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9" r:id="rId5"/>
    <p:sldId id="260" r:id="rId6"/>
    <p:sldId id="265" r:id="rId7"/>
    <p:sldId id="266" r:id="rId8"/>
    <p:sldId id="261" r:id="rId9"/>
    <p:sldId id="262" r:id="rId10"/>
    <p:sldId id="263" r:id="rId11"/>
    <p:sldId id="264" r:id="rId12"/>
    <p:sldId id="25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4" userDrawn="1">
          <p15:clr>
            <a:srgbClr val="A4A3A4"/>
          </p15:clr>
        </p15:guide>
        <p15:guide id="2" pos="386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4"/>
        <p:guide pos="386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tags" Target="../tags/tag5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大封面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/>
          <p:cNvSpPr/>
          <p:nvPr/>
        </p:nvSpPr>
        <p:spPr>
          <a:xfrm>
            <a:off x="9408870" y="2124635"/>
            <a:ext cx="1066800" cy="484788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 eaLnBrk="0" fontAlgn="base" hangingPunct="0"/>
            <a:r>
              <a:rPr lang="zh-CN" altLang="en-US" spc="0" baseline="0" dirty="0">
                <a:latin typeface="微软雅黑" panose="020B0503020204020204" charset="-122"/>
                <a:ea typeface="微软雅黑" panose="020B0503020204020204" charset="-122"/>
              </a:rPr>
              <a:t>经典版</a:t>
            </a:r>
            <a:endParaRPr lang="zh-CN" altLang="en-US" spc="0" baseline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16331" y="2905105"/>
            <a:ext cx="8759339" cy="1047791"/>
          </a:xfrm>
          <a:custGeom>
            <a:avLst/>
            <a:gdLst>
              <a:gd name="connsiteX0" fmla="*/ 56131 w 8759339"/>
              <a:gd name="connsiteY0" fmla="*/ 976688 h 1047791"/>
              <a:gd name="connsiteX1" fmla="*/ 56131 w 8759339"/>
              <a:gd name="connsiteY1" fmla="*/ 1009840 h 1047791"/>
              <a:gd name="connsiteX2" fmla="*/ 81916 w 8759339"/>
              <a:gd name="connsiteY2" fmla="*/ 1009840 h 1047791"/>
              <a:gd name="connsiteX3" fmla="*/ 100333 w 8759339"/>
              <a:gd name="connsiteY3" fmla="*/ 1005207 h 1047791"/>
              <a:gd name="connsiteX4" fmla="*/ 105691 w 8759339"/>
              <a:gd name="connsiteY4" fmla="*/ 992762 h 1047791"/>
              <a:gd name="connsiteX5" fmla="*/ 100389 w 8759339"/>
              <a:gd name="connsiteY5" fmla="*/ 981097 h 1047791"/>
              <a:gd name="connsiteX6" fmla="*/ 81804 w 8759339"/>
              <a:gd name="connsiteY6" fmla="*/ 976688 h 1047791"/>
              <a:gd name="connsiteX7" fmla="*/ 8030435 w 8759339"/>
              <a:gd name="connsiteY7" fmla="*/ 923780 h 1047791"/>
              <a:gd name="connsiteX8" fmla="*/ 8012563 w 8759339"/>
              <a:gd name="connsiteY8" fmla="*/ 982604 h 1047791"/>
              <a:gd name="connsiteX9" fmla="*/ 8048500 w 8759339"/>
              <a:gd name="connsiteY9" fmla="*/ 982604 h 1047791"/>
              <a:gd name="connsiteX10" fmla="*/ 7030309 w 8759339"/>
              <a:gd name="connsiteY10" fmla="*/ 923780 h 1047791"/>
              <a:gd name="connsiteX11" fmla="*/ 7012438 w 8759339"/>
              <a:gd name="connsiteY11" fmla="*/ 982604 h 1047791"/>
              <a:gd name="connsiteX12" fmla="*/ 7048375 w 8759339"/>
              <a:gd name="connsiteY12" fmla="*/ 982604 h 1047791"/>
              <a:gd name="connsiteX13" fmla="*/ 4740757 w 8759339"/>
              <a:gd name="connsiteY13" fmla="*/ 916859 h 1047791"/>
              <a:gd name="connsiteX14" fmla="*/ 4716200 w 8759339"/>
              <a:gd name="connsiteY14" fmla="*/ 927686 h 1047791"/>
              <a:gd name="connsiteX15" fmla="*/ 4706935 w 8759339"/>
              <a:gd name="connsiteY15" fmla="*/ 963517 h 1047791"/>
              <a:gd name="connsiteX16" fmla="*/ 4716144 w 8759339"/>
              <a:gd name="connsiteY16" fmla="*/ 999124 h 1047791"/>
              <a:gd name="connsiteX17" fmla="*/ 4741203 w 8759339"/>
              <a:gd name="connsiteY17" fmla="*/ 1009951 h 1047791"/>
              <a:gd name="connsiteX18" fmla="*/ 4766429 w 8759339"/>
              <a:gd name="connsiteY18" fmla="*/ 999347 h 1047791"/>
              <a:gd name="connsiteX19" fmla="*/ 4775359 w 8759339"/>
              <a:gd name="connsiteY19" fmla="*/ 961284 h 1047791"/>
              <a:gd name="connsiteX20" fmla="*/ 4766039 w 8759339"/>
              <a:gd name="connsiteY20" fmla="*/ 927519 h 1047791"/>
              <a:gd name="connsiteX21" fmla="*/ 4740757 w 8759339"/>
              <a:gd name="connsiteY21" fmla="*/ 916859 h 1047791"/>
              <a:gd name="connsiteX22" fmla="*/ 4378807 w 8759339"/>
              <a:gd name="connsiteY22" fmla="*/ 916859 h 1047791"/>
              <a:gd name="connsiteX23" fmla="*/ 4354250 w 8759339"/>
              <a:gd name="connsiteY23" fmla="*/ 927686 h 1047791"/>
              <a:gd name="connsiteX24" fmla="*/ 4344985 w 8759339"/>
              <a:gd name="connsiteY24" fmla="*/ 963517 h 1047791"/>
              <a:gd name="connsiteX25" fmla="*/ 4354194 w 8759339"/>
              <a:gd name="connsiteY25" fmla="*/ 999124 h 1047791"/>
              <a:gd name="connsiteX26" fmla="*/ 4379253 w 8759339"/>
              <a:gd name="connsiteY26" fmla="*/ 1009951 h 1047791"/>
              <a:gd name="connsiteX27" fmla="*/ 4404479 w 8759339"/>
              <a:gd name="connsiteY27" fmla="*/ 999347 h 1047791"/>
              <a:gd name="connsiteX28" fmla="*/ 4413409 w 8759339"/>
              <a:gd name="connsiteY28" fmla="*/ 961284 h 1047791"/>
              <a:gd name="connsiteX29" fmla="*/ 4404089 w 8759339"/>
              <a:gd name="connsiteY29" fmla="*/ 927519 h 1047791"/>
              <a:gd name="connsiteX30" fmla="*/ 4378807 w 8759339"/>
              <a:gd name="connsiteY30" fmla="*/ 916859 h 1047791"/>
              <a:gd name="connsiteX31" fmla="*/ 2950056 w 8759339"/>
              <a:gd name="connsiteY31" fmla="*/ 916859 h 1047791"/>
              <a:gd name="connsiteX32" fmla="*/ 2925500 w 8759339"/>
              <a:gd name="connsiteY32" fmla="*/ 927686 h 1047791"/>
              <a:gd name="connsiteX33" fmla="*/ 2916235 w 8759339"/>
              <a:gd name="connsiteY33" fmla="*/ 963517 h 1047791"/>
              <a:gd name="connsiteX34" fmla="*/ 2925444 w 8759339"/>
              <a:gd name="connsiteY34" fmla="*/ 999124 h 1047791"/>
              <a:gd name="connsiteX35" fmla="*/ 2950503 w 8759339"/>
              <a:gd name="connsiteY35" fmla="*/ 1009951 h 1047791"/>
              <a:gd name="connsiteX36" fmla="*/ 2975729 w 8759339"/>
              <a:gd name="connsiteY36" fmla="*/ 999347 h 1047791"/>
              <a:gd name="connsiteX37" fmla="*/ 2984659 w 8759339"/>
              <a:gd name="connsiteY37" fmla="*/ 961284 h 1047791"/>
              <a:gd name="connsiteX38" fmla="*/ 2975339 w 8759339"/>
              <a:gd name="connsiteY38" fmla="*/ 927519 h 1047791"/>
              <a:gd name="connsiteX39" fmla="*/ 2950056 w 8759339"/>
              <a:gd name="connsiteY39" fmla="*/ 916859 h 1047791"/>
              <a:gd name="connsiteX40" fmla="*/ 6675447 w 8759339"/>
              <a:gd name="connsiteY40" fmla="*/ 914627 h 1047791"/>
              <a:gd name="connsiteX41" fmla="*/ 6675447 w 8759339"/>
              <a:gd name="connsiteY41" fmla="*/ 951127 h 1047791"/>
              <a:gd name="connsiteX42" fmla="*/ 6687837 w 8759339"/>
              <a:gd name="connsiteY42" fmla="*/ 951127 h 1047791"/>
              <a:gd name="connsiteX43" fmla="*/ 6708375 w 8759339"/>
              <a:gd name="connsiteY43" fmla="*/ 946048 h 1047791"/>
              <a:gd name="connsiteX44" fmla="*/ 6714291 w 8759339"/>
              <a:gd name="connsiteY44" fmla="*/ 933044 h 1047791"/>
              <a:gd name="connsiteX45" fmla="*/ 6709157 w 8759339"/>
              <a:gd name="connsiteY45" fmla="*/ 919985 h 1047791"/>
              <a:gd name="connsiteX46" fmla="*/ 6689847 w 8759339"/>
              <a:gd name="connsiteY46" fmla="*/ 914627 h 1047791"/>
              <a:gd name="connsiteX47" fmla="*/ 5618173 w 8759339"/>
              <a:gd name="connsiteY47" fmla="*/ 914627 h 1047791"/>
              <a:gd name="connsiteX48" fmla="*/ 5618173 w 8759339"/>
              <a:gd name="connsiteY48" fmla="*/ 951127 h 1047791"/>
              <a:gd name="connsiteX49" fmla="*/ 5630563 w 8759339"/>
              <a:gd name="connsiteY49" fmla="*/ 951127 h 1047791"/>
              <a:gd name="connsiteX50" fmla="*/ 5651101 w 8759339"/>
              <a:gd name="connsiteY50" fmla="*/ 946048 h 1047791"/>
              <a:gd name="connsiteX51" fmla="*/ 5657017 w 8759339"/>
              <a:gd name="connsiteY51" fmla="*/ 933044 h 1047791"/>
              <a:gd name="connsiteX52" fmla="*/ 5651882 w 8759339"/>
              <a:gd name="connsiteY52" fmla="*/ 919985 h 1047791"/>
              <a:gd name="connsiteX53" fmla="*/ 5632572 w 8759339"/>
              <a:gd name="connsiteY53" fmla="*/ 914627 h 1047791"/>
              <a:gd name="connsiteX54" fmla="*/ 5437198 w 8759339"/>
              <a:gd name="connsiteY54" fmla="*/ 914627 h 1047791"/>
              <a:gd name="connsiteX55" fmla="*/ 5437198 w 8759339"/>
              <a:gd name="connsiteY55" fmla="*/ 951127 h 1047791"/>
              <a:gd name="connsiteX56" fmla="*/ 5449588 w 8759339"/>
              <a:gd name="connsiteY56" fmla="*/ 951127 h 1047791"/>
              <a:gd name="connsiteX57" fmla="*/ 5470126 w 8759339"/>
              <a:gd name="connsiteY57" fmla="*/ 946048 h 1047791"/>
              <a:gd name="connsiteX58" fmla="*/ 5476042 w 8759339"/>
              <a:gd name="connsiteY58" fmla="*/ 933044 h 1047791"/>
              <a:gd name="connsiteX59" fmla="*/ 5470907 w 8759339"/>
              <a:gd name="connsiteY59" fmla="*/ 919985 h 1047791"/>
              <a:gd name="connsiteX60" fmla="*/ 5451597 w 8759339"/>
              <a:gd name="connsiteY60" fmla="*/ 914627 h 1047791"/>
              <a:gd name="connsiteX61" fmla="*/ 56131 w 8759339"/>
              <a:gd name="connsiteY61" fmla="*/ 914515 h 1047791"/>
              <a:gd name="connsiteX62" fmla="*/ 56131 w 8759339"/>
              <a:gd name="connsiteY62" fmla="*/ 945546 h 1047791"/>
              <a:gd name="connsiteX63" fmla="*/ 78121 w 8759339"/>
              <a:gd name="connsiteY63" fmla="*/ 945546 h 1047791"/>
              <a:gd name="connsiteX64" fmla="*/ 94585 w 8759339"/>
              <a:gd name="connsiteY64" fmla="*/ 941472 h 1047791"/>
              <a:gd name="connsiteX65" fmla="*/ 99217 w 8759339"/>
              <a:gd name="connsiteY65" fmla="*/ 929696 h 1047791"/>
              <a:gd name="connsiteX66" fmla="*/ 94585 w 8759339"/>
              <a:gd name="connsiteY66" fmla="*/ 918533 h 1047791"/>
              <a:gd name="connsiteX67" fmla="*/ 78456 w 8759339"/>
              <a:gd name="connsiteY67" fmla="*/ 914515 h 1047791"/>
              <a:gd name="connsiteX68" fmla="*/ 8512842 w 8759339"/>
              <a:gd name="connsiteY68" fmla="*/ 881364 h 1047791"/>
              <a:gd name="connsiteX69" fmla="*/ 8563518 w 8759339"/>
              <a:gd name="connsiteY69" fmla="*/ 881364 h 1047791"/>
              <a:gd name="connsiteX70" fmla="*/ 8563518 w 8759339"/>
              <a:gd name="connsiteY70" fmla="*/ 1045000 h 1047791"/>
              <a:gd name="connsiteX71" fmla="*/ 8512842 w 8759339"/>
              <a:gd name="connsiteY71" fmla="*/ 1045000 h 1047791"/>
              <a:gd name="connsiteX72" fmla="*/ 8003477 w 8759339"/>
              <a:gd name="connsiteY72" fmla="*/ 881364 h 1047791"/>
              <a:gd name="connsiteX73" fmla="*/ 8058631 w 8759339"/>
              <a:gd name="connsiteY73" fmla="*/ 881364 h 1047791"/>
              <a:gd name="connsiteX74" fmla="*/ 8120122 w 8759339"/>
              <a:gd name="connsiteY74" fmla="*/ 1045000 h 1047791"/>
              <a:gd name="connsiteX75" fmla="*/ 8067173 w 8759339"/>
              <a:gd name="connsiteY75" fmla="*/ 1045000 h 1047791"/>
              <a:gd name="connsiteX76" fmla="*/ 8058989 w 8759339"/>
              <a:gd name="connsiteY76" fmla="*/ 1017988 h 1047791"/>
              <a:gd name="connsiteX77" fmla="*/ 8001581 w 8759339"/>
              <a:gd name="connsiteY77" fmla="*/ 1017988 h 1047791"/>
              <a:gd name="connsiteX78" fmla="*/ 7993605 w 8759339"/>
              <a:gd name="connsiteY78" fmla="*/ 1045000 h 1047791"/>
              <a:gd name="connsiteX79" fmla="*/ 7941975 w 8759339"/>
              <a:gd name="connsiteY79" fmla="*/ 1045000 h 1047791"/>
              <a:gd name="connsiteX80" fmla="*/ 7796458 w 8759339"/>
              <a:gd name="connsiteY80" fmla="*/ 881364 h 1047791"/>
              <a:gd name="connsiteX81" fmla="*/ 7847023 w 8759339"/>
              <a:gd name="connsiteY81" fmla="*/ 881364 h 1047791"/>
              <a:gd name="connsiteX82" fmla="*/ 7847023 w 8759339"/>
              <a:gd name="connsiteY82" fmla="*/ 1004705 h 1047791"/>
              <a:gd name="connsiteX83" fmla="*/ 7925939 w 8759339"/>
              <a:gd name="connsiteY83" fmla="*/ 1004705 h 1047791"/>
              <a:gd name="connsiteX84" fmla="*/ 7925939 w 8759339"/>
              <a:gd name="connsiteY84" fmla="*/ 1045000 h 1047791"/>
              <a:gd name="connsiteX85" fmla="*/ 7796458 w 8759339"/>
              <a:gd name="connsiteY85" fmla="*/ 1045000 h 1047791"/>
              <a:gd name="connsiteX86" fmla="*/ 7310571 w 8759339"/>
              <a:gd name="connsiteY86" fmla="*/ 881364 h 1047791"/>
              <a:gd name="connsiteX87" fmla="*/ 7446079 w 8759339"/>
              <a:gd name="connsiteY87" fmla="*/ 881364 h 1047791"/>
              <a:gd name="connsiteX88" fmla="*/ 7446079 w 8759339"/>
              <a:gd name="connsiteY88" fmla="*/ 916301 h 1047791"/>
              <a:gd name="connsiteX89" fmla="*/ 7361247 w 8759339"/>
              <a:gd name="connsiteY89" fmla="*/ 916301 h 1047791"/>
              <a:gd name="connsiteX90" fmla="*/ 7361247 w 8759339"/>
              <a:gd name="connsiteY90" fmla="*/ 942309 h 1047791"/>
              <a:gd name="connsiteX91" fmla="*/ 7439941 w 8759339"/>
              <a:gd name="connsiteY91" fmla="*/ 942309 h 1047791"/>
              <a:gd name="connsiteX92" fmla="*/ 7439941 w 8759339"/>
              <a:gd name="connsiteY92" fmla="*/ 975684 h 1047791"/>
              <a:gd name="connsiteX93" fmla="*/ 7361247 w 8759339"/>
              <a:gd name="connsiteY93" fmla="*/ 975684 h 1047791"/>
              <a:gd name="connsiteX94" fmla="*/ 7361247 w 8759339"/>
              <a:gd name="connsiteY94" fmla="*/ 1007942 h 1047791"/>
              <a:gd name="connsiteX95" fmla="*/ 7448535 w 8759339"/>
              <a:gd name="connsiteY95" fmla="*/ 1007942 h 1047791"/>
              <a:gd name="connsiteX96" fmla="*/ 7448535 w 8759339"/>
              <a:gd name="connsiteY96" fmla="*/ 1045000 h 1047791"/>
              <a:gd name="connsiteX97" fmla="*/ 7310571 w 8759339"/>
              <a:gd name="connsiteY97" fmla="*/ 1045000 h 1047791"/>
              <a:gd name="connsiteX98" fmla="*/ 7127736 w 8759339"/>
              <a:gd name="connsiteY98" fmla="*/ 881364 h 1047791"/>
              <a:gd name="connsiteX99" fmla="*/ 7281439 w 8759339"/>
              <a:gd name="connsiteY99" fmla="*/ 881364 h 1047791"/>
              <a:gd name="connsiteX100" fmla="*/ 7281439 w 8759339"/>
              <a:gd name="connsiteY100" fmla="*/ 921770 h 1047791"/>
              <a:gd name="connsiteX101" fmla="*/ 7229869 w 8759339"/>
              <a:gd name="connsiteY101" fmla="*/ 921770 h 1047791"/>
              <a:gd name="connsiteX102" fmla="*/ 7229869 w 8759339"/>
              <a:gd name="connsiteY102" fmla="*/ 1045000 h 1047791"/>
              <a:gd name="connsiteX103" fmla="*/ 7179305 w 8759339"/>
              <a:gd name="connsiteY103" fmla="*/ 1045000 h 1047791"/>
              <a:gd name="connsiteX104" fmla="*/ 7179305 w 8759339"/>
              <a:gd name="connsiteY104" fmla="*/ 921770 h 1047791"/>
              <a:gd name="connsiteX105" fmla="*/ 7127736 w 8759339"/>
              <a:gd name="connsiteY105" fmla="*/ 921770 h 1047791"/>
              <a:gd name="connsiteX106" fmla="*/ 7003351 w 8759339"/>
              <a:gd name="connsiteY106" fmla="*/ 881364 h 1047791"/>
              <a:gd name="connsiteX107" fmla="*/ 7058506 w 8759339"/>
              <a:gd name="connsiteY107" fmla="*/ 881364 h 1047791"/>
              <a:gd name="connsiteX108" fmla="*/ 7119997 w 8759339"/>
              <a:gd name="connsiteY108" fmla="*/ 1045000 h 1047791"/>
              <a:gd name="connsiteX109" fmla="*/ 7067049 w 8759339"/>
              <a:gd name="connsiteY109" fmla="*/ 1045000 h 1047791"/>
              <a:gd name="connsiteX110" fmla="*/ 7058863 w 8759339"/>
              <a:gd name="connsiteY110" fmla="*/ 1017988 h 1047791"/>
              <a:gd name="connsiteX111" fmla="*/ 7001455 w 8759339"/>
              <a:gd name="connsiteY111" fmla="*/ 1017988 h 1047791"/>
              <a:gd name="connsiteX112" fmla="*/ 6993480 w 8759339"/>
              <a:gd name="connsiteY112" fmla="*/ 1045000 h 1047791"/>
              <a:gd name="connsiteX113" fmla="*/ 6941850 w 8759339"/>
              <a:gd name="connsiteY113" fmla="*/ 1045000 h 1047791"/>
              <a:gd name="connsiteX114" fmla="*/ 6796333 w 8759339"/>
              <a:gd name="connsiteY114" fmla="*/ 881364 h 1047791"/>
              <a:gd name="connsiteX115" fmla="*/ 6846897 w 8759339"/>
              <a:gd name="connsiteY115" fmla="*/ 881364 h 1047791"/>
              <a:gd name="connsiteX116" fmla="*/ 6846897 w 8759339"/>
              <a:gd name="connsiteY116" fmla="*/ 1004705 h 1047791"/>
              <a:gd name="connsiteX117" fmla="*/ 6925813 w 8759339"/>
              <a:gd name="connsiteY117" fmla="*/ 1004705 h 1047791"/>
              <a:gd name="connsiteX118" fmla="*/ 6925813 w 8759339"/>
              <a:gd name="connsiteY118" fmla="*/ 1045000 h 1047791"/>
              <a:gd name="connsiteX119" fmla="*/ 6796333 w 8759339"/>
              <a:gd name="connsiteY119" fmla="*/ 1045000 h 1047791"/>
              <a:gd name="connsiteX120" fmla="*/ 6624660 w 8759339"/>
              <a:gd name="connsiteY120" fmla="*/ 881364 h 1047791"/>
              <a:gd name="connsiteX121" fmla="*/ 6708711 w 8759339"/>
              <a:gd name="connsiteY121" fmla="*/ 881364 h 1047791"/>
              <a:gd name="connsiteX122" fmla="*/ 6749843 w 8759339"/>
              <a:gd name="connsiteY122" fmla="*/ 894423 h 1047791"/>
              <a:gd name="connsiteX123" fmla="*/ 6763517 w 8759339"/>
              <a:gd name="connsiteY123" fmla="*/ 931593 h 1047791"/>
              <a:gd name="connsiteX124" fmla="*/ 6748615 w 8759339"/>
              <a:gd name="connsiteY124" fmla="*/ 970326 h 1047791"/>
              <a:gd name="connsiteX125" fmla="*/ 6703129 w 8759339"/>
              <a:gd name="connsiteY125" fmla="*/ 984278 h 1047791"/>
              <a:gd name="connsiteX126" fmla="*/ 6675447 w 8759339"/>
              <a:gd name="connsiteY126" fmla="*/ 984278 h 1047791"/>
              <a:gd name="connsiteX127" fmla="*/ 6675447 w 8759339"/>
              <a:gd name="connsiteY127" fmla="*/ 1045000 h 1047791"/>
              <a:gd name="connsiteX128" fmla="*/ 6624660 w 8759339"/>
              <a:gd name="connsiteY128" fmla="*/ 1045000 h 1047791"/>
              <a:gd name="connsiteX129" fmla="*/ 6386200 w 8759339"/>
              <a:gd name="connsiteY129" fmla="*/ 881364 h 1047791"/>
              <a:gd name="connsiteX130" fmla="*/ 6452699 w 8759339"/>
              <a:gd name="connsiteY130" fmla="*/ 881364 h 1047791"/>
              <a:gd name="connsiteX131" fmla="*/ 6478344 w 8759339"/>
              <a:gd name="connsiteY131" fmla="*/ 980930 h 1047791"/>
              <a:gd name="connsiteX132" fmla="*/ 6503805 w 8759339"/>
              <a:gd name="connsiteY132" fmla="*/ 881364 h 1047791"/>
              <a:gd name="connsiteX133" fmla="*/ 6570263 w 8759339"/>
              <a:gd name="connsiteY133" fmla="*/ 881364 h 1047791"/>
              <a:gd name="connsiteX134" fmla="*/ 6570263 w 8759339"/>
              <a:gd name="connsiteY134" fmla="*/ 1045000 h 1047791"/>
              <a:gd name="connsiteX135" fmla="*/ 6528852 w 8759339"/>
              <a:gd name="connsiteY135" fmla="*/ 1045000 h 1047791"/>
              <a:gd name="connsiteX136" fmla="*/ 6528852 w 8759339"/>
              <a:gd name="connsiteY136" fmla="*/ 920208 h 1047791"/>
              <a:gd name="connsiteX137" fmla="*/ 6496944 w 8759339"/>
              <a:gd name="connsiteY137" fmla="*/ 1045000 h 1047791"/>
              <a:gd name="connsiteX138" fmla="*/ 6459462 w 8759339"/>
              <a:gd name="connsiteY138" fmla="*/ 1045000 h 1047791"/>
              <a:gd name="connsiteX139" fmla="*/ 6427612 w 8759339"/>
              <a:gd name="connsiteY139" fmla="*/ 920208 h 1047791"/>
              <a:gd name="connsiteX140" fmla="*/ 6427612 w 8759339"/>
              <a:gd name="connsiteY140" fmla="*/ 1045000 h 1047791"/>
              <a:gd name="connsiteX141" fmla="*/ 6386200 w 8759339"/>
              <a:gd name="connsiteY141" fmla="*/ 1045000 h 1047791"/>
              <a:gd name="connsiteX142" fmla="*/ 6215197 w 8759339"/>
              <a:gd name="connsiteY142" fmla="*/ 881364 h 1047791"/>
              <a:gd name="connsiteX143" fmla="*/ 6350705 w 8759339"/>
              <a:gd name="connsiteY143" fmla="*/ 881364 h 1047791"/>
              <a:gd name="connsiteX144" fmla="*/ 6350705 w 8759339"/>
              <a:gd name="connsiteY144" fmla="*/ 916301 h 1047791"/>
              <a:gd name="connsiteX145" fmla="*/ 6265873 w 8759339"/>
              <a:gd name="connsiteY145" fmla="*/ 916301 h 1047791"/>
              <a:gd name="connsiteX146" fmla="*/ 6265873 w 8759339"/>
              <a:gd name="connsiteY146" fmla="*/ 942309 h 1047791"/>
              <a:gd name="connsiteX147" fmla="*/ 6344566 w 8759339"/>
              <a:gd name="connsiteY147" fmla="*/ 942309 h 1047791"/>
              <a:gd name="connsiteX148" fmla="*/ 6344566 w 8759339"/>
              <a:gd name="connsiteY148" fmla="*/ 975684 h 1047791"/>
              <a:gd name="connsiteX149" fmla="*/ 6265873 w 8759339"/>
              <a:gd name="connsiteY149" fmla="*/ 975684 h 1047791"/>
              <a:gd name="connsiteX150" fmla="*/ 6265873 w 8759339"/>
              <a:gd name="connsiteY150" fmla="*/ 1007942 h 1047791"/>
              <a:gd name="connsiteX151" fmla="*/ 6353160 w 8759339"/>
              <a:gd name="connsiteY151" fmla="*/ 1007942 h 1047791"/>
              <a:gd name="connsiteX152" fmla="*/ 6353160 w 8759339"/>
              <a:gd name="connsiteY152" fmla="*/ 1045000 h 1047791"/>
              <a:gd name="connsiteX153" fmla="*/ 6215197 w 8759339"/>
              <a:gd name="connsiteY153" fmla="*/ 1045000 h 1047791"/>
              <a:gd name="connsiteX154" fmla="*/ 6032361 w 8759339"/>
              <a:gd name="connsiteY154" fmla="*/ 881364 h 1047791"/>
              <a:gd name="connsiteX155" fmla="*/ 6186064 w 8759339"/>
              <a:gd name="connsiteY155" fmla="*/ 881364 h 1047791"/>
              <a:gd name="connsiteX156" fmla="*/ 6186064 w 8759339"/>
              <a:gd name="connsiteY156" fmla="*/ 921770 h 1047791"/>
              <a:gd name="connsiteX157" fmla="*/ 6134495 w 8759339"/>
              <a:gd name="connsiteY157" fmla="*/ 921770 h 1047791"/>
              <a:gd name="connsiteX158" fmla="*/ 6134495 w 8759339"/>
              <a:gd name="connsiteY158" fmla="*/ 1045000 h 1047791"/>
              <a:gd name="connsiteX159" fmla="*/ 6083930 w 8759339"/>
              <a:gd name="connsiteY159" fmla="*/ 1045000 h 1047791"/>
              <a:gd name="connsiteX160" fmla="*/ 6083930 w 8759339"/>
              <a:gd name="connsiteY160" fmla="*/ 921770 h 1047791"/>
              <a:gd name="connsiteX161" fmla="*/ 6032361 w 8759339"/>
              <a:gd name="connsiteY161" fmla="*/ 921770 h 1047791"/>
              <a:gd name="connsiteX162" fmla="*/ 5727561 w 8759339"/>
              <a:gd name="connsiteY162" fmla="*/ 881364 h 1047791"/>
              <a:gd name="connsiteX163" fmla="*/ 5881264 w 8759339"/>
              <a:gd name="connsiteY163" fmla="*/ 881364 h 1047791"/>
              <a:gd name="connsiteX164" fmla="*/ 5881264 w 8759339"/>
              <a:gd name="connsiteY164" fmla="*/ 921770 h 1047791"/>
              <a:gd name="connsiteX165" fmla="*/ 5829695 w 8759339"/>
              <a:gd name="connsiteY165" fmla="*/ 921770 h 1047791"/>
              <a:gd name="connsiteX166" fmla="*/ 5829695 w 8759339"/>
              <a:gd name="connsiteY166" fmla="*/ 1045000 h 1047791"/>
              <a:gd name="connsiteX167" fmla="*/ 5779130 w 8759339"/>
              <a:gd name="connsiteY167" fmla="*/ 1045000 h 1047791"/>
              <a:gd name="connsiteX168" fmla="*/ 5779130 w 8759339"/>
              <a:gd name="connsiteY168" fmla="*/ 921770 h 1047791"/>
              <a:gd name="connsiteX169" fmla="*/ 5727561 w 8759339"/>
              <a:gd name="connsiteY169" fmla="*/ 921770 h 1047791"/>
              <a:gd name="connsiteX170" fmla="*/ 5567385 w 8759339"/>
              <a:gd name="connsiteY170" fmla="*/ 881364 h 1047791"/>
              <a:gd name="connsiteX171" fmla="*/ 5651436 w 8759339"/>
              <a:gd name="connsiteY171" fmla="*/ 881364 h 1047791"/>
              <a:gd name="connsiteX172" fmla="*/ 5692568 w 8759339"/>
              <a:gd name="connsiteY172" fmla="*/ 894423 h 1047791"/>
              <a:gd name="connsiteX173" fmla="*/ 5706242 w 8759339"/>
              <a:gd name="connsiteY173" fmla="*/ 931593 h 1047791"/>
              <a:gd name="connsiteX174" fmla="*/ 5691340 w 8759339"/>
              <a:gd name="connsiteY174" fmla="*/ 970326 h 1047791"/>
              <a:gd name="connsiteX175" fmla="*/ 5645855 w 8759339"/>
              <a:gd name="connsiteY175" fmla="*/ 984278 h 1047791"/>
              <a:gd name="connsiteX176" fmla="*/ 5618173 w 8759339"/>
              <a:gd name="connsiteY176" fmla="*/ 984278 h 1047791"/>
              <a:gd name="connsiteX177" fmla="*/ 5618173 w 8759339"/>
              <a:gd name="connsiteY177" fmla="*/ 1045000 h 1047791"/>
              <a:gd name="connsiteX178" fmla="*/ 5567385 w 8759339"/>
              <a:gd name="connsiteY178" fmla="*/ 1045000 h 1047791"/>
              <a:gd name="connsiteX179" fmla="*/ 5386410 w 8759339"/>
              <a:gd name="connsiteY179" fmla="*/ 881364 h 1047791"/>
              <a:gd name="connsiteX180" fmla="*/ 5470461 w 8759339"/>
              <a:gd name="connsiteY180" fmla="*/ 881364 h 1047791"/>
              <a:gd name="connsiteX181" fmla="*/ 5511593 w 8759339"/>
              <a:gd name="connsiteY181" fmla="*/ 894423 h 1047791"/>
              <a:gd name="connsiteX182" fmla="*/ 5525267 w 8759339"/>
              <a:gd name="connsiteY182" fmla="*/ 931593 h 1047791"/>
              <a:gd name="connsiteX183" fmla="*/ 5510365 w 8759339"/>
              <a:gd name="connsiteY183" fmla="*/ 970326 h 1047791"/>
              <a:gd name="connsiteX184" fmla="*/ 5464880 w 8759339"/>
              <a:gd name="connsiteY184" fmla="*/ 984278 h 1047791"/>
              <a:gd name="connsiteX185" fmla="*/ 5437198 w 8759339"/>
              <a:gd name="connsiteY185" fmla="*/ 984278 h 1047791"/>
              <a:gd name="connsiteX186" fmla="*/ 5437198 w 8759339"/>
              <a:gd name="connsiteY186" fmla="*/ 1045000 h 1047791"/>
              <a:gd name="connsiteX187" fmla="*/ 5386410 w 8759339"/>
              <a:gd name="connsiteY187" fmla="*/ 1045000 h 1047791"/>
              <a:gd name="connsiteX188" fmla="*/ 5055788 w 8759339"/>
              <a:gd name="connsiteY188" fmla="*/ 881364 h 1047791"/>
              <a:gd name="connsiteX189" fmla="*/ 5111953 w 8759339"/>
              <a:gd name="connsiteY189" fmla="*/ 881364 h 1047791"/>
              <a:gd name="connsiteX190" fmla="*/ 5144925 w 8759339"/>
              <a:gd name="connsiteY190" fmla="*/ 936565 h 1047791"/>
              <a:gd name="connsiteX191" fmla="*/ 5177960 w 8759339"/>
              <a:gd name="connsiteY191" fmla="*/ 881364 h 1047791"/>
              <a:gd name="connsiteX192" fmla="*/ 5233824 w 8759339"/>
              <a:gd name="connsiteY192" fmla="*/ 881364 h 1047791"/>
              <a:gd name="connsiteX193" fmla="*/ 5170200 w 8759339"/>
              <a:gd name="connsiteY193" fmla="*/ 976465 h 1047791"/>
              <a:gd name="connsiteX194" fmla="*/ 5170200 w 8759339"/>
              <a:gd name="connsiteY194" fmla="*/ 1045000 h 1047791"/>
              <a:gd name="connsiteX195" fmla="*/ 5119524 w 8759339"/>
              <a:gd name="connsiteY195" fmla="*/ 1045000 h 1047791"/>
              <a:gd name="connsiteX196" fmla="*/ 5119524 w 8759339"/>
              <a:gd name="connsiteY196" fmla="*/ 976465 h 1047791"/>
              <a:gd name="connsiteX197" fmla="*/ 4500808 w 8759339"/>
              <a:gd name="connsiteY197" fmla="*/ 881364 h 1047791"/>
              <a:gd name="connsiteX198" fmla="*/ 4551373 w 8759339"/>
              <a:gd name="connsiteY198" fmla="*/ 881364 h 1047791"/>
              <a:gd name="connsiteX199" fmla="*/ 4551373 w 8759339"/>
              <a:gd name="connsiteY199" fmla="*/ 1004705 h 1047791"/>
              <a:gd name="connsiteX200" fmla="*/ 4630289 w 8759339"/>
              <a:gd name="connsiteY200" fmla="*/ 1004705 h 1047791"/>
              <a:gd name="connsiteX201" fmla="*/ 4630289 w 8759339"/>
              <a:gd name="connsiteY201" fmla="*/ 1045000 h 1047791"/>
              <a:gd name="connsiteX202" fmla="*/ 4500808 w 8759339"/>
              <a:gd name="connsiteY202" fmla="*/ 1045000 h 1047791"/>
              <a:gd name="connsiteX203" fmla="*/ 4101093 w 8759339"/>
              <a:gd name="connsiteY203" fmla="*/ 881364 h 1047791"/>
              <a:gd name="connsiteX204" fmla="*/ 4148309 w 8759339"/>
              <a:gd name="connsiteY204" fmla="*/ 881364 h 1047791"/>
              <a:gd name="connsiteX205" fmla="*/ 4209924 w 8759339"/>
              <a:gd name="connsiteY205" fmla="*/ 971895 h 1047791"/>
              <a:gd name="connsiteX206" fmla="*/ 4209924 w 8759339"/>
              <a:gd name="connsiteY206" fmla="*/ 881364 h 1047791"/>
              <a:gd name="connsiteX207" fmla="*/ 4257586 w 8759339"/>
              <a:gd name="connsiteY207" fmla="*/ 881364 h 1047791"/>
              <a:gd name="connsiteX208" fmla="*/ 4257586 w 8759339"/>
              <a:gd name="connsiteY208" fmla="*/ 1045000 h 1047791"/>
              <a:gd name="connsiteX209" fmla="*/ 4209924 w 8759339"/>
              <a:gd name="connsiteY209" fmla="*/ 1045000 h 1047791"/>
              <a:gd name="connsiteX210" fmla="*/ 4148644 w 8759339"/>
              <a:gd name="connsiteY210" fmla="*/ 955152 h 1047791"/>
              <a:gd name="connsiteX211" fmla="*/ 4148644 w 8759339"/>
              <a:gd name="connsiteY211" fmla="*/ 1045000 h 1047791"/>
              <a:gd name="connsiteX212" fmla="*/ 4101093 w 8759339"/>
              <a:gd name="connsiteY212" fmla="*/ 1045000 h 1047791"/>
              <a:gd name="connsiteX213" fmla="*/ 3900957 w 8759339"/>
              <a:gd name="connsiteY213" fmla="*/ 881364 h 1047791"/>
              <a:gd name="connsiteX214" fmla="*/ 3951521 w 8759339"/>
              <a:gd name="connsiteY214" fmla="*/ 881364 h 1047791"/>
              <a:gd name="connsiteX215" fmla="*/ 3951521 w 8759339"/>
              <a:gd name="connsiteY215" fmla="*/ 938625 h 1047791"/>
              <a:gd name="connsiteX216" fmla="*/ 4006773 w 8759339"/>
              <a:gd name="connsiteY216" fmla="*/ 938625 h 1047791"/>
              <a:gd name="connsiteX217" fmla="*/ 4006773 w 8759339"/>
              <a:gd name="connsiteY217" fmla="*/ 881364 h 1047791"/>
              <a:gd name="connsiteX218" fmla="*/ 4057561 w 8759339"/>
              <a:gd name="connsiteY218" fmla="*/ 881364 h 1047791"/>
              <a:gd name="connsiteX219" fmla="*/ 4057561 w 8759339"/>
              <a:gd name="connsiteY219" fmla="*/ 1045000 h 1047791"/>
              <a:gd name="connsiteX220" fmla="*/ 4006773 w 8759339"/>
              <a:gd name="connsiteY220" fmla="*/ 1045000 h 1047791"/>
              <a:gd name="connsiteX221" fmla="*/ 4006773 w 8759339"/>
              <a:gd name="connsiteY221" fmla="*/ 978809 h 1047791"/>
              <a:gd name="connsiteX222" fmla="*/ 3951521 w 8759339"/>
              <a:gd name="connsiteY222" fmla="*/ 978809 h 1047791"/>
              <a:gd name="connsiteX223" fmla="*/ 3951521 w 8759339"/>
              <a:gd name="connsiteY223" fmla="*/ 1045000 h 1047791"/>
              <a:gd name="connsiteX224" fmla="*/ 3900957 w 8759339"/>
              <a:gd name="connsiteY224" fmla="*/ 1045000 h 1047791"/>
              <a:gd name="connsiteX225" fmla="*/ 3538672 w 8759339"/>
              <a:gd name="connsiteY225" fmla="*/ 881364 h 1047791"/>
              <a:gd name="connsiteX226" fmla="*/ 3674180 w 8759339"/>
              <a:gd name="connsiteY226" fmla="*/ 881364 h 1047791"/>
              <a:gd name="connsiteX227" fmla="*/ 3674180 w 8759339"/>
              <a:gd name="connsiteY227" fmla="*/ 916301 h 1047791"/>
              <a:gd name="connsiteX228" fmla="*/ 3589348 w 8759339"/>
              <a:gd name="connsiteY228" fmla="*/ 916301 h 1047791"/>
              <a:gd name="connsiteX229" fmla="*/ 3589348 w 8759339"/>
              <a:gd name="connsiteY229" fmla="*/ 942309 h 1047791"/>
              <a:gd name="connsiteX230" fmla="*/ 3668041 w 8759339"/>
              <a:gd name="connsiteY230" fmla="*/ 942309 h 1047791"/>
              <a:gd name="connsiteX231" fmla="*/ 3668041 w 8759339"/>
              <a:gd name="connsiteY231" fmla="*/ 975684 h 1047791"/>
              <a:gd name="connsiteX232" fmla="*/ 3589348 w 8759339"/>
              <a:gd name="connsiteY232" fmla="*/ 975684 h 1047791"/>
              <a:gd name="connsiteX233" fmla="*/ 3589348 w 8759339"/>
              <a:gd name="connsiteY233" fmla="*/ 1007942 h 1047791"/>
              <a:gd name="connsiteX234" fmla="*/ 3676635 w 8759339"/>
              <a:gd name="connsiteY234" fmla="*/ 1007942 h 1047791"/>
              <a:gd name="connsiteX235" fmla="*/ 3676635 w 8759339"/>
              <a:gd name="connsiteY235" fmla="*/ 1045000 h 1047791"/>
              <a:gd name="connsiteX236" fmla="*/ 3538672 w 8759339"/>
              <a:gd name="connsiteY236" fmla="*/ 1045000 h 1047791"/>
              <a:gd name="connsiteX237" fmla="*/ 3346311 w 8759339"/>
              <a:gd name="connsiteY237" fmla="*/ 881364 h 1047791"/>
              <a:gd name="connsiteX238" fmla="*/ 3500014 w 8759339"/>
              <a:gd name="connsiteY238" fmla="*/ 881364 h 1047791"/>
              <a:gd name="connsiteX239" fmla="*/ 3500014 w 8759339"/>
              <a:gd name="connsiteY239" fmla="*/ 921770 h 1047791"/>
              <a:gd name="connsiteX240" fmla="*/ 3448445 w 8759339"/>
              <a:gd name="connsiteY240" fmla="*/ 921770 h 1047791"/>
              <a:gd name="connsiteX241" fmla="*/ 3448445 w 8759339"/>
              <a:gd name="connsiteY241" fmla="*/ 1045000 h 1047791"/>
              <a:gd name="connsiteX242" fmla="*/ 3397880 w 8759339"/>
              <a:gd name="connsiteY242" fmla="*/ 1045000 h 1047791"/>
              <a:gd name="connsiteX243" fmla="*/ 3397880 w 8759339"/>
              <a:gd name="connsiteY243" fmla="*/ 921770 h 1047791"/>
              <a:gd name="connsiteX244" fmla="*/ 3346311 w 8759339"/>
              <a:gd name="connsiteY244" fmla="*/ 921770 h 1047791"/>
              <a:gd name="connsiteX245" fmla="*/ 3072282 w 8759339"/>
              <a:gd name="connsiteY245" fmla="*/ 881364 h 1047791"/>
              <a:gd name="connsiteX246" fmla="*/ 3197297 w 8759339"/>
              <a:gd name="connsiteY246" fmla="*/ 881364 h 1047791"/>
              <a:gd name="connsiteX247" fmla="*/ 3197297 w 8759339"/>
              <a:gd name="connsiteY247" fmla="*/ 916524 h 1047791"/>
              <a:gd name="connsiteX248" fmla="*/ 3123069 w 8759339"/>
              <a:gd name="connsiteY248" fmla="*/ 916524 h 1047791"/>
              <a:gd name="connsiteX249" fmla="*/ 3123069 w 8759339"/>
              <a:gd name="connsiteY249" fmla="*/ 945099 h 1047791"/>
              <a:gd name="connsiteX250" fmla="*/ 3186470 w 8759339"/>
              <a:gd name="connsiteY250" fmla="*/ 945099 h 1047791"/>
              <a:gd name="connsiteX251" fmla="*/ 3186470 w 8759339"/>
              <a:gd name="connsiteY251" fmla="*/ 978139 h 1047791"/>
              <a:gd name="connsiteX252" fmla="*/ 3123069 w 8759339"/>
              <a:gd name="connsiteY252" fmla="*/ 978139 h 1047791"/>
              <a:gd name="connsiteX253" fmla="*/ 3123069 w 8759339"/>
              <a:gd name="connsiteY253" fmla="*/ 1045000 h 1047791"/>
              <a:gd name="connsiteX254" fmla="*/ 3072282 w 8759339"/>
              <a:gd name="connsiteY254" fmla="*/ 1045000 h 1047791"/>
              <a:gd name="connsiteX255" fmla="*/ 2567122 w 8759339"/>
              <a:gd name="connsiteY255" fmla="*/ 881364 h 1047791"/>
              <a:gd name="connsiteX256" fmla="*/ 2702630 w 8759339"/>
              <a:gd name="connsiteY256" fmla="*/ 881364 h 1047791"/>
              <a:gd name="connsiteX257" fmla="*/ 2702630 w 8759339"/>
              <a:gd name="connsiteY257" fmla="*/ 916301 h 1047791"/>
              <a:gd name="connsiteX258" fmla="*/ 2617798 w 8759339"/>
              <a:gd name="connsiteY258" fmla="*/ 916301 h 1047791"/>
              <a:gd name="connsiteX259" fmla="*/ 2617798 w 8759339"/>
              <a:gd name="connsiteY259" fmla="*/ 942309 h 1047791"/>
              <a:gd name="connsiteX260" fmla="*/ 2696491 w 8759339"/>
              <a:gd name="connsiteY260" fmla="*/ 942309 h 1047791"/>
              <a:gd name="connsiteX261" fmla="*/ 2696491 w 8759339"/>
              <a:gd name="connsiteY261" fmla="*/ 975684 h 1047791"/>
              <a:gd name="connsiteX262" fmla="*/ 2617798 w 8759339"/>
              <a:gd name="connsiteY262" fmla="*/ 975684 h 1047791"/>
              <a:gd name="connsiteX263" fmla="*/ 2617798 w 8759339"/>
              <a:gd name="connsiteY263" fmla="*/ 1007942 h 1047791"/>
              <a:gd name="connsiteX264" fmla="*/ 2705085 w 8759339"/>
              <a:gd name="connsiteY264" fmla="*/ 1007942 h 1047791"/>
              <a:gd name="connsiteX265" fmla="*/ 2705085 w 8759339"/>
              <a:gd name="connsiteY265" fmla="*/ 1045000 h 1047791"/>
              <a:gd name="connsiteX266" fmla="*/ 2567122 w 8759339"/>
              <a:gd name="connsiteY266" fmla="*/ 1045000 h 1047791"/>
              <a:gd name="connsiteX267" fmla="*/ 2384287 w 8759339"/>
              <a:gd name="connsiteY267" fmla="*/ 881364 h 1047791"/>
              <a:gd name="connsiteX268" fmla="*/ 2537989 w 8759339"/>
              <a:gd name="connsiteY268" fmla="*/ 881364 h 1047791"/>
              <a:gd name="connsiteX269" fmla="*/ 2537989 w 8759339"/>
              <a:gd name="connsiteY269" fmla="*/ 921770 h 1047791"/>
              <a:gd name="connsiteX270" fmla="*/ 2486420 w 8759339"/>
              <a:gd name="connsiteY270" fmla="*/ 921770 h 1047791"/>
              <a:gd name="connsiteX271" fmla="*/ 2486420 w 8759339"/>
              <a:gd name="connsiteY271" fmla="*/ 1045000 h 1047791"/>
              <a:gd name="connsiteX272" fmla="*/ 2435856 w 8759339"/>
              <a:gd name="connsiteY272" fmla="*/ 1045000 h 1047791"/>
              <a:gd name="connsiteX273" fmla="*/ 2435856 w 8759339"/>
              <a:gd name="connsiteY273" fmla="*/ 921770 h 1047791"/>
              <a:gd name="connsiteX274" fmla="*/ 2384287 w 8759339"/>
              <a:gd name="connsiteY274" fmla="*/ 921770 h 1047791"/>
              <a:gd name="connsiteX275" fmla="*/ 2186345 w 8759339"/>
              <a:gd name="connsiteY275" fmla="*/ 881364 h 1047791"/>
              <a:gd name="connsiteX276" fmla="*/ 2236799 w 8759339"/>
              <a:gd name="connsiteY276" fmla="*/ 881364 h 1047791"/>
              <a:gd name="connsiteX277" fmla="*/ 2236799 w 8759339"/>
              <a:gd name="connsiteY277" fmla="*/ 981177 h 1047791"/>
              <a:gd name="connsiteX278" fmla="*/ 2244221 w 8759339"/>
              <a:gd name="connsiteY278" fmla="*/ 1002089 h 1047791"/>
              <a:gd name="connsiteX279" fmla="*/ 2264815 w 8759339"/>
              <a:gd name="connsiteY279" fmla="*/ 1009616 h 1047791"/>
              <a:gd name="connsiteX280" fmla="*/ 2285298 w 8759339"/>
              <a:gd name="connsiteY280" fmla="*/ 1002200 h 1047791"/>
              <a:gd name="connsiteX281" fmla="*/ 2292720 w 8759339"/>
              <a:gd name="connsiteY281" fmla="*/ 981177 h 1047791"/>
              <a:gd name="connsiteX282" fmla="*/ 2292720 w 8759339"/>
              <a:gd name="connsiteY282" fmla="*/ 881364 h 1047791"/>
              <a:gd name="connsiteX283" fmla="*/ 2343173 w 8759339"/>
              <a:gd name="connsiteY283" fmla="*/ 881364 h 1047791"/>
              <a:gd name="connsiteX284" fmla="*/ 2343173 w 8759339"/>
              <a:gd name="connsiteY284" fmla="*/ 978856 h 1047791"/>
              <a:gd name="connsiteX285" fmla="*/ 2338652 w 8759339"/>
              <a:gd name="connsiteY285" fmla="*/ 1006240 h 1047791"/>
              <a:gd name="connsiteX286" fmla="*/ 2324476 w 8759339"/>
              <a:gd name="connsiteY286" fmla="*/ 1028772 h 1047791"/>
              <a:gd name="connsiteX287" fmla="*/ 2304217 w 8759339"/>
              <a:gd name="connsiteY287" fmla="*/ 1042325 h 1047791"/>
              <a:gd name="connsiteX288" fmla="*/ 2268833 w 8759339"/>
              <a:gd name="connsiteY288" fmla="*/ 1047791 h 1047791"/>
              <a:gd name="connsiteX289" fmla="*/ 2242770 w 8759339"/>
              <a:gd name="connsiteY289" fmla="*/ 1046117 h 1047791"/>
              <a:gd name="connsiteX290" fmla="*/ 2219162 w 8759339"/>
              <a:gd name="connsiteY290" fmla="*/ 1039480 h 1047791"/>
              <a:gd name="connsiteX291" fmla="*/ 2201805 w 8759339"/>
              <a:gd name="connsiteY291" fmla="*/ 1025370 h 1047791"/>
              <a:gd name="connsiteX292" fmla="*/ 2191033 w 8759339"/>
              <a:gd name="connsiteY292" fmla="*/ 1006519 h 1047791"/>
              <a:gd name="connsiteX293" fmla="*/ 2186345 w 8759339"/>
              <a:gd name="connsiteY293" fmla="*/ 978856 h 1047791"/>
              <a:gd name="connsiteX294" fmla="*/ 2003287 w 8759339"/>
              <a:gd name="connsiteY294" fmla="*/ 881364 h 1047791"/>
              <a:gd name="connsiteX295" fmla="*/ 2156989 w 8759339"/>
              <a:gd name="connsiteY295" fmla="*/ 881364 h 1047791"/>
              <a:gd name="connsiteX296" fmla="*/ 2156989 w 8759339"/>
              <a:gd name="connsiteY296" fmla="*/ 921770 h 1047791"/>
              <a:gd name="connsiteX297" fmla="*/ 2105420 w 8759339"/>
              <a:gd name="connsiteY297" fmla="*/ 921770 h 1047791"/>
              <a:gd name="connsiteX298" fmla="*/ 2105420 w 8759339"/>
              <a:gd name="connsiteY298" fmla="*/ 1045000 h 1047791"/>
              <a:gd name="connsiteX299" fmla="*/ 2054856 w 8759339"/>
              <a:gd name="connsiteY299" fmla="*/ 1045000 h 1047791"/>
              <a:gd name="connsiteX300" fmla="*/ 2054856 w 8759339"/>
              <a:gd name="connsiteY300" fmla="*/ 921770 h 1047791"/>
              <a:gd name="connsiteX301" fmla="*/ 2003287 w 8759339"/>
              <a:gd name="connsiteY301" fmla="*/ 921770 h 1047791"/>
              <a:gd name="connsiteX302" fmla="*/ 1912018 w 8759339"/>
              <a:gd name="connsiteY302" fmla="*/ 881364 h 1047791"/>
              <a:gd name="connsiteX303" fmla="*/ 1962694 w 8759339"/>
              <a:gd name="connsiteY303" fmla="*/ 881364 h 1047791"/>
              <a:gd name="connsiteX304" fmla="*/ 1962694 w 8759339"/>
              <a:gd name="connsiteY304" fmla="*/ 1045000 h 1047791"/>
              <a:gd name="connsiteX305" fmla="*/ 1912018 w 8759339"/>
              <a:gd name="connsiteY305" fmla="*/ 1045000 h 1047791"/>
              <a:gd name="connsiteX306" fmla="*/ 1727062 w 8759339"/>
              <a:gd name="connsiteY306" fmla="*/ 881364 h 1047791"/>
              <a:gd name="connsiteX307" fmla="*/ 1880764 w 8759339"/>
              <a:gd name="connsiteY307" fmla="*/ 881364 h 1047791"/>
              <a:gd name="connsiteX308" fmla="*/ 1880764 w 8759339"/>
              <a:gd name="connsiteY308" fmla="*/ 921770 h 1047791"/>
              <a:gd name="connsiteX309" fmla="*/ 1829195 w 8759339"/>
              <a:gd name="connsiteY309" fmla="*/ 921770 h 1047791"/>
              <a:gd name="connsiteX310" fmla="*/ 1829195 w 8759339"/>
              <a:gd name="connsiteY310" fmla="*/ 1045000 h 1047791"/>
              <a:gd name="connsiteX311" fmla="*/ 1778630 w 8759339"/>
              <a:gd name="connsiteY311" fmla="*/ 1045000 h 1047791"/>
              <a:gd name="connsiteX312" fmla="*/ 1778630 w 8759339"/>
              <a:gd name="connsiteY312" fmla="*/ 921770 h 1047791"/>
              <a:gd name="connsiteX313" fmla="*/ 1727062 w 8759339"/>
              <a:gd name="connsiteY313" fmla="*/ 921770 h 1047791"/>
              <a:gd name="connsiteX314" fmla="*/ 1357893 w 8759339"/>
              <a:gd name="connsiteY314" fmla="*/ 881364 h 1047791"/>
              <a:gd name="connsiteX315" fmla="*/ 1405110 w 8759339"/>
              <a:gd name="connsiteY315" fmla="*/ 881364 h 1047791"/>
              <a:gd name="connsiteX316" fmla="*/ 1466724 w 8759339"/>
              <a:gd name="connsiteY316" fmla="*/ 971895 h 1047791"/>
              <a:gd name="connsiteX317" fmla="*/ 1466724 w 8759339"/>
              <a:gd name="connsiteY317" fmla="*/ 881364 h 1047791"/>
              <a:gd name="connsiteX318" fmla="*/ 1514386 w 8759339"/>
              <a:gd name="connsiteY318" fmla="*/ 881364 h 1047791"/>
              <a:gd name="connsiteX319" fmla="*/ 1514386 w 8759339"/>
              <a:gd name="connsiteY319" fmla="*/ 1045000 h 1047791"/>
              <a:gd name="connsiteX320" fmla="*/ 1466724 w 8759339"/>
              <a:gd name="connsiteY320" fmla="*/ 1045000 h 1047791"/>
              <a:gd name="connsiteX321" fmla="*/ 1405444 w 8759339"/>
              <a:gd name="connsiteY321" fmla="*/ 955152 h 1047791"/>
              <a:gd name="connsiteX322" fmla="*/ 1405444 w 8759339"/>
              <a:gd name="connsiteY322" fmla="*/ 1045000 h 1047791"/>
              <a:gd name="connsiteX323" fmla="*/ 1357893 w 8759339"/>
              <a:gd name="connsiteY323" fmla="*/ 1045000 h 1047791"/>
              <a:gd name="connsiteX324" fmla="*/ 1264318 w 8759339"/>
              <a:gd name="connsiteY324" fmla="*/ 881364 h 1047791"/>
              <a:gd name="connsiteX325" fmla="*/ 1314995 w 8759339"/>
              <a:gd name="connsiteY325" fmla="*/ 881364 h 1047791"/>
              <a:gd name="connsiteX326" fmla="*/ 1314995 w 8759339"/>
              <a:gd name="connsiteY326" fmla="*/ 1045000 h 1047791"/>
              <a:gd name="connsiteX327" fmla="*/ 1264318 w 8759339"/>
              <a:gd name="connsiteY327" fmla="*/ 1045000 h 1047791"/>
              <a:gd name="connsiteX328" fmla="*/ 729244 w 8759339"/>
              <a:gd name="connsiteY328" fmla="*/ 881364 h 1047791"/>
              <a:gd name="connsiteX329" fmla="*/ 776459 w 8759339"/>
              <a:gd name="connsiteY329" fmla="*/ 881364 h 1047791"/>
              <a:gd name="connsiteX330" fmla="*/ 838074 w 8759339"/>
              <a:gd name="connsiteY330" fmla="*/ 971895 h 1047791"/>
              <a:gd name="connsiteX331" fmla="*/ 838074 w 8759339"/>
              <a:gd name="connsiteY331" fmla="*/ 881364 h 1047791"/>
              <a:gd name="connsiteX332" fmla="*/ 885736 w 8759339"/>
              <a:gd name="connsiteY332" fmla="*/ 881364 h 1047791"/>
              <a:gd name="connsiteX333" fmla="*/ 885736 w 8759339"/>
              <a:gd name="connsiteY333" fmla="*/ 1045000 h 1047791"/>
              <a:gd name="connsiteX334" fmla="*/ 838074 w 8759339"/>
              <a:gd name="connsiteY334" fmla="*/ 1045000 h 1047791"/>
              <a:gd name="connsiteX335" fmla="*/ 776794 w 8759339"/>
              <a:gd name="connsiteY335" fmla="*/ 955152 h 1047791"/>
              <a:gd name="connsiteX336" fmla="*/ 776794 w 8759339"/>
              <a:gd name="connsiteY336" fmla="*/ 1045000 h 1047791"/>
              <a:gd name="connsiteX337" fmla="*/ 729244 w 8759339"/>
              <a:gd name="connsiteY337" fmla="*/ 1045000 h 1047791"/>
              <a:gd name="connsiteX338" fmla="*/ 635668 w 8759339"/>
              <a:gd name="connsiteY338" fmla="*/ 881364 h 1047791"/>
              <a:gd name="connsiteX339" fmla="*/ 686344 w 8759339"/>
              <a:gd name="connsiteY339" fmla="*/ 881364 h 1047791"/>
              <a:gd name="connsiteX340" fmla="*/ 686344 w 8759339"/>
              <a:gd name="connsiteY340" fmla="*/ 1045000 h 1047791"/>
              <a:gd name="connsiteX341" fmla="*/ 635668 w 8759339"/>
              <a:gd name="connsiteY341" fmla="*/ 1045000 h 1047791"/>
              <a:gd name="connsiteX342" fmla="*/ 530298 w 8759339"/>
              <a:gd name="connsiteY342" fmla="*/ 881364 h 1047791"/>
              <a:gd name="connsiteX343" fmla="*/ 580974 w 8759339"/>
              <a:gd name="connsiteY343" fmla="*/ 881364 h 1047791"/>
              <a:gd name="connsiteX344" fmla="*/ 580974 w 8759339"/>
              <a:gd name="connsiteY344" fmla="*/ 970266 h 1047791"/>
              <a:gd name="connsiteX345" fmla="*/ 576006 w 8759339"/>
              <a:gd name="connsiteY345" fmla="*/ 1012877 h 1047791"/>
              <a:gd name="connsiteX346" fmla="*/ 556027 w 8759339"/>
              <a:gd name="connsiteY346" fmla="*/ 1037640 h 1047791"/>
              <a:gd name="connsiteX347" fmla="*/ 517573 w 8759339"/>
              <a:gd name="connsiteY347" fmla="*/ 1047791 h 1047791"/>
              <a:gd name="connsiteX348" fmla="*/ 479175 w 8759339"/>
              <a:gd name="connsiteY348" fmla="*/ 1041094 h 1047791"/>
              <a:gd name="connsiteX349" fmla="*/ 458135 w 8759339"/>
              <a:gd name="connsiteY349" fmla="*/ 1021504 h 1047791"/>
              <a:gd name="connsiteX350" fmla="*/ 449372 w 8759339"/>
              <a:gd name="connsiteY350" fmla="*/ 989636 h 1047791"/>
              <a:gd name="connsiteX351" fmla="*/ 497704 w 8759339"/>
              <a:gd name="connsiteY351" fmla="*/ 983051 h 1047791"/>
              <a:gd name="connsiteX352" fmla="*/ 499602 w 8759339"/>
              <a:gd name="connsiteY352" fmla="*/ 999124 h 1047791"/>
              <a:gd name="connsiteX353" fmla="*/ 505629 w 8759339"/>
              <a:gd name="connsiteY353" fmla="*/ 1007607 h 1047791"/>
              <a:gd name="connsiteX354" fmla="*/ 513889 w 8759339"/>
              <a:gd name="connsiteY354" fmla="*/ 1009728 h 1047791"/>
              <a:gd name="connsiteX355" fmla="*/ 526335 w 8759339"/>
              <a:gd name="connsiteY355" fmla="*/ 1003427 h 1047791"/>
              <a:gd name="connsiteX356" fmla="*/ 530298 w 8759339"/>
              <a:gd name="connsiteY356" fmla="*/ 982182 h 1047791"/>
              <a:gd name="connsiteX357" fmla="*/ 368968 w 8759339"/>
              <a:gd name="connsiteY357" fmla="*/ 881364 h 1047791"/>
              <a:gd name="connsiteX358" fmla="*/ 419644 w 8759339"/>
              <a:gd name="connsiteY358" fmla="*/ 881364 h 1047791"/>
              <a:gd name="connsiteX359" fmla="*/ 419644 w 8759339"/>
              <a:gd name="connsiteY359" fmla="*/ 1045000 h 1047791"/>
              <a:gd name="connsiteX360" fmla="*/ 368968 w 8759339"/>
              <a:gd name="connsiteY360" fmla="*/ 1045000 h 1047791"/>
              <a:gd name="connsiteX361" fmla="*/ 195397 w 8759339"/>
              <a:gd name="connsiteY361" fmla="*/ 881364 h 1047791"/>
              <a:gd name="connsiteX362" fmla="*/ 330905 w 8759339"/>
              <a:gd name="connsiteY362" fmla="*/ 881364 h 1047791"/>
              <a:gd name="connsiteX363" fmla="*/ 330905 w 8759339"/>
              <a:gd name="connsiteY363" fmla="*/ 916301 h 1047791"/>
              <a:gd name="connsiteX364" fmla="*/ 246073 w 8759339"/>
              <a:gd name="connsiteY364" fmla="*/ 916301 h 1047791"/>
              <a:gd name="connsiteX365" fmla="*/ 246073 w 8759339"/>
              <a:gd name="connsiteY365" fmla="*/ 942309 h 1047791"/>
              <a:gd name="connsiteX366" fmla="*/ 324766 w 8759339"/>
              <a:gd name="connsiteY366" fmla="*/ 942309 h 1047791"/>
              <a:gd name="connsiteX367" fmla="*/ 324766 w 8759339"/>
              <a:gd name="connsiteY367" fmla="*/ 975684 h 1047791"/>
              <a:gd name="connsiteX368" fmla="*/ 246073 w 8759339"/>
              <a:gd name="connsiteY368" fmla="*/ 975684 h 1047791"/>
              <a:gd name="connsiteX369" fmla="*/ 246073 w 8759339"/>
              <a:gd name="connsiteY369" fmla="*/ 1007942 h 1047791"/>
              <a:gd name="connsiteX370" fmla="*/ 333361 w 8759339"/>
              <a:gd name="connsiteY370" fmla="*/ 1007942 h 1047791"/>
              <a:gd name="connsiteX371" fmla="*/ 333361 w 8759339"/>
              <a:gd name="connsiteY371" fmla="*/ 1045000 h 1047791"/>
              <a:gd name="connsiteX372" fmla="*/ 195397 w 8759339"/>
              <a:gd name="connsiteY372" fmla="*/ 1045000 h 1047791"/>
              <a:gd name="connsiteX373" fmla="*/ 5120 w 8759339"/>
              <a:gd name="connsiteY373" fmla="*/ 881364 h 1047791"/>
              <a:gd name="connsiteX374" fmla="*/ 99775 w 8759339"/>
              <a:gd name="connsiteY374" fmla="*/ 881364 h 1047791"/>
              <a:gd name="connsiteX375" fmla="*/ 136108 w 8759339"/>
              <a:gd name="connsiteY375" fmla="*/ 893084 h 1047791"/>
              <a:gd name="connsiteX376" fmla="*/ 148777 w 8759339"/>
              <a:gd name="connsiteY376" fmla="*/ 922105 h 1047791"/>
              <a:gd name="connsiteX377" fmla="*/ 139736 w 8759339"/>
              <a:gd name="connsiteY377" fmla="*/ 946997 h 1047791"/>
              <a:gd name="connsiteX378" fmla="*/ 122100 w 8759339"/>
              <a:gd name="connsiteY378" fmla="*/ 957936 h 1047791"/>
              <a:gd name="connsiteX379" fmla="*/ 148051 w 8759339"/>
              <a:gd name="connsiteY379" fmla="*/ 972502 h 1047791"/>
              <a:gd name="connsiteX380" fmla="*/ 156367 w 8759339"/>
              <a:gd name="connsiteY380" fmla="*/ 998454 h 1047791"/>
              <a:gd name="connsiteX381" fmla="*/ 150451 w 8759339"/>
              <a:gd name="connsiteY381" fmla="*/ 1021337 h 1047791"/>
              <a:gd name="connsiteX382" fmla="*/ 134266 w 8759339"/>
              <a:gd name="connsiteY382" fmla="*/ 1037410 h 1047791"/>
              <a:gd name="connsiteX383" fmla="*/ 115067 w 8759339"/>
              <a:gd name="connsiteY383" fmla="*/ 1042768 h 1047791"/>
              <a:gd name="connsiteX384" fmla="*/ 92408 w 8759339"/>
              <a:gd name="connsiteY384" fmla="*/ 1045000 h 1047791"/>
              <a:gd name="connsiteX385" fmla="*/ 5120 w 8759339"/>
              <a:gd name="connsiteY385" fmla="*/ 1045000 h 1047791"/>
              <a:gd name="connsiteX386" fmla="*/ 8682878 w 8759339"/>
              <a:gd name="connsiteY386" fmla="*/ 878573 h 1047791"/>
              <a:gd name="connsiteX387" fmla="*/ 8731489 w 8759339"/>
              <a:gd name="connsiteY387" fmla="*/ 891075 h 1047791"/>
              <a:gd name="connsiteX388" fmla="*/ 8757776 w 8759339"/>
              <a:gd name="connsiteY388" fmla="*/ 929472 h 1047791"/>
              <a:gd name="connsiteX389" fmla="*/ 8713128 w 8759339"/>
              <a:gd name="connsiteY389" fmla="*/ 939407 h 1047791"/>
              <a:gd name="connsiteX390" fmla="*/ 8708216 w 8759339"/>
              <a:gd name="connsiteY390" fmla="*/ 928468 h 1047791"/>
              <a:gd name="connsiteX391" fmla="*/ 8697836 w 8759339"/>
              <a:gd name="connsiteY391" fmla="*/ 919538 h 1047791"/>
              <a:gd name="connsiteX392" fmla="*/ 8684106 w 8759339"/>
              <a:gd name="connsiteY392" fmla="*/ 916413 h 1047791"/>
              <a:gd name="connsiteX393" fmla="*/ 8657764 w 8759339"/>
              <a:gd name="connsiteY393" fmla="*/ 930238 h 1047791"/>
              <a:gd name="connsiteX394" fmla="*/ 8650843 w 8759339"/>
              <a:gd name="connsiteY394" fmla="*/ 962456 h 1047791"/>
              <a:gd name="connsiteX395" fmla="*/ 8659103 w 8759339"/>
              <a:gd name="connsiteY395" fmla="*/ 999750 h 1047791"/>
              <a:gd name="connsiteX396" fmla="*/ 8682320 w 8759339"/>
              <a:gd name="connsiteY396" fmla="*/ 1009840 h 1047791"/>
              <a:gd name="connsiteX397" fmla="*/ 8704254 w 8759339"/>
              <a:gd name="connsiteY397" fmla="*/ 1001691 h 1047791"/>
              <a:gd name="connsiteX398" fmla="*/ 8715025 w 8759339"/>
              <a:gd name="connsiteY398" fmla="*/ 978028 h 1047791"/>
              <a:gd name="connsiteX399" fmla="*/ 8759339 w 8759339"/>
              <a:gd name="connsiteY399" fmla="*/ 991422 h 1047791"/>
              <a:gd name="connsiteX400" fmla="*/ 8745275 w 8759339"/>
              <a:gd name="connsiteY400" fmla="*/ 1022564 h 1047791"/>
              <a:gd name="connsiteX401" fmla="*/ 8721444 w 8759339"/>
              <a:gd name="connsiteY401" fmla="*/ 1041428 h 1047791"/>
              <a:gd name="connsiteX402" fmla="*/ 8685223 w 8759339"/>
              <a:gd name="connsiteY402" fmla="*/ 1047791 h 1047791"/>
              <a:gd name="connsiteX403" fmla="*/ 8641634 w 8759339"/>
              <a:gd name="connsiteY403" fmla="*/ 1040038 h 1047791"/>
              <a:gd name="connsiteX404" fmla="*/ 8612446 w 8759339"/>
              <a:gd name="connsiteY404" fmla="*/ 1012765 h 1047791"/>
              <a:gd name="connsiteX405" fmla="*/ 8600167 w 8759339"/>
              <a:gd name="connsiteY405" fmla="*/ 962791 h 1047791"/>
              <a:gd name="connsiteX406" fmla="*/ 8621766 w 8759339"/>
              <a:gd name="connsiteY406" fmla="*/ 900381 h 1047791"/>
              <a:gd name="connsiteX407" fmla="*/ 8682878 w 8759339"/>
              <a:gd name="connsiteY407" fmla="*/ 878573 h 1047791"/>
              <a:gd name="connsiteX408" fmla="*/ 8396719 w 8759339"/>
              <a:gd name="connsiteY408" fmla="*/ 878573 h 1047791"/>
              <a:gd name="connsiteX409" fmla="*/ 8444549 w 8759339"/>
              <a:gd name="connsiteY409" fmla="*/ 890237 h 1047791"/>
              <a:gd name="connsiteX410" fmla="*/ 8464138 w 8759339"/>
              <a:gd name="connsiteY410" fmla="*/ 927351 h 1047791"/>
              <a:gd name="connsiteX411" fmla="*/ 8416476 w 8759339"/>
              <a:gd name="connsiteY411" fmla="*/ 930142 h 1047791"/>
              <a:gd name="connsiteX412" fmla="*/ 8408495 w 8759339"/>
              <a:gd name="connsiteY412" fmla="*/ 914069 h 1047791"/>
              <a:gd name="connsiteX413" fmla="*/ 8391696 w 8759339"/>
              <a:gd name="connsiteY413" fmla="*/ 909046 h 1047791"/>
              <a:gd name="connsiteX414" fmla="*/ 8378413 w 8759339"/>
              <a:gd name="connsiteY414" fmla="*/ 912785 h 1047791"/>
              <a:gd name="connsiteX415" fmla="*/ 8373949 w 8759339"/>
              <a:gd name="connsiteY415" fmla="*/ 921882 h 1047791"/>
              <a:gd name="connsiteX416" fmla="*/ 8377632 w 8759339"/>
              <a:gd name="connsiteY416" fmla="*/ 928914 h 1047791"/>
              <a:gd name="connsiteX417" fmla="*/ 8394598 w 8759339"/>
              <a:gd name="connsiteY417" fmla="*/ 934942 h 1047791"/>
              <a:gd name="connsiteX418" fmla="*/ 8442093 w 8759339"/>
              <a:gd name="connsiteY418" fmla="*/ 949397 h 1047791"/>
              <a:gd name="connsiteX419" fmla="*/ 8462966 w 8759339"/>
              <a:gd name="connsiteY419" fmla="*/ 967535 h 1047791"/>
              <a:gd name="connsiteX420" fmla="*/ 8469496 w 8759339"/>
              <a:gd name="connsiteY420" fmla="*/ 991757 h 1047791"/>
              <a:gd name="connsiteX421" fmla="*/ 8460790 w 8759339"/>
              <a:gd name="connsiteY421" fmla="*/ 1020778 h 1047791"/>
              <a:gd name="connsiteX422" fmla="*/ 8436456 w 8759339"/>
              <a:gd name="connsiteY422" fmla="*/ 1040926 h 1047791"/>
              <a:gd name="connsiteX423" fmla="*/ 8397054 w 8759339"/>
              <a:gd name="connsiteY423" fmla="*/ 1047791 h 1047791"/>
              <a:gd name="connsiteX424" fmla="*/ 8339235 w 8759339"/>
              <a:gd name="connsiteY424" fmla="*/ 1031717 h 1047791"/>
              <a:gd name="connsiteX425" fmla="*/ 8321040 w 8759339"/>
              <a:gd name="connsiteY425" fmla="*/ 990864 h 1047791"/>
              <a:gd name="connsiteX426" fmla="*/ 8369149 w 8759339"/>
              <a:gd name="connsiteY426" fmla="*/ 987850 h 1047791"/>
              <a:gd name="connsiteX427" fmla="*/ 8375511 w 8759339"/>
              <a:gd name="connsiteY427" fmla="*/ 1005710 h 1047791"/>
              <a:gd name="connsiteX428" fmla="*/ 8397835 w 8759339"/>
              <a:gd name="connsiteY428" fmla="*/ 1015644 h 1047791"/>
              <a:gd name="connsiteX429" fmla="*/ 8414523 w 8759339"/>
              <a:gd name="connsiteY429" fmla="*/ 1010565 h 1047791"/>
              <a:gd name="connsiteX430" fmla="*/ 8420383 w 8759339"/>
              <a:gd name="connsiteY430" fmla="*/ 998789 h 1047791"/>
              <a:gd name="connsiteX431" fmla="*/ 8414802 w 8759339"/>
              <a:gd name="connsiteY431" fmla="*/ 987404 h 1047791"/>
              <a:gd name="connsiteX432" fmla="*/ 8388906 w 8759339"/>
              <a:gd name="connsiteY432" fmla="*/ 977916 h 1047791"/>
              <a:gd name="connsiteX433" fmla="*/ 8341467 w 8759339"/>
              <a:gd name="connsiteY433" fmla="*/ 958047 h 1047791"/>
              <a:gd name="connsiteX434" fmla="*/ 8327179 w 8759339"/>
              <a:gd name="connsiteY434" fmla="*/ 926459 h 1047791"/>
              <a:gd name="connsiteX435" fmla="*/ 8334491 w 8759339"/>
              <a:gd name="connsiteY435" fmla="*/ 902627 h 1047791"/>
              <a:gd name="connsiteX436" fmla="*/ 8356480 w 8759339"/>
              <a:gd name="connsiteY436" fmla="*/ 884991 h 1047791"/>
              <a:gd name="connsiteX437" fmla="*/ 8396719 w 8759339"/>
              <a:gd name="connsiteY437" fmla="*/ 878573 h 1047791"/>
              <a:gd name="connsiteX438" fmla="*/ 8225269 w 8759339"/>
              <a:gd name="connsiteY438" fmla="*/ 878573 h 1047791"/>
              <a:gd name="connsiteX439" fmla="*/ 8273099 w 8759339"/>
              <a:gd name="connsiteY439" fmla="*/ 890237 h 1047791"/>
              <a:gd name="connsiteX440" fmla="*/ 8292689 w 8759339"/>
              <a:gd name="connsiteY440" fmla="*/ 927351 h 1047791"/>
              <a:gd name="connsiteX441" fmla="*/ 8245026 w 8759339"/>
              <a:gd name="connsiteY441" fmla="*/ 930142 h 1047791"/>
              <a:gd name="connsiteX442" fmla="*/ 8237045 w 8759339"/>
              <a:gd name="connsiteY442" fmla="*/ 914069 h 1047791"/>
              <a:gd name="connsiteX443" fmla="*/ 8220246 w 8759339"/>
              <a:gd name="connsiteY443" fmla="*/ 909046 h 1047791"/>
              <a:gd name="connsiteX444" fmla="*/ 8206963 w 8759339"/>
              <a:gd name="connsiteY444" fmla="*/ 912785 h 1047791"/>
              <a:gd name="connsiteX445" fmla="*/ 8202499 w 8759339"/>
              <a:gd name="connsiteY445" fmla="*/ 921882 h 1047791"/>
              <a:gd name="connsiteX446" fmla="*/ 8206182 w 8759339"/>
              <a:gd name="connsiteY446" fmla="*/ 928914 h 1047791"/>
              <a:gd name="connsiteX447" fmla="*/ 8223149 w 8759339"/>
              <a:gd name="connsiteY447" fmla="*/ 934942 h 1047791"/>
              <a:gd name="connsiteX448" fmla="*/ 8270643 w 8759339"/>
              <a:gd name="connsiteY448" fmla="*/ 949397 h 1047791"/>
              <a:gd name="connsiteX449" fmla="*/ 8291517 w 8759339"/>
              <a:gd name="connsiteY449" fmla="*/ 967535 h 1047791"/>
              <a:gd name="connsiteX450" fmla="*/ 8298046 w 8759339"/>
              <a:gd name="connsiteY450" fmla="*/ 991757 h 1047791"/>
              <a:gd name="connsiteX451" fmla="*/ 8289339 w 8759339"/>
              <a:gd name="connsiteY451" fmla="*/ 1020778 h 1047791"/>
              <a:gd name="connsiteX452" fmla="*/ 8265007 w 8759339"/>
              <a:gd name="connsiteY452" fmla="*/ 1040926 h 1047791"/>
              <a:gd name="connsiteX453" fmla="*/ 8225604 w 8759339"/>
              <a:gd name="connsiteY453" fmla="*/ 1047791 h 1047791"/>
              <a:gd name="connsiteX454" fmla="*/ 8167785 w 8759339"/>
              <a:gd name="connsiteY454" fmla="*/ 1031717 h 1047791"/>
              <a:gd name="connsiteX455" fmla="*/ 8149590 w 8759339"/>
              <a:gd name="connsiteY455" fmla="*/ 990864 h 1047791"/>
              <a:gd name="connsiteX456" fmla="*/ 8197699 w 8759339"/>
              <a:gd name="connsiteY456" fmla="*/ 987850 h 1047791"/>
              <a:gd name="connsiteX457" fmla="*/ 8204061 w 8759339"/>
              <a:gd name="connsiteY457" fmla="*/ 1005710 h 1047791"/>
              <a:gd name="connsiteX458" fmla="*/ 8226385 w 8759339"/>
              <a:gd name="connsiteY458" fmla="*/ 1015644 h 1047791"/>
              <a:gd name="connsiteX459" fmla="*/ 8243073 w 8759339"/>
              <a:gd name="connsiteY459" fmla="*/ 1010565 h 1047791"/>
              <a:gd name="connsiteX460" fmla="*/ 8248933 w 8759339"/>
              <a:gd name="connsiteY460" fmla="*/ 998789 h 1047791"/>
              <a:gd name="connsiteX461" fmla="*/ 8243352 w 8759339"/>
              <a:gd name="connsiteY461" fmla="*/ 987404 h 1047791"/>
              <a:gd name="connsiteX462" fmla="*/ 8217455 w 8759339"/>
              <a:gd name="connsiteY462" fmla="*/ 977916 h 1047791"/>
              <a:gd name="connsiteX463" fmla="*/ 8170017 w 8759339"/>
              <a:gd name="connsiteY463" fmla="*/ 958047 h 1047791"/>
              <a:gd name="connsiteX464" fmla="*/ 8155729 w 8759339"/>
              <a:gd name="connsiteY464" fmla="*/ 926459 h 1047791"/>
              <a:gd name="connsiteX465" fmla="*/ 8163041 w 8759339"/>
              <a:gd name="connsiteY465" fmla="*/ 902627 h 1047791"/>
              <a:gd name="connsiteX466" fmla="*/ 8185030 w 8759339"/>
              <a:gd name="connsiteY466" fmla="*/ 884991 h 1047791"/>
              <a:gd name="connsiteX467" fmla="*/ 8225269 w 8759339"/>
              <a:gd name="connsiteY467" fmla="*/ 878573 h 1047791"/>
              <a:gd name="connsiteX468" fmla="*/ 7682753 w 8759339"/>
              <a:gd name="connsiteY468" fmla="*/ 878573 h 1047791"/>
              <a:gd name="connsiteX469" fmla="*/ 7731365 w 8759339"/>
              <a:gd name="connsiteY469" fmla="*/ 891075 h 1047791"/>
              <a:gd name="connsiteX470" fmla="*/ 7757651 w 8759339"/>
              <a:gd name="connsiteY470" fmla="*/ 929472 h 1047791"/>
              <a:gd name="connsiteX471" fmla="*/ 7713003 w 8759339"/>
              <a:gd name="connsiteY471" fmla="*/ 939407 h 1047791"/>
              <a:gd name="connsiteX472" fmla="*/ 7708091 w 8759339"/>
              <a:gd name="connsiteY472" fmla="*/ 928468 h 1047791"/>
              <a:gd name="connsiteX473" fmla="*/ 7697711 w 8759339"/>
              <a:gd name="connsiteY473" fmla="*/ 919538 h 1047791"/>
              <a:gd name="connsiteX474" fmla="*/ 7683981 w 8759339"/>
              <a:gd name="connsiteY474" fmla="*/ 916413 h 1047791"/>
              <a:gd name="connsiteX475" fmla="*/ 7657639 w 8759339"/>
              <a:gd name="connsiteY475" fmla="*/ 930238 h 1047791"/>
              <a:gd name="connsiteX476" fmla="*/ 7650718 w 8759339"/>
              <a:gd name="connsiteY476" fmla="*/ 962456 h 1047791"/>
              <a:gd name="connsiteX477" fmla="*/ 7658978 w 8759339"/>
              <a:gd name="connsiteY477" fmla="*/ 999750 h 1047791"/>
              <a:gd name="connsiteX478" fmla="*/ 7682195 w 8759339"/>
              <a:gd name="connsiteY478" fmla="*/ 1009840 h 1047791"/>
              <a:gd name="connsiteX479" fmla="*/ 7704129 w 8759339"/>
              <a:gd name="connsiteY479" fmla="*/ 1001691 h 1047791"/>
              <a:gd name="connsiteX480" fmla="*/ 7714901 w 8759339"/>
              <a:gd name="connsiteY480" fmla="*/ 978028 h 1047791"/>
              <a:gd name="connsiteX481" fmla="*/ 7759214 w 8759339"/>
              <a:gd name="connsiteY481" fmla="*/ 991422 h 1047791"/>
              <a:gd name="connsiteX482" fmla="*/ 7745149 w 8759339"/>
              <a:gd name="connsiteY482" fmla="*/ 1022564 h 1047791"/>
              <a:gd name="connsiteX483" fmla="*/ 7721319 w 8759339"/>
              <a:gd name="connsiteY483" fmla="*/ 1041428 h 1047791"/>
              <a:gd name="connsiteX484" fmla="*/ 7685097 w 8759339"/>
              <a:gd name="connsiteY484" fmla="*/ 1047791 h 1047791"/>
              <a:gd name="connsiteX485" fmla="*/ 7641509 w 8759339"/>
              <a:gd name="connsiteY485" fmla="*/ 1040038 h 1047791"/>
              <a:gd name="connsiteX486" fmla="*/ 7612321 w 8759339"/>
              <a:gd name="connsiteY486" fmla="*/ 1012765 h 1047791"/>
              <a:gd name="connsiteX487" fmla="*/ 7600042 w 8759339"/>
              <a:gd name="connsiteY487" fmla="*/ 962791 h 1047791"/>
              <a:gd name="connsiteX488" fmla="*/ 7621641 w 8759339"/>
              <a:gd name="connsiteY488" fmla="*/ 900381 h 1047791"/>
              <a:gd name="connsiteX489" fmla="*/ 7682753 w 8759339"/>
              <a:gd name="connsiteY489" fmla="*/ 878573 h 1047791"/>
              <a:gd name="connsiteX490" fmla="*/ 4954213 w 8759339"/>
              <a:gd name="connsiteY490" fmla="*/ 878573 h 1047791"/>
              <a:gd name="connsiteX491" fmla="*/ 4994788 w 8759339"/>
              <a:gd name="connsiteY491" fmla="*/ 883484 h 1047791"/>
              <a:gd name="connsiteX492" fmla="*/ 5017112 w 8759339"/>
              <a:gd name="connsiteY492" fmla="*/ 898721 h 1047791"/>
              <a:gd name="connsiteX493" fmla="*/ 5030451 w 8759339"/>
              <a:gd name="connsiteY493" fmla="*/ 924896 h 1047791"/>
              <a:gd name="connsiteX494" fmla="*/ 4981672 w 8759339"/>
              <a:gd name="connsiteY494" fmla="*/ 933602 h 1047791"/>
              <a:gd name="connsiteX495" fmla="*/ 4971459 w 8759339"/>
              <a:gd name="connsiteY495" fmla="*/ 919426 h 1047791"/>
              <a:gd name="connsiteX496" fmla="*/ 4953097 w 8759339"/>
              <a:gd name="connsiteY496" fmla="*/ 914515 h 1047791"/>
              <a:gd name="connsiteX497" fmla="*/ 4926587 w 8759339"/>
              <a:gd name="connsiteY497" fmla="*/ 926068 h 1047791"/>
              <a:gd name="connsiteX498" fmla="*/ 4916709 w 8759339"/>
              <a:gd name="connsiteY498" fmla="*/ 962624 h 1047791"/>
              <a:gd name="connsiteX499" fmla="*/ 4926699 w 8759339"/>
              <a:gd name="connsiteY499" fmla="*/ 1000575 h 1047791"/>
              <a:gd name="connsiteX500" fmla="*/ 4954548 w 8759339"/>
              <a:gd name="connsiteY500" fmla="*/ 1011960 h 1047791"/>
              <a:gd name="connsiteX501" fmla="*/ 4970733 w 8759339"/>
              <a:gd name="connsiteY501" fmla="*/ 1009505 h 1047791"/>
              <a:gd name="connsiteX502" fmla="*/ 4988369 w 8759339"/>
              <a:gd name="connsiteY502" fmla="*/ 1001133 h 1047791"/>
              <a:gd name="connsiteX503" fmla="*/ 4988369 w 8759339"/>
              <a:gd name="connsiteY503" fmla="*/ 985729 h 1047791"/>
              <a:gd name="connsiteX504" fmla="*/ 4954548 w 8759339"/>
              <a:gd name="connsiteY504" fmla="*/ 985729 h 1047791"/>
              <a:gd name="connsiteX505" fmla="*/ 4954548 w 8759339"/>
              <a:gd name="connsiteY505" fmla="*/ 951685 h 1047791"/>
              <a:gd name="connsiteX506" fmla="*/ 5032683 w 8759339"/>
              <a:gd name="connsiteY506" fmla="*/ 951685 h 1047791"/>
              <a:gd name="connsiteX507" fmla="*/ 5032683 w 8759339"/>
              <a:gd name="connsiteY507" fmla="*/ 1021448 h 1047791"/>
              <a:gd name="connsiteX508" fmla="*/ 4993002 w 8759339"/>
              <a:gd name="connsiteY508" fmla="*/ 1042266 h 1047791"/>
              <a:gd name="connsiteX509" fmla="*/ 4952092 w 8759339"/>
              <a:gd name="connsiteY509" fmla="*/ 1047791 h 1047791"/>
              <a:gd name="connsiteX510" fmla="*/ 4904598 w 8759339"/>
              <a:gd name="connsiteY510" fmla="*/ 1037856 h 1047791"/>
              <a:gd name="connsiteX511" fmla="*/ 4876134 w 8759339"/>
              <a:gd name="connsiteY511" fmla="*/ 1008277 h 1047791"/>
              <a:gd name="connsiteX512" fmla="*/ 4866033 w 8759339"/>
              <a:gd name="connsiteY512" fmla="*/ 963182 h 1047791"/>
              <a:gd name="connsiteX513" fmla="*/ 4877083 w 8759339"/>
              <a:gd name="connsiteY513" fmla="*/ 916580 h 1047791"/>
              <a:gd name="connsiteX514" fmla="*/ 4909453 w 8759339"/>
              <a:gd name="connsiteY514" fmla="*/ 886498 h 1047791"/>
              <a:gd name="connsiteX515" fmla="*/ 4954213 w 8759339"/>
              <a:gd name="connsiteY515" fmla="*/ 878573 h 1047791"/>
              <a:gd name="connsiteX516" fmla="*/ 4740868 w 8759339"/>
              <a:gd name="connsiteY516" fmla="*/ 878573 h 1047791"/>
              <a:gd name="connsiteX517" fmla="*/ 4803822 w 8759339"/>
              <a:gd name="connsiteY517" fmla="*/ 900507 h 1047791"/>
              <a:gd name="connsiteX518" fmla="*/ 4825923 w 8759339"/>
              <a:gd name="connsiteY518" fmla="*/ 961954 h 1047791"/>
              <a:gd name="connsiteX519" fmla="*/ 4816268 w 8759339"/>
              <a:gd name="connsiteY519" fmla="*/ 1009002 h 1047791"/>
              <a:gd name="connsiteX520" fmla="*/ 4788363 w 8759339"/>
              <a:gd name="connsiteY520" fmla="*/ 1037577 h 1047791"/>
              <a:gd name="connsiteX521" fmla="*/ 4742877 w 8759339"/>
              <a:gd name="connsiteY521" fmla="*/ 1047791 h 1047791"/>
              <a:gd name="connsiteX522" fmla="*/ 4697057 w 8759339"/>
              <a:gd name="connsiteY522" fmla="*/ 1038973 h 1047791"/>
              <a:gd name="connsiteX523" fmla="*/ 4667645 w 8759339"/>
              <a:gd name="connsiteY523" fmla="*/ 1011067 h 1047791"/>
              <a:gd name="connsiteX524" fmla="*/ 4656371 w 8759339"/>
              <a:gd name="connsiteY524" fmla="*/ 963294 h 1047791"/>
              <a:gd name="connsiteX525" fmla="*/ 4678695 w 8759339"/>
              <a:gd name="connsiteY525" fmla="*/ 900897 h 1047791"/>
              <a:gd name="connsiteX526" fmla="*/ 4740868 w 8759339"/>
              <a:gd name="connsiteY526" fmla="*/ 878573 h 1047791"/>
              <a:gd name="connsiteX527" fmla="*/ 4378918 w 8759339"/>
              <a:gd name="connsiteY527" fmla="*/ 878573 h 1047791"/>
              <a:gd name="connsiteX528" fmla="*/ 4441872 w 8759339"/>
              <a:gd name="connsiteY528" fmla="*/ 900507 h 1047791"/>
              <a:gd name="connsiteX529" fmla="*/ 4463973 w 8759339"/>
              <a:gd name="connsiteY529" fmla="*/ 961954 h 1047791"/>
              <a:gd name="connsiteX530" fmla="*/ 4454318 w 8759339"/>
              <a:gd name="connsiteY530" fmla="*/ 1009002 h 1047791"/>
              <a:gd name="connsiteX531" fmla="*/ 4426413 w 8759339"/>
              <a:gd name="connsiteY531" fmla="*/ 1037577 h 1047791"/>
              <a:gd name="connsiteX532" fmla="*/ 4380927 w 8759339"/>
              <a:gd name="connsiteY532" fmla="*/ 1047791 h 1047791"/>
              <a:gd name="connsiteX533" fmla="*/ 4335107 w 8759339"/>
              <a:gd name="connsiteY533" fmla="*/ 1038973 h 1047791"/>
              <a:gd name="connsiteX534" fmla="*/ 4305695 w 8759339"/>
              <a:gd name="connsiteY534" fmla="*/ 1011067 h 1047791"/>
              <a:gd name="connsiteX535" fmla="*/ 4294421 w 8759339"/>
              <a:gd name="connsiteY535" fmla="*/ 963294 h 1047791"/>
              <a:gd name="connsiteX536" fmla="*/ 4316745 w 8759339"/>
              <a:gd name="connsiteY536" fmla="*/ 900897 h 1047791"/>
              <a:gd name="connsiteX537" fmla="*/ 4378918 w 8759339"/>
              <a:gd name="connsiteY537" fmla="*/ 878573 h 1047791"/>
              <a:gd name="connsiteX538" fmla="*/ 3787029 w 8759339"/>
              <a:gd name="connsiteY538" fmla="*/ 878573 h 1047791"/>
              <a:gd name="connsiteX539" fmla="*/ 3835640 w 8759339"/>
              <a:gd name="connsiteY539" fmla="*/ 891075 h 1047791"/>
              <a:gd name="connsiteX540" fmla="*/ 3861926 w 8759339"/>
              <a:gd name="connsiteY540" fmla="*/ 929472 h 1047791"/>
              <a:gd name="connsiteX541" fmla="*/ 3817278 w 8759339"/>
              <a:gd name="connsiteY541" fmla="*/ 939407 h 1047791"/>
              <a:gd name="connsiteX542" fmla="*/ 3812367 w 8759339"/>
              <a:gd name="connsiteY542" fmla="*/ 928468 h 1047791"/>
              <a:gd name="connsiteX543" fmla="*/ 3801986 w 8759339"/>
              <a:gd name="connsiteY543" fmla="*/ 919538 h 1047791"/>
              <a:gd name="connsiteX544" fmla="*/ 3788256 w 8759339"/>
              <a:gd name="connsiteY544" fmla="*/ 916413 h 1047791"/>
              <a:gd name="connsiteX545" fmla="*/ 3761914 w 8759339"/>
              <a:gd name="connsiteY545" fmla="*/ 930238 h 1047791"/>
              <a:gd name="connsiteX546" fmla="*/ 3754993 w 8759339"/>
              <a:gd name="connsiteY546" fmla="*/ 962456 h 1047791"/>
              <a:gd name="connsiteX547" fmla="*/ 3763253 w 8759339"/>
              <a:gd name="connsiteY547" fmla="*/ 999750 h 1047791"/>
              <a:gd name="connsiteX548" fmla="*/ 3786470 w 8759339"/>
              <a:gd name="connsiteY548" fmla="*/ 1009840 h 1047791"/>
              <a:gd name="connsiteX549" fmla="*/ 3808404 w 8759339"/>
              <a:gd name="connsiteY549" fmla="*/ 1001691 h 1047791"/>
              <a:gd name="connsiteX550" fmla="*/ 3819175 w 8759339"/>
              <a:gd name="connsiteY550" fmla="*/ 978028 h 1047791"/>
              <a:gd name="connsiteX551" fmla="*/ 3863489 w 8759339"/>
              <a:gd name="connsiteY551" fmla="*/ 991422 h 1047791"/>
              <a:gd name="connsiteX552" fmla="*/ 3849425 w 8759339"/>
              <a:gd name="connsiteY552" fmla="*/ 1022564 h 1047791"/>
              <a:gd name="connsiteX553" fmla="*/ 3825594 w 8759339"/>
              <a:gd name="connsiteY553" fmla="*/ 1041428 h 1047791"/>
              <a:gd name="connsiteX554" fmla="*/ 3789373 w 8759339"/>
              <a:gd name="connsiteY554" fmla="*/ 1047791 h 1047791"/>
              <a:gd name="connsiteX555" fmla="*/ 3745785 w 8759339"/>
              <a:gd name="connsiteY555" fmla="*/ 1040038 h 1047791"/>
              <a:gd name="connsiteX556" fmla="*/ 3716596 w 8759339"/>
              <a:gd name="connsiteY556" fmla="*/ 1012765 h 1047791"/>
              <a:gd name="connsiteX557" fmla="*/ 3704317 w 8759339"/>
              <a:gd name="connsiteY557" fmla="*/ 962791 h 1047791"/>
              <a:gd name="connsiteX558" fmla="*/ 3725916 w 8759339"/>
              <a:gd name="connsiteY558" fmla="*/ 900381 h 1047791"/>
              <a:gd name="connsiteX559" fmla="*/ 3787029 w 8759339"/>
              <a:gd name="connsiteY559" fmla="*/ 878573 h 1047791"/>
              <a:gd name="connsiteX560" fmla="*/ 2950168 w 8759339"/>
              <a:gd name="connsiteY560" fmla="*/ 878573 h 1047791"/>
              <a:gd name="connsiteX561" fmla="*/ 3013122 w 8759339"/>
              <a:gd name="connsiteY561" fmla="*/ 900507 h 1047791"/>
              <a:gd name="connsiteX562" fmla="*/ 3035223 w 8759339"/>
              <a:gd name="connsiteY562" fmla="*/ 961954 h 1047791"/>
              <a:gd name="connsiteX563" fmla="*/ 3025568 w 8759339"/>
              <a:gd name="connsiteY563" fmla="*/ 1009002 h 1047791"/>
              <a:gd name="connsiteX564" fmla="*/ 2997663 w 8759339"/>
              <a:gd name="connsiteY564" fmla="*/ 1037577 h 1047791"/>
              <a:gd name="connsiteX565" fmla="*/ 2952177 w 8759339"/>
              <a:gd name="connsiteY565" fmla="*/ 1047791 h 1047791"/>
              <a:gd name="connsiteX566" fmla="*/ 2906357 w 8759339"/>
              <a:gd name="connsiteY566" fmla="*/ 1038973 h 1047791"/>
              <a:gd name="connsiteX567" fmla="*/ 2876945 w 8759339"/>
              <a:gd name="connsiteY567" fmla="*/ 1011067 h 1047791"/>
              <a:gd name="connsiteX568" fmla="*/ 2865671 w 8759339"/>
              <a:gd name="connsiteY568" fmla="*/ 963294 h 1047791"/>
              <a:gd name="connsiteX569" fmla="*/ 2887995 w 8759339"/>
              <a:gd name="connsiteY569" fmla="*/ 900897 h 1047791"/>
              <a:gd name="connsiteX570" fmla="*/ 2950168 w 8759339"/>
              <a:gd name="connsiteY570" fmla="*/ 878573 h 1047791"/>
              <a:gd name="connsiteX571" fmla="*/ 1624445 w 8759339"/>
              <a:gd name="connsiteY571" fmla="*/ 878573 h 1047791"/>
              <a:gd name="connsiteX572" fmla="*/ 1672274 w 8759339"/>
              <a:gd name="connsiteY572" fmla="*/ 890237 h 1047791"/>
              <a:gd name="connsiteX573" fmla="*/ 1691864 w 8759339"/>
              <a:gd name="connsiteY573" fmla="*/ 927351 h 1047791"/>
              <a:gd name="connsiteX574" fmla="*/ 1644201 w 8759339"/>
              <a:gd name="connsiteY574" fmla="*/ 930142 h 1047791"/>
              <a:gd name="connsiteX575" fmla="*/ 1636221 w 8759339"/>
              <a:gd name="connsiteY575" fmla="*/ 914069 h 1047791"/>
              <a:gd name="connsiteX576" fmla="*/ 1619422 w 8759339"/>
              <a:gd name="connsiteY576" fmla="*/ 909046 h 1047791"/>
              <a:gd name="connsiteX577" fmla="*/ 1606139 w 8759339"/>
              <a:gd name="connsiteY577" fmla="*/ 912785 h 1047791"/>
              <a:gd name="connsiteX578" fmla="*/ 1601674 w 8759339"/>
              <a:gd name="connsiteY578" fmla="*/ 921882 h 1047791"/>
              <a:gd name="connsiteX579" fmla="*/ 1605358 w 8759339"/>
              <a:gd name="connsiteY579" fmla="*/ 928914 h 1047791"/>
              <a:gd name="connsiteX580" fmla="*/ 1622324 w 8759339"/>
              <a:gd name="connsiteY580" fmla="*/ 934942 h 1047791"/>
              <a:gd name="connsiteX581" fmla="*/ 1669819 w 8759339"/>
              <a:gd name="connsiteY581" fmla="*/ 949397 h 1047791"/>
              <a:gd name="connsiteX582" fmla="*/ 1690692 w 8759339"/>
              <a:gd name="connsiteY582" fmla="*/ 967535 h 1047791"/>
              <a:gd name="connsiteX583" fmla="*/ 1697222 w 8759339"/>
              <a:gd name="connsiteY583" fmla="*/ 991757 h 1047791"/>
              <a:gd name="connsiteX584" fmla="*/ 1688515 w 8759339"/>
              <a:gd name="connsiteY584" fmla="*/ 1020778 h 1047791"/>
              <a:gd name="connsiteX585" fmla="*/ 1664182 w 8759339"/>
              <a:gd name="connsiteY585" fmla="*/ 1040926 h 1047791"/>
              <a:gd name="connsiteX586" fmla="*/ 1624780 w 8759339"/>
              <a:gd name="connsiteY586" fmla="*/ 1047791 h 1047791"/>
              <a:gd name="connsiteX587" fmla="*/ 1566960 w 8759339"/>
              <a:gd name="connsiteY587" fmla="*/ 1031717 h 1047791"/>
              <a:gd name="connsiteX588" fmla="*/ 1548766 w 8759339"/>
              <a:gd name="connsiteY588" fmla="*/ 990864 h 1047791"/>
              <a:gd name="connsiteX589" fmla="*/ 1596874 w 8759339"/>
              <a:gd name="connsiteY589" fmla="*/ 987850 h 1047791"/>
              <a:gd name="connsiteX590" fmla="*/ 1603237 w 8759339"/>
              <a:gd name="connsiteY590" fmla="*/ 1005710 h 1047791"/>
              <a:gd name="connsiteX591" fmla="*/ 1625561 w 8759339"/>
              <a:gd name="connsiteY591" fmla="*/ 1015644 h 1047791"/>
              <a:gd name="connsiteX592" fmla="*/ 1642248 w 8759339"/>
              <a:gd name="connsiteY592" fmla="*/ 1010565 h 1047791"/>
              <a:gd name="connsiteX593" fmla="*/ 1648108 w 8759339"/>
              <a:gd name="connsiteY593" fmla="*/ 998789 h 1047791"/>
              <a:gd name="connsiteX594" fmla="*/ 1642528 w 8759339"/>
              <a:gd name="connsiteY594" fmla="*/ 987404 h 1047791"/>
              <a:gd name="connsiteX595" fmla="*/ 1616632 w 8759339"/>
              <a:gd name="connsiteY595" fmla="*/ 977916 h 1047791"/>
              <a:gd name="connsiteX596" fmla="*/ 1569193 w 8759339"/>
              <a:gd name="connsiteY596" fmla="*/ 958047 h 1047791"/>
              <a:gd name="connsiteX597" fmla="*/ 1554905 w 8759339"/>
              <a:gd name="connsiteY597" fmla="*/ 926459 h 1047791"/>
              <a:gd name="connsiteX598" fmla="*/ 1562216 w 8759339"/>
              <a:gd name="connsiteY598" fmla="*/ 902627 h 1047791"/>
              <a:gd name="connsiteX599" fmla="*/ 1584205 w 8759339"/>
              <a:gd name="connsiteY599" fmla="*/ 884991 h 1047791"/>
              <a:gd name="connsiteX600" fmla="*/ 1624445 w 8759339"/>
              <a:gd name="connsiteY600" fmla="*/ 878573 h 1047791"/>
              <a:gd name="connsiteX601" fmla="*/ 1010863 w 8759339"/>
              <a:gd name="connsiteY601" fmla="*/ 878573 h 1047791"/>
              <a:gd name="connsiteX602" fmla="*/ 1051438 w 8759339"/>
              <a:gd name="connsiteY602" fmla="*/ 883484 h 1047791"/>
              <a:gd name="connsiteX603" fmla="*/ 1073762 w 8759339"/>
              <a:gd name="connsiteY603" fmla="*/ 898721 h 1047791"/>
              <a:gd name="connsiteX604" fmla="*/ 1087101 w 8759339"/>
              <a:gd name="connsiteY604" fmla="*/ 924896 h 1047791"/>
              <a:gd name="connsiteX605" fmla="*/ 1038323 w 8759339"/>
              <a:gd name="connsiteY605" fmla="*/ 933602 h 1047791"/>
              <a:gd name="connsiteX606" fmla="*/ 1028109 w 8759339"/>
              <a:gd name="connsiteY606" fmla="*/ 919426 h 1047791"/>
              <a:gd name="connsiteX607" fmla="*/ 1009747 w 8759339"/>
              <a:gd name="connsiteY607" fmla="*/ 914515 h 1047791"/>
              <a:gd name="connsiteX608" fmla="*/ 983237 w 8759339"/>
              <a:gd name="connsiteY608" fmla="*/ 926068 h 1047791"/>
              <a:gd name="connsiteX609" fmla="*/ 973359 w 8759339"/>
              <a:gd name="connsiteY609" fmla="*/ 962624 h 1047791"/>
              <a:gd name="connsiteX610" fmla="*/ 983349 w 8759339"/>
              <a:gd name="connsiteY610" fmla="*/ 1000575 h 1047791"/>
              <a:gd name="connsiteX611" fmla="*/ 1011199 w 8759339"/>
              <a:gd name="connsiteY611" fmla="*/ 1011960 h 1047791"/>
              <a:gd name="connsiteX612" fmla="*/ 1027384 w 8759339"/>
              <a:gd name="connsiteY612" fmla="*/ 1009505 h 1047791"/>
              <a:gd name="connsiteX613" fmla="*/ 1045019 w 8759339"/>
              <a:gd name="connsiteY613" fmla="*/ 1001133 h 1047791"/>
              <a:gd name="connsiteX614" fmla="*/ 1045019 w 8759339"/>
              <a:gd name="connsiteY614" fmla="*/ 985729 h 1047791"/>
              <a:gd name="connsiteX615" fmla="*/ 1011199 w 8759339"/>
              <a:gd name="connsiteY615" fmla="*/ 985729 h 1047791"/>
              <a:gd name="connsiteX616" fmla="*/ 1011199 w 8759339"/>
              <a:gd name="connsiteY616" fmla="*/ 951685 h 1047791"/>
              <a:gd name="connsiteX617" fmla="*/ 1089333 w 8759339"/>
              <a:gd name="connsiteY617" fmla="*/ 951685 h 1047791"/>
              <a:gd name="connsiteX618" fmla="*/ 1089333 w 8759339"/>
              <a:gd name="connsiteY618" fmla="*/ 1021448 h 1047791"/>
              <a:gd name="connsiteX619" fmla="*/ 1049652 w 8759339"/>
              <a:gd name="connsiteY619" fmla="*/ 1042266 h 1047791"/>
              <a:gd name="connsiteX620" fmla="*/ 1008743 w 8759339"/>
              <a:gd name="connsiteY620" fmla="*/ 1047791 h 1047791"/>
              <a:gd name="connsiteX621" fmla="*/ 961248 w 8759339"/>
              <a:gd name="connsiteY621" fmla="*/ 1037856 h 1047791"/>
              <a:gd name="connsiteX622" fmla="*/ 932784 w 8759339"/>
              <a:gd name="connsiteY622" fmla="*/ 1008277 h 1047791"/>
              <a:gd name="connsiteX623" fmla="*/ 922683 w 8759339"/>
              <a:gd name="connsiteY623" fmla="*/ 963182 h 1047791"/>
              <a:gd name="connsiteX624" fmla="*/ 933733 w 8759339"/>
              <a:gd name="connsiteY624" fmla="*/ 916580 h 1047791"/>
              <a:gd name="connsiteX625" fmla="*/ 966103 w 8759339"/>
              <a:gd name="connsiteY625" fmla="*/ 886498 h 1047791"/>
              <a:gd name="connsiteX626" fmla="*/ 1010863 w 8759339"/>
              <a:gd name="connsiteY626" fmla="*/ 878573 h 1047791"/>
              <a:gd name="connsiteX627" fmla="*/ 1460012 w 8759339"/>
              <a:gd name="connsiteY627" fmla="*/ 431673 h 1047791"/>
              <a:gd name="connsiteX628" fmla="*/ 1610050 w 8759339"/>
              <a:gd name="connsiteY628" fmla="*/ 431673 h 1047791"/>
              <a:gd name="connsiteX629" fmla="*/ 1685488 w 8759339"/>
              <a:gd name="connsiteY629" fmla="*/ 603504 h 1047791"/>
              <a:gd name="connsiteX630" fmla="*/ 1534612 w 8759339"/>
              <a:gd name="connsiteY630" fmla="*/ 603504 h 1047791"/>
              <a:gd name="connsiteX631" fmla="*/ 939909 w 8759339"/>
              <a:gd name="connsiteY631" fmla="*/ 431673 h 1047791"/>
              <a:gd name="connsiteX632" fmla="*/ 1089946 w 8759339"/>
              <a:gd name="connsiteY632" fmla="*/ 431673 h 1047791"/>
              <a:gd name="connsiteX633" fmla="*/ 1015346 w 8759339"/>
              <a:gd name="connsiteY633" fmla="*/ 603504 h 1047791"/>
              <a:gd name="connsiteX634" fmla="*/ 864471 w 8759339"/>
              <a:gd name="connsiteY634" fmla="*/ 603504 h 1047791"/>
              <a:gd name="connsiteX635" fmla="*/ 7555723 w 8759339"/>
              <a:gd name="connsiteY635" fmla="*/ 391440 h 1047791"/>
              <a:gd name="connsiteX636" fmla="*/ 7714719 w 8759339"/>
              <a:gd name="connsiteY636" fmla="*/ 391440 h 1047791"/>
              <a:gd name="connsiteX637" fmla="*/ 7714719 w 8759339"/>
              <a:gd name="connsiteY637" fmla="*/ 425806 h 1047791"/>
              <a:gd name="connsiteX638" fmla="*/ 7889824 w 8759339"/>
              <a:gd name="connsiteY638" fmla="*/ 425806 h 1047791"/>
              <a:gd name="connsiteX639" fmla="*/ 7889824 w 8759339"/>
              <a:gd name="connsiteY639" fmla="*/ 494538 h 1047791"/>
              <a:gd name="connsiteX640" fmla="*/ 7765771 w 8759339"/>
              <a:gd name="connsiteY640" fmla="*/ 494538 h 1047791"/>
              <a:gd name="connsiteX641" fmla="*/ 7889824 w 8759339"/>
              <a:gd name="connsiteY641" fmla="*/ 568300 h 1047791"/>
              <a:gd name="connsiteX642" fmla="*/ 7889824 w 8759339"/>
              <a:gd name="connsiteY642" fmla="*/ 600990 h 1047791"/>
              <a:gd name="connsiteX643" fmla="*/ 7728955 w 8759339"/>
              <a:gd name="connsiteY643" fmla="*/ 600990 h 1047791"/>
              <a:gd name="connsiteX644" fmla="*/ 7637735 w 8759339"/>
              <a:gd name="connsiteY644" fmla="*/ 540639 h 1047791"/>
              <a:gd name="connsiteX645" fmla="*/ 7546516 w 8759339"/>
              <a:gd name="connsiteY645" fmla="*/ 600990 h 1047791"/>
              <a:gd name="connsiteX646" fmla="*/ 7386485 w 8759339"/>
              <a:gd name="connsiteY646" fmla="*/ 600990 h 1047791"/>
              <a:gd name="connsiteX647" fmla="*/ 7386485 w 8759339"/>
              <a:gd name="connsiteY647" fmla="*/ 568300 h 1047791"/>
              <a:gd name="connsiteX648" fmla="*/ 7508863 w 8759339"/>
              <a:gd name="connsiteY648" fmla="*/ 494538 h 1047791"/>
              <a:gd name="connsiteX649" fmla="*/ 7381455 w 8759339"/>
              <a:gd name="connsiteY649" fmla="*/ 494538 h 1047791"/>
              <a:gd name="connsiteX650" fmla="*/ 7381455 w 8759339"/>
              <a:gd name="connsiteY650" fmla="*/ 425806 h 1047791"/>
              <a:gd name="connsiteX651" fmla="*/ 7555723 w 8759339"/>
              <a:gd name="connsiteY651" fmla="*/ 425806 h 1047791"/>
              <a:gd name="connsiteX652" fmla="*/ 7542809 w 8759339"/>
              <a:gd name="connsiteY652" fmla="*/ 290856 h 1047791"/>
              <a:gd name="connsiteX653" fmla="*/ 7542809 w 8759339"/>
              <a:gd name="connsiteY653" fmla="*/ 312649 h 1047791"/>
              <a:gd name="connsiteX654" fmla="*/ 7727213 w 8759339"/>
              <a:gd name="connsiteY654" fmla="*/ 312649 h 1047791"/>
              <a:gd name="connsiteX655" fmla="*/ 7727213 w 8759339"/>
              <a:gd name="connsiteY655" fmla="*/ 290856 h 1047791"/>
              <a:gd name="connsiteX656" fmla="*/ 4428897 w 8759339"/>
              <a:gd name="connsiteY656" fmla="*/ 236373 h 1047791"/>
              <a:gd name="connsiteX657" fmla="*/ 5032400 w 8759339"/>
              <a:gd name="connsiteY657" fmla="*/ 236373 h 1047791"/>
              <a:gd name="connsiteX658" fmla="*/ 5032400 w 8759339"/>
              <a:gd name="connsiteY658" fmla="*/ 311811 h 1047791"/>
              <a:gd name="connsiteX659" fmla="*/ 4905833 w 8759339"/>
              <a:gd name="connsiteY659" fmla="*/ 389763 h 1047791"/>
              <a:gd name="connsiteX660" fmla="*/ 5164836 w 8759339"/>
              <a:gd name="connsiteY660" fmla="*/ 389763 h 1047791"/>
              <a:gd name="connsiteX661" fmla="*/ 5164836 w 8759339"/>
              <a:gd name="connsiteY661" fmla="*/ 465201 h 1047791"/>
              <a:gd name="connsiteX662" fmla="*/ 4822851 w 8759339"/>
              <a:gd name="connsiteY662" fmla="*/ 465201 h 1047791"/>
              <a:gd name="connsiteX663" fmla="*/ 4822851 w 8759339"/>
              <a:gd name="connsiteY663" fmla="*/ 522199 h 1047791"/>
              <a:gd name="connsiteX664" fmla="*/ 4806925 w 8759339"/>
              <a:gd name="connsiteY664" fmla="*/ 604342 h 1047791"/>
              <a:gd name="connsiteX665" fmla="*/ 4654372 w 8759339"/>
              <a:gd name="connsiteY665" fmla="*/ 604342 h 1047791"/>
              <a:gd name="connsiteX666" fmla="*/ 4671975 w 8759339"/>
              <a:gd name="connsiteY666" fmla="*/ 511302 h 1047791"/>
              <a:gd name="connsiteX667" fmla="*/ 4671975 w 8759339"/>
              <a:gd name="connsiteY667" fmla="*/ 465201 h 1047791"/>
              <a:gd name="connsiteX668" fmla="*/ 4336695 w 8759339"/>
              <a:gd name="connsiteY668" fmla="*/ 465201 h 1047791"/>
              <a:gd name="connsiteX669" fmla="*/ 4336695 w 8759339"/>
              <a:gd name="connsiteY669" fmla="*/ 389763 h 1047791"/>
              <a:gd name="connsiteX670" fmla="*/ 4684547 w 8759339"/>
              <a:gd name="connsiteY670" fmla="*/ 389763 h 1047791"/>
              <a:gd name="connsiteX671" fmla="*/ 4816983 w 8759339"/>
              <a:gd name="connsiteY671" fmla="*/ 311811 h 1047791"/>
              <a:gd name="connsiteX672" fmla="*/ 4428897 w 8759339"/>
              <a:gd name="connsiteY672" fmla="*/ 311811 h 1047791"/>
              <a:gd name="connsiteX673" fmla="*/ 1062914 w 8759339"/>
              <a:gd name="connsiteY673" fmla="*/ 227152 h 1047791"/>
              <a:gd name="connsiteX674" fmla="*/ 1062914 w 8759339"/>
              <a:gd name="connsiteY674" fmla="*/ 320193 h 1047791"/>
              <a:gd name="connsiteX675" fmla="*/ 1486205 w 8759339"/>
              <a:gd name="connsiteY675" fmla="*/ 320193 h 1047791"/>
              <a:gd name="connsiteX676" fmla="*/ 1486205 w 8759339"/>
              <a:gd name="connsiteY676" fmla="*/ 227152 h 1047791"/>
              <a:gd name="connsiteX677" fmla="*/ 2354657 w 8759339"/>
              <a:gd name="connsiteY677" fmla="*/ 218770 h 1047791"/>
              <a:gd name="connsiteX678" fmla="*/ 2354657 w 8759339"/>
              <a:gd name="connsiteY678" fmla="*/ 274092 h 1047791"/>
              <a:gd name="connsiteX679" fmla="*/ 2407463 w 8759339"/>
              <a:gd name="connsiteY679" fmla="*/ 274092 h 1047791"/>
              <a:gd name="connsiteX680" fmla="*/ 2407463 w 8759339"/>
              <a:gd name="connsiteY680" fmla="*/ 218770 h 1047791"/>
              <a:gd name="connsiteX681" fmla="*/ 2151812 w 8759339"/>
              <a:gd name="connsiteY681" fmla="*/ 218770 h 1047791"/>
              <a:gd name="connsiteX682" fmla="*/ 2151812 w 8759339"/>
              <a:gd name="connsiteY682" fmla="*/ 274092 h 1047791"/>
              <a:gd name="connsiteX683" fmla="*/ 2203781 w 8759339"/>
              <a:gd name="connsiteY683" fmla="*/ 274092 h 1047791"/>
              <a:gd name="connsiteX684" fmla="*/ 2203781 w 8759339"/>
              <a:gd name="connsiteY684" fmla="*/ 218770 h 1047791"/>
              <a:gd name="connsiteX685" fmla="*/ 7542809 w 8759339"/>
              <a:gd name="connsiteY685" fmla="*/ 211227 h 1047791"/>
              <a:gd name="connsiteX686" fmla="*/ 7542809 w 8759339"/>
              <a:gd name="connsiteY686" fmla="*/ 233020 h 1047791"/>
              <a:gd name="connsiteX687" fmla="*/ 7727213 w 8759339"/>
              <a:gd name="connsiteY687" fmla="*/ 233020 h 1047791"/>
              <a:gd name="connsiteX688" fmla="*/ 7727213 w 8759339"/>
              <a:gd name="connsiteY688" fmla="*/ 211227 h 1047791"/>
              <a:gd name="connsiteX689" fmla="*/ 7298055 w 8759339"/>
              <a:gd name="connsiteY689" fmla="*/ 181890 h 1047791"/>
              <a:gd name="connsiteX690" fmla="*/ 7357567 w 8759339"/>
              <a:gd name="connsiteY690" fmla="*/ 181890 h 1047791"/>
              <a:gd name="connsiteX691" fmla="*/ 7365111 w 8759339"/>
              <a:gd name="connsiteY691" fmla="*/ 600151 h 1047791"/>
              <a:gd name="connsiteX692" fmla="*/ 7304761 w 8759339"/>
              <a:gd name="connsiteY692" fmla="*/ 600151 h 1047791"/>
              <a:gd name="connsiteX693" fmla="*/ 7070903 w 8759339"/>
              <a:gd name="connsiteY693" fmla="*/ 181890 h 1047791"/>
              <a:gd name="connsiteX694" fmla="*/ 7130415 w 8759339"/>
              <a:gd name="connsiteY694" fmla="*/ 181890 h 1047791"/>
              <a:gd name="connsiteX695" fmla="*/ 7122871 w 8759339"/>
              <a:gd name="connsiteY695" fmla="*/ 600151 h 1047791"/>
              <a:gd name="connsiteX696" fmla="*/ 7062521 w 8759339"/>
              <a:gd name="connsiteY696" fmla="*/ 600151 h 1047791"/>
              <a:gd name="connsiteX697" fmla="*/ 8168183 w 8759339"/>
              <a:gd name="connsiteY697" fmla="*/ 179375 h 1047791"/>
              <a:gd name="connsiteX698" fmla="*/ 8231048 w 8759339"/>
              <a:gd name="connsiteY698" fmla="*/ 179375 h 1047791"/>
              <a:gd name="connsiteX699" fmla="*/ 8240267 w 8759339"/>
              <a:gd name="connsiteY699" fmla="*/ 600151 h 1047791"/>
              <a:gd name="connsiteX700" fmla="*/ 8178241 w 8759339"/>
              <a:gd name="connsiteY700" fmla="*/ 600151 h 1047791"/>
              <a:gd name="connsiteX701" fmla="*/ 7934325 w 8759339"/>
              <a:gd name="connsiteY701" fmla="*/ 179375 h 1047791"/>
              <a:gd name="connsiteX702" fmla="*/ 7996352 w 8759339"/>
              <a:gd name="connsiteY702" fmla="*/ 179375 h 1047791"/>
              <a:gd name="connsiteX703" fmla="*/ 7987131 w 8759339"/>
              <a:gd name="connsiteY703" fmla="*/ 600151 h 1047791"/>
              <a:gd name="connsiteX704" fmla="*/ 7925105 w 8759339"/>
              <a:gd name="connsiteY704" fmla="*/ 600151 h 1047791"/>
              <a:gd name="connsiteX705" fmla="*/ 912039 w 8759339"/>
              <a:gd name="connsiteY705" fmla="*/ 151714 h 1047791"/>
              <a:gd name="connsiteX706" fmla="*/ 1637081 w 8759339"/>
              <a:gd name="connsiteY706" fmla="*/ 151714 h 1047791"/>
              <a:gd name="connsiteX707" fmla="*/ 1637081 w 8759339"/>
              <a:gd name="connsiteY707" fmla="*/ 395631 h 1047791"/>
              <a:gd name="connsiteX708" fmla="*/ 1349578 w 8759339"/>
              <a:gd name="connsiteY708" fmla="*/ 395631 h 1047791"/>
              <a:gd name="connsiteX709" fmla="*/ 1349578 w 8759339"/>
              <a:gd name="connsiteY709" fmla="*/ 516331 h 1047791"/>
              <a:gd name="connsiteX710" fmla="*/ 1327786 w 8759339"/>
              <a:gd name="connsiteY710" fmla="*/ 603504 h 1047791"/>
              <a:gd name="connsiteX711" fmla="*/ 1178586 w 8759339"/>
              <a:gd name="connsiteY711" fmla="*/ 603504 h 1047791"/>
              <a:gd name="connsiteX712" fmla="*/ 1203732 w 8759339"/>
              <a:gd name="connsiteY712" fmla="*/ 504597 h 1047791"/>
              <a:gd name="connsiteX713" fmla="*/ 1203732 w 8759339"/>
              <a:gd name="connsiteY713" fmla="*/ 395631 h 1047791"/>
              <a:gd name="connsiteX714" fmla="*/ 912039 w 8759339"/>
              <a:gd name="connsiteY714" fmla="*/ 395631 h 1047791"/>
              <a:gd name="connsiteX715" fmla="*/ 7391933 w 8759339"/>
              <a:gd name="connsiteY715" fmla="*/ 144171 h 1047791"/>
              <a:gd name="connsiteX716" fmla="*/ 7878089 w 8759339"/>
              <a:gd name="connsiteY716" fmla="*/ 144171 h 1047791"/>
              <a:gd name="connsiteX717" fmla="*/ 7878089 w 8759339"/>
              <a:gd name="connsiteY717" fmla="*/ 379705 h 1047791"/>
              <a:gd name="connsiteX718" fmla="*/ 7391933 w 8759339"/>
              <a:gd name="connsiteY718" fmla="*/ 379705 h 1047791"/>
              <a:gd name="connsiteX719" fmla="*/ 6072226 w 8759339"/>
              <a:gd name="connsiteY719" fmla="*/ 113157 h 1047791"/>
              <a:gd name="connsiteX720" fmla="*/ 6072226 w 8759339"/>
              <a:gd name="connsiteY720" fmla="*/ 285826 h 1047791"/>
              <a:gd name="connsiteX721" fmla="*/ 6285967 w 8759339"/>
              <a:gd name="connsiteY721" fmla="*/ 285826 h 1047791"/>
              <a:gd name="connsiteX722" fmla="*/ 6285967 w 8759339"/>
              <a:gd name="connsiteY722" fmla="*/ 113157 h 1047791"/>
              <a:gd name="connsiteX723" fmla="*/ 5405476 w 8759339"/>
              <a:gd name="connsiteY723" fmla="*/ 113157 h 1047791"/>
              <a:gd name="connsiteX724" fmla="*/ 5405476 w 8759339"/>
              <a:gd name="connsiteY724" fmla="*/ 285826 h 1047791"/>
              <a:gd name="connsiteX725" fmla="*/ 5619217 w 8759339"/>
              <a:gd name="connsiteY725" fmla="*/ 285826 h 1047791"/>
              <a:gd name="connsiteX726" fmla="*/ 5619217 w 8759339"/>
              <a:gd name="connsiteY726" fmla="*/ 113157 h 1047791"/>
              <a:gd name="connsiteX727" fmla="*/ 4349268 w 8759339"/>
              <a:gd name="connsiteY727" fmla="*/ 106452 h 1047791"/>
              <a:gd name="connsiteX728" fmla="*/ 5151425 w 8759339"/>
              <a:gd name="connsiteY728" fmla="*/ 106452 h 1047791"/>
              <a:gd name="connsiteX729" fmla="*/ 5151425 w 8759339"/>
              <a:gd name="connsiteY729" fmla="*/ 223800 h 1047791"/>
              <a:gd name="connsiteX730" fmla="*/ 5000549 w 8759339"/>
              <a:gd name="connsiteY730" fmla="*/ 223800 h 1047791"/>
              <a:gd name="connsiteX731" fmla="*/ 5000549 w 8759339"/>
              <a:gd name="connsiteY731" fmla="*/ 181890 h 1047791"/>
              <a:gd name="connsiteX732" fmla="*/ 4500144 w 8759339"/>
              <a:gd name="connsiteY732" fmla="*/ 181890 h 1047791"/>
              <a:gd name="connsiteX733" fmla="*/ 4500144 w 8759339"/>
              <a:gd name="connsiteY733" fmla="*/ 223800 h 1047791"/>
              <a:gd name="connsiteX734" fmla="*/ 4349268 w 8759339"/>
              <a:gd name="connsiteY734" fmla="*/ 223800 h 1047791"/>
              <a:gd name="connsiteX735" fmla="*/ 2354657 w 8759339"/>
              <a:gd name="connsiteY735" fmla="*/ 85497 h 1047791"/>
              <a:gd name="connsiteX736" fmla="*/ 2354657 w 8759339"/>
              <a:gd name="connsiteY736" fmla="*/ 143332 h 1047791"/>
              <a:gd name="connsiteX737" fmla="*/ 2407463 w 8759339"/>
              <a:gd name="connsiteY737" fmla="*/ 143332 h 1047791"/>
              <a:gd name="connsiteX738" fmla="*/ 2407463 w 8759339"/>
              <a:gd name="connsiteY738" fmla="*/ 85497 h 1047791"/>
              <a:gd name="connsiteX739" fmla="*/ 2151812 w 8759339"/>
              <a:gd name="connsiteY739" fmla="*/ 85497 h 1047791"/>
              <a:gd name="connsiteX740" fmla="*/ 2151812 w 8759339"/>
              <a:gd name="connsiteY740" fmla="*/ 143332 h 1047791"/>
              <a:gd name="connsiteX741" fmla="*/ 2203781 w 8759339"/>
              <a:gd name="connsiteY741" fmla="*/ 143332 h 1047791"/>
              <a:gd name="connsiteX742" fmla="*/ 2203781 w 8759339"/>
              <a:gd name="connsiteY742" fmla="*/ 85497 h 1047791"/>
              <a:gd name="connsiteX743" fmla="*/ 5917159 w 8759339"/>
              <a:gd name="connsiteY743" fmla="*/ 35205 h 1047791"/>
              <a:gd name="connsiteX744" fmla="*/ 6441034 w 8759339"/>
              <a:gd name="connsiteY744" fmla="*/ 35205 h 1047791"/>
              <a:gd name="connsiteX745" fmla="*/ 6441034 w 8759339"/>
              <a:gd name="connsiteY745" fmla="*/ 365455 h 1047791"/>
              <a:gd name="connsiteX746" fmla="*/ 6072226 w 8759339"/>
              <a:gd name="connsiteY746" fmla="*/ 365455 h 1047791"/>
              <a:gd name="connsiteX747" fmla="*/ 6072226 w 8759339"/>
              <a:gd name="connsiteY747" fmla="*/ 595960 h 1047791"/>
              <a:gd name="connsiteX748" fmla="*/ 5917159 w 8759339"/>
              <a:gd name="connsiteY748" fmla="*/ 595960 h 1047791"/>
              <a:gd name="connsiteX749" fmla="*/ 5250409 w 8759339"/>
              <a:gd name="connsiteY749" fmla="*/ 35205 h 1047791"/>
              <a:gd name="connsiteX750" fmla="*/ 5774284 w 8759339"/>
              <a:gd name="connsiteY750" fmla="*/ 35205 h 1047791"/>
              <a:gd name="connsiteX751" fmla="*/ 5774284 w 8759339"/>
              <a:gd name="connsiteY751" fmla="*/ 365455 h 1047791"/>
              <a:gd name="connsiteX752" fmla="*/ 5405476 w 8759339"/>
              <a:gd name="connsiteY752" fmla="*/ 365455 h 1047791"/>
              <a:gd name="connsiteX753" fmla="*/ 5405476 w 8759339"/>
              <a:gd name="connsiteY753" fmla="*/ 595960 h 1047791"/>
              <a:gd name="connsiteX754" fmla="*/ 5250409 w 8759339"/>
              <a:gd name="connsiteY754" fmla="*/ 595960 h 1047791"/>
              <a:gd name="connsiteX755" fmla="*/ 6538341 w 8759339"/>
              <a:gd name="connsiteY755" fmla="*/ 34366 h 1047791"/>
              <a:gd name="connsiteX756" fmla="*/ 7009409 w 8759339"/>
              <a:gd name="connsiteY756" fmla="*/ 34366 h 1047791"/>
              <a:gd name="connsiteX757" fmla="*/ 7009409 w 8759339"/>
              <a:gd name="connsiteY757" fmla="*/ 112319 h 1047791"/>
              <a:gd name="connsiteX758" fmla="*/ 6850989 w 8759339"/>
              <a:gd name="connsiteY758" fmla="*/ 112319 h 1047791"/>
              <a:gd name="connsiteX759" fmla="*/ 6850989 w 8759339"/>
              <a:gd name="connsiteY759" fmla="*/ 597637 h 1047791"/>
              <a:gd name="connsiteX760" fmla="*/ 6696761 w 8759339"/>
              <a:gd name="connsiteY760" fmla="*/ 597637 h 1047791"/>
              <a:gd name="connsiteX761" fmla="*/ 6696761 w 8759339"/>
              <a:gd name="connsiteY761" fmla="*/ 112319 h 1047791"/>
              <a:gd name="connsiteX762" fmla="*/ 6538341 w 8759339"/>
              <a:gd name="connsiteY762" fmla="*/ 112319 h 1047791"/>
              <a:gd name="connsiteX763" fmla="*/ 2653436 w 8759339"/>
              <a:gd name="connsiteY763" fmla="*/ 31852 h 1047791"/>
              <a:gd name="connsiteX764" fmla="*/ 3380994 w 8759339"/>
              <a:gd name="connsiteY764" fmla="*/ 31852 h 1047791"/>
              <a:gd name="connsiteX765" fmla="*/ 3380994 w 8759339"/>
              <a:gd name="connsiteY765" fmla="*/ 107290 h 1047791"/>
              <a:gd name="connsiteX766" fmla="*/ 3092653 w 8759339"/>
              <a:gd name="connsiteY766" fmla="*/ 107290 h 1047791"/>
              <a:gd name="connsiteX767" fmla="*/ 3092653 w 8759339"/>
              <a:gd name="connsiteY767" fmla="*/ 524713 h 1047791"/>
              <a:gd name="connsiteX768" fmla="*/ 3409493 w 8759339"/>
              <a:gd name="connsiteY768" fmla="*/ 524713 h 1047791"/>
              <a:gd name="connsiteX769" fmla="*/ 3409493 w 8759339"/>
              <a:gd name="connsiteY769" fmla="*/ 600151 h 1047791"/>
              <a:gd name="connsiteX770" fmla="*/ 2624938 w 8759339"/>
              <a:gd name="connsiteY770" fmla="*/ 600151 h 1047791"/>
              <a:gd name="connsiteX771" fmla="*/ 2624938 w 8759339"/>
              <a:gd name="connsiteY771" fmla="*/ 524713 h 1047791"/>
              <a:gd name="connsiteX772" fmla="*/ 2941777 w 8759339"/>
              <a:gd name="connsiteY772" fmla="*/ 524713 h 1047791"/>
              <a:gd name="connsiteX773" fmla="*/ 2941777 w 8759339"/>
              <a:gd name="connsiteY773" fmla="*/ 107290 h 1047791"/>
              <a:gd name="connsiteX774" fmla="*/ 2653436 w 8759339"/>
              <a:gd name="connsiteY774" fmla="*/ 107290 h 1047791"/>
              <a:gd name="connsiteX775" fmla="*/ 1724330 w 8759339"/>
              <a:gd name="connsiteY775" fmla="*/ 16764 h 1047791"/>
              <a:gd name="connsiteX776" fmla="*/ 1989202 w 8759339"/>
              <a:gd name="connsiteY776" fmla="*/ 16764 h 1047791"/>
              <a:gd name="connsiteX777" fmla="*/ 1989202 w 8759339"/>
              <a:gd name="connsiteY777" fmla="*/ 92202 h 1047791"/>
              <a:gd name="connsiteX778" fmla="*/ 1932204 w 8759339"/>
              <a:gd name="connsiteY778" fmla="*/ 92202 h 1047791"/>
              <a:gd name="connsiteX779" fmla="*/ 1932204 w 8759339"/>
              <a:gd name="connsiteY779" fmla="*/ 268224 h 1047791"/>
              <a:gd name="connsiteX780" fmla="*/ 1988364 w 8759339"/>
              <a:gd name="connsiteY780" fmla="*/ 268224 h 1047791"/>
              <a:gd name="connsiteX781" fmla="*/ 1988364 w 8759339"/>
              <a:gd name="connsiteY781" fmla="*/ 343662 h 1047791"/>
              <a:gd name="connsiteX782" fmla="*/ 1932204 w 8759339"/>
              <a:gd name="connsiteY782" fmla="*/ 343662 h 1047791"/>
              <a:gd name="connsiteX783" fmla="*/ 1932204 w 8759339"/>
              <a:gd name="connsiteY783" fmla="*/ 517170 h 1047791"/>
              <a:gd name="connsiteX784" fmla="*/ 1989202 w 8759339"/>
              <a:gd name="connsiteY784" fmla="*/ 516331 h 1047791"/>
              <a:gd name="connsiteX785" fmla="*/ 1989202 w 8759339"/>
              <a:gd name="connsiteY785" fmla="*/ 591769 h 1047791"/>
              <a:gd name="connsiteX786" fmla="*/ 1724330 w 8759339"/>
              <a:gd name="connsiteY786" fmla="*/ 596799 h 1047791"/>
              <a:gd name="connsiteX787" fmla="*/ 1724330 w 8759339"/>
              <a:gd name="connsiteY787" fmla="*/ 521361 h 1047791"/>
              <a:gd name="connsiteX788" fmla="*/ 1781328 w 8759339"/>
              <a:gd name="connsiteY788" fmla="*/ 520522 h 1047791"/>
              <a:gd name="connsiteX789" fmla="*/ 1781328 w 8759339"/>
              <a:gd name="connsiteY789" fmla="*/ 343662 h 1047791"/>
              <a:gd name="connsiteX790" fmla="*/ 1725169 w 8759339"/>
              <a:gd name="connsiteY790" fmla="*/ 343662 h 1047791"/>
              <a:gd name="connsiteX791" fmla="*/ 1725169 w 8759339"/>
              <a:gd name="connsiteY791" fmla="*/ 268224 h 1047791"/>
              <a:gd name="connsiteX792" fmla="*/ 1781328 w 8759339"/>
              <a:gd name="connsiteY792" fmla="*/ 268224 h 1047791"/>
              <a:gd name="connsiteX793" fmla="*/ 1781328 w 8759339"/>
              <a:gd name="connsiteY793" fmla="*/ 92202 h 1047791"/>
              <a:gd name="connsiteX794" fmla="*/ 1724330 w 8759339"/>
              <a:gd name="connsiteY794" fmla="*/ 92202 h 1047791"/>
              <a:gd name="connsiteX795" fmla="*/ 2010156 w 8759339"/>
              <a:gd name="connsiteY795" fmla="*/ 10059 h 1047791"/>
              <a:gd name="connsiteX796" fmla="*/ 2549957 w 8759339"/>
              <a:gd name="connsiteY796" fmla="*/ 10059 h 1047791"/>
              <a:gd name="connsiteX797" fmla="*/ 2549957 w 8759339"/>
              <a:gd name="connsiteY797" fmla="*/ 349530 h 1047791"/>
              <a:gd name="connsiteX798" fmla="*/ 2354657 w 8759339"/>
              <a:gd name="connsiteY798" fmla="*/ 349530 h 1047791"/>
              <a:gd name="connsiteX799" fmla="*/ 2354657 w 8759339"/>
              <a:gd name="connsiteY799" fmla="*/ 399822 h 1047791"/>
              <a:gd name="connsiteX800" fmla="*/ 2549119 w 8759339"/>
              <a:gd name="connsiteY800" fmla="*/ 399822 h 1047791"/>
              <a:gd name="connsiteX801" fmla="*/ 2549119 w 8759339"/>
              <a:gd name="connsiteY801" fmla="*/ 475260 h 1047791"/>
              <a:gd name="connsiteX802" fmla="*/ 2354657 w 8759339"/>
              <a:gd name="connsiteY802" fmla="*/ 475260 h 1047791"/>
              <a:gd name="connsiteX803" fmla="*/ 2354657 w 8759339"/>
              <a:gd name="connsiteY803" fmla="*/ 523875 h 1047791"/>
              <a:gd name="connsiteX804" fmla="*/ 2556662 w 8759339"/>
              <a:gd name="connsiteY804" fmla="*/ 523875 h 1047791"/>
              <a:gd name="connsiteX805" fmla="*/ 2556662 w 8759339"/>
              <a:gd name="connsiteY805" fmla="*/ 599313 h 1047791"/>
              <a:gd name="connsiteX806" fmla="*/ 2002613 w 8759339"/>
              <a:gd name="connsiteY806" fmla="*/ 599313 h 1047791"/>
              <a:gd name="connsiteX807" fmla="*/ 2002613 w 8759339"/>
              <a:gd name="connsiteY807" fmla="*/ 523875 h 1047791"/>
              <a:gd name="connsiteX808" fmla="*/ 2203781 w 8759339"/>
              <a:gd name="connsiteY808" fmla="*/ 523875 h 1047791"/>
              <a:gd name="connsiteX809" fmla="*/ 2203781 w 8759339"/>
              <a:gd name="connsiteY809" fmla="*/ 475260 h 1047791"/>
              <a:gd name="connsiteX810" fmla="*/ 2010156 w 8759339"/>
              <a:gd name="connsiteY810" fmla="*/ 475260 h 1047791"/>
              <a:gd name="connsiteX811" fmla="*/ 2010156 w 8759339"/>
              <a:gd name="connsiteY811" fmla="*/ 399822 h 1047791"/>
              <a:gd name="connsiteX812" fmla="*/ 2203781 w 8759339"/>
              <a:gd name="connsiteY812" fmla="*/ 399822 h 1047791"/>
              <a:gd name="connsiteX813" fmla="*/ 2203781 w 8759339"/>
              <a:gd name="connsiteY813" fmla="*/ 349530 h 1047791"/>
              <a:gd name="connsiteX814" fmla="*/ 2010156 w 8759339"/>
              <a:gd name="connsiteY814" fmla="*/ 349530 h 1047791"/>
              <a:gd name="connsiteX815" fmla="*/ 451790 w 8759339"/>
              <a:gd name="connsiteY815" fmla="*/ 6706 h 1047791"/>
              <a:gd name="connsiteX816" fmla="*/ 602666 w 8759339"/>
              <a:gd name="connsiteY816" fmla="*/ 6706 h 1047791"/>
              <a:gd name="connsiteX817" fmla="*/ 602666 w 8759339"/>
              <a:gd name="connsiteY817" fmla="*/ 130759 h 1047791"/>
              <a:gd name="connsiteX818" fmla="*/ 812216 w 8759339"/>
              <a:gd name="connsiteY818" fmla="*/ 75438 h 1047791"/>
              <a:gd name="connsiteX819" fmla="*/ 812216 w 8759339"/>
              <a:gd name="connsiteY819" fmla="*/ 158420 h 1047791"/>
              <a:gd name="connsiteX820" fmla="*/ 602666 w 8759339"/>
              <a:gd name="connsiteY820" fmla="*/ 214579 h 1047791"/>
              <a:gd name="connsiteX821" fmla="*/ 602666 w 8759339"/>
              <a:gd name="connsiteY821" fmla="*/ 518846 h 1047791"/>
              <a:gd name="connsiteX822" fmla="*/ 815569 w 8759339"/>
              <a:gd name="connsiteY822" fmla="*/ 518846 h 1047791"/>
              <a:gd name="connsiteX823" fmla="*/ 815569 w 8759339"/>
              <a:gd name="connsiteY823" fmla="*/ 594284 h 1047791"/>
              <a:gd name="connsiteX824" fmla="*/ 451790 w 8759339"/>
              <a:gd name="connsiteY824" fmla="*/ 594284 h 1047791"/>
              <a:gd name="connsiteX825" fmla="*/ 187757 w 8759339"/>
              <a:gd name="connsiteY825" fmla="*/ 6706 h 1047791"/>
              <a:gd name="connsiteX826" fmla="*/ 338633 w 8759339"/>
              <a:gd name="connsiteY826" fmla="*/ 6706 h 1047791"/>
              <a:gd name="connsiteX827" fmla="*/ 338633 w 8759339"/>
              <a:gd name="connsiteY827" fmla="*/ 600990 h 1047791"/>
              <a:gd name="connsiteX828" fmla="*/ 187757 w 8759339"/>
              <a:gd name="connsiteY828" fmla="*/ 600990 h 1047791"/>
              <a:gd name="connsiteX829" fmla="*/ 187757 w 8759339"/>
              <a:gd name="connsiteY829" fmla="*/ 486994 h 1047791"/>
              <a:gd name="connsiteX830" fmla="*/ 0 w 8759339"/>
              <a:gd name="connsiteY830" fmla="*/ 555727 h 1047791"/>
              <a:gd name="connsiteX831" fmla="*/ 0 w 8759339"/>
              <a:gd name="connsiteY831" fmla="*/ 466039 h 1047791"/>
              <a:gd name="connsiteX832" fmla="*/ 187757 w 8759339"/>
              <a:gd name="connsiteY832" fmla="*/ 397307 h 1047791"/>
              <a:gd name="connsiteX833" fmla="*/ 187757 w 8759339"/>
              <a:gd name="connsiteY833" fmla="*/ 190272 h 1047791"/>
              <a:gd name="connsiteX834" fmla="*/ 0 w 8759339"/>
              <a:gd name="connsiteY834" fmla="*/ 190272 h 1047791"/>
              <a:gd name="connsiteX835" fmla="*/ 0 w 8759339"/>
              <a:gd name="connsiteY835" fmla="*/ 114834 h 1047791"/>
              <a:gd name="connsiteX836" fmla="*/ 187757 w 8759339"/>
              <a:gd name="connsiteY836" fmla="*/ 114834 h 1047791"/>
              <a:gd name="connsiteX837" fmla="*/ 8754085 w 8759339"/>
              <a:gd name="connsiteY837" fmla="*/ 5029 h 1047791"/>
              <a:gd name="connsiteX838" fmla="*/ 8754085 w 8759339"/>
              <a:gd name="connsiteY838" fmla="*/ 81306 h 1047791"/>
              <a:gd name="connsiteX839" fmla="*/ 8402879 w 8759339"/>
              <a:gd name="connsiteY839" fmla="*/ 86335 h 1047791"/>
              <a:gd name="connsiteX840" fmla="*/ 8402040 w 8759339"/>
              <a:gd name="connsiteY840" fmla="*/ 128245 h 1047791"/>
              <a:gd name="connsiteX841" fmla="*/ 8743188 w 8759339"/>
              <a:gd name="connsiteY841" fmla="*/ 128245 h 1047791"/>
              <a:gd name="connsiteX842" fmla="*/ 8743188 w 8759339"/>
              <a:gd name="connsiteY842" fmla="*/ 375514 h 1047791"/>
              <a:gd name="connsiteX843" fmla="*/ 8668588 w 8759339"/>
              <a:gd name="connsiteY843" fmla="*/ 462687 h 1047791"/>
              <a:gd name="connsiteX844" fmla="*/ 8757437 w 8759339"/>
              <a:gd name="connsiteY844" fmla="*/ 559080 h 1047791"/>
              <a:gd name="connsiteX845" fmla="*/ 8757437 w 8759339"/>
              <a:gd name="connsiteY845" fmla="*/ 600151 h 1047791"/>
              <a:gd name="connsiteX846" fmla="*/ 8619972 w 8759339"/>
              <a:gd name="connsiteY846" fmla="*/ 600151 h 1047791"/>
              <a:gd name="connsiteX847" fmla="*/ 8583930 w 8759339"/>
              <a:gd name="connsiteY847" fmla="*/ 560756 h 1047791"/>
              <a:gd name="connsiteX848" fmla="*/ 8550402 w 8759339"/>
              <a:gd name="connsiteY848" fmla="*/ 600151 h 1047791"/>
              <a:gd name="connsiteX849" fmla="*/ 8409584 w 8759339"/>
              <a:gd name="connsiteY849" fmla="*/ 600151 h 1047791"/>
              <a:gd name="connsiteX850" fmla="*/ 8409584 w 8759339"/>
              <a:gd name="connsiteY850" fmla="*/ 559080 h 1047791"/>
              <a:gd name="connsiteX851" fmla="*/ 8494242 w 8759339"/>
              <a:gd name="connsiteY851" fmla="*/ 464363 h 1047791"/>
              <a:gd name="connsiteX852" fmla="*/ 8419643 w 8759339"/>
              <a:gd name="connsiteY852" fmla="*/ 382219 h 1047791"/>
              <a:gd name="connsiteX853" fmla="*/ 8419643 w 8759339"/>
              <a:gd name="connsiteY853" fmla="*/ 231343 h 1047791"/>
              <a:gd name="connsiteX854" fmla="*/ 8558784 w 8759339"/>
              <a:gd name="connsiteY854" fmla="*/ 231343 h 1047791"/>
              <a:gd name="connsiteX855" fmla="*/ 8558784 w 8759339"/>
              <a:gd name="connsiteY855" fmla="*/ 342824 h 1047791"/>
              <a:gd name="connsiteX856" fmla="*/ 8580577 w 8759339"/>
              <a:gd name="connsiteY856" fmla="*/ 367132 h 1047791"/>
              <a:gd name="connsiteX857" fmla="*/ 8602370 w 8759339"/>
              <a:gd name="connsiteY857" fmla="*/ 342824 h 1047791"/>
              <a:gd name="connsiteX858" fmla="*/ 8602370 w 8759339"/>
              <a:gd name="connsiteY858" fmla="*/ 203683 h 1047791"/>
              <a:gd name="connsiteX859" fmla="*/ 8400364 w 8759339"/>
              <a:gd name="connsiteY859" fmla="*/ 203683 h 1047791"/>
              <a:gd name="connsiteX860" fmla="*/ 8392820 w 8759339"/>
              <a:gd name="connsiteY860" fmla="*/ 600151 h 1047791"/>
              <a:gd name="connsiteX861" fmla="*/ 8251164 w 8759339"/>
              <a:gd name="connsiteY861" fmla="*/ 600151 h 1047791"/>
              <a:gd name="connsiteX862" fmla="*/ 8262061 w 8759339"/>
              <a:gd name="connsiteY862" fmla="*/ 11735 h 1047791"/>
              <a:gd name="connsiteX863" fmla="*/ 4968697 w 8759339"/>
              <a:gd name="connsiteY863" fmla="*/ 4191 h 1047791"/>
              <a:gd name="connsiteX864" fmla="*/ 5126279 w 8759339"/>
              <a:gd name="connsiteY864" fmla="*/ 4191 h 1047791"/>
              <a:gd name="connsiteX865" fmla="*/ 5082693 w 8759339"/>
              <a:gd name="connsiteY865" fmla="*/ 88849 h 1047791"/>
              <a:gd name="connsiteX866" fmla="*/ 4925949 w 8759339"/>
              <a:gd name="connsiteY866" fmla="*/ 88849 h 1047791"/>
              <a:gd name="connsiteX867" fmla="*/ 4641800 w 8759339"/>
              <a:gd name="connsiteY867" fmla="*/ 4191 h 1047791"/>
              <a:gd name="connsiteX868" fmla="*/ 4799381 w 8759339"/>
              <a:gd name="connsiteY868" fmla="*/ 4191 h 1047791"/>
              <a:gd name="connsiteX869" fmla="*/ 4842129 w 8759339"/>
              <a:gd name="connsiteY869" fmla="*/ 88849 h 1047791"/>
              <a:gd name="connsiteX870" fmla="*/ 4685386 w 8759339"/>
              <a:gd name="connsiteY870" fmla="*/ 88849 h 1047791"/>
              <a:gd name="connsiteX871" fmla="*/ 4374414 w 8759339"/>
              <a:gd name="connsiteY871" fmla="*/ 4191 h 1047791"/>
              <a:gd name="connsiteX872" fmla="*/ 4531995 w 8759339"/>
              <a:gd name="connsiteY872" fmla="*/ 4191 h 1047791"/>
              <a:gd name="connsiteX873" fmla="*/ 4575581 w 8759339"/>
              <a:gd name="connsiteY873" fmla="*/ 88849 h 1047791"/>
              <a:gd name="connsiteX874" fmla="*/ 4418000 w 8759339"/>
              <a:gd name="connsiteY874" fmla="*/ 88849 h 1047791"/>
              <a:gd name="connsiteX875" fmla="*/ 3808552 w 8759339"/>
              <a:gd name="connsiteY875" fmla="*/ 3353 h 1047791"/>
              <a:gd name="connsiteX876" fmla="*/ 3959428 w 8759339"/>
              <a:gd name="connsiteY876" fmla="*/ 3353 h 1047791"/>
              <a:gd name="connsiteX877" fmla="*/ 3959428 w 8759339"/>
              <a:gd name="connsiteY877" fmla="*/ 106452 h 1047791"/>
              <a:gd name="connsiteX878" fmla="*/ 4286326 w 8759339"/>
              <a:gd name="connsiteY878" fmla="*/ 106452 h 1047791"/>
              <a:gd name="connsiteX879" fmla="*/ 4286326 w 8759339"/>
              <a:gd name="connsiteY879" fmla="*/ 181890 h 1047791"/>
              <a:gd name="connsiteX880" fmla="*/ 3983736 w 8759339"/>
              <a:gd name="connsiteY880" fmla="*/ 181890 h 1047791"/>
              <a:gd name="connsiteX881" fmla="*/ 4272077 w 8759339"/>
              <a:gd name="connsiteY881" fmla="*/ 563271 h 1047791"/>
              <a:gd name="connsiteX882" fmla="*/ 4272077 w 8759339"/>
              <a:gd name="connsiteY882" fmla="*/ 600990 h 1047791"/>
              <a:gd name="connsiteX883" fmla="*/ 4109466 w 8759339"/>
              <a:gd name="connsiteY883" fmla="*/ 600990 h 1047791"/>
              <a:gd name="connsiteX884" fmla="*/ 3883990 w 8759339"/>
              <a:gd name="connsiteY884" fmla="*/ 295885 h 1047791"/>
              <a:gd name="connsiteX885" fmla="*/ 3658514 w 8759339"/>
              <a:gd name="connsiteY885" fmla="*/ 600990 h 1047791"/>
              <a:gd name="connsiteX886" fmla="*/ 3495903 w 8759339"/>
              <a:gd name="connsiteY886" fmla="*/ 600990 h 1047791"/>
              <a:gd name="connsiteX887" fmla="*/ 3495903 w 8759339"/>
              <a:gd name="connsiteY887" fmla="*/ 563271 h 1047791"/>
              <a:gd name="connsiteX888" fmla="*/ 3784244 w 8759339"/>
              <a:gd name="connsiteY888" fmla="*/ 181890 h 1047791"/>
              <a:gd name="connsiteX889" fmla="*/ 3481654 w 8759339"/>
              <a:gd name="connsiteY889" fmla="*/ 181890 h 1047791"/>
              <a:gd name="connsiteX890" fmla="*/ 3481654 w 8759339"/>
              <a:gd name="connsiteY890" fmla="*/ 106452 h 1047791"/>
              <a:gd name="connsiteX891" fmla="*/ 3808552 w 8759339"/>
              <a:gd name="connsiteY891" fmla="*/ 106452 h 1047791"/>
              <a:gd name="connsiteX892" fmla="*/ 1199541 w 8759339"/>
              <a:gd name="connsiteY892" fmla="*/ 2515 h 1047791"/>
              <a:gd name="connsiteX893" fmla="*/ 1349578 w 8759339"/>
              <a:gd name="connsiteY893" fmla="*/ 2515 h 1047791"/>
              <a:gd name="connsiteX894" fmla="*/ 1349578 w 8759339"/>
              <a:gd name="connsiteY894" fmla="*/ 37719 h 1047791"/>
              <a:gd name="connsiteX895" fmla="*/ 1688212 w 8759339"/>
              <a:gd name="connsiteY895" fmla="*/ 37719 h 1047791"/>
              <a:gd name="connsiteX896" fmla="*/ 1688212 w 8759339"/>
              <a:gd name="connsiteY896" fmla="*/ 113157 h 1047791"/>
              <a:gd name="connsiteX897" fmla="*/ 860070 w 8759339"/>
              <a:gd name="connsiteY897" fmla="*/ 113157 h 1047791"/>
              <a:gd name="connsiteX898" fmla="*/ 860070 w 8759339"/>
              <a:gd name="connsiteY898" fmla="*/ 37719 h 1047791"/>
              <a:gd name="connsiteX899" fmla="*/ 1199541 w 8759339"/>
              <a:gd name="connsiteY899" fmla="*/ 37719 h 1047791"/>
              <a:gd name="connsiteX900" fmla="*/ 8011439 w 8759339"/>
              <a:gd name="connsiteY900" fmla="*/ 1677 h 1047791"/>
              <a:gd name="connsiteX901" fmla="*/ 8152257 w 8759339"/>
              <a:gd name="connsiteY901" fmla="*/ 1677 h 1047791"/>
              <a:gd name="connsiteX902" fmla="*/ 8152257 w 8759339"/>
              <a:gd name="connsiteY902" fmla="*/ 75438 h 1047791"/>
              <a:gd name="connsiteX903" fmla="*/ 8240267 w 8759339"/>
              <a:gd name="connsiteY903" fmla="*/ 75438 h 1047791"/>
              <a:gd name="connsiteX904" fmla="*/ 8240267 w 8759339"/>
              <a:gd name="connsiteY904" fmla="*/ 150876 h 1047791"/>
              <a:gd name="connsiteX905" fmla="*/ 8152257 w 8759339"/>
              <a:gd name="connsiteY905" fmla="*/ 150876 h 1047791"/>
              <a:gd name="connsiteX906" fmla="*/ 8152257 w 8759339"/>
              <a:gd name="connsiteY906" fmla="*/ 600151 h 1047791"/>
              <a:gd name="connsiteX907" fmla="*/ 8011439 w 8759339"/>
              <a:gd name="connsiteY907" fmla="*/ 600151 h 1047791"/>
              <a:gd name="connsiteX908" fmla="*/ 8011439 w 8759339"/>
              <a:gd name="connsiteY908" fmla="*/ 150876 h 1047791"/>
              <a:gd name="connsiteX909" fmla="*/ 7929295 w 8759339"/>
              <a:gd name="connsiteY909" fmla="*/ 150876 h 1047791"/>
              <a:gd name="connsiteX910" fmla="*/ 7929295 w 8759339"/>
              <a:gd name="connsiteY910" fmla="*/ 75438 h 1047791"/>
              <a:gd name="connsiteX911" fmla="*/ 8011439 w 8759339"/>
              <a:gd name="connsiteY911" fmla="*/ 75438 h 1047791"/>
              <a:gd name="connsiteX912" fmla="*/ 7143826 w 8759339"/>
              <a:gd name="connsiteY912" fmla="*/ 1677 h 1047791"/>
              <a:gd name="connsiteX913" fmla="*/ 7284643 w 8759339"/>
              <a:gd name="connsiteY913" fmla="*/ 1677 h 1047791"/>
              <a:gd name="connsiteX914" fmla="*/ 7284643 w 8759339"/>
              <a:gd name="connsiteY914" fmla="*/ 81306 h 1047791"/>
              <a:gd name="connsiteX915" fmla="*/ 7367625 w 8759339"/>
              <a:gd name="connsiteY915" fmla="*/ 81306 h 1047791"/>
              <a:gd name="connsiteX916" fmla="*/ 7367625 w 8759339"/>
              <a:gd name="connsiteY916" fmla="*/ 156744 h 1047791"/>
              <a:gd name="connsiteX917" fmla="*/ 7284643 w 8759339"/>
              <a:gd name="connsiteY917" fmla="*/ 156744 h 1047791"/>
              <a:gd name="connsiteX918" fmla="*/ 7284643 w 8759339"/>
              <a:gd name="connsiteY918" fmla="*/ 600151 h 1047791"/>
              <a:gd name="connsiteX919" fmla="*/ 7143826 w 8759339"/>
              <a:gd name="connsiteY919" fmla="*/ 600151 h 1047791"/>
              <a:gd name="connsiteX920" fmla="*/ 7143826 w 8759339"/>
              <a:gd name="connsiteY920" fmla="*/ 156744 h 1047791"/>
              <a:gd name="connsiteX921" fmla="*/ 7060006 w 8759339"/>
              <a:gd name="connsiteY921" fmla="*/ 156744 h 1047791"/>
              <a:gd name="connsiteX922" fmla="*/ 7060006 w 8759339"/>
              <a:gd name="connsiteY922" fmla="*/ 81306 h 1047791"/>
              <a:gd name="connsiteX923" fmla="*/ 7143826 w 8759339"/>
              <a:gd name="connsiteY923" fmla="*/ 81306 h 1047791"/>
              <a:gd name="connsiteX924" fmla="*/ 7433843 w 8759339"/>
              <a:gd name="connsiteY924" fmla="*/ 0 h 1047791"/>
              <a:gd name="connsiteX925" fmla="*/ 7584719 w 8759339"/>
              <a:gd name="connsiteY925" fmla="*/ 0 h 1047791"/>
              <a:gd name="connsiteX926" fmla="*/ 7584719 w 8759339"/>
              <a:gd name="connsiteY926" fmla="*/ 25984 h 1047791"/>
              <a:gd name="connsiteX927" fmla="*/ 7690332 w 8759339"/>
              <a:gd name="connsiteY927" fmla="*/ 25984 h 1047791"/>
              <a:gd name="connsiteX928" fmla="*/ 7690332 w 8759339"/>
              <a:gd name="connsiteY928" fmla="*/ 0 h 1047791"/>
              <a:gd name="connsiteX929" fmla="*/ 7836179 w 8759339"/>
              <a:gd name="connsiteY929" fmla="*/ 0 h 1047791"/>
              <a:gd name="connsiteX930" fmla="*/ 7836179 w 8759339"/>
              <a:gd name="connsiteY930" fmla="*/ 25984 h 1047791"/>
              <a:gd name="connsiteX931" fmla="*/ 7889824 w 8759339"/>
              <a:gd name="connsiteY931" fmla="*/ 25984 h 1047791"/>
              <a:gd name="connsiteX932" fmla="*/ 7889824 w 8759339"/>
              <a:gd name="connsiteY932" fmla="*/ 101422 h 1047791"/>
              <a:gd name="connsiteX933" fmla="*/ 7836179 w 8759339"/>
              <a:gd name="connsiteY933" fmla="*/ 101422 h 1047791"/>
              <a:gd name="connsiteX934" fmla="*/ 7836179 w 8759339"/>
              <a:gd name="connsiteY934" fmla="*/ 127407 h 1047791"/>
              <a:gd name="connsiteX935" fmla="*/ 7690332 w 8759339"/>
              <a:gd name="connsiteY935" fmla="*/ 127407 h 1047791"/>
              <a:gd name="connsiteX936" fmla="*/ 7690332 w 8759339"/>
              <a:gd name="connsiteY936" fmla="*/ 101422 h 1047791"/>
              <a:gd name="connsiteX937" fmla="*/ 7584719 w 8759339"/>
              <a:gd name="connsiteY937" fmla="*/ 101422 h 1047791"/>
              <a:gd name="connsiteX938" fmla="*/ 7584719 w 8759339"/>
              <a:gd name="connsiteY938" fmla="*/ 127407 h 1047791"/>
              <a:gd name="connsiteX939" fmla="*/ 7433843 w 8759339"/>
              <a:gd name="connsiteY939" fmla="*/ 127407 h 1047791"/>
              <a:gd name="connsiteX940" fmla="*/ 7433843 w 8759339"/>
              <a:gd name="connsiteY940" fmla="*/ 101422 h 1047791"/>
              <a:gd name="connsiteX941" fmla="*/ 7381037 w 8759339"/>
              <a:gd name="connsiteY941" fmla="*/ 101422 h 1047791"/>
              <a:gd name="connsiteX942" fmla="*/ 7381037 w 8759339"/>
              <a:gd name="connsiteY942" fmla="*/ 25984 h 1047791"/>
              <a:gd name="connsiteX943" fmla="*/ 7433843 w 8759339"/>
              <a:gd name="connsiteY943" fmla="*/ 25984 h 1047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</a:cxnLst>
            <a:rect l="l" t="t" r="r" b="b"/>
            <a:pathLst>
              <a:path w="8759339" h="1047791">
                <a:moveTo>
                  <a:pt x="56131" y="976688"/>
                </a:moveTo>
                <a:lnTo>
                  <a:pt x="56131" y="1009840"/>
                </a:lnTo>
                <a:lnTo>
                  <a:pt x="81916" y="1009840"/>
                </a:lnTo>
                <a:cubicBezTo>
                  <a:pt x="90622" y="1009840"/>
                  <a:pt x="96762" y="1008296"/>
                  <a:pt x="100333" y="1005207"/>
                </a:cubicBezTo>
                <a:cubicBezTo>
                  <a:pt x="103905" y="1002119"/>
                  <a:pt x="105691" y="997971"/>
                  <a:pt x="105691" y="992762"/>
                </a:cubicBezTo>
                <a:cubicBezTo>
                  <a:pt x="105691" y="987925"/>
                  <a:pt x="103924" y="984037"/>
                  <a:pt x="100389" y="981097"/>
                </a:cubicBezTo>
                <a:cubicBezTo>
                  <a:pt x="96854" y="978158"/>
                  <a:pt x="90659" y="976688"/>
                  <a:pt x="81804" y="976688"/>
                </a:cubicBezTo>
                <a:close/>
                <a:moveTo>
                  <a:pt x="8030435" y="923780"/>
                </a:moveTo>
                <a:lnTo>
                  <a:pt x="8012563" y="982604"/>
                </a:lnTo>
                <a:lnTo>
                  <a:pt x="8048500" y="982604"/>
                </a:lnTo>
                <a:close/>
                <a:moveTo>
                  <a:pt x="7030309" y="923780"/>
                </a:moveTo>
                <a:lnTo>
                  <a:pt x="7012438" y="982604"/>
                </a:lnTo>
                <a:lnTo>
                  <a:pt x="7048375" y="982604"/>
                </a:lnTo>
                <a:close/>
                <a:moveTo>
                  <a:pt x="4740757" y="916859"/>
                </a:moveTo>
                <a:cubicBezTo>
                  <a:pt x="4730562" y="916859"/>
                  <a:pt x="4722376" y="920468"/>
                  <a:pt x="4716200" y="927686"/>
                </a:cubicBezTo>
                <a:cubicBezTo>
                  <a:pt x="4710024" y="934905"/>
                  <a:pt x="4706935" y="946848"/>
                  <a:pt x="4706935" y="963517"/>
                </a:cubicBezTo>
                <a:cubicBezTo>
                  <a:pt x="4706935" y="980037"/>
                  <a:pt x="4710005" y="991906"/>
                  <a:pt x="4716144" y="999124"/>
                </a:cubicBezTo>
                <a:cubicBezTo>
                  <a:pt x="4722283" y="1006342"/>
                  <a:pt x="4730636" y="1009951"/>
                  <a:pt x="4741203" y="1009951"/>
                </a:cubicBezTo>
                <a:cubicBezTo>
                  <a:pt x="4752067" y="1009951"/>
                  <a:pt x="4760476" y="1006417"/>
                  <a:pt x="4766429" y="999347"/>
                </a:cubicBezTo>
                <a:cubicBezTo>
                  <a:pt x="4772383" y="992278"/>
                  <a:pt x="4775359" y="979590"/>
                  <a:pt x="4775359" y="961284"/>
                </a:cubicBezTo>
                <a:cubicBezTo>
                  <a:pt x="4775359" y="945881"/>
                  <a:pt x="4772252" y="934625"/>
                  <a:pt x="4766039" y="927519"/>
                </a:cubicBezTo>
                <a:cubicBezTo>
                  <a:pt x="4759825" y="920412"/>
                  <a:pt x="4751398" y="916859"/>
                  <a:pt x="4740757" y="916859"/>
                </a:cubicBezTo>
                <a:close/>
                <a:moveTo>
                  <a:pt x="4378807" y="916859"/>
                </a:moveTo>
                <a:cubicBezTo>
                  <a:pt x="4368612" y="916859"/>
                  <a:pt x="4360426" y="920468"/>
                  <a:pt x="4354250" y="927686"/>
                </a:cubicBezTo>
                <a:cubicBezTo>
                  <a:pt x="4348074" y="934905"/>
                  <a:pt x="4344985" y="946848"/>
                  <a:pt x="4344985" y="963517"/>
                </a:cubicBezTo>
                <a:cubicBezTo>
                  <a:pt x="4344985" y="980037"/>
                  <a:pt x="4348055" y="991906"/>
                  <a:pt x="4354194" y="999124"/>
                </a:cubicBezTo>
                <a:cubicBezTo>
                  <a:pt x="4360333" y="1006342"/>
                  <a:pt x="4368686" y="1009951"/>
                  <a:pt x="4379253" y="1009951"/>
                </a:cubicBezTo>
                <a:cubicBezTo>
                  <a:pt x="4390117" y="1009951"/>
                  <a:pt x="4398526" y="1006417"/>
                  <a:pt x="4404479" y="999347"/>
                </a:cubicBezTo>
                <a:cubicBezTo>
                  <a:pt x="4410433" y="992278"/>
                  <a:pt x="4413409" y="979590"/>
                  <a:pt x="4413409" y="961284"/>
                </a:cubicBezTo>
                <a:cubicBezTo>
                  <a:pt x="4413409" y="945881"/>
                  <a:pt x="4410302" y="934625"/>
                  <a:pt x="4404089" y="927519"/>
                </a:cubicBezTo>
                <a:cubicBezTo>
                  <a:pt x="4397875" y="920412"/>
                  <a:pt x="4389448" y="916859"/>
                  <a:pt x="4378807" y="916859"/>
                </a:cubicBezTo>
                <a:close/>
                <a:moveTo>
                  <a:pt x="2950056" y="916859"/>
                </a:moveTo>
                <a:cubicBezTo>
                  <a:pt x="2939862" y="916859"/>
                  <a:pt x="2931676" y="920468"/>
                  <a:pt x="2925500" y="927686"/>
                </a:cubicBezTo>
                <a:cubicBezTo>
                  <a:pt x="2919323" y="934905"/>
                  <a:pt x="2916235" y="946848"/>
                  <a:pt x="2916235" y="963517"/>
                </a:cubicBezTo>
                <a:cubicBezTo>
                  <a:pt x="2916235" y="980037"/>
                  <a:pt x="2919305" y="991906"/>
                  <a:pt x="2925444" y="999124"/>
                </a:cubicBezTo>
                <a:cubicBezTo>
                  <a:pt x="2931583" y="1006342"/>
                  <a:pt x="2939936" y="1009951"/>
                  <a:pt x="2950503" y="1009951"/>
                </a:cubicBezTo>
                <a:cubicBezTo>
                  <a:pt x="2961367" y="1009951"/>
                  <a:pt x="2969776" y="1006417"/>
                  <a:pt x="2975729" y="999347"/>
                </a:cubicBezTo>
                <a:cubicBezTo>
                  <a:pt x="2981682" y="992278"/>
                  <a:pt x="2984659" y="979590"/>
                  <a:pt x="2984659" y="961284"/>
                </a:cubicBezTo>
                <a:cubicBezTo>
                  <a:pt x="2984659" y="945881"/>
                  <a:pt x="2981552" y="934625"/>
                  <a:pt x="2975339" y="927519"/>
                </a:cubicBezTo>
                <a:cubicBezTo>
                  <a:pt x="2969125" y="920412"/>
                  <a:pt x="2960698" y="916859"/>
                  <a:pt x="2950056" y="916859"/>
                </a:cubicBezTo>
                <a:close/>
                <a:moveTo>
                  <a:pt x="6675447" y="914627"/>
                </a:moveTo>
                <a:lnTo>
                  <a:pt x="6675447" y="951127"/>
                </a:lnTo>
                <a:lnTo>
                  <a:pt x="6687837" y="951127"/>
                </a:lnTo>
                <a:cubicBezTo>
                  <a:pt x="6697585" y="951127"/>
                  <a:pt x="6704432" y="949434"/>
                  <a:pt x="6708375" y="946048"/>
                </a:cubicBezTo>
                <a:cubicBezTo>
                  <a:pt x="6712319" y="942662"/>
                  <a:pt x="6714291" y="938328"/>
                  <a:pt x="6714291" y="933044"/>
                </a:cubicBezTo>
                <a:cubicBezTo>
                  <a:pt x="6714291" y="927910"/>
                  <a:pt x="6712580" y="923556"/>
                  <a:pt x="6709157" y="919985"/>
                </a:cubicBezTo>
                <a:cubicBezTo>
                  <a:pt x="6705734" y="916413"/>
                  <a:pt x="6699297" y="914627"/>
                  <a:pt x="6689847" y="914627"/>
                </a:cubicBezTo>
                <a:close/>
                <a:moveTo>
                  <a:pt x="5618173" y="914627"/>
                </a:moveTo>
                <a:lnTo>
                  <a:pt x="5618173" y="951127"/>
                </a:lnTo>
                <a:lnTo>
                  <a:pt x="5630563" y="951127"/>
                </a:lnTo>
                <a:cubicBezTo>
                  <a:pt x="5640311" y="951127"/>
                  <a:pt x="5647157" y="949434"/>
                  <a:pt x="5651101" y="946048"/>
                </a:cubicBezTo>
                <a:cubicBezTo>
                  <a:pt x="5655045" y="942662"/>
                  <a:pt x="5657017" y="938328"/>
                  <a:pt x="5657017" y="933044"/>
                </a:cubicBezTo>
                <a:cubicBezTo>
                  <a:pt x="5657017" y="927910"/>
                  <a:pt x="5655305" y="923556"/>
                  <a:pt x="5651882" y="919985"/>
                </a:cubicBezTo>
                <a:cubicBezTo>
                  <a:pt x="5648459" y="916413"/>
                  <a:pt x="5642022" y="914627"/>
                  <a:pt x="5632572" y="914627"/>
                </a:cubicBezTo>
                <a:close/>
                <a:moveTo>
                  <a:pt x="5437198" y="914627"/>
                </a:moveTo>
                <a:lnTo>
                  <a:pt x="5437198" y="951127"/>
                </a:lnTo>
                <a:lnTo>
                  <a:pt x="5449588" y="951127"/>
                </a:lnTo>
                <a:cubicBezTo>
                  <a:pt x="5459336" y="951127"/>
                  <a:pt x="5466182" y="949434"/>
                  <a:pt x="5470126" y="946048"/>
                </a:cubicBezTo>
                <a:cubicBezTo>
                  <a:pt x="5474070" y="942662"/>
                  <a:pt x="5476042" y="938328"/>
                  <a:pt x="5476042" y="933044"/>
                </a:cubicBezTo>
                <a:cubicBezTo>
                  <a:pt x="5476042" y="927910"/>
                  <a:pt x="5474330" y="923556"/>
                  <a:pt x="5470907" y="919985"/>
                </a:cubicBezTo>
                <a:cubicBezTo>
                  <a:pt x="5467484" y="916413"/>
                  <a:pt x="5461047" y="914627"/>
                  <a:pt x="5451597" y="914627"/>
                </a:cubicBezTo>
                <a:close/>
                <a:moveTo>
                  <a:pt x="56131" y="914515"/>
                </a:moveTo>
                <a:lnTo>
                  <a:pt x="56131" y="945546"/>
                </a:lnTo>
                <a:lnTo>
                  <a:pt x="78121" y="945546"/>
                </a:lnTo>
                <a:cubicBezTo>
                  <a:pt x="86009" y="945546"/>
                  <a:pt x="91497" y="944188"/>
                  <a:pt x="94585" y="941472"/>
                </a:cubicBezTo>
                <a:cubicBezTo>
                  <a:pt x="97673" y="938755"/>
                  <a:pt x="99217" y="934830"/>
                  <a:pt x="99217" y="929696"/>
                </a:cubicBezTo>
                <a:cubicBezTo>
                  <a:pt x="99217" y="924933"/>
                  <a:pt x="97673" y="921212"/>
                  <a:pt x="94585" y="918533"/>
                </a:cubicBezTo>
                <a:cubicBezTo>
                  <a:pt x="91497" y="915855"/>
                  <a:pt x="86120" y="914515"/>
                  <a:pt x="78456" y="914515"/>
                </a:cubicBezTo>
                <a:close/>
                <a:moveTo>
                  <a:pt x="8512842" y="881364"/>
                </a:moveTo>
                <a:lnTo>
                  <a:pt x="8563518" y="881364"/>
                </a:lnTo>
                <a:lnTo>
                  <a:pt x="8563518" y="1045000"/>
                </a:lnTo>
                <a:lnTo>
                  <a:pt x="8512842" y="1045000"/>
                </a:lnTo>
                <a:close/>
                <a:moveTo>
                  <a:pt x="8003477" y="881364"/>
                </a:moveTo>
                <a:lnTo>
                  <a:pt x="8058631" y="881364"/>
                </a:lnTo>
                <a:lnTo>
                  <a:pt x="8120122" y="1045000"/>
                </a:lnTo>
                <a:lnTo>
                  <a:pt x="8067173" y="1045000"/>
                </a:lnTo>
                <a:lnTo>
                  <a:pt x="8058989" y="1017988"/>
                </a:lnTo>
                <a:lnTo>
                  <a:pt x="8001581" y="1017988"/>
                </a:lnTo>
                <a:lnTo>
                  <a:pt x="7993605" y="1045000"/>
                </a:lnTo>
                <a:lnTo>
                  <a:pt x="7941975" y="1045000"/>
                </a:lnTo>
                <a:close/>
                <a:moveTo>
                  <a:pt x="7796458" y="881364"/>
                </a:moveTo>
                <a:lnTo>
                  <a:pt x="7847023" y="881364"/>
                </a:lnTo>
                <a:lnTo>
                  <a:pt x="7847023" y="1004705"/>
                </a:lnTo>
                <a:lnTo>
                  <a:pt x="7925939" y="1004705"/>
                </a:lnTo>
                <a:lnTo>
                  <a:pt x="7925939" y="1045000"/>
                </a:lnTo>
                <a:lnTo>
                  <a:pt x="7796458" y="1045000"/>
                </a:lnTo>
                <a:close/>
                <a:moveTo>
                  <a:pt x="7310571" y="881364"/>
                </a:moveTo>
                <a:lnTo>
                  <a:pt x="7446079" y="881364"/>
                </a:lnTo>
                <a:lnTo>
                  <a:pt x="7446079" y="916301"/>
                </a:lnTo>
                <a:lnTo>
                  <a:pt x="7361247" y="916301"/>
                </a:lnTo>
                <a:lnTo>
                  <a:pt x="7361247" y="942309"/>
                </a:lnTo>
                <a:lnTo>
                  <a:pt x="7439941" y="942309"/>
                </a:lnTo>
                <a:lnTo>
                  <a:pt x="7439941" y="975684"/>
                </a:lnTo>
                <a:lnTo>
                  <a:pt x="7361247" y="975684"/>
                </a:lnTo>
                <a:lnTo>
                  <a:pt x="7361247" y="1007942"/>
                </a:lnTo>
                <a:lnTo>
                  <a:pt x="7448535" y="1007942"/>
                </a:lnTo>
                <a:lnTo>
                  <a:pt x="7448535" y="1045000"/>
                </a:lnTo>
                <a:lnTo>
                  <a:pt x="7310571" y="1045000"/>
                </a:lnTo>
                <a:close/>
                <a:moveTo>
                  <a:pt x="7127736" y="881364"/>
                </a:moveTo>
                <a:lnTo>
                  <a:pt x="7281439" y="881364"/>
                </a:lnTo>
                <a:lnTo>
                  <a:pt x="7281439" y="921770"/>
                </a:lnTo>
                <a:lnTo>
                  <a:pt x="7229869" y="921770"/>
                </a:lnTo>
                <a:lnTo>
                  <a:pt x="7229869" y="1045000"/>
                </a:lnTo>
                <a:lnTo>
                  <a:pt x="7179305" y="1045000"/>
                </a:lnTo>
                <a:lnTo>
                  <a:pt x="7179305" y="921770"/>
                </a:lnTo>
                <a:lnTo>
                  <a:pt x="7127736" y="921770"/>
                </a:lnTo>
                <a:close/>
                <a:moveTo>
                  <a:pt x="7003351" y="881364"/>
                </a:moveTo>
                <a:lnTo>
                  <a:pt x="7058506" y="881364"/>
                </a:lnTo>
                <a:lnTo>
                  <a:pt x="7119997" y="1045000"/>
                </a:lnTo>
                <a:lnTo>
                  <a:pt x="7067049" y="1045000"/>
                </a:lnTo>
                <a:lnTo>
                  <a:pt x="7058863" y="1017988"/>
                </a:lnTo>
                <a:lnTo>
                  <a:pt x="7001455" y="1017988"/>
                </a:lnTo>
                <a:lnTo>
                  <a:pt x="6993480" y="1045000"/>
                </a:lnTo>
                <a:lnTo>
                  <a:pt x="6941850" y="1045000"/>
                </a:lnTo>
                <a:close/>
                <a:moveTo>
                  <a:pt x="6796333" y="881364"/>
                </a:moveTo>
                <a:lnTo>
                  <a:pt x="6846897" y="881364"/>
                </a:lnTo>
                <a:lnTo>
                  <a:pt x="6846897" y="1004705"/>
                </a:lnTo>
                <a:lnTo>
                  <a:pt x="6925813" y="1004705"/>
                </a:lnTo>
                <a:lnTo>
                  <a:pt x="6925813" y="1045000"/>
                </a:lnTo>
                <a:lnTo>
                  <a:pt x="6796333" y="1045000"/>
                </a:lnTo>
                <a:close/>
                <a:moveTo>
                  <a:pt x="6624660" y="881364"/>
                </a:moveTo>
                <a:lnTo>
                  <a:pt x="6708711" y="881364"/>
                </a:lnTo>
                <a:cubicBezTo>
                  <a:pt x="6727017" y="881364"/>
                  <a:pt x="6740727" y="885717"/>
                  <a:pt x="6749843" y="894423"/>
                </a:cubicBezTo>
                <a:cubicBezTo>
                  <a:pt x="6758959" y="903130"/>
                  <a:pt x="6763517" y="915520"/>
                  <a:pt x="6763517" y="931593"/>
                </a:cubicBezTo>
                <a:cubicBezTo>
                  <a:pt x="6763517" y="948113"/>
                  <a:pt x="6758549" y="961024"/>
                  <a:pt x="6748615" y="970326"/>
                </a:cubicBezTo>
                <a:cubicBezTo>
                  <a:pt x="6738681" y="979627"/>
                  <a:pt x="6723519" y="984278"/>
                  <a:pt x="6703129" y="984278"/>
                </a:cubicBezTo>
                <a:lnTo>
                  <a:pt x="6675447" y="984278"/>
                </a:lnTo>
                <a:lnTo>
                  <a:pt x="6675447" y="1045000"/>
                </a:lnTo>
                <a:lnTo>
                  <a:pt x="6624660" y="1045000"/>
                </a:lnTo>
                <a:close/>
                <a:moveTo>
                  <a:pt x="6386200" y="881364"/>
                </a:moveTo>
                <a:lnTo>
                  <a:pt x="6452699" y="881364"/>
                </a:lnTo>
                <a:lnTo>
                  <a:pt x="6478344" y="980930"/>
                </a:lnTo>
                <a:lnTo>
                  <a:pt x="6503805" y="881364"/>
                </a:lnTo>
                <a:lnTo>
                  <a:pt x="6570263" y="881364"/>
                </a:lnTo>
                <a:lnTo>
                  <a:pt x="6570263" y="1045000"/>
                </a:lnTo>
                <a:lnTo>
                  <a:pt x="6528852" y="1045000"/>
                </a:lnTo>
                <a:lnTo>
                  <a:pt x="6528852" y="920208"/>
                </a:lnTo>
                <a:lnTo>
                  <a:pt x="6496944" y="1045000"/>
                </a:lnTo>
                <a:lnTo>
                  <a:pt x="6459462" y="1045000"/>
                </a:lnTo>
                <a:lnTo>
                  <a:pt x="6427612" y="920208"/>
                </a:lnTo>
                <a:lnTo>
                  <a:pt x="6427612" y="1045000"/>
                </a:lnTo>
                <a:lnTo>
                  <a:pt x="6386200" y="1045000"/>
                </a:lnTo>
                <a:close/>
                <a:moveTo>
                  <a:pt x="6215197" y="881364"/>
                </a:moveTo>
                <a:lnTo>
                  <a:pt x="6350705" y="881364"/>
                </a:lnTo>
                <a:lnTo>
                  <a:pt x="6350705" y="916301"/>
                </a:lnTo>
                <a:lnTo>
                  <a:pt x="6265873" y="916301"/>
                </a:lnTo>
                <a:lnTo>
                  <a:pt x="6265873" y="942309"/>
                </a:lnTo>
                <a:lnTo>
                  <a:pt x="6344566" y="942309"/>
                </a:lnTo>
                <a:lnTo>
                  <a:pt x="6344566" y="975684"/>
                </a:lnTo>
                <a:lnTo>
                  <a:pt x="6265873" y="975684"/>
                </a:lnTo>
                <a:lnTo>
                  <a:pt x="6265873" y="1007942"/>
                </a:lnTo>
                <a:lnTo>
                  <a:pt x="6353160" y="1007942"/>
                </a:lnTo>
                <a:lnTo>
                  <a:pt x="6353160" y="1045000"/>
                </a:lnTo>
                <a:lnTo>
                  <a:pt x="6215197" y="1045000"/>
                </a:lnTo>
                <a:close/>
                <a:moveTo>
                  <a:pt x="6032361" y="881364"/>
                </a:moveTo>
                <a:lnTo>
                  <a:pt x="6186064" y="881364"/>
                </a:lnTo>
                <a:lnTo>
                  <a:pt x="6186064" y="921770"/>
                </a:lnTo>
                <a:lnTo>
                  <a:pt x="6134495" y="921770"/>
                </a:lnTo>
                <a:lnTo>
                  <a:pt x="6134495" y="1045000"/>
                </a:lnTo>
                <a:lnTo>
                  <a:pt x="6083930" y="1045000"/>
                </a:lnTo>
                <a:lnTo>
                  <a:pt x="6083930" y="921770"/>
                </a:lnTo>
                <a:lnTo>
                  <a:pt x="6032361" y="921770"/>
                </a:lnTo>
                <a:close/>
                <a:moveTo>
                  <a:pt x="5727561" y="881364"/>
                </a:moveTo>
                <a:lnTo>
                  <a:pt x="5881264" y="881364"/>
                </a:lnTo>
                <a:lnTo>
                  <a:pt x="5881264" y="921770"/>
                </a:lnTo>
                <a:lnTo>
                  <a:pt x="5829695" y="921770"/>
                </a:lnTo>
                <a:lnTo>
                  <a:pt x="5829695" y="1045000"/>
                </a:lnTo>
                <a:lnTo>
                  <a:pt x="5779130" y="1045000"/>
                </a:lnTo>
                <a:lnTo>
                  <a:pt x="5779130" y="921770"/>
                </a:lnTo>
                <a:lnTo>
                  <a:pt x="5727561" y="921770"/>
                </a:lnTo>
                <a:close/>
                <a:moveTo>
                  <a:pt x="5567385" y="881364"/>
                </a:moveTo>
                <a:lnTo>
                  <a:pt x="5651436" y="881364"/>
                </a:lnTo>
                <a:cubicBezTo>
                  <a:pt x="5669742" y="881364"/>
                  <a:pt x="5683453" y="885717"/>
                  <a:pt x="5692568" y="894423"/>
                </a:cubicBezTo>
                <a:cubicBezTo>
                  <a:pt x="5701684" y="903130"/>
                  <a:pt x="5706242" y="915520"/>
                  <a:pt x="5706242" y="931593"/>
                </a:cubicBezTo>
                <a:cubicBezTo>
                  <a:pt x="5706242" y="948113"/>
                  <a:pt x="5701275" y="961024"/>
                  <a:pt x="5691340" y="970326"/>
                </a:cubicBezTo>
                <a:cubicBezTo>
                  <a:pt x="5681406" y="979627"/>
                  <a:pt x="5666244" y="984278"/>
                  <a:pt x="5645855" y="984278"/>
                </a:cubicBezTo>
                <a:lnTo>
                  <a:pt x="5618173" y="984278"/>
                </a:lnTo>
                <a:lnTo>
                  <a:pt x="5618173" y="1045000"/>
                </a:lnTo>
                <a:lnTo>
                  <a:pt x="5567385" y="1045000"/>
                </a:lnTo>
                <a:close/>
                <a:moveTo>
                  <a:pt x="5386410" y="881364"/>
                </a:moveTo>
                <a:lnTo>
                  <a:pt x="5470461" y="881364"/>
                </a:lnTo>
                <a:cubicBezTo>
                  <a:pt x="5488767" y="881364"/>
                  <a:pt x="5502478" y="885717"/>
                  <a:pt x="5511593" y="894423"/>
                </a:cubicBezTo>
                <a:cubicBezTo>
                  <a:pt x="5520709" y="903130"/>
                  <a:pt x="5525267" y="915520"/>
                  <a:pt x="5525267" y="931593"/>
                </a:cubicBezTo>
                <a:cubicBezTo>
                  <a:pt x="5525267" y="948113"/>
                  <a:pt x="5520300" y="961024"/>
                  <a:pt x="5510365" y="970326"/>
                </a:cubicBezTo>
                <a:cubicBezTo>
                  <a:pt x="5500431" y="979627"/>
                  <a:pt x="5485269" y="984278"/>
                  <a:pt x="5464880" y="984278"/>
                </a:cubicBezTo>
                <a:lnTo>
                  <a:pt x="5437198" y="984278"/>
                </a:lnTo>
                <a:lnTo>
                  <a:pt x="5437198" y="1045000"/>
                </a:lnTo>
                <a:lnTo>
                  <a:pt x="5386410" y="1045000"/>
                </a:lnTo>
                <a:close/>
                <a:moveTo>
                  <a:pt x="5055788" y="881364"/>
                </a:moveTo>
                <a:lnTo>
                  <a:pt x="5111953" y="881364"/>
                </a:lnTo>
                <a:lnTo>
                  <a:pt x="5144925" y="936565"/>
                </a:lnTo>
                <a:lnTo>
                  <a:pt x="5177960" y="881364"/>
                </a:lnTo>
                <a:lnTo>
                  <a:pt x="5233824" y="881364"/>
                </a:lnTo>
                <a:lnTo>
                  <a:pt x="5170200" y="976465"/>
                </a:lnTo>
                <a:lnTo>
                  <a:pt x="5170200" y="1045000"/>
                </a:lnTo>
                <a:lnTo>
                  <a:pt x="5119524" y="1045000"/>
                </a:lnTo>
                <a:lnTo>
                  <a:pt x="5119524" y="976465"/>
                </a:lnTo>
                <a:close/>
                <a:moveTo>
                  <a:pt x="4500808" y="881364"/>
                </a:moveTo>
                <a:lnTo>
                  <a:pt x="4551373" y="881364"/>
                </a:lnTo>
                <a:lnTo>
                  <a:pt x="4551373" y="1004705"/>
                </a:lnTo>
                <a:lnTo>
                  <a:pt x="4630289" y="1004705"/>
                </a:lnTo>
                <a:lnTo>
                  <a:pt x="4630289" y="1045000"/>
                </a:lnTo>
                <a:lnTo>
                  <a:pt x="4500808" y="1045000"/>
                </a:lnTo>
                <a:close/>
                <a:moveTo>
                  <a:pt x="4101093" y="881364"/>
                </a:moveTo>
                <a:lnTo>
                  <a:pt x="4148309" y="881364"/>
                </a:lnTo>
                <a:lnTo>
                  <a:pt x="4209924" y="971895"/>
                </a:lnTo>
                <a:lnTo>
                  <a:pt x="4209924" y="881364"/>
                </a:lnTo>
                <a:lnTo>
                  <a:pt x="4257586" y="881364"/>
                </a:lnTo>
                <a:lnTo>
                  <a:pt x="4257586" y="1045000"/>
                </a:lnTo>
                <a:lnTo>
                  <a:pt x="4209924" y="1045000"/>
                </a:lnTo>
                <a:lnTo>
                  <a:pt x="4148644" y="955152"/>
                </a:lnTo>
                <a:lnTo>
                  <a:pt x="4148644" y="1045000"/>
                </a:lnTo>
                <a:lnTo>
                  <a:pt x="4101093" y="1045000"/>
                </a:lnTo>
                <a:close/>
                <a:moveTo>
                  <a:pt x="3900957" y="881364"/>
                </a:moveTo>
                <a:lnTo>
                  <a:pt x="3951521" y="881364"/>
                </a:lnTo>
                <a:lnTo>
                  <a:pt x="3951521" y="938625"/>
                </a:lnTo>
                <a:lnTo>
                  <a:pt x="4006773" y="938625"/>
                </a:lnTo>
                <a:lnTo>
                  <a:pt x="4006773" y="881364"/>
                </a:lnTo>
                <a:lnTo>
                  <a:pt x="4057561" y="881364"/>
                </a:lnTo>
                <a:lnTo>
                  <a:pt x="4057561" y="1045000"/>
                </a:lnTo>
                <a:lnTo>
                  <a:pt x="4006773" y="1045000"/>
                </a:lnTo>
                <a:lnTo>
                  <a:pt x="4006773" y="978809"/>
                </a:lnTo>
                <a:lnTo>
                  <a:pt x="3951521" y="978809"/>
                </a:lnTo>
                <a:lnTo>
                  <a:pt x="3951521" y="1045000"/>
                </a:lnTo>
                <a:lnTo>
                  <a:pt x="3900957" y="1045000"/>
                </a:lnTo>
                <a:close/>
                <a:moveTo>
                  <a:pt x="3538672" y="881364"/>
                </a:moveTo>
                <a:lnTo>
                  <a:pt x="3674180" y="881364"/>
                </a:lnTo>
                <a:lnTo>
                  <a:pt x="3674180" y="916301"/>
                </a:lnTo>
                <a:lnTo>
                  <a:pt x="3589348" y="916301"/>
                </a:lnTo>
                <a:lnTo>
                  <a:pt x="3589348" y="942309"/>
                </a:lnTo>
                <a:lnTo>
                  <a:pt x="3668041" y="942309"/>
                </a:lnTo>
                <a:lnTo>
                  <a:pt x="3668041" y="975684"/>
                </a:lnTo>
                <a:lnTo>
                  <a:pt x="3589348" y="975684"/>
                </a:lnTo>
                <a:lnTo>
                  <a:pt x="3589348" y="1007942"/>
                </a:lnTo>
                <a:lnTo>
                  <a:pt x="3676635" y="1007942"/>
                </a:lnTo>
                <a:lnTo>
                  <a:pt x="3676635" y="1045000"/>
                </a:lnTo>
                <a:lnTo>
                  <a:pt x="3538672" y="1045000"/>
                </a:lnTo>
                <a:close/>
                <a:moveTo>
                  <a:pt x="3346311" y="881364"/>
                </a:moveTo>
                <a:lnTo>
                  <a:pt x="3500014" y="881364"/>
                </a:lnTo>
                <a:lnTo>
                  <a:pt x="3500014" y="921770"/>
                </a:lnTo>
                <a:lnTo>
                  <a:pt x="3448445" y="921770"/>
                </a:lnTo>
                <a:lnTo>
                  <a:pt x="3448445" y="1045000"/>
                </a:lnTo>
                <a:lnTo>
                  <a:pt x="3397880" y="1045000"/>
                </a:lnTo>
                <a:lnTo>
                  <a:pt x="3397880" y="921770"/>
                </a:lnTo>
                <a:lnTo>
                  <a:pt x="3346311" y="921770"/>
                </a:lnTo>
                <a:close/>
                <a:moveTo>
                  <a:pt x="3072282" y="881364"/>
                </a:moveTo>
                <a:lnTo>
                  <a:pt x="3197297" y="881364"/>
                </a:lnTo>
                <a:lnTo>
                  <a:pt x="3197297" y="916524"/>
                </a:lnTo>
                <a:lnTo>
                  <a:pt x="3123069" y="916524"/>
                </a:lnTo>
                <a:lnTo>
                  <a:pt x="3123069" y="945099"/>
                </a:lnTo>
                <a:lnTo>
                  <a:pt x="3186470" y="945099"/>
                </a:lnTo>
                <a:lnTo>
                  <a:pt x="3186470" y="978139"/>
                </a:lnTo>
                <a:lnTo>
                  <a:pt x="3123069" y="978139"/>
                </a:lnTo>
                <a:lnTo>
                  <a:pt x="3123069" y="1045000"/>
                </a:lnTo>
                <a:lnTo>
                  <a:pt x="3072282" y="1045000"/>
                </a:lnTo>
                <a:close/>
                <a:moveTo>
                  <a:pt x="2567122" y="881364"/>
                </a:moveTo>
                <a:lnTo>
                  <a:pt x="2702630" y="881364"/>
                </a:lnTo>
                <a:lnTo>
                  <a:pt x="2702630" y="916301"/>
                </a:lnTo>
                <a:lnTo>
                  <a:pt x="2617798" y="916301"/>
                </a:lnTo>
                <a:lnTo>
                  <a:pt x="2617798" y="942309"/>
                </a:lnTo>
                <a:lnTo>
                  <a:pt x="2696491" y="942309"/>
                </a:lnTo>
                <a:lnTo>
                  <a:pt x="2696491" y="975684"/>
                </a:lnTo>
                <a:lnTo>
                  <a:pt x="2617798" y="975684"/>
                </a:lnTo>
                <a:lnTo>
                  <a:pt x="2617798" y="1007942"/>
                </a:lnTo>
                <a:lnTo>
                  <a:pt x="2705085" y="1007942"/>
                </a:lnTo>
                <a:lnTo>
                  <a:pt x="2705085" y="1045000"/>
                </a:lnTo>
                <a:lnTo>
                  <a:pt x="2567122" y="1045000"/>
                </a:lnTo>
                <a:close/>
                <a:moveTo>
                  <a:pt x="2384287" y="881364"/>
                </a:moveTo>
                <a:lnTo>
                  <a:pt x="2537989" y="881364"/>
                </a:lnTo>
                <a:lnTo>
                  <a:pt x="2537989" y="921770"/>
                </a:lnTo>
                <a:lnTo>
                  <a:pt x="2486420" y="921770"/>
                </a:lnTo>
                <a:lnTo>
                  <a:pt x="2486420" y="1045000"/>
                </a:lnTo>
                <a:lnTo>
                  <a:pt x="2435856" y="1045000"/>
                </a:lnTo>
                <a:lnTo>
                  <a:pt x="2435856" y="921770"/>
                </a:lnTo>
                <a:lnTo>
                  <a:pt x="2384287" y="921770"/>
                </a:lnTo>
                <a:close/>
                <a:moveTo>
                  <a:pt x="2186345" y="881364"/>
                </a:moveTo>
                <a:lnTo>
                  <a:pt x="2236799" y="881364"/>
                </a:lnTo>
                <a:lnTo>
                  <a:pt x="2236799" y="981177"/>
                </a:lnTo>
                <a:cubicBezTo>
                  <a:pt x="2236799" y="990100"/>
                  <a:pt x="2239272" y="997071"/>
                  <a:pt x="2244221" y="1002089"/>
                </a:cubicBezTo>
                <a:cubicBezTo>
                  <a:pt x="2249169" y="1007107"/>
                  <a:pt x="2256034" y="1009616"/>
                  <a:pt x="2264815" y="1009616"/>
                </a:cubicBezTo>
                <a:cubicBezTo>
                  <a:pt x="2273521" y="1009616"/>
                  <a:pt x="2280349" y="1007144"/>
                  <a:pt x="2285298" y="1002200"/>
                </a:cubicBezTo>
                <a:cubicBezTo>
                  <a:pt x="2290246" y="997255"/>
                  <a:pt x="2292720" y="990248"/>
                  <a:pt x="2292720" y="981177"/>
                </a:cubicBezTo>
                <a:lnTo>
                  <a:pt x="2292720" y="881364"/>
                </a:lnTo>
                <a:lnTo>
                  <a:pt x="2343173" y="881364"/>
                </a:lnTo>
                <a:lnTo>
                  <a:pt x="2343173" y="978856"/>
                </a:lnTo>
                <a:cubicBezTo>
                  <a:pt x="2343173" y="988523"/>
                  <a:pt x="2341666" y="997651"/>
                  <a:pt x="2338652" y="1006240"/>
                </a:cubicBezTo>
                <a:cubicBezTo>
                  <a:pt x="2335639" y="1014829"/>
                  <a:pt x="2330913" y="1022340"/>
                  <a:pt x="2324476" y="1028772"/>
                </a:cubicBezTo>
                <a:cubicBezTo>
                  <a:pt x="2318039" y="1035205"/>
                  <a:pt x="2311286" y="1039723"/>
                  <a:pt x="2304217" y="1042325"/>
                </a:cubicBezTo>
                <a:cubicBezTo>
                  <a:pt x="2294394" y="1045969"/>
                  <a:pt x="2282600" y="1047791"/>
                  <a:pt x="2268833" y="1047791"/>
                </a:cubicBezTo>
                <a:cubicBezTo>
                  <a:pt x="2260871" y="1047791"/>
                  <a:pt x="2252183" y="1047233"/>
                  <a:pt x="2242770" y="1046117"/>
                </a:cubicBezTo>
                <a:cubicBezTo>
                  <a:pt x="2233356" y="1045002"/>
                  <a:pt x="2225487" y="1042789"/>
                  <a:pt x="2219162" y="1039480"/>
                </a:cubicBezTo>
                <a:cubicBezTo>
                  <a:pt x="2212837" y="1036171"/>
                  <a:pt x="2207051" y="1031468"/>
                  <a:pt x="2201805" y="1025370"/>
                </a:cubicBezTo>
                <a:cubicBezTo>
                  <a:pt x="2196558" y="1019272"/>
                  <a:pt x="2192968" y="1012988"/>
                  <a:pt x="2191033" y="1006519"/>
                </a:cubicBezTo>
                <a:cubicBezTo>
                  <a:pt x="2187908" y="996108"/>
                  <a:pt x="2186345" y="986887"/>
                  <a:pt x="2186345" y="978856"/>
                </a:cubicBezTo>
                <a:close/>
                <a:moveTo>
                  <a:pt x="2003287" y="881364"/>
                </a:moveTo>
                <a:lnTo>
                  <a:pt x="2156989" y="881364"/>
                </a:lnTo>
                <a:lnTo>
                  <a:pt x="2156989" y="921770"/>
                </a:lnTo>
                <a:lnTo>
                  <a:pt x="2105420" y="921770"/>
                </a:lnTo>
                <a:lnTo>
                  <a:pt x="2105420" y="1045000"/>
                </a:lnTo>
                <a:lnTo>
                  <a:pt x="2054856" y="1045000"/>
                </a:lnTo>
                <a:lnTo>
                  <a:pt x="2054856" y="921770"/>
                </a:lnTo>
                <a:lnTo>
                  <a:pt x="2003287" y="921770"/>
                </a:lnTo>
                <a:close/>
                <a:moveTo>
                  <a:pt x="1912018" y="881364"/>
                </a:moveTo>
                <a:lnTo>
                  <a:pt x="1962694" y="881364"/>
                </a:lnTo>
                <a:lnTo>
                  <a:pt x="1962694" y="1045000"/>
                </a:lnTo>
                <a:lnTo>
                  <a:pt x="1912018" y="1045000"/>
                </a:lnTo>
                <a:close/>
                <a:moveTo>
                  <a:pt x="1727062" y="881364"/>
                </a:moveTo>
                <a:lnTo>
                  <a:pt x="1880764" y="881364"/>
                </a:lnTo>
                <a:lnTo>
                  <a:pt x="1880764" y="921770"/>
                </a:lnTo>
                <a:lnTo>
                  <a:pt x="1829195" y="921770"/>
                </a:lnTo>
                <a:lnTo>
                  <a:pt x="1829195" y="1045000"/>
                </a:lnTo>
                <a:lnTo>
                  <a:pt x="1778630" y="1045000"/>
                </a:lnTo>
                <a:lnTo>
                  <a:pt x="1778630" y="921770"/>
                </a:lnTo>
                <a:lnTo>
                  <a:pt x="1727062" y="921770"/>
                </a:lnTo>
                <a:close/>
                <a:moveTo>
                  <a:pt x="1357893" y="881364"/>
                </a:moveTo>
                <a:lnTo>
                  <a:pt x="1405110" y="881364"/>
                </a:lnTo>
                <a:lnTo>
                  <a:pt x="1466724" y="971895"/>
                </a:lnTo>
                <a:lnTo>
                  <a:pt x="1466724" y="881364"/>
                </a:lnTo>
                <a:lnTo>
                  <a:pt x="1514386" y="881364"/>
                </a:lnTo>
                <a:lnTo>
                  <a:pt x="1514386" y="1045000"/>
                </a:lnTo>
                <a:lnTo>
                  <a:pt x="1466724" y="1045000"/>
                </a:lnTo>
                <a:lnTo>
                  <a:pt x="1405444" y="955152"/>
                </a:lnTo>
                <a:lnTo>
                  <a:pt x="1405444" y="1045000"/>
                </a:lnTo>
                <a:lnTo>
                  <a:pt x="1357893" y="1045000"/>
                </a:lnTo>
                <a:close/>
                <a:moveTo>
                  <a:pt x="1264318" y="881364"/>
                </a:moveTo>
                <a:lnTo>
                  <a:pt x="1314995" y="881364"/>
                </a:lnTo>
                <a:lnTo>
                  <a:pt x="1314995" y="1045000"/>
                </a:lnTo>
                <a:lnTo>
                  <a:pt x="1264318" y="1045000"/>
                </a:lnTo>
                <a:close/>
                <a:moveTo>
                  <a:pt x="729244" y="881364"/>
                </a:moveTo>
                <a:lnTo>
                  <a:pt x="776459" y="881364"/>
                </a:lnTo>
                <a:lnTo>
                  <a:pt x="838074" y="971895"/>
                </a:lnTo>
                <a:lnTo>
                  <a:pt x="838074" y="881364"/>
                </a:lnTo>
                <a:lnTo>
                  <a:pt x="885736" y="881364"/>
                </a:lnTo>
                <a:lnTo>
                  <a:pt x="885736" y="1045000"/>
                </a:lnTo>
                <a:lnTo>
                  <a:pt x="838074" y="1045000"/>
                </a:lnTo>
                <a:lnTo>
                  <a:pt x="776794" y="955152"/>
                </a:lnTo>
                <a:lnTo>
                  <a:pt x="776794" y="1045000"/>
                </a:lnTo>
                <a:lnTo>
                  <a:pt x="729244" y="1045000"/>
                </a:lnTo>
                <a:close/>
                <a:moveTo>
                  <a:pt x="635668" y="881364"/>
                </a:moveTo>
                <a:lnTo>
                  <a:pt x="686344" y="881364"/>
                </a:lnTo>
                <a:lnTo>
                  <a:pt x="686344" y="1045000"/>
                </a:lnTo>
                <a:lnTo>
                  <a:pt x="635668" y="1045000"/>
                </a:lnTo>
                <a:close/>
                <a:moveTo>
                  <a:pt x="530298" y="881364"/>
                </a:moveTo>
                <a:lnTo>
                  <a:pt x="580974" y="881364"/>
                </a:lnTo>
                <a:lnTo>
                  <a:pt x="580974" y="970266"/>
                </a:lnTo>
                <a:cubicBezTo>
                  <a:pt x="580974" y="988932"/>
                  <a:pt x="579318" y="1003135"/>
                  <a:pt x="576006" y="1012877"/>
                </a:cubicBezTo>
                <a:cubicBezTo>
                  <a:pt x="572695" y="1022619"/>
                  <a:pt x="566035" y="1030873"/>
                  <a:pt x="556027" y="1037640"/>
                </a:cubicBezTo>
                <a:cubicBezTo>
                  <a:pt x="546018" y="1044407"/>
                  <a:pt x="533200" y="1047791"/>
                  <a:pt x="517573" y="1047791"/>
                </a:cubicBezTo>
                <a:cubicBezTo>
                  <a:pt x="501053" y="1047791"/>
                  <a:pt x="488253" y="1045558"/>
                  <a:pt x="479175" y="1041094"/>
                </a:cubicBezTo>
                <a:cubicBezTo>
                  <a:pt x="470097" y="1036629"/>
                  <a:pt x="463083" y="1030099"/>
                  <a:pt x="458135" y="1021504"/>
                </a:cubicBezTo>
                <a:cubicBezTo>
                  <a:pt x="453186" y="1012909"/>
                  <a:pt x="450265" y="1002287"/>
                  <a:pt x="449372" y="989636"/>
                </a:cubicBezTo>
                <a:lnTo>
                  <a:pt x="497704" y="983051"/>
                </a:lnTo>
                <a:cubicBezTo>
                  <a:pt x="497779" y="990269"/>
                  <a:pt x="498411" y="995627"/>
                  <a:pt x="499602" y="999124"/>
                </a:cubicBezTo>
                <a:cubicBezTo>
                  <a:pt x="500792" y="1002621"/>
                  <a:pt x="502802" y="1005449"/>
                  <a:pt x="505629" y="1007607"/>
                </a:cubicBezTo>
                <a:cubicBezTo>
                  <a:pt x="507564" y="1009021"/>
                  <a:pt x="510317" y="1009728"/>
                  <a:pt x="513889" y="1009728"/>
                </a:cubicBezTo>
                <a:cubicBezTo>
                  <a:pt x="519545" y="1009728"/>
                  <a:pt x="523693" y="1007628"/>
                  <a:pt x="526335" y="1003427"/>
                </a:cubicBezTo>
                <a:cubicBezTo>
                  <a:pt x="528977" y="999226"/>
                  <a:pt x="530298" y="992144"/>
                  <a:pt x="530298" y="982182"/>
                </a:cubicBezTo>
                <a:close/>
                <a:moveTo>
                  <a:pt x="368968" y="881364"/>
                </a:moveTo>
                <a:lnTo>
                  <a:pt x="419644" y="881364"/>
                </a:lnTo>
                <a:lnTo>
                  <a:pt x="419644" y="1045000"/>
                </a:lnTo>
                <a:lnTo>
                  <a:pt x="368968" y="1045000"/>
                </a:lnTo>
                <a:close/>
                <a:moveTo>
                  <a:pt x="195397" y="881364"/>
                </a:moveTo>
                <a:lnTo>
                  <a:pt x="330905" y="881364"/>
                </a:lnTo>
                <a:lnTo>
                  <a:pt x="330905" y="916301"/>
                </a:lnTo>
                <a:lnTo>
                  <a:pt x="246073" y="916301"/>
                </a:lnTo>
                <a:lnTo>
                  <a:pt x="246073" y="942309"/>
                </a:lnTo>
                <a:lnTo>
                  <a:pt x="324766" y="942309"/>
                </a:lnTo>
                <a:lnTo>
                  <a:pt x="324766" y="975684"/>
                </a:lnTo>
                <a:lnTo>
                  <a:pt x="246073" y="975684"/>
                </a:lnTo>
                <a:lnTo>
                  <a:pt x="246073" y="1007942"/>
                </a:lnTo>
                <a:lnTo>
                  <a:pt x="333361" y="1007942"/>
                </a:lnTo>
                <a:lnTo>
                  <a:pt x="333361" y="1045000"/>
                </a:lnTo>
                <a:lnTo>
                  <a:pt x="195397" y="1045000"/>
                </a:lnTo>
                <a:close/>
                <a:moveTo>
                  <a:pt x="5120" y="881364"/>
                </a:moveTo>
                <a:lnTo>
                  <a:pt x="99775" y="881364"/>
                </a:lnTo>
                <a:cubicBezTo>
                  <a:pt x="115551" y="881364"/>
                  <a:pt x="127662" y="885270"/>
                  <a:pt x="136108" y="893084"/>
                </a:cubicBezTo>
                <a:cubicBezTo>
                  <a:pt x="144554" y="900897"/>
                  <a:pt x="148777" y="910571"/>
                  <a:pt x="148777" y="922105"/>
                </a:cubicBezTo>
                <a:cubicBezTo>
                  <a:pt x="148777" y="931779"/>
                  <a:pt x="145763" y="940076"/>
                  <a:pt x="139736" y="946997"/>
                </a:cubicBezTo>
                <a:cubicBezTo>
                  <a:pt x="135717" y="951611"/>
                  <a:pt x="129838" y="955257"/>
                  <a:pt x="122100" y="957936"/>
                </a:cubicBezTo>
                <a:cubicBezTo>
                  <a:pt x="133857" y="960764"/>
                  <a:pt x="142507" y="965619"/>
                  <a:pt x="148051" y="972502"/>
                </a:cubicBezTo>
                <a:cubicBezTo>
                  <a:pt x="153595" y="979386"/>
                  <a:pt x="156367" y="988036"/>
                  <a:pt x="156367" y="998454"/>
                </a:cubicBezTo>
                <a:cubicBezTo>
                  <a:pt x="156367" y="1006937"/>
                  <a:pt x="154395" y="1014565"/>
                  <a:pt x="150451" y="1021337"/>
                </a:cubicBezTo>
                <a:cubicBezTo>
                  <a:pt x="146507" y="1028108"/>
                  <a:pt x="141112" y="1033466"/>
                  <a:pt x="134266" y="1037410"/>
                </a:cubicBezTo>
                <a:cubicBezTo>
                  <a:pt x="130024" y="1039866"/>
                  <a:pt x="123625" y="1041652"/>
                  <a:pt x="115067" y="1042768"/>
                </a:cubicBezTo>
                <a:cubicBezTo>
                  <a:pt x="103682" y="1044256"/>
                  <a:pt x="96129" y="1045000"/>
                  <a:pt x="92408" y="1045000"/>
                </a:cubicBezTo>
                <a:lnTo>
                  <a:pt x="5120" y="1045000"/>
                </a:lnTo>
                <a:close/>
                <a:moveTo>
                  <a:pt x="8682878" y="878573"/>
                </a:moveTo>
                <a:cubicBezTo>
                  <a:pt x="8703491" y="878573"/>
                  <a:pt x="8719695" y="882740"/>
                  <a:pt x="8731489" y="891075"/>
                </a:cubicBezTo>
                <a:cubicBezTo>
                  <a:pt x="8743284" y="899409"/>
                  <a:pt x="8752046" y="912208"/>
                  <a:pt x="8757776" y="929472"/>
                </a:cubicBezTo>
                <a:lnTo>
                  <a:pt x="8713128" y="939407"/>
                </a:lnTo>
                <a:cubicBezTo>
                  <a:pt x="8711565" y="934421"/>
                  <a:pt x="8709928" y="930775"/>
                  <a:pt x="8708216" y="928468"/>
                </a:cubicBezTo>
                <a:cubicBezTo>
                  <a:pt x="8705389" y="924598"/>
                  <a:pt x="8701928" y="921622"/>
                  <a:pt x="8697836" y="919538"/>
                </a:cubicBezTo>
                <a:cubicBezTo>
                  <a:pt x="8693743" y="917454"/>
                  <a:pt x="8689166" y="916413"/>
                  <a:pt x="8684106" y="916413"/>
                </a:cubicBezTo>
                <a:cubicBezTo>
                  <a:pt x="8672647" y="916413"/>
                  <a:pt x="8663866" y="921021"/>
                  <a:pt x="8657764" y="930238"/>
                </a:cubicBezTo>
                <a:cubicBezTo>
                  <a:pt x="8653150" y="937076"/>
                  <a:pt x="8650843" y="947815"/>
                  <a:pt x="8650843" y="962456"/>
                </a:cubicBezTo>
                <a:cubicBezTo>
                  <a:pt x="8650843" y="980593"/>
                  <a:pt x="8653597" y="993024"/>
                  <a:pt x="8659103" y="999750"/>
                </a:cubicBezTo>
                <a:cubicBezTo>
                  <a:pt x="8664610" y="1006476"/>
                  <a:pt x="8672349" y="1009840"/>
                  <a:pt x="8682320" y="1009840"/>
                </a:cubicBezTo>
                <a:cubicBezTo>
                  <a:pt x="8691994" y="1009840"/>
                  <a:pt x="8699305" y="1007123"/>
                  <a:pt x="8704254" y="1001691"/>
                </a:cubicBezTo>
                <a:cubicBezTo>
                  <a:pt x="8709202" y="996259"/>
                  <a:pt x="8712793" y="988371"/>
                  <a:pt x="8715025" y="978028"/>
                </a:cubicBezTo>
                <a:lnTo>
                  <a:pt x="8759339" y="991422"/>
                </a:lnTo>
                <a:cubicBezTo>
                  <a:pt x="8756362" y="1003849"/>
                  <a:pt x="8751674" y="1014230"/>
                  <a:pt x="8745275" y="1022564"/>
                </a:cubicBezTo>
                <a:cubicBezTo>
                  <a:pt x="8738875" y="1030899"/>
                  <a:pt x="8730931" y="1037187"/>
                  <a:pt x="8721444" y="1041428"/>
                </a:cubicBezTo>
                <a:cubicBezTo>
                  <a:pt x="8711956" y="1045670"/>
                  <a:pt x="8699882" y="1047791"/>
                  <a:pt x="8685223" y="1047791"/>
                </a:cubicBezTo>
                <a:cubicBezTo>
                  <a:pt x="8667438" y="1047791"/>
                  <a:pt x="8652908" y="1045207"/>
                  <a:pt x="8641634" y="1040038"/>
                </a:cubicBezTo>
                <a:cubicBezTo>
                  <a:pt x="8630361" y="1034870"/>
                  <a:pt x="8620631" y="1025779"/>
                  <a:pt x="8612446" y="1012765"/>
                </a:cubicBezTo>
                <a:cubicBezTo>
                  <a:pt x="8604260" y="999752"/>
                  <a:pt x="8600167" y="983094"/>
                  <a:pt x="8600167" y="962791"/>
                </a:cubicBezTo>
                <a:cubicBezTo>
                  <a:pt x="8600167" y="935723"/>
                  <a:pt x="8607367" y="914920"/>
                  <a:pt x="8621766" y="900381"/>
                </a:cubicBezTo>
                <a:cubicBezTo>
                  <a:pt x="8636165" y="885842"/>
                  <a:pt x="8656536" y="878573"/>
                  <a:pt x="8682878" y="878573"/>
                </a:cubicBezTo>
                <a:close/>
                <a:moveTo>
                  <a:pt x="8396719" y="878573"/>
                </a:moveTo>
                <a:cubicBezTo>
                  <a:pt x="8417630" y="878573"/>
                  <a:pt x="8433573" y="882461"/>
                  <a:pt x="8444549" y="890237"/>
                </a:cubicBezTo>
                <a:cubicBezTo>
                  <a:pt x="8455525" y="898014"/>
                  <a:pt x="8462055" y="910385"/>
                  <a:pt x="8464138" y="927351"/>
                </a:cubicBezTo>
                <a:lnTo>
                  <a:pt x="8416476" y="930142"/>
                </a:lnTo>
                <a:cubicBezTo>
                  <a:pt x="8415211" y="922775"/>
                  <a:pt x="8412551" y="917417"/>
                  <a:pt x="8408495" y="914069"/>
                </a:cubicBezTo>
                <a:cubicBezTo>
                  <a:pt x="8404440" y="910720"/>
                  <a:pt x="8398840" y="909046"/>
                  <a:pt x="8391696" y="909046"/>
                </a:cubicBezTo>
                <a:cubicBezTo>
                  <a:pt x="8385818" y="909046"/>
                  <a:pt x="8381390" y="910292"/>
                  <a:pt x="8378413" y="912785"/>
                </a:cubicBezTo>
                <a:cubicBezTo>
                  <a:pt x="8375437" y="915278"/>
                  <a:pt x="8373949" y="918310"/>
                  <a:pt x="8373949" y="921882"/>
                </a:cubicBezTo>
                <a:cubicBezTo>
                  <a:pt x="8373949" y="924487"/>
                  <a:pt x="8375177" y="926831"/>
                  <a:pt x="8377632" y="928914"/>
                </a:cubicBezTo>
                <a:cubicBezTo>
                  <a:pt x="8380013" y="931072"/>
                  <a:pt x="8385669" y="933081"/>
                  <a:pt x="8394598" y="934942"/>
                </a:cubicBezTo>
                <a:cubicBezTo>
                  <a:pt x="8416699" y="939704"/>
                  <a:pt x="8432531" y="944523"/>
                  <a:pt x="8442093" y="949397"/>
                </a:cubicBezTo>
                <a:cubicBezTo>
                  <a:pt x="8451655" y="954271"/>
                  <a:pt x="8458613" y="960317"/>
                  <a:pt x="8462966" y="967535"/>
                </a:cubicBezTo>
                <a:cubicBezTo>
                  <a:pt x="8467320" y="974753"/>
                  <a:pt x="8469496" y="982827"/>
                  <a:pt x="8469496" y="991757"/>
                </a:cubicBezTo>
                <a:cubicBezTo>
                  <a:pt x="8469496" y="1002249"/>
                  <a:pt x="8466594" y="1011923"/>
                  <a:pt x="8460790" y="1020778"/>
                </a:cubicBezTo>
                <a:cubicBezTo>
                  <a:pt x="8454985" y="1029634"/>
                  <a:pt x="8446874" y="1036350"/>
                  <a:pt x="8436456" y="1040926"/>
                </a:cubicBezTo>
                <a:cubicBezTo>
                  <a:pt x="8426038" y="1045503"/>
                  <a:pt x="8412904" y="1047791"/>
                  <a:pt x="8397054" y="1047791"/>
                </a:cubicBezTo>
                <a:cubicBezTo>
                  <a:pt x="8369223" y="1047791"/>
                  <a:pt x="8349950" y="1042433"/>
                  <a:pt x="8339235" y="1031717"/>
                </a:cubicBezTo>
                <a:cubicBezTo>
                  <a:pt x="8328519" y="1021002"/>
                  <a:pt x="8322454" y="1007384"/>
                  <a:pt x="8321040" y="990864"/>
                </a:cubicBezTo>
                <a:lnTo>
                  <a:pt x="8369149" y="987850"/>
                </a:lnTo>
                <a:cubicBezTo>
                  <a:pt x="8370191" y="995664"/>
                  <a:pt x="8372311" y="1001617"/>
                  <a:pt x="8375511" y="1005710"/>
                </a:cubicBezTo>
                <a:cubicBezTo>
                  <a:pt x="8380720" y="1012332"/>
                  <a:pt x="8388162" y="1015644"/>
                  <a:pt x="8397835" y="1015644"/>
                </a:cubicBezTo>
                <a:cubicBezTo>
                  <a:pt x="8405054" y="1015644"/>
                  <a:pt x="8410616" y="1013951"/>
                  <a:pt x="8414523" y="1010565"/>
                </a:cubicBezTo>
                <a:cubicBezTo>
                  <a:pt x="8418430" y="1007179"/>
                  <a:pt x="8420383" y="1003254"/>
                  <a:pt x="8420383" y="998789"/>
                </a:cubicBezTo>
                <a:cubicBezTo>
                  <a:pt x="8420383" y="994548"/>
                  <a:pt x="8418523" y="990752"/>
                  <a:pt x="8414802" y="987404"/>
                </a:cubicBezTo>
                <a:cubicBezTo>
                  <a:pt x="8411081" y="984055"/>
                  <a:pt x="8402449" y="980893"/>
                  <a:pt x="8388906" y="977916"/>
                </a:cubicBezTo>
                <a:cubicBezTo>
                  <a:pt x="8366731" y="972930"/>
                  <a:pt x="8350917" y="966307"/>
                  <a:pt x="8341467" y="958047"/>
                </a:cubicBezTo>
                <a:cubicBezTo>
                  <a:pt x="8331942" y="949787"/>
                  <a:pt x="8327179" y="939258"/>
                  <a:pt x="8327179" y="926459"/>
                </a:cubicBezTo>
                <a:cubicBezTo>
                  <a:pt x="8327179" y="918050"/>
                  <a:pt x="8329617" y="910106"/>
                  <a:pt x="8334491" y="902627"/>
                </a:cubicBezTo>
                <a:cubicBezTo>
                  <a:pt x="8339365" y="895149"/>
                  <a:pt x="8346695" y="889270"/>
                  <a:pt x="8356480" y="884991"/>
                </a:cubicBezTo>
                <a:cubicBezTo>
                  <a:pt x="8366265" y="880712"/>
                  <a:pt x="8379678" y="878573"/>
                  <a:pt x="8396719" y="878573"/>
                </a:cubicBezTo>
                <a:close/>
                <a:moveTo>
                  <a:pt x="8225269" y="878573"/>
                </a:moveTo>
                <a:cubicBezTo>
                  <a:pt x="8246179" y="878573"/>
                  <a:pt x="8262123" y="882461"/>
                  <a:pt x="8273099" y="890237"/>
                </a:cubicBezTo>
                <a:cubicBezTo>
                  <a:pt x="8284075" y="898014"/>
                  <a:pt x="8290605" y="910385"/>
                  <a:pt x="8292689" y="927351"/>
                </a:cubicBezTo>
                <a:lnTo>
                  <a:pt x="8245026" y="930142"/>
                </a:lnTo>
                <a:cubicBezTo>
                  <a:pt x="8243761" y="922775"/>
                  <a:pt x="8241101" y="917417"/>
                  <a:pt x="8237045" y="914069"/>
                </a:cubicBezTo>
                <a:cubicBezTo>
                  <a:pt x="8232989" y="910720"/>
                  <a:pt x="8227390" y="909046"/>
                  <a:pt x="8220246" y="909046"/>
                </a:cubicBezTo>
                <a:cubicBezTo>
                  <a:pt x="8214367" y="909046"/>
                  <a:pt x="8209940" y="910292"/>
                  <a:pt x="8206963" y="912785"/>
                </a:cubicBezTo>
                <a:cubicBezTo>
                  <a:pt x="8203987" y="915278"/>
                  <a:pt x="8202499" y="918310"/>
                  <a:pt x="8202499" y="921882"/>
                </a:cubicBezTo>
                <a:cubicBezTo>
                  <a:pt x="8202499" y="924487"/>
                  <a:pt x="8203727" y="926831"/>
                  <a:pt x="8206182" y="928914"/>
                </a:cubicBezTo>
                <a:cubicBezTo>
                  <a:pt x="8208563" y="931072"/>
                  <a:pt x="8214219" y="933081"/>
                  <a:pt x="8223149" y="934942"/>
                </a:cubicBezTo>
                <a:cubicBezTo>
                  <a:pt x="8245249" y="939704"/>
                  <a:pt x="8261081" y="944523"/>
                  <a:pt x="8270643" y="949397"/>
                </a:cubicBezTo>
                <a:cubicBezTo>
                  <a:pt x="8280205" y="954271"/>
                  <a:pt x="8287163" y="960317"/>
                  <a:pt x="8291517" y="967535"/>
                </a:cubicBezTo>
                <a:cubicBezTo>
                  <a:pt x="8295869" y="974753"/>
                  <a:pt x="8298046" y="982827"/>
                  <a:pt x="8298046" y="991757"/>
                </a:cubicBezTo>
                <a:cubicBezTo>
                  <a:pt x="8298046" y="1002249"/>
                  <a:pt x="8295144" y="1011923"/>
                  <a:pt x="8289339" y="1020778"/>
                </a:cubicBezTo>
                <a:cubicBezTo>
                  <a:pt x="8283535" y="1029634"/>
                  <a:pt x="8275425" y="1036350"/>
                  <a:pt x="8265007" y="1040926"/>
                </a:cubicBezTo>
                <a:cubicBezTo>
                  <a:pt x="8254589" y="1045503"/>
                  <a:pt x="8241455" y="1047791"/>
                  <a:pt x="8225604" y="1047791"/>
                </a:cubicBezTo>
                <a:cubicBezTo>
                  <a:pt x="8197773" y="1047791"/>
                  <a:pt x="8178500" y="1042433"/>
                  <a:pt x="8167785" y="1031717"/>
                </a:cubicBezTo>
                <a:cubicBezTo>
                  <a:pt x="8157069" y="1021002"/>
                  <a:pt x="8151004" y="1007384"/>
                  <a:pt x="8149590" y="990864"/>
                </a:cubicBezTo>
                <a:lnTo>
                  <a:pt x="8197699" y="987850"/>
                </a:lnTo>
                <a:cubicBezTo>
                  <a:pt x="8198741" y="995664"/>
                  <a:pt x="8200861" y="1001617"/>
                  <a:pt x="8204061" y="1005710"/>
                </a:cubicBezTo>
                <a:cubicBezTo>
                  <a:pt x="8209270" y="1012332"/>
                  <a:pt x="8216711" y="1015644"/>
                  <a:pt x="8226385" y="1015644"/>
                </a:cubicBezTo>
                <a:cubicBezTo>
                  <a:pt x="8233603" y="1015644"/>
                  <a:pt x="8239166" y="1013951"/>
                  <a:pt x="8243073" y="1010565"/>
                </a:cubicBezTo>
                <a:cubicBezTo>
                  <a:pt x="8246979" y="1007179"/>
                  <a:pt x="8248933" y="1003254"/>
                  <a:pt x="8248933" y="998789"/>
                </a:cubicBezTo>
                <a:cubicBezTo>
                  <a:pt x="8248933" y="994548"/>
                  <a:pt x="8247073" y="990752"/>
                  <a:pt x="8243352" y="987404"/>
                </a:cubicBezTo>
                <a:cubicBezTo>
                  <a:pt x="8239631" y="984055"/>
                  <a:pt x="8230999" y="980893"/>
                  <a:pt x="8217455" y="977916"/>
                </a:cubicBezTo>
                <a:cubicBezTo>
                  <a:pt x="8195281" y="972930"/>
                  <a:pt x="8179467" y="966307"/>
                  <a:pt x="8170017" y="958047"/>
                </a:cubicBezTo>
                <a:cubicBezTo>
                  <a:pt x="8160492" y="949787"/>
                  <a:pt x="8155729" y="939258"/>
                  <a:pt x="8155729" y="926459"/>
                </a:cubicBezTo>
                <a:cubicBezTo>
                  <a:pt x="8155729" y="918050"/>
                  <a:pt x="8158167" y="910106"/>
                  <a:pt x="8163041" y="902627"/>
                </a:cubicBezTo>
                <a:cubicBezTo>
                  <a:pt x="8167915" y="895149"/>
                  <a:pt x="8175245" y="889270"/>
                  <a:pt x="8185030" y="884991"/>
                </a:cubicBezTo>
                <a:cubicBezTo>
                  <a:pt x="8194815" y="880712"/>
                  <a:pt x="8208229" y="878573"/>
                  <a:pt x="8225269" y="878573"/>
                </a:cubicBezTo>
                <a:close/>
                <a:moveTo>
                  <a:pt x="7682753" y="878573"/>
                </a:moveTo>
                <a:cubicBezTo>
                  <a:pt x="7703366" y="878573"/>
                  <a:pt x="7719570" y="882740"/>
                  <a:pt x="7731365" y="891075"/>
                </a:cubicBezTo>
                <a:cubicBezTo>
                  <a:pt x="7743159" y="899409"/>
                  <a:pt x="7751921" y="912208"/>
                  <a:pt x="7757651" y="929472"/>
                </a:cubicBezTo>
                <a:lnTo>
                  <a:pt x="7713003" y="939407"/>
                </a:lnTo>
                <a:cubicBezTo>
                  <a:pt x="7711440" y="934421"/>
                  <a:pt x="7709803" y="930775"/>
                  <a:pt x="7708091" y="928468"/>
                </a:cubicBezTo>
                <a:cubicBezTo>
                  <a:pt x="7705263" y="924598"/>
                  <a:pt x="7701803" y="921622"/>
                  <a:pt x="7697711" y="919538"/>
                </a:cubicBezTo>
                <a:cubicBezTo>
                  <a:pt x="7693618" y="917454"/>
                  <a:pt x="7689041" y="916413"/>
                  <a:pt x="7683981" y="916413"/>
                </a:cubicBezTo>
                <a:cubicBezTo>
                  <a:pt x="7672521" y="916413"/>
                  <a:pt x="7663741" y="921021"/>
                  <a:pt x="7657639" y="930238"/>
                </a:cubicBezTo>
                <a:cubicBezTo>
                  <a:pt x="7653025" y="937076"/>
                  <a:pt x="7650718" y="947815"/>
                  <a:pt x="7650718" y="962456"/>
                </a:cubicBezTo>
                <a:cubicBezTo>
                  <a:pt x="7650718" y="980593"/>
                  <a:pt x="7653471" y="993024"/>
                  <a:pt x="7658978" y="999750"/>
                </a:cubicBezTo>
                <a:cubicBezTo>
                  <a:pt x="7664485" y="1006476"/>
                  <a:pt x="7672224" y="1009840"/>
                  <a:pt x="7682195" y="1009840"/>
                </a:cubicBezTo>
                <a:cubicBezTo>
                  <a:pt x="7691869" y="1009840"/>
                  <a:pt x="7699181" y="1007123"/>
                  <a:pt x="7704129" y="1001691"/>
                </a:cubicBezTo>
                <a:cubicBezTo>
                  <a:pt x="7709077" y="996259"/>
                  <a:pt x="7712668" y="988371"/>
                  <a:pt x="7714901" y="978028"/>
                </a:cubicBezTo>
                <a:lnTo>
                  <a:pt x="7759214" y="991422"/>
                </a:lnTo>
                <a:cubicBezTo>
                  <a:pt x="7756237" y="1003849"/>
                  <a:pt x="7751549" y="1014230"/>
                  <a:pt x="7745149" y="1022564"/>
                </a:cubicBezTo>
                <a:cubicBezTo>
                  <a:pt x="7738750" y="1030899"/>
                  <a:pt x="7730807" y="1037187"/>
                  <a:pt x="7721319" y="1041428"/>
                </a:cubicBezTo>
                <a:cubicBezTo>
                  <a:pt x="7711831" y="1045670"/>
                  <a:pt x="7699757" y="1047791"/>
                  <a:pt x="7685097" y="1047791"/>
                </a:cubicBezTo>
                <a:cubicBezTo>
                  <a:pt x="7667313" y="1047791"/>
                  <a:pt x="7652783" y="1045207"/>
                  <a:pt x="7641509" y="1040038"/>
                </a:cubicBezTo>
                <a:cubicBezTo>
                  <a:pt x="7630236" y="1034870"/>
                  <a:pt x="7620506" y="1025779"/>
                  <a:pt x="7612321" y="1012765"/>
                </a:cubicBezTo>
                <a:cubicBezTo>
                  <a:pt x="7604135" y="999752"/>
                  <a:pt x="7600042" y="983094"/>
                  <a:pt x="7600042" y="962791"/>
                </a:cubicBezTo>
                <a:cubicBezTo>
                  <a:pt x="7600042" y="935723"/>
                  <a:pt x="7607242" y="914920"/>
                  <a:pt x="7621641" y="900381"/>
                </a:cubicBezTo>
                <a:cubicBezTo>
                  <a:pt x="7636040" y="885842"/>
                  <a:pt x="7656411" y="878573"/>
                  <a:pt x="7682753" y="878573"/>
                </a:cubicBezTo>
                <a:close/>
                <a:moveTo>
                  <a:pt x="4954213" y="878573"/>
                </a:moveTo>
                <a:cubicBezTo>
                  <a:pt x="4972296" y="878573"/>
                  <a:pt x="4985821" y="880210"/>
                  <a:pt x="4994788" y="883484"/>
                </a:cubicBezTo>
                <a:cubicBezTo>
                  <a:pt x="5003754" y="886759"/>
                  <a:pt x="5011196" y="891837"/>
                  <a:pt x="5017112" y="898721"/>
                </a:cubicBezTo>
                <a:cubicBezTo>
                  <a:pt x="5023028" y="905604"/>
                  <a:pt x="5027474" y="914329"/>
                  <a:pt x="5030451" y="924896"/>
                </a:cubicBezTo>
                <a:lnTo>
                  <a:pt x="4981672" y="933602"/>
                </a:lnTo>
                <a:cubicBezTo>
                  <a:pt x="4979663" y="927426"/>
                  <a:pt x="4976258" y="922701"/>
                  <a:pt x="4971459" y="919426"/>
                </a:cubicBezTo>
                <a:cubicBezTo>
                  <a:pt x="4966659" y="916152"/>
                  <a:pt x="4960538" y="914515"/>
                  <a:pt x="4953097" y="914515"/>
                </a:cubicBezTo>
                <a:cubicBezTo>
                  <a:pt x="4942009" y="914515"/>
                  <a:pt x="4933173" y="918366"/>
                  <a:pt x="4926587" y="926068"/>
                </a:cubicBezTo>
                <a:cubicBezTo>
                  <a:pt x="4920001" y="933770"/>
                  <a:pt x="4916709" y="945955"/>
                  <a:pt x="4916709" y="962624"/>
                </a:cubicBezTo>
                <a:cubicBezTo>
                  <a:pt x="4916709" y="980334"/>
                  <a:pt x="4920039" y="992985"/>
                  <a:pt x="4926699" y="1000575"/>
                </a:cubicBezTo>
                <a:cubicBezTo>
                  <a:pt x="4933359" y="1008165"/>
                  <a:pt x="4942642" y="1011960"/>
                  <a:pt x="4954548" y="1011960"/>
                </a:cubicBezTo>
                <a:cubicBezTo>
                  <a:pt x="4960204" y="1011960"/>
                  <a:pt x="4965599" y="1011142"/>
                  <a:pt x="4970733" y="1009505"/>
                </a:cubicBezTo>
                <a:cubicBezTo>
                  <a:pt x="4975868" y="1007868"/>
                  <a:pt x="4981746" y="1005077"/>
                  <a:pt x="4988369" y="1001133"/>
                </a:cubicBezTo>
                <a:lnTo>
                  <a:pt x="4988369" y="985729"/>
                </a:lnTo>
                <a:lnTo>
                  <a:pt x="4954548" y="985729"/>
                </a:lnTo>
                <a:lnTo>
                  <a:pt x="4954548" y="951685"/>
                </a:lnTo>
                <a:lnTo>
                  <a:pt x="5032683" y="951685"/>
                </a:lnTo>
                <a:lnTo>
                  <a:pt x="5032683" y="1021448"/>
                </a:lnTo>
                <a:cubicBezTo>
                  <a:pt x="5017726" y="1031643"/>
                  <a:pt x="5004499" y="1038582"/>
                  <a:pt x="4993002" y="1042266"/>
                </a:cubicBezTo>
                <a:cubicBezTo>
                  <a:pt x="4981505" y="1045949"/>
                  <a:pt x="4967868" y="1047791"/>
                  <a:pt x="4952092" y="1047791"/>
                </a:cubicBezTo>
                <a:cubicBezTo>
                  <a:pt x="4932670" y="1047791"/>
                  <a:pt x="4916839" y="1044479"/>
                  <a:pt x="4904598" y="1037856"/>
                </a:cubicBezTo>
                <a:cubicBezTo>
                  <a:pt x="4892357" y="1031234"/>
                  <a:pt x="4882869" y="1021374"/>
                  <a:pt x="4876134" y="1008277"/>
                </a:cubicBezTo>
                <a:cubicBezTo>
                  <a:pt x="4869400" y="995180"/>
                  <a:pt x="4866033" y="980148"/>
                  <a:pt x="4866033" y="963182"/>
                </a:cubicBezTo>
                <a:cubicBezTo>
                  <a:pt x="4866033" y="945323"/>
                  <a:pt x="4869716" y="929789"/>
                  <a:pt x="4877083" y="916580"/>
                </a:cubicBezTo>
                <a:cubicBezTo>
                  <a:pt x="4884450" y="903372"/>
                  <a:pt x="4895240" y="893344"/>
                  <a:pt x="4909453" y="886498"/>
                </a:cubicBezTo>
                <a:cubicBezTo>
                  <a:pt x="4920541" y="881215"/>
                  <a:pt x="4935461" y="878573"/>
                  <a:pt x="4954213" y="878573"/>
                </a:cubicBezTo>
                <a:close/>
                <a:moveTo>
                  <a:pt x="4740868" y="878573"/>
                </a:moveTo>
                <a:cubicBezTo>
                  <a:pt x="4768104" y="878573"/>
                  <a:pt x="4789088" y="885884"/>
                  <a:pt x="4803822" y="900507"/>
                </a:cubicBezTo>
                <a:cubicBezTo>
                  <a:pt x="4818556" y="915129"/>
                  <a:pt x="4825923" y="935611"/>
                  <a:pt x="4825923" y="961954"/>
                </a:cubicBezTo>
                <a:cubicBezTo>
                  <a:pt x="4825923" y="981079"/>
                  <a:pt x="4822705" y="996761"/>
                  <a:pt x="4816268" y="1009002"/>
                </a:cubicBezTo>
                <a:cubicBezTo>
                  <a:pt x="4809831" y="1021244"/>
                  <a:pt x="4800530" y="1030769"/>
                  <a:pt x="4788363" y="1037577"/>
                </a:cubicBezTo>
                <a:cubicBezTo>
                  <a:pt x="4776196" y="1044386"/>
                  <a:pt x="4761034" y="1047791"/>
                  <a:pt x="4742877" y="1047791"/>
                </a:cubicBezTo>
                <a:cubicBezTo>
                  <a:pt x="4724423" y="1047791"/>
                  <a:pt x="4709149" y="1044851"/>
                  <a:pt x="4697057" y="1038973"/>
                </a:cubicBezTo>
                <a:cubicBezTo>
                  <a:pt x="4684965" y="1033094"/>
                  <a:pt x="4675161" y="1023792"/>
                  <a:pt x="4667645" y="1011067"/>
                </a:cubicBezTo>
                <a:cubicBezTo>
                  <a:pt x="4660129" y="998343"/>
                  <a:pt x="4656371" y="982418"/>
                  <a:pt x="4656371" y="963294"/>
                </a:cubicBezTo>
                <a:cubicBezTo>
                  <a:pt x="4656371" y="936579"/>
                  <a:pt x="4663812" y="915780"/>
                  <a:pt x="4678695" y="900897"/>
                </a:cubicBezTo>
                <a:cubicBezTo>
                  <a:pt x="4693578" y="886014"/>
                  <a:pt x="4714302" y="878573"/>
                  <a:pt x="4740868" y="878573"/>
                </a:cubicBezTo>
                <a:close/>
                <a:moveTo>
                  <a:pt x="4378918" y="878573"/>
                </a:moveTo>
                <a:cubicBezTo>
                  <a:pt x="4406154" y="878573"/>
                  <a:pt x="4427138" y="885884"/>
                  <a:pt x="4441872" y="900507"/>
                </a:cubicBezTo>
                <a:cubicBezTo>
                  <a:pt x="4456606" y="915129"/>
                  <a:pt x="4463973" y="935611"/>
                  <a:pt x="4463973" y="961954"/>
                </a:cubicBezTo>
                <a:cubicBezTo>
                  <a:pt x="4463973" y="981079"/>
                  <a:pt x="4460755" y="996761"/>
                  <a:pt x="4454318" y="1009002"/>
                </a:cubicBezTo>
                <a:cubicBezTo>
                  <a:pt x="4447881" y="1021244"/>
                  <a:pt x="4438580" y="1030769"/>
                  <a:pt x="4426413" y="1037577"/>
                </a:cubicBezTo>
                <a:cubicBezTo>
                  <a:pt x="4414246" y="1044386"/>
                  <a:pt x="4399084" y="1047791"/>
                  <a:pt x="4380927" y="1047791"/>
                </a:cubicBezTo>
                <a:cubicBezTo>
                  <a:pt x="4362473" y="1047791"/>
                  <a:pt x="4347199" y="1044851"/>
                  <a:pt x="4335107" y="1038973"/>
                </a:cubicBezTo>
                <a:cubicBezTo>
                  <a:pt x="4323015" y="1033094"/>
                  <a:pt x="4313211" y="1023792"/>
                  <a:pt x="4305695" y="1011067"/>
                </a:cubicBezTo>
                <a:cubicBezTo>
                  <a:pt x="4298179" y="998343"/>
                  <a:pt x="4294421" y="982418"/>
                  <a:pt x="4294421" y="963294"/>
                </a:cubicBezTo>
                <a:cubicBezTo>
                  <a:pt x="4294421" y="936579"/>
                  <a:pt x="4301862" y="915780"/>
                  <a:pt x="4316745" y="900897"/>
                </a:cubicBezTo>
                <a:cubicBezTo>
                  <a:pt x="4331628" y="886014"/>
                  <a:pt x="4352352" y="878573"/>
                  <a:pt x="4378918" y="878573"/>
                </a:cubicBezTo>
                <a:close/>
                <a:moveTo>
                  <a:pt x="3787029" y="878573"/>
                </a:moveTo>
                <a:cubicBezTo>
                  <a:pt x="3807641" y="878573"/>
                  <a:pt x="3823845" y="882740"/>
                  <a:pt x="3835640" y="891075"/>
                </a:cubicBezTo>
                <a:cubicBezTo>
                  <a:pt x="3847434" y="899409"/>
                  <a:pt x="3856196" y="912208"/>
                  <a:pt x="3861926" y="929472"/>
                </a:cubicBezTo>
                <a:lnTo>
                  <a:pt x="3817278" y="939407"/>
                </a:lnTo>
                <a:cubicBezTo>
                  <a:pt x="3815715" y="934421"/>
                  <a:pt x="3814078" y="930775"/>
                  <a:pt x="3812367" y="928468"/>
                </a:cubicBezTo>
                <a:cubicBezTo>
                  <a:pt x="3809539" y="924598"/>
                  <a:pt x="3806079" y="921622"/>
                  <a:pt x="3801986" y="919538"/>
                </a:cubicBezTo>
                <a:cubicBezTo>
                  <a:pt x="3797893" y="917454"/>
                  <a:pt x="3793317" y="916413"/>
                  <a:pt x="3788256" y="916413"/>
                </a:cubicBezTo>
                <a:cubicBezTo>
                  <a:pt x="3776797" y="916413"/>
                  <a:pt x="3768016" y="921021"/>
                  <a:pt x="3761914" y="930238"/>
                </a:cubicBezTo>
                <a:cubicBezTo>
                  <a:pt x="3757300" y="937076"/>
                  <a:pt x="3754993" y="947815"/>
                  <a:pt x="3754993" y="962456"/>
                </a:cubicBezTo>
                <a:cubicBezTo>
                  <a:pt x="3754993" y="980593"/>
                  <a:pt x="3757747" y="993024"/>
                  <a:pt x="3763253" y="999750"/>
                </a:cubicBezTo>
                <a:cubicBezTo>
                  <a:pt x="3768760" y="1006476"/>
                  <a:pt x="3776499" y="1009840"/>
                  <a:pt x="3786470" y="1009840"/>
                </a:cubicBezTo>
                <a:cubicBezTo>
                  <a:pt x="3796144" y="1009840"/>
                  <a:pt x="3803456" y="1007123"/>
                  <a:pt x="3808404" y="1001691"/>
                </a:cubicBezTo>
                <a:cubicBezTo>
                  <a:pt x="3813353" y="996259"/>
                  <a:pt x="3816943" y="988371"/>
                  <a:pt x="3819175" y="978028"/>
                </a:cubicBezTo>
                <a:lnTo>
                  <a:pt x="3863489" y="991422"/>
                </a:lnTo>
                <a:cubicBezTo>
                  <a:pt x="3860512" y="1003849"/>
                  <a:pt x="3855824" y="1014230"/>
                  <a:pt x="3849425" y="1022564"/>
                </a:cubicBezTo>
                <a:cubicBezTo>
                  <a:pt x="3843025" y="1030899"/>
                  <a:pt x="3835081" y="1037187"/>
                  <a:pt x="3825594" y="1041428"/>
                </a:cubicBezTo>
                <a:cubicBezTo>
                  <a:pt x="3816106" y="1045670"/>
                  <a:pt x="3804032" y="1047791"/>
                  <a:pt x="3789373" y="1047791"/>
                </a:cubicBezTo>
                <a:cubicBezTo>
                  <a:pt x="3771588" y="1047791"/>
                  <a:pt x="3757058" y="1045207"/>
                  <a:pt x="3745785" y="1040038"/>
                </a:cubicBezTo>
                <a:cubicBezTo>
                  <a:pt x="3734511" y="1034870"/>
                  <a:pt x="3724781" y="1025779"/>
                  <a:pt x="3716596" y="1012765"/>
                </a:cubicBezTo>
                <a:cubicBezTo>
                  <a:pt x="3708410" y="999752"/>
                  <a:pt x="3704317" y="983094"/>
                  <a:pt x="3704317" y="962791"/>
                </a:cubicBezTo>
                <a:cubicBezTo>
                  <a:pt x="3704317" y="935723"/>
                  <a:pt x="3711517" y="914920"/>
                  <a:pt x="3725916" y="900381"/>
                </a:cubicBezTo>
                <a:cubicBezTo>
                  <a:pt x="3740315" y="885842"/>
                  <a:pt x="3760686" y="878573"/>
                  <a:pt x="3787029" y="878573"/>
                </a:cubicBezTo>
                <a:close/>
                <a:moveTo>
                  <a:pt x="2950168" y="878573"/>
                </a:moveTo>
                <a:cubicBezTo>
                  <a:pt x="2977404" y="878573"/>
                  <a:pt x="2998388" y="885884"/>
                  <a:pt x="3013122" y="900507"/>
                </a:cubicBezTo>
                <a:cubicBezTo>
                  <a:pt x="3027856" y="915129"/>
                  <a:pt x="3035223" y="935611"/>
                  <a:pt x="3035223" y="961954"/>
                </a:cubicBezTo>
                <a:cubicBezTo>
                  <a:pt x="3035223" y="981079"/>
                  <a:pt x="3032005" y="996761"/>
                  <a:pt x="3025568" y="1009002"/>
                </a:cubicBezTo>
                <a:cubicBezTo>
                  <a:pt x="3019131" y="1021244"/>
                  <a:pt x="3009830" y="1030769"/>
                  <a:pt x="2997663" y="1037577"/>
                </a:cubicBezTo>
                <a:cubicBezTo>
                  <a:pt x="2985496" y="1044386"/>
                  <a:pt x="2970334" y="1047791"/>
                  <a:pt x="2952177" y="1047791"/>
                </a:cubicBezTo>
                <a:cubicBezTo>
                  <a:pt x="2933723" y="1047791"/>
                  <a:pt x="2918449" y="1044851"/>
                  <a:pt x="2906357" y="1038973"/>
                </a:cubicBezTo>
                <a:cubicBezTo>
                  <a:pt x="2894264" y="1033094"/>
                  <a:pt x="2884460" y="1023792"/>
                  <a:pt x="2876945" y="1011067"/>
                </a:cubicBezTo>
                <a:cubicBezTo>
                  <a:pt x="2869429" y="998343"/>
                  <a:pt x="2865671" y="982418"/>
                  <a:pt x="2865671" y="963294"/>
                </a:cubicBezTo>
                <a:cubicBezTo>
                  <a:pt x="2865671" y="936579"/>
                  <a:pt x="2873112" y="915780"/>
                  <a:pt x="2887995" y="900897"/>
                </a:cubicBezTo>
                <a:cubicBezTo>
                  <a:pt x="2902878" y="886014"/>
                  <a:pt x="2923602" y="878573"/>
                  <a:pt x="2950168" y="878573"/>
                </a:cubicBezTo>
                <a:close/>
                <a:moveTo>
                  <a:pt x="1624445" y="878573"/>
                </a:moveTo>
                <a:cubicBezTo>
                  <a:pt x="1645355" y="878573"/>
                  <a:pt x="1661298" y="882461"/>
                  <a:pt x="1672274" y="890237"/>
                </a:cubicBezTo>
                <a:cubicBezTo>
                  <a:pt x="1683251" y="898014"/>
                  <a:pt x="1689780" y="910385"/>
                  <a:pt x="1691864" y="927351"/>
                </a:cubicBezTo>
                <a:lnTo>
                  <a:pt x="1644201" y="930142"/>
                </a:lnTo>
                <a:cubicBezTo>
                  <a:pt x="1642936" y="922775"/>
                  <a:pt x="1640277" y="917417"/>
                  <a:pt x="1636221" y="914069"/>
                </a:cubicBezTo>
                <a:cubicBezTo>
                  <a:pt x="1632165" y="910720"/>
                  <a:pt x="1626566" y="909046"/>
                  <a:pt x="1619422" y="909046"/>
                </a:cubicBezTo>
                <a:cubicBezTo>
                  <a:pt x="1613543" y="909046"/>
                  <a:pt x="1609115" y="910292"/>
                  <a:pt x="1606139" y="912785"/>
                </a:cubicBezTo>
                <a:cubicBezTo>
                  <a:pt x="1603162" y="915278"/>
                  <a:pt x="1601674" y="918310"/>
                  <a:pt x="1601674" y="921882"/>
                </a:cubicBezTo>
                <a:cubicBezTo>
                  <a:pt x="1601674" y="924487"/>
                  <a:pt x="1602902" y="926831"/>
                  <a:pt x="1605358" y="928914"/>
                </a:cubicBezTo>
                <a:cubicBezTo>
                  <a:pt x="1607738" y="931072"/>
                  <a:pt x="1613394" y="933081"/>
                  <a:pt x="1622324" y="934942"/>
                </a:cubicBezTo>
                <a:cubicBezTo>
                  <a:pt x="1644425" y="939704"/>
                  <a:pt x="1660256" y="944523"/>
                  <a:pt x="1669819" y="949397"/>
                </a:cubicBezTo>
                <a:cubicBezTo>
                  <a:pt x="1679381" y="954271"/>
                  <a:pt x="1686339" y="960317"/>
                  <a:pt x="1690692" y="967535"/>
                </a:cubicBezTo>
                <a:cubicBezTo>
                  <a:pt x="1695045" y="974753"/>
                  <a:pt x="1697222" y="982827"/>
                  <a:pt x="1697222" y="991757"/>
                </a:cubicBezTo>
                <a:cubicBezTo>
                  <a:pt x="1697222" y="1002249"/>
                  <a:pt x="1694319" y="1011923"/>
                  <a:pt x="1688515" y="1020778"/>
                </a:cubicBezTo>
                <a:cubicBezTo>
                  <a:pt x="1682711" y="1029634"/>
                  <a:pt x="1674599" y="1036350"/>
                  <a:pt x="1664182" y="1040926"/>
                </a:cubicBezTo>
                <a:cubicBezTo>
                  <a:pt x="1653764" y="1045503"/>
                  <a:pt x="1640630" y="1047791"/>
                  <a:pt x="1624780" y="1047791"/>
                </a:cubicBezTo>
                <a:cubicBezTo>
                  <a:pt x="1596949" y="1047791"/>
                  <a:pt x="1577676" y="1042433"/>
                  <a:pt x="1566960" y="1031717"/>
                </a:cubicBezTo>
                <a:cubicBezTo>
                  <a:pt x="1556244" y="1021002"/>
                  <a:pt x="1550179" y="1007384"/>
                  <a:pt x="1548766" y="990864"/>
                </a:cubicBezTo>
                <a:lnTo>
                  <a:pt x="1596874" y="987850"/>
                </a:lnTo>
                <a:cubicBezTo>
                  <a:pt x="1597916" y="995664"/>
                  <a:pt x="1600037" y="1001617"/>
                  <a:pt x="1603237" y="1005710"/>
                </a:cubicBezTo>
                <a:cubicBezTo>
                  <a:pt x="1608445" y="1012332"/>
                  <a:pt x="1615887" y="1015644"/>
                  <a:pt x="1625561" y="1015644"/>
                </a:cubicBezTo>
                <a:cubicBezTo>
                  <a:pt x="1632779" y="1015644"/>
                  <a:pt x="1638341" y="1013951"/>
                  <a:pt x="1642248" y="1010565"/>
                </a:cubicBezTo>
                <a:cubicBezTo>
                  <a:pt x="1646155" y="1007179"/>
                  <a:pt x="1648108" y="1003254"/>
                  <a:pt x="1648108" y="998789"/>
                </a:cubicBezTo>
                <a:cubicBezTo>
                  <a:pt x="1648108" y="994548"/>
                  <a:pt x="1646248" y="990752"/>
                  <a:pt x="1642528" y="987404"/>
                </a:cubicBezTo>
                <a:cubicBezTo>
                  <a:pt x="1638807" y="984055"/>
                  <a:pt x="1630175" y="980893"/>
                  <a:pt x="1616632" y="977916"/>
                </a:cubicBezTo>
                <a:cubicBezTo>
                  <a:pt x="1594456" y="972930"/>
                  <a:pt x="1578643" y="966307"/>
                  <a:pt x="1569193" y="958047"/>
                </a:cubicBezTo>
                <a:cubicBezTo>
                  <a:pt x="1559667" y="949787"/>
                  <a:pt x="1554905" y="939258"/>
                  <a:pt x="1554905" y="926459"/>
                </a:cubicBezTo>
                <a:cubicBezTo>
                  <a:pt x="1554905" y="918050"/>
                  <a:pt x="1557342" y="910106"/>
                  <a:pt x="1562216" y="902627"/>
                </a:cubicBezTo>
                <a:cubicBezTo>
                  <a:pt x="1567090" y="895149"/>
                  <a:pt x="1574420" y="889270"/>
                  <a:pt x="1584205" y="884991"/>
                </a:cubicBezTo>
                <a:cubicBezTo>
                  <a:pt x="1593991" y="880712"/>
                  <a:pt x="1607404" y="878573"/>
                  <a:pt x="1624445" y="878573"/>
                </a:cubicBezTo>
                <a:close/>
                <a:moveTo>
                  <a:pt x="1010863" y="878573"/>
                </a:moveTo>
                <a:cubicBezTo>
                  <a:pt x="1028946" y="878573"/>
                  <a:pt x="1042471" y="880210"/>
                  <a:pt x="1051438" y="883484"/>
                </a:cubicBezTo>
                <a:cubicBezTo>
                  <a:pt x="1060405" y="886759"/>
                  <a:pt x="1067846" y="891837"/>
                  <a:pt x="1073762" y="898721"/>
                </a:cubicBezTo>
                <a:cubicBezTo>
                  <a:pt x="1079678" y="905604"/>
                  <a:pt x="1084125" y="914329"/>
                  <a:pt x="1087101" y="924896"/>
                </a:cubicBezTo>
                <a:lnTo>
                  <a:pt x="1038323" y="933602"/>
                </a:lnTo>
                <a:cubicBezTo>
                  <a:pt x="1036313" y="927426"/>
                  <a:pt x="1032909" y="922701"/>
                  <a:pt x="1028109" y="919426"/>
                </a:cubicBezTo>
                <a:cubicBezTo>
                  <a:pt x="1023309" y="916152"/>
                  <a:pt x="1017189" y="914515"/>
                  <a:pt x="1009747" y="914515"/>
                </a:cubicBezTo>
                <a:cubicBezTo>
                  <a:pt x="998660" y="914515"/>
                  <a:pt x="989823" y="918366"/>
                  <a:pt x="983237" y="926068"/>
                </a:cubicBezTo>
                <a:cubicBezTo>
                  <a:pt x="976652" y="933770"/>
                  <a:pt x="973359" y="945955"/>
                  <a:pt x="973359" y="962624"/>
                </a:cubicBezTo>
                <a:cubicBezTo>
                  <a:pt x="973359" y="980334"/>
                  <a:pt x="976689" y="992985"/>
                  <a:pt x="983349" y="1000575"/>
                </a:cubicBezTo>
                <a:cubicBezTo>
                  <a:pt x="990009" y="1008165"/>
                  <a:pt x="999292" y="1011960"/>
                  <a:pt x="1011199" y="1011960"/>
                </a:cubicBezTo>
                <a:cubicBezTo>
                  <a:pt x="1016854" y="1011960"/>
                  <a:pt x="1022249" y="1011142"/>
                  <a:pt x="1027384" y="1009505"/>
                </a:cubicBezTo>
                <a:cubicBezTo>
                  <a:pt x="1032518" y="1007868"/>
                  <a:pt x="1038396" y="1005077"/>
                  <a:pt x="1045019" y="1001133"/>
                </a:cubicBezTo>
                <a:lnTo>
                  <a:pt x="1045019" y="985729"/>
                </a:lnTo>
                <a:lnTo>
                  <a:pt x="1011199" y="985729"/>
                </a:lnTo>
                <a:lnTo>
                  <a:pt x="1011199" y="951685"/>
                </a:lnTo>
                <a:lnTo>
                  <a:pt x="1089333" y="951685"/>
                </a:lnTo>
                <a:lnTo>
                  <a:pt x="1089333" y="1021448"/>
                </a:lnTo>
                <a:cubicBezTo>
                  <a:pt x="1074376" y="1031643"/>
                  <a:pt x="1061149" y="1038582"/>
                  <a:pt x="1049652" y="1042266"/>
                </a:cubicBezTo>
                <a:cubicBezTo>
                  <a:pt x="1038155" y="1045949"/>
                  <a:pt x="1024519" y="1047791"/>
                  <a:pt x="1008743" y="1047791"/>
                </a:cubicBezTo>
                <a:cubicBezTo>
                  <a:pt x="989321" y="1047791"/>
                  <a:pt x="973489" y="1044479"/>
                  <a:pt x="961248" y="1037856"/>
                </a:cubicBezTo>
                <a:cubicBezTo>
                  <a:pt x="949007" y="1031234"/>
                  <a:pt x="939519" y="1021374"/>
                  <a:pt x="932784" y="1008277"/>
                </a:cubicBezTo>
                <a:cubicBezTo>
                  <a:pt x="926050" y="995180"/>
                  <a:pt x="922683" y="980148"/>
                  <a:pt x="922683" y="963182"/>
                </a:cubicBezTo>
                <a:cubicBezTo>
                  <a:pt x="922683" y="945323"/>
                  <a:pt x="926366" y="929789"/>
                  <a:pt x="933733" y="916580"/>
                </a:cubicBezTo>
                <a:cubicBezTo>
                  <a:pt x="941101" y="903372"/>
                  <a:pt x="951891" y="893344"/>
                  <a:pt x="966103" y="886498"/>
                </a:cubicBezTo>
                <a:cubicBezTo>
                  <a:pt x="977191" y="881215"/>
                  <a:pt x="992111" y="878573"/>
                  <a:pt x="1010863" y="878573"/>
                </a:cubicBezTo>
                <a:close/>
                <a:moveTo>
                  <a:pt x="1460012" y="431673"/>
                </a:moveTo>
                <a:lnTo>
                  <a:pt x="1610050" y="431673"/>
                </a:lnTo>
                <a:lnTo>
                  <a:pt x="1685488" y="603504"/>
                </a:lnTo>
                <a:lnTo>
                  <a:pt x="1534612" y="603504"/>
                </a:lnTo>
                <a:close/>
                <a:moveTo>
                  <a:pt x="939909" y="431673"/>
                </a:moveTo>
                <a:lnTo>
                  <a:pt x="1089946" y="431673"/>
                </a:lnTo>
                <a:lnTo>
                  <a:pt x="1015346" y="603504"/>
                </a:lnTo>
                <a:lnTo>
                  <a:pt x="864471" y="603504"/>
                </a:lnTo>
                <a:close/>
                <a:moveTo>
                  <a:pt x="7555723" y="391440"/>
                </a:moveTo>
                <a:lnTo>
                  <a:pt x="7714719" y="391440"/>
                </a:lnTo>
                <a:lnTo>
                  <a:pt x="7714719" y="425806"/>
                </a:lnTo>
                <a:lnTo>
                  <a:pt x="7889824" y="425806"/>
                </a:lnTo>
                <a:lnTo>
                  <a:pt x="7889824" y="494538"/>
                </a:lnTo>
                <a:lnTo>
                  <a:pt x="7765771" y="494538"/>
                </a:lnTo>
                <a:lnTo>
                  <a:pt x="7889824" y="568300"/>
                </a:lnTo>
                <a:lnTo>
                  <a:pt x="7889824" y="600990"/>
                </a:lnTo>
                <a:lnTo>
                  <a:pt x="7728955" y="600990"/>
                </a:lnTo>
                <a:lnTo>
                  <a:pt x="7637735" y="540639"/>
                </a:lnTo>
                <a:lnTo>
                  <a:pt x="7546516" y="600990"/>
                </a:lnTo>
                <a:lnTo>
                  <a:pt x="7386485" y="600990"/>
                </a:lnTo>
                <a:lnTo>
                  <a:pt x="7386485" y="568300"/>
                </a:lnTo>
                <a:lnTo>
                  <a:pt x="7508863" y="494538"/>
                </a:lnTo>
                <a:lnTo>
                  <a:pt x="7381455" y="494538"/>
                </a:lnTo>
                <a:lnTo>
                  <a:pt x="7381455" y="425806"/>
                </a:lnTo>
                <a:lnTo>
                  <a:pt x="7555723" y="425806"/>
                </a:lnTo>
                <a:close/>
                <a:moveTo>
                  <a:pt x="7542809" y="290856"/>
                </a:moveTo>
                <a:lnTo>
                  <a:pt x="7542809" y="312649"/>
                </a:lnTo>
                <a:lnTo>
                  <a:pt x="7727213" y="312649"/>
                </a:lnTo>
                <a:lnTo>
                  <a:pt x="7727213" y="290856"/>
                </a:lnTo>
                <a:close/>
                <a:moveTo>
                  <a:pt x="4428897" y="236373"/>
                </a:moveTo>
                <a:lnTo>
                  <a:pt x="5032400" y="236373"/>
                </a:lnTo>
                <a:lnTo>
                  <a:pt x="5032400" y="311811"/>
                </a:lnTo>
                <a:lnTo>
                  <a:pt x="4905833" y="389763"/>
                </a:lnTo>
                <a:lnTo>
                  <a:pt x="5164836" y="389763"/>
                </a:lnTo>
                <a:lnTo>
                  <a:pt x="5164836" y="465201"/>
                </a:lnTo>
                <a:lnTo>
                  <a:pt x="4822851" y="465201"/>
                </a:lnTo>
                <a:lnTo>
                  <a:pt x="4822851" y="522199"/>
                </a:lnTo>
                <a:lnTo>
                  <a:pt x="4806925" y="604342"/>
                </a:lnTo>
                <a:lnTo>
                  <a:pt x="4654372" y="604342"/>
                </a:lnTo>
                <a:lnTo>
                  <a:pt x="4671975" y="511302"/>
                </a:lnTo>
                <a:lnTo>
                  <a:pt x="4671975" y="465201"/>
                </a:lnTo>
                <a:lnTo>
                  <a:pt x="4336695" y="465201"/>
                </a:lnTo>
                <a:lnTo>
                  <a:pt x="4336695" y="389763"/>
                </a:lnTo>
                <a:lnTo>
                  <a:pt x="4684547" y="389763"/>
                </a:lnTo>
                <a:lnTo>
                  <a:pt x="4816983" y="311811"/>
                </a:lnTo>
                <a:lnTo>
                  <a:pt x="4428897" y="311811"/>
                </a:lnTo>
                <a:close/>
                <a:moveTo>
                  <a:pt x="1062914" y="227152"/>
                </a:moveTo>
                <a:lnTo>
                  <a:pt x="1062914" y="320193"/>
                </a:lnTo>
                <a:lnTo>
                  <a:pt x="1486205" y="320193"/>
                </a:lnTo>
                <a:lnTo>
                  <a:pt x="1486205" y="227152"/>
                </a:lnTo>
                <a:close/>
                <a:moveTo>
                  <a:pt x="2354657" y="218770"/>
                </a:moveTo>
                <a:lnTo>
                  <a:pt x="2354657" y="274092"/>
                </a:lnTo>
                <a:lnTo>
                  <a:pt x="2407463" y="274092"/>
                </a:lnTo>
                <a:lnTo>
                  <a:pt x="2407463" y="218770"/>
                </a:lnTo>
                <a:close/>
                <a:moveTo>
                  <a:pt x="2151812" y="218770"/>
                </a:moveTo>
                <a:lnTo>
                  <a:pt x="2151812" y="274092"/>
                </a:lnTo>
                <a:lnTo>
                  <a:pt x="2203781" y="274092"/>
                </a:lnTo>
                <a:lnTo>
                  <a:pt x="2203781" y="218770"/>
                </a:lnTo>
                <a:close/>
                <a:moveTo>
                  <a:pt x="7542809" y="211227"/>
                </a:moveTo>
                <a:lnTo>
                  <a:pt x="7542809" y="233020"/>
                </a:lnTo>
                <a:lnTo>
                  <a:pt x="7727213" y="233020"/>
                </a:lnTo>
                <a:lnTo>
                  <a:pt x="7727213" y="211227"/>
                </a:lnTo>
                <a:close/>
                <a:moveTo>
                  <a:pt x="7298055" y="181890"/>
                </a:moveTo>
                <a:lnTo>
                  <a:pt x="7357567" y="181890"/>
                </a:lnTo>
                <a:lnTo>
                  <a:pt x="7365111" y="600151"/>
                </a:lnTo>
                <a:lnTo>
                  <a:pt x="7304761" y="600151"/>
                </a:lnTo>
                <a:close/>
                <a:moveTo>
                  <a:pt x="7070903" y="181890"/>
                </a:moveTo>
                <a:lnTo>
                  <a:pt x="7130415" y="181890"/>
                </a:lnTo>
                <a:lnTo>
                  <a:pt x="7122871" y="600151"/>
                </a:lnTo>
                <a:lnTo>
                  <a:pt x="7062521" y="600151"/>
                </a:lnTo>
                <a:close/>
                <a:moveTo>
                  <a:pt x="8168183" y="179375"/>
                </a:moveTo>
                <a:lnTo>
                  <a:pt x="8231048" y="179375"/>
                </a:lnTo>
                <a:lnTo>
                  <a:pt x="8240267" y="600151"/>
                </a:lnTo>
                <a:lnTo>
                  <a:pt x="8178241" y="600151"/>
                </a:lnTo>
                <a:close/>
                <a:moveTo>
                  <a:pt x="7934325" y="179375"/>
                </a:moveTo>
                <a:lnTo>
                  <a:pt x="7996352" y="179375"/>
                </a:lnTo>
                <a:lnTo>
                  <a:pt x="7987131" y="600151"/>
                </a:lnTo>
                <a:lnTo>
                  <a:pt x="7925105" y="600151"/>
                </a:lnTo>
                <a:close/>
                <a:moveTo>
                  <a:pt x="912039" y="151714"/>
                </a:moveTo>
                <a:lnTo>
                  <a:pt x="1637081" y="151714"/>
                </a:lnTo>
                <a:lnTo>
                  <a:pt x="1637081" y="395631"/>
                </a:lnTo>
                <a:lnTo>
                  <a:pt x="1349578" y="395631"/>
                </a:lnTo>
                <a:lnTo>
                  <a:pt x="1349578" y="516331"/>
                </a:lnTo>
                <a:lnTo>
                  <a:pt x="1327786" y="603504"/>
                </a:lnTo>
                <a:lnTo>
                  <a:pt x="1178586" y="603504"/>
                </a:lnTo>
                <a:lnTo>
                  <a:pt x="1203732" y="504597"/>
                </a:lnTo>
                <a:lnTo>
                  <a:pt x="1203732" y="395631"/>
                </a:lnTo>
                <a:lnTo>
                  <a:pt x="912039" y="395631"/>
                </a:lnTo>
                <a:close/>
                <a:moveTo>
                  <a:pt x="7391933" y="144171"/>
                </a:moveTo>
                <a:lnTo>
                  <a:pt x="7878089" y="144171"/>
                </a:lnTo>
                <a:lnTo>
                  <a:pt x="7878089" y="379705"/>
                </a:lnTo>
                <a:lnTo>
                  <a:pt x="7391933" y="379705"/>
                </a:lnTo>
                <a:close/>
                <a:moveTo>
                  <a:pt x="6072226" y="113157"/>
                </a:moveTo>
                <a:lnTo>
                  <a:pt x="6072226" y="285826"/>
                </a:lnTo>
                <a:lnTo>
                  <a:pt x="6285967" y="285826"/>
                </a:lnTo>
                <a:lnTo>
                  <a:pt x="6285967" y="113157"/>
                </a:lnTo>
                <a:close/>
                <a:moveTo>
                  <a:pt x="5405476" y="113157"/>
                </a:moveTo>
                <a:lnTo>
                  <a:pt x="5405476" y="285826"/>
                </a:lnTo>
                <a:lnTo>
                  <a:pt x="5619217" y="285826"/>
                </a:lnTo>
                <a:lnTo>
                  <a:pt x="5619217" y="113157"/>
                </a:lnTo>
                <a:close/>
                <a:moveTo>
                  <a:pt x="4349268" y="106452"/>
                </a:moveTo>
                <a:lnTo>
                  <a:pt x="5151425" y="106452"/>
                </a:lnTo>
                <a:lnTo>
                  <a:pt x="5151425" y="223800"/>
                </a:lnTo>
                <a:lnTo>
                  <a:pt x="5000549" y="223800"/>
                </a:lnTo>
                <a:lnTo>
                  <a:pt x="5000549" y="181890"/>
                </a:lnTo>
                <a:lnTo>
                  <a:pt x="4500144" y="181890"/>
                </a:lnTo>
                <a:lnTo>
                  <a:pt x="4500144" y="223800"/>
                </a:lnTo>
                <a:lnTo>
                  <a:pt x="4349268" y="223800"/>
                </a:lnTo>
                <a:close/>
                <a:moveTo>
                  <a:pt x="2354657" y="85497"/>
                </a:moveTo>
                <a:lnTo>
                  <a:pt x="2354657" y="143332"/>
                </a:lnTo>
                <a:lnTo>
                  <a:pt x="2407463" y="143332"/>
                </a:lnTo>
                <a:lnTo>
                  <a:pt x="2407463" y="85497"/>
                </a:lnTo>
                <a:close/>
                <a:moveTo>
                  <a:pt x="2151812" y="85497"/>
                </a:moveTo>
                <a:lnTo>
                  <a:pt x="2151812" y="143332"/>
                </a:lnTo>
                <a:lnTo>
                  <a:pt x="2203781" y="143332"/>
                </a:lnTo>
                <a:lnTo>
                  <a:pt x="2203781" y="85497"/>
                </a:lnTo>
                <a:close/>
                <a:moveTo>
                  <a:pt x="5917159" y="35205"/>
                </a:moveTo>
                <a:lnTo>
                  <a:pt x="6441034" y="35205"/>
                </a:lnTo>
                <a:lnTo>
                  <a:pt x="6441034" y="365455"/>
                </a:lnTo>
                <a:lnTo>
                  <a:pt x="6072226" y="365455"/>
                </a:lnTo>
                <a:lnTo>
                  <a:pt x="6072226" y="595960"/>
                </a:lnTo>
                <a:lnTo>
                  <a:pt x="5917159" y="595960"/>
                </a:lnTo>
                <a:close/>
                <a:moveTo>
                  <a:pt x="5250409" y="35205"/>
                </a:moveTo>
                <a:lnTo>
                  <a:pt x="5774284" y="35205"/>
                </a:lnTo>
                <a:lnTo>
                  <a:pt x="5774284" y="365455"/>
                </a:lnTo>
                <a:lnTo>
                  <a:pt x="5405476" y="365455"/>
                </a:lnTo>
                <a:lnTo>
                  <a:pt x="5405476" y="595960"/>
                </a:lnTo>
                <a:lnTo>
                  <a:pt x="5250409" y="595960"/>
                </a:lnTo>
                <a:close/>
                <a:moveTo>
                  <a:pt x="6538341" y="34366"/>
                </a:moveTo>
                <a:lnTo>
                  <a:pt x="7009409" y="34366"/>
                </a:lnTo>
                <a:lnTo>
                  <a:pt x="7009409" y="112319"/>
                </a:lnTo>
                <a:lnTo>
                  <a:pt x="6850989" y="112319"/>
                </a:lnTo>
                <a:lnTo>
                  <a:pt x="6850989" y="597637"/>
                </a:lnTo>
                <a:lnTo>
                  <a:pt x="6696761" y="597637"/>
                </a:lnTo>
                <a:lnTo>
                  <a:pt x="6696761" y="112319"/>
                </a:lnTo>
                <a:lnTo>
                  <a:pt x="6538341" y="112319"/>
                </a:lnTo>
                <a:close/>
                <a:moveTo>
                  <a:pt x="2653436" y="31852"/>
                </a:moveTo>
                <a:lnTo>
                  <a:pt x="3380994" y="31852"/>
                </a:lnTo>
                <a:lnTo>
                  <a:pt x="3380994" y="107290"/>
                </a:lnTo>
                <a:lnTo>
                  <a:pt x="3092653" y="107290"/>
                </a:lnTo>
                <a:lnTo>
                  <a:pt x="3092653" y="524713"/>
                </a:lnTo>
                <a:lnTo>
                  <a:pt x="3409493" y="524713"/>
                </a:lnTo>
                <a:lnTo>
                  <a:pt x="3409493" y="600151"/>
                </a:lnTo>
                <a:lnTo>
                  <a:pt x="2624938" y="600151"/>
                </a:lnTo>
                <a:lnTo>
                  <a:pt x="2624938" y="524713"/>
                </a:lnTo>
                <a:lnTo>
                  <a:pt x="2941777" y="524713"/>
                </a:lnTo>
                <a:lnTo>
                  <a:pt x="2941777" y="107290"/>
                </a:lnTo>
                <a:lnTo>
                  <a:pt x="2653436" y="107290"/>
                </a:lnTo>
                <a:close/>
                <a:moveTo>
                  <a:pt x="1724330" y="16764"/>
                </a:moveTo>
                <a:lnTo>
                  <a:pt x="1989202" y="16764"/>
                </a:lnTo>
                <a:lnTo>
                  <a:pt x="1989202" y="92202"/>
                </a:lnTo>
                <a:lnTo>
                  <a:pt x="1932204" y="92202"/>
                </a:lnTo>
                <a:lnTo>
                  <a:pt x="1932204" y="268224"/>
                </a:lnTo>
                <a:lnTo>
                  <a:pt x="1988364" y="268224"/>
                </a:lnTo>
                <a:lnTo>
                  <a:pt x="1988364" y="343662"/>
                </a:lnTo>
                <a:lnTo>
                  <a:pt x="1932204" y="343662"/>
                </a:lnTo>
                <a:lnTo>
                  <a:pt x="1932204" y="517170"/>
                </a:lnTo>
                <a:lnTo>
                  <a:pt x="1989202" y="516331"/>
                </a:lnTo>
                <a:lnTo>
                  <a:pt x="1989202" y="591769"/>
                </a:lnTo>
                <a:lnTo>
                  <a:pt x="1724330" y="596799"/>
                </a:lnTo>
                <a:lnTo>
                  <a:pt x="1724330" y="521361"/>
                </a:lnTo>
                <a:lnTo>
                  <a:pt x="1781328" y="520522"/>
                </a:lnTo>
                <a:lnTo>
                  <a:pt x="1781328" y="343662"/>
                </a:lnTo>
                <a:lnTo>
                  <a:pt x="1725169" y="343662"/>
                </a:lnTo>
                <a:lnTo>
                  <a:pt x="1725169" y="268224"/>
                </a:lnTo>
                <a:lnTo>
                  <a:pt x="1781328" y="268224"/>
                </a:lnTo>
                <a:lnTo>
                  <a:pt x="1781328" y="92202"/>
                </a:lnTo>
                <a:lnTo>
                  <a:pt x="1724330" y="92202"/>
                </a:lnTo>
                <a:close/>
                <a:moveTo>
                  <a:pt x="2010156" y="10059"/>
                </a:moveTo>
                <a:lnTo>
                  <a:pt x="2549957" y="10059"/>
                </a:lnTo>
                <a:lnTo>
                  <a:pt x="2549957" y="349530"/>
                </a:lnTo>
                <a:lnTo>
                  <a:pt x="2354657" y="349530"/>
                </a:lnTo>
                <a:lnTo>
                  <a:pt x="2354657" y="399822"/>
                </a:lnTo>
                <a:lnTo>
                  <a:pt x="2549119" y="399822"/>
                </a:lnTo>
                <a:lnTo>
                  <a:pt x="2549119" y="475260"/>
                </a:lnTo>
                <a:lnTo>
                  <a:pt x="2354657" y="475260"/>
                </a:lnTo>
                <a:lnTo>
                  <a:pt x="2354657" y="523875"/>
                </a:lnTo>
                <a:lnTo>
                  <a:pt x="2556662" y="523875"/>
                </a:lnTo>
                <a:lnTo>
                  <a:pt x="2556662" y="599313"/>
                </a:lnTo>
                <a:lnTo>
                  <a:pt x="2002613" y="599313"/>
                </a:lnTo>
                <a:lnTo>
                  <a:pt x="2002613" y="523875"/>
                </a:lnTo>
                <a:lnTo>
                  <a:pt x="2203781" y="523875"/>
                </a:lnTo>
                <a:lnTo>
                  <a:pt x="2203781" y="475260"/>
                </a:lnTo>
                <a:lnTo>
                  <a:pt x="2010156" y="475260"/>
                </a:lnTo>
                <a:lnTo>
                  <a:pt x="2010156" y="399822"/>
                </a:lnTo>
                <a:lnTo>
                  <a:pt x="2203781" y="399822"/>
                </a:lnTo>
                <a:lnTo>
                  <a:pt x="2203781" y="349530"/>
                </a:lnTo>
                <a:lnTo>
                  <a:pt x="2010156" y="349530"/>
                </a:lnTo>
                <a:close/>
                <a:moveTo>
                  <a:pt x="451790" y="6706"/>
                </a:moveTo>
                <a:lnTo>
                  <a:pt x="602666" y="6706"/>
                </a:lnTo>
                <a:lnTo>
                  <a:pt x="602666" y="130759"/>
                </a:lnTo>
                <a:lnTo>
                  <a:pt x="812216" y="75438"/>
                </a:lnTo>
                <a:lnTo>
                  <a:pt x="812216" y="158420"/>
                </a:lnTo>
                <a:lnTo>
                  <a:pt x="602666" y="214579"/>
                </a:lnTo>
                <a:lnTo>
                  <a:pt x="602666" y="518846"/>
                </a:lnTo>
                <a:lnTo>
                  <a:pt x="815569" y="518846"/>
                </a:lnTo>
                <a:lnTo>
                  <a:pt x="815569" y="594284"/>
                </a:lnTo>
                <a:lnTo>
                  <a:pt x="451790" y="594284"/>
                </a:lnTo>
                <a:close/>
                <a:moveTo>
                  <a:pt x="187757" y="6706"/>
                </a:moveTo>
                <a:lnTo>
                  <a:pt x="338633" y="6706"/>
                </a:lnTo>
                <a:lnTo>
                  <a:pt x="338633" y="600990"/>
                </a:lnTo>
                <a:lnTo>
                  <a:pt x="187757" y="600990"/>
                </a:lnTo>
                <a:lnTo>
                  <a:pt x="187757" y="486994"/>
                </a:lnTo>
                <a:lnTo>
                  <a:pt x="0" y="555727"/>
                </a:lnTo>
                <a:lnTo>
                  <a:pt x="0" y="466039"/>
                </a:lnTo>
                <a:lnTo>
                  <a:pt x="187757" y="397307"/>
                </a:lnTo>
                <a:lnTo>
                  <a:pt x="187757" y="190272"/>
                </a:lnTo>
                <a:lnTo>
                  <a:pt x="0" y="190272"/>
                </a:lnTo>
                <a:lnTo>
                  <a:pt x="0" y="114834"/>
                </a:lnTo>
                <a:lnTo>
                  <a:pt x="187757" y="114834"/>
                </a:lnTo>
                <a:close/>
                <a:moveTo>
                  <a:pt x="8754085" y="5029"/>
                </a:moveTo>
                <a:lnTo>
                  <a:pt x="8754085" y="81306"/>
                </a:lnTo>
                <a:lnTo>
                  <a:pt x="8402879" y="86335"/>
                </a:lnTo>
                <a:lnTo>
                  <a:pt x="8402040" y="128245"/>
                </a:lnTo>
                <a:lnTo>
                  <a:pt x="8743188" y="128245"/>
                </a:lnTo>
                <a:lnTo>
                  <a:pt x="8743188" y="375514"/>
                </a:lnTo>
                <a:lnTo>
                  <a:pt x="8668588" y="462687"/>
                </a:lnTo>
                <a:lnTo>
                  <a:pt x="8757437" y="559080"/>
                </a:lnTo>
                <a:lnTo>
                  <a:pt x="8757437" y="600151"/>
                </a:lnTo>
                <a:lnTo>
                  <a:pt x="8619972" y="600151"/>
                </a:lnTo>
                <a:lnTo>
                  <a:pt x="8583930" y="560756"/>
                </a:lnTo>
                <a:lnTo>
                  <a:pt x="8550402" y="600151"/>
                </a:lnTo>
                <a:lnTo>
                  <a:pt x="8409584" y="600151"/>
                </a:lnTo>
                <a:lnTo>
                  <a:pt x="8409584" y="559080"/>
                </a:lnTo>
                <a:lnTo>
                  <a:pt x="8494242" y="464363"/>
                </a:lnTo>
                <a:lnTo>
                  <a:pt x="8419643" y="382219"/>
                </a:lnTo>
                <a:lnTo>
                  <a:pt x="8419643" y="231343"/>
                </a:lnTo>
                <a:lnTo>
                  <a:pt x="8558784" y="231343"/>
                </a:lnTo>
                <a:lnTo>
                  <a:pt x="8558784" y="342824"/>
                </a:lnTo>
                <a:lnTo>
                  <a:pt x="8580577" y="367132"/>
                </a:lnTo>
                <a:lnTo>
                  <a:pt x="8602370" y="342824"/>
                </a:lnTo>
                <a:lnTo>
                  <a:pt x="8602370" y="203683"/>
                </a:lnTo>
                <a:lnTo>
                  <a:pt x="8400364" y="203683"/>
                </a:lnTo>
                <a:lnTo>
                  <a:pt x="8392820" y="600151"/>
                </a:lnTo>
                <a:lnTo>
                  <a:pt x="8251164" y="600151"/>
                </a:lnTo>
                <a:lnTo>
                  <a:pt x="8262061" y="11735"/>
                </a:lnTo>
                <a:close/>
                <a:moveTo>
                  <a:pt x="4968697" y="4191"/>
                </a:moveTo>
                <a:lnTo>
                  <a:pt x="5126279" y="4191"/>
                </a:lnTo>
                <a:lnTo>
                  <a:pt x="5082693" y="88849"/>
                </a:lnTo>
                <a:lnTo>
                  <a:pt x="4925949" y="88849"/>
                </a:lnTo>
                <a:close/>
                <a:moveTo>
                  <a:pt x="4641800" y="4191"/>
                </a:moveTo>
                <a:lnTo>
                  <a:pt x="4799381" y="4191"/>
                </a:lnTo>
                <a:lnTo>
                  <a:pt x="4842129" y="88849"/>
                </a:lnTo>
                <a:lnTo>
                  <a:pt x="4685386" y="88849"/>
                </a:lnTo>
                <a:close/>
                <a:moveTo>
                  <a:pt x="4374414" y="4191"/>
                </a:moveTo>
                <a:lnTo>
                  <a:pt x="4531995" y="4191"/>
                </a:lnTo>
                <a:lnTo>
                  <a:pt x="4575581" y="88849"/>
                </a:lnTo>
                <a:lnTo>
                  <a:pt x="4418000" y="88849"/>
                </a:lnTo>
                <a:close/>
                <a:moveTo>
                  <a:pt x="3808552" y="3353"/>
                </a:moveTo>
                <a:lnTo>
                  <a:pt x="3959428" y="3353"/>
                </a:lnTo>
                <a:lnTo>
                  <a:pt x="3959428" y="106452"/>
                </a:lnTo>
                <a:lnTo>
                  <a:pt x="4286326" y="106452"/>
                </a:lnTo>
                <a:lnTo>
                  <a:pt x="4286326" y="181890"/>
                </a:lnTo>
                <a:lnTo>
                  <a:pt x="3983736" y="181890"/>
                </a:lnTo>
                <a:lnTo>
                  <a:pt x="4272077" y="563271"/>
                </a:lnTo>
                <a:lnTo>
                  <a:pt x="4272077" y="600990"/>
                </a:lnTo>
                <a:lnTo>
                  <a:pt x="4109466" y="600990"/>
                </a:lnTo>
                <a:lnTo>
                  <a:pt x="3883990" y="295885"/>
                </a:lnTo>
                <a:lnTo>
                  <a:pt x="3658514" y="600990"/>
                </a:lnTo>
                <a:lnTo>
                  <a:pt x="3495903" y="600990"/>
                </a:lnTo>
                <a:lnTo>
                  <a:pt x="3495903" y="563271"/>
                </a:lnTo>
                <a:lnTo>
                  <a:pt x="3784244" y="181890"/>
                </a:lnTo>
                <a:lnTo>
                  <a:pt x="3481654" y="181890"/>
                </a:lnTo>
                <a:lnTo>
                  <a:pt x="3481654" y="106452"/>
                </a:lnTo>
                <a:lnTo>
                  <a:pt x="3808552" y="106452"/>
                </a:lnTo>
                <a:close/>
                <a:moveTo>
                  <a:pt x="1199541" y="2515"/>
                </a:moveTo>
                <a:lnTo>
                  <a:pt x="1349578" y="2515"/>
                </a:lnTo>
                <a:lnTo>
                  <a:pt x="1349578" y="37719"/>
                </a:lnTo>
                <a:lnTo>
                  <a:pt x="1688212" y="37719"/>
                </a:lnTo>
                <a:lnTo>
                  <a:pt x="1688212" y="113157"/>
                </a:lnTo>
                <a:lnTo>
                  <a:pt x="860070" y="113157"/>
                </a:lnTo>
                <a:lnTo>
                  <a:pt x="860070" y="37719"/>
                </a:lnTo>
                <a:lnTo>
                  <a:pt x="1199541" y="37719"/>
                </a:lnTo>
                <a:close/>
                <a:moveTo>
                  <a:pt x="8011439" y="1677"/>
                </a:moveTo>
                <a:lnTo>
                  <a:pt x="8152257" y="1677"/>
                </a:lnTo>
                <a:lnTo>
                  <a:pt x="8152257" y="75438"/>
                </a:lnTo>
                <a:lnTo>
                  <a:pt x="8240267" y="75438"/>
                </a:lnTo>
                <a:lnTo>
                  <a:pt x="8240267" y="150876"/>
                </a:lnTo>
                <a:lnTo>
                  <a:pt x="8152257" y="150876"/>
                </a:lnTo>
                <a:lnTo>
                  <a:pt x="8152257" y="600151"/>
                </a:lnTo>
                <a:lnTo>
                  <a:pt x="8011439" y="600151"/>
                </a:lnTo>
                <a:lnTo>
                  <a:pt x="8011439" y="150876"/>
                </a:lnTo>
                <a:lnTo>
                  <a:pt x="7929295" y="150876"/>
                </a:lnTo>
                <a:lnTo>
                  <a:pt x="7929295" y="75438"/>
                </a:lnTo>
                <a:lnTo>
                  <a:pt x="8011439" y="75438"/>
                </a:lnTo>
                <a:close/>
                <a:moveTo>
                  <a:pt x="7143826" y="1677"/>
                </a:moveTo>
                <a:lnTo>
                  <a:pt x="7284643" y="1677"/>
                </a:lnTo>
                <a:lnTo>
                  <a:pt x="7284643" y="81306"/>
                </a:lnTo>
                <a:lnTo>
                  <a:pt x="7367625" y="81306"/>
                </a:lnTo>
                <a:lnTo>
                  <a:pt x="7367625" y="156744"/>
                </a:lnTo>
                <a:lnTo>
                  <a:pt x="7284643" y="156744"/>
                </a:lnTo>
                <a:lnTo>
                  <a:pt x="7284643" y="600151"/>
                </a:lnTo>
                <a:lnTo>
                  <a:pt x="7143826" y="600151"/>
                </a:lnTo>
                <a:lnTo>
                  <a:pt x="7143826" y="156744"/>
                </a:lnTo>
                <a:lnTo>
                  <a:pt x="7060006" y="156744"/>
                </a:lnTo>
                <a:lnTo>
                  <a:pt x="7060006" y="81306"/>
                </a:lnTo>
                <a:lnTo>
                  <a:pt x="7143826" y="81306"/>
                </a:lnTo>
                <a:close/>
                <a:moveTo>
                  <a:pt x="7433843" y="0"/>
                </a:moveTo>
                <a:lnTo>
                  <a:pt x="7584719" y="0"/>
                </a:lnTo>
                <a:lnTo>
                  <a:pt x="7584719" y="25984"/>
                </a:lnTo>
                <a:lnTo>
                  <a:pt x="7690332" y="25984"/>
                </a:lnTo>
                <a:lnTo>
                  <a:pt x="7690332" y="0"/>
                </a:lnTo>
                <a:lnTo>
                  <a:pt x="7836179" y="0"/>
                </a:lnTo>
                <a:lnTo>
                  <a:pt x="7836179" y="25984"/>
                </a:lnTo>
                <a:lnTo>
                  <a:pt x="7889824" y="25984"/>
                </a:lnTo>
                <a:lnTo>
                  <a:pt x="7889824" y="101422"/>
                </a:lnTo>
                <a:lnTo>
                  <a:pt x="7836179" y="101422"/>
                </a:lnTo>
                <a:lnTo>
                  <a:pt x="7836179" y="127407"/>
                </a:lnTo>
                <a:lnTo>
                  <a:pt x="7690332" y="127407"/>
                </a:lnTo>
                <a:lnTo>
                  <a:pt x="7690332" y="101422"/>
                </a:lnTo>
                <a:lnTo>
                  <a:pt x="7584719" y="101422"/>
                </a:lnTo>
                <a:lnTo>
                  <a:pt x="7584719" y="127407"/>
                </a:lnTo>
                <a:lnTo>
                  <a:pt x="7433843" y="127407"/>
                </a:lnTo>
                <a:lnTo>
                  <a:pt x="7433843" y="101422"/>
                </a:lnTo>
                <a:lnTo>
                  <a:pt x="7381037" y="101422"/>
                </a:lnTo>
                <a:lnTo>
                  <a:pt x="7381037" y="25984"/>
                </a:lnTo>
                <a:lnTo>
                  <a:pt x="7433843" y="2598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dist" eaLnBrk="0" fontAlgn="base" hangingPunct="0"/>
            <a:endParaRPr lang="zh-CN" altLang="en-US" dirty="0">
              <a:solidFill>
                <a:schemeClr val="bg1"/>
              </a:solidFill>
              <a:latin typeface="Arial Black" panose="020B0A040201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任意多边形: 形状 5"/>
          <p:cNvSpPr/>
          <p:nvPr userDrawn="1"/>
        </p:nvSpPr>
        <p:spPr>
          <a:xfrm>
            <a:off x="10962308" y="0"/>
            <a:ext cx="806209" cy="1400908"/>
          </a:xfrm>
          <a:custGeom>
            <a:avLst/>
            <a:gdLst>
              <a:gd name="connsiteX0" fmla="*/ 2 w 806209"/>
              <a:gd name="connsiteY0" fmla="*/ 0 h 1400908"/>
              <a:gd name="connsiteX1" fmla="*/ 806209 w 806209"/>
              <a:gd name="connsiteY1" fmla="*/ 0 h 1400908"/>
              <a:gd name="connsiteX2" fmla="*/ 806209 w 806209"/>
              <a:gd name="connsiteY2" fmla="*/ 1179275 h 1400908"/>
              <a:gd name="connsiteX3" fmla="*/ 806209 w 806209"/>
              <a:gd name="connsiteY3" fmla="*/ 1190694 h 1400908"/>
              <a:gd name="connsiteX4" fmla="*/ 806209 w 806209"/>
              <a:gd name="connsiteY4" fmla="*/ 1400908 h 1400908"/>
              <a:gd name="connsiteX5" fmla="*/ 400516 w 806209"/>
              <a:gd name="connsiteY5" fmla="*/ 1195861 h 1400908"/>
              <a:gd name="connsiteX6" fmla="*/ 0 w 806209"/>
              <a:gd name="connsiteY6" fmla="*/ 1398292 h 1400908"/>
              <a:gd name="connsiteX7" fmla="*/ 0 w 806209"/>
              <a:gd name="connsiteY7" fmla="*/ 1176659 h 1400908"/>
              <a:gd name="connsiteX8" fmla="*/ 2 w 806209"/>
              <a:gd name="connsiteY8" fmla="*/ 1176659 h 1400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06209" h="1400908">
                <a:moveTo>
                  <a:pt x="2" y="0"/>
                </a:moveTo>
                <a:lnTo>
                  <a:pt x="806209" y="0"/>
                </a:lnTo>
                <a:lnTo>
                  <a:pt x="806209" y="1179275"/>
                </a:lnTo>
                <a:lnTo>
                  <a:pt x="806209" y="1190694"/>
                </a:lnTo>
                <a:lnTo>
                  <a:pt x="806209" y="1400908"/>
                </a:lnTo>
                <a:lnTo>
                  <a:pt x="400516" y="1195861"/>
                </a:lnTo>
                <a:lnTo>
                  <a:pt x="0" y="1398292"/>
                </a:lnTo>
                <a:lnTo>
                  <a:pt x="0" y="1176659"/>
                </a:lnTo>
                <a:lnTo>
                  <a:pt x="2" y="117665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360000" rtlCol="0" anchor="b" anchorCtr="0">
            <a:noAutofit/>
          </a:bodyPr>
          <a:lstStyle/>
          <a:p>
            <a:pPr algn="ctr" eaLnBrk="0" fontAlgn="base" hangingPunct="0"/>
            <a:r>
              <a:rPr lang="en-US" altLang="zh-CN" dirty="0"/>
              <a:t>V5.5</a:t>
            </a:r>
            <a:endParaRPr lang="zh-CN" altLang="en-US" dirty="0"/>
          </a:p>
        </p:txBody>
      </p: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任意多边形: 形状 353"/>
          <p:cNvSpPr/>
          <p:nvPr/>
        </p:nvSpPr>
        <p:spPr>
          <a:xfrm>
            <a:off x="7212587" y="175895"/>
            <a:ext cx="6782002" cy="6528662"/>
          </a:xfrm>
          <a:custGeom>
            <a:avLst/>
            <a:gdLst>
              <a:gd name="connsiteX0" fmla="*/ 0 w 6782002"/>
              <a:gd name="connsiteY0" fmla="*/ 4815169 h 6528662"/>
              <a:gd name="connsiteX1" fmla="*/ 652924 w 6782002"/>
              <a:gd name="connsiteY1" fmla="*/ 4916505 h 6528662"/>
              <a:gd name="connsiteX2" fmla="*/ 2212687 w 6782002"/>
              <a:gd name="connsiteY2" fmla="*/ 4904414 h 6528662"/>
              <a:gd name="connsiteX3" fmla="*/ 2439540 w 6782002"/>
              <a:gd name="connsiteY3" fmla="*/ 4941263 h 6528662"/>
              <a:gd name="connsiteX4" fmla="*/ 2936430 w 6782002"/>
              <a:gd name="connsiteY4" fmla="*/ 4998840 h 6528662"/>
              <a:gd name="connsiteX5" fmla="*/ 2780972 w 6782002"/>
              <a:gd name="connsiteY5" fmla="*/ 5615490 h 6528662"/>
              <a:gd name="connsiteX6" fmla="*/ 3391289 w 6782002"/>
              <a:gd name="connsiteY6" fmla="*/ 5719129 h 6528662"/>
              <a:gd name="connsiteX7" fmla="*/ 4002182 w 6782002"/>
              <a:gd name="connsiteY7" fmla="*/ 5617217 h 6528662"/>
              <a:gd name="connsiteX8" fmla="*/ 3849602 w 6782002"/>
              <a:gd name="connsiteY8" fmla="*/ 5000567 h 6528662"/>
              <a:gd name="connsiteX9" fmla="*/ 4346492 w 6782002"/>
              <a:gd name="connsiteY9" fmla="*/ 4942990 h 6528662"/>
              <a:gd name="connsiteX10" fmla="*/ 4573346 w 6782002"/>
              <a:gd name="connsiteY10" fmla="*/ 4906141 h 6528662"/>
              <a:gd name="connsiteX11" fmla="*/ 6133108 w 6782002"/>
              <a:gd name="connsiteY11" fmla="*/ 4918232 h 6528662"/>
              <a:gd name="connsiteX12" fmla="*/ 6131957 w 6782002"/>
              <a:gd name="connsiteY12" fmla="*/ 4918232 h 6528662"/>
              <a:gd name="connsiteX13" fmla="*/ 6782002 w 6782002"/>
              <a:gd name="connsiteY13" fmla="*/ 4815169 h 6528662"/>
              <a:gd name="connsiteX14" fmla="*/ 6373205 w 6782002"/>
              <a:gd name="connsiteY14" fmla="*/ 5271180 h 6528662"/>
              <a:gd name="connsiteX15" fmla="*/ 3800086 w 6782002"/>
              <a:gd name="connsiteY15" fmla="*/ 5742735 h 6528662"/>
              <a:gd name="connsiteX16" fmla="*/ 3968211 w 6782002"/>
              <a:gd name="connsiteY16" fmla="*/ 6403720 h 6528662"/>
              <a:gd name="connsiteX17" fmla="*/ 3392440 w 6782002"/>
              <a:gd name="connsiteY17" fmla="*/ 6528662 h 6528662"/>
              <a:gd name="connsiteX18" fmla="*/ 2816670 w 6782002"/>
              <a:gd name="connsiteY18" fmla="*/ 6403720 h 6528662"/>
              <a:gd name="connsiteX19" fmla="*/ 2981916 w 6782002"/>
              <a:gd name="connsiteY19" fmla="*/ 5742735 h 6528662"/>
              <a:gd name="connsiteX20" fmla="*/ 408797 w 6782002"/>
              <a:gd name="connsiteY20" fmla="*/ 5271180 h 6528662"/>
              <a:gd name="connsiteX21" fmla="*/ 0 w 6782002"/>
              <a:gd name="connsiteY21" fmla="*/ 4815169 h 6528662"/>
              <a:gd name="connsiteX22" fmla="*/ 377129 w 6782002"/>
              <a:gd name="connsiteY22" fmla="*/ 4007939 h 6528662"/>
              <a:gd name="connsiteX23" fmla="*/ 737561 w 6782002"/>
              <a:gd name="connsiteY23" fmla="*/ 4047091 h 6528662"/>
              <a:gd name="connsiteX24" fmla="*/ 1050205 w 6782002"/>
              <a:gd name="connsiteY24" fmla="*/ 4047091 h 6528662"/>
              <a:gd name="connsiteX25" fmla="*/ 1408334 w 6782002"/>
              <a:gd name="connsiteY25" fmla="*/ 4043637 h 6528662"/>
              <a:gd name="connsiteX26" fmla="*/ 1948983 w 6782002"/>
              <a:gd name="connsiteY26" fmla="*/ 4057455 h 6528662"/>
              <a:gd name="connsiteX27" fmla="*/ 2533390 w 6782002"/>
              <a:gd name="connsiteY27" fmla="*/ 4193337 h 6528662"/>
              <a:gd name="connsiteX28" fmla="*/ 2946793 w 6782002"/>
              <a:gd name="connsiteY28" fmla="*/ 4222126 h 6528662"/>
              <a:gd name="connsiteX29" fmla="*/ 2807457 w 6782002"/>
              <a:gd name="connsiteY29" fmla="*/ 4815169 h 6528662"/>
              <a:gd name="connsiteX30" fmla="*/ 3383227 w 6782002"/>
              <a:gd name="connsiteY30" fmla="*/ 4883110 h 6528662"/>
              <a:gd name="connsiteX31" fmla="*/ 3397046 w 6782002"/>
              <a:gd name="connsiteY31" fmla="*/ 4883110 h 6528662"/>
              <a:gd name="connsiteX32" fmla="*/ 3972816 w 6782002"/>
              <a:gd name="connsiteY32" fmla="*/ 4814594 h 6528662"/>
              <a:gd name="connsiteX33" fmla="*/ 3836935 w 6782002"/>
              <a:gd name="connsiteY33" fmla="*/ 4223277 h 6528662"/>
              <a:gd name="connsiteX34" fmla="*/ 4249762 w 6782002"/>
              <a:gd name="connsiteY34" fmla="*/ 4195064 h 6528662"/>
              <a:gd name="connsiteX35" fmla="*/ 4834169 w 6782002"/>
              <a:gd name="connsiteY35" fmla="*/ 4059183 h 6528662"/>
              <a:gd name="connsiteX36" fmla="*/ 5374818 w 6782002"/>
              <a:gd name="connsiteY36" fmla="*/ 4045364 h 6528662"/>
              <a:gd name="connsiteX37" fmla="*/ 5732947 w 6782002"/>
              <a:gd name="connsiteY37" fmla="*/ 4048819 h 6528662"/>
              <a:gd name="connsiteX38" fmla="*/ 6045591 w 6782002"/>
              <a:gd name="connsiteY38" fmla="*/ 4048819 h 6528662"/>
              <a:gd name="connsiteX39" fmla="*/ 6044439 w 6782002"/>
              <a:gd name="connsiteY39" fmla="*/ 4047667 h 6528662"/>
              <a:gd name="connsiteX40" fmla="*/ 6404871 w 6782002"/>
              <a:gd name="connsiteY40" fmla="*/ 4008515 h 6528662"/>
              <a:gd name="connsiteX41" fmla="*/ 6059409 w 6782002"/>
              <a:gd name="connsiteY41" fmla="*/ 4348795 h 6528662"/>
              <a:gd name="connsiteX42" fmla="*/ 5556762 w 6782002"/>
              <a:gd name="connsiteY42" fmla="*/ 4579103 h 6528662"/>
              <a:gd name="connsiteX43" fmla="*/ 4334400 w 6782002"/>
              <a:gd name="connsiteY43" fmla="*/ 4850291 h 6528662"/>
              <a:gd name="connsiteX44" fmla="*/ 3786842 w 6782002"/>
              <a:gd name="connsiteY44" fmla="*/ 4911899 h 6528662"/>
              <a:gd name="connsiteX45" fmla="*/ 3733296 w 6782002"/>
              <a:gd name="connsiteY45" fmla="*/ 4917081 h 6528662"/>
              <a:gd name="connsiteX46" fmla="*/ 3887602 w 6782002"/>
              <a:gd name="connsiteY46" fmla="*/ 5540640 h 6528662"/>
              <a:gd name="connsiteX47" fmla="*/ 3391288 w 6782002"/>
              <a:gd name="connsiteY47" fmla="*/ 5624703 h 6528662"/>
              <a:gd name="connsiteX48" fmla="*/ 2895550 w 6782002"/>
              <a:gd name="connsiteY48" fmla="*/ 5540640 h 6528662"/>
              <a:gd name="connsiteX49" fmla="*/ 3048705 w 6782002"/>
              <a:gd name="connsiteY49" fmla="*/ 4916505 h 6528662"/>
              <a:gd name="connsiteX50" fmla="*/ 2995158 w 6782002"/>
              <a:gd name="connsiteY50" fmla="*/ 4911323 h 6528662"/>
              <a:gd name="connsiteX51" fmla="*/ 2447600 w 6782002"/>
              <a:gd name="connsiteY51" fmla="*/ 4849716 h 6528662"/>
              <a:gd name="connsiteX52" fmla="*/ 1225239 w 6782002"/>
              <a:gd name="connsiteY52" fmla="*/ 4578527 h 6528662"/>
              <a:gd name="connsiteX53" fmla="*/ 722591 w 6782002"/>
              <a:gd name="connsiteY53" fmla="*/ 4348219 h 6528662"/>
              <a:gd name="connsiteX54" fmla="*/ 377129 w 6782002"/>
              <a:gd name="connsiteY54" fmla="*/ 4007939 h 6528662"/>
              <a:gd name="connsiteX55" fmla="*/ 6060561 w 6782002"/>
              <a:gd name="connsiteY55" fmla="*/ 3114343 h 6528662"/>
              <a:gd name="connsiteX56" fmla="*/ 5720857 w 6782002"/>
              <a:gd name="connsiteY56" fmla="*/ 3488018 h 6528662"/>
              <a:gd name="connsiteX57" fmla="*/ 5218785 w 6782002"/>
              <a:gd name="connsiteY57" fmla="*/ 3812753 h 6528662"/>
              <a:gd name="connsiteX58" fmla="*/ 4230187 w 6782002"/>
              <a:gd name="connsiteY58" fmla="*/ 4100638 h 6528662"/>
              <a:gd name="connsiteX59" fmla="*/ 3803540 w 6782002"/>
              <a:gd name="connsiteY59" fmla="*/ 4127699 h 6528662"/>
              <a:gd name="connsiteX60" fmla="*/ 3775328 w 6782002"/>
              <a:gd name="connsiteY60" fmla="*/ 4127699 h 6528662"/>
              <a:gd name="connsiteX61" fmla="*/ 3717751 w 6782002"/>
              <a:gd name="connsiteY61" fmla="*/ 4127699 h 6528662"/>
              <a:gd name="connsiteX62" fmla="*/ 3858239 w 6782002"/>
              <a:gd name="connsiteY62" fmla="*/ 4733986 h 6528662"/>
              <a:gd name="connsiteX63" fmla="*/ 3394743 w 6782002"/>
              <a:gd name="connsiteY63" fmla="*/ 4791563 h 6528662"/>
              <a:gd name="connsiteX64" fmla="*/ 3388410 w 6782002"/>
              <a:gd name="connsiteY64" fmla="*/ 4791563 h 6528662"/>
              <a:gd name="connsiteX65" fmla="*/ 3382652 w 6782002"/>
              <a:gd name="connsiteY65" fmla="*/ 4791563 h 6528662"/>
              <a:gd name="connsiteX66" fmla="*/ 2922036 w 6782002"/>
              <a:gd name="connsiteY66" fmla="*/ 4733986 h 6528662"/>
              <a:gd name="connsiteX67" fmla="*/ 3063099 w 6782002"/>
              <a:gd name="connsiteY67" fmla="*/ 4128275 h 6528662"/>
              <a:gd name="connsiteX68" fmla="*/ 3005522 w 6782002"/>
              <a:gd name="connsiteY68" fmla="*/ 4128275 h 6528662"/>
              <a:gd name="connsiteX69" fmla="*/ 2976734 w 6782002"/>
              <a:gd name="connsiteY69" fmla="*/ 4128275 h 6528662"/>
              <a:gd name="connsiteX70" fmla="*/ 2550088 w 6782002"/>
              <a:gd name="connsiteY70" fmla="*/ 4101214 h 6528662"/>
              <a:gd name="connsiteX71" fmla="*/ 1561490 w 6782002"/>
              <a:gd name="connsiteY71" fmla="*/ 3813329 h 6528662"/>
              <a:gd name="connsiteX72" fmla="*/ 1058842 w 6782002"/>
              <a:gd name="connsiteY72" fmla="*/ 3488018 h 6528662"/>
              <a:gd name="connsiteX73" fmla="*/ 719713 w 6782002"/>
              <a:gd name="connsiteY73" fmla="*/ 3114919 h 6528662"/>
              <a:gd name="connsiteX74" fmla="*/ 1076115 w 6782002"/>
              <a:gd name="connsiteY74" fmla="*/ 3155223 h 6528662"/>
              <a:gd name="connsiteX75" fmla="*/ 1214300 w 6782002"/>
              <a:gd name="connsiteY75" fmla="*/ 3161557 h 6528662"/>
              <a:gd name="connsiteX76" fmla="*/ 1863193 w 6782002"/>
              <a:gd name="connsiteY76" fmla="*/ 3195527 h 6528662"/>
              <a:gd name="connsiteX77" fmla="*/ 1935740 w 6782002"/>
              <a:gd name="connsiteY77" fmla="*/ 3234103 h 6528662"/>
              <a:gd name="connsiteX78" fmla="*/ 2669848 w 6782002"/>
              <a:gd name="connsiteY78" fmla="*/ 3468442 h 6528662"/>
              <a:gd name="connsiteX79" fmla="*/ 2801124 w 6782002"/>
              <a:gd name="connsiteY79" fmla="*/ 3477078 h 6528662"/>
              <a:gd name="connsiteX80" fmla="*/ 2961764 w 6782002"/>
              <a:gd name="connsiteY80" fmla="*/ 3468442 h 6528662"/>
              <a:gd name="connsiteX81" fmla="*/ 2835670 w 6782002"/>
              <a:gd name="connsiteY81" fmla="*/ 3995848 h 6528662"/>
              <a:gd name="connsiteX82" fmla="*/ 3391289 w 6782002"/>
              <a:gd name="connsiteY82" fmla="*/ 4030394 h 6528662"/>
              <a:gd name="connsiteX83" fmla="*/ 3947483 w 6782002"/>
              <a:gd name="connsiteY83" fmla="*/ 3993545 h 6528662"/>
              <a:gd name="connsiteX84" fmla="*/ 3820814 w 6782002"/>
              <a:gd name="connsiteY84" fmla="*/ 3466139 h 6528662"/>
              <a:gd name="connsiteX85" fmla="*/ 3982030 w 6782002"/>
              <a:gd name="connsiteY85" fmla="*/ 3474775 h 6528662"/>
              <a:gd name="connsiteX86" fmla="*/ 4113305 w 6782002"/>
              <a:gd name="connsiteY86" fmla="*/ 3466139 h 6528662"/>
              <a:gd name="connsiteX87" fmla="*/ 4846837 w 6782002"/>
              <a:gd name="connsiteY87" fmla="*/ 3231800 h 6528662"/>
              <a:gd name="connsiteX88" fmla="*/ 4919960 w 6782002"/>
              <a:gd name="connsiteY88" fmla="*/ 3193225 h 6528662"/>
              <a:gd name="connsiteX89" fmla="*/ 5568853 w 6782002"/>
              <a:gd name="connsiteY89" fmla="*/ 3159253 h 6528662"/>
              <a:gd name="connsiteX90" fmla="*/ 5707038 w 6782002"/>
              <a:gd name="connsiteY90" fmla="*/ 3152920 h 6528662"/>
              <a:gd name="connsiteX91" fmla="*/ 5704735 w 6782002"/>
              <a:gd name="connsiteY91" fmla="*/ 3154647 h 6528662"/>
              <a:gd name="connsiteX92" fmla="*/ 6060561 w 6782002"/>
              <a:gd name="connsiteY92" fmla="*/ 3114343 h 6528662"/>
              <a:gd name="connsiteX93" fmla="*/ 3386683 w 6782002"/>
              <a:gd name="connsiteY93" fmla="*/ 821625 h 6528662"/>
              <a:gd name="connsiteX94" fmla="*/ 3271529 w 6782002"/>
              <a:gd name="connsiteY94" fmla="*/ 984569 h 6528662"/>
              <a:gd name="connsiteX95" fmla="*/ 3271529 w 6782002"/>
              <a:gd name="connsiteY95" fmla="*/ 992630 h 6528662"/>
              <a:gd name="connsiteX96" fmla="*/ 3174223 w 6782002"/>
              <a:gd name="connsiteY96" fmla="*/ 1495277 h 6528662"/>
              <a:gd name="connsiteX97" fmla="*/ 3166738 w 6782002"/>
              <a:gd name="connsiteY97" fmla="*/ 1532702 h 6528662"/>
              <a:gd name="connsiteX98" fmla="*/ 3094191 w 6782002"/>
              <a:gd name="connsiteY98" fmla="*/ 1532702 h 6528662"/>
              <a:gd name="connsiteX99" fmla="*/ 1344424 w 6782002"/>
              <a:gd name="connsiteY99" fmla="*/ 1279938 h 6528662"/>
              <a:gd name="connsiteX100" fmla="*/ 1497004 w 6782002"/>
              <a:gd name="connsiteY100" fmla="*/ 1655916 h 6528662"/>
              <a:gd name="connsiteX101" fmla="*/ 1915589 w 6782002"/>
              <a:gd name="connsiteY101" fmla="*/ 1915589 h 6528662"/>
              <a:gd name="connsiteX102" fmla="*/ 1950135 w 6782002"/>
              <a:gd name="connsiteY102" fmla="*/ 1922498 h 6528662"/>
              <a:gd name="connsiteX103" fmla="*/ 1950135 w 6782002"/>
              <a:gd name="connsiteY103" fmla="*/ 1957620 h 6528662"/>
              <a:gd name="connsiteX104" fmla="*/ 2102714 w 6782002"/>
              <a:gd name="connsiteY104" fmla="*/ 2262779 h 6528662"/>
              <a:gd name="connsiteX105" fmla="*/ 2424570 w 6782002"/>
              <a:gd name="connsiteY105" fmla="*/ 2364690 h 6528662"/>
              <a:gd name="connsiteX106" fmla="*/ 2467753 w 6782002"/>
              <a:gd name="connsiteY106" fmla="*/ 2364690 h 6528662"/>
              <a:gd name="connsiteX107" fmla="*/ 2504026 w 6782002"/>
              <a:gd name="connsiteY107" fmla="*/ 2360660 h 6528662"/>
              <a:gd name="connsiteX108" fmla="*/ 2516693 w 6782002"/>
              <a:gd name="connsiteY108" fmla="*/ 2395207 h 6528662"/>
              <a:gd name="connsiteX109" fmla="*/ 2757365 w 6782002"/>
              <a:gd name="connsiteY109" fmla="*/ 2594422 h 6528662"/>
              <a:gd name="connsiteX110" fmla="*/ 2880580 w 6782002"/>
              <a:gd name="connsiteY110" fmla="*/ 2612847 h 6528662"/>
              <a:gd name="connsiteX111" fmla="*/ 3040069 w 6782002"/>
              <a:gd name="connsiteY111" fmla="*/ 2585211 h 6528662"/>
              <a:gd name="connsiteX112" fmla="*/ 3124707 w 6782002"/>
              <a:gd name="connsiteY112" fmla="*/ 2550088 h 6528662"/>
              <a:gd name="connsiteX113" fmla="*/ 3000341 w 6782002"/>
              <a:gd name="connsiteY113" fmla="*/ 3059069 h 6528662"/>
              <a:gd name="connsiteX114" fmla="*/ 3782237 w 6782002"/>
              <a:gd name="connsiteY114" fmla="*/ 3059069 h 6528662"/>
              <a:gd name="connsiteX115" fmla="*/ 3657871 w 6782002"/>
              <a:gd name="connsiteY115" fmla="*/ 2549512 h 6528662"/>
              <a:gd name="connsiteX116" fmla="*/ 3742509 w 6782002"/>
              <a:gd name="connsiteY116" fmla="*/ 2585211 h 6528662"/>
              <a:gd name="connsiteX117" fmla="*/ 3902573 w 6782002"/>
              <a:gd name="connsiteY117" fmla="*/ 2612271 h 6528662"/>
              <a:gd name="connsiteX118" fmla="*/ 4025788 w 6782002"/>
              <a:gd name="connsiteY118" fmla="*/ 2593847 h 6528662"/>
              <a:gd name="connsiteX119" fmla="*/ 4266460 w 6782002"/>
              <a:gd name="connsiteY119" fmla="*/ 2394630 h 6528662"/>
              <a:gd name="connsiteX120" fmla="*/ 4279127 w 6782002"/>
              <a:gd name="connsiteY120" fmla="*/ 2360660 h 6528662"/>
              <a:gd name="connsiteX121" fmla="*/ 4317704 w 6782002"/>
              <a:gd name="connsiteY121" fmla="*/ 2367569 h 6528662"/>
              <a:gd name="connsiteX122" fmla="*/ 4360886 w 6782002"/>
              <a:gd name="connsiteY122" fmla="*/ 2367569 h 6528662"/>
              <a:gd name="connsiteX123" fmla="*/ 4682742 w 6782002"/>
              <a:gd name="connsiteY123" fmla="*/ 2265657 h 6528662"/>
              <a:gd name="connsiteX124" fmla="*/ 4835322 w 6782002"/>
              <a:gd name="connsiteY124" fmla="*/ 1958196 h 6528662"/>
              <a:gd name="connsiteX125" fmla="*/ 4835322 w 6782002"/>
              <a:gd name="connsiteY125" fmla="*/ 1923074 h 6528662"/>
              <a:gd name="connsiteX126" fmla="*/ 4869868 w 6782002"/>
              <a:gd name="connsiteY126" fmla="*/ 1916166 h 6528662"/>
              <a:gd name="connsiteX127" fmla="*/ 5285574 w 6782002"/>
              <a:gd name="connsiteY127" fmla="*/ 1655916 h 6528662"/>
              <a:gd name="connsiteX128" fmla="*/ 5438153 w 6782002"/>
              <a:gd name="connsiteY128" fmla="*/ 1279938 h 6528662"/>
              <a:gd name="connsiteX129" fmla="*/ 3688386 w 6782002"/>
              <a:gd name="connsiteY129" fmla="*/ 1532702 h 6528662"/>
              <a:gd name="connsiteX130" fmla="*/ 3616991 w 6782002"/>
              <a:gd name="connsiteY130" fmla="*/ 1532702 h 6528662"/>
              <a:gd name="connsiteX131" fmla="*/ 3609506 w 6782002"/>
              <a:gd name="connsiteY131" fmla="*/ 1495277 h 6528662"/>
              <a:gd name="connsiteX132" fmla="*/ 3512201 w 6782002"/>
              <a:gd name="connsiteY132" fmla="*/ 992630 h 6528662"/>
              <a:gd name="connsiteX133" fmla="*/ 3512201 w 6782002"/>
              <a:gd name="connsiteY133" fmla="*/ 984569 h 6528662"/>
              <a:gd name="connsiteX134" fmla="*/ 3397047 w 6782002"/>
              <a:gd name="connsiteY134" fmla="*/ 821625 h 6528662"/>
              <a:gd name="connsiteX135" fmla="*/ 4169942 w 6782002"/>
              <a:gd name="connsiteY135" fmla="*/ 789139 h 6528662"/>
              <a:gd name="connsiteX136" fmla="*/ 4291794 w 6782002"/>
              <a:gd name="connsiteY136" fmla="*/ 801473 h 6528662"/>
              <a:gd name="connsiteX137" fmla="*/ 4516920 w 6782002"/>
              <a:gd name="connsiteY137" fmla="*/ 947143 h 6528662"/>
              <a:gd name="connsiteX138" fmla="*/ 4249763 w 6782002"/>
              <a:gd name="connsiteY138" fmla="*/ 962113 h 6528662"/>
              <a:gd name="connsiteX139" fmla="*/ 4050546 w 6782002"/>
              <a:gd name="connsiteY139" fmla="*/ 816443 h 6528662"/>
              <a:gd name="connsiteX140" fmla="*/ 4169942 w 6782002"/>
              <a:gd name="connsiteY140" fmla="*/ 789139 h 6528662"/>
              <a:gd name="connsiteX141" fmla="*/ 4538223 w 6782002"/>
              <a:gd name="connsiteY141" fmla="*/ 544104 h 6528662"/>
              <a:gd name="connsiteX142" fmla="*/ 4768532 w 6782002"/>
              <a:gd name="connsiteY142" fmla="*/ 575771 h 6528662"/>
              <a:gd name="connsiteX143" fmla="*/ 4552042 w 6782002"/>
              <a:gd name="connsiteY143" fmla="*/ 700138 h 6528662"/>
              <a:gd name="connsiteX144" fmla="*/ 4318279 w 6782002"/>
              <a:gd name="connsiteY144" fmla="*/ 625863 h 6528662"/>
              <a:gd name="connsiteX145" fmla="*/ 4539375 w 6782002"/>
              <a:gd name="connsiteY145" fmla="*/ 544680 h 6528662"/>
              <a:gd name="connsiteX146" fmla="*/ 4090850 w 6782002"/>
              <a:gd name="connsiteY146" fmla="*/ 257370 h 6528662"/>
              <a:gd name="connsiteX147" fmla="*/ 4136335 w 6782002"/>
              <a:gd name="connsiteY147" fmla="*/ 525103 h 6528662"/>
              <a:gd name="connsiteX148" fmla="*/ 4138639 w 6782002"/>
              <a:gd name="connsiteY148" fmla="*/ 525103 h 6528662"/>
              <a:gd name="connsiteX149" fmla="*/ 4023484 w 6782002"/>
              <a:gd name="connsiteY149" fmla="*/ 748502 h 6528662"/>
              <a:gd name="connsiteX150" fmla="*/ 3965907 w 6782002"/>
              <a:gd name="connsiteY150" fmla="*/ 499194 h 6528662"/>
              <a:gd name="connsiteX151" fmla="*/ 4090850 w 6782002"/>
              <a:gd name="connsiteY151" fmla="*/ 257370 h 6528662"/>
              <a:gd name="connsiteX152" fmla="*/ 4689076 w 6782002"/>
              <a:gd name="connsiteY152" fmla="*/ 0 h 6528662"/>
              <a:gd name="connsiteX153" fmla="*/ 4645317 w 6782002"/>
              <a:gd name="connsiteY153" fmla="*/ 258521 h 6528662"/>
              <a:gd name="connsiteX154" fmla="*/ 4510011 w 6782002"/>
              <a:gd name="connsiteY154" fmla="*/ 399009 h 6528662"/>
              <a:gd name="connsiteX155" fmla="*/ 4457615 w 6782002"/>
              <a:gd name="connsiteY155" fmla="*/ 485950 h 6528662"/>
              <a:gd name="connsiteX156" fmla="*/ 3777055 w 6782002"/>
              <a:gd name="connsiteY156" fmla="*/ 955779 h 6528662"/>
              <a:gd name="connsiteX157" fmla="*/ 3977998 w 6782002"/>
              <a:gd name="connsiteY157" fmla="*/ 969598 h 6528662"/>
              <a:gd name="connsiteX158" fmla="*/ 3979150 w 6782002"/>
              <a:gd name="connsiteY158" fmla="*/ 968446 h 6528662"/>
              <a:gd name="connsiteX159" fmla="*/ 4200246 w 6782002"/>
              <a:gd name="connsiteY159" fmla="*/ 1127359 h 6528662"/>
              <a:gd name="connsiteX160" fmla="*/ 3939422 w 6782002"/>
              <a:gd name="connsiteY160" fmla="*/ 1131389 h 6528662"/>
              <a:gd name="connsiteX161" fmla="*/ 3755751 w 6782002"/>
              <a:gd name="connsiteY161" fmla="*/ 963840 h 6528662"/>
              <a:gd name="connsiteX162" fmla="*/ 3612037 w 6782002"/>
              <a:gd name="connsiteY162" fmla="*/ 1016625 h 6528662"/>
              <a:gd name="connsiteX163" fmla="*/ 3617549 w 6782002"/>
              <a:gd name="connsiteY163" fmla="*/ 1044871 h 6528662"/>
              <a:gd name="connsiteX164" fmla="*/ 3694144 w 6782002"/>
              <a:gd name="connsiteY164" fmla="*/ 1439427 h 6528662"/>
              <a:gd name="connsiteX165" fmla="*/ 5473275 w 6782002"/>
              <a:gd name="connsiteY165" fmla="*/ 1172269 h 6528662"/>
              <a:gd name="connsiteX166" fmla="*/ 5534883 w 6782002"/>
              <a:gd name="connsiteY166" fmla="*/ 1151541 h 6528662"/>
              <a:gd name="connsiteX167" fmla="*/ 5534883 w 6782002"/>
              <a:gd name="connsiteY167" fmla="*/ 1212574 h 6528662"/>
              <a:gd name="connsiteX168" fmla="*/ 5358697 w 6782002"/>
              <a:gd name="connsiteY168" fmla="*/ 1711766 h 6528662"/>
              <a:gd name="connsiteX169" fmla="*/ 4921111 w 6782002"/>
              <a:gd name="connsiteY169" fmla="*/ 1996773 h 6528662"/>
              <a:gd name="connsiteX170" fmla="*/ 4738592 w 6782002"/>
              <a:gd name="connsiteY170" fmla="*/ 2335326 h 6528662"/>
              <a:gd name="connsiteX171" fmla="*/ 4654529 w 6782002"/>
              <a:gd name="connsiteY171" fmla="*/ 2392903 h 6528662"/>
              <a:gd name="connsiteX172" fmla="*/ 5495155 w 6782002"/>
              <a:gd name="connsiteY172" fmla="*/ 2264506 h 6528662"/>
              <a:gd name="connsiteX173" fmla="*/ 5561368 w 6782002"/>
              <a:gd name="connsiteY173" fmla="*/ 2251839 h 6528662"/>
              <a:gd name="connsiteX174" fmla="*/ 5556762 w 6782002"/>
              <a:gd name="connsiteY174" fmla="*/ 2251839 h 6528662"/>
              <a:gd name="connsiteX175" fmla="*/ 5736978 w 6782002"/>
              <a:gd name="connsiteY175" fmla="*/ 2214414 h 6528662"/>
              <a:gd name="connsiteX176" fmla="*/ 5457730 w 6782002"/>
              <a:gd name="connsiteY176" fmla="*/ 2625514 h 6528662"/>
              <a:gd name="connsiteX177" fmla="*/ 4800200 w 6782002"/>
              <a:gd name="connsiteY177" fmla="*/ 3149465 h 6528662"/>
              <a:gd name="connsiteX178" fmla="*/ 4094881 w 6782002"/>
              <a:gd name="connsiteY178" fmla="*/ 3374016 h 6528662"/>
              <a:gd name="connsiteX179" fmla="*/ 3979727 w 6782002"/>
              <a:gd name="connsiteY179" fmla="*/ 3382077 h 6528662"/>
              <a:gd name="connsiteX180" fmla="*/ 3764964 w 6782002"/>
              <a:gd name="connsiteY180" fmla="*/ 3366531 h 6528662"/>
              <a:gd name="connsiteX181" fmla="*/ 3697023 w 6782002"/>
              <a:gd name="connsiteY181" fmla="*/ 3356167 h 6528662"/>
              <a:gd name="connsiteX182" fmla="*/ 3828875 w 6782002"/>
              <a:gd name="connsiteY182" fmla="*/ 3907755 h 6528662"/>
              <a:gd name="connsiteX183" fmla="*/ 3388986 w 6782002"/>
              <a:gd name="connsiteY183" fmla="*/ 3935392 h 6528662"/>
              <a:gd name="connsiteX184" fmla="*/ 2949673 w 6782002"/>
              <a:gd name="connsiteY184" fmla="*/ 3907755 h 6528662"/>
              <a:gd name="connsiteX185" fmla="*/ 3081524 w 6782002"/>
              <a:gd name="connsiteY185" fmla="*/ 3356167 h 6528662"/>
              <a:gd name="connsiteX186" fmla="*/ 3013583 w 6782002"/>
              <a:gd name="connsiteY186" fmla="*/ 3366531 h 6528662"/>
              <a:gd name="connsiteX187" fmla="*/ 2798821 w 6782002"/>
              <a:gd name="connsiteY187" fmla="*/ 3382077 h 6528662"/>
              <a:gd name="connsiteX188" fmla="*/ 2683667 w 6782002"/>
              <a:gd name="connsiteY188" fmla="*/ 3374016 h 6528662"/>
              <a:gd name="connsiteX189" fmla="*/ 1978348 w 6782002"/>
              <a:gd name="connsiteY189" fmla="*/ 3149465 h 6528662"/>
              <a:gd name="connsiteX190" fmla="*/ 1320818 w 6782002"/>
              <a:gd name="connsiteY190" fmla="*/ 2625514 h 6528662"/>
              <a:gd name="connsiteX191" fmla="*/ 1041569 w 6782002"/>
              <a:gd name="connsiteY191" fmla="*/ 2214414 h 6528662"/>
              <a:gd name="connsiteX192" fmla="*/ 1221785 w 6782002"/>
              <a:gd name="connsiteY192" fmla="*/ 2251839 h 6528662"/>
              <a:gd name="connsiteX193" fmla="*/ 1287999 w 6782002"/>
              <a:gd name="connsiteY193" fmla="*/ 2264506 h 6528662"/>
              <a:gd name="connsiteX194" fmla="*/ 2128624 w 6782002"/>
              <a:gd name="connsiteY194" fmla="*/ 2392327 h 6528662"/>
              <a:gd name="connsiteX195" fmla="*/ 2044561 w 6782002"/>
              <a:gd name="connsiteY195" fmla="*/ 2337629 h 6528662"/>
              <a:gd name="connsiteX196" fmla="*/ 1862042 w 6782002"/>
              <a:gd name="connsiteY196" fmla="*/ 1999076 h 6528662"/>
              <a:gd name="connsiteX197" fmla="*/ 1424456 w 6782002"/>
              <a:gd name="connsiteY197" fmla="*/ 1714070 h 6528662"/>
              <a:gd name="connsiteX198" fmla="*/ 1248271 w 6782002"/>
              <a:gd name="connsiteY198" fmla="*/ 1214877 h 6528662"/>
              <a:gd name="connsiteX199" fmla="*/ 1248271 w 6782002"/>
              <a:gd name="connsiteY199" fmla="*/ 1151541 h 6528662"/>
              <a:gd name="connsiteX200" fmla="*/ 1313333 w 6782002"/>
              <a:gd name="connsiteY200" fmla="*/ 1171118 h 6528662"/>
              <a:gd name="connsiteX201" fmla="*/ 3092464 w 6782002"/>
              <a:gd name="connsiteY201" fmla="*/ 1439427 h 6528662"/>
              <a:gd name="connsiteX202" fmla="*/ 3182860 w 6782002"/>
              <a:gd name="connsiteY202" fmla="*/ 974205 h 6528662"/>
              <a:gd name="connsiteX203" fmla="*/ 3182860 w 6782002"/>
              <a:gd name="connsiteY203" fmla="*/ 966719 h 6528662"/>
              <a:gd name="connsiteX204" fmla="*/ 3389562 w 6782002"/>
              <a:gd name="connsiteY204" fmla="*/ 728350 h 6528662"/>
              <a:gd name="connsiteX205" fmla="*/ 3397047 w 6782002"/>
              <a:gd name="connsiteY205" fmla="*/ 728350 h 6528662"/>
              <a:gd name="connsiteX206" fmla="*/ 3598149 w 6782002"/>
              <a:gd name="connsiteY206" fmla="*/ 939946 h 6528662"/>
              <a:gd name="connsiteX207" fmla="*/ 3599281 w 6782002"/>
              <a:gd name="connsiteY207" fmla="*/ 945357 h 6528662"/>
              <a:gd name="connsiteX208" fmla="*/ 3735024 w 6782002"/>
              <a:gd name="connsiteY208" fmla="*/ 895323 h 6528662"/>
              <a:gd name="connsiteX209" fmla="*/ 3677446 w 6782002"/>
              <a:gd name="connsiteY209" fmla="*/ 648893 h 6528662"/>
              <a:gd name="connsiteX210" fmla="*/ 3813904 w 6782002"/>
              <a:gd name="connsiteY210" fmla="*/ 412252 h 6528662"/>
              <a:gd name="connsiteX211" fmla="*/ 3857663 w 6782002"/>
              <a:gd name="connsiteY211" fmla="*/ 677682 h 6528662"/>
              <a:gd name="connsiteX212" fmla="*/ 3738478 w 6782002"/>
              <a:gd name="connsiteY212" fmla="*/ 893596 h 6528662"/>
              <a:gd name="connsiteX213" fmla="*/ 4276824 w 6782002"/>
              <a:gd name="connsiteY213" fmla="*/ 575771 h 6528662"/>
              <a:gd name="connsiteX214" fmla="*/ 4223277 w 6782002"/>
              <a:gd name="connsiteY214" fmla="*/ 336826 h 6528662"/>
              <a:gd name="connsiteX215" fmla="*/ 4338431 w 6782002"/>
              <a:gd name="connsiteY215" fmla="*/ 106518 h 6528662"/>
              <a:gd name="connsiteX216" fmla="*/ 4381038 w 6782002"/>
              <a:gd name="connsiteY216" fmla="*/ 363887 h 6528662"/>
              <a:gd name="connsiteX217" fmla="*/ 4279703 w 6782002"/>
              <a:gd name="connsiteY217" fmla="*/ 575771 h 6528662"/>
              <a:gd name="connsiteX218" fmla="*/ 4445524 w 6782002"/>
              <a:gd name="connsiteY218" fmla="*/ 424343 h 6528662"/>
              <a:gd name="connsiteX219" fmla="*/ 4483525 w 6782002"/>
              <a:gd name="connsiteY219" fmla="*/ 379433 h 6528662"/>
              <a:gd name="connsiteX220" fmla="*/ 4516344 w 6782002"/>
              <a:gd name="connsiteY220" fmla="*/ 172731 h 6528662"/>
              <a:gd name="connsiteX221" fmla="*/ 4689076 w 6782002"/>
              <a:gd name="connsiteY221" fmla="*/ 0 h 6528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782002" h="6528662">
                <a:moveTo>
                  <a:pt x="0" y="4815169"/>
                </a:moveTo>
                <a:cubicBezTo>
                  <a:pt x="214456" y="4866988"/>
                  <a:pt x="432850" y="4900884"/>
                  <a:pt x="652924" y="4916505"/>
                </a:cubicBezTo>
                <a:cubicBezTo>
                  <a:pt x="1073236" y="4933202"/>
                  <a:pt x="1668007" y="4897504"/>
                  <a:pt x="2212687" y="4904414"/>
                </a:cubicBezTo>
                <a:cubicBezTo>
                  <a:pt x="2300204" y="4920535"/>
                  <a:pt x="2378509" y="4933202"/>
                  <a:pt x="2439540" y="4941263"/>
                </a:cubicBezTo>
                <a:cubicBezTo>
                  <a:pt x="2585786" y="4961415"/>
                  <a:pt x="2829337" y="4987325"/>
                  <a:pt x="2936430" y="4998840"/>
                </a:cubicBezTo>
                <a:lnTo>
                  <a:pt x="2780972" y="5615490"/>
                </a:lnTo>
                <a:lnTo>
                  <a:pt x="3391289" y="5719129"/>
                </a:lnTo>
                <a:lnTo>
                  <a:pt x="4002182" y="5617217"/>
                </a:lnTo>
                <a:lnTo>
                  <a:pt x="3849602" y="5000567"/>
                </a:lnTo>
                <a:cubicBezTo>
                  <a:pt x="3956696" y="4987325"/>
                  <a:pt x="4200247" y="4961415"/>
                  <a:pt x="4346492" y="4942990"/>
                </a:cubicBezTo>
                <a:cubicBezTo>
                  <a:pt x="4407524" y="4934929"/>
                  <a:pt x="4485829" y="4922262"/>
                  <a:pt x="4573346" y="4906141"/>
                </a:cubicBezTo>
                <a:cubicBezTo>
                  <a:pt x="5118025" y="4899231"/>
                  <a:pt x="5712796" y="4934929"/>
                  <a:pt x="6133108" y="4918232"/>
                </a:cubicBezTo>
                <a:lnTo>
                  <a:pt x="6131957" y="4918232"/>
                </a:lnTo>
                <a:cubicBezTo>
                  <a:pt x="6351095" y="4901886"/>
                  <a:pt x="6568564" y="4867415"/>
                  <a:pt x="6782002" y="4815169"/>
                </a:cubicBezTo>
                <a:cubicBezTo>
                  <a:pt x="6782002" y="4815169"/>
                  <a:pt x="6591422" y="5121479"/>
                  <a:pt x="6373205" y="5271180"/>
                </a:cubicBezTo>
                <a:cubicBezTo>
                  <a:pt x="5533386" y="5513850"/>
                  <a:pt x="4671382" y="5671824"/>
                  <a:pt x="3800086" y="5742735"/>
                </a:cubicBezTo>
                <a:lnTo>
                  <a:pt x="3968211" y="6403720"/>
                </a:lnTo>
                <a:lnTo>
                  <a:pt x="3392440" y="6528662"/>
                </a:lnTo>
                <a:lnTo>
                  <a:pt x="2816670" y="6403720"/>
                </a:lnTo>
                <a:lnTo>
                  <a:pt x="2981916" y="5742735"/>
                </a:lnTo>
                <a:cubicBezTo>
                  <a:pt x="2110620" y="5671824"/>
                  <a:pt x="1248616" y="5513850"/>
                  <a:pt x="408797" y="5271180"/>
                </a:cubicBezTo>
                <a:cubicBezTo>
                  <a:pt x="190580" y="5124358"/>
                  <a:pt x="0" y="4815169"/>
                  <a:pt x="0" y="4815169"/>
                </a:cubicBezTo>
                <a:close/>
                <a:moveTo>
                  <a:pt x="377129" y="4007939"/>
                </a:moveTo>
                <a:cubicBezTo>
                  <a:pt x="496107" y="4030101"/>
                  <a:pt x="616598" y="4043193"/>
                  <a:pt x="737561" y="4047091"/>
                </a:cubicBezTo>
                <a:cubicBezTo>
                  <a:pt x="823351" y="4050546"/>
                  <a:pt x="928717" y="4047091"/>
                  <a:pt x="1050205" y="4047091"/>
                </a:cubicBezTo>
                <a:cubicBezTo>
                  <a:pt x="1157874" y="4043637"/>
                  <a:pt x="1279937" y="4043637"/>
                  <a:pt x="1408334" y="4043637"/>
                </a:cubicBezTo>
                <a:cubicBezTo>
                  <a:pt x="1557459" y="4043637"/>
                  <a:pt x="1745736" y="4045940"/>
                  <a:pt x="1948983" y="4057455"/>
                </a:cubicBezTo>
                <a:cubicBezTo>
                  <a:pt x="2140801" y="4114744"/>
                  <a:pt x="2335975" y="4160121"/>
                  <a:pt x="2533390" y="4193337"/>
                </a:cubicBezTo>
                <a:cubicBezTo>
                  <a:pt x="2670308" y="4212954"/>
                  <a:pt x="2808476" y="4222580"/>
                  <a:pt x="2946793" y="4222126"/>
                </a:cubicBezTo>
                <a:lnTo>
                  <a:pt x="2807457" y="4815169"/>
                </a:lnTo>
                <a:lnTo>
                  <a:pt x="3383227" y="4883110"/>
                </a:lnTo>
                <a:lnTo>
                  <a:pt x="3397046" y="4883110"/>
                </a:lnTo>
                <a:lnTo>
                  <a:pt x="3972816" y="4814594"/>
                </a:lnTo>
                <a:lnTo>
                  <a:pt x="3836935" y="4223277"/>
                </a:lnTo>
                <a:cubicBezTo>
                  <a:pt x="3975044" y="4223893"/>
                  <a:pt x="4113016" y="4214462"/>
                  <a:pt x="4249762" y="4195064"/>
                </a:cubicBezTo>
                <a:cubicBezTo>
                  <a:pt x="4447177" y="4161848"/>
                  <a:pt x="4642352" y="4116472"/>
                  <a:pt x="4834169" y="4059183"/>
                </a:cubicBezTo>
                <a:cubicBezTo>
                  <a:pt x="5037416" y="4045364"/>
                  <a:pt x="5225694" y="4045364"/>
                  <a:pt x="5374818" y="4045364"/>
                </a:cubicBezTo>
                <a:cubicBezTo>
                  <a:pt x="5502639" y="4045364"/>
                  <a:pt x="5625278" y="4048819"/>
                  <a:pt x="5732947" y="4048819"/>
                </a:cubicBezTo>
                <a:cubicBezTo>
                  <a:pt x="5853859" y="4048819"/>
                  <a:pt x="5959801" y="4048819"/>
                  <a:pt x="6045591" y="4048819"/>
                </a:cubicBezTo>
                <a:lnTo>
                  <a:pt x="6044439" y="4047667"/>
                </a:lnTo>
                <a:cubicBezTo>
                  <a:pt x="6165409" y="4043769"/>
                  <a:pt x="6285918" y="4030676"/>
                  <a:pt x="6404871" y="4008515"/>
                </a:cubicBezTo>
                <a:cubicBezTo>
                  <a:pt x="6307221" y="4138438"/>
                  <a:pt x="6190800" y="4253114"/>
                  <a:pt x="6059409" y="4348795"/>
                </a:cubicBezTo>
                <a:cubicBezTo>
                  <a:pt x="5898942" y="4440204"/>
                  <a:pt x="5730759" y="4517271"/>
                  <a:pt x="5556762" y="4579103"/>
                </a:cubicBezTo>
                <a:cubicBezTo>
                  <a:pt x="5155438" y="4695190"/>
                  <a:pt x="4747165" y="4785770"/>
                  <a:pt x="4334400" y="4850291"/>
                </a:cubicBezTo>
                <a:cubicBezTo>
                  <a:pt x="4145548" y="4874474"/>
                  <a:pt x="3790297" y="4911899"/>
                  <a:pt x="3786842" y="4911899"/>
                </a:cubicBezTo>
                <a:lnTo>
                  <a:pt x="3733296" y="4917081"/>
                </a:lnTo>
                <a:lnTo>
                  <a:pt x="3887602" y="5540640"/>
                </a:lnTo>
                <a:lnTo>
                  <a:pt x="3391288" y="5624703"/>
                </a:lnTo>
                <a:lnTo>
                  <a:pt x="2895550" y="5540640"/>
                </a:lnTo>
                <a:lnTo>
                  <a:pt x="3048705" y="4916505"/>
                </a:lnTo>
                <a:lnTo>
                  <a:pt x="2995158" y="4911323"/>
                </a:lnTo>
                <a:cubicBezTo>
                  <a:pt x="2991703" y="4910747"/>
                  <a:pt x="2636453" y="4873898"/>
                  <a:pt x="2447600" y="4849716"/>
                </a:cubicBezTo>
                <a:cubicBezTo>
                  <a:pt x="2034836" y="4785195"/>
                  <a:pt x="1626563" y="4694615"/>
                  <a:pt x="1225239" y="4578527"/>
                </a:cubicBezTo>
                <a:cubicBezTo>
                  <a:pt x="1051241" y="4516695"/>
                  <a:pt x="883036" y="4439629"/>
                  <a:pt x="722591" y="4348219"/>
                </a:cubicBezTo>
                <a:cubicBezTo>
                  <a:pt x="591212" y="4252538"/>
                  <a:pt x="474783" y="4137862"/>
                  <a:pt x="377129" y="4007939"/>
                </a:cubicBezTo>
                <a:close/>
                <a:moveTo>
                  <a:pt x="6060561" y="3114343"/>
                </a:moveTo>
                <a:cubicBezTo>
                  <a:pt x="5966480" y="3255050"/>
                  <a:pt x="5851960" y="3380982"/>
                  <a:pt x="5720857" y="3488018"/>
                </a:cubicBezTo>
                <a:cubicBezTo>
                  <a:pt x="5568490" y="3617843"/>
                  <a:pt x="5399680" y="3727026"/>
                  <a:pt x="5218785" y="3812753"/>
                </a:cubicBezTo>
                <a:cubicBezTo>
                  <a:pt x="4903648" y="3952596"/>
                  <a:pt x="4571135" y="4049429"/>
                  <a:pt x="4230187" y="4100638"/>
                </a:cubicBezTo>
                <a:cubicBezTo>
                  <a:pt x="4088812" y="4119967"/>
                  <a:pt x="3946222" y="4129012"/>
                  <a:pt x="3803540" y="4127699"/>
                </a:cubicBezTo>
                <a:lnTo>
                  <a:pt x="3775328" y="4127699"/>
                </a:lnTo>
                <a:lnTo>
                  <a:pt x="3717751" y="4127699"/>
                </a:lnTo>
                <a:lnTo>
                  <a:pt x="3858239" y="4733986"/>
                </a:lnTo>
                <a:lnTo>
                  <a:pt x="3394743" y="4791563"/>
                </a:lnTo>
                <a:lnTo>
                  <a:pt x="3388410" y="4791563"/>
                </a:lnTo>
                <a:lnTo>
                  <a:pt x="3382652" y="4791563"/>
                </a:lnTo>
                <a:lnTo>
                  <a:pt x="2922036" y="4733986"/>
                </a:lnTo>
                <a:lnTo>
                  <a:pt x="3063099" y="4128275"/>
                </a:lnTo>
                <a:lnTo>
                  <a:pt x="3005522" y="4128275"/>
                </a:lnTo>
                <a:lnTo>
                  <a:pt x="2976734" y="4128275"/>
                </a:lnTo>
                <a:cubicBezTo>
                  <a:pt x="2834052" y="4129553"/>
                  <a:pt x="2691462" y="4120508"/>
                  <a:pt x="2550088" y="4101214"/>
                </a:cubicBezTo>
                <a:cubicBezTo>
                  <a:pt x="2209174" y="4049861"/>
                  <a:pt x="1876678" y="3953034"/>
                  <a:pt x="1561490" y="3813329"/>
                </a:cubicBezTo>
                <a:cubicBezTo>
                  <a:pt x="1380496" y="3727228"/>
                  <a:pt x="1211525" y="3617866"/>
                  <a:pt x="1058842" y="3488018"/>
                </a:cubicBezTo>
                <a:cubicBezTo>
                  <a:pt x="928073" y="3381000"/>
                  <a:pt x="813800" y="3255280"/>
                  <a:pt x="719713" y="3114919"/>
                </a:cubicBezTo>
                <a:cubicBezTo>
                  <a:pt x="845807" y="3133919"/>
                  <a:pt x="1030053" y="3155223"/>
                  <a:pt x="1076115" y="3155223"/>
                </a:cubicBezTo>
                <a:lnTo>
                  <a:pt x="1214300" y="3161557"/>
                </a:lnTo>
                <a:cubicBezTo>
                  <a:pt x="1381849" y="3169617"/>
                  <a:pt x="1598915" y="3179405"/>
                  <a:pt x="1863193" y="3195527"/>
                </a:cubicBezTo>
                <a:lnTo>
                  <a:pt x="1935740" y="3234103"/>
                </a:lnTo>
                <a:cubicBezTo>
                  <a:pt x="2166440" y="3350714"/>
                  <a:pt x="2414252" y="3429819"/>
                  <a:pt x="2669848" y="3468442"/>
                </a:cubicBezTo>
                <a:cubicBezTo>
                  <a:pt x="2713330" y="3474574"/>
                  <a:pt x="2757210" y="3477458"/>
                  <a:pt x="2801124" y="3477078"/>
                </a:cubicBezTo>
                <a:cubicBezTo>
                  <a:pt x="2854786" y="3477009"/>
                  <a:pt x="2908407" y="3474130"/>
                  <a:pt x="2961764" y="3468442"/>
                </a:cubicBezTo>
                <a:lnTo>
                  <a:pt x="2835670" y="3995848"/>
                </a:lnTo>
                <a:lnTo>
                  <a:pt x="3391289" y="4030394"/>
                </a:lnTo>
                <a:lnTo>
                  <a:pt x="3947483" y="3993545"/>
                </a:lnTo>
                <a:lnTo>
                  <a:pt x="3820814" y="3466139"/>
                </a:lnTo>
                <a:cubicBezTo>
                  <a:pt x="3874366" y="3471810"/>
                  <a:pt x="3928178" y="3474689"/>
                  <a:pt x="3982030" y="3474775"/>
                </a:cubicBezTo>
                <a:cubicBezTo>
                  <a:pt x="4025943" y="3475155"/>
                  <a:pt x="4069823" y="3472271"/>
                  <a:pt x="4113305" y="3466139"/>
                </a:cubicBezTo>
                <a:cubicBezTo>
                  <a:pt x="4368740" y="3427603"/>
                  <a:pt x="4616373" y="3348492"/>
                  <a:pt x="4846837" y="3231800"/>
                </a:cubicBezTo>
                <a:lnTo>
                  <a:pt x="4919960" y="3193225"/>
                </a:lnTo>
                <a:cubicBezTo>
                  <a:pt x="5183663" y="3177102"/>
                  <a:pt x="5401304" y="3167314"/>
                  <a:pt x="5568853" y="3159253"/>
                </a:cubicBezTo>
                <a:lnTo>
                  <a:pt x="5707038" y="3152920"/>
                </a:lnTo>
                <a:lnTo>
                  <a:pt x="5704735" y="3154647"/>
                </a:lnTo>
                <a:cubicBezTo>
                  <a:pt x="5750797" y="3152344"/>
                  <a:pt x="5935043" y="3133343"/>
                  <a:pt x="6060561" y="3114343"/>
                </a:cubicBezTo>
                <a:close/>
                <a:moveTo>
                  <a:pt x="3386683" y="821625"/>
                </a:moveTo>
                <a:cubicBezTo>
                  <a:pt x="3312984" y="821625"/>
                  <a:pt x="3287074" y="903960"/>
                  <a:pt x="3271529" y="984569"/>
                </a:cubicBezTo>
                <a:lnTo>
                  <a:pt x="3271529" y="992630"/>
                </a:lnTo>
                <a:cubicBezTo>
                  <a:pt x="3263468" y="1034660"/>
                  <a:pt x="3174223" y="1495277"/>
                  <a:pt x="3174223" y="1495277"/>
                </a:cubicBezTo>
                <a:lnTo>
                  <a:pt x="3166738" y="1532702"/>
                </a:lnTo>
                <a:lnTo>
                  <a:pt x="3094191" y="1532702"/>
                </a:lnTo>
                <a:cubicBezTo>
                  <a:pt x="2501683" y="1534936"/>
                  <a:pt x="1912082" y="1449768"/>
                  <a:pt x="1344424" y="1279938"/>
                </a:cubicBezTo>
                <a:cubicBezTo>
                  <a:pt x="1357391" y="1417496"/>
                  <a:pt x="1410442" y="1548224"/>
                  <a:pt x="1497004" y="1655916"/>
                </a:cubicBezTo>
                <a:cubicBezTo>
                  <a:pt x="1605554" y="1784573"/>
                  <a:pt x="1752104" y="1875487"/>
                  <a:pt x="1915589" y="1915589"/>
                </a:cubicBezTo>
                <a:lnTo>
                  <a:pt x="1950135" y="1922498"/>
                </a:lnTo>
                <a:lnTo>
                  <a:pt x="1950135" y="1957620"/>
                </a:lnTo>
                <a:cubicBezTo>
                  <a:pt x="1962796" y="2074335"/>
                  <a:pt x="2016942" y="2182620"/>
                  <a:pt x="2102714" y="2262779"/>
                </a:cubicBezTo>
                <a:cubicBezTo>
                  <a:pt x="2195759" y="2331445"/>
                  <a:pt x="2308961" y="2367292"/>
                  <a:pt x="2424570" y="2364690"/>
                </a:cubicBezTo>
                <a:cubicBezTo>
                  <a:pt x="2451055" y="2364690"/>
                  <a:pt x="2467753" y="2364690"/>
                  <a:pt x="2467753" y="2364690"/>
                </a:cubicBezTo>
                <a:lnTo>
                  <a:pt x="2504026" y="2360660"/>
                </a:lnTo>
                <a:lnTo>
                  <a:pt x="2516693" y="2395207"/>
                </a:lnTo>
                <a:cubicBezTo>
                  <a:pt x="2564707" y="2492995"/>
                  <a:pt x="2652328" y="2565525"/>
                  <a:pt x="2757365" y="2594422"/>
                </a:cubicBezTo>
                <a:cubicBezTo>
                  <a:pt x="2797266" y="2606778"/>
                  <a:pt x="2838814" y="2612992"/>
                  <a:pt x="2880580" y="2612847"/>
                </a:cubicBezTo>
                <a:cubicBezTo>
                  <a:pt x="2934927" y="2612772"/>
                  <a:pt x="2988866" y="2603422"/>
                  <a:pt x="3040069" y="2585211"/>
                </a:cubicBezTo>
                <a:lnTo>
                  <a:pt x="3124707" y="2550088"/>
                </a:lnTo>
                <a:lnTo>
                  <a:pt x="3000341" y="3059069"/>
                </a:lnTo>
                <a:lnTo>
                  <a:pt x="3782237" y="3059069"/>
                </a:lnTo>
                <a:lnTo>
                  <a:pt x="3657871" y="2549512"/>
                </a:lnTo>
                <a:lnTo>
                  <a:pt x="3742509" y="2585211"/>
                </a:lnTo>
                <a:cubicBezTo>
                  <a:pt x="3793931" y="2603295"/>
                  <a:pt x="3848065" y="2612444"/>
                  <a:pt x="3902573" y="2612271"/>
                </a:cubicBezTo>
                <a:cubicBezTo>
                  <a:pt x="3944340" y="2612415"/>
                  <a:pt x="3985887" y="2606204"/>
                  <a:pt x="4025788" y="2593847"/>
                </a:cubicBezTo>
                <a:cubicBezTo>
                  <a:pt x="4130861" y="2565019"/>
                  <a:pt x="4218504" y="2492471"/>
                  <a:pt x="4266460" y="2394630"/>
                </a:cubicBezTo>
                <a:lnTo>
                  <a:pt x="4279127" y="2360660"/>
                </a:lnTo>
                <a:lnTo>
                  <a:pt x="4317704" y="2367569"/>
                </a:lnTo>
                <a:cubicBezTo>
                  <a:pt x="4317704" y="2367569"/>
                  <a:pt x="4334401" y="2367569"/>
                  <a:pt x="4360886" y="2367569"/>
                </a:cubicBezTo>
                <a:cubicBezTo>
                  <a:pt x="4476496" y="2370171"/>
                  <a:pt x="4589698" y="2334325"/>
                  <a:pt x="4682742" y="2265657"/>
                </a:cubicBezTo>
                <a:cubicBezTo>
                  <a:pt x="4769010" y="2184917"/>
                  <a:pt x="4823196" y="2075728"/>
                  <a:pt x="4835322" y="1958196"/>
                </a:cubicBezTo>
                <a:lnTo>
                  <a:pt x="4835322" y="1923074"/>
                </a:lnTo>
                <a:lnTo>
                  <a:pt x="4869868" y="1916166"/>
                </a:lnTo>
                <a:cubicBezTo>
                  <a:pt x="5032195" y="1874916"/>
                  <a:pt x="5177554" y="1783916"/>
                  <a:pt x="5285574" y="1655916"/>
                </a:cubicBezTo>
                <a:cubicBezTo>
                  <a:pt x="5372136" y="1548224"/>
                  <a:pt x="5425187" y="1417496"/>
                  <a:pt x="5438153" y="1279938"/>
                </a:cubicBezTo>
                <a:cubicBezTo>
                  <a:pt x="4870495" y="1449768"/>
                  <a:pt x="4280895" y="1534936"/>
                  <a:pt x="3688386" y="1532702"/>
                </a:cubicBezTo>
                <a:lnTo>
                  <a:pt x="3616991" y="1532702"/>
                </a:lnTo>
                <a:lnTo>
                  <a:pt x="3609506" y="1495277"/>
                </a:lnTo>
                <a:cubicBezTo>
                  <a:pt x="3609506" y="1495277"/>
                  <a:pt x="3519686" y="1032357"/>
                  <a:pt x="3512201" y="992630"/>
                </a:cubicBezTo>
                <a:lnTo>
                  <a:pt x="3512201" y="984569"/>
                </a:lnTo>
                <a:cubicBezTo>
                  <a:pt x="3497231" y="903960"/>
                  <a:pt x="3470745" y="821625"/>
                  <a:pt x="3397047" y="821625"/>
                </a:cubicBezTo>
                <a:close/>
                <a:moveTo>
                  <a:pt x="4169942" y="789139"/>
                </a:moveTo>
                <a:cubicBezTo>
                  <a:pt x="4210693" y="786611"/>
                  <a:pt x="4251853" y="790689"/>
                  <a:pt x="4291794" y="801473"/>
                </a:cubicBezTo>
                <a:cubicBezTo>
                  <a:pt x="4377452" y="831234"/>
                  <a:pt x="4454674" y="881200"/>
                  <a:pt x="4516920" y="947143"/>
                </a:cubicBezTo>
                <a:cubicBezTo>
                  <a:pt x="4429213" y="966189"/>
                  <a:pt x="4339048" y="971245"/>
                  <a:pt x="4249763" y="962113"/>
                </a:cubicBezTo>
                <a:cubicBezTo>
                  <a:pt x="4139215" y="950022"/>
                  <a:pt x="4050546" y="816443"/>
                  <a:pt x="4050546" y="816443"/>
                </a:cubicBezTo>
                <a:cubicBezTo>
                  <a:pt x="4088849" y="800802"/>
                  <a:pt x="4129191" y="791667"/>
                  <a:pt x="4169942" y="789139"/>
                </a:cubicBezTo>
                <a:close/>
                <a:moveTo>
                  <a:pt x="4538223" y="544104"/>
                </a:moveTo>
                <a:cubicBezTo>
                  <a:pt x="4615774" y="547888"/>
                  <a:pt x="4692841" y="558484"/>
                  <a:pt x="4768532" y="575771"/>
                </a:cubicBezTo>
                <a:cubicBezTo>
                  <a:pt x="4709976" y="637373"/>
                  <a:pt x="4634751" y="680585"/>
                  <a:pt x="4552042" y="700138"/>
                </a:cubicBezTo>
                <a:cubicBezTo>
                  <a:pt x="4449555" y="721441"/>
                  <a:pt x="4318279" y="625863"/>
                  <a:pt x="4318279" y="625863"/>
                </a:cubicBezTo>
                <a:cubicBezTo>
                  <a:pt x="4380192" y="573739"/>
                  <a:pt x="4458439" y="545007"/>
                  <a:pt x="4539375" y="544680"/>
                </a:cubicBezTo>
                <a:close/>
                <a:moveTo>
                  <a:pt x="4090850" y="257370"/>
                </a:moveTo>
                <a:cubicBezTo>
                  <a:pt x="4116633" y="344481"/>
                  <a:pt x="4131908" y="434364"/>
                  <a:pt x="4136335" y="525103"/>
                </a:cubicBezTo>
                <a:lnTo>
                  <a:pt x="4138639" y="525103"/>
                </a:lnTo>
                <a:cubicBezTo>
                  <a:pt x="4138639" y="637954"/>
                  <a:pt x="4023484" y="748502"/>
                  <a:pt x="4023484" y="748502"/>
                </a:cubicBezTo>
                <a:cubicBezTo>
                  <a:pt x="3978183" y="673669"/>
                  <a:pt x="3958008" y="586313"/>
                  <a:pt x="3965907" y="499194"/>
                </a:cubicBezTo>
                <a:cubicBezTo>
                  <a:pt x="3983515" y="408276"/>
                  <a:pt x="4026882" y="324336"/>
                  <a:pt x="4090850" y="257370"/>
                </a:cubicBezTo>
                <a:close/>
                <a:moveTo>
                  <a:pt x="4689076" y="0"/>
                </a:moveTo>
                <a:cubicBezTo>
                  <a:pt x="4687671" y="87893"/>
                  <a:pt x="4672914" y="175061"/>
                  <a:pt x="4645317" y="258521"/>
                </a:cubicBezTo>
                <a:cubicBezTo>
                  <a:pt x="4624900" y="324071"/>
                  <a:pt x="4574745" y="376142"/>
                  <a:pt x="4510011" y="399009"/>
                </a:cubicBezTo>
                <a:cubicBezTo>
                  <a:pt x="4497563" y="430731"/>
                  <a:pt x="4479846" y="460124"/>
                  <a:pt x="4457615" y="485950"/>
                </a:cubicBezTo>
                <a:cubicBezTo>
                  <a:pt x="4318279" y="651772"/>
                  <a:pt x="4064940" y="831413"/>
                  <a:pt x="3777055" y="955779"/>
                </a:cubicBezTo>
                <a:cubicBezTo>
                  <a:pt x="3843516" y="936042"/>
                  <a:pt x="3914865" y="940947"/>
                  <a:pt x="3977998" y="969598"/>
                </a:cubicBezTo>
                <a:lnTo>
                  <a:pt x="3979150" y="968446"/>
                </a:lnTo>
                <a:cubicBezTo>
                  <a:pt x="4061324" y="1008497"/>
                  <a:pt x="4136094" y="1062233"/>
                  <a:pt x="4200246" y="1127359"/>
                </a:cubicBezTo>
                <a:cubicBezTo>
                  <a:pt x="4200246" y="1127359"/>
                  <a:pt x="4116183" y="1171117"/>
                  <a:pt x="3939422" y="1131389"/>
                </a:cubicBezTo>
                <a:cubicBezTo>
                  <a:pt x="3854841" y="1108289"/>
                  <a:pt x="3786503" y="1045951"/>
                  <a:pt x="3755751" y="963840"/>
                </a:cubicBezTo>
                <a:lnTo>
                  <a:pt x="3612037" y="1016625"/>
                </a:lnTo>
                <a:lnTo>
                  <a:pt x="3617549" y="1044871"/>
                </a:lnTo>
                <a:cubicBezTo>
                  <a:pt x="3638870" y="1154205"/>
                  <a:pt x="3678167" y="1356084"/>
                  <a:pt x="3694144" y="1439427"/>
                </a:cubicBezTo>
                <a:cubicBezTo>
                  <a:pt x="4297454" y="1443205"/>
                  <a:pt x="4897683" y="1353073"/>
                  <a:pt x="5473275" y="1172269"/>
                </a:cubicBezTo>
                <a:lnTo>
                  <a:pt x="5534883" y="1151541"/>
                </a:lnTo>
                <a:lnTo>
                  <a:pt x="5534883" y="1212574"/>
                </a:lnTo>
                <a:cubicBezTo>
                  <a:pt x="5534025" y="1394063"/>
                  <a:pt x="5471946" y="1569948"/>
                  <a:pt x="5358697" y="1711766"/>
                </a:cubicBezTo>
                <a:cubicBezTo>
                  <a:pt x="5244971" y="1848782"/>
                  <a:pt x="5092409" y="1948149"/>
                  <a:pt x="4921111" y="1996773"/>
                </a:cubicBezTo>
                <a:cubicBezTo>
                  <a:pt x="4902128" y="2127628"/>
                  <a:pt x="4837475" y="2247549"/>
                  <a:pt x="4738592" y="2335326"/>
                </a:cubicBezTo>
                <a:cubicBezTo>
                  <a:pt x="4712590" y="2357314"/>
                  <a:pt x="4684424" y="2376603"/>
                  <a:pt x="4654529" y="2392903"/>
                </a:cubicBezTo>
                <a:cubicBezTo>
                  <a:pt x="5050084" y="2347993"/>
                  <a:pt x="5351212" y="2291567"/>
                  <a:pt x="5495155" y="2264506"/>
                </a:cubicBezTo>
                <a:lnTo>
                  <a:pt x="5561368" y="2251839"/>
                </a:lnTo>
                <a:lnTo>
                  <a:pt x="5556762" y="2251839"/>
                </a:lnTo>
                <a:cubicBezTo>
                  <a:pt x="5621824" y="2240899"/>
                  <a:pt x="5684583" y="2227081"/>
                  <a:pt x="5736978" y="2214414"/>
                </a:cubicBezTo>
                <a:cubicBezTo>
                  <a:pt x="5659278" y="2361287"/>
                  <a:pt x="5565629" y="2499150"/>
                  <a:pt x="5457730" y="2625514"/>
                </a:cubicBezTo>
                <a:cubicBezTo>
                  <a:pt x="5275366" y="2841935"/>
                  <a:pt x="5051874" y="3020021"/>
                  <a:pt x="4800200" y="3149465"/>
                </a:cubicBezTo>
                <a:cubicBezTo>
                  <a:pt x="4578464" y="3261188"/>
                  <a:pt x="4340395" y="3336988"/>
                  <a:pt x="4094881" y="3374016"/>
                </a:cubicBezTo>
                <a:cubicBezTo>
                  <a:pt x="4056753" y="3379572"/>
                  <a:pt x="4018257" y="3382267"/>
                  <a:pt x="3979727" y="3382077"/>
                </a:cubicBezTo>
                <a:cubicBezTo>
                  <a:pt x="3907882" y="3381437"/>
                  <a:pt x="3836153" y="3376244"/>
                  <a:pt x="3764964" y="3366531"/>
                </a:cubicBezTo>
                <a:lnTo>
                  <a:pt x="3697023" y="3356167"/>
                </a:lnTo>
                <a:lnTo>
                  <a:pt x="3828875" y="3907755"/>
                </a:lnTo>
                <a:lnTo>
                  <a:pt x="3388986" y="3935392"/>
                </a:lnTo>
                <a:lnTo>
                  <a:pt x="2949673" y="3907755"/>
                </a:lnTo>
                <a:lnTo>
                  <a:pt x="3081524" y="3356167"/>
                </a:lnTo>
                <a:lnTo>
                  <a:pt x="3013583" y="3366531"/>
                </a:lnTo>
                <a:cubicBezTo>
                  <a:pt x="2942395" y="3376244"/>
                  <a:pt x="2870666" y="3381437"/>
                  <a:pt x="2798821" y="3382077"/>
                </a:cubicBezTo>
                <a:cubicBezTo>
                  <a:pt x="2760290" y="3382267"/>
                  <a:pt x="2721794" y="3379572"/>
                  <a:pt x="2683667" y="3374016"/>
                </a:cubicBezTo>
                <a:cubicBezTo>
                  <a:pt x="2438153" y="3336982"/>
                  <a:pt x="2200083" y="3261188"/>
                  <a:pt x="1978348" y="3149465"/>
                </a:cubicBezTo>
                <a:cubicBezTo>
                  <a:pt x="1726540" y="3020228"/>
                  <a:pt x="1503015" y="2842107"/>
                  <a:pt x="1320818" y="2625514"/>
                </a:cubicBezTo>
                <a:cubicBezTo>
                  <a:pt x="1212918" y="2499150"/>
                  <a:pt x="1119269" y="2361287"/>
                  <a:pt x="1041569" y="2214414"/>
                </a:cubicBezTo>
                <a:cubicBezTo>
                  <a:pt x="1093964" y="2227081"/>
                  <a:pt x="1158450" y="2240899"/>
                  <a:pt x="1221785" y="2251839"/>
                </a:cubicBezTo>
                <a:lnTo>
                  <a:pt x="1287999" y="2264506"/>
                </a:lnTo>
                <a:cubicBezTo>
                  <a:pt x="1431942" y="2291567"/>
                  <a:pt x="1732494" y="2347993"/>
                  <a:pt x="2128624" y="2392327"/>
                </a:cubicBezTo>
                <a:cubicBezTo>
                  <a:pt x="2098718" y="2377173"/>
                  <a:pt x="2070534" y="2358834"/>
                  <a:pt x="2044561" y="2337629"/>
                </a:cubicBezTo>
                <a:cubicBezTo>
                  <a:pt x="1945673" y="2249853"/>
                  <a:pt x="1881025" y="2129931"/>
                  <a:pt x="1862042" y="1999076"/>
                </a:cubicBezTo>
                <a:cubicBezTo>
                  <a:pt x="1690745" y="1950452"/>
                  <a:pt x="1538183" y="1851085"/>
                  <a:pt x="1424456" y="1714070"/>
                </a:cubicBezTo>
                <a:cubicBezTo>
                  <a:pt x="1311208" y="1572252"/>
                  <a:pt x="1249129" y="1396365"/>
                  <a:pt x="1248271" y="1214877"/>
                </a:cubicBezTo>
                <a:lnTo>
                  <a:pt x="1248271" y="1151541"/>
                </a:lnTo>
                <a:lnTo>
                  <a:pt x="1313333" y="1171118"/>
                </a:lnTo>
                <a:cubicBezTo>
                  <a:pt x="1888867" y="1352313"/>
                  <a:pt x="2489091" y="1442830"/>
                  <a:pt x="3092464" y="1439427"/>
                </a:cubicBezTo>
                <a:cubicBezTo>
                  <a:pt x="3113768" y="1328304"/>
                  <a:pt x="3176526" y="1006447"/>
                  <a:pt x="3182860" y="974205"/>
                </a:cubicBezTo>
                <a:lnTo>
                  <a:pt x="3182860" y="966719"/>
                </a:lnTo>
                <a:cubicBezTo>
                  <a:pt x="3193800" y="907416"/>
                  <a:pt x="3228922" y="728350"/>
                  <a:pt x="3389562" y="728350"/>
                </a:cubicBezTo>
                <a:lnTo>
                  <a:pt x="3397047" y="728350"/>
                </a:lnTo>
                <a:cubicBezTo>
                  <a:pt x="3537607" y="728350"/>
                  <a:pt x="3581626" y="866769"/>
                  <a:pt x="3598149" y="939946"/>
                </a:cubicBezTo>
                <a:lnTo>
                  <a:pt x="3599281" y="945357"/>
                </a:lnTo>
                <a:lnTo>
                  <a:pt x="3735024" y="895323"/>
                </a:lnTo>
                <a:cubicBezTo>
                  <a:pt x="3688455" y="822079"/>
                  <a:pt x="3668153" y="735190"/>
                  <a:pt x="3677446" y="648893"/>
                </a:cubicBezTo>
                <a:cubicBezTo>
                  <a:pt x="3698491" y="558239"/>
                  <a:pt x="3745986" y="475876"/>
                  <a:pt x="3813904" y="412252"/>
                </a:cubicBezTo>
                <a:cubicBezTo>
                  <a:pt x="3839848" y="498478"/>
                  <a:pt x="3854553" y="587689"/>
                  <a:pt x="3857663" y="677682"/>
                </a:cubicBezTo>
                <a:cubicBezTo>
                  <a:pt x="3861117" y="778442"/>
                  <a:pt x="3758630" y="875171"/>
                  <a:pt x="3738478" y="893596"/>
                </a:cubicBezTo>
                <a:cubicBezTo>
                  <a:pt x="3931068" y="811675"/>
                  <a:pt x="4112061" y="704818"/>
                  <a:pt x="4276824" y="575771"/>
                </a:cubicBezTo>
                <a:cubicBezTo>
                  <a:pt x="4234625" y="503604"/>
                  <a:pt x="4215913" y="420100"/>
                  <a:pt x="4223277" y="336826"/>
                </a:cubicBezTo>
                <a:cubicBezTo>
                  <a:pt x="4239347" y="250791"/>
                  <a:pt x="4279247" y="170995"/>
                  <a:pt x="4338431" y="106518"/>
                </a:cubicBezTo>
                <a:cubicBezTo>
                  <a:pt x="4362337" y="190417"/>
                  <a:pt x="4376627" y="276760"/>
                  <a:pt x="4381038" y="363887"/>
                </a:cubicBezTo>
                <a:cubicBezTo>
                  <a:pt x="4386220" y="460616"/>
                  <a:pt x="4295248" y="559649"/>
                  <a:pt x="4279703" y="575771"/>
                </a:cubicBezTo>
                <a:cubicBezTo>
                  <a:pt x="4338707" y="529536"/>
                  <a:pt x="4394137" y="478916"/>
                  <a:pt x="4445524" y="424343"/>
                </a:cubicBezTo>
                <a:cubicBezTo>
                  <a:pt x="4459020" y="410095"/>
                  <a:pt x="4471705" y="395101"/>
                  <a:pt x="4483525" y="379433"/>
                </a:cubicBezTo>
                <a:cubicBezTo>
                  <a:pt x="4469655" y="308820"/>
                  <a:pt x="4481286" y="235576"/>
                  <a:pt x="4516344" y="172731"/>
                </a:cubicBezTo>
                <a:cubicBezTo>
                  <a:pt x="4554667" y="98672"/>
                  <a:pt x="4615014" y="38322"/>
                  <a:pt x="4689076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75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/>
          </p:nvPr>
        </p:nvSpPr>
        <p:spPr>
          <a:xfrm>
            <a:off x="3697615" y="4908366"/>
            <a:ext cx="7059690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0" name="文本框 189"/>
          <p:cNvSpPr txBox="1"/>
          <p:nvPr/>
        </p:nvSpPr>
        <p:spPr>
          <a:xfrm rot="5400000">
            <a:off x="10417621" y="3602354"/>
            <a:ext cx="3222949" cy="122616"/>
          </a:xfrm>
          <a:custGeom>
            <a:avLst/>
            <a:gdLst/>
            <a:ahLst/>
            <a:cxnLst/>
            <a:rect l="l" t="t" r="r" b="b"/>
            <a:pathLst>
              <a:path w="2967187" h="112886">
                <a:moveTo>
                  <a:pt x="2865165" y="1860"/>
                </a:moveTo>
                <a:lnTo>
                  <a:pt x="2890987" y="1860"/>
                </a:lnTo>
                <a:lnTo>
                  <a:pt x="2916660" y="45020"/>
                </a:lnTo>
                <a:lnTo>
                  <a:pt x="2941812" y="1860"/>
                </a:lnTo>
                <a:lnTo>
                  <a:pt x="2967187" y="1860"/>
                </a:lnTo>
                <a:lnTo>
                  <a:pt x="2927078" y="65186"/>
                </a:lnTo>
                <a:lnTo>
                  <a:pt x="2927078" y="110951"/>
                </a:lnTo>
                <a:lnTo>
                  <a:pt x="2905126" y="110951"/>
                </a:lnTo>
                <a:lnTo>
                  <a:pt x="2905126" y="65038"/>
                </a:lnTo>
                <a:close/>
                <a:moveTo>
                  <a:pt x="2758381" y="56033"/>
                </a:moveTo>
                <a:cubicBezTo>
                  <a:pt x="2758381" y="44673"/>
                  <a:pt x="2760762" y="34577"/>
                  <a:pt x="2765525" y="25747"/>
                </a:cubicBezTo>
                <a:cubicBezTo>
                  <a:pt x="2770287" y="16916"/>
                  <a:pt x="2777257" y="10145"/>
                  <a:pt x="2786435" y="5432"/>
                </a:cubicBezTo>
                <a:cubicBezTo>
                  <a:pt x="2793430" y="1810"/>
                  <a:pt x="2802136" y="0"/>
                  <a:pt x="2812554" y="0"/>
                </a:cubicBezTo>
                <a:cubicBezTo>
                  <a:pt x="2826098" y="0"/>
                  <a:pt x="2836677" y="2840"/>
                  <a:pt x="2844292" y="8520"/>
                </a:cubicBezTo>
                <a:cubicBezTo>
                  <a:pt x="2851907" y="14200"/>
                  <a:pt x="2856806" y="22051"/>
                  <a:pt x="2858989" y="32072"/>
                </a:cubicBezTo>
                <a:lnTo>
                  <a:pt x="2837111" y="36165"/>
                </a:lnTo>
                <a:cubicBezTo>
                  <a:pt x="2835573" y="30807"/>
                  <a:pt x="2832683" y="26578"/>
                  <a:pt x="2828442" y="23477"/>
                </a:cubicBezTo>
                <a:cubicBezTo>
                  <a:pt x="2824200" y="20377"/>
                  <a:pt x="2818904" y="18826"/>
                  <a:pt x="2812554" y="18826"/>
                </a:cubicBezTo>
                <a:cubicBezTo>
                  <a:pt x="2802930" y="18826"/>
                  <a:pt x="2795278" y="21877"/>
                  <a:pt x="2789598" y="27979"/>
                </a:cubicBezTo>
                <a:cubicBezTo>
                  <a:pt x="2783918" y="34081"/>
                  <a:pt x="2781077" y="43135"/>
                  <a:pt x="2781077" y="55140"/>
                </a:cubicBezTo>
                <a:cubicBezTo>
                  <a:pt x="2781077" y="68089"/>
                  <a:pt x="2783955" y="77800"/>
                  <a:pt x="2789709" y="84274"/>
                </a:cubicBezTo>
                <a:cubicBezTo>
                  <a:pt x="2795464" y="90748"/>
                  <a:pt x="2803005" y="93985"/>
                  <a:pt x="2812331" y="93985"/>
                </a:cubicBezTo>
                <a:cubicBezTo>
                  <a:pt x="2816945" y="93985"/>
                  <a:pt x="2821571" y="93079"/>
                  <a:pt x="2826209" y="91268"/>
                </a:cubicBezTo>
                <a:cubicBezTo>
                  <a:pt x="2830848" y="89458"/>
                  <a:pt x="2834829" y="87263"/>
                  <a:pt x="2838153" y="84683"/>
                </a:cubicBezTo>
                <a:lnTo>
                  <a:pt x="2838153" y="70842"/>
                </a:lnTo>
                <a:lnTo>
                  <a:pt x="2812927" y="70842"/>
                </a:lnTo>
                <a:lnTo>
                  <a:pt x="2812927" y="52462"/>
                </a:lnTo>
                <a:lnTo>
                  <a:pt x="2860403" y="52462"/>
                </a:lnTo>
                <a:lnTo>
                  <a:pt x="2860403" y="95919"/>
                </a:lnTo>
                <a:cubicBezTo>
                  <a:pt x="2855789" y="100384"/>
                  <a:pt x="2849104" y="104316"/>
                  <a:pt x="2840348" y="107714"/>
                </a:cubicBezTo>
                <a:cubicBezTo>
                  <a:pt x="2831592" y="111112"/>
                  <a:pt x="2822724" y="112811"/>
                  <a:pt x="2813745" y="112811"/>
                </a:cubicBezTo>
                <a:cubicBezTo>
                  <a:pt x="2802335" y="112811"/>
                  <a:pt x="2792388" y="110418"/>
                  <a:pt x="2783905" y="105630"/>
                </a:cubicBezTo>
                <a:cubicBezTo>
                  <a:pt x="2775422" y="100843"/>
                  <a:pt x="2769047" y="93997"/>
                  <a:pt x="2764781" y="85092"/>
                </a:cubicBezTo>
                <a:cubicBezTo>
                  <a:pt x="2760514" y="76187"/>
                  <a:pt x="2758381" y="66501"/>
                  <a:pt x="2758381" y="56033"/>
                </a:cubicBezTo>
                <a:close/>
                <a:moveTo>
                  <a:pt x="2656583" y="56331"/>
                </a:moveTo>
                <a:cubicBezTo>
                  <a:pt x="2656583" y="68684"/>
                  <a:pt x="2659435" y="78048"/>
                  <a:pt x="2665140" y="84422"/>
                </a:cubicBezTo>
                <a:cubicBezTo>
                  <a:pt x="2670845" y="90797"/>
                  <a:pt x="2678088" y="93985"/>
                  <a:pt x="2686869" y="93985"/>
                </a:cubicBezTo>
                <a:cubicBezTo>
                  <a:pt x="2695650" y="93985"/>
                  <a:pt x="2702856" y="90822"/>
                  <a:pt x="2708486" y="84497"/>
                </a:cubicBezTo>
                <a:cubicBezTo>
                  <a:pt x="2714117" y="78172"/>
                  <a:pt x="2716932" y="68684"/>
                  <a:pt x="2716932" y="56033"/>
                </a:cubicBezTo>
                <a:cubicBezTo>
                  <a:pt x="2716932" y="43532"/>
                  <a:pt x="2714192" y="34205"/>
                  <a:pt x="2708710" y="28054"/>
                </a:cubicBezTo>
                <a:cubicBezTo>
                  <a:pt x="2703228" y="21902"/>
                  <a:pt x="2695948" y="18826"/>
                  <a:pt x="2686869" y="18826"/>
                </a:cubicBezTo>
                <a:cubicBezTo>
                  <a:pt x="2677791" y="18826"/>
                  <a:pt x="2670473" y="21939"/>
                  <a:pt x="2664917" y="28165"/>
                </a:cubicBezTo>
                <a:cubicBezTo>
                  <a:pt x="2659361" y="34391"/>
                  <a:pt x="2656583" y="43780"/>
                  <a:pt x="2656583" y="56331"/>
                </a:cubicBezTo>
                <a:close/>
                <a:moveTo>
                  <a:pt x="2633886" y="57075"/>
                </a:moveTo>
                <a:cubicBezTo>
                  <a:pt x="2633886" y="45963"/>
                  <a:pt x="2635548" y="36636"/>
                  <a:pt x="2638872" y="29096"/>
                </a:cubicBezTo>
                <a:cubicBezTo>
                  <a:pt x="2641352" y="23539"/>
                  <a:pt x="2644738" y="18554"/>
                  <a:pt x="2649030" y="14138"/>
                </a:cubicBezTo>
                <a:cubicBezTo>
                  <a:pt x="2653321" y="9723"/>
                  <a:pt x="2658021" y="6449"/>
                  <a:pt x="2663131" y="4316"/>
                </a:cubicBezTo>
                <a:cubicBezTo>
                  <a:pt x="2669927" y="1438"/>
                  <a:pt x="2677766" y="0"/>
                  <a:pt x="2686646" y="0"/>
                </a:cubicBezTo>
                <a:cubicBezTo>
                  <a:pt x="2702719" y="0"/>
                  <a:pt x="2715580" y="4985"/>
                  <a:pt x="2725230" y="14957"/>
                </a:cubicBezTo>
                <a:cubicBezTo>
                  <a:pt x="2734879" y="24928"/>
                  <a:pt x="2739703" y="38794"/>
                  <a:pt x="2739703" y="56554"/>
                </a:cubicBezTo>
                <a:cubicBezTo>
                  <a:pt x="2739703" y="74166"/>
                  <a:pt x="2734916" y="87945"/>
                  <a:pt x="2725341" y="97891"/>
                </a:cubicBezTo>
                <a:cubicBezTo>
                  <a:pt x="2715766" y="107838"/>
                  <a:pt x="2702967" y="112811"/>
                  <a:pt x="2686944" y="112811"/>
                </a:cubicBezTo>
                <a:cubicBezTo>
                  <a:pt x="2670721" y="112811"/>
                  <a:pt x="2657823" y="107863"/>
                  <a:pt x="2648248" y="97966"/>
                </a:cubicBezTo>
                <a:cubicBezTo>
                  <a:pt x="2638673" y="88069"/>
                  <a:pt x="2633886" y="74439"/>
                  <a:pt x="2633886" y="57075"/>
                </a:cubicBezTo>
                <a:close/>
                <a:moveTo>
                  <a:pt x="2534171" y="110951"/>
                </a:moveTo>
                <a:lnTo>
                  <a:pt x="2534171" y="2753"/>
                </a:lnTo>
                <a:lnTo>
                  <a:pt x="2556198" y="2753"/>
                </a:lnTo>
                <a:lnTo>
                  <a:pt x="2556198" y="92571"/>
                </a:lnTo>
                <a:lnTo>
                  <a:pt x="2610967" y="92571"/>
                </a:lnTo>
                <a:lnTo>
                  <a:pt x="2610967" y="110951"/>
                </a:lnTo>
                <a:close/>
                <a:moveTo>
                  <a:pt x="2437508" y="56331"/>
                </a:moveTo>
                <a:cubicBezTo>
                  <a:pt x="2437508" y="68684"/>
                  <a:pt x="2440360" y="78048"/>
                  <a:pt x="2446065" y="84422"/>
                </a:cubicBezTo>
                <a:cubicBezTo>
                  <a:pt x="2451770" y="90797"/>
                  <a:pt x="2459013" y="93985"/>
                  <a:pt x="2467794" y="93985"/>
                </a:cubicBezTo>
                <a:cubicBezTo>
                  <a:pt x="2476575" y="93985"/>
                  <a:pt x="2483781" y="90822"/>
                  <a:pt x="2489411" y="84497"/>
                </a:cubicBezTo>
                <a:cubicBezTo>
                  <a:pt x="2495042" y="78172"/>
                  <a:pt x="2497857" y="68684"/>
                  <a:pt x="2497857" y="56033"/>
                </a:cubicBezTo>
                <a:cubicBezTo>
                  <a:pt x="2497857" y="43532"/>
                  <a:pt x="2495117" y="34205"/>
                  <a:pt x="2489635" y="28054"/>
                </a:cubicBezTo>
                <a:cubicBezTo>
                  <a:pt x="2484153" y="21902"/>
                  <a:pt x="2476873" y="18826"/>
                  <a:pt x="2467794" y="18826"/>
                </a:cubicBezTo>
                <a:cubicBezTo>
                  <a:pt x="2458716" y="18826"/>
                  <a:pt x="2451398" y="21939"/>
                  <a:pt x="2445842" y="28165"/>
                </a:cubicBezTo>
                <a:cubicBezTo>
                  <a:pt x="2440286" y="34391"/>
                  <a:pt x="2437508" y="43780"/>
                  <a:pt x="2437508" y="56331"/>
                </a:cubicBezTo>
                <a:close/>
                <a:moveTo>
                  <a:pt x="2414811" y="57075"/>
                </a:moveTo>
                <a:cubicBezTo>
                  <a:pt x="2414811" y="45963"/>
                  <a:pt x="2416473" y="36636"/>
                  <a:pt x="2419797" y="29096"/>
                </a:cubicBezTo>
                <a:cubicBezTo>
                  <a:pt x="2422277" y="23539"/>
                  <a:pt x="2425663" y="18554"/>
                  <a:pt x="2429955" y="14138"/>
                </a:cubicBezTo>
                <a:cubicBezTo>
                  <a:pt x="2434246" y="9723"/>
                  <a:pt x="2438946" y="6449"/>
                  <a:pt x="2444056" y="4316"/>
                </a:cubicBezTo>
                <a:cubicBezTo>
                  <a:pt x="2450852" y="1438"/>
                  <a:pt x="2458691" y="0"/>
                  <a:pt x="2467571" y="0"/>
                </a:cubicBezTo>
                <a:cubicBezTo>
                  <a:pt x="2483644" y="0"/>
                  <a:pt x="2496505" y="4985"/>
                  <a:pt x="2506155" y="14957"/>
                </a:cubicBezTo>
                <a:cubicBezTo>
                  <a:pt x="2515804" y="24928"/>
                  <a:pt x="2520628" y="38794"/>
                  <a:pt x="2520628" y="56554"/>
                </a:cubicBezTo>
                <a:cubicBezTo>
                  <a:pt x="2520628" y="74166"/>
                  <a:pt x="2515841" y="87945"/>
                  <a:pt x="2506266" y="97891"/>
                </a:cubicBezTo>
                <a:cubicBezTo>
                  <a:pt x="2496691" y="107838"/>
                  <a:pt x="2483892" y="112811"/>
                  <a:pt x="2467869" y="112811"/>
                </a:cubicBezTo>
                <a:cubicBezTo>
                  <a:pt x="2451646" y="112811"/>
                  <a:pt x="2438748" y="107863"/>
                  <a:pt x="2429173" y="97966"/>
                </a:cubicBezTo>
                <a:cubicBezTo>
                  <a:pt x="2419598" y="88069"/>
                  <a:pt x="2414811" y="74439"/>
                  <a:pt x="2414811" y="57075"/>
                </a:cubicBezTo>
                <a:close/>
                <a:moveTo>
                  <a:pt x="2305199" y="110951"/>
                </a:moveTo>
                <a:lnTo>
                  <a:pt x="2305199" y="1860"/>
                </a:lnTo>
                <a:lnTo>
                  <a:pt x="2326631" y="1860"/>
                </a:lnTo>
                <a:lnTo>
                  <a:pt x="2371279" y="74711"/>
                </a:lnTo>
                <a:lnTo>
                  <a:pt x="2371279" y="1860"/>
                </a:lnTo>
                <a:lnTo>
                  <a:pt x="2391743" y="1860"/>
                </a:lnTo>
                <a:lnTo>
                  <a:pt x="2391743" y="110951"/>
                </a:lnTo>
                <a:lnTo>
                  <a:pt x="2369642" y="110951"/>
                </a:lnTo>
                <a:lnTo>
                  <a:pt x="2325663" y="39811"/>
                </a:lnTo>
                <a:lnTo>
                  <a:pt x="2325663" y="110951"/>
                </a:lnTo>
                <a:close/>
                <a:moveTo>
                  <a:pt x="2190751" y="110951"/>
                </a:moveTo>
                <a:lnTo>
                  <a:pt x="2190751" y="1860"/>
                </a:lnTo>
                <a:lnTo>
                  <a:pt x="2212777" y="1860"/>
                </a:lnTo>
                <a:lnTo>
                  <a:pt x="2212777" y="44797"/>
                </a:lnTo>
                <a:lnTo>
                  <a:pt x="2255937" y="44797"/>
                </a:lnTo>
                <a:lnTo>
                  <a:pt x="2255937" y="1860"/>
                </a:lnTo>
                <a:lnTo>
                  <a:pt x="2277964" y="1860"/>
                </a:lnTo>
                <a:lnTo>
                  <a:pt x="2277964" y="110951"/>
                </a:lnTo>
                <a:lnTo>
                  <a:pt x="2255937" y="110951"/>
                </a:lnTo>
                <a:lnTo>
                  <a:pt x="2255937" y="63252"/>
                </a:lnTo>
                <a:lnTo>
                  <a:pt x="2212777" y="63252"/>
                </a:lnTo>
                <a:lnTo>
                  <a:pt x="2212777" y="110951"/>
                </a:lnTo>
                <a:close/>
                <a:moveTo>
                  <a:pt x="2072507" y="57373"/>
                </a:moveTo>
                <a:cubicBezTo>
                  <a:pt x="2072507" y="39216"/>
                  <a:pt x="2077195" y="25114"/>
                  <a:pt x="2086571" y="15068"/>
                </a:cubicBezTo>
                <a:cubicBezTo>
                  <a:pt x="2095947" y="5023"/>
                  <a:pt x="2108275" y="0"/>
                  <a:pt x="2123555" y="0"/>
                </a:cubicBezTo>
                <a:cubicBezTo>
                  <a:pt x="2136899" y="0"/>
                  <a:pt x="2147739" y="3944"/>
                  <a:pt x="2156074" y="11831"/>
                </a:cubicBezTo>
                <a:cubicBezTo>
                  <a:pt x="2161034" y="16495"/>
                  <a:pt x="2164755" y="23192"/>
                  <a:pt x="2167236" y="31923"/>
                </a:cubicBezTo>
                <a:lnTo>
                  <a:pt x="2145432" y="37132"/>
                </a:lnTo>
                <a:cubicBezTo>
                  <a:pt x="2144142" y="31477"/>
                  <a:pt x="2141451" y="27012"/>
                  <a:pt x="2137358" y="23738"/>
                </a:cubicBezTo>
                <a:cubicBezTo>
                  <a:pt x="2133266" y="20463"/>
                  <a:pt x="2128292" y="18826"/>
                  <a:pt x="2122438" y="18826"/>
                </a:cubicBezTo>
                <a:cubicBezTo>
                  <a:pt x="2114352" y="18826"/>
                  <a:pt x="2107791" y="21729"/>
                  <a:pt x="2102756" y="27533"/>
                </a:cubicBezTo>
                <a:cubicBezTo>
                  <a:pt x="2097720" y="33337"/>
                  <a:pt x="2095203" y="42738"/>
                  <a:pt x="2095203" y="55736"/>
                </a:cubicBezTo>
                <a:cubicBezTo>
                  <a:pt x="2095203" y="69527"/>
                  <a:pt x="2097683" y="79350"/>
                  <a:pt x="2102644" y="85204"/>
                </a:cubicBezTo>
                <a:cubicBezTo>
                  <a:pt x="2107605" y="91058"/>
                  <a:pt x="2114054" y="93985"/>
                  <a:pt x="2121992" y="93985"/>
                </a:cubicBezTo>
                <a:cubicBezTo>
                  <a:pt x="2127846" y="93985"/>
                  <a:pt x="2132881" y="92124"/>
                  <a:pt x="2137098" y="88404"/>
                </a:cubicBezTo>
                <a:cubicBezTo>
                  <a:pt x="2141315" y="84683"/>
                  <a:pt x="2144341" y="78829"/>
                  <a:pt x="2146177" y="70842"/>
                </a:cubicBezTo>
                <a:lnTo>
                  <a:pt x="2167533" y="77613"/>
                </a:lnTo>
                <a:cubicBezTo>
                  <a:pt x="2164259" y="89520"/>
                  <a:pt x="2158814" y="98363"/>
                  <a:pt x="2151199" y="104142"/>
                </a:cubicBezTo>
                <a:cubicBezTo>
                  <a:pt x="2143584" y="109922"/>
                  <a:pt x="2133923" y="112811"/>
                  <a:pt x="2122215" y="112811"/>
                </a:cubicBezTo>
                <a:cubicBezTo>
                  <a:pt x="2107729" y="112811"/>
                  <a:pt x="2095823" y="107863"/>
                  <a:pt x="2086496" y="97966"/>
                </a:cubicBezTo>
                <a:cubicBezTo>
                  <a:pt x="2077170" y="88069"/>
                  <a:pt x="2072507" y="74538"/>
                  <a:pt x="2072507" y="57373"/>
                </a:cubicBezTo>
                <a:close/>
                <a:moveTo>
                  <a:pt x="1971601" y="110951"/>
                </a:moveTo>
                <a:lnTo>
                  <a:pt x="1971601" y="1860"/>
                </a:lnTo>
                <a:lnTo>
                  <a:pt x="2052489" y="1860"/>
                </a:lnTo>
                <a:lnTo>
                  <a:pt x="2052489" y="20315"/>
                </a:lnTo>
                <a:lnTo>
                  <a:pt x="1993628" y="20315"/>
                </a:lnTo>
                <a:lnTo>
                  <a:pt x="1993628" y="44499"/>
                </a:lnTo>
                <a:lnTo>
                  <a:pt x="2048396" y="44499"/>
                </a:lnTo>
                <a:lnTo>
                  <a:pt x="2048396" y="62880"/>
                </a:lnTo>
                <a:lnTo>
                  <a:pt x="1993628" y="62880"/>
                </a:lnTo>
                <a:lnTo>
                  <a:pt x="1993628" y="92571"/>
                </a:lnTo>
                <a:lnTo>
                  <a:pt x="2054573" y="92571"/>
                </a:lnTo>
                <a:lnTo>
                  <a:pt x="2054573" y="110951"/>
                </a:lnTo>
                <a:close/>
                <a:moveTo>
                  <a:pt x="1868537" y="20315"/>
                </a:moveTo>
                <a:lnTo>
                  <a:pt x="1868537" y="1860"/>
                </a:lnTo>
                <a:lnTo>
                  <a:pt x="1955230" y="1860"/>
                </a:lnTo>
                <a:lnTo>
                  <a:pt x="1955230" y="20315"/>
                </a:lnTo>
                <a:lnTo>
                  <a:pt x="1922934" y="20315"/>
                </a:lnTo>
                <a:lnTo>
                  <a:pt x="1922934" y="110951"/>
                </a:lnTo>
                <a:lnTo>
                  <a:pt x="1900908" y="110951"/>
                </a:lnTo>
                <a:lnTo>
                  <a:pt x="1900908" y="20315"/>
                </a:lnTo>
                <a:close/>
                <a:moveTo>
                  <a:pt x="1705050" y="110951"/>
                </a:moveTo>
                <a:lnTo>
                  <a:pt x="1705050" y="1860"/>
                </a:lnTo>
                <a:lnTo>
                  <a:pt x="1779836" y="1860"/>
                </a:lnTo>
                <a:lnTo>
                  <a:pt x="1779836" y="20315"/>
                </a:lnTo>
                <a:lnTo>
                  <a:pt x="1727076" y="20315"/>
                </a:lnTo>
                <a:lnTo>
                  <a:pt x="1727076" y="46136"/>
                </a:lnTo>
                <a:lnTo>
                  <a:pt x="1772618" y="46136"/>
                </a:lnTo>
                <a:lnTo>
                  <a:pt x="1772618" y="64591"/>
                </a:lnTo>
                <a:lnTo>
                  <a:pt x="1727076" y="64591"/>
                </a:lnTo>
                <a:lnTo>
                  <a:pt x="1727076" y="110951"/>
                </a:lnTo>
                <a:close/>
                <a:moveTo>
                  <a:pt x="1608832" y="56331"/>
                </a:moveTo>
                <a:cubicBezTo>
                  <a:pt x="1608832" y="68684"/>
                  <a:pt x="1611685" y="78048"/>
                  <a:pt x="1617390" y="84422"/>
                </a:cubicBezTo>
                <a:cubicBezTo>
                  <a:pt x="1623095" y="90797"/>
                  <a:pt x="1630338" y="93985"/>
                  <a:pt x="1639119" y="93985"/>
                </a:cubicBezTo>
                <a:cubicBezTo>
                  <a:pt x="1647900" y="93985"/>
                  <a:pt x="1655105" y="90822"/>
                  <a:pt x="1660736" y="84497"/>
                </a:cubicBezTo>
                <a:cubicBezTo>
                  <a:pt x="1666367" y="78172"/>
                  <a:pt x="1669182" y="68684"/>
                  <a:pt x="1669182" y="56033"/>
                </a:cubicBezTo>
                <a:cubicBezTo>
                  <a:pt x="1669182" y="43532"/>
                  <a:pt x="1666441" y="34205"/>
                  <a:pt x="1660959" y="28054"/>
                </a:cubicBezTo>
                <a:cubicBezTo>
                  <a:pt x="1655478" y="21902"/>
                  <a:pt x="1648197" y="18826"/>
                  <a:pt x="1639119" y="18826"/>
                </a:cubicBezTo>
                <a:cubicBezTo>
                  <a:pt x="1630040" y="18826"/>
                  <a:pt x="1622723" y="21939"/>
                  <a:pt x="1617167" y="28165"/>
                </a:cubicBezTo>
                <a:cubicBezTo>
                  <a:pt x="1611610" y="34391"/>
                  <a:pt x="1608832" y="43780"/>
                  <a:pt x="1608832" y="56331"/>
                </a:cubicBezTo>
                <a:close/>
                <a:moveTo>
                  <a:pt x="1586136" y="57075"/>
                </a:moveTo>
                <a:cubicBezTo>
                  <a:pt x="1586136" y="45963"/>
                  <a:pt x="1587798" y="36636"/>
                  <a:pt x="1591122" y="29096"/>
                </a:cubicBezTo>
                <a:cubicBezTo>
                  <a:pt x="1593602" y="23539"/>
                  <a:pt x="1596988" y="18554"/>
                  <a:pt x="1601279" y="14138"/>
                </a:cubicBezTo>
                <a:cubicBezTo>
                  <a:pt x="1605571" y="9723"/>
                  <a:pt x="1610271" y="6449"/>
                  <a:pt x="1615381" y="4316"/>
                </a:cubicBezTo>
                <a:cubicBezTo>
                  <a:pt x="1622177" y="1438"/>
                  <a:pt x="1630016" y="0"/>
                  <a:pt x="1638896" y="0"/>
                </a:cubicBezTo>
                <a:cubicBezTo>
                  <a:pt x="1654969" y="0"/>
                  <a:pt x="1667830" y="4985"/>
                  <a:pt x="1677479" y="14957"/>
                </a:cubicBezTo>
                <a:cubicBezTo>
                  <a:pt x="1687128" y="24928"/>
                  <a:pt x="1691953" y="38794"/>
                  <a:pt x="1691953" y="56554"/>
                </a:cubicBezTo>
                <a:cubicBezTo>
                  <a:pt x="1691953" y="74166"/>
                  <a:pt x="1687166" y="87945"/>
                  <a:pt x="1677591" y="97891"/>
                </a:cubicBezTo>
                <a:cubicBezTo>
                  <a:pt x="1668016" y="107838"/>
                  <a:pt x="1655217" y="112811"/>
                  <a:pt x="1639193" y="112811"/>
                </a:cubicBezTo>
                <a:cubicBezTo>
                  <a:pt x="1622971" y="112811"/>
                  <a:pt x="1610073" y="107863"/>
                  <a:pt x="1600498" y="97966"/>
                </a:cubicBezTo>
                <a:cubicBezTo>
                  <a:pt x="1590923" y="88069"/>
                  <a:pt x="1586136" y="74439"/>
                  <a:pt x="1586136" y="57075"/>
                </a:cubicBezTo>
                <a:close/>
                <a:moveTo>
                  <a:pt x="1400101" y="110951"/>
                </a:moveTo>
                <a:lnTo>
                  <a:pt x="1400101" y="1860"/>
                </a:lnTo>
                <a:lnTo>
                  <a:pt x="1480989" y="1860"/>
                </a:lnTo>
                <a:lnTo>
                  <a:pt x="1480989" y="20315"/>
                </a:lnTo>
                <a:lnTo>
                  <a:pt x="1422128" y="20315"/>
                </a:lnTo>
                <a:lnTo>
                  <a:pt x="1422128" y="44499"/>
                </a:lnTo>
                <a:lnTo>
                  <a:pt x="1476896" y="44499"/>
                </a:lnTo>
                <a:lnTo>
                  <a:pt x="1476896" y="62880"/>
                </a:lnTo>
                <a:lnTo>
                  <a:pt x="1422128" y="62880"/>
                </a:lnTo>
                <a:lnTo>
                  <a:pt x="1422128" y="92571"/>
                </a:lnTo>
                <a:lnTo>
                  <a:pt x="1483073" y="92571"/>
                </a:lnTo>
                <a:lnTo>
                  <a:pt x="1483073" y="110951"/>
                </a:lnTo>
                <a:close/>
                <a:moveTo>
                  <a:pt x="1297037" y="20315"/>
                </a:moveTo>
                <a:lnTo>
                  <a:pt x="1297037" y="1860"/>
                </a:lnTo>
                <a:lnTo>
                  <a:pt x="1383730" y="1860"/>
                </a:lnTo>
                <a:lnTo>
                  <a:pt x="1383730" y="20315"/>
                </a:lnTo>
                <a:lnTo>
                  <a:pt x="1351434" y="20315"/>
                </a:lnTo>
                <a:lnTo>
                  <a:pt x="1351434" y="110951"/>
                </a:lnTo>
                <a:lnTo>
                  <a:pt x="1329408" y="110951"/>
                </a:lnTo>
                <a:lnTo>
                  <a:pt x="1329408" y="20315"/>
                </a:lnTo>
                <a:close/>
                <a:moveTo>
                  <a:pt x="1190402" y="60052"/>
                </a:moveTo>
                <a:lnTo>
                  <a:pt x="1190402" y="1860"/>
                </a:lnTo>
                <a:lnTo>
                  <a:pt x="1212429" y="1860"/>
                </a:lnTo>
                <a:lnTo>
                  <a:pt x="1212429" y="60945"/>
                </a:lnTo>
                <a:cubicBezTo>
                  <a:pt x="1212429" y="70321"/>
                  <a:pt x="1212701" y="76398"/>
                  <a:pt x="1213247" y="79176"/>
                </a:cubicBezTo>
                <a:cubicBezTo>
                  <a:pt x="1214190" y="83641"/>
                  <a:pt x="1216435" y="87225"/>
                  <a:pt x="1219982" y="89929"/>
                </a:cubicBezTo>
                <a:cubicBezTo>
                  <a:pt x="1223529" y="92633"/>
                  <a:pt x="1228378" y="93985"/>
                  <a:pt x="1234530" y="93985"/>
                </a:cubicBezTo>
                <a:cubicBezTo>
                  <a:pt x="1240780" y="93985"/>
                  <a:pt x="1245493" y="92707"/>
                  <a:pt x="1248668" y="90152"/>
                </a:cubicBezTo>
                <a:cubicBezTo>
                  <a:pt x="1251843" y="87597"/>
                  <a:pt x="1253753" y="84460"/>
                  <a:pt x="1254398" y="80739"/>
                </a:cubicBezTo>
                <a:cubicBezTo>
                  <a:pt x="1255043" y="77018"/>
                  <a:pt x="1255366" y="70842"/>
                  <a:pt x="1255366" y="62210"/>
                </a:cubicBezTo>
                <a:lnTo>
                  <a:pt x="1255366" y="1860"/>
                </a:lnTo>
                <a:lnTo>
                  <a:pt x="1277392" y="1860"/>
                </a:lnTo>
                <a:lnTo>
                  <a:pt x="1277392" y="59159"/>
                </a:lnTo>
                <a:cubicBezTo>
                  <a:pt x="1277392" y="72256"/>
                  <a:pt x="1276797" y="81508"/>
                  <a:pt x="1275606" y="86915"/>
                </a:cubicBezTo>
                <a:cubicBezTo>
                  <a:pt x="1274416" y="92323"/>
                  <a:pt x="1272220" y="96887"/>
                  <a:pt x="1269021" y="100607"/>
                </a:cubicBezTo>
                <a:cubicBezTo>
                  <a:pt x="1265821" y="104328"/>
                  <a:pt x="1261542" y="107292"/>
                  <a:pt x="1256184" y="109500"/>
                </a:cubicBezTo>
                <a:cubicBezTo>
                  <a:pt x="1250826" y="111708"/>
                  <a:pt x="1243831" y="112811"/>
                  <a:pt x="1235199" y="112811"/>
                </a:cubicBezTo>
                <a:cubicBezTo>
                  <a:pt x="1224781" y="112811"/>
                  <a:pt x="1216881" y="111608"/>
                  <a:pt x="1211498" y="109202"/>
                </a:cubicBezTo>
                <a:cubicBezTo>
                  <a:pt x="1206116" y="106796"/>
                  <a:pt x="1201862" y="103671"/>
                  <a:pt x="1198736" y="99826"/>
                </a:cubicBezTo>
                <a:cubicBezTo>
                  <a:pt x="1195611" y="95981"/>
                  <a:pt x="1193552" y="91951"/>
                  <a:pt x="1192560" y="87734"/>
                </a:cubicBezTo>
                <a:cubicBezTo>
                  <a:pt x="1191121" y="81483"/>
                  <a:pt x="1190402" y="72256"/>
                  <a:pt x="1190402" y="60052"/>
                </a:cubicBezTo>
                <a:close/>
                <a:moveTo>
                  <a:pt x="1087487" y="20315"/>
                </a:moveTo>
                <a:lnTo>
                  <a:pt x="1087487" y="1860"/>
                </a:lnTo>
                <a:lnTo>
                  <a:pt x="1174180" y="1860"/>
                </a:lnTo>
                <a:lnTo>
                  <a:pt x="1174180" y="20315"/>
                </a:lnTo>
                <a:lnTo>
                  <a:pt x="1141884" y="20315"/>
                </a:lnTo>
                <a:lnTo>
                  <a:pt x="1141884" y="110951"/>
                </a:lnTo>
                <a:lnTo>
                  <a:pt x="1119858" y="110951"/>
                </a:lnTo>
                <a:lnTo>
                  <a:pt x="1119858" y="20315"/>
                </a:lnTo>
                <a:close/>
                <a:moveTo>
                  <a:pt x="1056531" y="110951"/>
                </a:moveTo>
                <a:lnTo>
                  <a:pt x="1056531" y="1860"/>
                </a:lnTo>
                <a:lnTo>
                  <a:pt x="1078558" y="1860"/>
                </a:lnTo>
                <a:lnTo>
                  <a:pt x="1078558" y="110951"/>
                </a:lnTo>
                <a:close/>
                <a:moveTo>
                  <a:pt x="954137" y="20315"/>
                </a:moveTo>
                <a:lnTo>
                  <a:pt x="954137" y="1860"/>
                </a:lnTo>
                <a:lnTo>
                  <a:pt x="1040830" y="1860"/>
                </a:lnTo>
                <a:lnTo>
                  <a:pt x="1040830" y="20315"/>
                </a:lnTo>
                <a:lnTo>
                  <a:pt x="1008534" y="20315"/>
                </a:lnTo>
                <a:lnTo>
                  <a:pt x="1008534" y="110951"/>
                </a:lnTo>
                <a:lnTo>
                  <a:pt x="986508" y="110951"/>
                </a:lnTo>
                <a:lnTo>
                  <a:pt x="986508" y="20315"/>
                </a:lnTo>
                <a:close/>
                <a:moveTo>
                  <a:pt x="851595" y="75455"/>
                </a:moveTo>
                <a:lnTo>
                  <a:pt x="873026" y="73372"/>
                </a:lnTo>
                <a:cubicBezTo>
                  <a:pt x="874316" y="80565"/>
                  <a:pt x="876933" y="85849"/>
                  <a:pt x="880877" y="89222"/>
                </a:cubicBezTo>
                <a:cubicBezTo>
                  <a:pt x="884821" y="92596"/>
                  <a:pt x="890141" y="94282"/>
                  <a:pt x="896839" y="94282"/>
                </a:cubicBezTo>
                <a:cubicBezTo>
                  <a:pt x="903933" y="94282"/>
                  <a:pt x="909278" y="92782"/>
                  <a:pt x="912875" y="89780"/>
                </a:cubicBezTo>
                <a:cubicBezTo>
                  <a:pt x="916471" y="86779"/>
                  <a:pt x="918270" y="83269"/>
                  <a:pt x="918270" y="79251"/>
                </a:cubicBezTo>
                <a:cubicBezTo>
                  <a:pt x="918270" y="76671"/>
                  <a:pt x="917513" y="74476"/>
                  <a:pt x="916000" y="72665"/>
                </a:cubicBezTo>
                <a:cubicBezTo>
                  <a:pt x="914487" y="70854"/>
                  <a:pt x="911845" y="69279"/>
                  <a:pt x="908075" y="67940"/>
                </a:cubicBezTo>
                <a:cubicBezTo>
                  <a:pt x="905495" y="67047"/>
                  <a:pt x="899617" y="65459"/>
                  <a:pt x="890439" y="63177"/>
                </a:cubicBezTo>
                <a:cubicBezTo>
                  <a:pt x="878632" y="60250"/>
                  <a:pt x="870347" y="56654"/>
                  <a:pt x="865585" y="52387"/>
                </a:cubicBezTo>
                <a:cubicBezTo>
                  <a:pt x="858887" y="46384"/>
                  <a:pt x="855539" y="39067"/>
                  <a:pt x="855539" y="30435"/>
                </a:cubicBezTo>
                <a:cubicBezTo>
                  <a:pt x="855539" y="24879"/>
                  <a:pt x="857114" y="19682"/>
                  <a:pt x="860264" y="14845"/>
                </a:cubicBezTo>
                <a:cubicBezTo>
                  <a:pt x="863414" y="10008"/>
                  <a:pt x="867954" y="6325"/>
                  <a:pt x="873882" y="3795"/>
                </a:cubicBezTo>
                <a:cubicBezTo>
                  <a:pt x="879810" y="1265"/>
                  <a:pt x="886966" y="0"/>
                  <a:pt x="895350" y="0"/>
                </a:cubicBezTo>
                <a:cubicBezTo>
                  <a:pt x="909042" y="0"/>
                  <a:pt x="919349" y="3001"/>
                  <a:pt x="926269" y="9004"/>
                </a:cubicBezTo>
                <a:cubicBezTo>
                  <a:pt x="933190" y="15006"/>
                  <a:pt x="936824" y="23018"/>
                  <a:pt x="937171" y="33039"/>
                </a:cubicBezTo>
                <a:lnTo>
                  <a:pt x="915144" y="34007"/>
                </a:lnTo>
                <a:cubicBezTo>
                  <a:pt x="914202" y="28401"/>
                  <a:pt x="912180" y="24370"/>
                  <a:pt x="909080" y="21915"/>
                </a:cubicBezTo>
                <a:cubicBezTo>
                  <a:pt x="905979" y="19459"/>
                  <a:pt x="901328" y="18231"/>
                  <a:pt x="895127" y="18231"/>
                </a:cubicBezTo>
                <a:cubicBezTo>
                  <a:pt x="888727" y="18231"/>
                  <a:pt x="883717" y="19546"/>
                  <a:pt x="880095" y="22175"/>
                </a:cubicBezTo>
                <a:cubicBezTo>
                  <a:pt x="877764" y="23862"/>
                  <a:pt x="876598" y="26119"/>
                  <a:pt x="876598" y="28947"/>
                </a:cubicBezTo>
                <a:cubicBezTo>
                  <a:pt x="876598" y="31526"/>
                  <a:pt x="877689" y="33734"/>
                  <a:pt x="879872" y="35570"/>
                </a:cubicBezTo>
                <a:cubicBezTo>
                  <a:pt x="882650" y="37901"/>
                  <a:pt x="889397" y="40332"/>
                  <a:pt x="900113" y="42862"/>
                </a:cubicBezTo>
                <a:cubicBezTo>
                  <a:pt x="910828" y="45392"/>
                  <a:pt x="918753" y="48009"/>
                  <a:pt x="923888" y="50713"/>
                </a:cubicBezTo>
                <a:cubicBezTo>
                  <a:pt x="929023" y="53417"/>
                  <a:pt x="933041" y="57112"/>
                  <a:pt x="935943" y="61801"/>
                </a:cubicBezTo>
                <a:cubicBezTo>
                  <a:pt x="938845" y="66489"/>
                  <a:pt x="940296" y="72281"/>
                  <a:pt x="940296" y="79176"/>
                </a:cubicBezTo>
                <a:cubicBezTo>
                  <a:pt x="940296" y="85427"/>
                  <a:pt x="938560" y="91281"/>
                  <a:pt x="935087" y="96738"/>
                </a:cubicBezTo>
                <a:cubicBezTo>
                  <a:pt x="931615" y="102195"/>
                  <a:pt x="926703" y="106251"/>
                  <a:pt x="920353" y="108905"/>
                </a:cubicBezTo>
                <a:cubicBezTo>
                  <a:pt x="914003" y="111559"/>
                  <a:pt x="906091" y="112886"/>
                  <a:pt x="896615" y="112886"/>
                </a:cubicBezTo>
                <a:cubicBezTo>
                  <a:pt x="882824" y="112886"/>
                  <a:pt x="872232" y="109698"/>
                  <a:pt x="864840" y="103324"/>
                </a:cubicBezTo>
                <a:cubicBezTo>
                  <a:pt x="857449" y="96949"/>
                  <a:pt x="853034" y="87659"/>
                  <a:pt x="851595" y="75455"/>
                </a:cubicBezTo>
                <a:close/>
                <a:moveTo>
                  <a:pt x="743099" y="110951"/>
                </a:moveTo>
                <a:lnTo>
                  <a:pt x="743099" y="1860"/>
                </a:lnTo>
                <a:lnTo>
                  <a:pt x="764530" y="1860"/>
                </a:lnTo>
                <a:lnTo>
                  <a:pt x="809179" y="74711"/>
                </a:lnTo>
                <a:lnTo>
                  <a:pt x="809179" y="1860"/>
                </a:lnTo>
                <a:lnTo>
                  <a:pt x="829643" y="1860"/>
                </a:lnTo>
                <a:lnTo>
                  <a:pt x="829643" y="110951"/>
                </a:lnTo>
                <a:lnTo>
                  <a:pt x="807542" y="110951"/>
                </a:lnTo>
                <a:lnTo>
                  <a:pt x="763563" y="39811"/>
                </a:lnTo>
                <a:lnTo>
                  <a:pt x="763563" y="110951"/>
                </a:lnTo>
                <a:close/>
                <a:moveTo>
                  <a:pt x="704106" y="110951"/>
                </a:moveTo>
                <a:lnTo>
                  <a:pt x="704106" y="1860"/>
                </a:lnTo>
                <a:lnTo>
                  <a:pt x="726133" y="1860"/>
                </a:lnTo>
                <a:lnTo>
                  <a:pt x="726133" y="110951"/>
                </a:lnTo>
                <a:close/>
                <a:moveTo>
                  <a:pt x="500956" y="56033"/>
                </a:moveTo>
                <a:cubicBezTo>
                  <a:pt x="500956" y="44673"/>
                  <a:pt x="503337" y="34577"/>
                  <a:pt x="508099" y="25747"/>
                </a:cubicBezTo>
                <a:cubicBezTo>
                  <a:pt x="512862" y="16916"/>
                  <a:pt x="519832" y="10145"/>
                  <a:pt x="529010" y="5432"/>
                </a:cubicBezTo>
                <a:cubicBezTo>
                  <a:pt x="536005" y="1810"/>
                  <a:pt x="544711" y="0"/>
                  <a:pt x="555129" y="0"/>
                </a:cubicBezTo>
                <a:cubicBezTo>
                  <a:pt x="568673" y="0"/>
                  <a:pt x="579252" y="2840"/>
                  <a:pt x="586867" y="8520"/>
                </a:cubicBezTo>
                <a:cubicBezTo>
                  <a:pt x="594482" y="14200"/>
                  <a:pt x="599381" y="22051"/>
                  <a:pt x="601564" y="32072"/>
                </a:cubicBezTo>
                <a:lnTo>
                  <a:pt x="579686" y="36165"/>
                </a:lnTo>
                <a:cubicBezTo>
                  <a:pt x="578148" y="30807"/>
                  <a:pt x="575258" y="26578"/>
                  <a:pt x="571017" y="23477"/>
                </a:cubicBezTo>
                <a:cubicBezTo>
                  <a:pt x="566775" y="20377"/>
                  <a:pt x="561479" y="18826"/>
                  <a:pt x="555129" y="18826"/>
                </a:cubicBezTo>
                <a:cubicBezTo>
                  <a:pt x="545505" y="18826"/>
                  <a:pt x="537853" y="21877"/>
                  <a:pt x="532172" y="27979"/>
                </a:cubicBezTo>
                <a:cubicBezTo>
                  <a:pt x="526492" y="34081"/>
                  <a:pt x="523652" y="43135"/>
                  <a:pt x="523652" y="55140"/>
                </a:cubicBezTo>
                <a:cubicBezTo>
                  <a:pt x="523652" y="68089"/>
                  <a:pt x="526529" y="77800"/>
                  <a:pt x="532284" y="84274"/>
                </a:cubicBezTo>
                <a:cubicBezTo>
                  <a:pt x="538039" y="90748"/>
                  <a:pt x="545579" y="93985"/>
                  <a:pt x="554906" y="93985"/>
                </a:cubicBezTo>
                <a:cubicBezTo>
                  <a:pt x="559520" y="93985"/>
                  <a:pt x="564146" y="93079"/>
                  <a:pt x="568784" y="91268"/>
                </a:cubicBezTo>
                <a:cubicBezTo>
                  <a:pt x="573423" y="89458"/>
                  <a:pt x="577404" y="87263"/>
                  <a:pt x="580728" y="84683"/>
                </a:cubicBezTo>
                <a:lnTo>
                  <a:pt x="580728" y="70842"/>
                </a:lnTo>
                <a:lnTo>
                  <a:pt x="555501" y="70842"/>
                </a:lnTo>
                <a:lnTo>
                  <a:pt x="555501" y="52462"/>
                </a:lnTo>
                <a:lnTo>
                  <a:pt x="602977" y="52462"/>
                </a:lnTo>
                <a:lnTo>
                  <a:pt x="602977" y="95919"/>
                </a:lnTo>
                <a:cubicBezTo>
                  <a:pt x="598364" y="100384"/>
                  <a:pt x="591679" y="104316"/>
                  <a:pt x="582923" y="107714"/>
                </a:cubicBezTo>
                <a:cubicBezTo>
                  <a:pt x="574167" y="111112"/>
                  <a:pt x="565299" y="112811"/>
                  <a:pt x="556320" y="112811"/>
                </a:cubicBezTo>
                <a:cubicBezTo>
                  <a:pt x="544910" y="112811"/>
                  <a:pt x="534963" y="110418"/>
                  <a:pt x="526480" y="105630"/>
                </a:cubicBezTo>
                <a:cubicBezTo>
                  <a:pt x="517997" y="100843"/>
                  <a:pt x="511622" y="93997"/>
                  <a:pt x="507355" y="85092"/>
                </a:cubicBezTo>
                <a:cubicBezTo>
                  <a:pt x="503089" y="76187"/>
                  <a:pt x="500956" y="66501"/>
                  <a:pt x="500956" y="56033"/>
                </a:cubicBezTo>
                <a:close/>
                <a:moveTo>
                  <a:pt x="381149" y="110951"/>
                </a:moveTo>
                <a:lnTo>
                  <a:pt x="381149" y="1860"/>
                </a:lnTo>
                <a:lnTo>
                  <a:pt x="402580" y="1860"/>
                </a:lnTo>
                <a:lnTo>
                  <a:pt x="447229" y="74711"/>
                </a:lnTo>
                <a:lnTo>
                  <a:pt x="447229" y="1860"/>
                </a:lnTo>
                <a:lnTo>
                  <a:pt x="467693" y="1860"/>
                </a:lnTo>
                <a:lnTo>
                  <a:pt x="467693" y="110951"/>
                </a:lnTo>
                <a:lnTo>
                  <a:pt x="445592" y="110951"/>
                </a:lnTo>
                <a:lnTo>
                  <a:pt x="401613" y="39811"/>
                </a:lnTo>
                <a:lnTo>
                  <a:pt x="401613" y="110951"/>
                </a:lnTo>
                <a:close/>
                <a:moveTo>
                  <a:pt x="342156" y="110951"/>
                </a:moveTo>
                <a:lnTo>
                  <a:pt x="342156" y="1860"/>
                </a:lnTo>
                <a:lnTo>
                  <a:pt x="364183" y="1860"/>
                </a:lnTo>
                <a:lnTo>
                  <a:pt x="364183" y="110951"/>
                </a:lnTo>
                <a:close/>
                <a:moveTo>
                  <a:pt x="248618" y="77241"/>
                </a:moveTo>
                <a:lnTo>
                  <a:pt x="269379" y="74860"/>
                </a:lnTo>
                <a:cubicBezTo>
                  <a:pt x="269627" y="81111"/>
                  <a:pt x="270545" y="85526"/>
                  <a:pt x="272132" y="88106"/>
                </a:cubicBezTo>
                <a:cubicBezTo>
                  <a:pt x="274514" y="92025"/>
                  <a:pt x="278135" y="93985"/>
                  <a:pt x="282997" y="93985"/>
                </a:cubicBezTo>
                <a:cubicBezTo>
                  <a:pt x="287908" y="93985"/>
                  <a:pt x="291381" y="92583"/>
                  <a:pt x="293415" y="89780"/>
                </a:cubicBezTo>
                <a:cubicBezTo>
                  <a:pt x="295449" y="86977"/>
                  <a:pt x="296466" y="81161"/>
                  <a:pt x="296466" y="72330"/>
                </a:cubicBezTo>
                <a:lnTo>
                  <a:pt x="296466" y="1860"/>
                </a:lnTo>
                <a:lnTo>
                  <a:pt x="318418" y="1860"/>
                </a:lnTo>
                <a:lnTo>
                  <a:pt x="318418" y="70916"/>
                </a:lnTo>
                <a:cubicBezTo>
                  <a:pt x="318418" y="79945"/>
                  <a:pt x="317624" y="86890"/>
                  <a:pt x="316037" y="91752"/>
                </a:cubicBezTo>
                <a:cubicBezTo>
                  <a:pt x="313904" y="98102"/>
                  <a:pt x="310034" y="103200"/>
                  <a:pt x="304428" y="107044"/>
                </a:cubicBezTo>
                <a:cubicBezTo>
                  <a:pt x="298822" y="110889"/>
                  <a:pt x="291431" y="112811"/>
                  <a:pt x="282253" y="112811"/>
                </a:cubicBezTo>
                <a:cubicBezTo>
                  <a:pt x="271488" y="112811"/>
                  <a:pt x="263203" y="109798"/>
                  <a:pt x="257399" y="103770"/>
                </a:cubicBezTo>
                <a:cubicBezTo>
                  <a:pt x="251594" y="97743"/>
                  <a:pt x="248667" y="88900"/>
                  <a:pt x="248618" y="77241"/>
                </a:cubicBezTo>
                <a:close/>
                <a:moveTo>
                  <a:pt x="218331" y="110951"/>
                </a:moveTo>
                <a:lnTo>
                  <a:pt x="218331" y="1860"/>
                </a:lnTo>
                <a:lnTo>
                  <a:pt x="240358" y="1860"/>
                </a:lnTo>
                <a:lnTo>
                  <a:pt x="240358" y="110951"/>
                </a:lnTo>
                <a:close/>
                <a:moveTo>
                  <a:pt x="114226" y="110951"/>
                </a:moveTo>
                <a:lnTo>
                  <a:pt x="114226" y="1860"/>
                </a:lnTo>
                <a:lnTo>
                  <a:pt x="195114" y="1860"/>
                </a:lnTo>
                <a:lnTo>
                  <a:pt x="195114" y="20315"/>
                </a:lnTo>
                <a:lnTo>
                  <a:pt x="136252" y="20315"/>
                </a:lnTo>
                <a:lnTo>
                  <a:pt x="136252" y="44499"/>
                </a:lnTo>
                <a:lnTo>
                  <a:pt x="191021" y="44499"/>
                </a:lnTo>
                <a:lnTo>
                  <a:pt x="191021" y="62880"/>
                </a:lnTo>
                <a:lnTo>
                  <a:pt x="136252" y="62880"/>
                </a:lnTo>
                <a:lnTo>
                  <a:pt x="136252" y="92571"/>
                </a:lnTo>
                <a:lnTo>
                  <a:pt x="197198" y="92571"/>
                </a:lnTo>
                <a:lnTo>
                  <a:pt x="197198" y="110951"/>
                </a:lnTo>
                <a:close/>
                <a:moveTo>
                  <a:pt x="22027" y="45243"/>
                </a:moveTo>
                <a:lnTo>
                  <a:pt x="36463" y="45243"/>
                </a:lnTo>
                <a:cubicBezTo>
                  <a:pt x="45046" y="45243"/>
                  <a:pt x="50379" y="45119"/>
                  <a:pt x="52462" y="44871"/>
                </a:cubicBezTo>
                <a:cubicBezTo>
                  <a:pt x="56232" y="44425"/>
                  <a:pt x="59197" y="43123"/>
                  <a:pt x="61355" y="40965"/>
                </a:cubicBezTo>
                <a:cubicBezTo>
                  <a:pt x="63513" y="38807"/>
                  <a:pt x="64592" y="35966"/>
                  <a:pt x="64592" y="32444"/>
                </a:cubicBezTo>
                <a:cubicBezTo>
                  <a:pt x="64592" y="29071"/>
                  <a:pt x="63661" y="26330"/>
                  <a:pt x="61801" y="24221"/>
                </a:cubicBezTo>
                <a:cubicBezTo>
                  <a:pt x="59941" y="22113"/>
                  <a:pt x="57175" y="20836"/>
                  <a:pt x="53504" y="20389"/>
                </a:cubicBezTo>
                <a:cubicBezTo>
                  <a:pt x="51321" y="20141"/>
                  <a:pt x="45046" y="20017"/>
                  <a:pt x="34677" y="20017"/>
                </a:cubicBezTo>
                <a:lnTo>
                  <a:pt x="22027" y="20017"/>
                </a:lnTo>
                <a:close/>
                <a:moveTo>
                  <a:pt x="22027" y="92571"/>
                </a:moveTo>
                <a:lnTo>
                  <a:pt x="42416" y="92571"/>
                </a:lnTo>
                <a:cubicBezTo>
                  <a:pt x="50354" y="92571"/>
                  <a:pt x="55389" y="92347"/>
                  <a:pt x="57522" y="91901"/>
                </a:cubicBezTo>
                <a:cubicBezTo>
                  <a:pt x="60797" y="91306"/>
                  <a:pt x="63463" y="89855"/>
                  <a:pt x="65522" y="87548"/>
                </a:cubicBezTo>
                <a:cubicBezTo>
                  <a:pt x="67581" y="85241"/>
                  <a:pt x="68610" y="82153"/>
                  <a:pt x="68610" y="78283"/>
                </a:cubicBezTo>
                <a:cubicBezTo>
                  <a:pt x="68610" y="75009"/>
                  <a:pt x="67816" y="72231"/>
                  <a:pt x="66229" y="69949"/>
                </a:cubicBezTo>
                <a:cubicBezTo>
                  <a:pt x="64641" y="67667"/>
                  <a:pt x="62347" y="66005"/>
                  <a:pt x="59345" y="64963"/>
                </a:cubicBezTo>
                <a:cubicBezTo>
                  <a:pt x="56344" y="63921"/>
                  <a:pt x="49833" y="63400"/>
                  <a:pt x="39812" y="63400"/>
                </a:cubicBezTo>
                <a:lnTo>
                  <a:pt x="22027" y="63400"/>
                </a:lnTo>
                <a:close/>
                <a:moveTo>
                  <a:pt x="0" y="110951"/>
                </a:moveTo>
                <a:lnTo>
                  <a:pt x="0" y="1860"/>
                </a:lnTo>
                <a:lnTo>
                  <a:pt x="43607" y="1860"/>
                </a:lnTo>
                <a:cubicBezTo>
                  <a:pt x="52239" y="1860"/>
                  <a:pt x="58676" y="2220"/>
                  <a:pt x="62917" y="2939"/>
                </a:cubicBezTo>
                <a:cubicBezTo>
                  <a:pt x="67159" y="3658"/>
                  <a:pt x="70954" y="5159"/>
                  <a:pt x="74303" y="7441"/>
                </a:cubicBezTo>
                <a:cubicBezTo>
                  <a:pt x="77651" y="9723"/>
                  <a:pt x="80442" y="12762"/>
                  <a:pt x="82674" y="16557"/>
                </a:cubicBezTo>
                <a:cubicBezTo>
                  <a:pt x="84907" y="20352"/>
                  <a:pt x="86023" y="24606"/>
                  <a:pt x="86023" y="29319"/>
                </a:cubicBezTo>
                <a:cubicBezTo>
                  <a:pt x="86023" y="34429"/>
                  <a:pt x="84646" y="39117"/>
                  <a:pt x="81893" y="43383"/>
                </a:cubicBezTo>
                <a:cubicBezTo>
                  <a:pt x="79140" y="47649"/>
                  <a:pt x="75407" y="50849"/>
                  <a:pt x="70694" y="52982"/>
                </a:cubicBezTo>
                <a:cubicBezTo>
                  <a:pt x="77341" y="54917"/>
                  <a:pt x="82451" y="58216"/>
                  <a:pt x="86023" y="62880"/>
                </a:cubicBezTo>
                <a:cubicBezTo>
                  <a:pt x="89595" y="67543"/>
                  <a:pt x="91381" y="73025"/>
                  <a:pt x="91381" y="79325"/>
                </a:cubicBezTo>
                <a:cubicBezTo>
                  <a:pt x="91381" y="84286"/>
                  <a:pt x="90227" y="89110"/>
                  <a:pt x="87920" y="93799"/>
                </a:cubicBezTo>
                <a:cubicBezTo>
                  <a:pt x="85614" y="98487"/>
                  <a:pt x="82463" y="102232"/>
                  <a:pt x="78470" y="105035"/>
                </a:cubicBezTo>
                <a:cubicBezTo>
                  <a:pt x="74476" y="107838"/>
                  <a:pt x="69553" y="109562"/>
                  <a:pt x="63699" y="110207"/>
                </a:cubicBezTo>
                <a:cubicBezTo>
                  <a:pt x="60028" y="110604"/>
                  <a:pt x="51172" y="110852"/>
                  <a:pt x="37133" y="110951"/>
                </a:cubicBezTo>
                <a:close/>
              </a:path>
            </a:pathLst>
          </a:custGeom>
          <a:solidFill>
            <a:prstClr val="white">
              <a:alpha val="10000"/>
            </a:prst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占位符 12"/>
          <p:cNvSpPr>
            <a:spLocks noGrp="1"/>
          </p:cNvSpPr>
          <p:nvPr>
            <p:ph type="body" sz="quarter" idx="13"/>
          </p:nvPr>
        </p:nvSpPr>
        <p:spPr>
          <a:xfrm>
            <a:off x="3697616" y="1658264"/>
            <a:ext cx="7059689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</p:txBody>
      </p:sp>
      <p:grpSp>
        <p:nvGrpSpPr>
          <p:cNvPr id="192" name="组合 191"/>
          <p:cNvGrpSpPr/>
          <p:nvPr/>
        </p:nvGrpSpPr>
        <p:grpSpPr>
          <a:xfrm>
            <a:off x="561994" y="2044717"/>
            <a:ext cx="1795614" cy="3226199"/>
            <a:chOff x="561994" y="2044717"/>
            <a:chExt cx="1795614" cy="3226199"/>
          </a:xfrm>
          <a:solidFill>
            <a:schemeClr val="bg1">
              <a:alpha val="10000"/>
            </a:schemeClr>
          </a:solidFill>
        </p:grpSpPr>
        <p:grpSp>
          <p:nvGrpSpPr>
            <p:cNvPr id="193" name="组合 192"/>
            <p:cNvGrpSpPr/>
            <p:nvPr/>
          </p:nvGrpSpPr>
          <p:grpSpPr>
            <a:xfrm>
              <a:off x="561994" y="2044717"/>
              <a:ext cx="613545" cy="3226199"/>
              <a:chOff x="2216999" y="2681186"/>
              <a:chExt cx="240761" cy="1265992"/>
            </a:xfrm>
            <a:grpFill/>
          </p:grpSpPr>
          <p:sp>
            <p:nvSpPr>
              <p:cNvPr id="208" name="Freeform 5"/>
              <p:cNvSpPr/>
              <p:nvPr/>
            </p:nvSpPr>
            <p:spPr bwMode="auto">
              <a:xfrm>
                <a:off x="2219790" y="3364140"/>
                <a:ext cx="235178" cy="26518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9" name="Freeform 6"/>
              <p:cNvSpPr/>
              <p:nvPr/>
            </p:nvSpPr>
            <p:spPr bwMode="auto">
              <a:xfrm>
                <a:off x="2269687" y="3743404"/>
                <a:ext cx="135385" cy="203774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210" name="组合 209"/>
              <p:cNvGrpSpPr/>
              <p:nvPr/>
            </p:nvGrpSpPr>
            <p:grpSpPr>
              <a:xfrm>
                <a:off x="2216999" y="2681186"/>
                <a:ext cx="240761" cy="298683"/>
                <a:chOff x="5548313" y="2084388"/>
                <a:chExt cx="547688" cy="679451"/>
              </a:xfrm>
              <a:grpFill/>
            </p:grpSpPr>
            <p:sp>
              <p:nvSpPr>
                <p:cNvPr id="21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11" name="组合 210"/>
              <p:cNvGrpSpPr/>
              <p:nvPr/>
            </p:nvGrpSpPr>
            <p:grpSpPr>
              <a:xfrm>
                <a:off x="2264553" y="3093948"/>
                <a:ext cx="145652" cy="156113"/>
                <a:chOff x="3792874" y="3156423"/>
                <a:chExt cx="331330" cy="355128"/>
              </a:xfrm>
              <a:grpFill/>
            </p:grpSpPr>
            <p:sp>
              <p:nvSpPr>
                <p:cNvPr id="212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3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4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194" name="组合 193"/>
            <p:cNvGrpSpPr/>
            <p:nvPr/>
          </p:nvGrpSpPr>
          <p:grpSpPr>
            <a:xfrm>
              <a:off x="1742290" y="2052217"/>
              <a:ext cx="615318" cy="3211202"/>
              <a:chOff x="796609" y="2677714"/>
              <a:chExt cx="241457" cy="1260107"/>
            </a:xfrm>
            <a:grpFill/>
          </p:grpSpPr>
          <p:grpSp>
            <p:nvGrpSpPr>
              <p:cNvPr id="195" name="组合 194"/>
              <p:cNvGrpSpPr/>
              <p:nvPr/>
            </p:nvGrpSpPr>
            <p:grpSpPr>
              <a:xfrm>
                <a:off x="810915" y="3393249"/>
                <a:ext cx="212845" cy="224013"/>
                <a:chOff x="6113463" y="3541713"/>
                <a:chExt cx="484188" cy="509588"/>
              </a:xfrm>
              <a:grpFill/>
            </p:grpSpPr>
            <p:sp>
              <p:nvSpPr>
                <p:cNvPr id="20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796609" y="2677714"/>
                <a:ext cx="241457" cy="304965"/>
                <a:chOff x="6108700" y="2066926"/>
                <a:chExt cx="549275" cy="693738"/>
              </a:xfrm>
              <a:grpFill/>
            </p:grpSpPr>
            <p:sp>
              <p:nvSpPr>
                <p:cNvPr id="20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 dirty="0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7" name="组合 196"/>
              <p:cNvGrpSpPr/>
              <p:nvPr/>
            </p:nvGrpSpPr>
            <p:grpSpPr>
              <a:xfrm>
                <a:off x="836386" y="3118178"/>
                <a:ext cx="161902" cy="139572"/>
                <a:chOff x="6186488" y="2930526"/>
                <a:chExt cx="368300" cy="317500"/>
              </a:xfrm>
              <a:grpFill/>
            </p:grpSpPr>
            <p:sp>
              <p:nvSpPr>
                <p:cNvPr id="20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8" name="组合 197"/>
              <p:cNvGrpSpPr/>
              <p:nvPr/>
            </p:nvGrpSpPr>
            <p:grpSpPr>
              <a:xfrm>
                <a:off x="824480" y="3752760"/>
                <a:ext cx="185714" cy="185061"/>
                <a:chOff x="11893465" y="1994536"/>
                <a:chExt cx="274986" cy="274018"/>
              </a:xfrm>
              <a:grpFill/>
            </p:grpSpPr>
            <p:sp>
              <p:nvSpPr>
                <p:cNvPr id="199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0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</p:grpSp>
      <p:grpSp>
        <p:nvGrpSpPr>
          <p:cNvPr id="2" name="组合 1"/>
          <p:cNvGrpSpPr/>
          <p:nvPr/>
        </p:nvGrpSpPr>
        <p:grpSpPr>
          <a:xfrm>
            <a:off x="468000" y="514800"/>
            <a:ext cx="2301723" cy="507600"/>
            <a:chOff x="468000" y="514800"/>
            <a:chExt cx="2301723" cy="507600"/>
          </a:xfrm>
        </p:grpSpPr>
        <p:sp>
          <p:nvSpPr>
            <p:cNvPr id="355" name="任意多边形: 形状 354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2" name="组合 121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任意多边形: 形状 341"/>
          <p:cNvSpPr/>
          <p:nvPr/>
        </p:nvSpPr>
        <p:spPr>
          <a:xfrm>
            <a:off x="4612943" y="175895"/>
            <a:ext cx="6782002" cy="6528662"/>
          </a:xfrm>
          <a:custGeom>
            <a:avLst/>
            <a:gdLst>
              <a:gd name="connsiteX0" fmla="*/ 0 w 6782002"/>
              <a:gd name="connsiteY0" fmla="*/ 4815169 h 6528662"/>
              <a:gd name="connsiteX1" fmla="*/ 652924 w 6782002"/>
              <a:gd name="connsiteY1" fmla="*/ 4916505 h 6528662"/>
              <a:gd name="connsiteX2" fmla="*/ 2212687 w 6782002"/>
              <a:gd name="connsiteY2" fmla="*/ 4904414 h 6528662"/>
              <a:gd name="connsiteX3" fmla="*/ 2439540 w 6782002"/>
              <a:gd name="connsiteY3" fmla="*/ 4941263 h 6528662"/>
              <a:gd name="connsiteX4" fmla="*/ 2936430 w 6782002"/>
              <a:gd name="connsiteY4" fmla="*/ 4998840 h 6528662"/>
              <a:gd name="connsiteX5" fmla="*/ 2780972 w 6782002"/>
              <a:gd name="connsiteY5" fmla="*/ 5615490 h 6528662"/>
              <a:gd name="connsiteX6" fmla="*/ 3391289 w 6782002"/>
              <a:gd name="connsiteY6" fmla="*/ 5719129 h 6528662"/>
              <a:gd name="connsiteX7" fmla="*/ 4002182 w 6782002"/>
              <a:gd name="connsiteY7" fmla="*/ 5617217 h 6528662"/>
              <a:gd name="connsiteX8" fmla="*/ 3849602 w 6782002"/>
              <a:gd name="connsiteY8" fmla="*/ 5000567 h 6528662"/>
              <a:gd name="connsiteX9" fmla="*/ 4346492 w 6782002"/>
              <a:gd name="connsiteY9" fmla="*/ 4942990 h 6528662"/>
              <a:gd name="connsiteX10" fmla="*/ 4573346 w 6782002"/>
              <a:gd name="connsiteY10" fmla="*/ 4906141 h 6528662"/>
              <a:gd name="connsiteX11" fmla="*/ 6133108 w 6782002"/>
              <a:gd name="connsiteY11" fmla="*/ 4918232 h 6528662"/>
              <a:gd name="connsiteX12" fmla="*/ 6131957 w 6782002"/>
              <a:gd name="connsiteY12" fmla="*/ 4918232 h 6528662"/>
              <a:gd name="connsiteX13" fmla="*/ 6782002 w 6782002"/>
              <a:gd name="connsiteY13" fmla="*/ 4815169 h 6528662"/>
              <a:gd name="connsiteX14" fmla="*/ 6373205 w 6782002"/>
              <a:gd name="connsiteY14" fmla="*/ 5271180 h 6528662"/>
              <a:gd name="connsiteX15" fmla="*/ 3800086 w 6782002"/>
              <a:gd name="connsiteY15" fmla="*/ 5742735 h 6528662"/>
              <a:gd name="connsiteX16" fmla="*/ 3968211 w 6782002"/>
              <a:gd name="connsiteY16" fmla="*/ 6403720 h 6528662"/>
              <a:gd name="connsiteX17" fmla="*/ 3392440 w 6782002"/>
              <a:gd name="connsiteY17" fmla="*/ 6528662 h 6528662"/>
              <a:gd name="connsiteX18" fmla="*/ 2816670 w 6782002"/>
              <a:gd name="connsiteY18" fmla="*/ 6403720 h 6528662"/>
              <a:gd name="connsiteX19" fmla="*/ 2981916 w 6782002"/>
              <a:gd name="connsiteY19" fmla="*/ 5742735 h 6528662"/>
              <a:gd name="connsiteX20" fmla="*/ 408797 w 6782002"/>
              <a:gd name="connsiteY20" fmla="*/ 5271180 h 6528662"/>
              <a:gd name="connsiteX21" fmla="*/ 0 w 6782002"/>
              <a:gd name="connsiteY21" fmla="*/ 4815169 h 6528662"/>
              <a:gd name="connsiteX22" fmla="*/ 377129 w 6782002"/>
              <a:gd name="connsiteY22" fmla="*/ 4007939 h 6528662"/>
              <a:gd name="connsiteX23" fmla="*/ 737561 w 6782002"/>
              <a:gd name="connsiteY23" fmla="*/ 4047091 h 6528662"/>
              <a:gd name="connsiteX24" fmla="*/ 1050205 w 6782002"/>
              <a:gd name="connsiteY24" fmla="*/ 4047091 h 6528662"/>
              <a:gd name="connsiteX25" fmla="*/ 1408334 w 6782002"/>
              <a:gd name="connsiteY25" fmla="*/ 4043637 h 6528662"/>
              <a:gd name="connsiteX26" fmla="*/ 1948983 w 6782002"/>
              <a:gd name="connsiteY26" fmla="*/ 4057455 h 6528662"/>
              <a:gd name="connsiteX27" fmla="*/ 2533390 w 6782002"/>
              <a:gd name="connsiteY27" fmla="*/ 4193337 h 6528662"/>
              <a:gd name="connsiteX28" fmla="*/ 2946793 w 6782002"/>
              <a:gd name="connsiteY28" fmla="*/ 4222126 h 6528662"/>
              <a:gd name="connsiteX29" fmla="*/ 2807457 w 6782002"/>
              <a:gd name="connsiteY29" fmla="*/ 4815169 h 6528662"/>
              <a:gd name="connsiteX30" fmla="*/ 3383227 w 6782002"/>
              <a:gd name="connsiteY30" fmla="*/ 4883110 h 6528662"/>
              <a:gd name="connsiteX31" fmla="*/ 3397046 w 6782002"/>
              <a:gd name="connsiteY31" fmla="*/ 4883110 h 6528662"/>
              <a:gd name="connsiteX32" fmla="*/ 3972816 w 6782002"/>
              <a:gd name="connsiteY32" fmla="*/ 4814594 h 6528662"/>
              <a:gd name="connsiteX33" fmla="*/ 3836935 w 6782002"/>
              <a:gd name="connsiteY33" fmla="*/ 4223277 h 6528662"/>
              <a:gd name="connsiteX34" fmla="*/ 4249762 w 6782002"/>
              <a:gd name="connsiteY34" fmla="*/ 4195064 h 6528662"/>
              <a:gd name="connsiteX35" fmla="*/ 4834169 w 6782002"/>
              <a:gd name="connsiteY35" fmla="*/ 4059183 h 6528662"/>
              <a:gd name="connsiteX36" fmla="*/ 5374818 w 6782002"/>
              <a:gd name="connsiteY36" fmla="*/ 4045364 h 6528662"/>
              <a:gd name="connsiteX37" fmla="*/ 5732947 w 6782002"/>
              <a:gd name="connsiteY37" fmla="*/ 4048819 h 6528662"/>
              <a:gd name="connsiteX38" fmla="*/ 6045591 w 6782002"/>
              <a:gd name="connsiteY38" fmla="*/ 4048819 h 6528662"/>
              <a:gd name="connsiteX39" fmla="*/ 6044439 w 6782002"/>
              <a:gd name="connsiteY39" fmla="*/ 4047667 h 6528662"/>
              <a:gd name="connsiteX40" fmla="*/ 6404871 w 6782002"/>
              <a:gd name="connsiteY40" fmla="*/ 4008515 h 6528662"/>
              <a:gd name="connsiteX41" fmla="*/ 6059409 w 6782002"/>
              <a:gd name="connsiteY41" fmla="*/ 4348795 h 6528662"/>
              <a:gd name="connsiteX42" fmla="*/ 5556762 w 6782002"/>
              <a:gd name="connsiteY42" fmla="*/ 4579103 h 6528662"/>
              <a:gd name="connsiteX43" fmla="*/ 4334400 w 6782002"/>
              <a:gd name="connsiteY43" fmla="*/ 4850291 h 6528662"/>
              <a:gd name="connsiteX44" fmla="*/ 3786842 w 6782002"/>
              <a:gd name="connsiteY44" fmla="*/ 4911899 h 6528662"/>
              <a:gd name="connsiteX45" fmla="*/ 3733296 w 6782002"/>
              <a:gd name="connsiteY45" fmla="*/ 4917081 h 6528662"/>
              <a:gd name="connsiteX46" fmla="*/ 3887602 w 6782002"/>
              <a:gd name="connsiteY46" fmla="*/ 5540640 h 6528662"/>
              <a:gd name="connsiteX47" fmla="*/ 3391288 w 6782002"/>
              <a:gd name="connsiteY47" fmla="*/ 5624703 h 6528662"/>
              <a:gd name="connsiteX48" fmla="*/ 2895550 w 6782002"/>
              <a:gd name="connsiteY48" fmla="*/ 5540640 h 6528662"/>
              <a:gd name="connsiteX49" fmla="*/ 3048705 w 6782002"/>
              <a:gd name="connsiteY49" fmla="*/ 4916505 h 6528662"/>
              <a:gd name="connsiteX50" fmla="*/ 2995158 w 6782002"/>
              <a:gd name="connsiteY50" fmla="*/ 4911323 h 6528662"/>
              <a:gd name="connsiteX51" fmla="*/ 2447600 w 6782002"/>
              <a:gd name="connsiteY51" fmla="*/ 4849716 h 6528662"/>
              <a:gd name="connsiteX52" fmla="*/ 1225239 w 6782002"/>
              <a:gd name="connsiteY52" fmla="*/ 4578527 h 6528662"/>
              <a:gd name="connsiteX53" fmla="*/ 722591 w 6782002"/>
              <a:gd name="connsiteY53" fmla="*/ 4348219 h 6528662"/>
              <a:gd name="connsiteX54" fmla="*/ 377129 w 6782002"/>
              <a:gd name="connsiteY54" fmla="*/ 4007939 h 6528662"/>
              <a:gd name="connsiteX55" fmla="*/ 6060561 w 6782002"/>
              <a:gd name="connsiteY55" fmla="*/ 3114343 h 6528662"/>
              <a:gd name="connsiteX56" fmla="*/ 5720857 w 6782002"/>
              <a:gd name="connsiteY56" fmla="*/ 3488018 h 6528662"/>
              <a:gd name="connsiteX57" fmla="*/ 5218785 w 6782002"/>
              <a:gd name="connsiteY57" fmla="*/ 3812753 h 6528662"/>
              <a:gd name="connsiteX58" fmla="*/ 4230187 w 6782002"/>
              <a:gd name="connsiteY58" fmla="*/ 4100638 h 6528662"/>
              <a:gd name="connsiteX59" fmla="*/ 3803540 w 6782002"/>
              <a:gd name="connsiteY59" fmla="*/ 4127699 h 6528662"/>
              <a:gd name="connsiteX60" fmla="*/ 3775328 w 6782002"/>
              <a:gd name="connsiteY60" fmla="*/ 4127699 h 6528662"/>
              <a:gd name="connsiteX61" fmla="*/ 3717751 w 6782002"/>
              <a:gd name="connsiteY61" fmla="*/ 4127699 h 6528662"/>
              <a:gd name="connsiteX62" fmla="*/ 3858239 w 6782002"/>
              <a:gd name="connsiteY62" fmla="*/ 4733986 h 6528662"/>
              <a:gd name="connsiteX63" fmla="*/ 3394743 w 6782002"/>
              <a:gd name="connsiteY63" fmla="*/ 4791563 h 6528662"/>
              <a:gd name="connsiteX64" fmla="*/ 3388410 w 6782002"/>
              <a:gd name="connsiteY64" fmla="*/ 4791563 h 6528662"/>
              <a:gd name="connsiteX65" fmla="*/ 3382652 w 6782002"/>
              <a:gd name="connsiteY65" fmla="*/ 4791563 h 6528662"/>
              <a:gd name="connsiteX66" fmla="*/ 2922036 w 6782002"/>
              <a:gd name="connsiteY66" fmla="*/ 4733986 h 6528662"/>
              <a:gd name="connsiteX67" fmla="*/ 3063099 w 6782002"/>
              <a:gd name="connsiteY67" fmla="*/ 4128275 h 6528662"/>
              <a:gd name="connsiteX68" fmla="*/ 3005522 w 6782002"/>
              <a:gd name="connsiteY68" fmla="*/ 4128275 h 6528662"/>
              <a:gd name="connsiteX69" fmla="*/ 2976734 w 6782002"/>
              <a:gd name="connsiteY69" fmla="*/ 4128275 h 6528662"/>
              <a:gd name="connsiteX70" fmla="*/ 2550088 w 6782002"/>
              <a:gd name="connsiteY70" fmla="*/ 4101214 h 6528662"/>
              <a:gd name="connsiteX71" fmla="*/ 1561490 w 6782002"/>
              <a:gd name="connsiteY71" fmla="*/ 3813329 h 6528662"/>
              <a:gd name="connsiteX72" fmla="*/ 1058842 w 6782002"/>
              <a:gd name="connsiteY72" fmla="*/ 3488018 h 6528662"/>
              <a:gd name="connsiteX73" fmla="*/ 719713 w 6782002"/>
              <a:gd name="connsiteY73" fmla="*/ 3114919 h 6528662"/>
              <a:gd name="connsiteX74" fmla="*/ 1076115 w 6782002"/>
              <a:gd name="connsiteY74" fmla="*/ 3155223 h 6528662"/>
              <a:gd name="connsiteX75" fmla="*/ 1214300 w 6782002"/>
              <a:gd name="connsiteY75" fmla="*/ 3161557 h 6528662"/>
              <a:gd name="connsiteX76" fmla="*/ 1863193 w 6782002"/>
              <a:gd name="connsiteY76" fmla="*/ 3195527 h 6528662"/>
              <a:gd name="connsiteX77" fmla="*/ 1935740 w 6782002"/>
              <a:gd name="connsiteY77" fmla="*/ 3234103 h 6528662"/>
              <a:gd name="connsiteX78" fmla="*/ 2669848 w 6782002"/>
              <a:gd name="connsiteY78" fmla="*/ 3468442 h 6528662"/>
              <a:gd name="connsiteX79" fmla="*/ 2801124 w 6782002"/>
              <a:gd name="connsiteY79" fmla="*/ 3477078 h 6528662"/>
              <a:gd name="connsiteX80" fmla="*/ 2961764 w 6782002"/>
              <a:gd name="connsiteY80" fmla="*/ 3468442 h 6528662"/>
              <a:gd name="connsiteX81" fmla="*/ 2835670 w 6782002"/>
              <a:gd name="connsiteY81" fmla="*/ 3995848 h 6528662"/>
              <a:gd name="connsiteX82" fmla="*/ 3391289 w 6782002"/>
              <a:gd name="connsiteY82" fmla="*/ 4030394 h 6528662"/>
              <a:gd name="connsiteX83" fmla="*/ 3947483 w 6782002"/>
              <a:gd name="connsiteY83" fmla="*/ 3993545 h 6528662"/>
              <a:gd name="connsiteX84" fmla="*/ 3820814 w 6782002"/>
              <a:gd name="connsiteY84" fmla="*/ 3466139 h 6528662"/>
              <a:gd name="connsiteX85" fmla="*/ 3982030 w 6782002"/>
              <a:gd name="connsiteY85" fmla="*/ 3474775 h 6528662"/>
              <a:gd name="connsiteX86" fmla="*/ 4113305 w 6782002"/>
              <a:gd name="connsiteY86" fmla="*/ 3466139 h 6528662"/>
              <a:gd name="connsiteX87" fmla="*/ 4846837 w 6782002"/>
              <a:gd name="connsiteY87" fmla="*/ 3231800 h 6528662"/>
              <a:gd name="connsiteX88" fmla="*/ 4919960 w 6782002"/>
              <a:gd name="connsiteY88" fmla="*/ 3193225 h 6528662"/>
              <a:gd name="connsiteX89" fmla="*/ 5568853 w 6782002"/>
              <a:gd name="connsiteY89" fmla="*/ 3159253 h 6528662"/>
              <a:gd name="connsiteX90" fmla="*/ 5707038 w 6782002"/>
              <a:gd name="connsiteY90" fmla="*/ 3152920 h 6528662"/>
              <a:gd name="connsiteX91" fmla="*/ 5704735 w 6782002"/>
              <a:gd name="connsiteY91" fmla="*/ 3154647 h 6528662"/>
              <a:gd name="connsiteX92" fmla="*/ 6060561 w 6782002"/>
              <a:gd name="connsiteY92" fmla="*/ 3114343 h 6528662"/>
              <a:gd name="connsiteX93" fmla="*/ 3386683 w 6782002"/>
              <a:gd name="connsiteY93" fmla="*/ 821625 h 6528662"/>
              <a:gd name="connsiteX94" fmla="*/ 3271529 w 6782002"/>
              <a:gd name="connsiteY94" fmla="*/ 984569 h 6528662"/>
              <a:gd name="connsiteX95" fmla="*/ 3271529 w 6782002"/>
              <a:gd name="connsiteY95" fmla="*/ 992630 h 6528662"/>
              <a:gd name="connsiteX96" fmla="*/ 3174223 w 6782002"/>
              <a:gd name="connsiteY96" fmla="*/ 1495277 h 6528662"/>
              <a:gd name="connsiteX97" fmla="*/ 3166738 w 6782002"/>
              <a:gd name="connsiteY97" fmla="*/ 1532702 h 6528662"/>
              <a:gd name="connsiteX98" fmla="*/ 3094191 w 6782002"/>
              <a:gd name="connsiteY98" fmla="*/ 1532702 h 6528662"/>
              <a:gd name="connsiteX99" fmla="*/ 1344424 w 6782002"/>
              <a:gd name="connsiteY99" fmla="*/ 1279938 h 6528662"/>
              <a:gd name="connsiteX100" fmla="*/ 1497004 w 6782002"/>
              <a:gd name="connsiteY100" fmla="*/ 1655916 h 6528662"/>
              <a:gd name="connsiteX101" fmla="*/ 1915589 w 6782002"/>
              <a:gd name="connsiteY101" fmla="*/ 1915589 h 6528662"/>
              <a:gd name="connsiteX102" fmla="*/ 1950135 w 6782002"/>
              <a:gd name="connsiteY102" fmla="*/ 1922498 h 6528662"/>
              <a:gd name="connsiteX103" fmla="*/ 1950135 w 6782002"/>
              <a:gd name="connsiteY103" fmla="*/ 1957620 h 6528662"/>
              <a:gd name="connsiteX104" fmla="*/ 2102714 w 6782002"/>
              <a:gd name="connsiteY104" fmla="*/ 2262779 h 6528662"/>
              <a:gd name="connsiteX105" fmla="*/ 2424570 w 6782002"/>
              <a:gd name="connsiteY105" fmla="*/ 2364690 h 6528662"/>
              <a:gd name="connsiteX106" fmla="*/ 2467753 w 6782002"/>
              <a:gd name="connsiteY106" fmla="*/ 2364690 h 6528662"/>
              <a:gd name="connsiteX107" fmla="*/ 2504026 w 6782002"/>
              <a:gd name="connsiteY107" fmla="*/ 2360660 h 6528662"/>
              <a:gd name="connsiteX108" fmla="*/ 2516693 w 6782002"/>
              <a:gd name="connsiteY108" fmla="*/ 2395207 h 6528662"/>
              <a:gd name="connsiteX109" fmla="*/ 2757365 w 6782002"/>
              <a:gd name="connsiteY109" fmla="*/ 2594422 h 6528662"/>
              <a:gd name="connsiteX110" fmla="*/ 2880580 w 6782002"/>
              <a:gd name="connsiteY110" fmla="*/ 2612847 h 6528662"/>
              <a:gd name="connsiteX111" fmla="*/ 3040069 w 6782002"/>
              <a:gd name="connsiteY111" fmla="*/ 2585211 h 6528662"/>
              <a:gd name="connsiteX112" fmla="*/ 3124707 w 6782002"/>
              <a:gd name="connsiteY112" fmla="*/ 2550088 h 6528662"/>
              <a:gd name="connsiteX113" fmla="*/ 3000341 w 6782002"/>
              <a:gd name="connsiteY113" fmla="*/ 3059069 h 6528662"/>
              <a:gd name="connsiteX114" fmla="*/ 3782237 w 6782002"/>
              <a:gd name="connsiteY114" fmla="*/ 3059069 h 6528662"/>
              <a:gd name="connsiteX115" fmla="*/ 3657871 w 6782002"/>
              <a:gd name="connsiteY115" fmla="*/ 2549512 h 6528662"/>
              <a:gd name="connsiteX116" fmla="*/ 3742509 w 6782002"/>
              <a:gd name="connsiteY116" fmla="*/ 2585211 h 6528662"/>
              <a:gd name="connsiteX117" fmla="*/ 3902573 w 6782002"/>
              <a:gd name="connsiteY117" fmla="*/ 2612271 h 6528662"/>
              <a:gd name="connsiteX118" fmla="*/ 4025788 w 6782002"/>
              <a:gd name="connsiteY118" fmla="*/ 2593847 h 6528662"/>
              <a:gd name="connsiteX119" fmla="*/ 4266460 w 6782002"/>
              <a:gd name="connsiteY119" fmla="*/ 2394630 h 6528662"/>
              <a:gd name="connsiteX120" fmla="*/ 4279127 w 6782002"/>
              <a:gd name="connsiteY120" fmla="*/ 2360660 h 6528662"/>
              <a:gd name="connsiteX121" fmla="*/ 4317704 w 6782002"/>
              <a:gd name="connsiteY121" fmla="*/ 2367569 h 6528662"/>
              <a:gd name="connsiteX122" fmla="*/ 4360886 w 6782002"/>
              <a:gd name="connsiteY122" fmla="*/ 2367569 h 6528662"/>
              <a:gd name="connsiteX123" fmla="*/ 4682742 w 6782002"/>
              <a:gd name="connsiteY123" fmla="*/ 2265657 h 6528662"/>
              <a:gd name="connsiteX124" fmla="*/ 4835322 w 6782002"/>
              <a:gd name="connsiteY124" fmla="*/ 1958196 h 6528662"/>
              <a:gd name="connsiteX125" fmla="*/ 4835322 w 6782002"/>
              <a:gd name="connsiteY125" fmla="*/ 1923074 h 6528662"/>
              <a:gd name="connsiteX126" fmla="*/ 4869868 w 6782002"/>
              <a:gd name="connsiteY126" fmla="*/ 1916166 h 6528662"/>
              <a:gd name="connsiteX127" fmla="*/ 5285574 w 6782002"/>
              <a:gd name="connsiteY127" fmla="*/ 1655916 h 6528662"/>
              <a:gd name="connsiteX128" fmla="*/ 5438153 w 6782002"/>
              <a:gd name="connsiteY128" fmla="*/ 1279938 h 6528662"/>
              <a:gd name="connsiteX129" fmla="*/ 3688386 w 6782002"/>
              <a:gd name="connsiteY129" fmla="*/ 1532702 h 6528662"/>
              <a:gd name="connsiteX130" fmla="*/ 3616991 w 6782002"/>
              <a:gd name="connsiteY130" fmla="*/ 1532702 h 6528662"/>
              <a:gd name="connsiteX131" fmla="*/ 3609506 w 6782002"/>
              <a:gd name="connsiteY131" fmla="*/ 1495277 h 6528662"/>
              <a:gd name="connsiteX132" fmla="*/ 3512201 w 6782002"/>
              <a:gd name="connsiteY132" fmla="*/ 992630 h 6528662"/>
              <a:gd name="connsiteX133" fmla="*/ 3512201 w 6782002"/>
              <a:gd name="connsiteY133" fmla="*/ 984569 h 6528662"/>
              <a:gd name="connsiteX134" fmla="*/ 3397047 w 6782002"/>
              <a:gd name="connsiteY134" fmla="*/ 821625 h 6528662"/>
              <a:gd name="connsiteX135" fmla="*/ 4169942 w 6782002"/>
              <a:gd name="connsiteY135" fmla="*/ 789139 h 6528662"/>
              <a:gd name="connsiteX136" fmla="*/ 4291794 w 6782002"/>
              <a:gd name="connsiteY136" fmla="*/ 801473 h 6528662"/>
              <a:gd name="connsiteX137" fmla="*/ 4516920 w 6782002"/>
              <a:gd name="connsiteY137" fmla="*/ 947143 h 6528662"/>
              <a:gd name="connsiteX138" fmla="*/ 4249763 w 6782002"/>
              <a:gd name="connsiteY138" fmla="*/ 962113 h 6528662"/>
              <a:gd name="connsiteX139" fmla="*/ 4050546 w 6782002"/>
              <a:gd name="connsiteY139" fmla="*/ 816443 h 6528662"/>
              <a:gd name="connsiteX140" fmla="*/ 4169942 w 6782002"/>
              <a:gd name="connsiteY140" fmla="*/ 789139 h 6528662"/>
              <a:gd name="connsiteX141" fmla="*/ 4538223 w 6782002"/>
              <a:gd name="connsiteY141" fmla="*/ 544104 h 6528662"/>
              <a:gd name="connsiteX142" fmla="*/ 4768532 w 6782002"/>
              <a:gd name="connsiteY142" fmla="*/ 575771 h 6528662"/>
              <a:gd name="connsiteX143" fmla="*/ 4552042 w 6782002"/>
              <a:gd name="connsiteY143" fmla="*/ 700138 h 6528662"/>
              <a:gd name="connsiteX144" fmla="*/ 4318279 w 6782002"/>
              <a:gd name="connsiteY144" fmla="*/ 625863 h 6528662"/>
              <a:gd name="connsiteX145" fmla="*/ 4539375 w 6782002"/>
              <a:gd name="connsiteY145" fmla="*/ 544680 h 6528662"/>
              <a:gd name="connsiteX146" fmla="*/ 4090850 w 6782002"/>
              <a:gd name="connsiteY146" fmla="*/ 257370 h 6528662"/>
              <a:gd name="connsiteX147" fmla="*/ 4136335 w 6782002"/>
              <a:gd name="connsiteY147" fmla="*/ 525103 h 6528662"/>
              <a:gd name="connsiteX148" fmla="*/ 4138639 w 6782002"/>
              <a:gd name="connsiteY148" fmla="*/ 525103 h 6528662"/>
              <a:gd name="connsiteX149" fmla="*/ 4023484 w 6782002"/>
              <a:gd name="connsiteY149" fmla="*/ 748502 h 6528662"/>
              <a:gd name="connsiteX150" fmla="*/ 3965907 w 6782002"/>
              <a:gd name="connsiteY150" fmla="*/ 499194 h 6528662"/>
              <a:gd name="connsiteX151" fmla="*/ 4090850 w 6782002"/>
              <a:gd name="connsiteY151" fmla="*/ 257370 h 6528662"/>
              <a:gd name="connsiteX152" fmla="*/ 4689076 w 6782002"/>
              <a:gd name="connsiteY152" fmla="*/ 0 h 6528662"/>
              <a:gd name="connsiteX153" fmla="*/ 4645317 w 6782002"/>
              <a:gd name="connsiteY153" fmla="*/ 258521 h 6528662"/>
              <a:gd name="connsiteX154" fmla="*/ 4510011 w 6782002"/>
              <a:gd name="connsiteY154" fmla="*/ 399009 h 6528662"/>
              <a:gd name="connsiteX155" fmla="*/ 4457615 w 6782002"/>
              <a:gd name="connsiteY155" fmla="*/ 485950 h 6528662"/>
              <a:gd name="connsiteX156" fmla="*/ 3777055 w 6782002"/>
              <a:gd name="connsiteY156" fmla="*/ 955779 h 6528662"/>
              <a:gd name="connsiteX157" fmla="*/ 3977998 w 6782002"/>
              <a:gd name="connsiteY157" fmla="*/ 969598 h 6528662"/>
              <a:gd name="connsiteX158" fmla="*/ 3979150 w 6782002"/>
              <a:gd name="connsiteY158" fmla="*/ 968446 h 6528662"/>
              <a:gd name="connsiteX159" fmla="*/ 4200246 w 6782002"/>
              <a:gd name="connsiteY159" fmla="*/ 1127359 h 6528662"/>
              <a:gd name="connsiteX160" fmla="*/ 3939422 w 6782002"/>
              <a:gd name="connsiteY160" fmla="*/ 1131389 h 6528662"/>
              <a:gd name="connsiteX161" fmla="*/ 3755751 w 6782002"/>
              <a:gd name="connsiteY161" fmla="*/ 963840 h 6528662"/>
              <a:gd name="connsiteX162" fmla="*/ 3612037 w 6782002"/>
              <a:gd name="connsiteY162" fmla="*/ 1016625 h 6528662"/>
              <a:gd name="connsiteX163" fmla="*/ 3617549 w 6782002"/>
              <a:gd name="connsiteY163" fmla="*/ 1044871 h 6528662"/>
              <a:gd name="connsiteX164" fmla="*/ 3694144 w 6782002"/>
              <a:gd name="connsiteY164" fmla="*/ 1439427 h 6528662"/>
              <a:gd name="connsiteX165" fmla="*/ 5473275 w 6782002"/>
              <a:gd name="connsiteY165" fmla="*/ 1172269 h 6528662"/>
              <a:gd name="connsiteX166" fmla="*/ 5534883 w 6782002"/>
              <a:gd name="connsiteY166" fmla="*/ 1151541 h 6528662"/>
              <a:gd name="connsiteX167" fmla="*/ 5534883 w 6782002"/>
              <a:gd name="connsiteY167" fmla="*/ 1212574 h 6528662"/>
              <a:gd name="connsiteX168" fmla="*/ 5358697 w 6782002"/>
              <a:gd name="connsiteY168" fmla="*/ 1711766 h 6528662"/>
              <a:gd name="connsiteX169" fmla="*/ 4921111 w 6782002"/>
              <a:gd name="connsiteY169" fmla="*/ 1996773 h 6528662"/>
              <a:gd name="connsiteX170" fmla="*/ 4738592 w 6782002"/>
              <a:gd name="connsiteY170" fmla="*/ 2335326 h 6528662"/>
              <a:gd name="connsiteX171" fmla="*/ 4654529 w 6782002"/>
              <a:gd name="connsiteY171" fmla="*/ 2392903 h 6528662"/>
              <a:gd name="connsiteX172" fmla="*/ 5495155 w 6782002"/>
              <a:gd name="connsiteY172" fmla="*/ 2264506 h 6528662"/>
              <a:gd name="connsiteX173" fmla="*/ 5561368 w 6782002"/>
              <a:gd name="connsiteY173" fmla="*/ 2251839 h 6528662"/>
              <a:gd name="connsiteX174" fmla="*/ 5556762 w 6782002"/>
              <a:gd name="connsiteY174" fmla="*/ 2251839 h 6528662"/>
              <a:gd name="connsiteX175" fmla="*/ 5736978 w 6782002"/>
              <a:gd name="connsiteY175" fmla="*/ 2214414 h 6528662"/>
              <a:gd name="connsiteX176" fmla="*/ 5457730 w 6782002"/>
              <a:gd name="connsiteY176" fmla="*/ 2625514 h 6528662"/>
              <a:gd name="connsiteX177" fmla="*/ 4800200 w 6782002"/>
              <a:gd name="connsiteY177" fmla="*/ 3149465 h 6528662"/>
              <a:gd name="connsiteX178" fmla="*/ 4094881 w 6782002"/>
              <a:gd name="connsiteY178" fmla="*/ 3374016 h 6528662"/>
              <a:gd name="connsiteX179" fmla="*/ 3979727 w 6782002"/>
              <a:gd name="connsiteY179" fmla="*/ 3382077 h 6528662"/>
              <a:gd name="connsiteX180" fmla="*/ 3764964 w 6782002"/>
              <a:gd name="connsiteY180" fmla="*/ 3366531 h 6528662"/>
              <a:gd name="connsiteX181" fmla="*/ 3697023 w 6782002"/>
              <a:gd name="connsiteY181" fmla="*/ 3356167 h 6528662"/>
              <a:gd name="connsiteX182" fmla="*/ 3828875 w 6782002"/>
              <a:gd name="connsiteY182" fmla="*/ 3907755 h 6528662"/>
              <a:gd name="connsiteX183" fmla="*/ 3388986 w 6782002"/>
              <a:gd name="connsiteY183" fmla="*/ 3935392 h 6528662"/>
              <a:gd name="connsiteX184" fmla="*/ 2949673 w 6782002"/>
              <a:gd name="connsiteY184" fmla="*/ 3907755 h 6528662"/>
              <a:gd name="connsiteX185" fmla="*/ 3081524 w 6782002"/>
              <a:gd name="connsiteY185" fmla="*/ 3356167 h 6528662"/>
              <a:gd name="connsiteX186" fmla="*/ 3013583 w 6782002"/>
              <a:gd name="connsiteY186" fmla="*/ 3366531 h 6528662"/>
              <a:gd name="connsiteX187" fmla="*/ 2798821 w 6782002"/>
              <a:gd name="connsiteY187" fmla="*/ 3382077 h 6528662"/>
              <a:gd name="connsiteX188" fmla="*/ 2683667 w 6782002"/>
              <a:gd name="connsiteY188" fmla="*/ 3374016 h 6528662"/>
              <a:gd name="connsiteX189" fmla="*/ 1978348 w 6782002"/>
              <a:gd name="connsiteY189" fmla="*/ 3149465 h 6528662"/>
              <a:gd name="connsiteX190" fmla="*/ 1320818 w 6782002"/>
              <a:gd name="connsiteY190" fmla="*/ 2625514 h 6528662"/>
              <a:gd name="connsiteX191" fmla="*/ 1041569 w 6782002"/>
              <a:gd name="connsiteY191" fmla="*/ 2214414 h 6528662"/>
              <a:gd name="connsiteX192" fmla="*/ 1221785 w 6782002"/>
              <a:gd name="connsiteY192" fmla="*/ 2251839 h 6528662"/>
              <a:gd name="connsiteX193" fmla="*/ 1287999 w 6782002"/>
              <a:gd name="connsiteY193" fmla="*/ 2264506 h 6528662"/>
              <a:gd name="connsiteX194" fmla="*/ 2128624 w 6782002"/>
              <a:gd name="connsiteY194" fmla="*/ 2392327 h 6528662"/>
              <a:gd name="connsiteX195" fmla="*/ 2044561 w 6782002"/>
              <a:gd name="connsiteY195" fmla="*/ 2337629 h 6528662"/>
              <a:gd name="connsiteX196" fmla="*/ 1862042 w 6782002"/>
              <a:gd name="connsiteY196" fmla="*/ 1999076 h 6528662"/>
              <a:gd name="connsiteX197" fmla="*/ 1424456 w 6782002"/>
              <a:gd name="connsiteY197" fmla="*/ 1714070 h 6528662"/>
              <a:gd name="connsiteX198" fmla="*/ 1248271 w 6782002"/>
              <a:gd name="connsiteY198" fmla="*/ 1214877 h 6528662"/>
              <a:gd name="connsiteX199" fmla="*/ 1248271 w 6782002"/>
              <a:gd name="connsiteY199" fmla="*/ 1151541 h 6528662"/>
              <a:gd name="connsiteX200" fmla="*/ 1313333 w 6782002"/>
              <a:gd name="connsiteY200" fmla="*/ 1171118 h 6528662"/>
              <a:gd name="connsiteX201" fmla="*/ 3092464 w 6782002"/>
              <a:gd name="connsiteY201" fmla="*/ 1439427 h 6528662"/>
              <a:gd name="connsiteX202" fmla="*/ 3182860 w 6782002"/>
              <a:gd name="connsiteY202" fmla="*/ 974205 h 6528662"/>
              <a:gd name="connsiteX203" fmla="*/ 3182860 w 6782002"/>
              <a:gd name="connsiteY203" fmla="*/ 966719 h 6528662"/>
              <a:gd name="connsiteX204" fmla="*/ 3389562 w 6782002"/>
              <a:gd name="connsiteY204" fmla="*/ 728350 h 6528662"/>
              <a:gd name="connsiteX205" fmla="*/ 3397047 w 6782002"/>
              <a:gd name="connsiteY205" fmla="*/ 728350 h 6528662"/>
              <a:gd name="connsiteX206" fmla="*/ 3598149 w 6782002"/>
              <a:gd name="connsiteY206" fmla="*/ 939946 h 6528662"/>
              <a:gd name="connsiteX207" fmla="*/ 3599281 w 6782002"/>
              <a:gd name="connsiteY207" fmla="*/ 945357 h 6528662"/>
              <a:gd name="connsiteX208" fmla="*/ 3735024 w 6782002"/>
              <a:gd name="connsiteY208" fmla="*/ 895323 h 6528662"/>
              <a:gd name="connsiteX209" fmla="*/ 3677446 w 6782002"/>
              <a:gd name="connsiteY209" fmla="*/ 648893 h 6528662"/>
              <a:gd name="connsiteX210" fmla="*/ 3813904 w 6782002"/>
              <a:gd name="connsiteY210" fmla="*/ 412252 h 6528662"/>
              <a:gd name="connsiteX211" fmla="*/ 3857663 w 6782002"/>
              <a:gd name="connsiteY211" fmla="*/ 677682 h 6528662"/>
              <a:gd name="connsiteX212" fmla="*/ 3738478 w 6782002"/>
              <a:gd name="connsiteY212" fmla="*/ 893596 h 6528662"/>
              <a:gd name="connsiteX213" fmla="*/ 4276824 w 6782002"/>
              <a:gd name="connsiteY213" fmla="*/ 575771 h 6528662"/>
              <a:gd name="connsiteX214" fmla="*/ 4223277 w 6782002"/>
              <a:gd name="connsiteY214" fmla="*/ 336826 h 6528662"/>
              <a:gd name="connsiteX215" fmla="*/ 4338431 w 6782002"/>
              <a:gd name="connsiteY215" fmla="*/ 106518 h 6528662"/>
              <a:gd name="connsiteX216" fmla="*/ 4381038 w 6782002"/>
              <a:gd name="connsiteY216" fmla="*/ 363887 h 6528662"/>
              <a:gd name="connsiteX217" fmla="*/ 4279703 w 6782002"/>
              <a:gd name="connsiteY217" fmla="*/ 575771 h 6528662"/>
              <a:gd name="connsiteX218" fmla="*/ 4445524 w 6782002"/>
              <a:gd name="connsiteY218" fmla="*/ 424343 h 6528662"/>
              <a:gd name="connsiteX219" fmla="*/ 4483525 w 6782002"/>
              <a:gd name="connsiteY219" fmla="*/ 379433 h 6528662"/>
              <a:gd name="connsiteX220" fmla="*/ 4516344 w 6782002"/>
              <a:gd name="connsiteY220" fmla="*/ 172731 h 6528662"/>
              <a:gd name="connsiteX221" fmla="*/ 4689076 w 6782002"/>
              <a:gd name="connsiteY221" fmla="*/ 0 h 6528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782002" h="6528662">
                <a:moveTo>
                  <a:pt x="0" y="4815169"/>
                </a:moveTo>
                <a:cubicBezTo>
                  <a:pt x="214456" y="4866988"/>
                  <a:pt x="432850" y="4900884"/>
                  <a:pt x="652924" y="4916505"/>
                </a:cubicBezTo>
                <a:cubicBezTo>
                  <a:pt x="1073236" y="4933202"/>
                  <a:pt x="1668007" y="4897504"/>
                  <a:pt x="2212687" y="4904414"/>
                </a:cubicBezTo>
                <a:cubicBezTo>
                  <a:pt x="2300204" y="4920535"/>
                  <a:pt x="2378509" y="4933202"/>
                  <a:pt x="2439540" y="4941263"/>
                </a:cubicBezTo>
                <a:cubicBezTo>
                  <a:pt x="2585786" y="4961415"/>
                  <a:pt x="2829337" y="4987325"/>
                  <a:pt x="2936430" y="4998840"/>
                </a:cubicBezTo>
                <a:lnTo>
                  <a:pt x="2780972" y="5615490"/>
                </a:lnTo>
                <a:lnTo>
                  <a:pt x="3391289" y="5719129"/>
                </a:lnTo>
                <a:lnTo>
                  <a:pt x="4002182" y="5617217"/>
                </a:lnTo>
                <a:lnTo>
                  <a:pt x="3849602" y="5000567"/>
                </a:lnTo>
                <a:cubicBezTo>
                  <a:pt x="3956696" y="4987325"/>
                  <a:pt x="4200247" y="4961415"/>
                  <a:pt x="4346492" y="4942990"/>
                </a:cubicBezTo>
                <a:cubicBezTo>
                  <a:pt x="4407524" y="4934929"/>
                  <a:pt x="4485829" y="4922262"/>
                  <a:pt x="4573346" y="4906141"/>
                </a:cubicBezTo>
                <a:cubicBezTo>
                  <a:pt x="5118025" y="4899231"/>
                  <a:pt x="5712796" y="4934929"/>
                  <a:pt x="6133108" y="4918232"/>
                </a:cubicBezTo>
                <a:lnTo>
                  <a:pt x="6131957" y="4918232"/>
                </a:lnTo>
                <a:cubicBezTo>
                  <a:pt x="6351095" y="4901886"/>
                  <a:pt x="6568564" y="4867415"/>
                  <a:pt x="6782002" y="4815169"/>
                </a:cubicBezTo>
                <a:cubicBezTo>
                  <a:pt x="6782002" y="4815169"/>
                  <a:pt x="6591422" y="5121479"/>
                  <a:pt x="6373205" y="5271180"/>
                </a:cubicBezTo>
                <a:cubicBezTo>
                  <a:pt x="5533386" y="5513850"/>
                  <a:pt x="4671382" y="5671824"/>
                  <a:pt x="3800086" y="5742735"/>
                </a:cubicBezTo>
                <a:lnTo>
                  <a:pt x="3968211" y="6403720"/>
                </a:lnTo>
                <a:lnTo>
                  <a:pt x="3392440" y="6528662"/>
                </a:lnTo>
                <a:lnTo>
                  <a:pt x="2816670" y="6403720"/>
                </a:lnTo>
                <a:lnTo>
                  <a:pt x="2981916" y="5742735"/>
                </a:lnTo>
                <a:cubicBezTo>
                  <a:pt x="2110620" y="5671824"/>
                  <a:pt x="1248616" y="5513850"/>
                  <a:pt x="408797" y="5271180"/>
                </a:cubicBezTo>
                <a:cubicBezTo>
                  <a:pt x="190580" y="5124358"/>
                  <a:pt x="0" y="4815169"/>
                  <a:pt x="0" y="4815169"/>
                </a:cubicBezTo>
                <a:close/>
                <a:moveTo>
                  <a:pt x="377129" y="4007939"/>
                </a:moveTo>
                <a:cubicBezTo>
                  <a:pt x="496107" y="4030101"/>
                  <a:pt x="616598" y="4043193"/>
                  <a:pt x="737561" y="4047091"/>
                </a:cubicBezTo>
                <a:cubicBezTo>
                  <a:pt x="823351" y="4050546"/>
                  <a:pt x="928717" y="4047091"/>
                  <a:pt x="1050205" y="4047091"/>
                </a:cubicBezTo>
                <a:cubicBezTo>
                  <a:pt x="1157874" y="4043637"/>
                  <a:pt x="1279937" y="4043637"/>
                  <a:pt x="1408334" y="4043637"/>
                </a:cubicBezTo>
                <a:cubicBezTo>
                  <a:pt x="1557459" y="4043637"/>
                  <a:pt x="1745736" y="4045940"/>
                  <a:pt x="1948983" y="4057455"/>
                </a:cubicBezTo>
                <a:cubicBezTo>
                  <a:pt x="2140801" y="4114744"/>
                  <a:pt x="2335975" y="4160121"/>
                  <a:pt x="2533390" y="4193337"/>
                </a:cubicBezTo>
                <a:cubicBezTo>
                  <a:pt x="2670308" y="4212954"/>
                  <a:pt x="2808476" y="4222580"/>
                  <a:pt x="2946793" y="4222126"/>
                </a:cubicBezTo>
                <a:lnTo>
                  <a:pt x="2807457" y="4815169"/>
                </a:lnTo>
                <a:lnTo>
                  <a:pt x="3383227" y="4883110"/>
                </a:lnTo>
                <a:lnTo>
                  <a:pt x="3397046" y="4883110"/>
                </a:lnTo>
                <a:lnTo>
                  <a:pt x="3972816" y="4814594"/>
                </a:lnTo>
                <a:lnTo>
                  <a:pt x="3836935" y="4223277"/>
                </a:lnTo>
                <a:cubicBezTo>
                  <a:pt x="3975044" y="4223893"/>
                  <a:pt x="4113016" y="4214462"/>
                  <a:pt x="4249762" y="4195064"/>
                </a:cubicBezTo>
                <a:cubicBezTo>
                  <a:pt x="4447177" y="4161848"/>
                  <a:pt x="4642352" y="4116472"/>
                  <a:pt x="4834169" y="4059183"/>
                </a:cubicBezTo>
                <a:cubicBezTo>
                  <a:pt x="5037416" y="4045364"/>
                  <a:pt x="5225694" y="4045364"/>
                  <a:pt x="5374818" y="4045364"/>
                </a:cubicBezTo>
                <a:cubicBezTo>
                  <a:pt x="5502639" y="4045364"/>
                  <a:pt x="5625278" y="4048819"/>
                  <a:pt x="5732947" y="4048819"/>
                </a:cubicBezTo>
                <a:cubicBezTo>
                  <a:pt x="5853859" y="4048819"/>
                  <a:pt x="5959801" y="4048819"/>
                  <a:pt x="6045591" y="4048819"/>
                </a:cubicBezTo>
                <a:lnTo>
                  <a:pt x="6044439" y="4047667"/>
                </a:lnTo>
                <a:cubicBezTo>
                  <a:pt x="6165409" y="4043769"/>
                  <a:pt x="6285918" y="4030676"/>
                  <a:pt x="6404871" y="4008515"/>
                </a:cubicBezTo>
                <a:cubicBezTo>
                  <a:pt x="6307221" y="4138438"/>
                  <a:pt x="6190800" y="4253114"/>
                  <a:pt x="6059409" y="4348795"/>
                </a:cubicBezTo>
                <a:cubicBezTo>
                  <a:pt x="5898942" y="4440204"/>
                  <a:pt x="5730759" y="4517271"/>
                  <a:pt x="5556762" y="4579103"/>
                </a:cubicBezTo>
                <a:cubicBezTo>
                  <a:pt x="5155438" y="4695190"/>
                  <a:pt x="4747165" y="4785770"/>
                  <a:pt x="4334400" y="4850291"/>
                </a:cubicBezTo>
                <a:cubicBezTo>
                  <a:pt x="4145548" y="4874474"/>
                  <a:pt x="3790297" y="4911899"/>
                  <a:pt x="3786842" y="4911899"/>
                </a:cubicBezTo>
                <a:lnTo>
                  <a:pt x="3733296" y="4917081"/>
                </a:lnTo>
                <a:lnTo>
                  <a:pt x="3887602" y="5540640"/>
                </a:lnTo>
                <a:lnTo>
                  <a:pt x="3391288" y="5624703"/>
                </a:lnTo>
                <a:lnTo>
                  <a:pt x="2895550" y="5540640"/>
                </a:lnTo>
                <a:lnTo>
                  <a:pt x="3048705" y="4916505"/>
                </a:lnTo>
                <a:lnTo>
                  <a:pt x="2995158" y="4911323"/>
                </a:lnTo>
                <a:cubicBezTo>
                  <a:pt x="2991703" y="4910747"/>
                  <a:pt x="2636453" y="4873898"/>
                  <a:pt x="2447600" y="4849716"/>
                </a:cubicBezTo>
                <a:cubicBezTo>
                  <a:pt x="2034836" y="4785195"/>
                  <a:pt x="1626563" y="4694615"/>
                  <a:pt x="1225239" y="4578527"/>
                </a:cubicBezTo>
                <a:cubicBezTo>
                  <a:pt x="1051241" y="4516695"/>
                  <a:pt x="883036" y="4439629"/>
                  <a:pt x="722591" y="4348219"/>
                </a:cubicBezTo>
                <a:cubicBezTo>
                  <a:pt x="591212" y="4252538"/>
                  <a:pt x="474783" y="4137862"/>
                  <a:pt x="377129" y="4007939"/>
                </a:cubicBezTo>
                <a:close/>
                <a:moveTo>
                  <a:pt x="6060561" y="3114343"/>
                </a:moveTo>
                <a:cubicBezTo>
                  <a:pt x="5966480" y="3255050"/>
                  <a:pt x="5851960" y="3380982"/>
                  <a:pt x="5720857" y="3488018"/>
                </a:cubicBezTo>
                <a:cubicBezTo>
                  <a:pt x="5568490" y="3617843"/>
                  <a:pt x="5399680" y="3727026"/>
                  <a:pt x="5218785" y="3812753"/>
                </a:cubicBezTo>
                <a:cubicBezTo>
                  <a:pt x="4903648" y="3952596"/>
                  <a:pt x="4571135" y="4049429"/>
                  <a:pt x="4230187" y="4100638"/>
                </a:cubicBezTo>
                <a:cubicBezTo>
                  <a:pt x="4088812" y="4119967"/>
                  <a:pt x="3946222" y="4129012"/>
                  <a:pt x="3803540" y="4127699"/>
                </a:cubicBezTo>
                <a:lnTo>
                  <a:pt x="3775328" y="4127699"/>
                </a:lnTo>
                <a:lnTo>
                  <a:pt x="3717751" y="4127699"/>
                </a:lnTo>
                <a:lnTo>
                  <a:pt x="3858239" y="4733986"/>
                </a:lnTo>
                <a:lnTo>
                  <a:pt x="3394743" y="4791563"/>
                </a:lnTo>
                <a:lnTo>
                  <a:pt x="3388410" y="4791563"/>
                </a:lnTo>
                <a:lnTo>
                  <a:pt x="3382652" y="4791563"/>
                </a:lnTo>
                <a:lnTo>
                  <a:pt x="2922036" y="4733986"/>
                </a:lnTo>
                <a:lnTo>
                  <a:pt x="3063099" y="4128275"/>
                </a:lnTo>
                <a:lnTo>
                  <a:pt x="3005522" y="4128275"/>
                </a:lnTo>
                <a:lnTo>
                  <a:pt x="2976734" y="4128275"/>
                </a:lnTo>
                <a:cubicBezTo>
                  <a:pt x="2834052" y="4129553"/>
                  <a:pt x="2691462" y="4120508"/>
                  <a:pt x="2550088" y="4101214"/>
                </a:cubicBezTo>
                <a:cubicBezTo>
                  <a:pt x="2209174" y="4049861"/>
                  <a:pt x="1876678" y="3953034"/>
                  <a:pt x="1561490" y="3813329"/>
                </a:cubicBezTo>
                <a:cubicBezTo>
                  <a:pt x="1380496" y="3727228"/>
                  <a:pt x="1211525" y="3617866"/>
                  <a:pt x="1058842" y="3488018"/>
                </a:cubicBezTo>
                <a:cubicBezTo>
                  <a:pt x="928073" y="3381000"/>
                  <a:pt x="813800" y="3255280"/>
                  <a:pt x="719713" y="3114919"/>
                </a:cubicBezTo>
                <a:cubicBezTo>
                  <a:pt x="845807" y="3133919"/>
                  <a:pt x="1030053" y="3155223"/>
                  <a:pt x="1076115" y="3155223"/>
                </a:cubicBezTo>
                <a:lnTo>
                  <a:pt x="1214300" y="3161557"/>
                </a:lnTo>
                <a:cubicBezTo>
                  <a:pt x="1381849" y="3169617"/>
                  <a:pt x="1598915" y="3179405"/>
                  <a:pt x="1863193" y="3195527"/>
                </a:cubicBezTo>
                <a:lnTo>
                  <a:pt x="1935740" y="3234103"/>
                </a:lnTo>
                <a:cubicBezTo>
                  <a:pt x="2166440" y="3350714"/>
                  <a:pt x="2414252" y="3429819"/>
                  <a:pt x="2669848" y="3468442"/>
                </a:cubicBezTo>
                <a:cubicBezTo>
                  <a:pt x="2713330" y="3474574"/>
                  <a:pt x="2757210" y="3477458"/>
                  <a:pt x="2801124" y="3477078"/>
                </a:cubicBezTo>
                <a:cubicBezTo>
                  <a:pt x="2854786" y="3477009"/>
                  <a:pt x="2908407" y="3474130"/>
                  <a:pt x="2961764" y="3468442"/>
                </a:cubicBezTo>
                <a:lnTo>
                  <a:pt x="2835670" y="3995848"/>
                </a:lnTo>
                <a:lnTo>
                  <a:pt x="3391289" y="4030394"/>
                </a:lnTo>
                <a:lnTo>
                  <a:pt x="3947483" y="3993545"/>
                </a:lnTo>
                <a:lnTo>
                  <a:pt x="3820814" y="3466139"/>
                </a:lnTo>
                <a:cubicBezTo>
                  <a:pt x="3874366" y="3471810"/>
                  <a:pt x="3928178" y="3474689"/>
                  <a:pt x="3982030" y="3474775"/>
                </a:cubicBezTo>
                <a:cubicBezTo>
                  <a:pt x="4025943" y="3475155"/>
                  <a:pt x="4069823" y="3472271"/>
                  <a:pt x="4113305" y="3466139"/>
                </a:cubicBezTo>
                <a:cubicBezTo>
                  <a:pt x="4368740" y="3427603"/>
                  <a:pt x="4616373" y="3348492"/>
                  <a:pt x="4846837" y="3231800"/>
                </a:cubicBezTo>
                <a:lnTo>
                  <a:pt x="4919960" y="3193225"/>
                </a:lnTo>
                <a:cubicBezTo>
                  <a:pt x="5183663" y="3177102"/>
                  <a:pt x="5401304" y="3167314"/>
                  <a:pt x="5568853" y="3159253"/>
                </a:cubicBezTo>
                <a:lnTo>
                  <a:pt x="5707038" y="3152920"/>
                </a:lnTo>
                <a:lnTo>
                  <a:pt x="5704735" y="3154647"/>
                </a:lnTo>
                <a:cubicBezTo>
                  <a:pt x="5750797" y="3152344"/>
                  <a:pt x="5935043" y="3133343"/>
                  <a:pt x="6060561" y="3114343"/>
                </a:cubicBezTo>
                <a:close/>
                <a:moveTo>
                  <a:pt x="3386683" y="821625"/>
                </a:moveTo>
                <a:cubicBezTo>
                  <a:pt x="3312984" y="821625"/>
                  <a:pt x="3287074" y="903960"/>
                  <a:pt x="3271529" y="984569"/>
                </a:cubicBezTo>
                <a:lnTo>
                  <a:pt x="3271529" y="992630"/>
                </a:lnTo>
                <a:cubicBezTo>
                  <a:pt x="3263468" y="1034660"/>
                  <a:pt x="3174223" y="1495277"/>
                  <a:pt x="3174223" y="1495277"/>
                </a:cubicBezTo>
                <a:lnTo>
                  <a:pt x="3166738" y="1532702"/>
                </a:lnTo>
                <a:lnTo>
                  <a:pt x="3094191" y="1532702"/>
                </a:lnTo>
                <a:cubicBezTo>
                  <a:pt x="2501683" y="1534936"/>
                  <a:pt x="1912082" y="1449768"/>
                  <a:pt x="1344424" y="1279938"/>
                </a:cubicBezTo>
                <a:cubicBezTo>
                  <a:pt x="1357391" y="1417496"/>
                  <a:pt x="1410442" y="1548224"/>
                  <a:pt x="1497004" y="1655916"/>
                </a:cubicBezTo>
                <a:cubicBezTo>
                  <a:pt x="1605554" y="1784573"/>
                  <a:pt x="1752104" y="1875487"/>
                  <a:pt x="1915589" y="1915589"/>
                </a:cubicBezTo>
                <a:lnTo>
                  <a:pt x="1950135" y="1922498"/>
                </a:lnTo>
                <a:lnTo>
                  <a:pt x="1950135" y="1957620"/>
                </a:lnTo>
                <a:cubicBezTo>
                  <a:pt x="1962796" y="2074335"/>
                  <a:pt x="2016942" y="2182620"/>
                  <a:pt x="2102714" y="2262779"/>
                </a:cubicBezTo>
                <a:cubicBezTo>
                  <a:pt x="2195759" y="2331445"/>
                  <a:pt x="2308961" y="2367292"/>
                  <a:pt x="2424570" y="2364690"/>
                </a:cubicBezTo>
                <a:cubicBezTo>
                  <a:pt x="2451055" y="2364690"/>
                  <a:pt x="2467753" y="2364690"/>
                  <a:pt x="2467753" y="2364690"/>
                </a:cubicBezTo>
                <a:lnTo>
                  <a:pt x="2504026" y="2360660"/>
                </a:lnTo>
                <a:lnTo>
                  <a:pt x="2516693" y="2395207"/>
                </a:lnTo>
                <a:cubicBezTo>
                  <a:pt x="2564707" y="2492995"/>
                  <a:pt x="2652328" y="2565525"/>
                  <a:pt x="2757365" y="2594422"/>
                </a:cubicBezTo>
                <a:cubicBezTo>
                  <a:pt x="2797266" y="2606778"/>
                  <a:pt x="2838814" y="2612992"/>
                  <a:pt x="2880580" y="2612847"/>
                </a:cubicBezTo>
                <a:cubicBezTo>
                  <a:pt x="2934927" y="2612772"/>
                  <a:pt x="2988866" y="2603422"/>
                  <a:pt x="3040069" y="2585211"/>
                </a:cubicBezTo>
                <a:lnTo>
                  <a:pt x="3124707" y="2550088"/>
                </a:lnTo>
                <a:lnTo>
                  <a:pt x="3000341" y="3059069"/>
                </a:lnTo>
                <a:lnTo>
                  <a:pt x="3782237" y="3059069"/>
                </a:lnTo>
                <a:lnTo>
                  <a:pt x="3657871" y="2549512"/>
                </a:lnTo>
                <a:lnTo>
                  <a:pt x="3742509" y="2585211"/>
                </a:lnTo>
                <a:cubicBezTo>
                  <a:pt x="3793931" y="2603295"/>
                  <a:pt x="3848065" y="2612444"/>
                  <a:pt x="3902573" y="2612271"/>
                </a:cubicBezTo>
                <a:cubicBezTo>
                  <a:pt x="3944340" y="2612415"/>
                  <a:pt x="3985887" y="2606204"/>
                  <a:pt x="4025788" y="2593847"/>
                </a:cubicBezTo>
                <a:cubicBezTo>
                  <a:pt x="4130861" y="2565019"/>
                  <a:pt x="4218504" y="2492471"/>
                  <a:pt x="4266460" y="2394630"/>
                </a:cubicBezTo>
                <a:lnTo>
                  <a:pt x="4279127" y="2360660"/>
                </a:lnTo>
                <a:lnTo>
                  <a:pt x="4317704" y="2367569"/>
                </a:lnTo>
                <a:cubicBezTo>
                  <a:pt x="4317704" y="2367569"/>
                  <a:pt x="4334401" y="2367569"/>
                  <a:pt x="4360886" y="2367569"/>
                </a:cubicBezTo>
                <a:cubicBezTo>
                  <a:pt x="4476496" y="2370171"/>
                  <a:pt x="4589698" y="2334325"/>
                  <a:pt x="4682742" y="2265657"/>
                </a:cubicBezTo>
                <a:cubicBezTo>
                  <a:pt x="4769010" y="2184917"/>
                  <a:pt x="4823196" y="2075728"/>
                  <a:pt x="4835322" y="1958196"/>
                </a:cubicBezTo>
                <a:lnTo>
                  <a:pt x="4835322" y="1923074"/>
                </a:lnTo>
                <a:lnTo>
                  <a:pt x="4869868" y="1916166"/>
                </a:lnTo>
                <a:cubicBezTo>
                  <a:pt x="5032195" y="1874916"/>
                  <a:pt x="5177554" y="1783916"/>
                  <a:pt x="5285574" y="1655916"/>
                </a:cubicBezTo>
                <a:cubicBezTo>
                  <a:pt x="5372136" y="1548224"/>
                  <a:pt x="5425187" y="1417496"/>
                  <a:pt x="5438153" y="1279938"/>
                </a:cubicBezTo>
                <a:cubicBezTo>
                  <a:pt x="4870495" y="1449768"/>
                  <a:pt x="4280895" y="1534936"/>
                  <a:pt x="3688386" y="1532702"/>
                </a:cubicBezTo>
                <a:lnTo>
                  <a:pt x="3616991" y="1532702"/>
                </a:lnTo>
                <a:lnTo>
                  <a:pt x="3609506" y="1495277"/>
                </a:lnTo>
                <a:cubicBezTo>
                  <a:pt x="3609506" y="1495277"/>
                  <a:pt x="3519686" y="1032357"/>
                  <a:pt x="3512201" y="992630"/>
                </a:cubicBezTo>
                <a:lnTo>
                  <a:pt x="3512201" y="984569"/>
                </a:lnTo>
                <a:cubicBezTo>
                  <a:pt x="3497231" y="903960"/>
                  <a:pt x="3470745" y="821625"/>
                  <a:pt x="3397047" y="821625"/>
                </a:cubicBezTo>
                <a:close/>
                <a:moveTo>
                  <a:pt x="4169942" y="789139"/>
                </a:moveTo>
                <a:cubicBezTo>
                  <a:pt x="4210693" y="786611"/>
                  <a:pt x="4251853" y="790689"/>
                  <a:pt x="4291794" y="801473"/>
                </a:cubicBezTo>
                <a:cubicBezTo>
                  <a:pt x="4377452" y="831234"/>
                  <a:pt x="4454674" y="881200"/>
                  <a:pt x="4516920" y="947143"/>
                </a:cubicBezTo>
                <a:cubicBezTo>
                  <a:pt x="4429213" y="966189"/>
                  <a:pt x="4339048" y="971245"/>
                  <a:pt x="4249763" y="962113"/>
                </a:cubicBezTo>
                <a:cubicBezTo>
                  <a:pt x="4139215" y="950022"/>
                  <a:pt x="4050546" y="816443"/>
                  <a:pt x="4050546" y="816443"/>
                </a:cubicBezTo>
                <a:cubicBezTo>
                  <a:pt x="4088849" y="800802"/>
                  <a:pt x="4129191" y="791667"/>
                  <a:pt x="4169942" y="789139"/>
                </a:cubicBezTo>
                <a:close/>
                <a:moveTo>
                  <a:pt x="4538223" y="544104"/>
                </a:moveTo>
                <a:cubicBezTo>
                  <a:pt x="4615774" y="547888"/>
                  <a:pt x="4692841" y="558484"/>
                  <a:pt x="4768532" y="575771"/>
                </a:cubicBezTo>
                <a:cubicBezTo>
                  <a:pt x="4709976" y="637373"/>
                  <a:pt x="4634751" y="680585"/>
                  <a:pt x="4552042" y="700138"/>
                </a:cubicBezTo>
                <a:cubicBezTo>
                  <a:pt x="4449555" y="721441"/>
                  <a:pt x="4318279" y="625863"/>
                  <a:pt x="4318279" y="625863"/>
                </a:cubicBezTo>
                <a:cubicBezTo>
                  <a:pt x="4380192" y="573739"/>
                  <a:pt x="4458439" y="545007"/>
                  <a:pt x="4539375" y="544680"/>
                </a:cubicBezTo>
                <a:close/>
                <a:moveTo>
                  <a:pt x="4090850" y="257370"/>
                </a:moveTo>
                <a:cubicBezTo>
                  <a:pt x="4116633" y="344481"/>
                  <a:pt x="4131908" y="434364"/>
                  <a:pt x="4136335" y="525103"/>
                </a:cubicBezTo>
                <a:lnTo>
                  <a:pt x="4138639" y="525103"/>
                </a:lnTo>
                <a:cubicBezTo>
                  <a:pt x="4138639" y="637954"/>
                  <a:pt x="4023484" y="748502"/>
                  <a:pt x="4023484" y="748502"/>
                </a:cubicBezTo>
                <a:cubicBezTo>
                  <a:pt x="3978183" y="673669"/>
                  <a:pt x="3958008" y="586313"/>
                  <a:pt x="3965907" y="499194"/>
                </a:cubicBezTo>
                <a:cubicBezTo>
                  <a:pt x="3983515" y="408276"/>
                  <a:pt x="4026882" y="324336"/>
                  <a:pt x="4090850" y="257370"/>
                </a:cubicBezTo>
                <a:close/>
                <a:moveTo>
                  <a:pt x="4689076" y="0"/>
                </a:moveTo>
                <a:cubicBezTo>
                  <a:pt x="4687671" y="87893"/>
                  <a:pt x="4672914" y="175061"/>
                  <a:pt x="4645317" y="258521"/>
                </a:cubicBezTo>
                <a:cubicBezTo>
                  <a:pt x="4624900" y="324071"/>
                  <a:pt x="4574745" y="376142"/>
                  <a:pt x="4510011" y="399009"/>
                </a:cubicBezTo>
                <a:cubicBezTo>
                  <a:pt x="4497563" y="430731"/>
                  <a:pt x="4479846" y="460124"/>
                  <a:pt x="4457615" y="485950"/>
                </a:cubicBezTo>
                <a:cubicBezTo>
                  <a:pt x="4318279" y="651772"/>
                  <a:pt x="4064940" y="831413"/>
                  <a:pt x="3777055" y="955779"/>
                </a:cubicBezTo>
                <a:cubicBezTo>
                  <a:pt x="3843516" y="936042"/>
                  <a:pt x="3914865" y="940947"/>
                  <a:pt x="3977998" y="969598"/>
                </a:cubicBezTo>
                <a:lnTo>
                  <a:pt x="3979150" y="968446"/>
                </a:lnTo>
                <a:cubicBezTo>
                  <a:pt x="4061324" y="1008497"/>
                  <a:pt x="4136094" y="1062233"/>
                  <a:pt x="4200246" y="1127359"/>
                </a:cubicBezTo>
                <a:cubicBezTo>
                  <a:pt x="4200246" y="1127359"/>
                  <a:pt x="4116183" y="1171117"/>
                  <a:pt x="3939422" y="1131389"/>
                </a:cubicBezTo>
                <a:cubicBezTo>
                  <a:pt x="3854841" y="1108289"/>
                  <a:pt x="3786503" y="1045951"/>
                  <a:pt x="3755751" y="963840"/>
                </a:cubicBezTo>
                <a:lnTo>
                  <a:pt x="3612037" y="1016625"/>
                </a:lnTo>
                <a:lnTo>
                  <a:pt x="3617549" y="1044871"/>
                </a:lnTo>
                <a:cubicBezTo>
                  <a:pt x="3638871" y="1154205"/>
                  <a:pt x="3678167" y="1356084"/>
                  <a:pt x="3694144" y="1439427"/>
                </a:cubicBezTo>
                <a:cubicBezTo>
                  <a:pt x="4297454" y="1443205"/>
                  <a:pt x="4897683" y="1353073"/>
                  <a:pt x="5473275" y="1172269"/>
                </a:cubicBezTo>
                <a:lnTo>
                  <a:pt x="5534883" y="1151541"/>
                </a:lnTo>
                <a:lnTo>
                  <a:pt x="5534883" y="1212574"/>
                </a:lnTo>
                <a:cubicBezTo>
                  <a:pt x="5534025" y="1394063"/>
                  <a:pt x="5471946" y="1569948"/>
                  <a:pt x="5358697" y="1711766"/>
                </a:cubicBezTo>
                <a:cubicBezTo>
                  <a:pt x="5244971" y="1848782"/>
                  <a:pt x="5092409" y="1948149"/>
                  <a:pt x="4921111" y="1996773"/>
                </a:cubicBezTo>
                <a:cubicBezTo>
                  <a:pt x="4902128" y="2127628"/>
                  <a:pt x="4837475" y="2247549"/>
                  <a:pt x="4738592" y="2335326"/>
                </a:cubicBezTo>
                <a:cubicBezTo>
                  <a:pt x="4712590" y="2357314"/>
                  <a:pt x="4684424" y="2376603"/>
                  <a:pt x="4654529" y="2392903"/>
                </a:cubicBezTo>
                <a:cubicBezTo>
                  <a:pt x="5050084" y="2347993"/>
                  <a:pt x="5351212" y="2291567"/>
                  <a:pt x="5495155" y="2264506"/>
                </a:cubicBezTo>
                <a:lnTo>
                  <a:pt x="5561368" y="2251839"/>
                </a:lnTo>
                <a:lnTo>
                  <a:pt x="5556762" y="2251839"/>
                </a:lnTo>
                <a:cubicBezTo>
                  <a:pt x="5621824" y="2240899"/>
                  <a:pt x="5684583" y="2227081"/>
                  <a:pt x="5736978" y="2214414"/>
                </a:cubicBezTo>
                <a:cubicBezTo>
                  <a:pt x="5659278" y="2361287"/>
                  <a:pt x="5565629" y="2499150"/>
                  <a:pt x="5457730" y="2625514"/>
                </a:cubicBezTo>
                <a:cubicBezTo>
                  <a:pt x="5275366" y="2841935"/>
                  <a:pt x="5051874" y="3020021"/>
                  <a:pt x="4800200" y="3149465"/>
                </a:cubicBezTo>
                <a:cubicBezTo>
                  <a:pt x="4578464" y="3261188"/>
                  <a:pt x="4340395" y="3336988"/>
                  <a:pt x="4094881" y="3374016"/>
                </a:cubicBezTo>
                <a:cubicBezTo>
                  <a:pt x="4056753" y="3379572"/>
                  <a:pt x="4018257" y="3382267"/>
                  <a:pt x="3979727" y="3382077"/>
                </a:cubicBezTo>
                <a:cubicBezTo>
                  <a:pt x="3907882" y="3381437"/>
                  <a:pt x="3836153" y="3376244"/>
                  <a:pt x="3764964" y="3366531"/>
                </a:cubicBezTo>
                <a:lnTo>
                  <a:pt x="3697023" y="3356167"/>
                </a:lnTo>
                <a:lnTo>
                  <a:pt x="3828875" y="3907755"/>
                </a:lnTo>
                <a:lnTo>
                  <a:pt x="3388986" y="3935392"/>
                </a:lnTo>
                <a:lnTo>
                  <a:pt x="2949673" y="3907755"/>
                </a:lnTo>
                <a:lnTo>
                  <a:pt x="3081524" y="3356167"/>
                </a:lnTo>
                <a:lnTo>
                  <a:pt x="3013583" y="3366531"/>
                </a:lnTo>
                <a:cubicBezTo>
                  <a:pt x="2942395" y="3376244"/>
                  <a:pt x="2870666" y="3381437"/>
                  <a:pt x="2798821" y="3382077"/>
                </a:cubicBezTo>
                <a:cubicBezTo>
                  <a:pt x="2760290" y="3382267"/>
                  <a:pt x="2721794" y="3379572"/>
                  <a:pt x="2683667" y="3374016"/>
                </a:cubicBezTo>
                <a:cubicBezTo>
                  <a:pt x="2438153" y="3336982"/>
                  <a:pt x="2200083" y="3261188"/>
                  <a:pt x="1978348" y="3149465"/>
                </a:cubicBezTo>
                <a:cubicBezTo>
                  <a:pt x="1726540" y="3020228"/>
                  <a:pt x="1503015" y="2842107"/>
                  <a:pt x="1320818" y="2625514"/>
                </a:cubicBezTo>
                <a:cubicBezTo>
                  <a:pt x="1212918" y="2499150"/>
                  <a:pt x="1119269" y="2361287"/>
                  <a:pt x="1041569" y="2214414"/>
                </a:cubicBezTo>
                <a:cubicBezTo>
                  <a:pt x="1093964" y="2227081"/>
                  <a:pt x="1158450" y="2240899"/>
                  <a:pt x="1221785" y="2251839"/>
                </a:cubicBezTo>
                <a:lnTo>
                  <a:pt x="1287999" y="2264506"/>
                </a:lnTo>
                <a:cubicBezTo>
                  <a:pt x="1431942" y="2291567"/>
                  <a:pt x="1732494" y="2347993"/>
                  <a:pt x="2128624" y="2392327"/>
                </a:cubicBezTo>
                <a:cubicBezTo>
                  <a:pt x="2098718" y="2377173"/>
                  <a:pt x="2070534" y="2358834"/>
                  <a:pt x="2044561" y="2337629"/>
                </a:cubicBezTo>
                <a:cubicBezTo>
                  <a:pt x="1945673" y="2249853"/>
                  <a:pt x="1881025" y="2129931"/>
                  <a:pt x="1862042" y="1999076"/>
                </a:cubicBezTo>
                <a:cubicBezTo>
                  <a:pt x="1690745" y="1950452"/>
                  <a:pt x="1538183" y="1851085"/>
                  <a:pt x="1424456" y="1714070"/>
                </a:cubicBezTo>
                <a:cubicBezTo>
                  <a:pt x="1311208" y="1572252"/>
                  <a:pt x="1249129" y="1396365"/>
                  <a:pt x="1248271" y="1214877"/>
                </a:cubicBezTo>
                <a:lnTo>
                  <a:pt x="1248271" y="1151541"/>
                </a:lnTo>
                <a:lnTo>
                  <a:pt x="1313333" y="1171118"/>
                </a:lnTo>
                <a:cubicBezTo>
                  <a:pt x="1888867" y="1352313"/>
                  <a:pt x="2489091" y="1442830"/>
                  <a:pt x="3092464" y="1439427"/>
                </a:cubicBezTo>
                <a:cubicBezTo>
                  <a:pt x="3113768" y="1328304"/>
                  <a:pt x="3176526" y="1006447"/>
                  <a:pt x="3182860" y="974205"/>
                </a:cubicBezTo>
                <a:lnTo>
                  <a:pt x="3182860" y="966719"/>
                </a:lnTo>
                <a:cubicBezTo>
                  <a:pt x="3193800" y="907416"/>
                  <a:pt x="3228922" y="728350"/>
                  <a:pt x="3389562" y="728350"/>
                </a:cubicBezTo>
                <a:lnTo>
                  <a:pt x="3397047" y="728350"/>
                </a:lnTo>
                <a:cubicBezTo>
                  <a:pt x="3537607" y="728350"/>
                  <a:pt x="3581627" y="866769"/>
                  <a:pt x="3598149" y="939946"/>
                </a:cubicBezTo>
                <a:lnTo>
                  <a:pt x="3599281" y="945357"/>
                </a:lnTo>
                <a:lnTo>
                  <a:pt x="3735024" y="895323"/>
                </a:lnTo>
                <a:cubicBezTo>
                  <a:pt x="3688455" y="822079"/>
                  <a:pt x="3668153" y="735190"/>
                  <a:pt x="3677446" y="648893"/>
                </a:cubicBezTo>
                <a:cubicBezTo>
                  <a:pt x="3698491" y="558239"/>
                  <a:pt x="3745986" y="475876"/>
                  <a:pt x="3813904" y="412252"/>
                </a:cubicBezTo>
                <a:cubicBezTo>
                  <a:pt x="3839848" y="498478"/>
                  <a:pt x="3854553" y="587689"/>
                  <a:pt x="3857663" y="677682"/>
                </a:cubicBezTo>
                <a:cubicBezTo>
                  <a:pt x="3861117" y="778442"/>
                  <a:pt x="3758630" y="875171"/>
                  <a:pt x="3738478" y="893596"/>
                </a:cubicBezTo>
                <a:cubicBezTo>
                  <a:pt x="3931068" y="811675"/>
                  <a:pt x="4112061" y="704818"/>
                  <a:pt x="4276824" y="575771"/>
                </a:cubicBezTo>
                <a:cubicBezTo>
                  <a:pt x="4234625" y="503604"/>
                  <a:pt x="4215913" y="420100"/>
                  <a:pt x="4223277" y="336826"/>
                </a:cubicBezTo>
                <a:cubicBezTo>
                  <a:pt x="4239347" y="250791"/>
                  <a:pt x="4279247" y="170995"/>
                  <a:pt x="4338431" y="106518"/>
                </a:cubicBezTo>
                <a:cubicBezTo>
                  <a:pt x="4362337" y="190417"/>
                  <a:pt x="4376627" y="276760"/>
                  <a:pt x="4381038" y="363887"/>
                </a:cubicBezTo>
                <a:cubicBezTo>
                  <a:pt x="4386220" y="460616"/>
                  <a:pt x="4295248" y="559649"/>
                  <a:pt x="4279703" y="575771"/>
                </a:cubicBezTo>
                <a:cubicBezTo>
                  <a:pt x="4338707" y="529536"/>
                  <a:pt x="4394137" y="478916"/>
                  <a:pt x="4445524" y="424343"/>
                </a:cubicBezTo>
                <a:cubicBezTo>
                  <a:pt x="4459020" y="410095"/>
                  <a:pt x="4471705" y="395101"/>
                  <a:pt x="4483525" y="379433"/>
                </a:cubicBezTo>
                <a:cubicBezTo>
                  <a:pt x="4469655" y="308820"/>
                  <a:pt x="4481286" y="235576"/>
                  <a:pt x="4516344" y="172731"/>
                </a:cubicBezTo>
                <a:cubicBezTo>
                  <a:pt x="4554667" y="98672"/>
                  <a:pt x="4615014" y="38322"/>
                  <a:pt x="4689076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75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/>
          </p:nvPr>
        </p:nvSpPr>
        <p:spPr>
          <a:xfrm>
            <a:off x="1287430" y="1483539"/>
            <a:ext cx="7373912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87429" y="4461296"/>
            <a:ext cx="7373913" cy="119983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答辩人：北小理</a:t>
            </a:r>
            <a:endParaRPr lang="en-US" altLang="zh-CN" dirty="0"/>
          </a:p>
          <a:p>
            <a:pPr lvl="0"/>
            <a:r>
              <a:rPr lang="zh-CN" altLang="en-US" dirty="0"/>
              <a:t>导　师：京小工</a:t>
            </a:r>
            <a:endParaRPr lang="en-US" altLang="zh-CN" dirty="0"/>
          </a:p>
          <a:p>
            <a:pPr lvl="0"/>
            <a:r>
              <a:rPr lang="zh-CN" altLang="en-US" dirty="0"/>
              <a:t>时　间：</a:t>
            </a:r>
            <a:fld id="{F6F1CC6F-731D-497C-9A0B-70CB610DC01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91" name="TextBox 189_1"/>
          <p:cNvSpPr txBox="1"/>
          <p:nvPr/>
        </p:nvSpPr>
        <p:spPr>
          <a:xfrm rot="5400000">
            <a:off x="-1435064" y="3602354"/>
            <a:ext cx="3222949" cy="122616"/>
          </a:xfrm>
          <a:custGeom>
            <a:avLst/>
            <a:gdLst/>
            <a:ahLst/>
            <a:cxnLst/>
            <a:rect l="l" t="t" r="r" b="b"/>
            <a:pathLst>
              <a:path w="2967187" h="112886">
                <a:moveTo>
                  <a:pt x="2865165" y="1860"/>
                </a:moveTo>
                <a:lnTo>
                  <a:pt x="2890987" y="1860"/>
                </a:lnTo>
                <a:lnTo>
                  <a:pt x="2916660" y="45020"/>
                </a:lnTo>
                <a:lnTo>
                  <a:pt x="2941812" y="1860"/>
                </a:lnTo>
                <a:lnTo>
                  <a:pt x="2967187" y="1860"/>
                </a:lnTo>
                <a:lnTo>
                  <a:pt x="2927078" y="65186"/>
                </a:lnTo>
                <a:lnTo>
                  <a:pt x="2927078" y="110951"/>
                </a:lnTo>
                <a:lnTo>
                  <a:pt x="2905126" y="110951"/>
                </a:lnTo>
                <a:lnTo>
                  <a:pt x="2905126" y="65038"/>
                </a:lnTo>
                <a:close/>
                <a:moveTo>
                  <a:pt x="2758381" y="56033"/>
                </a:moveTo>
                <a:cubicBezTo>
                  <a:pt x="2758381" y="44673"/>
                  <a:pt x="2760762" y="34577"/>
                  <a:pt x="2765525" y="25747"/>
                </a:cubicBezTo>
                <a:cubicBezTo>
                  <a:pt x="2770287" y="16916"/>
                  <a:pt x="2777257" y="10145"/>
                  <a:pt x="2786435" y="5432"/>
                </a:cubicBezTo>
                <a:cubicBezTo>
                  <a:pt x="2793430" y="1810"/>
                  <a:pt x="2802136" y="0"/>
                  <a:pt x="2812554" y="0"/>
                </a:cubicBezTo>
                <a:cubicBezTo>
                  <a:pt x="2826098" y="0"/>
                  <a:pt x="2836677" y="2840"/>
                  <a:pt x="2844292" y="8520"/>
                </a:cubicBezTo>
                <a:cubicBezTo>
                  <a:pt x="2851907" y="14200"/>
                  <a:pt x="2856806" y="22051"/>
                  <a:pt x="2858989" y="32072"/>
                </a:cubicBezTo>
                <a:lnTo>
                  <a:pt x="2837111" y="36165"/>
                </a:lnTo>
                <a:cubicBezTo>
                  <a:pt x="2835573" y="30807"/>
                  <a:pt x="2832683" y="26578"/>
                  <a:pt x="2828442" y="23477"/>
                </a:cubicBezTo>
                <a:cubicBezTo>
                  <a:pt x="2824200" y="20377"/>
                  <a:pt x="2818904" y="18826"/>
                  <a:pt x="2812554" y="18826"/>
                </a:cubicBezTo>
                <a:cubicBezTo>
                  <a:pt x="2802930" y="18826"/>
                  <a:pt x="2795278" y="21877"/>
                  <a:pt x="2789598" y="27979"/>
                </a:cubicBezTo>
                <a:cubicBezTo>
                  <a:pt x="2783918" y="34081"/>
                  <a:pt x="2781077" y="43135"/>
                  <a:pt x="2781077" y="55140"/>
                </a:cubicBezTo>
                <a:cubicBezTo>
                  <a:pt x="2781077" y="68089"/>
                  <a:pt x="2783955" y="77800"/>
                  <a:pt x="2789709" y="84274"/>
                </a:cubicBezTo>
                <a:cubicBezTo>
                  <a:pt x="2795464" y="90748"/>
                  <a:pt x="2803005" y="93985"/>
                  <a:pt x="2812331" y="93985"/>
                </a:cubicBezTo>
                <a:cubicBezTo>
                  <a:pt x="2816945" y="93985"/>
                  <a:pt x="2821571" y="93079"/>
                  <a:pt x="2826209" y="91268"/>
                </a:cubicBezTo>
                <a:cubicBezTo>
                  <a:pt x="2830848" y="89458"/>
                  <a:pt x="2834829" y="87263"/>
                  <a:pt x="2838153" y="84683"/>
                </a:cubicBezTo>
                <a:lnTo>
                  <a:pt x="2838153" y="70842"/>
                </a:lnTo>
                <a:lnTo>
                  <a:pt x="2812927" y="70842"/>
                </a:lnTo>
                <a:lnTo>
                  <a:pt x="2812927" y="52462"/>
                </a:lnTo>
                <a:lnTo>
                  <a:pt x="2860403" y="52462"/>
                </a:lnTo>
                <a:lnTo>
                  <a:pt x="2860403" y="95919"/>
                </a:lnTo>
                <a:cubicBezTo>
                  <a:pt x="2855789" y="100384"/>
                  <a:pt x="2849104" y="104316"/>
                  <a:pt x="2840348" y="107714"/>
                </a:cubicBezTo>
                <a:cubicBezTo>
                  <a:pt x="2831592" y="111112"/>
                  <a:pt x="2822724" y="112811"/>
                  <a:pt x="2813745" y="112811"/>
                </a:cubicBezTo>
                <a:cubicBezTo>
                  <a:pt x="2802335" y="112811"/>
                  <a:pt x="2792388" y="110418"/>
                  <a:pt x="2783905" y="105630"/>
                </a:cubicBezTo>
                <a:cubicBezTo>
                  <a:pt x="2775422" y="100843"/>
                  <a:pt x="2769047" y="93997"/>
                  <a:pt x="2764781" y="85092"/>
                </a:cubicBezTo>
                <a:cubicBezTo>
                  <a:pt x="2760514" y="76187"/>
                  <a:pt x="2758381" y="66501"/>
                  <a:pt x="2758381" y="56033"/>
                </a:cubicBezTo>
                <a:close/>
                <a:moveTo>
                  <a:pt x="2656583" y="56331"/>
                </a:moveTo>
                <a:cubicBezTo>
                  <a:pt x="2656583" y="68684"/>
                  <a:pt x="2659435" y="78048"/>
                  <a:pt x="2665140" y="84422"/>
                </a:cubicBezTo>
                <a:cubicBezTo>
                  <a:pt x="2670845" y="90797"/>
                  <a:pt x="2678088" y="93985"/>
                  <a:pt x="2686869" y="93985"/>
                </a:cubicBezTo>
                <a:cubicBezTo>
                  <a:pt x="2695650" y="93985"/>
                  <a:pt x="2702856" y="90822"/>
                  <a:pt x="2708486" y="84497"/>
                </a:cubicBezTo>
                <a:cubicBezTo>
                  <a:pt x="2714117" y="78172"/>
                  <a:pt x="2716932" y="68684"/>
                  <a:pt x="2716932" y="56033"/>
                </a:cubicBezTo>
                <a:cubicBezTo>
                  <a:pt x="2716932" y="43532"/>
                  <a:pt x="2714192" y="34205"/>
                  <a:pt x="2708710" y="28054"/>
                </a:cubicBezTo>
                <a:cubicBezTo>
                  <a:pt x="2703228" y="21902"/>
                  <a:pt x="2695948" y="18826"/>
                  <a:pt x="2686869" y="18826"/>
                </a:cubicBezTo>
                <a:cubicBezTo>
                  <a:pt x="2677791" y="18826"/>
                  <a:pt x="2670473" y="21939"/>
                  <a:pt x="2664917" y="28165"/>
                </a:cubicBezTo>
                <a:cubicBezTo>
                  <a:pt x="2659361" y="34391"/>
                  <a:pt x="2656583" y="43780"/>
                  <a:pt x="2656583" y="56331"/>
                </a:cubicBezTo>
                <a:close/>
                <a:moveTo>
                  <a:pt x="2633886" y="57075"/>
                </a:moveTo>
                <a:cubicBezTo>
                  <a:pt x="2633886" y="45963"/>
                  <a:pt x="2635548" y="36636"/>
                  <a:pt x="2638872" y="29096"/>
                </a:cubicBezTo>
                <a:cubicBezTo>
                  <a:pt x="2641352" y="23539"/>
                  <a:pt x="2644738" y="18554"/>
                  <a:pt x="2649030" y="14138"/>
                </a:cubicBezTo>
                <a:cubicBezTo>
                  <a:pt x="2653321" y="9723"/>
                  <a:pt x="2658021" y="6449"/>
                  <a:pt x="2663131" y="4316"/>
                </a:cubicBezTo>
                <a:cubicBezTo>
                  <a:pt x="2669927" y="1438"/>
                  <a:pt x="2677766" y="0"/>
                  <a:pt x="2686646" y="0"/>
                </a:cubicBezTo>
                <a:cubicBezTo>
                  <a:pt x="2702719" y="0"/>
                  <a:pt x="2715580" y="4985"/>
                  <a:pt x="2725230" y="14957"/>
                </a:cubicBezTo>
                <a:cubicBezTo>
                  <a:pt x="2734879" y="24928"/>
                  <a:pt x="2739703" y="38794"/>
                  <a:pt x="2739703" y="56554"/>
                </a:cubicBezTo>
                <a:cubicBezTo>
                  <a:pt x="2739703" y="74166"/>
                  <a:pt x="2734916" y="87945"/>
                  <a:pt x="2725341" y="97891"/>
                </a:cubicBezTo>
                <a:cubicBezTo>
                  <a:pt x="2715766" y="107838"/>
                  <a:pt x="2702967" y="112811"/>
                  <a:pt x="2686944" y="112811"/>
                </a:cubicBezTo>
                <a:cubicBezTo>
                  <a:pt x="2670721" y="112811"/>
                  <a:pt x="2657823" y="107863"/>
                  <a:pt x="2648248" y="97966"/>
                </a:cubicBezTo>
                <a:cubicBezTo>
                  <a:pt x="2638673" y="88069"/>
                  <a:pt x="2633886" y="74439"/>
                  <a:pt x="2633886" y="57075"/>
                </a:cubicBezTo>
                <a:close/>
                <a:moveTo>
                  <a:pt x="2534171" y="110951"/>
                </a:moveTo>
                <a:lnTo>
                  <a:pt x="2534171" y="2753"/>
                </a:lnTo>
                <a:lnTo>
                  <a:pt x="2556198" y="2753"/>
                </a:lnTo>
                <a:lnTo>
                  <a:pt x="2556198" y="92571"/>
                </a:lnTo>
                <a:lnTo>
                  <a:pt x="2610967" y="92571"/>
                </a:lnTo>
                <a:lnTo>
                  <a:pt x="2610967" y="110951"/>
                </a:lnTo>
                <a:close/>
                <a:moveTo>
                  <a:pt x="2437508" y="56331"/>
                </a:moveTo>
                <a:cubicBezTo>
                  <a:pt x="2437508" y="68684"/>
                  <a:pt x="2440360" y="78048"/>
                  <a:pt x="2446065" y="84422"/>
                </a:cubicBezTo>
                <a:cubicBezTo>
                  <a:pt x="2451770" y="90797"/>
                  <a:pt x="2459013" y="93985"/>
                  <a:pt x="2467794" y="93985"/>
                </a:cubicBezTo>
                <a:cubicBezTo>
                  <a:pt x="2476575" y="93985"/>
                  <a:pt x="2483781" y="90822"/>
                  <a:pt x="2489411" y="84497"/>
                </a:cubicBezTo>
                <a:cubicBezTo>
                  <a:pt x="2495042" y="78172"/>
                  <a:pt x="2497857" y="68684"/>
                  <a:pt x="2497857" y="56033"/>
                </a:cubicBezTo>
                <a:cubicBezTo>
                  <a:pt x="2497857" y="43532"/>
                  <a:pt x="2495117" y="34205"/>
                  <a:pt x="2489635" y="28054"/>
                </a:cubicBezTo>
                <a:cubicBezTo>
                  <a:pt x="2484153" y="21902"/>
                  <a:pt x="2476873" y="18826"/>
                  <a:pt x="2467794" y="18826"/>
                </a:cubicBezTo>
                <a:cubicBezTo>
                  <a:pt x="2458716" y="18826"/>
                  <a:pt x="2451398" y="21939"/>
                  <a:pt x="2445842" y="28165"/>
                </a:cubicBezTo>
                <a:cubicBezTo>
                  <a:pt x="2440286" y="34391"/>
                  <a:pt x="2437508" y="43780"/>
                  <a:pt x="2437508" y="56331"/>
                </a:cubicBezTo>
                <a:close/>
                <a:moveTo>
                  <a:pt x="2414811" y="57075"/>
                </a:moveTo>
                <a:cubicBezTo>
                  <a:pt x="2414811" y="45963"/>
                  <a:pt x="2416473" y="36636"/>
                  <a:pt x="2419797" y="29096"/>
                </a:cubicBezTo>
                <a:cubicBezTo>
                  <a:pt x="2422277" y="23539"/>
                  <a:pt x="2425663" y="18554"/>
                  <a:pt x="2429955" y="14138"/>
                </a:cubicBezTo>
                <a:cubicBezTo>
                  <a:pt x="2434246" y="9723"/>
                  <a:pt x="2438946" y="6449"/>
                  <a:pt x="2444056" y="4316"/>
                </a:cubicBezTo>
                <a:cubicBezTo>
                  <a:pt x="2450852" y="1438"/>
                  <a:pt x="2458691" y="0"/>
                  <a:pt x="2467571" y="0"/>
                </a:cubicBezTo>
                <a:cubicBezTo>
                  <a:pt x="2483644" y="0"/>
                  <a:pt x="2496505" y="4985"/>
                  <a:pt x="2506155" y="14957"/>
                </a:cubicBezTo>
                <a:cubicBezTo>
                  <a:pt x="2515804" y="24928"/>
                  <a:pt x="2520628" y="38794"/>
                  <a:pt x="2520628" y="56554"/>
                </a:cubicBezTo>
                <a:cubicBezTo>
                  <a:pt x="2520628" y="74166"/>
                  <a:pt x="2515841" y="87945"/>
                  <a:pt x="2506266" y="97891"/>
                </a:cubicBezTo>
                <a:cubicBezTo>
                  <a:pt x="2496691" y="107838"/>
                  <a:pt x="2483892" y="112811"/>
                  <a:pt x="2467869" y="112811"/>
                </a:cubicBezTo>
                <a:cubicBezTo>
                  <a:pt x="2451646" y="112811"/>
                  <a:pt x="2438748" y="107863"/>
                  <a:pt x="2429173" y="97966"/>
                </a:cubicBezTo>
                <a:cubicBezTo>
                  <a:pt x="2419598" y="88069"/>
                  <a:pt x="2414811" y="74439"/>
                  <a:pt x="2414811" y="57075"/>
                </a:cubicBezTo>
                <a:close/>
                <a:moveTo>
                  <a:pt x="2305199" y="110951"/>
                </a:moveTo>
                <a:lnTo>
                  <a:pt x="2305199" y="1860"/>
                </a:lnTo>
                <a:lnTo>
                  <a:pt x="2326631" y="1860"/>
                </a:lnTo>
                <a:lnTo>
                  <a:pt x="2371279" y="74711"/>
                </a:lnTo>
                <a:lnTo>
                  <a:pt x="2371279" y="1860"/>
                </a:lnTo>
                <a:lnTo>
                  <a:pt x="2391743" y="1860"/>
                </a:lnTo>
                <a:lnTo>
                  <a:pt x="2391743" y="110951"/>
                </a:lnTo>
                <a:lnTo>
                  <a:pt x="2369642" y="110951"/>
                </a:lnTo>
                <a:lnTo>
                  <a:pt x="2325663" y="39811"/>
                </a:lnTo>
                <a:lnTo>
                  <a:pt x="2325663" y="110951"/>
                </a:lnTo>
                <a:close/>
                <a:moveTo>
                  <a:pt x="2190751" y="110951"/>
                </a:moveTo>
                <a:lnTo>
                  <a:pt x="2190751" y="1860"/>
                </a:lnTo>
                <a:lnTo>
                  <a:pt x="2212777" y="1860"/>
                </a:lnTo>
                <a:lnTo>
                  <a:pt x="2212777" y="44797"/>
                </a:lnTo>
                <a:lnTo>
                  <a:pt x="2255937" y="44797"/>
                </a:lnTo>
                <a:lnTo>
                  <a:pt x="2255937" y="1860"/>
                </a:lnTo>
                <a:lnTo>
                  <a:pt x="2277964" y="1860"/>
                </a:lnTo>
                <a:lnTo>
                  <a:pt x="2277964" y="110951"/>
                </a:lnTo>
                <a:lnTo>
                  <a:pt x="2255937" y="110951"/>
                </a:lnTo>
                <a:lnTo>
                  <a:pt x="2255937" y="63252"/>
                </a:lnTo>
                <a:lnTo>
                  <a:pt x="2212777" y="63252"/>
                </a:lnTo>
                <a:lnTo>
                  <a:pt x="2212777" y="110951"/>
                </a:lnTo>
                <a:close/>
                <a:moveTo>
                  <a:pt x="2072507" y="57373"/>
                </a:moveTo>
                <a:cubicBezTo>
                  <a:pt x="2072507" y="39216"/>
                  <a:pt x="2077195" y="25114"/>
                  <a:pt x="2086571" y="15068"/>
                </a:cubicBezTo>
                <a:cubicBezTo>
                  <a:pt x="2095947" y="5023"/>
                  <a:pt x="2108275" y="0"/>
                  <a:pt x="2123555" y="0"/>
                </a:cubicBezTo>
                <a:cubicBezTo>
                  <a:pt x="2136899" y="0"/>
                  <a:pt x="2147739" y="3944"/>
                  <a:pt x="2156074" y="11831"/>
                </a:cubicBezTo>
                <a:cubicBezTo>
                  <a:pt x="2161034" y="16495"/>
                  <a:pt x="2164755" y="23192"/>
                  <a:pt x="2167236" y="31923"/>
                </a:cubicBezTo>
                <a:lnTo>
                  <a:pt x="2145432" y="37132"/>
                </a:lnTo>
                <a:cubicBezTo>
                  <a:pt x="2144142" y="31477"/>
                  <a:pt x="2141451" y="27012"/>
                  <a:pt x="2137358" y="23738"/>
                </a:cubicBezTo>
                <a:cubicBezTo>
                  <a:pt x="2133266" y="20463"/>
                  <a:pt x="2128292" y="18826"/>
                  <a:pt x="2122438" y="18826"/>
                </a:cubicBezTo>
                <a:cubicBezTo>
                  <a:pt x="2114352" y="18826"/>
                  <a:pt x="2107791" y="21729"/>
                  <a:pt x="2102756" y="27533"/>
                </a:cubicBezTo>
                <a:cubicBezTo>
                  <a:pt x="2097720" y="33337"/>
                  <a:pt x="2095203" y="42738"/>
                  <a:pt x="2095203" y="55736"/>
                </a:cubicBezTo>
                <a:cubicBezTo>
                  <a:pt x="2095203" y="69527"/>
                  <a:pt x="2097683" y="79350"/>
                  <a:pt x="2102644" y="85204"/>
                </a:cubicBezTo>
                <a:cubicBezTo>
                  <a:pt x="2107605" y="91058"/>
                  <a:pt x="2114054" y="93985"/>
                  <a:pt x="2121992" y="93985"/>
                </a:cubicBezTo>
                <a:cubicBezTo>
                  <a:pt x="2127846" y="93985"/>
                  <a:pt x="2132881" y="92124"/>
                  <a:pt x="2137098" y="88404"/>
                </a:cubicBezTo>
                <a:cubicBezTo>
                  <a:pt x="2141315" y="84683"/>
                  <a:pt x="2144341" y="78829"/>
                  <a:pt x="2146177" y="70842"/>
                </a:cubicBezTo>
                <a:lnTo>
                  <a:pt x="2167533" y="77613"/>
                </a:lnTo>
                <a:cubicBezTo>
                  <a:pt x="2164259" y="89520"/>
                  <a:pt x="2158814" y="98363"/>
                  <a:pt x="2151199" y="104142"/>
                </a:cubicBezTo>
                <a:cubicBezTo>
                  <a:pt x="2143584" y="109922"/>
                  <a:pt x="2133923" y="112811"/>
                  <a:pt x="2122215" y="112811"/>
                </a:cubicBezTo>
                <a:cubicBezTo>
                  <a:pt x="2107729" y="112811"/>
                  <a:pt x="2095823" y="107863"/>
                  <a:pt x="2086496" y="97966"/>
                </a:cubicBezTo>
                <a:cubicBezTo>
                  <a:pt x="2077170" y="88069"/>
                  <a:pt x="2072507" y="74538"/>
                  <a:pt x="2072507" y="57373"/>
                </a:cubicBezTo>
                <a:close/>
                <a:moveTo>
                  <a:pt x="1971601" y="110951"/>
                </a:moveTo>
                <a:lnTo>
                  <a:pt x="1971601" y="1860"/>
                </a:lnTo>
                <a:lnTo>
                  <a:pt x="2052489" y="1860"/>
                </a:lnTo>
                <a:lnTo>
                  <a:pt x="2052489" y="20315"/>
                </a:lnTo>
                <a:lnTo>
                  <a:pt x="1993628" y="20315"/>
                </a:lnTo>
                <a:lnTo>
                  <a:pt x="1993628" y="44499"/>
                </a:lnTo>
                <a:lnTo>
                  <a:pt x="2048396" y="44499"/>
                </a:lnTo>
                <a:lnTo>
                  <a:pt x="2048396" y="62880"/>
                </a:lnTo>
                <a:lnTo>
                  <a:pt x="1993628" y="62880"/>
                </a:lnTo>
                <a:lnTo>
                  <a:pt x="1993628" y="92571"/>
                </a:lnTo>
                <a:lnTo>
                  <a:pt x="2054573" y="92571"/>
                </a:lnTo>
                <a:lnTo>
                  <a:pt x="2054573" y="110951"/>
                </a:lnTo>
                <a:close/>
                <a:moveTo>
                  <a:pt x="1868537" y="20315"/>
                </a:moveTo>
                <a:lnTo>
                  <a:pt x="1868537" y="1860"/>
                </a:lnTo>
                <a:lnTo>
                  <a:pt x="1955230" y="1860"/>
                </a:lnTo>
                <a:lnTo>
                  <a:pt x="1955230" y="20315"/>
                </a:lnTo>
                <a:lnTo>
                  <a:pt x="1922934" y="20315"/>
                </a:lnTo>
                <a:lnTo>
                  <a:pt x="1922934" y="110951"/>
                </a:lnTo>
                <a:lnTo>
                  <a:pt x="1900908" y="110951"/>
                </a:lnTo>
                <a:lnTo>
                  <a:pt x="1900908" y="20315"/>
                </a:lnTo>
                <a:close/>
                <a:moveTo>
                  <a:pt x="1705050" y="110951"/>
                </a:moveTo>
                <a:lnTo>
                  <a:pt x="1705050" y="1860"/>
                </a:lnTo>
                <a:lnTo>
                  <a:pt x="1779836" y="1860"/>
                </a:lnTo>
                <a:lnTo>
                  <a:pt x="1779836" y="20315"/>
                </a:lnTo>
                <a:lnTo>
                  <a:pt x="1727076" y="20315"/>
                </a:lnTo>
                <a:lnTo>
                  <a:pt x="1727076" y="46136"/>
                </a:lnTo>
                <a:lnTo>
                  <a:pt x="1772618" y="46136"/>
                </a:lnTo>
                <a:lnTo>
                  <a:pt x="1772618" y="64591"/>
                </a:lnTo>
                <a:lnTo>
                  <a:pt x="1727076" y="64591"/>
                </a:lnTo>
                <a:lnTo>
                  <a:pt x="1727076" y="110951"/>
                </a:lnTo>
                <a:close/>
                <a:moveTo>
                  <a:pt x="1608832" y="56331"/>
                </a:moveTo>
                <a:cubicBezTo>
                  <a:pt x="1608832" y="68684"/>
                  <a:pt x="1611685" y="78048"/>
                  <a:pt x="1617390" y="84422"/>
                </a:cubicBezTo>
                <a:cubicBezTo>
                  <a:pt x="1623095" y="90797"/>
                  <a:pt x="1630338" y="93985"/>
                  <a:pt x="1639119" y="93985"/>
                </a:cubicBezTo>
                <a:cubicBezTo>
                  <a:pt x="1647900" y="93985"/>
                  <a:pt x="1655105" y="90822"/>
                  <a:pt x="1660736" y="84497"/>
                </a:cubicBezTo>
                <a:cubicBezTo>
                  <a:pt x="1666367" y="78172"/>
                  <a:pt x="1669182" y="68684"/>
                  <a:pt x="1669182" y="56033"/>
                </a:cubicBezTo>
                <a:cubicBezTo>
                  <a:pt x="1669182" y="43532"/>
                  <a:pt x="1666441" y="34205"/>
                  <a:pt x="1660959" y="28054"/>
                </a:cubicBezTo>
                <a:cubicBezTo>
                  <a:pt x="1655478" y="21902"/>
                  <a:pt x="1648197" y="18826"/>
                  <a:pt x="1639119" y="18826"/>
                </a:cubicBezTo>
                <a:cubicBezTo>
                  <a:pt x="1630040" y="18826"/>
                  <a:pt x="1622723" y="21939"/>
                  <a:pt x="1617167" y="28165"/>
                </a:cubicBezTo>
                <a:cubicBezTo>
                  <a:pt x="1611610" y="34391"/>
                  <a:pt x="1608832" y="43780"/>
                  <a:pt x="1608832" y="56331"/>
                </a:cubicBezTo>
                <a:close/>
                <a:moveTo>
                  <a:pt x="1586136" y="57075"/>
                </a:moveTo>
                <a:cubicBezTo>
                  <a:pt x="1586136" y="45963"/>
                  <a:pt x="1587798" y="36636"/>
                  <a:pt x="1591122" y="29096"/>
                </a:cubicBezTo>
                <a:cubicBezTo>
                  <a:pt x="1593602" y="23539"/>
                  <a:pt x="1596988" y="18554"/>
                  <a:pt x="1601279" y="14138"/>
                </a:cubicBezTo>
                <a:cubicBezTo>
                  <a:pt x="1605571" y="9723"/>
                  <a:pt x="1610271" y="6449"/>
                  <a:pt x="1615381" y="4316"/>
                </a:cubicBezTo>
                <a:cubicBezTo>
                  <a:pt x="1622177" y="1438"/>
                  <a:pt x="1630016" y="0"/>
                  <a:pt x="1638896" y="0"/>
                </a:cubicBezTo>
                <a:cubicBezTo>
                  <a:pt x="1654969" y="0"/>
                  <a:pt x="1667830" y="4985"/>
                  <a:pt x="1677479" y="14957"/>
                </a:cubicBezTo>
                <a:cubicBezTo>
                  <a:pt x="1687128" y="24928"/>
                  <a:pt x="1691953" y="38794"/>
                  <a:pt x="1691953" y="56554"/>
                </a:cubicBezTo>
                <a:cubicBezTo>
                  <a:pt x="1691953" y="74166"/>
                  <a:pt x="1687166" y="87945"/>
                  <a:pt x="1677591" y="97891"/>
                </a:cubicBezTo>
                <a:cubicBezTo>
                  <a:pt x="1668016" y="107838"/>
                  <a:pt x="1655217" y="112811"/>
                  <a:pt x="1639193" y="112811"/>
                </a:cubicBezTo>
                <a:cubicBezTo>
                  <a:pt x="1622971" y="112811"/>
                  <a:pt x="1610073" y="107863"/>
                  <a:pt x="1600498" y="97966"/>
                </a:cubicBezTo>
                <a:cubicBezTo>
                  <a:pt x="1590923" y="88069"/>
                  <a:pt x="1586136" y="74439"/>
                  <a:pt x="1586136" y="57075"/>
                </a:cubicBezTo>
                <a:close/>
                <a:moveTo>
                  <a:pt x="1400101" y="110951"/>
                </a:moveTo>
                <a:lnTo>
                  <a:pt x="1400101" y="1860"/>
                </a:lnTo>
                <a:lnTo>
                  <a:pt x="1480989" y="1860"/>
                </a:lnTo>
                <a:lnTo>
                  <a:pt x="1480989" y="20315"/>
                </a:lnTo>
                <a:lnTo>
                  <a:pt x="1422128" y="20315"/>
                </a:lnTo>
                <a:lnTo>
                  <a:pt x="1422128" y="44499"/>
                </a:lnTo>
                <a:lnTo>
                  <a:pt x="1476896" y="44499"/>
                </a:lnTo>
                <a:lnTo>
                  <a:pt x="1476896" y="62880"/>
                </a:lnTo>
                <a:lnTo>
                  <a:pt x="1422128" y="62880"/>
                </a:lnTo>
                <a:lnTo>
                  <a:pt x="1422128" y="92571"/>
                </a:lnTo>
                <a:lnTo>
                  <a:pt x="1483073" y="92571"/>
                </a:lnTo>
                <a:lnTo>
                  <a:pt x="1483073" y="110951"/>
                </a:lnTo>
                <a:close/>
                <a:moveTo>
                  <a:pt x="1297037" y="20315"/>
                </a:moveTo>
                <a:lnTo>
                  <a:pt x="1297037" y="1860"/>
                </a:lnTo>
                <a:lnTo>
                  <a:pt x="1383730" y="1860"/>
                </a:lnTo>
                <a:lnTo>
                  <a:pt x="1383730" y="20315"/>
                </a:lnTo>
                <a:lnTo>
                  <a:pt x="1351434" y="20315"/>
                </a:lnTo>
                <a:lnTo>
                  <a:pt x="1351434" y="110951"/>
                </a:lnTo>
                <a:lnTo>
                  <a:pt x="1329408" y="110951"/>
                </a:lnTo>
                <a:lnTo>
                  <a:pt x="1329408" y="20315"/>
                </a:lnTo>
                <a:close/>
                <a:moveTo>
                  <a:pt x="1190402" y="60052"/>
                </a:moveTo>
                <a:lnTo>
                  <a:pt x="1190402" y="1860"/>
                </a:lnTo>
                <a:lnTo>
                  <a:pt x="1212429" y="1860"/>
                </a:lnTo>
                <a:lnTo>
                  <a:pt x="1212429" y="60945"/>
                </a:lnTo>
                <a:cubicBezTo>
                  <a:pt x="1212429" y="70321"/>
                  <a:pt x="1212701" y="76398"/>
                  <a:pt x="1213247" y="79176"/>
                </a:cubicBezTo>
                <a:cubicBezTo>
                  <a:pt x="1214190" y="83641"/>
                  <a:pt x="1216435" y="87225"/>
                  <a:pt x="1219982" y="89929"/>
                </a:cubicBezTo>
                <a:cubicBezTo>
                  <a:pt x="1223529" y="92633"/>
                  <a:pt x="1228378" y="93985"/>
                  <a:pt x="1234530" y="93985"/>
                </a:cubicBezTo>
                <a:cubicBezTo>
                  <a:pt x="1240780" y="93985"/>
                  <a:pt x="1245493" y="92707"/>
                  <a:pt x="1248668" y="90152"/>
                </a:cubicBezTo>
                <a:cubicBezTo>
                  <a:pt x="1251843" y="87597"/>
                  <a:pt x="1253753" y="84460"/>
                  <a:pt x="1254398" y="80739"/>
                </a:cubicBezTo>
                <a:cubicBezTo>
                  <a:pt x="1255043" y="77018"/>
                  <a:pt x="1255366" y="70842"/>
                  <a:pt x="1255366" y="62210"/>
                </a:cubicBezTo>
                <a:lnTo>
                  <a:pt x="1255366" y="1860"/>
                </a:lnTo>
                <a:lnTo>
                  <a:pt x="1277392" y="1860"/>
                </a:lnTo>
                <a:lnTo>
                  <a:pt x="1277392" y="59159"/>
                </a:lnTo>
                <a:cubicBezTo>
                  <a:pt x="1277392" y="72256"/>
                  <a:pt x="1276797" y="81508"/>
                  <a:pt x="1275606" y="86915"/>
                </a:cubicBezTo>
                <a:cubicBezTo>
                  <a:pt x="1274416" y="92323"/>
                  <a:pt x="1272220" y="96887"/>
                  <a:pt x="1269021" y="100607"/>
                </a:cubicBezTo>
                <a:cubicBezTo>
                  <a:pt x="1265821" y="104328"/>
                  <a:pt x="1261542" y="107292"/>
                  <a:pt x="1256184" y="109500"/>
                </a:cubicBezTo>
                <a:cubicBezTo>
                  <a:pt x="1250826" y="111708"/>
                  <a:pt x="1243831" y="112811"/>
                  <a:pt x="1235199" y="112811"/>
                </a:cubicBezTo>
                <a:cubicBezTo>
                  <a:pt x="1224781" y="112811"/>
                  <a:pt x="1216881" y="111608"/>
                  <a:pt x="1211498" y="109202"/>
                </a:cubicBezTo>
                <a:cubicBezTo>
                  <a:pt x="1206116" y="106796"/>
                  <a:pt x="1201862" y="103671"/>
                  <a:pt x="1198736" y="99826"/>
                </a:cubicBezTo>
                <a:cubicBezTo>
                  <a:pt x="1195611" y="95981"/>
                  <a:pt x="1193552" y="91951"/>
                  <a:pt x="1192560" y="87734"/>
                </a:cubicBezTo>
                <a:cubicBezTo>
                  <a:pt x="1191121" y="81483"/>
                  <a:pt x="1190402" y="72256"/>
                  <a:pt x="1190402" y="60052"/>
                </a:cubicBezTo>
                <a:close/>
                <a:moveTo>
                  <a:pt x="1087487" y="20315"/>
                </a:moveTo>
                <a:lnTo>
                  <a:pt x="1087487" y="1860"/>
                </a:lnTo>
                <a:lnTo>
                  <a:pt x="1174180" y="1860"/>
                </a:lnTo>
                <a:lnTo>
                  <a:pt x="1174180" y="20315"/>
                </a:lnTo>
                <a:lnTo>
                  <a:pt x="1141884" y="20315"/>
                </a:lnTo>
                <a:lnTo>
                  <a:pt x="1141884" y="110951"/>
                </a:lnTo>
                <a:lnTo>
                  <a:pt x="1119858" y="110951"/>
                </a:lnTo>
                <a:lnTo>
                  <a:pt x="1119858" y="20315"/>
                </a:lnTo>
                <a:close/>
                <a:moveTo>
                  <a:pt x="1056531" y="110951"/>
                </a:moveTo>
                <a:lnTo>
                  <a:pt x="1056531" y="1860"/>
                </a:lnTo>
                <a:lnTo>
                  <a:pt x="1078558" y="1860"/>
                </a:lnTo>
                <a:lnTo>
                  <a:pt x="1078558" y="110951"/>
                </a:lnTo>
                <a:close/>
                <a:moveTo>
                  <a:pt x="954137" y="20315"/>
                </a:moveTo>
                <a:lnTo>
                  <a:pt x="954137" y="1860"/>
                </a:lnTo>
                <a:lnTo>
                  <a:pt x="1040830" y="1860"/>
                </a:lnTo>
                <a:lnTo>
                  <a:pt x="1040830" y="20315"/>
                </a:lnTo>
                <a:lnTo>
                  <a:pt x="1008534" y="20315"/>
                </a:lnTo>
                <a:lnTo>
                  <a:pt x="1008534" y="110951"/>
                </a:lnTo>
                <a:lnTo>
                  <a:pt x="986508" y="110951"/>
                </a:lnTo>
                <a:lnTo>
                  <a:pt x="986508" y="20315"/>
                </a:lnTo>
                <a:close/>
                <a:moveTo>
                  <a:pt x="851595" y="75455"/>
                </a:moveTo>
                <a:lnTo>
                  <a:pt x="873026" y="73372"/>
                </a:lnTo>
                <a:cubicBezTo>
                  <a:pt x="874316" y="80565"/>
                  <a:pt x="876933" y="85849"/>
                  <a:pt x="880877" y="89222"/>
                </a:cubicBezTo>
                <a:cubicBezTo>
                  <a:pt x="884821" y="92596"/>
                  <a:pt x="890141" y="94282"/>
                  <a:pt x="896839" y="94282"/>
                </a:cubicBezTo>
                <a:cubicBezTo>
                  <a:pt x="903933" y="94282"/>
                  <a:pt x="909278" y="92782"/>
                  <a:pt x="912875" y="89780"/>
                </a:cubicBezTo>
                <a:cubicBezTo>
                  <a:pt x="916471" y="86779"/>
                  <a:pt x="918270" y="83269"/>
                  <a:pt x="918270" y="79251"/>
                </a:cubicBezTo>
                <a:cubicBezTo>
                  <a:pt x="918270" y="76671"/>
                  <a:pt x="917513" y="74476"/>
                  <a:pt x="916000" y="72665"/>
                </a:cubicBezTo>
                <a:cubicBezTo>
                  <a:pt x="914487" y="70854"/>
                  <a:pt x="911845" y="69279"/>
                  <a:pt x="908075" y="67940"/>
                </a:cubicBezTo>
                <a:cubicBezTo>
                  <a:pt x="905495" y="67047"/>
                  <a:pt x="899617" y="65459"/>
                  <a:pt x="890439" y="63177"/>
                </a:cubicBezTo>
                <a:cubicBezTo>
                  <a:pt x="878632" y="60250"/>
                  <a:pt x="870347" y="56654"/>
                  <a:pt x="865585" y="52387"/>
                </a:cubicBezTo>
                <a:cubicBezTo>
                  <a:pt x="858887" y="46384"/>
                  <a:pt x="855539" y="39067"/>
                  <a:pt x="855539" y="30435"/>
                </a:cubicBezTo>
                <a:cubicBezTo>
                  <a:pt x="855539" y="24879"/>
                  <a:pt x="857114" y="19682"/>
                  <a:pt x="860264" y="14845"/>
                </a:cubicBezTo>
                <a:cubicBezTo>
                  <a:pt x="863414" y="10008"/>
                  <a:pt x="867954" y="6325"/>
                  <a:pt x="873882" y="3795"/>
                </a:cubicBezTo>
                <a:cubicBezTo>
                  <a:pt x="879810" y="1265"/>
                  <a:pt x="886966" y="0"/>
                  <a:pt x="895350" y="0"/>
                </a:cubicBezTo>
                <a:cubicBezTo>
                  <a:pt x="909042" y="0"/>
                  <a:pt x="919349" y="3001"/>
                  <a:pt x="926269" y="9004"/>
                </a:cubicBezTo>
                <a:cubicBezTo>
                  <a:pt x="933190" y="15006"/>
                  <a:pt x="936824" y="23018"/>
                  <a:pt x="937171" y="33039"/>
                </a:cubicBezTo>
                <a:lnTo>
                  <a:pt x="915144" y="34007"/>
                </a:lnTo>
                <a:cubicBezTo>
                  <a:pt x="914202" y="28401"/>
                  <a:pt x="912180" y="24370"/>
                  <a:pt x="909080" y="21915"/>
                </a:cubicBezTo>
                <a:cubicBezTo>
                  <a:pt x="905979" y="19459"/>
                  <a:pt x="901328" y="18231"/>
                  <a:pt x="895127" y="18231"/>
                </a:cubicBezTo>
                <a:cubicBezTo>
                  <a:pt x="888727" y="18231"/>
                  <a:pt x="883717" y="19546"/>
                  <a:pt x="880095" y="22175"/>
                </a:cubicBezTo>
                <a:cubicBezTo>
                  <a:pt x="877764" y="23862"/>
                  <a:pt x="876598" y="26119"/>
                  <a:pt x="876598" y="28947"/>
                </a:cubicBezTo>
                <a:cubicBezTo>
                  <a:pt x="876598" y="31526"/>
                  <a:pt x="877689" y="33734"/>
                  <a:pt x="879872" y="35570"/>
                </a:cubicBezTo>
                <a:cubicBezTo>
                  <a:pt x="882650" y="37901"/>
                  <a:pt x="889397" y="40332"/>
                  <a:pt x="900113" y="42862"/>
                </a:cubicBezTo>
                <a:cubicBezTo>
                  <a:pt x="910828" y="45392"/>
                  <a:pt x="918753" y="48009"/>
                  <a:pt x="923888" y="50713"/>
                </a:cubicBezTo>
                <a:cubicBezTo>
                  <a:pt x="929023" y="53417"/>
                  <a:pt x="933041" y="57112"/>
                  <a:pt x="935943" y="61801"/>
                </a:cubicBezTo>
                <a:cubicBezTo>
                  <a:pt x="938845" y="66489"/>
                  <a:pt x="940296" y="72281"/>
                  <a:pt x="940296" y="79176"/>
                </a:cubicBezTo>
                <a:cubicBezTo>
                  <a:pt x="940296" y="85427"/>
                  <a:pt x="938560" y="91281"/>
                  <a:pt x="935087" y="96738"/>
                </a:cubicBezTo>
                <a:cubicBezTo>
                  <a:pt x="931615" y="102195"/>
                  <a:pt x="926703" y="106251"/>
                  <a:pt x="920353" y="108905"/>
                </a:cubicBezTo>
                <a:cubicBezTo>
                  <a:pt x="914003" y="111559"/>
                  <a:pt x="906091" y="112886"/>
                  <a:pt x="896615" y="112886"/>
                </a:cubicBezTo>
                <a:cubicBezTo>
                  <a:pt x="882824" y="112886"/>
                  <a:pt x="872232" y="109698"/>
                  <a:pt x="864840" y="103324"/>
                </a:cubicBezTo>
                <a:cubicBezTo>
                  <a:pt x="857449" y="96949"/>
                  <a:pt x="853034" y="87659"/>
                  <a:pt x="851595" y="75455"/>
                </a:cubicBezTo>
                <a:close/>
                <a:moveTo>
                  <a:pt x="743099" y="110951"/>
                </a:moveTo>
                <a:lnTo>
                  <a:pt x="743099" y="1860"/>
                </a:lnTo>
                <a:lnTo>
                  <a:pt x="764530" y="1860"/>
                </a:lnTo>
                <a:lnTo>
                  <a:pt x="809179" y="74711"/>
                </a:lnTo>
                <a:lnTo>
                  <a:pt x="809179" y="1860"/>
                </a:lnTo>
                <a:lnTo>
                  <a:pt x="829643" y="1860"/>
                </a:lnTo>
                <a:lnTo>
                  <a:pt x="829643" y="110951"/>
                </a:lnTo>
                <a:lnTo>
                  <a:pt x="807542" y="110951"/>
                </a:lnTo>
                <a:lnTo>
                  <a:pt x="763563" y="39811"/>
                </a:lnTo>
                <a:lnTo>
                  <a:pt x="763563" y="110951"/>
                </a:lnTo>
                <a:close/>
                <a:moveTo>
                  <a:pt x="704106" y="110951"/>
                </a:moveTo>
                <a:lnTo>
                  <a:pt x="704106" y="1860"/>
                </a:lnTo>
                <a:lnTo>
                  <a:pt x="726133" y="1860"/>
                </a:lnTo>
                <a:lnTo>
                  <a:pt x="726133" y="110951"/>
                </a:lnTo>
                <a:close/>
                <a:moveTo>
                  <a:pt x="500956" y="56033"/>
                </a:moveTo>
                <a:cubicBezTo>
                  <a:pt x="500956" y="44673"/>
                  <a:pt x="503337" y="34577"/>
                  <a:pt x="508099" y="25747"/>
                </a:cubicBezTo>
                <a:cubicBezTo>
                  <a:pt x="512862" y="16916"/>
                  <a:pt x="519832" y="10145"/>
                  <a:pt x="529010" y="5432"/>
                </a:cubicBezTo>
                <a:cubicBezTo>
                  <a:pt x="536005" y="1810"/>
                  <a:pt x="544711" y="0"/>
                  <a:pt x="555129" y="0"/>
                </a:cubicBezTo>
                <a:cubicBezTo>
                  <a:pt x="568673" y="0"/>
                  <a:pt x="579252" y="2840"/>
                  <a:pt x="586867" y="8520"/>
                </a:cubicBezTo>
                <a:cubicBezTo>
                  <a:pt x="594482" y="14200"/>
                  <a:pt x="599381" y="22051"/>
                  <a:pt x="601564" y="32072"/>
                </a:cubicBezTo>
                <a:lnTo>
                  <a:pt x="579686" y="36165"/>
                </a:lnTo>
                <a:cubicBezTo>
                  <a:pt x="578148" y="30807"/>
                  <a:pt x="575258" y="26578"/>
                  <a:pt x="571017" y="23477"/>
                </a:cubicBezTo>
                <a:cubicBezTo>
                  <a:pt x="566775" y="20377"/>
                  <a:pt x="561479" y="18826"/>
                  <a:pt x="555129" y="18826"/>
                </a:cubicBezTo>
                <a:cubicBezTo>
                  <a:pt x="545505" y="18826"/>
                  <a:pt x="537853" y="21877"/>
                  <a:pt x="532172" y="27979"/>
                </a:cubicBezTo>
                <a:cubicBezTo>
                  <a:pt x="526492" y="34081"/>
                  <a:pt x="523652" y="43135"/>
                  <a:pt x="523652" y="55140"/>
                </a:cubicBezTo>
                <a:cubicBezTo>
                  <a:pt x="523652" y="68089"/>
                  <a:pt x="526529" y="77800"/>
                  <a:pt x="532284" y="84274"/>
                </a:cubicBezTo>
                <a:cubicBezTo>
                  <a:pt x="538039" y="90748"/>
                  <a:pt x="545579" y="93985"/>
                  <a:pt x="554906" y="93985"/>
                </a:cubicBezTo>
                <a:cubicBezTo>
                  <a:pt x="559520" y="93985"/>
                  <a:pt x="564146" y="93079"/>
                  <a:pt x="568784" y="91268"/>
                </a:cubicBezTo>
                <a:cubicBezTo>
                  <a:pt x="573423" y="89458"/>
                  <a:pt x="577404" y="87263"/>
                  <a:pt x="580728" y="84683"/>
                </a:cubicBezTo>
                <a:lnTo>
                  <a:pt x="580728" y="70842"/>
                </a:lnTo>
                <a:lnTo>
                  <a:pt x="555501" y="70842"/>
                </a:lnTo>
                <a:lnTo>
                  <a:pt x="555501" y="52462"/>
                </a:lnTo>
                <a:lnTo>
                  <a:pt x="602977" y="52462"/>
                </a:lnTo>
                <a:lnTo>
                  <a:pt x="602977" y="95919"/>
                </a:lnTo>
                <a:cubicBezTo>
                  <a:pt x="598364" y="100384"/>
                  <a:pt x="591679" y="104316"/>
                  <a:pt x="582923" y="107714"/>
                </a:cubicBezTo>
                <a:cubicBezTo>
                  <a:pt x="574167" y="111112"/>
                  <a:pt x="565299" y="112811"/>
                  <a:pt x="556320" y="112811"/>
                </a:cubicBezTo>
                <a:cubicBezTo>
                  <a:pt x="544910" y="112811"/>
                  <a:pt x="534963" y="110418"/>
                  <a:pt x="526480" y="105630"/>
                </a:cubicBezTo>
                <a:cubicBezTo>
                  <a:pt x="517997" y="100843"/>
                  <a:pt x="511622" y="93997"/>
                  <a:pt x="507355" y="85092"/>
                </a:cubicBezTo>
                <a:cubicBezTo>
                  <a:pt x="503089" y="76187"/>
                  <a:pt x="500956" y="66501"/>
                  <a:pt x="500956" y="56033"/>
                </a:cubicBezTo>
                <a:close/>
                <a:moveTo>
                  <a:pt x="381149" y="110951"/>
                </a:moveTo>
                <a:lnTo>
                  <a:pt x="381149" y="1860"/>
                </a:lnTo>
                <a:lnTo>
                  <a:pt x="402580" y="1860"/>
                </a:lnTo>
                <a:lnTo>
                  <a:pt x="447229" y="74711"/>
                </a:lnTo>
                <a:lnTo>
                  <a:pt x="447229" y="1860"/>
                </a:lnTo>
                <a:lnTo>
                  <a:pt x="467693" y="1860"/>
                </a:lnTo>
                <a:lnTo>
                  <a:pt x="467693" y="110951"/>
                </a:lnTo>
                <a:lnTo>
                  <a:pt x="445592" y="110951"/>
                </a:lnTo>
                <a:lnTo>
                  <a:pt x="401613" y="39811"/>
                </a:lnTo>
                <a:lnTo>
                  <a:pt x="401613" y="110951"/>
                </a:lnTo>
                <a:close/>
                <a:moveTo>
                  <a:pt x="342156" y="110951"/>
                </a:moveTo>
                <a:lnTo>
                  <a:pt x="342156" y="1860"/>
                </a:lnTo>
                <a:lnTo>
                  <a:pt x="364183" y="1860"/>
                </a:lnTo>
                <a:lnTo>
                  <a:pt x="364183" y="110951"/>
                </a:lnTo>
                <a:close/>
                <a:moveTo>
                  <a:pt x="248618" y="77241"/>
                </a:moveTo>
                <a:lnTo>
                  <a:pt x="269379" y="74860"/>
                </a:lnTo>
                <a:cubicBezTo>
                  <a:pt x="269627" y="81111"/>
                  <a:pt x="270545" y="85526"/>
                  <a:pt x="272132" y="88106"/>
                </a:cubicBezTo>
                <a:cubicBezTo>
                  <a:pt x="274514" y="92025"/>
                  <a:pt x="278135" y="93985"/>
                  <a:pt x="282997" y="93985"/>
                </a:cubicBezTo>
                <a:cubicBezTo>
                  <a:pt x="287908" y="93985"/>
                  <a:pt x="291381" y="92583"/>
                  <a:pt x="293415" y="89780"/>
                </a:cubicBezTo>
                <a:cubicBezTo>
                  <a:pt x="295449" y="86977"/>
                  <a:pt x="296466" y="81161"/>
                  <a:pt x="296466" y="72330"/>
                </a:cubicBezTo>
                <a:lnTo>
                  <a:pt x="296466" y="1860"/>
                </a:lnTo>
                <a:lnTo>
                  <a:pt x="318418" y="1860"/>
                </a:lnTo>
                <a:lnTo>
                  <a:pt x="318418" y="70916"/>
                </a:lnTo>
                <a:cubicBezTo>
                  <a:pt x="318418" y="79945"/>
                  <a:pt x="317624" y="86890"/>
                  <a:pt x="316037" y="91752"/>
                </a:cubicBezTo>
                <a:cubicBezTo>
                  <a:pt x="313904" y="98102"/>
                  <a:pt x="310034" y="103200"/>
                  <a:pt x="304428" y="107044"/>
                </a:cubicBezTo>
                <a:cubicBezTo>
                  <a:pt x="298822" y="110889"/>
                  <a:pt x="291431" y="112811"/>
                  <a:pt x="282253" y="112811"/>
                </a:cubicBezTo>
                <a:cubicBezTo>
                  <a:pt x="271488" y="112811"/>
                  <a:pt x="263203" y="109798"/>
                  <a:pt x="257399" y="103770"/>
                </a:cubicBezTo>
                <a:cubicBezTo>
                  <a:pt x="251594" y="97743"/>
                  <a:pt x="248667" y="88900"/>
                  <a:pt x="248618" y="77241"/>
                </a:cubicBezTo>
                <a:close/>
                <a:moveTo>
                  <a:pt x="218331" y="110951"/>
                </a:moveTo>
                <a:lnTo>
                  <a:pt x="218331" y="1860"/>
                </a:lnTo>
                <a:lnTo>
                  <a:pt x="240358" y="1860"/>
                </a:lnTo>
                <a:lnTo>
                  <a:pt x="240358" y="110951"/>
                </a:lnTo>
                <a:close/>
                <a:moveTo>
                  <a:pt x="114226" y="110951"/>
                </a:moveTo>
                <a:lnTo>
                  <a:pt x="114226" y="1860"/>
                </a:lnTo>
                <a:lnTo>
                  <a:pt x="195114" y="1860"/>
                </a:lnTo>
                <a:lnTo>
                  <a:pt x="195114" y="20315"/>
                </a:lnTo>
                <a:lnTo>
                  <a:pt x="136252" y="20315"/>
                </a:lnTo>
                <a:lnTo>
                  <a:pt x="136252" y="44499"/>
                </a:lnTo>
                <a:lnTo>
                  <a:pt x="191021" y="44499"/>
                </a:lnTo>
                <a:lnTo>
                  <a:pt x="191021" y="62880"/>
                </a:lnTo>
                <a:lnTo>
                  <a:pt x="136252" y="62880"/>
                </a:lnTo>
                <a:lnTo>
                  <a:pt x="136252" y="92571"/>
                </a:lnTo>
                <a:lnTo>
                  <a:pt x="197198" y="92571"/>
                </a:lnTo>
                <a:lnTo>
                  <a:pt x="197198" y="110951"/>
                </a:lnTo>
                <a:close/>
                <a:moveTo>
                  <a:pt x="22027" y="45243"/>
                </a:moveTo>
                <a:lnTo>
                  <a:pt x="36463" y="45243"/>
                </a:lnTo>
                <a:cubicBezTo>
                  <a:pt x="45046" y="45243"/>
                  <a:pt x="50379" y="45119"/>
                  <a:pt x="52462" y="44871"/>
                </a:cubicBezTo>
                <a:cubicBezTo>
                  <a:pt x="56232" y="44425"/>
                  <a:pt x="59197" y="43123"/>
                  <a:pt x="61355" y="40965"/>
                </a:cubicBezTo>
                <a:cubicBezTo>
                  <a:pt x="63513" y="38807"/>
                  <a:pt x="64592" y="35966"/>
                  <a:pt x="64592" y="32444"/>
                </a:cubicBezTo>
                <a:cubicBezTo>
                  <a:pt x="64592" y="29071"/>
                  <a:pt x="63661" y="26330"/>
                  <a:pt x="61801" y="24221"/>
                </a:cubicBezTo>
                <a:cubicBezTo>
                  <a:pt x="59941" y="22113"/>
                  <a:pt x="57175" y="20836"/>
                  <a:pt x="53504" y="20389"/>
                </a:cubicBezTo>
                <a:cubicBezTo>
                  <a:pt x="51321" y="20141"/>
                  <a:pt x="45046" y="20017"/>
                  <a:pt x="34677" y="20017"/>
                </a:cubicBezTo>
                <a:lnTo>
                  <a:pt x="22027" y="20017"/>
                </a:lnTo>
                <a:close/>
                <a:moveTo>
                  <a:pt x="22027" y="92571"/>
                </a:moveTo>
                <a:lnTo>
                  <a:pt x="42416" y="92571"/>
                </a:lnTo>
                <a:cubicBezTo>
                  <a:pt x="50354" y="92571"/>
                  <a:pt x="55389" y="92347"/>
                  <a:pt x="57522" y="91901"/>
                </a:cubicBezTo>
                <a:cubicBezTo>
                  <a:pt x="60797" y="91306"/>
                  <a:pt x="63463" y="89855"/>
                  <a:pt x="65522" y="87548"/>
                </a:cubicBezTo>
                <a:cubicBezTo>
                  <a:pt x="67581" y="85241"/>
                  <a:pt x="68610" y="82153"/>
                  <a:pt x="68610" y="78283"/>
                </a:cubicBezTo>
                <a:cubicBezTo>
                  <a:pt x="68610" y="75009"/>
                  <a:pt x="67816" y="72231"/>
                  <a:pt x="66229" y="69949"/>
                </a:cubicBezTo>
                <a:cubicBezTo>
                  <a:pt x="64641" y="67667"/>
                  <a:pt x="62347" y="66005"/>
                  <a:pt x="59345" y="64963"/>
                </a:cubicBezTo>
                <a:cubicBezTo>
                  <a:pt x="56344" y="63921"/>
                  <a:pt x="49833" y="63400"/>
                  <a:pt x="39812" y="63400"/>
                </a:cubicBezTo>
                <a:lnTo>
                  <a:pt x="22027" y="63400"/>
                </a:lnTo>
                <a:close/>
                <a:moveTo>
                  <a:pt x="0" y="110951"/>
                </a:moveTo>
                <a:lnTo>
                  <a:pt x="0" y="1860"/>
                </a:lnTo>
                <a:lnTo>
                  <a:pt x="43607" y="1860"/>
                </a:lnTo>
                <a:cubicBezTo>
                  <a:pt x="52239" y="1860"/>
                  <a:pt x="58676" y="2220"/>
                  <a:pt x="62917" y="2939"/>
                </a:cubicBezTo>
                <a:cubicBezTo>
                  <a:pt x="67159" y="3658"/>
                  <a:pt x="70954" y="5159"/>
                  <a:pt x="74303" y="7441"/>
                </a:cubicBezTo>
                <a:cubicBezTo>
                  <a:pt x="77651" y="9723"/>
                  <a:pt x="80442" y="12762"/>
                  <a:pt x="82674" y="16557"/>
                </a:cubicBezTo>
                <a:cubicBezTo>
                  <a:pt x="84907" y="20352"/>
                  <a:pt x="86023" y="24606"/>
                  <a:pt x="86023" y="29319"/>
                </a:cubicBezTo>
                <a:cubicBezTo>
                  <a:pt x="86023" y="34429"/>
                  <a:pt x="84646" y="39117"/>
                  <a:pt x="81893" y="43383"/>
                </a:cubicBezTo>
                <a:cubicBezTo>
                  <a:pt x="79140" y="47649"/>
                  <a:pt x="75407" y="50849"/>
                  <a:pt x="70694" y="52982"/>
                </a:cubicBezTo>
                <a:cubicBezTo>
                  <a:pt x="77341" y="54917"/>
                  <a:pt x="82451" y="58216"/>
                  <a:pt x="86023" y="62880"/>
                </a:cubicBezTo>
                <a:cubicBezTo>
                  <a:pt x="89595" y="67543"/>
                  <a:pt x="91381" y="73025"/>
                  <a:pt x="91381" y="79325"/>
                </a:cubicBezTo>
                <a:cubicBezTo>
                  <a:pt x="91381" y="84286"/>
                  <a:pt x="90227" y="89110"/>
                  <a:pt x="87920" y="93799"/>
                </a:cubicBezTo>
                <a:cubicBezTo>
                  <a:pt x="85614" y="98487"/>
                  <a:pt x="82463" y="102232"/>
                  <a:pt x="78470" y="105035"/>
                </a:cubicBezTo>
                <a:cubicBezTo>
                  <a:pt x="74476" y="107838"/>
                  <a:pt x="69553" y="109562"/>
                  <a:pt x="63699" y="110207"/>
                </a:cubicBezTo>
                <a:cubicBezTo>
                  <a:pt x="60028" y="110604"/>
                  <a:pt x="51172" y="110852"/>
                  <a:pt x="37133" y="110951"/>
                </a:cubicBezTo>
                <a:close/>
              </a:path>
            </a:pathLst>
          </a:custGeom>
          <a:solidFill>
            <a:prstClr val="white">
              <a:alpha val="10000"/>
            </a:prst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grpSp>
        <p:nvGrpSpPr>
          <p:cNvPr id="192" name="组合 191"/>
          <p:cNvGrpSpPr/>
          <p:nvPr/>
        </p:nvGrpSpPr>
        <p:grpSpPr>
          <a:xfrm>
            <a:off x="9825510" y="2044717"/>
            <a:ext cx="1795614" cy="3226199"/>
            <a:chOff x="561994" y="2044717"/>
            <a:chExt cx="1795614" cy="3226199"/>
          </a:xfrm>
          <a:solidFill>
            <a:schemeClr val="bg1">
              <a:alpha val="10000"/>
            </a:schemeClr>
          </a:solidFill>
        </p:grpSpPr>
        <p:grpSp>
          <p:nvGrpSpPr>
            <p:cNvPr id="193" name="组合 192"/>
            <p:cNvGrpSpPr/>
            <p:nvPr/>
          </p:nvGrpSpPr>
          <p:grpSpPr>
            <a:xfrm>
              <a:off x="561994" y="2044717"/>
              <a:ext cx="613545" cy="3226199"/>
              <a:chOff x="2216999" y="2681186"/>
              <a:chExt cx="240761" cy="1265992"/>
            </a:xfrm>
            <a:grpFill/>
          </p:grpSpPr>
          <p:sp>
            <p:nvSpPr>
              <p:cNvPr id="209" name="Freeform 5"/>
              <p:cNvSpPr/>
              <p:nvPr/>
            </p:nvSpPr>
            <p:spPr bwMode="auto">
              <a:xfrm>
                <a:off x="2219790" y="3364140"/>
                <a:ext cx="235178" cy="26518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0" name="Freeform 6"/>
              <p:cNvSpPr/>
              <p:nvPr/>
            </p:nvSpPr>
            <p:spPr bwMode="auto">
              <a:xfrm>
                <a:off x="2269687" y="3743404"/>
                <a:ext cx="135385" cy="203774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211" name="组合 210"/>
              <p:cNvGrpSpPr/>
              <p:nvPr/>
            </p:nvGrpSpPr>
            <p:grpSpPr>
              <a:xfrm>
                <a:off x="2216999" y="2681186"/>
                <a:ext cx="240761" cy="298683"/>
                <a:chOff x="5548313" y="2084388"/>
                <a:chExt cx="547688" cy="679451"/>
              </a:xfrm>
              <a:grpFill/>
            </p:grpSpPr>
            <p:sp>
              <p:nvSpPr>
                <p:cNvPr id="21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12" name="组合 211"/>
              <p:cNvGrpSpPr/>
              <p:nvPr/>
            </p:nvGrpSpPr>
            <p:grpSpPr>
              <a:xfrm>
                <a:off x="2264553" y="3093948"/>
                <a:ext cx="145652" cy="156113"/>
                <a:chOff x="3792874" y="3156423"/>
                <a:chExt cx="331330" cy="355128"/>
              </a:xfrm>
              <a:grpFill/>
            </p:grpSpPr>
            <p:sp>
              <p:nvSpPr>
                <p:cNvPr id="213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4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15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195" name="组合 194"/>
            <p:cNvGrpSpPr/>
            <p:nvPr/>
          </p:nvGrpSpPr>
          <p:grpSpPr>
            <a:xfrm>
              <a:off x="1742290" y="2052217"/>
              <a:ext cx="615318" cy="3211202"/>
              <a:chOff x="796609" y="2677714"/>
              <a:chExt cx="241457" cy="1260107"/>
            </a:xfrm>
            <a:grpFill/>
          </p:grpSpPr>
          <p:grpSp>
            <p:nvGrpSpPr>
              <p:cNvPr id="196" name="组合 195"/>
              <p:cNvGrpSpPr/>
              <p:nvPr/>
            </p:nvGrpSpPr>
            <p:grpSpPr>
              <a:xfrm>
                <a:off x="810915" y="3393249"/>
                <a:ext cx="212845" cy="224013"/>
                <a:chOff x="6113463" y="3541713"/>
                <a:chExt cx="484188" cy="509588"/>
              </a:xfrm>
              <a:grpFill/>
            </p:grpSpPr>
            <p:sp>
              <p:nvSpPr>
                <p:cNvPr id="20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7" name="组合 196"/>
              <p:cNvGrpSpPr/>
              <p:nvPr/>
            </p:nvGrpSpPr>
            <p:grpSpPr>
              <a:xfrm>
                <a:off x="796609" y="2677714"/>
                <a:ext cx="241457" cy="304965"/>
                <a:chOff x="6108700" y="2066926"/>
                <a:chExt cx="549275" cy="693738"/>
              </a:xfrm>
              <a:grpFill/>
            </p:grpSpPr>
            <p:sp>
              <p:nvSpPr>
                <p:cNvPr id="20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8" name="组合 197"/>
              <p:cNvGrpSpPr/>
              <p:nvPr/>
            </p:nvGrpSpPr>
            <p:grpSpPr>
              <a:xfrm>
                <a:off x="836386" y="3118178"/>
                <a:ext cx="161902" cy="139572"/>
                <a:chOff x="6186488" y="2930526"/>
                <a:chExt cx="368300" cy="317500"/>
              </a:xfrm>
              <a:grpFill/>
            </p:grpSpPr>
            <p:sp>
              <p:nvSpPr>
                <p:cNvPr id="20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9" name="组合 198"/>
              <p:cNvGrpSpPr/>
              <p:nvPr/>
            </p:nvGrpSpPr>
            <p:grpSpPr>
              <a:xfrm>
                <a:off x="824480" y="3752760"/>
                <a:ext cx="185714" cy="185061"/>
                <a:chOff x="11893465" y="1994536"/>
                <a:chExt cx="274986" cy="274018"/>
              </a:xfrm>
              <a:grpFill/>
            </p:grpSpPr>
            <p:sp>
              <p:nvSpPr>
                <p:cNvPr id="200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01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</p:grpSp>
      </p:grpSp>
      <p:grpSp>
        <p:nvGrpSpPr>
          <p:cNvPr id="122" name="组合 121"/>
          <p:cNvGrpSpPr/>
          <p:nvPr/>
        </p:nvGrpSpPr>
        <p:grpSpPr>
          <a:xfrm>
            <a:off x="9450000" y="514800"/>
            <a:ext cx="2301723" cy="507600"/>
            <a:chOff x="468000" y="514800"/>
            <a:chExt cx="2301723" cy="507600"/>
          </a:xfrm>
        </p:grpSpPr>
        <p:sp>
          <p:nvSpPr>
            <p:cNvPr id="123" name="任意多边形: 形状 122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4" name="组合 123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5" name="任意多边形: 形状 124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7" name="任意多边形: 形状 126"/>
          <p:cNvSpPr/>
          <p:nvPr/>
        </p:nvSpPr>
        <p:spPr>
          <a:xfrm>
            <a:off x="8212214" y="-731905"/>
            <a:ext cx="7909979" cy="7614571"/>
          </a:xfrm>
          <a:custGeom>
            <a:avLst/>
            <a:gdLst>
              <a:gd name="connsiteX0" fmla="*/ 0 w 7909979"/>
              <a:gd name="connsiteY0" fmla="*/ 5616073 h 7614571"/>
              <a:gd name="connsiteX1" fmla="*/ 761518 w 7909979"/>
              <a:gd name="connsiteY1" fmla="*/ 5734264 h 7614571"/>
              <a:gd name="connsiteX2" fmla="*/ 2580699 w 7909979"/>
              <a:gd name="connsiteY2" fmla="*/ 5720162 h 7614571"/>
              <a:gd name="connsiteX3" fmla="*/ 2845282 w 7909979"/>
              <a:gd name="connsiteY3" fmla="*/ 5763140 h 7614571"/>
              <a:gd name="connsiteX4" fmla="*/ 3424815 w 7909979"/>
              <a:gd name="connsiteY4" fmla="*/ 5830294 h 7614571"/>
              <a:gd name="connsiteX5" fmla="*/ 3243501 w 7909979"/>
              <a:gd name="connsiteY5" fmla="*/ 6549511 h 7614571"/>
              <a:gd name="connsiteX6" fmla="*/ 3955326 w 7909979"/>
              <a:gd name="connsiteY6" fmla="*/ 6670388 h 7614571"/>
              <a:gd name="connsiteX7" fmla="*/ 4667821 w 7909979"/>
              <a:gd name="connsiteY7" fmla="*/ 6551526 h 7614571"/>
              <a:gd name="connsiteX8" fmla="*/ 4489865 w 7909979"/>
              <a:gd name="connsiteY8" fmla="*/ 5832308 h 7614571"/>
              <a:gd name="connsiteX9" fmla="*/ 5069398 w 7909979"/>
              <a:gd name="connsiteY9" fmla="*/ 5765155 h 7614571"/>
              <a:gd name="connsiteX10" fmla="*/ 5333981 w 7909979"/>
              <a:gd name="connsiteY10" fmla="*/ 5722176 h 7614571"/>
              <a:gd name="connsiteX11" fmla="*/ 7153162 w 7909979"/>
              <a:gd name="connsiteY11" fmla="*/ 5736278 h 7614571"/>
              <a:gd name="connsiteX12" fmla="*/ 7151819 w 7909979"/>
              <a:gd name="connsiteY12" fmla="*/ 5736278 h 7614571"/>
              <a:gd name="connsiteX13" fmla="*/ 7909979 w 7909979"/>
              <a:gd name="connsiteY13" fmla="*/ 5616073 h 7614571"/>
              <a:gd name="connsiteX14" fmla="*/ 7433192 w 7909979"/>
              <a:gd name="connsiteY14" fmla="*/ 6147932 h 7614571"/>
              <a:gd name="connsiteX15" fmla="*/ 4432114 w 7909979"/>
              <a:gd name="connsiteY15" fmla="*/ 6697921 h 7614571"/>
              <a:gd name="connsiteX16" fmla="*/ 4628201 w 7909979"/>
              <a:gd name="connsiteY16" fmla="*/ 7468847 h 7614571"/>
              <a:gd name="connsiteX17" fmla="*/ 3956668 w 7909979"/>
              <a:gd name="connsiteY17" fmla="*/ 7614571 h 7614571"/>
              <a:gd name="connsiteX18" fmla="*/ 3285136 w 7909979"/>
              <a:gd name="connsiteY18" fmla="*/ 7468847 h 7614571"/>
              <a:gd name="connsiteX19" fmla="*/ 3477866 w 7909979"/>
              <a:gd name="connsiteY19" fmla="*/ 6697921 h 7614571"/>
              <a:gd name="connsiteX20" fmla="*/ 476788 w 7909979"/>
              <a:gd name="connsiteY20" fmla="*/ 6147932 h 7614571"/>
              <a:gd name="connsiteX21" fmla="*/ 0 w 7909979"/>
              <a:gd name="connsiteY21" fmla="*/ 5616073 h 7614571"/>
              <a:gd name="connsiteX22" fmla="*/ 439853 w 7909979"/>
              <a:gd name="connsiteY22" fmla="*/ 4674577 h 7614571"/>
              <a:gd name="connsiteX23" fmla="*/ 860232 w 7909979"/>
              <a:gd name="connsiteY23" fmla="*/ 4720242 h 7614571"/>
              <a:gd name="connsiteX24" fmla="*/ 1224874 w 7909979"/>
              <a:gd name="connsiteY24" fmla="*/ 4720242 h 7614571"/>
              <a:gd name="connsiteX25" fmla="*/ 1642567 w 7909979"/>
              <a:gd name="connsiteY25" fmla="*/ 4716213 h 7614571"/>
              <a:gd name="connsiteX26" fmla="*/ 2273136 w 7909979"/>
              <a:gd name="connsiteY26" fmla="*/ 4732329 h 7614571"/>
              <a:gd name="connsiteX27" fmla="*/ 2954742 w 7909979"/>
              <a:gd name="connsiteY27" fmla="*/ 4890812 h 7614571"/>
              <a:gd name="connsiteX28" fmla="*/ 3436902 w 7909979"/>
              <a:gd name="connsiteY28" fmla="*/ 4924389 h 7614571"/>
              <a:gd name="connsiteX29" fmla="*/ 3274391 w 7909979"/>
              <a:gd name="connsiteY29" fmla="*/ 5616073 h 7614571"/>
              <a:gd name="connsiteX30" fmla="*/ 3945923 w 7909979"/>
              <a:gd name="connsiteY30" fmla="*/ 5695315 h 7614571"/>
              <a:gd name="connsiteX31" fmla="*/ 3962040 w 7909979"/>
              <a:gd name="connsiteY31" fmla="*/ 5695315 h 7614571"/>
              <a:gd name="connsiteX32" fmla="*/ 4633572 w 7909979"/>
              <a:gd name="connsiteY32" fmla="*/ 5615402 h 7614571"/>
              <a:gd name="connsiteX33" fmla="*/ 4475091 w 7909979"/>
              <a:gd name="connsiteY33" fmla="*/ 4925732 h 7614571"/>
              <a:gd name="connsiteX34" fmla="*/ 4956579 w 7909979"/>
              <a:gd name="connsiteY34" fmla="*/ 4892827 h 7614571"/>
              <a:gd name="connsiteX35" fmla="*/ 5638185 w 7909979"/>
              <a:gd name="connsiteY35" fmla="*/ 4734344 h 7614571"/>
              <a:gd name="connsiteX36" fmla="*/ 6268754 w 7909979"/>
              <a:gd name="connsiteY36" fmla="*/ 4718227 h 7614571"/>
              <a:gd name="connsiteX37" fmla="*/ 6686447 w 7909979"/>
              <a:gd name="connsiteY37" fmla="*/ 4722256 h 7614571"/>
              <a:gd name="connsiteX38" fmla="*/ 7051089 w 7909979"/>
              <a:gd name="connsiteY38" fmla="*/ 4722256 h 7614571"/>
              <a:gd name="connsiteX39" fmla="*/ 7049746 w 7909979"/>
              <a:gd name="connsiteY39" fmla="*/ 4720913 h 7614571"/>
              <a:gd name="connsiteX40" fmla="*/ 7470125 w 7909979"/>
              <a:gd name="connsiteY40" fmla="*/ 4675249 h 7614571"/>
              <a:gd name="connsiteX41" fmla="*/ 7067206 w 7909979"/>
              <a:gd name="connsiteY41" fmla="*/ 5072127 h 7614571"/>
              <a:gd name="connsiteX42" fmla="*/ 6480958 w 7909979"/>
              <a:gd name="connsiteY42" fmla="*/ 5340743 h 7614571"/>
              <a:gd name="connsiteX43" fmla="*/ 5055295 w 7909979"/>
              <a:gd name="connsiteY43" fmla="*/ 5657037 h 7614571"/>
              <a:gd name="connsiteX44" fmla="*/ 4416667 w 7909979"/>
              <a:gd name="connsiteY44" fmla="*/ 5728892 h 7614571"/>
              <a:gd name="connsiteX45" fmla="*/ 4354215 w 7909979"/>
              <a:gd name="connsiteY45" fmla="*/ 5734936 h 7614571"/>
              <a:gd name="connsiteX46" fmla="*/ 4534185 w 7909979"/>
              <a:gd name="connsiteY46" fmla="*/ 6462212 h 7614571"/>
              <a:gd name="connsiteX47" fmla="*/ 3955325 w 7909979"/>
              <a:gd name="connsiteY47" fmla="*/ 6560256 h 7614571"/>
              <a:gd name="connsiteX48" fmla="*/ 3377136 w 7909979"/>
              <a:gd name="connsiteY48" fmla="*/ 6462212 h 7614571"/>
              <a:gd name="connsiteX49" fmla="*/ 3555763 w 7909979"/>
              <a:gd name="connsiteY49" fmla="*/ 5734264 h 7614571"/>
              <a:gd name="connsiteX50" fmla="*/ 3493311 w 7909979"/>
              <a:gd name="connsiteY50" fmla="*/ 5728221 h 7614571"/>
              <a:gd name="connsiteX51" fmla="*/ 2854683 w 7909979"/>
              <a:gd name="connsiteY51" fmla="*/ 5656366 h 7614571"/>
              <a:gd name="connsiteX52" fmla="*/ 1429020 w 7909979"/>
              <a:gd name="connsiteY52" fmla="*/ 5340071 h 7614571"/>
              <a:gd name="connsiteX53" fmla="*/ 842772 w 7909979"/>
              <a:gd name="connsiteY53" fmla="*/ 5071456 h 7614571"/>
              <a:gd name="connsiteX54" fmla="*/ 439853 w 7909979"/>
              <a:gd name="connsiteY54" fmla="*/ 4674577 h 7614571"/>
              <a:gd name="connsiteX55" fmla="*/ 7068549 w 7909979"/>
              <a:gd name="connsiteY55" fmla="*/ 3632350 h 7614571"/>
              <a:gd name="connsiteX56" fmla="*/ 6672345 w 7909979"/>
              <a:gd name="connsiteY56" fmla="*/ 4068177 h 7614571"/>
              <a:gd name="connsiteX57" fmla="*/ 6086769 w 7909979"/>
              <a:gd name="connsiteY57" fmla="*/ 4446925 h 7614571"/>
              <a:gd name="connsiteX58" fmla="*/ 4933748 w 7909979"/>
              <a:gd name="connsiteY58" fmla="*/ 4782694 h 7614571"/>
              <a:gd name="connsiteX59" fmla="*/ 4436142 w 7909979"/>
              <a:gd name="connsiteY59" fmla="*/ 4814256 h 7614571"/>
              <a:gd name="connsiteX60" fmla="*/ 4403237 w 7909979"/>
              <a:gd name="connsiteY60" fmla="*/ 4814256 h 7614571"/>
              <a:gd name="connsiteX61" fmla="*/ 4336084 w 7909979"/>
              <a:gd name="connsiteY61" fmla="*/ 4814256 h 7614571"/>
              <a:gd name="connsiteX62" fmla="*/ 4499938 w 7909979"/>
              <a:gd name="connsiteY62" fmla="*/ 5521386 h 7614571"/>
              <a:gd name="connsiteX63" fmla="*/ 3959354 w 7909979"/>
              <a:gd name="connsiteY63" fmla="*/ 5588540 h 7614571"/>
              <a:gd name="connsiteX64" fmla="*/ 3951967 w 7909979"/>
              <a:gd name="connsiteY64" fmla="*/ 5588540 h 7614571"/>
              <a:gd name="connsiteX65" fmla="*/ 3945252 w 7909979"/>
              <a:gd name="connsiteY65" fmla="*/ 5588540 h 7614571"/>
              <a:gd name="connsiteX66" fmla="*/ 3408026 w 7909979"/>
              <a:gd name="connsiteY66" fmla="*/ 5521386 h 7614571"/>
              <a:gd name="connsiteX67" fmla="*/ 3572552 w 7909979"/>
              <a:gd name="connsiteY67" fmla="*/ 4814928 h 7614571"/>
              <a:gd name="connsiteX68" fmla="*/ 3505398 w 7909979"/>
              <a:gd name="connsiteY68" fmla="*/ 4814928 h 7614571"/>
              <a:gd name="connsiteX69" fmla="*/ 3471822 w 7909979"/>
              <a:gd name="connsiteY69" fmla="*/ 4814928 h 7614571"/>
              <a:gd name="connsiteX70" fmla="*/ 2974216 w 7909979"/>
              <a:gd name="connsiteY70" fmla="*/ 4783366 h 7614571"/>
              <a:gd name="connsiteX71" fmla="*/ 1821195 w 7909979"/>
              <a:gd name="connsiteY71" fmla="*/ 4447597 h 7614571"/>
              <a:gd name="connsiteX72" fmla="*/ 1234948 w 7909979"/>
              <a:gd name="connsiteY72" fmla="*/ 4068177 h 7614571"/>
              <a:gd name="connsiteX73" fmla="*/ 839415 w 7909979"/>
              <a:gd name="connsiteY73" fmla="*/ 3633020 h 7614571"/>
              <a:gd name="connsiteX74" fmla="*/ 1255094 w 7909979"/>
              <a:gd name="connsiteY74" fmla="*/ 3680028 h 7614571"/>
              <a:gd name="connsiteX75" fmla="*/ 1416261 w 7909979"/>
              <a:gd name="connsiteY75" fmla="*/ 3687415 h 7614571"/>
              <a:gd name="connsiteX76" fmla="*/ 2173078 w 7909979"/>
              <a:gd name="connsiteY76" fmla="*/ 3727037 h 7614571"/>
              <a:gd name="connsiteX77" fmla="*/ 2257691 w 7909979"/>
              <a:gd name="connsiteY77" fmla="*/ 3772029 h 7614571"/>
              <a:gd name="connsiteX78" fmla="*/ 3113895 w 7909979"/>
              <a:gd name="connsiteY78" fmla="*/ 4045345 h 7614571"/>
              <a:gd name="connsiteX79" fmla="*/ 3267005 w 7909979"/>
              <a:gd name="connsiteY79" fmla="*/ 4055418 h 7614571"/>
              <a:gd name="connsiteX80" fmla="*/ 3454362 w 7909979"/>
              <a:gd name="connsiteY80" fmla="*/ 4045345 h 7614571"/>
              <a:gd name="connsiteX81" fmla="*/ 3307296 w 7909979"/>
              <a:gd name="connsiteY81" fmla="*/ 4660474 h 7614571"/>
              <a:gd name="connsiteX82" fmla="*/ 3955325 w 7909979"/>
              <a:gd name="connsiteY82" fmla="*/ 4700766 h 7614571"/>
              <a:gd name="connsiteX83" fmla="*/ 4604025 w 7909979"/>
              <a:gd name="connsiteY83" fmla="*/ 4657788 h 7614571"/>
              <a:gd name="connsiteX84" fmla="*/ 4456288 w 7909979"/>
              <a:gd name="connsiteY84" fmla="*/ 4042659 h 7614571"/>
              <a:gd name="connsiteX85" fmla="*/ 4644317 w 7909979"/>
              <a:gd name="connsiteY85" fmla="*/ 4052732 h 7614571"/>
              <a:gd name="connsiteX86" fmla="*/ 4797427 w 7909979"/>
              <a:gd name="connsiteY86" fmla="*/ 4042659 h 7614571"/>
              <a:gd name="connsiteX87" fmla="*/ 5652959 w 7909979"/>
              <a:gd name="connsiteY87" fmla="*/ 3769343 h 7614571"/>
              <a:gd name="connsiteX88" fmla="*/ 5738243 w 7909979"/>
              <a:gd name="connsiteY88" fmla="*/ 3724350 h 7614571"/>
              <a:gd name="connsiteX89" fmla="*/ 6495060 w 7909979"/>
              <a:gd name="connsiteY89" fmla="*/ 3684729 h 7614571"/>
              <a:gd name="connsiteX90" fmla="*/ 6656228 w 7909979"/>
              <a:gd name="connsiteY90" fmla="*/ 3677343 h 7614571"/>
              <a:gd name="connsiteX91" fmla="*/ 6653542 w 7909979"/>
              <a:gd name="connsiteY91" fmla="*/ 3679357 h 7614571"/>
              <a:gd name="connsiteX92" fmla="*/ 7068549 w 7909979"/>
              <a:gd name="connsiteY92" fmla="*/ 3632350 h 7614571"/>
              <a:gd name="connsiteX93" fmla="*/ 3949952 w 7909979"/>
              <a:gd name="connsiteY93" fmla="*/ 958285 h 7614571"/>
              <a:gd name="connsiteX94" fmla="*/ 3815646 w 7909979"/>
              <a:gd name="connsiteY94" fmla="*/ 1148331 h 7614571"/>
              <a:gd name="connsiteX95" fmla="*/ 3815646 w 7909979"/>
              <a:gd name="connsiteY95" fmla="*/ 1157731 h 7614571"/>
              <a:gd name="connsiteX96" fmla="*/ 3702157 w 7909979"/>
              <a:gd name="connsiteY96" fmla="*/ 1743984 h 7614571"/>
              <a:gd name="connsiteX97" fmla="*/ 3693427 w 7909979"/>
              <a:gd name="connsiteY97" fmla="*/ 1787635 h 7614571"/>
              <a:gd name="connsiteX98" fmla="*/ 3608814 w 7909979"/>
              <a:gd name="connsiteY98" fmla="*/ 1787635 h 7614571"/>
              <a:gd name="connsiteX99" fmla="*/ 1568027 w 7909979"/>
              <a:gd name="connsiteY99" fmla="*/ 1492829 h 7614571"/>
              <a:gd name="connsiteX100" fmla="*/ 1745983 w 7909979"/>
              <a:gd name="connsiteY100" fmla="*/ 1931344 h 7614571"/>
              <a:gd name="connsiteX101" fmla="*/ 2234187 w 7909979"/>
              <a:gd name="connsiteY101" fmla="*/ 2234208 h 7614571"/>
              <a:gd name="connsiteX102" fmla="*/ 2274479 w 7909979"/>
              <a:gd name="connsiteY102" fmla="*/ 2242266 h 7614571"/>
              <a:gd name="connsiteX103" fmla="*/ 2274479 w 7909979"/>
              <a:gd name="connsiteY103" fmla="*/ 2283230 h 7614571"/>
              <a:gd name="connsiteX104" fmla="*/ 2452435 w 7909979"/>
              <a:gd name="connsiteY104" fmla="*/ 2639144 h 7614571"/>
              <a:gd name="connsiteX105" fmla="*/ 2827822 w 7909979"/>
              <a:gd name="connsiteY105" fmla="*/ 2758007 h 7614571"/>
              <a:gd name="connsiteX106" fmla="*/ 2878187 w 7909979"/>
              <a:gd name="connsiteY106" fmla="*/ 2758007 h 7614571"/>
              <a:gd name="connsiteX107" fmla="*/ 2920493 w 7909979"/>
              <a:gd name="connsiteY107" fmla="*/ 2753307 h 7614571"/>
              <a:gd name="connsiteX108" fmla="*/ 2935267 w 7909979"/>
              <a:gd name="connsiteY108" fmla="*/ 2793598 h 7614571"/>
              <a:gd name="connsiteX109" fmla="*/ 3215967 w 7909979"/>
              <a:gd name="connsiteY109" fmla="*/ 3025950 h 7614571"/>
              <a:gd name="connsiteX110" fmla="*/ 3359675 w 7909979"/>
              <a:gd name="connsiteY110" fmla="*/ 3047441 h 7614571"/>
              <a:gd name="connsiteX111" fmla="*/ 3545690 w 7909979"/>
              <a:gd name="connsiteY111" fmla="*/ 3015206 h 7614571"/>
              <a:gd name="connsiteX112" fmla="*/ 3644405 w 7909979"/>
              <a:gd name="connsiteY112" fmla="*/ 2974242 h 7614571"/>
              <a:gd name="connsiteX113" fmla="*/ 3499354 w 7909979"/>
              <a:gd name="connsiteY113" fmla="*/ 3567882 h 7614571"/>
              <a:gd name="connsiteX114" fmla="*/ 4411295 w 7909979"/>
              <a:gd name="connsiteY114" fmla="*/ 3567882 h 7614571"/>
              <a:gd name="connsiteX115" fmla="*/ 4266244 w 7909979"/>
              <a:gd name="connsiteY115" fmla="*/ 2973570 h 7614571"/>
              <a:gd name="connsiteX116" fmla="*/ 4364959 w 7909979"/>
              <a:gd name="connsiteY116" fmla="*/ 3015206 h 7614571"/>
              <a:gd name="connsiteX117" fmla="*/ 4551645 w 7909979"/>
              <a:gd name="connsiteY117" fmla="*/ 3046768 h 7614571"/>
              <a:gd name="connsiteX118" fmla="*/ 4695353 w 7909979"/>
              <a:gd name="connsiteY118" fmla="*/ 3025279 h 7614571"/>
              <a:gd name="connsiteX119" fmla="*/ 4976054 w 7909979"/>
              <a:gd name="connsiteY119" fmla="*/ 2792927 h 7614571"/>
              <a:gd name="connsiteX120" fmla="*/ 4990827 w 7909979"/>
              <a:gd name="connsiteY120" fmla="*/ 2753307 h 7614571"/>
              <a:gd name="connsiteX121" fmla="*/ 5035820 w 7909979"/>
              <a:gd name="connsiteY121" fmla="*/ 2761364 h 7614571"/>
              <a:gd name="connsiteX122" fmla="*/ 5086185 w 7909979"/>
              <a:gd name="connsiteY122" fmla="*/ 2761364 h 7614571"/>
              <a:gd name="connsiteX123" fmla="*/ 5461572 w 7909979"/>
              <a:gd name="connsiteY123" fmla="*/ 2642502 h 7614571"/>
              <a:gd name="connsiteX124" fmla="*/ 5639528 w 7909979"/>
              <a:gd name="connsiteY124" fmla="*/ 2283900 h 7614571"/>
              <a:gd name="connsiteX125" fmla="*/ 5639528 w 7909979"/>
              <a:gd name="connsiteY125" fmla="*/ 2242938 h 7614571"/>
              <a:gd name="connsiteX126" fmla="*/ 5679820 w 7909979"/>
              <a:gd name="connsiteY126" fmla="*/ 2234879 h 7614571"/>
              <a:gd name="connsiteX127" fmla="*/ 6164666 w 7909979"/>
              <a:gd name="connsiteY127" fmla="*/ 1931344 h 7614571"/>
              <a:gd name="connsiteX128" fmla="*/ 6342622 w 7909979"/>
              <a:gd name="connsiteY128" fmla="*/ 1492829 h 7614571"/>
              <a:gd name="connsiteX129" fmla="*/ 4301835 w 7909979"/>
              <a:gd name="connsiteY129" fmla="*/ 1787635 h 7614571"/>
              <a:gd name="connsiteX130" fmla="*/ 4218565 w 7909979"/>
              <a:gd name="connsiteY130" fmla="*/ 1787635 h 7614571"/>
              <a:gd name="connsiteX131" fmla="*/ 4209835 w 7909979"/>
              <a:gd name="connsiteY131" fmla="*/ 1743984 h 7614571"/>
              <a:gd name="connsiteX132" fmla="*/ 4096346 w 7909979"/>
              <a:gd name="connsiteY132" fmla="*/ 1157731 h 7614571"/>
              <a:gd name="connsiteX133" fmla="*/ 4096346 w 7909979"/>
              <a:gd name="connsiteY133" fmla="*/ 1148331 h 7614571"/>
              <a:gd name="connsiteX134" fmla="*/ 3962040 w 7909979"/>
              <a:gd name="connsiteY134" fmla="*/ 958285 h 7614571"/>
              <a:gd name="connsiteX135" fmla="*/ 4863482 w 7909979"/>
              <a:gd name="connsiteY135" fmla="*/ 920396 h 7614571"/>
              <a:gd name="connsiteX136" fmla="*/ 5005601 w 7909979"/>
              <a:gd name="connsiteY136" fmla="*/ 934781 h 7614571"/>
              <a:gd name="connsiteX137" fmla="*/ 5268170 w 7909979"/>
              <a:gd name="connsiteY137" fmla="*/ 1104680 h 7614571"/>
              <a:gd name="connsiteX138" fmla="*/ 4956579 w 7909979"/>
              <a:gd name="connsiteY138" fmla="*/ 1122140 h 7614571"/>
              <a:gd name="connsiteX139" fmla="*/ 4724229 w 7909979"/>
              <a:gd name="connsiteY139" fmla="*/ 952241 h 7614571"/>
              <a:gd name="connsiteX140" fmla="*/ 4863482 w 7909979"/>
              <a:gd name="connsiteY140" fmla="*/ 920396 h 7614571"/>
              <a:gd name="connsiteX141" fmla="*/ 5293017 w 7909979"/>
              <a:gd name="connsiteY141" fmla="*/ 634604 h 7614571"/>
              <a:gd name="connsiteX142" fmla="*/ 5561630 w 7909979"/>
              <a:gd name="connsiteY142" fmla="*/ 671539 h 7614571"/>
              <a:gd name="connsiteX143" fmla="*/ 5309134 w 7909979"/>
              <a:gd name="connsiteY143" fmla="*/ 816591 h 7614571"/>
              <a:gd name="connsiteX144" fmla="*/ 5036492 w 7909979"/>
              <a:gd name="connsiteY144" fmla="*/ 729962 h 7614571"/>
              <a:gd name="connsiteX145" fmla="*/ 5294360 w 7909979"/>
              <a:gd name="connsiteY145" fmla="*/ 635276 h 7614571"/>
              <a:gd name="connsiteX146" fmla="*/ 4771237 w 7909979"/>
              <a:gd name="connsiteY146" fmla="*/ 300179 h 7614571"/>
              <a:gd name="connsiteX147" fmla="*/ 4824288 w 7909979"/>
              <a:gd name="connsiteY147" fmla="*/ 612443 h 7614571"/>
              <a:gd name="connsiteX148" fmla="*/ 4826974 w 7909979"/>
              <a:gd name="connsiteY148" fmla="*/ 612443 h 7614571"/>
              <a:gd name="connsiteX149" fmla="*/ 4692667 w 7909979"/>
              <a:gd name="connsiteY149" fmla="*/ 873000 h 7614571"/>
              <a:gd name="connsiteX150" fmla="*/ 4625514 w 7909979"/>
              <a:gd name="connsiteY150" fmla="*/ 582224 h 7614571"/>
              <a:gd name="connsiteX151" fmla="*/ 4771237 w 7909979"/>
              <a:gd name="connsiteY151" fmla="*/ 300179 h 7614571"/>
              <a:gd name="connsiteX152" fmla="*/ 5468959 w 7909979"/>
              <a:gd name="connsiteY152" fmla="*/ 0 h 7614571"/>
              <a:gd name="connsiteX153" fmla="*/ 5417923 w 7909979"/>
              <a:gd name="connsiteY153" fmla="*/ 301521 h 7614571"/>
              <a:gd name="connsiteX154" fmla="*/ 5260113 w 7909979"/>
              <a:gd name="connsiteY154" fmla="*/ 465376 h 7614571"/>
              <a:gd name="connsiteX155" fmla="*/ 5199003 w 7909979"/>
              <a:gd name="connsiteY155" fmla="*/ 566778 h 7614571"/>
              <a:gd name="connsiteX156" fmla="*/ 4405252 w 7909979"/>
              <a:gd name="connsiteY156" fmla="*/ 1114753 h 7614571"/>
              <a:gd name="connsiteX157" fmla="*/ 4639616 w 7909979"/>
              <a:gd name="connsiteY157" fmla="*/ 1130870 h 7614571"/>
              <a:gd name="connsiteX158" fmla="*/ 4640960 w 7909979"/>
              <a:gd name="connsiteY158" fmla="*/ 1129527 h 7614571"/>
              <a:gd name="connsiteX159" fmla="*/ 4898828 w 7909979"/>
              <a:gd name="connsiteY159" fmla="*/ 1314872 h 7614571"/>
              <a:gd name="connsiteX160" fmla="*/ 4594624 w 7909979"/>
              <a:gd name="connsiteY160" fmla="*/ 1319573 h 7614571"/>
              <a:gd name="connsiteX161" fmla="*/ 4380405 w 7909979"/>
              <a:gd name="connsiteY161" fmla="*/ 1124155 h 7614571"/>
              <a:gd name="connsiteX162" fmla="*/ 4212787 w 7909979"/>
              <a:gd name="connsiteY162" fmla="*/ 1185719 h 7614571"/>
              <a:gd name="connsiteX163" fmla="*/ 4219216 w 7909979"/>
              <a:gd name="connsiteY163" fmla="*/ 1218663 h 7614571"/>
              <a:gd name="connsiteX164" fmla="*/ 4308551 w 7909979"/>
              <a:gd name="connsiteY164" fmla="*/ 1678846 h 7614571"/>
              <a:gd name="connsiteX165" fmla="*/ 6383585 w 7909979"/>
              <a:gd name="connsiteY165" fmla="*/ 1367252 h 7614571"/>
              <a:gd name="connsiteX166" fmla="*/ 6455439 w 7909979"/>
              <a:gd name="connsiteY166" fmla="*/ 1343076 h 7614571"/>
              <a:gd name="connsiteX167" fmla="*/ 6455439 w 7909979"/>
              <a:gd name="connsiteY167" fmla="*/ 1414259 h 7614571"/>
              <a:gd name="connsiteX168" fmla="*/ 6249951 w 7909979"/>
              <a:gd name="connsiteY168" fmla="*/ 1996483 h 7614571"/>
              <a:gd name="connsiteX169" fmla="*/ 5739586 w 7909979"/>
              <a:gd name="connsiteY169" fmla="*/ 2328895 h 7614571"/>
              <a:gd name="connsiteX170" fmla="*/ 5526710 w 7909979"/>
              <a:gd name="connsiteY170" fmla="*/ 2723759 h 7614571"/>
              <a:gd name="connsiteX171" fmla="*/ 5428666 w 7909979"/>
              <a:gd name="connsiteY171" fmla="*/ 2790912 h 7614571"/>
              <a:gd name="connsiteX172" fmla="*/ 6409104 w 7909979"/>
              <a:gd name="connsiteY172" fmla="*/ 2641160 h 7614571"/>
              <a:gd name="connsiteX173" fmla="*/ 6486330 w 7909979"/>
              <a:gd name="connsiteY173" fmla="*/ 2626385 h 7614571"/>
              <a:gd name="connsiteX174" fmla="*/ 6480958 w 7909979"/>
              <a:gd name="connsiteY174" fmla="*/ 2626385 h 7614571"/>
              <a:gd name="connsiteX175" fmla="*/ 6691147 w 7909979"/>
              <a:gd name="connsiteY175" fmla="*/ 2582736 h 7614571"/>
              <a:gd name="connsiteX176" fmla="*/ 6365454 w 7909979"/>
              <a:gd name="connsiteY176" fmla="*/ 3062214 h 7614571"/>
              <a:gd name="connsiteX177" fmla="*/ 5598564 w 7909979"/>
              <a:gd name="connsiteY177" fmla="*/ 3673313 h 7614571"/>
              <a:gd name="connsiteX178" fmla="*/ 4775937 w 7909979"/>
              <a:gd name="connsiteY178" fmla="*/ 3935213 h 7614571"/>
              <a:gd name="connsiteX179" fmla="*/ 4641631 w 7909979"/>
              <a:gd name="connsiteY179" fmla="*/ 3944615 h 7614571"/>
              <a:gd name="connsiteX180" fmla="*/ 4391149 w 7909979"/>
              <a:gd name="connsiteY180" fmla="*/ 3926483 h 7614571"/>
              <a:gd name="connsiteX181" fmla="*/ 4311908 w 7909979"/>
              <a:gd name="connsiteY181" fmla="*/ 3914395 h 7614571"/>
              <a:gd name="connsiteX182" fmla="*/ 4465689 w 7909979"/>
              <a:gd name="connsiteY182" fmla="*/ 4557729 h 7614571"/>
              <a:gd name="connsiteX183" fmla="*/ 3952638 w 7909979"/>
              <a:gd name="connsiteY183" fmla="*/ 4589962 h 7614571"/>
              <a:gd name="connsiteX184" fmla="*/ 3440259 w 7909979"/>
              <a:gd name="connsiteY184" fmla="*/ 4557729 h 7614571"/>
              <a:gd name="connsiteX185" fmla="*/ 3594040 w 7909979"/>
              <a:gd name="connsiteY185" fmla="*/ 3914395 h 7614571"/>
              <a:gd name="connsiteX186" fmla="*/ 3514799 w 7909979"/>
              <a:gd name="connsiteY186" fmla="*/ 3926483 h 7614571"/>
              <a:gd name="connsiteX187" fmla="*/ 3264318 w 7909979"/>
              <a:gd name="connsiteY187" fmla="*/ 3944615 h 7614571"/>
              <a:gd name="connsiteX188" fmla="*/ 3130011 w 7909979"/>
              <a:gd name="connsiteY188" fmla="*/ 3935213 h 7614571"/>
              <a:gd name="connsiteX189" fmla="*/ 2307384 w 7909979"/>
              <a:gd name="connsiteY189" fmla="*/ 3673313 h 7614571"/>
              <a:gd name="connsiteX190" fmla="*/ 1540494 w 7909979"/>
              <a:gd name="connsiteY190" fmla="*/ 3062214 h 7614571"/>
              <a:gd name="connsiteX191" fmla="*/ 1214801 w 7909979"/>
              <a:gd name="connsiteY191" fmla="*/ 2582736 h 7614571"/>
              <a:gd name="connsiteX192" fmla="*/ 1424991 w 7909979"/>
              <a:gd name="connsiteY192" fmla="*/ 2626385 h 7614571"/>
              <a:gd name="connsiteX193" fmla="*/ 1502217 w 7909979"/>
              <a:gd name="connsiteY193" fmla="*/ 2641160 h 7614571"/>
              <a:gd name="connsiteX194" fmla="*/ 2482654 w 7909979"/>
              <a:gd name="connsiteY194" fmla="*/ 2790241 h 7614571"/>
              <a:gd name="connsiteX195" fmla="*/ 2384610 w 7909979"/>
              <a:gd name="connsiteY195" fmla="*/ 2726444 h 7614571"/>
              <a:gd name="connsiteX196" fmla="*/ 2171735 w 7909979"/>
              <a:gd name="connsiteY196" fmla="*/ 2331581 h 7614571"/>
              <a:gd name="connsiteX197" fmla="*/ 1661370 w 7909979"/>
              <a:gd name="connsiteY197" fmla="*/ 1999169 h 7614571"/>
              <a:gd name="connsiteX198" fmla="*/ 1455881 w 7909979"/>
              <a:gd name="connsiteY198" fmla="*/ 1416946 h 7614571"/>
              <a:gd name="connsiteX199" fmla="*/ 1455881 w 7909979"/>
              <a:gd name="connsiteY199" fmla="*/ 1343076 h 7614571"/>
              <a:gd name="connsiteX200" fmla="*/ 1531764 w 7909979"/>
              <a:gd name="connsiteY200" fmla="*/ 1365908 h 7614571"/>
              <a:gd name="connsiteX201" fmla="*/ 3606799 w 7909979"/>
              <a:gd name="connsiteY201" fmla="*/ 1678846 h 7614571"/>
              <a:gd name="connsiteX202" fmla="*/ 3712230 w 7909979"/>
              <a:gd name="connsiteY202" fmla="*/ 1136243 h 7614571"/>
              <a:gd name="connsiteX203" fmla="*/ 3712230 w 7909979"/>
              <a:gd name="connsiteY203" fmla="*/ 1127513 h 7614571"/>
              <a:gd name="connsiteX204" fmla="*/ 3953310 w 7909979"/>
              <a:gd name="connsiteY204" fmla="*/ 849496 h 7614571"/>
              <a:gd name="connsiteX205" fmla="*/ 3962040 w 7909979"/>
              <a:gd name="connsiteY205" fmla="*/ 849496 h 7614571"/>
              <a:gd name="connsiteX206" fmla="*/ 4196590 w 7909979"/>
              <a:gd name="connsiteY206" fmla="*/ 1096286 h 7614571"/>
              <a:gd name="connsiteX207" fmla="*/ 4198223 w 7909979"/>
              <a:gd name="connsiteY207" fmla="*/ 1104094 h 7614571"/>
              <a:gd name="connsiteX208" fmla="*/ 4252227 w 7909979"/>
              <a:gd name="connsiteY208" fmla="*/ 1085878 h 7614571"/>
              <a:gd name="connsiteX209" fmla="*/ 4356230 w 7909979"/>
              <a:gd name="connsiteY209" fmla="*/ 1044242 h 7614571"/>
              <a:gd name="connsiteX210" fmla="*/ 4289077 w 7909979"/>
              <a:gd name="connsiteY210" fmla="*/ 756824 h 7614571"/>
              <a:gd name="connsiteX211" fmla="*/ 4448230 w 7909979"/>
              <a:gd name="connsiteY211" fmla="*/ 480821 h 7614571"/>
              <a:gd name="connsiteX212" fmla="*/ 4499266 w 7909979"/>
              <a:gd name="connsiteY212" fmla="*/ 790401 h 7614571"/>
              <a:gd name="connsiteX213" fmla="*/ 4360259 w 7909979"/>
              <a:gd name="connsiteY213" fmla="*/ 1042227 h 7614571"/>
              <a:gd name="connsiteX214" fmla="*/ 4988142 w 7909979"/>
              <a:gd name="connsiteY214" fmla="*/ 671538 h 7614571"/>
              <a:gd name="connsiteX215" fmla="*/ 4925689 w 7909979"/>
              <a:gd name="connsiteY215" fmla="*/ 392850 h 7614571"/>
              <a:gd name="connsiteX216" fmla="*/ 5059996 w 7909979"/>
              <a:gd name="connsiteY216" fmla="*/ 124235 h 7614571"/>
              <a:gd name="connsiteX217" fmla="*/ 5109689 w 7909979"/>
              <a:gd name="connsiteY217" fmla="*/ 424412 h 7614571"/>
              <a:gd name="connsiteX218" fmla="*/ 4991500 w 7909979"/>
              <a:gd name="connsiteY218" fmla="*/ 671538 h 7614571"/>
              <a:gd name="connsiteX219" fmla="*/ 5184901 w 7909979"/>
              <a:gd name="connsiteY219" fmla="*/ 494924 h 7614571"/>
              <a:gd name="connsiteX220" fmla="*/ 5229222 w 7909979"/>
              <a:gd name="connsiteY220" fmla="*/ 442544 h 7614571"/>
              <a:gd name="connsiteX221" fmla="*/ 5267500 w 7909979"/>
              <a:gd name="connsiteY221" fmla="*/ 201461 h 7614571"/>
              <a:gd name="connsiteX222" fmla="*/ 5468959 w 7909979"/>
              <a:gd name="connsiteY222" fmla="*/ 0 h 761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</a:cxnLst>
            <a:rect l="l" t="t" r="r" b="b"/>
            <a:pathLst>
              <a:path w="7909979" h="7614571">
                <a:moveTo>
                  <a:pt x="0" y="5616073"/>
                </a:moveTo>
                <a:cubicBezTo>
                  <a:pt x="250124" y="5676512"/>
                  <a:pt x="504841" y="5716045"/>
                  <a:pt x="761518" y="5734264"/>
                </a:cubicBezTo>
                <a:cubicBezTo>
                  <a:pt x="1251736" y="5753739"/>
                  <a:pt x="1945429" y="5712103"/>
                  <a:pt x="2580699" y="5720162"/>
                </a:cubicBezTo>
                <a:cubicBezTo>
                  <a:pt x="2682772" y="5738965"/>
                  <a:pt x="2774100" y="5753739"/>
                  <a:pt x="2845282" y="5763140"/>
                </a:cubicBezTo>
                <a:cubicBezTo>
                  <a:pt x="3015852" y="5786644"/>
                  <a:pt x="3299910" y="5816863"/>
                  <a:pt x="3424815" y="5830294"/>
                </a:cubicBezTo>
                <a:lnTo>
                  <a:pt x="3243501" y="6549511"/>
                </a:lnTo>
                <a:lnTo>
                  <a:pt x="3955326" y="6670388"/>
                </a:lnTo>
                <a:lnTo>
                  <a:pt x="4667821" y="6551526"/>
                </a:lnTo>
                <a:lnTo>
                  <a:pt x="4489865" y="5832308"/>
                </a:lnTo>
                <a:cubicBezTo>
                  <a:pt x="4614770" y="5816863"/>
                  <a:pt x="4898828" y="5786644"/>
                  <a:pt x="5069398" y="5765155"/>
                </a:cubicBezTo>
                <a:cubicBezTo>
                  <a:pt x="5140580" y="5755753"/>
                  <a:pt x="5231909" y="5740979"/>
                  <a:pt x="5333981" y="5722176"/>
                </a:cubicBezTo>
                <a:cubicBezTo>
                  <a:pt x="5969251" y="5714118"/>
                  <a:pt x="6662944" y="5755753"/>
                  <a:pt x="7153162" y="5736278"/>
                </a:cubicBezTo>
                <a:lnTo>
                  <a:pt x="7151819" y="5736278"/>
                </a:lnTo>
                <a:cubicBezTo>
                  <a:pt x="7407405" y="5717214"/>
                  <a:pt x="7661042" y="5677009"/>
                  <a:pt x="7909979" y="5616073"/>
                </a:cubicBezTo>
                <a:cubicBezTo>
                  <a:pt x="7909979" y="5616073"/>
                  <a:pt x="7687702" y="5973331"/>
                  <a:pt x="7433192" y="6147932"/>
                </a:cubicBezTo>
                <a:cubicBezTo>
                  <a:pt x="6453694" y="6430965"/>
                  <a:pt x="5448323" y="6615215"/>
                  <a:pt x="4432114" y="6697921"/>
                </a:cubicBezTo>
                <a:lnTo>
                  <a:pt x="4628201" y="7468847"/>
                </a:lnTo>
                <a:lnTo>
                  <a:pt x="3956668" y="7614571"/>
                </a:lnTo>
                <a:lnTo>
                  <a:pt x="3285136" y="7468847"/>
                </a:lnTo>
                <a:lnTo>
                  <a:pt x="3477866" y="6697921"/>
                </a:lnTo>
                <a:cubicBezTo>
                  <a:pt x="2461656" y="6615215"/>
                  <a:pt x="1456285" y="6430965"/>
                  <a:pt x="476788" y="6147932"/>
                </a:cubicBezTo>
                <a:cubicBezTo>
                  <a:pt x="222277" y="5976689"/>
                  <a:pt x="0" y="5616073"/>
                  <a:pt x="0" y="5616073"/>
                </a:cubicBezTo>
                <a:close/>
                <a:moveTo>
                  <a:pt x="439853" y="4674577"/>
                </a:moveTo>
                <a:cubicBezTo>
                  <a:pt x="578620" y="4700425"/>
                  <a:pt x="719150" y="4715695"/>
                  <a:pt x="860232" y="4720242"/>
                </a:cubicBezTo>
                <a:cubicBezTo>
                  <a:pt x="960291" y="4724271"/>
                  <a:pt x="1083181" y="4720242"/>
                  <a:pt x="1224874" y="4720242"/>
                </a:cubicBezTo>
                <a:cubicBezTo>
                  <a:pt x="1350451" y="4716213"/>
                  <a:pt x="1492816" y="4716213"/>
                  <a:pt x="1642567" y="4716213"/>
                </a:cubicBezTo>
                <a:cubicBezTo>
                  <a:pt x="1816494" y="4716213"/>
                  <a:pt x="2036085" y="4718898"/>
                  <a:pt x="2273136" y="4732329"/>
                </a:cubicBezTo>
                <a:cubicBezTo>
                  <a:pt x="2496857" y="4799147"/>
                  <a:pt x="2724493" y="4852071"/>
                  <a:pt x="2954742" y="4890812"/>
                </a:cubicBezTo>
                <a:cubicBezTo>
                  <a:pt x="3114432" y="4913692"/>
                  <a:pt x="3275580" y="4924920"/>
                  <a:pt x="3436902" y="4924389"/>
                </a:cubicBezTo>
                <a:lnTo>
                  <a:pt x="3274391" y="5616073"/>
                </a:lnTo>
                <a:lnTo>
                  <a:pt x="3945923" y="5695315"/>
                </a:lnTo>
                <a:lnTo>
                  <a:pt x="3962040" y="5695315"/>
                </a:lnTo>
                <a:lnTo>
                  <a:pt x="4633572" y="5615402"/>
                </a:lnTo>
                <a:lnTo>
                  <a:pt x="4475091" y="4925732"/>
                </a:lnTo>
                <a:cubicBezTo>
                  <a:pt x="4636171" y="4926451"/>
                  <a:pt x="4797090" y="4915451"/>
                  <a:pt x="4956579" y="4892827"/>
                </a:cubicBezTo>
                <a:cubicBezTo>
                  <a:pt x="5186828" y="4854086"/>
                  <a:pt x="5414464" y="4801162"/>
                  <a:pt x="5638185" y="4734344"/>
                </a:cubicBezTo>
                <a:cubicBezTo>
                  <a:pt x="5875236" y="4718227"/>
                  <a:pt x="6094827" y="4718227"/>
                  <a:pt x="6268754" y="4718227"/>
                </a:cubicBezTo>
                <a:cubicBezTo>
                  <a:pt x="6417834" y="4718227"/>
                  <a:pt x="6560870" y="4722256"/>
                  <a:pt x="6686447" y="4722256"/>
                </a:cubicBezTo>
                <a:cubicBezTo>
                  <a:pt x="6827468" y="4722256"/>
                  <a:pt x="6951031" y="4722256"/>
                  <a:pt x="7051089" y="4722256"/>
                </a:cubicBezTo>
                <a:lnTo>
                  <a:pt x="7049746" y="4720913"/>
                </a:lnTo>
                <a:cubicBezTo>
                  <a:pt x="7190835" y="4716367"/>
                  <a:pt x="7331387" y="4701096"/>
                  <a:pt x="7470125" y="4675249"/>
                </a:cubicBezTo>
                <a:cubicBezTo>
                  <a:pt x="7356233" y="4826781"/>
                  <a:pt x="7220450" y="4960531"/>
                  <a:pt x="7067206" y="5072127"/>
                </a:cubicBezTo>
                <a:cubicBezTo>
                  <a:pt x="6880050" y="5178741"/>
                  <a:pt x="6683895" y="5268626"/>
                  <a:pt x="6480958" y="5340743"/>
                </a:cubicBezTo>
                <a:cubicBezTo>
                  <a:pt x="6012887" y="5476139"/>
                  <a:pt x="5536710" y="5581785"/>
                  <a:pt x="5055295" y="5657037"/>
                </a:cubicBezTo>
                <a:cubicBezTo>
                  <a:pt x="4835032" y="5685242"/>
                  <a:pt x="4420697" y="5728892"/>
                  <a:pt x="4416667" y="5728892"/>
                </a:cubicBezTo>
                <a:lnTo>
                  <a:pt x="4354215" y="5734936"/>
                </a:lnTo>
                <a:lnTo>
                  <a:pt x="4534185" y="6462212"/>
                </a:lnTo>
                <a:lnTo>
                  <a:pt x="3955325" y="6560256"/>
                </a:lnTo>
                <a:lnTo>
                  <a:pt x="3377136" y="6462212"/>
                </a:lnTo>
                <a:lnTo>
                  <a:pt x="3555763" y="5734264"/>
                </a:lnTo>
                <a:lnTo>
                  <a:pt x="3493311" y="5728221"/>
                </a:lnTo>
                <a:cubicBezTo>
                  <a:pt x="3489281" y="5727549"/>
                  <a:pt x="3074946" y="5684570"/>
                  <a:pt x="2854683" y="5656366"/>
                </a:cubicBezTo>
                <a:cubicBezTo>
                  <a:pt x="2373268" y="5581113"/>
                  <a:pt x="1897092" y="5475467"/>
                  <a:pt x="1429020" y="5340071"/>
                </a:cubicBezTo>
                <a:cubicBezTo>
                  <a:pt x="1226083" y="5267955"/>
                  <a:pt x="1029902" y="5178069"/>
                  <a:pt x="842772" y="5071456"/>
                </a:cubicBezTo>
                <a:cubicBezTo>
                  <a:pt x="689542" y="4959860"/>
                  <a:pt x="553749" y="4826110"/>
                  <a:pt x="439853" y="4674577"/>
                </a:cubicBezTo>
                <a:close/>
                <a:moveTo>
                  <a:pt x="7068549" y="3632350"/>
                </a:moveTo>
                <a:cubicBezTo>
                  <a:pt x="6958821" y="3796459"/>
                  <a:pt x="6825253" y="3943338"/>
                  <a:pt x="6672345" y="4068177"/>
                </a:cubicBezTo>
                <a:cubicBezTo>
                  <a:pt x="6494637" y="4219596"/>
                  <a:pt x="6297751" y="4346940"/>
                  <a:pt x="6086769" y="4446925"/>
                </a:cubicBezTo>
                <a:cubicBezTo>
                  <a:pt x="5719219" y="4610028"/>
                  <a:pt x="5331402" y="4722967"/>
                  <a:pt x="4933748" y="4782694"/>
                </a:cubicBezTo>
                <a:cubicBezTo>
                  <a:pt x="4768860" y="4805238"/>
                  <a:pt x="4602555" y="4815787"/>
                  <a:pt x="4436142" y="4814256"/>
                </a:cubicBezTo>
                <a:lnTo>
                  <a:pt x="4403237" y="4814256"/>
                </a:lnTo>
                <a:lnTo>
                  <a:pt x="4336084" y="4814256"/>
                </a:lnTo>
                <a:lnTo>
                  <a:pt x="4499938" y="5521386"/>
                </a:lnTo>
                <a:lnTo>
                  <a:pt x="3959354" y="5588540"/>
                </a:lnTo>
                <a:lnTo>
                  <a:pt x="3951967" y="5588540"/>
                </a:lnTo>
                <a:lnTo>
                  <a:pt x="3945252" y="5588540"/>
                </a:lnTo>
                <a:lnTo>
                  <a:pt x="3408026" y="5521386"/>
                </a:lnTo>
                <a:lnTo>
                  <a:pt x="3572552" y="4814928"/>
                </a:lnTo>
                <a:lnTo>
                  <a:pt x="3505398" y="4814928"/>
                </a:lnTo>
                <a:lnTo>
                  <a:pt x="3471822" y="4814928"/>
                </a:lnTo>
                <a:cubicBezTo>
                  <a:pt x="3305409" y="4816418"/>
                  <a:pt x="3139104" y="4805869"/>
                  <a:pt x="2974216" y="4783366"/>
                </a:cubicBezTo>
                <a:cubicBezTo>
                  <a:pt x="2576602" y="4723471"/>
                  <a:pt x="2188806" y="4610539"/>
                  <a:pt x="1821195" y="4447597"/>
                </a:cubicBezTo>
                <a:cubicBezTo>
                  <a:pt x="1610099" y="4347174"/>
                  <a:pt x="1413024" y="4219623"/>
                  <a:pt x="1234948" y="4068177"/>
                </a:cubicBezTo>
                <a:cubicBezTo>
                  <a:pt x="1082429" y="3943358"/>
                  <a:pt x="949150" y="3796728"/>
                  <a:pt x="839415" y="3633020"/>
                </a:cubicBezTo>
                <a:cubicBezTo>
                  <a:pt x="986481" y="3655181"/>
                  <a:pt x="1201371" y="3680028"/>
                  <a:pt x="1255094" y="3680028"/>
                </a:cubicBezTo>
                <a:lnTo>
                  <a:pt x="1416261" y="3687415"/>
                </a:lnTo>
                <a:cubicBezTo>
                  <a:pt x="1611677" y="3696817"/>
                  <a:pt x="1864845" y="3708233"/>
                  <a:pt x="2173078" y="3727037"/>
                </a:cubicBezTo>
                <a:lnTo>
                  <a:pt x="2257691" y="3772029"/>
                </a:lnTo>
                <a:cubicBezTo>
                  <a:pt x="2526761" y="3908036"/>
                  <a:pt x="2815788" y="4000298"/>
                  <a:pt x="3113895" y="4045345"/>
                </a:cubicBezTo>
                <a:cubicBezTo>
                  <a:pt x="3164609" y="4052497"/>
                  <a:pt x="3215787" y="4055861"/>
                  <a:pt x="3267005" y="4055418"/>
                </a:cubicBezTo>
                <a:cubicBezTo>
                  <a:pt x="3329591" y="4055338"/>
                  <a:pt x="3392131" y="4051980"/>
                  <a:pt x="3454362" y="4045345"/>
                </a:cubicBezTo>
                <a:lnTo>
                  <a:pt x="3307296" y="4660474"/>
                </a:lnTo>
                <a:lnTo>
                  <a:pt x="3955325" y="4700766"/>
                </a:lnTo>
                <a:lnTo>
                  <a:pt x="4604025" y="4657788"/>
                </a:lnTo>
                <a:lnTo>
                  <a:pt x="4456288" y="4042659"/>
                </a:lnTo>
                <a:cubicBezTo>
                  <a:pt x="4518747" y="4049273"/>
                  <a:pt x="4581509" y="4052631"/>
                  <a:pt x="4644317" y="4052732"/>
                </a:cubicBezTo>
                <a:cubicBezTo>
                  <a:pt x="4695535" y="4053175"/>
                  <a:pt x="4746712" y="4049811"/>
                  <a:pt x="4797427" y="4042659"/>
                </a:cubicBezTo>
                <a:cubicBezTo>
                  <a:pt x="5095346" y="3997713"/>
                  <a:pt x="5384165" y="3905443"/>
                  <a:pt x="5652959" y="3769343"/>
                </a:cubicBezTo>
                <a:lnTo>
                  <a:pt x="5738243" y="3724350"/>
                </a:lnTo>
                <a:cubicBezTo>
                  <a:pt x="6045805" y="3705547"/>
                  <a:pt x="6299644" y="3694130"/>
                  <a:pt x="6495060" y="3684729"/>
                </a:cubicBezTo>
                <a:lnTo>
                  <a:pt x="6656228" y="3677343"/>
                </a:lnTo>
                <a:lnTo>
                  <a:pt x="6653542" y="3679357"/>
                </a:lnTo>
                <a:cubicBezTo>
                  <a:pt x="6707264" y="3676671"/>
                  <a:pt x="6922155" y="3654510"/>
                  <a:pt x="7068549" y="3632350"/>
                </a:cubicBezTo>
                <a:close/>
                <a:moveTo>
                  <a:pt x="3949952" y="958285"/>
                </a:moveTo>
                <a:cubicBezTo>
                  <a:pt x="3863996" y="958285"/>
                  <a:pt x="3833777" y="1054314"/>
                  <a:pt x="3815646" y="1148331"/>
                </a:cubicBezTo>
                <a:lnTo>
                  <a:pt x="3815646" y="1157731"/>
                </a:lnTo>
                <a:cubicBezTo>
                  <a:pt x="3806244" y="1206754"/>
                  <a:pt x="3702157" y="1743984"/>
                  <a:pt x="3702157" y="1743984"/>
                </a:cubicBezTo>
                <a:lnTo>
                  <a:pt x="3693427" y="1787635"/>
                </a:lnTo>
                <a:lnTo>
                  <a:pt x="3608814" y="1787635"/>
                </a:lnTo>
                <a:cubicBezTo>
                  <a:pt x="2917760" y="1790240"/>
                  <a:pt x="2230097" y="1690905"/>
                  <a:pt x="1568027" y="1492829"/>
                </a:cubicBezTo>
                <a:cubicBezTo>
                  <a:pt x="1583150" y="1653266"/>
                  <a:pt x="1645025" y="1805740"/>
                  <a:pt x="1745983" y="1931344"/>
                </a:cubicBezTo>
                <a:cubicBezTo>
                  <a:pt x="1872587" y="2081399"/>
                  <a:pt x="2043512" y="2187435"/>
                  <a:pt x="2234187" y="2234208"/>
                </a:cubicBezTo>
                <a:lnTo>
                  <a:pt x="2274479" y="2242266"/>
                </a:lnTo>
                <a:lnTo>
                  <a:pt x="2274479" y="2283230"/>
                </a:lnTo>
                <a:cubicBezTo>
                  <a:pt x="2289246" y="2419356"/>
                  <a:pt x="2352397" y="2545654"/>
                  <a:pt x="2452435" y="2639144"/>
                </a:cubicBezTo>
                <a:cubicBezTo>
                  <a:pt x="2560955" y="2719233"/>
                  <a:pt x="2692985" y="2761043"/>
                  <a:pt x="2827822" y="2758007"/>
                </a:cubicBezTo>
                <a:cubicBezTo>
                  <a:pt x="2858712" y="2758007"/>
                  <a:pt x="2878187" y="2758007"/>
                  <a:pt x="2878187" y="2758007"/>
                </a:cubicBezTo>
                <a:lnTo>
                  <a:pt x="2920493" y="2753307"/>
                </a:lnTo>
                <a:lnTo>
                  <a:pt x="2935267" y="2793598"/>
                </a:lnTo>
                <a:cubicBezTo>
                  <a:pt x="2991266" y="2907652"/>
                  <a:pt x="3093460" y="2992246"/>
                  <a:pt x="3215967" y="3025950"/>
                </a:cubicBezTo>
                <a:cubicBezTo>
                  <a:pt x="3262505" y="3040363"/>
                  <a:pt x="3310962" y="3047608"/>
                  <a:pt x="3359675" y="3047441"/>
                </a:cubicBezTo>
                <a:cubicBezTo>
                  <a:pt x="3423061" y="3047352"/>
                  <a:pt x="3485971" y="3036446"/>
                  <a:pt x="3545690" y="3015206"/>
                </a:cubicBezTo>
                <a:lnTo>
                  <a:pt x="3644405" y="2974242"/>
                </a:lnTo>
                <a:lnTo>
                  <a:pt x="3499354" y="3567882"/>
                </a:lnTo>
                <a:lnTo>
                  <a:pt x="4411295" y="3567882"/>
                </a:lnTo>
                <a:lnTo>
                  <a:pt x="4266244" y="2973570"/>
                </a:lnTo>
                <a:lnTo>
                  <a:pt x="4364959" y="3015206"/>
                </a:lnTo>
                <a:cubicBezTo>
                  <a:pt x="4424934" y="3036299"/>
                  <a:pt x="4488071" y="3046969"/>
                  <a:pt x="4551645" y="3046768"/>
                </a:cubicBezTo>
                <a:cubicBezTo>
                  <a:pt x="4600358" y="3046936"/>
                  <a:pt x="4648816" y="3039690"/>
                  <a:pt x="4695353" y="3025279"/>
                </a:cubicBezTo>
                <a:cubicBezTo>
                  <a:pt x="4817901" y="2991656"/>
                  <a:pt x="4920122" y="2907041"/>
                  <a:pt x="4976054" y="2792927"/>
                </a:cubicBezTo>
                <a:lnTo>
                  <a:pt x="4990827" y="2753307"/>
                </a:lnTo>
                <a:lnTo>
                  <a:pt x="5035820" y="2761364"/>
                </a:lnTo>
                <a:cubicBezTo>
                  <a:pt x="5035820" y="2761364"/>
                  <a:pt x="5055294" y="2761364"/>
                  <a:pt x="5086185" y="2761364"/>
                </a:cubicBezTo>
                <a:cubicBezTo>
                  <a:pt x="5221022" y="2764400"/>
                  <a:pt x="5353052" y="2722590"/>
                  <a:pt x="5461572" y="2642502"/>
                </a:cubicBezTo>
                <a:cubicBezTo>
                  <a:pt x="5562187" y="2548333"/>
                  <a:pt x="5625385" y="2420982"/>
                  <a:pt x="5639528" y="2283900"/>
                </a:cubicBezTo>
                <a:lnTo>
                  <a:pt x="5639528" y="2242938"/>
                </a:lnTo>
                <a:lnTo>
                  <a:pt x="5679820" y="2234879"/>
                </a:lnTo>
                <a:cubicBezTo>
                  <a:pt x="5869145" y="2186769"/>
                  <a:pt x="6038680" y="2080634"/>
                  <a:pt x="6164666" y="1931344"/>
                </a:cubicBezTo>
                <a:cubicBezTo>
                  <a:pt x="6265624" y="1805740"/>
                  <a:pt x="6327499" y="1653266"/>
                  <a:pt x="6342622" y="1492829"/>
                </a:cubicBezTo>
                <a:cubicBezTo>
                  <a:pt x="5680551" y="1690905"/>
                  <a:pt x="4992889" y="1790240"/>
                  <a:pt x="4301835" y="1787635"/>
                </a:cubicBezTo>
                <a:lnTo>
                  <a:pt x="4218565" y="1787635"/>
                </a:lnTo>
                <a:lnTo>
                  <a:pt x="4209835" y="1743984"/>
                </a:lnTo>
                <a:cubicBezTo>
                  <a:pt x="4209835" y="1743984"/>
                  <a:pt x="4105076" y="1204068"/>
                  <a:pt x="4096346" y="1157731"/>
                </a:cubicBezTo>
                <a:lnTo>
                  <a:pt x="4096346" y="1148331"/>
                </a:lnTo>
                <a:cubicBezTo>
                  <a:pt x="4078887" y="1054314"/>
                  <a:pt x="4047996" y="958285"/>
                  <a:pt x="3962040" y="958285"/>
                </a:cubicBezTo>
                <a:close/>
                <a:moveTo>
                  <a:pt x="4863482" y="920396"/>
                </a:moveTo>
                <a:cubicBezTo>
                  <a:pt x="4911011" y="917447"/>
                  <a:pt x="4959017" y="922203"/>
                  <a:pt x="5005601" y="934781"/>
                </a:cubicBezTo>
                <a:cubicBezTo>
                  <a:pt x="5105505" y="969493"/>
                  <a:pt x="5195571" y="1027769"/>
                  <a:pt x="5268170" y="1104680"/>
                </a:cubicBezTo>
                <a:cubicBezTo>
                  <a:pt x="5165876" y="1126894"/>
                  <a:pt x="5060714" y="1132791"/>
                  <a:pt x="4956579" y="1122140"/>
                </a:cubicBezTo>
                <a:cubicBezTo>
                  <a:pt x="4827645" y="1108038"/>
                  <a:pt x="4724229" y="952241"/>
                  <a:pt x="4724229" y="952241"/>
                </a:cubicBezTo>
                <a:cubicBezTo>
                  <a:pt x="4768902" y="933999"/>
                  <a:pt x="4815953" y="923345"/>
                  <a:pt x="4863482" y="920396"/>
                </a:cubicBezTo>
                <a:close/>
                <a:moveTo>
                  <a:pt x="5293017" y="634604"/>
                </a:moveTo>
                <a:cubicBezTo>
                  <a:pt x="5383466" y="639017"/>
                  <a:pt x="5473351" y="651376"/>
                  <a:pt x="5561630" y="671539"/>
                </a:cubicBezTo>
                <a:cubicBezTo>
                  <a:pt x="5493336" y="743386"/>
                  <a:pt x="5405600" y="793785"/>
                  <a:pt x="5309134" y="816591"/>
                </a:cubicBezTo>
                <a:cubicBezTo>
                  <a:pt x="5189601" y="841438"/>
                  <a:pt x="5036492" y="729962"/>
                  <a:pt x="5036492" y="729962"/>
                </a:cubicBezTo>
                <a:cubicBezTo>
                  <a:pt x="5108702" y="669168"/>
                  <a:pt x="5199963" y="635657"/>
                  <a:pt x="5294360" y="635276"/>
                </a:cubicBezTo>
                <a:close/>
                <a:moveTo>
                  <a:pt x="4771237" y="300179"/>
                </a:moveTo>
                <a:cubicBezTo>
                  <a:pt x="4801308" y="401778"/>
                  <a:pt x="4819124" y="506612"/>
                  <a:pt x="4824288" y="612443"/>
                </a:cubicBezTo>
                <a:lnTo>
                  <a:pt x="4826974" y="612443"/>
                </a:lnTo>
                <a:cubicBezTo>
                  <a:pt x="4826974" y="744065"/>
                  <a:pt x="4692667" y="873000"/>
                  <a:pt x="4692667" y="873000"/>
                </a:cubicBezTo>
                <a:cubicBezTo>
                  <a:pt x="4639831" y="785721"/>
                  <a:pt x="4616301" y="683834"/>
                  <a:pt x="4625514" y="582224"/>
                </a:cubicBezTo>
                <a:cubicBezTo>
                  <a:pt x="4646050" y="476184"/>
                  <a:pt x="4696630" y="378282"/>
                  <a:pt x="4771237" y="300179"/>
                </a:cubicBezTo>
                <a:close/>
                <a:moveTo>
                  <a:pt x="5468959" y="0"/>
                </a:moveTo>
                <a:cubicBezTo>
                  <a:pt x="5467321" y="102512"/>
                  <a:pt x="5450109" y="204179"/>
                  <a:pt x="5417923" y="301521"/>
                </a:cubicBezTo>
                <a:cubicBezTo>
                  <a:pt x="5394110" y="377973"/>
                  <a:pt x="5335613" y="438706"/>
                  <a:pt x="5260113" y="465376"/>
                </a:cubicBezTo>
                <a:cubicBezTo>
                  <a:pt x="5245594" y="502374"/>
                  <a:pt x="5224931" y="536656"/>
                  <a:pt x="5199003" y="566778"/>
                </a:cubicBezTo>
                <a:cubicBezTo>
                  <a:pt x="5036492" y="760181"/>
                  <a:pt x="4741018" y="969701"/>
                  <a:pt x="4405252" y="1114753"/>
                </a:cubicBezTo>
                <a:cubicBezTo>
                  <a:pt x="4482767" y="1091733"/>
                  <a:pt x="4565983" y="1097455"/>
                  <a:pt x="4639616" y="1130870"/>
                </a:cubicBezTo>
                <a:lnTo>
                  <a:pt x="4640960" y="1129527"/>
                </a:lnTo>
                <a:cubicBezTo>
                  <a:pt x="4736801" y="1176239"/>
                  <a:pt x="4824006" y="1238914"/>
                  <a:pt x="4898828" y="1314872"/>
                </a:cubicBezTo>
                <a:cubicBezTo>
                  <a:pt x="4898828" y="1314872"/>
                  <a:pt x="4800784" y="1365909"/>
                  <a:pt x="4594624" y="1319573"/>
                </a:cubicBezTo>
                <a:cubicBezTo>
                  <a:pt x="4495976" y="1292630"/>
                  <a:pt x="4416272" y="1219923"/>
                  <a:pt x="4380405" y="1124155"/>
                </a:cubicBezTo>
                <a:lnTo>
                  <a:pt x="4212787" y="1185719"/>
                </a:lnTo>
                <a:lnTo>
                  <a:pt x="4219216" y="1218663"/>
                </a:lnTo>
                <a:cubicBezTo>
                  <a:pt x="4244084" y="1346182"/>
                  <a:pt x="4289916" y="1581640"/>
                  <a:pt x="4308551" y="1678846"/>
                </a:cubicBezTo>
                <a:cubicBezTo>
                  <a:pt x="5012202" y="1683250"/>
                  <a:pt x="5712262" y="1578128"/>
                  <a:pt x="6383585" y="1367252"/>
                </a:cubicBezTo>
                <a:lnTo>
                  <a:pt x="6455439" y="1343076"/>
                </a:lnTo>
                <a:lnTo>
                  <a:pt x="6455439" y="1414259"/>
                </a:lnTo>
                <a:cubicBezTo>
                  <a:pt x="6454439" y="1625934"/>
                  <a:pt x="6382034" y="1831077"/>
                  <a:pt x="6249951" y="1996483"/>
                </a:cubicBezTo>
                <a:cubicBezTo>
                  <a:pt x="6117310" y="2156288"/>
                  <a:pt x="5939373" y="2272183"/>
                  <a:pt x="5739586" y="2328895"/>
                </a:cubicBezTo>
                <a:cubicBezTo>
                  <a:pt x="5717445" y="2481515"/>
                  <a:pt x="5642039" y="2621383"/>
                  <a:pt x="5526710" y="2723759"/>
                </a:cubicBezTo>
                <a:cubicBezTo>
                  <a:pt x="5496384" y="2749405"/>
                  <a:pt x="5463532" y="2771902"/>
                  <a:pt x="5428666" y="2790912"/>
                </a:cubicBezTo>
                <a:cubicBezTo>
                  <a:pt x="5890009" y="2738532"/>
                  <a:pt x="6241221" y="2672721"/>
                  <a:pt x="6409104" y="2641160"/>
                </a:cubicBezTo>
                <a:lnTo>
                  <a:pt x="6486330" y="2626385"/>
                </a:lnTo>
                <a:lnTo>
                  <a:pt x="6480958" y="2626385"/>
                </a:lnTo>
                <a:cubicBezTo>
                  <a:pt x="6556841" y="2613626"/>
                  <a:pt x="6630038" y="2597509"/>
                  <a:pt x="6691147" y="2582736"/>
                </a:cubicBezTo>
                <a:cubicBezTo>
                  <a:pt x="6600524" y="2754039"/>
                  <a:pt x="6491299" y="2914831"/>
                  <a:pt x="6365454" y="3062214"/>
                </a:cubicBezTo>
                <a:cubicBezTo>
                  <a:pt x="6152760" y="3314631"/>
                  <a:pt x="5892097" y="3522338"/>
                  <a:pt x="5598564" y="3673313"/>
                </a:cubicBezTo>
                <a:cubicBezTo>
                  <a:pt x="5339950" y="3803619"/>
                  <a:pt x="5062285" y="3892026"/>
                  <a:pt x="4775937" y="3935213"/>
                </a:cubicBezTo>
                <a:cubicBezTo>
                  <a:pt x="4731468" y="3941693"/>
                  <a:pt x="4686569" y="3944836"/>
                  <a:pt x="4641631" y="3944615"/>
                </a:cubicBezTo>
                <a:cubicBezTo>
                  <a:pt x="4557837" y="3943869"/>
                  <a:pt x="4474177" y="3937812"/>
                  <a:pt x="4391149" y="3926483"/>
                </a:cubicBezTo>
                <a:lnTo>
                  <a:pt x="4311908" y="3914395"/>
                </a:lnTo>
                <a:lnTo>
                  <a:pt x="4465689" y="4557729"/>
                </a:lnTo>
                <a:lnTo>
                  <a:pt x="3952638" y="4589962"/>
                </a:lnTo>
                <a:lnTo>
                  <a:pt x="3440259" y="4557729"/>
                </a:lnTo>
                <a:lnTo>
                  <a:pt x="3594040" y="3914395"/>
                </a:lnTo>
                <a:lnTo>
                  <a:pt x="3514799" y="3926483"/>
                </a:lnTo>
                <a:cubicBezTo>
                  <a:pt x="3431771" y="3937812"/>
                  <a:pt x="3348112" y="3943869"/>
                  <a:pt x="3264318" y="3944615"/>
                </a:cubicBezTo>
                <a:cubicBezTo>
                  <a:pt x="3219379" y="3944836"/>
                  <a:pt x="3174480" y="3941693"/>
                  <a:pt x="3130011" y="3935213"/>
                </a:cubicBezTo>
                <a:cubicBezTo>
                  <a:pt x="2843663" y="3892019"/>
                  <a:pt x="2565998" y="3803619"/>
                  <a:pt x="2307384" y="3673313"/>
                </a:cubicBezTo>
                <a:cubicBezTo>
                  <a:pt x="2013696" y="3522579"/>
                  <a:pt x="1752994" y="3314833"/>
                  <a:pt x="1540494" y="3062214"/>
                </a:cubicBezTo>
                <a:cubicBezTo>
                  <a:pt x="1414649" y="2914831"/>
                  <a:pt x="1305424" y="2754039"/>
                  <a:pt x="1214801" y="2582736"/>
                </a:cubicBezTo>
                <a:cubicBezTo>
                  <a:pt x="1275910" y="2597509"/>
                  <a:pt x="1351122" y="2613626"/>
                  <a:pt x="1424991" y="2626385"/>
                </a:cubicBezTo>
                <a:lnTo>
                  <a:pt x="1502217" y="2641160"/>
                </a:lnTo>
                <a:cubicBezTo>
                  <a:pt x="1670100" y="2672721"/>
                  <a:pt x="2020640" y="2738532"/>
                  <a:pt x="2482654" y="2790241"/>
                </a:cubicBezTo>
                <a:cubicBezTo>
                  <a:pt x="2447775" y="2772566"/>
                  <a:pt x="2414903" y="2751178"/>
                  <a:pt x="2384610" y="2726444"/>
                </a:cubicBezTo>
                <a:cubicBezTo>
                  <a:pt x="2269275" y="2624069"/>
                  <a:pt x="2193875" y="2484201"/>
                  <a:pt x="2171735" y="2331581"/>
                </a:cubicBezTo>
                <a:cubicBezTo>
                  <a:pt x="1971947" y="2274869"/>
                  <a:pt x="1794011" y="2158974"/>
                  <a:pt x="1661370" y="1999169"/>
                </a:cubicBezTo>
                <a:cubicBezTo>
                  <a:pt x="1529286" y="1833763"/>
                  <a:pt x="1456882" y="1628620"/>
                  <a:pt x="1455881" y="1416946"/>
                </a:cubicBezTo>
                <a:lnTo>
                  <a:pt x="1455881" y="1343076"/>
                </a:lnTo>
                <a:lnTo>
                  <a:pt x="1531764" y="1365908"/>
                </a:lnTo>
                <a:cubicBezTo>
                  <a:pt x="2203021" y="1577242"/>
                  <a:pt x="2903073" y="1682813"/>
                  <a:pt x="3606799" y="1678846"/>
                </a:cubicBezTo>
                <a:cubicBezTo>
                  <a:pt x="3631646" y="1549239"/>
                  <a:pt x="3704843" y="1173848"/>
                  <a:pt x="3712230" y="1136243"/>
                </a:cubicBezTo>
                <a:lnTo>
                  <a:pt x="3712230" y="1127513"/>
                </a:lnTo>
                <a:cubicBezTo>
                  <a:pt x="3724989" y="1058344"/>
                  <a:pt x="3765952" y="849496"/>
                  <a:pt x="3953310" y="849496"/>
                </a:cubicBezTo>
                <a:lnTo>
                  <a:pt x="3962040" y="849496"/>
                </a:lnTo>
                <a:cubicBezTo>
                  <a:pt x="4125977" y="849496"/>
                  <a:pt x="4177318" y="1010937"/>
                  <a:pt x="4196590" y="1096286"/>
                </a:cubicBezTo>
                <a:lnTo>
                  <a:pt x="4198223" y="1104094"/>
                </a:lnTo>
                <a:lnTo>
                  <a:pt x="4252227" y="1085878"/>
                </a:lnTo>
                <a:cubicBezTo>
                  <a:pt x="4287566" y="1072951"/>
                  <a:pt x="4322654" y="1059016"/>
                  <a:pt x="4356230" y="1044242"/>
                </a:cubicBezTo>
                <a:cubicBezTo>
                  <a:pt x="4301917" y="958816"/>
                  <a:pt x="4278238" y="857474"/>
                  <a:pt x="4289077" y="756824"/>
                </a:cubicBezTo>
                <a:cubicBezTo>
                  <a:pt x="4313621" y="651091"/>
                  <a:pt x="4369016" y="555028"/>
                  <a:pt x="4448230" y="480821"/>
                </a:cubicBezTo>
                <a:cubicBezTo>
                  <a:pt x="4478489" y="581390"/>
                  <a:pt x="4495640" y="685439"/>
                  <a:pt x="4499266" y="790401"/>
                </a:cubicBezTo>
                <a:cubicBezTo>
                  <a:pt x="4503296" y="907920"/>
                  <a:pt x="4383763" y="1020738"/>
                  <a:pt x="4360259" y="1042227"/>
                </a:cubicBezTo>
                <a:cubicBezTo>
                  <a:pt x="4584880" y="946681"/>
                  <a:pt x="4795977" y="822050"/>
                  <a:pt x="4988142" y="671538"/>
                </a:cubicBezTo>
                <a:cubicBezTo>
                  <a:pt x="4938925" y="587368"/>
                  <a:pt x="4917101" y="489975"/>
                  <a:pt x="4925689" y="392850"/>
                </a:cubicBezTo>
                <a:cubicBezTo>
                  <a:pt x="4944432" y="292505"/>
                  <a:pt x="4990969" y="199437"/>
                  <a:pt x="5059996" y="124235"/>
                </a:cubicBezTo>
                <a:cubicBezTo>
                  <a:pt x="5087878" y="222088"/>
                  <a:pt x="5104545" y="322794"/>
                  <a:pt x="5109689" y="424412"/>
                </a:cubicBezTo>
                <a:cubicBezTo>
                  <a:pt x="5115733" y="537231"/>
                  <a:pt x="5009631" y="652735"/>
                  <a:pt x="4991500" y="671538"/>
                </a:cubicBezTo>
                <a:cubicBezTo>
                  <a:pt x="5060318" y="617613"/>
                  <a:pt x="5124967" y="558574"/>
                  <a:pt x="5184901" y="494924"/>
                </a:cubicBezTo>
                <a:cubicBezTo>
                  <a:pt x="5200642" y="478306"/>
                  <a:pt x="5215436" y="460818"/>
                  <a:pt x="5229222" y="442544"/>
                </a:cubicBezTo>
                <a:cubicBezTo>
                  <a:pt x="5213045" y="360186"/>
                  <a:pt x="5226610" y="274759"/>
                  <a:pt x="5267500" y="201461"/>
                </a:cubicBezTo>
                <a:cubicBezTo>
                  <a:pt x="5312197" y="115084"/>
                  <a:pt x="5382580" y="44696"/>
                  <a:pt x="5468959" y="0"/>
                </a:cubicBezTo>
                <a:close/>
              </a:path>
            </a:pathLst>
          </a:custGeom>
          <a:solidFill>
            <a:schemeClr val="bg1">
              <a:alpha val="3000"/>
            </a:schemeClr>
          </a:solidFill>
          <a:ln w="33822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7" name="PA-矩形 7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lumMod val="95000"/>
                  <a:lumOff val="5000"/>
                </a:schemeClr>
              </a:gs>
              <a:gs pos="100000">
                <a:schemeClr val="accent1">
                  <a:alpha val="54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2" name="任意多边形: 形状 51"/>
          <p:cNvSpPr/>
          <p:nvPr/>
        </p:nvSpPr>
        <p:spPr>
          <a:xfrm>
            <a:off x="246270" y="0"/>
            <a:ext cx="7536857" cy="6859978"/>
          </a:xfrm>
          <a:custGeom>
            <a:avLst/>
            <a:gdLst>
              <a:gd name="connsiteX0" fmla="*/ 6061826 w 7536857"/>
              <a:gd name="connsiteY0" fmla="*/ 0 h 6859978"/>
              <a:gd name="connsiteX1" fmla="*/ 6369661 w 7536857"/>
              <a:gd name="connsiteY1" fmla="*/ 0 h 6859978"/>
              <a:gd name="connsiteX2" fmla="*/ 6432300 w 7536857"/>
              <a:gd name="connsiteY2" fmla="*/ 80240 h 6859978"/>
              <a:gd name="connsiteX3" fmla="*/ 7536857 w 7536857"/>
              <a:gd name="connsiteY3" fmla="*/ 3429000 h 6859978"/>
              <a:gd name="connsiteX4" fmla="*/ 6432300 w 7536857"/>
              <a:gd name="connsiteY4" fmla="*/ 6777760 h 6859978"/>
              <a:gd name="connsiteX5" fmla="*/ 6368118 w 7536857"/>
              <a:gd name="connsiteY5" fmla="*/ 6859978 h 6859978"/>
              <a:gd name="connsiteX6" fmla="*/ 0 w 7536857"/>
              <a:gd name="connsiteY6" fmla="*/ 6859978 h 6859978"/>
              <a:gd name="connsiteX7" fmla="*/ 0 w 7536857"/>
              <a:gd name="connsiteY7" fmla="*/ 6858000 h 6859978"/>
              <a:gd name="connsiteX8" fmla="*/ 6061826 w 7536857"/>
              <a:gd name="connsiteY8" fmla="*/ 6858000 h 6859978"/>
              <a:gd name="connsiteX9" fmla="*/ 6145280 w 7536857"/>
              <a:gd name="connsiteY9" fmla="*/ 6755583 h 6859978"/>
              <a:gd name="connsiteX10" fmla="*/ 7290589 w 7536857"/>
              <a:gd name="connsiteY10" fmla="*/ 3429000 h 6859978"/>
              <a:gd name="connsiteX11" fmla="*/ 6145280 w 7536857"/>
              <a:gd name="connsiteY11" fmla="*/ 102417 h 6859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536857" h="6859978">
                <a:moveTo>
                  <a:pt x="6061826" y="0"/>
                </a:moveTo>
                <a:lnTo>
                  <a:pt x="6369661" y="0"/>
                </a:lnTo>
                <a:lnTo>
                  <a:pt x="6432300" y="80240"/>
                </a:lnTo>
                <a:cubicBezTo>
                  <a:pt x="7126033" y="1014054"/>
                  <a:pt x="7536857" y="2173231"/>
                  <a:pt x="7536857" y="3429000"/>
                </a:cubicBezTo>
                <a:cubicBezTo>
                  <a:pt x="7536857" y="4684771"/>
                  <a:pt x="7126033" y="5843946"/>
                  <a:pt x="6432300" y="6777760"/>
                </a:cubicBezTo>
                <a:lnTo>
                  <a:pt x="6368118" y="6859978"/>
                </a:lnTo>
                <a:lnTo>
                  <a:pt x="0" y="6859978"/>
                </a:lnTo>
                <a:lnTo>
                  <a:pt x="0" y="6858000"/>
                </a:lnTo>
                <a:lnTo>
                  <a:pt x="6061826" y="6858000"/>
                </a:lnTo>
                <a:lnTo>
                  <a:pt x="6145280" y="6755583"/>
                </a:lnTo>
                <a:cubicBezTo>
                  <a:pt x="6864608" y="5827953"/>
                  <a:pt x="7290589" y="4676454"/>
                  <a:pt x="7290589" y="3429000"/>
                </a:cubicBezTo>
                <a:cubicBezTo>
                  <a:pt x="7290589" y="2181547"/>
                  <a:pt x="6864608" y="1030047"/>
                  <a:pt x="6145280" y="10241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任意多边形: 形状 39"/>
          <p:cNvSpPr/>
          <p:nvPr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6" name="任意多边形: 形状 45"/>
          <p:cNvSpPr/>
          <p:nvPr userDrawn="1"/>
        </p:nvSpPr>
        <p:spPr>
          <a:xfrm>
            <a:off x="-16050" y="0"/>
            <a:ext cx="7552909" cy="6858000"/>
          </a:xfrm>
          <a:custGeom>
            <a:avLst/>
            <a:gdLst>
              <a:gd name="connsiteX0" fmla="*/ 0 w 7552909"/>
              <a:gd name="connsiteY0" fmla="*/ 0 h 6858000"/>
              <a:gd name="connsiteX1" fmla="*/ 6324146 w 7552909"/>
              <a:gd name="connsiteY1" fmla="*/ 0 h 6858000"/>
              <a:gd name="connsiteX2" fmla="*/ 6407600 w 7552909"/>
              <a:gd name="connsiteY2" fmla="*/ 102417 h 6858000"/>
              <a:gd name="connsiteX3" fmla="*/ 7552909 w 7552909"/>
              <a:gd name="connsiteY3" fmla="*/ 3429000 h 6858000"/>
              <a:gd name="connsiteX4" fmla="*/ 6407600 w 7552909"/>
              <a:gd name="connsiteY4" fmla="*/ 6755583 h 6858000"/>
              <a:gd name="connsiteX5" fmla="*/ 6324146 w 7552909"/>
              <a:gd name="connsiteY5" fmla="*/ 6858000 h 6858000"/>
              <a:gd name="connsiteX6" fmla="*/ 0 w 755290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52909" h="6858000">
                <a:moveTo>
                  <a:pt x="0" y="0"/>
                </a:moveTo>
                <a:lnTo>
                  <a:pt x="6324146" y="0"/>
                </a:lnTo>
                <a:lnTo>
                  <a:pt x="6407600" y="102417"/>
                </a:lnTo>
                <a:cubicBezTo>
                  <a:pt x="7126928" y="1030047"/>
                  <a:pt x="7552909" y="2181547"/>
                  <a:pt x="7552909" y="3429000"/>
                </a:cubicBezTo>
                <a:cubicBezTo>
                  <a:pt x="7552909" y="4676454"/>
                  <a:pt x="7126928" y="5827953"/>
                  <a:pt x="6407600" y="6755583"/>
                </a:cubicBezTo>
                <a:lnTo>
                  <a:pt x="632414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charset="-122"/>
                <a:ea typeface="微软雅黑" panose="020B050302020402020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39" name="文本框 38"/>
          <p:cNvSpPr txBox="1"/>
          <p:nvPr/>
        </p:nvSpPr>
        <p:spPr>
          <a:xfrm>
            <a:off x="700962" y="616225"/>
            <a:ext cx="2449979" cy="288221"/>
          </a:xfrm>
          <a:custGeom>
            <a:avLst/>
            <a:gdLst/>
            <a:ahLst/>
            <a:cxnLst/>
            <a:rect l="l" t="t" r="r" b="b"/>
            <a:pathLst>
              <a:path w="1660787" h="195379">
                <a:moveTo>
                  <a:pt x="29161" y="90222"/>
                </a:moveTo>
                <a:lnTo>
                  <a:pt x="29161" y="127778"/>
                </a:lnTo>
                <a:lnTo>
                  <a:pt x="46481" y="127778"/>
                </a:lnTo>
                <a:cubicBezTo>
                  <a:pt x="53844" y="127778"/>
                  <a:pt x="59603" y="126070"/>
                  <a:pt x="63756" y="122653"/>
                </a:cubicBezTo>
                <a:cubicBezTo>
                  <a:pt x="67910" y="119236"/>
                  <a:pt x="69986" y="114494"/>
                  <a:pt x="69986" y="108426"/>
                </a:cubicBezTo>
                <a:cubicBezTo>
                  <a:pt x="69986" y="102652"/>
                  <a:pt x="67924" y="98175"/>
                  <a:pt x="63800" y="94994"/>
                </a:cubicBezTo>
                <a:cubicBezTo>
                  <a:pt x="59677" y="91813"/>
                  <a:pt x="53815" y="90222"/>
                  <a:pt x="46216" y="90222"/>
                </a:cubicBezTo>
                <a:close/>
                <a:moveTo>
                  <a:pt x="1496048" y="49397"/>
                </a:moveTo>
                <a:cubicBezTo>
                  <a:pt x="1493220" y="54699"/>
                  <a:pt x="1489170" y="61120"/>
                  <a:pt x="1483898" y="68661"/>
                </a:cubicBezTo>
                <a:cubicBezTo>
                  <a:pt x="1478625" y="76201"/>
                  <a:pt x="1470716" y="86511"/>
                  <a:pt x="1460171" y="99589"/>
                </a:cubicBezTo>
                <a:lnTo>
                  <a:pt x="1496048" y="99589"/>
                </a:lnTo>
                <a:close/>
                <a:moveTo>
                  <a:pt x="29161" y="34374"/>
                </a:moveTo>
                <a:lnTo>
                  <a:pt x="29161" y="68219"/>
                </a:lnTo>
                <a:lnTo>
                  <a:pt x="43034" y="68219"/>
                </a:lnTo>
                <a:cubicBezTo>
                  <a:pt x="49691" y="68219"/>
                  <a:pt x="54934" y="66628"/>
                  <a:pt x="58764" y="63447"/>
                </a:cubicBezTo>
                <a:cubicBezTo>
                  <a:pt x="62593" y="60266"/>
                  <a:pt x="64507" y="55818"/>
                  <a:pt x="64507" y="50104"/>
                </a:cubicBezTo>
                <a:cubicBezTo>
                  <a:pt x="64507" y="39618"/>
                  <a:pt x="56849" y="34374"/>
                  <a:pt x="41532" y="34374"/>
                </a:cubicBezTo>
                <a:close/>
                <a:moveTo>
                  <a:pt x="1612362" y="32254"/>
                </a:moveTo>
                <a:cubicBezTo>
                  <a:pt x="1598518" y="32254"/>
                  <a:pt x="1591596" y="49043"/>
                  <a:pt x="1591596" y="82623"/>
                </a:cubicBezTo>
                <a:cubicBezTo>
                  <a:pt x="1591596" y="114199"/>
                  <a:pt x="1598341" y="129987"/>
                  <a:pt x="1611832" y="129987"/>
                </a:cubicBezTo>
                <a:cubicBezTo>
                  <a:pt x="1625087" y="129987"/>
                  <a:pt x="1631714" y="113728"/>
                  <a:pt x="1631714" y="81209"/>
                </a:cubicBezTo>
                <a:cubicBezTo>
                  <a:pt x="1631714" y="48572"/>
                  <a:pt x="1625263" y="32254"/>
                  <a:pt x="1612362" y="32254"/>
                </a:cubicBezTo>
                <a:close/>
                <a:moveTo>
                  <a:pt x="1362679" y="32254"/>
                </a:moveTo>
                <a:cubicBezTo>
                  <a:pt x="1356965" y="32254"/>
                  <a:pt x="1352385" y="34522"/>
                  <a:pt x="1348938" y="39058"/>
                </a:cubicBezTo>
                <a:cubicBezTo>
                  <a:pt x="1345492" y="43594"/>
                  <a:pt x="1343769" y="49191"/>
                  <a:pt x="1343769" y="55848"/>
                </a:cubicBezTo>
                <a:cubicBezTo>
                  <a:pt x="1343769" y="63094"/>
                  <a:pt x="1345521" y="68779"/>
                  <a:pt x="1349027" y="72902"/>
                </a:cubicBezTo>
                <a:cubicBezTo>
                  <a:pt x="1352532" y="77026"/>
                  <a:pt x="1357318" y="79088"/>
                  <a:pt x="1363386" y="79088"/>
                </a:cubicBezTo>
                <a:cubicBezTo>
                  <a:pt x="1368806" y="79088"/>
                  <a:pt x="1373269" y="77114"/>
                  <a:pt x="1376774" y="73167"/>
                </a:cubicBezTo>
                <a:cubicBezTo>
                  <a:pt x="1380279" y="69220"/>
                  <a:pt x="1382032" y="64331"/>
                  <a:pt x="1382032" y="58499"/>
                </a:cubicBezTo>
                <a:cubicBezTo>
                  <a:pt x="1382032" y="51488"/>
                  <a:pt x="1380279" y="45361"/>
                  <a:pt x="1376774" y="40118"/>
                </a:cubicBezTo>
                <a:cubicBezTo>
                  <a:pt x="1373269" y="34875"/>
                  <a:pt x="1368570" y="32254"/>
                  <a:pt x="1362679" y="32254"/>
                </a:cubicBezTo>
                <a:close/>
                <a:moveTo>
                  <a:pt x="1495606" y="12636"/>
                </a:moveTo>
                <a:lnTo>
                  <a:pt x="1522028" y="12636"/>
                </a:lnTo>
                <a:lnTo>
                  <a:pt x="1522028" y="99589"/>
                </a:lnTo>
                <a:lnTo>
                  <a:pt x="1541380" y="99589"/>
                </a:lnTo>
                <a:lnTo>
                  <a:pt x="1541380" y="120355"/>
                </a:lnTo>
                <a:lnTo>
                  <a:pt x="1522028" y="120355"/>
                </a:lnTo>
                <a:lnTo>
                  <a:pt x="1522028" y="149516"/>
                </a:lnTo>
                <a:lnTo>
                  <a:pt x="1496048" y="149516"/>
                </a:lnTo>
                <a:lnTo>
                  <a:pt x="1496048" y="120355"/>
                </a:lnTo>
                <a:lnTo>
                  <a:pt x="1434898" y="120355"/>
                </a:lnTo>
                <a:lnTo>
                  <a:pt x="1434898" y="99412"/>
                </a:lnTo>
                <a:cubicBezTo>
                  <a:pt x="1447564" y="85274"/>
                  <a:pt x="1459435" y="70310"/>
                  <a:pt x="1470510" y="54522"/>
                </a:cubicBezTo>
                <a:cubicBezTo>
                  <a:pt x="1481585" y="38734"/>
                  <a:pt x="1489951" y="24772"/>
                  <a:pt x="1495606" y="12636"/>
                </a:cubicBezTo>
                <a:close/>
                <a:moveTo>
                  <a:pt x="1009650" y="12636"/>
                </a:moveTo>
                <a:lnTo>
                  <a:pt x="1087501" y="12636"/>
                </a:lnTo>
                <a:lnTo>
                  <a:pt x="1087501" y="36495"/>
                </a:lnTo>
                <a:lnTo>
                  <a:pt x="1038811" y="36495"/>
                </a:lnTo>
                <a:lnTo>
                  <a:pt x="1038811" y="68749"/>
                </a:lnTo>
                <a:lnTo>
                  <a:pt x="1084055" y="68749"/>
                </a:lnTo>
                <a:lnTo>
                  <a:pt x="1084055" y="92520"/>
                </a:lnTo>
                <a:lnTo>
                  <a:pt x="1038811" y="92520"/>
                </a:lnTo>
                <a:lnTo>
                  <a:pt x="1038811" y="125657"/>
                </a:lnTo>
                <a:lnTo>
                  <a:pt x="1090682" y="125657"/>
                </a:lnTo>
                <a:lnTo>
                  <a:pt x="1090682" y="149516"/>
                </a:lnTo>
                <a:lnTo>
                  <a:pt x="1009650" y="149516"/>
                </a:lnTo>
                <a:close/>
                <a:moveTo>
                  <a:pt x="714375" y="12636"/>
                </a:moveTo>
                <a:lnTo>
                  <a:pt x="746187" y="12636"/>
                </a:lnTo>
                <a:lnTo>
                  <a:pt x="802034" y="98705"/>
                </a:lnTo>
                <a:cubicBezTo>
                  <a:pt x="805746" y="104420"/>
                  <a:pt x="808014" y="108043"/>
                  <a:pt x="808839" y="109574"/>
                </a:cubicBezTo>
                <a:lnTo>
                  <a:pt x="809281" y="109574"/>
                </a:lnTo>
                <a:cubicBezTo>
                  <a:pt x="808691" y="106275"/>
                  <a:pt x="808397" y="99972"/>
                  <a:pt x="808397" y="90664"/>
                </a:cubicBezTo>
                <a:lnTo>
                  <a:pt x="808397" y="12636"/>
                </a:lnTo>
                <a:lnTo>
                  <a:pt x="836056" y="12636"/>
                </a:lnTo>
                <a:lnTo>
                  <a:pt x="836056" y="149516"/>
                </a:lnTo>
                <a:lnTo>
                  <a:pt x="806188" y="149516"/>
                </a:lnTo>
                <a:lnTo>
                  <a:pt x="748219" y="60973"/>
                </a:lnTo>
                <a:cubicBezTo>
                  <a:pt x="745215" y="56378"/>
                  <a:pt x="743035" y="52666"/>
                  <a:pt x="741680" y="49839"/>
                </a:cubicBezTo>
                <a:lnTo>
                  <a:pt x="741238" y="49839"/>
                </a:lnTo>
                <a:cubicBezTo>
                  <a:pt x="741768" y="54551"/>
                  <a:pt x="742033" y="61827"/>
                  <a:pt x="742033" y="71665"/>
                </a:cubicBezTo>
                <a:lnTo>
                  <a:pt x="742033" y="149516"/>
                </a:lnTo>
                <a:lnTo>
                  <a:pt x="714375" y="149516"/>
                </a:lnTo>
                <a:close/>
                <a:moveTo>
                  <a:pt x="647611" y="12636"/>
                </a:moveTo>
                <a:lnTo>
                  <a:pt x="676772" y="12636"/>
                </a:lnTo>
                <a:lnTo>
                  <a:pt x="676772" y="149516"/>
                </a:lnTo>
                <a:lnTo>
                  <a:pt x="647611" y="149516"/>
                </a:lnTo>
                <a:close/>
                <a:moveTo>
                  <a:pt x="187212" y="12636"/>
                </a:moveTo>
                <a:lnTo>
                  <a:pt x="294489" y="12636"/>
                </a:lnTo>
                <a:lnTo>
                  <a:pt x="294489" y="36495"/>
                </a:lnTo>
                <a:lnTo>
                  <a:pt x="255431" y="36495"/>
                </a:lnTo>
                <a:lnTo>
                  <a:pt x="255431" y="149516"/>
                </a:lnTo>
                <a:lnTo>
                  <a:pt x="226181" y="149516"/>
                </a:lnTo>
                <a:lnTo>
                  <a:pt x="226181" y="36495"/>
                </a:lnTo>
                <a:lnTo>
                  <a:pt x="187212" y="36495"/>
                </a:lnTo>
                <a:close/>
                <a:moveTo>
                  <a:pt x="133261" y="12636"/>
                </a:moveTo>
                <a:lnTo>
                  <a:pt x="162422" y="12636"/>
                </a:lnTo>
                <a:lnTo>
                  <a:pt x="162422" y="149516"/>
                </a:lnTo>
                <a:lnTo>
                  <a:pt x="133261" y="149516"/>
                </a:lnTo>
                <a:close/>
                <a:moveTo>
                  <a:pt x="0" y="12636"/>
                </a:moveTo>
                <a:lnTo>
                  <a:pt x="48601" y="12636"/>
                </a:lnTo>
                <a:cubicBezTo>
                  <a:pt x="63506" y="12636"/>
                  <a:pt x="74994" y="15464"/>
                  <a:pt x="83064" y="21119"/>
                </a:cubicBezTo>
                <a:cubicBezTo>
                  <a:pt x="91135" y="26775"/>
                  <a:pt x="95171" y="34610"/>
                  <a:pt x="95171" y="44625"/>
                </a:cubicBezTo>
                <a:cubicBezTo>
                  <a:pt x="95171" y="52048"/>
                  <a:pt x="92667" y="58557"/>
                  <a:pt x="87659" y="64154"/>
                </a:cubicBezTo>
                <a:cubicBezTo>
                  <a:pt x="82652" y="69751"/>
                  <a:pt x="76349" y="73609"/>
                  <a:pt x="68749" y="75730"/>
                </a:cubicBezTo>
                <a:lnTo>
                  <a:pt x="68749" y="76083"/>
                </a:lnTo>
                <a:cubicBezTo>
                  <a:pt x="78293" y="77262"/>
                  <a:pt x="85995" y="80796"/>
                  <a:pt x="91857" y="86687"/>
                </a:cubicBezTo>
                <a:cubicBezTo>
                  <a:pt x="97719" y="92579"/>
                  <a:pt x="100649" y="99972"/>
                  <a:pt x="100649" y="108868"/>
                </a:cubicBezTo>
                <a:cubicBezTo>
                  <a:pt x="100649" y="121298"/>
                  <a:pt x="96231" y="131180"/>
                  <a:pt x="87394" y="138515"/>
                </a:cubicBezTo>
                <a:cubicBezTo>
                  <a:pt x="78558" y="145849"/>
                  <a:pt x="66481" y="149516"/>
                  <a:pt x="51164" y="149516"/>
                </a:cubicBezTo>
                <a:lnTo>
                  <a:pt x="0" y="149516"/>
                </a:lnTo>
                <a:close/>
                <a:moveTo>
                  <a:pt x="1613599" y="10339"/>
                </a:moveTo>
                <a:cubicBezTo>
                  <a:pt x="1645057" y="10339"/>
                  <a:pt x="1660787" y="33609"/>
                  <a:pt x="1660787" y="80148"/>
                </a:cubicBezTo>
                <a:cubicBezTo>
                  <a:pt x="1660787" y="103065"/>
                  <a:pt x="1656516" y="120753"/>
                  <a:pt x="1647974" y="133213"/>
                </a:cubicBezTo>
                <a:cubicBezTo>
                  <a:pt x="1639431" y="145672"/>
                  <a:pt x="1627090" y="151902"/>
                  <a:pt x="1610948" y="151902"/>
                </a:cubicBezTo>
                <a:cubicBezTo>
                  <a:pt x="1578782" y="151902"/>
                  <a:pt x="1562700" y="129045"/>
                  <a:pt x="1562700" y="83330"/>
                </a:cubicBezTo>
                <a:cubicBezTo>
                  <a:pt x="1562700" y="59647"/>
                  <a:pt x="1567059" y="41562"/>
                  <a:pt x="1575778" y="29072"/>
                </a:cubicBezTo>
                <a:cubicBezTo>
                  <a:pt x="1584497" y="16583"/>
                  <a:pt x="1597104" y="10339"/>
                  <a:pt x="1613599" y="10339"/>
                </a:cubicBezTo>
                <a:close/>
                <a:moveTo>
                  <a:pt x="1363563" y="10339"/>
                </a:moveTo>
                <a:cubicBezTo>
                  <a:pt x="1378350" y="10339"/>
                  <a:pt x="1389955" y="15965"/>
                  <a:pt x="1398380" y="27217"/>
                </a:cubicBezTo>
                <a:cubicBezTo>
                  <a:pt x="1406804" y="38469"/>
                  <a:pt x="1411016" y="54169"/>
                  <a:pt x="1411016" y="74316"/>
                </a:cubicBezTo>
                <a:cubicBezTo>
                  <a:pt x="1411016" y="98234"/>
                  <a:pt x="1405935" y="117145"/>
                  <a:pt x="1395773" y="131048"/>
                </a:cubicBezTo>
                <a:cubicBezTo>
                  <a:pt x="1385611" y="144951"/>
                  <a:pt x="1370986" y="151902"/>
                  <a:pt x="1351899" y="151902"/>
                </a:cubicBezTo>
                <a:cubicBezTo>
                  <a:pt x="1341118" y="151902"/>
                  <a:pt x="1331663" y="150164"/>
                  <a:pt x="1323533" y="146688"/>
                </a:cubicBezTo>
                <a:lnTo>
                  <a:pt x="1323533" y="122918"/>
                </a:lnTo>
                <a:cubicBezTo>
                  <a:pt x="1330838" y="127631"/>
                  <a:pt x="1339439" y="129987"/>
                  <a:pt x="1349336" y="129987"/>
                </a:cubicBezTo>
                <a:cubicBezTo>
                  <a:pt x="1371428" y="129987"/>
                  <a:pt x="1382709" y="115613"/>
                  <a:pt x="1383180" y="86864"/>
                </a:cubicBezTo>
                <a:lnTo>
                  <a:pt x="1382650" y="86687"/>
                </a:lnTo>
                <a:cubicBezTo>
                  <a:pt x="1376641" y="95937"/>
                  <a:pt x="1367363" y="100561"/>
                  <a:pt x="1354815" y="100561"/>
                </a:cubicBezTo>
                <a:cubicBezTo>
                  <a:pt x="1343445" y="100561"/>
                  <a:pt x="1334093" y="96570"/>
                  <a:pt x="1326758" y="88587"/>
                </a:cubicBezTo>
                <a:cubicBezTo>
                  <a:pt x="1319424" y="80605"/>
                  <a:pt x="1315757" y="70546"/>
                  <a:pt x="1315757" y="58410"/>
                </a:cubicBezTo>
                <a:cubicBezTo>
                  <a:pt x="1315757" y="44154"/>
                  <a:pt x="1320175" y="32578"/>
                  <a:pt x="1329012" y="23682"/>
                </a:cubicBezTo>
                <a:cubicBezTo>
                  <a:pt x="1337848" y="14786"/>
                  <a:pt x="1349365" y="10339"/>
                  <a:pt x="1363563" y="10339"/>
                </a:cubicBezTo>
                <a:close/>
                <a:moveTo>
                  <a:pt x="940366" y="10339"/>
                </a:moveTo>
                <a:cubicBezTo>
                  <a:pt x="953738" y="10339"/>
                  <a:pt x="964932" y="12077"/>
                  <a:pt x="973945" y="15552"/>
                </a:cubicBezTo>
                <a:lnTo>
                  <a:pt x="973945" y="43741"/>
                </a:lnTo>
                <a:cubicBezTo>
                  <a:pt x="964696" y="38321"/>
                  <a:pt x="954210" y="35612"/>
                  <a:pt x="942486" y="35612"/>
                </a:cubicBezTo>
                <a:cubicBezTo>
                  <a:pt x="929114" y="35612"/>
                  <a:pt x="918421" y="39883"/>
                  <a:pt x="910409" y="48425"/>
                </a:cubicBezTo>
                <a:cubicBezTo>
                  <a:pt x="902397" y="56967"/>
                  <a:pt x="898391" y="68130"/>
                  <a:pt x="898391" y="81916"/>
                </a:cubicBezTo>
                <a:cubicBezTo>
                  <a:pt x="898391" y="95347"/>
                  <a:pt x="902191" y="106158"/>
                  <a:pt x="909791" y="114346"/>
                </a:cubicBezTo>
                <a:cubicBezTo>
                  <a:pt x="917390" y="122535"/>
                  <a:pt x="927670" y="126629"/>
                  <a:pt x="940631" y="126629"/>
                </a:cubicBezTo>
                <a:cubicBezTo>
                  <a:pt x="952825" y="126629"/>
                  <a:pt x="963930" y="123684"/>
                  <a:pt x="973945" y="117793"/>
                </a:cubicBezTo>
                <a:lnTo>
                  <a:pt x="973945" y="144568"/>
                </a:lnTo>
                <a:cubicBezTo>
                  <a:pt x="963989" y="149457"/>
                  <a:pt x="950999" y="151902"/>
                  <a:pt x="934975" y="151902"/>
                </a:cubicBezTo>
                <a:cubicBezTo>
                  <a:pt x="914356" y="151902"/>
                  <a:pt x="897994" y="145731"/>
                  <a:pt x="885887" y="133389"/>
                </a:cubicBezTo>
                <a:cubicBezTo>
                  <a:pt x="873781" y="121047"/>
                  <a:pt x="867728" y="104597"/>
                  <a:pt x="867728" y="84036"/>
                </a:cubicBezTo>
                <a:cubicBezTo>
                  <a:pt x="867728" y="62416"/>
                  <a:pt x="874488" y="44728"/>
                  <a:pt x="888008" y="30972"/>
                </a:cubicBezTo>
                <a:cubicBezTo>
                  <a:pt x="901528" y="17217"/>
                  <a:pt x="918981" y="10339"/>
                  <a:pt x="940366" y="10339"/>
                </a:cubicBezTo>
                <a:close/>
                <a:moveTo>
                  <a:pt x="579615" y="10339"/>
                </a:moveTo>
                <a:cubicBezTo>
                  <a:pt x="592988" y="10339"/>
                  <a:pt x="604211" y="12077"/>
                  <a:pt x="613283" y="15552"/>
                </a:cubicBezTo>
                <a:lnTo>
                  <a:pt x="613283" y="42946"/>
                </a:lnTo>
                <a:cubicBezTo>
                  <a:pt x="604093" y="36701"/>
                  <a:pt x="593342" y="33579"/>
                  <a:pt x="581029" y="33579"/>
                </a:cubicBezTo>
                <a:cubicBezTo>
                  <a:pt x="573842" y="33579"/>
                  <a:pt x="568098" y="34890"/>
                  <a:pt x="563798" y="37511"/>
                </a:cubicBezTo>
                <a:cubicBezTo>
                  <a:pt x="559497" y="40133"/>
                  <a:pt x="557347" y="43653"/>
                  <a:pt x="557347" y="48071"/>
                </a:cubicBezTo>
                <a:cubicBezTo>
                  <a:pt x="557347" y="51606"/>
                  <a:pt x="558820" y="54861"/>
                  <a:pt x="561765" y="57836"/>
                </a:cubicBezTo>
                <a:cubicBezTo>
                  <a:pt x="564711" y="60811"/>
                  <a:pt x="571986" y="64831"/>
                  <a:pt x="583592" y="69898"/>
                </a:cubicBezTo>
                <a:cubicBezTo>
                  <a:pt x="597200" y="75730"/>
                  <a:pt x="606553" y="81886"/>
                  <a:pt x="611648" y="88366"/>
                </a:cubicBezTo>
                <a:cubicBezTo>
                  <a:pt x="616744" y="94847"/>
                  <a:pt x="619292" y="102564"/>
                  <a:pt x="619292" y="111519"/>
                </a:cubicBezTo>
                <a:cubicBezTo>
                  <a:pt x="619292" y="124656"/>
                  <a:pt x="614638" y="134671"/>
                  <a:pt x="605330" y="141563"/>
                </a:cubicBezTo>
                <a:cubicBezTo>
                  <a:pt x="596022" y="148456"/>
                  <a:pt x="582797" y="151902"/>
                  <a:pt x="565654" y="151902"/>
                </a:cubicBezTo>
                <a:cubicBezTo>
                  <a:pt x="549983" y="151902"/>
                  <a:pt x="537141" y="149369"/>
                  <a:pt x="527126" y="144303"/>
                </a:cubicBezTo>
                <a:lnTo>
                  <a:pt x="527126" y="115053"/>
                </a:lnTo>
                <a:cubicBezTo>
                  <a:pt x="538142" y="124184"/>
                  <a:pt x="550661" y="128750"/>
                  <a:pt x="564682" y="128750"/>
                </a:cubicBezTo>
                <a:cubicBezTo>
                  <a:pt x="572635" y="128750"/>
                  <a:pt x="578614" y="127380"/>
                  <a:pt x="582620" y="124641"/>
                </a:cubicBezTo>
                <a:cubicBezTo>
                  <a:pt x="586626" y="121902"/>
                  <a:pt x="588629" y="118382"/>
                  <a:pt x="588629" y="114081"/>
                </a:cubicBezTo>
                <a:cubicBezTo>
                  <a:pt x="588629" y="110370"/>
                  <a:pt x="587038" y="106865"/>
                  <a:pt x="583857" y="103566"/>
                </a:cubicBezTo>
                <a:cubicBezTo>
                  <a:pt x="580676" y="100267"/>
                  <a:pt x="572281" y="95789"/>
                  <a:pt x="558673" y="90134"/>
                </a:cubicBezTo>
                <a:cubicBezTo>
                  <a:pt x="537288" y="81061"/>
                  <a:pt x="526595" y="67865"/>
                  <a:pt x="526595" y="50546"/>
                </a:cubicBezTo>
                <a:cubicBezTo>
                  <a:pt x="526595" y="37821"/>
                  <a:pt x="531441" y="27938"/>
                  <a:pt x="541132" y="20899"/>
                </a:cubicBezTo>
                <a:cubicBezTo>
                  <a:pt x="550823" y="13859"/>
                  <a:pt x="563651" y="10339"/>
                  <a:pt x="579615" y="10339"/>
                </a:cubicBezTo>
                <a:close/>
                <a:moveTo>
                  <a:pt x="1242919" y="9632"/>
                </a:moveTo>
                <a:lnTo>
                  <a:pt x="1261123" y="9632"/>
                </a:lnTo>
                <a:lnTo>
                  <a:pt x="1261123" y="149516"/>
                </a:lnTo>
                <a:lnTo>
                  <a:pt x="1232404" y="149516"/>
                </a:lnTo>
                <a:lnTo>
                  <a:pt x="1232404" y="41797"/>
                </a:lnTo>
                <a:cubicBezTo>
                  <a:pt x="1228869" y="44861"/>
                  <a:pt x="1224038" y="47615"/>
                  <a:pt x="1217911" y="50060"/>
                </a:cubicBezTo>
                <a:cubicBezTo>
                  <a:pt x="1211785" y="52504"/>
                  <a:pt x="1206159" y="54021"/>
                  <a:pt x="1201033" y="54610"/>
                </a:cubicBezTo>
                <a:lnTo>
                  <a:pt x="1201033" y="30133"/>
                </a:lnTo>
                <a:cubicBezTo>
                  <a:pt x="1217175" y="25420"/>
                  <a:pt x="1231137" y="18586"/>
                  <a:pt x="1242919" y="9632"/>
                </a:cubicBezTo>
                <a:close/>
                <a:moveTo>
                  <a:pt x="403761" y="0"/>
                </a:moveTo>
                <a:lnTo>
                  <a:pt x="426648" y="0"/>
                </a:lnTo>
                <a:lnTo>
                  <a:pt x="426648" y="195379"/>
                </a:lnTo>
                <a:lnTo>
                  <a:pt x="403761" y="195379"/>
                </a:lnTo>
                <a:close/>
              </a:path>
            </a:pathLst>
          </a:custGeom>
          <a:solidFill>
            <a:srgbClr val="A2A2A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24" name="任意多边形: 形状 123"/>
          <p:cNvSpPr/>
          <p:nvPr/>
        </p:nvSpPr>
        <p:spPr>
          <a:xfrm>
            <a:off x="8249789" y="2190199"/>
            <a:ext cx="3242958" cy="2476997"/>
          </a:xfrm>
          <a:custGeom>
            <a:avLst/>
            <a:gdLst>
              <a:gd name="connsiteX0" fmla="*/ 54514 w 3242958"/>
              <a:gd name="connsiteY0" fmla="*/ 2417671 h 2476997"/>
              <a:gd name="connsiteX1" fmla="*/ 53384 w 3242958"/>
              <a:gd name="connsiteY1" fmla="*/ 2451846 h 2476997"/>
              <a:gd name="connsiteX2" fmla="*/ 83040 w 3242958"/>
              <a:gd name="connsiteY2" fmla="*/ 2451846 h 2476997"/>
              <a:gd name="connsiteX3" fmla="*/ 97445 w 3242958"/>
              <a:gd name="connsiteY3" fmla="*/ 2447327 h 2476997"/>
              <a:gd name="connsiteX4" fmla="*/ 102248 w 3242958"/>
              <a:gd name="connsiteY4" fmla="*/ 2433770 h 2476997"/>
              <a:gd name="connsiteX5" fmla="*/ 97445 w 3242958"/>
              <a:gd name="connsiteY5" fmla="*/ 2421624 h 2476997"/>
              <a:gd name="connsiteX6" fmla="*/ 82758 w 3242958"/>
              <a:gd name="connsiteY6" fmla="*/ 2417671 h 2476997"/>
              <a:gd name="connsiteX7" fmla="*/ 52536 w 3242958"/>
              <a:gd name="connsiteY7" fmla="*/ 2367114 h 2476997"/>
              <a:gd name="connsiteX8" fmla="*/ 53384 w 3242958"/>
              <a:gd name="connsiteY8" fmla="*/ 2395358 h 2476997"/>
              <a:gd name="connsiteX9" fmla="*/ 81628 w 3242958"/>
              <a:gd name="connsiteY9" fmla="*/ 2395358 h 2476997"/>
              <a:gd name="connsiteX10" fmla="*/ 95467 w 3242958"/>
              <a:gd name="connsiteY10" fmla="*/ 2391687 h 2476997"/>
              <a:gd name="connsiteX11" fmla="*/ 99986 w 3242958"/>
              <a:gd name="connsiteY11" fmla="*/ 2380390 h 2476997"/>
              <a:gd name="connsiteX12" fmla="*/ 95185 w 3242958"/>
              <a:gd name="connsiteY12" fmla="*/ 2370503 h 2476997"/>
              <a:gd name="connsiteX13" fmla="*/ 80780 w 3242958"/>
              <a:gd name="connsiteY13" fmla="*/ 2367114 h 2476997"/>
              <a:gd name="connsiteX14" fmla="*/ 2925216 w 3242958"/>
              <a:gd name="connsiteY14" fmla="*/ 2364572 h 2476997"/>
              <a:gd name="connsiteX15" fmla="*/ 2901776 w 3242958"/>
              <a:gd name="connsiteY15" fmla="*/ 2376436 h 2476997"/>
              <a:gd name="connsiteX16" fmla="*/ 2893301 w 3242958"/>
              <a:gd name="connsiteY16" fmla="*/ 2409765 h 2476997"/>
              <a:gd name="connsiteX17" fmla="*/ 2901776 w 3242958"/>
              <a:gd name="connsiteY17" fmla="*/ 2442243 h 2476997"/>
              <a:gd name="connsiteX18" fmla="*/ 2925216 w 3242958"/>
              <a:gd name="connsiteY18" fmla="*/ 2454107 h 2476997"/>
              <a:gd name="connsiteX19" fmla="*/ 2948659 w 3242958"/>
              <a:gd name="connsiteY19" fmla="*/ 2442243 h 2476997"/>
              <a:gd name="connsiteX20" fmla="*/ 2957131 w 3242958"/>
              <a:gd name="connsiteY20" fmla="*/ 2409765 h 2476997"/>
              <a:gd name="connsiteX21" fmla="*/ 2948659 w 3242958"/>
              <a:gd name="connsiteY21" fmla="*/ 2376436 h 2476997"/>
              <a:gd name="connsiteX22" fmla="*/ 2925216 w 3242958"/>
              <a:gd name="connsiteY22" fmla="*/ 2364572 h 2476997"/>
              <a:gd name="connsiteX23" fmla="*/ 2684296 w 3242958"/>
              <a:gd name="connsiteY23" fmla="*/ 2364572 h 2476997"/>
              <a:gd name="connsiteX24" fmla="*/ 2660856 w 3242958"/>
              <a:gd name="connsiteY24" fmla="*/ 2376436 h 2476997"/>
              <a:gd name="connsiteX25" fmla="*/ 2652381 w 3242958"/>
              <a:gd name="connsiteY25" fmla="*/ 2409765 h 2476997"/>
              <a:gd name="connsiteX26" fmla="*/ 2660856 w 3242958"/>
              <a:gd name="connsiteY26" fmla="*/ 2442243 h 2476997"/>
              <a:gd name="connsiteX27" fmla="*/ 2684296 w 3242958"/>
              <a:gd name="connsiteY27" fmla="*/ 2454107 h 2476997"/>
              <a:gd name="connsiteX28" fmla="*/ 2707739 w 3242958"/>
              <a:gd name="connsiteY28" fmla="*/ 2442243 h 2476997"/>
              <a:gd name="connsiteX29" fmla="*/ 2716211 w 3242958"/>
              <a:gd name="connsiteY29" fmla="*/ 2409765 h 2476997"/>
              <a:gd name="connsiteX30" fmla="*/ 2707739 w 3242958"/>
              <a:gd name="connsiteY30" fmla="*/ 2376436 h 2476997"/>
              <a:gd name="connsiteX31" fmla="*/ 2684296 w 3242958"/>
              <a:gd name="connsiteY31" fmla="*/ 2364572 h 2476997"/>
              <a:gd name="connsiteX32" fmla="*/ 1793767 w 3242958"/>
              <a:gd name="connsiteY32" fmla="*/ 2364572 h 2476997"/>
              <a:gd name="connsiteX33" fmla="*/ 1770327 w 3242958"/>
              <a:gd name="connsiteY33" fmla="*/ 2376435 h 2476997"/>
              <a:gd name="connsiteX34" fmla="*/ 1761852 w 3242958"/>
              <a:gd name="connsiteY34" fmla="*/ 2409762 h 2476997"/>
              <a:gd name="connsiteX35" fmla="*/ 1770327 w 3242958"/>
              <a:gd name="connsiteY35" fmla="*/ 2442243 h 2476997"/>
              <a:gd name="connsiteX36" fmla="*/ 1793767 w 3242958"/>
              <a:gd name="connsiteY36" fmla="*/ 2454106 h 2476997"/>
              <a:gd name="connsiteX37" fmla="*/ 1817211 w 3242958"/>
              <a:gd name="connsiteY37" fmla="*/ 2442243 h 2476997"/>
              <a:gd name="connsiteX38" fmla="*/ 1825967 w 3242958"/>
              <a:gd name="connsiteY38" fmla="*/ 2409762 h 2476997"/>
              <a:gd name="connsiteX39" fmla="*/ 1817211 w 3242958"/>
              <a:gd name="connsiteY39" fmla="*/ 2376435 h 2476997"/>
              <a:gd name="connsiteX40" fmla="*/ 1793767 w 3242958"/>
              <a:gd name="connsiteY40" fmla="*/ 2364572 h 2476997"/>
              <a:gd name="connsiteX41" fmla="*/ 3133325 w 3242958"/>
              <a:gd name="connsiteY41" fmla="*/ 2345769 h 2476997"/>
              <a:gd name="connsiteX42" fmla="*/ 3148012 w 3242958"/>
              <a:gd name="connsiteY42" fmla="*/ 2345769 h 2476997"/>
              <a:gd name="connsiteX43" fmla="*/ 3162417 w 3242958"/>
              <a:gd name="connsiteY43" fmla="*/ 2345769 h 2476997"/>
              <a:gd name="connsiteX44" fmla="*/ 3186990 w 3242958"/>
              <a:gd name="connsiteY44" fmla="*/ 2401127 h 2476997"/>
              <a:gd name="connsiteX45" fmla="*/ 3210148 w 3242958"/>
              <a:gd name="connsiteY45" fmla="*/ 2345769 h 2476997"/>
              <a:gd name="connsiteX46" fmla="*/ 3223987 w 3242958"/>
              <a:gd name="connsiteY46" fmla="*/ 2345769 h 2476997"/>
              <a:gd name="connsiteX47" fmla="*/ 3237826 w 3242958"/>
              <a:gd name="connsiteY47" fmla="*/ 2345769 h 2476997"/>
              <a:gd name="connsiteX48" fmla="*/ 3198851 w 3242958"/>
              <a:gd name="connsiteY48" fmla="*/ 2424851 h 2476997"/>
              <a:gd name="connsiteX49" fmla="*/ 3198851 w 3242958"/>
              <a:gd name="connsiteY49" fmla="*/ 2473712 h 2476997"/>
              <a:gd name="connsiteX50" fmla="*/ 3186705 w 3242958"/>
              <a:gd name="connsiteY50" fmla="*/ 2473712 h 2476997"/>
              <a:gd name="connsiteX51" fmla="*/ 3174278 w 3242958"/>
              <a:gd name="connsiteY51" fmla="*/ 2473712 h 2476997"/>
              <a:gd name="connsiteX52" fmla="*/ 3174278 w 3242958"/>
              <a:gd name="connsiteY52" fmla="*/ 2425418 h 2476997"/>
              <a:gd name="connsiteX53" fmla="*/ 2768133 w 3242958"/>
              <a:gd name="connsiteY53" fmla="*/ 2345769 h 2476997"/>
              <a:gd name="connsiteX54" fmla="*/ 2780279 w 3242958"/>
              <a:gd name="connsiteY54" fmla="*/ 2345769 h 2476997"/>
              <a:gd name="connsiteX55" fmla="*/ 2792706 w 3242958"/>
              <a:gd name="connsiteY55" fmla="*/ 2345769 h 2476997"/>
              <a:gd name="connsiteX56" fmla="*/ 2792706 w 3242958"/>
              <a:gd name="connsiteY56" fmla="*/ 2450836 h 2476997"/>
              <a:gd name="connsiteX57" fmla="*/ 2851453 w 3242958"/>
              <a:gd name="connsiteY57" fmla="*/ 2450836 h 2476997"/>
              <a:gd name="connsiteX58" fmla="*/ 2851453 w 3242958"/>
              <a:gd name="connsiteY58" fmla="*/ 2462133 h 2476997"/>
              <a:gd name="connsiteX59" fmla="*/ 2851453 w 3242958"/>
              <a:gd name="connsiteY59" fmla="*/ 2473712 h 2476997"/>
              <a:gd name="connsiteX60" fmla="*/ 2768133 w 3242958"/>
              <a:gd name="connsiteY60" fmla="*/ 2473712 h 2476997"/>
              <a:gd name="connsiteX61" fmla="*/ 2507723 w 3242958"/>
              <a:gd name="connsiteY61" fmla="*/ 2345769 h 2476997"/>
              <a:gd name="connsiteX62" fmla="*/ 2520714 w 3242958"/>
              <a:gd name="connsiteY62" fmla="*/ 2345769 h 2476997"/>
              <a:gd name="connsiteX63" fmla="*/ 2533426 w 3242958"/>
              <a:gd name="connsiteY63" fmla="*/ 2345769 h 2476997"/>
              <a:gd name="connsiteX64" fmla="*/ 2580875 w 3242958"/>
              <a:gd name="connsiteY64" fmla="*/ 2435583 h 2476997"/>
              <a:gd name="connsiteX65" fmla="*/ 2580875 w 3242958"/>
              <a:gd name="connsiteY65" fmla="*/ 2345769 h 2476997"/>
              <a:gd name="connsiteX66" fmla="*/ 2592173 w 3242958"/>
              <a:gd name="connsiteY66" fmla="*/ 2345769 h 2476997"/>
              <a:gd name="connsiteX67" fmla="*/ 2603752 w 3242958"/>
              <a:gd name="connsiteY67" fmla="*/ 2345769 h 2476997"/>
              <a:gd name="connsiteX68" fmla="*/ 2603752 w 3242958"/>
              <a:gd name="connsiteY68" fmla="*/ 2473712 h 2476997"/>
              <a:gd name="connsiteX69" fmla="*/ 2591606 w 3242958"/>
              <a:gd name="connsiteY69" fmla="*/ 2473712 h 2476997"/>
              <a:gd name="connsiteX70" fmla="*/ 2579179 w 3242958"/>
              <a:gd name="connsiteY70" fmla="*/ 2473712 h 2476997"/>
              <a:gd name="connsiteX71" fmla="*/ 2530600 w 3242958"/>
              <a:gd name="connsiteY71" fmla="*/ 2381355 h 2476997"/>
              <a:gd name="connsiteX72" fmla="*/ 2530600 w 3242958"/>
              <a:gd name="connsiteY72" fmla="*/ 2473712 h 2476997"/>
              <a:gd name="connsiteX73" fmla="*/ 2519302 w 3242958"/>
              <a:gd name="connsiteY73" fmla="*/ 2473712 h 2476997"/>
              <a:gd name="connsiteX74" fmla="*/ 2507723 w 3242958"/>
              <a:gd name="connsiteY74" fmla="*/ 2473712 h 2476997"/>
              <a:gd name="connsiteX75" fmla="*/ 2382887 w 3242958"/>
              <a:gd name="connsiteY75" fmla="*/ 2345769 h 2476997"/>
              <a:gd name="connsiteX76" fmla="*/ 2395314 w 3242958"/>
              <a:gd name="connsiteY76" fmla="*/ 2345769 h 2476997"/>
              <a:gd name="connsiteX77" fmla="*/ 2407741 w 3242958"/>
              <a:gd name="connsiteY77" fmla="*/ 2345769 h 2476997"/>
              <a:gd name="connsiteX78" fmla="*/ 2407741 w 3242958"/>
              <a:gd name="connsiteY78" fmla="*/ 2393500 h 2476997"/>
              <a:gd name="connsiteX79" fmla="*/ 2453779 w 3242958"/>
              <a:gd name="connsiteY79" fmla="*/ 2393500 h 2476997"/>
              <a:gd name="connsiteX80" fmla="*/ 2453779 w 3242958"/>
              <a:gd name="connsiteY80" fmla="*/ 2345769 h 2476997"/>
              <a:gd name="connsiteX81" fmla="*/ 2465925 w 3242958"/>
              <a:gd name="connsiteY81" fmla="*/ 2345769 h 2476997"/>
              <a:gd name="connsiteX82" fmla="*/ 2478349 w 3242958"/>
              <a:gd name="connsiteY82" fmla="*/ 2345769 h 2476997"/>
              <a:gd name="connsiteX83" fmla="*/ 2478349 w 3242958"/>
              <a:gd name="connsiteY83" fmla="*/ 2473712 h 2476997"/>
              <a:gd name="connsiteX84" fmla="*/ 2465925 w 3242958"/>
              <a:gd name="connsiteY84" fmla="*/ 2473712 h 2476997"/>
              <a:gd name="connsiteX85" fmla="*/ 2453779 w 3242958"/>
              <a:gd name="connsiteY85" fmla="*/ 2473712 h 2476997"/>
              <a:gd name="connsiteX86" fmla="*/ 2453779 w 3242958"/>
              <a:gd name="connsiteY86" fmla="*/ 2415814 h 2476997"/>
              <a:gd name="connsiteX87" fmla="*/ 2407741 w 3242958"/>
              <a:gd name="connsiteY87" fmla="*/ 2415814 h 2476997"/>
              <a:gd name="connsiteX88" fmla="*/ 2407741 w 3242958"/>
              <a:gd name="connsiteY88" fmla="*/ 2473712 h 2476997"/>
              <a:gd name="connsiteX89" fmla="*/ 2395314 w 3242958"/>
              <a:gd name="connsiteY89" fmla="*/ 2473712 h 2476997"/>
              <a:gd name="connsiteX90" fmla="*/ 2382887 w 3242958"/>
              <a:gd name="connsiteY90" fmla="*/ 2473712 h 2476997"/>
              <a:gd name="connsiteX91" fmla="*/ 2142813 w 3242958"/>
              <a:gd name="connsiteY91" fmla="*/ 2345769 h 2476997"/>
              <a:gd name="connsiteX92" fmla="*/ 2229522 w 3242958"/>
              <a:gd name="connsiteY92" fmla="*/ 2345769 h 2476997"/>
              <a:gd name="connsiteX93" fmla="*/ 2229522 w 3242958"/>
              <a:gd name="connsiteY93" fmla="*/ 2357067 h 2476997"/>
              <a:gd name="connsiteX94" fmla="*/ 2229522 w 3242958"/>
              <a:gd name="connsiteY94" fmla="*/ 2368364 h 2476997"/>
              <a:gd name="connsiteX95" fmla="*/ 2167386 w 3242958"/>
              <a:gd name="connsiteY95" fmla="*/ 2368364 h 2476997"/>
              <a:gd name="connsiteX96" fmla="*/ 2167386 w 3242958"/>
              <a:gd name="connsiteY96" fmla="*/ 2395478 h 2476997"/>
              <a:gd name="connsiteX97" fmla="*/ 2225003 w 3242958"/>
              <a:gd name="connsiteY97" fmla="*/ 2395478 h 2476997"/>
              <a:gd name="connsiteX98" fmla="*/ 2225003 w 3242958"/>
              <a:gd name="connsiteY98" fmla="*/ 2406494 h 2476997"/>
              <a:gd name="connsiteX99" fmla="*/ 2225003 w 3242958"/>
              <a:gd name="connsiteY99" fmla="*/ 2417507 h 2476997"/>
              <a:gd name="connsiteX100" fmla="*/ 2167386 w 3242958"/>
              <a:gd name="connsiteY100" fmla="*/ 2417507 h 2476997"/>
              <a:gd name="connsiteX101" fmla="*/ 2167386 w 3242958"/>
              <a:gd name="connsiteY101" fmla="*/ 2450836 h 2476997"/>
              <a:gd name="connsiteX102" fmla="*/ 2232345 w 3242958"/>
              <a:gd name="connsiteY102" fmla="*/ 2450836 h 2476997"/>
              <a:gd name="connsiteX103" fmla="*/ 2232345 w 3242958"/>
              <a:gd name="connsiteY103" fmla="*/ 2462133 h 2476997"/>
              <a:gd name="connsiteX104" fmla="*/ 2232345 w 3242958"/>
              <a:gd name="connsiteY104" fmla="*/ 2473712 h 2476997"/>
              <a:gd name="connsiteX105" fmla="*/ 2142813 w 3242958"/>
              <a:gd name="connsiteY105" fmla="*/ 2473712 h 2476997"/>
              <a:gd name="connsiteX106" fmla="*/ 1877039 w 3242958"/>
              <a:gd name="connsiteY106" fmla="*/ 2345769 h 2476997"/>
              <a:gd name="connsiteX107" fmla="*/ 1960922 w 3242958"/>
              <a:gd name="connsiteY107" fmla="*/ 2345769 h 2476997"/>
              <a:gd name="connsiteX108" fmla="*/ 1960922 w 3242958"/>
              <a:gd name="connsiteY108" fmla="*/ 2357067 h 2476997"/>
              <a:gd name="connsiteX109" fmla="*/ 1960922 w 3242958"/>
              <a:gd name="connsiteY109" fmla="*/ 2368364 h 2476997"/>
              <a:gd name="connsiteX110" fmla="*/ 1901612 w 3242958"/>
              <a:gd name="connsiteY110" fmla="*/ 2368364 h 2476997"/>
              <a:gd name="connsiteX111" fmla="*/ 1901612 w 3242958"/>
              <a:gd name="connsiteY111" fmla="*/ 2397456 h 2476997"/>
              <a:gd name="connsiteX112" fmla="*/ 1953298 w 3242958"/>
              <a:gd name="connsiteY112" fmla="*/ 2397456 h 2476997"/>
              <a:gd name="connsiteX113" fmla="*/ 1953298 w 3242958"/>
              <a:gd name="connsiteY113" fmla="*/ 2408472 h 2476997"/>
              <a:gd name="connsiteX114" fmla="*/ 1953298 w 3242958"/>
              <a:gd name="connsiteY114" fmla="*/ 2419484 h 2476997"/>
              <a:gd name="connsiteX115" fmla="*/ 1901612 w 3242958"/>
              <a:gd name="connsiteY115" fmla="*/ 2419484 h 2476997"/>
              <a:gd name="connsiteX116" fmla="*/ 1901612 w 3242958"/>
              <a:gd name="connsiteY116" fmla="*/ 2473712 h 2476997"/>
              <a:gd name="connsiteX117" fmla="*/ 1889466 w 3242958"/>
              <a:gd name="connsiteY117" fmla="*/ 2473712 h 2476997"/>
              <a:gd name="connsiteX118" fmla="*/ 1877039 w 3242958"/>
              <a:gd name="connsiteY118" fmla="*/ 2473712 h 2476997"/>
              <a:gd name="connsiteX119" fmla="*/ 1574832 w 3242958"/>
              <a:gd name="connsiteY119" fmla="*/ 2345769 h 2476997"/>
              <a:gd name="connsiteX120" fmla="*/ 1661541 w 3242958"/>
              <a:gd name="connsiteY120" fmla="*/ 2345769 h 2476997"/>
              <a:gd name="connsiteX121" fmla="*/ 1661541 w 3242958"/>
              <a:gd name="connsiteY121" fmla="*/ 2357067 h 2476997"/>
              <a:gd name="connsiteX122" fmla="*/ 1661541 w 3242958"/>
              <a:gd name="connsiteY122" fmla="*/ 2368364 h 2476997"/>
              <a:gd name="connsiteX123" fmla="*/ 1599405 w 3242958"/>
              <a:gd name="connsiteY123" fmla="*/ 2368364 h 2476997"/>
              <a:gd name="connsiteX124" fmla="*/ 1599405 w 3242958"/>
              <a:gd name="connsiteY124" fmla="*/ 2395478 h 2476997"/>
              <a:gd name="connsiteX125" fmla="*/ 1657022 w 3242958"/>
              <a:gd name="connsiteY125" fmla="*/ 2395478 h 2476997"/>
              <a:gd name="connsiteX126" fmla="*/ 1657022 w 3242958"/>
              <a:gd name="connsiteY126" fmla="*/ 2406494 h 2476997"/>
              <a:gd name="connsiteX127" fmla="*/ 1657022 w 3242958"/>
              <a:gd name="connsiteY127" fmla="*/ 2417507 h 2476997"/>
              <a:gd name="connsiteX128" fmla="*/ 1599405 w 3242958"/>
              <a:gd name="connsiteY128" fmla="*/ 2417507 h 2476997"/>
              <a:gd name="connsiteX129" fmla="*/ 1599405 w 3242958"/>
              <a:gd name="connsiteY129" fmla="*/ 2450836 h 2476997"/>
              <a:gd name="connsiteX130" fmla="*/ 1664082 w 3242958"/>
              <a:gd name="connsiteY130" fmla="*/ 2450836 h 2476997"/>
              <a:gd name="connsiteX131" fmla="*/ 1664082 w 3242958"/>
              <a:gd name="connsiteY131" fmla="*/ 2462133 h 2476997"/>
              <a:gd name="connsiteX132" fmla="*/ 1664082 w 3242958"/>
              <a:gd name="connsiteY132" fmla="*/ 2473712 h 2476997"/>
              <a:gd name="connsiteX133" fmla="*/ 1574832 w 3242958"/>
              <a:gd name="connsiteY133" fmla="*/ 2473712 h 2476997"/>
              <a:gd name="connsiteX134" fmla="*/ 1181960 w 3242958"/>
              <a:gd name="connsiteY134" fmla="*/ 2345769 h 2476997"/>
              <a:gd name="connsiteX135" fmla="*/ 1194387 w 3242958"/>
              <a:gd name="connsiteY135" fmla="*/ 2345769 h 2476997"/>
              <a:gd name="connsiteX136" fmla="*/ 1206815 w 3242958"/>
              <a:gd name="connsiteY136" fmla="*/ 2345769 h 2476997"/>
              <a:gd name="connsiteX137" fmla="*/ 1206815 w 3242958"/>
              <a:gd name="connsiteY137" fmla="*/ 2473712 h 2476997"/>
              <a:gd name="connsiteX138" fmla="*/ 1194387 w 3242958"/>
              <a:gd name="connsiteY138" fmla="*/ 2473712 h 2476997"/>
              <a:gd name="connsiteX139" fmla="*/ 1181960 w 3242958"/>
              <a:gd name="connsiteY139" fmla="*/ 2473712 h 2476997"/>
              <a:gd name="connsiteX140" fmla="*/ 835126 w 3242958"/>
              <a:gd name="connsiteY140" fmla="*/ 2345769 h 2476997"/>
              <a:gd name="connsiteX141" fmla="*/ 847835 w 3242958"/>
              <a:gd name="connsiteY141" fmla="*/ 2345769 h 2476997"/>
              <a:gd name="connsiteX142" fmla="*/ 860829 w 3242958"/>
              <a:gd name="connsiteY142" fmla="*/ 2345769 h 2476997"/>
              <a:gd name="connsiteX143" fmla="*/ 907997 w 3242958"/>
              <a:gd name="connsiteY143" fmla="*/ 2435583 h 2476997"/>
              <a:gd name="connsiteX144" fmla="*/ 907997 w 3242958"/>
              <a:gd name="connsiteY144" fmla="*/ 2345769 h 2476997"/>
              <a:gd name="connsiteX145" fmla="*/ 919576 w 3242958"/>
              <a:gd name="connsiteY145" fmla="*/ 2345769 h 2476997"/>
              <a:gd name="connsiteX146" fmla="*/ 931155 w 3242958"/>
              <a:gd name="connsiteY146" fmla="*/ 2345769 h 2476997"/>
              <a:gd name="connsiteX147" fmla="*/ 931155 w 3242958"/>
              <a:gd name="connsiteY147" fmla="*/ 2473712 h 2476997"/>
              <a:gd name="connsiteX148" fmla="*/ 918728 w 3242958"/>
              <a:gd name="connsiteY148" fmla="*/ 2473712 h 2476997"/>
              <a:gd name="connsiteX149" fmla="*/ 906582 w 3242958"/>
              <a:gd name="connsiteY149" fmla="*/ 2473712 h 2476997"/>
              <a:gd name="connsiteX150" fmla="*/ 858003 w 3242958"/>
              <a:gd name="connsiteY150" fmla="*/ 2381355 h 2476997"/>
              <a:gd name="connsiteX151" fmla="*/ 858003 w 3242958"/>
              <a:gd name="connsiteY151" fmla="*/ 2473712 h 2476997"/>
              <a:gd name="connsiteX152" fmla="*/ 846424 w 3242958"/>
              <a:gd name="connsiteY152" fmla="*/ 2473712 h 2476997"/>
              <a:gd name="connsiteX153" fmla="*/ 835126 w 3242958"/>
              <a:gd name="connsiteY153" fmla="*/ 2473712 h 2476997"/>
              <a:gd name="connsiteX154" fmla="*/ 782027 w 3242958"/>
              <a:gd name="connsiteY154" fmla="*/ 2345769 h 2476997"/>
              <a:gd name="connsiteX155" fmla="*/ 794454 w 3242958"/>
              <a:gd name="connsiteY155" fmla="*/ 2345769 h 2476997"/>
              <a:gd name="connsiteX156" fmla="*/ 806600 w 3242958"/>
              <a:gd name="connsiteY156" fmla="*/ 2345769 h 2476997"/>
              <a:gd name="connsiteX157" fmla="*/ 806600 w 3242958"/>
              <a:gd name="connsiteY157" fmla="*/ 2473712 h 2476997"/>
              <a:gd name="connsiteX158" fmla="*/ 794454 w 3242958"/>
              <a:gd name="connsiteY158" fmla="*/ 2473712 h 2476997"/>
              <a:gd name="connsiteX159" fmla="*/ 782027 w 3242958"/>
              <a:gd name="connsiteY159" fmla="*/ 2473712 h 2476997"/>
              <a:gd name="connsiteX160" fmla="*/ 471626 w 3242958"/>
              <a:gd name="connsiteY160" fmla="*/ 2345769 h 2476997"/>
              <a:gd name="connsiteX161" fmla="*/ 484335 w 3242958"/>
              <a:gd name="connsiteY161" fmla="*/ 2345769 h 2476997"/>
              <a:gd name="connsiteX162" fmla="*/ 497329 w 3242958"/>
              <a:gd name="connsiteY162" fmla="*/ 2345769 h 2476997"/>
              <a:gd name="connsiteX163" fmla="*/ 544497 w 3242958"/>
              <a:gd name="connsiteY163" fmla="*/ 2435583 h 2476997"/>
              <a:gd name="connsiteX164" fmla="*/ 544497 w 3242958"/>
              <a:gd name="connsiteY164" fmla="*/ 2345769 h 2476997"/>
              <a:gd name="connsiteX165" fmla="*/ 556076 w 3242958"/>
              <a:gd name="connsiteY165" fmla="*/ 2345769 h 2476997"/>
              <a:gd name="connsiteX166" fmla="*/ 567655 w 3242958"/>
              <a:gd name="connsiteY166" fmla="*/ 2345769 h 2476997"/>
              <a:gd name="connsiteX167" fmla="*/ 567655 w 3242958"/>
              <a:gd name="connsiteY167" fmla="*/ 2473712 h 2476997"/>
              <a:gd name="connsiteX168" fmla="*/ 555228 w 3242958"/>
              <a:gd name="connsiteY168" fmla="*/ 2473712 h 2476997"/>
              <a:gd name="connsiteX169" fmla="*/ 543082 w 3242958"/>
              <a:gd name="connsiteY169" fmla="*/ 2473712 h 2476997"/>
              <a:gd name="connsiteX170" fmla="*/ 494503 w 3242958"/>
              <a:gd name="connsiteY170" fmla="*/ 2381355 h 2476997"/>
              <a:gd name="connsiteX171" fmla="*/ 494503 w 3242958"/>
              <a:gd name="connsiteY171" fmla="*/ 2473712 h 2476997"/>
              <a:gd name="connsiteX172" fmla="*/ 482924 w 3242958"/>
              <a:gd name="connsiteY172" fmla="*/ 2473712 h 2476997"/>
              <a:gd name="connsiteX173" fmla="*/ 471626 w 3242958"/>
              <a:gd name="connsiteY173" fmla="*/ 2473712 h 2476997"/>
              <a:gd name="connsiteX174" fmla="*/ 418528 w 3242958"/>
              <a:gd name="connsiteY174" fmla="*/ 2345769 h 2476997"/>
              <a:gd name="connsiteX175" fmla="*/ 430955 w 3242958"/>
              <a:gd name="connsiteY175" fmla="*/ 2345769 h 2476997"/>
              <a:gd name="connsiteX176" fmla="*/ 443101 w 3242958"/>
              <a:gd name="connsiteY176" fmla="*/ 2345769 h 2476997"/>
              <a:gd name="connsiteX177" fmla="*/ 443101 w 3242958"/>
              <a:gd name="connsiteY177" fmla="*/ 2473712 h 2476997"/>
              <a:gd name="connsiteX178" fmla="*/ 430955 w 3242958"/>
              <a:gd name="connsiteY178" fmla="*/ 2473712 h 2476997"/>
              <a:gd name="connsiteX179" fmla="*/ 418528 w 3242958"/>
              <a:gd name="connsiteY179" fmla="*/ 2473712 h 2476997"/>
              <a:gd name="connsiteX180" fmla="*/ 268552 w 3242958"/>
              <a:gd name="connsiteY180" fmla="*/ 2345769 h 2476997"/>
              <a:gd name="connsiteX181" fmla="*/ 280979 w 3242958"/>
              <a:gd name="connsiteY181" fmla="*/ 2345769 h 2476997"/>
              <a:gd name="connsiteX182" fmla="*/ 293125 w 3242958"/>
              <a:gd name="connsiteY182" fmla="*/ 2345769 h 2476997"/>
              <a:gd name="connsiteX183" fmla="*/ 293125 w 3242958"/>
              <a:gd name="connsiteY183" fmla="*/ 2473712 h 2476997"/>
              <a:gd name="connsiteX184" fmla="*/ 280979 w 3242958"/>
              <a:gd name="connsiteY184" fmla="*/ 2473712 h 2476997"/>
              <a:gd name="connsiteX185" fmla="*/ 268552 w 3242958"/>
              <a:gd name="connsiteY185" fmla="*/ 2473712 h 2476997"/>
              <a:gd name="connsiteX186" fmla="*/ 154732 w 3242958"/>
              <a:gd name="connsiteY186" fmla="*/ 2345769 h 2476997"/>
              <a:gd name="connsiteX187" fmla="*/ 241441 w 3242958"/>
              <a:gd name="connsiteY187" fmla="*/ 2345769 h 2476997"/>
              <a:gd name="connsiteX188" fmla="*/ 241441 w 3242958"/>
              <a:gd name="connsiteY188" fmla="*/ 2357067 h 2476997"/>
              <a:gd name="connsiteX189" fmla="*/ 241441 w 3242958"/>
              <a:gd name="connsiteY189" fmla="*/ 2368364 h 2476997"/>
              <a:gd name="connsiteX190" fmla="*/ 179305 w 3242958"/>
              <a:gd name="connsiteY190" fmla="*/ 2368364 h 2476997"/>
              <a:gd name="connsiteX191" fmla="*/ 179305 w 3242958"/>
              <a:gd name="connsiteY191" fmla="*/ 2395478 h 2476997"/>
              <a:gd name="connsiteX192" fmla="*/ 236922 w 3242958"/>
              <a:gd name="connsiteY192" fmla="*/ 2395478 h 2476997"/>
              <a:gd name="connsiteX193" fmla="*/ 236922 w 3242958"/>
              <a:gd name="connsiteY193" fmla="*/ 2406494 h 2476997"/>
              <a:gd name="connsiteX194" fmla="*/ 236922 w 3242958"/>
              <a:gd name="connsiteY194" fmla="*/ 2417507 h 2476997"/>
              <a:gd name="connsiteX195" fmla="*/ 179305 w 3242958"/>
              <a:gd name="connsiteY195" fmla="*/ 2417507 h 2476997"/>
              <a:gd name="connsiteX196" fmla="*/ 179305 w 3242958"/>
              <a:gd name="connsiteY196" fmla="*/ 2450836 h 2476997"/>
              <a:gd name="connsiteX197" fmla="*/ 243982 w 3242958"/>
              <a:gd name="connsiteY197" fmla="*/ 2450836 h 2476997"/>
              <a:gd name="connsiteX198" fmla="*/ 243982 w 3242958"/>
              <a:gd name="connsiteY198" fmla="*/ 2462133 h 2476997"/>
              <a:gd name="connsiteX199" fmla="*/ 243982 w 3242958"/>
              <a:gd name="connsiteY199" fmla="*/ 2473712 h 2476997"/>
              <a:gd name="connsiteX200" fmla="*/ 154732 w 3242958"/>
              <a:gd name="connsiteY200" fmla="*/ 2473712 h 2476997"/>
              <a:gd name="connsiteX201" fmla="*/ 1341303 w 3242958"/>
              <a:gd name="connsiteY201" fmla="*/ 2345648 h 2476997"/>
              <a:gd name="connsiteX202" fmla="*/ 1365875 w 3242958"/>
              <a:gd name="connsiteY202" fmla="*/ 2345648 h 2476997"/>
              <a:gd name="connsiteX203" fmla="*/ 1365875 w 3242958"/>
              <a:gd name="connsiteY203" fmla="*/ 2426427 h 2476997"/>
              <a:gd name="connsiteX204" fmla="*/ 1371524 w 3242958"/>
              <a:gd name="connsiteY204" fmla="*/ 2447044 h 2476997"/>
              <a:gd name="connsiteX205" fmla="*/ 1388752 w 3242958"/>
              <a:gd name="connsiteY205" fmla="*/ 2453823 h 2476997"/>
              <a:gd name="connsiteX206" fmla="*/ 1406547 w 3242958"/>
              <a:gd name="connsiteY206" fmla="*/ 2447608 h 2476997"/>
              <a:gd name="connsiteX207" fmla="*/ 1411629 w 3242958"/>
              <a:gd name="connsiteY207" fmla="*/ 2426427 h 2476997"/>
              <a:gd name="connsiteX208" fmla="*/ 1411629 w 3242958"/>
              <a:gd name="connsiteY208" fmla="*/ 2345648 h 2476997"/>
              <a:gd name="connsiteX209" fmla="*/ 1436484 w 3242958"/>
              <a:gd name="connsiteY209" fmla="*/ 2345648 h 2476997"/>
              <a:gd name="connsiteX210" fmla="*/ 1436484 w 3242958"/>
              <a:gd name="connsiteY210" fmla="*/ 2425012 h 2476997"/>
              <a:gd name="connsiteX211" fmla="*/ 1425186 w 3242958"/>
              <a:gd name="connsiteY211" fmla="*/ 2464554 h 2476997"/>
              <a:gd name="connsiteX212" fmla="*/ 1352882 w 3242958"/>
              <a:gd name="connsiteY212" fmla="*/ 2464554 h 2476997"/>
              <a:gd name="connsiteX213" fmla="*/ 1341303 w 3242958"/>
              <a:gd name="connsiteY213" fmla="*/ 2425579 h 2476997"/>
              <a:gd name="connsiteX214" fmla="*/ 2025884 w 3242958"/>
              <a:gd name="connsiteY214" fmla="*/ 2345487 h 2476997"/>
              <a:gd name="connsiteX215" fmla="*/ 2121631 w 3242958"/>
              <a:gd name="connsiteY215" fmla="*/ 2345487 h 2476997"/>
              <a:gd name="connsiteX216" fmla="*/ 2121631 w 3242958"/>
              <a:gd name="connsiteY216" fmla="*/ 2357066 h 2476997"/>
              <a:gd name="connsiteX217" fmla="*/ 2121631 w 3242958"/>
              <a:gd name="connsiteY217" fmla="*/ 2368364 h 2476997"/>
              <a:gd name="connsiteX218" fmla="*/ 2086042 w 3242958"/>
              <a:gd name="connsiteY218" fmla="*/ 2368364 h 2476997"/>
              <a:gd name="connsiteX219" fmla="*/ 2086042 w 3242958"/>
              <a:gd name="connsiteY219" fmla="*/ 2473715 h 2476997"/>
              <a:gd name="connsiteX220" fmla="*/ 2073897 w 3242958"/>
              <a:gd name="connsiteY220" fmla="*/ 2473715 h 2476997"/>
              <a:gd name="connsiteX221" fmla="*/ 2061473 w 3242958"/>
              <a:gd name="connsiteY221" fmla="*/ 2473715 h 2476997"/>
              <a:gd name="connsiteX222" fmla="*/ 2061473 w 3242958"/>
              <a:gd name="connsiteY222" fmla="*/ 2368364 h 2476997"/>
              <a:gd name="connsiteX223" fmla="*/ 2025884 w 3242958"/>
              <a:gd name="connsiteY223" fmla="*/ 2368364 h 2476997"/>
              <a:gd name="connsiteX224" fmla="*/ 2025884 w 3242958"/>
              <a:gd name="connsiteY224" fmla="*/ 2357066 h 2476997"/>
              <a:gd name="connsiteX225" fmla="*/ 1457901 w 3242958"/>
              <a:gd name="connsiteY225" fmla="*/ 2345487 h 2476997"/>
              <a:gd name="connsiteX226" fmla="*/ 1553648 w 3242958"/>
              <a:gd name="connsiteY226" fmla="*/ 2345487 h 2476997"/>
              <a:gd name="connsiteX227" fmla="*/ 1553648 w 3242958"/>
              <a:gd name="connsiteY227" fmla="*/ 2357066 h 2476997"/>
              <a:gd name="connsiteX228" fmla="*/ 1553648 w 3242958"/>
              <a:gd name="connsiteY228" fmla="*/ 2368364 h 2476997"/>
              <a:gd name="connsiteX229" fmla="*/ 1518059 w 3242958"/>
              <a:gd name="connsiteY229" fmla="*/ 2368364 h 2476997"/>
              <a:gd name="connsiteX230" fmla="*/ 1518059 w 3242958"/>
              <a:gd name="connsiteY230" fmla="*/ 2473715 h 2476997"/>
              <a:gd name="connsiteX231" fmla="*/ 1505632 w 3242958"/>
              <a:gd name="connsiteY231" fmla="*/ 2473715 h 2476997"/>
              <a:gd name="connsiteX232" fmla="*/ 1493487 w 3242958"/>
              <a:gd name="connsiteY232" fmla="*/ 2473715 h 2476997"/>
              <a:gd name="connsiteX233" fmla="*/ 1493487 w 3242958"/>
              <a:gd name="connsiteY233" fmla="*/ 2368364 h 2476997"/>
              <a:gd name="connsiteX234" fmla="*/ 1457901 w 3242958"/>
              <a:gd name="connsiteY234" fmla="*/ 2368364 h 2476997"/>
              <a:gd name="connsiteX235" fmla="*/ 1457901 w 3242958"/>
              <a:gd name="connsiteY235" fmla="*/ 2357066 h 2476997"/>
              <a:gd name="connsiteX236" fmla="*/ 1226020 w 3242958"/>
              <a:gd name="connsiteY236" fmla="*/ 2345487 h 2476997"/>
              <a:gd name="connsiteX237" fmla="*/ 1321767 w 3242958"/>
              <a:gd name="connsiteY237" fmla="*/ 2345487 h 2476997"/>
              <a:gd name="connsiteX238" fmla="*/ 1321767 w 3242958"/>
              <a:gd name="connsiteY238" fmla="*/ 2357066 h 2476997"/>
              <a:gd name="connsiteX239" fmla="*/ 1321767 w 3242958"/>
              <a:gd name="connsiteY239" fmla="*/ 2368364 h 2476997"/>
              <a:gd name="connsiteX240" fmla="*/ 1286178 w 3242958"/>
              <a:gd name="connsiteY240" fmla="*/ 2368364 h 2476997"/>
              <a:gd name="connsiteX241" fmla="*/ 1286178 w 3242958"/>
              <a:gd name="connsiteY241" fmla="*/ 2473715 h 2476997"/>
              <a:gd name="connsiteX242" fmla="*/ 1274033 w 3242958"/>
              <a:gd name="connsiteY242" fmla="*/ 2473715 h 2476997"/>
              <a:gd name="connsiteX243" fmla="*/ 1261606 w 3242958"/>
              <a:gd name="connsiteY243" fmla="*/ 2473715 h 2476997"/>
              <a:gd name="connsiteX244" fmla="*/ 1261606 w 3242958"/>
              <a:gd name="connsiteY244" fmla="*/ 2368364 h 2476997"/>
              <a:gd name="connsiteX245" fmla="*/ 1226020 w 3242958"/>
              <a:gd name="connsiteY245" fmla="*/ 2368364 h 2476997"/>
              <a:gd name="connsiteX246" fmla="*/ 1226020 w 3242958"/>
              <a:gd name="connsiteY246" fmla="*/ 2357066 h 2476997"/>
              <a:gd name="connsiteX247" fmla="*/ 1067007 w 3242958"/>
              <a:gd name="connsiteY247" fmla="*/ 2345487 h 2476997"/>
              <a:gd name="connsiteX248" fmla="*/ 1162754 w 3242958"/>
              <a:gd name="connsiteY248" fmla="*/ 2345487 h 2476997"/>
              <a:gd name="connsiteX249" fmla="*/ 1162754 w 3242958"/>
              <a:gd name="connsiteY249" fmla="*/ 2357066 h 2476997"/>
              <a:gd name="connsiteX250" fmla="*/ 1162754 w 3242958"/>
              <a:gd name="connsiteY250" fmla="*/ 2368364 h 2476997"/>
              <a:gd name="connsiteX251" fmla="*/ 1127165 w 3242958"/>
              <a:gd name="connsiteY251" fmla="*/ 2368364 h 2476997"/>
              <a:gd name="connsiteX252" fmla="*/ 1127165 w 3242958"/>
              <a:gd name="connsiteY252" fmla="*/ 2473715 h 2476997"/>
              <a:gd name="connsiteX253" fmla="*/ 1115023 w 3242958"/>
              <a:gd name="connsiteY253" fmla="*/ 2473715 h 2476997"/>
              <a:gd name="connsiteX254" fmla="*/ 1102593 w 3242958"/>
              <a:gd name="connsiteY254" fmla="*/ 2473715 h 2476997"/>
              <a:gd name="connsiteX255" fmla="*/ 1102593 w 3242958"/>
              <a:gd name="connsiteY255" fmla="*/ 2368364 h 2476997"/>
              <a:gd name="connsiteX256" fmla="*/ 1067007 w 3242958"/>
              <a:gd name="connsiteY256" fmla="*/ 2368364 h 2476997"/>
              <a:gd name="connsiteX257" fmla="*/ 1067007 w 3242958"/>
              <a:gd name="connsiteY257" fmla="*/ 2357066 h 2476997"/>
              <a:gd name="connsiteX258" fmla="*/ 29659 w 3242958"/>
              <a:gd name="connsiteY258" fmla="*/ 2345085 h 2476997"/>
              <a:gd name="connsiteX259" fmla="*/ 86147 w 3242958"/>
              <a:gd name="connsiteY259" fmla="*/ 2345085 h 2476997"/>
              <a:gd name="connsiteX260" fmla="*/ 112980 w 3242958"/>
              <a:gd name="connsiteY260" fmla="*/ 2353839 h 2476997"/>
              <a:gd name="connsiteX261" fmla="*/ 122581 w 3242958"/>
              <a:gd name="connsiteY261" fmla="*/ 2377564 h 2476997"/>
              <a:gd name="connsiteX262" fmla="*/ 111565 w 3242958"/>
              <a:gd name="connsiteY262" fmla="*/ 2401855 h 2476997"/>
              <a:gd name="connsiteX263" fmla="*/ 107613 w 3242958"/>
              <a:gd name="connsiteY263" fmla="*/ 2404396 h 2476997"/>
              <a:gd name="connsiteX264" fmla="*/ 114957 w 3242958"/>
              <a:gd name="connsiteY264" fmla="*/ 2408633 h 2476997"/>
              <a:gd name="connsiteX265" fmla="*/ 126255 w 3242958"/>
              <a:gd name="connsiteY265" fmla="*/ 2433206 h 2476997"/>
              <a:gd name="connsiteX266" fmla="*/ 114391 w 3242958"/>
              <a:gd name="connsiteY266" fmla="*/ 2464273 h 2476997"/>
              <a:gd name="connsiteX267" fmla="*/ 81628 w 3242958"/>
              <a:gd name="connsiteY267" fmla="*/ 2474723 h 2476997"/>
              <a:gd name="connsiteX268" fmla="*/ 29659 w 3242958"/>
              <a:gd name="connsiteY268" fmla="*/ 2474723 h 2476997"/>
              <a:gd name="connsiteX269" fmla="*/ 364065 w 3242958"/>
              <a:gd name="connsiteY269" fmla="*/ 2345084 h 2476997"/>
              <a:gd name="connsiteX270" fmla="*/ 388638 w 3242958"/>
              <a:gd name="connsiteY270" fmla="*/ 2345084 h 2476997"/>
              <a:gd name="connsiteX271" fmla="*/ 388638 w 3242958"/>
              <a:gd name="connsiteY271" fmla="*/ 2436030 h 2476997"/>
              <a:gd name="connsiteX272" fmla="*/ 379034 w 3242958"/>
              <a:gd name="connsiteY272" fmla="*/ 2464274 h 2476997"/>
              <a:gd name="connsiteX273" fmla="*/ 350790 w 3242958"/>
              <a:gd name="connsiteY273" fmla="*/ 2474157 h 2476997"/>
              <a:gd name="connsiteX274" fmla="*/ 322546 w 3242958"/>
              <a:gd name="connsiteY274" fmla="*/ 2463141 h 2476997"/>
              <a:gd name="connsiteX275" fmla="*/ 314075 w 3242958"/>
              <a:gd name="connsiteY275" fmla="*/ 2429249 h 2476997"/>
              <a:gd name="connsiteX276" fmla="*/ 314075 w 3242958"/>
              <a:gd name="connsiteY276" fmla="*/ 2421625 h 2476997"/>
              <a:gd name="connsiteX277" fmla="*/ 337515 w 3242958"/>
              <a:gd name="connsiteY277" fmla="*/ 2421625 h 2476997"/>
              <a:gd name="connsiteX278" fmla="*/ 337515 w 3242958"/>
              <a:gd name="connsiteY278" fmla="*/ 2429252 h 2476997"/>
              <a:gd name="connsiteX279" fmla="*/ 340622 w 3242958"/>
              <a:gd name="connsiteY279" fmla="*/ 2446480 h 2476997"/>
              <a:gd name="connsiteX280" fmla="*/ 351638 w 3242958"/>
              <a:gd name="connsiteY280" fmla="*/ 2452128 h 2476997"/>
              <a:gd name="connsiteX281" fmla="*/ 362087 w 3242958"/>
              <a:gd name="connsiteY281" fmla="*/ 2448173 h 2476997"/>
              <a:gd name="connsiteX282" fmla="*/ 365195 w 3242958"/>
              <a:gd name="connsiteY282" fmla="*/ 2434616 h 2476997"/>
              <a:gd name="connsiteX283" fmla="*/ 2923357 w 3242958"/>
              <a:gd name="connsiteY283" fmla="*/ 2342204 h 2476997"/>
              <a:gd name="connsiteX284" fmla="*/ 2963824 w 3242958"/>
              <a:gd name="connsiteY284" fmla="*/ 2357426 h 2476997"/>
              <a:gd name="connsiteX285" fmla="*/ 2966454 w 3242958"/>
              <a:gd name="connsiteY285" fmla="*/ 2360053 h 2476997"/>
              <a:gd name="connsiteX286" fmla="*/ 2981704 w 3242958"/>
              <a:gd name="connsiteY286" fmla="*/ 2410047 h 2476997"/>
              <a:gd name="connsiteX287" fmla="*/ 2966454 w 3242958"/>
              <a:gd name="connsiteY287" fmla="*/ 2458626 h 2476997"/>
              <a:gd name="connsiteX288" fmla="*/ 2886609 w 3242958"/>
              <a:gd name="connsiteY288" fmla="*/ 2461253 h 2476997"/>
              <a:gd name="connsiteX289" fmla="*/ 2883979 w 3242958"/>
              <a:gd name="connsiteY289" fmla="*/ 2458626 h 2476997"/>
              <a:gd name="connsiteX290" fmla="*/ 2868728 w 3242958"/>
              <a:gd name="connsiteY290" fmla="*/ 2410047 h 2476997"/>
              <a:gd name="connsiteX291" fmla="*/ 2883979 w 3242958"/>
              <a:gd name="connsiteY291" fmla="*/ 2360053 h 2476997"/>
              <a:gd name="connsiteX292" fmla="*/ 2923357 w 3242958"/>
              <a:gd name="connsiteY292" fmla="*/ 2342204 h 2476997"/>
              <a:gd name="connsiteX293" fmla="*/ 2682437 w 3242958"/>
              <a:gd name="connsiteY293" fmla="*/ 2342204 h 2476997"/>
              <a:gd name="connsiteX294" fmla="*/ 2722904 w 3242958"/>
              <a:gd name="connsiteY294" fmla="*/ 2357426 h 2476997"/>
              <a:gd name="connsiteX295" fmla="*/ 2725534 w 3242958"/>
              <a:gd name="connsiteY295" fmla="*/ 2360053 h 2476997"/>
              <a:gd name="connsiteX296" fmla="*/ 2740784 w 3242958"/>
              <a:gd name="connsiteY296" fmla="*/ 2410047 h 2476997"/>
              <a:gd name="connsiteX297" fmla="*/ 2725534 w 3242958"/>
              <a:gd name="connsiteY297" fmla="*/ 2458626 h 2476997"/>
              <a:gd name="connsiteX298" fmla="*/ 2645689 w 3242958"/>
              <a:gd name="connsiteY298" fmla="*/ 2461253 h 2476997"/>
              <a:gd name="connsiteX299" fmla="*/ 2643059 w 3242958"/>
              <a:gd name="connsiteY299" fmla="*/ 2458626 h 2476997"/>
              <a:gd name="connsiteX300" fmla="*/ 2627808 w 3242958"/>
              <a:gd name="connsiteY300" fmla="*/ 2410047 h 2476997"/>
              <a:gd name="connsiteX301" fmla="*/ 2643059 w 3242958"/>
              <a:gd name="connsiteY301" fmla="*/ 2360053 h 2476997"/>
              <a:gd name="connsiteX302" fmla="*/ 2682437 w 3242958"/>
              <a:gd name="connsiteY302" fmla="*/ 2342204 h 2476997"/>
              <a:gd name="connsiteX303" fmla="*/ 1791842 w 3242958"/>
              <a:gd name="connsiteY303" fmla="*/ 2342059 h 2476997"/>
              <a:gd name="connsiteX304" fmla="*/ 1832363 w 3242958"/>
              <a:gd name="connsiteY304" fmla="*/ 2357132 h 2476997"/>
              <a:gd name="connsiteX305" fmla="*/ 1835287 w 3242958"/>
              <a:gd name="connsiteY305" fmla="*/ 2360053 h 2476997"/>
              <a:gd name="connsiteX306" fmla="*/ 1850537 w 3242958"/>
              <a:gd name="connsiteY306" fmla="*/ 2410046 h 2476997"/>
              <a:gd name="connsiteX307" fmla="*/ 1835287 w 3242958"/>
              <a:gd name="connsiteY307" fmla="*/ 2458625 h 2476997"/>
              <a:gd name="connsiteX308" fmla="*/ 1755453 w 3242958"/>
              <a:gd name="connsiteY308" fmla="*/ 2461546 h 2476997"/>
              <a:gd name="connsiteX309" fmla="*/ 1752530 w 3242958"/>
              <a:gd name="connsiteY309" fmla="*/ 2458625 h 2476997"/>
              <a:gd name="connsiteX310" fmla="*/ 1737279 w 3242958"/>
              <a:gd name="connsiteY310" fmla="*/ 2410046 h 2476997"/>
              <a:gd name="connsiteX311" fmla="*/ 1752530 w 3242958"/>
              <a:gd name="connsiteY311" fmla="*/ 2360053 h 2476997"/>
              <a:gd name="connsiteX312" fmla="*/ 1791842 w 3242958"/>
              <a:gd name="connsiteY312" fmla="*/ 2342059 h 2476997"/>
              <a:gd name="connsiteX313" fmla="*/ 644794 w 3242958"/>
              <a:gd name="connsiteY313" fmla="*/ 2341922 h 2476997"/>
              <a:gd name="connsiteX314" fmla="*/ 684917 w 3242958"/>
              <a:gd name="connsiteY314" fmla="*/ 2353274 h 2476997"/>
              <a:gd name="connsiteX315" fmla="*/ 701297 w 3242958"/>
              <a:gd name="connsiteY315" fmla="*/ 2384907 h 2476997"/>
              <a:gd name="connsiteX316" fmla="*/ 676727 w 3242958"/>
              <a:gd name="connsiteY316" fmla="*/ 2384907 h 2476997"/>
              <a:gd name="connsiteX317" fmla="*/ 667970 w 3242958"/>
              <a:gd name="connsiteY317" fmla="*/ 2370221 h 2476997"/>
              <a:gd name="connsiteX318" fmla="*/ 651024 w 3242958"/>
              <a:gd name="connsiteY318" fmla="*/ 2364008 h 2476997"/>
              <a:gd name="connsiteX319" fmla="*/ 625887 w 3242958"/>
              <a:gd name="connsiteY319" fmla="*/ 2375869 h 2476997"/>
              <a:gd name="connsiteX320" fmla="*/ 616846 w 3242958"/>
              <a:gd name="connsiteY320" fmla="*/ 2409480 h 2476997"/>
              <a:gd name="connsiteX321" fmla="*/ 625603 w 3242958"/>
              <a:gd name="connsiteY321" fmla="*/ 2442528 h 2476997"/>
              <a:gd name="connsiteX322" fmla="*/ 651024 w 3242958"/>
              <a:gd name="connsiteY322" fmla="*/ 2454107 h 2476997"/>
              <a:gd name="connsiteX323" fmla="*/ 673337 w 3242958"/>
              <a:gd name="connsiteY323" fmla="*/ 2442243 h 2476997"/>
              <a:gd name="connsiteX324" fmla="*/ 679834 w 3242958"/>
              <a:gd name="connsiteY324" fmla="*/ 2426427 h 2476997"/>
              <a:gd name="connsiteX325" fmla="*/ 651587 w 3242958"/>
              <a:gd name="connsiteY325" fmla="*/ 2426427 h 2476997"/>
              <a:gd name="connsiteX326" fmla="*/ 651587 w 3242958"/>
              <a:gd name="connsiteY326" fmla="*/ 2404395 h 2476997"/>
              <a:gd name="connsiteX327" fmla="*/ 701015 w 3242958"/>
              <a:gd name="connsiteY327" fmla="*/ 2404395 h 2476997"/>
              <a:gd name="connsiteX328" fmla="*/ 701015 w 3242958"/>
              <a:gd name="connsiteY328" fmla="*/ 2473310 h 2476997"/>
              <a:gd name="connsiteX329" fmla="*/ 684635 w 3242958"/>
              <a:gd name="connsiteY329" fmla="*/ 2473310 h 2476997"/>
              <a:gd name="connsiteX330" fmla="*/ 682091 w 3242958"/>
              <a:gd name="connsiteY330" fmla="*/ 2456930 h 2476997"/>
              <a:gd name="connsiteX331" fmla="*/ 680679 w 3242958"/>
              <a:gd name="connsiteY331" fmla="*/ 2458908 h 2476997"/>
              <a:gd name="connsiteX332" fmla="*/ 647068 w 3242958"/>
              <a:gd name="connsiteY332" fmla="*/ 2476984 h 2476997"/>
              <a:gd name="connsiteX333" fmla="*/ 647353 w 3242958"/>
              <a:gd name="connsiteY333" fmla="*/ 2476699 h 2476997"/>
              <a:gd name="connsiteX334" fmla="*/ 606682 w 3242958"/>
              <a:gd name="connsiteY334" fmla="*/ 2458623 h 2476997"/>
              <a:gd name="connsiteX335" fmla="*/ 591428 w 3242958"/>
              <a:gd name="connsiteY335" fmla="*/ 2409762 h 2476997"/>
              <a:gd name="connsiteX336" fmla="*/ 607245 w 3242958"/>
              <a:gd name="connsiteY336" fmla="*/ 2360053 h 2476997"/>
              <a:gd name="connsiteX337" fmla="*/ 644794 w 3242958"/>
              <a:gd name="connsiteY337" fmla="*/ 2341922 h 2476997"/>
              <a:gd name="connsiteX338" fmla="*/ 3055545 w 3242958"/>
              <a:gd name="connsiteY338" fmla="*/ 2341892 h 2476997"/>
              <a:gd name="connsiteX339" fmla="*/ 3095808 w 3242958"/>
              <a:gd name="connsiteY339" fmla="*/ 2353275 h 2476997"/>
              <a:gd name="connsiteX340" fmla="*/ 3111907 w 3242958"/>
              <a:gd name="connsiteY340" fmla="*/ 2384908 h 2476997"/>
              <a:gd name="connsiteX341" fmla="*/ 3087334 w 3242958"/>
              <a:gd name="connsiteY341" fmla="*/ 2384908 h 2476997"/>
              <a:gd name="connsiteX342" fmla="*/ 3078862 w 3242958"/>
              <a:gd name="connsiteY342" fmla="*/ 2370221 h 2476997"/>
              <a:gd name="connsiteX343" fmla="*/ 3061634 w 3242958"/>
              <a:gd name="connsiteY343" fmla="*/ 2364006 h 2476997"/>
              <a:gd name="connsiteX344" fmla="*/ 3036780 w 3242958"/>
              <a:gd name="connsiteY344" fmla="*/ 2375870 h 2476997"/>
              <a:gd name="connsiteX345" fmla="*/ 3036780 w 3242958"/>
              <a:gd name="connsiteY345" fmla="*/ 2442525 h 2476997"/>
              <a:gd name="connsiteX346" fmla="*/ 3062198 w 3242958"/>
              <a:gd name="connsiteY346" fmla="*/ 2454104 h 2476997"/>
              <a:gd name="connsiteX347" fmla="*/ 3084511 w 3242958"/>
              <a:gd name="connsiteY347" fmla="*/ 2442243 h 2476997"/>
              <a:gd name="connsiteX348" fmla="*/ 3091005 w 3242958"/>
              <a:gd name="connsiteY348" fmla="*/ 2426427 h 2476997"/>
              <a:gd name="connsiteX349" fmla="*/ 3062761 w 3242958"/>
              <a:gd name="connsiteY349" fmla="*/ 2426427 h 2476997"/>
              <a:gd name="connsiteX350" fmla="*/ 3062761 w 3242958"/>
              <a:gd name="connsiteY350" fmla="*/ 2404395 h 2476997"/>
              <a:gd name="connsiteX351" fmla="*/ 3111907 w 3242958"/>
              <a:gd name="connsiteY351" fmla="*/ 2404395 h 2476997"/>
              <a:gd name="connsiteX352" fmla="*/ 3111907 w 3242958"/>
              <a:gd name="connsiteY352" fmla="*/ 2473310 h 2476997"/>
              <a:gd name="connsiteX353" fmla="*/ 3095524 w 3242958"/>
              <a:gd name="connsiteY353" fmla="*/ 2473310 h 2476997"/>
              <a:gd name="connsiteX354" fmla="*/ 3093264 w 3242958"/>
              <a:gd name="connsiteY354" fmla="*/ 2456927 h 2476997"/>
              <a:gd name="connsiteX355" fmla="*/ 3091853 w 3242958"/>
              <a:gd name="connsiteY355" fmla="*/ 2458905 h 2476997"/>
              <a:gd name="connsiteX356" fmla="*/ 3057960 w 3242958"/>
              <a:gd name="connsiteY356" fmla="*/ 2476981 h 2476997"/>
              <a:gd name="connsiteX357" fmla="*/ 3058808 w 3242958"/>
              <a:gd name="connsiteY357" fmla="*/ 2476699 h 2476997"/>
              <a:gd name="connsiteX358" fmla="*/ 3017853 w 3242958"/>
              <a:gd name="connsiteY358" fmla="*/ 2458623 h 2476997"/>
              <a:gd name="connsiteX359" fmla="*/ 3017853 w 3242958"/>
              <a:gd name="connsiteY359" fmla="*/ 2360053 h 2476997"/>
              <a:gd name="connsiteX360" fmla="*/ 3055545 w 3242958"/>
              <a:gd name="connsiteY360" fmla="*/ 2341892 h 2476997"/>
              <a:gd name="connsiteX361" fmla="*/ 2306675 w 3242958"/>
              <a:gd name="connsiteY361" fmla="*/ 2341692 h 2476997"/>
              <a:gd name="connsiteX362" fmla="*/ 2357514 w 3242958"/>
              <a:gd name="connsiteY362" fmla="*/ 2387449 h 2476997"/>
              <a:gd name="connsiteX363" fmla="*/ 2332941 w 3242958"/>
              <a:gd name="connsiteY363" fmla="*/ 2387449 h 2476997"/>
              <a:gd name="connsiteX364" fmla="*/ 2324751 w 3242958"/>
              <a:gd name="connsiteY364" fmla="*/ 2371066 h 2476997"/>
              <a:gd name="connsiteX365" fmla="*/ 2306956 w 3242958"/>
              <a:gd name="connsiteY365" fmla="*/ 2364854 h 2476997"/>
              <a:gd name="connsiteX366" fmla="*/ 2285491 w 3242958"/>
              <a:gd name="connsiteY366" fmla="*/ 2376718 h 2476997"/>
              <a:gd name="connsiteX367" fmla="*/ 2277583 w 3242958"/>
              <a:gd name="connsiteY367" fmla="*/ 2409762 h 2476997"/>
              <a:gd name="connsiteX368" fmla="*/ 2285491 w 3242958"/>
              <a:gd name="connsiteY368" fmla="*/ 2441962 h 2476997"/>
              <a:gd name="connsiteX369" fmla="*/ 2306956 w 3242958"/>
              <a:gd name="connsiteY369" fmla="*/ 2453541 h 2476997"/>
              <a:gd name="connsiteX370" fmla="*/ 2324751 w 3242958"/>
              <a:gd name="connsiteY370" fmla="*/ 2446762 h 2476997"/>
              <a:gd name="connsiteX371" fmla="*/ 2332941 w 3242958"/>
              <a:gd name="connsiteY371" fmla="*/ 2428405 h 2476997"/>
              <a:gd name="connsiteX372" fmla="*/ 2357514 w 3242958"/>
              <a:gd name="connsiteY372" fmla="*/ 2428402 h 2476997"/>
              <a:gd name="connsiteX373" fmla="*/ 2341697 w 3242958"/>
              <a:gd name="connsiteY373" fmla="*/ 2463706 h 2476997"/>
              <a:gd name="connsiteX374" fmla="*/ 2306675 w 3242958"/>
              <a:gd name="connsiteY374" fmla="*/ 2476699 h 2476997"/>
              <a:gd name="connsiteX375" fmla="*/ 2267133 w 3242958"/>
              <a:gd name="connsiteY375" fmla="*/ 2458623 h 2476997"/>
              <a:gd name="connsiteX376" fmla="*/ 2252447 w 3242958"/>
              <a:gd name="connsiteY376" fmla="*/ 2409759 h 2476997"/>
              <a:gd name="connsiteX377" fmla="*/ 2267133 w 3242958"/>
              <a:gd name="connsiteY377" fmla="*/ 2360050 h 2476997"/>
              <a:gd name="connsiteX378" fmla="*/ 2306675 w 3242958"/>
              <a:gd name="connsiteY378" fmla="*/ 2341692 h 2476997"/>
              <a:gd name="connsiteX379" fmla="*/ 1002095 w 3242958"/>
              <a:gd name="connsiteY379" fmla="*/ 2341132 h 2476997"/>
              <a:gd name="connsiteX380" fmla="*/ 1034294 w 3242958"/>
              <a:gd name="connsiteY380" fmla="*/ 2352430 h 2476997"/>
              <a:gd name="connsiteX381" fmla="*/ 1048133 w 3242958"/>
              <a:gd name="connsiteY381" fmla="*/ 2382930 h 2476997"/>
              <a:gd name="connsiteX382" fmla="*/ 1024123 w 3242958"/>
              <a:gd name="connsiteY382" fmla="*/ 2383496 h 2476997"/>
              <a:gd name="connsiteX383" fmla="*/ 1016781 w 3242958"/>
              <a:gd name="connsiteY383" fmla="*/ 2369091 h 2476997"/>
              <a:gd name="connsiteX384" fmla="*/ 999269 w 3242958"/>
              <a:gd name="connsiteY384" fmla="*/ 2363724 h 2476997"/>
              <a:gd name="connsiteX385" fmla="*/ 984582 w 3242958"/>
              <a:gd name="connsiteY385" fmla="*/ 2368243 h 2476997"/>
              <a:gd name="connsiteX386" fmla="*/ 979218 w 3242958"/>
              <a:gd name="connsiteY386" fmla="*/ 2380670 h 2476997"/>
              <a:gd name="connsiteX387" fmla="*/ 984867 w 3242958"/>
              <a:gd name="connsiteY387" fmla="*/ 2389709 h 2476997"/>
              <a:gd name="connsiteX388" fmla="*/ 1008025 w 3242958"/>
              <a:gd name="connsiteY388" fmla="*/ 2397053 h 2476997"/>
              <a:gd name="connsiteX389" fmla="*/ 1042199 w 3242958"/>
              <a:gd name="connsiteY389" fmla="*/ 2411458 h 2476997"/>
              <a:gd name="connsiteX390" fmla="*/ 1050955 w 3242958"/>
              <a:gd name="connsiteY390" fmla="*/ 2437443 h 2476997"/>
              <a:gd name="connsiteX391" fmla="*/ 1037965 w 3242958"/>
              <a:gd name="connsiteY391" fmla="*/ 2465687 h 2476997"/>
              <a:gd name="connsiteX392" fmla="*/ 1002661 w 3242958"/>
              <a:gd name="connsiteY392" fmla="*/ 2476136 h 2476997"/>
              <a:gd name="connsiteX393" fmla="*/ 967639 w 3242958"/>
              <a:gd name="connsiteY393" fmla="*/ 2464839 h 2476997"/>
              <a:gd name="connsiteX394" fmla="*/ 954082 w 3242958"/>
              <a:gd name="connsiteY394" fmla="*/ 2432924 h 2476997"/>
              <a:gd name="connsiteX395" fmla="*/ 977803 w 3242958"/>
              <a:gd name="connsiteY395" fmla="*/ 2432924 h 2476997"/>
              <a:gd name="connsiteX396" fmla="*/ 984582 w 3242958"/>
              <a:gd name="connsiteY396" fmla="*/ 2448740 h 2476997"/>
              <a:gd name="connsiteX397" fmla="*/ 1002661 w 3242958"/>
              <a:gd name="connsiteY397" fmla="*/ 2454104 h 2476997"/>
              <a:gd name="connsiteX398" fmla="*/ 1021019 w 3242958"/>
              <a:gd name="connsiteY398" fmla="*/ 2449870 h 2476997"/>
              <a:gd name="connsiteX399" fmla="*/ 1027515 w 3242958"/>
              <a:gd name="connsiteY399" fmla="*/ 2438573 h 2476997"/>
              <a:gd name="connsiteX400" fmla="*/ 1022712 w 3242958"/>
              <a:gd name="connsiteY400" fmla="*/ 2427838 h 2476997"/>
              <a:gd name="connsiteX401" fmla="*/ 1002943 w 3242958"/>
              <a:gd name="connsiteY401" fmla="*/ 2420778 h 2476997"/>
              <a:gd name="connsiteX402" fmla="*/ 965376 w 3242958"/>
              <a:gd name="connsiteY402" fmla="*/ 2406091 h 2476997"/>
              <a:gd name="connsiteX403" fmla="*/ 956056 w 3242958"/>
              <a:gd name="connsiteY403" fmla="*/ 2381803 h 2476997"/>
              <a:gd name="connsiteX404" fmla="*/ 968484 w 3242958"/>
              <a:gd name="connsiteY404" fmla="*/ 2352148 h 2476997"/>
              <a:gd name="connsiteX405" fmla="*/ 1002095 w 3242958"/>
              <a:gd name="connsiteY405" fmla="*/ 2341132 h 2476997"/>
              <a:gd name="connsiteX406" fmla="*/ 670511 w 3242958"/>
              <a:gd name="connsiteY406" fmla="*/ 2134384 h 2476997"/>
              <a:gd name="connsiteX407" fmla="*/ 687457 w 3242958"/>
              <a:gd name="connsiteY407" fmla="*/ 2155568 h 2476997"/>
              <a:gd name="connsiteX408" fmla="*/ 705818 w 3242958"/>
              <a:gd name="connsiteY408" fmla="*/ 2151049 h 2476997"/>
              <a:gd name="connsiteX409" fmla="*/ 726717 w 3242958"/>
              <a:gd name="connsiteY409" fmla="*/ 2151049 h 2476997"/>
              <a:gd name="connsiteX410" fmla="*/ 734061 w 3242958"/>
              <a:gd name="connsiteY410" fmla="*/ 2154438 h 2476997"/>
              <a:gd name="connsiteX411" fmla="*/ 732365 w 3242958"/>
              <a:gd name="connsiteY411" fmla="*/ 2166581 h 2476997"/>
              <a:gd name="connsiteX412" fmla="*/ 730387 w 3242958"/>
              <a:gd name="connsiteY412" fmla="*/ 2179856 h 2476997"/>
              <a:gd name="connsiteX413" fmla="*/ 730387 w 3242958"/>
              <a:gd name="connsiteY413" fmla="*/ 2179574 h 2476997"/>
              <a:gd name="connsiteX414" fmla="*/ 721068 w 3242958"/>
              <a:gd name="connsiteY414" fmla="*/ 2189742 h 2476997"/>
              <a:gd name="connsiteX415" fmla="*/ 711748 w 3242958"/>
              <a:gd name="connsiteY415" fmla="*/ 2196521 h 2476997"/>
              <a:gd name="connsiteX416" fmla="*/ 704970 w 3242958"/>
              <a:gd name="connsiteY416" fmla="*/ 2215445 h 2476997"/>
              <a:gd name="connsiteX417" fmla="*/ 691694 w 3242958"/>
              <a:gd name="connsiteY417" fmla="*/ 2224765 h 2476997"/>
              <a:gd name="connsiteX418" fmla="*/ 676441 w 3242958"/>
              <a:gd name="connsiteY418" fmla="*/ 2226176 h 2476997"/>
              <a:gd name="connsiteX419" fmla="*/ 656106 w 3242958"/>
              <a:gd name="connsiteY419" fmla="*/ 2234366 h 2476997"/>
              <a:gd name="connsiteX420" fmla="*/ 631817 w 3242958"/>
              <a:gd name="connsiteY420" fmla="*/ 2214597 h 2476997"/>
              <a:gd name="connsiteX421" fmla="*/ 634359 w 3242958"/>
              <a:gd name="connsiteY421" fmla="*/ 2199344 h 2476997"/>
              <a:gd name="connsiteX422" fmla="*/ 630688 w 3242958"/>
              <a:gd name="connsiteY422" fmla="*/ 2187483 h 2476997"/>
              <a:gd name="connsiteX423" fmla="*/ 638033 w 3242958"/>
              <a:gd name="connsiteY423" fmla="*/ 2173644 h 2476997"/>
              <a:gd name="connsiteX424" fmla="*/ 656672 w 3242958"/>
              <a:gd name="connsiteY424" fmla="*/ 2141726 h 2476997"/>
              <a:gd name="connsiteX425" fmla="*/ 670511 w 3242958"/>
              <a:gd name="connsiteY425" fmla="*/ 2134384 h 2476997"/>
              <a:gd name="connsiteX426" fmla="*/ 898439 w 3242958"/>
              <a:gd name="connsiteY426" fmla="*/ 2093432 h 2476997"/>
              <a:gd name="connsiteX427" fmla="*/ 912278 w 3242958"/>
              <a:gd name="connsiteY427" fmla="*/ 2096539 h 2476997"/>
              <a:gd name="connsiteX428" fmla="*/ 926117 w 3242958"/>
              <a:gd name="connsiteY428" fmla="*/ 2103599 h 2476997"/>
              <a:gd name="connsiteX429" fmla="*/ 939959 w 3242958"/>
              <a:gd name="connsiteY429" fmla="*/ 2103599 h 2476997"/>
              <a:gd name="connsiteX430" fmla="*/ 953513 w 3242958"/>
              <a:gd name="connsiteY430" fmla="*/ 2107837 h 2476997"/>
              <a:gd name="connsiteX431" fmla="*/ 965095 w 3242958"/>
              <a:gd name="connsiteY431" fmla="*/ 2106144 h 2476997"/>
              <a:gd name="connsiteX432" fmla="*/ 993339 w 3242958"/>
              <a:gd name="connsiteY432" fmla="*/ 2130713 h 2476997"/>
              <a:gd name="connsiteX433" fmla="*/ 993054 w 3242958"/>
              <a:gd name="connsiteY433" fmla="*/ 2132410 h 2476997"/>
              <a:gd name="connsiteX434" fmla="*/ 1000399 w 3242958"/>
              <a:gd name="connsiteY434" fmla="*/ 2143141 h 2476997"/>
              <a:gd name="connsiteX435" fmla="*/ 1000399 w 3242958"/>
              <a:gd name="connsiteY435" fmla="*/ 2157264 h 2476997"/>
              <a:gd name="connsiteX436" fmla="*/ 990513 w 3242958"/>
              <a:gd name="connsiteY436" fmla="*/ 2170255 h 2476997"/>
              <a:gd name="connsiteX437" fmla="*/ 982886 w 3242958"/>
              <a:gd name="connsiteY437" fmla="*/ 2186071 h 2476997"/>
              <a:gd name="connsiteX438" fmla="*/ 973567 w 3242958"/>
              <a:gd name="connsiteY438" fmla="*/ 2196521 h 2476997"/>
              <a:gd name="connsiteX439" fmla="*/ 958032 w 3242958"/>
              <a:gd name="connsiteY439" fmla="*/ 2202736 h 2476997"/>
              <a:gd name="connsiteX440" fmla="*/ 944759 w 3242958"/>
              <a:gd name="connsiteY440" fmla="*/ 2202736 h 2476997"/>
              <a:gd name="connsiteX441" fmla="*/ 930636 w 3242958"/>
              <a:gd name="connsiteY441" fmla="*/ 2209233 h 2476997"/>
              <a:gd name="connsiteX442" fmla="*/ 919623 w 3242958"/>
              <a:gd name="connsiteY442" fmla="*/ 2197651 h 2476997"/>
              <a:gd name="connsiteX443" fmla="*/ 919620 w 3242958"/>
              <a:gd name="connsiteY443" fmla="*/ 2182401 h 2476997"/>
              <a:gd name="connsiteX444" fmla="*/ 908322 w 3242958"/>
              <a:gd name="connsiteY444" fmla="*/ 2161499 h 2476997"/>
              <a:gd name="connsiteX445" fmla="*/ 899287 w 3242958"/>
              <a:gd name="connsiteY445" fmla="*/ 2143707 h 2476997"/>
              <a:gd name="connsiteX446" fmla="*/ 893920 w 3242958"/>
              <a:gd name="connsiteY446" fmla="*/ 2123653 h 2476997"/>
              <a:gd name="connsiteX447" fmla="*/ 893920 w 3242958"/>
              <a:gd name="connsiteY447" fmla="*/ 2111508 h 2476997"/>
              <a:gd name="connsiteX448" fmla="*/ 898439 w 3242958"/>
              <a:gd name="connsiteY448" fmla="*/ 2093432 h 2476997"/>
              <a:gd name="connsiteX449" fmla="*/ 850990 w 3242958"/>
              <a:gd name="connsiteY449" fmla="*/ 1995425 h 2476997"/>
              <a:gd name="connsiteX450" fmla="*/ 838278 w 3242958"/>
              <a:gd name="connsiteY450" fmla="*/ 1997403 h 2476997"/>
              <a:gd name="connsiteX451" fmla="*/ 825287 w 3242958"/>
              <a:gd name="connsiteY451" fmla="*/ 2001637 h 2476997"/>
              <a:gd name="connsiteX452" fmla="*/ 815683 w 3242958"/>
              <a:gd name="connsiteY452" fmla="*/ 2007852 h 2476997"/>
              <a:gd name="connsiteX453" fmla="*/ 790265 w 3242958"/>
              <a:gd name="connsiteY453" fmla="*/ 2018583 h 2476997"/>
              <a:gd name="connsiteX454" fmla="*/ 782638 w 3242958"/>
              <a:gd name="connsiteY454" fmla="*/ 2031577 h 2476997"/>
              <a:gd name="connsiteX455" fmla="*/ 793654 w 3242958"/>
              <a:gd name="connsiteY455" fmla="*/ 2042593 h 2476997"/>
              <a:gd name="connsiteX456" fmla="*/ 812860 w 3242958"/>
              <a:gd name="connsiteY456" fmla="*/ 2036659 h 2476997"/>
              <a:gd name="connsiteX457" fmla="*/ 830936 w 3242958"/>
              <a:gd name="connsiteY457" fmla="*/ 2022539 h 2476997"/>
              <a:gd name="connsiteX458" fmla="*/ 846186 w 3242958"/>
              <a:gd name="connsiteY458" fmla="*/ 2009264 h 2476997"/>
              <a:gd name="connsiteX459" fmla="*/ 850990 w 3242958"/>
              <a:gd name="connsiteY459" fmla="*/ 1995425 h 2476997"/>
              <a:gd name="connsiteX460" fmla="*/ 1447218 w 3242958"/>
              <a:gd name="connsiteY460" fmla="*/ 1962098 h 2476997"/>
              <a:gd name="connsiteX461" fmla="*/ 1427164 w 3242958"/>
              <a:gd name="connsiteY461" fmla="*/ 1965206 h 2476997"/>
              <a:gd name="connsiteX462" fmla="*/ 1422363 w 3242958"/>
              <a:gd name="connsiteY462" fmla="*/ 1975937 h 2476997"/>
              <a:gd name="connsiteX463" fmla="*/ 1424056 w 3242958"/>
              <a:gd name="connsiteY463" fmla="*/ 1986105 h 2476997"/>
              <a:gd name="connsiteX464" fmla="*/ 1441287 w 3242958"/>
              <a:gd name="connsiteY464" fmla="*/ 1987801 h 2476997"/>
              <a:gd name="connsiteX465" fmla="*/ 1452867 w 3242958"/>
              <a:gd name="connsiteY465" fmla="*/ 1968029 h 2476997"/>
              <a:gd name="connsiteX466" fmla="*/ 1452887 w 3242958"/>
              <a:gd name="connsiteY466" fmla="*/ 1967142 h 2476997"/>
              <a:gd name="connsiteX467" fmla="*/ 1447218 w 3242958"/>
              <a:gd name="connsiteY467" fmla="*/ 1962098 h 2476997"/>
              <a:gd name="connsiteX468" fmla="*/ 1505965 w 3242958"/>
              <a:gd name="connsiteY468" fmla="*/ 1944589 h 2476997"/>
              <a:gd name="connsiteX469" fmla="*/ 1490430 w 3242958"/>
              <a:gd name="connsiteY469" fmla="*/ 1949953 h 2476997"/>
              <a:gd name="connsiteX470" fmla="*/ 1488452 w 3242958"/>
              <a:gd name="connsiteY470" fmla="*/ 1965206 h 2476997"/>
              <a:gd name="connsiteX471" fmla="*/ 1498057 w 3242958"/>
              <a:gd name="connsiteY471" fmla="*/ 1974244 h 2476997"/>
              <a:gd name="connsiteX472" fmla="*/ 1515566 w 3242958"/>
              <a:gd name="connsiteY472" fmla="*/ 1961250 h 2476997"/>
              <a:gd name="connsiteX473" fmla="*/ 1515851 w 3242958"/>
              <a:gd name="connsiteY473" fmla="*/ 1961250 h 2476997"/>
              <a:gd name="connsiteX474" fmla="*/ 1515851 w 3242958"/>
              <a:gd name="connsiteY474" fmla="*/ 1948260 h 2476997"/>
              <a:gd name="connsiteX475" fmla="*/ 1505965 w 3242958"/>
              <a:gd name="connsiteY475" fmla="*/ 1944589 h 2476997"/>
              <a:gd name="connsiteX476" fmla="*/ 885446 w 3242958"/>
              <a:gd name="connsiteY476" fmla="*/ 1928206 h 2476997"/>
              <a:gd name="connsiteX477" fmla="*/ 900133 w 3242958"/>
              <a:gd name="connsiteY477" fmla="*/ 1933855 h 2476997"/>
              <a:gd name="connsiteX478" fmla="*/ 916513 w 3242958"/>
              <a:gd name="connsiteY478" fmla="*/ 1933855 h 2476997"/>
              <a:gd name="connsiteX479" fmla="*/ 940804 w 3242958"/>
              <a:gd name="connsiteY479" fmla="*/ 1949671 h 2476997"/>
              <a:gd name="connsiteX480" fmla="*/ 947301 w 3242958"/>
              <a:gd name="connsiteY480" fmla="*/ 1969441 h 2476997"/>
              <a:gd name="connsiteX481" fmla="*/ 947301 w 3242958"/>
              <a:gd name="connsiteY481" fmla="*/ 1984975 h 2476997"/>
              <a:gd name="connsiteX482" fmla="*/ 926965 w 3242958"/>
              <a:gd name="connsiteY482" fmla="*/ 2005593 h 2476997"/>
              <a:gd name="connsiteX483" fmla="*/ 927813 w 3242958"/>
              <a:gd name="connsiteY483" fmla="*/ 2009264 h 2476997"/>
              <a:gd name="connsiteX484" fmla="*/ 917927 w 3242958"/>
              <a:gd name="connsiteY484" fmla="*/ 2025647 h 2476997"/>
              <a:gd name="connsiteX485" fmla="*/ 886012 w 3242958"/>
              <a:gd name="connsiteY485" fmla="*/ 2082134 h 2476997"/>
              <a:gd name="connsiteX486" fmla="*/ 871889 w 3242958"/>
              <a:gd name="connsiteY486" fmla="*/ 2099928 h 2476997"/>
              <a:gd name="connsiteX487" fmla="*/ 861439 w 3242958"/>
              <a:gd name="connsiteY487" fmla="*/ 2101340 h 2476997"/>
              <a:gd name="connsiteX488" fmla="*/ 851553 w 3242958"/>
              <a:gd name="connsiteY488" fmla="*/ 2112637 h 2476997"/>
              <a:gd name="connsiteX489" fmla="*/ 854942 w 3242958"/>
              <a:gd name="connsiteY489" fmla="*/ 2132973 h 2476997"/>
              <a:gd name="connsiteX490" fmla="*/ 854942 w 3242958"/>
              <a:gd name="connsiteY490" fmla="*/ 2223353 h 2476997"/>
              <a:gd name="connsiteX491" fmla="*/ 837714 w 3242958"/>
              <a:gd name="connsiteY491" fmla="*/ 2248771 h 2476997"/>
              <a:gd name="connsiteX492" fmla="*/ 819354 w 3242958"/>
              <a:gd name="connsiteY492" fmla="*/ 2267132 h 2476997"/>
              <a:gd name="connsiteX493" fmla="*/ 802692 w 3242958"/>
              <a:gd name="connsiteY493" fmla="*/ 2275888 h 2476997"/>
              <a:gd name="connsiteX494" fmla="*/ 795065 w 3242958"/>
              <a:gd name="connsiteY494" fmla="*/ 2270521 h 2476997"/>
              <a:gd name="connsiteX495" fmla="*/ 782920 w 3242958"/>
              <a:gd name="connsiteY495" fmla="*/ 2265154 h 2476997"/>
              <a:gd name="connsiteX496" fmla="*/ 773600 w 3242958"/>
              <a:gd name="connsiteY496" fmla="*/ 2257809 h 2476997"/>
              <a:gd name="connsiteX497" fmla="*/ 757783 w 3242958"/>
              <a:gd name="connsiteY497" fmla="*/ 2250185 h 2476997"/>
              <a:gd name="connsiteX498" fmla="*/ 749312 w 3242958"/>
              <a:gd name="connsiteY498" fmla="*/ 2234084 h 2476997"/>
              <a:gd name="connsiteX499" fmla="*/ 725302 w 3242958"/>
              <a:gd name="connsiteY499" fmla="*/ 2209514 h 2476997"/>
              <a:gd name="connsiteX500" fmla="*/ 740555 w 3242958"/>
              <a:gd name="connsiteY500" fmla="*/ 2203299 h 2476997"/>
              <a:gd name="connsiteX501" fmla="*/ 763432 w 3242958"/>
              <a:gd name="connsiteY501" fmla="*/ 2210926 h 2476997"/>
              <a:gd name="connsiteX502" fmla="*/ 781508 w 3242958"/>
              <a:gd name="connsiteY502" fmla="*/ 2189742 h 2476997"/>
              <a:gd name="connsiteX503" fmla="*/ 781508 w 3242958"/>
              <a:gd name="connsiteY503" fmla="*/ 2174774 h 2476997"/>
              <a:gd name="connsiteX504" fmla="*/ 781508 w 3242958"/>
              <a:gd name="connsiteY504" fmla="*/ 2154438 h 2476997"/>
              <a:gd name="connsiteX505" fmla="*/ 784616 w 3242958"/>
              <a:gd name="connsiteY505" fmla="*/ 2126194 h 2476997"/>
              <a:gd name="connsiteX506" fmla="*/ 779531 w 3242958"/>
              <a:gd name="connsiteY506" fmla="*/ 2116875 h 2476997"/>
              <a:gd name="connsiteX507" fmla="*/ 764844 w 3242958"/>
              <a:gd name="connsiteY507" fmla="*/ 2112919 h 2476997"/>
              <a:gd name="connsiteX508" fmla="*/ 753264 w 3242958"/>
              <a:gd name="connsiteY508" fmla="*/ 2114897 h 2476997"/>
              <a:gd name="connsiteX509" fmla="*/ 734907 w 3242958"/>
              <a:gd name="connsiteY509" fmla="*/ 2113201 h 2476997"/>
              <a:gd name="connsiteX510" fmla="*/ 728128 w 3242958"/>
              <a:gd name="connsiteY510" fmla="*/ 2107270 h 2476997"/>
              <a:gd name="connsiteX511" fmla="*/ 724172 w 3242958"/>
              <a:gd name="connsiteY511" fmla="*/ 2093432 h 2476997"/>
              <a:gd name="connsiteX512" fmla="*/ 721068 w 3242958"/>
              <a:gd name="connsiteY512" fmla="*/ 2086087 h 2476997"/>
              <a:gd name="connsiteX513" fmla="*/ 719372 w 3242958"/>
              <a:gd name="connsiteY513" fmla="*/ 2071685 h 2476997"/>
              <a:gd name="connsiteX514" fmla="*/ 714853 w 3242958"/>
              <a:gd name="connsiteY514" fmla="*/ 2050783 h 2476997"/>
              <a:gd name="connsiteX515" fmla="*/ 710334 w 3242958"/>
              <a:gd name="connsiteY515" fmla="*/ 2022539 h 2476997"/>
              <a:gd name="connsiteX516" fmla="*/ 710334 w 3242958"/>
              <a:gd name="connsiteY516" fmla="*/ 1994295 h 2476997"/>
              <a:gd name="connsiteX517" fmla="*/ 726714 w 3242958"/>
              <a:gd name="connsiteY517" fmla="*/ 1963510 h 2476997"/>
              <a:gd name="connsiteX518" fmla="*/ 742530 w 3242958"/>
              <a:gd name="connsiteY518" fmla="*/ 1956450 h 2476997"/>
              <a:gd name="connsiteX519" fmla="*/ 756654 w 3242958"/>
              <a:gd name="connsiteY519" fmla="*/ 1963792 h 2476997"/>
              <a:gd name="connsiteX520" fmla="*/ 763151 w 3242958"/>
              <a:gd name="connsiteY520" fmla="*/ 1972548 h 2476997"/>
              <a:gd name="connsiteX521" fmla="*/ 791394 w 3242958"/>
              <a:gd name="connsiteY521" fmla="*/ 1964073 h 2476997"/>
              <a:gd name="connsiteX522" fmla="*/ 812860 w 3242958"/>
              <a:gd name="connsiteY522" fmla="*/ 1958143 h 2476997"/>
              <a:gd name="connsiteX523" fmla="*/ 828676 w 3242958"/>
              <a:gd name="connsiteY523" fmla="*/ 1952494 h 2476997"/>
              <a:gd name="connsiteX524" fmla="*/ 840819 w 3242958"/>
              <a:gd name="connsiteY524" fmla="*/ 1949105 h 2476997"/>
              <a:gd name="connsiteX525" fmla="*/ 857202 w 3242958"/>
              <a:gd name="connsiteY525" fmla="*/ 1942326 h 2476997"/>
              <a:gd name="connsiteX526" fmla="*/ 867088 w 3242958"/>
              <a:gd name="connsiteY526" fmla="*/ 1936111 h 2476997"/>
              <a:gd name="connsiteX527" fmla="*/ 875560 w 3242958"/>
              <a:gd name="connsiteY527" fmla="*/ 1931592 h 2476997"/>
              <a:gd name="connsiteX528" fmla="*/ 885446 w 3242958"/>
              <a:gd name="connsiteY528" fmla="*/ 1928206 h 2476997"/>
              <a:gd name="connsiteX529" fmla="*/ 3235613 w 3242958"/>
              <a:gd name="connsiteY529" fmla="*/ 1913519 h 2476997"/>
              <a:gd name="connsiteX530" fmla="*/ 3237591 w 3242958"/>
              <a:gd name="connsiteY530" fmla="*/ 1915778 h 2476997"/>
              <a:gd name="connsiteX531" fmla="*/ 3235956 w 3242958"/>
              <a:gd name="connsiteY531" fmla="*/ 1914997 h 2476997"/>
              <a:gd name="connsiteX532" fmla="*/ 1441287 w 3242958"/>
              <a:gd name="connsiteY532" fmla="*/ 1897139 h 2476997"/>
              <a:gd name="connsiteX533" fmla="*/ 1425186 w 3242958"/>
              <a:gd name="connsiteY533" fmla="*/ 1909000 h 2476997"/>
              <a:gd name="connsiteX534" fmla="*/ 1426882 w 3242958"/>
              <a:gd name="connsiteY534" fmla="*/ 1925383 h 2476997"/>
              <a:gd name="connsiteX535" fmla="*/ 1434224 w 3242958"/>
              <a:gd name="connsiteY535" fmla="*/ 1929899 h 2476997"/>
              <a:gd name="connsiteX536" fmla="*/ 1453715 w 3242958"/>
              <a:gd name="connsiteY536" fmla="*/ 1911541 h 2476997"/>
              <a:gd name="connsiteX537" fmla="*/ 1441287 w 3242958"/>
              <a:gd name="connsiteY537" fmla="*/ 1897139 h 2476997"/>
              <a:gd name="connsiteX538" fmla="*/ 242333 w 3242958"/>
              <a:gd name="connsiteY538" fmla="*/ 1879345 h 2476997"/>
              <a:gd name="connsiteX539" fmla="*/ 244593 w 3242958"/>
              <a:gd name="connsiteY539" fmla="*/ 1883016 h 2476997"/>
              <a:gd name="connsiteX540" fmla="*/ 242333 w 3242958"/>
              <a:gd name="connsiteY540" fmla="*/ 1879501 h 2476997"/>
              <a:gd name="connsiteX541" fmla="*/ 1537032 w 3242958"/>
              <a:gd name="connsiteY541" fmla="*/ 1873129 h 2476997"/>
              <a:gd name="connsiteX542" fmla="*/ 1498057 w 3242958"/>
              <a:gd name="connsiteY542" fmla="*/ 1888664 h 2476997"/>
              <a:gd name="connsiteX543" fmla="*/ 1503424 w 3242958"/>
              <a:gd name="connsiteY543" fmla="*/ 1907304 h 2476997"/>
              <a:gd name="connsiteX544" fmla="*/ 1524607 w 3242958"/>
              <a:gd name="connsiteY544" fmla="*/ 1907304 h 2476997"/>
              <a:gd name="connsiteX545" fmla="*/ 1538374 w 3242958"/>
              <a:gd name="connsiteY545" fmla="*/ 1887637 h 2476997"/>
              <a:gd name="connsiteX546" fmla="*/ 1538443 w 3242958"/>
              <a:gd name="connsiteY546" fmla="*/ 1888383 h 2476997"/>
              <a:gd name="connsiteX547" fmla="*/ 1538446 w 3242958"/>
              <a:gd name="connsiteY547" fmla="*/ 1887535 h 2476997"/>
              <a:gd name="connsiteX548" fmla="*/ 1538374 w 3242958"/>
              <a:gd name="connsiteY548" fmla="*/ 1887637 h 2476997"/>
              <a:gd name="connsiteX549" fmla="*/ 2095977 w 3242958"/>
              <a:gd name="connsiteY549" fmla="*/ 1869741 h 2476997"/>
              <a:gd name="connsiteX550" fmla="*/ 2107275 w 3242958"/>
              <a:gd name="connsiteY550" fmla="*/ 1876238 h 2476997"/>
              <a:gd name="connsiteX551" fmla="*/ 2123655 w 3242958"/>
              <a:gd name="connsiteY551" fmla="*/ 1892336 h 2476997"/>
              <a:gd name="connsiteX552" fmla="*/ 2129022 w 3242958"/>
              <a:gd name="connsiteY552" fmla="*/ 1907871 h 2476997"/>
              <a:gd name="connsiteX553" fmla="*/ 2135519 w 3242958"/>
              <a:gd name="connsiteY553" fmla="*/ 1918320 h 2476997"/>
              <a:gd name="connsiteX554" fmla="*/ 2108968 w 3242958"/>
              <a:gd name="connsiteY554" fmla="*/ 1942893 h 2476997"/>
              <a:gd name="connsiteX555" fmla="*/ 2088069 w 3242958"/>
              <a:gd name="connsiteY555" fmla="*/ 1960687 h 2476997"/>
              <a:gd name="connsiteX556" fmla="*/ 2072252 w 3242958"/>
              <a:gd name="connsiteY556" fmla="*/ 1971419 h 2476997"/>
              <a:gd name="connsiteX557" fmla="*/ 2040053 w 3242958"/>
              <a:gd name="connsiteY557" fmla="*/ 1994014 h 2476997"/>
              <a:gd name="connsiteX558" fmla="*/ 2047679 w 3242958"/>
              <a:gd name="connsiteY558" fmla="*/ 2020562 h 2476997"/>
              <a:gd name="connsiteX559" fmla="*/ 2042594 w 3242958"/>
              <a:gd name="connsiteY559" fmla="*/ 2032707 h 2476997"/>
              <a:gd name="connsiteX560" fmla="*/ 2038360 w 3242958"/>
              <a:gd name="connsiteY560" fmla="*/ 2044286 h 2476997"/>
              <a:gd name="connsiteX561" fmla="*/ 2034970 w 3242958"/>
              <a:gd name="connsiteY561" fmla="*/ 2056150 h 2476997"/>
              <a:gd name="connsiteX562" fmla="*/ 2032711 w 3242958"/>
              <a:gd name="connsiteY562" fmla="*/ 2068859 h 2476997"/>
              <a:gd name="connsiteX563" fmla="*/ 2034404 w 3242958"/>
              <a:gd name="connsiteY563" fmla="*/ 2101622 h 2476997"/>
              <a:gd name="connsiteX564" fmla="*/ 2093718 w 3242958"/>
              <a:gd name="connsiteY564" fmla="*/ 2101622 h 2476997"/>
              <a:gd name="connsiteX565" fmla="*/ 2108968 w 3242958"/>
              <a:gd name="connsiteY565" fmla="*/ 2095410 h 2476997"/>
              <a:gd name="connsiteX566" fmla="*/ 2123655 w 3242958"/>
              <a:gd name="connsiteY566" fmla="*/ 2093998 h 2476997"/>
              <a:gd name="connsiteX567" fmla="*/ 2139756 w 3242958"/>
              <a:gd name="connsiteY567" fmla="*/ 2098236 h 2476997"/>
              <a:gd name="connsiteX568" fmla="*/ 2155288 w 3242958"/>
              <a:gd name="connsiteY568" fmla="*/ 2106989 h 2476997"/>
              <a:gd name="connsiteX569" fmla="*/ 2175905 w 3242958"/>
              <a:gd name="connsiteY569" fmla="*/ 2123372 h 2476997"/>
              <a:gd name="connsiteX570" fmla="*/ 2177644 w 3242958"/>
              <a:gd name="connsiteY570" fmla="*/ 2135787 h 2476997"/>
              <a:gd name="connsiteX571" fmla="*/ 2177319 w 3242958"/>
              <a:gd name="connsiteY571" fmla="*/ 2134951 h 2476997"/>
              <a:gd name="connsiteX572" fmla="*/ 2177883 w 3242958"/>
              <a:gd name="connsiteY572" fmla="*/ 2137492 h 2476997"/>
              <a:gd name="connsiteX573" fmla="*/ 2177644 w 3242958"/>
              <a:gd name="connsiteY573" fmla="*/ 2135787 h 2476997"/>
              <a:gd name="connsiteX574" fmla="*/ 2179297 w 3242958"/>
              <a:gd name="connsiteY574" fmla="*/ 2140037 h 2476997"/>
              <a:gd name="connsiteX575" fmla="*/ 2180709 w 3242958"/>
              <a:gd name="connsiteY575" fmla="*/ 2147660 h 2476997"/>
              <a:gd name="connsiteX576" fmla="*/ 2175623 w 3242958"/>
              <a:gd name="connsiteY576" fmla="*/ 2159806 h 2476997"/>
              <a:gd name="connsiteX577" fmla="*/ 2165174 w 3242958"/>
              <a:gd name="connsiteY577" fmla="*/ 2169974 h 2476997"/>
              <a:gd name="connsiteX578" fmla="*/ 2145402 w 3242958"/>
              <a:gd name="connsiteY578" fmla="*/ 2171385 h 2476997"/>
              <a:gd name="connsiteX579" fmla="*/ 2123655 w 3242958"/>
              <a:gd name="connsiteY579" fmla="*/ 2167432 h 2476997"/>
              <a:gd name="connsiteX580" fmla="*/ 2101341 w 3242958"/>
              <a:gd name="connsiteY580" fmla="*/ 2169407 h 2476997"/>
              <a:gd name="connsiteX581" fmla="*/ 2064626 w 3242958"/>
              <a:gd name="connsiteY581" fmla="*/ 2166303 h 2476997"/>
              <a:gd name="connsiteX582" fmla="*/ 2031297 w 3242958"/>
              <a:gd name="connsiteY582" fmla="*/ 2166303 h 2476997"/>
              <a:gd name="connsiteX583" fmla="*/ 1997122 w 3242958"/>
              <a:gd name="connsiteY583" fmla="*/ 2168844 h 2476997"/>
              <a:gd name="connsiteX584" fmla="*/ 1964644 w 3242958"/>
              <a:gd name="connsiteY584" fmla="*/ 2173645 h 2476997"/>
              <a:gd name="connsiteX585" fmla="*/ 1927359 w 3242958"/>
              <a:gd name="connsiteY585" fmla="*/ 2173645 h 2476997"/>
              <a:gd name="connsiteX586" fmla="*/ 1861552 w 3242958"/>
              <a:gd name="connsiteY586" fmla="*/ 2187202 h 2476997"/>
              <a:gd name="connsiteX587" fmla="*/ 1781058 w 3242958"/>
              <a:gd name="connsiteY587" fmla="*/ 2217705 h 2476997"/>
              <a:gd name="connsiteX588" fmla="*/ 1750273 w 3242958"/>
              <a:gd name="connsiteY588" fmla="*/ 2189461 h 2476997"/>
              <a:gd name="connsiteX589" fmla="*/ 1750273 w 3242958"/>
              <a:gd name="connsiteY589" fmla="*/ 2172515 h 2476997"/>
              <a:gd name="connsiteX590" fmla="*/ 1748295 w 3242958"/>
              <a:gd name="connsiteY590" fmla="*/ 2151616 h 2476997"/>
              <a:gd name="connsiteX591" fmla="*/ 1781621 w 3242958"/>
              <a:gd name="connsiteY591" fmla="*/ 2132973 h 2476997"/>
              <a:gd name="connsiteX592" fmla="*/ 1801393 w 3242958"/>
              <a:gd name="connsiteY592" fmla="*/ 2134951 h 2476997"/>
              <a:gd name="connsiteX593" fmla="*/ 1842628 w 3242958"/>
              <a:gd name="connsiteY593" fmla="*/ 2119416 h 2476997"/>
              <a:gd name="connsiteX594" fmla="*/ 1858729 w 3242958"/>
              <a:gd name="connsiteY594" fmla="*/ 2116027 h 2476997"/>
              <a:gd name="connsiteX595" fmla="*/ 1903919 w 3242958"/>
              <a:gd name="connsiteY595" fmla="*/ 2097388 h 2476997"/>
              <a:gd name="connsiteX596" fmla="*/ 1938941 w 3242958"/>
              <a:gd name="connsiteY596" fmla="*/ 2036944 h 2476997"/>
              <a:gd name="connsiteX597" fmla="*/ 1942612 w 3242958"/>
              <a:gd name="connsiteY597" fmla="*/ 2016891 h 2476997"/>
              <a:gd name="connsiteX598" fmla="*/ 1938941 w 3242958"/>
              <a:gd name="connsiteY598" fmla="*/ 2001077 h 2476997"/>
              <a:gd name="connsiteX599" fmla="*/ 1921429 w 3242958"/>
              <a:gd name="connsiteY599" fmla="*/ 2003900 h 2476997"/>
              <a:gd name="connsiteX600" fmla="*/ 1899400 w 3242958"/>
              <a:gd name="connsiteY600" fmla="*/ 2005311 h 2476997"/>
              <a:gd name="connsiteX601" fmla="*/ 1892337 w 3242958"/>
              <a:gd name="connsiteY601" fmla="*/ 1984976 h 2476997"/>
              <a:gd name="connsiteX602" fmla="*/ 1879064 w 3242958"/>
              <a:gd name="connsiteY602" fmla="*/ 1960687 h 2476997"/>
              <a:gd name="connsiteX603" fmla="*/ 1875675 w 3242958"/>
              <a:gd name="connsiteY603" fmla="*/ 1940915 h 2476997"/>
              <a:gd name="connsiteX604" fmla="*/ 1873979 w 3242958"/>
              <a:gd name="connsiteY604" fmla="*/ 1921991 h 2476997"/>
              <a:gd name="connsiteX605" fmla="*/ 1890362 w 3242958"/>
              <a:gd name="connsiteY605" fmla="*/ 1907871 h 2476997"/>
              <a:gd name="connsiteX606" fmla="*/ 1920581 w 3242958"/>
              <a:gd name="connsiteY606" fmla="*/ 1914931 h 2476997"/>
              <a:gd name="connsiteX607" fmla="*/ 1992321 w 3242958"/>
              <a:gd name="connsiteY607" fmla="*/ 1903070 h 2476997"/>
              <a:gd name="connsiteX608" fmla="*/ 2004749 w 3242958"/>
              <a:gd name="connsiteY608" fmla="*/ 1899396 h 2476997"/>
              <a:gd name="connsiteX609" fmla="*/ 2013787 w 3242958"/>
              <a:gd name="connsiteY609" fmla="*/ 1896292 h 2476997"/>
              <a:gd name="connsiteX610" fmla="*/ 2067449 w 3242958"/>
              <a:gd name="connsiteY610" fmla="*/ 1873412 h 2476997"/>
              <a:gd name="connsiteX611" fmla="*/ 2082702 w 3242958"/>
              <a:gd name="connsiteY611" fmla="*/ 1871719 h 2476997"/>
              <a:gd name="connsiteX612" fmla="*/ 2095977 w 3242958"/>
              <a:gd name="connsiteY612" fmla="*/ 1869741 h 2476997"/>
              <a:gd name="connsiteX613" fmla="*/ 1339887 w 3242958"/>
              <a:gd name="connsiteY613" fmla="*/ 1851101 h 2476997"/>
              <a:gd name="connsiteX614" fmla="*/ 1355422 w 3242958"/>
              <a:gd name="connsiteY614" fmla="*/ 1871436 h 2476997"/>
              <a:gd name="connsiteX615" fmla="*/ 1351751 w 3242958"/>
              <a:gd name="connsiteY615" fmla="*/ 1891490 h 2476997"/>
              <a:gd name="connsiteX616" fmla="*/ 1344688 w 3242958"/>
              <a:gd name="connsiteY616" fmla="*/ 1914930 h 2476997"/>
              <a:gd name="connsiteX617" fmla="*/ 1332260 w 3242958"/>
              <a:gd name="connsiteY617" fmla="*/ 1931595 h 2476997"/>
              <a:gd name="connsiteX618" fmla="*/ 1311080 w 3242958"/>
              <a:gd name="connsiteY618" fmla="*/ 1954756 h 2476997"/>
              <a:gd name="connsiteX619" fmla="*/ 1308820 w 3242958"/>
              <a:gd name="connsiteY619" fmla="*/ 1980456 h 2476997"/>
              <a:gd name="connsiteX620" fmla="*/ 1310513 w 3242958"/>
              <a:gd name="connsiteY620" fmla="*/ 1998250 h 2476997"/>
              <a:gd name="connsiteX621" fmla="*/ 1324070 w 3242958"/>
              <a:gd name="connsiteY621" fmla="*/ 1998250 h 2476997"/>
              <a:gd name="connsiteX622" fmla="*/ 1328589 w 3242958"/>
              <a:gd name="connsiteY622" fmla="*/ 2010678 h 2476997"/>
              <a:gd name="connsiteX623" fmla="*/ 1337064 w 3242958"/>
              <a:gd name="connsiteY623" fmla="*/ 2030450 h 2476997"/>
              <a:gd name="connsiteX624" fmla="*/ 1333956 w 3242958"/>
              <a:gd name="connsiteY624" fmla="*/ 2038640 h 2476997"/>
              <a:gd name="connsiteX625" fmla="*/ 1293852 w 3242958"/>
              <a:gd name="connsiteY625" fmla="*/ 2076769 h 2476997"/>
              <a:gd name="connsiteX626" fmla="*/ 1295545 w 3242958"/>
              <a:gd name="connsiteY626" fmla="*/ 2092020 h 2476997"/>
              <a:gd name="connsiteX627" fmla="*/ 1310795 w 3242958"/>
              <a:gd name="connsiteY627" fmla="*/ 2092020 h 2476997"/>
              <a:gd name="connsiteX628" fmla="*/ 1309665 w 3242958"/>
              <a:gd name="connsiteY628" fmla="*/ 2092868 h 2476997"/>
              <a:gd name="connsiteX629" fmla="*/ 1323222 w 3242958"/>
              <a:gd name="connsiteY629" fmla="*/ 2101906 h 2476997"/>
              <a:gd name="connsiteX630" fmla="*/ 1327460 w 3242958"/>
              <a:gd name="connsiteY630" fmla="*/ 2116592 h 2476997"/>
              <a:gd name="connsiteX631" fmla="*/ 1289048 w 3242958"/>
              <a:gd name="connsiteY631" fmla="*/ 2162631 h 2476997"/>
              <a:gd name="connsiteX632" fmla="*/ 1226348 w 3242958"/>
              <a:gd name="connsiteY632" fmla="*/ 2193979 h 2476997"/>
              <a:gd name="connsiteX633" fmla="*/ 1195560 w 3242958"/>
              <a:gd name="connsiteY633" fmla="*/ 2222223 h 2476997"/>
              <a:gd name="connsiteX634" fmla="*/ 1183418 w 3242958"/>
              <a:gd name="connsiteY634" fmla="*/ 2222223 h 2476997"/>
              <a:gd name="connsiteX635" fmla="*/ 1166187 w 3242958"/>
              <a:gd name="connsiteY635" fmla="*/ 2217422 h 2476997"/>
              <a:gd name="connsiteX636" fmla="*/ 1158845 w 3242958"/>
              <a:gd name="connsiteY636" fmla="*/ 2202454 h 2476997"/>
              <a:gd name="connsiteX637" fmla="*/ 1148110 w 3242958"/>
              <a:gd name="connsiteY637" fmla="*/ 2187200 h 2476997"/>
              <a:gd name="connsiteX638" fmla="*/ 1143310 w 3242958"/>
              <a:gd name="connsiteY638" fmla="*/ 2158957 h 2476997"/>
              <a:gd name="connsiteX639" fmla="*/ 1171554 w 3242958"/>
              <a:gd name="connsiteY639" fmla="*/ 2132691 h 2476997"/>
              <a:gd name="connsiteX640" fmla="*/ 1187088 w 3242958"/>
              <a:gd name="connsiteY640" fmla="*/ 2121393 h 2476997"/>
              <a:gd name="connsiteX641" fmla="*/ 1198104 w 3242958"/>
              <a:gd name="connsiteY641" fmla="*/ 2110096 h 2476997"/>
              <a:gd name="connsiteX642" fmla="*/ 1200927 w 3242958"/>
              <a:gd name="connsiteY642" fmla="*/ 2098798 h 2476997"/>
              <a:gd name="connsiteX643" fmla="*/ 1204316 w 3242958"/>
              <a:gd name="connsiteY643" fmla="*/ 2084393 h 2476997"/>
              <a:gd name="connsiteX644" fmla="*/ 1199234 w 3242958"/>
              <a:gd name="connsiteY644" fmla="*/ 2073096 h 2476997"/>
              <a:gd name="connsiteX645" fmla="*/ 1192737 w 3242958"/>
              <a:gd name="connsiteY645" fmla="*/ 2063212 h 2476997"/>
              <a:gd name="connsiteX646" fmla="*/ 1180592 w 3242958"/>
              <a:gd name="connsiteY646" fmla="*/ 2041747 h 2476997"/>
              <a:gd name="connsiteX647" fmla="*/ 1200079 w 3242958"/>
              <a:gd name="connsiteY647" fmla="*/ 2021412 h 2476997"/>
              <a:gd name="connsiteX648" fmla="*/ 1213639 w 3242958"/>
              <a:gd name="connsiteY648" fmla="*/ 2021412 h 2476997"/>
              <a:gd name="connsiteX649" fmla="*/ 1231994 w 3242958"/>
              <a:gd name="connsiteY649" fmla="*/ 2006159 h 2476997"/>
              <a:gd name="connsiteX650" fmla="*/ 1235950 w 3242958"/>
              <a:gd name="connsiteY650" fmla="*/ 1977915 h 2476997"/>
              <a:gd name="connsiteX651" fmla="*/ 1221544 w 3242958"/>
              <a:gd name="connsiteY651" fmla="*/ 1964639 h 2476997"/>
              <a:gd name="connsiteX652" fmla="*/ 1204883 w 3242958"/>
              <a:gd name="connsiteY652" fmla="*/ 1958427 h 2476997"/>
              <a:gd name="connsiteX653" fmla="*/ 1194430 w 3242958"/>
              <a:gd name="connsiteY653" fmla="*/ 1946563 h 2476997"/>
              <a:gd name="connsiteX654" fmla="*/ 1185395 w 3242958"/>
              <a:gd name="connsiteY654" fmla="*/ 1940633 h 2476997"/>
              <a:gd name="connsiteX655" fmla="*/ 1180592 w 3242958"/>
              <a:gd name="connsiteY655" fmla="*/ 1920864 h 2476997"/>
              <a:gd name="connsiteX656" fmla="*/ 1189911 w 3242958"/>
              <a:gd name="connsiteY656" fmla="*/ 1914930 h 2476997"/>
              <a:gd name="connsiteX657" fmla="*/ 1196975 w 3242958"/>
              <a:gd name="connsiteY657" fmla="*/ 1904199 h 2476997"/>
              <a:gd name="connsiteX658" fmla="*/ 1211661 w 3242958"/>
              <a:gd name="connsiteY658" fmla="*/ 1895443 h 2476997"/>
              <a:gd name="connsiteX659" fmla="*/ 1231149 w 3242958"/>
              <a:gd name="connsiteY659" fmla="*/ 1893183 h 2476997"/>
              <a:gd name="connsiteX660" fmla="*/ 1315880 w 3242958"/>
              <a:gd name="connsiteY660" fmla="*/ 1852794 h 2476997"/>
              <a:gd name="connsiteX661" fmla="*/ 1339887 w 3242958"/>
              <a:gd name="connsiteY661" fmla="*/ 1851101 h 2476997"/>
              <a:gd name="connsiteX662" fmla="*/ 2533932 w 3242958"/>
              <a:gd name="connsiteY662" fmla="*/ 1850321 h 2476997"/>
              <a:gd name="connsiteX663" fmla="*/ 2543923 w 3242958"/>
              <a:gd name="connsiteY663" fmla="*/ 1851380 h 2476997"/>
              <a:gd name="connsiteX664" fmla="*/ 2563692 w 3242958"/>
              <a:gd name="connsiteY664" fmla="*/ 1867763 h 2476997"/>
              <a:gd name="connsiteX665" fmla="*/ 2568211 w 3242958"/>
              <a:gd name="connsiteY665" fmla="*/ 1881883 h 2476997"/>
              <a:gd name="connsiteX666" fmla="*/ 2571037 w 3242958"/>
              <a:gd name="connsiteY666" fmla="*/ 1895159 h 2476997"/>
              <a:gd name="connsiteX667" fmla="*/ 2560587 w 3242958"/>
              <a:gd name="connsiteY667" fmla="*/ 1920295 h 2476997"/>
              <a:gd name="connsiteX668" fmla="*/ 2560587 w 3242958"/>
              <a:gd name="connsiteY668" fmla="*/ 1934982 h 2476997"/>
              <a:gd name="connsiteX669" fmla="*/ 2570755 w 3242958"/>
              <a:gd name="connsiteY669" fmla="*/ 1932440 h 2476997"/>
              <a:gd name="connsiteX670" fmla="*/ 2583182 w 3242958"/>
              <a:gd name="connsiteY670" fmla="*/ 1926792 h 2476997"/>
              <a:gd name="connsiteX671" fmla="*/ 2598151 w 3242958"/>
              <a:gd name="connsiteY671" fmla="*/ 1921709 h 2476997"/>
              <a:gd name="connsiteX672" fmla="*/ 2615660 w 3242958"/>
              <a:gd name="connsiteY672" fmla="*/ 1909564 h 2476997"/>
              <a:gd name="connsiteX673" fmla="*/ 2642493 w 3242958"/>
              <a:gd name="connsiteY673" fmla="*/ 1909564 h 2476997"/>
              <a:gd name="connsiteX674" fmla="*/ 2665654 w 3242958"/>
              <a:gd name="connsiteY674" fmla="*/ 1916906 h 2476997"/>
              <a:gd name="connsiteX675" fmla="*/ 2681752 w 3242958"/>
              <a:gd name="connsiteY675" fmla="*/ 1947691 h 2476997"/>
              <a:gd name="connsiteX676" fmla="*/ 2675537 w 3242958"/>
              <a:gd name="connsiteY676" fmla="*/ 1955317 h 2476997"/>
              <a:gd name="connsiteX677" fmla="*/ 2662828 w 3242958"/>
              <a:gd name="connsiteY677" fmla="*/ 1964922 h 2476997"/>
              <a:gd name="connsiteX678" fmla="*/ 2633173 w 3242958"/>
              <a:gd name="connsiteY678" fmla="*/ 1977631 h 2476997"/>
              <a:gd name="connsiteX679" fmla="*/ 2615660 w 3242958"/>
              <a:gd name="connsiteY679" fmla="*/ 1984975 h 2476997"/>
              <a:gd name="connsiteX680" fmla="*/ 2595891 w 3242958"/>
              <a:gd name="connsiteY680" fmla="*/ 1987517 h 2476997"/>
              <a:gd name="connsiteX681" fmla="*/ 2565388 w 3242958"/>
              <a:gd name="connsiteY681" fmla="*/ 1999096 h 2476997"/>
              <a:gd name="connsiteX682" fmla="*/ 2555502 w 3242958"/>
              <a:gd name="connsiteY682" fmla="*/ 2013783 h 2476997"/>
              <a:gd name="connsiteX683" fmla="*/ 2558891 w 3242958"/>
              <a:gd name="connsiteY683" fmla="*/ 2037226 h 2476997"/>
              <a:gd name="connsiteX684" fmla="*/ 2609167 w 3242958"/>
              <a:gd name="connsiteY684" fmla="*/ 2088628 h 2476997"/>
              <a:gd name="connsiteX685" fmla="*/ 2646448 w 3242958"/>
              <a:gd name="connsiteY685" fmla="*/ 2130429 h 2476997"/>
              <a:gd name="connsiteX686" fmla="*/ 2684575 w 3242958"/>
              <a:gd name="connsiteY686" fmla="*/ 2156413 h 2476997"/>
              <a:gd name="connsiteX687" fmla="*/ 2706325 w 3242958"/>
              <a:gd name="connsiteY687" fmla="*/ 2165169 h 2476997"/>
              <a:gd name="connsiteX688" fmla="*/ 2722705 w 3242958"/>
              <a:gd name="connsiteY688" fmla="*/ 2175903 h 2476997"/>
              <a:gd name="connsiteX689" fmla="*/ 2760553 w 3242958"/>
              <a:gd name="connsiteY689" fmla="*/ 2190024 h 2476997"/>
              <a:gd name="connsiteX690" fmla="*/ 2773544 w 3242958"/>
              <a:gd name="connsiteY690" fmla="*/ 2195954 h 2476997"/>
              <a:gd name="connsiteX691" fmla="*/ 2773262 w 3242958"/>
              <a:gd name="connsiteY691" fmla="*/ 2197932 h 2476997"/>
              <a:gd name="connsiteX692" fmla="*/ 2769025 w 3242958"/>
              <a:gd name="connsiteY692" fmla="*/ 2207818 h 2476997"/>
              <a:gd name="connsiteX693" fmla="*/ 2767332 w 3242958"/>
              <a:gd name="connsiteY693" fmla="*/ 2221657 h 2476997"/>
              <a:gd name="connsiteX694" fmla="*/ 2745582 w 3242958"/>
              <a:gd name="connsiteY694" fmla="*/ 2232954 h 2476997"/>
              <a:gd name="connsiteX695" fmla="*/ 2736829 w 3242958"/>
              <a:gd name="connsiteY695" fmla="*/ 2240581 h 2476997"/>
              <a:gd name="connsiteX696" fmla="*/ 2727791 w 3242958"/>
              <a:gd name="connsiteY696" fmla="*/ 2242274 h 2476997"/>
              <a:gd name="connsiteX697" fmla="*/ 2707737 w 3242958"/>
              <a:gd name="connsiteY697" fmla="*/ 2242274 h 2476997"/>
              <a:gd name="connsiteX698" fmla="*/ 2687119 w 3242958"/>
              <a:gd name="connsiteY698" fmla="*/ 2242274 h 2476997"/>
              <a:gd name="connsiteX699" fmla="*/ 2669043 w 3242958"/>
              <a:gd name="connsiteY699" fmla="*/ 2238885 h 2476997"/>
              <a:gd name="connsiteX700" fmla="*/ 2640800 w 3242958"/>
              <a:gd name="connsiteY700" fmla="*/ 2234932 h 2476997"/>
              <a:gd name="connsiteX701" fmla="*/ 2624698 w 3242958"/>
              <a:gd name="connsiteY701" fmla="*/ 2223916 h 2476997"/>
              <a:gd name="connsiteX702" fmla="*/ 2600410 w 3242958"/>
              <a:gd name="connsiteY702" fmla="*/ 2179856 h 2476997"/>
              <a:gd name="connsiteX703" fmla="*/ 2572166 w 3242958"/>
              <a:gd name="connsiteY703" fmla="*/ 2144552 h 2476997"/>
              <a:gd name="connsiteX704" fmla="*/ 2554090 w 3242958"/>
              <a:gd name="connsiteY704" fmla="*/ 2125062 h 2476997"/>
              <a:gd name="connsiteX705" fmla="*/ 2515397 w 3242958"/>
              <a:gd name="connsiteY705" fmla="*/ 2091172 h 2476997"/>
              <a:gd name="connsiteX706" fmla="*/ 2488565 w 3242958"/>
              <a:gd name="connsiteY706" fmla="*/ 2131843 h 2476997"/>
              <a:gd name="connsiteX707" fmla="*/ 2449587 w 3242958"/>
              <a:gd name="connsiteY707" fmla="*/ 2169688 h 2476997"/>
              <a:gd name="connsiteX708" fmla="*/ 2410045 w 3242958"/>
              <a:gd name="connsiteY708" fmla="*/ 2193976 h 2476997"/>
              <a:gd name="connsiteX709" fmla="*/ 2380390 w 3242958"/>
              <a:gd name="connsiteY709" fmla="*/ 2210078 h 2476997"/>
              <a:gd name="connsiteX710" fmla="*/ 2352146 w 3242958"/>
              <a:gd name="connsiteY710" fmla="*/ 2217138 h 2476997"/>
              <a:gd name="connsiteX711" fmla="*/ 2337178 w 3242958"/>
              <a:gd name="connsiteY711" fmla="*/ 2219964 h 2476997"/>
              <a:gd name="connsiteX712" fmla="*/ 2327010 w 3242958"/>
              <a:gd name="connsiteY712" fmla="*/ 2211207 h 2476997"/>
              <a:gd name="connsiteX713" fmla="*/ 2319383 w 3242958"/>
              <a:gd name="connsiteY713" fmla="*/ 2195672 h 2476997"/>
              <a:gd name="connsiteX714" fmla="*/ 2306393 w 3242958"/>
              <a:gd name="connsiteY714" fmla="*/ 2191153 h 2476997"/>
              <a:gd name="connsiteX715" fmla="*/ 2314864 w 3242958"/>
              <a:gd name="connsiteY715" fmla="*/ 2181552 h 2476997"/>
              <a:gd name="connsiteX716" fmla="*/ 2334070 w 3242958"/>
              <a:gd name="connsiteY716" fmla="*/ 2170536 h 2476997"/>
              <a:gd name="connsiteX717" fmla="*/ 2347064 w 3242958"/>
              <a:gd name="connsiteY717" fmla="*/ 2160650 h 2476997"/>
              <a:gd name="connsiteX718" fmla="*/ 2356384 w 3242958"/>
              <a:gd name="connsiteY718" fmla="*/ 2156413 h 2476997"/>
              <a:gd name="connsiteX719" fmla="*/ 2417954 w 3242958"/>
              <a:gd name="connsiteY719" fmla="*/ 2097666 h 2476997"/>
              <a:gd name="connsiteX720" fmla="*/ 2441678 w 3242958"/>
              <a:gd name="connsiteY720" fmla="*/ 2055865 h 2476997"/>
              <a:gd name="connsiteX721" fmla="*/ 2446482 w 3242958"/>
              <a:gd name="connsiteY721" fmla="*/ 2038637 h 2476997"/>
              <a:gd name="connsiteX722" fmla="*/ 2434336 w 3242958"/>
              <a:gd name="connsiteY722" fmla="*/ 2038637 h 2476997"/>
              <a:gd name="connsiteX723" fmla="*/ 2424732 w 3242958"/>
              <a:gd name="connsiteY723" fmla="*/ 2038637 h 2476997"/>
              <a:gd name="connsiteX724" fmla="*/ 2412305 w 3242958"/>
              <a:gd name="connsiteY724" fmla="*/ 2042026 h 2476997"/>
              <a:gd name="connsiteX725" fmla="*/ 2400162 w 3242958"/>
              <a:gd name="connsiteY725" fmla="*/ 2042026 h 2476997"/>
              <a:gd name="connsiteX726" fmla="*/ 2381520 w 3242958"/>
              <a:gd name="connsiteY726" fmla="*/ 2033270 h 2476997"/>
              <a:gd name="connsiteX727" fmla="*/ 2359773 w 3242958"/>
              <a:gd name="connsiteY727" fmla="*/ 2005026 h 2476997"/>
              <a:gd name="connsiteX728" fmla="*/ 2365703 w 3242958"/>
              <a:gd name="connsiteY728" fmla="*/ 1988362 h 2476997"/>
              <a:gd name="connsiteX729" fmla="*/ 2375871 w 3242958"/>
              <a:gd name="connsiteY729" fmla="*/ 1977912 h 2476997"/>
              <a:gd name="connsiteX730" fmla="*/ 2388865 w 3242958"/>
              <a:gd name="connsiteY730" fmla="*/ 1972830 h 2476997"/>
              <a:gd name="connsiteX731" fmla="*/ 2399881 w 3242958"/>
              <a:gd name="connsiteY731" fmla="*/ 1965770 h 2476997"/>
              <a:gd name="connsiteX732" fmla="*/ 2426428 w 3242958"/>
              <a:gd name="connsiteY732" fmla="*/ 1965767 h 2476997"/>
              <a:gd name="connsiteX733" fmla="*/ 2470207 w 3242958"/>
              <a:gd name="connsiteY733" fmla="*/ 1950235 h 2476997"/>
              <a:gd name="connsiteX734" fmla="*/ 2478679 w 3242958"/>
              <a:gd name="connsiteY734" fmla="*/ 1909845 h 2476997"/>
              <a:gd name="connsiteX735" fmla="*/ 2481504 w 3242958"/>
              <a:gd name="connsiteY735" fmla="*/ 1884143 h 2476997"/>
              <a:gd name="connsiteX736" fmla="*/ 2481504 w 3242958"/>
              <a:gd name="connsiteY736" fmla="*/ 1862114 h 2476997"/>
              <a:gd name="connsiteX737" fmla="*/ 2488283 w 3242958"/>
              <a:gd name="connsiteY737" fmla="*/ 1854206 h 2476997"/>
              <a:gd name="connsiteX738" fmla="*/ 2505793 w 3242958"/>
              <a:gd name="connsiteY738" fmla="*/ 1855617 h 2476997"/>
              <a:gd name="connsiteX739" fmla="*/ 2519068 w 3242958"/>
              <a:gd name="connsiteY739" fmla="*/ 1851380 h 2476997"/>
              <a:gd name="connsiteX740" fmla="*/ 2533932 w 3242958"/>
              <a:gd name="connsiteY740" fmla="*/ 1850321 h 2476997"/>
              <a:gd name="connsiteX741" fmla="*/ 153646 w 3242958"/>
              <a:gd name="connsiteY741" fmla="*/ 1845168 h 2476997"/>
              <a:gd name="connsiteX742" fmla="*/ 166074 w 3242958"/>
              <a:gd name="connsiteY742" fmla="*/ 1852231 h 2476997"/>
              <a:gd name="connsiteX743" fmla="*/ 186409 w 3242958"/>
              <a:gd name="connsiteY743" fmla="*/ 1854206 h 2476997"/>
              <a:gd name="connsiteX744" fmla="*/ 206745 w 3242958"/>
              <a:gd name="connsiteY744" fmla="*/ 1854206 h 2476997"/>
              <a:gd name="connsiteX745" fmla="*/ 220302 w 3242958"/>
              <a:gd name="connsiteY745" fmla="*/ 1857595 h 2476997"/>
              <a:gd name="connsiteX746" fmla="*/ 231881 w 3242958"/>
              <a:gd name="connsiteY746" fmla="*/ 1863244 h 2476997"/>
              <a:gd name="connsiteX747" fmla="*/ 242333 w 3242958"/>
              <a:gd name="connsiteY747" fmla="*/ 1879501 h 2476997"/>
              <a:gd name="connsiteX748" fmla="*/ 242333 w 3242958"/>
              <a:gd name="connsiteY748" fmla="*/ 1892336 h 2476997"/>
              <a:gd name="connsiteX749" fmla="*/ 242333 w 3242958"/>
              <a:gd name="connsiteY749" fmla="*/ 1912108 h 2476997"/>
              <a:gd name="connsiteX750" fmla="*/ 232165 w 3242958"/>
              <a:gd name="connsiteY750" fmla="*/ 1933574 h 2476997"/>
              <a:gd name="connsiteX751" fmla="*/ 229340 w 3242958"/>
              <a:gd name="connsiteY751" fmla="*/ 1955884 h 2476997"/>
              <a:gd name="connsiteX752" fmla="*/ 227080 w 3242958"/>
              <a:gd name="connsiteY752" fmla="*/ 1996273 h 2476997"/>
              <a:gd name="connsiteX753" fmla="*/ 223409 w 3242958"/>
              <a:gd name="connsiteY753" fmla="*/ 2020846 h 2476997"/>
              <a:gd name="connsiteX754" fmla="*/ 221998 w 3242958"/>
              <a:gd name="connsiteY754" fmla="*/ 2041748 h 2476997"/>
              <a:gd name="connsiteX755" fmla="*/ 226798 w 3242958"/>
              <a:gd name="connsiteY755" fmla="*/ 2055869 h 2476997"/>
              <a:gd name="connsiteX756" fmla="*/ 228210 w 3242958"/>
              <a:gd name="connsiteY756" fmla="*/ 2064059 h 2476997"/>
              <a:gd name="connsiteX757" fmla="*/ 230751 w 3242958"/>
              <a:gd name="connsiteY757" fmla="*/ 2076768 h 2476997"/>
              <a:gd name="connsiteX758" fmla="*/ 223127 w 3242958"/>
              <a:gd name="connsiteY758" fmla="*/ 2105012 h 2476997"/>
              <a:gd name="connsiteX759" fmla="*/ 213523 w 3242958"/>
              <a:gd name="connsiteY759" fmla="*/ 2119983 h 2476997"/>
              <a:gd name="connsiteX760" fmla="*/ 185279 w 3242958"/>
              <a:gd name="connsiteY760" fmla="*/ 2137774 h 2476997"/>
              <a:gd name="connsiteX761" fmla="*/ 159862 w 3242958"/>
              <a:gd name="connsiteY761" fmla="*/ 2161784 h 2476997"/>
              <a:gd name="connsiteX762" fmla="*/ 131618 w 3242958"/>
              <a:gd name="connsiteY762" fmla="*/ 2174211 h 2476997"/>
              <a:gd name="connsiteX763" fmla="*/ 96877 w 3242958"/>
              <a:gd name="connsiteY763" fmla="*/ 2194262 h 2476997"/>
              <a:gd name="connsiteX764" fmla="*/ 75978 w 3242958"/>
              <a:gd name="connsiteY764" fmla="*/ 2203303 h 2476997"/>
              <a:gd name="connsiteX765" fmla="*/ 42931 w 3242958"/>
              <a:gd name="connsiteY765" fmla="*/ 2227028 h 2476997"/>
              <a:gd name="connsiteX766" fmla="*/ 22032 w 3242958"/>
              <a:gd name="connsiteY766" fmla="*/ 2207819 h 2476997"/>
              <a:gd name="connsiteX767" fmla="*/ 8475 w 3242958"/>
              <a:gd name="connsiteY767" fmla="*/ 2197651 h 2476997"/>
              <a:gd name="connsiteX768" fmla="*/ 4801 w 3242958"/>
              <a:gd name="connsiteY768" fmla="*/ 2180423 h 2476997"/>
              <a:gd name="connsiteX769" fmla="*/ 0 w 3242958"/>
              <a:gd name="connsiteY769" fmla="*/ 2165737 h 2476997"/>
              <a:gd name="connsiteX770" fmla="*/ 8190 w 3242958"/>
              <a:gd name="connsiteY770" fmla="*/ 2154157 h 2476997"/>
              <a:gd name="connsiteX771" fmla="*/ 20902 w 3242958"/>
              <a:gd name="connsiteY771" fmla="*/ 2154157 h 2476997"/>
              <a:gd name="connsiteX772" fmla="*/ 40671 w 3242958"/>
              <a:gd name="connsiteY772" fmla="*/ 2142578 h 2476997"/>
              <a:gd name="connsiteX773" fmla="*/ 61573 w 3242958"/>
              <a:gd name="connsiteY773" fmla="*/ 2134670 h 2476997"/>
              <a:gd name="connsiteX774" fmla="*/ 98007 w 3242958"/>
              <a:gd name="connsiteY774" fmla="*/ 2114334 h 2476997"/>
              <a:gd name="connsiteX775" fmla="*/ 114953 w 3242958"/>
              <a:gd name="connsiteY775" fmla="*/ 2097670 h 2476997"/>
              <a:gd name="connsiteX776" fmla="*/ 114953 w 3242958"/>
              <a:gd name="connsiteY776" fmla="*/ 2059258 h 2476997"/>
              <a:gd name="connsiteX777" fmla="*/ 105915 w 3242958"/>
              <a:gd name="connsiteY777" fmla="*/ 2053609 h 2476997"/>
              <a:gd name="connsiteX778" fmla="*/ 88687 w 3242958"/>
              <a:gd name="connsiteY778" fmla="*/ 2055869 h 2476997"/>
              <a:gd name="connsiteX779" fmla="*/ 72586 w 3242958"/>
              <a:gd name="connsiteY779" fmla="*/ 2061518 h 2476997"/>
              <a:gd name="connsiteX780" fmla="*/ 60443 w 3242958"/>
              <a:gd name="connsiteY780" fmla="*/ 2063211 h 2476997"/>
              <a:gd name="connsiteX781" fmla="*/ 52535 w 3242958"/>
              <a:gd name="connsiteY781" fmla="*/ 2056714 h 2476997"/>
              <a:gd name="connsiteX782" fmla="*/ 48861 w 3242958"/>
              <a:gd name="connsiteY782" fmla="*/ 2036663 h 2476997"/>
              <a:gd name="connsiteX783" fmla="*/ 45472 w 3242958"/>
              <a:gd name="connsiteY783" fmla="*/ 2022824 h 2476997"/>
              <a:gd name="connsiteX784" fmla="*/ 47168 w 3242958"/>
              <a:gd name="connsiteY784" fmla="*/ 1994580 h 2476997"/>
              <a:gd name="connsiteX785" fmla="*/ 63551 w 3242958"/>
              <a:gd name="connsiteY785" fmla="*/ 1978197 h 2476997"/>
              <a:gd name="connsiteX786" fmla="*/ 86428 w 3242958"/>
              <a:gd name="connsiteY786" fmla="*/ 1971137 h 2476997"/>
              <a:gd name="connsiteX787" fmla="*/ 103089 w 3242958"/>
              <a:gd name="connsiteY787" fmla="*/ 1971137 h 2476997"/>
              <a:gd name="connsiteX788" fmla="*/ 125969 w 3242958"/>
              <a:gd name="connsiteY788" fmla="*/ 1960688 h 2476997"/>
              <a:gd name="connsiteX789" fmla="*/ 137266 w 3242958"/>
              <a:gd name="connsiteY789" fmla="*/ 1939786 h 2476997"/>
              <a:gd name="connsiteX790" fmla="*/ 144045 w 3242958"/>
              <a:gd name="connsiteY790" fmla="*/ 1894877 h 2476997"/>
              <a:gd name="connsiteX791" fmla="*/ 132747 w 3242958"/>
              <a:gd name="connsiteY791" fmla="*/ 1866633 h 2476997"/>
              <a:gd name="connsiteX792" fmla="*/ 132747 w 3242958"/>
              <a:gd name="connsiteY792" fmla="*/ 1858443 h 2476997"/>
              <a:gd name="connsiteX793" fmla="*/ 145738 w 3242958"/>
              <a:gd name="connsiteY793" fmla="*/ 1848557 h 2476997"/>
              <a:gd name="connsiteX794" fmla="*/ 153646 w 3242958"/>
              <a:gd name="connsiteY794" fmla="*/ 1845168 h 2476997"/>
              <a:gd name="connsiteX795" fmla="*/ 397676 w 3242958"/>
              <a:gd name="connsiteY795" fmla="*/ 1819750 h 2476997"/>
              <a:gd name="connsiteX796" fmla="*/ 410104 w 3242958"/>
              <a:gd name="connsiteY796" fmla="*/ 1827094 h 2476997"/>
              <a:gd name="connsiteX797" fmla="*/ 420553 w 3242958"/>
              <a:gd name="connsiteY797" fmla="*/ 1829351 h 2476997"/>
              <a:gd name="connsiteX798" fmla="*/ 428743 w 3242958"/>
              <a:gd name="connsiteY798" fmla="*/ 1838674 h 2476997"/>
              <a:gd name="connsiteX799" fmla="*/ 434958 w 3242958"/>
              <a:gd name="connsiteY799" fmla="*/ 1863529 h 2476997"/>
              <a:gd name="connsiteX800" fmla="*/ 416316 w 3242958"/>
              <a:gd name="connsiteY800" fmla="*/ 1898269 h 2476997"/>
              <a:gd name="connsiteX801" fmla="*/ 412926 w 3242958"/>
              <a:gd name="connsiteY801" fmla="*/ 1915779 h 2476997"/>
              <a:gd name="connsiteX802" fmla="*/ 428180 w 3242958"/>
              <a:gd name="connsiteY802" fmla="*/ 1921146 h 2476997"/>
              <a:gd name="connsiteX803" fmla="*/ 443430 w 3242958"/>
              <a:gd name="connsiteY803" fmla="*/ 1912390 h 2476997"/>
              <a:gd name="connsiteX804" fmla="*/ 468284 w 3242958"/>
              <a:gd name="connsiteY804" fmla="*/ 1921146 h 2476997"/>
              <a:gd name="connsiteX805" fmla="*/ 482405 w 3242958"/>
              <a:gd name="connsiteY805" fmla="*/ 1947130 h 2476997"/>
              <a:gd name="connsiteX806" fmla="*/ 485230 w 3242958"/>
              <a:gd name="connsiteY806" fmla="*/ 1965488 h 2476997"/>
              <a:gd name="connsiteX807" fmla="*/ 476759 w 3242958"/>
              <a:gd name="connsiteY807" fmla="*/ 1975092 h 2476997"/>
              <a:gd name="connsiteX808" fmla="*/ 459249 w 3242958"/>
              <a:gd name="connsiteY808" fmla="*/ 1979330 h 2476997"/>
              <a:gd name="connsiteX809" fmla="*/ 444278 w 3242958"/>
              <a:gd name="connsiteY809" fmla="*/ 1990061 h 2476997"/>
              <a:gd name="connsiteX810" fmla="*/ 423661 w 3242958"/>
              <a:gd name="connsiteY810" fmla="*/ 2001640 h 2476997"/>
              <a:gd name="connsiteX811" fmla="*/ 390616 w 3242958"/>
              <a:gd name="connsiteY811" fmla="*/ 2017457 h 2476997"/>
              <a:gd name="connsiteX812" fmla="*/ 379034 w 3242958"/>
              <a:gd name="connsiteY812" fmla="*/ 2054175 h 2476997"/>
              <a:gd name="connsiteX813" fmla="*/ 379034 w 3242958"/>
              <a:gd name="connsiteY813" fmla="*/ 2071685 h 2476997"/>
              <a:gd name="connsiteX814" fmla="*/ 388354 w 3242958"/>
              <a:gd name="connsiteY814" fmla="*/ 2101907 h 2476997"/>
              <a:gd name="connsiteX815" fmla="*/ 413775 w 3242958"/>
              <a:gd name="connsiteY815" fmla="*/ 2113204 h 2476997"/>
              <a:gd name="connsiteX816" fmla="*/ 431569 w 3242958"/>
              <a:gd name="connsiteY816" fmla="*/ 2115745 h 2476997"/>
              <a:gd name="connsiteX817" fmla="*/ 444559 w 3242958"/>
              <a:gd name="connsiteY817" fmla="*/ 2118287 h 2476997"/>
              <a:gd name="connsiteX818" fmla="*/ 457268 w 3242958"/>
              <a:gd name="connsiteY818" fmla="*/ 2123372 h 2476997"/>
              <a:gd name="connsiteX819" fmla="*/ 477041 w 3242958"/>
              <a:gd name="connsiteY819" fmla="*/ 2125350 h 2476997"/>
              <a:gd name="connsiteX820" fmla="*/ 478170 w 3242958"/>
              <a:gd name="connsiteY820" fmla="*/ 2124502 h 2476997"/>
              <a:gd name="connsiteX821" fmla="*/ 489186 w 3242958"/>
              <a:gd name="connsiteY821" fmla="*/ 2149920 h 2476997"/>
              <a:gd name="connsiteX822" fmla="*/ 479300 w 3242958"/>
              <a:gd name="connsiteY822" fmla="*/ 2178164 h 2476997"/>
              <a:gd name="connsiteX823" fmla="*/ 471110 w 3242958"/>
              <a:gd name="connsiteY823" fmla="*/ 2196806 h 2476997"/>
              <a:gd name="connsiteX824" fmla="*/ 449645 w 3242958"/>
              <a:gd name="connsiteY824" fmla="*/ 2199914 h 2476997"/>
              <a:gd name="connsiteX825" fmla="*/ 428743 w 3242958"/>
              <a:gd name="connsiteY825" fmla="*/ 2204996 h 2476997"/>
              <a:gd name="connsiteX826" fmla="*/ 414056 w 3242958"/>
              <a:gd name="connsiteY826" fmla="*/ 2198499 h 2476997"/>
              <a:gd name="connsiteX827" fmla="*/ 391461 w 3242958"/>
              <a:gd name="connsiteY827" fmla="*/ 2196240 h 2476997"/>
              <a:gd name="connsiteX828" fmla="*/ 368866 w 3242958"/>
              <a:gd name="connsiteY828" fmla="*/ 2196240 h 2476997"/>
              <a:gd name="connsiteX829" fmla="*/ 349945 w 3242958"/>
              <a:gd name="connsiteY829" fmla="*/ 2190876 h 2476997"/>
              <a:gd name="connsiteX830" fmla="*/ 321701 w 3242958"/>
              <a:gd name="connsiteY830" fmla="*/ 2189461 h 2476997"/>
              <a:gd name="connsiteX831" fmla="*/ 307860 w 3242958"/>
              <a:gd name="connsiteY831" fmla="*/ 2181553 h 2476997"/>
              <a:gd name="connsiteX832" fmla="*/ 294869 w 3242958"/>
              <a:gd name="connsiteY832" fmla="*/ 2160654 h 2476997"/>
              <a:gd name="connsiteX833" fmla="*/ 292891 w 3242958"/>
              <a:gd name="connsiteY833" fmla="*/ 2136647 h 2476997"/>
              <a:gd name="connsiteX834" fmla="*/ 286961 w 3242958"/>
              <a:gd name="connsiteY834" fmla="*/ 2108404 h 2476997"/>
              <a:gd name="connsiteX835" fmla="*/ 286961 w 3242958"/>
              <a:gd name="connsiteY835" fmla="*/ 2090327 h 2476997"/>
              <a:gd name="connsiteX836" fmla="*/ 284701 w 3242958"/>
              <a:gd name="connsiteY836" fmla="*/ 2073099 h 2476997"/>
              <a:gd name="connsiteX837" fmla="*/ 281875 w 3242958"/>
              <a:gd name="connsiteY837" fmla="*/ 2046267 h 2476997"/>
              <a:gd name="connsiteX838" fmla="*/ 289220 w 3242958"/>
              <a:gd name="connsiteY838" fmla="*/ 2003052 h 2476997"/>
              <a:gd name="connsiteX839" fmla="*/ 295151 w 3242958"/>
              <a:gd name="connsiteY839" fmla="*/ 1989495 h 2476997"/>
              <a:gd name="connsiteX840" fmla="*/ 300233 w 3242958"/>
              <a:gd name="connsiteY840" fmla="*/ 1967184 h 2476997"/>
              <a:gd name="connsiteX841" fmla="*/ 305037 w 3242958"/>
              <a:gd name="connsiteY841" fmla="*/ 1944589 h 2476997"/>
              <a:gd name="connsiteX842" fmla="*/ 307015 w 3242958"/>
              <a:gd name="connsiteY842" fmla="*/ 1909282 h 2476997"/>
              <a:gd name="connsiteX843" fmla="*/ 312097 w 3242958"/>
              <a:gd name="connsiteY843" fmla="*/ 1887817 h 2476997"/>
              <a:gd name="connsiteX844" fmla="*/ 319724 w 3242958"/>
              <a:gd name="connsiteY844" fmla="*/ 1852794 h 2476997"/>
              <a:gd name="connsiteX845" fmla="*/ 319724 w 3242958"/>
              <a:gd name="connsiteY845" fmla="*/ 1829351 h 2476997"/>
              <a:gd name="connsiteX846" fmla="*/ 333281 w 3242958"/>
              <a:gd name="connsiteY846" fmla="*/ 1820031 h 2476997"/>
              <a:gd name="connsiteX847" fmla="*/ 351357 w 3242958"/>
              <a:gd name="connsiteY847" fmla="*/ 1823421 h 2476997"/>
              <a:gd name="connsiteX848" fmla="*/ 366607 w 3242958"/>
              <a:gd name="connsiteY848" fmla="*/ 1820313 h 2476997"/>
              <a:gd name="connsiteX849" fmla="*/ 380164 w 3242958"/>
              <a:gd name="connsiteY849" fmla="*/ 1822857 h 2476997"/>
              <a:gd name="connsiteX850" fmla="*/ 397676 w 3242958"/>
              <a:gd name="connsiteY850" fmla="*/ 1819750 h 2476997"/>
              <a:gd name="connsiteX851" fmla="*/ 1560757 w 3242958"/>
              <a:gd name="connsiteY851" fmla="*/ 1817490 h 2476997"/>
              <a:gd name="connsiteX852" fmla="*/ 1578551 w 3242958"/>
              <a:gd name="connsiteY852" fmla="*/ 1823986 h 2476997"/>
              <a:gd name="connsiteX853" fmla="*/ 1612725 w 3242958"/>
              <a:gd name="connsiteY853" fmla="*/ 1826528 h 2476997"/>
              <a:gd name="connsiteX854" fmla="*/ 1612725 w 3242958"/>
              <a:gd name="connsiteY854" fmla="*/ 1823986 h 2476997"/>
              <a:gd name="connsiteX855" fmla="*/ 1618656 w 3242958"/>
              <a:gd name="connsiteY855" fmla="*/ 1838107 h 2476997"/>
              <a:gd name="connsiteX856" fmla="*/ 1630520 w 3242958"/>
              <a:gd name="connsiteY856" fmla="*/ 1862114 h 2476997"/>
              <a:gd name="connsiteX857" fmla="*/ 1620918 w 3242958"/>
              <a:gd name="connsiteY857" fmla="*/ 1882449 h 2476997"/>
              <a:gd name="connsiteX858" fmla="*/ 1616399 w 3242958"/>
              <a:gd name="connsiteY858" fmla="*/ 1901092 h 2476997"/>
              <a:gd name="connsiteX859" fmla="*/ 1600298 w 3242958"/>
              <a:gd name="connsiteY859" fmla="*/ 1931313 h 2476997"/>
              <a:gd name="connsiteX860" fmla="*/ 1584766 w 3242958"/>
              <a:gd name="connsiteY860" fmla="*/ 1949108 h 2476997"/>
              <a:gd name="connsiteX861" fmla="*/ 1550589 w 3242958"/>
              <a:gd name="connsiteY861" fmla="*/ 2020564 h 2476997"/>
              <a:gd name="connsiteX862" fmla="*/ 1539010 w 3242958"/>
              <a:gd name="connsiteY862" fmla="*/ 2032143 h 2476997"/>
              <a:gd name="connsiteX863" fmla="*/ 1524889 w 3242958"/>
              <a:gd name="connsiteY863" fmla="*/ 2032143 h 2476997"/>
              <a:gd name="connsiteX864" fmla="*/ 1510202 w 3242958"/>
              <a:gd name="connsiteY864" fmla="*/ 2036944 h 2476997"/>
              <a:gd name="connsiteX865" fmla="*/ 1488452 w 3242958"/>
              <a:gd name="connsiteY865" fmla="*/ 2043722 h 2476997"/>
              <a:gd name="connsiteX866" fmla="*/ 1488452 w 3242958"/>
              <a:gd name="connsiteY866" fmla="*/ 2060669 h 2476997"/>
              <a:gd name="connsiteX867" fmla="*/ 1505117 w 3242958"/>
              <a:gd name="connsiteY867" fmla="*/ 2057564 h 2476997"/>
              <a:gd name="connsiteX868" fmla="*/ 1518392 w 3242958"/>
              <a:gd name="connsiteY868" fmla="*/ 2051349 h 2476997"/>
              <a:gd name="connsiteX869" fmla="*/ 1536750 w 3242958"/>
              <a:gd name="connsiteY869" fmla="*/ 2057279 h 2476997"/>
              <a:gd name="connsiteX870" fmla="*/ 1544095 w 3242958"/>
              <a:gd name="connsiteY870" fmla="*/ 2065754 h 2476997"/>
              <a:gd name="connsiteX871" fmla="*/ 1548896 w 3242958"/>
              <a:gd name="connsiteY871" fmla="*/ 2088912 h 2476997"/>
              <a:gd name="connsiteX872" fmla="*/ 1546070 w 3242958"/>
              <a:gd name="connsiteY872" fmla="*/ 2098517 h 2476997"/>
              <a:gd name="connsiteX873" fmla="*/ 1529408 w 3242958"/>
              <a:gd name="connsiteY873" fmla="*/ 2110378 h 2476997"/>
              <a:gd name="connsiteX874" fmla="*/ 1510199 w 3242958"/>
              <a:gd name="connsiteY874" fmla="*/ 2117438 h 2476997"/>
              <a:gd name="connsiteX875" fmla="*/ 1504269 w 3242958"/>
              <a:gd name="connsiteY875" fmla="*/ 2128454 h 2476997"/>
              <a:gd name="connsiteX876" fmla="*/ 1513592 w 3242958"/>
              <a:gd name="connsiteY876" fmla="*/ 2135799 h 2476997"/>
              <a:gd name="connsiteX877" fmla="*/ 1539010 w 3242958"/>
              <a:gd name="connsiteY877" fmla="*/ 2130998 h 2476997"/>
              <a:gd name="connsiteX878" fmla="*/ 1558215 w 3242958"/>
              <a:gd name="connsiteY878" fmla="*/ 2130998 h 2476997"/>
              <a:gd name="connsiteX879" fmla="*/ 1581940 w 3242958"/>
              <a:gd name="connsiteY879" fmla="*/ 2126194 h 2476997"/>
              <a:gd name="connsiteX880" fmla="*/ 1602558 w 3242958"/>
              <a:gd name="connsiteY880" fmla="*/ 2126194 h 2476997"/>
              <a:gd name="connsiteX881" fmla="*/ 1618940 w 3242958"/>
              <a:gd name="connsiteY881" fmla="*/ 2154438 h 2476997"/>
              <a:gd name="connsiteX882" fmla="*/ 1588719 w 3242958"/>
              <a:gd name="connsiteY882" fmla="*/ 2197935 h 2476997"/>
              <a:gd name="connsiteX883" fmla="*/ 1560475 w 3242958"/>
              <a:gd name="connsiteY883" fmla="*/ 2193131 h 2476997"/>
              <a:gd name="connsiteX884" fmla="*/ 1515285 w 3242958"/>
              <a:gd name="connsiteY884" fmla="*/ 2194827 h 2476997"/>
              <a:gd name="connsiteX885" fmla="*/ 1490430 w 3242958"/>
              <a:gd name="connsiteY885" fmla="*/ 2194827 h 2476997"/>
              <a:gd name="connsiteX886" fmla="*/ 1468683 w 3242958"/>
              <a:gd name="connsiteY886" fmla="*/ 2197087 h 2476997"/>
              <a:gd name="connsiteX887" fmla="*/ 1444392 w 3242958"/>
              <a:gd name="connsiteY887" fmla="*/ 2201043 h 2476997"/>
              <a:gd name="connsiteX888" fmla="*/ 1416148 w 3242958"/>
              <a:gd name="connsiteY888" fmla="*/ 2206973 h 2476997"/>
              <a:gd name="connsiteX889" fmla="*/ 1385363 w 3242958"/>
              <a:gd name="connsiteY889" fmla="*/ 2210078 h 2476997"/>
              <a:gd name="connsiteX890" fmla="*/ 1353730 w 3242958"/>
              <a:gd name="connsiteY890" fmla="*/ 2217986 h 2476997"/>
              <a:gd name="connsiteX891" fmla="*/ 1333961 w 3242958"/>
              <a:gd name="connsiteY891" fmla="*/ 2207821 h 2476997"/>
              <a:gd name="connsiteX892" fmla="*/ 1329442 w 3242958"/>
              <a:gd name="connsiteY892" fmla="*/ 2181270 h 2476997"/>
              <a:gd name="connsiteX893" fmla="*/ 1329442 w 3242958"/>
              <a:gd name="connsiteY893" fmla="*/ 2169125 h 2476997"/>
              <a:gd name="connsiteX894" fmla="*/ 1336220 w 3242958"/>
              <a:gd name="connsiteY894" fmla="*/ 2155004 h 2476997"/>
              <a:gd name="connsiteX895" fmla="*/ 1343562 w 3242958"/>
              <a:gd name="connsiteY895" fmla="*/ 2149071 h 2476997"/>
              <a:gd name="connsiteX896" fmla="*/ 1352600 w 3242958"/>
              <a:gd name="connsiteY896" fmla="*/ 2153590 h 2476997"/>
              <a:gd name="connsiteX897" fmla="*/ 1380844 w 3242958"/>
              <a:gd name="connsiteY897" fmla="*/ 2144270 h 2476997"/>
              <a:gd name="connsiteX898" fmla="*/ 1415018 w 3242958"/>
              <a:gd name="connsiteY898" fmla="*/ 2129302 h 2476997"/>
              <a:gd name="connsiteX899" fmla="*/ 1409370 w 3242958"/>
              <a:gd name="connsiteY899" fmla="*/ 2119700 h 2476997"/>
              <a:gd name="connsiteX900" fmla="*/ 1395531 w 3242958"/>
              <a:gd name="connsiteY900" fmla="*/ 2117723 h 2476997"/>
              <a:gd name="connsiteX901" fmla="*/ 1383670 w 3242958"/>
              <a:gd name="connsiteY901" fmla="*/ 2111789 h 2476997"/>
              <a:gd name="connsiteX902" fmla="*/ 1383670 w 3242958"/>
              <a:gd name="connsiteY902" fmla="*/ 2100492 h 2476997"/>
              <a:gd name="connsiteX903" fmla="*/ 1385363 w 3242958"/>
              <a:gd name="connsiteY903" fmla="*/ 2086371 h 2476997"/>
              <a:gd name="connsiteX904" fmla="*/ 1392990 w 3242958"/>
              <a:gd name="connsiteY904" fmla="*/ 2076203 h 2476997"/>
              <a:gd name="connsiteX905" fmla="*/ 1400616 w 3242958"/>
              <a:gd name="connsiteY905" fmla="*/ 2078745 h 2476997"/>
              <a:gd name="connsiteX906" fmla="*/ 1409088 w 3242958"/>
              <a:gd name="connsiteY906" fmla="*/ 2077333 h 2476997"/>
              <a:gd name="connsiteX907" fmla="*/ 1417278 w 3242958"/>
              <a:gd name="connsiteY907" fmla="*/ 2077333 h 2476997"/>
              <a:gd name="connsiteX908" fmla="*/ 1424623 w 3242958"/>
              <a:gd name="connsiteY908" fmla="*/ 2070836 h 2476997"/>
              <a:gd name="connsiteX909" fmla="*/ 1426601 w 3242958"/>
              <a:gd name="connsiteY909" fmla="*/ 2054175 h 2476997"/>
              <a:gd name="connsiteX910" fmla="*/ 1416714 w 3242958"/>
              <a:gd name="connsiteY910" fmla="*/ 2054172 h 2476997"/>
              <a:gd name="connsiteX911" fmla="*/ 1403721 w 3242958"/>
              <a:gd name="connsiteY911" fmla="*/ 2057846 h 2476997"/>
              <a:gd name="connsiteX912" fmla="*/ 1391860 w 3242958"/>
              <a:gd name="connsiteY912" fmla="*/ 2060387 h 2476997"/>
              <a:gd name="connsiteX913" fmla="*/ 1382255 w 3242958"/>
              <a:gd name="connsiteY913" fmla="*/ 2058975 h 2476997"/>
              <a:gd name="connsiteX914" fmla="*/ 1377455 w 3242958"/>
              <a:gd name="connsiteY914" fmla="*/ 2051631 h 2476997"/>
              <a:gd name="connsiteX915" fmla="*/ 1373784 w 3242958"/>
              <a:gd name="connsiteY915" fmla="*/ 2040615 h 2476997"/>
              <a:gd name="connsiteX916" fmla="*/ 1365309 w 3242958"/>
              <a:gd name="connsiteY916" fmla="*/ 2024798 h 2476997"/>
              <a:gd name="connsiteX917" fmla="*/ 1360508 w 3242958"/>
              <a:gd name="connsiteY917" fmla="*/ 2007007 h 2476997"/>
              <a:gd name="connsiteX918" fmla="*/ 1369828 w 3242958"/>
              <a:gd name="connsiteY918" fmla="*/ 1980174 h 2476997"/>
              <a:gd name="connsiteX919" fmla="*/ 1365309 w 3242958"/>
              <a:gd name="connsiteY919" fmla="*/ 1936962 h 2476997"/>
              <a:gd name="connsiteX920" fmla="*/ 1359942 w 3242958"/>
              <a:gd name="connsiteY920" fmla="*/ 1918320 h 2476997"/>
              <a:gd name="connsiteX921" fmla="*/ 1361920 w 3242958"/>
              <a:gd name="connsiteY921" fmla="*/ 1904481 h 2476997"/>
              <a:gd name="connsiteX922" fmla="*/ 1366724 w 3242958"/>
              <a:gd name="connsiteY922" fmla="*/ 1880474 h 2476997"/>
              <a:gd name="connsiteX923" fmla="*/ 1378584 w 3242958"/>
              <a:gd name="connsiteY923" fmla="*/ 1856183 h 2476997"/>
              <a:gd name="connsiteX924" fmla="*/ 1393835 w 3242958"/>
              <a:gd name="connsiteY924" fmla="*/ 1865221 h 2476997"/>
              <a:gd name="connsiteX925" fmla="*/ 1408240 w 3242958"/>
              <a:gd name="connsiteY925" fmla="*/ 1863810 h 2476997"/>
              <a:gd name="connsiteX926" fmla="*/ 1426882 w 3242958"/>
              <a:gd name="connsiteY926" fmla="*/ 1857879 h 2476997"/>
              <a:gd name="connsiteX927" fmla="*/ 1459079 w 3242958"/>
              <a:gd name="connsiteY927" fmla="*/ 1844604 h 2476997"/>
              <a:gd name="connsiteX928" fmla="*/ 1484500 w 3242958"/>
              <a:gd name="connsiteY928" fmla="*/ 1842062 h 2476997"/>
              <a:gd name="connsiteX929" fmla="*/ 1560757 w 3242958"/>
              <a:gd name="connsiteY929" fmla="*/ 1817490 h 2476997"/>
              <a:gd name="connsiteX930" fmla="*/ 840821 w 3242958"/>
              <a:gd name="connsiteY930" fmla="*/ 1744338 h 2476997"/>
              <a:gd name="connsiteX931" fmla="*/ 853812 w 3242958"/>
              <a:gd name="connsiteY931" fmla="*/ 1745749 h 2476997"/>
              <a:gd name="connsiteX932" fmla="*/ 869913 w 3242958"/>
              <a:gd name="connsiteY932" fmla="*/ 1745749 h 2476997"/>
              <a:gd name="connsiteX933" fmla="*/ 878384 w 3242958"/>
              <a:gd name="connsiteY933" fmla="*/ 1752246 h 2476997"/>
              <a:gd name="connsiteX934" fmla="*/ 893353 w 3242958"/>
              <a:gd name="connsiteY934" fmla="*/ 1756765 h 2476997"/>
              <a:gd name="connsiteX935" fmla="*/ 898157 w 3242958"/>
              <a:gd name="connsiteY935" fmla="*/ 1774277 h 2476997"/>
              <a:gd name="connsiteX936" fmla="*/ 909736 w 3242958"/>
              <a:gd name="connsiteY936" fmla="*/ 1799977 h 2476997"/>
              <a:gd name="connsiteX937" fmla="*/ 895331 w 3242958"/>
              <a:gd name="connsiteY937" fmla="*/ 1826243 h 2476997"/>
              <a:gd name="connsiteX938" fmla="*/ 898157 w 3242958"/>
              <a:gd name="connsiteY938" fmla="*/ 1834999 h 2476997"/>
              <a:gd name="connsiteX939" fmla="*/ 948995 w 3242958"/>
              <a:gd name="connsiteY939" fmla="*/ 1823138 h 2476997"/>
              <a:gd name="connsiteX940" fmla="*/ 977239 w 3242958"/>
              <a:gd name="connsiteY940" fmla="*/ 1816360 h 2476997"/>
              <a:gd name="connsiteX941" fmla="*/ 989948 w 3242958"/>
              <a:gd name="connsiteY941" fmla="*/ 1821724 h 2476997"/>
              <a:gd name="connsiteX942" fmla="*/ 1002939 w 3242958"/>
              <a:gd name="connsiteY942" fmla="*/ 1825961 h 2476997"/>
              <a:gd name="connsiteX943" fmla="*/ 1018192 w 3242958"/>
              <a:gd name="connsiteY943" fmla="*/ 1839518 h 2476997"/>
              <a:gd name="connsiteX944" fmla="*/ 1017628 w 3242958"/>
              <a:gd name="connsiteY944" fmla="*/ 1837259 h 2476997"/>
              <a:gd name="connsiteX945" fmla="*/ 1024689 w 3242958"/>
              <a:gd name="connsiteY945" fmla="*/ 1844885 h 2476997"/>
              <a:gd name="connsiteX946" fmla="*/ 1024689 w 3242958"/>
              <a:gd name="connsiteY946" fmla="*/ 1860702 h 2476997"/>
              <a:gd name="connsiteX947" fmla="*/ 996445 w 3242958"/>
              <a:gd name="connsiteY947" fmla="*/ 1884708 h 2476997"/>
              <a:gd name="connsiteX948" fmla="*/ 981476 w 3242958"/>
              <a:gd name="connsiteY948" fmla="*/ 1879907 h 2476997"/>
              <a:gd name="connsiteX949" fmla="*/ 955774 w 3242958"/>
              <a:gd name="connsiteY949" fmla="*/ 1881885 h 2476997"/>
              <a:gd name="connsiteX950" fmla="*/ 935438 w 3242958"/>
              <a:gd name="connsiteY950" fmla="*/ 1884145 h 2476997"/>
              <a:gd name="connsiteX951" fmla="*/ 917081 w 3242958"/>
              <a:gd name="connsiteY951" fmla="*/ 1889794 h 2476997"/>
              <a:gd name="connsiteX952" fmla="*/ 898438 w 3242958"/>
              <a:gd name="connsiteY952" fmla="*/ 1896572 h 2476997"/>
              <a:gd name="connsiteX953" fmla="*/ 880644 w 3242958"/>
              <a:gd name="connsiteY953" fmla="*/ 1896572 h 2476997"/>
              <a:gd name="connsiteX954" fmla="*/ 854660 w 3242958"/>
              <a:gd name="connsiteY954" fmla="*/ 1907588 h 2476997"/>
              <a:gd name="connsiteX955" fmla="*/ 793935 w 3242958"/>
              <a:gd name="connsiteY955" fmla="*/ 1922556 h 2476997"/>
              <a:gd name="connsiteX956" fmla="*/ 777273 w 3242958"/>
              <a:gd name="connsiteY956" fmla="*/ 1927075 h 2476997"/>
              <a:gd name="connsiteX957" fmla="*/ 760609 w 3242958"/>
              <a:gd name="connsiteY957" fmla="*/ 1931310 h 2476997"/>
              <a:gd name="connsiteX958" fmla="*/ 745355 w 3242958"/>
              <a:gd name="connsiteY958" fmla="*/ 1935265 h 2476997"/>
              <a:gd name="connsiteX959" fmla="*/ 732365 w 3242958"/>
              <a:gd name="connsiteY959" fmla="*/ 1936958 h 2476997"/>
              <a:gd name="connsiteX960" fmla="*/ 718244 w 3242958"/>
              <a:gd name="connsiteY960" fmla="*/ 1940914 h 2476997"/>
              <a:gd name="connsiteX961" fmla="*/ 706099 w 3242958"/>
              <a:gd name="connsiteY961" fmla="*/ 1940914 h 2476997"/>
              <a:gd name="connsiteX962" fmla="*/ 696213 w 3242958"/>
              <a:gd name="connsiteY962" fmla="*/ 1940914 h 2476997"/>
              <a:gd name="connsiteX963" fmla="*/ 680396 w 3242958"/>
              <a:gd name="connsiteY963" fmla="*/ 1945151 h 2476997"/>
              <a:gd name="connsiteX964" fmla="*/ 667121 w 3242958"/>
              <a:gd name="connsiteY964" fmla="*/ 1949670 h 2476997"/>
              <a:gd name="connsiteX965" fmla="*/ 655542 w 3242958"/>
              <a:gd name="connsiteY965" fmla="*/ 1956449 h 2476997"/>
              <a:gd name="connsiteX966" fmla="*/ 646222 w 3242958"/>
              <a:gd name="connsiteY966" fmla="*/ 1949670 h 2476997"/>
              <a:gd name="connsiteX967" fmla="*/ 628991 w 3242958"/>
              <a:gd name="connsiteY967" fmla="*/ 1949670 h 2476997"/>
              <a:gd name="connsiteX968" fmla="*/ 624475 w 3242958"/>
              <a:gd name="connsiteY968" fmla="*/ 1931594 h 2476997"/>
              <a:gd name="connsiteX969" fmla="*/ 624475 w 3242958"/>
              <a:gd name="connsiteY969" fmla="*/ 1916341 h 2476997"/>
              <a:gd name="connsiteX970" fmla="*/ 627864 w 3242958"/>
              <a:gd name="connsiteY970" fmla="*/ 1904480 h 2476997"/>
              <a:gd name="connsiteX971" fmla="*/ 662038 w 3242958"/>
              <a:gd name="connsiteY971" fmla="*/ 1886968 h 2476997"/>
              <a:gd name="connsiteX972" fmla="*/ 671076 w 3242958"/>
              <a:gd name="connsiteY972" fmla="*/ 1892335 h 2476997"/>
              <a:gd name="connsiteX973" fmla="*/ 690846 w 3242958"/>
              <a:gd name="connsiteY973" fmla="*/ 1885556 h 2476997"/>
              <a:gd name="connsiteX974" fmla="*/ 737732 w 3242958"/>
              <a:gd name="connsiteY974" fmla="*/ 1876237 h 2476997"/>
              <a:gd name="connsiteX975" fmla="*/ 757783 w 3242958"/>
              <a:gd name="connsiteY975" fmla="*/ 1873411 h 2476997"/>
              <a:gd name="connsiteX976" fmla="*/ 794501 w 3242958"/>
              <a:gd name="connsiteY976" fmla="*/ 1862113 h 2476997"/>
              <a:gd name="connsiteX977" fmla="*/ 809470 w 3242958"/>
              <a:gd name="connsiteY977" fmla="*/ 1853357 h 2476997"/>
              <a:gd name="connsiteX978" fmla="*/ 807776 w 3242958"/>
              <a:gd name="connsiteY978" fmla="*/ 1843192 h 2476997"/>
              <a:gd name="connsiteX979" fmla="*/ 797324 w 3242958"/>
              <a:gd name="connsiteY979" fmla="*/ 1839800 h 2476997"/>
              <a:gd name="connsiteX980" fmla="*/ 787159 w 3242958"/>
              <a:gd name="connsiteY980" fmla="*/ 1832176 h 2476997"/>
              <a:gd name="connsiteX981" fmla="*/ 789700 w 3242958"/>
              <a:gd name="connsiteY981" fmla="*/ 1821442 h 2476997"/>
              <a:gd name="connsiteX982" fmla="*/ 793371 w 3242958"/>
              <a:gd name="connsiteY982" fmla="*/ 1811274 h 2476997"/>
              <a:gd name="connsiteX983" fmla="*/ 797609 w 3242958"/>
              <a:gd name="connsiteY983" fmla="*/ 1798847 h 2476997"/>
              <a:gd name="connsiteX984" fmla="*/ 784615 w 3242958"/>
              <a:gd name="connsiteY984" fmla="*/ 1767214 h 2476997"/>
              <a:gd name="connsiteX985" fmla="*/ 788571 w 3242958"/>
              <a:gd name="connsiteY985" fmla="*/ 1756483 h 2476997"/>
              <a:gd name="connsiteX986" fmla="*/ 807776 w 3242958"/>
              <a:gd name="connsiteY986" fmla="*/ 1753094 h 2476997"/>
              <a:gd name="connsiteX987" fmla="*/ 819074 w 3242958"/>
              <a:gd name="connsiteY987" fmla="*/ 1748575 h 2476997"/>
              <a:gd name="connsiteX988" fmla="*/ 829805 w 3242958"/>
              <a:gd name="connsiteY988" fmla="*/ 1748575 h 2476997"/>
              <a:gd name="connsiteX989" fmla="*/ 840821 w 3242958"/>
              <a:gd name="connsiteY989" fmla="*/ 1744338 h 2476997"/>
              <a:gd name="connsiteX990" fmla="*/ 3094394 w 3242958"/>
              <a:gd name="connsiteY990" fmla="*/ 1740385 h 2476997"/>
              <a:gd name="connsiteX991" fmla="*/ 3112470 w 3242958"/>
              <a:gd name="connsiteY991" fmla="*/ 1754224 h 2476997"/>
              <a:gd name="connsiteX992" fmla="*/ 3104844 w 3242958"/>
              <a:gd name="connsiteY992" fmla="*/ 1776537 h 2476997"/>
              <a:gd name="connsiteX993" fmla="*/ 3090157 w 3242958"/>
              <a:gd name="connsiteY993" fmla="*/ 1796024 h 2476997"/>
              <a:gd name="connsiteX994" fmla="*/ 3090160 w 3242958"/>
              <a:gd name="connsiteY994" fmla="*/ 1813537 h 2476997"/>
              <a:gd name="connsiteX995" fmla="*/ 3099761 w 3242958"/>
              <a:gd name="connsiteY995" fmla="*/ 1827376 h 2476997"/>
              <a:gd name="connsiteX996" fmla="*/ 3079426 w 3242958"/>
              <a:gd name="connsiteY996" fmla="*/ 1868047 h 2476997"/>
              <a:gd name="connsiteX997" fmla="*/ 3064173 w 3242958"/>
              <a:gd name="connsiteY997" fmla="*/ 1890076 h 2476997"/>
              <a:gd name="connsiteX998" fmla="*/ 3082533 w 3242958"/>
              <a:gd name="connsiteY998" fmla="*/ 1899962 h 2476997"/>
              <a:gd name="connsiteX999" fmla="*/ 3091572 w 3242958"/>
              <a:gd name="connsiteY999" fmla="*/ 1914367 h 2476997"/>
              <a:gd name="connsiteX1000" fmla="*/ 3107951 w 3242958"/>
              <a:gd name="connsiteY1000" fmla="*/ 1897139 h 2476997"/>
              <a:gd name="connsiteX1001" fmla="*/ 3093265 w 3242958"/>
              <a:gd name="connsiteY1001" fmla="*/ 1892335 h 2476997"/>
              <a:gd name="connsiteX1002" fmla="*/ 3089875 w 3242958"/>
              <a:gd name="connsiteY1002" fmla="*/ 1875674 h 2476997"/>
              <a:gd name="connsiteX1003" fmla="*/ 3099480 w 3242958"/>
              <a:gd name="connsiteY1003" fmla="*/ 1868329 h 2476997"/>
              <a:gd name="connsiteX1004" fmla="*/ 3107388 w 3242958"/>
              <a:gd name="connsiteY1004" fmla="*/ 1858724 h 2476997"/>
              <a:gd name="connsiteX1005" fmla="*/ 3107388 w 3242958"/>
              <a:gd name="connsiteY1005" fmla="*/ 1842626 h 2476997"/>
              <a:gd name="connsiteX1006" fmla="*/ 3121227 w 3242958"/>
              <a:gd name="connsiteY1006" fmla="*/ 1835847 h 2476997"/>
              <a:gd name="connsiteX1007" fmla="*/ 3129135 w 3242958"/>
              <a:gd name="connsiteY1007" fmla="*/ 1823702 h 2476997"/>
              <a:gd name="connsiteX1008" fmla="*/ 3132806 w 3242958"/>
              <a:gd name="connsiteY1008" fmla="*/ 1810711 h 2476997"/>
              <a:gd name="connsiteX1009" fmla="*/ 3122920 w 3242958"/>
              <a:gd name="connsiteY1009" fmla="*/ 1786986 h 2476997"/>
              <a:gd name="connsiteX1010" fmla="*/ 3172629 w 3242958"/>
              <a:gd name="connsiteY1010" fmla="*/ 1760720 h 2476997"/>
              <a:gd name="connsiteX1011" fmla="*/ 3177148 w 3242958"/>
              <a:gd name="connsiteY1011" fmla="*/ 1754505 h 2476997"/>
              <a:gd name="connsiteX1012" fmla="*/ 3191835 w 3242958"/>
              <a:gd name="connsiteY1012" fmla="*/ 1752530 h 2476997"/>
              <a:gd name="connsiteX1013" fmla="*/ 3207936 w 3242958"/>
              <a:gd name="connsiteY1013" fmla="*/ 1762698 h 2476997"/>
              <a:gd name="connsiteX1014" fmla="*/ 3211888 w 3242958"/>
              <a:gd name="connsiteY1014" fmla="*/ 1774277 h 2476997"/>
              <a:gd name="connsiteX1015" fmla="*/ 3210195 w 3242958"/>
              <a:gd name="connsiteY1015" fmla="*/ 1795176 h 2476997"/>
              <a:gd name="connsiteX1016" fmla="*/ 3188445 w 3242958"/>
              <a:gd name="connsiteY1016" fmla="*/ 1813252 h 2476997"/>
              <a:gd name="connsiteX1017" fmla="*/ 3171217 w 3242958"/>
              <a:gd name="connsiteY1017" fmla="*/ 1854490 h 2476997"/>
              <a:gd name="connsiteX1018" fmla="*/ 3166135 w 3242958"/>
              <a:gd name="connsiteY1018" fmla="*/ 1868895 h 2476997"/>
              <a:gd name="connsiteX1019" fmla="*/ 3161898 w 3242958"/>
              <a:gd name="connsiteY1019" fmla="*/ 1885557 h 2476997"/>
              <a:gd name="connsiteX1020" fmla="*/ 3158227 w 3242958"/>
              <a:gd name="connsiteY1020" fmla="*/ 1907022 h 2476997"/>
              <a:gd name="connsiteX1021" fmla="*/ 3168395 w 3242958"/>
              <a:gd name="connsiteY1021" fmla="*/ 1910130 h 2476997"/>
              <a:gd name="connsiteX1022" fmla="*/ 3187600 w 3242958"/>
              <a:gd name="connsiteY1022" fmla="*/ 1899395 h 2476997"/>
              <a:gd name="connsiteX1023" fmla="*/ 3200873 w 3242958"/>
              <a:gd name="connsiteY1023" fmla="*/ 1899395 h 2476997"/>
              <a:gd name="connsiteX1024" fmla="*/ 3211607 w 3242958"/>
              <a:gd name="connsiteY1024" fmla="*/ 1907304 h 2476997"/>
              <a:gd name="connsiteX1025" fmla="*/ 3223752 w 3242958"/>
              <a:gd name="connsiteY1025" fmla="*/ 1910978 h 2476997"/>
              <a:gd name="connsiteX1026" fmla="*/ 3230354 w 3242958"/>
              <a:gd name="connsiteY1026" fmla="*/ 1912319 h 2476997"/>
              <a:gd name="connsiteX1027" fmla="*/ 3235956 w 3242958"/>
              <a:gd name="connsiteY1027" fmla="*/ 1914997 h 2476997"/>
              <a:gd name="connsiteX1028" fmla="*/ 3242958 w 3242958"/>
              <a:gd name="connsiteY1028" fmla="*/ 1945152 h 2476997"/>
              <a:gd name="connsiteX1029" fmla="*/ 3235332 w 3242958"/>
              <a:gd name="connsiteY1029" fmla="*/ 1973396 h 2476997"/>
              <a:gd name="connsiteX1030" fmla="*/ 3192119 w 3242958"/>
              <a:gd name="connsiteY1030" fmla="*/ 1984975 h 2476997"/>
              <a:gd name="connsiteX1031" fmla="*/ 3178844 w 3242958"/>
              <a:gd name="connsiteY1031" fmla="*/ 1990624 h 2476997"/>
              <a:gd name="connsiteX1032" fmla="*/ 3162179 w 3242958"/>
              <a:gd name="connsiteY1032" fmla="*/ 1988930 h 2476997"/>
              <a:gd name="connsiteX1033" fmla="*/ 3140714 w 3242958"/>
              <a:gd name="connsiteY1033" fmla="*/ 1988930 h 2476997"/>
              <a:gd name="connsiteX1034" fmla="*/ 3103999 w 3242958"/>
              <a:gd name="connsiteY1034" fmla="*/ 2014915 h 2476997"/>
              <a:gd name="connsiteX1035" fmla="*/ 3090442 w 3242958"/>
              <a:gd name="connsiteY1035" fmla="*/ 2029320 h 2476997"/>
              <a:gd name="connsiteX1036" fmla="*/ 3072081 w 3242958"/>
              <a:gd name="connsiteY1036" fmla="*/ 2047678 h 2476997"/>
              <a:gd name="connsiteX1037" fmla="*/ 3068692 w 3242958"/>
              <a:gd name="connsiteY1037" fmla="*/ 2068013 h 2476997"/>
              <a:gd name="connsiteX1038" fmla="*/ 3078860 w 3242958"/>
              <a:gd name="connsiteY1038" fmla="*/ 2069991 h 2476997"/>
              <a:gd name="connsiteX1039" fmla="*/ 3097502 w 3242958"/>
              <a:gd name="connsiteY1039" fmla="*/ 2062646 h 2476997"/>
              <a:gd name="connsiteX1040" fmla="*/ 3109648 w 3242958"/>
              <a:gd name="connsiteY1040" fmla="*/ 2056149 h 2476997"/>
              <a:gd name="connsiteX1041" fmla="*/ 3130828 w 3242958"/>
              <a:gd name="connsiteY1041" fmla="*/ 2066883 h 2476997"/>
              <a:gd name="connsiteX1042" fmla="*/ 3151448 w 3242958"/>
              <a:gd name="connsiteY1042" fmla="*/ 2075355 h 2476997"/>
              <a:gd name="connsiteX1043" fmla="*/ 3159638 w 3242958"/>
              <a:gd name="connsiteY1043" fmla="*/ 2083548 h 2476997"/>
              <a:gd name="connsiteX1044" fmla="*/ 3154271 w 3242958"/>
              <a:gd name="connsiteY1044" fmla="*/ 2105295 h 2476997"/>
              <a:gd name="connsiteX1045" fmla="*/ 3141844 w 3242958"/>
              <a:gd name="connsiteY1045" fmla="*/ 2115744 h 2476997"/>
              <a:gd name="connsiteX1046" fmla="*/ 3120097 w 3242958"/>
              <a:gd name="connsiteY1046" fmla="*/ 2119697 h 2476997"/>
              <a:gd name="connsiteX1047" fmla="*/ 3105410 w 3242958"/>
              <a:gd name="connsiteY1047" fmla="*/ 2124782 h 2476997"/>
              <a:gd name="connsiteX1048" fmla="*/ 3071518 w 3242958"/>
              <a:gd name="connsiteY1048" fmla="*/ 2140036 h 2476997"/>
              <a:gd name="connsiteX1049" fmla="*/ 3072929 w 3242958"/>
              <a:gd name="connsiteY1049" fmla="*/ 2163760 h 2476997"/>
              <a:gd name="connsiteX1050" fmla="*/ 3070388 w 3242958"/>
              <a:gd name="connsiteY1050" fmla="*/ 2183811 h 2476997"/>
              <a:gd name="connsiteX1051" fmla="*/ 3065587 w 3242958"/>
              <a:gd name="connsiteY1051" fmla="*/ 2206973 h 2476997"/>
              <a:gd name="connsiteX1052" fmla="*/ 3056831 w 3242958"/>
              <a:gd name="connsiteY1052" fmla="*/ 2222223 h 2476997"/>
              <a:gd name="connsiteX1053" fmla="*/ 3039885 w 3242958"/>
              <a:gd name="connsiteY1053" fmla="*/ 2255552 h 2476997"/>
              <a:gd name="connsiteX1054" fmla="*/ 3015030 w 3242958"/>
              <a:gd name="connsiteY1054" fmla="*/ 2264305 h 2476997"/>
              <a:gd name="connsiteX1055" fmla="*/ 2994976 w 3242958"/>
              <a:gd name="connsiteY1055" fmla="*/ 2269954 h 2476997"/>
              <a:gd name="connsiteX1056" fmla="*/ 2964758 w 3242958"/>
              <a:gd name="connsiteY1056" fmla="*/ 2269954 h 2476997"/>
              <a:gd name="connsiteX1057" fmla="*/ 2963062 w 3242958"/>
              <a:gd name="connsiteY1057" fmla="*/ 2251881 h 2476997"/>
              <a:gd name="connsiteX1058" fmla="*/ 2934818 w 3242958"/>
              <a:gd name="connsiteY1058" fmla="*/ 2223637 h 2476997"/>
              <a:gd name="connsiteX1059" fmla="*/ 2950353 w 3242958"/>
              <a:gd name="connsiteY1059" fmla="*/ 2215729 h 2476997"/>
              <a:gd name="connsiteX1060" fmla="*/ 2987916 w 3242958"/>
              <a:gd name="connsiteY1060" fmla="*/ 2208947 h 2476997"/>
              <a:gd name="connsiteX1061" fmla="*/ 3017571 w 3242958"/>
              <a:gd name="connsiteY1061" fmla="*/ 2158393 h 2476997"/>
              <a:gd name="connsiteX1062" fmla="*/ 3009381 w 3242958"/>
              <a:gd name="connsiteY1062" fmla="*/ 2146529 h 2476997"/>
              <a:gd name="connsiteX1063" fmla="*/ 2981138 w 3242958"/>
              <a:gd name="connsiteY1063" fmla="*/ 2151615 h 2476997"/>
              <a:gd name="connsiteX1064" fmla="*/ 2952894 w 3242958"/>
              <a:gd name="connsiteY1064" fmla="*/ 2156416 h 2476997"/>
              <a:gd name="connsiteX1065" fmla="*/ 2929451 w 3242958"/>
              <a:gd name="connsiteY1065" fmla="*/ 2164887 h 2476997"/>
              <a:gd name="connsiteX1066" fmla="*/ 2908270 w 3242958"/>
              <a:gd name="connsiteY1066" fmla="*/ 2159805 h 2476997"/>
              <a:gd name="connsiteX1067" fmla="*/ 2898948 w 3242958"/>
              <a:gd name="connsiteY1067" fmla="*/ 2155567 h 2476997"/>
              <a:gd name="connsiteX1068" fmla="*/ 2896688 w 3242958"/>
              <a:gd name="connsiteY1068" fmla="*/ 2140033 h 2476997"/>
              <a:gd name="connsiteX1069" fmla="*/ 2900925 w 3242958"/>
              <a:gd name="connsiteY1069" fmla="*/ 2118852 h 2476997"/>
              <a:gd name="connsiteX1070" fmla="*/ 2926343 w 3242958"/>
              <a:gd name="connsiteY1070" fmla="*/ 2103035 h 2476997"/>
              <a:gd name="connsiteX1071" fmla="*/ 2945267 w 3242958"/>
              <a:gd name="connsiteY1071" fmla="*/ 2107836 h 2476997"/>
              <a:gd name="connsiteX1072" fmla="*/ 2963343 w 3242958"/>
              <a:gd name="connsiteY1072" fmla="*/ 2096539 h 2476997"/>
              <a:gd name="connsiteX1073" fmla="*/ 2985657 w 3242958"/>
              <a:gd name="connsiteY1073" fmla="*/ 2090608 h 2476997"/>
              <a:gd name="connsiteX1074" fmla="*/ 2999214 w 3242958"/>
              <a:gd name="connsiteY1074" fmla="*/ 2083830 h 2476997"/>
              <a:gd name="connsiteX1075" fmla="*/ 3004014 w 3242958"/>
              <a:gd name="connsiteY1075" fmla="*/ 2075921 h 2476997"/>
              <a:gd name="connsiteX1076" fmla="*/ 3006274 w 3242958"/>
              <a:gd name="connsiteY1076" fmla="*/ 2059257 h 2476997"/>
              <a:gd name="connsiteX1077" fmla="*/ 3012489 w 3242958"/>
              <a:gd name="connsiteY1077" fmla="*/ 2042874 h 2476997"/>
              <a:gd name="connsiteX1078" fmla="*/ 2999495 w 3242958"/>
              <a:gd name="connsiteY1078" fmla="*/ 2042877 h 2476997"/>
              <a:gd name="connsiteX1079" fmla="*/ 2985375 w 3242958"/>
              <a:gd name="connsiteY1079" fmla="*/ 2052197 h 2476997"/>
              <a:gd name="connsiteX1080" fmla="*/ 2968992 w 3242958"/>
              <a:gd name="connsiteY1080" fmla="*/ 2060668 h 2476997"/>
              <a:gd name="connsiteX1081" fmla="*/ 2955435 w 3242958"/>
              <a:gd name="connsiteY1081" fmla="*/ 2060668 h 2476997"/>
              <a:gd name="connsiteX1082" fmla="*/ 2950068 w 3242958"/>
              <a:gd name="connsiteY1082" fmla="*/ 2048241 h 2476997"/>
              <a:gd name="connsiteX1083" fmla="*/ 2954024 w 3242958"/>
              <a:gd name="connsiteY1083" fmla="*/ 2029883 h 2476997"/>
              <a:gd name="connsiteX1084" fmla="*/ 2968429 w 3242958"/>
              <a:gd name="connsiteY1084" fmla="*/ 1995991 h 2476997"/>
              <a:gd name="connsiteX1085" fmla="*/ 2988480 w 3242958"/>
              <a:gd name="connsiteY1085" fmla="*/ 1994579 h 2476997"/>
              <a:gd name="connsiteX1086" fmla="*/ 2995824 w 3242958"/>
              <a:gd name="connsiteY1086" fmla="*/ 1989779 h 2476997"/>
              <a:gd name="connsiteX1087" fmla="*/ 3014464 w 3242958"/>
              <a:gd name="connsiteY1087" fmla="*/ 1987801 h 2476997"/>
              <a:gd name="connsiteX1088" fmla="*/ 3035929 w 3242958"/>
              <a:gd name="connsiteY1088" fmla="*/ 1982715 h 2476997"/>
              <a:gd name="connsiteX1089" fmla="*/ 3051746 w 3242958"/>
              <a:gd name="connsiteY1089" fmla="*/ 1979892 h 2476997"/>
              <a:gd name="connsiteX1090" fmla="*/ 3065021 w 3242958"/>
              <a:gd name="connsiteY1090" fmla="*/ 1975089 h 2476997"/>
              <a:gd name="connsiteX1091" fmla="*/ 3072929 w 3242958"/>
              <a:gd name="connsiteY1091" fmla="*/ 1969443 h 2476997"/>
              <a:gd name="connsiteX1092" fmla="*/ 3091572 w 3242958"/>
              <a:gd name="connsiteY1092" fmla="*/ 1969443 h 2476997"/>
              <a:gd name="connsiteX1093" fmla="*/ 3106822 w 3242958"/>
              <a:gd name="connsiteY1093" fmla="*/ 1969440 h 2476997"/>
              <a:gd name="connsiteX1094" fmla="*/ 3122356 w 3242958"/>
              <a:gd name="connsiteY1094" fmla="*/ 1973114 h 2476997"/>
              <a:gd name="connsiteX1095" fmla="*/ 3139866 w 3242958"/>
              <a:gd name="connsiteY1095" fmla="*/ 1964924 h 2476997"/>
              <a:gd name="connsiteX1096" fmla="*/ 3149189 w 3242958"/>
              <a:gd name="connsiteY1096" fmla="*/ 1946563 h 2476997"/>
              <a:gd name="connsiteX1097" fmla="*/ 3126594 w 3242958"/>
              <a:gd name="connsiteY1097" fmla="*/ 1949107 h 2476997"/>
              <a:gd name="connsiteX1098" fmla="*/ 3102587 w 3242958"/>
              <a:gd name="connsiteY1098" fmla="*/ 1952494 h 2476997"/>
              <a:gd name="connsiteX1099" fmla="*/ 3065021 w 3242958"/>
              <a:gd name="connsiteY1099" fmla="*/ 1956449 h 2476997"/>
              <a:gd name="connsiteX1100" fmla="*/ 3046100 w 3242958"/>
              <a:gd name="connsiteY1100" fmla="*/ 1960968 h 2476997"/>
              <a:gd name="connsiteX1101" fmla="*/ 3027176 w 3242958"/>
              <a:gd name="connsiteY1101" fmla="*/ 1964921 h 2476997"/>
              <a:gd name="connsiteX1102" fmla="*/ 2996391 w 3242958"/>
              <a:gd name="connsiteY1102" fmla="*/ 1968877 h 2476997"/>
              <a:gd name="connsiteX1103" fmla="*/ 2972948 w 3242958"/>
              <a:gd name="connsiteY1103" fmla="*/ 1973677 h 2476997"/>
              <a:gd name="connsiteX1104" fmla="*/ 2944704 w 3242958"/>
              <a:gd name="connsiteY1104" fmla="*/ 1984693 h 2476997"/>
              <a:gd name="connsiteX1105" fmla="*/ 2927191 w 3242958"/>
              <a:gd name="connsiteY1105" fmla="*/ 2007570 h 2476997"/>
              <a:gd name="connsiteX1106" fmla="*/ 2919001 w 3242958"/>
              <a:gd name="connsiteY1106" fmla="*/ 2017456 h 2476997"/>
              <a:gd name="connsiteX1107" fmla="*/ 2883131 w 3242958"/>
              <a:gd name="connsiteY1107" fmla="*/ 2045700 h 2476997"/>
              <a:gd name="connsiteX1108" fmla="*/ 2869574 w 3242958"/>
              <a:gd name="connsiteY1108" fmla="*/ 2040051 h 2476997"/>
              <a:gd name="connsiteX1109" fmla="*/ 2858843 w 3242958"/>
              <a:gd name="connsiteY1109" fmla="*/ 2007288 h 2476997"/>
              <a:gd name="connsiteX1110" fmla="*/ 2858843 w 3242958"/>
              <a:gd name="connsiteY1110" fmla="*/ 1974525 h 2476997"/>
              <a:gd name="connsiteX1111" fmla="*/ 2864210 w 3242958"/>
              <a:gd name="connsiteY1111" fmla="*/ 1961250 h 2476997"/>
              <a:gd name="connsiteX1112" fmla="*/ 2873530 w 3242958"/>
              <a:gd name="connsiteY1112" fmla="*/ 1955038 h 2476997"/>
              <a:gd name="connsiteX1113" fmla="*/ 2896406 w 3242958"/>
              <a:gd name="connsiteY1113" fmla="*/ 1917190 h 2476997"/>
              <a:gd name="connsiteX1114" fmla="*/ 2902900 w 3242958"/>
              <a:gd name="connsiteY1114" fmla="*/ 1917190 h 2476997"/>
              <a:gd name="connsiteX1115" fmla="*/ 2907704 w 3242958"/>
              <a:gd name="connsiteY1115" fmla="*/ 1945434 h 2476997"/>
              <a:gd name="connsiteX1116" fmla="*/ 2908134 w 3242958"/>
              <a:gd name="connsiteY1116" fmla="*/ 1948763 h 2476997"/>
              <a:gd name="connsiteX1117" fmla="*/ 2917590 w 3242958"/>
              <a:gd name="connsiteY1117" fmla="*/ 1953060 h 2476997"/>
              <a:gd name="connsiteX1118" fmla="*/ 2937359 w 3242958"/>
              <a:gd name="connsiteY1118" fmla="*/ 1945434 h 2476997"/>
              <a:gd name="connsiteX1119" fmla="*/ 2943856 w 3242958"/>
              <a:gd name="connsiteY1119" fmla="*/ 1938655 h 2476997"/>
              <a:gd name="connsiteX1120" fmla="*/ 2938771 w 3242958"/>
              <a:gd name="connsiteY1120" fmla="*/ 1925098 h 2476997"/>
              <a:gd name="connsiteX1121" fmla="*/ 2935381 w 3242958"/>
              <a:gd name="connsiteY1121" fmla="*/ 1905047 h 2476997"/>
              <a:gd name="connsiteX1122" fmla="*/ 2938489 w 3242958"/>
              <a:gd name="connsiteY1122" fmla="*/ 1864658 h 2476997"/>
              <a:gd name="connsiteX1123" fmla="*/ 2935381 w 3242958"/>
              <a:gd name="connsiteY1123" fmla="*/ 1821442 h 2476997"/>
              <a:gd name="connsiteX1124" fmla="*/ 2931710 w 3242958"/>
              <a:gd name="connsiteY1124" fmla="*/ 1796872 h 2476997"/>
              <a:gd name="connsiteX1125" fmla="*/ 2939619 w 3242958"/>
              <a:gd name="connsiteY1125" fmla="*/ 1782749 h 2476997"/>
              <a:gd name="connsiteX1126" fmla="*/ 2951482 w 3242958"/>
              <a:gd name="connsiteY1126" fmla="*/ 1782749 h 2476997"/>
              <a:gd name="connsiteX1127" fmla="*/ 2957413 w 3242958"/>
              <a:gd name="connsiteY1127" fmla="*/ 1778796 h 2476997"/>
              <a:gd name="connsiteX1128" fmla="*/ 2962495 w 3242958"/>
              <a:gd name="connsiteY1128" fmla="*/ 1786705 h 2476997"/>
              <a:gd name="connsiteX1129" fmla="*/ 2964758 w 3242958"/>
              <a:gd name="connsiteY1129" fmla="*/ 1800543 h 2476997"/>
              <a:gd name="connsiteX1130" fmla="*/ 2966169 w 3242958"/>
              <a:gd name="connsiteY1130" fmla="*/ 1817771 h 2476997"/>
              <a:gd name="connsiteX1131" fmla="*/ 2966169 w 3242958"/>
              <a:gd name="connsiteY1131" fmla="*/ 1828505 h 2476997"/>
              <a:gd name="connsiteX1132" fmla="*/ 2966169 w 3242958"/>
              <a:gd name="connsiteY1132" fmla="*/ 1840366 h 2476997"/>
              <a:gd name="connsiteX1133" fmla="*/ 2966169 w 3242958"/>
              <a:gd name="connsiteY1133" fmla="*/ 1855053 h 2476997"/>
              <a:gd name="connsiteX1134" fmla="*/ 2967862 w 3242958"/>
              <a:gd name="connsiteY1134" fmla="*/ 1883297 h 2476997"/>
              <a:gd name="connsiteX1135" fmla="*/ 2971533 w 3242958"/>
              <a:gd name="connsiteY1135" fmla="*/ 1902785 h 2476997"/>
              <a:gd name="connsiteX1136" fmla="*/ 2971533 w 3242958"/>
              <a:gd name="connsiteY1136" fmla="*/ 1917190 h 2476997"/>
              <a:gd name="connsiteX1137" fmla="*/ 2965885 w 3242958"/>
              <a:gd name="connsiteY1137" fmla="*/ 1934418 h 2476997"/>
              <a:gd name="connsiteX1138" fmla="*/ 2974077 w 3242958"/>
              <a:gd name="connsiteY1138" fmla="*/ 1942611 h 2476997"/>
              <a:gd name="connsiteX1139" fmla="*/ 2990176 w 3242958"/>
              <a:gd name="connsiteY1139" fmla="*/ 1938373 h 2476997"/>
              <a:gd name="connsiteX1140" fmla="*/ 3004299 w 3242958"/>
              <a:gd name="connsiteY1140" fmla="*/ 1938373 h 2476997"/>
              <a:gd name="connsiteX1141" fmla="*/ 3027176 w 3242958"/>
              <a:gd name="connsiteY1141" fmla="*/ 1934418 h 2476997"/>
              <a:gd name="connsiteX1142" fmla="*/ 3039603 w 3242958"/>
              <a:gd name="connsiteY1142" fmla="*/ 1930183 h 2476997"/>
              <a:gd name="connsiteX1143" fmla="*/ 3049489 w 3242958"/>
              <a:gd name="connsiteY1143" fmla="*/ 1923687 h 2476997"/>
              <a:gd name="connsiteX1144" fmla="*/ 3050900 w 3242958"/>
              <a:gd name="connsiteY1144" fmla="*/ 1916345 h 2476997"/>
              <a:gd name="connsiteX1145" fmla="*/ 3037062 w 3242958"/>
              <a:gd name="connsiteY1145" fmla="*/ 1914930 h 2476997"/>
              <a:gd name="connsiteX1146" fmla="*/ 3024635 w 3242958"/>
              <a:gd name="connsiteY1146" fmla="*/ 1920016 h 2476997"/>
              <a:gd name="connsiteX1147" fmla="*/ 3020961 w 3242958"/>
              <a:gd name="connsiteY1147" fmla="*/ 1908718 h 2476997"/>
              <a:gd name="connsiteX1148" fmla="*/ 3013619 w 3242958"/>
              <a:gd name="connsiteY1148" fmla="*/ 1899114 h 2476997"/>
              <a:gd name="connsiteX1149" fmla="*/ 3008533 w 3242958"/>
              <a:gd name="connsiteY1149" fmla="*/ 1913237 h 2476997"/>
              <a:gd name="connsiteX1150" fmla="*/ 3002603 w 3242958"/>
              <a:gd name="connsiteY1150" fmla="*/ 1921427 h 2476997"/>
              <a:gd name="connsiteX1151" fmla="*/ 2994128 w 3242958"/>
              <a:gd name="connsiteY1151" fmla="*/ 1926228 h 2476997"/>
              <a:gd name="connsiteX1152" fmla="*/ 2985657 w 3242958"/>
              <a:gd name="connsiteY1152" fmla="*/ 1910130 h 2476997"/>
              <a:gd name="connsiteX1153" fmla="*/ 2985657 w 3242958"/>
              <a:gd name="connsiteY1153" fmla="*/ 1876803 h 2476997"/>
              <a:gd name="connsiteX1154" fmla="*/ 2981983 w 3242958"/>
              <a:gd name="connsiteY1154" fmla="*/ 1854490 h 2476997"/>
              <a:gd name="connsiteX1155" fmla="*/ 2981983 w 3242958"/>
              <a:gd name="connsiteY1155" fmla="*/ 1822290 h 2476997"/>
              <a:gd name="connsiteX1156" fmla="*/ 2979726 w 3242958"/>
              <a:gd name="connsiteY1156" fmla="*/ 1811559 h 2476997"/>
              <a:gd name="connsiteX1157" fmla="*/ 2986220 w 3242958"/>
              <a:gd name="connsiteY1157" fmla="*/ 1796024 h 2476997"/>
              <a:gd name="connsiteX1158" fmla="*/ 2997236 w 3242958"/>
              <a:gd name="connsiteY1158" fmla="*/ 1790094 h 2476997"/>
              <a:gd name="connsiteX1159" fmla="*/ 3002321 w 3242958"/>
              <a:gd name="connsiteY1159" fmla="*/ 1807604 h 2476997"/>
              <a:gd name="connsiteX1160" fmla="*/ 3005992 w 3242958"/>
              <a:gd name="connsiteY1160" fmla="*/ 1818053 h 2476997"/>
              <a:gd name="connsiteX1161" fmla="*/ 3011075 w 3242958"/>
              <a:gd name="connsiteY1161" fmla="*/ 1854205 h 2476997"/>
              <a:gd name="connsiteX1162" fmla="*/ 3015878 w 3242958"/>
              <a:gd name="connsiteY1162" fmla="*/ 1862680 h 2476997"/>
              <a:gd name="connsiteX1163" fmla="*/ 3034518 w 3242958"/>
              <a:gd name="connsiteY1163" fmla="*/ 1862680 h 2476997"/>
              <a:gd name="connsiteX1164" fmla="*/ 3041581 w 3242958"/>
              <a:gd name="connsiteY1164" fmla="*/ 1871436 h 2476997"/>
              <a:gd name="connsiteX1165" fmla="*/ 3057961 w 3242958"/>
              <a:gd name="connsiteY1165" fmla="*/ 1855620 h 2476997"/>
              <a:gd name="connsiteX1166" fmla="*/ 3048923 w 3242958"/>
              <a:gd name="connsiteY1166" fmla="*/ 1833870 h 2476997"/>
              <a:gd name="connsiteX1167" fmla="*/ 3033670 w 3242958"/>
              <a:gd name="connsiteY1167" fmla="*/ 1839803 h 2476997"/>
              <a:gd name="connsiteX1168" fmla="*/ 3023220 w 3242958"/>
              <a:gd name="connsiteY1168" fmla="*/ 1844604 h 2476997"/>
              <a:gd name="connsiteX1169" fmla="*/ 3023220 w 3242958"/>
              <a:gd name="connsiteY1169" fmla="*/ 1823420 h 2476997"/>
              <a:gd name="connsiteX1170" fmla="*/ 3029717 w 3242958"/>
              <a:gd name="connsiteY1170" fmla="*/ 1805626 h 2476997"/>
              <a:gd name="connsiteX1171" fmla="*/ 3022657 w 3242958"/>
              <a:gd name="connsiteY1171" fmla="*/ 1786420 h 2476997"/>
              <a:gd name="connsiteX1172" fmla="*/ 3034518 w 3242958"/>
              <a:gd name="connsiteY1172" fmla="*/ 1774559 h 2476997"/>
              <a:gd name="connsiteX1173" fmla="*/ 3047511 w 3242958"/>
              <a:gd name="connsiteY1173" fmla="*/ 1785290 h 2476997"/>
              <a:gd name="connsiteX1174" fmla="*/ 3063609 w 3242958"/>
              <a:gd name="connsiteY1174" fmla="*/ 1764391 h 2476997"/>
              <a:gd name="connsiteX1175" fmla="*/ 3075470 w 3242958"/>
              <a:gd name="connsiteY1175" fmla="*/ 1742363 h 2476997"/>
              <a:gd name="connsiteX1176" fmla="*/ 3085075 w 3242958"/>
              <a:gd name="connsiteY1176" fmla="*/ 1742363 h 2476997"/>
              <a:gd name="connsiteX1177" fmla="*/ 3094394 w 3242958"/>
              <a:gd name="connsiteY1177" fmla="*/ 1740385 h 2476997"/>
              <a:gd name="connsiteX1178" fmla="*/ 1749824 w 3242958"/>
              <a:gd name="connsiteY1178" fmla="*/ 1465234 h 2476997"/>
              <a:gd name="connsiteX1179" fmla="*/ 1762696 w 3242958"/>
              <a:gd name="connsiteY1179" fmla="*/ 1470064 h 2476997"/>
              <a:gd name="connsiteX1180" fmla="*/ 1771757 w 3242958"/>
              <a:gd name="connsiteY1180" fmla="*/ 1489309 h 2476997"/>
              <a:gd name="connsiteX1181" fmla="*/ 1770473 w 3242958"/>
              <a:gd name="connsiteY1181" fmla="*/ 1509997 h 2476997"/>
              <a:gd name="connsiteX1182" fmla="*/ 1767667 w 3242958"/>
              <a:gd name="connsiteY1182" fmla="*/ 1514183 h 2476997"/>
              <a:gd name="connsiteX1183" fmla="*/ 1741847 w 3242958"/>
              <a:gd name="connsiteY1183" fmla="*/ 1515610 h 2476997"/>
              <a:gd name="connsiteX1184" fmla="*/ 1732866 w 3242958"/>
              <a:gd name="connsiteY1184" fmla="*/ 1496846 h 2476997"/>
              <a:gd name="connsiteX1185" fmla="*/ 1734149 w 3242958"/>
              <a:gd name="connsiteY1185" fmla="*/ 1475597 h 2476997"/>
              <a:gd name="connsiteX1186" fmla="*/ 1737308 w 3242958"/>
              <a:gd name="connsiteY1186" fmla="*/ 1470922 h 2476997"/>
              <a:gd name="connsiteX1187" fmla="*/ 1749824 w 3242958"/>
              <a:gd name="connsiteY1187" fmla="*/ 1465234 h 2476997"/>
              <a:gd name="connsiteX1188" fmla="*/ 1653641 w 3242958"/>
              <a:gd name="connsiteY1188" fmla="*/ 1464852 h 2476997"/>
              <a:gd name="connsiteX1189" fmla="*/ 1599996 w 3242958"/>
              <a:gd name="connsiteY1189" fmla="*/ 1465814 h 2476997"/>
              <a:gd name="connsiteX1190" fmla="*/ 1601439 w 3242958"/>
              <a:gd name="connsiteY1190" fmla="*/ 1545039 h 2476997"/>
              <a:gd name="connsiteX1191" fmla="*/ 1655325 w 3242958"/>
              <a:gd name="connsiteY1191" fmla="*/ 1543996 h 2476997"/>
              <a:gd name="connsiteX1192" fmla="*/ 1655325 w 3242958"/>
              <a:gd name="connsiteY1192" fmla="*/ 1536940 h 2476997"/>
              <a:gd name="connsiteX1193" fmla="*/ 1655325 w 3242958"/>
              <a:gd name="connsiteY1193" fmla="*/ 1529963 h 2476997"/>
              <a:gd name="connsiteX1194" fmla="*/ 1615232 w 3242958"/>
              <a:gd name="connsiteY1194" fmla="*/ 1530685 h 2476997"/>
              <a:gd name="connsiteX1195" fmla="*/ 1615232 w 3242958"/>
              <a:gd name="connsiteY1195" fmla="*/ 1510077 h 2476997"/>
              <a:gd name="connsiteX1196" fmla="*/ 1650835 w 3242958"/>
              <a:gd name="connsiteY1196" fmla="*/ 1509436 h 2476997"/>
              <a:gd name="connsiteX1197" fmla="*/ 1650835 w 3242958"/>
              <a:gd name="connsiteY1197" fmla="*/ 1502620 h 2476997"/>
              <a:gd name="connsiteX1198" fmla="*/ 1650835 w 3242958"/>
              <a:gd name="connsiteY1198" fmla="*/ 1495804 h 2476997"/>
              <a:gd name="connsiteX1199" fmla="*/ 1615232 w 3242958"/>
              <a:gd name="connsiteY1199" fmla="*/ 1496445 h 2476997"/>
              <a:gd name="connsiteX1200" fmla="*/ 1615232 w 3242958"/>
              <a:gd name="connsiteY1200" fmla="*/ 1479606 h 2476997"/>
              <a:gd name="connsiteX1201" fmla="*/ 1653641 w 3242958"/>
              <a:gd name="connsiteY1201" fmla="*/ 1478965 h 2476997"/>
              <a:gd name="connsiteX1202" fmla="*/ 1653641 w 3242958"/>
              <a:gd name="connsiteY1202" fmla="*/ 1471908 h 2476997"/>
              <a:gd name="connsiteX1203" fmla="*/ 1522135 w 3242958"/>
              <a:gd name="connsiteY1203" fmla="*/ 1458758 h 2476997"/>
              <a:gd name="connsiteX1204" fmla="*/ 1521253 w 3242958"/>
              <a:gd name="connsiteY1204" fmla="*/ 1465734 h 2476997"/>
              <a:gd name="connsiteX1205" fmla="*/ 1520451 w 3242958"/>
              <a:gd name="connsiteY1205" fmla="*/ 1472710 h 2476997"/>
              <a:gd name="connsiteX1206" fmla="*/ 1542262 w 3242958"/>
              <a:gd name="connsiteY1206" fmla="*/ 1475356 h 2476997"/>
              <a:gd name="connsiteX1207" fmla="*/ 1534243 w 3242958"/>
              <a:gd name="connsiteY1207" fmla="*/ 1539987 h 2476997"/>
              <a:gd name="connsiteX1208" fmla="*/ 1542262 w 3242958"/>
              <a:gd name="connsiteY1208" fmla="*/ 1540949 h 2476997"/>
              <a:gd name="connsiteX1209" fmla="*/ 1549719 w 3242958"/>
              <a:gd name="connsiteY1209" fmla="*/ 1541831 h 2476997"/>
              <a:gd name="connsiteX1210" fmla="*/ 1557738 w 3242958"/>
              <a:gd name="connsiteY1210" fmla="*/ 1477201 h 2476997"/>
              <a:gd name="connsiteX1211" fmla="*/ 1579629 w 3242958"/>
              <a:gd name="connsiteY1211" fmla="*/ 1479927 h 2476997"/>
              <a:gd name="connsiteX1212" fmla="*/ 1580430 w 3242958"/>
              <a:gd name="connsiteY1212" fmla="*/ 1472871 h 2476997"/>
              <a:gd name="connsiteX1213" fmla="*/ 1580912 w 3242958"/>
              <a:gd name="connsiteY1213" fmla="*/ 1465974 h 2476997"/>
              <a:gd name="connsiteX1214" fmla="*/ 1742874 w 3242958"/>
              <a:gd name="connsiteY1214" fmla="*/ 1452382 h 2476997"/>
              <a:gd name="connsiteX1215" fmla="*/ 1721720 w 3242958"/>
              <a:gd name="connsiteY1215" fmla="*/ 1468059 h 2476997"/>
              <a:gd name="connsiteX1216" fmla="*/ 1718272 w 3242958"/>
              <a:gd name="connsiteY1216" fmla="*/ 1500134 h 2476997"/>
              <a:gd name="connsiteX1217" fmla="*/ 1733347 w 3242958"/>
              <a:gd name="connsiteY1217" fmla="*/ 1527959 h 2476997"/>
              <a:gd name="connsiteX1218" fmla="*/ 1735648 w 3242958"/>
              <a:gd name="connsiteY1218" fmla="*/ 1529514 h 2476997"/>
              <a:gd name="connsiteX1219" fmla="*/ 1783544 w 3242958"/>
              <a:gd name="connsiteY1219" fmla="*/ 1518176 h 2476997"/>
              <a:gd name="connsiteX1220" fmla="*/ 1786992 w 3242958"/>
              <a:gd name="connsiteY1220" fmla="*/ 1486743 h 2476997"/>
              <a:gd name="connsiteX1221" fmla="*/ 1771916 w 3242958"/>
              <a:gd name="connsiteY1221" fmla="*/ 1458277 h 2476997"/>
              <a:gd name="connsiteX1222" fmla="*/ 1768918 w 3242958"/>
              <a:gd name="connsiteY1222" fmla="*/ 1456256 h 2476997"/>
              <a:gd name="connsiteX1223" fmla="*/ 1742874 w 3242958"/>
              <a:gd name="connsiteY1223" fmla="*/ 1452382 h 2476997"/>
              <a:gd name="connsiteX1224" fmla="*/ 1448042 w 3242958"/>
              <a:gd name="connsiteY1224" fmla="*/ 1441758 h 2476997"/>
              <a:gd name="connsiteX1225" fmla="*/ 1436094 w 3242958"/>
              <a:gd name="connsiteY1225" fmla="*/ 1489870 h 2476997"/>
              <a:gd name="connsiteX1226" fmla="*/ 1437297 w 3242958"/>
              <a:gd name="connsiteY1226" fmla="*/ 1515049 h 2476997"/>
              <a:gd name="connsiteX1227" fmla="*/ 1456943 w 3242958"/>
              <a:gd name="connsiteY1227" fmla="*/ 1528039 h 2476997"/>
              <a:gd name="connsiteX1228" fmla="*/ 1480598 w 3242958"/>
              <a:gd name="connsiteY1228" fmla="*/ 1526195 h 2476997"/>
              <a:gd name="connsiteX1229" fmla="*/ 1493187 w 3242958"/>
              <a:gd name="connsiteY1229" fmla="*/ 1504063 h 2476997"/>
              <a:gd name="connsiteX1230" fmla="*/ 1504814 w 3242958"/>
              <a:gd name="connsiteY1230" fmla="*/ 1455951 h 2476997"/>
              <a:gd name="connsiteX1231" fmla="*/ 1497437 w 3242958"/>
              <a:gd name="connsiteY1231" fmla="*/ 1454107 h 2476997"/>
              <a:gd name="connsiteX1232" fmla="*/ 1490060 w 3242958"/>
              <a:gd name="connsiteY1232" fmla="*/ 1452343 h 2476997"/>
              <a:gd name="connsiteX1233" fmla="*/ 1477952 w 3242958"/>
              <a:gd name="connsiteY1233" fmla="*/ 1500455 h 2476997"/>
              <a:gd name="connsiteX1234" fmla="*/ 1471617 w 3242958"/>
              <a:gd name="connsiteY1234" fmla="*/ 1512403 h 2476997"/>
              <a:gd name="connsiteX1235" fmla="*/ 1460070 w 3242958"/>
              <a:gd name="connsiteY1235" fmla="*/ 1513525 h 2476997"/>
              <a:gd name="connsiteX1236" fmla="*/ 1450769 w 3242958"/>
              <a:gd name="connsiteY1236" fmla="*/ 1506870 h 2476997"/>
              <a:gd name="connsiteX1237" fmla="*/ 1450769 w 3242958"/>
              <a:gd name="connsiteY1237" fmla="*/ 1493559 h 2476997"/>
              <a:gd name="connsiteX1238" fmla="*/ 1462797 w 3242958"/>
              <a:gd name="connsiteY1238" fmla="*/ 1445447 h 2476997"/>
              <a:gd name="connsiteX1239" fmla="*/ 1455420 w 3242958"/>
              <a:gd name="connsiteY1239" fmla="*/ 1443602 h 2476997"/>
              <a:gd name="connsiteX1240" fmla="*/ 1850420 w 3242958"/>
              <a:gd name="connsiteY1240" fmla="*/ 1426042 h 2476997"/>
              <a:gd name="connsiteX1241" fmla="*/ 1801105 w 3242958"/>
              <a:gd name="connsiteY1241" fmla="*/ 1442079 h 2476997"/>
              <a:gd name="connsiteX1242" fmla="*/ 1825161 w 3242958"/>
              <a:gd name="connsiteY1242" fmla="*/ 1517374 h 2476997"/>
              <a:gd name="connsiteX1243" fmla="*/ 1832457 w 3242958"/>
              <a:gd name="connsiteY1243" fmla="*/ 1514969 h 2476997"/>
              <a:gd name="connsiteX1244" fmla="*/ 1839674 w 3242958"/>
              <a:gd name="connsiteY1244" fmla="*/ 1512643 h 2476997"/>
              <a:gd name="connsiteX1245" fmla="*/ 1829651 w 3242958"/>
              <a:gd name="connsiteY1245" fmla="*/ 1480809 h 2476997"/>
              <a:gd name="connsiteX1246" fmla="*/ 1860042 w 3242958"/>
              <a:gd name="connsiteY1246" fmla="*/ 1470946 h 2476997"/>
              <a:gd name="connsiteX1247" fmla="*/ 1857957 w 3242958"/>
              <a:gd name="connsiteY1247" fmla="*/ 1464451 h 2476997"/>
              <a:gd name="connsiteX1248" fmla="*/ 1855792 w 3242958"/>
              <a:gd name="connsiteY1248" fmla="*/ 1457956 h 2476997"/>
              <a:gd name="connsiteX1249" fmla="*/ 1825481 w 3242958"/>
              <a:gd name="connsiteY1249" fmla="*/ 1467819 h 2476997"/>
              <a:gd name="connsiteX1250" fmla="*/ 1819948 w 3242958"/>
              <a:gd name="connsiteY1250" fmla="*/ 1450739 h 2476997"/>
              <a:gd name="connsiteX1251" fmla="*/ 1854750 w 3242958"/>
              <a:gd name="connsiteY1251" fmla="*/ 1439433 h 2476997"/>
              <a:gd name="connsiteX1252" fmla="*/ 1852584 w 3242958"/>
              <a:gd name="connsiteY1252" fmla="*/ 1432697 h 2476997"/>
              <a:gd name="connsiteX1253" fmla="*/ 1375313 w 3242958"/>
              <a:gd name="connsiteY1253" fmla="*/ 1416980 h 2476997"/>
              <a:gd name="connsiteX1254" fmla="*/ 1372987 w 3242958"/>
              <a:gd name="connsiteY1254" fmla="*/ 1423636 h 2476997"/>
              <a:gd name="connsiteX1255" fmla="*/ 1370742 w 3242958"/>
              <a:gd name="connsiteY1255" fmla="*/ 1430291 h 2476997"/>
              <a:gd name="connsiteX1256" fmla="*/ 1391511 w 3242958"/>
              <a:gd name="connsiteY1256" fmla="*/ 1437428 h 2476997"/>
              <a:gd name="connsiteX1257" fmla="*/ 1370341 w 3242958"/>
              <a:gd name="connsiteY1257" fmla="*/ 1499011 h 2476997"/>
              <a:gd name="connsiteX1258" fmla="*/ 1377558 w 3242958"/>
              <a:gd name="connsiteY1258" fmla="*/ 1501497 h 2476997"/>
              <a:gd name="connsiteX1259" fmla="*/ 1384695 w 3242958"/>
              <a:gd name="connsiteY1259" fmla="*/ 1503983 h 2476997"/>
              <a:gd name="connsiteX1260" fmla="*/ 1405864 w 3242958"/>
              <a:gd name="connsiteY1260" fmla="*/ 1442399 h 2476997"/>
              <a:gd name="connsiteX1261" fmla="*/ 1426713 w 3242958"/>
              <a:gd name="connsiteY1261" fmla="*/ 1449536 h 2476997"/>
              <a:gd name="connsiteX1262" fmla="*/ 1429038 w 3242958"/>
              <a:gd name="connsiteY1262" fmla="*/ 1442881 h 2476997"/>
              <a:gd name="connsiteX1263" fmla="*/ 1431444 w 3242958"/>
              <a:gd name="connsiteY1263" fmla="*/ 1436305 h 2476997"/>
              <a:gd name="connsiteX1264" fmla="*/ 1346526 w 3242958"/>
              <a:gd name="connsiteY1264" fmla="*/ 1402867 h 2476997"/>
              <a:gd name="connsiteX1265" fmla="*/ 1313088 w 3242958"/>
              <a:gd name="connsiteY1265" fmla="*/ 1474635 h 2476997"/>
              <a:gd name="connsiteX1266" fmla="*/ 1319984 w 3242958"/>
              <a:gd name="connsiteY1266" fmla="*/ 1477842 h 2476997"/>
              <a:gd name="connsiteX1267" fmla="*/ 1326800 w 3242958"/>
              <a:gd name="connsiteY1267" fmla="*/ 1481050 h 2476997"/>
              <a:gd name="connsiteX1268" fmla="*/ 1360318 w 3242958"/>
              <a:gd name="connsiteY1268" fmla="*/ 1409283 h 2476997"/>
              <a:gd name="connsiteX1269" fmla="*/ 1353342 w 3242958"/>
              <a:gd name="connsiteY1269" fmla="*/ 1406075 h 2476997"/>
              <a:gd name="connsiteX1270" fmla="*/ 1947205 w 3242958"/>
              <a:gd name="connsiteY1270" fmla="*/ 1379132 h 2476997"/>
              <a:gd name="connsiteX1271" fmla="*/ 1894923 w 3242958"/>
              <a:gd name="connsiteY1271" fmla="*/ 1406877 h 2476997"/>
              <a:gd name="connsiteX1272" fmla="*/ 1898211 w 3242958"/>
              <a:gd name="connsiteY1272" fmla="*/ 1413131 h 2476997"/>
              <a:gd name="connsiteX1273" fmla="*/ 1901499 w 3242958"/>
              <a:gd name="connsiteY1273" fmla="*/ 1419306 h 2476997"/>
              <a:gd name="connsiteX1274" fmla="*/ 1920904 w 3242958"/>
              <a:gd name="connsiteY1274" fmla="*/ 1408962 h 2476997"/>
              <a:gd name="connsiteX1275" fmla="*/ 1951535 w 3242958"/>
              <a:gd name="connsiteY1275" fmla="*/ 1466455 h 2476997"/>
              <a:gd name="connsiteX1276" fmla="*/ 1958270 w 3242958"/>
              <a:gd name="connsiteY1276" fmla="*/ 1462927 h 2476997"/>
              <a:gd name="connsiteX1277" fmla="*/ 1964926 w 3242958"/>
              <a:gd name="connsiteY1277" fmla="*/ 1459319 h 2476997"/>
              <a:gd name="connsiteX1278" fmla="*/ 1934375 w 3242958"/>
              <a:gd name="connsiteY1278" fmla="*/ 1401825 h 2476997"/>
              <a:gd name="connsiteX1279" fmla="*/ 1953780 w 3242958"/>
              <a:gd name="connsiteY1279" fmla="*/ 1391481 h 2476997"/>
              <a:gd name="connsiteX1280" fmla="*/ 1950493 w 3242958"/>
              <a:gd name="connsiteY1280" fmla="*/ 1385307 h 2476997"/>
              <a:gd name="connsiteX1281" fmla="*/ 1278367 w 3242958"/>
              <a:gd name="connsiteY1281" fmla="*/ 1365821 h 2476997"/>
              <a:gd name="connsiteX1282" fmla="*/ 1275240 w 3242958"/>
              <a:gd name="connsiteY1282" fmla="*/ 1372397 h 2476997"/>
              <a:gd name="connsiteX1283" fmla="*/ 1271872 w 3242958"/>
              <a:gd name="connsiteY1283" fmla="*/ 1378571 h 2476997"/>
              <a:gd name="connsiteX1284" fmla="*/ 1291117 w 3242958"/>
              <a:gd name="connsiteY1284" fmla="*/ 1389236 h 2476997"/>
              <a:gd name="connsiteX1285" fmla="*/ 1259523 w 3242958"/>
              <a:gd name="connsiteY1285" fmla="*/ 1446168 h 2476997"/>
              <a:gd name="connsiteX1286" fmla="*/ 1266179 w 3242958"/>
              <a:gd name="connsiteY1286" fmla="*/ 1449857 h 2476997"/>
              <a:gd name="connsiteX1287" fmla="*/ 1272834 w 3242958"/>
              <a:gd name="connsiteY1287" fmla="*/ 1453546 h 2476997"/>
              <a:gd name="connsiteX1288" fmla="*/ 1304107 w 3242958"/>
              <a:gd name="connsiteY1288" fmla="*/ 1396132 h 2476997"/>
              <a:gd name="connsiteX1289" fmla="*/ 1323352 w 3242958"/>
              <a:gd name="connsiteY1289" fmla="*/ 1406797 h 2476997"/>
              <a:gd name="connsiteX1290" fmla="*/ 1326720 w 3242958"/>
              <a:gd name="connsiteY1290" fmla="*/ 1400703 h 2476997"/>
              <a:gd name="connsiteX1291" fmla="*/ 1330168 w 3242958"/>
              <a:gd name="connsiteY1291" fmla="*/ 1394528 h 2476997"/>
              <a:gd name="connsiteX1292" fmla="*/ 1776247 w 3242958"/>
              <a:gd name="connsiteY1292" fmla="*/ 1354274 h 2476997"/>
              <a:gd name="connsiteX1293" fmla="*/ 1776247 w 3242958"/>
              <a:gd name="connsiteY1293" fmla="*/ 1354515 h 2476997"/>
              <a:gd name="connsiteX1294" fmla="*/ 1779374 w 3242958"/>
              <a:gd name="connsiteY1294" fmla="*/ 1361331 h 2476997"/>
              <a:gd name="connsiteX1295" fmla="*/ 1776167 w 3242958"/>
              <a:gd name="connsiteY1295" fmla="*/ 1381538 h 2476997"/>
              <a:gd name="connsiteX1296" fmla="*/ 1774242 w 3242958"/>
              <a:gd name="connsiteY1296" fmla="*/ 1362293 h 2476997"/>
              <a:gd name="connsiteX1297" fmla="*/ 1776247 w 3242958"/>
              <a:gd name="connsiteY1297" fmla="*/ 1354274 h 2476997"/>
              <a:gd name="connsiteX1298" fmla="*/ 1640811 w 3242958"/>
              <a:gd name="connsiteY1298" fmla="*/ 1354274 h 2476997"/>
              <a:gd name="connsiteX1299" fmla="*/ 1640811 w 3242958"/>
              <a:gd name="connsiteY1299" fmla="*/ 1354515 h 2476997"/>
              <a:gd name="connsiteX1300" fmla="*/ 1643938 w 3242958"/>
              <a:gd name="connsiteY1300" fmla="*/ 1361331 h 2476997"/>
              <a:gd name="connsiteX1301" fmla="*/ 1640731 w 3242958"/>
              <a:gd name="connsiteY1301" fmla="*/ 1381538 h 2476997"/>
              <a:gd name="connsiteX1302" fmla="*/ 1638806 w 3242958"/>
              <a:gd name="connsiteY1302" fmla="*/ 1362293 h 2476997"/>
              <a:gd name="connsiteX1303" fmla="*/ 1640811 w 3242958"/>
              <a:gd name="connsiteY1303" fmla="*/ 1354274 h 2476997"/>
              <a:gd name="connsiteX1304" fmla="*/ 1480117 w 3242958"/>
              <a:gd name="connsiteY1304" fmla="*/ 1353472 h 2476997"/>
              <a:gd name="connsiteX1305" fmla="*/ 1484448 w 3242958"/>
              <a:gd name="connsiteY1305" fmla="*/ 1354114 h 2476997"/>
              <a:gd name="connsiteX1306" fmla="*/ 1485009 w 3242958"/>
              <a:gd name="connsiteY1306" fmla="*/ 1380094 h 2476997"/>
              <a:gd name="connsiteX1307" fmla="*/ 1480117 w 3242958"/>
              <a:gd name="connsiteY1307" fmla="*/ 1380094 h 2476997"/>
              <a:gd name="connsiteX1308" fmla="*/ 1480117 w 3242958"/>
              <a:gd name="connsiteY1308" fmla="*/ 1353633 h 2476997"/>
              <a:gd name="connsiteX1309" fmla="*/ 1753794 w 3242958"/>
              <a:gd name="connsiteY1309" fmla="*/ 1353071 h 2476997"/>
              <a:gd name="connsiteX1310" fmla="*/ 1756761 w 3242958"/>
              <a:gd name="connsiteY1310" fmla="*/ 1361090 h 2476997"/>
              <a:gd name="connsiteX1311" fmla="*/ 1754195 w 3242958"/>
              <a:gd name="connsiteY1311" fmla="*/ 1380896 h 2476997"/>
              <a:gd name="connsiteX1312" fmla="*/ 1750426 w 3242958"/>
              <a:gd name="connsiteY1312" fmla="*/ 1361731 h 2476997"/>
              <a:gd name="connsiteX1313" fmla="*/ 1753794 w 3242958"/>
              <a:gd name="connsiteY1313" fmla="*/ 1353312 h 2476997"/>
              <a:gd name="connsiteX1314" fmla="*/ 1618360 w 3242958"/>
              <a:gd name="connsiteY1314" fmla="*/ 1353071 h 2476997"/>
              <a:gd name="connsiteX1315" fmla="*/ 1621326 w 3242958"/>
              <a:gd name="connsiteY1315" fmla="*/ 1361090 h 2476997"/>
              <a:gd name="connsiteX1316" fmla="*/ 1618841 w 3242958"/>
              <a:gd name="connsiteY1316" fmla="*/ 1381297 h 2476997"/>
              <a:gd name="connsiteX1317" fmla="*/ 1614991 w 3242958"/>
              <a:gd name="connsiteY1317" fmla="*/ 1361731 h 2476997"/>
              <a:gd name="connsiteX1318" fmla="*/ 1618360 w 3242958"/>
              <a:gd name="connsiteY1318" fmla="*/ 1353312 h 2476997"/>
              <a:gd name="connsiteX1319" fmla="*/ 1503692 w 3242958"/>
              <a:gd name="connsiteY1319" fmla="*/ 1351628 h 2476997"/>
              <a:gd name="connsiteX1320" fmla="*/ 1505937 w 3242958"/>
              <a:gd name="connsiteY1320" fmla="*/ 1361090 h 2476997"/>
              <a:gd name="connsiteX1321" fmla="*/ 1503692 w 3242958"/>
              <a:gd name="connsiteY1321" fmla="*/ 1379934 h 2476997"/>
              <a:gd name="connsiteX1322" fmla="*/ 1501286 w 3242958"/>
              <a:gd name="connsiteY1322" fmla="*/ 1361090 h 2476997"/>
              <a:gd name="connsiteX1323" fmla="*/ 1503692 w 3242958"/>
              <a:gd name="connsiteY1323" fmla="*/ 1351628 h 2476997"/>
              <a:gd name="connsiteX1324" fmla="*/ 1490542 w 3242958"/>
              <a:gd name="connsiteY1324" fmla="*/ 1349784 h 2476997"/>
              <a:gd name="connsiteX1325" fmla="*/ 1490560 w 3242958"/>
              <a:gd name="connsiteY1325" fmla="*/ 1350324 h 2476997"/>
              <a:gd name="connsiteX1326" fmla="*/ 1490542 w 3242958"/>
              <a:gd name="connsiteY1326" fmla="*/ 1350345 h 2476997"/>
              <a:gd name="connsiteX1327" fmla="*/ 1491857 w 3242958"/>
              <a:gd name="connsiteY1327" fmla="*/ 1348733 h 2476997"/>
              <a:gd name="connsiteX1328" fmla="*/ 1496154 w 3242958"/>
              <a:gd name="connsiteY1328" fmla="*/ 1349784 h 2476997"/>
              <a:gd name="connsiteX1329" fmla="*/ 1497117 w 3242958"/>
              <a:gd name="connsiteY1329" fmla="*/ 1381859 h 2476997"/>
              <a:gd name="connsiteX1330" fmla="*/ 1491584 w 3242958"/>
              <a:gd name="connsiteY1330" fmla="*/ 1381859 h 2476997"/>
              <a:gd name="connsiteX1331" fmla="*/ 1490560 w 3242958"/>
              <a:gd name="connsiteY1331" fmla="*/ 1350324 h 2476997"/>
              <a:gd name="connsiteX1332" fmla="*/ 1765983 w 3242958"/>
              <a:gd name="connsiteY1332" fmla="*/ 1347538 h 2476997"/>
              <a:gd name="connsiteX1333" fmla="*/ 1768870 w 3242958"/>
              <a:gd name="connsiteY1333" fmla="*/ 1359566 h 2476997"/>
              <a:gd name="connsiteX1334" fmla="*/ 1765502 w 3242958"/>
              <a:gd name="connsiteY1334" fmla="*/ 1382901 h 2476997"/>
              <a:gd name="connsiteX1335" fmla="*/ 1762054 w 3242958"/>
              <a:gd name="connsiteY1335" fmla="*/ 1359246 h 2476997"/>
              <a:gd name="connsiteX1336" fmla="*/ 1765983 w 3242958"/>
              <a:gd name="connsiteY1336" fmla="*/ 1347538 h 2476997"/>
              <a:gd name="connsiteX1337" fmla="*/ 1630547 w 3242958"/>
              <a:gd name="connsiteY1337" fmla="*/ 1347538 h 2476997"/>
              <a:gd name="connsiteX1338" fmla="*/ 1633434 w 3242958"/>
              <a:gd name="connsiteY1338" fmla="*/ 1359566 h 2476997"/>
              <a:gd name="connsiteX1339" fmla="*/ 1630066 w 3242958"/>
              <a:gd name="connsiteY1339" fmla="*/ 1382901 h 2476997"/>
              <a:gd name="connsiteX1340" fmla="*/ 1626618 w 3242958"/>
              <a:gd name="connsiteY1340" fmla="*/ 1359246 h 2476997"/>
              <a:gd name="connsiteX1341" fmla="*/ 1630547 w 3242958"/>
              <a:gd name="connsiteY1341" fmla="*/ 1347538 h 2476997"/>
              <a:gd name="connsiteX1342" fmla="*/ 1414124 w 3242958"/>
              <a:gd name="connsiteY1342" fmla="*/ 1345052 h 2476997"/>
              <a:gd name="connsiteX1343" fmla="*/ 1414607 w 3242958"/>
              <a:gd name="connsiteY1343" fmla="*/ 1345496 h 2476997"/>
              <a:gd name="connsiteX1344" fmla="*/ 1413883 w 3242958"/>
              <a:gd name="connsiteY1344" fmla="*/ 1345373 h 2476997"/>
              <a:gd name="connsiteX1345" fmla="*/ 2008227 w 3242958"/>
              <a:gd name="connsiteY1345" fmla="*/ 1340723 h 2476997"/>
              <a:gd name="connsiteX1346" fmla="*/ 1963242 w 3242958"/>
              <a:gd name="connsiteY1346" fmla="*/ 1369911 h 2476997"/>
              <a:gd name="connsiteX1347" fmla="*/ 2006382 w 3242958"/>
              <a:gd name="connsiteY1347" fmla="*/ 1436305 h 2476997"/>
              <a:gd name="connsiteX1348" fmla="*/ 2052570 w 3242958"/>
              <a:gd name="connsiteY1348" fmla="*/ 1405995 h 2476997"/>
              <a:gd name="connsiteX1349" fmla="*/ 2048721 w 3242958"/>
              <a:gd name="connsiteY1349" fmla="*/ 1400061 h 2476997"/>
              <a:gd name="connsiteX1350" fmla="*/ 2044952 w 3242958"/>
              <a:gd name="connsiteY1350" fmla="*/ 1394207 h 2476997"/>
              <a:gd name="connsiteX1351" fmla="*/ 2011354 w 3242958"/>
              <a:gd name="connsiteY1351" fmla="*/ 1416018 h 2476997"/>
              <a:gd name="connsiteX1352" fmla="*/ 2000048 w 3242958"/>
              <a:gd name="connsiteY1352" fmla="*/ 1398778 h 2476997"/>
              <a:gd name="connsiteX1353" fmla="*/ 2030198 w 3242958"/>
              <a:gd name="connsiteY1353" fmla="*/ 1379533 h 2476997"/>
              <a:gd name="connsiteX1354" fmla="*/ 2026509 w 3242958"/>
              <a:gd name="connsiteY1354" fmla="*/ 1373760 h 2476997"/>
              <a:gd name="connsiteX1355" fmla="*/ 2022821 w 3242958"/>
              <a:gd name="connsiteY1355" fmla="*/ 1368066 h 2476997"/>
              <a:gd name="connsiteX1356" fmla="*/ 1992911 w 3242958"/>
              <a:gd name="connsiteY1356" fmla="*/ 1387472 h 2476997"/>
              <a:gd name="connsiteX1357" fmla="*/ 1983770 w 3242958"/>
              <a:gd name="connsiteY1357" fmla="*/ 1373359 h 2476997"/>
              <a:gd name="connsiteX1358" fmla="*/ 2015844 w 3242958"/>
              <a:gd name="connsiteY1358" fmla="*/ 1352510 h 2476997"/>
              <a:gd name="connsiteX1359" fmla="*/ 2012076 w 3242958"/>
              <a:gd name="connsiteY1359" fmla="*/ 1346577 h 2476997"/>
              <a:gd name="connsiteX1360" fmla="*/ 1222637 w 3242958"/>
              <a:gd name="connsiteY1360" fmla="*/ 1332704 h 2476997"/>
              <a:gd name="connsiteX1361" fmla="*/ 1205718 w 3242958"/>
              <a:gd name="connsiteY1361" fmla="*/ 1342968 h 2476997"/>
              <a:gd name="connsiteX1362" fmla="*/ 1201468 w 3242958"/>
              <a:gd name="connsiteY1362" fmla="*/ 1358605 h 2476997"/>
              <a:gd name="connsiteX1363" fmla="*/ 1214859 w 3242958"/>
              <a:gd name="connsiteY1363" fmla="*/ 1379613 h 2476997"/>
              <a:gd name="connsiteX1364" fmla="*/ 1222236 w 3242958"/>
              <a:gd name="connsiteY1364" fmla="*/ 1390358 h 2476997"/>
              <a:gd name="connsiteX1365" fmla="*/ 1220793 w 3242958"/>
              <a:gd name="connsiteY1365" fmla="*/ 1397415 h 2476997"/>
              <a:gd name="connsiteX1366" fmla="*/ 1213336 w 3242958"/>
              <a:gd name="connsiteY1366" fmla="*/ 1400783 h 2476997"/>
              <a:gd name="connsiteX1367" fmla="*/ 1202591 w 3242958"/>
              <a:gd name="connsiteY1367" fmla="*/ 1396132 h 2476997"/>
              <a:gd name="connsiteX1368" fmla="*/ 1195695 w 3242958"/>
              <a:gd name="connsiteY1368" fmla="*/ 1386910 h 2476997"/>
              <a:gd name="connsiteX1369" fmla="*/ 1197940 w 3242958"/>
              <a:gd name="connsiteY1369" fmla="*/ 1376566 h 2476997"/>
              <a:gd name="connsiteX1370" fmla="*/ 1186072 w 3242958"/>
              <a:gd name="connsiteY1370" fmla="*/ 1367986 h 2476997"/>
              <a:gd name="connsiteX1371" fmla="*/ 1181181 w 3242958"/>
              <a:gd name="connsiteY1371" fmla="*/ 1388835 h 2476997"/>
              <a:gd name="connsiteX1372" fmla="*/ 1194572 w 3242958"/>
              <a:gd name="connsiteY1372" fmla="*/ 1407198 h 2476997"/>
              <a:gd name="connsiteX1373" fmla="*/ 1216142 w 3242958"/>
              <a:gd name="connsiteY1373" fmla="*/ 1414735 h 2476997"/>
              <a:gd name="connsiteX1374" fmla="*/ 1233062 w 3242958"/>
              <a:gd name="connsiteY1374" fmla="*/ 1405113 h 2476997"/>
              <a:gd name="connsiteX1375" fmla="*/ 1238193 w 3242958"/>
              <a:gd name="connsiteY1375" fmla="*/ 1389075 h 2476997"/>
              <a:gd name="connsiteX1376" fmla="*/ 1226246 w 3242958"/>
              <a:gd name="connsiteY1376" fmla="*/ 1369349 h 2476997"/>
              <a:gd name="connsiteX1377" fmla="*/ 1217345 w 3242958"/>
              <a:gd name="connsiteY1377" fmla="*/ 1357161 h 2476997"/>
              <a:gd name="connsiteX1378" fmla="*/ 1217826 w 3242958"/>
              <a:gd name="connsiteY1378" fmla="*/ 1350746 h 2476997"/>
              <a:gd name="connsiteX1379" fmla="*/ 1224963 w 3242958"/>
              <a:gd name="connsiteY1379" fmla="*/ 1346416 h 2476997"/>
              <a:gd name="connsiteX1380" fmla="*/ 1233944 w 3242958"/>
              <a:gd name="connsiteY1380" fmla="*/ 1349463 h 2476997"/>
              <a:gd name="connsiteX1381" fmla="*/ 1240760 w 3242958"/>
              <a:gd name="connsiteY1381" fmla="*/ 1358524 h 2476997"/>
              <a:gd name="connsiteX1382" fmla="*/ 1239236 w 3242958"/>
              <a:gd name="connsiteY1382" fmla="*/ 1368467 h 2476997"/>
              <a:gd name="connsiteX1383" fmla="*/ 1251184 w 3242958"/>
              <a:gd name="connsiteY1383" fmla="*/ 1377208 h 2476997"/>
              <a:gd name="connsiteX1384" fmla="*/ 1251184 w 3242958"/>
              <a:gd name="connsiteY1384" fmla="*/ 1377047 h 2476997"/>
              <a:gd name="connsiteX1385" fmla="*/ 1255434 w 3242958"/>
              <a:gd name="connsiteY1385" fmla="*/ 1356840 h 2476997"/>
              <a:gd name="connsiteX1386" fmla="*/ 1243406 w 3242958"/>
              <a:gd name="connsiteY1386" fmla="*/ 1339440 h 2476997"/>
              <a:gd name="connsiteX1387" fmla="*/ 1222637 w 3242958"/>
              <a:gd name="connsiteY1387" fmla="*/ 1332704 h 2476997"/>
              <a:gd name="connsiteX1388" fmla="*/ 2069249 w 3242958"/>
              <a:gd name="connsiteY1388" fmla="*/ 1297101 h 2476997"/>
              <a:gd name="connsiteX1389" fmla="*/ 2047919 w 3242958"/>
              <a:gd name="connsiteY1389" fmla="*/ 1305120 h 2476997"/>
              <a:gd name="connsiteX1390" fmla="*/ 2036533 w 3242958"/>
              <a:gd name="connsiteY1390" fmla="*/ 1329176 h 2476997"/>
              <a:gd name="connsiteX1391" fmla="*/ 2049363 w 3242958"/>
              <a:gd name="connsiteY1391" fmla="*/ 1358605 h 2476997"/>
              <a:gd name="connsiteX1392" fmla="*/ 2075744 w 3242958"/>
              <a:gd name="connsiteY1392" fmla="*/ 1375845 h 2476997"/>
              <a:gd name="connsiteX1393" fmla="*/ 2112951 w 3242958"/>
              <a:gd name="connsiteY1393" fmla="*/ 1348661 h 2476997"/>
              <a:gd name="connsiteX1394" fmla="*/ 2112790 w 3242958"/>
              <a:gd name="connsiteY1394" fmla="*/ 1348501 h 2476997"/>
              <a:gd name="connsiteX1395" fmla="*/ 2106135 w 3242958"/>
              <a:gd name="connsiteY1395" fmla="*/ 1325888 h 2476997"/>
              <a:gd name="connsiteX1396" fmla="*/ 2094428 w 3242958"/>
              <a:gd name="connsiteY1396" fmla="*/ 1335671 h 2476997"/>
              <a:gd name="connsiteX1397" fmla="*/ 2097876 w 3242958"/>
              <a:gd name="connsiteY1397" fmla="*/ 1347699 h 2476997"/>
              <a:gd name="connsiteX1398" fmla="*/ 2097298 w 3242958"/>
              <a:gd name="connsiteY1398" fmla="*/ 1350377 h 2476997"/>
              <a:gd name="connsiteX1399" fmla="*/ 2077268 w 3242958"/>
              <a:gd name="connsiteY1399" fmla="*/ 1361010 h 2476997"/>
              <a:gd name="connsiteX1400" fmla="*/ 2061230 w 3242958"/>
              <a:gd name="connsiteY1400" fmla="*/ 1348822 h 2476997"/>
              <a:gd name="connsiteX1401" fmla="*/ 2051768 w 3242958"/>
              <a:gd name="connsiteY1401" fmla="*/ 1330138 h 2476997"/>
              <a:gd name="connsiteX1402" fmla="*/ 2057221 w 3242958"/>
              <a:gd name="connsiteY1402" fmla="*/ 1315945 h 2476997"/>
              <a:gd name="connsiteX1403" fmla="*/ 2068126 w 3242958"/>
              <a:gd name="connsiteY1403" fmla="*/ 1311776 h 2476997"/>
              <a:gd name="connsiteX1404" fmla="*/ 2078551 w 3242958"/>
              <a:gd name="connsiteY1404" fmla="*/ 1316266 h 2476997"/>
              <a:gd name="connsiteX1405" fmla="*/ 2090258 w 3242958"/>
              <a:gd name="connsiteY1405" fmla="*/ 1306483 h 2476997"/>
              <a:gd name="connsiteX1406" fmla="*/ 2069249 w 3242958"/>
              <a:gd name="connsiteY1406" fmla="*/ 1297101 h 2476997"/>
              <a:gd name="connsiteX1407" fmla="*/ 1650486 w 3242958"/>
              <a:gd name="connsiteY1407" fmla="*/ 1294415 h 2476997"/>
              <a:gd name="connsiteX1408" fmla="*/ 1650646 w 3242958"/>
              <a:gd name="connsiteY1408" fmla="*/ 1294415 h 2476997"/>
              <a:gd name="connsiteX1409" fmla="*/ 1650646 w 3242958"/>
              <a:gd name="connsiteY1409" fmla="*/ 1315825 h 2476997"/>
              <a:gd name="connsiteX1410" fmla="*/ 1632444 w 3242958"/>
              <a:gd name="connsiteY1410" fmla="*/ 1315825 h 2476997"/>
              <a:gd name="connsiteX1411" fmla="*/ 1694857 w 3242958"/>
              <a:gd name="connsiteY1411" fmla="*/ 1290285 h 2476997"/>
              <a:gd name="connsiteX1412" fmla="*/ 1706724 w 3242958"/>
              <a:gd name="connsiteY1412" fmla="*/ 1309210 h 2476997"/>
              <a:gd name="connsiteX1413" fmla="*/ 1694857 w 3242958"/>
              <a:gd name="connsiteY1413" fmla="*/ 1328133 h 2476997"/>
              <a:gd name="connsiteX1414" fmla="*/ 1682989 w 3242958"/>
              <a:gd name="connsiteY1414" fmla="*/ 1309210 h 2476997"/>
              <a:gd name="connsiteX1415" fmla="*/ 1694857 w 3242958"/>
              <a:gd name="connsiteY1415" fmla="*/ 1290285 h 2476997"/>
              <a:gd name="connsiteX1416" fmla="*/ 1596147 w 3242958"/>
              <a:gd name="connsiteY1416" fmla="*/ 1290285 h 2476997"/>
              <a:gd name="connsiteX1417" fmla="*/ 1607614 w 3242958"/>
              <a:gd name="connsiteY1417" fmla="*/ 1300388 h 2476997"/>
              <a:gd name="connsiteX1418" fmla="*/ 1607598 w 3242958"/>
              <a:gd name="connsiteY1418" fmla="*/ 1302241 h 2476997"/>
              <a:gd name="connsiteX1419" fmla="*/ 1596708 w 3242958"/>
              <a:gd name="connsiteY1419" fmla="*/ 1311133 h 2476997"/>
              <a:gd name="connsiteX1420" fmla="*/ 1585242 w 3242958"/>
              <a:gd name="connsiteY1420" fmla="*/ 1300869 h 2476997"/>
              <a:gd name="connsiteX1421" fmla="*/ 1585257 w 3242958"/>
              <a:gd name="connsiteY1421" fmla="*/ 1299715 h 2476997"/>
              <a:gd name="connsiteX1422" fmla="*/ 1596147 w 3242958"/>
              <a:gd name="connsiteY1422" fmla="*/ 1290285 h 2476997"/>
              <a:gd name="connsiteX1423" fmla="*/ 1593918 w 3242958"/>
              <a:gd name="connsiteY1423" fmla="*/ 1285410 h 2476997"/>
              <a:gd name="connsiteX1424" fmla="*/ 1578025 w 3242958"/>
              <a:gd name="connsiteY1424" fmla="*/ 1301592 h 2476997"/>
              <a:gd name="connsiteX1425" fmla="*/ 1578105 w 3242958"/>
              <a:gd name="connsiteY1425" fmla="*/ 1302666 h 2476997"/>
              <a:gd name="connsiteX1426" fmla="*/ 1595826 w 3242958"/>
              <a:gd name="connsiteY1426" fmla="*/ 1316827 h 2476997"/>
              <a:gd name="connsiteX1427" fmla="*/ 1608817 w 3242958"/>
              <a:gd name="connsiteY1427" fmla="*/ 1311214 h 2476997"/>
              <a:gd name="connsiteX1428" fmla="*/ 1595185 w 3242958"/>
              <a:gd name="connsiteY1428" fmla="*/ 1328855 h 2476997"/>
              <a:gd name="connsiteX1429" fmla="*/ 1593517 w 3242958"/>
              <a:gd name="connsiteY1429" fmla="*/ 1329000 h 2476997"/>
              <a:gd name="connsiteX1430" fmla="*/ 1585643 w 3242958"/>
              <a:gd name="connsiteY1430" fmla="*/ 1320837 h 2476997"/>
              <a:gd name="connsiteX1431" fmla="*/ 1578506 w 3242958"/>
              <a:gd name="connsiteY1431" fmla="*/ 1320837 h 2476997"/>
              <a:gd name="connsiteX1432" fmla="*/ 1595345 w 3242958"/>
              <a:gd name="connsiteY1432" fmla="*/ 1333506 h 2476997"/>
              <a:gd name="connsiteX1433" fmla="*/ 1595345 w 3242958"/>
              <a:gd name="connsiteY1433" fmla="*/ 1333747 h 2476997"/>
              <a:gd name="connsiteX1434" fmla="*/ 1616113 w 3242958"/>
              <a:gd name="connsiteY1434" fmla="*/ 1307445 h 2476997"/>
              <a:gd name="connsiteX1435" fmla="*/ 1596227 w 3242958"/>
              <a:gd name="connsiteY1435" fmla="*/ 1285554 h 2476997"/>
              <a:gd name="connsiteX1436" fmla="*/ 1593918 w 3242958"/>
              <a:gd name="connsiteY1436" fmla="*/ 1285410 h 2476997"/>
              <a:gd name="connsiteX1437" fmla="*/ 1694857 w 3242958"/>
              <a:gd name="connsiteY1437" fmla="*/ 1285314 h 2476997"/>
              <a:gd name="connsiteX1438" fmla="*/ 1675452 w 3242958"/>
              <a:gd name="connsiteY1438" fmla="*/ 1309370 h 2476997"/>
              <a:gd name="connsiteX1439" fmla="*/ 1694857 w 3242958"/>
              <a:gd name="connsiteY1439" fmla="*/ 1333426 h 2476997"/>
              <a:gd name="connsiteX1440" fmla="*/ 1694857 w 3242958"/>
              <a:gd name="connsiteY1440" fmla="*/ 1333747 h 2476997"/>
              <a:gd name="connsiteX1441" fmla="*/ 1714262 w 3242958"/>
              <a:gd name="connsiteY1441" fmla="*/ 1309370 h 2476997"/>
              <a:gd name="connsiteX1442" fmla="*/ 1694857 w 3242958"/>
              <a:gd name="connsiteY1442" fmla="*/ 1285314 h 2476997"/>
              <a:gd name="connsiteX1443" fmla="*/ 1651636 w 3242958"/>
              <a:gd name="connsiteY1443" fmla="*/ 1284993 h 2476997"/>
              <a:gd name="connsiteX1444" fmla="*/ 1625736 w 3242958"/>
              <a:gd name="connsiteY1444" fmla="*/ 1314903 h 2476997"/>
              <a:gd name="connsiteX1445" fmla="*/ 1625736 w 3242958"/>
              <a:gd name="connsiteY1445" fmla="*/ 1320676 h 2476997"/>
              <a:gd name="connsiteX1446" fmla="*/ 1650434 w 3242958"/>
              <a:gd name="connsiteY1446" fmla="*/ 1320676 h 2476997"/>
              <a:gd name="connsiteX1447" fmla="*/ 1650434 w 3242958"/>
              <a:gd name="connsiteY1447" fmla="*/ 1332223 h 2476997"/>
              <a:gd name="connsiteX1448" fmla="*/ 1657570 w 3242958"/>
              <a:gd name="connsiteY1448" fmla="*/ 1332223 h 2476997"/>
              <a:gd name="connsiteX1449" fmla="*/ 1657570 w 3242958"/>
              <a:gd name="connsiteY1449" fmla="*/ 1320676 h 2476997"/>
              <a:gd name="connsiteX1450" fmla="*/ 1665589 w 3242958"/>
              <a:gd name="connsiteY1450" fmla="*/ 1320676 h 2476997"/>
              <a:gd name="connsiteX1451" fmla="*/ 1665589 w 3242958"/>
              <a:gd name="connsiteY1451" fmla="*/ 1315624 h 2476997"/>
              <a:gd name="connsiteX1452" fmla="*/ 1657570 w 3242958"/>
              <a:gd name="connsiteY1452" fmla="*/ 1315624 h 2476997"/>
              <a:gd name="connsiteX1453" fmla="*/ 1657570 w 3242958"/>
              <a:gd name="connsiteY1453" fmla="*/ 1284993 h 2476997"/>
              <a:gd name="connsiteX1454" fmla="*/ 1548917 w 3242958"/>
              <a:gd name="connsiteY1454" fmla="*/ 1284672 h 2476997"/>
              <a:gd name="connsiteX1455" fmla="*/ 1533682 w 3242958"/>
              <a:gd name="connsiteY1455" fmla="*/ 1293653 h 2476997"/>
              <a:gd name="connsiteX1456" fmla="*/ 1533682 w 3242958"/>
              <a:gd name="connsiteY1456" fmla="*/ 1298705 h 2476997"/>
              <a:gd name="connsiteX1457" fmla="*/ 1546912 w 3242958"/>
              <a:gd name="connsiteY1457" fmla="*/ 1298705 h 2476997"/>
              <a:gd name="connsiteX1458" fmla="*/ 1546912 w 3242958"/>
              <a:gd name="connsiteY1458" fmla="*/ 1332223 h 2476997"/>
              <a:gd name="connsiteX1459" fmla="*/ 1554450 w 3242958"/>
              <a:gd name="connsiteY1459" fmla="*/ 1332223 h 2476997"/>
              <a:gd name="connsiteX1460" fmla="*/ 1554450 w 3242958"/>
              <a:gd name="connsiteY1460" fmla="*/ 1284672 h 2476997"/>
              <a:gd name="connsiteX1461" fmla="*/ 1158809 w 3242958"/>
              <a:gd name="connsiteY1461" fmla="*/ 1270961 h 2476997"/>
              <a:gd name="connsiteX1462" fmla="*/ 1104763 w 3242958"/>
              <a:gd name="connsiteY1462" fmla="*/ 1328855 h 2476997"/>
              <a:gd name="connsiteX1463" fmla="*/ 1109975 w 3242958"/>
              <a:gd name="connsiteY1463" fmla="*/ 1333747 h 2476997"/>
              <a:gd name="connsiteX1464" fmla="*/ 1115187 w 3242958"/>
              <a:gd name="connsiteY1464" fmla="*/ 1338879 h 2476997"/>
              <a:gd name="connsiteX1465" fmla="*/ 1154078 w 3242958"/>
              <a:gd name="connsiteY1465" fmla="*/ 1297101 h 2476997"/>
              <a:gd name="connsiteX1466" fmla="*/ 1137158 w 3242958"/>
              <a:gd name="connsiteY1466" fmla="*/ 1359406 h 2476997"/>
              <a:gd name="connsiteX1467" fmla="*/ 1142691 w 3242958"/>
              <a:gd name="connsiteY1467" fmla="*/ 1364538 h 2476997"/>
              <a:gd name="connsiteX1468" fmla="*/ 1148224 w 3242958"/>
              <a:gd name="connsiteY1468" fmla="*/ 1369430 h 2476997"/>
              <a:gd name="connsiteX1469" fmla="*/ 1202190 w 3242958"/>
              <a:gd name="connsiteY1469" fmla="*/ 1311455 h 2476997"/>
              <a:gd name="connsiteX1470" fmla="*/ 1196978 w 3242958"/>
              <a:gd name="connsiteY1470" fmla="*/ 1306643 h 2476997"/>
              <a:gd name="connsiteX1471" fmla="*/ 1191846 w 3242958"/>
              <a:gd name="connsiteY1471" fmla="*/ 1301832 h 2476997"/>
              <a:gd name="connsiteX1472" fmla="*/ 1153917 w 3242958"/>
              <a:gd name="connsiteY1472" fmla="*/ 1342487 h 2476997"/>
              <a:gd name="connsiteX1473" fmla="*/ 1170436 w 3242958"/>
              <a:gd name="connsiteY1473" fmla="*/ 1281866 h 2476997"/>
              <a:gd name="connsiteX1474" fmla="*/ 1164582 w 3242958"/>
              <a:gd name="connsiteY1474" fmla="*/ 1276413 h 2476997"/>
              <a:gd name="connsiteX1475" fmla="*/ 1133229 w 3242958"/>
              <a:gd name="connsiteY1475" fmla="*/ 1243055 h 2476997"/>
              <a:gd name="connsiteX1476" fmla="*/ 1074372 w 3242958"/>
              <a:gd name="connsiteY1476" fmla="*/ 1296059 h 2476997"/>
              <a:gd name="connsiteX1477" fmla="*/ 1079504 w 3242958"/>
              <a:gd name="connsiteY1477" fmla="*/ 1301672 h 2476997"/>
              <a:gd name="connsiteX1478" fmla="*/ 1084556 w 3242958"/>
              <a:gd name="connsiteY1478" fmla="*/ 1307365 h 2476997"/>
              <a:gd name="connsiteX1479" fmla="*/ 1143413 w 3242958"/>
              <a:gd name="connsiteY1479" fmla="*/ 1254362 h 2476997"/>
              <a:gd name="connsiteX1480" fmla="*/ 1138361 w 3242958"/>
              <a:gd name="connsiteY1480" fmla="*/ 1248669 h 2476997"/>
              <a:gd name="connsiteX1481" fmla="*/ 2127625 w 3242958"/>
              <a:gd name="connsiteY1481" fmla="*/ 1227579 h 2476997"/>
              <a:gd name="connsiteX1482" fmla="*/ 2122573 w 3242958"/>
              <a:gd name="connsiteY1482" fmla="*/ 1233273 h 2476997"/>
              <a:gd name="connsiteX1483" fmla="*/ 2117441 w 3242958"/>
              <a:gd name="connsiteY1483" fmla="*/ 1238886 h 2476997"/>
              <a:gd name="connsiteX1484" fmla="*/ 2139493 w 3242958"/>
              <a:gd name="connsiteY1484" fmla="*/ 1258772 h 2476997"/>
              <a:gd name="connsiteX1485" fmla="*/ 2120489 w 3242958"/>
              <a:gd name="connsiteY1485" fmla="*/ 1279941 h 2476997"/>
              <a:gd name="connsiteX1486" fmla="*/ 2098437 w 3242958"/>
              <a:gd name="connsiteY1486" fmla="*/ 1260055 h 2476997"/>
              <a:gd name="connsiteX1487" fmla="*/ 2093305 w 3242958"/>
              <a:gd name="connsiteY1487" fmla="*/ 1265748 h 2476997"/>
              <a:gd name="connsiteX1488" fmla="*/ 2088253 w 3242958"/>
              <a:gd name="connsiteY1488" fmla="*/ 1271361 h 2476997"/>
              <a:gd name="connsiteX1489" fmla="*/ 2146950 w 3242958"/>
              <a:gd name="connsiteY1489" fmla="*/ 1324525 h 2476997"/>
              <a:gd name="connsiteX1490" fmla="*/ 2152002 w 3242958"/>
              <a:gd name="connsiteY1490" fmla="*/ 1318832 h 2476997"/>
              <a:gd name="connsiteX1491" fmla="*/ 2157134 w 3242958"/>
              <a:gd name="connsiteY1491" fmla="*/ 1313219 h 2476997"/>
              <a:gd name="connsiteX1492" fmla="*/ 2130432 w 3242958"/>
              <a:gd name="connsiteY1492" fmla="*/ 1289163 h 2476997"/>
              <a:gd name="connsiteX1493" fmla="*/ 2149516 w 3242958"/>
              <a:gd name="connsiteY1493" fmla="*/ 1267993 h 2476997"/>
              <a:gd name="connsiteX1494" fmla="*/ 2176138 w 3242958"/>
              <a:gd name="connsiteY1494" fmla="*/ 1292049 h 2476997"/>
              <a:gd name="connsiteX1495" fmla="*/ 2181270 w 3242958"/>
              <a:gd name="connsiteY1495" fmla="*/ 1286356 h 2476997"/>
              <a:gd name="connsiteX1496" fmla="*/ 2186482 w 3242958"/>
              <a:gd name="connsiteY1496" fmla="*/ 1280583 h 2476997"/>
              <a:gd name="connsiteX1497" fmla="*/ 1623490 w 3242958"/>
              <a:gd name="connsiteY1497" fmla="*/ 1187967 h 2476997"/>
              <a:gd name="connsiteX1498" fmla="*/ 1629344 w 3242958"/>
              <a:gd name="connsiteY1498" fmla="*/ 1195344 h 2476997"/>
              <a:gd name="connsiteX1499" fmla="*/ 1635759 w 3242958"/>
              <a:gd name="connsiteY1499" fmla="*/ 1201519 h 2476997"/>
              <a:gd name="connsiteX1500" fmla="*/ 1633995 w 3242958"/>
              <a:gd name="connsiteY1500" fmla="*/ 1203443 h 2476997"/>
              <a:gd name="connsiteX1501" fmla="*/ 1633995 w 3242958"/>
              <a:gd name="connsiteY1501" fmla="*/ 1252838 h 2476997"/>
              <a:gd name="connsiteX1502" fmla="*/ 1658853 w 3242958"/>
              <a:gd name="connsiteY1502" fmla="*/ 1257168 h 2476997"/>
              <a:gd name="connsiteX1503" fmla="*/ 1678178 w 3242958"/>
              <a:gd name="connsiteY1503" fmla="*/ 1268956 h 2476997"/>
              <a:gd name="connsiteX1504" fmla="*/ 1696942 w 3242958"/>
              <a:gd name="connsiteY1504" fmla="*/ 1274168 h 2476997"/>
              <a:gd name="connsiteX1505" fmla="*/ 1706484 w 3242958"/>
              <a:gd name="connsiteY1505" fmla="*/ 1283470 h 2476997"/>
              <a:gd name="connsiteX1506" fmla="*/ 1717149 w 3242958"/>
              <a:gd name="connsiteY1506" fmla="*/ 1284432 h 2476997"/>
              <a:gd name="connsiteX1507" fmla="*/ 1732064 w 3242958"/>
              <a:gd name="connsiteY1507" fmla="*/ 1295578 h 2476997"/>
              <a:gd name="connsiteX1508" fmla="*/ 1743611 w 3242958"/>
              <a:gd name="connsiteY1508" fmla="*/ 1302714 h 2476997"/>
              <a:gd name="connsiteX1509" fmla="*/ 1749384 w 3242958"/>
              <a:gd name="connsiteY1509" fmla="*/ 1309931 h 2476997"/>
              <a:gd name="connsiteX1510" fmla="*/ 1760129 w 3242958"/>
              <a:gd name="connsiteY1510" fmla="*/ 1314261 h 2476997"/>
              <a:gd name="connsiteX1511" fmla="*/ 1772317 w 3242958"/>
              <a:gd name="connsiteY1511" fmla="*/ 1315705 h 2476997"/>
              <a:gd name="connsiteX1512" fmla="*/ 1788354 w 3242958"/>
              <a:gd name="connsiteY1512" fmla="*/ 1322120 h 2476997"/>
              <a:gd name="connsiteX1513" fmla="*/ 1811529 w 3242958"/>
              <a:gd name="connsiteY1513" fmla="*/ 1335030 h 2476997"/>
              <a:gd name="connsiteX1514" fmla="*/ 1856513 w 3242958"/>
              <a:gd name="connsiteY1514" fmla="*/ 1342647 h 2476997"/>
              <a:gd name="connsiteX1515" fmla="*/ 1396642 w 3242958"/>
              <a:gd name="connsiteY1515" fmla="*/ 1343129 h 2476997"/>
              <a:gd name="connsiteX1516" fmla="*/ 1451570 w 3242958"/>
              <a:gd name="connsiteY1516" fmla="*/ 1336714 h 2476997"/>
              <a:gd name="connsiteX1517" fmla="*/ 1475626 w 3242958"/>
              <a:gd name="connsiteY1517" fmla="*/ 1323804 h 2476997"/>
              <a:gd name="connsiteX1518" fmla="*/ 1488537 w 3242958"/>
              <a:gd name="connsiteY1518" fmla="*/ 1311615 h 2476997"/>
              <a:gd name="connsiteX1519" fmla="*/ 1501446 w 3242958"/>
              <a:gd name="connsiteY1519" fmla="*/ 1305120 h 2476997"/>
              <a:gd name="connsiteX1520" fmla="*/ 1512993 w 3242958"/>
              <a:gd name="connsiteY1520" fmla="*/ 1298625 h 2476997"/>
              <a:gd name="connsiteX1521" fmla="*/ 1523017 w 3242958"/>
              <a:gd name="connsiteY1521" fmla="*/ 1285715 h 2476997"/>
              <a:gd name="connsiteX1522" fmla="*/ 1538092 w 3242958"/>
              <a:gd name="connsiteY1522" fmla="*/ 1279941 h 2476997"/>
              <a:gd name="connsiteX1523" fmla="*/ 1552445 w 3242958"/>
              <a:gd name="connsiteY1523" fmla="*/ 1269918 h 2476997"/>
              <a:gd name="connsiteX1524" fmla="*/ 1571129 w 3242958"/>
              <a:gd name="connsiteY1524" fmla="*/ 1264866 h 2476997"/>
              <a:gd name="connsiteX1525" fmla="*/ 1587647 w 3242958"/>
              <a:gd name="connsiteY1525" fmla="*/ 1254843 h 2476997"/>
              <a:gd name="connsiteX1526" fmla="*/ 1613868 w 3242958"/>
              <a:gd name="connsiteY1526" fmla="*/ 1253560 h 2476997"/>
              <a:gd name="connsiteX1527" fmla="*/ 1613868 w 3242958"/>
              <a:gd name="connsiteY1527" fmla="*/ 1204486 h 2476997"/>
              <a:gd name="connsiteX1528" fmla="*/ 1611462 w 3242958"/>
              <a:gd name="connsiteY1528" fmla="*/ 1202241 h 2476997"/>
              <a:gd name="connsiteX1529" fmla="*/ 1617798 w 3242958"/>
              <a:gd name="connsiteY1529" fmla="*/ 1195344 h 2476997"/>
              <a:gd name="connsiteX1530" fmla="*/ 1623490 w 3242958"/>
              <a:gd name="connsiteY1530" fmla="*/ 1187967 h 2476997"/>
              <a:gd name="connsiteX1531" fmla="*/ 2176058 w 3242958"/>
              <a:gd name="connsiteY1531" fmla="*/ 1161345 h 2476997"/>
              <a:gd name="connsiteX1532" fmla="*/ 2171968 w 3242958"/>
              <a:gd name="connsiteY1532" fmla="*/ 1167199 h 2476997"/>
              <a:gd name="connsiteX1533" fmla="*/ 2167879 w 3242958"/>
              <a:gd name="connsiteY1533" fmla="*/ 1173052 h 2476997"/>
              <a:gd name="connsiteX1534" fmla="*/ 2213425 w 3242958"/>
              <a:gd name="connsiteY1534" fmla="*/ 1205127 h 2476997"/>
              <a:gd name="connsiteX1535" fmla="*/ 2151120 w 3242958"/>
              <a:gd name="connsiteY1535" fmla="*/ 1197108 h 2476997"/>
              <a:gd name="connsiteX1536" fmla="*/ 2146549 w 3242958"/>
              <a:gd name="connsiteY1536" fmla="*/ 1203684 h 2476997"/>
              <a:gd name="connsiteX1537" fmla="*/ 2141979 w 3242958"/>
              <a:gd name="connsiteY1537" fmla="*/ 1210179 h 2476997"/>
              <a:gd name="connsiteX1538" fmla="*/ 2206849 w 3242958"/>
              <a:gd name="connsiteY1538" fmla="*/ 1255645 h 2476997"/>
              <a:gd name="connsiteX1539" fmla="*/ 2210939 w 3242958"/>
              <a:gd name="connsiteY1539" fmla="*/ 1249791 h 2476997"/>
              <a:gd name="connsiteX1540" fmla="*/ 2214948 w 3242958"/>
              <a:gd name="connsiteY1540" fmla="*/ 1243937 h 2476997"/>
              <a:gd name="connsiteX1541" fmla="*/ 2168199 w 3242958"/>
              <a:gd name="connsiteY1541" fmla="*/ 1211221 h 2476997"/>
              <a:gd name="connsiteX1542" fmla="*/ 2232349 w 3242958"/>
              <a:gd name="connsiteY1542" fmla="*/ 1219240 h 2476997"/>
              <a:gd name="connsiteX1543" fmla="*/ 2236759 w 3242958"/>
              <a:gd name="connsiteY1543" fmla="*/ 1212985 h 2476997"/>
              <a:gd name="connsiteX1544" fmla="*/ 2240929 w 3242958"/>
              <a:gd name="connsiteY1544" fmla="*/ 1206811 h 2476997"/>
              <a:gd name="connsiteX1545" fmla="*/ 1057212 w 3242958"/>
              <a:gd name="connsiteY1545" fmla="*/ 1154369 h 2476997"/>
              <a:gd name="connsiteX1546" fmla="*/ 1005892 w 3242958"/>
              <a:gd name="connsiteY1546" fmla="*/ 1187246 h 2476997"/>
              <a:gd name="connsiteX1547" fmla="*/ 1010303 w 3242958"/>
              <a:gd name="connsiteY1547" fmla="*/ 1214429 h 2476997"/>
              <a:gd name="connsiteX1548" fmla="*/ 1030991 w 3242958"/>
              <a:gd name="connsiteY1548" fmla="*/ 1225815 h 2476997"/>
              <a:gd name="connsiteX1549" fmla="*/ 1032515 w 3242958"/>
              <a:gd name="connsiteY1549" fmla="*/ 1225815 h 2476997"/>
              <a:gd name="connsiteX1550" fmla="*/ 1024496 w 3242958"/>
              <a:gd name="connsiteY1550" fmla="*/ 1232631 h 2476997"/>
              <a:gd name="connsiteX1551" fmla="*/ 1030029 w 3242958"/>
              <a:gd name="connsiteY1551" fmla="*/ 1241211 h 2476997"/>
              <a:gd name="connsiteX1552" fmla="*/ 1065872 w 3242958"/>
              <a:gd name="connsiteY1552" fmla="*/ 1217957 h 2476997"/>
              <a:gd name="connsiteX1553" fmla="*/ 1049274 w 3242958"/>
              <a:gd name="connsiteY1553" fmla="*/ 1192297 h 2476997"/>
              <a:gd name="connsiteX1554" fmla="*/ 1037807 w 3242958"/>
              <a:gd name="connsiteY1554" fmla="*/ 1199755 h 2476997"/>
              <a:gd name="connsiteX1555" fmla="*/ 1046707 w 3242958"/>
              <a:gd name="connsiteY1555" fmla="*/ 1214429 h 2476997"/>
              <a:gd name="connsiteX1556" fmla="*/ 1036364 w 3242958"/>
              <a:gd name="connsiteY1556" fmla="*/ 1216433 h 2476997"/>
              <a:gd name="connsiteX1557" fmla="*/ 1022732 w 3242958"/>
              <a:gd name="connsiteY1557" fmla="*/ 1208896 h 2476997"/>
              <a:gd name="connsiteX1558" fmla="*/ 1020086 w 3242958"/>
              <a:gd name="connsiteY1558" fmla="*/ 1191816 h 2476997"/>
              <a:gd name="connsiteX1559" fmla="*/ 1034359 w 3242958"/>
              <a:gd name="connsiteY1559" fmla="*/ 1176180 h 2476997"/>
              <a:gd name="connsiteX1560" fmla="*/ 1054726 w 3242958"/>
              <a:gd name="connsiteY1560" fmla="*/ 1169604 h 2476997"/>
              <a:gd name="connsiteX1561" fmla="*/ 1069481 w 3242958"/>
              <a:gd name="connsiteY1561" fmla="*/ 1178585 h 2476997"/>
              <a:gd name="connsiteX1562" fmla="*/ 1071886 w 3242958"/>
              <a:gd name="connsiteY1562" fmla="*/ 1189491 h 2476997"/>
              <a:gd name="connsiteX1563" fmla="*/ 1067236 w 3242958"/>
              <a:gd name="connsiteY1563" fmla="*/ 1198953 h 2476997"/>
              <a:gd name="connsiteX1564" fmla="*/ 1076216 w 3242958"/>
              <a:gd name="connsiteY1564" fmla="*/ 1211702 h 2476997"/>
              <a:gd name="connsiteX1565" fmla="*/ 1087122 w 3242958"/>
              <a:gd name="connsiteY1565" fmla="*/ 1192698 h 2476997"/>
              <a:gd name="connsiteX1566" fmla="*/ 1081268 w 3242958"/>
              <a:gd name="connsiteY1566" fmla="*/ 1170406 h 2476997"/>
              <a:gd name="connsiteX1567" fmla="*/ 1057212 w 3242958"/>
              <a:gd name="connsiteY1567" fmla="*/ 1154369 h 2476997"/>
              <a:gd name="connsiteX1568" fmla="*/ 2226816 w 3242958"/>
              <a:gd name="connsiteY1568" fmla="*/ 1108261 h 2476997"/>
              <a:gd name="connsiteX1569" fmla="*/ 2247424 w 3242958"/>
              <a:gd name="connsiteY1569" fmla="*/ 1113313 h 2476997"/>
              <a:gd name="connsiteX1570" fmla="*/ 2263382 w 3242958"/>
              <a:gd name="connsiteY1570" fmla="*/ 1127105 h 2476997"/>
              <a:gd name="connsiteX1571" fmla="*/ 2264801 w 3242958"/>
              <a:gd name="connsiteY1571" fmla="*/ 1131740 h 2476997"/>
              <a:gd name="connsiteX1572" fmla="*/ 2249750 w 3242958"/>
              <a:gd name="connsiteY1572" fmla="*/ 1152764 h 2476997"/>
              <a:gd name="connsiteX1573" fmla="*/ 2229462 w 3242958"/>
              <a:gd name="connsiteY1573" fmla="*/ 1147953 h 2476997"/>
              <a:gd name="connsiteX1574" fmla="*/ 2213425 w 3242958"/>
              <a:gd name="connsiteY1574" fmla="*/ 1133680 h 2476997"/>
              <a:gd name="connsiteX1575" fmla="*/ 2213425 w 3242958"/>
              <a:gd name="connsiteY1575" fmla="*/ 1117643 h 2476997"/>
              <a:gd name="connsiteX1576" fmla="*/ 2226816 w 3242958"/>
              <a:gd name="connsiteY1576" fmla="*/ 1108261 h 2476997"/>
              <a:gd name="connsiteX1577" fmla="*/ 2223288 w 3242958"/>
              <a:gd name="connsiteY1577" fmla="*/ 1093988 h 2476997"/>
              <a:gd name="connsiteX1578" fmla="*/ 2219808 w 3242958"/>
              <a:gd name="connsiteY1578" fmla="*/ 1095047 h 2476997"/>
              <a:gd name="connsiteX1579" fmla="*/ 2199232 w 3242958"/>
              <a:gd name="connsiteY1579" fmla="*/ 1139134 h 2476997"/>
              <a:gd name="connsiteX1580" fmla="*/ 2221925 w 3242958"/>
              <a:gd name="connsiteY1580" fmla="*/ 1161907 h 2476997"/>
              <a:gd name="connsiteX1581" fmla="*/ 2253037 w 3242958"/>
              <a:gd name="connsiteY1581" fmla="*/ 1167680 h 2476997"/>
              <a:gd name="connsiteX1582" fmla="*/ 2274848 w 3242958"/>
              <a:gd name="connsiteY1582" fmla="*/ 1150440 h 2476997"/>
              <a:gd name="connsiteX1583" fmla="*/ 2274688 w 3242958"/>
              <a:gd name="connsiteY1583" fmla="*/ 1150279 h 2476997"/>
              <a:gd name="connsiteX1584" fmla="*/ 2277093 w 3242958"/>
              <a:gd name="connsiteY1584" fmla="*/ 1122615 h 2476997"/>
              <a:gd name="connsiteX1585" fmla="*/ 2254882 w 3242958"/>
              <a:gd name="connsiteY1585" fmla="*/ 1100082 h 2476997"/>
              <a:gd name="connsiteX1586" fmla="*/ 2223288 w 3242958"/>
              <a:gd name="connsiteY1586" fmla="*/ 1093988 h 2476997"/>
              <a:gd name="connsiteX1587" fmla="*/ 1024656 w 3242958"/>
              <a:gd name="connsiteY1587" fmla="*/ 1068890 h 2476997"/>
              <a:gd name="connsiteX1588" fmla="*/ 952889 w 3242958"/>
              <a:gd name="connsiteY1588" fmla="*/ 1102408 h 2476997"/>
              <a:gd name="connsiteX1589" fmla="*/ 955856 w 3242958"/>
              <a:gd name="connsiteY1589" fmla="*/ 1108823 h 2476997"/>
              <a:gd name="connsiteX1590" fmla="*/ 958903 w 3242958"/>
              <a:gd name="connsiteY1590" fmla="*/ 1115238 h 2476997"/>
              <a:gd name="connsiteX1591" fmla="*/ 1010623 w 3242958"/>
              <a:gd name="connsiteY1591" fmla="*/ 1091182 h 2476997"/>
              <a:gd name="connsiteX1592" fmla="*/ 971573 w 3242958"/>
              <a:gd name="connsiteY1592" fmla="*/ 1142582 h 2476997"/>
              <a:gd name="connsiteX1593" fmla="*/ 974780 w 3242958"/>
              <a:gd name="connsiteY1593" fmla="*/ 1149397 h 2476997"/>
              <a:gd name="connsiteX1594" fmla="*/ 977988 w 3242958"/>
              <a:gd name="connsiteY1594" fmla="*/ 1156133 h 2476997"/>
              <a:gd name="connsiteX1595" fmla="*/ 1049755 w 3242958"/>
              <a:gd name="connsiteY1595" fmla="*/ 1122695 h 2476997"/>
              <a:gd name="connsiteX1596" fmla="*/ 1046707 w 3242958"/>
              <a:gd name="connsiteY1596" fmla="*/ 1116200 h 2476997"/>
              <a:gd name="connsiteX1597" fmla="*/ 1043741 w 3242958"/>
              <a:gd name="connsiteY1597" fmla="*/ 1109785 h 2476997"/>
              <a:gd name="connsiteX1598" fmla="*/ 993383 w 3242958"/>
              <a:gd name="connsiteY1598" fmla="*/ 1133280 h 2476997"/>
              <a:gd name="connsiteX1599" fmla="*/ 1031392 w 3242958"/>
              <a:gd name="connsiteY1599" fmla="*/ 1083404 h 2476997"/>
              <a:gd name="connsiteX1600" fmla="*/ 1028024 w 3242958"/>
              <a:gd name="connsiteY1600" fmla="*/ 1076187 h 2476997"/>
              <a:gd name="connsiteX1601" fmla="*/ 2305479 w 3242958"/>
              <a:gd name="connsiteY1601" fmla="*/ 1036414 h 2476997"/>
              <a:gd name="connsiteX1602" fmla="*/ 2292489 w 3242958"/>
              <a:gd name="connsiteY1602" fmla="*/ 1070253 h 2476997"/>
              <a:gd name="connsiteX1603" fmla="*/ 2231708 w 3242958"/>
              <a:gd name="connsiteY1603" fmla="*/ 1046919 h 2476997"/>
              <a:gd name="connsiteX1604" fmla="*/ 2228981 w 3242958"/>
              <a:gd name="connsiteY1604" fmla="*/ 1054055 h 2476997"/>
              <a:gd name="connsiteX1605" fmla="*/ 2226255 w 3242958"/>
              <a:gd name="connsiteY1605" fmla="*/ 1061112 h 2476997"/>
              <a:gd name="connsiteX1606" fmla="*/ 2300347 w 3242958"/>
              <a:gd name="connsiteY1606" fmla="*/ 1089578 h 2476997"/>
              <a:gd name="connsiteX1607" fmla="*/ 2318630 w 3242958"/>
              <a:gd name="connsiteY1607" fmla="*/ 1041466 h 2476997"/>
              <a:gd name="connsiteX1608" fmla="*/ 2312054 w 3242958"/>
              <a:gd name="connsiteY1608" fmla="*/ 1038980 h 2476997"/>
              <a:gd name="connsiteX1609" fmla="*/ 1010704 w 3242958"/>
              <a:gd name="connsiteY1609" fmla="*/ 1033688 h 2476997"/>
              <a:gd name="connsiteX1610" fmla="*/ 936772 w 3242958"/>
              <a:gd name="connsiteY1610" fmla="*/ 1062074 h 2476997"/>
              <a:gd name="connsiteX1611" fmla="*/ 939498 w 3242958"/>
              <a:gd name="connsiteY1611" fmla="*/ 1069211 h 2476997"/>
              <a:gd name="connsiteX1612" fmla="*/ 942224 w 3242958"/>
              <a:gd name="connsiteY1612" fmla="*/ 1076267 h 2476997"/>
              <a:gd name="connsiteX1613" fmla="*/ 1016156 w 3242958"/>
              <a:gd name="connsiteY1613" fmla="*/ 1047881 h 2476997"/>
              <a:gd name="connsiteX1614" fmla="*/ 1013430 w 3242958"/>
              <a:gd name="connsiteY1614" fmla="*/ 1040825 h 2476997"/>
              <a:gd name="connsiteX1615" fmla="*/ 942946 w 3242958"/>
              <a:gd name="connsiteY1615" fmla="*/ 979722 h 2476997"/>
              <a:gd name="connsiteX1616" fmla="*/ 938375 w 3242958"/>
              <a:gd name="connsiteY1616" fmla="*/ 980925 h 2476997"/>
              <a:gd name="connsiteX1617" fmla="*/ 919451 w 3242958"/>
              <a:gd name="connsiteY1617" fmla="*/ 991670 h 2476997"/>
              <a:gd name="connsiteX1618" fmla="*/ 917607 w 3242958"/>
              <a:gd name="connsiteY1618" fmla="*/ 1010915 h 2476997"/>
              <a:gd name="connsiteX1619" fmla="*/ 928111 w 3242958"/>
              <a:gd name="connsiteY1619" fmla="*/ 1026231 h 2476997"/>
              <a:gd name="connsiteX1620" fmla="*/ 928111 w 3242958"/>
              <a:gd name="connsiteY1620" fmla="*/ 1026070 h 2476997"/>
              <a:gd name="connsiteX1621" fmla="*/ 947276 w 3242958"/>
              <a:gd name="connsiteY1621" fmla="*/ 1027353 h 2476997"/>
              <a:gd name="connsiteX1622" fmla="*/ 1002284 w 3242958"/>
              <a:gd name="connsiteY1622" fmla="*/ 1012599 h 2476997"/>
              <a:gd name="connsiteX1623" fmla="*/ 1000280 w 3242958"/>
              <a:gd name="connsiteY1623" fmla="*/ 1005222 h 2476997"/>
              <a:gd name="connsiteX1624" fmla="*/ 998355 w 3242958"/>
              <a:gd name="connsiteY1624" fmla="*/ 997925 h 2476997"/>
              <a:gd name="connsiteX1625" fmla="*/ 943347 w 3242958"/>
              <a:gd name="connsiteY1625" fmla="*/ 1012679 h 2476997"/>
              <a:gd name="connsiteX1626" fmla="*/ 934767 w 3242958"/>
              <a:gd name="connsiteY1626" fmla="*/ 1012679 h 2476997"/>
              <a:gd name="connsiteX1627" fmla="*/ 933949 w 3242958"/>
              <a:gd name="connsiteY1627" fmla="*/ 1012118 h 2476997"/>
              <a:gd name="connsiteX1628" fmla="*/ 932281 w 3242958"/>
              <a:gd name="connsiteY1628" fmla="*/ 999528 h 2476997"/>
              <a:gd name="connsiteX1629" fmla="*/ 942064 w 3242958"/>
              <a:gd name="connsiteY1629" fmla="*/ 994877 h 2476997"/>
              <a:gd name="connsiteX1630" fmla="*/ 946635 w 3242958"/>
              <a:gd name="connsiteY1630" fmla="*/ 993675 h 2476997"/>
              <a:gd name="connsiteX1631" fmla="*/ 2280381 w 3242958"/>
              <a:gd name="connsiteY1631" fmla="*/ 954223 h 2476997"/>
              <a:gd name="connsiteX1632" fmla="*/ 2301630 w 3242958"/>
              <a:gd name="connsiteY1632" fmla="*/ 954223 h 2476997"/>
              <a:gd name="connsiteX1633" fmla="*/ 2319913 w 3242958"/>
              <a:gd name="connsiteY1633" fmla="*/ 964246 h 2476997"/>
              <a:gd name="connsiteX1634" fmla="*/ 2322415 w 3242958"/>
              <a:gd name="connsiteY1634" fmla="*/ 968408 h 2476997"/>
              <a:gd name="connsiteX1635" fmla="*/ 2312857 w 3242958"/>
              <a:gd name="connsiteY1635" fmla="*/ 992552 h 2476997"/>
              <a:gd name="connsiteX1636" fmla="*/ 2292008 w 3242958"/>
              <a:gd name="connsiteY1636" fmla="*/ 992552 h 2476997"/>
              <a:gd name="connsiteX1637" fmla="*/ 2273325 w 3242958"/>
              <a:gd name="connsiteY1637" fmla="*/ 982449 h 2476997"/>
              <a:gd name="connsiteX1638" fmla="*/ 2270406 w 3242958"/>
              <a:gd name="connsiteY1638" fmla="*/ 977581 h 2476997"/>
              <a:gd name="connsiteX1639" fmla="*/ 2280381 w 3242958"/>
              <a:gd name="connsiteY1639" fmla="*/ 954223 h 2476997"/>
              <a:gd name="connsiteX1640" fmla="*/ 2305158 w 3242958"/>
              <a:gd name="connsiteY1640" fmla="*/ 939468 h 2476997"/>
              <a:gd name="connsiteX1641" fmla="*/ 2273084 w 3242958"/>
              <a:gd name="connsiteY1641" fmla="*/ 941233 h 2476997"/>
              <a:gd name="connsiteX1642" fmla="*/ 2269924 w 3242958"/>
              <a:gd name="connsiteY1642" fmla="*/ 943133 h 2476997"/>
              <a:gd name="connsiteX1643" fmla="*/ 2260735 w 3242958"/>
              <a:gd name="connsiteY1643" fmla="*/ 990788 h 2476997"/>
              <a:gd name="connsiteX1644" fmla="*/ 2288319 w 3242958"/>
              <a:gd name="connsiteY1644" fmla="*/ 1007467 h 2476997"/>
              <a:gd name="connsiteX1645" fmla="*/ 2319913 w 3242958"/>
              <a:gd name="connsiteY1645" fmla="*/ 1005542 h 2476997"/>
              <a:gd name="connsiteX1646" fmla="*/ 2336832 w 3242958"/>
              <a:gd name="connsiteY1646" fmla="*/ 983491 h 2476997"/>
              <a:gd name="connsiteX1647" fmla="*/ 2332181 w 3242958"/>
              <a:gd name="connsiteY1647" fmla="*/ 955987 h 2476997"/>
              <a:gd name="connsiteX1648" fmla="*/ 2305158 w 3242958"/>
              <a:gd name="connsiteY1648" fmla="*/ 939468 h 2476997"/>
              <a:gd name="connsiteX1649" fmla="*/ 983360 w 3242958"/>
              <a:gd name="connsiteY1649" fmla="*/ 934256 h 2476997"/>
              <a:gd name="connsiteX1650" fmla="*/ 905659 w 3242958"/>
              <a:gd name="connsiteY1650" fmla="*/ 949412 h 2476997"/>
              <a:gd name="connsiteX1651" fmla="*/ 907103 w 3242958"/>
              <a:gd name="connsiteY1651" fmla="*/ 956869 h 2476997"/>
              <a:gd name="connsiteX1652" fmla="*/ 908546 w 3242958"/>
              <a:gd name="connsiteY1652" fmla="*/ 964326 h 2476997"/>
              <a:gd name="connsiteX1653" fmla="*/ 986247 w 3242958"/>
              <a:gd name="connsiteY1653" fmla="*/ 949251 h 2476997"/>
              <a:gd name="connsiteX1654" fmla="*/ 984804 w 3242958"/>
              <a:gd name="connsiteY1654" fmla="*/ 941714 h 2476997"/>
              <a:gd name="connsiteX1655" fmla="*/ 1152073 w 3242958"/>
              <a:gd name="connsiteY1655" fmla="*/ 933454 h 2476997"/>
              <a:gd name="connsiteX1656" fmla="*/ 1242604 w 3242958"/>
              <a:gd name="connsiteY1656" fmla="*/ 947808 h 2476997"/>
              <a:gd name="connsiteX1657" fmla="*/ 1459910 w 3242958"/>
              <a:gd name="connsiteY1657" fmla="*/ 946044 h 2476997"/>
              <a:gd name="connsiteX1658" fmla="*/ 1491424 w 3242958"/>
              <a:gd name="connsiteY1658" fmla="*/ 951176 h 2476997"/>
              <a:gd name="connsiteX1659" fmla="*/ 1560625 w 3242958"/>
              <a:gd name="connsiteY1659" fmla="*/ 959194 h 2476997"/>
              <a:gd name="connsiteX1660" fmla="*/ 1539375 w 3242958"/>
              <a:gd name="connsiteY1660" fmla="*/ 1045074 h 2476997"/>
              <a:gd name="connsiteX1661" fmla="*/ 1624453 w 3242958"/>
              <a:gd name="connsiteY1661" fmla="*/ 1059508 h 2476997"/>
              <a:gd name="connsiteX1662" fmla="*/ 1709452 w 3242958"/>
              <a:gd name="connsiteY1662" fmla="*/ 1045074 h 2476997"/>
              <a:gd name="connsiteX1663" fmla="*/ 1688202 w 3242958"/>
              <a:gd name="connsiteY1663" fmla="*/ 959274 h 2476997"/>
              <a:gd name="connsiteX1664" fmla="*/ 1757403 w 3242958"/>
              <a:gd name="connsiteY1664" fmla="*/ 951256 h 2476997"/>
              <a:gd name="connsiteX1665" fmla="*/ 1788997 w 3242958"/>
              <a:gd name="connsiteY1665" fmla="*/ 946124 h 2476997"/>
              <a:gd name="connsiteX1666" fmla="*/ 2006303 w 3242958"/>
              <a:gd name="connsiteY1666" fmla="*/ 947888 h 2476997"/>
              <a:gd name="connsiteX1667" fmla="*/ 2006624 w 3242958"/>
              <a:gd name="connsiteY1667" fmla="*/ 947808 h 2476997"/>
              <a:gd name="connsiteX1668" fmla="*/ 2097074 w 3242958"/>
              <a:gd name="connsiteY1668" fmla="*/ 933454 h 2476997"/>
              <a:gd name="connsiteX1669" fmla="*/ 2040142 w 3242958"/>
              <a:gd name="connsiteY1669" fmla="*/ 996962 h 2476997"/>
              <a:gd name="connsiteX1670" fmla="*/ 1681386 w 3242958"/>
              <a:gd name="connsiteY1670" fmla="*/ 1062715 h 2476997"/>
              <a:gd name="connsiteX1671" fmla="*/ 1704400 w 3242958"/>
              <a:gd name="connsiteY1671" fmla="*/ 1154770 h 2476997"/>
              <a:gd name="connsiteX1672" fmla="*/ 1624213 w 3242958"/>
              <a:gd name="connsiteY1672" fmla="*/ 1172090 h 2476997"/>
              <a:gd name="connsiteX1673" fmla="*/ 1544026 w 3242958"/>
              <a:gd name="connsiteY1673" fmla="*/ 1154770 h 2476997"/>
              <a:gd name="connsiteX1674" fmla="*/ 1567040 w 3242958"/>
              <a:gd name="connsiteY1674" fmla="*/ 1062715 h 2476997"/>
              <a:gd name="connsiteX1675" fmla="*/ 1209006 w 3242958"/>
              <a:gd name="connsiteY1675" fmla="*/ 996962 h 2476997"/>
              <a:gd name="connsiteX1676" fmla="*/ 1152073 w 3242958"/>
              <a:gd name="connsiteY1676" fmla="*/ 933454 h 2476997"/>
              <a:gd name="connsiteX1677" fmla="*/ 974139 w 3242958"/>
              <a:gd name="connsiteY1677" fmla="*/ 859282 h 2476997"/>
              <a:gd name="connsiteX1678" fmla="*/ 895556 w 3242958"/>
              <a:gd name="connsiteY1678" fmla="*/ 868985 h 2476997"/>
              <a:gd name="connsiteX1679" fmla="*/ 902291 w 3242958"/>
              <a:gd name="connsiteY1679" fmla="*/ 924153 h 2476997"/>
              <a:gd name="connsiteX1680" fmla="*/ 909268 w 3242958"/>
              <a:gd name="connsiteY1680" fmla="*/ 923351 h 2476997"/>
              <a:gd name="connsiteX1681" fmla="*/ 916244 w 3242958"/>
              <a:gd name="connsiteY1681" fmla="*/ 922469 h 2476997"/>
              <a:gd name="connsiteX1682" fmla="*/ 911352 w 3242958"/>
              <a:gd name="connsiteY1682" fmla="*/ 882376 h 2476997"/>
              <a:gd name="connsiteX1683" fmla="*/ 931800 w 3242958"/>
              <a:gd name="connsiteY1683" fmla="*/ 879810 h 2476997"/>
              <a:gd name="connsiteX1684" fmla="*/ 936130 w 3242958"/>
              <a:gd name="connsiteY1684" fmla="*/ 915172 h 2476997"/>
              <a:gd name="connsiteX1685" fmla="*/ 942946 w 3242958"/>
              <a:gd name="connsiteY1685" fmla="*/ 914370 h 2476997"/>
              <a:gd name="connsiteX1686" fmla="*/ 949682 w 3242958"/>
              <a:gd name="connsiteY1686" fmla="*/ 913568 h 2476997"/>
              <a:gd name="connsiteX1687" fmla="*/ 945352 w 3242958"/>
              <a:gd name="connsiteY1687" fmla="*/ 878206 h 2476997"/>
              <a:gd name="connsiteX1688" fmla="*/ 962030 w 3242958"/>
              <a:gd name="connsiteY1688" fmla="*/ 876121 h 2476997"/>
              <a:gd name="connsiteX1689" fmla="*/ 966681 w 3242958"/>
              <a:gd name="connsiteY1689" fmla="*/ 914210 h 2476997"/>
              <a:gd name="connsiteX1690" fmla="*/ 973738 w 3242958"/>
              <a:gd name="connsiteY1690" fmla="*/ 913408 h 2476997"/>
              <a:gd name="connsiteX1691" fmla="*/ 980634 w 3242958"/>
              <a:gd name="connsiteY1691" fmla="*/ 912526 h 2476997"/>
              <a:gd name="connsiteX1692" fmla="*/ 2299385 w 3242958"/>
              <a:gd name="connsiteY1692" fmla="*/ 845891 h 2476997"/>
              <a:gd name="connsiteX1693" fmla="*/ 2279098 w 3242958"/>
              <a:gd name="connsiteY1693" fmla="*/ 853909 h 2476997"/>
              <a:gd name="connsiteX1694" fmla="*/ 2279098 w 3242958"/>
              <a:gd name="connsiteY1694" fmla="*/ 902021 h 2476997"/>
              <a:gd name="connsiteX1695" fmla="*/ 2339719 w 3242958"/>
              <a:gd name="connsiteY1695" fmla="*/ 907715 h 2476997"/>
              <a:gd name="connsiteX1696" fmla="*/ 2353030 w 3242958"/>
              <a:gd name="connsiteY1696" fmla="*/ 883659 h 2476997"/>
              <a:gd name="connsiteX1697" fmla="*/ 2343728 w 3242958"/>
              <a:gd name="connsiteY1697" fmla="*/ 861928 h 2476997"/>
              <a:gd name="connsiteX1698" fmla="*/ 2342526 w 3242958"/>
              <a:gd name="connsiteY1698" fmla="*/ 861286 h 2476997"/>
              <a:gd name="connsiteX1699" fmla="*/ 2352870 w 3242958"/>
              <a:gd name="connsiteY1699" fmla="*/ 860645 h 2476997"/>
              <a:gd name="connsiteX1700" fmla="*/ 2353592 w 3242958"/>
              <a:gd name="connsiteY1700" fmla="*/ 850622 h 2476997"/>
              <a:gd name="connsiteX1701" fmla="*/ 2311012 w 3242958"/>
              <a:gd name="connsiteY1701" fmla="*/ 846933 h 2476997"/>
              <a:gd name="connsiteX1702" fmla="*/ 2308366 w 3242958"/>
              <a:gd name="connsiteY1702" fmla="*/ 877324 h 2476997"/>
              <a:gd name="connsiteX1703" fmla="*/ 2321998 w 3242958"/>
              <a:gd name="connsiteY1703" fmla="*/ 878527 h 2476997"/>
              <a:gd name="connsiteX1704" fmla="*/ 2323441 w 3242958"/>
              <a:gd name="connsiteY1704" fmla="*/ 861367 h 2476997"/>
              <a:gd name="connsiteX1705" fmla="*/ 2332823 w 3242958"/>
              <a:gd name="connsiteY1705" fmla="*/ 866178 h 2476997"/>
              <a:gd name="connsiteX1706" fmla="*/ 2338917 w 3242958"/>
              <a:gd name="connsiteY1706" fmla="*/ 880531 h 2476997"/>
              <a:gd name="connsiteX1707" fmla="*/ 2330899 w 3242958"/>
              <a:gd name="connsiteY1707" fmla="*/ 895606 h 2476997"/>
              <a:gd name="connsiteX1708" fmla="*/ 2309970 w 3242958"/>
              <a:gd name="connsiteY1708" fmla="*/ 899135 h 2476997"/>
              <a:gd name="connsiteX1709" fmla="*/ 2289843 w 3242958"/>
              <a:gd name="connsiteY1709" fmla="*/ 891758 h 2476997"/>
              <a:gd name="connsiteX1710" fmla="*/ 2283749 w 3242958"/>
              <a:gd name="connsiteY1710" fmla="*/ 875720 h 2476997"/>
              <a:gd name="connsiteX1711" fmla="*/ 2288560 w 3242958"/>
              <a:gd name="connsiteY1711" fmla="*/ 865536 h 2476997"/>
              <a:gd name="connsiteX1712" fmla="*/ 2298102 w 3242958"/>
              <a:gd name="connsiteY1712" fmla="*/ 861046 h 2476997"/>
              <a:gd name="connsiteX1713" fmla="*/ 1204114 w 3242958"/>
              <a:gd name="connsiteY1713" fmla="*/ 821273 h 2476997"/>
              <a:gd name="connsiteX1714" fmla="*/ 1254311 w 3242958"/>
              <a:gd name="connsiteY1714" fmla="*/ 826726 h 2476997"/>
              <a:gd name="connsiteX1715" fmla="*/ 1297853 w 3242958"/>
              <a:gd name="connsiteY1715" fmla="*/ 826726 h 2476997"/>
              <a:gd name="connsiteX1716" fmla="*/ 1347729 w 3242958"/>
              <a:gd name="connsiteY1716" fmla="*/ 826245 h 2476997"/>
              <a:gd name="connsiteX1717" fmla="*/ 1423024 w 3242958"/>
              <a:gd name="connsiteY1717" fmla="*/ 828170 h 2476997"/>
              <a:gd name="connsiteX1718" fmla="*/ 1504414 w 3242958"/>
              <a:gd name="connsiteY1718" fmla="*/ 847093 h 2476997"/>
              <a:gd name="connsiteX1719" fmla="*/ 1561908 w 3242958"/>
              <a:gd name="connsiteY1719" fmla="*/ 851023 h 2476997"/>
              <a:gd name="connsiteX1720" fmla="*/ 1542503 w 3242958"/>
              <a:gd name="connsiteY1720" fmla="*/ 933535 h 2476997"/>
              <a:gd name="connsiteX1721" fmla="*/ 1622689 w 3242958"/>
              <a:gd name="connsiteY1721" fmla="*/ 942997 h 2476997"/>
              <a:gd name="connsiteX1722" fmla="*/ 1623571 w 3242958"/>
              <a:gd name="connsiteY1722" fmla="*/ 942997 h 2476997"/>
              <a:gd name="connsiteX1723" fmla="*/ 1624614 w 3242958"/>
              <a:gd name="connsiteY1723" fmla="*/ 942997 h 2476997"/>
              <a:gd name="connsiteX1724" fmla="*/ 1705362 w 3242958"/>
              <a:gd name="connsiteY1724" fmla="*/ 933374 h 2476997"/>
              <a:gd name="connsiteX1725" fmla="*/ 1685957 w 3242958"/>
              <a:gd name="connsiteY1725" fmla="*/ 850862 h 2476997"/>
              <a:gd name="connsiteX1726" fmla="*/ 1743451 w 3242958"/>
              <a:gd name="connsiteY1726" fmla="*/ 846933 h 2476997"/>
              <a:gd name="connsiteX1727" fmla="*/ 1825161 w 3242958"/>
              <a:gd name="connsiteY1727" fmla="*/ 828250 h 2476997"/>
              <a:gd name="connsiteX1728" fmla="*/ 1900456 w 3242958"/>
              <a:gd name="connsiteY1728" fmla="*/ 826325 h 2476997"/>
              <a:gd name="connsiteX1729" fmla="*/ 1950332 w 3242958"/>
              <a:gd name="connsiteY1729" fmla="*/ 826806 h 2476997"/>
              <a:gd name="connsiteX1730" fmla="*/ 1993874 w 3242958"/>
              <a:gd name="connsiteY1730" fmla="*/ 826806 h 2476997"/>
              <a:gd name="connsiteX1731" fmla="*/ 1993874 w 3242958"/>
              <a:gd name="connsiteY1731" fmla="*/ 826726 h 2476997"/>
              <a:gd name="connsiteX1732" fmla="*/ 2044071 w 3242958"/>
              <a:gd name="connsiteY1732" fmla="*/ 821273 h 2476997"/>
              <a:gd name="connsiteX1733" fmla="*/ 1995959 w 3242958"/>
              <a:gd name="connsiteY1733" fmla="*/ 868664 h 2476997"/>
              <a:gd name="connsiteX1734" fmla="*/ 1925956 w 3242958"/>
              <a:gd name="connsiteY1734" fmla="*/ 900738 h 2476997"/>
              <a:gd name="connsiteX1735" fmla="*/ 1755078 w 3242958"/>
              <a:gd name="connsiteY1735" fmla="*/ 938506 h 2476997"/>
              <a:gd name="connsiteX1736" fmla="*/ 1678820 w 3242958"/>
              <a:gd name="connsiteY1736" fmla="*/ 947086 h 2476997"/>
              <a:gd name="connsiteX1737" fmla="*/ 1671443 w 3242958"/>
              <a:gd name="connsiteY1737" fmla="*/ 947808 h 2476997"/>
              <a:gd name="connsiteX1738" fmla="*/ 1692853 w 3242958"/>
              <a:gd name="connsiteY1738" fmla="*/ 1034650 h 2476997"/>
              <a:gd name="connsiteX1739" fmla="*/ 1623812 w 3242958"/>
              <a:gd name="connsiteY1739" fmla="*/ 1046357 h 2476997"/>
              <a:gd name="connsiteX1740" fmla="*/ 1554691 w 3242958"/>
              <a:gd name="connsiteY1740" fmla="*/ 1034650 h 2476997"/>
              <a:gd name="connsiteX1741" fmla="*/ 1576181 w 3242958"/>
              <a:gd name="connsiteY1741" fmla="*/ 947808 h 2476997"/>
              <a:gd name="connsiteX1742" fmla="*/ 1568724 w 3242958"/>
              <a:gd name="connsiteY1742" fmla="*/ 947086 h 2476997"/>
              <a:gd name="connsiteX1743" fmla="*/ 1492466 w 3242958"/>
              <a:gd name="connsiteY1743" fmla="*/ 938506 h 2476997"/>
              <a:gd name="connsiteX1744" fmla="*/ 1322229 w 3242958"/>
              <a:gd name="connsiteY1744" fmla="*/ 900738 h 2476997"/>
              <a:gd name="connsiteX1745" fmla="*/ 1252226 w 3242958"/>
              <a:gd name="connsiteY1745" fmla="*/ 868664 h 2476997"/>
              <a:gd name="connsiteX1746" fmla="*/ 1204114 w 3242958"/>
              <a:gd name="connsiteY1746" fmla="*/ 821273 h 2476997"/>
              <a:gd name="connsiteX1747" fmla="*/ 941743 w 3242958"/>
              <a:gd name="connsiteY1747" fmla="*/ 791924 h 2476997"/>
              <a:gd name="connsiteX1748" fmla="*/ 959144 w 3242958"/>
              <a:gd name="connsiteY1748" fmla="*/ 791924 h 2476997"/>
              <a:gd name="connsiteX1749" fmla="*/ 959144 w 3242958"/>
              <a:gd name="connsiteY1749" fmla="*/ 808764 h 2476997"/>
              <a:gd name="connsiteX1750" fmla="*/ 956979 w 3242958"/>
              <a:gd name="connsiteY1750" fmla="*/ 817664 h 2476997"/>
              <a:gd name="connsiteX1751" fmla="*/ 950884 w 3242958"/>
              <a:gd name="connsiteY1751" fmla="*/ 820551 h 2476997"/>
              <a:gd name="connsiteX1752" fmla="*/ 943908 w 3242958"/>
              <a:gd name="connsiteY1752" fmla="*/ 817905 h 2476997"/>
              <a:gd name="connsiteX1753" fmla="*/ 941743 w 3242958"/>
              <a:gd name="connsiteY1753" fmla="*/ 809325 h 2476997"/>
              <a:gd name="connsiteX1754" fmla="*/ 907343 w 3242958"/>
              <a:gd name="connsiteY1754" fmla="*/ 790882 h 2476997"/>
              <a:gd name="connsiteX1755" fmla="*/ 928432 w 3242958"/>
              <a:gd name="connsiteY1755" fmla="*/ 791283 h 2476997"/>
              <a:gd name="connsiteX1756" fmla="*/ 928432 w 3242958"/>
              <a:gd name="connsiteY1756" fmla="*/ 809405 h 2476997"/>
              <a:gd name="connsiteX1757" fmla="*/ 925866 w 3242958"/>
              <a:gd name="connsiteY1757" fmla="*/ 818547 h 2476997"/>
              <a:gd name="connsiteX1758" fmla="*/ 918408 w 3242958"/>
              <a:gd name="connsiteY1758" fmla="*/ 821433 h 2476997"/>
              <a:gd name="connsiteX1759" fmla="*/ 909989 w 3242958"/>
              <a:gd name="connsiteY1759" fmla="*/ 818306 h 2476997"/>
              <a:gd name="connsiteX1760" fmla="*/ 907343 w 3242958"/>
              <a:gd name="connsiteY1760" fmla="*/ 809325 h 2476997"/>
              <a:gd name="connsiteX1761" fmla="*/ 894112 w 3242958"/>
              <a:gd name="connsiteY1761" fmla="*/ 776048 h 2476997"/>
              <a:gd name="connsiteX1762" fmla="*/ 894112 w 3242958"/>
              <a:gd name="connsiteY1762" fmla="*/ 783345 h 2476997"/>
              <a:gd name="connsiteX1763" fmla="*/ 894032 w 3242958"/>
              <a:gd name="connsiteY1763" fmla="*/ 809085 h 2476997"/>
              <a:gd name="connsiteX1764" fmla="*/ 899966 w 3242958"/>
              <a:gd name="connsiteY1764" fmla="*/ 829452 h 2476997"/>
              <a:gd name="connsiteX1765" fmla="*/ 918329 w 3242958"/>
              <a:gd name="connsiteY1765" fmla="*/ 836669 h 2476997"/>
              <a:gd name="connsiteX1766" fmla="*/ 933644 w 3242958"/>
              <a:gd name="connsiteY1766" fmla="*/ 829934 h 2476997"/>
              <a:gd name="connsiteX1767" fmla="*/ 936290 w 3242958"/>
              <a:gd name="connsiteY1767" fmla="*/ 825443 h 2476997"/>
              <a:gd name="connsiteX1768" fmla="*/ 952328 w 3242958"/>
              <a:gd name="connsiteY1768" fmla="*/ 834825 h 2476997"/>
              <a:gd name="connsiteX1769" fmla="*/ 967162 w 3242958"/>
              <a:gd name="connsiteY1769" fmla="*/ 829132 h 2476997"/>
              <a:gd name="connsiteX1770" fmla="*/ 972695 w 3242958"/>
              <a:gd name="connsiteY1770" fmla="*/ 812693 h 2476997"/>
              <a:gd name="connsiteX1771" fmla="*/ 973257 w 3242958"/>
              <a:gd name="connsiteY1771" fmla="*/ 784708 h 2476997"/>
              <a:gd name="connsiteX1772" fmla="*/ 973257 w 3242958"/>
              <a:gd name="connsiteY1772" fmla="*/ 777491 h 2476997"/>
              <a:gd name="connsiteX1773" fmla="*/ 2275650 w 3242958"/>
              <a:gd name="connsiteY1773" fmla="*/ 761935 h 2476997"/>
              <a:gd name="connsiteX1774" fmla="*/ 2275650 w 3242958"/>
              <a:gd name="connsiteY1774" fmla="*/ 770595 h 2476997"/>
              <a:gd name="connsiteX1775" fmla="*/ 2275650 w 3242958"/>
              <a:gd name="connsiteY1775" fmla="*/ 779175 h 2476997"/>
              <a:gd name="connsiteX1776" fmla="*/ 2310371 w 3242958"/>
              <a:gd name="connsiteY1776" fmla="*/ 792166 h 2476997"/>
              <a:gd name="connsiteX1777" fmla="*/ 2276612 w 3242958"/>
              <a:gd name="connsiteY1777" fmla="*/ 808203 h 2476997"/>
              <a:gd name="connsiteX1778" fmla="*/ 2276612 w 3242958"/>
              <a:gd name="connsiteY1778" fmla="*/ 817264 h 2476997"/>
              <a:gd name="connsiteX1779" fmla="*/ 2276612 w 3242958"/>
              <a:gd name="connsiteY1779" fmla="*/ 826325 h 2476997"/>
              <a:gd name="connsiteX1780" fmla="*/ 2324724 w 3242958"/>
              <a:gd name="connsiteY1780" fmla="*/ 799142 h 2476997"/>
              <a:gd name="connsiteX1781" fmla="*/ 2354473 w 3242958"/>
              <a:gd name="connsiteY1781" fmla="*/ 798099 h 2476997"/>
              <a:gd name="connsiteX1782" fmla="*/ 2354473 w 3242958"/>
              <a:gd name="connsiteY1782" fmla="*/ 790482 h 2476997"/>
              <a:gd name="connsiteX1783" fmla="*/ 2354473 w 3242958"/>
              <a:gd name="connsiteY1783" fmla="*/ 782944 h 2476997"/>
              <a:gd name="connsiteX1784" fmla="*/ 2324403 w 3242958"/>
              <a:gd name="connsiteY1784" fmla="*/ 783987 h 2476997"/>
              <a:gd name="connsiteX1785" fmla="*/ 1995718 w 3242958"/>
              <a:gd name="connsiteY1785" fmla="*/ 696262 h 2476997"/>
              <a:gd name="connsiteX1786" fmla="*/ 1948327 w 3242958"/>
              <a:gd name="connsiteY1786" fmla="*/ 748303 h 2476997"/>
              <a:gd name="connsiteX1787" fmla="*/ 1878485 w 3242958"/>
              <a:gd name="connsiteY1787" fmla="*/ 793529 h 2476997"/>
              <a:gd name="connsiteX1788" fmla="*/ 1740804 w 3242958"/>
              <a:gd name="connsiteY1788" fmla="*/ 834023 h 2476997"/>
              <a:gd name="connsiteX1789" fmla="*/ 1681385 w 3242958"/>
              <a:gd name="connsiteY1789" fmla="*/ 837792 h 2476997"/>
              <a:gd name="connsiteX1790" fmla="*/ 1669117 w 3242958"/>
              <a:gd name="connsiteY1790" fmla="*/ 837792 h 2476997"/>
              <a:gd name="connsiteX1791" fmla="*/ 1689003 w 3242958"/>
              <a:gd name="connsiteY1791" fmla="*/ 922228 h 2476997"/>
              <a:gd name="connsiteX1792" fmla="*/ 1624854 w 3242958"/>
              <a:gd name="connsiteY1792" fmla="*/ 930247 h 2476997"/>
              <a:gd name="connsiteX1793" fmla="*/ 1624052 w 3242958"/>
              <a:gd name="connsiteY1793" fmla="*/ 930247 h 2476997"/>
              <a:gd name="connsiteX1794" fmla="*/ 1623170 w 3242958"/>
              <a:gd name="connsiteY1794" fmla="*/ 930247 h 2476997"/>
              <a:gd name="connsiteX1795" fmla="*/ 1559020 w 3242958"/>
              <a:gd name="connsiteY1795" fmla="*/ 922228 h 2476997"/>
              <a:gd name="connsiteX1796" fmla="*/ 1578987 w 3242958"/>
              <a:gd name="connsiteY1796" fmla="*/ 837952 h 2476997"/>
              <a:gd name="connsiteX1797" fmla="*/ 1566718 w 3242958"/>
              <a:gd name="connsiteY1797" fmla="*/ 837952 h 2476997"/>
              <a:gd name="connsiteX1798" fmla="*/ 1507300 w 3242958"/>
              <a:gd name="connsiteY1798" fmla="*/ 834184 h 2476997"/>
              <a:gd name="connsiteX1799" fmla="*/ 1369619 w 3242958"/>
              <a:gd name="connsiteY1799" fmla="*/ 793689 h 2476997"/>
              <a:gd name="connsiteX1800" fmla="*/ 1299616 w 3242958"/>
              <a:gd name="connsiteY1800" fmla="*/ 748384 h 2476997"/>
              <a:gd name="connsiteX1801" fmla="*/ 1252386 w 3242958"/>
              <a:gd name="connsiteY1801" fmla="*/ 696423 h 2476997"/>
              <a:gd name="connsiteX1802" fmla="*/ 1301942 w 3242958"/>
              <a:gd name="connsiteY1802" fmla="*/ 702036 h 2476997"/>
              <a:gd name="connsiteX1803" fmla="*/ 1321187 w 3242958"/>
              <a:gd name="connsiteY1803" fmla="*/ 702918 h 2476997"/>
              <a:gd name="connsiteX1804" fmla="*/ 1411637 w 3242958"/>
              <a:gd name="connsiteY1804" fmla="*/ 707649 h 2476997"/>
              <a:gd name="connsiteX1805" fmla="*/ 1421741 w 3242958"/>
              <a:gd name="connsiteY1805" fmla="*/ 713021 h 2476997"/>
              <a:gd name="connsiteX1806" fmla="*/ 1523899 w 3242958"/>
              <a:gd name="connsiteY1806" fmla="*/ 745657 h 2476997"/>
              <a:gd name="connsiteX1807" fmla="*/ 1542181 w 3242958"/>
              <a:gd name="connsiteY1807" fmla="*/ 746860 h 2476997"/>
              <a:gd name="connsiteX1808" fmla="*/ 1564634 w 3242958"/>
              <a:gd name="connsiteY1808" fmla="*/ 745657 h 2476997"/>
              <a:gd name="connsiteX1809" fmla="*/ 1546992 w 3242958"/>
              <a:gd name="connsiteY1809" fmla="*/ 819028 h 2476997"/>
              <a:gd name="connsiteX1810" fmla="*/ 1624453 w 3242958"/>
              <a:gd name="connsiteY1810" fmla="*/ 823920 h 2476997"/>
              <a:gd name="connsiteX1811" fmla="*/ 1701833 w 3242958"/>
              <a:gd name="connsiteY1811" fmla="*/ 819028 h 2476997"/>
              <a:gd name="connsiteX1812" fmla="*/ 1684272 w 3242958"/>
              <a:gd name="connsiteY1812" fmla="*/ 745657 h 2476997"/>
              <a:gd name="connsiteX1813" fmla="*/ 1706644 w 3242958"/>
              <a:gd name="connsiteY1813" fmla="*/ 746860 h 2476997"/>
              <a:gd name="connsiteX1814" fmla="*/ 1724927 w 3242958"/>
              <a:gd name="connsiteY1814" fmla="*/ 745657 h 2476997"/>
              <a:gd name="connsiteX1815" fmla="*/ 1827165 w 3242958"/>
              <a:gd name="connsiteY1815" fmla="*/ 713021 h 2476997"/>
              <a:gd name="connsiteX1816" fmla="*/ 1837269 w 3242958"/>
              <a:gd name="connsiteY1816" fmla="*/ 707649 h 2476997"/>
              <a:gd name="connsiteX1817" fmla="*/ 1927719 w 3242958"/>
              <a:gd name="connsiteY1817" fmla="*/ 702918 h 2476997"/>
              <a:gd name="connsiteX1818" fmla="*/ 1946884 w 3242958"/>
              <a:gd name="connsiteY1818" fmla="*/ 702036 h 2476997"/>
              <a:gd name="connsiteX1819" fmla="*/ 1946082 w 3242958"/>
              <a:gd name="connsiteY1819" fmla="*/ 701875 h 2476997"/>
              <a:gd name="connsiteX1820" fmla="*/ 1995718 w 3242958"/>
              <a:gd name="connsiteY1820" fmla="*/ 696262 h 2476997"/>
              <a:gd name="connsiteX1821" fmla="*/ 1623651 w 3242958"/>
              <a:gd name="connsiteY1821" fmla="*/ 377359 h 2476997"/>
              <a:gd name="connsiteX1822" fmla="*/ 1607613 w 3242958"/>
              <a:gd name="connsiteY1822" fmla="*/ 400052 h 2476997"/>
              <a:gd name="connsiteX1823" fmla="*/ 1607613 w 3242958"/>
              <a:gd name="connsiteY1823" fmla="*/ 401175 h 2476997"/>
              <a:gd name="connsiteX1824" fmla="*/ 1594062 w 3242958"/>
              <a:gd name="connsiteY1824" fmla="*/ 471178 h 2476997"/>
              <a:gd name="connsiteX1825" fmla="*/ 1593019 w 3242958"/>
              <a:gd name="connsiteY1825" fmla="*/ 476390 h 2476997"/>
              <a:gd name="connsiteX1826" fmla="*/ 1583076 w 3242958"/>
              <a:gd name="connsiteY1826" fmla="*/ 476390 h 2476997"/>
              <a:gd name="connsiteX1827" fmla="*/ 1339148 w 3242958"/>
              <a:gd name="connsiteY1827" fmla="*/ 441188 h 2476997"/>
              <a:gd name="connsiteX1828" fmla="*/ 1360398 w 3242958"/>
              <a:gd name="connsiteY1828" fmla="*/ 493550 h 2476997"/>
              <a:gd name="connsiteX1829" fmla="*/ 1418373 w 3242958"/>
              <a:gd name="connsiteY1829" fmla="*/ 529794 h 2476997"/>
              <a:gd name="connsiteX1830" fmla="*/ 1423184 w 3242958"/>
              <a:gd name="connsiteY1830" fmla="*/ 530756 h 2476997"/>
              <a:gd name="connsiteX1831" fmla="*/ 1423184 w 3242958"/>
              <a:gd name="connsiteY1831" fmla="*/ 535648 h 2476997"/>
              <a:gd name="connsiteX1832" fmla="*/ 1423504 w 3242958"/>
              <a:gd name="connsiteY1832" fmla="*/ 535648 h 2476997"/>
              <a:gd name="connsiteX1833" fmla="*/ 1444754 w 3242958"/>
              <a:gd name="connsiteY1833" fmla="*/ 578467 h 2476997"/>
              <a:gd name="connsiteX1834" fmla="*/ 1489579 w 3242958"/>
              <a:gd name="connsiteY1834" fmla="*/ 592660 h 2476997"/>
              <a:gd name="connsiteX1835" fmla="*/ 1495593 w 3242958"/>
              <a:gd name="connsiteY1835" fmla="*/ 592660 h 2476997"/>
              <a:gd name="connsiteX1836" fmla="*/ 1500644 w 3242958"/>
              <a:gd name="connsiteY1836" fmla="*/ 592019 h 2476997"/>
              <a:gd name="connsiteX1837" fmla="*/ 1502408 w 3242958"/>
              <a:gd name="connsiteY1837" fmla="*/ 596750 h 2476997"/>
              <a:gd name="connsiteX1838" fmla="*/ 1535926 w 3242958"/>
              <a:gd name="connsiteY1838" fmla="*/ 624495 h 2476997"/>
              <a:gd name="connsiteX1839" fmla="*/ 1553087 w 3242958"/>
              <a:gd name="connsiteY1839" fmla="*/ 627061 h 2476997"/>
              <a:gd name="connsiteX1840" fmla="*/ 1575298 w 3242958"/>
              <a:gd name="connsiteY1840" fmla="*/ 623212 h 2476997"/>
              <a:gd name="connsiteX1841" fmla="*/ 1587086 w 3242958"/>
              <a:gd name="connsiteY1841" fmla="*/ 618320 h 2476997"/>
              <a:gd name="connsiteX1842" fmla="*/ 1569766 w 3242958"/>
              <a:gd name="connsiteY1842" fmla="*/ 689125 h 2476997"/>
              <a:gd name="connsiteX1843" fmla="*/ 1678819 w 3242958"/>
              <a:gd name="connsiteY1843" fmla="*/ 689125 h 2476997"/>
              <a:gd name="connsiteX1844" fmla="*/ 1661419 w 3242958"/>
              <a:gd name="connsiteY1844" fmla="*/ 618240 h 2476997"/>
              <a:gd name="connsiteX1845" fmla="*/ 1673286 w 3242958"/>
              <a:gd name="connsiteY1845" fmla="*/ 623212 h 2476997"/>
              <a:gd name="connsiteX1846" fmla="*/ 1695418 w 3242958"/>
              <a:gd name="connsiteY1846" fmla="*/ 627061 h 2476997"/>
              <a:gd name="connsiteX1847" fmla="*/ 1712578 w 3242958"/>
              <a:gd name="connsiteY1847" fmla="*/ 624495 h 2476997"/>
              <a:gd name="connsiteX1848" fmla="*/ 1746096 w 3242958"/>
              <a:gd name="connsiteY1848" fmla="*/ 596750 h 2476997"/>
              <a:gd name="connsiteX1849" fmla="*/ 1747860 w 3242958"/>
              <a:gd name="connsiteY1849" fmla="*/ 592019 h 2476997"/>
              <a:gd name="connsiteX1850" fmla="*/ 1752912 w 3242958"/>
              <a:gd name="connsiteY1850" fmla="*/ 592660 h 2476997"/>
              <a:gd name="connsiteX1851" fmla="*/ 1758926 w 3242958"/>
              <a:gd name="connsiteY1851" fmla="*/ 592660 h 2476997"/>
              <a:gd name="connsiteX1852" fmla="*/ 1803750 w 3242958"/>
              <a:gd name="connsiteY1852" fmla="*/ 578467 h 2476997"/>
              <a:gd name="connsiteX1853" fmla="*/ 1825000 w 3242958"/>
              <a:gd name="connsiteY1853" fmla="*/ 535568 h 2476997"/>
              <a:gd name="connsiteX1854" fmla="*/ 1825000 w 3242958"/>
              <a:gd name="connsiteY1854" fmla="*/ 530756 h 2476997"/>
              <a:gd name="connsiteX1855" fmla="*/ 1829811 w 3242958"/>
              <a:gd name="connsiteY1855" fmla="*/ 529794 h 2476997"/>
              <a:gd name="connsiteX1856" fmla="*/ 1887706 w 3242958"/>
              <a:gd name="connsiteY1856" fmla="*/ 493550 h 2476997"/>
              <a:gd name="connsiteX1857" fmla="*/ 1908955 w 3242958"/>
              <a:gd name="connsiteY1857" fmla="*/ 441188 h 2476997"/>
              <a:gd name="connsiteX1858" fmla="*/ 1665268 w 3242958"/>
              <a:gd name="connsiteY1858" fmla="*/ 476390 h 2476997"/>
              <a:gd name="connsiteX1859" fmla="*/ 1655325 w 3242958"/>
              <a:gd name="connsiteY1859" fmla="*/ 476390 h 2476997"/>
              <a:gd name="connsiteX1860" fmla="*/ 1654282 w 3242958"/>
              <a:gd name="connsiteY1860" fmla="*/ 471178 h 2476997"/>
              <a:gd name="connsiteX1861" fmla="*/ 1640731 w 3242958"/>
              <a:gd name="connsiteY1861" fmla="*/ 401175 h 2476997"/>
              <a:gd name="connsiteX1862" fmla="*/ 1640731 w 3242958"/>
              <a:gd name="connsiteY1862" fmla="*/ 400052 h 2476997"/>
              <a:gd name="connsiteX1863" fmla="*/ 1624693 w 3242958"/>
              <a:gd name="connsiteY1863" fmla="*/ 377359 h 2476997"/>
              <a:gd name="connsiteX1864" fmla="*/ 1749785 w 3242958"/>
              <a:gd name="connsiteY1864" fmla="*/ 374553 h 2476997"/>
              <a:gd name="connsiteX1865" fmla="*/ 1781138 w 3242958"/>
              <a:gd name="connsiteY1865" fmla="*/ 394840 h 2476997"/>
              <a:gd name="connsiteX1866" fmla="*/ 1743931 w 3242958"/>
              <a:gd name="connsiteY1866" fmla="*/ 396845 h 2476997"/>
              <a:gd name="connsiteX1867" fmla="*/ 1716186 w 3242958"/>
              <a:gd name="connsiteY1867" fmla="*/ 376638 h 2476997"/>
              <a:gd name="connsiteX1868" fmla="*/ 1749785 w 3242958"/>
              <a:gd name="connsiteY1868" fmla="*/ 374553 h 2476997"/>
              <a:gd name="connsiteX1869" fmla="*/ 1075815 w 3242958"/>
              <a:gd name="connsiteY1869" fmla="*/ 339111 h 2476997"/>
              <a:gd name="connsiteX1870" fmla="*/ 1072528 w 3242958"/>
              <a:gd name="connsiteY1870" fmla="*/ 340394 h 2476997"/>
              <a:gd name="connsiteX1871" fmla="*/ 1069400 w 3242958"/>
              <a:gd name="connsiteY1871" fmla="*/ 342398 h 2476997"/>
              <a:gd name="connsiteX1872" fmla="*/ 1065712 w 3242958"/>
              <a:gd name="connsiteY1872" fmla="*/ 346568 h 2476997"/>
              <a:gd name="connsiteX1873" fmla="*/ 1061542 w 3242958"/>
              <a:gd name="connsiteY1873" fmla="*/ 350096 h 2476997"/>
              <a:gd name="connsiteX1874" fmla="*/ 1057854 w 3242958"/>
              <a:gd name="connsiteY1874" fmla="*/ 351299 h 2476997"/>
              <a:gd name="connsiteX1875" fmla="*/ 1057052 w 3242958"/>
              <a:gd name="connsiteY1875" fmla="*/ 353464 h 2476997"/>
              <a:gd name="connsiteX1876" fmla="*/ 1056972 w 3242958"/>
              <a:gd name="connsiteY1876" fmla="*/ 353464 h 2476997"/>
              <a:gd name="connsiteX1877" fmla="*/ 1056571 w 3242958"/>
              <a:gd name="connsiteY1877" fmla="*/ 357634 h 2476997"/>
              <a:gd name="connsiteX1878" fmla="*/ 1058174 w 3242958"/>
              <a:gd name="connsiteY1878" fmla="*/ 359238 h 2476997"/>
              <a:gd name="connsiteX1879" fmla="*/ 1066193 w 3242958"/>
              <a:gd name="connsiteY1879" fmla="*/ 362285 h 2476997"/>
              <a:gd name="connsiteX1880" fmla="*/ 1073731 w 3242958"/>
              <a:gd name="connsiteY1880" fmla="*/ 371907 h 2476997"/>
              <a:gd name="connsiteX1881" fmla="*/ 1075815 w 3242958"/>
              <a:gd name="connsiteY1881" fmla="*/ 377921 h 2476997"/>
              <a:gd name="connsiteX1882" fmla="*/ 1073650 w 3242958"/>
              <a:gd name="connsiteY1882" fmla="*/ 384416 h 2476997"/>
              <a:gd name="connsiteX1883" fmla="*/ 1070844 w 3242958"/>
              <a:gd name="connsiteY1883" fmla="*/ 387864 h 2476997"/>
              <a:gd name="connsiteX1884" fmla="*/ 1068037 w 3242958"/>
              <a:gd name="connsiteY1884" fmla="*/ 393718 h 2476997"/>
              <a:gd name="connsiteX1885" fmla="*/ 1068037 w 3242958"/>
              <a:gd name="connsiteY1885" fmla="*/ 399972 h 2476997"/>
              <a:gd name="connsiteX1886" fmla="*/ 1073330 w 3242958"/>
              <a:gd name="connsiteY1886" fmla="*/ 405425 h 2476997"/>
              <a:gd name="connsiteX1887" fmla="*/ 1076617 w 3242958"/>
              <a:gd name="connsiteY1887" fmla="*/ 407269 h 2476997"/>
              <a:gd name="connsiteX1888" fmla="*/ 1081188 w 3242958"/>
              <a:gd name="connsiteY1888" fmla="*/ 410236 h 2476997"/>
              <a:gd name="connsiteX1889" fmla="*/ 1083995 w 3242958"/>
              <a:gd name="connsiteY1889" fmla="*/ 410236 h 2476997"/>
              <a:gd name="connsiteX1890" fmla="*/ 1085919 w 3242958"/>
              <a:gd name="connsiteY1890" fmla="*/ 407510 h 2476997"/>
              <a:gd name="connsiteX1891" fmla="*/ 1087683 w 3242958"/>
              <a:gd name="connsiteY1891" fmla="*/ 403260 h 2476997"/>
              <a:gd name="connsiteX1892" fmla="*/ 1090409 w 3242958"/>
              <a:gd name="connsiteY1892" fmla="*/ 399491 h 2476997"/>
              <a:gd name="connsiteX1893" fmla="*/ 1093136 w 3242958"/>
              <a:gd name="connsiteY1893" fmla="*/ 398689 h 2476997"/>
              <a:gd name="connsiteX1894" fmla="*/ 1101154 w 3242958"/>
              <a:gd name="connsiteY1894" fmla="*/ 405585 h 2476997"/>
              <a:gd name="connsiteX1895" fmla="*/ 1101154 w 3242958"/>
              <a:gd name="connsiteY1895" fmla="*/ 412000 h 2476997"/>
              <a:gd name="connsiteX1896" fmla="*/ 1098508 w 3242958"/>
              <a:gd name="connsiteY1896" fmla="*/ 422906 h 2476997"/>
              <a:gd name="connsiteX1897" fmla="*/ 1096183 w 3242958"/>
              <a:gd name="connsiteY1897" fmla="*/ 428519 h 2476997"/>
              <a:gd name="connsiteX1898" fmla="*/ 1094820 w 3242958"/>
              <a:gd name="connsiteY1898" fmla="*/ 434533 h 2476997"/>
              <a:gd name="connsiteX1899" fmla="*/ 1092735 w 3242958"/>
              <a:gd name="connsiteY1899" fmla="*/ 437259 h 2476997"/>
              <a:gd name="connsiteX1900" fmla="*/ 1093537 w 3242958"/>
              <a:gd name="connsiteY1900" fmla="*/ 440948 h 2476997"/>
              <a:gd name="connsiteX1901" fmla="*/ 1097306 w 3242958"/>
              <a:gd name="connsiteY1901" fmla="*/ 442712 h 2476997"/>
              <a:gd name="connsiteX1902" fmla="*/ 1101315 w 3242958"/>
              <a:gd name="connsiteY1902" fmla="*/ 445117 h 2476997"/>
              <a:gd name="connsiteX1903" fmla="*/ 1105885 w 3242958"/>
              <a:gd name="connsiteY1903" fmla="*/ 444316 h 2476997"/>
              <a:gd name="connsiteX1904" fmla="*/ 1113503 w 3242958"/>
              <a:gd name="connsiteY1904" fmla="*/ 443754 h 2476997"/>
              <a:gd name="connsiteX1905" fmla="*/ 1114866 w 3242958"/>
              <a:gd name="connsiteY1905" fmla="*/ 432929 h 2476997"/>
              <a:gd name="connsiteX1906" fmla="*/ 1116951 w 3242958"/>
              <a:gd name="connsiteY1906" fmla="*/ 427075 h 2476997"/>
              <a:gd name="connsiteX1907" fmla="*/ 1119357 w 3242958"/>
              <a:gd name="connsiteY1907" fmla="*/ 416571 h 2476997"/>
              <a:gd name="connsiteX1908" fmla="*/ 1121843 w 3242958"/>
              <a:gd name="connsiteY1908" fmla="*/ 409033 h 2476997"/>
              <a:gd name="connsiteX1909" fmla="*/ 1121843 w 3242958"/>
              <a:gd name="connsiteY1909" fmla="*/ 399571 h 2476997"/>
              <a:gd name="connsiteX1910" fmla="*/ 1123687 w 3242958"/>
              <a:gd name="connsiteY1910" fmla="*/ 390591 h 2476997"/>
              <a:gd name="connsiteX1911" fmla="*/ 1122484 w 3242958"/>
              <a:gd name="connsiteY1911" fmla="*/ 385940 h 2476997"/>
              <a:gd name="connsiteX1912" fmla="*/ 1118475 w 3242958"/>
              <a:gd name="connsiteY1912" fmla="*/ 379284 h 2476997"/>
              <a:gd name="connsiteX1913" fmla="*/ 1115508 w 3242958"/>
              <a:gd name="connsiteY1913" fmla="*/ 377520 h 2476997"/>
              <a:gd name="connsiteX1914" fmla="*/ 1113583 w 3242958"/>
              <a:gd name="connsiteY1914" fmla="*/ 376237 h 2476997"/>
              <a:gd name="connsiteX1915" fmla="*/ 1109975 w 3242958"/>
              <a:gd name="connsiteY1915" fmla="*/ 374553 h 2476997"/>
              <a:gd name="connsiteX1916" fmla="*/ 1106126 w 3242958"/>
              <a:gd name="connsiteY1916" fmla="*/ 370464 h 2476997"/>
              <a:gd name="connsiteX1917" fmla="*/ 1101956 w 3242958"/>
              <a:gd name="connsiteY1917" fmla="*/ 365252 h 2476997"/>
              <a:gd name="connsiteX1918" fmla="*/ 1094419 w 3242958"/>
              <a:gd name="connsiteY1918" fmla="*/ 357233 h 2476997"/>
              <a:gd name="connsiteX1919" fmla="*/ 1090490 w 3242958"/>
              <a:gd name="connsiteY1919" fmla="*/ 352582 h 2476997"/>
              <a:gd name="connsiteX1920" fmla="*/ 1088164 w 3242958"/>
              <a:gd name="connsiteY1920" fmla="*/ 346648 h 2476997"/>
              <a:gd name="connsiteX1921" fmla="*/ 1084395 w 3242958"/>
              <a:gd name="connsiteY1921" fmla="*/ 342799 h 2476997"/>
              <a:gd name="connsiteX1922" fmla="*/ 1081990 w 3242958"/>
              <a:gd name="connsiteY1922" fmla="*/ 340233 h 2476997"/>
              <a:gd name="connsiteX1923" fmla="*/ 1075815 w 3242958"/>
              <a:gd name="connsiteY1923" fmla="*/ 339111 h 2476997"/>
              <a:gd name="connsiteX1924" fmla="*/ 1784243 w 3242958"/>
              <a:gd name="connsiteY1924" fmla="*/ 338797 h 2476997"/>
              <a:gd name="connsiteX1925" fmla="*/ 1816259 w 3242958"/>
              <a:gd name="connsiteY1925" fmla="*/ 343200 h 2476997"/>
              <a:gd name="connsiteX1926" fmla="*/ 1785789 w 3242958"/>
              <a:gd name="connsiteY1926" fmla="*/ 360360 h 2476997"/>
              <a:gd name="connsiteX1927" fmla="*/ 1753232 w 3242958"/>
              <a:gd name="connsiteY1927" fmla="*/ 350096 h 2476997"/>
              <a:gd name="connsiteX1928" fmla="*/ 1784185 w 3242958"/>
              <a:gd name="connsiteY1928" fmla="*/ 338789 h 2476997"/>
              <a:gd name="connsiteX1929" fmla="*/ 1784265 w 3242958"/>
              <a:gd name="connsiteY1929" fmla="*/ 338789 h 2476997"/>
              <a:gd name="connsiteX1930" fmla="*/ 1784243 w 3242958"/>
              <a:gd name="connsiteY1930" fmla="*/ 338797 h 2476997"/>
              <a:gd name="connsiteX1931" fmla="*/ 2166997 w 3242958"/>
              <a:gd name="connsiteY1931" fmla="*/ 301102 h 2476997"/>
              <a:gd name="connsiteX1932" fmla="*/ 2162667 w 3242958"/>
              <a:gd name="connsiteY1932" fmla="*/ 302064 h 2476997"/>
              <a:gd name="connsiteX1933" fmla="*/ 2158497 w 3242958"/>
              <a:gd name="connsiteY1933" fmla="*/ 307357 h 2476997"/>
              <a:gd name="connsiteX1934" fmla="*/ 2150478 w 3242958"/>
              <a:gd name="connsiteY1934" fmla="*/ 315857 h 2476997"/>
              <a:gd name="connsiteX1935" fmla="*/ 2141979 w 3242958"/>
              <a:gd name="connsiteY1935" fmla="*/ 322753 h 2476997"/>
              <a:gd name="connsiteX1936" fmla="*/ 2138611 w 3242958"/>
              <a:gd name="connsiteY1936" fmla="*/ 327083 h 2476997"/>
              <a:gd name="connsiteX1937" fmla="*/ 2136927 w 3242958"/>
              <a:gd name="connsiteY1937" fmla="*/ 330531 h 2476997"/>
              <a:gd name="connsiteX1938" fmla="*/ 2134361 w 3242958"/>
              <a:gd name="connsiteY1938" fmla="*/ 330531 h 2476997"/>
              <a:gd name="connsiteX1939" fmla="*/ 2129229 w 3242958"/>
              <a:gd name="connsiteY1939" fmla="*/ 328125 h 2476997"/>
              <a:gd name="connsiteX1940" fmla="*/ 2128635 w 3242958"/>
              <a:gd name="connsiteY1940" fmla="*/ 327532 h 2476997"/>
              <a:gd name="connsiteX1941" fmla="*/ 2129229 w 3242958"/>
              <a:gd name="connsiteY1941" fmla="*/ 324757 h 2476997"/>
              <a:gd name="connsiteX1942" fmla="*/ 2134120 w 3242958"/>
              <a:gd name="connsiteY1942" fmla="*/ 318423 h 2476997"/>
              <a:gd name="connsiteX1943" fmla="*/ 2132837 w 3242958"/>
              <a:gd name="connsiteY1943" fmla="*/ 317220 h 2476997"/>
              <a:gd name="connsiteX1944" fmla="*/ 2121130 w 3242958"/>
              <a:gd name="connsiteY1944" fmla="*/ 319705 h 2476997"/>
              <a:gd name="connsiteX1945" fmla="*/ 2118243 w 3242958"/>
              <a:gd name="connsiteY1945" fmla="*/ 318984 h 2476997"/>
              <a:gd name="connsiteX1946" fmla="*/ 2114635 w 3242958"/>
              <a:gd name="connsiteY1946" fmla="*/ 320427 h 2476997"/>
              <a:gd name="connsiteX1947" fmla="*/ 2108059 w 3242958"/>
              <a:gd name="connsiteY1947" fmla="*/ 326361 h 2476997"/>
              <a:gd name="connsiteX1948" fmla="*/ 2103569 w 3242958"/>
              <a:gd name="connsiteY1948" fmla="*/ 334380 h 2476997"/>
              <a:gd name="connsiteX1949" fmla="*/ 2105013 w 3242958"/>
              <a:gd name="connsiteY1949" fmla="*/ 338148 h 2476997"/>
              <a:gd name="connsiteX1950" fmla="*/ 2116880 w 3242958"/>
              <a:gd name="connsiteY1950" fmla="*/ 340153 h 2476997"/>
              <a:gd name="connsiteX1951" fmla="*/ 2120328 w 3242958"/>
              <a:gd name="connsiteY1951" fmla="*/ 340153 h 2476997"/>
              <a:gd name="connsiteX1952" fmla="*/ 2128347 w 3242958"/>
              <a:gd name="connsiteY1952" fmla="*/ 339431 h 2476997"/>
              <a:gd name="connsiteX1953" fmla="*/ 2135323 w 3242958"/>
              <a:gd name="connsiteY1953" fmla="*/ 343200 h 2476997"/>
              <a:gd name="connsiteX1954" fmla="*/ 2140535 w 3242958"/>
              <a:gd name="connsiteY1954" fmla="*/ 346969 h 2476997"/>
              <a:gd name="connsiteX1955" fmla="*/ 2146950 w 3242958"/>
              <a:gd name="connsiteY1955" fmla="*/ 352261 h 2476997"/>
              <a:gd name="connsiteX1956" fmla="*/ 2151280 w 3242958"/>
              <a:gd name="connsiteY1956" fmla="*/ 355308 h 2476997"/>
              <a:gd name="connsiteX1957" fmla="*/ 2155610 w 3242958"/>
              <a:gd name="connsiteY1957" fmla="*/ 358195 h 2476997"/>
              <a:gd name="connsiteX1958" fmla="*/ 2163629 w 3242958"/>
              <a:gd name="connsiteY1958" fmla="*/ 364931 h 2476997"/>
              <a:gd name="connsiteX1959" fmla="*/ 2168681 w 3242958"/>
              <a:gd name="connsiteY1959" fmla="*/ 369020 h 2476997"/>
              <a:gd name="connsiteX1960" fmla="*/ 2173412 w 3242958"/>
              <a:gd name="connsiteY1960" fmla="*/ 373030 h 2476997"/>
              <a:gd name="connsiteX1961" fmla="*/ 2168039 w 3242958"/>
              <a:gd name="connsiteY1961" fmla="*/ 374473 h 2476997"/>
              <a:gd name="connsiteX1962" fmla="*/ 2163148 w 3242958"/>
              <a:gd name="connsiteY1962" fmla="*/ 372629 h 2476997"/>
              <a:gd name="connsiteX1963" fmla="*/ 2161063 w 3242958"/>
              <a:gd name="connsiteY1963" fmla="*/ 368780 h 2476997"/>
              <a:gd name="connsiteX1964" fmla="*/ 2158096 w 3242958"/>
              <a:gd name="connsiteY1964" fmla="*/ 365973 h 2476997"/>
              <a:gd name="connsiteX1965" fmla="*/ 2154728 w 3242958"/>
              <a:gd name="connsiteY1965" fmla="*/ 362285 h 2476997"/>
              <a:gd name="connsiteX1966" fmla="*/ 2152162 w 3242958"/>
              <a:gd name="connsiteY1966" fmla="*/ 361723 h 2476997"/>
              <a:gd name="connsiteX1967" fmla="*/ 2148794 w 3242958"/>
              <a:gd name="connsiteY1967" fmla="*/ 359959 h 2476997"/>
              <a:gd name="connsiteX1968" fmla="*/ 2145266 w 3242958"/>
              <a:gd name="connsiteY1968" fmla="*/ 357393 h 2476997"/>
              <a:gd name="connsiteX1969" fmla="*/ 2140375 w 3242958"/>
              <a:gd name="connsiteY1969" fmla="*/ 354106 h 2476997"/>
              <a:gd name="connsiteX1970" fmla="*/ 2136606 w 3242958"/>
              <a:gd name="connsiteY1970" fmla="*/ 350818 h 2476997"/>
              <a:gd name="connsiteX1971" fmla="*/ 2134280 w 3242958"/>
              <a:gd name="connsiteY1971" fmla="*/ 350257 h 2476997"/>
              <a:gd name="connsiteX1972" fmla="*/ 2130271 w 3242958"/>
              <a:gd name="connsiteY1972" fmla="*/ 346488 h 2476997"/>
              <a:gd name="connsiteX1973" fmla="*/ 2120970 w 3242958"/>
              <a:gd name="connsiteY1973" fmla="*/ 349936 h 2476997"/>
              <a:gd name="connsiteX1974" fmla="*/ 2116639 w 3242958"/>
              <a:gd name="connsiteY1974" fmla="*/ 352582 h 2476997"/>
              <a:gd name="connsiteX1975" fmla="*/ 2115116 w 3242958"/>
              <a:gd name="connsiteY1975" fmla="*/ 355870 h 2476997"/>
              <a:gd name="connsiteX1976" fmla="*/ 2117601 w 3242958"/>
              <a:gd name="connsiteY1976" fmla="*/ 358596 h 2476997"/>
              <a:gd name="connsiteX1977" fmla="*/ 2122252 w 3242958"/>
              <a:gd name="connsiteY1977" fmla="*/ 360280 h 2476997"/>
              <a:gd name="connsiteX1978" fmla="*/ 2126743 w 3242958"/>
              <a:gd name="connsiteY1978" fmla="*/ 361322 h 2476997"/>
              <a:gd name="connsiteX1979" fmla="*/ 2128828 w 3242958"/>
              <a:gd name="connsiteY1979" fmla="*/ 364129 h 2476997"/>
              <a:gd name="connsiteX1980" fmla="*/ 2124498 w 3242958"/>
              <a:gd name="connsiteY1980" fmla="*/ 365893 h 2476997"/>
              <a:gd name="connsiteX1981" fmla="*/ 2120809 w 3242958"/>
              <a:gd name="connsiteY1981" fmla="*/ 368459 h 2476997"/>
              <a:gd name="connsiteX1982" fmla="*/ 2118404 w 3242958"/>
              <a:gd name="connsiteY1982" fmla="*/ 368940 h 2476997"/>
              <a:gd name="connsiteX1983" fmla="*/ 2114555 w 3242958"/>
              <a:gd name="connsiteY1983" fmla="*/ 367577 h 2476997"/>
              <a:gd name="connsiteX1984" fmla="*/ 2109262 w 3242958"/>
              <a:gd name="connsiteY1984" fmla="*/ 364289 h 2476997"/>
              <a:gd name="connsiteX1985" fmla="*/ 2103649 w 3242958"/>
              <a:gd name="connsiteY1985" fmla="*/ 362766 h 2476997"/>
              <a:gd name="connsiteX1986" fmla="*/ 2101163 w 3242958"/>
              <a:gd name="connsiteY1986" fmla="*/ 358195 h 2476997"/>
              <a:gd name="connsiteX1987" fmla="*/ 2093145 w 3242958"/>
              <a:gd name="connsiteY1987" fmla="*/ 356110 h 2476997"/>
              <a:gd name="connsiteX1988" fmla="*/ 2088253 w 3242958"/>
              <a:gd name="connsiteY1988" fmla="*/ 359157 h 2476997"/>
              <a:gd name="connsiteX1989" fmla="*/ 2085607 w 3242958"/>
              <a:gd name="connsiteY1989" fmla="*/ 362365 h 2476997"/>
              <a:gd name="connsiteX1990" fmla="*/ 2086569 w 3242958"/>
              <a:gd name="connsiteY1990" fmla="*/ 365091 h 2476997"/>
              <a:gd name="connsiteX1991" fmla="*/ 2089376 w 3242958"/>
              <a:gd name="connsiteY1991" fmla="*/ 370143 h 2476997"/>
              <a:gd name="connsiteX1992" fmla="*/ 2095390 w 3242958"/>
              <a:gd name="connsiteY1992" fmla="*/ 373190 h 2476997"/>
              <a:gd name="connsiteX1993" fmla="*/ 2101564 w 3242958"/>
              <a:gd name="connsiteY1993" fmla="*/ 377921 h 2476997"/>
              <a:gd name="connsiteX1994" fmla="*/ 2107658 w 3242958"/>
              <a:gd name="connsiteY1994" fmla="*/ 382492 h 2476997"/>
              <a:gd name="connsiteX1995" fmla="*/ 2106857 w 3242958"/>
              <a:gd name="connsiteY1995" fmla="*/ 386260 h 2476997"/>
              <a:gd name="connsiteX1996" fmla="*/ 2091381 w 3242958"/>
              <a:gd name="connsiteY1996" fmla="*/ 389709 h 2476997"/>
              <a:gd name="connsiteX1997" fmla="*/ 2083362 w 3242958"/>
              <a:gd name="connsiteY1997" fmla="*/ 383614 h 2476997"/>
              <a:gd name="connsiteX1998" fmla="*/ 2079032 w 3242958"/>
              <a:gd name="connsiteY1998" fmla="*/ 381930 h 2476997"/>
              <a:gd name="connsiteX1999" fmla="*/ 2079032 w 3242958"/>
              <a:gd name="connsiteY1999" fmla="*/ 392756 h 2476997"/>
              <a:gd name="connsiteX2000" fmla="*/ 2074702 w 3242958"/>
              <a:gd name="connsiteY2000" fmla="*/ 396605 h 2476997"/>
              <a:gd name="connsiteX2001" fmla="*/ 2080235 w 3242958"/>
              <a:gd name="connsiteY2001" fmla="*/ 402619 h 2476997"/>
              <a:gd name="connsiteX2002" fmla="*/ 2084966 w 3242958"/>
              <a:gd name="connsiteY2002" fmla="*/ 405505 h 2476997"/>
              <a:gd name="connsiteX2003" fmla="*/ 2091381 w 3242958"/>
              <a:gd name="connsiteY2003" fmla="*/ 408793 h 2476997"/>
              <a:gd name="connsiteX2004" fmla="*/ 2101003 w 3242958"/>
              <a:gd name="connsiteY2004" fmla="*/ 406067 h 2476997"/>
              <a:gd name="connsiteX2005" fmla="*/ 2105654 w 3242958"/>
              <a:gd name="connsiteY2005" fmla="*/ 405024 h 2476997"/>
              <a:gd name="connsiteX2006" fmla="*/ 2111106 w 3242958"/>
              <a:gd name="connsiteY2006" fmla="*/ 401737 h 2476997"/>
              <a:gd name="connsiteX2007" fmla="*/ 2115517 w 3242958"/>
              <a:gd name="connsiteY2007" fmla="*/ 398529 h 2476997"/>
              <a:gd name="connsiteX2008" fmla="*/ 2119847 w 3242958"/>
              <a:gd name="connsiteY2008" fmla="*/ 393878 h 2476997"/>
              <a:gd name="connsiteX2009" fmla="*/ 2129148 w 3242958"/>
              <a:gd name="connsiteY2009" fmla="*/ 397727 h 2476997"/>
              <a:gd name="connsiteX2010" fmla="*/ 2132837 w 3242958"/>
              <a:gd name="connsiteY2010" fmla="*/ 399732 h 2476997"/>
              <a:gd name="connsiteX2011" fmla="*/ 2137648 w 3242958"/>
              <a:gd name="connsiteY2011" fmla="*/ 403260 h 2476997"/>
              <a:gd name="connsiteX2012" fmla="*/ 2141979 w 3242958"/>
              <a:gd name="connsiteY2012" fmla="*/ 403741 h 2476997"/>
              <a:gd name="connsiteX2013" fmla="*/ 2147190 w 3242958"/>
              <a:gd name="connsiteY2013" fmla="*/ 400855 h 2476997"/>
              <a:gd name="connsiteX2014" fmla="*/ 2147190 w 3242958"/>
              <a:gd name="connsiteY2014" fmla="*/ 397727 h 2476997"/>
              <a:gd name="connsiteX2015" fmla="*/ 2145026 w 3242958"/>
              <a:gd name="connsiteY2015" fmla="*/ 392034 h 2476997"/>
              <a:gd name="connsiteX2016" fmla="*/ 2143261 w 3242958"/>
              <a:gd name="connsiteY2016" fmla="*/ 385940 h 2476997"/>
              <a:gd name="connsiteX2017" fmla="*/ 2139813 w 3242958"/>
              <a:gd name="connsiteY2017" fmla="*/ 384737 h 2476997"/>
              <a:gd name="connsiteX2018" fmla="*/ 2134922 w 3242958"/>
              <a:gd name="connsiteY2018" fmla="*/ 382412 h 2476997"/>
              <a:gd name="connsiteX2019" fmla="*/ 2133399 w 3242958"/>
              <a:gd name="connsiteY2019" fmla="*/ 380006 h 2476997"/>
              <a:gd name="connsiteX2020" fmla="*/ 2138049 w 3242958"/>
              <a:gd name="connsiteY2020" fmla="*/ 376959 h 2476997"/>
              <a:gd name="connsiteX2021" fmla="*/ 2145106 w 3242958"/>
              <a:gd name="connsiteY2021" fmla="*/ 376959 h 2476997"/>
              <a:gd name="connsiteX2022" fmla="*/ 2150318 w 3242958"/>
              <a:gd name="connsiteY2022" fmla="*/ 376959 h 2476997"/>
              <a:gd name="connsiteX2023" fmla="*/ 2162266 w 3242958"/>
              <a:gd name="connsiteY2023" fmla="*/ 379445 h 2476997"/>
              <a:gd name="connsiteX2024" fmla="*/ 2166275 w 3242958"/>
              <a:gd name="connsiteY2024" fmla="*/ 383614 h 2476997"/>
              <a:gd name="connsiteX2025" fmla="*/ 2169001 w 3242958"/>
              <a:gd name="connsiteY2025" fmla="*/ 387143 h 2476997"/>
              <a:gd name="connsiteX2026" fmla="*/ 2172610 w 3242958"/>
              <a:gd name="connsiteY2026" fmla="*/ 388746 h 2476997"/>
              <a:gd name="connsiteX2027" fmla="*/ 2182793 w 3242958"/>
              <a:gd name="connsiteY2027" fmla="*/ 395161 h 2476997"/>
              <a:gd name="connsiteX2028" fmla="*/ 2189850 w 3242958"/>
              <a:gd name="connsiteY2028" fmla="*/ 391473 h 2476997"/>
              <a:gd name="connsiteX2029" fmla="*/ 2194742 w 3242958"/>
              <a:gd name="connsiteY2029" fmla="*/ 384176 h 2476997"/>
              <a:gd name="connsiteX2030" fmla="*/ 2193138 w 3242958"/>
              <a:gd name="connsiteY2030" fmla="*/ 380567 h 2476997"/>
              <a:gd name="connsiteX2031" fmla="*/ 2191614 w 3242958"/>
              <a:gd name="connsiteY2031" fmla="*/ 377520 h 2476997"/>
              <a:gd name="connsiteX2032" fmla="*/ 2191614 w 3242958"/>
              <a:gd name="connsiteY2032" fmla="*/ 373912 h 2476997"/>
              <a:gd name="connsiteX2033" fmla="*/ 2189048 w 3242958"/>
              <a:gd name="connsiteY2033" fmla="*/ 371426 h 2476997"/>
              <a:gd name="connsiteX2034" fmla="*/ 2183355 w 3242958"/>
              <a:gd name="connsiteY2034" fmla="*/ 369582 h 2476997"/>
              <a:gd name="connsiteX2035" fmla="*/ 2182152 w 3242958"/>
              <a:gd name="connsiteY2035" fmla="*/ 367016 h 2476997"/>
              <a:gd name="connsiteX2036" fmla="*/ 2187043 w 3242958"/>
              <a:gd name="connsiteY2036" fmla="*/ 363808 h 2476997"/>
              <a:gd name="connsiteX2037" fmla="*/ 2191133 w 3242958"/>
              <a:gd name="connsiteY2037" fmla="*/ 361563 h 2476997"/>
              <a:gd name="connsiteX2038" fmla="*/ 2194902 w 3242958"/>
              <a:gd name="connsiteY2038" fmla="*/ 359879 h 2476997"/>
              <a:gd name="connsiteX2039" fmla="*/ 2206208 w 3242958"/>
              <a:gd name="connsiteY2039" fmla="*/ 355709 h 2476997"/>
              <a:gd name="connsiteX2040" fmla="*/ 2213746 w 3242958"/>
              <a:gd name="connsiteY2040" fmla="*/ 356672 h 2476997"/>
              <a:gd name="connsiteX2041" fmla="*/ 2218156 w 3242958"/>
              <a:gd name="connsiteY2041" fmla="*/ 353224 h 2476997"/>
              <a:gd name="connsiteX2042" fmla="*/ 2219760 w 3242958"/>
              <a:gd name="connsiteY2042" fmla="*/ 350257 h 2476997"/>
              <a:gd name="connsiteX2043" fmla="*/ 2218717 w 3242958"/>
              <a:gd name="connsiteY2043" fmla="*/ 345285 h 2476997"/>
              <a:gd name="connsiteX2044" fmla="*/ 2215670 w 3242958"/>
              <a:gd name="connsiteY2044" fmla="*/ 342639 h 2476997"/>
              <a:gd name="connsiteX2045" fmla="*/ 2213585 w 3242958"/>
              <a:gd name="connsiteY2045" fmla="*/ 342639 h 2476997"/>
              <a:gd name="connsiteX2046" fmla="*/ 2199312 w 3242958"/>
              <a:gd name="connsiteY2046" fmla="*/ 337667 h 2476997"/>
              <a:gd name="connsiteX2047" fmla="*/ 2196425 w 3242958"/>
              <a:gd name="connsiteY2047" fmla="*/ 344002 h 2476997"/>
              <a:gd name="connsiteX2048" fmla="*/ 2193218 w 3242958"/>
              <a:gd name="connsiteY2048" fmla="*/ 345686 h 2476997"/>
              <a:gd name="connsiteX2049" fmla="*/ 2189449 w 3242958"/>
              <a:gd name="connsiteY2049" fmla="*/ 346328 h 2476997"/>
              <a:gd name="connsiteX2050" fmla="*/ 2185520 w 3242958"/>
              <a:gd name="connsiteY2050" fmla="*/ 344804 h 2476997"/>
              <a:gd name="connsiteX2051" fmla="*/ 2182553 w 3242958"/>
              <a:gd name="connsiteY2051" fmla="*/ 348092 h 2476997"/>
              <a:gd name="connsiteX2052" fmla="*/ 2179265 w 3242958"/>
              <a:gd name="connsiteY2052" fmla="*/ 348092 h 2476997"/>
              <a:gd name="connsiteX2053" fmla="*/ 2175978 w 3242958"/>
              <a:gd name="connsiteY2053" fmla="*/ 347611 h 2476997"/>
              <a:gd name="connsiteX2054" fmla="*/ 2173331 w 3242958"/>
              <a:gd name="connsiteY2054" fmla="*/ 351299 h 2476997"/>
              <a:gd name="connsiteX2055" fmla="*/ 2175096 w 3242958"/>
              <a:gd name="connsiteY2055" fmla="*/ 355148 h 2476997"/>
              <a:gd name="connsiteX2056" fmla="*/ 2168681 w 3242958"/>
              <a:gd name="connsiteY2056" fmla="*/ 355148 h 2476997"/>
              <a:gd name="connsiteX2057" fmla="*/ 2169964 w 3242958"/>
              <a:gd name="connsiteY2057" fmla="*/ 350658 h 2476997"/>
              <a:gd name="connsiteX2058" fmla="*/ 2168440 w 3242958"/>
              <a:gd name="connsiteY2058" fmla="*/ 345285 h 2476997"/>
              <a:gd name="connsiteX2059" fmla="*/ 2175577 w 3242958"/>
              <a:gd name="connsiteY2059" fmla="*/ 344243 h 2476997"/>
              <a:gd name="connsiteX2060" fmla="*/ 2187364 w 3242958"/>
              <a:gd name="connsiteY2060" fmla="*/ 340714 h 2476997"/>
              <a:gd name="connsiteX2061" fmla="*/ 2188326 w 3242958"/>
              <a:gd name="connsiteY2061" fmla="*/ 336304 h 2476997"/>
              <a:gd name="connsiteX2062" fmla="*/ 2191774 w 3242958"/>
              <a:gd name="connsiteY2062" fmla="*/ 333097 h 2476997"/>
              <a:gd name="connsiteX2063" fmla="*/ 2198350 w 3242958"/>
              <a:gd name="connsiteY2063" fmla="*/ 332455 h 2476997"/>
              <a:gd name="connsiteX2064" fmla="*/ 2204123 w 3242958"/>
              <a:gd name="connsiteY2064" fmla="*/ 329889 h 2476997"/>
              <a:gd name="connsiteX2065" fmla="*/ 2203562 w 3242958"/>
              <a:gd name="connsiteY2065" fmla="*/ 323715 h 2476997"/>
              <a:gd name="connsiteX2066" fmla="*/ 2201477 w 3242958"/>
              <a:gd name="connsiteY2066" fmla="*/ 322191 h 2476997"/>
              <a:gd name="connsiteX2067" fmla="*/ 2199553 w 3242958"/>
              <a:gd name="connsiteY2067" fmla="*/ 320507 h 2476997"/>
              <a:gd name="connsiteX2068" fmla="*/ 2193057 w 3242958"/>
              <a:gd name="connsiteY2068" fmla="*/ 322191 h 2476997"/>
              <a:gd name="connsiteX2069" fmla="*/ 2186001 w 3242958"/>
              <a:gd name="connsiteY2069" fmla="*/ 322913 h 2476997"/>
              <a:gd name="connsiteX2070" fmla="*/ 2186001 w 3242958"/>
              <a:gd name="connsiteY2070" fmla="*/ 318342 h 2476997"/>
              <a:gd name="connsiteX2071" fmla="*/ 2181430 w 3242958"/>
              <a:gd name="connsiteY2071" fmla="*/ 318342 h 2476997"/>
              <a:gd name="connsiteX2072" fmla="*/ 2179025 w 3242958"/>
              <a:gd name="connsiteY2072" fmla="*/ 323234 h 2476997"/>
              <a:gd name="connsiteX2073" fmla="*/ 2174294 w 3242958"/>
              <a:gd name="connsiteY2073" fmla="*/ 325238 h 2476997"/>
              <a:gd name="connsiteX2074" fmla="*/ 2170044 w 3242958"/>
              <a:gd name="connsiteY2074" fmla="*/ 329168 h 2476997"/>
              <a:gd name="connsiteX2075" fmla="*/ 2173011 w 3242958"/>
              <a:gd name="connsiteY2075" fmla="*/ 330370 h 2476997"/>
              <a:gd name="connsiteX2076" fmla="*/ 2176940 w 3242958"/>
              <a:gd name="connsiteY2076" fmla="*/ 332295 h 2476997"/>
              <a:gd name="connsiteX2077" fmla="*/ 2174374 w 3242958"/>
              <a:gd name="connsiteY2077" fmla="*/ 338068 h 2476997"/>
              <a:gd name="connsiteX2078" fmla="*/ 2168199 w 3242958"/>
              <a:gd name="connsiteY2078" fmla="*/ 337667 h 2476997"/>
              <a:gd name="connsiteX2079" fmla="*/ 2168601 w 3242958"/>
              <a:gd name="connsiteY2079" fmla="*/ 334700 h 2476997"/>
              <a:gd name="connsiteX2080" fmla="*/ 2165393 w 3242958"/>
              <a:gd name="connsiteY2080" fmla="*/ 330851 h 2476997"/>
              <a:gd name="connsiteX2081" fmla="*/ 2166115 w 3242958"/>
              <a:gd name="connsiteY2081" fmla="*/ 328446 h 2476997"/>
              <a:gd name="connsiteX2082" fmla="*/ 2172289 w 3242958"/>
              <a:gd name="connsiteY2082" fmla="*/ 320427 h 2476997"/>
              <a:gd name="connsiteX2083" fmla="*/ 2173732 w 3242958"/>
              <a:gd name="connsiteY2083" fmla="*/ 317781 h 2476997"/>
              <a:gd name="connsiteX2084" fmla="*/ 2176218 w 3242958"/>
              <a:gd name="connsiteY2084" fmla="*/ 313531 h 2476997"/>
              <a:gd name="connsiteX2085" fmla="*/ 2173011 w 3242958"/>
              <a:gd name="connsiteY2085" fmla="*/ 312489 h 2476997"/>
              <a:gd name="connsiteX2086" fmla="*/ 2168761 w 3242958"/>
              <a:gd name="connsiteY2086" fmla="*/ 314012 h 2476997"/>
              <a:gd name="connsiteX2087" fmla="*/ 2167077 w 3242958"/>
              <a:gd name="connsiteY2087" fmla="*/ 316498 h 2476997"/>
              <a:gd name="connsiteX2088" fmla="*/ 2160822 w 3242958"/>
              <a:gd name="connsiteY2088" fmla="*/ 322432 h 2476997"/>
              <a:gd name="connsiteX2089" fmla="*/ 2157054 w 3242958"/>
              <a:gd name="connsiteY2089" fmla="*/ 327323 h 2476997"/>
              <a:gd name="connsiteX2090" fmla="*/ 2150318 w 3242958"/>
              <a:gd name="connsiteY2090" fmla="*/ 333177 h 2476997"/>
              <a:gd name="connsiteX2091" fmla="*/ 2148714 w 3242958"/>
              <a:gd name="connsiteY2091" fmla="*/ 337828 h 2476997"/>
              <a:gd name="connsiteX2092" fmla="*/ 2151120 w 3242958"/>
              <a:gd name="connsiteY2092" fmla="*/ 338630 h 2476997"/>
              <a:gd name="connsiteX2093" fmla="*/ 2153846 w 3242958"/>
              <a:gd name="connsiteY2093" fmla="*/ 338229 h 2476997"/>
              <a:gd name="connsiteX2094" fmla="*/ 2157535 w 3242958"/>
              <a:gd name="connsiteY2094" fmla="*/ 336625 h 2476997"/>
              <a:gd name="connsiteX2095" fmla="*/ 2157054 w 3242958"/>
              <a:gd name="connsiteY2095" fmla="*/ 339832 h 2476997"/>
              <a:gd name="connsiteX2096" fmla="*/ 2155530 w 3242958"/>
              <a:gd name="connsiteY2096" fmla="*/ 342639 h 2476997"/>
              <a:gd name="connsiteX2097" fmla="*/ 2158737 w 3242958"/>
              <a:gd name="connsiteY2097" fmla="*/ 344162 h 2476997"/>
              <a:gd name="connsiteX2098" fmla="*/ 2161063 w 3242958"/>
              <a:gd name="connsiteY2098" fmla="*/ 347129 h 2476997"/>
              <a:gd name="connsiteX2099" fmla="*/ 2159299 w 3242958"/>
              <a:gd name="connsiteY2099" fmla="*/ 348252 h 2476997"/>
              <a:gd name="connsiteX2100" fmla="*/ 2156252 w 3242958"/>
              <a:gd name="connsiteY2100" fmla="*/ 347450 h 2476997"/>
              <a:gd name="connsiteX2101" fmla="*/ 2153125 w 3242958"/>
              <a:gd name="connsiteY2101" fmla="*/ 345766 h 2476997"/>
              <a:gd name="connsiteX2102" fmla="*/ 2148153 w 3242958"/>
              <a:gd name="connsiteY2102" fmla="*/ 342078 h 2476997"/>
              <a:gd name="connsiteX2103" fmla="*/ 2145346 w 3242958"/>
              <a:gd name="connsiteY2103" fmla="*/ 339512 h 2476997"/>
              <a:gd name="connsiteX2104" fmla="*/ 2141497 w 3242958"/>
              <a:gd name="connsiteY2104" fmla="*/ 337026 h 2476997"/>
              <a:gd name="connsiteX2105" fmla="*/ 2141497 w 3242958"/>
              <a:gd name="connsiteY2105" fmla="*/ 333899 h 2476997"/>
              <a:gd name="connsiteX2106" fmla="*/ 2145908 w 3242958"/>
              <a:gd name="connsiteY2106" fmla="*/ 331894 h 2476997"/>
              <a:gd name="connsiteX2107" fmla="*/ 2148794 w 3242958"/>
              <a:gd name="connsiteY2107" fmla="*/ 329328 h 2476997"/>
              <a:gd name="connsiteX2108" fmla="*/ 2151922 w 3242958"/>
              <a:gd name="connsiteY2108" fmla="*/ 324998 h 2476997"/>
              <a:gd name="connsiteX2109" fmla="*/ 2157374 w 3242958"/>
              <a:gd name="connsiteY2109" fmla="*/ 319305 h 2476997"/>
              <a:gd name="connsiteX2110" fmla="*/ 2160421 w 3242958"/>
              <a:gd name="connsiteY2110" fmla="*/ 316739 h 2476997"/>
              <a:gd name="connsiteX2111" fmla="*/ 2162907 w 3242958"/>
              <a:gd name="connsiteY2111" fmla="*/ 314734 h 2476997"/>
              <a:gd name="connsiteX2112" fmla="*/ 2164912 w 3242958"/>
              <a:gd name="connsiteY2112" fmla="*/ 312729 h 2476997"/>
              <a:gd name="connsiteX2113" fmla="*/ 2168120 w 3242958"/>
              <a:gd name="connsiteY2113" fmla="*/ 309281 h 2476997"/>
              <a:gd name="connsiteX2114" fmla="*/ 2170445 w 3242958"/>
              <a:gd name="connsiteY2114" fmla="*/ 306234 h 2476997"/>
              <a:gd name="connsiteX2115" fmla="*/ 2171006 w 3242958"/>
              <a:gd name="connsiteY2115" fmla="*/ 303829 h 2476997"/>
              <a:gd name="connsiteX2116" fmla="*/ 2169162 w 3242958"/>
              <a:gd name="connsiteY2116" fmla="*/ 303347 h 2476997"/>
              <a:gd name="connsiteX2117" fmla="*/ 2166997 w 3242958"/>
              <a:gd name="connsiteY2117" fmla="*/ 301102 h 2476997"/>
              <a:gd name="connsiteX2118" fmla="*/ 1103801 w 3242958"/>
              <a:gd name="connsiteY2118" fmla="*/ 296131 h 2476997"/>
              <a:gd name="connsiteX2119" fmla="*/ 1101395 w 3242958"/>
              <a:gd name="connsiteY2119" fmla="*/ 297815 h 2476997"/>
              <a:gd name="connsiteX2120" fmla="*/ 1097626 w 3242958"/>
              <a:gd name="connsiteY2120" fmla="*/ 298857 h 2476997"/>
              <a:gd name="connsiteX2121" fmla="*/ 1095060 w 3242958"/>
              <a:gd name="connsiteY2121" fmla="*/ 302946 h 2476997"/>
              <a:gd name="connsiteX2122" fmla="*/ 1092013 w 3242958"/>
              <a:gd name="connsiteY2122" fmla="*/ 305112 h 2476997"/>
              <a:gd name="connsiteX2123" fmla="*/ 1089928 w 3242958"/>
              <a:gd name="connsiteY2123" fmla="*/ 308720 h 2476997"/>
              <a:gd name="connsiteX2124" fmla="*/ 1085919 w 3242958"/>
              <a:gd name="connsiteY2124" fmla="*/ 311607 h 2476997"/>
              <a:gd name="connsiteX2125" fmla="*/ 1084957 w 3242958"/>
              <a:gd name="connsiteY2125" fmla="*/ 315776 h 2476997"/>
              <a:gd name="connsiteX2126" fmla="*/ 1089447 w 3242958"/>
              <a:gd name="connsiteY2126" fmla="*/ 320267 h 2476997"/>
              <a:gd name="connsiteX2127" fmla="*/ 1094900 w 3242958"/>
              <a:gd name="connsiteY2127" fmla="*/ 328286 h 2476997"/>
              <a:gd name="connsiteX2128" fmla="*/ 1098268 w 3242958"/>
              <a:gd name="connsiteY2128" fmla="*/ 333257 h 2476997"/>
              <a:gd name="connsiteX2129" fmla="*/ 1104843 w 3242958"/>
              <a:gd name="connsiteY2129" fmla="*/ 340153 h 2476997"/>
              <a:gd name="connsiteX2130" fmla="*/ 1108451 w 3242958"/>
              <a:gd name="connsiteY2130" fmla="*/ 345205 h 2476997"/>
              <a:gd name="connsiteX2131" fmla="*/ 1111899 w 3242958"/>
              <a:gd name="connsiteY2131" fmla="*/ 350337 h 2476997"/>
              <a:gd name="connsiteX2132" fmla="*/ 1113423 w 3242958"/>
              <a:gd name="connsiteY2132" fmla="*/ 354026 h 2476997"/>
              <a:gd name="connsiteX2133" fmla="*/ 1120640 w 3242958"/>
              <a:gd name="connsiteY2133" fmla="*/ 363327 h 2476997"/>
              <a:gd name="connsiteX2134" fmla="*/ 1126413 w 3242958"/>
              <a:gd name="connsiteY2134" fmla="*/ 367737 h 2476997"/>
              <a:gd name="connsiteX2135" fmla="*/ 1130262 w 3242958"/>
              <a:gd name="connsiteY2135" fmla="*/ 370464 h 2476997"/>
              <a:gd name="connsiteX2136" fmla="*/ 1134031 w 3242958"/>
              <a:gd name="connsiteY2136" fmla="*/ 373591 h 2476997"/>
              <a:gd name="connsiteX2137" fmla="*/ 1140847 w 3242958"/>
              <a:gd name="connsiteY2137" fmla="*/ 377681 h 2476997"/>
              <a:gd name="connsiteX2138" fmla="*/ 1145899 w 3242958"/>
              <a:gd name="connsiteY2138" fmla="*/ 381850 h 2476997"/>
              <a:gd name="connsiteX2139" fmla="*/ 1152394 w 3242958"/>
              <a:gd name="connsiteY2139" fmla="*/ 383053 h 2476997"/>
              <a:gd name="connsiteX2140" fmla="*/ 1156483 w 3242958"/>
              <a:gd name="connsiteY2140" fmla="*/ 381770 h 2476997"/>
              <a:gd name="connsiteX2141" fmla="*/ 1161936 w 3242958"/>
              <a:gd name="connsiteY2141" fmla="*/ 376558 h 2476997"/>
              <a:gd name="connsiteX2142" fmla="*/ 1166426 w 3242958"/>
              <a:gd name="connsiteY2142" fmla="*/ 373832 h 2476997"/>
              <a:gd name="connsiteX2143" fmla="*/ 1170676 w 3242958"/>
              <a:gd name="connsiteY2143" fmla="*/ 369501 h 2476997"/>
              <a:gd name="connsiteX2144" fmla="*/ 1175247 w 3242958"/>
              <a:gd name="connsiteY2144" fmla="*/ 365412 h 2476997"/>
              <a:gd name="connsiteX2145" fmla="*/ 1179176 w 3242958"/>
              <a:gd name="connsiteY2145" fmla="*/ 363728 h 2476997"/>
              <a:gd name="connsiteX2146" fmla="*/ 1182063 w 3242958"/>
              <a:gd name="connsiteY2146" fmla="*/ 358676 h 2476997"/>
              <a:gd name="connsiteX2147" fmla="*/ 1185350 w 3242958"/>
              <a:gd name="connsiteY2147" fmla="*/ 353865 h 2476997"/>
              <a:gd name="connsiteX2148" fmla="*/ 1183185 w 3242958"/>
              <a:gd name="connsiteY2148" fmla="*/ 348813 h 2476997"/>
              <a:gd name="connsiteX2149" fmla="*/ 1179417 w 3242958"/>
              <a:gd name="connsiteY2149" fmla="*/ 341677 h 2476997"/>
              <a:gd name="connsiteX2150" fmla="*/ 1172360 w 3242958"/>
              <a:gd name="connsiteY2150" fmla="*/ 339191 h 2476997"/>
              <a:gd name="connsiteX2151" fmla="*/ 1168351 w 3242958"/>
              <a:gd name="connsiteY2151" fmla="*/ 342639 h 2476997"/>
              <a:gd name="connsiteX2152" fmla="*/ 1165063 w 3242958"/>
              <a:gd name="connsiteY2152" fmla="*/ 344243 h 2476997"/>
              <a:gd name="connsiteX2153" fmla="*/ 1162096 w 3242958"/>
              <a:gd name="connsiteY2153" fmla="*/ 346247 h 2476997"/>
              <a:gd name="connsiteX2154" fmla="*/ 1158328 w 3242958"/>
              <a:gd name="connsiteY2154" fmla="*/ 349375 h 2476997"/>
              <a:gd name="connsiteX2155" fmla="*/ 1151432 w 3242958"/>
              <a:gd name="connsiteY2155" fmla="*/ 352342 h 2476997"/>
              <a:gd name="connsiteX2156" fmla="*/ 1143814 w 3242958"/>
              <a:gd name="connsiteY2156" fmla="*/ 348573 h 2476997"/>
              <a:gd name="connsiteX2157" fmla="*/ 1140125 w 3242958"/>
              <a:gd name="connsiteY2157" fmla="*/ 345526 h 2476997"/>
              <a:gd name="connsiteX2158" fmla="*/ 1134993 w 3242958"/>
              <a:gd name="connsiteY2158" fmla="*/ 336545 h 2476997"/>
              <a:gd name="connsiteX2159" fmla="*/ 1137960 w 3242958"/>
              <a:gd name="connsiteY2159" fmla="*/ 327083 h 2476997"/>
              <a:gd name="connsiteX2160" fmla="*/ 1139484 w 3242958"/>
              <a:gd name="connsiteY2160" fmla="*/ 320908 h 2476997"/>
              <a:gd name="connsiteX2161" fmla="*/ 1140125 w 3242958"/>
              <a:gd name="connsiteY2161" fmla="*/ 316017 h 2476997"/>
              <a:gd name="connsiteX2162" fmla="*/ 1142450 w 3242958"/>
              <a:gd name="connsiteY2162" fmla="*/ 311767 h 2476997"/>
              <a:gd name="connsiteX2163" fmla="*/ 1142450 w 3242958"/>
              <a:gd name="connsiteY2163" fmla="*/ 308319 h 2476997"/>
              <a:gd name="connsiteX2164" fmla="*/ 1138281 w 3242958"/>
              <a:gd name="connsiteY2164" fmla="*/ 305513 h 2476997"/>
              <a:gd name="connsiteX2165" fmla="*/ 1130663 w 3242958"/>
              <a:gd name="connsiteY2165" fmla="*/ 303508 h 2476997"/>
              <a:gd name="connsiteX2166" fmla="*/ 1124328 w 3242958"/>
              <a:gd name="connsiteY2166" fmla="*/ 306795 h 2476997"/>
              <a:gd name="connsiteX2167" fmla="*/ 1123286 w 3242958"/>
              <a:gd name="connsiteY2167" fmla="*/ 311446 h 2476997"/>
              <a:gd name="connsiteX2168" fmla="*/ 1119357 w 3242958"/>
              <a:gd name="connsiteY2168" fmla="*/ 313451 h 2476997"/>
              <a:gd name="connsiteX2169" fmla="*/ 1116550 w 3242958"/>
              <a:gd name="connsiteY2169" fmla="*/ 309522 h 2476997"/>
              <a:gd name="connsiteX2170" fmla="*/ 1113182 w 3242958"/>
              <a:gd name="connsiteY2170" fmla="*/ 299499 h 2476997"/>
              <a:gd name="connsiteX2171" fmla="*/ 1107088 w 3242958"/>
              <a:gd name="connsiteY2171" fmla="*/ 296131 h 2476997"/>
              <a:gd name="connsiteX2172" fmla="*/ 1103801 w 3242958"/>
              <a:gd name="connsiteY2172" fmla="*/ 296131 h 2476997"/>
              <a:gd name="connsiteX2173" fmla="*/ 1805194 w 3242958"/>
              <a:gd name="connsiteY2173" fmla="*/ 262933 h 2476997"/>
              <a:gd name="connsiteX2174" fmla="*/ 1799019 w 3242958"/>
              <a:gd name="connsiteY2174" fmla="*/ 298857 h 2476997"/>
              <a:gd name="connsiteX2175" fmla="*/ 1780176 w 3242958"/>
              <a:gd name="connsiteY2175" fmla="*/ 318503 h 2476997"/>
              <a:gd name="connsiteX2176" fmla="*/ 1772878 w 3242958"/>
              <a:gd name="connsiteY2176" fmla="*/ 330531 h 2476997"/>
              <a:gd name="connsiteX2177" fmla="*/ 1678098 w 3242958"/>
              <a:gd name="connsiteY2177" fmla="*/ 396043 h 2476997"/>
              <a:gd name="connsiteX2178" fmla="*/ 1706163 w 3242958"/>
              <a:gd name="connsiteY2178" fmla="*/ 397887 h 2476997"/>
              <a:gd name="connsiteX2179" fmla="*/ 1706484 w 3242958"/>
              <a:gd name="connsiteY2179" fmla="*/ 397647 h 2476997"/>
              <a:gd name="connsiteX2180" fmla="*/ 1737195 w 3242958"/>
              <a:gd name="connsiteY2180" fmla="*/ 419779 h 2476997"/>
              <a:gd name="connsiteX2181" fmla="*/ 1700951 w 3242958"/>
              <a:gd name="connsiteY2181" fmla="*/ 420420 h 2476997"/>
              <a:gd name="connsiteX2182" fmla="*/ 1675291 w 3242958"/>
              <a:gd name="connsiteY2182" fmla="*/ 397086 h 2476997"/>
              <a:gd name="connsiteX2183" fmla="*/ 1655170 w 3242958"/>
              <a:gd name="connsiteY2183" fmla="*/ 404476 h 2476997"/>
              <a:gd name="connsiteX2184" fmla="*/ 1655884 w 3242958"/>
              <a:gd name="connsiteY2184" fmla="*/ 408130 h 2476997"/>
              <a:gd name="connsiteX2185" fmla="*/ 1666550 w 3242958"/>
              <a:gd name="connsiteY2185" fmla="*/ 463079 h 2476997"/>
              <a:gd name="connsiteX2186" fmla="*/ 1914328 w 3242958"/>
              <a:gd name="connsiteY2186" fmla="*/ 425712 h 2476997"/>
              <a:gd name="connsiteX2187" fmla="*/ 1922908 w 3242958"/>
              <a:gd name="connsiteY2187" fmla="*/ 422825 h 2476997"/>
              <a:gd name="connsiteX2188" fmla="*/ 1922908 w 3242958"/>
              <a:gd name="connsiteY2188" fmla="*/ 431806 h 2476997"/>
              <a:gd name="connsiteX2189" fmla="*/ 1898371 w 3242958"/>
              <a:gd name="connsiteY2189" fmla="*/ 501328 h 2476997"/>
              <a:gd name="connsiteX2190" fmla="*/ 1837428 w 3242958"/>
              <a:gd name="connsiteY2190" fmla="*/ 541020 h 2476997"/>
              <a:gd name="connsiteX2191" fmla="*/ 1812009 w 3242958"/>
              <a:gd name="connsiteY2191" fmla="*/ 588170 h 2476997"/>
              <a:gd name="connsiteX2192" fmla="*/ 1800302 w 3242958"/>
              <a:gd name="connsiteY2192" fmla="*/ 596189 h 2476997"/>
              <a:gd name="connsiteX2193" fmla="*/ 1917375 w 3242958"/>
              <a:gd name="connsiteY2193" fmla="*/ 578307 h 2476997"/>
              <a:gd name="connsiteX2194" fmla="*/ 1926597 w 3242958"/>
              <a:gd name="connsiteY2194" fmla="*/ 576543 h 2476997"/>
              <a:gd name="connsiteX2195" fmla="*/ 1926115 w 3242958"/>
              <a:gd name="connsiteY2195" fmla="*/ 576543 h 2476997"/>
              <a:gd name="connsiteX2196" fmla="*/ 1951213 w 3242958"/>
              <a:gd name="connsiteY2196" fmla="*/ 571331 h 2476997"/>
              <a:gd name="connsiteX2197" fmla="*/ 1912323 w 3242958"/>
              <a:gd name="connsiteY2197" fmla="*/ 628584 h 2476997"/>
              <a:gd name="connsiteX2198" fmla="*/ 1820750 w 3242958"/>
              <a:gd name="connsiteY2198" fmla="*/ 701474 h 2476997"/>
              <a:gd name="connsiteX2199" fmla="*/ 1722521 w 3242958"/>
              <a:gd name="connsiteY2199" fmla="*/ 732827 h 2476997"/>
              <a:gd name="connsiteX2200" fmla="*/ 1706484 w 3242958"/>
              <a:gd name="connsiteY2200" fmla="*/ 733869 h 2476997"/>
              <a:gd name="connsiteX2201" fmla="*/ 1676574 w 3242958"/>
              <a:gd name="connsiteY2201" fmla="*/ 731704 h 2476997"/>
              <a:gd name="connsiteX2202" fmla="*/ 1667112 w 3242958"/>
              <a:gd name="connsiteY2202" fmla="*/ 730341 h 2476997"/>
              <a:gd name="connsiteX2203" fmla="*/ 1685475 w 3242958"/>
              <a:gd name="connsiteY2203" fmla="*/ 807080 h 2476997"/>
              <a:gd name="connsiteX2204" fmla="*/ 1624292 w 3242958"/>
              <a:gd name="connsiteY2204" fmla="*/ 811009 h 2476997"/>
              <a:gd name="connsiteX2205" fmla="*/ 1563030 w 3242958"/>
              <a:gd name="connsiteY2205" fmla="*/ 807080 h 2476997"/>
              <a:gd name="connsiteX2206" fmla="*/ 1581392 w 3242958"/>
              <a:gd name="connsiteY2206" fmla="*/ 730341 h 2476997"/>
              <a:gd name="connsiteX2207" fmla="*/ 1571930 w 3242958"/>
              <a:gd name="connsiteY2207" fmla="*/ 731704 h 2476997"/>
              <a:gd name="connsiteX2208" fmla="*/ 1542021 w 3242958"/>
              <a:gd name="connsiteY2208" fmla="*/ 733869 h 2476997"/>
              <a:gd name="connsiteX2209" fmla="*/ 1525983 w 3242958"/>
              <a:gd name="connsiteY2209" fmla="*/ 732827 h 2476997"/>
              <a:gd name="connsiteX2210" fmla="*/ 1427674 w 3242958"/>
              <a:gd name="connsiteY2210" fmla="*/ 701474 h 2476997"/>
              <a:gd name="connsiteX2211" fmla="*/ 1336101 w 3242958"/>
              <a:gd name="connsiteY2211" fmla="*/ 628584 h 2476997"/>
              <a:gd name="connsiteX2212" fmla="*/ 1297210 w 3242958"/>
              <a:gd name="connsiteY2212" fmla="*/ 571331 h 2476997"/>
              <a:gd name="connsiteX2213" fmla="*/ 1322309 w 3242958"/>
              <a:gd name="connsiteY2213" fmla="*/ 576543 h 2476997"/>
              <a:gd name="connsiteX2214" fmla="*/ 1331611 w 3242958"/>
              <a:gd name="connsiteY2214" fmla="*/ 578307 h 2476997"/>
              <a:gd name="connsiteX2215" fmla="*/ 1448603 w 3242958"/>
              <a:gd name="connsiteY2215" fmla="*/ 596109 h 2476997"/>
              <a:gd name="connsiteX2216" fmla="*/ 1436896 w 3242958"/>
              <a:gd name="connsiteY2216" fmla="*/ 588491 h 2476997"/>
              <a:gd name="connsiteX2217" fmla="*/ 1411476 w 3242958"/>
              <a:gd name="connsiteY2217" fmla="*/ 541341 h 2476997"/>
              <a:gd name="connsiteX2218" fmla="*/ 1350535 w 3242958"/>
              <a:gd name="connsiteY2218" fmla="*/ 501649 h 2476997"/>
              <a:gd name="connsiteX2219" fmla="*/ 1325998 w 3242958"/>
              <a:gd name="connsiteY2219" fmla="*/ 432127 h 2476997"/>
              <a:gd name="connsiteX2220" fmla="*/ 1325998 w 3242958"/>
              <a:gd name="connsiteY2220" fmla="*/ 423146 h 2476997"/>
              <a:gd name="connsiteX2221" fmla="*/ 1334497 w 3242958"/>
              <a:gd name="connsiteY2221" fmla="*/ 426033 h 2476997"/>
              <a:gd name="connsiteX2222" fmla="*/ 1582675 w 3242958"/>
              <a:gd name="connsiteY2222" fmla="*/ 463079 h 2476997"/>
              <a:gd name="connsiteX2223" fmla="*/ 1595265 w 3242958"/>
              <a:gd name="connsiteY2223" fmla="*/ 398288 h 2476997"/>
              <a:gd name="connsiteX2224" fmla="*/ 1595265 w 3242958"/>
              <a:gd name="connsiteY2224" fmla="*/ 397246 h 2476997"/>
              <a:gd name="connsiteX2225" fmla="*/ 1624052 w 3242958"/>
              <a:gd name="connsiteY2225" fmla="*/ 364048 h 2476997"/>
              <a:gd name="connsiteX2226" fmla="*/ 1625094 w 3242958"/>
              <a:gd name="connsiteY2226" fmla="*/ 364048 h 2476997"/>
              <a:gd name="connsiteX2227" fmla="*/ 1647316 w 3242958"/>
              <a:gd name="connsiteY2227" fmla="*/ 377640 h 2476997"/>
              <a:gd name="connsiteX2228" fmla="*/ 1653068 w 3242958"/>
              <a:gd name="connsiteY2228" fmla="*/ 394609 h 2476997"/>
              <a:gd name="connsiteX2229" fmla="*/ 1672405 w 3242958"/>
              <a:gd name="connsiteY2229" fmla="*/ 387543 h 2476997"/>
              <a:gd name="connsiteX2230" fmla="*/ 1664386 w 3242958"/>
              <a:gd name="connsiteY2230" fmla="*/ 353224 h 2476997"/>
              <a:gd name="connsiteX2231" fmla="*/ 1683390 w 3242958"/>
              <a:gd name="connsiteY2231" fmla="*/ 320267 h 2476997"/>
              <a:gd name="connsiteX2232" fmla="*/ 1689565 w 3242958"/>
              <a:gd name="connsiteY2232" fmla="*/ 357233 h 2476997"/>
              <a:gd name="connsiteX2233" fmla="*/ 1672886 w 3242958"/>
              <a:gd name="connsiteY2233" fmla="*/ 387223 h 2476997"/>
              <a:gd name="connsiteX2234" fmla="*/ 1711757 w 3242958"/>
              <a:gd name="connsiteY2234" fmla="*/ 364316 h 2476997"/>
              <a:gd name="connsiteX2235" fmla="*/ 1704399 w 3242958"/>
              <a:gd name="connsiteY2235" fmla="*/ 332455 h 2476997"/>
              <a:gd name="connsiteX2236" fmla="*/ 1721800 w 3242958"/>
              <a:gd name="connsiteY2236" fmla="*/ 298696 h 2476997"/>
              <a:gd name="connsiteX2237" fmla="*/ 1728215 w 3242958"/>
              <a:gd name="connsiteY2237" fmla="*/ 336063 h 2476997"/>
              <a:gd name="connsiteX2238" fmla="*/ 1728455 w 3242958"/>
              <a:gd name="connsiteY2238" fmla="*/ 336063 h 2476997"/>
              <a:gd name="connsiteX2239" fmla="*/ 1720587 w 3242958"/>
              <a:gd name="connsiteY2239" fmla="*/ 357514 h 2476997"/>
              <a:gd name="connsiteX2240" fmla="*/ 1717893 w 3242958"/>
              <a:gd name="connsiteY2240" fmla="*/ 360700 h 2476997"/>
              <a:gd name="connsiteX2241" fmla="*/ 1747860 w 3242958"/>
              <a:gd name="connsiteY2241" fmla="*/ 343040 h 2476997"/>
              <a:gd name="connsiteX2242" fmla="*/ 1740323 w 3242958"/>
              <a:gd name="connsiteY2242" fmla="*/ 309682 h 2476997"/>
              <a:gd name="connsiteX2243" fmla="*/ 1756360 w 3242958"/>
              <a:gd name="connsiteY2243" fmla="*/ 277607 h 2476997"/>
              <a:gd name="connsiteX2244" fmla="*/ 1762214 w 3242958"/>
              <a:gd name="connsiteY2244" fmla="*/ 313451 h 2476997"/>
              <a:gd name="connsiteX2245" fmla="*/ 1748101 w 3242958"/>
              <a:gd name="connsiteY2245" fmla="*/ 342960 h 2476997"/>
              <a:gd name="connsiteX2246" fmla="*/ 1771355 w 3242958"/>
              <a:gd name="connsiteY2246" fmla="*/ 321630 h 2476997"/>
              <a:gd name="connsiteX2247" fmla="*/ 1776567 w 3242958"/>
              <a:gd name="connsiteY2247" fmla="*/ 315375 h 2476997"/>
              <a:gd name="connsiteX2248" fmla="*/ 1781138 w 3242958"/>
              <a:gd name="connsiteY2248" fmla="*/ 286588 h 2476997"/>
              <a:gd name="connsiteX2249" fmla="*/ 1805194 w 3242958"/>
              <a:gd name="connsiteY2249" fmla="*/ 262933 h 2476997"/>
              <a:gd name="connsiteX2250" fmla="*/ 1289192 w 3242958"/>
              <a:gd name="connsiteY2250" fmla="*/ 258764 h 2476997"/>
              <a:gd name="connsiteX2251" fmla="*/ 1284381 w 3242958"/>
              <a:gd name="connsiteY2251" fmla="*/ 261731 h 2476997"/>
              <a:gd name="connsiteX2252" fmla="*/ 1280773 w 3242958"/>
              <a:gd name="connsiteY2252" fmla="*/ 265339 h 2476997"/>
              <a:gd name="connsiteX2253" fmla="*/ 1273877 w 3242958"/>
              <a:gd name="connsiteY2253" fmla="*/ 262773 h 2476997"/>
              <a:gd name="connsiteX2254" fmla="*/ 1271712 w 3242958"/>
              <a:gd name="connsiteY2254" fmla="*/ 266381 h 2476997"/>
              <a:gd name="connsiteX2255" fmla="*/ 1271712 w 3242958"/>
              <a:gd name="connsiteY2255" fmla="*/ 276325 h 2476997"/>
              <a:gd name="connsiteX2256" fmla="*/ 1271712 w 3242958"/>
              <a:gd name="connsiteY2256" fmla="*/ 280574 h 2476997"/>
              <a:gd name="connsiteX2257" fmla="*/ 1274198 w 3242958"/>
              <a:gd name="connsiteY2257" fmla="*/ 282900 h 2476997"/>
              <a:gd name="connsiteX2258" fmla="*/ 1275721 w 3242958"/>
              <a:gd name="connsiteY2258" fmla="*/ 286669 h 2476997"/>
              <a:gd name="connsiteX2259" fmla="*/ 1283740 w 3242958"/>
              <a:gd name="connsiteY2259" fmla="*/ 287952 h 2476997"/>
              <a:gd name="connsiteX2260" fmla="*/ 1287268 w 3242958"/>
              <a:gd name="connsiteY2260" fmla="*/ 283140 h 2476997"/>
              <a:gd name="connsiteX2261" fmla="*/ 1290636 w 3242958"/>
              <a:gd name="connsiteY2261" fmla="*/ 280735 h 2476997"/>
              <a:gd name="connsiteX2262" fmla="*/ 1292480 w 3242958"/>
              <a:gd name="connsiteY2262" fmla="*/ 276725 h 2476997"/>
              <a:gd name="connsiteX2263" fmla="*/ 1292480 w 3242958"/>
              <a:gd name="connsiteY2263" fmla="*/ 276405 h 2476997"/>
              <a:gd name="connsiteX2264" fmla="*/ 1292079 w 3242958"/>
              <a:gd name="connsiteY2264" fmla="*/ 271674 h 2476997"/>
              <a:gd name="connsiteX2265" fmla="*/ 1293282 w 3242958"/>
              <a:gd name="connsiteY2265" fmla="*/ 268787 h 2476997"/>
              <a:gd name="connsiteX2266" fmla="*/ 1294004 w 3242958"/>
              <a:gd name="connsiteY2266" fmla="*/ 265179 h 2476997"/>
              <a:gd name="connsiteX2267" fmla="*/ 1292641 w 3242958"/>
              <a:gd name="connsiteY2267" fmla="*/ 261811 h 2476997"/>
              <a:gd name="connsiteX2268" fmla="*/ 1291357 w 3242958"/>
              <a:gd name="connsiteY2268" fmla="*/ 258764 h 2476997"/>
              <a:gd name="connsiteX2269" fmla="*/ 1289192 w 3242958"/>
              <a:gd name="connsiteY2269" fmla="*/ 258764 h 2476997"/>
              <a:gd name="connsiteX2270" fmla="*/ 1594784 w 3242958"/>
              <a:gd name="connsiteY2270" fmla="*/ 219320 h 2476997"/>
              <a:gd name="connsiteX2271" fmla="*/ 1267462 w 3242958"/>
              <a:gd name="connsiteY2271" fmla="*/ 337427 h 2476997"/>
              <a:gd name="connsiteX2272" fmla="*/ 1267382 w 3242958"/>
              <a:gd name="connsiteY2272" fmla="*/ 337427 h 2476997"/>
              <a:gd name="connsiteX2273" fmla="*/ 1029227 w 3242958"/>
              <a:gd name="connsiteY2273" fmla="*/ 813896 h 2476997"/>
              <a:gd name="connsiteX2274" fmla="*/ 1036043 w 3242958"/>
              <a:gd name="connsiteY2274" fmla="*/ 904507 h 2476997"/>
              <a:gd name="connsiteX2275" fmla="*/ 1037406 w 3242958"/>
              <a:gd name="connsiteY2275" fmla="*/ 911884 h 2476997"/>
              <a:gd name="connsiteX2276" fmla="*/ 1043821 w 3242958"/>
              <a:gd name="connsiteY2276" fmla="*/ 944921 h 2476997"/>
              <a:gd name="connsiteX2277" fmla="*/ 1055849 w 3242958"/>
              <a:gd name="connsiteY2277" fmla="*/ 990548 h 2476997"/>
              <a:gd name="connsiteX2278" fmla="*/ 1073330 w 3242958"/>
              <a:gd name="connsiteY2278" fmla="*/ 1038660 h 2476997"/>
              <a:gd name="connsiteX2279" fmla="*/ 1075896 w 3242958"/>
              <a:gd name="connsiteY2279" fmla="*/ 1045074 h 2476997"/>
              <a:gd name="connsiteX2280" fmla="*/ 1146781 w 3242958"/>
              <a:gd name="connsiteY2280" fmla="*/ 1169364 h 2476997"/>
              <a:gd name="connsiteX2281" fmla="*/ 1147182 w 3242958"/>
              <a:gd name="connsiteY2281" fmla="*/ 1169845 h 2476997"/>
              <a:gd name="connsiteX2282" fmla="*/ 1147783 w 3242958"/>
              <a:gd name="connsiteY2282" fmla="*/ 1170655 h 2476997"/>
              <a:gd name="connsiteX2283" fmla="*/ 1428632 w 3242958"/>
              <a:gd name="connsiteY2283" fmla="*/ 1376109 h 2476997"/>
              <a:gd name="connsiteX2284" fmla="*/ 1453812 w 3242958"/>
              <a:gd name="connsiteY2284" fmla="*/ 1382223 h 2476997"/>
              <a:gd name="connsiteX2285" fmla="*/ 1452473 w 3242958"/>
              <a:gd name="connsiteY2285" fmla="*/ 1375954 h 2476997"/>
              <a:gd name="connsiteX2286" fmla="*/ 1440425 w 3242958"/>
              <a:gd name="connsiteY2286" fmla="*/ 1356679 h 2476997"/>
              <a:gd name="connsiteX2287" fmla="*/ 1418053 w 3242958"/>
              <a:gd name="connsiteY2287" fmla="*/ 1348661 h 2476997"/>
              <a:gd name="connsiteX2288" fmla="*/ 1414607 w 3242958"/>
              <a:gd name="connsiteY2288" fmla="*/ 1345496 h 2476997"/>
              <a:gd name="connsiteX2289" fmla="*/ 1448925 w 3242958"/>
              <a:gd name="connsiteY2289" fmla="*/ 1351307 h 2476997"/>
              <a:gd name="connsiteX2290" fmla="*/ 1471377 w 3242958"/>
              <a:gd name="connsiteY2290" fmla="*/ 1386108 h 2476997"/>
              <a:gd name="connsiteX2291" fmla="*/ 1481561 w 3242958"/>
              <a:gd name="connsiteY2291" fmla="*/ 1386108 h 2476997"/>
              <a:gd name="connsiteX2292" fmla="*/ 1484324 w 3242958"/>
              <a:gd name="connsiteY2292" fmla="*/ 1389631 h 2476997"/>
              <a:gd name="connsiteX2293" fmla="*/ 1486654 w 3242958"/>
              <a:gd name="connsiteY2293" fmla="*/ 1390197 h 2476997"/>
              <a:gd name="connsiteX2294" fmla="*/ 1511791 w 3242958"/>
              <a:gd name="connsiteY2294" fmla="*/ 1390197 h 2476997"/>
              <a:gd name="connsiteX2295" fmla="*/ 1512413 w 3242958"/>
              <a:gd name="connsiteY2295" fmla="*/ 1394578 h 2476997"/>
              <a:gd name="connsiteX2296" fmla="*/ 1512054 w 3242958"/>
              <a:gd name="connsiteY2296" fmla="*/ 1396364 h 2476997"/>
              <a:gd name="connsiteX2297" fmla="*/ 1539614 w 3242958"/>
              <a:gd name="connsiteY2297" fmla="*/ 1403056 h 2476997"/>
              <a:gd name="connsiteX2298" fmla="*/ 1653693 w 3242958"/>
              <a:gd name="connsiteY2298" fmla="*/ 1408433 h 2476997"/>
              <a:gd name="connsiteX2299" fmla="*/ 1752411 w 3242958"/>
              <a:gd name="connsiteY2299" fmla="*/ 1393971 h 2476997"/>
              <a:gd name="connsiteX2300" fmla="*/ 1752351 w 3242958"/>
              <a:gd name="connsiteY2300" fmla="*/ 1393967 h 2476997"/>
              <a:gd name="connsiteX2301" fmla="*/ 1756922 w 3242958"/>
              <a:gd name="connsiteY2301" fmla="*/ 1392523 h 2476997"/>
              <a:gd name="connsiteX2302" fmla="*/ 1728215 w 3242958"/>
              <a:gd name="connsiteY2302" fmla="*/ 1392523 h 2476997"/>
              <a:gd name="connsiteX2303" fmla="*/ 1712178 w 3242958"/>
              <a:gd name="connsiteY2303" fmla="*/ 1356119 h 2476997"/>
              <a:gd name="connsiteX2304" fmla="*/ 1671283 w 3242958"/>
              <a:gd name="connsiteY2304" fmla="*/ 1354435 h 2476997"/>
              <a:gd name="connsiteX2305" fmla="*/ 1650835 w 3242958"/>
              <a:gd name="connsiteY2305" fmla="*/ 1385708 h 2476997"/>
              <a:gd name="connsiteX2306" fmla="*/ 1648985 w 3242958"/>
              <a:gd name="connsiteY2306" fmla="*/ 1389977 h 2476997"/>
              <a:gd name="connsiteX2307" fmla="*/ 1648990 w 3242958"/>
              <a:gd name="connsiteY2307" fmla="*/ 1389877 h 2476997"/>
              <a:gd name="connsiteX2308" fmla="*/ 1648750 w 3242958"/>
              <a:gd name="connsiteY2308" fmla="*/ 1390519 h 2476997"/>
              <a:gd name="connsiteX2309" fmla="*/ 1648985 w 3242958"/>
              <a:gd name="connsiteY2309" fmla="*/ 1389977 h 2476997"/>
              <a:gd name="connsiteX2310" fmla="*/ 1648349 w 3242958"/>
              <a:gd name="connsiteY2310" fmla="*/ 1402306 h 2476997"/>
              <a:gd name="connsiteX2311" fmla="*/ 1633755 w 3242958"/>
              <a:gd name="connsiteY2311" fmla="*/ 1402306 h 2476997"/>
              <a:gd name="connsiteX2312" fmla="*/ 1639930 w 3242958"/>
              <a:gd name="connsiteY2312" fmla="*/ 1400061 h 2476997"/>
              <a:gd name="connsiteX2313" fmla="*/ 1634798 w 3242958"/>
              <a:gd name="connsiteY2313" fmla="*/ 1399179 h 2476997"/>
              <a:gd name="connsiteX2314" fmla="*/ 1637043 w 3242958"/>
              <a:gd name="connsiteY2314" fmla="*/ 1396773 h 2476997"/>
              <a:gd name="connsiteX2315" fmla="*/ 1629024 w 3242958"/>
              <a:gd name="connsiteY2315" fmla="*/ 1396773 h 2476997"/>
              <a:gd name="connsiteX2316" fmla="*/ 1632151 w 3242958"/>
              <a:gd name="connsiteY2316" fmla="*/ 1394689 h 2476997"/>
              <a:gd name="connsiteX2317" fmla="*/ 1618360 w 3242958"/>
              <a:gd name="connsiteY2317" fmla="*/ 1394689 h 2476997"/>
              <a:gd name="connsiteX2318" fmla="*/ 1621166 w 3242958"/>
              <a:gd name="connsiteY2318" fmla="*/ 1392523 h 2476997"/>
              <a:gd name="connsiteX2319" fmla="*/ 1592860 w 3242958"/>
              <a:gd name="connsiteY2319" fmla="*/ 1392523 h 2476997"/>
              <a:gd name="connsiteX2320" fmla="*/ 1576822 w 3242958"/>
              <a:gd name="connsiteY2320" fmla="*/ 1356119 h 2476997"/>
              <a:gd name="connsiteX2321" fmla="*/ 1535927 w 3242958"/>
              <a:gd name="connsiteY2321" fmla="*/ 1354435 h 2476997"/>
              <a:gd name="connsiteX2322" fmla="*/ 1515480 w 3242958"/>
              <a:gd name="connsiteY2322" fmla="*/ 1385708 h 2476997"/>
              <a:gd name="connsiteX2323" fmla="*/ 1511871 w 3242958"/>
              <a:gd name="connsiteY2323" fmla="*/ 1384585 h 2476997"/>
              <a:gd name="connsiteX2324" fmla="*/ 1520852 w 3242958"/>
              <a:gd name="connsiteY2324" fmla="*/ 1358765 h 2476997"/>
              <a:gd name="connsiteX2325" fmla="*/ 1555172 w 3242958"/>
              <a:gd name="connsiteY2325" fmla="*/ 1344973 h 2476997"/>
              <a:gd name="connsiteX2326" fmla="*/ 1603284 w 3242958"/>
              <a:gd name="connsiteY2326" fmla="*/ 1357562 h 2476997"/>
              <a:gd name="connsiteX2327" fmla="*/ 1612506 w 3242958"/>
              <a:gd name="connsiteY2327" fmla="*/ 1388675 h 2476997"/>
              <a:gd name="connsiteX2328" fmla="*/ 1644580 w 3242958"/>
              <a:gd name="connsiteY2328" fmla="*/ 1387873 h 2476997"/>
              <a:gd name="connsiteX2329" fmla="*/ 1656608 w 3242958"/>
              <a:gd name="connsiteY2329" fmla="*/ 1358765 h 2476997"/>
              <a:gd name="connsiteX2330" fmla="*/ 1690928 w 3242958"/>
              <a:gd name="connsiteY2330" fmla="*/ 1344973 h 2476997"/>
              <a:gd name="connsiteX2331" fmla="*/ 1739041 w 3242958"/>
              <a:gd name="connsiteY2331" fmla="*/ 1357562 h 2476997"/>
              <a:gd name="connsiteX2332" fmla="*/ 1748262 w 3242958"/>
              <a:gd name="connsiteY2332" fmla="*/ 1388675 h 2476997"/>
              <a:gd name="connsiteX2333" fmla="*/ 1778295 w 3242958"/>
              <a:gd name="connsiteY2333" fmla="*/ 1387924 h 2476997"/>
              <a:gd name="connsiteX2334" fmla="*/ 1780547 w 3242958"/>
              <a:gd name="connsiteY2334" fmla="*/ 1387123 h 2476997"/>
              <a:gd name="connsiteX2335" fmla="*/ 1781584 w 3242958"/>
              <a:gd name="connsiteY2335" fmla="*/ 1383429 h 2476997"/>
              <a:gd name="connsiteX2336" fmla="*/ 1798860 w 3242958"/>
              <a:gd name="connsiteY2336" fmla="*/ 1350987 h 2476997"/>
              <a:gd name="connsiteX2337" fmla="*/ 1828855 w 3242958"/>
              <a:gd name="connsiteY2337" fmla="*/ 1343240 h 2476997"/>
              <a:gd name="connsiteX2338" fmla="*/ 1832458 w 3242958"/>
              <a:gd name="connsiteY2338" fmla="*/ 1343369 h 2476997"/>
              <a:gd name="connsiteX2339" fmla="*/ 1832458 w 3242958"/>
              <a:gd name="connsiteY2339" fmla="*/ 1355237 h 2476997"/>
              <a:gd name="connsiteX2340" fmla="*/ 1799100 w 3242958"/>
              <a:gd name="connsiteY2340" fmla="*/ 1360048 h 2476997"/>
              <a:gd name="connsiteX2341" fmla="*/ 1788887 w 3242958"/>
              <a:gd name="connsiteY2341" fmla="*/ 1375705 h 2476997"/>
              <a:gd name="connsiteX2342" fmla="*/ 1786461 w 3242958"/>
              <a:gd name="connsiteY2342" fmla="*/ 1385019 h 2476997"/>
              <a:gd name="connsiteX2343" fmla="*/ 1877742 w 3242958"/>
              <a:gd name="connsiteY2343" fmla="*/ 1352549 h 2476997"/>
              <a:gd name="connsiteX2344" fmla="*/ 1981011 w 3242958"/>
              <a:gd name="connsiteY2344" fmla="*/ 1290325 h 2476997"/>
              <a:gd name="connsiteX2345" fmla="*/ 2100691 w 3242958"/>
              <a:gd name="connsiteY2345" fmla="*/ 457105 h 2476997"/>
              <a:gd name="connsiteX2346" fmla="*/ 1594784 w 3242958"/>
              <a:gd name="connsiteY2346" fmla="*/ 219320 h 2476997"/>
              <a:gd name="connsiteX2347" fmla="*/ 1337545 w 3242958"/>
              <a:gd name="connsiteY2347" fmla="*/ 215623 h 2476997"/>
              <a:gd name="connsiteX2348" fmla="*/ 1335059 w 3242958"/>
              <a:gd name="connsiteY2348" fmla="*/ 217708 h 2476997"/>
              <a:gd name="connsiteX2349" fmla="*/ 1331370 w 3242958"/>
              <a:gd name="connsiteY2349" fmla="*/ 218590 h 2476997"/>
              <a:gd name="connsiteX2350" fmla="*/ 1327922 w 3242958"/>
              <a:gd name="connsiteY2350" fmla="*/ 220194 h 2476997"/>
              <a:gd name="connsiteX2351" fmla="*/ 1323753 w 3242958"/>
              <a:gd name="connsiteY2351" fmla="*/ 220194 h 2476997"/>
              <a:gd name="connsiteX2352" fmla="*/ 1320224 w 3242958"/>
              <a:gd name="connsiteY2352" fmla="*/ 221316 h 2476997"/>
              <a:gd name="connsiteX2353" fmla="*/ 1319984 w 3242958"/>
              <a:gd name="connsiteY2353" fmla="*/ 220996 h 2476997"/>
              <a:gd name="connsiteX2354" fmla="*/ 1321668 w 3242958"/>
              <a:gd name="connsiteY2354" fmla="*/ 226448 h 2476997"/>
              <a:gd name="connsiteX2355" fmla="*/ 1323111 w 3242958"/>
              <a:gd name="connsiteY2355" fmla="*/ 229495 h 2476997"/>
              <a:gd name="connsiteX2356" fmla="*/ 1327121 w 3242958"/>
              <a:gd name="connsiteY2356" fmla="*/ 233344 h 2476997"/>
              <a:gd name="connsiteX2357" fmla="*/ 1331692 w 3242958"/>
              <a:gd name="connsiteY2357" fmla="*/ 236231 h 2476997"/>
              <a:gd name="connsiteX2358" fmla="*/ 1337144 w 3242958"/>
              <a:gd name="connsiteY2358" fmla="*/ 239439 h 2476997"/>
              <a:gd name="connsiteX2359" fmla="*/ 1339469 w 3242958"/>
              <a:gd name="connsiteY2359" fmla="*/ 242887 h 2476997"/>
              <a:gd name="connsiteX2360" fmla="*/ 1343559 w 3242958"/>
              <a:gd name="connsiteY2360" fmla="*/ 244089 h 2476997"/>
              <a:gd name="connsiteX2361" fmla="*/ 1345884 w 3242958"/>
              <a:gd name="connsiteY2361" fmla="*/ 240561 h 2476997"/>
              <a:gd name="connsiteX2362" fmla="*/ 1348931 w 3242958"/>
              <a:gd name="connsiteY2362" fmla="*/ 238637 h 2476997"/>
              <a:gd name="connsiteX2363" fmla="*/ 1351658 w 3242958"/>
              <a:gd name="connsiteY2363" fmla="*/ 235028 h 2476997"/>
              <a:gd name="connsiteX2364" fmla="*/ 1352299 w 3242958"/>
              <a:gd name="connsiteY2364" fmla="*/ 231340 h 2476997"/>
              <a:gd name="connsiteX2365" fmla="*/ 1351898 w 3242958"/>
              <a:gd name="connsiteY2365" fmla="*/ 226609 h 2476997"/>
              <a:gd name="connsiteX2366" fmla="*/ 1352379 w 3242958"/>
              <a:gd name="connsiteY2366" fmla="*/ 222279 h 2476997"/>
              <a:gd name="connsiteX2367" fmla="*/ 1350696 w 3242958"/>
              <a:gd name="connsiteY2367" fmla="*/ 218911 h 2476997"/>
              <a:gd name="connsiteX2368" fmla="*/ 1347408 w 3242958"/>
              <a:gd name="connsiteY2368" fmla="*/ 217387 h 2476997"/>
              <a:gd name="connsiteX2369" fmla="*/ 1337545 w 3242958"/>
              <a:gd name="connsiteY2369" fmla="*/ 215623 h 2476997"/>
              <a:gd name="connsiteX2370" fmla="*/ 1295046 w 3242958"/>
              <a:gd name="connsiteY2370" fmla="*/ 204798 h 2476997"/>
              <a:gd name="connsiteX2371" fmla="*/ 1295767 w 3242958"/>
              <a:gd name="connsiteY2371" fmla="*/ 208647 h 2476997"/>
              <a:gd name="connsiteX2372" fmla="*/ 1294164 w 3242958"/>
              <a:gd name="connsiteY2372" fmla="*/ 213859 h 2476997"/>
              <a:gd name="connsiteX2373" fmla="*/ 1291919 w 3242958"/>
              <a:gd name="connsiteY2373" fmla="*/ 219633 h 2476997"/>
              <a:gd name="connsiteX2374" fmla="*/ 1288230 w 3242958"/>
              <a:gd name="connsiteY2374" fmla="*/ 223642 h 2476997"/>
              <a:gd name="connsiteX2375" fmla="*/ 1284221 w 3242958"/>
              <a:gd name="connsiteY2375" fmla="*/ 222680 h 2476997"/>
              <a:gd name="connsiteX2376" fmla="*/ 1284221 w 3242958"/>
              <a:gd name="connsiteY2376" fmla="*/ 218590 h 2476997"/>
              <a:gd name="connsiteX2377" fmla="*/ 1288551 w 3242958"/>
              <a:gd name="connsiteY2377" fmla="*/ 212576 h 2476997"/>
              <a:gd name="connsiteX2378" fmla="*/ 1289914 w 3242958"/>
              <a:gd name="connsiteY2378" fmla="*/ 209770 h 2476997"/>
              <a:gd name="connsiteX2379" fmla="*/ 1292320 w 3242958"/>
              <a:gd name="connsiteY2379" fmla="*/ 206963 h 2476997"/>
              <a:gd name="connsiteX2380" fmla="*/ 1295046 w 3242958"/>
              <a:gd name="connsiteY2380" fmla="*/ 204798 h 2476997"/>
              <a:gd name="connsiteX2381" fmla="*/ 1301942 w 3242958"/>
              <a:gd name="connsiteY2381" fmla="*/ 182586 h 2476997"/>
              <a:gd name="connsiteX2382" fmla="*/ 1298013 w 3242958"/>
              <a:gd name="connsiteY2382" fmla="*/ 184751 h 2476997"/>
              <a:gd name="connsiteX2383" fmla="*/ 1293843 w 3242958"/>
              <a:gd name="connsiteY2383" fmla="*/ 185473 h 2476997"/>
              <a:gd name="connsiteX2384" fmla="*/ 1291999 w 3242958"/>
              <a:gd name="connsiteY2384" fmla="*/ 187558 h 2476997"/>
              <a:gd name="connsiteX2385" fmla="*/ 1290716 w 3242958"/>
              <a:gd name="connsiteY2385" fmla="*/ 189803 h 2476997"/>
              <a:gd name="connsiteX2386" fmla="*/ 1289353 w 3242958"/>
              <a:gd name="connsiteY2386" fmla="*/ 192610 h 2476997"/>
              <a:gd name="connsiteX2387" fmla="*/ 1286466 w 3242958"/>
              <a:gd name="connsiteY2387" fmla="*/ 196459 h 2476997"/>
              <a:gd name="connsiteX2388" fmla="*/ 1284061 w 3242958"/>
              <a:gd name="connsiteY2388" fmla="*/ 198944 h 2476997"/>
              <a:gd name="connsiteX2389" fmla="*/ 1281254 w 3242958"/>
              <a:gd name="connsiteY2389" fmla="*/ 202473 h 2476997"/>
              <a:gd name="connsiteX2390" fmla="*/ 1277084 w 3242958"/>
              <a:gd name="connsiteY2390" fmla="*/ 206803 h 2476997"/>
              <a:gd name="connsiteX2391" fmla="*/ 1271551 w 3242958"/>
              <a:gd name="connsiteY2391" fmla="*/ 212736 h 2476997"/>
              <a:gd name="connsiteX2392" fmla="*/ 1268825 w 3242958"/>
              <a:gd name="connsiteY2392" fmla="*/ 211694 h 2476997"/>
              <a:gd name="connsiteX2393" fmla="*/ 1264575 w 3242958"/>
              <a:gd name="connsiteY2393" fmla="*/ 211694 h 2476997"/>
              <a:gd name="connsiteX2394" fmla="*/ 1261849 w 3242958"/>
              <a:gd name="connsiteY2394" fmla="*/ 215463 h 2476997"/>
              <a:gd name="connsiteX2395" fmla="*/ 1262330 w 3242958"/>
              <a:gd name="connsiteY2395" fmla="*/ 224845 h 2476997"/>
              <a:gd name="connsiteX2396" fmla="*/ 1266499 w 3242958"/>
              <a:gd name="connsiteY2396" fmla="*/ 231019 h 2476997"/>
              <a:gd name="connsiteX2397" fmla="*/ 1271311 w 3242958"/>
              <a:gd name="connsiteY2397" fmla="*/ 236632 h 2476997"/>
              <a:gd name="connsiteX2398" fmla="*/ 1275240 w 3242958"/>
              <a:gd name="connsiteY2398" fmla="*/ 240802 h 2476997"/>
              <a:gd name="connsiteX2399" fmla="*/ 1277645 w 3242958"/>
              <a:gd name="connsiteY2399" fmla="*/ 243929 h 2476997"/>
              <a:gd name="connsiteX2400" fmla="*/ 1279410 w 3242958"/>
              <a:gd name="connsiteY2400" fmla="*/ 245132 h 2476997"/>
              <a:gd name="connsiteX2401" fmla="*/ 1282216 w 3242958"/>
              <a:gd name="connsiteY2401" fmla="*/ 247778 h 2476997"/>
              <a:gd name="connsiteX2402" fmla="*/ 1284542 w 3242958"/>
              <a:gd name="connsiteY2402" fmla="*/ 248259 h 2476997"/>
              <a:gd name="connsiteX2403" fmla="*/ 1289112 w 3242958"/>
              <a:gd name="connsiteY2403" fmla="*/ 246094 h 2476997"/>
              <a:gd name="connsiteX2404" fmla="*/ 1291438 w 3242958"/>
              <a:gd name="connsiteY2404" fmla="*/ 244009 h 2476997"/>
              <a:gd name="connsiteX2405" fmla="*/ 1295447 w 3242958"/>
              <a:gd name="connsiteY2405" fmla="*/ 242887 h 2476997"/>
              <a:gd name="connsiteX2406" fmla="*/ 1297852 w 3242958"/>
              <a:gd name="connsiteY2406" fmla="*/ 244330 h 2476997"/>
              <a:gd name="connsiteX2407" fmla="*/ 1300900 w 3242958"/>
              <a:gd name="connsiteY2407" fmla="*/ 251066 h 2476997"/>
              <a:gd name="connsiteX2408" fmla="*/ 1303706 w 3242958"/>
              <a:gd name="connsiteY2408" fmla="*/ 255797 h 2476997"/>
              <a:gd name="connsiteX2409" fmla="*/ 1305711 w 3242958"/>
              <a:gd name="connsiteY2409" fmla="*/ 259245 h 2476997"/>
              <a:gd name="connsiteX2410" fmla="*/ 1304348 w 3242958"/>
              <a:gd name="connsiteY2410" fmla="*/ 266542 h 2476997"/>
              <a:gd name="connsiteX2411" fmla="*/ 1298013 w 3242958"/>
              <a:gd name="connsiteY2411" fmla="*/ 267905 h 2476997"/>
              <a:gd name="connsiteX2412" fmla="*/ 1295367 w 3242958"/>
              <a:gd name="connsiteY2412" fmla="*/ 271513 h 2476997"/>
              <a:gd name="connsiteX2413" fmla="*/ 1304348 w 3242958"/>
              <a:gd name="connsiteY2413" fmla="*/ 273839 h 2476997"/>
              <a:gd name="connsiteX2414" fmla="*/ 1308517 w 3242958"/>
              <a:gd name="connsiteY2414" fmla="*/ 276405 h 2476997"/>
              <a:gd name="connsiteX2415" fmla="*/ 1313248 w 3242958"/>
              <a:gd name="connsiteY2415" fmla="*/ 275924 h 2476997"/>
              <a:gd name="connsiteX2416" fmla="*/ 1316456 w 3242958"/>
              <a:gd name="connsiteY2416" fmla="*/ 276325 h 2476997"/>
              <a:gd name="connsiteX2417" fmla="*/ 1319904 w 3242958"/>
              <a:gd name="connsiteY2417" fmla="*/ 275924 h 2476997"/>
              <a:gd name="connsiteX2418" fmla="*/ 1322390 w 3242958"/>
              <a:gd name="connsiteY2418" fmla="*/ 275924 h 2476997"/>
              <a:gd name="connsiteX2419" fmla="*/ 1325116 w 3242958"/>
              <a:gd name="connsiteY2419" fmla="*/ 271513 h 2476997"/>
              <a:gd name="connsiteX2420" fmla="*/ 1326800 w 3242958"/>
              <a:gd name="connsiteY2420" fmla="*/ 264778 h 2476997"/>
              <a:gd name="connsiteX2421" fmla="*/ 1327201 w 3242958"/>
              <a:gd name="connsiteY2421" fmla="*/ 256759 h 2476997"/>
              <a:gd name="connsiteX2422" fmla="*/ 1314612 w 3242958"/>
              <a:gd name="connsiteY2422" fmla="*/ 235830 h 2476997"/>
              <a:gd name="connsiteX2423" fmla="*/ 1311083 w 3242958"/>
              <a:gd name="connsiteY2423" fmla="*/ 231580 h 2476997"/>
              <a:gd name="connsiteX2424" fmla="*/ 1311805 w 3242958"/>
              <a:gd name="connsiteY2424" fmla="*/ 227651 h 2476997"/>
              <a:gd name="connsiteX2425" fmla="*/ 1314050 w 3242958"/>
              <a:gd name="connsiteY2425" fmla="*/ 225887 h 2476997"/>
              <a:gd name="connsiteX2426" fmla="*/ 1314772 w 3242958"/>
              <a:gd name="connsiteY2426" fmla="*/ 219793 h 2476997"/>
              <a:gd name="connsiteX2427" fmla="*/ 1314772 w 3242958"/>
              <a:gd name="connsiteY2427" fmla="*/ 202473 h 2476997"/>
              <a:gd name="connsiteX2428" fmla="*/ 1314772 w 3242958"/>
              <a:gd name="connsiteY2428" fmla="*/ 197341 h 2476997"/>
              <a:gd name="connsiteX2429" fmla="*/ 1316536 w 3242958"/>
              <a:gd name="connsiteY2429" fmla="*/ 189723 h 2476997"/>
              <a:gd name="connsiteX2430" fmla="*/ 1314291 w 3242958"/>
              <a:gd name="connsiteY2430" fmla="*/ 186275 h 2476997"/>
              <a:gd name="connsiteX2431" fmla="*/ 1309961 w 3242958"/>
              <a:gd name="connsiteY2431" fmla="*/ 182586 h 2476997"/>
              <a:gd name="connsiteX2432" fmla="*/ 1301942 w 3242958"/>
              <a:gd name="connsiteY2432" fmla="*/ 182586 h 2476997"/>
              <a:gd name="connsiteX2433" fmla="*/ 1988340 w 3242958"/>
              <a:gd name="connsiteY2433" fmla="*/ 171921 h 2476997"/>
              <a:gd name="connsiteX2434" fmla="*/ 1985695 w 3242958"/>
              <a:gd name="connsiteY2434" fmla="*/ 172804 h 2476997"/>
              <a:gd name="connsiteX2435" fmla="*/ 1982968 w 3242958"/>
              <a:gd name="connsiteY2435" fmla="*/ 178176 h 2476997"/>
              <a:gd name="connsiteX2436" fmla="*/ 1978878 w 3242958"/>
              <a:gd name="connsiteY2436" fmla="*/ 183789 h 2476997"/>
              <a:gd name="connsiteX2437" fmla="*/ 1971421 w 3242958"/>
              <a:gd name="connsiteY2437" fmla="*/ 191808 h 2476997"/>
              <a:gd name="connsiteX2438" fmla="*/ 1959153 w 3242958"/>
              <a:gd name="connsiteY2438" fmla="*/ 189482 h 2476997"/>
              <a:gd name="connsiteX2439" fmla="*/ 1952978 w 3242958"/>
              <a:gd name="connsiteY2439" fmla="*/ 185714 h 2476997"/>
              <a:gd name="connsiteX2440" fmla="*/ 1949450 w 3242958"/>
              <a:gd name="connsiteY2440" fmla="*/ 185714 h 2476997"/>
              <a:gd name="connsiteX2441" fmla="*/ 1945761 w 3242958"/>
              <a:gd name="connsiteY2441" fmla="*/ 185072 h 2476997"/>
              <a:gd name="connsiteX2442" fmla="*/ 1941993 w 3242958"/>
              <a:gd name="connsiteY2442" fmla="*/ 186195 h 2476997"/>
              <a:gd name="connsiteX2443" fmla="*/ 1938384 w 3242958"/>
              <a:gd name="connsiteY2443" fmla="*/ 189322 h 2476997"/>
              <a:gd name="connsiteX2444" fmla="*/ 1939747 w 3242958"/>
              <a:gd name="connsiteY2444" fmla="*/ 198543 h 2476997"/>
              <a:gd name="connsiteX2445" fmla="*/ 1942955 w 3242958"/>
              <a:gd name="connsiteY2445" fmla="*/ 203114 h 2476997"/>
              <a:gd name="connsiteX2446" fmla="*/ 1945761 w 3242958"/>
              <a:gd name="connsiteY2446" fmla="*/ 204718 h 2476997"/>
              <a:gd name="connsiteX2447" fmla="*/ 1949130 w 3242958"/>
              <a:gd name="connsiteY2447" fmla="*/ 205600 h 2476997"/>
              <a:gd name="connsiteX2448" fmla="*/ 1951374 w 3242958"/>
              <a:gd name="connsiteY2448" fmla="*/ 206883 h 2476997"/>
              <a:gd name="connsiteX2449" fmla="*/ 1954341 w 3242958"/>
              <a:gd name="connsiteY2449" fmla="*/ 208406 h 2476997"/>
              <a:gd name="connsiteX2450" fmla="*/ 1950813 w 3242958"/>
              <a:gd name="connsiteY2450" fmla="*/ 211774 h 2476997"/>
              <a:gd name="connsiteX2451" fmla="*/ 1939667 w 3242958"/>
              <a:gd name="connsiteY2451" fmla="*/ 218349 h 2476997"/>
              <a:gd name="connsiteX2452" fmla="*/ 1917375 w 3242958"/>
              <a:gd name="connsiteY2452" fmla="*/ 223802 h 2476997"/>
              <a:gd name="connsiteX2453" fmla="*/ 1914649 w 3242958"/>
              <a:gd name="connsiteY2453" fmla="*/ 223802 h 2476997"/>
              <a:gd name="connsiteX2454" fmla="*/ 1910239 w 3242958"/>
              <a:gd name="connsiteY2454" fmla="*/ 224363 h 2476997"/>
              <a:gd name="connsiteX2455" fmla="*/ 1904305 w 3242958"/>
              <a:gd name="connsiteY2455" fmla="*/ 224363 h 2476997"/>
              <a:gd name="connsiteX2456" fmla="*/ 1904305 w 3242958"/>
              <a:gd name="connsiteY2456" fmla="*/ 224043 h 2476997"/>
              <a:gd name="connsiteX2457" fmla="*/ 1900376 w 3242958"/>
              <a:gd name="connsiteY2457" fmla="*/ 225005 h 2476997"/>
              <a:gd name="connsiteX2458" fmla="*/ 1902781 w 3242958"/>
              <a:gd name="connsiteY2458" fmla="*/ 227812 h 2476997"/>
              <a:gd name="connsiteX2459" fmla="*/ 1902781 w 3242958"/>
              <a:gd name="connsiteY2459" fmla="*/ 232462 h 2476997"/>
              <a:gd name="connsiteX2460" fmla="*/ 1903904 w 3242958"/>
              <a:gd name="connsiteY2460" fmla="*/ 235830 h 2476997"/>
              <a:gd name="connsiteX2461" fmla="*/ 1907833 w 3242958"/>
              <a:gd name="connsiteY2461" fmla="*/ 237193 h 2476997"/>
              <a:gd name="connsiteX2462" fmla="*/ 1915050 w 3242958"/>
              <a:gd name="connsiteY2462" fmla="*/ 239278 h 2476997"/>
              <a:gd name="connsiteX2463" fmla="*/ 1924111 w 3242958"/>
              <a:gd name="connsiteY2463" fmla="*/ 239278 h 2476997"/>
              <a:gd name="connsiteX2464" fmla="*/ 1936700 w 3242958"/>
              <a:gd name="connsiteY2464" fmla="*/ 239278 h 2476997"/>
              <a:gd name="connsiteX2465" fmla="*/ 1950893 w 3242958"/>
              <a:gd name="connsiteY2465" fmla="*/ 235750 h 2476997"/>
              <a:gd name="connsiteX2466" fmla="*/ 1962601 w 3242958"/>
              <a:gd name="connsiteY2466" fmla="*/ 229816 h 2476997"/>
              <a:gd name="connsiteX2467" fmla="*/ 1967091 w 3242958"/>
              <a:gd name="connsiteY2467" fmla="*/ 242967 h 2476997"/>
              <a:gd name="connsiteX2468" fmla="*/ 1968695 w 3242958"/>
              <a:gd name="connsiteY2468" fmla="*/ 249863 h 2476997"/>
              <a:gd name="connsiteX2469" fmla="*/ 1970379 w 3242958"/>
              <a:gd name="connsiteY2469" fmla="*/ 261971 h 2476997"/>
              <a:gd name="connsiteX2470" fmla="*/ 1970379 w 3242958"/>
              <a:gd name="connsiteY2470" fmla="*/ 275443 h 2476997"/>
              <a:gd name="connsiteX2471" fmla="*/ 1972624 w 3242958"/>
              <a:gd name="connsiteY2471" fmla="*/ 280254 h 2476997"/>
              <a:gd name="connsiteX2472" fmla="*/ 1978718 w 3242958"/>
              <a:gd name="connsiteY2472" fmla="*/ 284985 h 2476997"/>
              <a:gd name="connsiteX2473" fmla="*/ 1982487 w 3242958"/>
              <a:gd name="connsiteY2473" fmla="*/ 288192 h 2476997"/>
              <a:gd name="connsiteX2474" fmla="*/ 1987378 w 3242958"/>
              <a:gd name="connsiteY2474" fmla="*/ 290918 h 2476997"/>
              <a:gd name="connsiteX2475" fmla="*/ 1991869 w 3242958"/>
              <a:gd name="connsiteY2475" fmla="*/ 293885 h 2476997"/>
              <a:gd name="connsiteX2476" fmla="*/ 1994194 w 3242958"/>
              <a:gd name="connsiteY2476" fmla="*/ 294687 h 2476997"/>
              <a:gd name="connsiteX2477" fmla="*/ 1997242 w 3242958"/>
              <a:gd name="connsiteY2477" fmla="*/ 294126 h 2476997"/>
              <a:gd name="connsiteX2478" fmla="*/ 2003816 w 3242958"/>
              <a:gd name="connsiteY2478" fmla="*/ 294126 h 2476997"/>
              <a:gd name="connsiteX2479" fmla="*/ 2006142 w 3242958"/>
              <a:gd name="connsiteY2479" fmla="*/ 291079 h 2476997"/>
              <a:gd name="connsiteX2480" fmla="*/ 2008467 w 3242958"/>
              <a:gd name="connsiteY2480" fmla="*/ 289315 h 2476997"/>
              <a:gd name="connsiteX2481" fmla="*/ 2006222 w 3242958"/>
              <a:gd name="connsiteY2481" fmla="*/ 286187 h 2476997"/>
              <a:gd name="connsiteX2482" fmla="*/ 1999326 w 3242958"/>
              <a:gd name="connsiteY2482" fmla="*/ 278169 h 2476997"/>
              <a:gd name="connsiteX2483" fmla="*/ 1996921 w 3242958"/>
              <a:gd name="connsiteY2483" fmla="*/ 273438 h 2476997"/>
              <a:gd name="connsiteX2484" fmla="*/ 1992991 w 3242958"/>
              <a:gd name="connsiteY2484" fmla="*/ 268466 h 2476997"/>
              <a:gd name="connsiteX2485" fmla="*/ 1987619 w 3242958"/>
              <a:gd name="connsiteY2485" fmla="*/ 257240 h 2476997"/>
              <a:gd name="connsiteX2486" fmla="*/ 1984572 w 3242958"/>
              <a:gd name="connsiteY2486" fmla="*/ 242486 h 2476997"/>
              <a:gd name="connsiteX2487" fmla="*/ 1979760 w 3242958"/>
              <a:gd name="connsiteY2487" fmla="*/ 223722 h 2476997"/>
              <a:gd name="connsiteX2488" fmla="*/ 1982166 w 3242958"/>
              <a:gd name="connsiteY2488" fmla="*/ 217788 h 2476997"/>
              <a:gd name="connsiteX2489" fmla="*/ 1986416 w 3242958"/>
              <a:gd name="connsiteY2489" fmla="*/ 215703 h 2476997"/>
              <a:gd name="connsiteX2490" fmla="*/ 1995076 w 3242958"/>
              <a:gd name="connsiteY2490" fmla="*/ 217067 h 2476997"/>
              <a:gd name="connsiteX2491" fmla="*/ 2000048 w 3242958"/>
              <a:gd name="connsiteY2491" fmla="*/ 219151 h 2476997"/>
              <a:gd name="connsiteX2492" fmla="*/ 2005741 w 3242958"/>
              <a:gd name="connsiteY2492" fmla="*/ 220354 h 2476997"/>
              <a:gd name="connsiteX2493" fmla="*/ 2014401 w 3242958"/>
              <a:gd name="connsiteY2493" fmla="*/ 221397 h 2476997"/>
              <a:gd name="connsiteX2494" fmla="*/ 2018651 w 3242958"/>
              <a:gd name="connsiteY2494" fmla="*/ 220916 h 2476997"/>
              <a:gd name="connsiteX2495" fmla="*/ 2021137 w 3242958"/>
              <a:gd name="connsiteY2495" fmla="*/ 219873 h 2476997"/>
              <a:gd name="connsiteX2496" fmla="*/ 2021137 w 3242958"/>
              <a:gd name="connsiteY2496" fmla="*/ 210571 h 2476997"/>
              <a:gd name="connsiteX2497" fmla="*/ 2016727 w 3242958"/>
              <a:gd name="connsiteY2497" fmla="*/ 205760 h 2476997"/>
              <a:gd name="connsiteX2498" fmla="*/ 2010472 w 3242958"/>
              <a:gd name="connsiteY2498" fmla="*/ 202152 h 2476997"/>
              <a:gd name="connsiteX2499" fmla="*/ 2004699 w 3242958"/>
              <a:gd name="connsiteY2499" fmla="*/ 202633 h 2476997"/>
              <a:gd name="connsiteX2500" fmla="*/ 2000529 w 3242958"/>
              <a:gd name="connsiteY2500" fmla="*/ 201831 h 2476997"/>
              <a:gd name="connsiteX2501" fmla="*/ 1996840 w 3242958"/>
              <a:gd name="connsiteY2501" fmla="*/ 201430 h 2476997"/>
              <a:gd name="connsiteX2502" fmla="*/ 1994114 w 3242958"/>
              <a:gd name="connsiteY2502" fmla="*/ 200708 h 2476997"/>
              <a:gd name="connsiteX2503" fmla="*/ 1996199 w 3242958"/>
              <a:gd name="connsiteY2503" fmla="*/ 197341 h 2476997"/>
              <a:gd name="connsiteX2504" fmla="*/ 2001972 w 3242958"/>
              <a:gd name="connsiteY2504" fmla="*/ 192850 h 2476997"/>
              <a:gd name="connsiteX2505" fmla="*/ 2003175 w 3242958"/>
              <a:gd name="connsiteY2505" fmla="*/ 189322 h 2476997"/>
              <a:gd name="connsiteX2506" fmla="*/ 2003977 w 3242958"/>
              <a:gd name="connsiteY2506" fmla="*/ 185473 h 2476997"/>
              <a:gd name="connsiteX2507" fmla="*/ 2001571 w 3242958"/>
              <a:gd name="connsiteY2507" fmla="*/ 178978 h 2476997"/>
              <a:gd name="connsiteX2508" fmla="*/ 1995878 w 3242958"/>
              <a:gd name="connsiteY2508" fmla="*/ 175369 h 2476997"/>
              <a:gd name="connsiteX2509" fmla="*/ 1992190 w 3242958"/>
              <a:gd name="connsiteY2509" fmla="*/ 174568 h 2476997"/>
              <a:gd name="connsiteX2510" fmla="*/ 1988340 w 3242958"/>
              <a:gd name="connsiteY2510" fmla="*/ 171921 h 2476997"/>
              <a:gd name="connsiteX2511" fmla="*/ 1463598 w 3242958"/>
              <a:gd name="connsiteY2511" fmla="*/ 159492 h 2476997"/>
              <a:gd name="connsiteX2512" fmla="*/ 1463839 w 3242958"/>
              <a:gd name="connsiteY2512" fmla="*/ 159813 h 2476997"/>
              <a:gd name="connsiteX2513" fmla="*/ 1463657 w 3242958"/>
              <a:gd name="connsiteY2513" fmla="*/ 159603 h 2476997"/>
              <a:gd name="connsiteX2514" fmla="*/ 1272273 w 3242958"/>
              <a:gd name="connsiteY2514" fmla="*/ 144257 h 2476997"/>
              <a:gd name="connsiteX2515" fmla="*/ 1268183 w 3242958"/>
              <a:gd name="connsiteY2515" fmla="*/ 145299 h 2476997"/>
              <a:gd name="connsiteX2516" fmla="*/ 1265297 w 3242958"/>
              <a:gd name="connsiteY2516" fmla="*/ 145299 h 2476997"/>
              <a:gd name="connsiteX2517" fmla="*/ 1261528 w 3242958"/>
              <a:gd name="connsiteY2517" fmla="*/ 147545 h 2476997"/>
              <a:gd name="connsiteX2518" fmla="*/ 1258401 w 3242958"/>
              <a:gd name="connsiteY2518" fmla="*/ 149068 h 2476997"/>
              <a:gd name="connsiteX2519" fmla="*/ 1256476 w 3242958"/>
              <a:gd name="connsiteY2519" fmla="*/ 151474 h 2476997"/>
              <a:gd name="connsiteX2520" fmla="*/ 1254071 w 3242958"/>
              <a:gd name="connsiteY2520" fmla="*/ 153238 h 2476997"/>
              <a:gd name="connsiteX2521" fmla="*/ 1252146 w 3242958"/>
              <a:gd name="connsiteY2521" fmla="*/ 155884 h 2476997"/>
              <a:gd name="connsiteX2522" fmla="*/ 1248137 w 3242958"/>
              <a:gd name="connsiteY2522" fmla="*/ 159252 h 2476997"/>
              <a:gd name="connsiteX2523" fmla="*/ 1248698 w 3242958"/>
              <a:gd name="connsiteY2523" fmla="*/ 162299 h 2476997"/>
              <a:gd name="connsiteX2524" fmla="*/ 1256075 w 3242958"/>
              <a:gd name="connsiteY2524" fmla="*/ 167832 h 2476997"/>
              <a:gd name="connsiteX2525" fmla="*/ 1256877 w 3242958"/>
              <a:gd name="connsiteY2525" fmla="*/ 171280 h 2476997"/>
              <a:gd name="connsiteX2526" fmla="*/ 1257439 w 3242958"/>
              <a:gd name="connsiteY2526" fmla="*/ 174167 h 2476997"/>
              <a:gd name="connsiteX2527" fmla="*/ 1258320 w 3242958"/>
              <a:gd name="connsiteY2527" fmla="*/ 176973 h 2476997"/>
              <a:gd name="connsiteX2528" fmla="*/ 1261688 w 3242958"/>
              <a:gd name="connsiteY2528" fmla="*/ 176973 h 2476997"/>
              <a:gd name="connsiteX2529" fmla="*/ 1264655 w 3242958"/>
              <a:gd name="connsiteY2529" fmla="*/ 176332 h 2476997"/>
              <a:gd name="connsiteX2530" fmla="*/ 1266419 w 3242958"/>
              <a:gd name="connsiteY2530" fmla="*/ 178417 h 2476997"/>
              <a:gd name="connsiteX2531" fmla="*/ 1264174 w 3242958"/>
              <a:gd name="connsiteY2531" fmla="*/ 182586 h 2476997"/>
              <a:gd name="connsiteX2532" fmla="*/ 1257198 w 3242958"/>
              <a:gd name="connsiteY2532" fmla="*/ 190605 h 2476997"/>
              <a:gd name="connsiteX2533" fmla="*/ 1253028 w 3242958"/>
              <a:gd name="connsiteY2533" fmla="*/ 193973 h 2476997"/>
              <a:gd name="connsiteX2534" fmla="*/ 1243486 w 3242958"/>
              <a:gd name="connsiteY2534" fmla="*/ 202713 h 2476997"/>
              <a:gd name="connsiteX2535" fmla="*/ 1239878 w 3242958"/>
              <a:gd name="connsiteY2535" fmla="*/ 206963 h 2476997"/>
              <a:gd name="connsiteX2536" fmla="*/ 1237071 w 3242958"/>
              <a:gd name="connsiteY2536" fmla="*/ 206963 h 2476997"/>
              <a:gd name="connsiteX2537" fmla="*/ 1237071 w 3242958"/>
              <a:gd name="connsiteY2537" fmla="*/ 206642 h 2476997"/>
              <a:gd name="connsiteX2538" fmla="*/ 1231217 w 3242958"/>
              <a:gd name="connsiteY2538" fmla="*/ 215623 h 2476997"/>
              <a:gd name="connsiteX2539" fmla="*/ 1232099 w 3242958"/>
              <a:gd name="connsiteY2539" fmla="*/ 218750 h 2476997"/>
              <a:gd name="connsiteX2540" fmla="*/ 1234425 w 3242958"/>
              <a:gd name="connsiteY2540" fmla="*/ 222199 h 2476997"/>
              <a:gd name="connsiteX2541" fmla="*/ 1237953 w 3242958"/>
              <a:gd name="connsiteY2541" fmla="*/ 225727 h 2476997"/>
              <a:gd name="connsiteX2542" fmla="*/ 1242123 w 3242958"/>
              <a:gd name="connsiteY2542" fmla="*/ 223642 h 2476997"/>
              <a:gd name="connsiteX2543" fmla="*/ 1245170 w 3242958"/>
              <a:gd name="connsiteY2543" fmla="*/ 223642 h 2476997"/>
              <a:gd name="connsiteX2544" fmla="*/ 1246934 w 3242958"/>
              <a:gd name="connsiteY2544" fmla="*/ 220515 h 2476997"/>
              <a:gd name="connsiteX2545" fmla="*/ 1249420 w 3242958"/>
              <a:gd name="connsiteY2545" fmla="*/ 217628 h 2476997"/>
              <a:gd name="connsiteX2546" fmla="*/ 1252467 w 3242958"/>
              <a:gd name="connsiteY2546" fmla="*/ 214501 h 2476997"/>
              <a:gd name="connsiteX2547" fmla="*/ 1254632 w 3242958"/>
              <a:gd name="connsiteY2547" fmla="*/ 213057 h 2476997"/>
              <a:gd name="connsiteX2548" fmla="*/ 1257439 w 3242958"/>
              <a:gd name="connsiteY2548" fmla="*/ 211213 h 2476997"/>
              <a:gd name="connsiteX2549" fmla="*/ 1260165 w 3242958"/>
              <a:gd name="connsiteY2549" fmla="*/ 208406 h 2476997"/>
              <a:gd name="connsiteX2550" fmla="*/ 1262891 w 3242958"/>
              <a:gd name="connsiteY2550" fmla="*/ 206161 h 2476997"/>
              <a:gd name="connsiteX2551" fmla="*/ 1265938 w 3242958"/>
              <a:gd name="connsiteY2551" fmla="*/ 203194 h 2476997"/>
              <a:gd name="connsiteX2552" fmla="*/ 1269146 w 3242958"/>
              <a:gd name="connsiteY2552" fmla="*/ 199907 h 2476997"/>
              <a:gd name="connsiteX2553" fmla="*/ 1272433 w 3242958"/>
              <a:gd name="connsiteY2553" fmla="*/ 196539 h 2476997"/>
              <a:gd name="connsiteX2554" fmla="*/ 1284301 w 3242958"/>
              <a:gd name="connsiteY2554" fmla="*/ 184591 h 2476997"/>
              <a:gd name="connsiteX2555" fmla="*/ 1288791 w 3242958"/>
              <a:gd name="connsiteY2555" fmla="*/ 178497 h 2476997"/>
              <a:gd name="connsiteX2556" fmla="*/ 1293041 w 3242958"/>
              <a:gd name="connsiteY2556" fmla="*/ 176171 h 2476997"/>
              <a:gd name="connsiteX2557" fmla="*/ 1296409 w 3242958"/>
              <a:gd name="connsiteY2557" fmla="*/ 172082 h 2476997"/>
              <a:gd name="connsiteX2558" fmla="*/ 1299937 w 3242958"/>
              <a:gd name="connsiteY2558" fmla="*/ 168233 h 2476997"/>
              <a:gd name="connsiteX2559" fmla="*/ 1304267 w 3242958"/>
              <a:gd name="connsiteY2559" fmla="*/ 164865 h 2476997"/>
              <a:gd name="connsiteX2560" fmla="*/ 1309880 w 3242958"/>
              <a:gd name="connsiteY2560" fmla="*/ 160856 h 2476997"/>
              <a:gd name="connsiteX2561" fmla="*/ 1314050 w 3242958"/>
              <a:gd name="connsiteY2561" fmla="*/ 159813 h 2476997"/>
              <a:gd name="connsiteX2562" fmla="*/ 1317178 w 3242958"/>
              <a:gd name="connsiteY2562" fmla="*/ 150431 h 2476997"/>
              <a:gd name="connsiteX2563" fmla="*/ 1315173 w 3242958"/>
              <a:gd name="connsiteY2563" fmla="*/ 146663 h 2476997"/>
              <a:gd name="connsiteX2564" fmla="*/ 1312527 w 3242958"/>
              <a:gd name="connsiteY2564" fmla="*/ 145861 h 2476997"/>
              <a:gd name="connsiteX2565" fmla="*/ 1306994 w 3242958"/>
              <a:gd name="connsiteY2565" fmla="*/ 144899 h 2476997"/>
              <a:gd name="connsiteX2566" fmla="*/ 1303466 w 3242958"/>
              <a:gd name="connsiteY2566" fmla="*/ 145700 h 2476997"/>
              <a:gd name="connsiteX2567" fmla="*/ 1299777 w 3242958"/>
              <a:gd name="connsiteY2567" fmla="*/ 146262 h 2476997"/>
              <a:gd name="connsiteX2568" fmla="*/ 1294004 w 3242958"/>
              <a:gd name="connsiteY2568" fmla="*/ 151795 h 2476997"/>
              <a:gd name="connsiteX2569" fmla="*/ 1283900 w 3242958"/>
              <a:gd name="connsiteY2569" fmla="*/ 161577 h 2476997"/>
              <a:gd name="connsiteX2570" fmla="*/ 1282056 w 3242958"/>
              <a:gd name="connsiteY2570" fmla="*/ 159974 h 2476997"/>
              <a:gd name="connsiteX2571" fmla="*/ 1282056 w 3242958"/>
              <a:gd name="connsiteY2571" fmla="*/ 151955 h 2476997"/>
              <a:gd name="connsiteX2572" fmla="*/ 1275801 w 3242958"/>
              <a:gd name="connsiteY2572" fmla="*/ 147625 h 2476997"/>
              <a:gd name="connsiteX2573" fmla="*/ 1272273 w 3242958"/>
              <a:gd name="connsiteY2573" fmla="*/ 144257 h 2476997"/>
              <a:gd name="connsiteX2574" fmla="*/ 1526024 w 3242958"/>
              <a:gd name="connsiteY2574" fmla="*/ 121604 h 2476997"/>
              <a:gd name="connsiteX2575" fmla="*/ 1527347 w 3242958"/>
              <a:gd name="connsiteY2575" fmla="*/ 123007 h 2476997"/>
              <a:gd name="connsiteX2576" fmla="*/ 1525102 w 3242958"/>
              <a:gd name="connsiteY2576" fmla="*/ 128701 h 2476997"/>
              <a:gd name="connsiteX2577" fmla="*/ 1520371 w 3242958"/>
              <a:gd name="connsiteY2577" fmla="*/ 128701 h 2476997"/>
              <a:gd name="connsiteX2578" fmla="*/ 1519649 w 3242958"/>
              <a:gd name="connsiteY2578" fmla="*/ 126135 h 2476997"/>
              <a:gd name="connsiteX2579" fmla="*/ 1520531 w 3242958"/>
              <a:gd name="connsiteY2579" fmla="*/ 123248 h 2476997"/>
              <a:gd name="connsiteX2580" fmla="*/ 1525663 w 3242958"/>
              <a:gd name="connsiteY2580" fmla="*/ 121644 h 2476997"/>
              <a:gd name="connsiteX2581" fmla="*/ 1526024 w 3242958"/>
              <a:gd name="connsiteY2581" fmla="*/ 121604 h 2476997"/>
              <a:gd name="connsiteX2582" fmla="*/ 1540658 w 3242958"/>
              <a:gd name="connsiteY2582" fmla="*/ 114908 h 2476997"/>
              <a:gd name="connsiteX2583" fmla="*/ 1543384 w 3242958"/>
              <a:gd name="connsiteY2583" fmla="*/ 115470 h 2476997"/>
              <a:gd name="connsiteX2584" fmla="*/ 1543785 w 3242958"/>
              <a:gd name="connsiteY2584" fmla="*/ 118918 h 2476997"/>
              <a:gd name="connsiteX2585" fmla="*/ 1539615 w 3242958"/>
              <a:gd name="connsiteY2585" fmla="*/ 123007 h 2476997"/>
              <a:gd name="connsiteX2586" fmla="*/ 1536728 w 3242958"/>
              <a:gd name="connsiteY2586" fmla="*/ 121002 h 2476997"/>
              <a:gd name="connsiteX2587" fmla="*/ 1536728 w 3242958"/>
              <a:gd name="connsiteY2587" fmla="*/ 116833 h 2476997"/>
              <a:gd name="connsiteX2588" fmla="*/ 1540658 w 3242958"/>
              <a:gd name="connsiteY2588" fmla="*/ 114908 h 2476997"/>
              <a:gd name="connsiteX2589" fmla="*/ 1521654 w 3242958"/>
              <a:gd name="connsiteY2589" fmla="*/ 104323 h 2476997"/>
              <a:gd name="connsiteX2590" fmla="*/ 1525583 w 3242958"/>
              <a:gd name="connsiteY2590" fmla="*/ 107691 h 2476997"/>
              <a:gd name="connsiteX2591" fmla="*/ 1521012 w 3242958"/>
              <a:gd name="connsiteY2591" fmla="*/ 113384 h 2476997"/>
              <a:gd name="connsiteX2592" fmla="*/ 1518927 w 3242958"/>
              <a:gd name="connsiteY2592" fmla="*/ 112502 h 2476997"/>
              <a:gd name="connsiteX2593" fmla="*/ 1517804 w 3242958"/>
              <a:gd name="connsiteY2593" fmla="*/ 108092 h 2476997"/>
              <a:gd name="connsiteX2594" fmla="*/ 1521654 w 3242958"/>
              <a:gd name="connsiteY2594" fmla="*/ 104323 h 2476997"/>
              <a:gd name="connsiteX2595" fmla="*/ 1746979 w 3242958"/>
              <a:gd name="connsiteY2595" fmla="*/ 101036 h 2476997"/>
              <a:gd name="connsiteX2596" fmla="*/ 1741686 w 3242958"/>
              <a:gd name="connsiteY2596" fmla="*/ 103683 h 2476997"/>
              <a:gd name="connsiteX2597" fmla="*/ 1740884 w 3242958"/>
              <a:gd name="connsiteY2597" fmla="*/ 108734 h 2476997"/>
              <a:gd name="connsiteX2598" fmla="*/ 1740884 w 3242958"/>
              <a:gd name="connsiteY2598" fmla="*/ 114107 h 2476997"/>
              <a:gd name="connsiteX2599" fmla="*/ 1742809 w 3242958"/>
              <a:gd name="connsiteY2599" fmla="*/ 121324 h 2476997"/>
              <a:gd name="connsiteX2600" fmla="*/ 1743209 w 3242958"/>
              <a:gd name="connsiteY2600" fmla="*/ 127097 h 2476997"/>
              <a:gd name="connsiteX2601" fmla="*/ 1749144 w 3242958"/>
              <a:gd name="connsiteY2601" fmla="*/ 128139 h 2476997"/>
              <a:gd name="connsiteX2602" fmla="*/ 1753874 w 3242958"/>
              <a:gd name="connsiteY2602" fmla="*/ 128139 h 2476997"/>
              <a:gd name="connsiteX2603" fmla="*/ 1753874 w 3242958"/>
              <a:gd name="connsiteY2603" fmla="*/ 132550 h 2476997"/>
              <a:gd name="connsiteX2604" fmla="*/ 1751629 w 3242958"/>
              <a:gd name="connsiteY2604" fmla="*/ 137602 h 2476997"/>
              <a:gd name="connsiteX2605" fmla="*/ 1738559 w 3242958"/>
              <a:gd name="connsiteY2605" fmla="*/ 151073 h 2476997"/>
              <a:gd name="connsiteX2606" fmla="*/ 1725569 w 3242958"/>
              <a:gd name="connsiteY2606" fmla="*/ 152997 h 2476997"/>
              <a:gd name="connsiteX2607" fmla="*/ 1721078 w 3242958"/>
              <a:gd name="connsiteY2607" fmla="*/ 152997 h 2476997"/>
              <a:gd name="connsiteX2608" fmla="*/ 1709291 w 3242958"/>
              <a:gd name="connsiteY2608" fmla="*/ 154361 h 2476997"/>
              <a:gd name="connsiteX2609" fmla="*/ 1704239 w 3242958"/>
              <a:gd name="connsiteY2609" fmla="*/ 152596 h 2476997"/>
              <a:gd name="connsiteX2610" fmla="*/ 1694296 w 3242958"/>
              <a:gd name="connsiteY2610" fmla="*/ 155243 h 2476997"/>
              <a:gd name="connsiteX2611" fmla="*/ 1693414 w 3242958"/>
              <a:gd name="connsiteY2611" fmla="*/ 160856 h 2476997"/>
              <a:gd name="connsiteX2612" fmla="*/ 1693414 w 3242958"/>
              <a:gd name="connsiteY2612" fmla="*/ 160535 h 2476997"/>
              <a:gd name="connsiteX2613" fmla="*/ 1691810 w 3242958"/>
              <a:gd name="connsiteY2613" fmla="*/ 165506 h 2476997"/>
              <a:gd name="connsiteX2614" fmla="*/ 1697985 w 3242958"/>
              <a:gd name="connsiteY2614" fmla="*/ 175129 h 2476997"/>
              <a:gd name="connsiteX2615" fmla="*/ 1720998 w 3242958"/>
              <a:gd name="connsiteY2615" fmla="*/ 172403 h 2476997"/>
              <a:gd name="connsiteX2616" fmla="*/ 1739120 w 3242958"/>
              <a:gd name="connsiteY2616" fmla="*/ 173124 h 2476997"/>
              <a:gd name="connsiteX2617" fmla="*/ 1748823 w 3242958"/>
              <a:gd name="connsiteY2617" fmla="*/ 175770 h 2476997"/>
              <a:gd name="connsiteX2618" fmla="*/ 1757643 w 3242958"/>
              <a:gd name="connsiteY2618" fmla="*/ 176652 h 2476997"/>
              <a:gd name="connsiteX2619" fmla="*/ 1766705 w 3242958"/>
              <a:gd name="connsiteY2619" fmla="*/ 178176 h 2476997"/>
              <a:gd name="connsiteX2620" fmla="*/ 1775445 w 3242958"/>
              <a:gd name="connsiteY2620" fmla="*/ 180341 h 2476997"/>
              <a:gd name="connsiteX2621" fmla="*/ 1784826 w 3242958"/>
              <a:gd name="connsiteY2621" fmla="*/ 183548 h 2476997"/>
              <a:gd name="connsiteX2622" fmla="*/ 1790761 w 3242958"/>
              <a:gd name="connsiteY2622" fmla="*/ 184511 h 2476997"/>
              <a:gd name="connsiteX2623" fmla="*/ 1796213 w 3242958"/>
              <a:gd name="connsiteY2623" fmla="*/ 186916 h 2476997"/>
              <a:gd name="connsiteX2624" fmla="*/ 1801505 w 3242958"/>
              <a:gd name="connsiteY2624" fmla="*/ 187879 h 2476997"/>
              <a:gd name="connsiteX2625" fmla="*/ 1804873 w 3242958"/>
              <a:gd name="connsiteY2625" fmla="*/ 185794 h 2476997"/>
              <a:gd name="connsiteX2626" fmla="*/ 1807038 w 3242958"/>
              <a:gd name="connsiteY2626" fmla="*/ 182987 h 2476997"/>
              <a:gd name="connsiteX2627" fmla="*/ 1807038 w 3242958"/>
              <a:gd name="connsiteY2627" fmla="*/ 180902 h 2476997"/>
              <a:gd name="connsiteX2628" fmla="*/ 1807038 w 3242958"/>
              <a:gd name="connsiteY2628" fmla="*/ 179459 h 2476997"/>
              <a:gd name="connsiteX2629" fmla="*/ 1807038 w 3242958"/>
              <a:gd name="connsiteY2629" fmla="*/ 175690 h 2476997"/>
              <a:gd name="connsiteX2630" fmla="*/ 1802708 w 3242958"/>
              <a:gd name="connsiteY2630" fmla="*/ 169997 h 2476997"/>
              <a:gd name="connsiteX2631" fmla="*/ 1799180 w 3242958"/>
              <a:gd name="connsiteY2631" fmla="*/ 166709 h 2476997"/>
              <a:gd name="connsiteX2632" fmla="*/ 1795251 w 3242958"/>
              <a:gd name="connsiteY2632" fmla="*/ 164544 h 2476997"/>
              <a:gd name="connsiteX2633" fmla="*/ 1791322 w 3242958"/>
              <a:gd name="connsiteY2633" fmla="*/ 163983 h 2476997"/>
              <a:gd name="connsiteX2634" fmla="*/ 1786911 w 3242958"/>
              <a:gd name="connsiteY2634" fmla="*/ 164544 h 2476997"/>
              <a:gd name="connsiteX2635" fmla="*/ 1771355 w 3242958"/>
              <a:gd name="connsiteY2635" fmla="*/ 161096 h 2476997"/>
              <a:gd name="connsiteX2636" fmla="*/ 1773039 w 3242958"/>
              <a:gd name="connsiteY2636" fmla="*/ 152356 h 2476997"/>
              <a:gd name="connsiteX2637" fmla="*/ 1774483 w 3242958"/>
              <a:gd name="connsiteY2637" fmla="*/ 149229 h 2476997"/>
              <a:gd name="connsiteX2638" fmla="*/ 1776086 w 3242958"/>
              <a:gd name="connsiteY2638" fmla="*/ 146342 h 2476997"/>
              <a:gd name="connsiteX2639" fmla="*/ 1778011 w 3242958"/>
              <a:gd name="connsiteY2639" fmla="*/ 143616 h 2476997"/>
              <a:gd name="connsiteX2640" fmla="*/ 1780096 w 3242958"/>
              <a:gd name="connsiteY2640" fmla="*/ 140809 h 2476997"/>
              <a:gd name="connsiteX2641" fmla="*/ 1780096 w 3242958"/>
              <a:gd name="connsiteY2641" fmla="*/ 133271 h 2476997"/>
              <a:gd name="connsiteX2642" fmla="*/ 1789959 w 3242958"/>
              <a:gd name="connsiteY2642" fmla="*/ 129503 h 2476997"/>
              <a:gd name="connsiteX2643" fmla="*/ 1794850 w 3242958"/>
              <a:gd name="connsiteY2643" fmla="*/ 127739 h 2476997"/>
              <a:gd name="connsiteX2644" fmla="*/ 1801425 w 3242958"/>
              <a:gd name="connsiteY2644" fmla="*/ 124451 h 2476997"/>
              <a:gd name="connsiteX2645" fmla="*/ 1809925 w 3242958"/>
              <a:gd name="connsiteY2645" fmla="*/ 119800 h 2476997"/>
              <a:gd name="connsiteX2646" fmla="*/ 1808963 w 3242958"/>
              <a:gd name="connsiteY2646" fmla="*/ 116593 h 2476997"/>
              <a:gd name="connsiteX2647" fmla="*/ 1808963 w 3242958"/>
              <a:gd name="connsiteY2647" fmla="*/ 112182 h 2476997"/>
              <a:gd name="connsiteX2648" fmla="*/ 1805756 w 3242958"/>
              <a:gd name="connsiteY2648" fmla="*/ 106890 h 2476997"/>
              <a:gd name="connsiteX2649" fmla="*/ 1803190 w 3242958"/>
              <a:gd name="connsiteY2649" fmla="*/ 104484 h 2476997"/>
              <a:gd name="connsiteX2650" fmla="*/ 1799581 w 3242958"/>
              <a:gd name="connsiteY2650" fmla="*/ 104484 h 2476997"/>
              <a:gd name="connsiteX2651" fmla="*/ 1795491 w 3242958"/>
              <a:gd name="connsiteY2651" fmla="*/ 104003 h 2476997"/>
              <a:gd name="connsiteX2652" fmla="*/ 1779935 w 3242958"/>
              <a:gd name="connsiteY2652" fmla="*/ 106409 h 2476997"/>
              <a:gd name="connsiteX2653" fmla="*/ 1777449 w 3242958"/>
              <a:gd name="connsiteY2653" fmla="*/ 106409 h 2476997"/>
              <a:gd name="connsiteX2654" fmla="*/ 1773921 w 3242958"/>
              <a:gd name="connsiteY2654" fmla="*/ 106409 h 2476997"/>
              <a:gd name="connsiteX2655" fmla="*/ 1754356 w 3242958"/>
              <a:gd name="connsiteY2655" fmla="*/ 104885 h 2476997"/>
              <a:gd name="connsiteX2656" fmla="*/ 1746979 w 3242958"/>
              <a:gd name="connsiteY2656" fmla="*/ 101036 h 2476997"/>
              <a:gd name="connsiteX2657" fmla="*/ 1492947 w 3242958"/>
              <a:gd name="connsiteY2657" fmla="*/ 95504 h 2476997"/>
              <a:gd name="connsiteX2658" fmla="*/ 1486612 w 3242958"/>
              <a:gd name="connsiteY2658" fmla="*/ 96867 h 2476997"/>
              <a:gd name="connsiteX2659" fmla="*/ 1465603 w 3242958"/>
              <a:gd name="connsiteY2659" fmla="*/ 110819 h 2476997"/>
              <a:gd name="connsiteX2660" fmla="*/ 1460471 w 3242958"/>
              <a:gd name="connsiteY2660" fmla="*/ 112102 h 2476997"/>
              <a:gd name="connsiteX2661" fmla="*/ 1456863 w 3242958"/>
              <a:gd name="connsiteY2661" fmla="*/ 115069 h 2476997"/>
              <a:gd name="connsiteX2662" fmla="*/ 1455420 w 3242958"/>
              <a:gd name="connsiteY2662" fmla="*/ 118196 h 2476997"/>
              <a:gd name="connsiteX2663" fmla="*/ 1453174 w 3242958"/>
              <a:gd name="connsiteY2663" fmla="*/ 120041 h 2476997"/>
              <a:gd name="connsiteX2664" fmla="*/ 1455179 w 3242958"/>
              <a:gd name="connsiteY2664" fmla="*/ 125253 h 2476997"/>
              <a:gd name="connsiteX2665" fmla="*/ 1457745 w 3242958"/>
              <a:gd name="connsiteY2665" fmla="*/ 126456 h 2476997"/>
              <a:gd name="connsiteX2666" fmla="*/ 1461033 w 3242958"/>
              <a:gd name="connsiteY2666" fmla="*/ 129182 h 2476997"/>
              <a:gd name="connsiteX2667" fmla="*/ 1465764 w 3242958"/>
              <a:gd name="connsiteY2667" fmla="*/ 130224 h 2476997"/>
              <a:gd name="connsiteX2668" fmla="*/ 1470093 w 3242958"/>
              <a:gd name="connsiteY2668" fmla="*/ 133271 h 2476997"/>
              <a:gd name="connsiteX2669" fmla="*/ 1470093 w 3242958"/>
              <a:gd name="connsiteY2669" fmla="*/ 141290 h 2476997"/>
              <a:gd name="connsiteX2670" fmla="*/ 1465764 w 3242958"/>
              <a:gd name="connsiteY2670" fmla="*/ 146021 h 2476997"/>
              <a:gd name="connsiteX2671" fmla="*/ 1462155 w 3242958"/>
              <a:gd name="connsiteY2671" fmla="*/ 146021 h 2476997"/>
              <a:gd name="connsiteX2672" fmla="*/ 1457745 w 3242958"/>
              <a:gd name="connsiteY2672" fmla="*/ 152115 h 2476997"/>
              <a:gd name="connsiteX2673" fmla="*/ 1461754 w 3242958"/>
              <a:gd name="connsiteY2673" fmla="*/ 157408 h 2476997"/>
              <a:gd name="connsiteX2674" fmla="*/ 1463657 w 3242958"/>
              <a:gd name="connsiteY2674" fmla="*/ 159603 h 2476997"/>
              <a:gd name="connsiteX2675" fmla="*/ 1465042 w 3242958"/>
              <a:gd name="connsiteY2675" fmla="*/ 162219 h 2476997"/>
              <a:gd name="connsiteX2676" fmla="*/ 1465042 w 3242958"/>
              <a:gd name="connsiteY2676" fmla="*/ 166148 h 2476997"/>
              <a:gd name="connsiteX2677" fmla="*/ 1465042 w 3242958"/>
              <a:gd name="connsiteY2677" fmla="*/ 169195 h 2476997"/>
              <a:gd name="connsiteX2678" fmla="*/ 1462556 w 3242958"/>
              <a:gd name="connsiteY2678" fmla="*/ 172723 h 2476997"/>
              <a:gd name="connsiteX2679" fmla="*/ 1458868 w 3242958"/>
              <a:gd name="connsiteY2679" fmla="*/ 176332 h 2476997"/>
              <a:gd name="connsiteX2680" fmla="*/ 1452533 w 3242958"/>
              <a:gd name="connsiteY2680" fmla="*/ 184350 h 2476997"/>
              <a:gd name="connsiteX2681" fmla="*/ 1454858 w 3242958"/>
              <a:gd name="connsiteY2681" fmla="*/ 191567 h 2476997"/>
              <a:gd name="connsiteX2682" fmla="*/ 1458306 w 3242958"/>
              <a:gd name="connsiteY2682" fmla="*/ 195176 h 2476997"/>
              <a:gd name="connsiteX2683" fmla="*/ 1460792 w 3242958"/>
              <a:gd name="connsiteY2683" fmla="*/ 198944 h 2476997"/>
              <a:gd name="connsiteX2684" fmla="*/ 1465603 w 3242958"/>
              <a:gd name="connsiteY2684" fmla="*/ 199586 h 2476997"/>
              <a:gd name="connsiteX2685" fmla="*/ 1468891 w 3242958"/>
              <a:gd name="connsiteY2685" fmla="*/ 199025 h 2476997"/>
              <a:gd name="connsiteX2686" fmla="*/ 1476028 w 3242958"/>
              <a:gd name="connsiteY2686" fmla="*/ 191006 h 2476997"/>
              <a:gd name="connsiteX2687" fmla="*/ 1491584 w 3242958"/>
              <a:gd name="connsiteY2687" fmla="*/ 180261 h 2476997"/>
              <a:gd name="connsiteX2688" fmla="*/ 1500084 w 3242958"/>
              <a:gd name="connsiteY2688" fmla="*/ 166549 h 2476997"/>
              <a:gd name="connsiteX2689" fmla="*/ 1498400 w 3242958"/>
              <a:gd name="connsiteY2689" fmla="*/ 162700 h 2476997"/>
              <a:gd name="connsiteX2690" fmla="*/ 1494471 w 3242958"/>
              <a:gd name="connsiteY2690" fmla="*/ 160856 h 2476997"/>
              <a:gd name="connsiteX2691" fmla="*/ 1490461 w 3242958"/>
              <a:gd name="connsiteY2691" fmla="*/ 161417 h 2476997"/>
              <a:gd name="connsiteX2692" fmla="*/ 1489338 w 3242958"/>
              <a:gd name="connsiteY2692" fmla="*/ 157408 h 2476997"/>
              <a:gd name="connsiteX2693" fmla="*/ 1498640 w 3242958"/>
              <a:gd name="connsiteY2693" fmla="*/ 145700 h 2476997"/>
              <a:gd name="connsiteX2694" fmla="*/ 1499121 w 3242958"/>
              <a:gd name="connsiteY2694" fmla="*/ 143455 h 2476997"/>
              <a:gd name="connsiteX2695" fmla="*/ 1496154 w 3242958"/>
              <a:gd name="connsiteY2695" fmla="*/ 138484 h 2476997"/>
              <a:gd name="connsiteX2696" fmla="*/ 1494471 w 3242958"/>
              <a:gd name="connsiteY2696" fmla="*/ 135276 h 2476997"/>
              <a:gd name="connsiteX2697" fmla="*/ 1490862 w 3242958"/>
              <a:gd name="connsiteY2697" fmla="*/ 135918 h 2476997"/>
              <a:gd name="connsiteX2698" fmla="*/ 1489820 w 3242958"/>
              <a:gd name="connsiteY2698" fmla="*/ 131187 h 2476997"/>
              <a:gd name="connsiteX2699" fmla="*/ 1489419 w 3242958"/>
              <a:gd name="connsiteY2699" fmla="*/ 124210 h 2476997"/>
              <a:gd name="connsiteX2700" fmla="*/ 1494149 w 3242958"/>
              <a:gd name="connsiteY2700" fmla="*/ 117234 h 2476997"/>
              <a:gd name="connsiteX2701" fmla="*/ 1496876 w 3242958"/>
              <a:gd name="connsiteY2701" fmla="*/ 112343 h 2476997"/>
              <a:gd name="connsiteX2702" fmla="*/ 1497838 w 3242958"/>
              <a:gd name="connsiteY2702" fmla="*/ 105928 h 2476997"/>
              <a:gd name="connsiteX2703" fmla="*/ 1497838 w 3242958"/>
              <a:gd name="connsiteY2703" fmla="*/ 100315 h 2476997"/>
              <a:gd name="connsiteX2704" fmla="*/ 1492947 w 3242958"/>
              <a:gd name="connsiteY2704" fmla="*/ 95504 h 2476997"/>
              <a:gd name="connsiteX2705" fmla="*/ 1546271 w 3242958"/>
              <a:gd name="connsiteY2705" fmla="*/ 94220 h 2476997"/>
              <a:gd name="connsiteX2706" fmla="*/ 1547234 w 3242958"/>
              <a:gd name="connsiteY2706" fmla="*/ 98150 h 2476997"/>
              <a:gd name="connsiteX2707" fmla="*/ 1544187 w 3242958"/>
              <a:gd name="connsiteY2707" fmla="*/ 104003 h 2476997"/>
              <a:gd name="connsiteX2708" fmla="*/ 1538574 w 3242958"/>
              <a:gd name="connsiteY2708" fmla="*/ 104484 h 2476997"/>
              <a:gd name="connsiteX2709" fmla="*/ 1536408 w 3242958"/>
              <a:gd name="connsiteY2709" fmla="*/ 99753 h 2476997"/>
              <a:gd name="connsiteX2710" fmla="*/ 1546271 w 3242958"/>
              <a:gd name="connsiteY2710" fmla="*/ 94220 h 2476997"/>
              <a:gd name="connsiteX2711" fmla="*/ 1550360 w 3242958"/>
              <a:gd name="connsiteY2711" fmla="*/ 78263 h 2476997"/>
              <a:gd name="connsiteX2712" fmla="*/ 1530875 w 3242958"/>
              <a:gd name="connsiteY2712" fmla="*/ 87725 h 2476997"/>
              <a:gd name="connsiteX2713" fmla="*/ 1524219 w 3242958"/>
              <a:gd name="connsiteY2713" fmla="*/ 89329 h 2476997"/>
              <a:gd name="connsiteX2714" fmla="*/ 1516201 w 3242958"/>
              <a:gd name="connsiteY2714" fmla="*/ 94060 h 2476997"/>
              <a:gd name="connsiteX2715" fmla="*/ 1511390 w 3242958"/>
              <a:gd name="connsiteY2715" fmla="*/ 96386 h 2476997"/>
              <a:gd name="connsiteX2716" fmla="*/ 1507621 w 3242958"/>
              <a:gd name="connsiteY2716" fmla="*/ 97348 h 2476997"/>
              <a:gd name="connsiteX2717" fmla="*/ 1503211 w 3242958"/>
              <a:gd name="connsiteY2717" fmla="*/ 95423 h 2476997"/>
              <a:gd name="connsiteX2718" fmla="*/ 1500966 w 3242958"/>
              <a:gd name="connsiteY2718" fmla="*/ 102319 h 2476997"/>
              <a:gd name="connsiteX2719" fmla="*/ 1500966 w 3242958"/>
              <a:gd name="connsiteY2719" fmla="*/ 108975 h 2476997"/>
              <a:gd name="connsiteX2720" fmla="*/ 1500725 w 3242958"/>
              <a:gd name="connsiteY2720" fmla="*/ 108654 h 2476997"/>
              <a:gd name="connsiteX2721" fmla="*/ 1500966 w 3242958"/>
              <a:gd name="connsiteY2721" fmla="*/ 113064 h 2476997"/>
              <a:gd name="connsiteX2722" fmla="*/ 1503131 w 3242958"/>
              <a:gd name="connsiteY2722" fmla="*/ 117795 h 2476997"/>
              <a:gd name="connsiteX2723" fmla="*/ 1505937 w 3242958"/>
              <a:gd name="connsiteY2723" fmla="*/ 129182 h 2476997"/>
              <a:gd name="connsiteX2724" fmla="*/ 1504494 w 3242958"/>
              <a:gd name="connsiteY2724" fmla="*/ 136639 h 2476997"/>
              <a:gd name="connsiteX2725" fmla="*/ 1506418 w 3242958"/>
              <a:gd name="connsiteY2725" fmla="*/ 141210 h 2476997"/>
              <a:gd name="connsiteX2726" fmla="*/ 1509305 w 3242958"/>
              <a:gd name="connsiteY2726" fmla="*/ 145139 h 2476997"/>
              <a:gd name="connsiteX2727" fmla="*/ 1510668 w 3242958"/>
              <a:gd name="connsiteY2727" fmla="*/ 147946 h 2476997"/>
              <a:gd name="connsiteX2728" fmla="*/ 1512191 w 3242958"/>
              <a:gd name="connsiteY2728" fmla="*/ 149710 h 2476997"/>
              <a:gd name="connsiteX2729" fmla="*/ 1514838 w 3242958"/>
              <a:gd name="connsiteY2729" fmla="*/ 149710 h 2476997"/>
              <a:gd name="connsiteX2730" fmla="*/ 1517885 w 3242958"/>
              <a:gd name="connsiteY2730" fmla="*/ 148587 h 2476997"/>
              <a:gd name="connsiteX2731" fmla="*/ 1521173 w 3242958"/>
              <a:gd name="connsiteY2731" fmla="*/ 147064 h 2476997"/>
              <a:gd name="connsiteX2732" fmla="*/ 1523899 w 3242958"/>
              <a:gd name="connsiteY2732" fmla="*/ 147064 h 2476997"/>
              <a:gd name="connsiteX2733" fmla="*/ 1523899 w 3242958"/>
              <a:gd name="connsiteY2733" fmla="*/ 151554 h 2476997"/>
              <a:gd name="connsiteX2734" fmla="*/ 1522135 w 3242958"/>
              <a:gd name="connsiteY2734" fmla="*/ 153559 h 2476997"/>
              <a:gd name="connsiteX2735" fmla="*/ 1520050 w 3242958"/>
              <a:gd name="connsiteY2735" fmla="*/ 153960 h 2476997"/>
              <a:gd name="connsiteX2736" fmla="*/ 1517805 w 3242958"/>
              <a:gd name="connsiteY2736" fmla="*/ 154681 h 2476997"/>
              <a:gd name="connsiteX2737" fmla="*/ 1515640 w 3242958"/>
              <a:gd name="connsiteY2737" fmla="*/ 154280 h 2476997"/>
              <a:gd name="connsiteX2738" fmla="*/ 1513956 w 3242958"/>
              <a:gd name="connsiteY2738" fmla="*/ 157327 h 2476997"/>
              <a:gd name="connsiteX2739" fmla="*/ 1513956 w 3242958"/>
              <a:gd name="connsiteY2739" fmla="*/ 161096 h 2476997"/>
              <a:gd name="connsiteX2740" fmla="*/ 1513956 w 3242958"/>
              <a:gd name="connsiteY2740" fmla="*/ 164223 h 2476997"/>
              <a:gd name="connsiteX2741" fmla="*/ 1517324 w 3242958"/>
              <a:gd name="connsiteY2741" fmla="*/ 165346 h 2476997"/>
              <a:gd name="connsiteX2742" fmla="*/ 1521093 w 3242958"/>
              <a:gd name="connsiteY2742" fmla="*/ 165346 h 2476997"/>
              <a:gd name="connsiteX2743" fmla="*/ 1522937 w 3242958"/>
              <a:gd name="connsiteY2743" fmla="*/ 167752 h 2476997"/>
              <a:gd name="connsiteX2744" fmla="*/ 1514357 w 3242958"/>
              <a:gd name="connsiteY2744" fmla="*/ 173044 h 2476997"/>
              <a:gd name="connsiteX2745" fmla="*/ 1507541 w 3242958"/>
              <a:gd name="connsiteY2745" fmla="*/ 176492 h 2476997"/>
              <a:gd name="connsiteX2746" fmla="*/ 1504895 w 3242958"/>
              <a:gd name="connsiteY2746" fmla="*/ 175690 h 2476997"/>
              <a:gd name="connsiteX2747" fmla="*/ 1503131 w 3242958"/>
              <a:gd name="connsiteY2747" fmla="*/ 177534 h 2476997"/>
              <a:gd name="connsiteX2748" fmla="*/ 1501928 w 3242958"/>
              <a:gd name="connsiteY2748" fmla="*/ 181544 h 2476997"/>
              <a:gd name="connsiteX2749" fmla="*/ 1501928 w 3242958"/>
              <a:gd name="connsiteY2749" fmla="*/ 184832 h 2476997"/>
              <a:gd name="connsiteX2750" fmla="*/ 1504093 w 3242958"/>
              <a:gd name="connsiteY2750" fmla="*/ 191728 h 2476997"/>
              <a:gd name="connsiteX2751" fmla="*/ 1509786 w 3242958"/>
              <a:gd name="connsiteY2751" fmla="*/ 193732 h 2476997"/>
              <a:gd name="connsiteX2752" fmla="*/ 1517805 w 3242958"/>
              <a:gd name="connsiteY2752" fmla="*/ 190044 h 2476997"/>
              <a:gd name="connsiteX2753" fmla="*/ 1525823 w 3242958"/>
              <a:gd name="connsiteY2753" fmla="*/ 188039 h 2476997"/>
              <a:gd name="connsiteX2754" fmla="*/ 1533842 w 3242958"/>
              <a:gd name="connsiteY2754" fmla="*/ 185393 h 2476997"/>
              <a:gd name="connsiteX2755" fmla="*/ 1540177 w 3242958"/>
              <a:gd name="connsiteY2755" fmla="*/ 183388 h 2476997"/>
              <a:gd name="connsiteX2756" fmla="*/ 1545870 w 3242958"/>
              <a:gd name="connsiteY2756" fmla="*/ 182025 h 2476997"/>
              <a:gd name="connsiteX2757" fmla="*/ 1552526 w 3242958"/>
              <a:gd name="connsiteY2757" fmla="*/ 181464 h 2476997"/>
              <a:gd name="connsiteX2758" fmla="*/ 1564554 w 3242958"/>
              <a:gd name="connsiteY2758" fmla="*/ 179299 h 2476997"/>
              <a:gd name="connsiteX2759" fmla="*/ 1572172 w 3242958"/>
              <a:gd name="connsiteY2759" fmla="*/ 179299 h 2476997"/>
              <a:gd name="connsiteX2760" fmla="*/ 1578586 w 3242958"/>
              <a:gd name="connsiteY2760" fmla="*/ 166549 h 2476997"/>
              <a:gd name="connsiteX2761" fmla="*/ 1573134 w 3242958"/>
              <a:gd name="connsiteY2761" fmla="*/ 159974 h 2476997"/>
              <a:gd name="connsiteX2762" fmla="*/ 1567681 w 3242958"/>
              <a:gd name="connsiteY2762" fmla="*/ 160856 h 2476997"/>
              <a:gd name="connsiteX2763" fmla="*/ 1561507 w 3242958"/>
              <a:gd name="connsiteY2763" fmla="*/ 163021 h 2476997"/>
              <a:gd name="connsiteX2764" fmla="*/ 1556374 w 3242958"/>
              <a:gd name="connsiteY2764" fmla="*/ 163502 h 2476997"/>
              <a:gd name="connsiteX2765" fmla="*/ 1549799 w 3242958"/>
              <a:gd name="connsiteY2765" fmla="*/ 165747 h 2476997"/>
              <a:gd name="connsiteX2766" fmla="*/ 1547073 w 3242958"/>
              <a:gd name="connsiteY2766" fmla="*/ 164143 h 2476997"/>
              <a:gd name="connsiteX2767" fmla="*/ 1548196 w 3242958"/>
              <a:gd name="connsiteY2767" fmla="*/ 160936 h 2476997"/>
              <a:gd name="connsiteX2768" fmla="*/ 1553087 w 3242958"/>
              <a:gd name="connsiteY2768" fmla="*/ 158370 h 2476997"/>
              <a:gd name="connsiteX2769" fmla="*/ 1557016 w 3242958"/>
              <a:gd name="connsiteY2769" fmla="*/ 154601 h 2476997"/>
              <a:gd name="connsiteX2770" fmla="*/ 1557497 w 3242958"/>
              <a:gd name="connsiteY2770" fmla="*/ 151955 h 2476997"/>
              <a:gd name="connsiteX2771" fmla="*/ 1555332 w 3242958"/>
              <a:gd name="connsiteY2771" fmla="*/ 145861 h 2476997"/>
              <a:gd name="connsiteX2772" fmla="*/ 1553007 w 3242958"/>
              <a:gd name="connsiteY2772" fmla="*/ 143936 h 2476997"/>
              <a:gd name="connsiteX2773" fmla="*/ 1547875 w 3242958"/>
              <a:gd name="connsiteY2773" fmla="*/ 143054 h 2476997"/>
              <a:gd name="connsiteX2774" fmla="*/ 1544587 w 3242958"/>
              <a:gd name="connsiteY2774" fmla="*/ 145219 h 2476997"/>
              <a:gd name="connsiteX2775" fmla="*/ 1540257 w 3242958"/>
              <a:gd name="connsiteY2775" fmla="*/ 146582 h 2476997"/>
              <a:gd name="connsiteX2776" fmla="*/ 1539616 w 3242958"/>
              <a:gd name="connsiteY2776" fmla="*/ 142092 h 2476997"/>
              <a:gd name="connsiteX2777" fmla="*/ 1545149 w 3242958"/>
              <a:gd name="connsiteY2777" fmla="*/ 139526 h 2476997"/>
              <a:gd name="connsiteX2778" fmla="*/ 1548917 w 3242958"/>
              <a:gd name="connsiteY2778" fmla="*/ 137682 h 2476997"/>
              <a:gd name="connsiteX2779" fmla="*/ 1552686 w 3242958"/>
              <a:gd name="connsiteY2779" fmla="*/ 137040 h 2476997"/>
              <a:gd name="connsiteX2780" fmla="*/ 1555252 w 3242958"/>
              <a:gd name="connsiteY2780" fmla="*/ 133592 h 2476997"/>
              <a:gd name="connsiteX2781" fmla="*/ 1561747 w 3242958"/>
              <a:gd name="connsiteY2781" fmla="*/ 113145 h 2476997"/>
              <a:gd name="connsiteX2782" fmla="*/ 1565195 w 3242958"/>
              <a:gd name="connsiteY2782" fmla="*/ 107852 h 2476997"/>
              <a:gd name="connsiteX2783" fmla="*/ 1568402 w 3242958"/>
              <a:gd name="connsiteY2783" fmla="*/ 99192 h 2476997"/>
              <a:gd name="connsiteX2784" fmla="*/ 1568884 w 3242958"/>
              <a:gd name="connsiteY2784" fmla="*/ 93980 h 2476997"/>
              <a:gd name="connsiteX2785" fmla="*/ 1570728 w 3242958"/>
              <a:gd name="connsiteY2785" fmla="*/ 88207 h 2476997"/>
              <a:gd name="connsiteX2786" fmla="*/ 1566639 w 3242958"/>
              <a:gd name="connsiteY2786" fmla="*/ 82273 h 2476997"/>
              <a:gd name="connsiteX2787" fmla="*/ 1564554 w 3242958"/>
              <a:gd name="connsiteY2787" fmla="*/ 78745 h 2476997"/>
              <a:gd name="connsiteX2788" fmla="*/ 1555332 w 3242958"/>
              <a:gd name="connsiteY2788" fmla="*/ 79386 h 2476997"/>
              <a:gd name="connsiteX2789" fmla="*/ 1550360 w 3242958"/>
              <a:gd name="connsiteY2789" fmla="*/ 78263 h 2476997"/>
              <a:gd name="connsiteX2790" fmla="*/ 1624453 w 3242958"/>
              <a:gd name="connsiteY2790" fmla="*/ 28868 h 2476997"/>
              <a:gd name="connsiteX2791" fmla="*/ 2409000 w 3242958"/>
              <a:gd name="connsiteY2791" fmla="*/ 813736 h 2476997"/>
              <a:gd name="connsiteX2792" fmla="*/ 2409000 w 3242958"/>
              <a:gd name="connsiteY2792" fmla="*/ 814057 h 2476997"/>
              <a:gd name="connsiteX2793" fmla="*/ 1623812 w 3242958"/>
              <a:gd name="connsiteY2793" fmla="*/ 1598603 h 2476997"/>
              <a:gd name="connsiteX2794" fmla="*/ 839264 w 3242958"/>
              <a:gd name="connsiteY2794" fmla="*/ 813415 h 2476997"/>
              <a:gd name="connsiteX2795" fmla="*/ 1624453 w 3242958"/>
              <a:gd name="connsiteY2795" fmla="*/ 28868 h 2476997"/>
              <a:gd name="connsiteX2796" fmla="*/ 1624453 w 3242958"/>
              <a:gd name="connsiteY2796" fmla="*/ 18203 h 2476997"/>
              <a:gd name="connsiteX2797" fmla="*/ 828921 w 3242958"/>
              <a:gd name="connsiteY2797" fmla="*/ 813735 h 2476997"/>
              <a:gd name="connsiteX2798" fmla="*/ 1624453 w 3242958"/>
              <a:gd name="connsiteY2798" fmla="*/ 1609267 h 2476997"/>
              <a:gd name="connsiteX2799" fmla="*/ 2419986 w 3242958"/>
              <a:gd name="connsiteY2799" fmla="*/ 813735 h 2476997"/>
              <a:gd name="connsiteX2800" fmla="*/ 1624453 w 3242958"/>
              <a:gd name="connsiteY2800" fmla="*/ 18203 h 2476997"/>
              <a:gd name="connsiteX2801" fmla="*/ 1624453 w 3242958"/>
              <a:gd name="connsiteY2801" fmla="*/ 0 h 2476997"/>
              <a:gd name="connsiteX2802" fmla="*/ 2438189 w 3242958"/>
              <a:gd name="connsiteY2802" fmla="*/ 813735 h 2476997"/>
              <a:gd name="connsiteX2803" fmla="*/ 1624453 w 3242958"/>
              <a:gd name="connsiteY2803" fmla="*/ 1627470 h 2476997"/>
              <a:gd name="connsiteX2804" fmla="*/ 810718 w 3242958"/>
              <a:gd name="connsiteY2804" fmla="*/ 813735 h 2476997"/>
              <a:gd name="connsiteX2805" fmla="*/ 1624453 w 3242958"/>
              <a:gd name="connsiteY2805" fmla="*/ 0 h 2476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</a:cxnLst>
            <a:rect l="l" t="t" r="r" b="b"/>
            <a:pathLst>
              <a:path w="3242958" h="2476997">
                <a:moveTo>
                  <a:pt x="54514" y="2417671"/>
                </a:moveTo>
                <a:lnTo>
                  <a:pt x="53384" y="2451846"/>
                </a:lnTo>
                <a:lnTo>
                  <a:pt x="83040" y="2451846"/>
                </a:lnTo>
                <a:cubicBezTo>
                  <a:pt x="88255" y="2452338"/>
                  <a:pt x="93445" y="2450707"/>
                  <a:pt x="97445" y="2447327"/>
                </a:cubicBezTo>
                <a:cubicBezTo>
                  <a:pt x="100947" y="2443724"/>
                  <a:pt x="102699" y="2438775"/>
                  <a:pt x="102248" y="2433770"/>
                </a:cubicBezTo>
                <a:cubicBezTo>
                  <a:pt x="102634" y="2429194"/>
                  <a:pt x="100858" y="2424699"/>
                  <a:pt x="97445" y="2421624"/>
                </a:cubicBezTo>
                <a:cubicBezTo>
                  <a:pt x="93110" y="2418751"/>
                  <a:pt x="87953" y="2417363"/>
                  <a:pt x="82758" y="2417671"/>
                </a:cubicBezTo>
                <a:close/>
                <a:moveTo>
                  <a:pt x="52536" y="2367114"/>
                </a:moveTo>
                <a:lnTo>
                  <a:pt x="53384" y="2395358"/>
                </a:lnTo>
                <a:lnTo>
                  <a:pt x="81628" y="2395358"/>
                </a:lnTo>
                <a:cubicBezTo>
                  <a:pt x="86527" y="2395779"/>
                  <a:pt x="91419" y="2394480"/>
                  <a:pt x="95467" y="2391687"/>
                </a:cubicBezTo>
                <a:cubicBezTo>
                  <a:pt x="98672" y="2388846"/>
                  <a:pt x="100351" y="2384657"/>
                  <a:pt x="99986" y="2380390"/>
                </a:cubicBezTo>
                <a:cubicBezTo>
                  <a:pt x="100205" y="2376487"/>
                  <a:pt x="98388" y="2372748"/>
                  <a:pt x="95185" y="2370503"/>
                </a:cubicBezTo>
                <a:cubicBezTo>
                  <a:pt x="90847" y="2367921"/>
                  <a:pt x="85815" y="2366738"/>
                  <a:pt x="80780" y="2367114"/>
                </a:cubicBezTo>
                <a:close/>
                <a:moveTo>
                  <a:pt x="2925216" y="2364572"/>
                </a:moveTo>
                <a:cubicBezTo>
                  <a:pt x="2915926" y="2364433"/>
                  <a:pt x="2907161" y="2368866"/>
                  <a:pt x="2901776" y="2376436"/>
                </a:cubicBezTo>
                <a:cubicBezTo>
                  <a:pt x="2895555" y="2386396"/>
                  <a:pt x="2892593" y="2398043"/>
                  <a:pt x="2893301" y="2409765"/>
                </a:cubicBezTo>
                <a:cubicBezTo>
                  <a:pt x="2892658" y="2421211"/>
                  <a:pt x="2895623" y="2432570"/>
                  <a:pt x="2901776" y="2442243"/>
                </a:cubicBezTo>
                <a:cubicBezTo>
                  <a:pt x="2907161" y="2449813"/>
                  <a:pt x="2915929" y="2454249"/>
                  <a:pt x="2925216" y="2454107"/>
                </a:cubicBezTo>
                <a:cubicBezTo>
                  <a:pt x="2934506" y="2454249"/>
                  <a:pt x="2943272" y="2449813"/>
                  <a:pt x="2948659" y="2442243"/>
                </a:cubicBezTo>
                <a:cubicBezTo>
                  <a:pt x="2954812" y="2432570"/>
                  <a:pt x="2957774" y="2421211"/>
                  <a:pt x="2957131" y="2409765"/>
                </a:cubicBezTo>
                <a:cubicBezTo>
                  <a:pt x="2957840" y="2398043"/>
                  <a:pt x="2954877" y="2386396"/>
                  <a:pt x="2948659" y="2376436"/>
                </a:cubicBezTo>
                <a:cubicBezTo>
                  <a:pt x="2943272" y="2368866"/>
                  <a:pt x="2934506" y="2364433"/>
                  <a:pt x="2925216" y="2364572"/>
                </a:cubicBezTo>
                <a:close/>
                <a:moveTo>
                  <a:pt x="2684296" y="2364572"/>
                </a:moveTo>
                <a:cubicBezTo>
                  <a:pt x="2675006" y="2364433"/>
                  <a:pt x="2666241" y="2368866"/>
                  <a:pt x="2660856" y="2376436"/>
                </a:cubicBezTo>
                <a:cubicBezTo>
                  <a:pt x="2654635" y="2386396"/>
                  <a:pt x="2651673" y="2398043"/>
                  <a:pt x="2652381" y="2409765"/>
                </a:cubicBezTo>
                <a:cubicBezTo>
                  <a:pt x="2651738" y="2421211"/>
                  <a:pt x="2654703" y="2432570"/>
                  <a:pt x="2660856" y="2442243"/>
                </a:cubicBezTo>
                <a:cubicBezTo>
                  <a:pt x="2666027" y="2450059"/>
                  <a:pt x="2674938" y="2454566"/>
                  <a:pt x="2684296" y="2454107"/>
                </a:cubicBezTo>
                <a:cubicBezTo>
                  <a:pt x="2693586" y="2454249"/>
                  <a:pt x="2702352" y="2449813"/>
                  <a:pt x="2707739" y="2442243"/>
                </a:cubicBezTo>
                <a:cubicBezTo>
                  <a:pt x="2713892" y="2432570"/>
                  <a:pt x="2716854" y="2421211"/>
                  <a:pt x="2716211" y="2409765"/>
                </a:cubicBezTo>
                <a:cubicBezTo>
                  <a:pt x="2716920" y="2398043"/>
                  <a:pt x="2713957" y="2386396"/>
                  <a:pt x="2707739" y="2376436"/>
                </a:cubicBezTo>
                <a:cubicBezTo>
                  <a:pt x="2702352" y="2368866"/>
                  <a:pt x="2693586" y="2364433"/>
                  <a:pt x="2684296" y="2364572"/>
                </a:cubicBezTo>
                <a:close/>
                <a:moveTo>
                  <a:pt x="1793767" y="2364572"/>
                </a:moveTo>
                <a:cubicBezTo>
                  <a:pt x="1784477" y="2364429"/>
                  <a:pt x="1775712" y="2368865"/>
                  <a:pt x="1770327" y="2376435"/>
                </a:cubicBezTo>
                <a:cubicBezTo>
                  <a:pt x="1764106" y="2386396"/>
                  <a:pt x="1761144" y="2398043"/>
                  <a:pt x="1761852" y="2409762"/>
                </a:cubicBezTo>
                <a:cubicBezTo>
                  <a:pt x="1761209" y="2421210"/>
                  <a:pt x="1764174" y="2432570"/>
                  <a:pt x="1770327" y="2442243"/>
                </a:cubicBezTo>
                <a:cubicBezTo>
                  <a:pt x="1775712" y="2449813"/>
                  <a:pt x="1784480" y="2454246"/>
                  <a:pt x="1793767" y="2454106"/>
                </a:cubicBezTo>
                <a:cubicBezTo>
                  <a:pt x="1803057" y="2454249"/>
                  <a:pt x="1811823" y="2449813"/>
                  <a:pt x="1817211" y="2442243"/>
                </a:cubicBezTo>
                <a:cubicBezTo>
                  <a:pt x="1823461" y="2432603"/>
                  <a:pt x="1826524" y="2421240"/>
                  <a:pt x="1825967" y="2409762"/>
                </a:cubicBezTo>
                <a:cubicBezTo>
                  <a:pt x="1826590" y="2398013"/>
                  <a:pt x="1823527" y="2386363"/>
                  <a:pt x="1817211" y="2376435"/>
                </a:cubicBezTo>
                <a:cubicBezTo>
                  <a:pt x="1811823" y="2368865"/>
                  <a:pt x="1803057" y="2364432"/>
                  <a:pt x="1793767" y="2364572"/>
                </a:cubicBezTo>
                <a:close/>
                <a:moveTo>
                  <a:pt x="3133325" y="2345769"/>
                </a:moveTo>
                <a:lnTo>
                  <a:pt x="3148012" y="2345769"/>
                </a:lnTo>
                <a:lnTo>
                  <a:pt x="3162417" y="2345769"/>
                </a:lnTo>
                <a:lnTo>
                  <a:pt x="3186990" y="2401127"/>
                </a:lnTo>
                <a:lnTo>
                  <a:pt x="3210148" y="2345769"/>
                </a:lnTo>
                <a:lnTo>
                  <a:pt x="3223987" y="2345769"/>
                </a:lnTo>
                <a:lnTo>
                  <a:pt x="3237826" y="2345769"/>
                </a:lnTo>
                <a:lnTo>
                  <a:pt x="3198851" y="2424851"/>
                </a:lnTo>
                <a:lnTo>
                  <a:pt x="3198851" y="2473712"/>
                </a:lnTo>
                <a:lnTo>
                  <a:pt x="3186705" y="2473712"/>
                </a:lnTo>
                <a:lnTo>
                  <a:pt x="3174278" y="2473712"/>
                </a:lnTo>
                <a:lnTo>
                  <a:pt x="3174278" y="2425418"/>
                </a:lnTo>
                <a:close/>
                <a:moveTo>
                  <a:pt x="2768133" y="2345769"/>
                </a:moveTo>
                <a:lnTo>
                  <a:pt x="2780279" y="2345769"/>
                </a:lnTo>
                <a:lnTo>
                  <a:pt x="2792706" y="2345769"/>
                </a:lnTo>
                <a:lnTo>
                  <a:pt x="2792706" y="2450836"/>
                </a:lnTo>
                <a:lnTo>
                  <a:pt x="2851453" y="2450836"/>
                </a:lnTo>
                <a:lnTo>
                  <a:pt x="2851453" y="2462133"/>
                </a:lnTo>
                <a:lnTo>
                  <a:pt x="2851453" y="2473712"/>
                </a:lnTo>
                <a:lnTo>
                  <a:pt x="2768133" y="2473712"/>
                </a:lnTo>
                <a:close/>
                <a:moveTo>
                  <a:pt x="2507723" y="2345769"/>
                </a:moveTo>
                <a:lnTo>
                  <a:pt x="2520714" y="2345769"/>
                </a:lnTo>
                <a:lnTo>
                  <a:pt x="2533426" y="2345769"/>
                </a:lnTo>
                <a:lnTo>
                  <a:pt x="2580875" y="2435583"/>
                </a:lnTo>
                <a:lnTo>
                  <a:pt x="2580875" y="2345769"/>
                </a:lnTo>
                <a:lnTo>
                  <a:pt x="2592173" y="2345769"/>
                </a:lnTo>
                <a:lnTo>
                  <a:pt x="2603752" y="2345769"/>
                </a:lnTo>
                <a:lnTo>
                  <a:pt x="2603752" y="2473712"/>
                </a:lnTo>
                <a:lnTo>
                  <a:pt x="2591606" y="2473712"/>
                </a:lnTo>
                <a:lnTo>
                  <a:pt x="2579179" y="2473712"/>
                </a:lnTo>
                <a:lnTo>
                  <a:pt x="2530600" y="2381355"/>
                </a:lnTo>
                <a:lnTo>
                  <a:pt x="2530600" y="2473712"/>
                </a:lnTo>
                <a:lnTo>
                  <a:pt x="2519302" y="2473712"/>
                </a:lnTo>
                <a:lnTo>
                  <a:pt x="2507723" y="2473712"/>
                </a:lnTo>
                <a:close/>
                <a:moveTo>
                  <a:pt x="2382887" y="2345769"/>
                </a:moveTo>
                <a:lnTo>
                  <a:pt x="2395314" y="2345769"/>
                </a:lnTo>
                <a:lnTo>
                  <a:pt x="2407741" y="2345769"/>
                </a:lnTo>
                <a:lnTo>
                  <a:pt x="2407741" y="2393500"/>
                </a:lnTo>
                <a:lnTo>
                  <a:pt x="2453779" y="2393500"/>
                </a:lnTo>
                <a:lnTo>
                  <a:pt x="2453779" y="2345769"/>
                </a:lnTo>
                <a:lnTo>
                  <a:pt x="2465925" y="2345769"/>
                </a:lnTo>
                <a:lnTo>
                  <a:pt x="2478349" y="2345769"/>
                </a:lnTo>
                <a:lnTo>
                  <a:pt x="2478349" y="2473712"/>
                </a:lnTo>
                <a:lnTo>
                  <a:pt x="2465925" y="2473712"/>
                </a:lnTo>
                <a:lnTo>
                  <a:pt x="2453779" y="2473712"/>
                </a:lnTo>
                <a:lnTo>
                  <a:pt x="2453779" y="2415814"/>
                </a:lnTo>
                <a:lnTo>
                  <a:pt x="2407741" y="2415814"/>
                </a:lnTo>
                <a:lnTo>
                  <a:pt x="2407741" y="2473712"/>
                </a:lnTo>
                <a:lnTo>
                  <a:pt x="2395314" y="2473712"/>
                </a:lnTo>
                <a:lnTo>
                  <a:pt x="2382887" y="2473712"/>
                </a:lnTo>
                <a:close/>
                <a:moveTo>
                  <a:pt x="2142813" y="2345769"/>
                </a:moveTo>
                <a:lnTo>
                  <a:pt x="2229522" y="2345769"/>
                </a:lnTo>
                <a:lnTo>
                  <a:pt x="2229522" y="2357067"/>
                </a:lnTo>
                <a:lnTo>
                  <a:pt x="2229522" y="2368364"/>
                </a:lnTo>
                <a:lnTo>
                  <a:pt x="2167386" y="2368364"/>
                </a:lnTo>
                <a:lnTo>
                  <a:pt x="2167386" y="2395478"/>
                </a:lnTo>
                <a:lnTo>
                  <a:pt x="2225003" y="2395478"/>
                </a:lnTo>
                <a:lnTo>
                  <a:pt x="2225003" y="2406494"/>
                </a:lnTo>
                <a:lnTo>
                  <a:pt x="2225003" y="2417507"/>
                </a:lnTo>
                <a:lnTo>
                  <a:pt x="2167386" y="2417507"/>
                </a:lnTo>
                <a:lnTo>
                  <a:pt x="2167386" y="2450836"/>
                </a:lnTo>
                <a:lnTo>
                  <a:pt x="2232345" y="2450836"/>
                </a:lnTo>
                <a:lnTo>
                  <a:pt x="2232345" y="2462133"/>
                </a:lnTo>
                <a:lnTo>
                  <a:pt x="2232345" y="2473712"/>
                </a:lnTo>
                <a:lnTo>
                  <a:pt x="2142813" y="2473712"/>
                </a:lnTo>
                <a:close/>
                <a:moveTo>
                  <a:pt x="1877039" y="2345769"/>
                </a:moveTo>
                <a:lnTo>
                  <a:pt x="1960922" y="2345769"/>
                </a:lnTo>
                <a:lnTo>
                  <a:pt x="1960922" y="2357067"/>
                </a:lnTo>
                <a:lnTo>
                  <a:pt x="1960922" y="2368364"/>
                </a:lnTo>
                <a:lnTo>
                  <a:pt x="1901612" y="2368364"/>
                </a:lnTo>
                <a:lnTo>
                  <a:pt x="1901612" y="2397456"/>
                </a:lnTo>
                <a:lnTo>
                  <a:pt x="1953298" y="2397456"/>
                </a:lnTo>
                <a:lnTo>
                  <a:pt x="1953298" y="2408472"/>
                </a:lnTo>
                <a:lnTo>
                  <a:pt x="1953298" y="2419484"/>
                </a:lnTo>
                <a:lnTo>
                  <a:pt x="1901612" y="2419484"/>
                </a:lnTo>
                <a:lnTo>
                  <a:pt x="1901612" y="2473712"/>
                </a:lnTo>
                <a:lnTo>
                  <a:pt x="1889466" y="2473712"/>
                </a:lnTo>
                <a:lnTo>
                  <a:pt x="1877039" y="2473712"/>
                </a:lnTo>
                <a:close/>
                <a:moveTo>
                  <a:pt x="1574832" y="2345769"/>
                </a:moveTo>
                <a:lnTo>
                  <a:pt x="1661541" y="2345769"/>
                </a:lnTo>
                <a:lnTo>
                  <a:pt x="1661541" y="2357067"/>
                </a:lnTo>
                <a:lnTo>
                  <a:pt x="1661541" y="2368364"/>
                </a:lnTo>
                <a:lnTo>
                  <a:pt x="1599405" y="2368364"/>
                </a:lnTo>
                <a:lnTo>
                  <a:pt x="1599405" y="2395478"/>
                </a:lnTo>
                <a:lnTo>
                  <a:pt x="1657022" y="2395478"/>
                </a:lnTo>
                <a:lnTo>
                  <a:pt x="1657022" y="2406494"/>
                </a:lnTo>
                <a:lnTo>
                  <a:pt x="1657022" y="2417507"/>
                </a:lnTo>
                <a:lnTo>
                  <a:pt x="1599405" y="2417507"/>
                </a:lnTo>
                <a:lnTo>
                  <a:pt x="1599405" y="2450836"/>
                </a:lnTo>
                <a:lnTo>
                  <a:pt x="1664082" y="2450836"/>
                </a:lnTo>
                <a:lnTo>
                  <a:pt x="1664082" y="2462133"/>
                </a:lnTo>
                <a:lnTo>
                  <a:pt x="1664082" y="2473712"/>
                </a:lnTo>
                <a:lnTo>
                  <a:pt x="1574832" y="2473712"/>
                </a:lnTo>
                <a:close/>
                <a:moveTo>
                  <a:pt x="1181960" y="2345769"/>
                </a:moveTo>
                <a:lnTo>
                  <a:pt x="1194387" y="2345769"/>
                </a:lnTo>
                <a:lnTo>
                  <a:pt x="1206815" y="2345769"/>
                </a:lnTo>
                <a:lnTo>
                  <a:pt x="1206815" y="2473712"/>
                </a:lnTo>
                <a:lnTo>
                  <a:pt x="1194387" y="2473712"/>
                </a:lnTo>
                <a:lnTo>
                  <a:pt x="1181960" y="2473712"/>
                </a:lnTo>
                <a:close/>
                <a:moveTo>
                  <a:pt x="835126" y="2345769"/>
                </a:moveTo>
                <a:lnTo>
                  <a:pt x="847835" y="2345769"/>
                </a:lnTo>
                <a:lnTo>
                  <a:pt x="860829" y="2345769"/>
                </a:lnTo>
                <a:lnTo>
                  <a:pt x="907997" y="2435583"/>
                </a:lnTo>
                <a:lnTo>
                  <a:pt x="907997" y="2345769"/>
                </a:lnTo>
                <a:lnTo>
                  <a:pt x="919576" y="2345769"/>
                </a:lnTo>
                <a:lnTo>
                  <a:pt x="931155" y="2345769"/>
                </a:lnTo>
                <a:lnTo>
                  <a:pt x="931155" y="2473712"/>
                </a:lnTo>
                <a:lnTo>
                  <a:pt x="918728" y="2473712"/>
                </a:lnTo>
                <a:lnTo>
                  <a:pt x="906582" y="2473712"/>
                </a:lnTo>
                <a:lnTo>
                  <a:pt x="858003" y="2381355"/>
                </a:lnTo>
                <a:lnTo>
                  <a:pt x="858003" y="2473712"/>
                </a:lnTo>
                <a:lnTo>
                  <a:pt x="846424" y="2473712"/>
                </a:lnTo>
                <a:lnTo>
                  <a:pt x="835126" y="2473712"/>
                </a:lnTo>
                <a:close/>
                <a:moveTo>
                  <a:pt x="782027" y="2345769"/>
                </a:moveTo>
                <a:lnTo>
                  <a:pt x="794454" y="2345769"/>
                </a:lnTo>
                <a:lnTo>
                  <a:pt x="806600" y="2345769"/>
                </a:lnTo>
                <a:lnTo>
                  <a:pt x="806600" y="2473712"/>
                </a:lnTo>
                <a:lnTo>
                  <a:pt x="794454" y="2473712"/>
                </a:lnTo>
                <a:lnTo>
                  <a:pt x="782027" y="2473712"/>
                </a:lnTo>
                <a:close/>
                <a:moveTo>
                  <a:pt x="471626" y="2345769"/>
                </a:moveTo>
                <a:lnTo>
                  <a:pt x="484335" y="2345769"/>
                </a:lnTo>
                <a:lnTo>
                  <a:pt x="497329" y="2345769"/>
                </a:lnTo>
                <a:lnTo>
                  <a:pt x="544497" y="2435583"/>
                </a:lnTo>
                <a:lnTo>
                  <a:pt x="544497" y="2345769"/>
                </a:lnTo>
                <a:lnTo>
                  <a:pt x="556076" y="2345769"/>
                </a:lnTo>
                <a:lnTo>
                  <a:pt x="567655" y="2345769"/>
                </a:lnTo>
                <a:lnTo>
                  <a:pt x="567655" y="2473712"/>
                </a:lnTo>
                <a:lnTo>
                  <a:pt x="555228" y="2473712"/>
                </a:lnTo>
                <a:lnTo>
                  <a:pt x="543082" y="2473712"/>
                </a:lnTo>
                <a:lnTo>
                  <a:pt x="494503" y="2381355"/>
                </a:lnTo>
                <a:lnTo>
                  <a:pt x="494503" y="2473712"/>
                </a:lnTo>
                <a:lnTo>
                  <a:pt x="482924" y="2473712"/>
                </a:lnTo>
                <a:lnTo>
                  <a:pt x="471626" y="2473712"/>
                </a:lnTo>
                <a:close/>
                <a:moveTo>
                  <a:pt x="418528" y="2345769"/>
                </a:moveTo>
                <a:lnTo>
                  <a:pt x="430955" y="2345769"/>
                </a:lnTo>
                <a:lnTo>
                  <a:pt x="443101" y="2345769"/>
                </a:lnTo>
                <a:lnTo>
                  <a:pt x="443101" y="2473712"/>
                </a:lnTo>
                <a:lnTo>
                  <a:pt x="430955" y="2473712"/>
                </a:lnTo>
                <a:lnTo>
                  <a:pt x="418528" y="2473712"/>
                </a:lnTo>
                <a:close/>
                <a:moveTo>
                  <a:pt x="268552" y="2345769"/>
                </a:moveTo>
                <a:lnTo>
                  <a:pt x="280979" y="2345769"/>
                </a:lnTo>
                <a:lnTo>
                  <a:pt x="293125" y="2345769"/>
                </a:lnTo>
                <a:lnTo>
                  <a:pt x="293125" y="2473712"/>
                </a:lnTo>
                <a:lnTo>
                  <a:pt x="280979" y="2473712"/>
                </a:lnTo>
                <a:lnTo>
                  <a:pt x="268552" y="2473712"/>
                </a:lnTo>
                <a:close/>
                <a:moveTo>
                  <a:pt x="154732" y="2345769"/>
                </a:moveTo>
                <a:lnTo>
                  <a:pt x="241441" y="2345769"/>
                </a:lnTo>
                <a:lnTo>
                  <a:pt x="241441" y="2357067"/>
                </a:lnTo>
                <a:lnTo>
                  <a:pt x="241441" y="2368364"/>
                </a:lnTo>
                <a:lnTo>
                  <a:pt x="179305" y="2368364"/>
                </a:lnTo>
                <a:lnTo>
                  <a:pt x="179305" y="2395478"/>
                </a:lnTo>
                <a:lnTo>
                  <a:pt x="236922" y="2395478"/>
                </a:lnTo>
                <a:lnTo>
                  <a:pt x="236922" y="2406494"/>
                </a:lnTo>
                <a:lnTo>
                  <a:pt x="236922" y="2417507"/>
                </a:lnTo>
                <a:lnTo>
                  <a:pt x="179305" y="2417507"/>
                </a:lnTo>
                <a:lnTo>
                  <a:pt x="179305" y="2450836"/>
                </a:lnTo>
                <a:lnTo>
                  <a:pt x="243982" y="2450836"/>
                </a:lnTo>
                <a:lnTo>
                  <a:pt x="243982" y="2462133"/>
                </a:lnTo>
                <a:lnTo>
                  <a:pt x="243982" y="2473712"/>
                </a:lnTo>
                <a:lnTo>
                  <a:pt x="154732" y="2473712"/>
                </a:lnTo>
                <a:close/>
                <a:moveTo>
                  <a:pt x="1341303" y="2345648"/>
                </a:moveTo>
                <a:lnTo>
                  <a:pt x="1365875" y="2345648"/>
                </a:lnTo>
                <a:lnTo>
                  <a:pt x="1365875" y="2426427"/>
                </a:lnTo>
                <a:cubicBezTo>
                  <a:pt x="1365401" y="2433736"/>
                  <a:pt x="1367388" y="2440995"/>
                  <a:pt x="1371524" y="2447044"/>
                </a:cubicBezTo>
                <a:cubicBezTo>
                  <a:pt x="1375948" y="2451791"/>
                  <a:pt x="1382279" y="2454282"/>
                  <a:pt x="1388752" y="2453823"/>
                </a:cubicBezTo>
                <a:cubicBezTo>
                  <a:pt x="1395308" y="2454481"/>
                  <a:pt x="1401823" y="2452207"/>
                  <a:pt x="1406547" y="2447608"/>
                </a:cubicBezTo>
                <a:cubicBezTo>
                  <a:pt x="1410505" y="2441292"/>
                  <a:pt x="1412290" y="2433852"/>
                  <a:pt x="1411629" y="2426427"/>
                </a:cubicBezTo>
                <a:lnTo>
                  <a:pt x="1411629" y="2345648"/>
                </a:lnTo>
                <a:lnTo>
                  <a:pt x="1436484" y="2345648"/>
                </a:lnTo>
                <a:lnTo>
                  <a:pt x="1436484" y="2425012"/>
                </a:lnTo>
                <a:cubicBezTo>
                  <a:pt x="1437821" y="2439145"/>
                  <a:pt x="1433788" y="2453262"/>
                  <a:pt x="1425186" y="2464554"/>
                </a:cubicBezTo>
                <a:cubicBezTo>
                  <a:pt x="1403940" y="2481141"/>
                  <a:pt x="1374131" y="2481141"/>
                  <a:pt x="1352882" y="2464554"/>
                </a:cubicBezTo>
                <a:cubicBezTo>
                  <a:pt x="1344318" y="2453449"/>
                  <a:pt x="1340191" y="2439557"/>
                  <a:pt x="1341303" y="2425579"/>
                </a:cubicBezTo>
                <a:close/>
                <a:moveTo>
                  <a:pt x="2025884" y="2345487"/>
                </a:moveTo>
                <a:lnTo>
                  <a:pt x="2121631" y="2345487"/>
                </a:lnTo>
                <a:lnTo>
                  <a:pt x="2121631" y="2357066"/>
                </a:lnTo>
                <a:lnTo>
                  <a:pt x="2121631" y="2368364"/>
                </a:lnTo>
                <a:lnTo>
                  <a:pt x="2086042" y="2368364"/>
                </a:lnTo>
                <a:lnTo>
                  <a:pt x="2086042" y="2473715"/>
                </a:lnTo>
                <a:lnTo>
                  <a:pt x="2073897" y="2473715"/>
                </a:lnTo>
                <a:lnTo>
                  <a:pt x="2061473" y="2473715"/>
                </a:lnTo>
                <a:lnTo>
                  <a:pt x="2061473" y="2368364"/>
                </a:lnTo>
                <a:lnTo>
                  <a:pt x="2025884" y="2368364"/>
                </a:lnTo>
                <a:lnTo>
                  <a:pt x="2025884" y="2357066"/>
                </a:lnTo>
                <a:close/>
                <a:moveTo>
                  <a:pt x="1457901" y="2345487"/>
                </a:moveTo>
                <a:lnTo>
                  <a:pt x="1553648" y="2345487"/>
                </a:lnTo>
                <a:lnTo>
                  <a:pt x="1553648" y="2357066"/>
                </a:lnTo>
                <a:lnTo>
                  <a:pt x="1553648" y="2368364"/>
                </a:lnTo>
                <a:lnTo>
                  <a:pt x="1518059" y="2368364"/>
                </a:lnTo>
                <a:lnTo>
                  <a:pt x="1518059" y="2473715"/>
                </a:lnTo>
                <a:lnTo>
                  <a:pt x="1505632" y="2473715"/>
                </a:lnTo>
                <a:lnTo>
                  <a:pt x="1493487" y="2473715"/>
                </a:lnTo>
                <a:lnTo>
                  <a:pt x="1493487" y="2368364"/>
                </a:lnTo>
                <a:lnTo>
                  <a:pt x="1457901" y="2368364"/>
                </a:lnTo>
                <a:lnTo>
                  <a:pt x="1457901" y="2357066"/>
                </a:lnTo>
                <a:close/>
                <a:moveTo>
                  <a:pt x="1226020" y="2345487"/>
                </a:moveTo>
                <a:lnTo>
                  <a:pt x="1321767" y="2345487"/>
                </a:lnTo>
                <a:lnTo>
                  <a:pt x="1321767" y="2357066"/>
                </a:lnTo>
                <a:lnTo>
                  <a:pt x="1321767" y="2368364"/>
                </a:lnTo>
                <a:lnTo>
                  <a:pt x="1286178" y="2368364"/>
                </a:lnTo>
                <a:lnTo>
                  <a:pt x="1286178" y="2473715"/>
                </a:lnTo>
                <a:lnTo>
                  <a:pt x="1274033" y="2473715"/>
                </a:lnTo>
                <a:lnTo>
                  <a:pt x="1261606" y="2473715"/>
                </a:lnTo>
                <a:lnTo>
                  <a:pt x="1261606" y="2368364"/>
                </a:lnTo>
                <a:lnTo>
                  <a:pt x="1226020" y="2368364"/>
                </a:lnTo>
                <a:lnTo>
                  <a:pt x="1226020" y="2357066"/>
                </a:lnTo>
                <a:close/>
                <a:moveTo>
                  <a:pt x="1067007" y="2345487"/>
                </a:moveTo>
                <a:lnTo>
                  <a:pt x="1162754" y="2345487"/>
                </a:lnTo>
                <a:lnTo>
                  <a:pt x="1162754" y="2357066"/>
                </a:lnTo>
                <a:lnTo>
                  <a:pt x="1162754" y="2368364"/>
                </a:lnTo>
                <a:lnTo>
                  <a:pt x="1127165" y="2368364"/>
                </a:lnTo>
                <a:lnTo>
                  <a:pt x="1127165" y="2473715"/>
                </a:lnTo>
                <a:lnTo>
                  <a:pt x="1115023" y="2473715"/>
                </a:lnTo>
                <a:lnTo>
                  <a:pt x="1102593" y="2473715"/>
                </a:lnTo>
                <a:lnTo>
                  <a:pt x="1102593" y="2368364"/>
                </a:lnTo>
                <a:lnTo>
                  <a:pt x="1067007" y="2368364"/>
                </a:lnTo>
                <a:lnTo>
                  <a:pt x="1067007" y="2357066"/>
                </a:lnTo>
                <a:close/>
                <a:moveTo>
                  <a:pt x="29659" y="2345085"/>
                </a:moveTo>
                <a:lnTo>
                  <a:pt x="86147" y="2345085"/>
                </a:lnTo>
                <a:cubicBezTo>
                  <a:pt x="95861" y="2344629"/>
                  <a:pt x="105403" y="2347745"/>
                  <a:pt x="112980" y="2353839"/>
                </a:cubicBezTo>
                <a:cubicBezTo>
                  <a:pt x="119503" y="2359959"/>
                  <a:pt x="123014" y="2368632"/>
                  <a:pt x="122581" y="2377564"/>
                </a:cubicBezTo>
                <a:cubicBezTo>
                  <a:pt x="123207" y="2386993"/>
                  <a:pt x="119070" y="2396111"/>
                  <a:pt x="111565" y="2401855"/>
                </a:cubicBezTo>
                <a:lnTo>
                  <a:pt x="107613" y="2404396"/>
                </a:lnTo>
                <a:cubicBezTo>
                  <a:pt x="110272" y="2405401"/>
                  <a:pt x="112754" y="2406833"/>
                  <a:pt x="114957" y="2408633"/>
                </a:cubicBezTo>
                <a:cubicBezTo>
                  <a:pt x="122652" y="2414371"/>
                  <a:pt x="126910" y="2423626"/>
                  <a:pt x="126255" y="2433206"/>
                </a:cubicBezTo>
                <a:cubicBezTo>
                  <a:pt x="127219" y="2444824"/>
                  <a:pt x="122857" y="2456255"/>
                  <a:pt x="114391" y="2464273"/>
                </a:cubicBezTo>
                <a:cubicBezTo>
                  <a:pt x="105243" y="2471885"/>
                  <a:pt x="93492" y="2475633"/>
                  <a:pt x="81628" y="2474723"/>
                </a:cubicBezTo>
                <a:lnTo>
                  <a:pt x="29659" y="2474723"/>
                </a:lnTo>
                <a:close/>
                <a:moveTo>
                  <a:pt x="364065" y="2345084"/>
                </a:moveTo>
                <a:lnTo>
                  <a:pt x="388638" y="2345084"/>
                </a:lnTo>
                <a:lnTo>
                  <a:pt x="388638" y="2436030"/>
                </a:lnTo>
                <a:cubicBezTo>
                  <a:pt x="389074" y="2446311"/>
                  <a:pt x="385649" y="2456386"/>
                  <a:pt x="379034" y="2464274"/>
                </a:cubicBezTo>
                <a:cubicBezTo>
                  <a:pt x="371378" y="2471307"/>
                  <a:pt x="361162" y="2474884"/>
                  <a:pt x="350790" y="2474157"/>
                </a:cubicBezTo>
                <a:cubicBezTo>
                  <a:pt x="340222" y="2474762"/>
                  <a:pt x="329915" y="2470744"/>
                  <a:pt x="322546" y="2463141"/>
                </a:cubicBezTo>
                <a:cubicBezTo>
                  <a:pt x="315643" y="2453276"/>
                  <a:pt x="312625" y="2441205"/>
                  <a:pt x="314075" y="2429249"/>
                </a:cubicBezTo>
                <a:lnTo>
                  <a:pt x="314075" y="2421625"/>
                </a:lnTo>
                <a:lnTo>
                  <a:pt x="337515" y="2421625"/>
                </a:lnTo>
                <a:lnTo>
                  <a:pt x="337515" y="2429252"/>
                </a:lnTo>
                <a:cubicBezTo>
                  <a:pt x="336895" y="2435173"/>
                  <a:pt x="337971" y="2441148"/>
                  <a:pt x="340622" y="2446480"/>
                </a:cubicBezTo>
                <a:cubicBezTo>
                  <a:pt x="342897" y="2450332"/>
                  <a:pt x="347184" y="2452529"/>
                  <a:pt x="351638" y="2452128"/>
                </a:cubicBezTo>
                <a:cubicBezTo>
                  <a:pt x="355546" y="2452493"/>
                  <a:pt x="359401" y="2451034"/>
                  <a:pt x="362087" y="2448173"/>
                </a:cubicBezTo>
                <a:cubicBezTo>
                  <a:pt x="364578" y="2444116"/>
                  <a:pt x="365669" y="2439354"/>
                  <a:pt x="365195" y="2434616"/>
                </a:cubicBezTo>
                <a:close/>
                <a:moveTo>
                  <a:pt x="2923357" y="2342204"/>
                </a:moveTo>
                <a:cubicBezTo>
                  <a:pt x="2937806" y="2341728"/>
                  <a:pt x="2952436" y="2346765"/>
                  <a:pt x="2963824" y="2357426"/>
                </a:cubicBezTo>
                <a:cubicBezTo>
                  <a:pt x="2964728" y="2358271"/>
                  <a:pt x="2965606" y="2359149"/>
                  <a:pt x="2966454" y="2360053"/>
                </a:cubicBezTo>
                <a:cubicBezTo>
                  <a:pt x="2977244" y="2374414"/>
                  <a:pt x="2982644" y="2392110"/>
                  <a:pt x="2981704" y="2410047"/>
                </a:cubicBezTo>
                <a:cubicBezTo>
                  <a:pt x="2982653" y="2427547"/>
                  <a:pt x="2977235" y="2444805"/>
                  <a:pt x="2966454" y="2458626"/>
                </a:cubicBezTo>
                <a:cubicBezTo>
                  <a:pt x="2945131" y="2481399"/>
                  <a:pt x="2909385" y="2482576"/>
                  <a:pt x="2886609" y="2461253"/>
                </a:cubicBezTo>
                <a:cubicBezTo>
                  <a:pt x="2885704" y="2460408"/>
                  <a:pt x="2884827" y="2459530"/>
                  <a:pt x="2883979" y="2458626"/>
                </a:cubicBezTo>
                <a:cubicBezTo>
                  <a:pt x="2873197" y="2444805"/>
                  <a:pt x="2867780" y="2427547"/>
                  <a:pt x="2868728" y="2410047"/>
                </a:cubicBezTo>
                <a:cubicBezTo>
                  <a:pt x="2867788" y="2392110"/>
                  <a:pt x="2873188" y="2374414"/>
                  <a:pt x="2883979" y="2360053"/>
                </a:cubicBezTo>
                <a:cubicBezTo>
                  <a:pt x="2894640" y="2348667"/>
                  <a:pt x="2908908" y="2342679"/>
                  <a:pt x="2923357" y="2342204"/>
                </a:cubicBezTo>
                <a:close/>
                <a:moveTo>
                  <a:pt x="2682437" y="2342204"/>
                </a:moveTo>
                <a:cubicBezTo>
                  <a:pt x="2696885" y="2341728"/>
                  <a:pt x="2711516" y="2346765"/>
                  <a:pt x="2722904" y="2357426"/>
                </a:cubicBezTo>
                <a:cubicBezTo>
                  <a:pt x="2723808" y="2358271"/>
                  <a:pt x="2724686" y="2359149"/>
                  <a:pt x="2725534" y="2360053"/>
                </a:cubicBezTo>
                <a:cubicBezTo>
                  <a:pt x="2736324" y="2374414"/>
                  <a:pt x="2741724" y="2392110"/>
                  <a:pt x="2740784" y="2410047"/>
                </a:cubicBezTo>
                <a:cubicBezTo>
                  <a:pt x="2741733" y="2427547"/>
                  <a:pt x="2736315" y="2444805"/>
                  <a:pt x="2725534" y="2458626"/>
                </a:cubicBezTo>
                <a:cubicBezTo>
                  <a:pt x="2704211" y="2481399"/>
                  <a:pt x="2668465" y="2482576"/>
                  <a:pt x="2645689" y="2461253"/>
                </a:cubicBezTo>
                <a:cubicBezTo>
                  <a:pt x="2644784" y="2460408"/>
                  <a:pt x="2643907" y="2459530"/>
                  <a:pt x="2643059" y="2458626"/>
                </a:cubicBezTo>
                <a:cubicBezTo>
                  <a:pt x="2632277" y="2444805"/>
                  <a:pt x="2626860" y="2427547"/>
                  <a:pt x="2627808" y="2410047"/>
                </a:cubicBezTo>
                <a:cubicBezTo>
                  <a:pt x="2626868" y="2392110"/>
                  <a:pt x="2632268" y="2374414"/>
                  <a:pt x="2643059" y="2360053"/>
                </a:cubicBezTo>
                <a:cubicBezTo>
                  <a:pt x="2653720" y="2348667"/>
                  <a:pt x="2667988" y="2342679"/>
                  <a:pt x="2682437" y="2342204"/>
                </a:cubicBezTo>
                <a:close/>
                <a:moveTo>
                  <a:pt x="1791842" y="2342059"/>
                </a:moveTo>
                <a:cubicBezTo>
                  <a:pt x="1806288" y="2341531"/>
                  <a:pt x="1820937" y="2346513"/>
                  <a:pt x="1832363" y="2357132"/>
                </a:cubicBezTo>
                <a:cubicBezTo>
                  <a:pt x="1833374" y="2358069"/>
                  <a:pt x="1834347" y="2359044"/>
                  <a:pt x="1835287" y="2360053"/>
                </a:cubicBezTo>
                <a:cubicBezTo>
                  <a:pt x="1846077" y="2374413"/>
                  <a:pt x="1851477" y="2392107"/>
                  <a:pt x="1850537" y="2410046"/>
                </a:cubicBezTo>
                <a:cubicBezTo>
                  <a:pt x="1851486" y="2427547"/>
                  <a:pt x="1846068" y="2444805"/>
                  <a:pt x="1835287" y="2458625"/>
                </a:cubicBezTo>
                <a:cubicBezTo>
                  <a:pt x="1814047" y="2481475"/>
                  <a:pt x="1778307" y="2482783"/>
                  <a:pt x="1755453" y="2461546"/>
                </a:cubicBezTo>
                <a:cubicBezTo>
                  <a:pt x="1754442" y="2460609"/>
                  <a:pt x="1753470" y="2459634"/>
                  <a:pt x="1752530" y="2458625"/>
                </a:cubicBezTo>
                <a:cubicBezTo>
                  <a:pt x="1741748" y="2444805"/>
                  <a:pt x="1736331" y="2427547"/>
                  <a:pt x="1737279" y="2410046"/>
                </a:cubicBezTo>
                <a:cubicBezTo>
                  <a:pt x="1736339" y="2392107"/>
                  <a:pt x="1741739" y="2374413"/>
                  <a:pt x="1752530" y="2360053"/>
                </a:cubicBezTo>
                <a:cubicBezTo>
                  <a:pt x="1763150" y="2348627"/>
                  <a:pt x="1777395" y="2342588"/>
                  <a:pt x="1791842" y="2342059"/>
                </a:cubicBezTo>
                <a:close/>
                <a:moveTo>
                  <a:pt x="644794" y="2341922"/>
                </a:moveTo>
                <a:cubicBezTo>
                  <a:pt x="658672" y="2340711"/>
                  <a:pt x="672979" y="2344414"/>
                  <a:pt x="684917" y="2353274"/>
                </a:cubicBezTo>
                <a:cubicBezTo>
                  <a:pt x="694278" y="2361292"/>
                  <a:pt x="700152" y="2372634"/>
                  <a:pt x="701297" y="2384907"/>
                </a:cubicBezTo>
                <a:lnTo>
                  <a:pt x="676727" y="2384907"/>
                </a:lnTo>
                <a:cubicBezTo>
                  <a:pt x="675787" y="2379075"/>
                  <a:pt x="672655" y="2373820"/>
                  <a:pt x="667970" y="2370221"/>
                </a:cubicBezTo>
                <a:cubicBezTo>
                  <a:pt x="663258" y="2366170"/>
                  <a:pt x="657239" y="2363961"/>
                  <a:pt x="651024" y="2364008"/>
                </a:cubicBezTo>
                <a:cubicBezTo>
                  <a:pt x="641197" y="2363549"/>
                  <a:pt x="631779" y="2367991"/>
                  <a:pt x="625887" y="2375869"/>
                </a:cubicBezTo>
                <a:cubicBezTo>
                  <a:pt x="619411" y="2385844"/>
                  <a:pt x="616247" y="2397605"/>
                  <a:pt x="616846" y="2409480"/>
                </a:cubicBezTo>
                <a:cubicBezTo>
                  <a:pt x="616001" y="2421163"/>
                  <a:pt x="619082" y="2432796"/>
                  <a:pt x="625603" y="2442528"/>
                </a:cubicBezTo>
                <a:cubicBezTo>
                  <a:pt x="631613" y="2450386"/>
                  <a:pt x="641150" y="2454727"/>
                  <a:pt x="651024" y="2454107"/>
                </a:cubicBezTo>
                <a:cubicBezTo>
                  <a:pt x="660038" y="2454389"/>
                  <a:pt x="668531" y="2449876"/>
                  <a:pt x="673337" y="2442243"/>
                </a:cubicBezTo>
                <a:cubicBezTo>
                  <a:pt x="676460" y="2437416"/>
                  <a:pt x="678663" y="2432055"/>
                  <a:pt x="679834" y="2426427"/>
                </a:cubicBezTo>
                <a:lnTo>
                  <a:pt x="651587" y="2426427"/>
                </a:lnTo>
                <a:lnTo>
                  <a:pt x="651587" y="2404395"/>
                </a:lnTo>
                <a:lnTo>
                  <a:pt x="701015" y="2404395"/>
                </a:lnTo>
                <a:lnTo>
                  <a:pt x="701015" y="2473310"/>
                </a:lnTo>
                <a:lnTo>
                  <a:pt x="684635" y="2473310"/>
                </a:lnTo>
                <a:lnTo>
                  <a:pt x="682091" y="2456930"/>
                </a:lnTo>
                <a:lnTo>
                  <a:pt x="680679" y="2458908"/>
                </a:lnTo>
                <a:cubicBezTo>
                  <a:pt x="673474" y="2470467"/>
                  <a:pt x="660685" y="2477343"/>
                  <a:pt x="647068" y="2476984"/>
                </a:cubicBezTo>
                <a:lnTo>
                  <a:pt x="647353" y="2476699"/>
                </a:lnTo>
                <a:cubicBezTo>
                  <a:pt x="631696" y="2477464"/>
                  <a:pt x="616603" y="2470757"/>
                  <a:pt x="606682" y="2458623"/>
                </a:cubicBezTo>
                <a:cubicBezTo>
                  <a:pt x="595855" y="2444716"/>
                  <a:pt x="590435" y="2427358"/>
                  <a:pt x="591428" y="2409762"/>
                </a:cubicBezTo>
                <a:cubicBezTo>
                  <a:pt x="590568" y="2391831"/>
                  <a:pt x="596182" y="2374191"/>
                  <a:pt x="607245" y="2360053"/>
                </a:cubicBezTo>
                <a:cubicBezTo>
                  <a:pt x="617468" y="2349258"/>
                  <a:pt x="630916" y="2343133"/>
                  <a:pt x="644794" y="2341922"/>
                </a:cubicBezTo>
                <a:close/>
                <a:moveTo>
                  <a:pt x="3055545" y="2341892"/>
                </a:moveTo>
                <a:cubicBezTo>
                  <a:pt x="3069471" y="2340681"/>
                  <a:pt x="3083824" y="2344394"/>
                  <a:pt x="3095808" y="2353275"/>
                </a:cubicBezTo>
                <a:cubicBezTo>
                  <a:pt x="3105185" y="2361242"/>
                  <a:pt x="3110984" y="2372635"/>
                  <a:pt x="3111907" y="2384908"/>
                </a:cubicBezTo>
                <a:lnTo>
                  <a:pt x="3087334" y="2384908"/>
                </a:lnTo>
                <a:cubicBezTo>
                  <a:pt x="3086646" y="2379058"/>
                  <a:pt x="3083583" y="2373747"/>
                  <a:pt x="3078862" y="2370221"/>
                </a:cubicBezTo>
                <a:cubicBezTo>
                  <a:pt x="3073970" y="2366292"/>
                  <a:pt x="3067906" y="2364107"/>
                  <a:pt x="3061634" y="2364006"/>
                </a:cubicBezTo>
                <a:cubicBezTo>
                  <a:pt x="3051852" y="2363380"/>
                  <a:pt x="3042443" y="2367870"/>
                  <a:pt x="3036780" y="2375870"/>
                </a:cubicBezTo>
                <a:cubicBezTo>
                  <a:pt x="3024753" y="2396460"/>
                  <a:pt x="3024753" y="2421935"/>
                  <a:pt x="3036780" y="2442525"/>
                </a:cubicBezTo>
                <a:cubicBezTo>
                  <a:pt x="3042882" y="2450267"/>
                  <a:pt x="3052350" y="2454579"/>
                  <a:pt x="3062198" y="2454104"/>
                </a:cubicBezTo>
                <a:cubicBezTo>
                  <a:pt x="3071212" y="2454389"/>
                  <a:pt x="3079704" y="2449876"/>
                  <a:pt x="3084511" y="2442243"/>
                </a:cubicBezTo>
                <a:cubicBezTo>
                  <a:pt x="3087515" y="2437357"/>
                  <a:pt x="3089709" y="2432013"/>
                  <a:pt x="3091005" y="2426427"/>
                </a:cubicBezTo>
                <a:lnTo>
                  <a:pt x="3062761" y="2426427"/>
                </a:lnTo>
                <a:lnTo>
                  <a:pt x="3062761" y="2404395"/>
                </a:lnTo>
                <a:lnTo>
                  <a:pt x="3111907" y="2404395"/>
                </a:lnTo>
                <a:lnTo>
                  <a:pt x="3111907" y="2473310"/>
                </a:lnTo>
                <a:lnTo>
                  <a:pt x="3095524" y="2473310"/>
                </a:lnTo>
                <a:lnTo>
                  <a:pt x="3093264" y="2456927"/>
                </a:lnTo>
                <a:lnTo>
                  <a:pt x="3091853" y="2458905"/>
                </a:lnTo>
                <a:cubicBezTo>
                  <a:pt x="3084514" y="2470467"/>
                  <a:pt x="3071648" y="2477328"/>
                  <a:pt x="3057960" y="2476981"/>
                </a:cubicBezTo>
                <a:lnTo>
                  <a:pt x="3058808" y="2476699"/>
                </a:lnTo>
                <a:cubicBezTo>
                  <a:pt x="3043087" y="2477375"/>
                  <a:pt x="3027949" y="2470695"/>
                  <a:pt x="3017853" y="2458623"/>
                </a:cubicBezTo>
                <a:cubicBezTo>
                  <a:pt x="2997523" y="2428912"/>
                  <a:pt x="2997523" y="2389765"/>
                  <a:pt x="3017853" y="2360053"/>
                </a:cubicBezTo>
                <a:cubicBezTo>
                  <a:pt x="3028123" y="2349238"/>
                  <a:pt x="3041620" y="2343103"/>
                  <a:pt x="3055545" y="2341892"/>
                </a:cubicBezTo>
                <a:close/>
                <a:moveTo>
                  <a:pt x="2306675" y="2341692"/>
                </a:moveTo>
                <a:cubicBezTo>
                  <a:pt x="2333249" y="2340566"/>
                  <a:pt x="2355847" y="2360901"/>
                  <a:pt x="2357514" y="2387449"/>
                </a:cubicBezTo>
                <a:lnTo>
                  <a:pt x="2332941" y="2387449"/>
                </a:lnTo>
                <a:cubicBezTo>
                  <a:pt x="2332514" y="2381112"/>
                  <a:pt x="2329563" y="2375211"/>
                  <a:pt x="2324751" y="2371066"/>
                </a:cubicBezTo>
                <a:cubicBezTo>
                  <a:pt x="2319820" y="2366817"/>
                  <a:pt x="2313459" y="2364596"/>
                  <a:pt x="2306956" y="2364854"/>
                </a:cubicBezTo>
                <a:cubicBezTo>
                  <a:pt x="2298167" y="2364578"/>
                  <a:pt x="2289933" y="2369130"/>
                  <a:pt x="2285491" y="2376718"/>
                </a:cubicBezTo>
                <a:cubicBezTo>
                  <a:pt x="2279641" y="2386705"/>
                  <a:pt x="2276889" y="2398207"/>
                  <a:pt x="2277583" y="2409762"/>
                </a:cubicBezTo>
                <a:cubicBezTo>
                  <a:pt x="2276939" y="2421045"/>
                  <a:pt x="2279694" y="2432260"/>
                  <a:pt x="2285491" y="2441962"/>
                </a:cubicBezTo>
                <a:cubicBezTo>
                  <a:pt x="2290049" y="2449393"/>
                  <a:pt x="2298242" y="2453814"/>
                  <a:pt x="2306956" y="2453541"/>
                </a:cubicBezTo>
                <a:cubicBezTo>
                  <a:pt x="2313551" y="2453734"/>
                  <a:pt x="2319953" y="2451293"/>
                  <a:pt x="2324751" y="2446762"/>
                </a:cubicBezTo>
                <a:cubicBezTo>
                  <a:pt x="2329640" y="2441855"/>
                  <a:pt x="2332552" y="2435323"/>
                  <a:pt x="2332941" y="2428405"/>
                </a:cubicBezTo>
                <a:lnTo>
                  <a:pt x="2357514" y="2428402"/>
                </a:lnTo>
                <a:cubicBezTo>
                  <a:pt x="2356710" y="2441701"/>
                  <a:pt x="2351085" y="2454253"/>
                  <a:pt x="2341697" y="2463706"/>
                </a:cubicBezTo>
                <a:cubicBezTo>
                  <a:pt x="2332205" y="2472507"/>
                  <a:pt x="2319609" y="2477180"/>
                  <a:pt x="2306675" y="2476699"/>
                </a:cubicBezTo>
                <a:cubicBezTo>
                  <a:pt x="2291365" y="2477328"/>
                  <a:pt x="2276675" y="2470612"/>
                  <a:pt x="2267133" y="2458623"/>
                </a:cubicBezTo>
                <a:cubicBezTo>
                  <a:pt x="2256731" y="2444527"/>
                  <a:pt x="2251539" y="2427257"/>
                  <a:pt x="2252447" y="2409759"/>
                </a:cubicBezTo>
                <a:cubicBezTo>
                  <a:pt x="2251598" y="2392009"/>
                  <a:pt x="2256773" y="2374491"/>
                  <a:pt x="2267133" y="2360050"/>
                </a:cubicBezTo>
                <a:cubicBezTo>
                  <a:pt x="2276646" y="2347994"/>
                  <a:pt x="2291327" y="2341177"/>
                  <a:pt x="2306675" y="2341692"/>
                </a:cubicBezTo>
                <a:close/>
                <a:moveTo>
                  <a:pt x="1002095" y="2341132"/>
                </a:moveTo>
                <a:cubicBezTo>
                  <a:pt x="1013869" y="2340690"/>
                  <a:pt x="1025374" y="2344729"/>
                  <a:pt x="1034294" y="2352430"/>
                </a:cubicBezTo>
                <a:cubicBezTo>
                  <a:pt x="1042620" y="2360465"/>
                  <a:pt x="1047569" y="2371374"/>
                  <a:pt x="1048133" y="2382930"/>
                </a:cubicBezTo>
                <a:lnTo>
                  <a:pt x="1024123" y="2383496"/>
                </a:lnTo>
                <a:cubicBezTo>
                  <a:pt x="1023806" y="2377877"/>
                  <a:pt x="1021143" y="2372650"/>
                  <a:pt x="1016781" y="2369091"/>
                </a:cubicBezTo>
                <a:cubicBezTo>
                  <a:pt x="1011702" y="2365408"/>
                  <a:pt x="1005540" y="2363520"/>
                  <a:pt x="999269" y="2363724"/>
                </a:cubicBezTo>
                <a:cubicBezTo>
                  <a:pt x="993982" y="2363339"/>
                  <a:pt x="988739" y="2364952"/>
                  <a:pt x="984582" y="2368243"/>
                </a:cubicBezTo>
                <a:cubicBezTo>
                  <a:pt x="980917" y="2371294"/>
                  <a:pt x="978924" y="2375911"/>
                  <a:pt x="979218" y="2380670"/>
                </a:cubicBezTo>
                <a:cubicBezTo>
                  <a:pt x="979245" y="2384507"/>
                  <a:pt x="981427" y="2388003"/>
                  <a:pt x="984867" y="2389709"/>
                </a:cubicBezTo>
                <a:cubicBezTo>
                  <a:pt x="992294" y="2392997"/>
                  <a:pt x="1000060" y="2395461"/>
                  <a:pt x="1008025" y="2397053"/>
                </a:cubicBezTo>
                <a:cubicBezTo>
                  <a:pt x="1020366" y="2399188"/>
                  <a:pt x="1032055" y="2404114"/>
                  <a:pt x="1042199" y="2411458"/>
                </a:cubicBezTo>
                <a:cubicBezTo>
                  <a:pt x="1048681" y="2418480"/>
                  <a:pt x="1051863" y="2427930"/>
                  <a:pt x="1050955" y="2437443"/>
                </a:cubicBezTo>
                <a:cubicBezTo>
                  <a:pt x="1051270" y="2448370"/>
                  <a:pt x="1046463" y="2458816"/>
                  <a:pt x="1037965" y="2465687"/>
                </a:cubicBezTo>
                <a:cubicBezTo>
                  <a:pt x="1027753" y="2473138"/>
                  <a:pt x="1015281" y="2476830"/>
                  <a:pt x="1002661" y="2476136"/>
                </a:cubicBezTo>
                <a:cubicBezTo>
                  <a:pt x="989976" y="2476931"/>
                  <a:pt x="977465" y="2472895"/>
                  <a:pt x="967639" y="2464839"/>
                </a:cubicBezTo>
                <a:cubicBezTo>
                  <a:pt x="958891" y="2456539"/>
                  <a:pt x="953981" y="2444980"/>
                  <a:pt x="954082" y="2432924"/>
                </a:cubicBezTo>
                <a:lnTo>
                  <a:pt x="977803" y="2432924"/>
                </a:lnTo>
                <a:cubicBezTo>
                  <a:pt x="977723" y="2438917"/>
                  <a:pt x="980187" y="2444663"/>
                  <a:pt x="984582" y="2448740"/>
                </a:cubicBezTo>
                <a:cubicBezTo>
                  <a:pt x="989816" y="2452545"/>
                  <a:pt x="996197" y="2454440"/>
                  <a:pt x="1002661" y="2454104"/>
                </a:cubicBezTo>
                <a:cubicBezTo>
                  <a:pt x="1009054" y="2454413"/>
                  <a:pt x="1015405" y="2452945"/>
                  <a:pt x="1021019" y="2449870"/>
                </a:cubicBezTo>
                <a:cubicBezTo>
                  <a:pt x="1025096" y="2447584"/>
                  <a:pt x="1027590" y="2443246"/>
                  <a:pt x="1027515" y="2438573"/>
                </a:cubicBezTo>
                <a:cubicBezTo>
                  <a:pt x="1027925" y="2434398"/>
                  <a:pt x="1026098" y="2430317"/>
                  <a:pt x="1022712" y="2427838"/>
                </a:cubicBezTo>
                <a:cubicBezTo>
                  <a:pt x="1016541" y="2424446"/>
                  <a:pt x="1009866" y="2422062"/>
                  <a:pt x="1002943" y="2420778"/>
                </a:cubicBezTo>
                <a:cubicBezTo>
                  <a:pt x="989558" y="2418462"/>
                  <a:pt x="976780" y="2413466"/>
                  <a:pt x="965376" y="2406091"/>
                </a:cubicBezTo>
                <a:cubicBezTo>
                  <a:pt x="958696" y="2399861"/>
                  <a:pt x="955256" y="2390901"/>
                  <a:pt x="956056" y="2381803"/>
                </a:cubicBezTo>
                <a:cubicBezTo>
                  <a:pt x="955585" y="2370562"/>
                  <a:pt x="960140" y="2359691"/>
                  <a:pt x="968484" y="2352148"/>
                </a:cubicBezTo>
                <a:cubicBezTo>
                  <a:pt x="977904" y="2344382"/>
                  <a:pt x="989905" y="2340450"/>
                  <a:pt x="1002095" y="2341132"/>
                </a:cubicBezTo>
                <a:close/>
                <a:moveTo>
                  <a:pt x="670511" y="2134384"/>
                </a:moveTo>
                <a:cubicBezTo>
                  <a:pt x="682656" y="2134384"/>
                  <a:pt x="683504" y="2155568"/>
                  <a:pt x="687457" y="2155568"/>
                </a:cubicBezTo>
                <a:cubicBezTo>
                  <a:pt x="693776" y="2155034"/>
                  <a:pt x="699970" y="2153507"/>
                  <a:pt x="705818" y="2151049"/>
                </a:cubicBezTo>
                <a:cubicBezTo>
                  <a:pt x="707511" y="2151049"/>
                  <a:pt x="723327" y="2151049"/>
                  <a:pt x="726717" y="2151049"/>
                </a:cubicBezTo>
                <a:cubicBezTo>
                  <a:pt x="730106" y="2151049"/>
                  <a:pt x="734061" y="2151894"/>
                  <a:pt x="734061" y="2154438"/>
                </a:cubicBezTo>
                <a:cubicBezTo>
                  <a:pt x="734672" y="2158563"/>
                  <a:pt x="734082" y="2162779"/>
                  <a:pt x="732365" y="2166581"/>
                </a:cubicBezTo>
                <a:cubicBezTo>
                  <a:pt x="732605" y="2171094"/>
                  <a:pt x="731932" y="2175610"/>
                  <a:pt x="730387" y="2179856"/>
                </a:cubicBezTo>
                <a:lnTo>
                  <a:pt x="730387" y="2179574"/>
                </a:lnTo>
                <a:cubicBezTo>
                  <a:pt x="727022" y="2182714"/>
                  <a:pt x="723906" y="2186113"/>
                  <a:pt x="721068" y="2189742"/>
                </a:cubicBezTo>
                <a:cubicBezTo>
                  <a:pt x="719938" y="2191720"/>
                  <a:pt x="713160" y="2193413"/>
                  <a:pt x="711748" y="2196521"/>
                </a:cubicBezTo>
                <a:cubicBezTo>
                  <a:pt x="708641" y="2204429"/>
                  <a:pt x="709770" y="2210078"/>
                  <a:pt x="704970" y="2215445"/>
                </a:cubicBezTo>
                <a:cubicBezTo>
                  <a:pt x="701150" y="2219335"/>
                  <a:pt x="696652" y="2222493"/>
                  <a:pt x="691694" y="2224765"/>
                </a:cubicBezTo>
                <a:cubicBezTo>
                  <a:pt x="686045" y="2228154"/>
                  <a:pt x="679830" y="2225331"/>
                  <a:pt x="676441" y="2226176"/>
                </a:cubicBezTo>
                <a:cubicBezTo>
                  <a:pt x="673055" y="2227024"/>
                  <a:pt x="662039" y="2234366"/>
                  <a:pt x="656106" y="2234366"/>
                </a:cubicBezTo>
                <a:cubicBezTo>
                  <a:pt x="643678" y="2234366"/>
                  <a:pt x="631817" y="2229002"/>
                  <a:pt x="631817" y="2214597"/>
                </a:cubicBezTo>
                <a:cubicBezTo>
                  <a:pt x="631817" y="2211207"/>
                  <a:pt x="634359" y="2202733"/>
                  <a:pt x="634359" y="2199344"/>
                </a:cubicBezTo>
                <a:cubicBezTo>
                  <a:pt x="634359" y="2195954"/>
                  <a:pt x="630688" y="2190872"/>
                  <a:pt x="630688" y="2187483"/>
                </a:cubicBezTo>
                <a:cubicBezTo>
                  <a:pt x="630688" y="2184093"/>
                  <a:pt x="638033" y="2177596"/>
                  <a:pt x="638033" y="2173644"/>
                </a:cubicBezTo>
                <a:cubicBezTo>
                  <a:pt x="639993" y="2161033"/>
                  <a:pt x="646652" y="2149631"/>
                  <a:pt x="656672" y="2141726"/>
                </a:cubicBezTo>
                <a:cubicBezTo>
                  <a:pt x="661191" y="2139185"/>
                  <a:pt x="667121" y="2134384"/>
                  <a:pt x="670511" y="2134384"/>
                </a:cubicBezTo>
                <a:close/>
                <a:moveTo>
                  <a:pt x="898439" y="2093432"/>
                </a:moveTo>
                <a:cubicBezTo>
                  <a:pt x="902958" y="2092584"/>
                  <a:pt x="905218" y="2096539"/>
                  <a:pt x="912278" y="2096539"/>
                </a:cubicBezTo>
                <a:cubicBezTo>
                  <a:pt x="914538" y="2096257"/>
                  <a:pt x="922728" y="2103599"/>
                  <a:pt x="926117" y="2103599"/>
                </a:cubicBezTo>
                <a:cubicBezTo>
                  <a:pt x="930692" y="2104433"/>
                  <a:pt x="935380" y="2104433"/>
                  <a:pt x="939959" y="2103599"/>
                </a:cubicBezTo>
                <a:cubicBezTo>
                  <a:pt x="943911" y="2103036"/>
                  <a:pt x="950408" y="2107837"/>
                  <a:pt x="953513" y="2107837"/>
                </a:cubicBezTo>
                <a:cubicBezTo>
                  <a:pt x="957412" y="2107570"/>
                  <a:pt x="961285" y="2107003"/>
                  <a:pt x="965095" y="2106144"/>
                </a:cubicBezTo>
                <a:cubicBezTo>
                  <a:pt x="972437" y="2104729"/>
                  <a:pt x="987972" y="2123653"/>
                  <a:pt x="993339" y="2130713"/>
                </a:cubicBezTo>
                <a:lnTo>
                  <a:pt x="993054" y="2132410"/>
                </a:lnTo>
                <a:cubicBezTo>
                  <a:pt x="995839" y="2135746"/>
                  <a:pt x="998297" y="2139339"/>
                  <a:pt x="1000399" y="2143141"/>
                </a:cubicBezTo>
                <a:cubicBezTo>
                  <a:pt x="1001366" y="2147799"/>
                  <a:pt x="1001366" y="2152606"/>
                  <a:pt x="1000399" y="2157264"/>
                </a:cubicBezTo>
                <a:cubicBezTo>
                  <a:pt x="997858" y="2164606"/>
                  <a:pt x="993621" y="2166866"/>
                  <a:pt x="990513" y="2170255"/>
                </a:cubicBezTo>
                <a:cubicBezTo>
                  <a:pt x="987408" y="2173644"/>
                  <a:pt x="986276" y="2181834"/>
                  <a:pt x="982886" y="2186071"/>
                </a:cubicBezTo>
                <a:cubicBezTo>
                  <a:pt x="980132" y="2189852"/>
                  <a:pt x="977009" y="2193354"/>
                  <a:pt x="973567" y="2196521"/>
                </a:cubicBezTo>
                <a:cubicBezTo>
                  <a:pt x="968991" y="2199860"/>
                  <a:pt x="963648" y="2201995"/>
                  <a:pt x="958032" y="2202736"/>
                </a:cubicBezTo>
                <a:cubicBezTo>
                  <a:pt x="954079" y="2202736"/>
                  <a:pt x="951256" y="2201040"/>
                  <a:pt x="944759" y="2202736"/>
                </a:cubicBezTo>
                <a:cubicBezTo>
                  <a:pt x="938262" y="2204429"/>
                  <a:pt x="935155" y="2209233"/>
                  <a:pt x="930636" y="2209233"/>
                </a:cubicBezTo>
                <a:cubicBezTo>
                  <a:pt x="926117" y="2209233"/>
                  <a:pt x="919623" y="2201325"/>
                  <a:pt x="919623" y="2197651"/>
                </a:cubicBezTo>
                <a:cubicBezTo>
                  <a:pt x="919623" y="2193980"/>
                  <a:pt x="921598" y="2186920"/>
                  <a:pt x="919620" y="2182401"/>
                </a:cubicBezTo>
                <a:cubicBezTo>
                  <a:pt x="915454" y="2175658"/>
                  <a:pt x="911682" y="2168680"/>
                  <a:pt x="908322" y="2161499"/>
                </a:cubicBezTo>
                <a:cubicBezTo>
                  <a:pt x="908041" y="2153309"/>
                  <a:pt x="899287" y="2149071"/>
                  <a:pt x="899287" y="2143707"/>
                </a:cubicBezTo>
                <a:cubicBezTo>
                  <a:pt x="899355" y="2136659"/>
                  <a:pt x="897502" y="2129723"/>
                  <a:pt x="893920" y="2123653"/>
                </a:cubicBezTo>
                <a:cubicBezTo>
                  <a:pt x="892272" y="2119772"/>
                  <a:pt x="892272" y="2115389"/>
                  <a:pt x="893920" y="2111508"/>
                </a:cubicBezTo>
                <a:cubicBezTo>
                  <a:pt x="896743" y="2107555"/>
                  <a:pt x="893920" y="2094280"/>
                  <a:pt x="898439" y="2093432"/>
                </a:cubicBezTo>
                <a:close/>
                <a:moveTo>
                  <a:pt x="850990" y="1995425"/>
                </a:moveTo>
                <a:cubicBezTo>
                  <a:pt x="846664" y="1995268"/>
                  <a:pt x="842349" y="1995938"/>
                  <a:pt x="838278" y="1997403"/>
                </a:cubicBezTo>
                <a:cubicBezTo>
                  <a:pt x="833477" y="2001640"/>
                  <a:pt x="828676" y="1998814"/>
                  <a:pt x="825287" y="2001637"/>
                </a:cubicBezTo>
                <a:cubicBezTo>
                  <a:pt x="822292" y="2004012"/>
                  <a:pt x="819075" y="2006094"/>
                  <a:pt x="815683" y="2007852"/>
                </a:cubicBezTo>
                <a:cubicBezTo>
                  <a:pt x="806977" y="2010847"/>
                  <a:pt x="798484" y="2014435"/>
                  <a:pt x="790265" y="2018583"/>
                </a:cubicBezTo>
                <a:cubicBezTo>
                  <a:pt x="785479" y="2021133"/>
                  <a:pt x="782531" y="2026157"/>
                  <a:pt x="782638" y="2031577"/>
                </a:cubicBezTo>
                <a:cubicBezTo>
                  <a:pt x="782786" y="2037596"/>
                  <a:pt x="787632" y="2042442"/>
                  <a:pt x="793654" y="2042593"/>
                </a:cubicBezTo>
                <a:cubicBezTo>
                  <a:pt x="800323" y="2041617"/>
                  <a:pt x="806802" y="2039619"/>
                  <a:pt x="812860" y="2036659"/>
                </a:cubicBezTo>
                <a:cubicBezTo>
                  <a:pt x="819354" y="2032707"/>
                  <a:pt x="822743" y="2027624"/>
                  <a:pt x="830936" y="2022539"/>
                </a:cubicBezTo>
                <a:cubicBezTo>
                  <a:pt x="836635" y="2018877"/>
                  <a:pt x="841771" y="2014405"/>
                  <a:pt x="846186" y="2009264"/>
                </a:cubicBezTo>
                <a:cubicBezTo>
                  <a:pt x="849294" y="2003615"/>
                  <a:pt x="853531" y="1995425"/>
                  <a:pt x="850990" y="1995425"/>
                </a:cubicBezTo>
                <a:close/>
                <a:moveTo>
                  <a:pt x="1447218" y="1962098"/>
                </a:moveTo>
                <a:cubicBezTo>
                  <a:pt x="1440475" y="1962706"/>
                  <a:pt x="1433776" y="1963744"/>
                  <a:pt x="1427164" y="1965206"/>
                </a:cubicBezTo>
                <a:cubicBezTo>
                  <a:pt x="1424584" y="1968257"/>
                  <a:pt x="1422918" y="1971978"/>
                  <a:pt x="1422363" y="1975937"/>
                </a:cubicBezTo>
                <a:cubicBezTo>
                  <a:pt x="1422046" y="1979415"/>
                  <a:pt x="1422627" y="1982917"/>
                  <a:pt x="1424056" y="1986105"/>
                </a:cubicBezTo>
                <a:cubicBezTo>
                  <a:pt x="1429987" y="1987801"/>
                  <a:pt x="1437895" y="1989779"/>
                  <a:pt x="1441287" y="1987801"/>
                </a:cubicBezTo>
                <a:cubicBezTo>
                  <a:pt x="1447766" y="1983142"/>
                  <a:pt x="1451974" y="1975961"/>
                  <a:pt x="1452867" y="1968029"/>
                </a:cubicBezTo>
                <a:cubicBezTo>
                  <a:pt x="1452899" y="1967735"/>
                  <a:pt x="1452905" y="1967439"/>
                  <a:pt x="1452887" y="1967142"/>
                </a:cubicBezTo>
                <a:cubicBezTo>
                  <a:pt x="1452715" y="1964183"/>
                  <a:pt x="1450177" y="1961926"/>
                  <a:pt x="1447218" y="1962098"/>
                </a:cubicBezTo>
                <a:close/>
                <a:moveTo>
                  <a:pt x="1505965" y="1944589"/>
                </a:moveTo>
                <a:cubicBezTo>
                  <a:pt x="1501164" y="1946282"/>
                  <a:pt x="1497775" y="1949953"/>
                  <a:pt x="1490430" y="1949953"/>
                </a:cubicBezTo>
                <a:cubicBezTo>
                  <a:pt x="1486759" y="1953908"/>
                  <a:pt x="1488452" y="1961535"/>
                  <a:pt x="1488452" y="1965206"/>
                </a:cubicBezTo>
                <a:cubicBezTo>
                  <a:pt x="1488452" y="1968877"/>
                  <a:pt x="1495797" y="1974244"/>
                  <a:pt x="1498057" y="1974244"/>
                </a:cubicBezTo>
                <a:cubicBezTo>
                  <a:pt x="1505583" y="1972841"/>
                  <a:pt x="1512044" y="1968046"/>
                  <a:pt x="1515566" y="1961250"/>
                </a:cubicBezTo>
                <a:lnTo>
                  <a:pt x="1515851" y="1961250"/>
                </a:lnTo>
                <a:cubicBezTo>
                  <a:pt x="1516210" y="1956927"/>
                  <a:pt x="1516210" y="1952583"/>
                  <a:pt x="1515851" y="1948260"/>
                </a:cubicBezTo>
                <a:cubicBezTo>
                  <a:pt x="1515003" y="1944589"/>
                  <a:pt x="1510766" y="1942892"/>
                  <a:pt x="1505965" y="1944589"/>
                </a:cubicBezTo>
                <a:close/>
                <a:moveTo>
                  <a:pt x="885446" y="1928206"/>
                </a:moveTo>
                <a:cubicBezTo>
                  <a:pt x="890487" y="1929686"/>
                  <a:pt x="895397" y="1931575"/>
                  <a:pt x="900133" y="1933855"/>
                </a:cubicBezTo>
                <a:cubicBezTo>
                  <a:pt x="902959" y="1933855"/>
                  <a:pt x="913123" y="1931595"/>
                  <a:pt x="916513" y="1933855"/>
                </a:cubicBezTo>
                <a:cubicBezTo>
                  <a:pt x="925177" y="1938196"/>
                  <a:pt x="933326" y="1943504"/>
                  <a:pt x="940804" y="1949671"/>
                </a:cubicBezTo>
                <a:cubicBezTo>
                  <a:pt x="943529" y="1956064"/>
                  <a:pt x="945703" y="1962677"/>
                  <a:pt x="947301" y="1969441"/>
                </a:cubicBezTo>
                <a:cubicBezTo>
                  <a:pt x="949021" y="1974475"/>
                  <a:pt x="949021" y="1979940"/>
                  <a:pt x="947301" y="1984975"/>
                </a:cubicBezTo>
                <a:cubicBezTo>
                  <a:pt x="940134" y="1991454"/>
                  <a:pt x="933346" y="1998340"/>
                  <a:pt x="926965" y="2005593"/>
                </a:cubicBezTo>
                <a:lnTo>
                  <a:pt x="927813" y="2009264"/>
                </a:lnTo>
                <a:cubicBezTo>
                  <a:pt x="924878" y="2014936"/>
                  <a:pt x="921577" y="2020407"/>
                  <a:pt x="917927" y="2025647"/>
                </a:cubicBezTo>
                <a:cubicBezTo>
                  <a:pt x="906274" y="2043883"/>
                  <a:pt x="895620" y="2062741"/>
                  <a:pt x="886012" y="2082134"/>
                </a:cubicBezTo>
                <a:cubicBezTo>
                  <a:pt x="881710" y="2088379"/>
                  <a:pt x="876992" y="2094321"/>
                  <a:pt x="871889" y="2099928"/>
                </a:cubicBezTo>
                <a:cubicBezTo>
                  <a:pt x="868894" y="2102194"/>
                  <a:pt x="864929" y="2102731"/>
                  <a:pt x="861439" y="2101340"/>
                </a:cubicBezTo>
                <a:cubicBezTo>
                  <a:pt x="859180" y="2100210"/>
                  <a:pt x="851553" y="2105574"/>
                  <a:pt x="851553" y="2112637"/>
                </a:cubicBezTo>
                <a:cubicBezTo>
                  <a:pt x="851274" y="2119576"/>
                  <a:pt x="852428" y="2126497"/>
                  <a:pt x="854942" y="2132973"/>
                </a:cubicBezTo>
                <a:cubicBezTo>
                  <a:pt x="856920" y="2163067"/>
                  <a:pt x="856920" y="2193259"/>
                  <a:pt x="854942" y="2223353"/>
                </a:cubicBezTo>
                <a:cubicBezTo>
                  <a:pt x="853300" y="2233980"/>
                  <a:pt x="846978" y="2243309"/>
                  <a:pt x="837714" y="2248771"/>
                </a:cubicBezTo>
                <a:cubicBezTo>
                  <a:pt x="832629" y="2251030"/>
                  <a:pt x="825287" y="2264306"/>
                  <a:pt x="819354" y="2267132"/>
                </a:cubicBezTo>
                <a:cubicBezTo>
                  <a:pt x="813423" y="2269955"/>
                  <a:pt x="806081" y="2275885"/>
                  <a:pt x="802692" y="2275888"/>
                </a:cubicBezTo>
                <a:cubicBezTo>
                  <a:pt x="799412" y="2275485"/>
                  <a:pt x="796551" y="2273471"/>
                  <a:pt x="795065" y="2270521"/>
                </a:cubicBezTo>
                <a:cubicBezTo>
                  <a:pt x="793372" y="2268543"/>
                  <a:pt x="786591" y="2267413"/>
                  <a:pt x="782920" y="2265154"/>
                </a:cubicBezTo>
                <a:cubicBezTo>
                  <a:pt x="779249" y="2262894"/>
                  <a:pt x="777556" y="2260068"/>
                  <a:pt x="773600" y="2257809"/>
                </a:cubicBezTo>
                <a:cubicBezTo>
                  <a:pt x="767877" y="2256332"/>
                  <a:pt x="762501" y="2253744"/>
                  <a:pt x="757783" y="2250185"/>
                </a:cubicBezTo>
                <a:cubicBezTo>
                  <a:pt x="753831" y="2246230"/>
                  <a:pt x="754958" y="2243970"/>
                  <a:pt x="749312" y="2234084"/>
                </a:cubicBezTo>
                <a:cubicBezTo>
                  <a:pt x="743660" y="2224201"/>
                  <a:pt x="725869" y="2215726"/>
                  <a:pt x="725302" y="2209514"/>
                </a:cubicBezTo>
                <a:cubicBezTo>
                  <a:pt x="724739" y="2203299"/>
                  <a:pt x="738859" y="2203299"/>
                  <a:pt x="740555" y="2203299"/>
                </a:cubicBezTo>
                <a:cubicBezTo>
                  <a:pt x="752135" y="2203017"/>
                  <a:pt x="760043" y="2210926"/>
                  <a:pt x="763432" y="2210926"/>
                </a:cubicBezTo>
                <a:cubicBezTo>
                  <a:pt x="775011" y="2210926"/>
                  <a:pt x="781508" y="2206407"/>
                  <a:pt x="781508" y="2189742"/>
                </a:cubicBezTo>
                <a:cubicBezTo>
                  <a:pt x="781508" y="2186353"/>
                  <a:pt x="781508" y="2178163"/>
                  <a:pt x="781508" y="2174774"/>
                </a:cubicBezTo>
                <a:cubicBezTo>
                  <a:pt x="780788" y="2168013"/>
                  <a:pt x="780788" y="2161196"/>
                  <a:pt x="781508" y="2154438"/>
                </a:cubicBezTo>
                <a:cubicBezTo>
                  <a:pt x="781710" y="2144949"/>
                  <a:pt x="782748" y="2135499"/>
                  <a:pt x="784616" y="2126194"/>
                </a:cubicBezTo>
                <a:cubicBezTo>
                  <a:pt x="784616" y="2123369"/>
                  <a:pt x="784898" y="2115460"/>
                  <a:pt x="779531" y="2116875"/>
                </a:cubicBezTo>
                <a:cubicBezTo>
                  <a:pt x="774163" y="2118286"/>
                  <a:pt x="768233" y="2112919"/>
                  <a:pt x="764844" y="2112919"/>
                </a:cubicBezTo>
                <a:cubicBezTo>
                  <a:pt x="761454" y="2112919"/>
                  <a:pt x="756654" y="2114897"/>
                  <a:pt x="753264" y="2114897"/>
                </a:cubicBezTo>
                <a:cubicBezTo>
                  <a:pt x="747100" y="2115033"/>
                  <a:pt x="740941" y="2114464"/>
                  <a:pt x="734907" y="2113201"/>
                </a:cubicBezTo>
                <a:cubicBezTo>
                  <a:pt x="732303" y="2111653"/>
                  <a:pt x="730005" y="2109645"/>
                  <a:pt x="728128" y="2107270"/>
                </a:cubicBezTo>
                <a:cubicBezTo>
                  <a:pt x="724172" y="2102470"/>
                  <a:pt x="726150" y="2098799"/>
                  <a:pt x="724172" y="2093432"/>
                </a:cubicBezTo>
                <a:cubicBezTo>
                  <a:pt x="723609" y="2092302"/>
                  <a:pt x="722761" y="2089761"/>
                  <a:pt x="721068" y="2086087"/>
                </a:cubicBezTo>
                <a:cubicBezTo>
                  <a:pt x="719372" y="2082416"/>
                  <a:pt x="719372" y="2074789"/>
                  <a:pt x="719372" y="2071685"/>
                </a:cubicBezTo>
                <a:cubicBezTo>
                  <a:pt x="719372" y="2068577"/>
                  <a:pt x="714853" y="2058973"/>
                  <a:pt x="714853" y="2050783"/>
                </a:cubicBezTo>
                <a:cubicBezTo>
                  <a:pt x="712750" y="2041472"/>
                  <a:pt x="711241" y="2032040"/>
                  <a:pt x="710334" y="2022539"/>
                </a:cubicBezTo>
                <a:cubicBezTo>
                  <a:pt x="710334" y="2005311"/>
                  <a:pt x="710334" y="1997684"/>
                  <a:pt x="710334" y="1994295"/>
                </a:cubicBezTo>
                <a:cubicBezTo>
                  <a:pt x="710615" y="1974808"/>
                  <a:pt x="722195" y="1970852"/>
                  <a:pt x="726714" y="1963510"/>
                </a:cubicBezTo>
                <a:cubicBezTo>
                  <a:pt x="731841" y="1960844"/>
                  <a:pt x="737125" y="1958487"/>
                  <a:pt x="742530" y="1956450"/>
                </a:cubicBezTo>
                <a:cubicBezTo>
                  <a:pt x="748464" y="1957013"/>
                  <a:pt x="750157" y="1959273"/>
                  <a:pt x="756654" y="1963792"/>
                </a:cubicBezTo>
                <a:cubicBezTo>
                  <a:pt x="758975" y="1966591"/>
                  <a:pt x="761143" y="1969515"/>
                  <a:pt x="763151" y="1972548"/>
                </a:cubicBezTo>
                <a:cubicBezTo>
                  <a:pt x="773043" y="1971679"/>
                  <a:pt x="782656" y="1968794"/>
                  <a:pt x="791394" y="1964073"/>
                </a:cubicBezTo>
                <a:cubicBezTo>
                  <a:pt x="796195" y="1961814"/>
                  <a:pt x="805233" y="1961532"/>
                  <a:pt x="812860" y="1958143"/>
                </a:cubicBezTo>
                <a:cubicBezTo>
                  <a:pt x="817821" y="1955483"/>
                  <a:pt x="823152" y="1953580"/>
                  <a:pt x="828676" y="1952494"/>
                </a:cubicBezTo>
                <a:cubicBezTo>
                  <a:pt x="832825" y="1951768"/>
                  <a:pt x="836893" y="1950632"/>
                  <a:pt x="840819" y="1949105"/>
                </a:cubicBezTo>
                <a:cubicBezTo>
                  <a:pt x="846699" y="1948035"/>
                  <a:pt x="852286" y="1945725"/>
                  <a:pt x="857202" y="1942326"/>
                </a:cubicBezTo>
                <a:lnTo>
                  <a:pt x="867088" y="1936111"/>
                </a:lnTo>
                <a:cubicBezTo>
                  <a:pt x="869760" y="1934338"/>
                  <a:pt x="872597" y="1932826"/>
                  <a:pt x="875560" y="1931592"/>
                </a:cubicBezTo>
                <a:cubicBezTo>
                  <a:pt x="878199" y="1929066"/>
                  <a:pt x="881813" y="1927827"/>
                  <a:pt x="885446" y="1928206"/>
                </a:cubicBezTo>
                <a:close/>
                <a:moveTo>
                  <a:pt x="3235613" y="1913519"/>
                </a:moveTo>
                <a:lnTo>
                  <a:pt x="3237591" y="1915778"/>
                </a:lnTo>
                <a:lnTo>
                  <a:pt x="3235956" y="1914997"/>
                </a:lnTo>
                <a:close/>
                <a:moveTo>
                  <a:pt x="1441287" y="1897139"/>
                </a:moveTo>
                <a:cubicBezTo>
                  <a:pt x="1437895" y="1901092"/>
                  <a:pt x="1425186" y="1897139"/>
                  <a:pt x="1425186" y="1909000"/>
                </a:cubicBezTo>
                <a:cubicBezTo>
                  <a:pt x="1425186" y="1914082"/>
                  <a:pt x="1426882" y="1925383"/>
                  <a:pt x="1426882" y="1925383"/>
                </a:cubicBezTo>
                <a:cubicBezTo>
                  <a:pt x="1426882" y="1925383"/>
                  <a:pt x="1426034" y="1936114"/>
                  <a:pt x="1434224" y="1929899"/>
                </a:cubicBezTo>
                <a:cubicBezTo>
                  <a:pt x="1442417" y="1923687"/>
                  <a:pt x="1453715" y="1921145"/>
                  <a:pt x="1453715" y="1911541"/>
                </a:cubicBezTo>
                <a:cubicBezTo>
                  <a:pt x="1455408" y="1897139"/>
                  <a:pt x="1452019" y="1894595"/>
                  <a:pt x="1441287" y="1897139"/>
                </a:cubicBezTo>
                <a:close/>
                <a:moveTo>
                  <a:pt x="242333" y="1879345"/>
                </a:moveTo>
                <a:lnTo>
                  <a:pt x="244593" y="1883016"/>
                </a:lnTo>
                <a:lnTo>
                  <a:pt x="242333" y="1879501"/>
                </a:lnTo>
                <a:close/>
                <a:moveTo>
                  <a:pt x="1537032" y="1873129"/>
                </a:moveTo>
                <a:cubicBezTo>
                  <a:pt x="1522627" y="1877930"/>
                  <a:pt x="1498057" y="1877367"/>
                  <a:pt x="1498057" y="1888664"/>
                </a:cubicBezTo>
                <a:cubicBezTo>
                  <a:pt x="1497490" y="1894595"/>
                  <a:pt x="1497490" y="1904763"/>
                  <a:pt x="1503424" y="1907304"/>
                </a:cubicBezTo>
                <a:cubicBezTo>
                  <a:pt x="1510422" y="1908641"/>
                  <a:pt x="1517609" y="1908641"/>
                  <a:pt x="1524607" y="1907304"/>
                </a:cubicBezTo>
                <a:lnTo>
                  <a:pt x="1538374" y="1887637"/>
                </a:lnTo>
                <a:lnTo>
                  <a:pt x="1538443" y="1888383"/>
                </a:lnTo>
                <a:lnTo>
                  <a:pt x="1538446" y="1887535"/>
                </a:lnTo>
                <a:lnTo>
                  <a:pt x="1538374" y="1887637"/>
                </a:lnTo>
                <a:close/>
                <a:moveTo>
                  <a:pt x="2095977" y="1869741"/>
                </a:moveTo>
                <a:cubicBezTo>
                  <a:pt x="2100419" y="1870426"/>
                  <a:pt x="2104446" y="1872742"/>
                  <a:pt x="2107275" y="1876238"/>
                </a:cubicBezTo>
                <a:cubicBezTo>
                  <a:pt x="2113009" y="1881317"/>
                  <a:pt x="2118477" y="1886690"/>
                  <a:pt x="2123655" y="1892336"/>
                </a:cubicBezTo>
                <a:cubicBezTo>
                  <a:pt x="2126288" y="1897181"/>
                  <a:pt x="2128102" y="1902433"/>
                  <a:pt x="2129022" y="1907871"/>
                </a:cubicBezTo>
                <a:cubicBezTo>
                  <a:pt x="2129870" y="1911823"/>
                  <a:pt x="2135519" y="1916345"/>
                  <a:pt x="2135519" y="1918320"/>
                </a:cubicBezTo>
                <a:cubicBezTo>
                  <a:pt x="2134389" y="1933007"/>
                  <a:pt x="2123373" y="1932725"/>
                  <a:pt x="2108968" y="1942893"/>
                </a:cubicBezTo>
                <a:cubicBezTo>
                  <a:pt x="2100962" y="1947480"/>
                  <a:pt x="2093875" y="1953512"/>
                  <a:pt x="2088069" y="1960687"/>
                </a:cubicBezTo>
                <a:cubicBezTo>
                  <a:pt x="2083582" y="1965307"/>
                  <a:pt x="2078201" y="1968958"/>
                  <a:pt x="2072252" y="1971419"/>
                </a:cubicBezTo>
                <a:cubicBezTo>
                  <a:pt x="2055869" y="1978479"/>
                  <a:pt x="2041183" y="1977915"/>
                  <a:pt x="2040053" y="1994014"/>
                </a:cubicBezTo>
                <a:cubicBezTo>
                  <a:pt x="2038923" y="2010115"/>
                  <a:pt x="2047679" y="2003618"/>
                  <a:pt x="2047679" y="2020562"/>
                </a:cubicBezTo>
                <a:cubicBezTo>
                  <a:pt x="2047178" y="2025015"/>
                  <a:pt x="2045414" y="2029229"/>
                  <a:pt x="2042594" y="2032707"/>
                </a:cubicBezTo>
                <a:cubicBezTo>
                  <a:pt x="2040050" y="2036055"/>
                  <a:pt x="2038573" y="2040091"/>
                  <a:pt x="2038360" y="2044286"/>
                </a:cubicBezTo>
                <a:cubicBezTo>
                  <a:pt x="2038336" y="2048476"/>
                  <a:pt x="2037165" y="2052580"/>
                  <a:pt x="2034970" y="2056150"/>
                </a:cubicBezTo>
                <a:cubicBezTo>
                  <a:pt x="2033123" y="2060118"/>
                  <a:pt x="2032343" y="2064500"/>
                  <a:pt x="2032711" y="2068859"/>
                </a:cubicBezTo>
                <a:cubicBezTo>
                  <a:pt x="2032426" y="2084112"/>
                  <a:pt x="2029885" y="2097388"/>
                  <a:pt x="2034404" y="2101622"/>
                </a:cubicBezTo>
                <a:cubicBezTo>
                  <a:pt x="2054158" y="2100475"/>
                  <a:pt x="2073963" y="2100475"/>
                  <a:pt x="2093718" y="2101622"/>
                </a:cubicBezTo>
                <a:cubicBezTo>
                  <a:pt x="2100778" y="2101622"/>
                  <a:pt x="2103601" y="2096821"/>
                  <a:pt x="2108968" y="2095410"/>
                </a:cubicBezTo>
                <a:cubicBezTo>
                  <a:pt x="2113819" y="2094559"/>
                  <a:pt x="2118729" y="2094087"/>
                  <a:pt x="2123655" y="2093998"/>
                </a:cubicBezTo>
                <a:cubicBezTo>
                  <a:pt x="2129131" y="2094953"/>
                  <a:pt x="2134516" y="2096371"/>
                  <a:pt x="2139756" y="2098236"/>
                </a:cubicBezTo>
                <a:cubicBezTo>
                  <a:pt x="2145221" y="2100608"/>
                  <a:pt x="2150428" y="2103544"/>
                  <a:pt x="2155288" y="2106989"/>
                </a:cubicBezTo>
                <a:cubicBezTo>
                  <a:pt x="2161218" y="2110378"/>
                  <a:pt x="2171671" y="2112638"/>
                  <a:pt x="2175905" y="2123372"/>
                </a:cubicBezTo>
                <a:lnTo>
                  <a:pt x="2177644" y="2135787"/>
                </a:lnTo>
                <a:lnTo>
                  <a:pt x="2177319" y="2134951"/>
                </a:lnTo>
                <a:lnTo>
                  <a:pt x="2177883" y="2137492"/>
                </a:lnTo>
                <a:lnTo>
                  <a:pt x="2177644" y="2135787"/>
                </a:lnTo>
                <a:lnTo>
                  <a:pt x="2179297" y="2140037"/>
                </a:lnTo>
                <a:cubicBezTo>
                  <a:pt x="2180676" y="2142323"/>
                  <a:pt x="2181177" y="2145033"/>
                  <a:pt x="2180709" y="2147660"/>
                </a:cubicBezTo>
                <a:cubicBezTo>
                  <a:pt x="2179875" y="2152019"/>
                  <a:pt x="2178144" y="2156156"/>
                  <a:pt x="2175623" y="2159806"/>
                </a:cubicBezTo>
                <a:cubicBezTo>
                  <a:pt x="2172800" y="2163759"/>
                  <a:pt x="2169411" y="2169974"/>
                  <a:pt x="2165174" y="2169974"/>
                </a:cubicBezTo>
                <a:lnTo>
                  <a:pt x="2145402" y="2171385"/>
                </a:lnTo>
                <a:cubicBezTo>
                  <a:pt x="2138229" y="2169680"/>
                  <a:pt x="2130970" y="2168361"/>
                  <a:pt x="2123655" y="2167432"/>
                </a:cubicBezTo>
                <a:cubicBezTo>
                  <a:pt x="2116313" y="2167432"/>
                  <a:pt x="2109816" y="2169407"/>
                  <a:pt x="2101341" y="2169407"/>
                </a:cubicBezTo>
                <a:cubicBezTo>
                  <a:pt x="2089056" y="2169028"/>
                  <a:pt x="2076801" y="2167990"/>
                  <a:pt x="2064626" y="2166303"/>
                </a:cubicBezTo>
                <a:cubicBezTo>
                  <a:pt x="2059540" y="2166303"/>
                  <a:pt x="2037793" y="2166303"/>
                  <a:pt x="2031297" y="2166303"/>
                </a:cubicBezTo>
                <a:cubicBezTo>
                  <a:pt x="2019845" y="2165220"/>
                  <a:pt x="2008289" y="2166080"/>
                  <a:pt x="1997122" y="2168844"/>
                </a:cubicBezTo>
                <a:lnTo>
                  <a:pt x="1964644" y="2173645"/>
                </a:lnTo>
                <a:cubicBezTo>
                  <a:pt x="1952780" y="2176186"/>
                  <a:pt x="1938093" y="2173645"/>
                  <a:pt x="1927359" y="2173645"/>
                </a:cubicBezTo>
                <a:cubicBezTo>
                  <a:pt x="1904992" y="2175729"/>
                  <a:pt x="1882922" y="2180275"/>
                  <a:pt x="1861552" y="2187202"/>
                </a:cubicBezTo>
                <a:cubicBezTo>
                  <a:pt x="1834438" y="2196521"/>
                  <a:pt x="1786988" y="2217705"/>
                  <a:pt x="1781058" y="2217705"/>
                </a:cubicBezTo>
                <a:cubicBezTo>
                  <a:pt x="1775127" y="2217705"/>
                  <a:pt x="1762418" y="2200759"/>
                  <a:pt x="1750273" y="2189461"/>
                </a:cubicBezTo>
                <a:cubicBezTo>
                  <a:pt x="1749303" y="2183854"/>
                  <a:pt x="1749303" y="2178122"/>
                  <a:pt x="1750273" y="2172515"/>
                </a:cubicBezTo>
                <a:cubicBezTo>
                  <a:pt x="1751307" y="2165490"/>
                  <a:pt x="1750628" y="2158320"/>
                  <a:pt x="1748295" y="2151616"/>
                </a:cubicBezTo>
                <a:cubicBezTo>
                  <a:pt x="1753377" y="2143426"/>
                  <a:pt x="1778232" y="2133540"/>
                  <a:pt x="1781621" y="2132973"/>
                </a:cubicBezTo>
                <a:cubicBezTo>
                  <a:pt x="1785010" y="2132410"/>
                  <a:pt x="1797722" y="2136081"/>
                  <a:pt x="1801393" y="2134951"/>
                </a:cubicBezTo>
                <a:cubicBezTo>
                  <a:pt x="1805064" y="2133822"/>
                  <a:pt x="1829071" y="2124217"/>
                  <a:pt x="1842628" y="2119416"/>
                </a:cubicBezTo>
                <a:cubicBezTo>
                  <a:pt x="1847150" y="2117723"/>
                  <a:pt x="1854773" y="2116027"/>
                  <a:pt x="1858729" y="2116027"/>
                </a:cubicBezTo>
                <a:cubicBezTo>
                  <a:pt x="1871438" y="2112075"/>
                  <a:pt x="1890077" y="2102755"/>
                  <a:pt x="1903919" y="2097388"/>
                </a:cubicBezTo>
                <a:cubicBezTo>
                  <a:pt x="1933011" y="2085809"/>
                  <a:pt x="1934422" y="2050501"/>
                  <a:pt x="1938941" y="2036944"/>
                </a:cubicBezTo>
                <a:cubicBezTo>
                  <a:pt x="1941370" y="2030540"/>
                  <a:pt x="1942615" y="2023743"/>
                  <a:pt x="1942612" y="2016891"/>
                </a:cubicBezTo>
                <a:cubicBezTo>
                  <a:pt x="1942612" y="2010115"/>
                  <a:pt x="1942331" y="2001077"/>
                  <a:pt x="1938941" y="2001077"/>
                </a:cubicBezTo>
                <a:cubicBezTo>
                  <a:pt x="1933023" y="2001421"/>
                  <a:pt x="1927155" y="2002367"/>
                  <a:pt x="1921429" y="2003900"/>
                </a:cubicBezTo>
                <a:cubicBezTo>
                  <a:pt x="1914345" y="2006337"/>
                  <a:pt x="1906736" y="2006824"/>
                  <a:pt x="1899400" y="2005311"/>
                </a:cubicBezTo>
                <a:cubicBezTo>
                  <a:pt x="1892340" y="2002770"/>
                  <a:pt x="1892340" y="1994014"/>
                  <a:pt x="1892337" y="1984976"/>
                </a:cubicBezTo>
                <a:cubicBezTo>
                  <a:pt x="1890231" y="1975813"/>
                  <a:pt x="1885638" y="1967410"/>
                  <a:pt x="1879064" y="1960687"/>
                </a:cubicBezTo>
                <a:cubicBezTo>
                  <a:pt x="1876419" y="1954449"/>
                  <a:pt x="1875257" y="1947679"/>
                  <a:pt x="1875675" y="1940915"/>
                </a:cubicBezTo>
                <a:cubicBezTo>
                  <a:pt x="1875675" y="1937244"/>
                  <a:pt x="1873979" y="1925665"/>
                  <a:pt x="1873979" y="1921991"/>
                </a:cubicBezTo>
                <a:cubicBezTo>
                  <a:pt x="1873979" y="1912671"/>
                  <a:pt x="1882454" y="1911823"/>
                  <a:pt x="1890362" y="1907871"/>
                </a:cubicBezTo>
                <a:cubicBezTo>
                  <a:pt x="1893751" y="1906175"/>
                  <a:pt x="1911261" y="1914931"/>
                  <a:pt x="1920581" y="1914931"/>
                </a:cubicBezTo>
                <a:cubicBezTo>
                  <a:pt x="1944691" y="1912268"/>
                  <a:pt x="1968638" y="1908310"/>
                  <a:pt x="1992321" y="1903070"/>
                </a:cubicBezTo>
                <a:lnTo>
                  <a:pt x="2004749" y="1899396"/>
                </a:lnTo>
                <a:lnTo>
                  <a:pt x="2013787" y="1896292"/>
                </a:lnTo>
                <a:cubicBezTo>
                  <a:pt x="2032426" y="1890566"/>
                  <a:pt x="2050413" y="1882898"/>
                  <a:pt x="2067449" y="1873412"/>
                </a:cubicBezTo>
                <a:cubicBezTo>
                  <a:pt x="2072318" y="1871603"/>
                  <a:pt x="2077557" y="1871022"/>
                  <a:pt x="2082702" y="1871719"/>
                </a:cubicBezTo>
                <a:cubicBezTo>
                  <a:pt x="2089762" y="1871719"/>
                  <a:pt x="2092303" y="1869741"/>
                  <a:pt x="2095977" y="1869741"/>
                </a:cubicBezTo>
                <a:close/>
                <a:moveTo>
                  <a:pt x="1339887" y="1851101"/>
                </a:moveTo>
                <a:cubicBezTo>
                  <a:pt x="1348361" y="1846300"/>
                  <a:pt x="1354010" y="1867765"/>
                  <a:pt x="1355422" y="1871436"/>
                </a:cubicBezTo>
                <a:cubicBezTo>
                  <a:pt x="1356833" y="1875107"/>
                  <a:pt x="1352032" y="1886971"/>
                  <a:pt x="1351751" y="1891490"/>
                </a:cubicBezTo>
                <a:cubicBezTo>
                  <a:pt x="1351466" y="1896009"/>
                  <a:pt x="1344688" y="1901655"/>
                  <a:pt x="1344688" y="1914930"/>
                </a:cubicBezTo>
                <a:cubicBezTo>
                  <a:pt x="1344972" y="1920297"/>
                  <a:pt x="1339605" y="1924816"/>
                  <a:pt x="1332260" y="1931595"/>
                </a:cubicBezTo>
                <a:cubicBezTo>
                  <a:pt x="1324560" y="1938702"/>
                  <a:pt x="1317473" y="1946451"/>
                  <a:pt x="1311080" y="1954756"/>
                </a:cubicBezTo>
                <a:cubicBezTo>
                  <a:pt x="1307578" y="1962854"/>
                  <a:pt x="1306783" y="1971871"/>
                  <a:pt x="1308820" y="1980456"/>
                </a:cubicBezTo>
                <a:cubicBezTo>
                  <a:pt x="1308820" y="1984130"/>
                  <a:pt x="1305431" y="1993449"/>
                  <a:pt x="1310513" y="1998250"/>
                </a:cubicBezTo>
                <a:cubicBezTo>
                  <a:pt x="1315599" y="2003051"/>
                  <a:pt x="1321247" y="1997968"/>
                  <a:pt x="1324070" y="1998250"/>
                </a:cubicBezTo>
                <a:cubicBezTo>
                  <a:pt x="1326896" y="1998532"/>
                  <a:pt x="1325200" y="2004465"/>
                  <a:pt x="1328589" y="2010678"/>
                </a:cubicBezTo>
                <a:cubicBezTo>
                  <a:pt x="1334804" y="2022823"/>
                  <a:pt x="1337346" y="2026776"/>
                  <a:pt x="1337064" y="2030450"/>
                </a:cubicBezTo>
                <a:cubicBezTo>
                  <a:pt x="1336779" y="2034121"/>
                  <a:pt x="1336779" y="2036943"/>
                  <a:pt x="1333956" y="2038640"/>
                </a:cubicBezTo>
                <a:cubicBezTo>
                  <a:pt x="1317861" y="2048134"/>
                  <a:pt x="1304144" y="2061175"/>
                  <a:pt x="1293852" y="2076769"/>
                </a:cubicBezTo>
                <a:cubicBezTo>
                  <a:pt x="1292731" y="2081902"/>
                  <a:pt x="1293327" y="2087257"/>
                  <a:pt x="1295545" y="2092020"/>
                </a:cubicBezTo>
                <a:lnTo>
                  <a:pt x="1310795" y="2092020"/>
                </a:lnTo>
                <a:lnTo>
                  <a:pt x="1309665" y="2092868"/>
                </a:lnTo>
                <a:cubicBezTo>
                  <a:pt x="1314976" y="2094484"/>
                  <a:pt x="1319691" y="2097627"/>
                  <a:pt x="1323222" y="2101906"/>
                </a:cubicBezTo>
                <a:cubicBezTo>
                  <a:pt x="1325734" y="2106416"/>
                  <a:pt x="1327184" y="2111439"/>
                  <a:pt x="1327460" y="2116592"/>
                </a:cubicBezTo>
                <a:cubicBezTo>
                  <a:pt x="1322315" y="2136975"/>
                  <a:pt x="1308180" y="2153916"/>
                  <a:pt x="1289048" y="2162631"/>
                </a:cubicBezTo>
                <a:cubicBezTo>
                  <a:pt x="1271820" y="2173643"/>
                  <a:pt x="1238491" y="2186071"/>
                  <a:pt x="1226348" y="2193979"/>
                </a:cubicBezTo>
                <a:cubicBezTo>
                  <a:pt x="1214203" y="2201887"/>
                  <a:pt x="1202623" y="2219118"/>
                  <a:pt x="1195560" y="2222223"/>
                </a:cubicBezTo>
                <a:cubicBezTo>
                  <a:pt x="1195560" y="2222223"/>
                  <a:pt x="1185959" y="2223919"/>
                  <a:pt x="1183418" y="2222223"/>
                </a:cubicBezTo>
                <a:cubicBezTo>
                  <a:pt x="1180876" y="2220530"/>
                  <a:pt x="1172120" y="2219118"/>
                  <a:pt x="1166187" y="2217422"/>
                </a:cubicBezTo>
                <a:cubicBezTo>
                  <a:pt x="1160256" y="2215729"/>
                  <a:pt x="1163082" y="2207254"/>
                  <a:pt x="1158845" y="2202454"/>
                </a:cubicBezTo>
                <a:cubicBezTo>
                  <a:pt x="1154403" y="2198032"/>
                  <a:pt x="1150773" y="2192873"/>
                  <a:pt x="1148110" y="2187200"/>
                </a:cubicBezTo>
                <a:cubicBezTo>
                  <a:pt x="1144484" y="2178245"/>
                  <a:pt x="1142844" y="2168609"/>
                  <a:pt x="1143310" y="2158957"/>
                </a:cubicBezTo>
                <a:cubicBezTo>
                  <a:pt x="1148804" y="2146758"/>
                  <a:pt x="1158987" y="2137287"/>
                  <a:pt x="1171554" y="2132691"/>
                </a:cubicBezTo>
                <a:cubicBezTo>
                  <a:pt x="1176947" y="2129230"/>
                  <a:pt x="1182134" y="2125459"/>
                  <a:pt x="1187088" y="2121393"/>
                </a:cubicBezTo>
                <a:cubicBezTo>
                  <a:pt x="1191696" y="2118668"/>
                  <a:pt x="1195498" y="2114772"/>
                  <a:pt x="1198104" y="2110096"/>
                </a:cubicBezTo>
                <a:cubicBezTo>
                  <a:pt x="1199605" y="2106493"/>
                  <a:pt x="1200557" y="2102686"/>
                  <a:pt x="1200927" y="2098798"/>
                </a:cubicBezTo>
                <a:cubicBezTo>
                  <a:pt x="1201212" y="2092868"/>
                  <a:pt x="1204316" y="2088630"/>
                  <a:pt x="1204316" y="2084393"/>
                </a:cubicBezTo>
                <a:cubicBezTo>
                  <a:pt x="1203753" y="2080215"/>
                  <a:pt x="1201986" y="2076289"/>
                  <a:pt x="1199234" y="2073096"/>
                </a:cubicBezTo>
                <a:cubicBezTo>
                  <a:pt x="1196438" y="2070261"/>
                  <a:pt x="1194229" y="2066901"/>
                  <a:pt x="1192737" y="2063212"/>
                </a:cubicBezTo>
                <a:cubicBezTo>
                  <a:pt x="1192737" y="2062928"/>
                  <a:pt x="1180592" y="2048807"/>
                  <a:pt x="1180592" y="2041747"/>
                </a:cubicBezTo>
                <a:cubicBezTo>
                  <a:pt x="1180989" y="2031004"/>
                  <a:pt x="1189366" y="2022263"/>
                  <a:pt x="1200079" y="2021412"/>
                </a:cubicBezTo>
                <a:cubicBezTo>
                  <a:pt x="1203753" y="2019997"/>
                  <a:pt x="1205731" y="2022257"/>
                  <a:pt x="1213639" y="2021412"/>
                </a:cubicBezTo>
                <a:cubicBezTo>
                  <a:pt x="1221547" y="2020564"/>
                  <a:pt x="1227478" y="2012937"/>
                  <a:pt x="1231994" y="2006159"/>
                </a:cubicBezTo>
                <a:cubicBezTo>
                  <a:pt x="1234342" y="1996916"/>
                  <a:pt x="1235668" y="1987445"/>
                  <a:pt x="1235950" y="1977915"/>
                </a:cubicBezTo>
                <a:cubicBezTo>
                  <a:pt x="1238209" y="1968313"/>
                  <a:pt x="1227193" y="1966902"/>
                  <a:pt x="1221544" y="1964639"/>
                </a:cubicBezTo>
                <a:cubicBezTo>
                  <a:pt x="1216335" y="1961742"/>
                  <a:pt x="1210715" y="1959649"/>
                  <a:pt x="1204883" y="1958427"/>
                </a:cubicBezTo>
                <a:cubicBezTo>
                  <a:pt x="1200364" y="1958142"/>
                  <a:pt x="1196690" y="1952497"/>
                  <a:pt x="1194430" y="1946563"/>
                </a:cubicBezTo>
                <a:cubicBezTo>
                  <a:pt x="1192171" y="1940633"/>
                  <a:pt x="1190196" y="1942611"/>
                  <a:pt x="1185395" y="1940633"/>
                </a:cubicBezTo>
                <a:cubicBezTo>
                  <a:pt x="1180592" y="1938658"/>
                  <a:pt x="1180592" y="1922838"/>
                  <a:pt x="1180592" y="1920864"/>
                </a:cubicBezTo>
                <a:cubicBezTo>
                  <a:pt x="1180592" y="1918886"/>
                  <a:pt x="1185677" y="1916908"/>
                  <a:pt x="1189911" y="1914930"/>
                </a:cubicBezTo>
                <a:cubicBezTo>
                  <a:pt x="1194149" y="1912955"/>
                  <a:pt x="1194430" y="1910129"/>
                  <a:pt x="1196975" y="1904199"/>
                </a:cubicBezTo>
                <a:cubicBezTo>
                  <a:pt x="1199516" y="1898269"/>
                  <a:pt x="1206013" y="1896854"/>
                  <a:pt x="1211661" y="1895443"/>
                </a:cubicBezTo>
                <a:cubicBezTo>
                  <a:pt x="1218194" y="1895045"/>
                  <a:pt x="1224699" y="1894289"/>
                  <a:pt x="1231149" y="1893183"/>
                </a:cubicBezTo>
                <a:cubicBezTo>
                  <a:pt x="1259393" y="1881038"/>
                  <a:pt x="1289614" y="1851382"/>
                  <a:pt x="1315880" y="1852794"/>
                </a:cubicBezTo>
                <a:cubicBezTo>
                  <a:pt x="1329156" y="1853642"/>
                  <a:pt x="1331415" y="1855901"/>
                  <a:pt x="1339887" y="1851101"/>
                </a:cubicBezTo>
                <a:close/>
                <a:moveTo>
                  <a:pt x="2533932" y="1850321"/>
                </a:moveTo>
                <a:cubicBezTo>
                  <a:pt x="2539333" y="1849969"/>
                  <a:pt x="2543923" y="1849969"/>
                  <a:pt x="2543923" y="1851380"/>
                </a:cubicBezTo>
                <a:cubicBezTo>
                  <a:pt x="2548791" y="1858639"/>
                  <a:pt x="2555656" y="1864329"/>
                  <a:pt x="2563692" y="1867763"/>
                </a:cubicBezTo>
                <a:cubicBezTo>
                  <a:pt x="2570470" y="1871152"/>
                  <a:pt x="2567081" y="1875953"/>
                  <a:pt x="2568211" y="1881883"/>
                </a:cubicBezTo>
                <a:cubicBezTo>
                  <a:pt x="2569343" y="1887817"/>
                  <a:pt x="2572730" y="1890076"/>
                  <a:pt x="2571037" y="1895159"/>
                </a:cubicBezTo>
                <a:cubicBezTo>
                  <a:pt x="2569343" y="1900244"/>
                  <a:pt x="2564540" y="1909282"/>
                  <a:pt x="2560587" y="1920295"/>
                </a:cubicBezTo>
                <a:cubicBezTo>
                  <a:pt x="2560587" y="1922836"/>
                  <a:pt x="2557480" y="1934982"/>
                  <a:pt x="2560587" y="1934982"/>
                </a:cubicBezTo>
                <a:cubicBezTo>
                  <a:pt x="2564163" y="1935293"/>
                  <a:pt x="2567742" y="1934398"/>
                  <a:pt x="2570755" y="1932440"/>
                </a:cubicBezTo>
                <a:cubicBezTo>
                  <a:pt x="2572166" y="1931874"/>
                  <a:pt x="2578945" y="1926792"/>
                  <a:pt x="2583182" y="1926792"/>
                </a:cubicBezTo>
                <a:cubicBezTo>
                  <a:pt x="2588330" y="1925609"/>
                  <a:pt x="2593347" y="1923907"/>
                  <a:pt x="2598151" y="1921709"/>
                </a:cubicBezTo>
                <a:cubicBezTo>
                  <a:pt x="2604363" y="1917472"/>
                  <a:pt x="2615660" y="1909564"/>
                  <a:pt x="2615660" y="1909564"/>
                </a:cubicBezTo>
                <a:cubicBezTo>
                  <a:pt x="2615660" y="1909564"/>
                  <a:pt x="2638540" y="1902219"/>
                  <a:pt x="2642493" y="1909564"/>
                </a:cubicBezTo>
                <a:cubicBezTo>
                  <a:pt x="2646448" y="1916906"/>
                  <a:pt x="2655768" y="1914364"/>
                  <a:pt x="2665654" y="1916906"/>
                </a:cubicBezTo>
                <a:cubicBezTo>
                  <a:pt x="2675537" y="1919447"/>
                  <a:pt x="2681752" y="1934418"/>
                  <a:pt x="2681752" y="1947691"/>
                </a:cubicBezTo>
                <a:cubicBezTo>
                  <a:pt x="2682034" y="1953058"/>
                  <a:pt x="2678645" y="1955036"/>
                  <a:pt x="2675537" y="1955317"/>
                </a:cubicBezTo>
                <a:cubicBezTo>
                  <a:pt x="2672433" y="1955599"/>
                  <a:pt x="2668759" y="1960966"/>
                  <a:pt x="2662828" y="1964922"/>
                </a:cubicBezTo>
                <a:cubicBezTo>
                  <a:pt x="2653452" y="1970256"/>
                  <a:pt x="2643504" y="1974520"/>
                  <a:pt x="2633173" y="1977631"/>
                </a:cubicBezTo>
                <a:cubicBezTo>
                  <a:pt x="2627791" y="1981049"/>
                  <a:pt x="2621870" y="1983534"/>
                  <a:pt x="2615660" y="1984975"/>
                </a:cubicBezTo>
                <a:cubicBezTo>
                  <a:pt x="2609027" y="1985432"/>
                  <a:pt x="2602424" y="1986283"/>
                  <a:pt x="2595891" y="1987517"/>
                </a:cubicBezTo>
                <a:cubicBezTo>
                  <a:pt x="2585287" y="1990111"/>
                  <a:pt x="2575043" y="1994002"/>
                  <a:pt x="2565388" y="1999096"/>
                </a:cubicBezTo>
                <a:cubicBezTo>
                  <a:pt x="2561417" y="2003502"/>
                  <a:pt x="2558090" y="2008448"/>
                  <a:pt x="2555502" y="2013783"/>
                </a:cubicBezTo>
                <a:cubicBezTo>
                  <a:pt x="2553141" y="2021718"/>
                  <a:pt x="2554381" y="2030284"/>
                  <a:pt x="2558891" y="2037226"/>
                </a:cubicBezTo>
                <a:cubicBezTo>
                  <a:pt x="2573210" y="2056586"/>
                  <a:pt x="2590127" y="2073882"/>
                  <a:pt x="2609167" y="2088628"/>
                </a:cubicBezTo>
                <a:cubicBezTo>
                  <a:pt x="2618205" y="2095973"/>
                  <a:pt x="2631195" y="2122805"/>
                  <a:pt x="2646448" y="2130429"/>
                </a:cubicBezTo>
                <a:cubicBezTo>
                  <a:pt x="2659988" y="2137806"/>
                  <a:pt x="2672759" y="2146512"/>
                  <a:pt x="2684575" y="2156413"/>
                </a:cubicBezTo>
                <a:cubicBezTo>
                  <a:pt x="2691425" y="2160244"/>
                  <a:pt x="2698731" y="2163188"/>
                  <a:pt x="2706325" y="2165169"/>
                </a:cubicBezTo>
                <a:cubicBezTo>
                  <a:pt x="2712537" y="2167995"/>
                  <a:pt x="2718471" y="2174489"/>
                  <a:pt x="2722705" y="2175903"/>
                </a:cubicBezTo>
                <a:cubicBezTo>
                  <a:pt x="2733721" y="2179574"/>
                  <a:pt x="2743607" y="2182964"/>
                  <a:pt x="2760553" y="2190024"/>
                </a:cubicBezTo>
                <a:cubicBezTo>
                  <a:pt x="2764788" y="2191720"/>
                  <a:pt x="2771566" y="2192283"/>
                  <a:pt x="2773544" y="2195954"/>
                </a:cubicBezTo>
                <a:lnTo>
                  <a:pt x="2773262" y="2197932"/>
                </a:lnTo>
                <a:cubicBezTo>
                  <a:pt x="2774959" y="2201040"/>
                  <a:pt x="2769307" y="2204147"/>
                  <a:pt x="2769025" y="2207818"/>
                </a:cubicBezTo>
                <a:cubicBezTo>
                  <a:pt x="2768743" y="2211489"/>
                  <a:pt x="2770437" y="2217986"/>
                  <a:pt x="2767332" y="2221657"/>
                </a:cubicBezTo>
                <a:cubicBezTo>
                  <a:pt x="2762003" y="2228326"/>
                  <a:pt x="2754104" y="2232429"/>
                  <a:pt x="2745582" y="2232954"/>
                </a:cubicBezTo>
                <a:cubicBezTo>
                  <a:pt x="2741911" y="2233518"/>
                  <a:pt x="2739651" y="2238885"/>
                  <a:pt x="2736829" y="2240581"/>
                </a:cubicBezTo>
                <a:cubicBezTo>
                  <a:pt x="2734003" y="2242274"/>
                  <a:pt x="2730332" y="2242274"/>
                  <a:pt x="2727791" y="2242274"/>
                </a:cubicBezTo>
                <a:cubicBezTo>
                  <a:pt x="2721110" y="2242615"/>
                  <a:pt x="2714417" y="2242615"/>
                  <a:pt x="2707737" y="2242274"/>
                </a:cubicBezTo>
                <a:cubicBezTo>
                  <a:pt x="2702936" y="2242274"/>
                  <a:pt x="2695309" y="2242274"/>
                  <a:pt x="2687119" y="2242274"/>
                </a:cubicBezTo>
                <a:cubicBezTo>
                  <a:pt x="2680934" y="2242286"/>
                  <a:pt x="2674802" y="2241135"/>
                  <a:pt x="2669043" y="2238885"/>
                </a:cubicBezTo>
                <a:cubicBezTo>
                  <a:pt x="2658591" y="2232391"/>
                  <a:pt x="2646448" y="2236344"/>
                  <a:pt x="2640800" y="2234932"/>
                </a:cubicBezTo>
                <a:cubicBezTo>
                  <a:pt x="2635151" y="2233518"/>
                  <a:pt x="2626676" y="2229565"/>
                  <a:pt x="2624698" y="2223916"/>
                </a:cubicBezTo>
                <a:cubicBezTo>
                  <a:pt x="2619334" y="2208100"/>
                  <a:pt x="2626676" y="2204147"/>
                  <a:pt x="2600410" y="2179856"/>
                </a:cubicBezTo>
                <a:cubicBezTo>
                  <a:pt x="2590150" y="2168790"/>
                  <a:pt x="2580712" y="2156991"/>
                  <a:pt x="2572166" y="2144552"/>
                </a:cubicBezTo>
                <a:cubicBezTo>
                  <a:pt x="2566562" y="2137676"/>
                  <a:pt x="2560525" y="2131167"/>
                  <a:pt x="2554090" y="2125062"/>
                </a:cubicBezTo>
                <a:cubicBezTo>
                  <a:pt x="2536862" y="2112634"/>
                  <a:pt x="2517372" y="2092299"/>
                  <a:pt x="2515397" y="2091172"/>
                </a:cubicBezTo>
                <a:cubicBezTo>
                  <a:pt x="2513419" y="2090042"/>
                  <a:pt x="2501840" y="2117438"/>
                  <a:pt x="2488565" y="2131843"/>
                </a:cubicBezTo>
                <a:cubicBezTo>
                  <a:pt x="2475289" y="2146245"/>
                  <a:pt x="2465688" y="2152179"/>
                  <a:pt x="2449587" y="2169688"/>
                </a:cubicBezTo>
                <a:cubicBezTo>
                  <a:pt x="2438126" y="2180298"/>
                  <a:pt x="2424691" y="2188550"/>
                  <a:pt x="2410045" y="2193976"/>
                </a:cubicBezTo>
                <a:cubicBezTo>
                  <a:pt x="2403267" y="2198498"/>
                  <a:pt x="2389146" y="2205274"/>
                  <a:pt x="2380390" y="2210078"/>
                </a:cubicBezTo>
                <a:cubicBezTo>
                  <a:pt x="2371637" y="2214878"/>
                  <a:pt x="2358077" y="2214312"/>
                  <a:pt x="2352146" y="2217138"/>
                </a:cubicBezTo>
                <a:cubicBezTo>
                  <a:pt x="2347369" y="2218976"/>
                  <a:pt x="2342296" y="2219934"/>
                  <a:pt x="2337178" y="2219964"/>
                </a:cubicBezTo>
                <a:cubicBezTo>
                  <a:pt x="2333222" y="2219116"/>
                  <a:pt x="2329833" y="2213467"/>
                  <a:pt x="2327010" y="2211207"/>
                </a:cubicBezTo>
                <a:cubicBezTo>
                  <a:pt x="2324184" y="2208948"/>
                  <a:pt x="2323902" y="2197932"/>
                  <a:pt x="2319383" y="2195672"/>
                </a:cubicBezTo>
                <a:cubicBezTo>
                  <a:pt x="2314903" y="2194638"/>
                  <a:pt x="2310547" y="2193122"/>
                  <a:pt x="2306393" y="2191153"/>
                </a:cubicBezTo>
                <a:cubicBezTo>
                  <a:pt x="2303849" y="2188612"/>
                  <a:pt x="2305826" y="2184657"/>
                  <a:pt x="2314864" y="2181552"/>
                </a:cubicBezTo>
                <a:cubicBezTo>
                  <a:pt x="2321898" y="2179112"/>
                  <a:pt x="2328413" y="2175376"/>
                  <a:pt x="2334070" y="2170536"/>
                </a:cubicBezTo>
                <a:cubicBezTo>
                  <a:pt x="2338616" y="2167533"/>
                  <a:pt x="2342957" y="2164232"/>
                  <a:pt x="2347064" y="2160650"/>
                </a:cubicBezTo>
                <a:cubicBezTo>
                  <a:pt x="2348757" y="2158672"/>
                  <a:pt x="2354124" y="2157824"/>
                  <a:pt x="2356384" y="2156413"/>
                </a:cubicBezTo>
                <a:cubicBezTo>
                  <a:pt x="2378027" y="2138037"/>
                  <a:pt x="2398585" y="2118422"/>
                  <a:pt x="2417954" y="2097666"/>
                </a:cubicBezTo>
                <a:cubicBezTo>
                  <a:pt x="2429002" y="2085763"/>
                  <a:pt x="2437127" y="2071453"/>
                  <a:pt x="2441678" y="2055865"/>
                </a:cubicBezTo>
                <a:cubicBezTo>
                  <a:pt x="2444635" y="2050590"/>
                  <a:pt x="2446280" y="2044680"/>
                  <a:pt x="2446482" y="2038637"/>
                </a:cubicBezTo>
                <a:cubicBezTo>
                  <a:pt x="2446197" y="2035811"/>
                  <a:pt x="2438007" y="2038637"/>
                  <a:pt x="2434336" y="2038637"/>
                </a:cubicBezTo>
                <a:cubicBezTo>
                  <a:pt x="2430666" y="2038637"/>
                  <a:pt x="2428124" y="2038637"/>
                  <a:pt x="2424732" y="2038637"/>
                </a:cubicBezTo>
                <a:cubicBezTo>
                  <a:pt x="2421343" y="2038637"/>
                  <a:pt x="2416260" y="2042026"/>
                  <a:pt x="2412305" y="2042026"/>
                </a:cubicBezTo>
                <a:cubicBezTo>
                  <a:pt x="2408358" y="2043301"/>
                  <a:pt x="2404109" y="2043301"/>
                  <a:pt x="2400162" y="2042026"/>
                </a:cubicBezTo>
                <a:cubicBezTo>
                  <a:pt x="2393665" y="2039767"/>
                  <a:pt x="2389994" y="2033270"/>
                  <a:pt x="2381520" y="2033270"/>
                </a:cubicBezTo>
                <a:cubicBezTo>
                  <a:pt x="2369380" y="2028908"/>
                  <a:pt x="2360888" y="2017881"/>
                  <a:pt x="2359773" y="2005026"/>
                </a:cubicBezTo>
                <a:cubicBezTo>
                  <a:pt x="2358249" y="1998787"/>
                  <a:pt x="2360579" y="1992237"/>
                  <a:pt x="2365703" y="1988362"/>
                </a:cubicBezTo>
                <a:cubicBezTo>
                  <a:pt x="2369941" y="1985257"/>
                  <a:pt x="2372200" y="1980738"/>
                  <a:pt x="2375871" y="1977912"/>
                </a:cubicBezTo>
                <a:cubicBezTo>
                  <a:pt x="2379545" y="1975089"/>
                  <a:pt x="2384627" y="1975653"/>
                  <a:pt x="2388865" y="1972830"/>
                </a:cubicBezTo>
                <a:cubicBezTo>
                  <a:pt x="2391931" y="1969645"/>
                  <a:pt x="2395705" y="1967229"/>
                  <a:pt x="2399881" y="1965770"/>
                </a:cubicBezTo>
                <a:cubicBezTo>
                  <a:pt x="2404681" y="1963792"/>
                  <a:pt x="2417390" y="1965770"/>
                  <a:pt x="2426428" y="1965767"/>
                </a:cubicBezTo>
                <a:cubicBezTo>
                  <a:pt x="2441981" y="1963848"/>
                  <a:pt x="2456923" y="1958546"/>
                  <a:pt x="2470207" y="1950235"/>
                </a:cubicBezTo>
                <a:cubicBezTo>
                  <a:pt x="2469738" y="1936286"/>
                  <a:pt x="2472644" y="1922430"/>
                  <a:pt x="2478679" y="1909845"/>
                </a:cubicBezTo>
                <a:cubicBezTo>
                  <a:pt x="2480719" y="1901436"/>
                  <a:pt x="2481667" y="1892795"/>
                  <a:pt x="2481504" y="1884143"/>
                </a:cubicBezTo>
                <a:cubicBezTo>
                  <a:pt x="2482676" y="1876848"/>
                  <a:pt x="2482676" y="1869409"/>
                  <a:pt x="2481504" y="1862114"/>
                </a:cubicBezTo>
                <a:cubicBezTo>
                  <a:pt x="2481220" y="1855899"/>
                  <a:pt x="2484612" y="1854206"/>
                  <a:pt x="2488283" y="1854206"/>
                </a:cubicBezTo>
                <a:cubicBezTo>
                  <a:pt x="2499862" y="1851098"/>
                  <a:pt x="2499862" y="1855617"/>
                  <a:pt x="2505793" y="1855617"/>
                </a:cubicBezTo>
                <a:cubicBezTo>
                  <a:pt x="2511723" y="1855617"/>
                  <a:pt x="2512571" y="1851380"/>
                  <a:pt x="2519068" y="1851380"/>
                </a:cubicBezTo>
                <a:cubicBezTo>
                  <a:pt x="2522316" y="1851380"/>
                  <a:pt x="2528530" y="1850674"/>
                  <a:pt x="2533932" y="1850321"/>
                </a:cubicBezTo>
                <a:close/>
                <a:moveTo>
                  <a:pt x="153646" y="1845168"/>
                </a:moveTo>
                <a:cubicBezTo>
                  <a:pt x="156754" y="1845452"/>
                  <a:pt x="160143" y="1850253"/>
                  <a:pt x="166074" y="1852231"/>
                </a:cubicBezTo>
                <a:cubicBezTo>
                  <a:pt x="172007" y="1854206"/>
                  <a:pt x="183586" y="1854206"/>
                  <a:pt x="186409" y="1854206"/>
                </a:cubicBezTo>
                <a:cubicBezTo>
                  <a:pt x="189235" y="1854206"/>
                  <a:pt x="203355" y="1854206"/>
                  <a:pt x="206745" y="1854206"/>
                </a:cubicBezTo>
                <a:cubicBezTo>
                  <a:pt x="211418" y="1854589"/>
                  <a:pt x="215999" y="1855733"/>
                  <a:pt x="220302" y="1857595"/>
                </a:cubicBezTo>
                <a:cubicBezTo>
                  <a:pt x="222279" y="1859010"/>
                  <a:pt x="229621" y="1860421"/>
                  <a:pt x="231881" y="1863244"/>
                </a:cubicBezTo>
                <a:lnTo>
                  <a:pt x="242333" y="1879501"/>
                </a:lnTo>
                <a:lnTo>
                  <a:pt x="242333" y="1892336"/>
                </a:lnTo>
                <a:cubicBezTo>
                  <a:pt x="243018" y="1898910"/>
                  <a:pt x="243018" y="1905534"/>
                  <a:pt x="242333" y="1912108"/>
                </a:cubicBezTo>
                <a:cubicBezTo>
                  <a:pt x="241485" y="1915497"/>
                  <a:pt x="236403" y="1923969"/>
                  <a:pt x="232165" y="1933574"/>
                </a:cubicBezTo>
                <a:cubicBezTo>
                  <a:pt x="230772" y="1940945"/>
                  <a:pt x="229829" y="1948397"/>
                  <a:pt x="229340" y="1955884"/>
                </a:cubicBezTo>
                <a:cubicBezTo>
                  <a:pt x="229058" y="1966336"/>
                  <a:pt x="228776" y="1973963"/>
                  <a:pt x="227080" y="1996273"/>
                </a:cubicBezTo>
                <a:cubicBezTo>
                  <a:pt x="226798" y="2003052"/>
                  <a:pt x="224821" y="2010679"/>
                  <a:pt x="223409" y="2020846"/>
                </a:cubicBezTo>
                <a:cubicBezTo>
                  <a:pt x="221998" y="2024236"/>
                  <a:pt x="221998" y="2032144"/>
                  <a:pt x="221998" y="2041748"/>
                </a:cubicBezTo>
                <a:cubicBezTo>
                  <a:pt x="221998" y="2051350"/>
                  <a:pt x="225387" y="2053328"/>
                  <a:pt x="226798" y="2055869"/>
                </a:cubicBezTo>
                <a:cubicBezTo>
                  <a:pt x="228210" y="2058410"/>
                  <a:pt x="227646" y="2058976"/>
                  <a:pt x="228210" y="2064059"/>
                </a:cubicBezTo>
                <a:cubicBezTo>
                  <a:pt x="228776" y="2069144"/>
                  <a:pt x="231599" y="2070837"/>
                  <a:pt x="230751" y="2076768"/>
                </a:cubicBezTo>
                <a:cubicBezTo>
                  <a:pt x="229906" y="2082701"/>
                  <a:pt x="225669" y="2091739"/>
                  <a:pt x="223127" y="2105012"/>
                </a:cubicBezTo>
                <a:cubicBezTo>
                  <a:pt x="221959" y="2111049"/>
                  <a:pt x="218522" y="2116407"/>
                  <a:pt x="213523" y="2119983"/>
                </a:cubicBezTo>
                <a:cubicBezTo>
                  <a:pt x="205167" y="2127447"/>
                  <a:pt x="195622" y="2133460"/>
                  <a:pt x="185279" y="2137774"/>
                </a:cubicBezTo>
                <a:cubicBezTo>
                  <a:pt x="173700" y="2141730"/>
                  <a:pt x="166355" y="2157828"/>
                  <a:pt x="159862" y="2161784"/>
                </a:cubicBezTo>
                <a:cubicBezTo>
                  <a:pt x="150752" y="2166591"/>
                  <a:pt x="141314" y="2170745"/>
                  <a:pt x="131618" y="2174211"/>
                </a:cubicBezTo>
                <a:cubicBezTo>
                  <a:pt x="119226" y="2179380"/>
                  <a:pt x="107549" y="2186120"/>
                  <a:pt x="96877" y="2194262"/>
                </a:cubicBezTo>
                <a:cubicBezTo>
                  <a:pt x="90223" y="2197951"/>
                  <a:pt x="83222" y="2200978"/>
                  <a:pt x="75978" y="2203303"/>
                </a:cubicBezTo>
                <a:cubicBezTo>
                  <a:pt x="65636" y="2212110"/>
                  <a:pt x="54584" y="2220045"/>
                  <a:pt x="42931" y="2227028"/>
                </a:cubicBezTo>
                <a:cubicBezTo>
                  <a:pt x="36434" y="2229851"/>
                  <a:pt x="28244" y="2214598"/>
                  <a:pt x="22032" y="2207819"/>
                </a:cubicBezTo>
                <a:cubicBezTo>
                  <a:pt x="17830" y="2204024"/>
                  <a:pt x="13294" y="2200623"/>
                  <a:pt x="8475" y="2197651"/>
                </a:cubicBezTo>
                <a:cubicBezTo>
                  <a:pt x="4801" y="2194547"/>
                  <a:pt x="6216" y="2185790"/>
                  <a:pt x="4801" y="2180423"/>
                </a:cubicBezTo>
                <a:cubicBezTo>
                  <a:pt x="3390" y="2175059"/>
                  <a:pt x="0" y="2167996"/>
                  <a:pt x="0" y="2165737"/>
                </a:cubicBezTo>
                <a:cubicBezTo>
                  <a:pt x="333" y="2160642"/>
                  <a:pt x="3499" y="2156168"/>
                  <a:pt x="8190" y="2154157"/>
                </a:cubicBezTo>
                <a:cubicBezTo>
                  <a:pt x="12146" y="2154157"/>
                  <a:pt x="17228" y="2155850"/>
                  <a:pt x="20902" y="2154157"/>
                </a:cubicBezTo>
                <a:cubicBezTo>
                  <a:pt x="27879" y="2150999"/>
                  <a:pt x="34507" y="2147118"/>
                  <a:pt x="40671" y="2142578"/>
                </a:cubicBezTo>
                <a:cubicBezTo>
                  <a:pt x="47133" y="2138759"/>
                  <a:pt x="54202" y="2136084"/>
                  <a:pt x="61573" y="2134670"/>
                </a:cubicBezTo>
                <a:cubicBezTo>
                  <a:pt x="74134" y="2128668"/>
                  <a:pt x="86306" y="2121875"/>
                  <a:pt x="98007" y="2114334"/>
                </a:cubicBezTo>
                <a:cubicBezTo>
                  <a:pt x="103656" y="2111508"/>
                  <a:pt x="114953" y="2106144"/>
                  <a:pt x="114953" y="2097670"/>
                </a:cubicBezTo>
                <a:cubicBezTo>
                  <a:pt x="115754" y="2084878"/>
                  <a:pt x="115754" y="2072050"/>
                  <a:pt x="114953" y="2059258"/>
                </a:cubicBezTo>
                <a:cubicBezTo>
                  <a:pt x="112975" y="2055021"/>
                  <a:pt x="105915" y="2053609"/>
                  <a:pt x="105915" y="2053609"/>
                </a:cubicBezTo>
                <a:cubicBezTo>
                  <a:pt x="100317" y="2055213"/>
                  <a:pt x="94508" y="2055973"/>
                  <a:pt x="88687" y="2055869"/>
                </a:cubicBezTo>
                <a:cubicBezTo>
                  <a:pt x="85298" y="2055587"/>
                  <a:pt x="77671" y="2061518"/>
                  <a:pt x="72586" y="2061518"/>
                </a:cubicBezTo>
                <a:cubicBezTo>
                  <a:pt x="68805" y="2063300"/>
                  <a:pt x="64568" y="2063893"/>
                  <a:pt x="60443" y="2063211"/>
                </a:cubicBezTo>
                <a:cubicBezTo>
                  <a:pt x="57054" y="2061518"/>
                  <a:pt x="54510" y="2060951"/>
                  <a:pt x="52535" y="2056714"/>
                </a:cubicBezTo>
                <a:cubicBezTo>
                  <a:pt x="50409" y="2050229"/>
                  <a:pt x="49173" y="2043483"/>
                  <a:pt x="48861" y="2036663"/>
                </a:cubicBezTo>
                <a:cubicBezTo>
                  <a:pt x="46999" y="2032260"/>
                  <a:pt x="45855" y="2027589"/>
                  <a:pt x="45472" y="2022824"/>
                </a:cubicBezTo>
                <a:cubicBezTo>
                  <a:pt x="47162" y="2013510"/>
                  <a:pt x="47732" y="2004027"/>
                  <a:pt x="47168" y="1994580"/>
                </a:cubicBezTo>
                <a:cubicBezTo>
                  <a:pt x="46602" y="1983283"/>
                  <a:pt x="55358" y="1979327"/>
                  <a:pt x="63551" y="1978197"/>
                </a:cubicBezTo>
                <a:cubicBezTo>
                  <a:pt x="71741" y="1977068"/>
                  <a:pt x="78519" y="1971137"/>
                  <a:pt x="86428" y="1971137"/>
                </a:cubicBezTo>
                <a:cubicBezTo>
                  <a:pt x="91973" y="1971597"/>
                  <a:pt x="97547" y="1971597"/>
                  <a:pt x="103089" y="1971137"/>
                </a:cubicBezTo>
                <a:cubicBezTo>
                  <a:pt x="111152" y="1968700"/>
                  <a:pt x="118846" y="1965186"/>
                  <a:pt x="125969" y="1960688"/>
                </a:cubicBezTo>
                <a:cubicBezTo>
                  <a:pt x="130488" y="1954191"/>
                  <a:pt x="137266" y="1949953"/>
                  <a:pt x="137266" y="1939786"/>
                </a:cubicBezTo>
                <a:cubicBezTo>
                  <a:pt x="138111" y="1920298"/>
                  <a:pt x="144045" y="1911542"/>
                  <a:pt x="144045" y="1894877"/>
                </a:cubicBezTo>
                <a:cubicBezTo>
                  <a:pt x="144736" y="1884241"/>
                  <a:pt x="140585" y="1873860"/>
                  <a:pt x="132747" y="1866633"/>
                </a:cubicBezTo>
                <a:cubicBezTo>
                  <a:pt x="131223" y="1864116"/>
                  <a:pt x="131223" y="1860961"/>
                  <a:pt x="132747" y="1858443"/>
                </a:cubicBezTo>
                <a:cubicBezTo>
                  <a:pt x="137533" y="1855795"/>
                  <a:pt x="141910" y="1852465"/>
                  <a:pt x="145738" y="1848557"/>
                </a:cubicBezTo>
                <a:cubicBezTo>
                  <a:pt x="147562" y="1846075"/>
                  <a:pt x="150592" y="1844776"/>
                  <a:pt x="153646" y="1845168"/>
                </a:cubicBezTo>
                <a:close/>
                <a:moveTo>
                  <a:pt x="397676" y="1819750"/>
                </a:moveTo>
                <a:cubicBezTo>
                  <a:pt x="405585" y="1820031"/>
                  <a:pt x="406433" y="1824550"/>
                  <a:pt x="410104" y="1827094"/>
                </a:cubicBezTo>
                <a:cubicBezTo>
                  <a:pt x="413410" y="1828503"/>
                  <a:pt x="416959" y="1829271"/>
                  <a:pt x="420553" y="1829351"/>
                </a:cubicBezTo>
                <a:cubicBezTo>
                  <a:pt x="423661" y="1829917"/>
                  <a:pt x="426768" y="1834436"/>
                  <a:pt x="428743" y="1838674"/>
                </a:cubicBezTo>
                <a:cubicBezTo>
                  <a:pt x="432473" y="1846454"/>
                  <a:pt x="434587" y="1854909"/>
                  <a:pt x="434958" y="1863529"/>
                </a:cubicBezTo>
                <a:cubicBezTo>
                  <a:pt x="434392" y="1882734"/>
                  <a:pt x="421401" y="1886687"/>
                  <a:pt x="416316" y="1898269"/>
                </a:cubicBezTo>
                <a:cubicBezTo>
                  <a:pt x="414394" y="1903924"/>
                  <a:pt x="413256" y="1909813"/>
                  <a:pt x="412926" y="1915779"/>
                </a:cubicBezTo>
                <a:cubicBezTo>
                  <a:pt x="414623" y="1925383"/>
                  <a:pt x="424224" y="1927925"/>
                  <a:pt x="428180" y="1921146"/>
                </a:cubicBezTo>
                <a:cubicBezTo>
                  <a:pt x="435806" y="1919450"/>
                  <a:pt x="438063" y="1914931"/>
                  <a:pt x="443430" y="1912390"/>
                </a:cubicBezTo>
                <a:cubicBezTo>
                  <a:pt x="448797" y="1909848"/>
                  <a:pt x="456423" y="1918320"/>
                  <a:pt x="468284" y="1921146"/>
                </a:cubicBezTo>
                <a:cubicBezTo>
                  <a:pt x="475063" y="1922557"/>
                  <a:pt x="477604" y="1939222"/>
                  <a:pt x="482405" y="1947130"/>
                </a:cubicBezTo>
                <a:cubicBezTo>
                  <a:pt x="484288" y="1953067"/>
                  <a:pt x="485242" y="1959261"/>
                  <a:pt x="485230" y="1965488"/>
                </a:cubicBezTo>
                <a:cubicBezTo>
                  <a:pt x="484928" y="1970247"/>
                  <a:pt x="481444" y="1974197"/>
                  <a:pt x="476759" y="1975092"/>
                </a:cubicBezTo>
                <a:lnTo>
                  <a:pt x="459249" y="1979330"/>
                </a:lnTo>
                <a:cubicBezTo>
                  <a:pt x="453618" y="1981918"/>
                  <a:pt x="448539" y="1985563"/>
                  <a:pt x="444278" y="1990061"/>
                </a:cubicBezTo>
                <a:cubicBezTo>
                  <a:pt x="437179" y="1993501"/>
                  <a:pt x="430294" y="1997367"/>
                  <a:pt x="423661" y="2001640"/>
                </a:cubicBezTo>
                <a:cubicBezTo>
                  <a:pt x="413792" y="2009036"/>
                  <a:pt x="402563" y="2014409"/>
                  <a:pt x="390616" y="2017457"/>
                </a:cubicBezTo>
                <a:cubicBezTo>
                  <a:pt x="384339" y="2028799"/>
                  <a:pt x="380398" y="2041285"/>
                  <a:pt x="379034" y="2054175"/>
                </a:cubicBezTo>
                <a:cubicBezTo>
                  <a:pt x="377922" y="2059958"/>
                  <a:pt x="377922" y="2065903"/>
                  <a:pt x="379034" y="2071685"/>
                </a:cubicBezTo>
                <a:cubicBezTo>
                  <a:pt x="381860" y="2081853"/>
                  <a:pt x="379319" y="2091739"/>
                  <a:pt x="388354" y="2101907"/>
                </a:cubicBezTo>
                <a:cubicBezTo>
                  <a:pt x="395277" y="2108484"/>
                  <a:pt x="404253" y="2112472"/>
                  <a:pt x="413775" y="2113204"/>
                </a:cubicBezTo>
                <a:cubicBezTo>
                  <a:pt x="419788" y="2113311"/>
                  <a:pt x="425763" y="2114165"/>
                  <a:pt x="431569" y="2115745"/>
                </a:cubicBezTo>
                <a:cubicBezTo>
                  <a:pt x="435768" y="2117157"/>
                  <a:pt x="440138" y="2118011"/>
                  <a:pt x="444559" y="2118287"/>
                </a:cubicBezTo>
                <a:cubicBezTo>
                  <a:pt x="448376" y="2120890"/>
                  <a:pt x="452714" y="2122625"/>
                  <a:pt x="457268" y="2123372"/>
                </a:cubicBezTo>
                <a:cubicBezTo>
                  <a:pt x="463922" y="2122975"/>
                  <a:pt x="470597" y="2123642"/>
                  <a:pt x="477041" y="2125350"/>
                </a:cubicBezTo>
                <a:lnTo>
                  <a:pt x="478170" y="2124502"/>
                </a:lnTo>
                <a:cubicBezTo>
                  <a:pt x="486921" y="2129729"/>
                  <a:pt x="491357" y="2139962"/>
                  <a:pt x="489186" y="2149920"/>
                </a:cubicBezTo>
                <a:cubicBezTo>
                  <a:pt x="486384" y="2159500"/>
                  <a:pt x="483084" y="2168927"/>
                  <a:pt x="479300" y="2178164"/>
                </a:cubicBezTo>
                <a:cubicBezTo>
                  <a:pt x="477041" y="2185508"/>
                  <a:pt x="475347" y="2193698"/>
                  <a:pt x="471110" y="2196806"/>
                </a:cubicBezTo>
                <a:cubicBezTo>
                  <a:pt x="466873" y="2199914"/>
                  <a:pt x="455857" y="2197369"/>
                  <a:pt x="449645" y="2199914"/>
                </a:cubicBezTo>
                <a:cubicBezTo>
                  <a:pt x="443009" y="2202757"/>
                  <a:pt x="435945" y="2204474"/>
                  <a:pt x="428743" y="2204996"/>
                </a:cubicBezTo>
                <a:cubicBezTo>
                  <a:pt x="423661" y="2204996"/>
                  <a:pt x="417164" y="2199914"/>
                  <a:pt x="414056" y="2198499"/>
                </a:cubicBezTo>
                <a:cubicBezTo>
                  <a:pt x="406726" y="2196373"/>
                  <a:pt x="399070" y="2195608"/>
                  <a:pt x="391461" y="2196240"/>
                </a:cubicBezTo>
                <a:cubicBezTo>
                  <a:pt x="385249" y="2196240"/>
                  <a:pt x="372255" y="2196240"/>
                  <a:pt x="368866" y="2196240"/>
                </a:cubicBezTo>
                <a:cubicBezTo>
                  <a:pt x="365477" y="2196240"/>
                  <a:pt x="358698" y="2192287"/>
                  <a:pt x="349945" y="2190876"/>
                </a:cubicBezTo>
                <a:cubicBezTo>
                  <a:pt x="341189" y="2189461"/>
                  <a:pt x="327632" y="2191157"/>
                  <a:pt x="321701" y="2189461"/>
                </a:cubicBezTo>
                <a:cubicBezTo>
                  <a:pt x="316711" y="2187546"/>
                  <a:pt x="312044" y="2184877"/>
                  <a:pt x="307860" y="2181553"/>
                </a:cubicBezTo>
                <a:cubicBezTo>
                  <a:pt x="302475" y="2175302"/>
                  <a:pt x="298089" y="2168251"/>
                  <a:pt x="294869" y="2160654"/>
                </a:cubicBezTo>
                <a:cubicBezTo>
                  <a:pt x="293478" y="2152728"/>
                  <a:pt x="292817" y="2144692"/>
                  <a:pt x="292891" y="2136647"/>
                </a:cubicBezTo>
                <a:cubicBezTo>
                  <a:pt x="292325" y="2132692"/>
                  <a:pt x="286961" y="2111790"/>
                  <a:pt x="286961" y="2108404"/>
                </a:cubicBezTo>
                <a:lnTo>
                  <a:pt x="286961" y="2090327"/>
                </a:lnTo>
                <a:cubicBezTo>
                  <a:pt x="286821" y="2084522"/>
                  <a:pt x="286062" y="2078745"/>
                  <a:pt x="284701" y="2073099"/>
                </a:cubicBezTo>
                <a:cubicBezTo>
                  <a:pt x="282646" y="2064308"/>
                  <a:pt x="281698" y="2055293"/>
                  <a:pt x="281875" y="2046267"/>
                </a:cubicBezTo>
                <a:cubicBezTo>
                  <a:pt x="281875" y="2031296"/>
                  <a:pt x="285831" y="2031296"/>
                  <a:pt x="289220" y="2003052"/>
                </a:cubicBezTo>
                <a:cubicBezTo>
                  <a:pt x="289502" y="2000229"/>
                  <a:pt x="295151" y="1992039"/>
                  <a:pt x="295151" y="1989495"/>
                </a:cubicBezTo>
                <a:cubicBezTo>
                  <a:pt x="296281" y="1976222"/>
                  <a:pt x="299106" y="1976222"/>
                  <a:pt x="300233" y="1967184"/>
                </a:cubicBezTo>
                <a:cubicBezTo>
                  <a:pt x="301363" y="1958143"/>
                  <a:pt x="305037" y="1947412"/>
                  <a:pt x="305037" y="1944589"/>
                </a:cubicBezTo>
                <a:cubicBezTo>
                  <a:pt x="307015" y="1930747"/>
                  <a:pt x="307015" y="1912671"/>
                  <a:pt x="307015" y="1909282"/>
                </a:cubicBezTo>
                <a:cubicBezTo>
                  <a:pt x="307797" y="1901940"/>
                  <a:pt x="309505" y="1894729"/>
                  <a:pt x="312097" y="1887817"/>
                </a:cubicBezTo>
                <a:cubicBezTo>
                  <a:pt x="315388" y="1876318"/>
                  <a:pt x="317936" y="1864620"/>
                  <a:pt x="319724" y="1852794"/>
                </a:cubicBezTo>
                <a:cubicBezTo>
                  <a:pt x="318911" y="1845002"/>
                  <a:pt x="318911" y="1837147"/>
                  <a:pt x="319724" y="1829351"/>
                </a:cubicBezTo>
                <a:cubicBezTo>
                  <a:pt x="322265" y="1820031"/>
                  <a:pt x="329325" y="1820316"/>
                  <a:pt x="333281" y="1820031"/>
                </a:cubicBezTo>
                <a:cubicBezTo>
                  <a:pt x="337233" y="1819750"/>
                  <a:pt x="345708" y="1823421"/>
                  <a:pt x="351357" y="1823421"/>
                </a:cubicBezTo>
                <a:cubicBezTo>
                  <a:pt x="356492" y="1822661"/>
                  <a:pt x="361584" y="1821624"/>
                  <a:pt x="366607" y="1820313"/>
                </a:cubicBezTo>
                <a:cubicBezTo>
                  <a:pt x="371182" y="1820841"/>
                  <a:pt x="375710" y="1821692"/>
                  <a:pt x="380164" y="1822857"/>
                </a:cubicBezTo>
                <a:cubicBezTo>
                  <a:pt x="385934" y="1821464"/>
                  <a:pt x="391781" y="1820426"/>
                  <a:pt x="397676" y="1819750"/>
                </a:cubicBezTo>
                <a:close/>
                <a:moveTo>
                  <a:pt x="1560757" y="1817490"/>
                </a:moveTo>
                <a:cubicBezTo>
                  <a:pt x="1567820" y="1817490"/>
                  <a:pt x="1572902" y="1823986"/>
                  <a:pt x="1578551" y="1823986"/>
                </a:cubicBezTo>
                <a:cubicBezTo>
                  <a:pt x="1590006" y="1823165"/>
                  <a:pt x="1601520" y="1824022"/>
                  <a:pt x="1612725" y="1826528"/>
                </a:cubicBezTo>
                <a:lnTo>
                  <a:pt x="1612725" y="1823986"/>
                </a:lnTo>
                <a:cubicBezTo>
                  <a:pt x="1614703" y="1825680"/>
                  <a:pt x="1616399" y="1835847"/>
                  <a:pt x="1618656" y="1838107"/>
                </a:cubicBezTo>
                <a:cubicBezTo>
                  <a:pt x="1625227" y="1844527"/>
                  <a:pt x="1629411" y="1852996"/>
                  <a:pt x="1630520" y="1862114"/>
                </a:cubicBezTo>
                <a:cubicBezTo>
                  <a:pt x="1629956" y="1868895"/>
                  <a:pt x="1620918" y="1879626"/>
                  <a:pt x="1620918" y="1882449"/>
                </a:cubicBezTo>
                <a:cubicBezTo>
                  <a:pt x="1621455" y="1888988"/>
                  <a:pt x="1619869" y="1895526"/>
                  <a:pt x="1616399" y="1901092"/>
                </a:cubicBezTo>
                <a:cubicBezTo>
                  <a:pt x="1609873" y="1910503"/>
                  <a:pt x="1604470" y="1920647"/>
                  <a:pt x="1600298" y="1931313"/>
                </a:cubicBezTo>
                <a:cubicBezTo>
                  <a:pt x="1598323" y="1935548"/>
                  <a:pt x="1586741" y="1944870"/>
                  <a:pt x="1584766" y="1949108"/>
                </a:cubicBezTo>
                <a:cubicBezTo>
                  <a:pt x="1572902" y="1975655"/>
                  <a:pt x="1559912" y="1994013"/>
                  <a:pt x="1550589" y="2020564"/>
                </a:cubicBezTo>
                <a:cubicBezTo>
                  <a:pt x="1548896" y="2024798"/>
                  <a:pt x="1542117" y="2032143"/>
                  <a:pt x="1539010" y="2032143"/>
                </a:cubicBezTo>
                <a:cubicBezTo>
                  <a:pt x="1534511" y="2030162"/>
                  <a:pt x="1529387" y="2030162"/>
                  <a:pt x="1524889" y="2032143"/>
                </a:cubicBezTo>
                <a:cubicBezTo>
                  <a:pt x="1522911" y="2034121"/>
                  <a:pt x="1513025" y="2034121"/>
                  <a:pt x="1510202" y="2036944"/>
                </a:cubicBezTo>
                <a:cubicBezTo>
                  <a:pt x="1507376" y="2039770"/>
                  <a:pt x="1491560" y="2037510"/>
                  <a:pt x="1488452" y="2043722"/>
                </a:cubicBezTo>
                <a:cubicBezTo>
                  <a:pt x="1486193" y="2049146"/>
                  <a:pt x="1486193" y="2055245"/>
                  <a:pt x="1488452" y="2060669"/>
                </a:cubicBezTo>
                <a:cubicBezTo>
                  <a:pt x="1492971" y="2066317"/>
                  <a:pt x="1502857" y="2060669"/>
                  <a:pt x="1505117" y="2057564"/>
                </a:cubicBezTo>
                <a:cubicBezTo>
                  <a:pt x="1508257" y="2053442"/>
                  <a:pt x="1513218" y="2051121"/>
                  <a:pt x="1518392" y="2051349"/>
                </a:cubicBezTo>
                <a:cubicBezTo>
                  <a:pt x="1524284" y="2053964"/>
                  <a:pt x="1530440" y="2055954"/>
                  <a:pt x="1536750" y="2057279"/>
                </a:cubicBezTo>
                <a:cubicBezTo>
                  <a:pt x="1541050" y="2057724"/>
                  <a:pt x="1544264" y="2061434"/>
                  <a:pt x="1544095" y="2065754"/>
                </a:cubicBezTo>
                <a:cubicBezTo>
                  <a:pt x="1544122" y="2073716"/>
                  <a:pt x="1545755" y="2081594"/>
                  <a:pt x="1548896" y="2088912"/>
                </a:cubicBezTo>
                <a:cubicBezTo>
                  <a:pt x="1549083" y="2092343"/>
                  <a:pt x="1548086" y="2095732"/>
                  <a:pt x="1546070" y="2098517"/>
                </a:cubicBezTo>
                <a:cubicBezTo>
                  <a:pt x="1541103" y="2103234"/>
                  <a:pt x="1535493" y="2107229"/>
                  <a:pt x="1529408" y="2110378"/>
                </a:cubicBezTo>
                <a:cubicBezTo>
                  <a:pt x="1525453" y="2112919"/>
                  <a:pt x="1516133" y="2113767"/>
                  <a:pt x="1510199" y="2117438"/>
                </a:cubicBezTo>
                <a:cubicBezTo>
                  <a:pt x="1506709" y="2120068"/>
                  <a:pt x="1504545" y="2124092"/>
                  <a:pt x="1504269" y="2128454"/>
                </a:cubicBezTo>
                <a:cubicBezTo>
                  <a:pt x="1504269" y="2135799"/>
                  <a:pt x="1509918" y="2135799"/>
                  <a:pt x="1513592" y="2135799"/>
                </a:cubicBezTo>
                <a:cubicBezTo>
                  <a:pt x="1517263" y="2135799"/>
                  <a:pt x="1531949" y="2130998"/>
                  <a:pt x="1539010" y="2130998"/>
                </a:cubicBezTo>
                <a:cubicBezTo>
                  <a:pt x="1546070" y="2130998"/>
                  <a:pt x="1552285" y="2130998"/>
                  <a:pt x="1558215" y="2130998"/>
                </a:cubicBezTo>
                <a:cubicBezTo>
                  <a:pt x="1565854" y="2128270"/>
                  <a:pt x="1573842" y="2126651"/>
                  <a:pt x="1581940" y="2126194"/>
                </a:cubicBezTo>
                <a:cubicBezTo>
                  <a:pt x="1589285" y="2128172"/>
                  <a:pt x="1597757" y="2121112"/>
                  <a:pt x="1602558" y="2126194"/>
                </a:cubicBezTo>
                <a:cubicBezTo>
                  <a:pt x="1602558" y="2136362"/>
                  <a:pt x="1618940" y="2140318"/>
                  <a:pt x="1618940" y="2154438"/>
                </a:cubicBezTo>
                <a:cubicBezTo>
                  <a:pt x="1618940" y="2174210"/>
                  <a:pt x="1606231" y="2196239"/>
                  <a:pt x="1588719" y="2197935"/>
                </a:cubicBezTo>
                <a:cubicBezTo>
                  <a:pt x="1581092" y="2198498"/>
                  <a:pt x="1582788" y="2191438"/>
                  <a:pt x="1560475" y="2193131"/>
                </a:cubicBezTo>
                <a:cubicBezTo>
                  <a:pt x="1538162" y="2194827"/>
                  <a:pt x="1518674" y="2194827"/>
                  <a:pt x="1515285" y="2194827"/>
                </a:cubicBezTo>
                <a:cubicBezTo>
                  <a:pt x="1507012" y="2195468"/>
                  <a:pt x="1498703" y="2195468"/>
                  <a:pt x="1490430" y="2194827"/>
                </a:cubicBezTo>
                <a:cubicBezTo>
                  <a:pt x="1483136" y="2195056"/>
                  <a:pt x="1475868" y="2195812"/>
                  <a:pt x="1468683" y="2197087"/>
                </a:cubicBezTo>
                <a:cubicBezTo>
                  <a:pt x="1460695" y="2198997"/>
                  <a:pt x="1452576" y="2200319"/>
                  <a:pt x="1444392" y="2201043"/>
                </a:cubicBezTo>
                <a:cubicBezTo>
                  <a:pt x="1434675" y="2201084"/>
                  <a:pt x="1425065" y="2203103"/>
                  <a:pt x="1416148" y="2206973"/>
                </a:cubicBezTo>
                <a:cubicBezTo>
                  <a:pt x="1406028" y="2209099"/>
                  <a:pt x="1395706" y="2210140"/>
                  <a:pt x="1385363" y="2210078"/>
                </a:cubicBezTo>
                <a:cubicBezTo>
                  <a:pt x="1375124" y="2213811"/>
                  <a:pt x="1364520" y="2216459"/>
                  <a:pt x="1353730" y="2217986"/>
                </a:cubicBezTo>
                <a:cubicBezTo>
                  <a:pt x="1348081" y="2218834"/>
                  <a:pt x="1334524" y="2216574"/>
                  <a:pt x="1333961" y="2207821"/>
                </a:cubicBezTo>
                <a:cubicBezTo>
                  <a:pt x="1333394" y="2199065"/>
                  <a:pt x="1329442" y="2193416"/>
                  <a:pt x="1329442" y="2181270"/>
                </a:cubicBezTo>
                <a:cubicBezTo>
                  <a:pt x="1329442" y="2177599"/>
                  <a:pt x="1329442" y="2171951"/>
                  <a:pt x="1329442" y="2169125"/>
                </a:cubicBezTo>
                <a:cubicBezTo>
                  <a:pt x="1329353" y="2163612"/>
                  <a:pt x="1331864" y="2158382"/>
                  <a:pt x="1336220" y="2155004"/>
                </a:cubicBezTo>
                <a:cubicBezTo>
                  <a:pt x="1337065" y="2154723"/>
                  <a:pt x="1340455" y="2148508"/>
                  <a:pt x="1343562" y="2149071"/>
                </a:cubicBezTo>
                <a:cubicBezTo>
                  <a:pt x="1346670" y="2149637"/>
                  <a:pt x="1347518" y="2153590"/>
                  <a:pt x="1352600" y="2153590"/>
                </a:cubicBezTo>
                <a:cubicBezTo>
                  <a:pt x="1362368" y="2151680"/>
                  <a:pt x="1371856" y="2148549"/>
                  <a:pt x="1380844" y="2144270"/>
                </a:cubicBezTo>
                <a:cubicBezTo>
                  <a:pt x="1391961" y="2138678"/>
                  <a:pt x="1403368" y="2133681"/>
                  <a:pt x="1415018" y="2129302"/>
                </a:cubicBezTo>
                <a:cubicBezTo>
                  <a:pt x="1419537" y="2123090"/>
                  <a:pt x="1412195" y="2119697"/>
                  <a:pt x="1409370" y="2119700"/>
                </a:cubicBezTo>
                <a:cubicBezTo>
                  <a:pt x="1404693" y="2121141"/>
                  <a:pt x="1399617" y="2120415"/>
                  <a:pt x="1395531" y="2117723"/>
                </a:cubicBezTo>
                <a:cubicBezTo>
                  <a:pt x="1388471" y="2116593"/>
                  <a:pt x="1385645" y="2114897"/>
                  <a:pt x="1383670" y="2111789"/>
                </a:cubicBezTo>
                <a:cubicBezTo>
                  <a:pt x="1381692" y="2108685"/>
                  <a:pt x="1381974" y="2105295"/>
                  <a:pt x="1383670" y="2100492"/>
                </a:cubicBezTo>
                <a:cubicBezTo>
                  <a:pt x="1385363" y="2095691"/>
                  <a:pt x="1384800" y="2090327"/>
                  <a:pt x="1385363" y="2086371"/>
                </a:cubicBezTo>
                <a:cubicBezTo>
                  <a:pt x="1385929" y="2082419"/>
                  <a:pt x="1389319" y="2076203"/>
                  <a:pt x="1392990" y="2076203"/>
                </a:cubicBezTo>
                <a:cubicBezTo>
                  <a:pt x="1396661" y="2076203"/>
                  <a:pt x="1396942" y="2078745"/>
                  <a:pt x="1400616" y="2078745"/>
                </a:cubicBezTo>
                <a:cubicBezTo>
                  <a:pt x="1404287" y="2078745"/>
                  <a:pt x="1405699" y="2077333"/>
                  <a:pt x="1409088" y="2077333"/>
                </a:cubicBezTo>
                <a:cubicBezTo>
                  <a:pt x="1411798" y="2077799"/>
                  <a:pt x="1414568" y="2077799"/>
                  <a:pt x="1417278" y="2077333"/>
                </a:cubicBezTo>
                <a:cubicBezTo>
                  <a:pt x="1420341" y="2075984"/>
                  <a:pt x="1422909" y="2073713"/>
                  <a:pt x="1424623" y="2070836"/>
                </a:cubicBezTo>
                <a:cubicBezTo>
                  <a:pt x="1426194" y="2065431"/>
                  <a:pt x="1426861" y="2059800"/>
                  <a:pt x="1426601" y="2054175"/>
                </a:cubicBezTo>
                <a:cubicBezTo>
                  <a:pt x="1426034" y="2051067"/>
                  <a:pt x="1421797" y="2051631"/>
                  <a:pt x="1416714" y="2054172"/>
                </a:cubicBezTo>
                <a:cubicBezTo>
                  <a:pt x="1412492" y="2055749"/>
                  <a:pt x="1408145" y="2056977"/>
                  <a:pt x="1403721" y="2057846"/>
                </a:cubicBezTo>
                <a:cubicBezTo>
                  <a:pt x="1401180" y="2057846"/>
                  <a:pt x="1395531" y="2060387"/>
                  <a:pt x="1391860" y="2060387"/>
                </a:cubicBezTo>
                <a:cubicBezTo>
                  <a:pt x="1388604" y="2060414"/>
                  <a:pt x="1385366" y="2059936"/>
                  <a:pt x="1382255" y="2058975"/>
                </a:cubicBezTo>
                <a:cubicBezTo>
                  <a:pt x="1377455" y="2057846"/>
                  <a:pt x="1377455" y="2055020"/>
                  <a:pt x="1377455" y="2051631"/>
                </a:cubicBezTo>
                <a:cubicBezTo>
                  <a:pt x="1375563" y="2048218"/>
                  <a:pt x="1374318" y="2044481"/>
                  <a:pt x="1373784" y="2040615"/>
                </a:cubicBezTo>
                <a:cubicBezTo>
                  <a:pt x="1374632" y="2030732"/>
                  <a:pt x="1365309" y="2027342"/>
                  <a:pt x="1365309" y="2024798"/>
                </a:cubicBezTo>
                <a:cubicBezTo>
                  <a:pt x="1362608" y="2019224"/>
                  <a:pt x="1360980" y="2013186"/>
                  <a:pt x="1360508" y="2007007"/>
                </a:cubicBezTo>
                <a:cubicBezTo>
                  <a:pt x="1360508" y="1995709"/>
                  <a:pt x="1369828" y="1986953"/>
                  <a:pt x="1369828" y="1980174"/>
                </a:cubicBezTo>
                <a:cubicBezTo>
                  <a:pt x="1366688" y="1965989"/>
                  <a:pt x="1365173" y="1951489"/>
                  <a:pt x="1365309" y="1936962"/>
                </a:cubicBezTo>
                <a:cubicBezTo>
                  <a:pt x="1365591" y="1932725"/>
                  <a:pt x="1359945" y="1926228"/>
                  <a:pt x="1359942" y="1918320"/>
                </a:cubicBezTo>
                <a:cubicBezTo>
                  <a:pt x="1360028" y="1913643"/>
                  <a:pt x="1360692" y="1908994"/>
                  <a:pt x="1361920" y="1904481"/>
                </a:cubicBezTo>
                <a:cubicBezTo>
                  <a:pt x="1364473" y="1896697"/>
                  <a:pt x="1366083" y="1888638"/>
                  <a:pt x="1366724" y="1880474"/>
                </a:cubicBezTo>
                <a:cubicBezTo>
                  <a:pt x="1365591" y="1869740"/>
                  <a:pt x="1371243" y="1856183"/>
                  <a:pt x="1378584" y="1856183"/>
                </a:cubicBezTo>
                <a:cubicBezTo>
                  <a:pt x="1385929" y="1856183"/>
                  <a:pt x="1385645" y="1865221"/>
                  <a:pt x="1393835" y="1865221"/>
                </a:cubicBezTo>
                <a:cubicBezTo>
                  <a:pt x="1398683" y="1865592"/>
                  <a:pt x="1403558" y="1865114"/>
                  <a:pt x="1408240" y="1863810"/>
                </a:cubicBezTo>
                <a:cubicBezTo>
                  <a:pt x="1410499" y="1862680"/>
                  <a:pt x="1422927" y="1859291"/>
                  <a:pt x="1426882" y="1857879"/>
                </a:cubicBezTo>
                <a:cubicBezTo>
                  <a:pt x="1438461" y="1853642"/>
                  <a:pt x="1446651" y="1848559"/>
                  <a:pt x="1459079" y="1844604"/>
                </a:cubicBezTo>
                <a:cubicBezTo>
                  <a:pt x="1466987" y="1842062"/>
                  <a:pt x="1478003" y="1844322"/>
                  <a:pt x="1484500" y="1842062"/>
                </a:cubicBezTo>
                <a:cubicBezTo>
                  <a:pt x="1504269" y="1835847"/>
                  <a:pt x="1553696" y="1817490"/>
                  <a:pt x="1560757" y="1817490"/>
                </a:cubicBezTo>
                <a:close/>
                <a:moveTo>
                  <a:pt x="840821" y="1744338"/>
                </a:moveTo>
                <a:cubicBezTo>
                  <a:pt x="845183" y="1744432"/>
                  <a:pt x="849530" y="1744904"/>
                  <a:pt x="853812" y="1745749"/>
                </a:cubicBezTo>
                <a:cubicBezTo>
                  <a:pt x="859176" y="1746034"/>
                  <a:pt x="864549" y="1746034"/>
                  <a:pt x="869913" y="1745749"/>
                </a:cubicBezTo>
                <a:cubicBezTo>
                  <a:pt x="873865" y="1745749"/>
                  <a:pt x="876973" y="1750834"/>
                  <a:pt x="878384" y="1752246"/>
                </a:cubicBezTo>
                <a:cubicBezTo>
                  <a:pt x="879799" y="1753657"/>
                  <a:pt x="890812" y="1753376"/>
                  <a:pt x="893353" y="1756765"/>
                </a:cubicBezTo>
                <a:cubicBezTo>
                  <a:pt x="895897" y="1760154"/>
                  <a:pt x="895331" y="1768626"/>
                  <a:pt x="898157" y="1774277"/>
                </a:cubicBezTo>
                <a:cubicBezTo>
                  <a:pt x="900979" y="1779923"/>
                  <a:pt x="908888" y="1782749"/>
                  <a:pt x="909736" y="1799977"/>
                </a:cubicBezTo>
                <a:cubicBezTo>
                  <a:pt x="910584" y="1817205"/>
                  <a:pt x="906065" y="1817489"/>
                  <a:pt x="895331" y="1826243"/>
                </a:cubicBezTo>
                <a:cubicBezTo>
                  <a:pt x="892508" y="1830198"/>
                  <a:pt x="889119" y="1836695"/>
                  <a:pt x="898157" y="1834999"/>
                </a:cubicBezTo>
                <a:cubicBezTo>
                  <a:pt x="907195" y="1833306"/>
                  <a:pt x="940805" y="1825679"/>
                  <a:pt x="948995" y="1823138"/>
                </a:cubicBezTo>
                <a:cubicBezTo>
                  <a:pt x="958211" y="1820117"/>
                  <a:pt x="967655" y="1817851"/>
                  <a:pt x="977239" y="1816360"/>
                </a:cubicBezTo>
                <a:cubicBezTo>
                  <a:pt x="980628" y="1816075"/>
                  <a:pt x="986277" y="1820594"/>
                  <a:pt x="989948" y="1821724"/>
                </a:cubicBezTo>
                <a:cubicBezTo>
                  <a:pt x="993619" y="1822856"/>
                  <a:pt x="1001246" y="1822290"/>
                  <a:pt x="1002939" y="1825961"/>
                </a:cubicBezTo>
                <a:cubicBezTo>
                  <a:pt x="1005370" y="1832793"/>
                  <a:pt x="1011123" y="1837908"/>
                  <a:pt x="1018192" y="1839518"/>
                </a:cubicBezTo>
                <a:lnTo>
                  <a:pt x="1017628" y="1837259"/>
                </a:lnTo>
                <a:cubicBezTo>
                  <a:pt x="1021234" y="1838261"/>
                  <a:pt x="1023968" y="1841211"/>
                  <a:pt x="1024689" y="1844885"/>
                </a:cubicBezTo>
                <a:cubicBezTo>
                  <a:pt x="1024689" y="1848274"/>
                  <a:pt x="1024689" y="1853923"/>
                  <a:pt x="1024689" y="1860702"/>
                </a:cubicBezTo>
                <a:cubicBezTo>
                  <a:pt x="1024689" y="1871718"/>
                  <a:pt x="1004635" y="1879344"/>
                  <a:pt x="996445" y="1884708"/>
                </a:cubicBezTo>
                <a:cubicBezTo>
                  <a:pt x="993619" y="1886404"/>
                  <a:pt x="990796" y="1879907"/>
                  <a:pt x="981476" y="1879907"/>
                </a:cubicBezTo>
                <a:lnTo>
                  <a:pt x="955774" y="1881885"/>
                </a:lnTo>
                <a:lnTo>
                  <a:pt x="935438" y="1884145"/>
                </a:lnTo>
                <a:lnTo>
                  <a:pt x="917081" y="1889794"/>
                </a:lnTo>
                <a:cubicBezTo>
                  <a:pt x="910693" y="1891549"/>
                  <a:pt x="904461" y="1893817"/>
                  <a:pt x="898438" y="1896572"/>
                </a:cubicBezTo>
                <a:cubicBezTo>
                  <a:pt x="895049" y="1898547"/>
                  <a:pt x="884033" y="1896006"/>
                  <a:pt x="880644" y="1896572"/>
                </a:cubicBezTo>
                <a:cubicBezTo>
                  <a:pt x="877255" y="1897135"/>
                  <a:pt x="865109" y="1904762"/>
                  <a:pt x="854660" y="1907588"/>
                </a:cubicBezTo>
                <a:cubicBezTo>
                  <a:pt x="834081" y="1911096"/>
                  <a:pt x="813787" y="1916098"/>
                  <a:pt x="793935" y="1922556"/>
                </a:cubicBezTo>
                <a:cubicBezTo>
                  <a:pt x="789982" y="1927075"/>
                  <a:pt x="780096" y="1925379"/>
                  <a:pt x="777273" y="1927075"/>
                </a:cubicBezTo>
                <a:cubicBezTo>
                  <a:pt x="774447" y="1928768"/>
                  <a:pt x="768235" y="1927357"/>
                  <a:pt x="760609" y="1931310"/>
                </a:cubicBezTo>
                <a:cubicBezTo>
                  <a:pt x="752982" y="1935265"/>
                  <a:pt x="749593" y="1933006"/>
                  <a:pt x="745355" y="1935265"/>
                </a:cubicBezTo>
                <a:cubicBezTo>
                  <a:pt x="741219" y="1936840"/>
                  <a:pt x="736768" y="1937421"/>
                  <a:pt x="732365" y="1936958"/>
                </a:cubicBezTo>
                <a:cubicBezTo>
                  <a:pt x="727561" y="1937907"/>
                  <a:pt x="722840" y="1939230"/>
                  <a:pt x="718244" y="1940914"/>
                </a:cubicBezTo>
                <a:cubicBezTo>
                  <a:pt x="714241" y="1941795"/>
                  <a:pt x="710099" y="1941795"/>
                  <a:pt x="706099" y="1940914"/>
                </a:cubicBezTo>
                <a:cubicBezTo>
                  <a:pt x="702819" y="1940445"/>
                  <a:pt x="699492" y="1940445"/>
                  <a:pt x="696213" y="1940914"/>
                </a:cubicBezTo>
                <a:cubicBezTo>
                  <a:pt x="693105" y="1945151"/>
                  <a:pt x="686893" y="1945151"/>
                  <a:pt x="680396" y="1945151"/>
                </a:cubicBezTo>
                <a:cubicBezTo>
                  <a:pt x="675812" y="1946136"/>
                  <a:pt x="671355" y="1947654"/>
                  <a:pt x="667121" y="1949670"/>
                </a:cubicBezTo>
                <a:cubicBezTo>
                  <a:pt x="666276" y="1952778"/>
                  <a:pt x="660624" y="1955601"/>
                  <a:pt x="655542" y="1956449"/>
                </a:cubicBezTo>
                <a:cubicBezTo>
                  <a:pt x="650459" y="1957294"/>
                  <a:pt x="649893" y="1949670"/>
                  <a:pt x="646222" y="1949670"/>
                </a:cubicBezTo>
                <a:cubicBezTo>
                  <a:pt x="642551" y="1949670"/>
                  <a:pt x="634924" y="1952493"/>
                  <a:pt x="628991" y="1949670"/>
                </a:cubicBezTo>
                <a:cubicBezTo>
                  <a:pt x="623061" y="1946844"/>
                  <a:pt x="624472" y="1938654"/>
                  <a:pt x="624475" y="1931594"/>
                </a:cubicBezTo>
                <a:cubicBezTo>
                  <a:pt x="624763" y="1926515"/>
                  <a:pt x="624763" y="1921423"/>
                  <a:pt x="624475" y="1916341"/>
                </a:cubicBezTo>
                <a:cubicBezTo>
                  <a:pt x="623882" y="1912086"/>
                  <a:pt x="625112" y="1907781"/>
                  <a:pt x="627864" y="1904480"/>
                </a:cubicBezTo>
                <a:cubicBezTo>
                  <a:pt x="638225" y="1896821"/>
                  <a:pt x="649768" y="1890905"/>
                  <a:pt x="662038" y="1886968"/>
                </a:cubicBezTo>
                <a:cubicBezTo>
                  <a:pt x="665428" y="1886404"/>
                  <a:pt x="667687" y="1892335"/>
                  <a:pt x="671076" y="1892335"/>
                </a:cubicBezTo>
                <a:cubicBezTo>
                  <a:pt x="674466" y="1892335"/>
                  <a:pt x="685479" y="1885556"/>
                  <a:pt x="690846" y="1885556"/>
                </a:cubicBezTo>
                <a:cubicBezTo>
                  <a:pt x="706689" y="1883650"/>
                  <a:pt x="722363" y="1880533"/>
                  <a:pt x="737732" y="1876237"/>
                </a:cubicBezTo>
                <a:cubicBezTo>
                  <a:pt x="745922" y="1873411"/>
                  <a:pt x="753548" y="1875389"/>
                  <a:pt x="757783" y="1873411"/>
                </a:cubicBezTo>
                <a:cubicBezTo>
                  <a:pt x="762020" y="1871436"/>
                  <a:pt x="789982" y="1863243"/>
                  <a:pt x="794501" y="1862113"/>
                </a:cubicBezTo>
                <a:cubicBezTo>
                  <a:pt x="799020" y="1860983"/>
                  <a:pt x="808340" y="1855335"/>
                  <a:pt x="809470" y="1853357"/>
                </a:cubicBezTo>
                <a:cubicBezTo>
                  <a:pt x="810599" y="1851382"/>
                  <a:pt x="809751" y="1848274"/>
                  <a:pt x="807776" y="1843192"/>
                </a:cubicBezTo>
                <a:cubicBezTo>
                  <a:pt x="805799" y="1838107"/>
                  <a:pt x="801561" y="1839803"/>
                  <a:pt x="797324" y="1839800"/>
                </a:cubicBezTo>
                <a:cubicBezTo>
                  <a:pt x="793063" y="1838703"/>
                  <a:pt x="789407" y="1835960"/>
                  <a:pt x="787159" y="1832176"/>
                </a:cubicBezTo>
                <a:cubicBezTo>
                  <a:pt x="787014" y="1828434"/>
                  <a:pt x="787892" y="1824722"/>
                  <a:pt x="789700" y="1821442"/>
                </a:cubicBezTo>
                <a:cubicBezTo>
                  <a:pt x="790830" y="1817771"/>
                  <a:pt x="791678" y="1816360"/>
                  <a:pt x="793371" y="1811274"/>
                </a:cubicBezTo>
                <a:cubicBezTo>
                  <a:pt x="795005" y="1807212"/>
                  <a:pt x="796420" y="1803064"/>
                  <a:pt x="797609" y="1798847"/>
                </a:cubicBezTo>
                <a:cubicBezTo>
                  <a:pt x="799868" y="1791787"/>
                  <a:pt x="786593" y="1772581"/>
                  <a:pt x="784615" y="1767214"/>
                </a:cubicBezTo>
                <a:cubicBezTo>
                  <a:pt x="784007" y="1763196"/>
                  <a:pt x="785502" y="1759146"/>
                  <a:pt x="788571" y="1756483"/>
                </a:cubicBezTo>
                <a:cubicBezTo>
                  <a:pt x="794219" y="1750553"/>
                  <a:pt x="800998" y="1753094"/>
                  <a:pt x="807776" y="1753094"/>
                </a:cubicBezTo>
                <a:cubicBezTo>
                  <a:pt x="811854" y="1752533"/>
                  <a:pt x="815735" y="1750983"/>
                  <a:pt x="819074" y="1748575"/>
                </a:cubicBezTo>
                <a:cubicBezTo>
                  <a:pt x="821333" y="1748575"/>
                  <a:pt x="824723" y="1750553"/>
                  <a:pt x="829805" y="1748575"/>
                </a:cubicBezTo>
                <a:cubicBezTo>
                  <a:pt x="834890" y="1746597"/>
                  <a:pt x="834890" y="1744338"/>
                  <a:pt x="840821" y="1744338"/>
                </a:cubicBezTo>
                <a:close/>
                <a:moveTo>
                  <a:pt x="3094394" y="1740385"/>
                </a:moveTo>
                <a:cubicBezTo>
                  <a:pt x="3102303" y="1740948"/>
                  <a:pt x="3107670" y="1748011"/>
                  <a:pt x="3112470" y="1754224"/>
                </a:cubicBezTo>
                <a:cubicBezTo>
                  <a:pt x="3117274" y="1760436"/>
                  <a:pt x="3111059" y="1771170"/>
                  <a:pt x="3104844" y="1776537"/>
                </a:cubicBezTo>
                <a:cubicBezTo>
                  <a:pt x="3098587" y="1781883"/>
                  <a:pt x="3093576" y="1788537"/>
                  <a:pt x="3090157" y="1796024"/>
                </a:cubicBezTo>
                <a:cubicBezTo>
                  <a:pt x="3090157" y="1798566"/>
                  <a:pt x="3087053" y="1810993"/>
                  <a:pt x="3090160" y="1813537"/>
                </a:cubicBezTo>
                <a:cubicBezTo>
                  <a:pt x="3094964" y="1816799"/>
                  <a:pt x="3098386" y="1821730"/>
                  <a:pt x="3099761" y="1827376"/>
                </a:cubicBezTo>
                <a:cubicBezTo>
                  <a:pt x="3100043" y="1834999"/>
                  <a:pt x="3092701" y="1839803"/>
                  <a:pt x="3079426" y="1868047"/>
                </a:cubicBezTo>
                <a:cubicBezTo>
                  <a:pt x="3074744" y="1875662"/>
                  <a:pt x="3069653" y="1883015"/>
                  <a:pt x="3064173" y="1890076"/>
                </a:cubicBezTo>
                <a:cubicBezTo>
                  <a:pt x="3061068" y="1894876"/>
                  <a:pt x="3072366" y="1902503"/>
                  <a:pt x="3082533" y="1899962"/>
                </a:cubicBezTo>
                <a:cubicBezTo>
                  <a:pt x="3088182" y="1898266"/>
                  <a:pt x="3082815" y="1914367"/>
                  <a:pt x="3091572" y="1914367"/>
                </a:cubicBezTo>
                <a:cubicBezTo>
                  <a:pt x="3100325" y="1914367"/>
                  <a:pt x="3111622" y="1905892"/>
                  <a:pt x="3107951" y="1897139"/>
                </a:cubicBezTo>
                <a:cubicBezTo>
                  <a:pt x="3105129" y="1894313"/>
                  <a:pt x="3099195" y="1896854"/>
                  <a:pt x="3093265" y="1892335"/>
                </a:cubicBezTo>
                <a:cubicBezTo>
                  <a:pt x="3087334" y="1887816"/>
                  <a:pt x="3087616" y="1875674"/>
                  <a:pt x="3089875" y="1875674"/>
                </a:cubicBezTo>
                <a:cubicBezTo>
                  <a:pt x="3093730" y="1874224"/>
                  <a:pt x="3097072" y="1871668"/>
                  <a:pt x="3099480" y="1868329"/>
                </a:cubicBezTo>
                <a:cubicBezTo>
                  <a:pt x="3101458" y="1866351"/>
                  <a:pt x="3107388" y="1861550"/>
                  <a:pt x="3107388" y="1858724"/>
                </a:cubicBezTo>
                <a:cubicBezTo>
                  <a:pt x="3107388" y="1855901"/>
                  <a:pt x="3102584" y="1849404"/>
                  <a:pt x="3107388" y="1842626"/>
                </a:cubicBezTo>
                <a:cubicBezTo>
                  <a:pt x="3112189" y="1835847"/>
                  <a:pt x="3118119" y="1836695"/>
                  <a:pt x="3121227" y="1835847"/>
                </a:cubicBezTo>
                <a:cubicBezTo>
                  <a:pt x="3124334" y="1834999"/>
                  <a:pt x="3127439" y="1827657"/>
                  <a:pt x="3129135" y="1823702"/>
                </a:cubicBezTo>
                <a:cubicBezTo>
                  <a:pt x="3131122" y="1819625"/>
                  <a:pt x="3132364" y="1815224"/>
                  <a:pt x="3132806" y="1810711"/>
                </a:cubicBezTo>
                <a:cubicBezTo>
                  <a:pt x="3132806" y="1800262"/>
                  <a:pt x="3120660" y="1795176"/>
                  <a:pt x="3122920" y="1786986"/>
                </a:cubicBezTo>
                <a:cubicBezTo>
                  <a:pt x="3127157" y="1770040"/>
                  <a:pt x="3171499" y="1761565"/>
                  <a:pt x="3172629" y="1760720"/>
                </a:cubicBezTo>
                <a:cubicBezTo>
                  <a:pt x="3173762" y="1759872"/>
                  <a:pt x="3174888" y="1755920"/>
                  <a:pt x="3177148" y="1754505"/>
                </a:cubicBezTo>
                <a:cubicBezTo>
                  <a:pt x="3181353" y="1751300"/>
                  <a:pt x="3186936" y="1750550"/>
                  <a:pt x="3191835" y="1752530"/>
                </a:cubicBezTo>
                <a:cubicBezTo>
                  <a:pt x="3197483" y="1755448"/>
                  <a:pt x="3202871" y="1758852"/>
                  <a:pt x="3207936" y="1762698"/>
                </a:cubicBezTo>
                <a:cubicBezTo>
                  <a:pt x="3211195" y="1765595"/>
                  <a:pt x="3212695" y="1769990"/>
                  <a:pt x="3211888" y="1774277"/>
                </a:cubicBezTo>
                <a:cubicBezTo>
                  <a:pt x="3210195" y="1779644"/>
                  <a:pt x="3208499" y="1793198"/>
                  <a:pt x="3210195" y="1795176"/>
                </a:cubicBezTo>
                <a:cubicBezTo>
                  <a:pt x="3211888" y="1797154"/>
                  <a:pt x="3195790" y="1805910"/>
                  <a:pt x="3188445" y="1813252"/>
                </a:cubicBezTo>
                <a:cubicBezTo>
                  <a:pt x="3178912" y="1825089"/>
                  <a:pt x="3172937" y="1839388"/>
                  <a:pt x="3171217" y="1854490"/>
                </a:cubicBezTo>
                <a:cubicBezTo>
                  <a:pt x="3170936" y="1855901"/>
                  <a:pt x="3166135" y="1866069"/>
                  <a:pt x="3166135" y="1868895"/>
                </a:cubicBezTo>
                <a:lnTo>
                  <a:pt x="3161898" y="1885557"/>
                </a:lnTo>
                <a:cubicBezTo>
                  <a:pt x="3159496" y="1892460"/>
                  <a:pt x="3158253" y="1899713"/>
                  <a:pt x="3158227" y="1907022"/>
                </a:cubicBezTo>
                <a:cubicBezTo>
                  <a:pt x="3158790" y="1911541"/>
                  <a:pt x="3164721" y="1910130"/>
                  <a:pt x="3168395" y="1910130"/>
                </a:cubicBezTo>
                <a:cubicBezTo>
                  <a:pt x="3175731" y="1908564"/>
                  <a:pt x="3182423" y="1904825"/>
                  <a:pt x="3187600" y="1899395"/>
                </a:cubicBezTo>
                <a:cubicBezTo>
                  <a:pt x="3192007" y="1898856"/>
                  <a:pt x="3196466" y="1898856"/>
                  <a:pt x="3200873" y="1899395"/>
                </a:cubicBezTo>
                <a:cubicBezTo>
                  <a:pt x="3204262" y="1900528"/>
                  <a:pt x="3207651" y="1906174"/>
                  <a:pt x="3211607" y="1907304"/>
                </a:cubicBezTo>
                <a:cubicBezTo>
                  <a:pt x="3215559" y="1908436"/>
                  <a:pt x="3220645" y="1909000"/>
                  <a:pt x="3223752" y="1910978"/>
                </a:cubicBezTo>
                <a:cubicBezTo>
                  <a:pt x="3225306" y="1911967"/>
                  <a:pt x="3227777" y="1911967"/>
                  <a:pt x="3230354" y="1912319"/>
                </a:cubicBezTo>
                <a:lnTo>
                  <a:pt x="3235956" y="1914997"/>
                </a:lnTo>
                <a:lnTo>
                  <a:pt x="3242958" y="1945152"/>
                </a:lnTo>
                <a:cubicBezTo>
                  <a:pt x="3242510" y="1955008"/>
                  <a:pt x="3239907" y="1964651"/>
                  <a:pt x="3235332" y="1973396"/>
                </a:cubicBezTo>
                <a:cubicBezTo>
                  <a:pt x="3222282" y="1981191"/>
                  <a:pt x="3207319" y="1985200"/>
                  <a:pt x="3192119" y="1984975"/>
                </a:cubicBezTo>
                <a:cubicBezTo>
                  <a:pt x="3187108" y="1984969"/>
                  <a:pt x="3182313" y="1987009"/>
                  <a:pt x="3178844" y="1990624"/>
                </a:cubicBezTo>
                <a:cubicBezTo>
                  <a:pt x="3173293" y="1992373"/>
                  <a:pt x="3167268" y="1991759"/>
                  <a:pt x="3162179" y="1988930"/>
                </a:cubicBezTo>
                <a:cubicBezTo>
                  <a:pt x="3155122" y="1987249"/>
                  <a:pt x="3147771" y="1987249"/>
                  <a:pt x="3140714" y="1988930"/>
                </a:cubicBezTo>
                <a:cubicBezTo>
                  <a:pt x="3125781" y="1992966"/>
                  <a:pt x="3112770" y="2002173"/>
                  <a:pt x="3103999" y="2014915"/>
                </a:cubicBezTo>
                <a:cubicBezTo>
                  <a:pt x="3100541" y="2020614"/>
                  <a:pt x="3095921" y="2025521"/>
                  <a:pt x="3090442" y="2029320"/>
                </a:cubicBezTo>
                <a:cubicBezTo>
                  <a:pt x="3083497" y="2034554"/>
                  <a:pt x="3077318" y="2040733"/>
                  <a:pt x="3072081" y="2047678"/>
                </a:cubicBezTo>
                <a:cubicBezTo>
                  <a:pt x="3068431" y="2053786"/>
                  <a:pt x="3067221" y="2061048"/>
                  <a:pt x="3068692" y="2068013"/>
                </a:cubicBezTo>
                <a:cubicBezTo>
                  <a:pt x="3069540" y="2069991"/>
                  <a:pt x="3073777" y="2071118"/>
                  <a:pt x="3078860" y="2069991"/>
                </a:cubicBezTo>
                <a:cubicBezTo>
                  <a:pt x="3083945" y="2068858"/>
                  <a:pt x="3092701" y="2063210"/>
                  <a:pt x="3097502" y="2062646"/>
                </a:cubicBezTo>
                <a:cubicBezTo>
                  <a:pt x="3102303" y="2062083"/>
                  <a:pt x="3104844" y="2055868"/>
                  <a:pt x="3109648" y="2056149"/>
                </a:cubicBezTo>
                <a:cubicBezTo>
                  <a:pt x="3114448" y="2056431"/>
                  <a:pt x="3119249" y="2064058"/>
                  <a:pt x="3130828" y="2066883"/>
                </a:cubicBezTo>
                <a:cubicBezTo>
                  <a:pt x="3134784" y="2067729"/>
                  <a:pt x="3140996" y="2072248"/>
                  <a:pt x="3151448" y="2075355"/>
                </a:cubicBezTo>
                <a:cubicBezTo>
                  <a:pt x="3152860" y="2075637"/>
                  <a:pt x="3161050" y="2077333"/>
                  <a:pt x="3159638" y="2083548"/>
                </a:cubicBezTo>
                <a:cubicBezTo>
                  <a:pt x="3159170" y="2091059"/>
                  <a:pt x="3157352" y="2098425"/>
                  <a:pt x="3154271" y="2105295"/>
                </a:cubicBezTo>
                <a:cubicBezTo>
                  <a:pt x="3150600" y="2109248"/>
                  <a:pt x="3149752" y="2114051"/>
                  <a:pt x="3141844" y="2115744"/>
                </a:cubicBezTo>
                <a:cubicBezTo>
                  <a:pt x="3133936" y="2117438"/>
                  <a:pt x="3129135" y="2117438"/>
                  <a:pt x="3120097" y="2119697"/>
                </a:cubicBezTo>
                <a:cubicBezTo>
                  <a:pt x="3115860" y="2120827"/>
                  <a:pt x="3111059" y="2123653"/>
                  <a:pt x="3105410" y="2124782"/>
                </a:cubicBezTo>
                <a:cubicBezTo>
                  <a:pt x="3099761" y="2125912"/>
                  <a:pt x="3071518" y="2130998"/>
                  <a:pt x="3071518" y="2140036"/>
                </a:cubicBezTo>
                <a:cubicBezTo>
                  <a:pt x="3072478" y="2147905"/>
                  <a:pt x="3072950" y="2155828"/>
                  <a:pt x="3072929" y="2163760"/>
                </a:cubicBezTo>
                <a:cubicBezTo>
                  <a:pt x="3072606" y="2170500"/>
                  <a:pt x="3071755" y="2177205"/>
                  <a:pt x="3070388" y="2183811"/>
                </a:cubicBezTo>
                <a:cubicBezTo>
                  <a:pt x="3067627" y="2191245"/>
                  <a:pt x="3066008" y="2199055"/>
                  <a:pt x="3065587" y="2206973"/>
                </a:cubicBezTo>
                <a:cubicBezTo>
                  <a:pt x="3066151" y="2214033"/>
                  <a:pt x="3056831" y="2220811"/>
                  <a:pt x="3056831" y="2222223"/>
                </a:cubicBezTo>
                <a:cubicBezTo>
                  <a:pt x="3051464" y="2234087"/>
                  <a:pt x="3052312" y="2251596"/>
                  <a:pt x="3039885" y="2255552"/>
                </a:cubicBezTo>
                <a:cubicBezTo>
                  <a:pt x="3031796" y="2259001"/>
                  <a:pt x="3023496" y="2261924"/>
                  <a:pt x="3015030" y="2264305"/>
                </a:cubicBezTo>
                <a:cubicBezTo>
                  <a:pt x="3008086" y="2265097"/>
                  <a:pt x="3001313" y="2267007"/>
                  <a:pt x="2994976" y="2269954"/>
                </a:cubicBezTo>
                <a:cubicBezTo>
                  <a:pt x="2985090" y="2272700"/>
                  <a:pt x="2974644" y="2272700"/>
                  <a:pt x="2964758" y="2269954"/>
                </a:cubicBezTo>
                <a:cubicBezTo>
                  <a:pt x="2961366" y="2267131"/>
                  <a:pt x="2963062" y="2257527"/>
                  <a:pt x="2963062" y="2251881"/>
                </a:cubicBezTo>
                <a:cubicBezTo>
                  <a:pt x="2963062" y="2240017"/>
                  <a:pt x="2937359" y="2230131"/>
                  <a:pt x="2934818" y="2223637"/>
                </a:cubicBezTo>
                <a:cubicBezTo>
                  <a:pt x="2932277" y="2217140"/>
                  <a:pt x="2941315" y="2217422"/>
                  <a:pt x="2950353" y="2215729"/>
                </a:cubicBezTo>
                <a:cubicBezTo>
                  <a:pt x="2965885" y="2212903"/>
                  <a:pt x="2980574" y="2211210"/>
                  <a:pt x="2987916" y="2208947"/>
                </a:cubicBezTo>
                <a:cubicBezTo>
                  <a:pt x="3003451" y="2203865"/>
                  <a:pt x="3009663" y="2172514"/>
                  <a:pt x="3017571" y="2158393"/>
                </a:cubicBezTo>
                <a:cubicBezTo>
                  <a:pt x="3019831" y="2153874"/>
                  <a:pt x="3019267" y="2146529"/>
                  <a:pt x="3009381" y="2146529"/>
                </a:cubicBezTo>
                <a:cubicBezTo>
                  <a:pt x="2999830" y="2147363"/>
                  <a:pt x="2990377" y="2149065"/>
                  <a:pt x="2981138" y="2151615"/>
                </a:cubicBezTo>
                <a:cubicBezTo>
                  <a:pt x="2971845" y="2153865"/>
                  <a:pt x="2962406" y="2155470"/>
                  <a:pt x="2952894" y="2156416"/>
                </a:cubicBezTo>
                <a:cubicBezTo>
                  <a:pt x="2946397" y="2156979"/>
                  <a:pt x="2936514" y="2164605"/>
                  <a:pt x="2929451" y="2164887"/>
                </a:cubicBezTo>
                <a:cubicBezTo>
                  <a:pt x="2922391" y="2165172"/>
                  <a:pt x="2916460" y="2167713"/>
                  <a:pt x="2908270" y="2159805"/>
                </a:cubicBezTo>
                <a:cubicBezTo>
                  <a:pt x="2906292" y="2157545"/>
                  <a:pt x="2903751" y="2158112"/>
                  <a:pt x="2898948" y="2155567"/>
                </a:cubicBezTo>
                <a:cubicBezTo>
                  <a:pt x="2894147" y="2153026"/>
                  <a:pt x="2896688" y="2143707"/>
                  <a:pt x="2896688" y="2140033"/>
                </a:cubicBezTo>
                <a:cubicBezTo>
                  <a:pt x="2897068" y="2132803"/>
                  <a:pt x="2898497" y="2125669"/>
                  <a:pt x="2900925" y="2118852"/>
                </a:cubicBezTo>
                <a:cubicBezTo>
                  <a:pt x="2906909" y="2110357"/>
                  <a:pt x="2916081" y="2104652"/>
                  <a:pt x="2926343" y="2103035"/>
                </a:cubicBezTo>
                <a:cubicBezTo>
                  <a:pt x="2930017" y="2103035"/>
                  <a:pt x="2941596" y="2107836"/>
                  <a:pt x="2945267" y="2107836"/>
                </a:cubicBezTo>
                <a:cubicBezTo>
                  <a:pt x="2948938" y="2107836"/>
                  <a:pt x="2957131" y="2099928"/>
                  <a:pt x="2963343" y="2096539"/>
                </a:cubicBezTo>
                <a:cubicBezTo>
                  <a:pt x="2970570" y="2093837"/>
                  <a:pt x="2978042" y="2091851"/>
                  <a:pt x="2985657" y="2090608"/>
                </a:cubicBezTo>
                <a:cubicBezTo>
                  <a:pt x="2990481" y="2089016"/>
                  <a:pt x="2995048" y="2086733"/>
                  <a:pt x="2999214" y="2083830"/>
                </a:cubicBezTo>
                <a:cubicBezTo>
                  <a:pt x="3004014" y="2081289"/>
                  <a:pt x="3001755" y="2079311"/>
                  <a:pt x="3004014" y="2075921"/>
                </a:cubicBezTo>
                <a:cubicBezTo>
                  <a:pt x="3006274" y="2072532"/>
                  <a:pt x="3004581" y="2062928"/>
                  <a:pt x="3006274" y="2059257"/>
                </a:cubicBezTo>
                <a:cubicBezTo>
                  <a:pt x="3008963" y="2054050"/>
                  <a:pt x="3011048" y="2048555"/>
                  <a:pt x="3012489" y="2042874"/>
                </a:cubicBezTo>
                <a:cubicBezTo>
                  <a:pt x="3013337" y="2039203"/>
                  <a:pt x="3003166" y="2042874"/>
                  <a:pt x="2999495" y="2042877"/>
                </a:cubicBezTo>
                <a:cubicBezTo>
                  <a:pt x="2993947" y="2044466"/>
                  <a:pt x="2989019" y="2047719"/>
                  <a:pt x="2985375" y="2052197"/>
                </a:cubicBezTo>
                <a:cubicBezTo>
                  <a:pt x="2980619" y="2056212"/>
                  <a:pt x="2975020" y="2059109"/>
                  <a:pt x="2968992" y="2060668"/>
                </a:cubicBezTo>
                <a:cubicBezTo>
                  <a:pt x="2964607" y="2062219"/>
                  <a:pt x="2959821" y="2062219"/>
                  <a:pt x="2955435" y="2060668"/>
                </a:cubicBezTo>
                <a:cubicBezTo>
                  <a:pt x="2950068" y="2058127"/>
                  <a:pt x="2950068" y="2054738"/>
                  <a:pt x="2950068" y="2048241"/>
                </a:cubicBezTo>
                <a:cubicBezTo>
                  <a:pt x="2949721" y="2041878"/>
                  <a:pt x="2951085" y="2035538"/>
                  <a:pt x="2954024" y="2029883"/>
                </a:cubicBezTo>
                <a:cubicBezTo>
                  <a:pt x="2957131" y="2026494"/>
                  <a:pt x="2956001" y="2007288"/>
                  <a:pt x="2968429" y="1995991"/>
                </a:cubicBezTo>
                <a:cubicBezTo>
                  <a:pt x="2972381" y="1992320"/>
                  <a:pt x="2983961" y="1997120"/>
                  <a:pt x="2988480" y="1994579"/>
                </a:cubicBezTo>
                <a:cubicBezTo>
                  <a:pt x="2990784" y="1992767"/>
                  <a:pt x="2993242" y="1991160"/>
                  <a:pt x="2995824" y="1989779"/>
                </a:cubicBezTo>
                <a:cubicBezTo>
                  <a:pt x="3000062" y="1987801"/>
                  <a:pt x="3009663" y="1987801"/>
                  <a:pt x="3014464" y="1987801"/>
                </a:cubicBezTo>
                <a:cubicBezTo>
                  <a:pt x="3021717" y="1986546"/>
                  <a:pt x="3028887" y="1984850"/>
                  <a:pt x="3035929" y="1982715"/>
                </a:cubicBezTo>
                <a:cubicBezTo>
                  <a:pt x="3041302" y="1982460"/>
                  <a:pt x="3046619" y="1981511"/>
                  <a:pt x="3051746" y="1979892"/>
                </a:cubicBezTo>
                <a:cubicBezTo>
                  <a:pt x="3054853" y="1977915"/>
                  <a:pt x="3053723" y="1978478"/>
                  <a:pt x="3065021" y="1975089"/>
                </a:cubicBezTo>
                <a:cubicBezTo>
                  <a:pt x="3064173" y="1974807"/>
                  <a:pt x="3069825" y="1971418"/>
                  <a:pt x="3072929" y="1969443"/>
                </a:cubicBezTo>
                <a:cubicBezTo>
                  <a:pt x="3079115" y="1968595"/>
                  <a:pt x="3085386" y="1968595"/>
                  <a:pt x="3091572" y="1969443"/>
                </a:cubicBezTo>
                <a:cubicBezTo>
                  <a:pt x="3097220" y="1969443"/>
                  <a:pt x="3103999" y="1969443"/>
                  <a:pt x="3106822" y="1969440"/>
                </a:cubicBezTo>
                <a:cubicBezTo>
                  <a:pt x="3111726" y="1971619"/>
                  <a:pt x="3116995" y="1972865"/>
                  <a:pt x="3122356" y="1973114"/>
                </a:cubicBezTo>
                <a:cubicBezTo>
                  <a:pt x="3126312" y="1973114"/>
                  <a:pt x="3135913" y="1964924"/>
                  <a:pt x="3139866" y="1964924"/>
                </a:cubicBezTo>
                <a:cubicBezTo>
                  <a:pt x="3146760" y="1961609"/>
                  <a:pt x="3150579" y="1954086"/>
                  <a:pt x="3149189" y="1946563"/>
                </a:cubicBezTo>
                <a:cubicBezTo>
                  <a:pt x="3141571" y="1946282"/>
                  <a:pt x="3133956" y="1947139"/>
                  <a:pt x="3126594" y="1949107"/>
                </a:cubicBezTo>
                <a:cubicBezTo>
                  <a:pt x="3121508" y="1951082"/>
                  <a:pt x="3105977" y="1950801"/>
                  <a:pt x="3102587" y="1952494"/>
                </a:cubicBezTo>
                <a:cubicBezTo>
                  <a:pt x="3090581" y="1956882"/>
                  <a:pt x="3077679" y="1958240"/>
                  <a:pt x="3065021" y="1956449"/>
                </a:cubicBezTo>
                <a:cubicBezTo>
                  <a:pt x="3058489" y="1956776"/>
                  <a:pt x="3052075" y="1958309"/>
                  <a:pt x="3046100" y="1960968"/>
                </a:cubicBezTo>
                <a:cubicBezTo>
                  <a:pt x="3039923" y="1962860"/>
                  <a:pt x="3033589" y="1964183"/>
                  <a:pt x="3027176" y="1964921"/>
                </a:cubicBezTo>
                <a:cubicBezTo>
                  <a:pt x="3016851" y="1965686"/>
                  <a:pt x="3006573" y="1967006"/>
                  <a:pt x="2996391" y="1968877"/>
                </a:cubicBezTo>
                <a:cubicBezTo>
                  <a:pt x="2991024" y="1970006"/>
                  <a:pt x="2979726" y="1971700"/>
                  <a:pt x="2972948" y="1973677"/>
                </a:cubicBezTo>
                <a:cubicBezTo>
                  <a:pt x="2963079" y="1976064"/>
                  <a:pt x="2953579" y="1979768"/>
                  <a:pt x="2944704" y="1984693"/>
                </a:cubicBezTo>
                <a:cubicBezTo>
                  <a:pt x="2937733" y="1991380"/>
                  <a:pt x="2931826" y="1999095"/>
                  <a:pt x="2927191" y="2007570"/>
                </a:cubicBezTo>
                <a:cubicBezTo>
                  <a:pt x="2924644" y="2011013"/>
                  <a:pt x="2921910" y="2014313"/>
                  <a:pt x="2919001" y="2017456"/>
                </a:cubicBezTo>
                <a:cubicBezTo>
                  <a:pt x="2905163" y="2029320"/>
                  <a:pt x="2896406" y="2043159"/>
                  <a:pt x="2883131" y="2045700"/>
                </a:cubicBezTo>
                <a:cubicBezTo>
                  <a:pt x="2877838" y="2047411"/>
                  <a:pt x="2872086" y="2045015"/>
                  <a:pt x="2869574" y="2040051"/>
                </a:cubicBezTo>
                <a:cubicBezTo>
                  <a:pt x="2863561" y="2030085"/>
                  <a:pt x="2859893" y="2018882"/>
                  <a:pt x="2858843" y="2007288"/>
                </a:cubicBezTo>
                <a:cubicBezTo>
                  <a:pt x="2858843" y="1996839"/>
                  <a:pt x="2865055" y="1994295"/>
                  <a:pt x="2858843" y="1974525"/>
                </a:cubicBezTo>
                <a:cubicBezTo>
                  <a:pt x="2858090" y="1969455"/>
                  <a:pt x="2860142" y="1964372"/>
                  <a:pt x="2864210" y="1961250"/>
                </a:cubicBezTo>
                <a:cubicBezTo>
                  <a:pt x="2867632" y="1959702"/>
                  <a:pt x="2870781" y="1957603"/>
                  <a:pt x="2873530" y="1955038"/>
                </a:cubicBezTo>
                <a:cubicBezTo>
                  <a:pt x="2881803" y="1942824"/>
                  <a:pt x="2889438" y="1930192"/>
                  <a:pt x="2896406" y="1917190"/>
                </a:cubicBezTo>
                <a:cubicBezTo>
                  <a:pt x="2896406" y="1917190"/>
                  <a:pt x="2900077" y="1914930"/>
                  <a:pt x="2902900" y="1917190"/>
                </a:cubicBezTo>
                <a:cubicBezTo>
                  <a:pt x="2905729" y="1926355"/>
                  <a:pt x="2907342" y="1935850"/>
                  <a:pt x="2907704" y="1945434"/>
                </a:cubicBezTo>
                <a:cubicBezTo>
                  <a:pt x="2907588" y="1946563"/>
                  <a:pt x="2907734" y="1947702"/>
                  <a:pt x="2908134" y="1948763"/>
                </a:cubicBezTo>
                <a:cubicBezTo>
                  <a:pt x="2909557" y="1952562"/>
                  <a:pt x="2913791" y="1954483"/>
                  <a:pt x="2917590" y="1953060"/>
                </a:cubicBezTo>
                <a:cubicBezTo>
                  <a:pt x="2924534" y="1951557"/>
                  <a:pt x="2931203" y="1948986"/>
                  <a:pt x="2937359" y="1945434"/>
                </a:cubicBezTo>
                <a:cubicBezTo>
                  <a:pt x="2938489" y="1944588"/>
                  <a:pt x="2943856" y="1942044"/>
                  <a:pt x="2943856" y="1938655"/>
                </a:cubicBezTo>
                <a:cubicBezTo>
                  <a:pt x="2942708" y="1933949"/>
                  <a:pt x="2941000" y="1929398"/>
                  <a:pt x="2938771" y="1925098"/>
                </a:cubicBezTo>
                <a:cubicBezTo>
                  <a:pt x="2936819" y="1918580"/>
                  <a:pt x="2935681" y="1911843"/>
                  <a:pt x="2935381" y="1905047"/>
                </a:cubicBezTo>
                <a:cubicBezTo>
                  <a:pt x="2935381" y="1901655"/>
                  <a:pt x="2936796" y="1880193"/>
                  <a:pt x="2938489" y="1864658"/>
                </a:cubicBezTo>
                <a:cubicBezTo>
                  <a:pt x="2939337" y="1855053"/>
                  <a:pt x="2935381" y="1845167"/>
                  <a:pt x="2935381" y="1821442"/>
                </a:cubicBezTo>
                <a:cubicBezTo>
                  <a:pt x="2935752" y="1813092"/>
                  <a:pt x="2934504" y="1804751"/>
                  <a:pt x="2931710" y="1796872"/>
                </a:cubicBezTo>
                <a:cubicBezTo>
                  <a:pt x="2927473" y="1794328"/>
                  <a:pt x="2933122" y="1782749"/>
                  <a:pt x="2939619" y="1782749"/>
                </a:cubicBezTo>
                <a:cubicBezTo>
                  <a:pt x="2943568" y="1782473"/>
                  <a:pt x="2947533" y="1782473"/>
                  <a:pt x="2951482" y="1782749"/>
                </a:cubicBezTo>
                <a:cubicBezTo>
                  <a:pt x="2954305" y="1782749"/>
                  <a:pt x="2952330" y="1777382"/>
                  <a:pt x="2957413" y="1778796"/>
                </a:cubicBezTo>
                <a:cubicBezTo>
                  <a:pt x="2962495" y="1780208"/>
                  <a:pt x="2960239" y="1781338"/>
                  <a:pt x="2962495" y="1786705"/>
                </a:cubicBezTo>
                <a:cubicBezTo>
                  <a:pt x="2964758" y="1792072"/>
                  <a:pt x="2963343" y="1794613"/>
                  <a:pt x="2964758" y="1800543"/>
                </a:cubicBezTo>
                <a:cubicBezTo>
                  <a:pt x="2966169" y="1806474"/>
                  <a:pt x="2963910" y="1814664"/>
                  <a:pt x="2966169" y="1817771"/>
                </a:cubicBezTo>
                <a:cubicBezTo>
                  <a:pt x="2967753" y="1821172"/>
                  <a:pt x="2967753" y="1825101"/>
                  <a:pt x="2966169" y="1828505"/>
                </a:cubicBezTo>
                <a:cubicBezTo>
                  <a:pt x="2965434" y="1832425"/>
                  <a:pt x="2965434" y="1836446"/>
                  <a:pt x="2966169" y="1840366"/>
                </a:cubicBezTo>
                <a:cubicBezTo>
                  <a:pt x="2966169" y="1844885"/>
                  <a:pt x="2965885" y="1849971"/>
                  <a:pt x="2966169" y="1855053"/>
                </a:cubicBezTo>
                <a:cubicBezTo>
                  <a:pt x="2966451" y="1860139"/>
                  <a:pt x="2967862" y="1879060"/>
                  <a:pt x="2967862" y="1883297"/>
                </a:cubicBezTo>
                <a:cubicBezTo>
                  <a:pt x="2969923" y="1889607"/>
                  <a:pt x="2971157" y="1896157"/>
                  <a:pt x="2971533" y="1902785"/>
                </a:cubicBezTo>
                <a:cubicBezTo>
                  <a:pt x="2971533" y="1906459"/>
                  <a:pt x="2972381" y="1909848"/>
                  <a:pt x="2971533" y="1917190"/>
                </a:cubicBezTo>
                <a:cubicBezTo>
                  <a:pt x="2970688" y="1924535"/>
                  <a:pt x="2964191" y="1930183"/>
                  <a:pt x="2965885" y="1934418"/>
                </a:cubicBezTo>
                <a:cubicBezTo>
                  <a:pt x="2967432" y="1938121"/>
                  <a:pt x="2970377" y="1941063"/>
                  <a:pt x="2974077" y="1942611"/>
                </a:cubicBezTo>
                <a:cubicBezTo>
                  <a:pt x="2978596" y="1943740"/>
                  <a:pt x="2986505" y="1938373"/>
                  <a:pt x="2990176" y="1938373"/>
                </a:cubicBezTo>
                <a:cubicBezTo>
                  <a:pt x="2994879" y="1938631"/>
                  <a:pt x="2999593" y="1938631"/>
                  <a:pt x="3004299" y="1938373"/>
                </a:cubicBezTo>
                <a:cubicBezTo>
                  <a:pt x="3011789" y="1936363"/>
                  <a:pt x="3019445" y="1935040"/>
                  <a:pt x="3027176" y="1934418"/>
                </a:cubicBezTo>
                <a:cubicBezTo>
                  <a:pt x="3030565" y="1934136"/>
                  <a:pt x="3036495" y="1930183"/>
                  <a:pt x="3039603" y="1930183"/>
                </a:cubicBezTo>
                <a:cubicBezTo>
                  <a:pt x="3043277" y="1928659"/>
                  <a:pt x="3046631" y="1926456"/>
                  <a:pt x="3049489" y="1923687"/>
                </a:cubicBezTo>
                <a:cubicBezTo>
                  <a:pt x="3051387" y="1921744"/>
                  <a:pt x="3051944" y="1918853"/>
                  <a:pt x="3050900" y="1916345"/>
                </a:cubicBezTo>
                <a:cubicBezTo>
                  <a:pt x="3048356" y="1910411"/>
                  <a:pt x="3040448" y="1913519"/>
                  <a:pt x="3037062" y="1914930"/>
                </a:cubicBezTo>
                <a:cubicBezTo>
                  <a:pt x="3033670" y="1916345"/>
                  <a:pt x="3028305" y="1923968"/>
                  <a:pt x="3024635" y="1920016"/>
                </a:cubicBezTo>
                <a:cubicBezTo>
                  <a:pt x="3020961" y="1916060"/>
                  <a:pt x="3020113" y="1912389"/>
                  <a:pt x="3020961" y="1908718"/>
                </a:cubicBezTo>
                <a:cubicBezTo>
                  <a:pt x="3021809" y="1905047"/>
                  <a:pt x="3018701" y="1897421"/>
                  <a:pt x="3013619" y="1899114"/>
                </a:cubicBezTo>
                <a:cubicBezTo>
                  <a:pt x="3008533" y="1900810"/>
                  <a:pt x="3008252" y="1907870"/>
                  <a:pt x="3008533" y="1913237"/>
                </a:cubicBezTo>
                <a:cubicBezTo>
                  <a:pt x="3008818" y="1918601"/>
                  <a:pt x="3004862" y="1919449"/>
                  <a:pt x="3002603" y="1921427"/>
                </a:cubicBezTo>
                <a:cubicBezTo>
                  <a:pt x="3000343" y="1923405"/>
                  <a:pt x="2998084" y="1926228"/>
                  <a:pt x="2994128" y="1926228"/>
                </a:cubicBezTo>
                <a:cubicBezTo>
                  <a:pt x="2988311" y="1923067"/>
                  <a:pt x="2984969" y="1916715"/>
                  <a:pt x="2985657" y="1910130"/>
                </a:cubicBezTo>
                <a:cubicBezTo>
                  <a:pt x="2985657" y="1905047"/>
                  <a:pt x="2984809" y="1883864"/>
                  <a:pt x="2985657" y="1876803"/>
                </a:cubicBezTo>
                <a:cubicBezTo>
                  <a:pt x="2986505" y="1869740"/>
                  <a:pt x="2981986" y="1860139"/>
                  <a:pt x="2981983" y="1854490"/>
                </a:cubicBezTo>
                <a:cubicBezTo>
                  <a:pt x="2982617" y="1843765"/>
                  <a:pt x="2982617" y="1833013"/>
                  <a:pt x="2981983" y="1822290"/>
                </a:cubicBezTo>
                <a:cubicBezTo>
                  <a:pt x="2981449" y="1818670"/>
                  <a:pt x="2980696" y="1815088"/>
                  <a:pt x="2979726" y="1811559"/>
                </a:cubicBezTo>
                <a:cubicBezTo>
                  <a:pt x="2980127" y="1805807"/>
                  <a:pt x="2982410" y="1800351"/>
                  <a:pt x="2986220" y="1796024"/>
                </a:cubicBezTo>
                <a:cubicBezTo>
                  <a:pt x="2988877" y="1792564"/>
                  <a:pt x="2992886" y="1790405"/>
                  <a:pt x="2997236" y="1790094"/>
                </a:cubicBezTo>
                <a:cubicBezTo>
                  <a:pt x="3002321" y="1789528"/>
                  <a:pt x="3002321" y="1799980"/>
                  <a:pt x="3002321" y="1807604"/>
                </a:cubicBezTo>
                <a:cubicBezTo>
                  <a:pt x="3002134" y="1811432"/>
                  <a:pt x="3003451" y="1815183"/>
                  <a:pt x="3005992" y="1818053"/>
                </a:cubicBezTo>
                <a:cubicBezTo>
                  <a:pt x="3009298" y="1829822"/>
                  <a:pt x="3011009" y="1841982"/>
                  <a:pt x="3011075" y="1854205"/>
                </a:cubicBezTo>
                <a:cubicBezTo>
                  <a:pt x="3010793" y="1860987"/>
                  <a:pt x="3011923" y="1860420"/>
                  <a:pt x="3015878" y="1862680"/>
                </a:cubicBezTo>
                <a:cubicBezTo>
                  <a:pt x="3019831" y="1864939"/>
                  <a:pt x="3031695" y="1860420"/>
                  <a:pt x="3034518" y="1862680"/>
                </a:cubicBezTo>
                <a:cubicBezTo>
                  <a:pt x="3037343" y="1864939"/>
                  <a:pt x="3038755" y="1871436"/>
                  <a:pt x="3041581" y="1871436"/>
                </a:cubicBezTo>
                <a:cubicBezTo>
                  <a:pt x="3049489" y="1873129"/>
                  <a:pt x="3055701" y="1859009"/>
                  <a:pt x="3057961" y="1855620"/>
                </a:cubicBezTo>
                <a:cubicBezTo>
                  <a:pt x="3064457" y="1846581"/>
                  <a:pt x="3050900" y="1834154"/>
                  <a:pt x="3048923" y="1833870"/>
                </a:cubicBezTo>
                <a:cubicBezTo>
                  <a:pt x="3046945" y="1833588"/>
                  <a:pt x="3041296" y="1838673"/>
                  <a:pt x="3033670" y="1839803"/>
                </a:cubicBezTo>
                <a:cubicBezTo>
                  <a:pt x="3026046" y="1840933"/>
                  <a:pt x="3029435" y="1846297"/>
                  <a:pt x="3023220" y="1844604"/>
                </a:cubicBezTo>
                <a:cubicBezTo>
                  <a:pt x="3017008" y="1842908"/>
                  <a:pt x="3019831" y="1829635"/>
                  <a:pt x="3023220" y="1823420"/>
                </a:cubicBezTo>
                <a:cubicBezTo>
                  <a:pt x="3026882" y="1818148"/>
                  <a:pt x="3029121" y="1812019"/>
                  <a:pt x="3029717" y="1805626"/>
                </a:cubicBezTo>
                <a:cubicBezTo>
                  <a:pt x="3029154" y="1798002"/>
                  <a:pt x="3022938" y="1788964"/>
                  <a:pt x="3022657" y="1786420"/>
                </a:cubicBezTo>
                <a:cubicBezTo>
                  <a:pt x="3022372" y="1783879"/>
                  <a:pt x="3030847" y="1774841"/>
                  <a:pt x="3034518" y="1774559"/>
                </a:cubicBezTo>
                <a:cubicBezTo>
                  <a:pt x="3038189" y="1774277"/>
                  <a:pt x="3043837" y="1785290"/>
                  <a:pt x="3047511" y="1785290"/>
                </a:cubicBezTo>
                <a:cubicBezTo>
                  <a:pt x="3051182" y="1785290"/>
                  <a:pt x="3061068" y="1769192"/>
                  <a:pt x="3063609" y="1764391"/>
                </a:cubicBezTo>
                <a:cubicBezTo>
                  <a:pt x="3066151" y="1759591"/>
                  <a:pt x="3067562" y="1745749"/>
                  <a:pt x="3075470" y="1742363"/>
                </a:cubicBezTo>
                <a:cubicBezTo>
                  <a:pt x="3078578" y="1742363"/>
                  <a:pt x="3082815" y="1743774"/>
                  <a:pt x="3085075" y="1742363"/>
                </a:cubicBezTo>
                <a:cubicBezTo>
                  <a:pt x="3087909" y="1740776"/>
                  <a:pt x="3091159" y="1740088"/>
                  <a:pt x="3094394" y="1740385"/>
                </a:cubicBezTo>
                <a:close/>
                <a:moveTo>
                  <a:pt x="1749824" y="1465234"/>
                </a:moveTo>
                <a:cubicBezTo>
                  <a:pt x="1754418" y="1465078"/>
                  <a:pt x="1759071" y="1466676"/>
                  <a:pt x="1762696" y="1470064"/>
                </a:cubicBezTo>
                <a:cubicBezTo>
                  <a:pt x="1767619" y="1475396"/>
                  <a:pt x="1770778" y="1482116"/>
                  <a:pt x="1771757" y="1489309"/>
                </a:cubicBezTo>
                <a:cubicBezTo>
                  <a:pt x="1773497" y="1496173"/>
                  <a:pt x="1773047" y="1503405"/>
                  <a:pt x="1770473" y="1509997"/>
                </a:cubicBezTo>
                <a:cubicBezTo>
                  <a:pt x="1769736" y="1511512"/>
                  <a:pt x="1768789" y="1512924"/>
                  <a:pt x="1767667" y="1514183"/>
                </a:cubicBezTo>
                <a:cubicBezTo>
                  <a:pt x="1760931" y="1521704"/>
                  <a:pt x="1749368" y="1522346"/>
                  <a:pt x="1741847" y="1515610"/>
                </a:cubicBezTo>
                <a:cubicBezTo>
                  <a:pt x="1736987" y="1510430"/>
                  <a:pt x="1733852" y="1503879"/>
                  <a:pt x="1732866" y="1496846"/>
                </a:cubicBezTo>
                <a:cubicBezTo>
                  <a:pt x="1731094" y="1489798"/>
                  <a:pt x="1731543" y="1482381"/>
                  <a:pt x="1734149" y="1475597"/>
                </a:cubicBezTo>
                <a:cubicBezTo>
                  <a:pt x="1734951" y="1473881"/>
                  <a:pt x="1736017" y="1472301"/>
                  <a:pt x="1737308" y="1470922"/>
                </a:cubicBezTo>
                <a:cubicBezTo>
                  <a:pt x="1740696" y="1467298"/>
                  <a:pt x="1745231" y="1465389"/>
                  <a:pt x="1749824" y="1465234"/>
                </a:cubicBezTo>
                <a:close/>
                <a:moveTo>
                  <a:pt x="1653641" y="1464852"/>
                </a:moveTo>
                <a:lnTo>
                  <a:pt x="1599996" y="1465814"/>
                </a:lnTo>
                <a:lnTo>
                  <a:pt x="1601439" y="1545039"/>
                </a:lnTo>
                <a:lnTo>
                  <a:pt x="1655325" y="1543996"/>
                </a:lnTo>
                <a:lnTo>
                  <a:pt x="1655325" y="1536940"/>
                </a:lnTo>
                <a:lnTo>
                  <a:pt x="1655325" y="1529963"/>
                </a:lnTo>
                <a:lnTo>
                  <a:pt x="1615232" y="1530685"/>
                </a:lnTo>
                <a:lnTo>
                  <a:pt x="1615232" y="1510077"/>
                </a:lnTo>
                <a:lnTo>
                  <a:pt x="1650835" y="1509436"/>
                </a:lnTo>
                <a:lnTo>
                  <a:pt x="1650835" y="1502620"/>
                </a:lnTo>
                <a:lnTo>
                  <a:pt x="1650835" y="1495804"/>
                </a:lnTo>
                <a:lnTo>
                  <a:pt x="1615232" y="1496445"/>
                </a:lnTo>
                <a:lnTo>
                  <a:pt x="1615232" y="1479606"/>
                </a:lnTo>
                <a:lnTo>
                  <a:pt x="1653641" y="1478965"/>
                </a:lnTo>
                <a:lnTo>
                  <a:pt x="1653641" y="1471908"/>
                </a:lnTo>
                <a:close/>
                <a:moveTo>
                  <a:pt x="1522135" y="1458758"/>
                </a:moveTo>
                <a:lnTo>
                  <a:pt x="1521253" y="1465734"/>
                </a:lnTo>
                <a:lnTo>
                  <a:pt x="1520451" y="1472710"/>
                </a:lnTo>
                <a:lnTo>
                  <a:pt x="1542262" y="1475356"/>
                </a:lnTo>
                <a:lnTo>
                  <a:pt x="1534243" y="1539987"/>
                </a:lnTo>
                <a:lnTo>
                  <a:pt x="1542262" y="1540949"/>
                </a:lnTo>
                <a:lnTo>
                  <a:pt x="1549719" y="1541831"/>
                </a:lnTo>
                <a:lnTo>
                  <a:pt x="1557738" y="1477201"/>
                </a:lnTo>
                <a:lnTo>
                  <a:pt x="1579629" y="1479927"/>
                </a:lnTo>
                <a:lnTo>
                  <a:pt x="1580430" y="1472871"/>
                </a:lnTo>
                <a:lnTo>
                  <a:pt x="1580912" y="1465974"/>
                </a:lnTo>
                <a:close/>
                <a:moveTo>
                  <a:pt x="1742874" y="1452382"/>
                </a:moveTo>
                <a:cubicBezTo>
                  <a:pt x="1734333" y="1454518"/>
                  <a:pt x="1726607" y="1459912"/>
                  <a:pt x="1721720" y="1468059"/>
                </a:cubicBezTo>
                <a:cubicBezTo>
                  <a:pt x="1716828" y="1478010"/>
                  <a:pt x="1715610" y="1489373"/>
                  <a:pt x="1718272" y="1500134"/>
                </a:cubicBezTo>
                <a:cubicBezTo>
                  <a:pt x="1719787" y="1510919"/>
                  <a:pt x="1725143" y="1520798"/>
                  <a:pt x="1733347" y="1527959"/>
                </a:cubicBezTo>
                <a:cubicBezTo>
                  <a:pt x="1734093" y="1528504"/>
                  <a:pt x="1734862" y="1529025"/>
                  <a:pt x="1735648" y="1529514"/>
                </a:cubicBezTo>
                <a:cubicBezTo>
                  <a:pt x="1752006" y="1539610"/>
                  <a:pt x="1773448" y="1534534"/>
                  <a:pt x="1783544" y="1518176"/>
                </a:cubicBezTo>
                <a:cubicBezTo>
                  <a:pt x="1788475" y="1508465"/>
                  <a:pt x="1789702" y="1497295"/>
                  <a:pt x="1786992" y="1486743"/>
                </a:cubicBezTo>
                <a:cubicBezTo>
                  <a:pt x="1785524" y="1475757"/>
                  <a:pt x="1780176" y="1465662"/>
                  <a:pt x="1771916" y="1458277"/>
                </a:cubicBezTo>
                <a:cubicBezTo>
                  <a:pt x="1770954" y="1457547"/>
                  <a:pt x="1769952" y="1456873"/>
                  <a:pt x="1768918" y="1456256"/>
                </a:cubicBezTo>
                <a:cubicBezTo>
                  <a:pt x="1760771" y="1451369"/>
                  <a:pt x="1751415" y="1450246"/>
                  <a:pt x="1742874" y="1452382"/>
                </a:cubicBezTo>
                <a:close/>
                <a:moveTo>
                  <a:pt x="1448042" y="1441758"/>
                </a:moveTo>
                <a:lnTo>
                  <a:pt x="1436094" y="1489870"/>
                </a:lnTo>
                <a:cubicBezTo>
                  <a:pt x="1433376" y="1498121"/>
                  <a:pt x="1433801" y="1507094"/>
                  <a:pt x="1437297" y="1515049"/>
                </a:cubicBezTo>
                <a:cubicBezTo>
                  <a:pt x="1441691" y="1521985"/>
                  <a:pt x="1448844" y="1526708"/>
                  <a:pt x="1456943" y="1528039"/>
                </a:cubicBezTo>
                <a:cubicBezTo>
                  <a:pt x="1464737" y="1530781"/>
                  <a:pt x="1473325" y="1530108"/>
                  <a:pt x="1480598" y="1526195"/>
                </a:cubicBezTo>
                <a:cubicBezTo>
                  <a:pt x="1487374" y="1520614"/>
                  <a:pt x="1491857" y="1512739"/>
                  <a:pt x="1493187" y="1504063"/>
                </a:cubicBezTo>
                <a:lnTo>
                  <a:pt x="1504814" y="1455951"/>
                </a:lnTo>
                <a:lnTo>
                  <a:pt x="1497437" y="1454107"/>
                </a:lnTo>
                <a:lnTo>
                  <a:pt x="1490060" y="1452343"/>
                </a:lnTo>
                <a:lnTo>
                  <a:pt x="1477952" y="1500455"/>
                </a:lnTo>
                <a:cubicBezTo>
                  <a:pt x="1477246" y="1505041"/>
                  <a:pt x="1475017" y="1509251"/>
                  <a:pt x="1471617" y="1512403"/>
                </a:cubicBezTo>
                <a:cubicBezTo>
                  <a:pt x="1468145" y="1514520"/>
                  <a:pt x="1463887" y="1514937"/>
                  <a:pt x="1460070" y="1513525"/>
                </a:cubicBezTo>
                <a:cubicBezTo>
                  <a:pt x="1456109" y="1512852"/>
                  <a:pt x="1452685" y="1510398"/>
                  <a:pt x="1450769" y="1506870"/>
                </a:cubicBezTo>
                <a:cubicBezTo>
                  <a:pt x="1449237" y="1502564"/>
                  <a:pt x="1449237" y="1497865"/>
                  <a:pt x="1450769" y="1493559"/>
                </a:cubicBezTo>
                <a:lnTo>
                  <a:pt x="1462797" y="1445447"/>
                </a:lnTo>
                <a:lnTo>
                  <a:pt x="1455420" y="1443602"/>
                </a:lnTo>
                <a:close/>
                <a:moveTo>
                  <a:pt x="1850420" y="1426042"/>
                </a:moveTo>
                <a:lnTo>
                  <a:pt x="1801105" y="1442079"/>
                </a:lnTo>
                <a:lnTo>
                  <a:pt x="1825161" y="1517374"/>
                </a:lnTo>
                <a:lnTo>
                  <a:pt x="1832457" y="1514969"/>
                </a:lnTo>
                <a:lnTo>
                  <a:pt x="1839674" y="1512643"/>
                </a:lnTo>
                <a:lnTo>
                  <a:pt x="1829651" y="1480809"/>
                </a:lnTo>
                <a:lnTo>
                  <a:pt x="1860042" y="1470946"/>
                </a:lnTo>
                <a:lnTo>
                  <a:pt x="1857957" y="1464451"/>
                </a:lnTo>
                <a:lnTo>
                  <a:pt x="1855792" y="1457956"/>
                </a:lnTo>
                <a:lnTo>
                  <a:pt x="1825481" y="1467819"/>
                </a:lnTo>
                <a:lnTo>
                  <a:pt x="1819948" y="1450739"/>
                </a:lnTo>
                <a:lnTo>
                  <a:pt x="1854750" y="1439433"/>
                </a:lnTo>
                <a:lnTo>
                  <a:pt x="1852584" y="1432697"/>
                </a:lnTo>
                <a:close/>
                <a:moveTo>
                  <a:pt x="1375313" y="1416980"/>
                </a:moveTo>
                <a:lnTo>
                  <a:pt x="1372987" y="1423636"/>
                </a:lnTo>
                <a:lnTo>
                  <a:pt x="1370742" y="1430291"/>
                </a:lnTo>
                <a:lnTo>
                  <a:pt x="1391511" y="1437428"/>
                </a:lnTo>
                <a:lnTo>
                  <a:pt x="1370341" y="1499011"/>
                </a:lnTo>
                <a:lnTo>
                  <a:pt x="1377558" y="1501497"/>
                </a:lnTo>
                <a:lnTo>
                  <a:pt x="1384695" y="1503983"/>
                </a:lnTo>
                <a:lnTo>
                  <a:pt x="1405864" y="1442399"/>
                </a:lnTo>
                <a:lnTo>
                  <a:pt x="1426713" y="1449536"/>
                </a:lnTo>
                <a:lnTo>
                  <a:pt x="1429038" y="1442881"/>
                </a:lnTo>
                <a:lnTo>
                  <a:pt x="1431444" y="1436305"/>
                </a:lnTo>
                <a:close/>
                <a:moveTo>
                  <a:pt x="1346526" y="1402867"/>
                </a:moveTo>
                <a:lnTo>
                  <a:pt x="1313088" y="1474635"/>
                </a:lnTo>
                <a:lnTo>
                  <a:pt x="1319984" y="1477842"/>
                </a:lnTo>
                <a:lnTo>
                  <a:pt x="1326800" y="1481050"/>
                </a:lnTo>
                <a:lnTo>
                  <a:pt x="1360318" y="1409283"/>
                </a:lnTo>
                <a:lnTo>
                  <a:pt x="1353342" y="1406075"/>
                </a:lnTo>
                <a:close/>
                <a:moveTo>
                  <a:pt x="1947205" y="1379132"/>
                </a:moveTo>
                <a:lnTo>
                  <a:pt x="1894923" y="1406877"/>
                </a:lnTo>
                <a:lnTo>
                  <a:pt x="1898211" y="1413131"/>
                </a:lnTo>
                <a:lnTo>
                  <a:pt x="1901499" y="1419306"/>
                </a:lnTo>
                <a:lnTo>
                  <a:pt x="1920904" y="1408962"/>
                </a:lnTo>
                <a:lnTo>
                  <a:pt x="1951535" y="1466455"/>
                </a:lnTo>
                <a:lnTo>
                  <a:pt x="1958270" y="1462927"/>
                </a:lnTo>
                <a:lnTo>
                  <a:pt x="1964926" y="1459319"/>
                </a:lnTo>
                <a:lnTo>
                  <a:pt x="1934375" y="1401825"/>
                </a:lnTo>
                <a:lnTo>
                  <a:pt x="1953780" y="1391481"/>
                </a:lnTo>
                <a:lnTo>
                  <a:pt x="1950493" y="1385307"/>
                </a:lnTo>
                <a:close/>
                <a:moveTo>
                  <a:pt x="1278367" y="1365821"/>
                </a:moveTo>
                <a:lnTo>
                  <a:pt x="1275240" y="1372397"/>
                </a:lnTo>
                <a:lnTo>
                  <a:pt x="1271872" y="1378571"/>
                </a:lnTo>
                <a:lnTo>
                  <a:pt x="1291117" y="1389236"/>
                </a:lnTo>
                <a:lnTo>
                  <a:pt x="1259523" y="1446168"/>
                </a:lnTo>
                <a:lnTo>
                  <a:pt x="1266179" y="1449857"/>
                </a:lnTo>
                <a:lnTo>
                  <a:pt x="1272834" y="1453546"/>
                </a:lnTo>
                <a:lnTo>
                  <a:pt x="1304107" y="1396132"/>
                </a:lnTo>
                <a:lnTo>
                  <a:pt x="1323352" y="1406797"/>
                </a:lnTo>
                <a:lnTo>
                  <a:pt x="1326720" y="1400703"/>
                </a:lnTo>
                <a:lnTo>
                  <a:pt x="1330168" y="1394528"/>
                </a:lnTo>
                <a:close/>
                <a:moveTo>
                  <a:pt x="1776247" y="1354274"/>
                </a:moveTo>
                <a:lnTo>
                  <a:pt x="1776247" y="1354515"/>
                </a:lnTo>
                <a:cubicBezTo>
                  <a:pt x="1779374" y="1354515"/>
                  <a:pt x="1779855" y="1357562"/>
                  <a:pt x="1779374" y="1361331"/>
                </a:cubicBezTo>
                <a:cubicBezTo>
                  <a:pt x="1778893" y="1365100"/>
                  <a:pt x="1779053" y="1381538"/>
                  <a:pt x="1776167" y="1381538"/>
                </a:cubicBezTo>
                <a:cubicBezTo>
                  <a:pt x="1773280" y="1381538"/>
                  <a:pt x="1774242" y="1368467"/>
                  <a:pt x="1774242" y="1362293"/>
                </a:cubicBezTo>
                <a:cubicBezTo>
                  <a:pt x="1774242" y="1356119"/>
                  <a:pt x="1774242" y="1354274"/>
                  <a:pt x="1776247" y="1354274"/>
                </a:cubicBezTo>
                <a:close/>
                <a:moveTo>
                  <a:pt x="1640811" y="1354274"/>
                </a:moveTo>
                <a:lnTo>
                  <a:pt x="1640811" y="1354515"/>
                </a:lnTo>
                <a:cubicBezTo>
                  <a:pt x="1643938" y="1354515"/>
                  <a:pt x="1644419" y="1357562"/>
                  <a:pt x="1643938" y="1361331"/>
                </a:cubicBezTo>
                <a:cubicBezTo>
                  <a:pt x="1643457" y="1365100"/>
                  <a:pt x="1643617" y="1381538"/>
                  <a:pt x="1640731" y="1381538"/>
                </a:cubicBezTo>
                <a:cubicBezTo>
                  <a:pt x="1637844" y="1381538"/>
                  <a:pt x="1638806" y="1368467"/>
                  <a:pt x="1638806" y="1362293"/>
                </a:cubicBezTo>
                <a:cubicBezTo>
                  <a:pt x="1638806" y="1356119"/>
                  <a:pt x="1638806" y="1354274"/>
                  <a:pt x="1640811" y="1354274"/>
                </a:cubicBezTo>
                <a:close/>
                <a:moveTo>
                  <a:pt x="1480117" y="1353472"/>
                </a:moveTo>
                <a:cubicBezTo>
                  <a:pt x="1480117" y="1353472"/>
                  <a:pt x="1483485" y="1351948"/>
                  <a:pt x="1484448" y="1354114"/>
                </a:cubicBezTo>
                <a:cubicBezTo>
                  <a:pt x="1485153" y="1362758"/>
                  <a:pt x="1485337" y="1371434"/>
                  <a:pt x="1485009" y="1380094"/>
                </a:cubicBezTo>
                <a:cubicBezTo>
                  <a:pt x="1485009" y="1382099"/>
                  <a:pt x="1481080" y="1382901"/>
                  <a:pt x="1480117" y="1380094"/>
                </a:cubicBezTo>
                <a:cubicBezTo>
                  <a:pt x="1479636" y="1371282"/>
                  <a:pt x="1479636" y="1362445"/>
                  <a:pt x="1480117" y="1353633"/>
                </a:cubicBezTo>
                <a:close/>
                <a:moveTo>
                  <a:pt x="1753794" y="1353071"/>
                </a:moveTo>
                <a:cubicBezTo>
                  <a:pt x="1755799" y="1353071"/>
                  <a:pt x="1756761" y="1357321"/>
                  <a:pt x="1756761" y="1361090"/>
                </a:cubicBezTo>
                <a:cubicBezTo>
                  <a:pt x="1756761" y="1364859"/>
                  <a:pt x="1756601" y="1380896"/>
                  <a:pt x="1754195" y="1380896"/>
                </a:cubicBezTo>
                <a:cubicBezTo>
                  <a:pt x="1751789" y="1380896"/>
                  <a:pt x="1750426" y="1367665"/>
                  <a:pt x="1750426" y="1361731"/>
                </a:cubicBezTo>
                <a:cubicBezTo>
                  <a:pt x="1750426" y="1355798"/>
                  <a:pt x="1750426" y="1353312"/>
                  <a:pt x="1753794" y="1353312"/>
                </a:cubicBezTo>
                <a:close/>
                <a:moveTo>
                  <a:pt x="1618360" y="1353071"/>
                </a:moveTo>
                <a:cubicBezTo>
                  <a:pt x="1620364" y="1353071"/>
                  <a:pt x="1621326" y="1357642"/>
                  <a:pt x="1621326" y="1361090"/>
                </a:cubicBezTo>
                <a:cubicBezTo>
                  <a:pt x="1621326" y="1364538"/>
                  <a:pt x="1621246" y="1381297"/>
                  <a:pt x="1618841" y="1381297"/>
                </a:cubicBezTo>
                <a:cubicBezTo>
                  <a:pt x="1616435" y="1381297"/>
                  <a:pt x="1614991" y="1367665"/>
                  <a:pt x="1614991" y="1361731"/>
                </a:cubicBezTo>
                <a:cubicBezTo>
                  <a:pt x="1614991" y="1355798"/>
                  <a:pt x="1614991" y="1353312"/>
                  <a:pt x="1618360" y="1353312"/>
                </a:cubicBezTo>
                <a:close/>
                <a:moveTo>
                  <a:pt x="1503692" y="1351628"/>
                </a:moveTo>
                <a:cubicBezTo>
                  <a:pt x="1506659" y="1351307"/>
                  <a:pt x="1505937" y="1358925"/>
                  <a:pt x="1505937" y="1361090"/>
                </a:cubicBezTo>
                <a:cubicBezTo>
                  <a:pt x="1505937" y="1363255"/>
                  <a:pt x="1506098" y="1379934"/>
                  <a:pt x="1503692" y="1379934"/>
                </a:cubicBezTo>
                <a:cubicBezTo>
                  <a:pt x="1501286" y="1379934"/>
                  <a:pt x="1501286" y="1365741"/>
                  <a:pt x="1501286" y="1361090"/>
                </a:cubicBezTo>
                <a:cubicBezTo>
                  <a:pt x="1501286" y="1356439"/>
                  <a:pt x="1500805" y="1351628"/>
                  <a:pt x="1503692" y="1351628"/>
                </a:cubicBezTo>
                <a:close/>
                <a:moveTo>
                  <a:pt x="1490542" y="1349784"/>
                </a:moveTo>
                <a:lnTo>
                  <a:pt x="1490560" y="1350324"/>
                </a:lnTo>
                <a:lnTo>
                  <a:pt x="1490542" y="1350345"/>
                </a:lnTo>
                <a:close/>
                <a:moveTo>
                  <a:pt x="1491857" y="1348733"/>
                </a:moveTo>
                <a:cubicBezTo>
                  <a:pt x="1493332" y="1347835"/>
                  <a:pt x="1495256" y="1348309"/>
                  <a:pt x="1496154" y="1349784"/>
                </a:cubicBezTo>
                <a:cubicBezTo>
                  <a:pt x="1497117" y="1351067"/>
                  <a:pt x="1497117" y="1380014"/>
                  <a:pt x="1497117" y="1381859"/>
                </a:cubicBezTo>
                <a:cubicBezTo>
                  <a:pt x="1497117" y="1383703"/>
                  <a:pt x="1492546" y="1383382"/>
                  <a:pt x="1491584" y="1381859"/>
                </a:cubicBezTo>
                <a:lnTo>
                  <a:pt x="1490560" y="1350324"/>
                </a:lnTo>
                <a:close/>
                <a:moveTo>
                  <a:pt x="1765983" y="1347538"/>
                </a:moveTo>
                <a:cubicBezTo>
                  <a:pt x="1770073" y="1347538"/>
                  <a:pt x="1768870" y="1353392"/>
                  <a:pt x="1768870" y="1359566"/>
                </a:cubicBezTo>
                <a:cubicBezTo>
                  <a:pt x="1768870" y="1365741"/>
                  <a:pt x="1769912" y="1382901"/>
                  <a:pt x="1765502" y="1382901"/>
                </a:cubicBezTo>
                <a:cubicBezTo>
                  <a:pt x="1761092" y="1382901"/>
                  <a:pt x="1762054" y="1364859"/>
                  <a:pt x="1762054" y="1359246"/>
                </a:cubicBezTo>
                <a:cubicBezTo>
                  <a:pt x="1762054" y="1353633"/>
                  <a:pt x="1761092" y="1347538"/>
                  <a:pt x="1765983" y="1347538"/>
                </a:cubicBezTo>
                <a:close/>
                <a:moveTo>
                  <a:pt x="1630547" y="1347538"/>
                </a:moveTo>
                <a:cubicBezTo>
                  <a:pt x="1634717" y="1347538"/>
                  <a:pt x="1633434" y="1353392"/>
                  <a:pt x="1633434" y="1359566"/>
                </a:cubicBezTo>
                <a:cubicBezTo>
                  <a:pt x="1633434" y="1365741"/>
                  <a:pt x="1634476" y="1382901"/>
                  <a:pt x="1630066" y="1382901"/>
                </a:cubicBezTo>
                <a:cubicBezTo>
                  <a:pt x="1625656" y="1382901"/>
                  <a:pt x="1626618" y="1364859"/>
                  <a:pt x="1626618" y="1359246"/>
                </a:cubicBezTo>
                <a:cubicBezTo>
                  <a:pt x="1626618" y="1353633"/>
                  <a:pt x="1625656" y="1347538"/>
                  <a:pt x="1630547" y="1347538"/>
                </a:cubicBezTo>
                <a:close/>
                <a:moveTo>
                  <a:pt x="1414124" y="1345052"/>
                </a:moveTo>
                <a:lnTo>
                  <a:pt x="1414607" y="1345496"/>
                </a:lnTo>
                <a:lnTo>
                  <a:pt x="1413883" y="1345373"/>
                </a:lnTo>
                <a:close/>
                <a:moveTo>
                  <a:pt x="2008227" y="1340723"/>
                </a:moveTo>
                <a:lnTo>
                  <a:pt x="1963242" y="1369911"/>
                </a:lnTo>
                <a:lnTo>
                  <a:pt x="2006382" y="1436305"/>
                </a:lnTo>
                <a:lnTo>
                  <a:pt x="2052570" y="1405995"/>
                </a:lnTo>
                <a:lnTo>
                  <a:pt x="2048721" y="1400061"/>
                </a:lnTo>
                <a:lnTo>
                  <a:pt x="2044952" y="1394207"/>
                </a:lnTo>
                <a:lnTo>
                  <a:pt x="2011354" y="1416018"/>
                </a:lnTo>
                <a:lnTo>
                  <a:pt x="2000048" y="1398778"/>
                </a:lnTo>
                <a:lnTo>
                  <a:pt x="2030198" y="1379533"/>
                </a:lnTo>
                <a:lnTo>
                  <a:pt x="2026509" y="1373760"/>
                </a:lnTo>
                <a:lnTo>
                  <a:pt x="2022821" y="1368066"/>
                </a:lnTo>
                <a:lnTo>
                  <a:pt x="1992911" y="1387472"/>
                </a:lnTo>
                <a:lnTo>
                  <a:pt x="1983770" y="1373359"/>
                </a:lnTo>
                <a:lnTo>
                  <a:pt x="2015844" y="1352510"/>
                </a:lnTo>
                <a:lnTo>
                  <a:pt x="2012076" y="1346577"/>
                </a:lnTo>
                <a:close/>
                <a:moveTo>
                  <a:pt x="1222637" y="1332704"/>
                </a:moveTo>
                <a:cubicBezTo>
                  <a:pt x="1215741" y="1333410"/>
                  <a:pt x="1209535" y="1337179"/>
                  <a:pt x="1205718" y="1342968"/>
                </a:cubicBezTo>
                <a:cubicBezTo>
                  <a:pt x="1201973" y="1347250"/>
                  <a:pt x="1200410" y="1353016"/>
                  <a:pt x="1201468" y="1358605"/>
                </a:cubicBezTo>
                <a:cubicBezTo>
                  <a:pt x="1204475" y="1366439"/>
                  <a:pt x="1209030" y="1373583"/>
                  <a:pt x="1214859" y="1379613"/>
                </a:cubicBezTo>
                <a:cubicBezTo>
                  <a:pt x="1217914" y="1382741"/>
                  <a:pt x="1220416" y="1386381"/>
                  <a:pt x="1222236" y="1390358"/>
                </a:cubicBezTo>
                <a:cubicBezTo>
                  <a:pt x="1223014" y="1392804"/>
                  <a:pt x="1222469" y="1395474"/>
                  <a:pt x="1220793" y="1397415"/>
                </a:cubicBezTo>
                <a:cubicBezTo>
                  <a:pt x="1219109" y="1399820"/>
                  <a:pt x="1216246" y="1401111"/>
                  <a:pt x="1213336" y="1400783"/>
                </a:cubicBezTo>
                <a:cubicBezTo>
                  <a:pt x="1209391" y="1400253"/>
                  <a:pt x="1205670" y="1398650"/>
                  <a:pt x="1202591" y="1396132"/>
                </a:cubicBezTo>
                <a:cubicBezTo>
                  <a:pt x="1199231" y="1394015"/>
                  <a:pt x="1196769" y="1390735"/>
                  <a:pt x="1195695" y="1386910"/>
                </a:cubicBezTo>
                <a:cubicBezTo>
                  <a:pt x="1194885" y="1383302"/>
                  <a:pt x="1195711" y="1379517"/>
                  <a:pt x="1197940" y="1376566"/>
                </a:cubicBezTo>
                <a:lnTo>
                  <a:pt x="1186072" y="1367986"/>
                </a:lnTo>
                <a:cubicBezTo>
                  <a:pt x="1181614" y="1373952"/>
                  <a:pt x="1179842" y="1381506"/>
                  <a:pt x="1181181" y="1388835"/>
                </a:cubicBezTo>
                <a:cubicBezTo>
                  <a:pt x="1183209" y="1396404"/>
                  <a:pt x="1187989" y="1402948"/>
                  <a:pt x="1194572" y="1407198"/>
                </a:cubicBezTo>
                <a:cubicBezTo>
                  <a:pt x="1200682" y="1412113"/>
                  <a:pt x="1208300" y="1414775"/>
                  <a:pt x="1216142" y="1414735"/>
                </a:cubicBezTo>
                <a:cubicBezTo>
                  <a:pt x="1222982" y="1414358"/>
                  <a:pt x="1229245" y="1410798"/>
                  <a:pt x="1233062" y="1405113"/>
                </a:cubicBezTo>
                <a:cubicBezTo>
                  <a:pt x="1236903" y="1400694"/>
                  <a:pt x="1238755" y="1394897"/>
                  <a:pt x="1238193" y="1389075"/>
                </a:cubicBezTo>
                <a:cubicBezTo>
                  <a:pt x="1235836" y="1381642"/>
                  <a:pt x="1231747" y="1374874"/>
                  <a:pt x="1226246" y="1369349"/>
                </a:cubicBezTo>
                <a:cubicBezTo>
                  <a:pt x="1222806" y="1365653"/>
                  <a:pt x="1219823" y="1361563"/>
                  <a:pt x="1217345" y="1357161"/>
                </a:cubicBezTo>
                <a:cubicBezTo>
                  <a:pt x="1216190" y="1355124"/>
                  <a:pt x="1216383" y="1352591"/>
                  <a:pt x="1217826" y="1350746"/>
                </a:cubicBezTo>
                <a:cubicBezTo>
                  <a:pt x="1219430" y="1348300"/>
                  <a:pt x="1222052" y="1346713"/>
                  <a:pt x="1224963" y="1346416"/>
                </a:cubicBezTo>
                <a:cubicBezTo>
                  <a:pt x="1228226" y="1346320"/>
                  <a:pt x="1231418" y="1347402"/>
                  <a:pt x="1233944" y="1349463"/>
                </a:cubicBezTo>
                <a:cubicBezTo>
                  <a:pt x="1237191" y="1351604"/>
                  <a:pt x="1239605" y="1354804"/>
                  <a:pt x="1240760" y="1358524"/>
                </a:cubicBezTo>
                <a:cubicBezTo>
                  <a:pt x="1241738" y="1361900"/>
                  <a:pt x="1241185" y="1365541"/>
                  <a:pt x="1239236" y="1368467"/>
                </a:cubicBezTo>
                <a:lnTo>
                  <a:pt x="1251184" y="1377208"/>
                </a:lnTo>
                <a:lnTo>
                  <a:pt x="1251184" y="1377047"/>
                </a:lnTo>
                <a:cubicBezTo>
                  <a:pt x="1255217" y="1371138"/>
                  <a:pt x="1256749" y="1363873"/>
                  <a:pt x="1255434" y="1356840"/>
                </a:cubicBezTo>
                <a:cubicBezTo>
                  <a:pt x="1253774" y="1349720"/>
                  <a:pt x="1249476" y="1343505"/>
                  <a:pt x="1243406" y="1339440"/>
                </a:cubicBezTo>
                <a:cubicBezTo>
                  <a:pt x="1237560" y="1334685"/>
                  <a:pt x="1230159" y="1332287"/>
                  <a:pt x="1222637" y="1332704"/>
                </a:cubicBezTo>
                <a:close/>
                <a:moveTo>
                  <a:pt x="2069249" y="1297101"/>
                </a:moveTo>
                <a:cubicBezTo>
                  <a:pt x="2061375" y="1296949"/>
                  <a:pt x="2053741" y="1299820"/>
                  <a:pt x="2047919" y="1305120"/>
                </a:cubicBezTo>
                <a:cubicBezTo>
                  <a:pt x="2040518" y="1310877"/>
                  <a:pt x="2036292" y="1319802"/>
                  <a:pt x="2036533" y="1329176"/>
                </a:cubicBezTo>
                <a:cubicBezTo>
                  <a:pt x="2037310" y="1340161"/>
                  <a:pt x="2041841" y="1350554"/>
                  <a:pt x="2049363" y="1358605"/>
                </a:cubicBezTo>
                <a:cubicBezTo>
                  <a:pt x="2055874" y="1367249"/>
                  <a:pt x="2065207" y="1373351"/>
                  <a:pt x="2075744" y="1375845"/>
                </a:cubicBezTo>
                <a:cubicBezTo>
                  <a:pt x="2093514" y="1378579"/>
                  <a:pt x="2110152" y="1366423"/>
                  <a:pt x="2112951" y="1348661"/>
                </a:cubicBezTo>
                <a:lnTo>
                  <a:pt x="2112790" y="1348501"/>
                </a:lnTo>
                <a:cubicBezTo>
                  <a:pt x="2113352" y="1340410"/>
                  <a:pt x="2110994" y="1332383"/>
                  <a:pt x="2106135" y="1325888"/>
                </a:cubicBezTo>
                <a:lnTo>
                  <a:pt x="2094428" y="1335671"/>
                </a:lnTo>
                <a:cubicBezTo>
                  <a:pt x="2096986" y="1339135"/>
                  <a:pt x="2098213" y="1343401"/>
                  <a:pt x="2097876" y="1347699"/>
                </a:cubicBezTo>
                <a:cubicBezTo>
                  <a:pt x="2097763" y="1348605"/>
                  <a:pt x="2097571" y="1349503"/>
                  <a:pt x="2097298" y="1350377"/>
                </a:cubicBezTo>
                <a:cubicBezTo>
                  <a:pt x="2094708" y="1358845"/>
                  <a:pt x="2085735" y="1363608"/>
                  <a:pt x="2077268" y="1361010"/>
                </a:cubicBezTo>
                <a:cubicBezTo>
                  <a:pt x="2070853" y="1358580"/>
                  <a:pt x="2065288" y="1354347"/>
                  <a:pt x="2061230" y="1348822"/>
                </a:cubicBezTo>
                <a:cubicBezTo>
                  <a:pt x="2056339" y="1343642"/>
                  <a:pt x="2053051" y="1337147"/>
                  <a:pt x="2051768" y="1330138"/>
                </a:cubicBezTo>
                <a:cubicBezTo>
                  <a:pt x="2050942" y="1324774"/>
                  <a:pt x="2053019" y="1319377"/>
                  <a:pt x="2057221" y="1315945"/>
                </a:cubicBezTo>
                <a:cubicBezTo>
                  <a:pt x="2060204" y="1313235"/>
                  <a:pt x="2064093" y="1311743"/>
                  <a:pt x="2068126" y="1311776"/>
                </a:cubicBezTo>
                <a:cubicBezTo>
                  <a:pt x="2072048" y="1311864"/>
                  <a:pt x="2075792" y="1313475"/>
                  <a:pt x="2078551" y="1316266"/>
                </a:cubicBezTo>
                <a:lnTo>
                  <a:pt x="2090258" y="1306483"/>
                </a:lnTo>
                <a:cubicBezTo>
                  <a:pt x="2084701" y="1300806"/>
                  <a:pt x="2077188" y="1297454"/>
                  <a:pt x="2069249" y="1297101"/>
                </a:cubicBezTo>
                <a:close/>
                <a:moveTo>
                  <a:pt x="1650486" y="1294415"/>
                </a:moveTo>
                <a:lnTo>
                  <a:pt x="1650646" y="1294415"/>
                </a:lnTo>
                <a:lnTo>
                  <a:pt x="1650646" y="1315825"/>
                </a:lnTo>
                <a:lnTo>
                  <a:pt x="1632444" y="1315825"/>
                </a:lnTo>
                <a:close/>
                <a:moveTo>
                  <a:pt x="1694857" y="1290285"/>
                </a:moveTo>
                <a:cubicBezTo>
                  <a:pt x="1703357" y="1290285"/>
                  <a:pt x="1706724" y="1297342"/>
                  <a:pt x="1706724" y="1309210"/>
                </a:cubicBezTo>
                <a:cubicBezTo>
                  <a:pt x="1706724" y="1321077"/>
                  <a:pt x="1703036" y="1328133"/>
                  <a:pt x="1694857" y="1328133"/>
                </a:cubicBezTo>
                <a:cubicBezTo>
                  <a:pt x="1686678" y="1328133"/>
                  <a:pt x="1682989" y="1320997"/>
                  <a:pt x="1682989" y="1309210"/>
                </a:cubicBezTo>
                <a:cubicBezTo>
                  <a:pt x="1682989" y="1297422"/>
                  <a:pt x="1686838" y="1290285"/>
                  <a:pt x="1694857" y="1290285"/>
                </a:cubicBezTo>
                <a:close/>
                <a:moveTo>
                  <a:pt x="1596147" y="1290285"/>
                </a:moveTo>
                <a:cubicBezTo>
                  <a:pt x="1604326" y="1290285"/>
                  <a:pt x="1607614" y="1295016"/>
                  <a:pt x="1607614" y="1300388"/>
                </a:cubicBezTo>
                <a:cubicBezTo>
                  <a:pt x="1607670" y="1301006"/>
                  <a:pt x="1607662" y="1301623"/>
                  <a:pt x="1607598" y="1302241"/>
                </a:cubicBezTo>
                <a:cubicBezTo>
                  <a:pt x="1607052" y="1307701"/>
                  <a:pt x="1602169" y="1311687"/>
                  <a:pt x="1596708" y="1311133"/>
                </a:cubicBezTo>
                <a:cubicBezTo>
                  <a:pt x="1591977" y="1311133"/>
                  <a:pt x="1585242" y="1310011"/>
                  <a:pt x="1585242" y="1300869"/>
                </a:cubicBezTo>
                <a:cubicBezTo>
                  <a:pt x="1585226" y="1300484"/>
                  <a:pt x="1585233" y="1300100"/>
                  <a:pt x="1585257" y="1299715"/>
                </a:cubicBezTo>
                <a:cubicBezTo>
                  <a:pt x="1585667" y="1294102"/>
                  <a:pt x="1590534" y="1289884"/>
                  <a:pt x="1596147" y="1290285"/>
                </a:cubicBezTo>
                <a:close/>
                <a:moveTo>
                  <a:pt x="1593918" y="1285410"/>
                </a:moveTo>
                <a:cubicBezTo>
                  <a:pt x="1585057" y="1285490"/>
                  <a:pt x="1577944" y="1292731"/>
                  <a:pt x="1578025" y="1301592"/>
                </a:cubicBezTo>
                <a:cubicBezTo>
                  <a:pt x="1578041" y="1301953"/>
                  <a:pt x="1578065" y="1302313"/>
                  <a:pt x="1578105" y="1302666"/>
                </a:cubicBezTo>
                <a:cubicBezTo>
                  <a:pt x="1579091" y="1311471"/>
                  <a:pt x="1587022" y="1317814"/>
                  <a:pt x="1595826" y="1316827"/>
                </a:cubicBezTo>
                <a:cubicBezTo>
                  <a:pt x="1600814" y="1317188"/>
                  <a:pt x="1605665" y="1315095"/>
                  <a:pt x="1608817" y="1311214"/>
                </a:cubicBezTo>
                <a:cubicBezTo>
                  <a:pt x="1607052" y="1323483"/>
                  <a:pt x="1603203" y="1328855"/>
                  <a:pt x="1595185" y="1328855"/>
                </a:cubicBezTo>
                <a:cubicBezTo>
                  <a:pt x="1594631" y="1328960"/>
                  <a:pt x="1594070" y="1329008"/>
                  <a:pt x="1593517" y="1329000"/>
                </a:cubicBezTo>
                <a:cubicBezTo>
                  <a:pt x="1589083" y="1328920"/>
                  <a:pt x="1585562" y="1325263"/>
                  <a:pt x="1585643" y="1320837"/>
                </a:cubicBezTo>
                <a:lnTo>
                  <a:pt x="1578506" y="1320837"/>
                </a:lnTo>
                <a:cubicBezTo>
                  <a:pt x="1578506" y="1325487"/>
                  <a:pt x="1582114" y="1333506"/>
                  <a:pt x="1595345" y="1333506"/>
                </a:cubicBezTo>
                <a:lnTo>
                  <a:pt x="1595345" y="1333747"/>
                </a:lnTo>
                <a:cubicBezTo>
                  <a:pt x="1615151" y="1333747"/>
                  <a:pt x="1615953" y="1311936"/>
                  <a:pt x="1616113" y="1307445"/>
                </a:cubicBezTo>
                <a:cubicBezTo>
                  <a:pt x="1616113" y="1299828"/>
                  <a:pt x="1614269" y="1285554"/>
                  <a:pt x="1596227" y="1285554"/>
                </a:cubicBezTo>
                <a:cubicBezTo>
                  <a:pt x="1595457" y="1285450"/>
                  <a:pt x="1594688" y="1285402"/>
                  <a:pt x="1593918" y="1285410"/>
                </a:cubicBezTo>
                <a:close/>
                <a:moveTo>
                  <a:pt x="1694857" y="1285314"/>
                </a:moveTo>
                <a:cubicBezTo>
                  <a:pt x="1678579" y="1285314"/>
                  <a:pt x="1675452" y="1299748"/>
                  <a:pt x="1675452" y="1309370"/>
                </a:cubicBezTo>
                <a:cubicBezTo>
                  <a:pt x="1675452" y="1318992"/>
                  <a:pt x="1678820" y="1333426"/>
                  <a:pt x="1694857" y="1333426"/>
                </a:cubicBezTo>
                <a:lnTo>
                  <a:pt x="1694857" y="1333747"/>
                </a:lnTo>
                <a:cubicBezTo>
                  <a:pt x="1711375" y="1333747"/>
                  <a:pt x="1714262" y="1318992"/>
                  <a:pt x="1714262" y="1309370"/>
                </a:cubicBezTo>
                <a:cubicBezTo>
                  <a:pt x="1714262" y="1299748"/>
                  <a:pt x="1711135" y="1285314"/>
                  <a:pt x="1694857" y="1285314"/>
                </a:cubicBezTo>
                <a:close/>
                <a:moveTo>
                  <a:pt x="1651636" y="1284993"/>
                </a:moveTo>
                <a:lnTo>
                  <a:pt x="1625736" y="1314903"/>
                </a:lnTo>
                <a:lnTo>
                  <a:pt x="1625736" y="1320676"/>
                </a:lnTo>
                <a:lnTo>
                  <a:pt x="1650434" y="1320676"/>
                </a:lnTo>
                <a:lnTo>
                  <a:pt x="1650434" y="1332223"/>
                </a:lnTo>
                <a:lnTo>
                  <a:pt x="1657570" y="1332223"/>
                </a:lnTo>
                <a:lnTo>
                  <a:pt x="1657570" y="1320676"/>
                </a:lnTo>
                <a:lnTo>
                  <a:pt x="1665589" y="1320676"/>
                </a:lnTo>
                <a:lnTo>
                  <a:pt x="1665589" y="1315624"/>
                </a:lnTo>
                <a:lnTo>
                  <a:pt x="1657570" y="1315624"/>
                </a:lnTo>
                <a:lnTo>
                  <a:pt x="1657570" y="1284993"/>
                </a:lnTo>
                <a:close/>
                <a:moveTo>
                  <a:pt x="1548917" y="1284672"/>
                </a:moveTo>
                <a:cubicBezTo>
                  <a:pt x="1546672" y="1292370"/>
                  <a:pt x="1542823" y="1293172"/>
                  <a:pt x="1533682" y="1293653"/>
                </a:cubicBezTo>
                <a:lnTo>
                  <a:pt x="1533682" y="1298705"/>
                </a:lnTo>
                <a:lnTo>
                  <a:pt x="1546912" y="1298705"/>
                </a:lnTo>
                <a:lnTo>
                  <a:pt x="1546912" y="1332223"/>
                </a:lnTo>
                <a:lnTo>
                  <a:pt x="1554450" y="1332223"/>
                </a:lnTo>
                <a:lnTo>
                  <a:pt x="1554450" y="1284672"/>
                </a:lnTo>
                <a:close/>
                <a:moveTo>
                  <a:pt x="1158809" y="1270961"/>
                </a:moveTo>
                <a:lnTo>
                  <a:pt x="1104763" y="1328855"/>
                </a:lnTo>
                <a:lnTo>
                  <a:pt x="1109975" y="1333747"/>
                </a:lnTo>
                <a:lnTo>
                  <a:pt x="1115187" y="1338879"/>
                </a:lnTo>
                <a:lnTo>
                  <a:pt x="1154078" y="1297101"/>
                </a:lnTo>
                <a:lnTo>
                  <a:pt x="1137158" y="1359406"/>
                </a:lnTo>
                <a:lnTo>
                  <a:pt x="1142691" y="1364538"/>
                </a:lnTo>
                <a:lnTo>
                  <a:pt x="1148224" y="1369430"/>
                </a:lnTo>
                <a:lnTo>
                  <a:pt x="1202190" y="1311455"/>
                </a:lnTo>
                <a:lnTo>
                  <a:pt x="1196978" y="1306643"/>
                </a:lnTo>
                <a:lnTo>
                  <a:pt x="1191846" y="1301832"/>
                </a:lnTo>
                <a:lnTo>
                  <a:pt x="1153917" y="1342487"/>
                </a:lnTo>
                <a:lnTo>
                  <a:pt x="1170436" y="1281866"/>
                </a:lnTo>
                <a:lnTo>
                  <a:pt x="1164582" y="1276413"/>
                </a:lnTo>
                <a:close/>
                <a:moveTo>
                  <a:pt x="1133229" y="1243055"/>
                </a:moveTo>
                <a:lnTo>
                  <a:pt x="1074372" y="1296059"/>
                </a:lnTo>
                <a:lnTo>
                  <a:pt x="1079504" y="1301672"/>
                </a:lnTo>
                <a:lnTo>
                  <a:pt x="1084556" y="1307365"/>
                </a:lnTo>
                <a:lnTo>
                  <a:pt x="1143413" y="1254362"/>
                </a:lnTo>
                <a:lnTo>
                  <a:pt x="1138361" y="1248669"/>
                </a:lnTo>
                <a:close/>
                <a:moveTo>
                  <a:pt x="2127625" y="1227579"/>
                </a:moveTo>
                <a:lnTo>
                  <a:pt x="2122573" y="1233273"/>
                </a:lnTo>
                <a:lnTo>
                  <a:pt x="2117441" y="1238886"/>
                </a:lnTo>
                <a:lnTo>
                  <a:pt x="2139493" y="1258772"/>
                </a:lnTo>
                <a:lnTo>
                  <a:pt x="2120489" y="1279941"/>
                </a:lnTo>
                <a:lnTo>
                  <a:pt x="2098437" y="1260055"/>
                </a:lnTo>
                <a:lnTo>
                  <a:pt x="2093305" y="1265748"/>
                </a:lnTo>
                <a:lnTo>
                  <a:pt x="2088253" y="1271361"/>
                </a:lnTo>
                <a:lnTo>
                  <a:pt x="2146950" y="1324525"/>
                </a:lnTo>
                <a:lnTo>
                  <a:pt x="2152002" y="1318832"/>
                </a:lnTo>
                <a:lnTo>
                  <a:pt x="2157134" y="1313219"/>
                </a:lnTo>
                <a:lnTo>
                  <a:pt x="2130432" y="1289163"/>
                </a:lnTo>
                <a:lnTo>
                  <a:pt x="2149516" y="1267993"/>
                </a:lnTo>
                <a:lnTo>
                  <a:pt x="2176138" y="1292049"/>
                </a:lnTo>
                <a:lnTo>
                  <a:pt x="2181270" y="1286356"/>
                </a:lnTo>
                <a:lnTo>
                  <a:pt x="2186482" y="1280583"/>
                </a:lnTo>
                <a:close/>
                <a:moveTo>
                  <a:pt x="1623490" y="1187967"/>
                </a:moveTo>
                <a:cubicBezTo>
                  <a:pt x="1625247" y="1190573"/>
                  <a:pt x="1627203" y="1193043"/>
                  <a:pt x="1629344" y="1195344"/>
                </a:cubicBezTo>
                <a:cubicBezTo>
                  <a:pt x="1631830" y="1197830"/>
                  <a:pt x="1635518" y="1200075"/>
                  <a:pt x="1635759" y="1201519"/>
                </a:cubicBezTo>
                <a:cubicBezTo>
                  <a:pt x="1636000" y="1202962"/>
                  <a:pt x="1633995" y="1203443"/>
                  <a:pt x="1633995" y="1203443"/>
                </a:cubicBezTo>
                <a:lnTo>
                  <a:pt x="1633995" y="1252838"/>
                </a:lnTo>
                <a:cubicBezTo>
                  <a:pt x="1633995" y="1252838"/>
                  <a:pt x="1652759" y="1252518"/>
                  <a:pt x="1658853" y="1257168"/>
                </a:cubicBezTo>
                <a:cubicBezTo>
                  <a:pt x="1664947" y="1261819"/>
                  <a:pt x="1675452" y="1265748"/>
                  <a:pt x="1678178" y="1268956"/>
                </a:cubicBezTo>
                <a:cubicBezTo>
                  <a:pt x="1680904" y="1272163"/>
                  <a:pt x="1692291" y="1272885"/>
                  <a:pt x="1696942" y="1274168"/>
                </a:cubicBezTo>
                <a:cubicBezTo>
                  <a:pt x="1701593" y="1275451"/>
                  <a:pt x="1703838" y="1281465"/>
                  <a:pt x="1706484" y="1283470"/>
                </a:cubicBezTo>
                <a:cubicBezTo>
                  <a:pt x="1709130" y="1285474"/>
                  <a:pt x="1713219" y="1283229"/>
                  <a:pt x="1717149" y="1284432"/>
                </a:cubicBezTo>
                <a:cubicBezTo>
                  <a:pt x="1721078" y="1285635"/>
                  <a:pt x="1727733" y="1293493"/>
                  <a:pt x="1732064" y="1295578"/>
                </a:cubicBezTo>
                <a:cubicBezTo>
                  <a:pt x="1736394" y="1297663"/>
                  <a:pt x="1741686" y="1298064"/>
                  <a:pt x="1743611" y="1302714"/>
                </a:cubicBezTo>
                <a:cubicBezTo>
                  <a:pt x="1745535" y="1307365"/>
                  <a:pt x="1744412" y="1309931"/>
                  <a:pt x="1749384" y="1309931"/>
                </a:cubicBezTo>
                <a:cubicBezTo>
                  <a:pt x="1753425" y="1309763"/>
                  <a:pt x="1757338" y="1311334"/>
                  <a:pt x="1760129" y="1314261"/>
                </a:cubicBezTo>
                <a:cubicBezTo>
                  <a:pt x="1761813" y="1315705"/>
                  <a:pt x="1767265" y="1313941"/>
                  <a:pt x="1772317" y="1315705"/>
                </a:cubicBezTo>
                <a:cubicBezTo>
                  <a:pt x="1774883" y="1316426"/>
                  <a:pt x="1783223" y="1320676"/>
                  <a:pt x="1788354" y="1322120"/>
                </a:cubicBezTo>
                <a:cubicBezTo>
                  <a:pt x="1796493" y="1325624"/>
                  <a:pt x="1804264" y="1329954"/>
                  <a:pt x="1811529" y="1335030"/>
                </a:cubicBezTo>
                <a:cubicBezTo>
                  <a:pt x="1826740" y="1336072"/>
                  <a:pt x="1841807" y="1338622"/>
                  <a:pt x="1856513" y="1342647"/>
                </a:cubicBezTo>
                <a:lnTo>
                  <a:pt x="1396642" y="1343129"/>
                </a:lnTo>
                <a:cubicBezTo>
                  <a:pt x="1396642" y="1343129"/>
                  <a:pt x="1411477" y="1340162"/>
                  <a:pt x="1451570" y="1336714"/>
                </a:cubicBezTo>
                <a:cubicBezTo>
                  <a:pt x="1458635" y="1330836"/>
                  <a:pt x="1466822" y="1326442"/>
                  <a:pt x="1475626" y="1323804"/>
                </a:cubicBezTo>
                <a:cubicBezTo>
                  <a:pt x="1478513" y="1323563"/>
                  <a:pt x="1487414" y="1313299"/>
                  <a:pt x="1488537" y="1311615"/>
                </a:cubicBezTo>
                <a:cubicBezTo>
                  <a:pt x="1489659" y="1309931"/>
                  <a:pt x="1499281" y="1311214"/>
                  <a:pt x="1501446" y="1305120"/>
                </a:cubicBezTo>
                <a:cubicBezTo>
                  <a:pt x="1503612" y="1299026"/>
                  <a:pt x="1509626" y="1299828"/>
                  <a:pt x="1512993" y="1298625"/>
                </a:cubicBezTo>
                <a:cubicBezTo>
                  <a:pt x="1516361" y="1297422"/>
                  <a:pt x="1516842" y="1288922"/>
                  <a:pt x="1523017" y="1285715"/>
                </a:cubicBezTo>
                <a:cubicBezTo>
                  <a:pt x="1525823" y="1284271"/>
                  <a:pt x="1532960" y="1281946"/>
                  <a:pt x="1538092" y="1279941"/>
                </a:cubicBezTo>
                <a:cubicBezTo>
                  <a:pt x="1543224" y="1277937"/>
                  <a:pt x="1548677" y="1270479"/>
                  <a:pt x="1552445" y="1269918"/>
                </a:cubicBezTo>
                <a:cubicBezTo>
                  <a:pt x="1558964" y="1269597"/>
                  <a:pt x="1565339" y="1267873"/>
                  <a:pt x="1571129" y="1264866"/>
                </a:cubicBezTo>
                <a:cubicBezTo>
                  <a:pt x="1576581" y="1261178"/>
                  <a:pt x="1582916" y="1257569"/>
                  <a:pt x="1587647" y="1254843"/>
                </a:cubicBezTo>
                <a:cubicBezTo>
                  <a:pt x="1592378" y="1252117"/>
                  <a:pt x="1613868" y="1253560"/>
                  <a:pt x="1613868" y="1253560"/>
                </a:cubicBezTo>
                <a:lnTo>
                  <a:pt x="1613868" y="1204486"/>
                </a:lnTo>
                <a:lnTo>
                  <a:pt x="1611462" y="1202241"/>
                </a:lnTo>
                <a:cubicBezTo>
                  <a:pt x="1610420" y="1201278"/>
                  <a:pt x="1614831" y="1198311"/>
                  <a:pt x="1617798" y="1195344"/>
                </a:cubicBezTo>
                <a:cubicBezTo>
                  <a:pt x="1619947" y="1193091"/>
                  <a:pt x="1621855" y="1190621"/>
                  <a:pt x="1623490" y="1187967"/>
                </a:cubicBezTo>
                <a:close/>
                <a:moveTo>
                  <a:pt x="2176058" y="1161345"/>
                </a:moveTo>
                <a:lnTo>
                  <a:pt x="2171968" y="1167199"/>
                </a:lnTo>
                <a:lnTo>
                  <a:pt x="2167879" y="1173052"/>
                </a:lnTo>
                <a:lnTo>
                  <a:pt x="2213425" y="1205127"/>
                </a:lnTo>
                <a:lnTo>
                  <a:pt x="2151120" y="1197108"/>
                </a:lnTo>
                <a:lnTo>
                  <a:pt x="2146549" y="1203684"/>
                </a:lnTo>
                <a:lnTo>
                  <a:pt x="2141979" y="1210179"/>
                </a:lnTo>
                <a:lnTo>
                  <a:pt x="2206849" y="1255645"/>
                </a:lnTo>
                <a:lnTo>
                  <a:pt x="2210939" y="1249791"/>
                </a:lnTo>
                <a:lnTo>
                  <a:pt x="2214948" y="1243937"/>
                </a:lnTo>
                <a:lnTo>
                  <a:pt x="2168199" y="1211221"/>
                </a:lnTo>
                <a:lnTo>
                  <a:pt x="2232349" y="1219240"/>
                </a:lnTo>
                <a:lnTo>
                  <a:pt x="2236759" y="1212985"/>
                </a:lnTo>
                <a:lnTo>
                  <a:pt x="2240929" y="1206811"/>
                </a:lnTo>
                <a:close/>
                <a:moveTo>
                  <a:pt x="1057212" y="1154369"/>
                </a:moveTo>
                <a:cubicBezTo>
                  <a:pt x="1034912" y="1153511"/>
                  <a:pt x="1014432" y="1166629"/>
                  <a:pt x="1005892" y="1187246"/>
                </a:cubicBezTo>
                <a:cubicBezTo>
                  <a:pt x="1003078" y="1196499"/>
                  <a:pt x="1004706" y="1206538"/>
                  <a:pt x="1010303" y="1214429"/>
                </a:cubicBezTo>
                <a:cubicBezTo>
                  <a:pt x="1014737" y="1221581"/>
                  <a:pt x="1022580" y="1225895"/>
                  <a:pt x="1030991" y="1225815"/>
                </a:cubicBezTo>
                <a:lnTo>
                  <a:pt x="1032515" y="1225815"/>
                </a:lnTo>
                <a:lnTo>
                  <a:pt x="1024496" y="1232631"/>
                </a:lnTo>
                <a:lnTo>
                  <a:pt x="1030029" y="1241211"/>
                </a:lnTo>
                <a:lnTo>
                  <a:pt x="1065872" y="1217957"/>
                </a:lnTo>
                <a:lnTo>
                  <a:pt x="1049274" y="1192297"/>
                </a:lnTo>
                <a:lnTo>
                  <a:pt x="1037807" y="1199755"/>
                </a:lnTo>
                <a:lnTo>
                  <a:pt x="1046707" y="1214429"/>
                </a:lnTo>
                <a:cubicBezTo>
                  <a:pt x="1043412" y="1215720"/>
                  <a:pt x="1039908" y="1216401"/>
                  <a:pt x="1036364" y="1216433"/>
                </a:cubicBezTo>
                <a:cubicBezTo>
                  <a:pt x="1030823" y="1216441"/>
                  <a:pt x="1025667" y="1213595"/>
                  <a:pt x="1022732" y="1208896"/>
                </a:cubicBezTo>
                <a:cubicBezTo>
                  <a:pt x="1019083" y="1203988"/>
                  <a:pt x="1018097" y="1197598"/>
                  <a:pt x="1020086" y="1191816"/>
                </a:cubicBezTo>
                <a:cubicBezTo>
                  <a:pt x="1022997" y="1185177"/>
                  <a:pt x="1028016" y="1179684"/>
                  <a:pt x="1034359" y="1176180"/>
                </a:cubicBezTo>
                <a:cubicBezTo>
                  <a:pt x="1040261" y="1171842"/>
                  <a:pt x="1047405" y="1169532"/>
                  <a:pt x="1054726" y="1169604"/>
                </a:cubicBezTo>
                <a:cubicBezTo>
                  <a:pt x="1060844" y="1169909"/>
                  <a:pt x="1066393" y="1173293"/>
                  <a:pt x="1069481" y="1178585"/>
                </a:cubicBezTo>
                <a:cubicBezTo>
                  <a:pt x="1071565" y="1181817"/>
                  <a:pt x="1072416" y="1185682"/>
                  <a:pt x="1071886" y="1189491"/>
                </a:cubicBezTo>
                <a:cubicBezTo>
                  <a:pt x="1071670" y="1193139"/>
                  <a:pt x="1069994" y="1196547"/>
                  <a:pt x="1067236" y="1198953"/>
                </a:cubicBezTo>
                <a:lnTo>
                  <a:pt x="1076216" y="1211702"/>
                </a:lnTo>
                <a:cubicBezTo>
                  <a:pt x="1082190" y="1207027"/>
                  <a:pt x="1086103" y="1200212"/>
                  <a:pt x="1087122" y="1192698"/>
                </a:cubicBezTo>
                <a:cubicBezTo>
                  <a:pt x="1087907" y="1184808"/>
                  <a:pt x="1085831" y="1176893"/>
                  <a:pt x="1081268" y="1170406"/>
                </a:cubicBezTo>
                <a:cubicBezTo>
                  <a:pt x="1076192" y="1161594"/>
                  <a:pt x="1067292" y="1155668"/>
                  <a:pt x="1057212" y="1154369"/>
                </a:cubicBezTo>
                <a:close/>
                <a:moveTo>
                  <a:pt x="2226816" y="1108261"/>
                </a:moveTo>
                <a:cubicBezTo>
                  <a:pt x="2234041" y="1107812"/>
                  <a:pt x="2241226" y="1109576"/>
                  <a:pt x="2247424" y="1113313"/>
                </a:cubicBezTo>
                <a:cubicBezTo>
                  <a:pt x="2254088" y="1116079"/>
                  <a:pt x="2259685" y="1120914"/>
                  <a:pt x="2263382" y="1127105"/>
                </a:cubicBezTo>
                <a:cubicBezTo>
                  <a:pt x="2264055" y="1128580"/>
                  <a:pt x="2264536" y="1130144"/>
                  <a:pt x="2264801" y="1131740"/>
                </a:cubicBezTo>
                <a:cubicBezTo>
                  <a:pt x="2266453" y="1141707"/>
                  <a:pt x="2259709" y="1151113"/>
                  <a:pt x="2249750" y="1152764"/>
                </a:cubicBezTo>
                <a:cubicBezTo>
                  <a:pt x="2242653" y="1153310"/>
                  <a:pt x="2235557" y="1151626"/>
                  <a:pt x="2229462" y="1147953"/>
                </a:cubicBezTo>
                <a:cubicBezTo>
                  <a:pt x="2222767" y="1144970"/>
                  <a:pt x="2217170" y="1139983"/>
                  <a:pt x="2213425" y="1133680"/>
                </a:cubicBezTo>
                <a:cubicBezTo>
                  <a:pt x="2210699" y="1128684"/>
                  <a:pt x="2210699" y="1122638"/>
                  <a:pt x="2213425" y="1117643"/>
                </a:cubicBezTo>
                <a:cubicBezTo>
                  <a:pt x="2215983" y="1112422"/>
                  <a:pt x="2221035" y="1108878"/>
                  <a:pt x="2226816" y="1108261"/>
                </a:cubicBezTo>
                <a:close/>
                <a:moveTo>
                  <a:pt x="2223288" y="1093988"/>
                </a:moveTo>
                <a:cubicBezTo>
                  <a:pt x="2222109" y="1094277"/>
                  <a:pt x="2220946" y="1094638"/>
                  <a:pt x="2219808" y="1095047"/>
                </a:cubicBezTo>
                <a:cubicBezTo>
                  <a:pt x="2201950" y="1101542"/>
                  <a:pt x="2192737" y="1121276"/>
                  <a:pt x="2199232" y="1139134"/>
                </a:cubicBezTo>
                <a:cubicBezTo>
                  <a:pt x="2203875" y="1149165"/>
                  <a:pt x="2211909" y="1157232"/>
                  <a:pt x="2221925" y="1161907"/>
                </a:cubicBezTo>
                <a:cubicBezTo>
                  <a:pt x="2231258" y="1167512"/>
                  <a:pt x="2242308" y="1169564"/>
                  <a:pt x="2253037" y="1167680"/>
                </a:cubicBezTo>
                <a:cubicBezTo>
                  <a:pt x="2262588" y="1165627"/>
                  <a:pt x="2270646" y="1159260"/>
                  <a:pt x="2274848" y="1150440"/>
                </a:cubicBezTo>
                <a:lnTo>
                  <a:pt x="2274688" y="1150279"/>
                </a:lnTo>
                <a:cubicBezTo>
                  <a:pt x="2279643" y="1141900"/>
                  <a:pt x="2280533" y="1131724"/>
                  <a:pt x="2277093" y="1122615"/>
                </a:cubicBezTo>
                <a:cubicBezTo>
                  <a:pt x="2272659" y="1112664"/>
                  <a:pt x="2264768" y="1104653"/>
                  <a:pt x="2254882" y="1100082"/>
                </a:cubicBezTo>
                <a:cubicBezTo>
                  <a:pt x="2245411" y="1094349"/>
                  <a:pt x="2234209" y="1092192"/>
                  <a:pt x="2223288" y="1093988"/>
                </a:cubicBezTo>
                <a:close/>
                <a:moveTo>
                  <a:pt x="1024656" y="1068890"/>
                </a:moveTo>
                <a:lnTo>
                  <a:pt x="952889" y="1102408"/>
                </a:lnTo>
                <a:lnTo>
                  <a:pt x="955856" y="1108823"/>
                </a:lnTo>
                <a:lnTo>
                  <a:pt x="958903" y="1115238"/>
                </a:lnTo>
                <a:lnTo>
                  <a:pt x="1010623" y="1091182"/>
                </a:lnTo>
                <a:lnTo>
                  <a:pt x="971573" y="1142582"/>
                </a:lnTo>
                <a:lnTo>
                  <a:pt x="974780" y="1149397"/>
                </a:lnTo>
                <a:lnTo>
                  <a:pt x="977988" y="1156133"/>
                </a:lnTo>
                <a:lnTo>
                  <a:pt x="1049755" y="1122695"/>
                </a:lnTo>
                <a:lnTo>
                  <a:pt x="1046707" y="1116200"/>
                </a:lnTo>
                <a:lnTo>
                  <a:pt x="1043741" y="1109785"/>
                </a:lnTo>
                <a:lnTo>
                  <a:pt x="993383" y="1133280"/>
                </a:lnTo>
                <a:lnTo>
                  <a:pt x="1031392" y="1083404"/>
                </a:lnTo>
                <a:lnTo>
                  <a:pt x="1028024" y="1076187"/>
                </a:lnTo>
                <a:close/>
                <a:moveTo>
                  <a:pt x="2305479" y="1036414"/>
                </a:moveTo>
                <a:lnTo>
                  <a:pt x="2292489" y="1070253"/>
                </a:lnTo>
                <a:lnTo>
                  <a:pt x="2231708" y="1046919"/>
                </a:lnTo>
                <a:lnTo>
                  <a:pt x="2228981" y="1054055"/>
                </a:lnTo>
                <a:lnTo>
                  <a:pt x="2226255" y="1061112"/>
                </a:lnTo>
                <a:lnTo>
                  <a:pt x="2300347" y="1089578"/>
                </a:lnTo>
                <a:lnTo>
                  <a:pt x="2318630" y="1041466"/>
                </a:lnTo>
                <a:lnTo>
                  <a:pt x="2312054" y="1038980"/>
                </a:lnTo>
                <a:close/>
                <a:moveTo>
                  <a:pt x="1010704" y="1033688"/>
                </a:moveTo>
                <a:lnTo>
                  <a:pt x="936772" y="1062074"/>
                </a:lnTo>
                <a:lnTo>
                  <a:pt x="939498" y="1069211"/>
                </a:lnTo>
                <a:lnTo>
                  <a:pt x="942224" y="1076267"/>
                </a:lnTo>
                <a:lnTo>
                  <a:pt x="1016156" y="1047881"/>
                </a:lnTo>
                <a:lnTo>
                  <a:pt x="1013430" y="1040825"/>
                </a:lnTo>
                <a:close/>
                <a:moveTo>
                  <a:pt x="942946" y="979722"/>
                </a:moveTo>
                <a:lnTo>
                  <a:pt x="938375" y="980925"/>
                </a:lnTo>
                <a:cubicBezTo>
                  <a:pt x="930966" y="982072"/>
                  <a:pt x="924230" y="985897"/>
                  <a:pt x="919451" y="991670"/>
                </a:cubicBezTo>
                <a:cubicBezTo>
                  <a:pt x="915995" y="997492"/>
                  <a:pt x="915322" y="1004548"/>
                  <a:pt x="917607" y="1010915"/>
                </a:cubicBezTo>
                <a:cubicBezTo>
                  <a:pt x="918826" y="1017258"/>
                  <a:pt x="922635" y="1022807"/>
                  <a:pt x="928111" y="1026231"/>
                </a:cubicBezTo>
                <a:lnTo>
                  <a:pt x="928111" y="1026070"/>
                </a:lnTo>
                <a:cubicBezTo>
                  <a:pt x="934077" y="1029021"/>
                  <a:pt x="940973" y="1029486"/>
                  <a:pt x="947276" y="1027353"/>
                </a:cubicBezTo>
                <a:lnTo>
                  <a:pt x="1002284" y="1012599"/>
                </a:lnTo>
                <a:lnTo>
                  <a:pt x="1000280" y="1005222"/>
                </a:lnTo>
                <a:lnTo>
                  <a:pt x="998355" y="997925"/>
                </a:lnTo>
                <a:lnTo>
                  <a:pt x="943347" y="1012679"/>
                </a:lnTo>
                <a:cubicBezTo>
                  <a:pt x="940556" y="1013561"/>
                  <a:pt x="937557" y="1013561"/>
                  <a:pt x="934767" y="1012679"/>
                </a:cubicBezTo>
                <a:cubicBezTo>
                  <a:pt x="934486" y="1012511"/>
                  <a:pt x="934214" y="1012318"/>
                  <a:pt x="933949" y="1012118"/>
                </a:cubicBezTo>
                <a:cubicBezTo>
                  <a:pt x="930012" y="1009103"/>
                  <a:pt x="929266" y="1003466"/>
                  <a:pt x="932281" y="999528"/>
                </a:cubicBezTo>
                <a:cubicBezTo>
                  <a:pt x="935056" y="997115"/>
                  <a:pt x="938439" y="995511"/>
                  <a:pt x="942064" y="994877"/>
                </a:cubicBezTo>
                <a:lnTo>
                  <a:pt x="946635" y="993675"/>
                </a:lnTo>
                <a:close/>
                <a:moveTo>
                  <a:pt x="2280381" y="954223"/>
                </a:moveTo>
                <a:cubicBezTo>
                  <a:pt x="2287301" y="952074"/>
                  <a:pt x="2294710" y="952074"/>
                  <a:pt x="2301630" y="954223"/>
                </a:cubicBezTo>
                <a:cubicBezTo>
                  <a:pt x="2308630" y="955554"/>
                  <a:pt x="2315022" y="959066"/>
                  <a:pt x="2319913" y="964246"/>
                </a:cubicBezTo>
                <a:cubicBezTo>
                  <a:pt x="2320923" y="965513"/>
                  <a:pt x="2321765" y="966916"/>
                  <a:pt x="2322415" y="968408"/>
                </a:cubicBezTo>
                <a:cubicBezTo>
                  <a:pt x="2326440" y="977710"/>
                  <a:pt x="2322166" y="988527"/>
                  <a:pt x="2312857" y="992552"/>
                </a:cubicBezTo>
                <a:cubicBezTo>
                  <a:pt x="2306073" y="994709"/>
                  <a:pt x="2298792" y="994709"/>
                  <a:pt x="2292008" y="992552"/>
                </a:cubicBezTo>
                <a:cubicBezTo>
                  <a:pt x="2284887" y="991197"/>
                  <a:pt x="2278360" y="987669"/>
                  <a:pt x="2273325" y="982449"/>
                </a:cubicBezTo>
                <a:cubicBezTo>
                  <a:pt x="2272098" y="980989"/>
                  <a:pt x="2271111" y="979353"/>
                  <a:pt x="2270406" y="977581"/>
                </a:cubicBezTo>
                <a:cubicBezTo>
                  <a:pt x="2266709" y="968376"/>
                  <a:pt x="2271176" y="957920"/>
                  <a:pt x="2280381" y="954223"/>
                </a:cubicBezTo>
                <a:close/>
                <a:moveTo>
                  <a:pt x="2305158" y="939468"/>
                </a:moveTo>
                <a:cubicBezTo>
                  <a:pt x="2294598" y="936221"/>
                  <a:pt x="2283227" y="936846"/>
                  <a:pt x="2273084" y="941233"/>
                </a:cubicBezTo>
                <a:cubicBezTo>
                  <a:pt x="2272001" y="941810"/>
                  <a:pt x="2270943" y="942443"/>
                  <a:pt x="2269924" y="943133"/>
                </a:cubicBezTo>
                <a:cubicBezTo>
                  <a:pt x="2254224" y="953750"/>
                  <a:pt x="2250110" y="975088"/>
                  <a:pt x="2260735" y="990788"/>
                </a:cubicBezTo>
                <a:cubicBezTo>
                  <a:pt x="2267695" y="999400"/>
                  <a:pt x="2277462" y="1005302"/>
                  <a:pt x="2288319" y="1007467"/>
                </a:cubicBezTo>
                <a:cubicBezTo>
                  <a:pt x="2298744" y="1010642"/>
                  <a:pt x="2309954" y="1009961"/>
                  <a:pt x="2319913" y="1005542"/>
                </a:cubicBezTo>
                <a:cubicBezTo>
                  <a:pt x="2328613" y="1001148"/>
                  <a:pt x="2334835" y="993033"/>
                  <a:pt x="2336832" y="983491"/>
                </a:cubicBezTo>
                <a:cubicBezTo>
                  <a:pt x="2339631" y="974101"/>
                  <a:pt x="2337915" y="963934"/>
                  <a:pt x="2332181" y="955987"/>
                </a:cubicBezTo>
                <a:cubicBezTo>
                  <a:pt x="2325470" y="947391"/>
                  <a:pt x="2315871" y="941513"/>
                  <a:pt x="2305158" y="939468"/>
                </a:cubicBezTo>
                <a:close/>
                <a:moveTo>
                  <a:pt x="983360" y="934256"/>
                </a:moveTo>
                <a:lnTo>
                  <a:pt x="905659" y="949412"/>
                </a:lnTo>
                <a:lnTo>
                  <a:pt x="907103" y="956869"/>
                </a:lnTo>
                <a:lnTo>
                  <a:pt x="908546" y="964326"/>
                </a:lnTo>
                <a:lnTo>
                  <a:pt x="986247" y="949251"/>
                </a:lnTo>
                <a:lnTo>
                  <a:pt x="984804" y="941714"/>
                </a:lnTo>
                <a:close/>
                <a:moveTo>
                  <a:pt x="1152073" y="933454"/>
                </a:moveTo>
                <a:cubicBezTo>
                  <a:pt x="1181799" y="940727"/>
                  <a:pt x="1212085" y="945531"/>
                  <a:pt x="1242604" y="947808"/>
                </a:cubicBezTo>
                <a:cubicBezTo>
                  <a:pt x="1301141" y="950133"/>
                  <a:pt x="1384054" y="945162"/>
                  <a:pt x="1459910" y="946044"/>
                </a:cubicBezTo>
                <a:cubicBezTo>
                  <a:pt x="1472019" y="948289"/>
                  <a:pt x="1482924" y="950133"/>
                  <a:pt x="1491424" y="951176"/>
                </a:cubicBezTo>
                <a:cubicBezTo>
                  <a:pt x="1511791" y="953982"/>
                  <a:pt x="1545710" y="957591"/>
                  <a:pt x="1560625" y="959194"/>
                </a:cubicBezTo>
                <a:lnTo>
                  <a:pt x="1539375" y="1045074"/>
                </a:lnTo>
                <a:lnTo>
                  <a:pt x="1624453" y="1059508"/>
                </a:lnTo>
                <a:lnTo>
                  <a:pt x="1709452" y="1045074"/>
                </a:lnTo>
                <a:lnTo>
                  <a:pt x="1688202" y="959274"/>
                </a:lnTo>
                <a:cubicBezTo>
                  <a:pt x="1703116" y="957510"/>
                  <a:pt x="1737036" y="953902"/>
                  <a:pt x="1757403" y="951256"/>
                </a:cubicBezTo>
                <a:cubicBezTo>
                  <a:pt x="1765903" y="950214"/>
                  <a:pt x="1776808" y="948369"/>
                  <a:pt x="1788997" y="946124"/>
                </a:cubicBezTo>
                <a:cubicBezTo>
                  <a:pt x="1864853" y="945242"/>
                  <a:pt x="1947686" y="950214"/>
                  <a:pt x="2006303" y="947888"/>
                </a:cubicBezTo>
                <a:lnTo>
                  <a:pt x="2006624" y="947808"/>
                </a:lnTo>
                <a:cubicBezTo>
                  <a:pt x="2037118" y="945522"/>
                  <a:pt x="2067373" y="940727"/>
                  <a:pt x="2097074" y="933454"/>
                </a:cubicBezTo>
                <a:cubicBezTo>
                  <a:pt x="2097074" y="933454"/>
                  <a:pt x="2070532" y="976114"/>
                  <a:pt x="2040142" y="996962"/>
                </a:cubicBezTo>
                <a:cubicBezTo>
                  <a:pt x="1923053" y="1030809"/>
                  <a:pt x="1802869" y="1052836"/>
                  <a:pt x="1681386" y="1062715"/>
                </a:cubicBezTo>
                <a:lnTo>
                  <a:pt x="1704400" y="1154770"/>
                </a:lnTo>
                <a:lnTo>
                  <a:pt x="1624213" y="1172090"/>
                </a:lnTo>
                <a:lnTo>
                  <a:pt x="1544026" y="1154770"/>
                </a:lnTo>
                <a:lnTo>
                  <a:pt x="1567040" y="1062715"/>
                </a:lnTo>
                <a:cubicBezTo>
                  <a:pt x="1445797" y="1052788"/>
                  <a:pt x="1325862" y="1030761"/>
                  <a:pt x="1209006" y="996962"/>
                </a:cubicBezTo>
                <a:cubicBezTo>
                  <a:pt x="1178615" y="976114"/>
                  <a:pt x="1152073" y="933454"/>
                  <a:pt x="1152073" y="933454"/>
                </a:cubicBezTo>
                <a:close/>
                <a:moveTo>
                  <a:pt x="974139" y="859282"/>
                </a:moveTo>
                <a:lnTo>
                  <a:pt x="895556" y="868985"/>
                </a:lnTo>
                <a:lnTo>
                  <a:pt x="902291" y="924153"/>
                </a:lnTo>
                <a:lnTo>
                  <a:pt x="909268" y="923351"/>
                </a:lnTo>
                <a:lnTo>
                  <a:pt x="916244" y="922469"/>
                </a:lnTo>
                <a:lnTo>
                  <a:pt x="911352" y="882376"/>
                </a:lnTo>
                <a:lnTo>
                  <a:pt x="931800" y="879810"/>
                </a:lnTo>
                <a:lnTo>
                  <a:pt x="936130" y="915172"/>
                </a:lnTo>
                <a:lnTo>
                  <a:pt x="942946" y="914370"/>
                </a:lnTo>
                <a:lnTo>
                  <a:pt x="949682" y="913568"/>
                </a:lnTo>
                <a:lnTo>
                  <a:pt x="945352" y="878206"/>
                </a:lnTo>
                <a:lnTo>
                  <a:pt x="962030" y="876121"/>
                </a:lnTo>
                <a:lnTo>
                  <a:pt x="966681" y="914210"/>
                </a:lnTo>
                <a:lnTo>
                  <a:pt x="973738" y="913408"/>
                </a:lnTo>
                <a:lnTo>
                  <a:pt x="980634" y="912526"/>
                </a:lnTo>
                <a:close/>
                <a:moveTo>
                  <a:pt x="2299385" y="845891"/>
                </a:moveTo>
                <a:cubicBezTo>
                  <a:pt x="2291831" y="845778"/>
                  <a:pt x="2284535" y="848665"/>
                  <a:pt x="2279098" y="853909"/>
                </a:cubicBezTo>
                <a:cubicBezTo>
                  <a:pt x="2266989" y="867661"/>
                  <a:pt x="2266989" y="888269"/>
                  <a:pt x="2279098" y="902021"/>
                </a:cubicBezTo>
                <a:cubicBezTo>
                  <a:pt x="2296146" y="916359"/>
                  <a:pt x="2320298" y="918628"/>
                  <a:pt x="2339719" y="907715"/>
                </a:cubicBezTo>
                <a:cubicBezTo>
                  <a:pt x="2347657" y="902206"/>
                  <a:pt x="2352581" y="893313"/>
                  <a:pt x="2353030" y="883659"/>
                </a:cubicBezTo>
                <a:cubicBezTo>
                  <a:pt x="2353944" y="875287"/>
                  <a:pt x="2350416" y="867044"/>
                  <a:pt x="2343728" y="861928"/>
                </a:cubicBezTo>
                <a:lnTo>
                  <a:pt x="2342526" y="861286"/>
                </a:lnTo>
                <a:lnTo>
                  <a:pt x="2352870" y="860645"/>
                </a:lnTo>
                <a:lnTo>
                  <a:pt x="2353592" y="850622"/>
                </a:lnTo>
                <a:lnTo>
                  <a:pt x="2311012" y="846933"/>
                </a:lnTo>
                <a:lnTo>
                  <a:pt x="2308366" y="877324"/>
                </a:lnTo>
                <a:lnTo>
                  <a:pt x="2321998" y="878527"/>
                </a:lnTo>
                <a:lnTo>
                  <a:pt x="2323441" y="861367"/>
                </a:lnTo>
                <a:cubicBezTo>
                  <a:pt x="2326841" y="862377"/>
                  <a:pt x="2330017" y="864013"/>
                  <a:pt x="2332823" y="866178"/>
                </a:cubicBezTo>
                <a:cubicBezTo>
                  <a:pt x="2337201" y="869586"/>
                  <a:pt x="2339503" y="875014"/>
                  <a:pt x="2338917" y="880531"/>
                </a:cubicBezTo>
                <a:cubicBezTo>
                  <a:pt x="2338829" y="886553"/>
                  <a:pt x="2335846" y="892166"/>
                  <a:pt x="2330899" y="895606"/>
                </a:cubicBezTo>
                <a:cubicBezTo>
                  <a:pt x="2324492" y="899014"/>
                  <a:pt x="2317146" y="900257"/>
                  <a:pt x="2309970" y="899135"/>
                </a:cubicBezTo>
                <a:cubicBezTo>
                  <a:pt x="2302641" y="898918"/>
                  <a:pt x="2295576" y="896328"/>
                  <a:pt x="2289843" y="891758"/>
                </a:cubicBezTo>
                <a:cubicBezTo>
                  <a:pt x="2285288" y="887748"/>
                  <a:pt x="2283003" y="881742"/>
                  <a:pt x="2283749" y="875720"/>
                </a:cubicBezTo>
                <a:cubicBezTo>
                  <a:pt x="2284069" y="871855"/>
                  <a:pt x="2285777" y="868239"/>
                  <a:pt x="2288560" y="865536"/>
                </a:cubicBezTo>
                <a:cubicBezTo>
                  <a:pt x="2291014" y="862826"/>
                  <a:pt x="2294454" y="861214"/>
                  <a:pt x="2298102" y="861046"/>
                </a:cubicBezTo>
                <a:close/>
                <a:moveTo>
                  <a:pt x="1204114" y="821273"/>
                </a:moveTo>
                <a:cubicBezTo>
                  <a:pt x="1220681" y="824361"/>
                  <a:pt x="1237464" y="826181"/>
                  <a:pt x="1254311" y="826726"/>
                </a:cubicBezTo>
                <a:cubicBezTo>
                  <a:pt x="1266259" y="827207"/>
                  <a:pt x="1281014" y="826726"/>
                  <a:pt x="1297853" y="826726"/>
                </a:cubicBezTo>
                <a:cubicBezTo>
                  <a:pt x="1312848" y="826245"/>
                  <a:pt x="1329847" y="826245"/>
                  <a:pt x="1347729" y="826245"/>
                </a:cubicBezTo>
                <a:cubicBezTo>
                  <a:pt x="1368497" y="826245"/>
                  <a:pt x="1394718" y="826485"/>
                  <a:pt x="1423024" y="828170"/>
                </a:cubicBezTo>
                <a:cubicBezTo>
                  <a:pt x="1449743" y="836148"/>
                  <a:pt x="1476918" y="842467"/>
                  <a:pt x="1504414" y="847093"/>
                </a:cubicBezTo>
                <a:cubicBezTo>
                  <a:pt x="1523458" y="849796"/>
                  <a:pt x="1542671" y="851111"/>
                  <a:pt x="1561908" y="851023"/>
                </a:cubicBezTo>
                <a:lnTo>
                  <a:pt x="1542503" y="933535"/>
                </a:lnTo>
                <a:lnTo>
                  <a:pt x="1622689" y="942997"/>
                </a:lnTo>
                <a:lnTo>
                  <a:pt x="1623571" y="942997"/>
                </a:lnTo>
                <a:lnTo>
                  <a:pt x="1624614" y="942997"/>
                </a:lnTo>
                <a:lnTo>
                  <a:pt x="1705362" y="933374"/>
                </a:lnTo>
                <a:lnTo>
                  <a:pt x="1685957" y="850862"/>
                </a:lnTo>
                <a:cubicBezTo>
                  <a:pt x="1705193" y="850950"/>
                  <a:pt x="1724406" y="849636"/>
                  <a:pt x="1743451" y="846933"/>
                </a:cubicBezTo>
                <a:cubicBezTo>
                  <a:pt x="1771051" y="842403"/>
                  <a:pt x="1798338" y="836156"/>
                  <a:pt x="1825161" y="828250"/>
                </a:cubicBezTo>
                <a:cubicBezTo>
                  <a:pt x="1853466" y="826325"/>
                  <a:pt x="1879688" y="826325"/>
                  <a:pt x="1900456" y="826325"/>
                </a:cubicBezTo>
                <a:cubicBezTo>
                  <a:pt x="1918258" y="826325"/>
                  <a:pt x="1935337" y="826806"/>
                  <a:pt x="1950332" y="826806"/>
                </a:cubicBezTo>
                <a:cubicBezTo>
                  <a:pt x="1967252" y="826806"/>
                  <a:pt x="1982006" y="826806"/>
                  <a:pt x="1993874" y="826806"/>
                </a:cubicBezTo>
                <a:lnTo>
                  <a:pt x="1993874" y="826726"/>
                </a:lnTo>
                <a:cubicBezTo>
                  <a:pt x="2010721" y="826181"/>
                  <a:pt x="2027504" y="824361"/>
                  <a:pt x="2044071" y="821273"/>
                </a:cubicBezTo>
                <a:cubicBezTo>
                  <a:pt x="2030471" y="839364"/>
                  <a:pt x="2014257" y="855337"/>
                  <a:pt x="1995959" y="868664"/>
                </a:cubicBezTo>
                <a:cubicBezTo>
                  <a:pt x="1973611" y="881397"/>
                  <a:pt x="1950188" y="892126"/>
                  <a:pt x="1925956" y="900738"/>
                </a:cubicBezTo>
                <a:cubicBezTo>
                  <a:pt x="1869857" y="916944"/>
                  <a:pt x="1812780" y="929557"/>
                  <a:pt x="1755078" y="938506"/>
                </a:cubicBezTo>
                <a:cubicBezTo>
                  <a:pt x="1728776" y="941874"/>
                  <a:pt x="1679301" y="947086"/>
                  <a:pt x="1678820" y="947086"/>
                </a:cubicBezTo>
                <a:lnTo>
                  <a:pt x="1671443" y="947808"/>
                </a:lnTo>
                <a:lnTo>
                  <a:pt x="1692853" y="1034650"/>
                </a:lnTo>
                <a:lnTo>
                  <a:pt x="1623812" y="1046357"/>
                </a:lnTo>
                <a:lnTo>
                  <a:pt x="1554691" y="1034650"/>
                </a:lnTo>
                <a:lnTo>
                  <a:pt x="1576181" y="947808"/>
                </a:lnTo>
                <a:lnTo>
                  <a:pt x="1568724" y="947086"/>
                </a:lnTo>
                <a:cubicBezTo>
                  <a:pt x="1568243" y="947006"/>
                  <a:pt x="1518767" y="941874"/>
                  <a:pt x="1492466" y="938506"/>
                </a:cubicBezTo>
                <a:cubicBezTo>
                  <a:pt x="1434980" y="929517"/>
                  <a:pt x="1378120" y="916904"/>
                  <a:pt x="1322229" y="900738"/>
                </a:cubicBezTo>
                <a:cubicBezTo>
                  <a:pt x="1297997" y="892126"/>
                  <a:pt x="1274575" y="881397"/>
                  <a:pt x="1252226" y="868664"/>
                </a:cubicBezTo>
                <a:cubicBezTo>
                  <a:pt x="1233928" y="855337"/>
                  <a:pt x="1217714" y="839364"/>
                  <a:pt x="1204114" y="821273"/>
                </a:cubicBezTo>
                <a:close/>
                <a:moveTo>
                  <a:pt x="941743" y="791924"/>
                </a:moveTo>
                <a:lnTo>
                  <a:pt x="959144" y="791924"/>
                </a:lnTo>
                <a:lnTo>
                  <a:pt x="959144" y="808764"/>
                </a:lnTo>
                <a:cubicBezTo>
                  <a:pt x="959304" y="811875"/>
                  <a:pt x="958550" y="814970"/>
                  <a:pt x="956979" y="817664"/>
                </a:cubicBezTo>
                <a:cubicBezTo>
                  <a:pt x="955607" y="819645"/>
                  <a:pt x="953290" y="820751"/>
                  <a:pt x="950884" y="820551"/>
                </a:cubicBezTo>
                <a:cubicBezTo>
                  <a:pt x="948278" y="820768"/>
                  <a:pt x="945712" y="819797"/>
                  <a:pt x="943908" y="817905"/>
                </a:cubicBezTo>
                <a:cubicBezTo>
                  <a:pt x="942208" y="815387"/>
                  <a:pt x="941446" y="812348"/>
                  <a:pt x="941743" y="809325"/>
                </a:cubicBezTo>
                <a:close/>
                <a:moveTo>
                  <a:pt x="907343" y="790882"/>
                </a:moveTo>
                <a:lnTo>
                  <a:pt x="928432" y="791283"/>
                </a:lnTo>
                <a:lnTo>
                  <a:pt x="928432" y="809405"/>
                </a:lnTo>
                <a:cubicBezTo>
                  <a:pt x="928592" y="812653"/>
                  <a:pt x="927686" y="815861"/>
                  <a:pt x="925866" y="818547"/>
                </a:cubicBezTo>
                <a:cubicBezTo>
                  <a:pt x="923973" y="820632"/>
                  <a:pt x="921207" y="821706"/>
                  <a:pt x="918408" y="821433"/>
                </a:cubicBezTo>
                <a:cubicBezTo>
                  <a:pt x="915289" y="821610"/>
                  <a:pt x="912234" y="820471"/>
                  <a:pt x="909989" y="818306"/>
                </a:cubicBezTo>
                <a:cubicBezTo>
                  <a:pt x="907968" y="815772"/>
                  <a:pt x="907022" y="812549"/>
                  <a:pt x="907343" y="809325"/>
                </a:cubicBezTo>
                <a:close/>
                <a:moveTo>
                  <a:pt x="894112" y="776048"/>
                </a:moveTo>
                <a:lnTo>
                  <a:pt x="894112" y="783345"/>
                </a:lnTo>
                <a:lnTo>
                  <a:pt x="894032" y="809085"/>
                </a:lnTo>
                <a:cubicBezTo>
                  <a:pt x="893358" y="816382"/>
                  <a:pt x="895483" y="823655"/>
                  <a:pt x="899966" y="829452"/>
                </a:cubicBezTo>
                <a:cubicBezTo>
                  <a:pt x="904777" y="834376"/>
                  <a:pt x="911457" y="836998"/>
                  <a:pt x="918329" y="836669"/>
                </a:cubicBezTo>
                <a:cubicBezTo>
                  <a:pt x="924230" y="837094"/>
                  <a:pt x="929972" y="834576"/>
                  <a:pt x="933644" y="829934"/>
                </a:cubicBezTo>
                <a:cubicBezTo>
                  <a:pt x="934727" y="828562"/>
                  <a:pt x="935617" y="827055"/>
                  <a:pt x="936290" y="825443"/>
                </a:cubicBezTo>
                <a:cubicBezTo>
                  <a:pt x="939410" y="831377"/>
                  <a:pt x="945632" y="835009"/>
                  <a:pt x="952328" y="834825"/>
                </a:cubicBezTo>
                <a:cubicBezTo>
                  <a:pt x="957869" y="835218"/>
                  <a:pt x="963305" y="833133"/>
                  <a:pt x="967162" y="829132"/>
                </a:cubicBezTo>
                <a:cubicBezTo>
                  <a:pt x="970987" y="824529"/>
                  <a:pt x="972960" y="818667"/>
                  <a:pt x="972695" y="812693"/>
                </a:cubicBezTo>
                <a:lnTo>
                  <a:pt x="973257" y="784708"/>
                </a:lnTo>
                <a:lnTo>
                  <a:pt x="973257" y="777491"/>
                </a:lnTo>
                <a:close/>
                <a:moveTo>
                  <a:pt x="2275650" y="761935"/>
                </a:moveTo>
                <a:lnTo>
                  <a:pt x="2275650" y="770595"/>
                </a:lnTo>
                <a:lnTo>
                  <a:pt x="2275650" y="779175"/>
                </a:lnTo>
                <a:lnTo>
                  <a:pt x="2310371" y="792166"/>
                </a:lnTo>
                <a:lnTo>
                  <a:pt x="2276612" y="808203"/>
                </a:lnTo>
                <a:lnTo>
                  <a:pt x="2276612" y="817264"/>
                </a:lnTo>
                <a:lnTo>
                  <a:pt x="2276612" y="826325"/>
                </a:lnTo>
                <a:lnTo>
                  <a:pt x="2324724" y="799142"/>
                </a:lnTo>
                <a:lnTo>
                  <a:pt x="2354473" y="798099"/>
                </a:lnTo>
                <a:lnTo>
                  <a:pt x="2354473" y="790482"/>
                </a:lnTo>
                <a:lnTo>
                  <a:pt x="2354473" y="782944"/>
                </a:lnTo>
                <a:lnTo>
                  <a:pt x="2324403" y="783987"/>
                </a:lnTo>
                <a:close/>
                <a:moveTo>
                  <a:pt x="1995718" y="696262"/>
                </a:moveTo>
                <a:cubicBezTo>
                  <a:pt x="1982559" y="715836"/>
                  <a:pt x="1966594" y="733373"/>
                  <a:pt x="1948327" y="748303"/>
                </a:cubicBezTo>
                <a:cubicBezTo>
                  <a:pt x="1927126" y="766370"/>
                  <a:pt x="1903639" y="781573"/>
                  <a:pt x="1878485" y="793529"/>
                </a:cubicBezTo>
                <a:cubicBezTo>
                  <a:pt x="1834590" y="813086"/>
                  <a:pt x="1788290" y="826702"/>
                  <a:pt x="1740804" y="834023"/>
                </a:cubicBezTo>
                <a:cubicBezTo>
                  <a:pt x="1721118" y="836709"/>
                  <a:pt x="1701255" y="837968"/>
                  <a:pt x="1681385" y="837792"/>
                </a:cubicBezTo>
                <a:lnTo>
                  <a:pt x="1669117" y="837792"/>
                </a:lnTo>
                <a:lnTo>
                  <a:pt x="1689003" y="922228"/>
                </a:lnTo>
                <a:lnTo>
                  <a:pt x="1624854" y="930247"/>
                </a:lnTo>
                <a:lnTo>
                  <a:pt x="1624052" y="930247"/>
                </a:lnTo>
                <a:lnTo>
                  <a:pt x="1623170" y="930247"/>
                </a:lnTo>
                <a:lnTo>
                  <a:pt x="1559020" y="922228"/>
                </a:lnTo>
                <a:lnTo>
                  <a:pt x="1578987" y="837952"/>
                </a:lnTo>
                <a:lnTo>
                  <a:pt x="1566718" y="837952"/>
                </a:lnTo>
                <a:cubicBezTo>
                  <a:pt x="1546848" y="838137"/>
                  <a:pt x="1526986" y="836878"/>
                  <a:pt x="1507300" y="834184"/>
                </a:cubicBezTo>
                <a:cubicBezTo>
                  <a:pt x="1459805" y="826887"/>
                  <a:pt x="1413506" y="813263"/>
                  <a:pt x="1369619" y="793689"/>
                </a:cubicBezTo>
                <a:cubicBezTo>
                  <a:pt x="1344393" y="781733"/>
                  <a:pt x="1320858" y="766498"/>
                  <a:pt x="1299616" y="748384"/>
                </a:cubicBezTo>
                <a:cubicBezTo>
                  <a:pt x="1281382" y="733501"/>
                  <a:pt x="1265465" y="715988"/>
                  <a:pt x="1252386" y="696423"/>
                </a:cubicBezTo>
                <a:cubicBezTo>
                  <a:pt x="1269867" y="699069"/>
                  <a:pt x="1295607" y="702036"/>
                  <a:pt x="1301942" y="702036"/>
                </a:cubicBezTo>
                <a:lnTo>
                  <a:pt x="1321187" y="702918"/>
                </a:lnTo>
                <a:cubicBezTo>
                  <a:pt x="1344521" y="703960"/>
                  <a:pt x="1374832" y="705404"/>
                  <a:pt x="1411637" y="707649"/>
                </a:cubicBezTo>
                <a:cubicBezTo>
                  <a:pt x="1414925" y="709493"/>
                  <a:pt x="1418293" y="711257"/>
                  <a:pt x="1421741" y="713021"/>
                </a:cubicBezTo>
                <a:cubicBezTo>
                  <a:pt x="1453839" y="729275"/>
                  <a:pt x="1488328" y="740293"/>
                  <a:pt x="1523899" y="745657"/>
                </a:cubicBezTo>
                <a:cubicBezTo>
                  <a:pt x="1529953" y="746507"/>
                  <a:pt x="1536063" y="746908"/>
                  <a:pt x="1542181" y="746860"/>
                </a:cubicBezTo>
                <a:cubicBezTo>
                  <a:pt x="1550601" y="746860"/>
                  <a:pt x="1558700" y="746219"/>
                  <a:pt x="1564634" y="745657"/>
                </a:cubicBezTo>
                <a:lnTo>
                  <a:pt x="1546992" y="819028"/>
                </a:lnTo>
                <a:lnTo>
                  <a:pt x="1624453" y="823920"/>
                </a:lnTo>
                <a:lnTo>
                  <a:pt x="1701833" y="819028"/>
                </a:lnTo>
                <a:lnTo>
                  <a:pt x="1684272" y="745657"/>
                </a:lnTo>
                <a:cubicBezTo>
                  <a:pt x="1690126" y="746219"/>
                  <a:pt x="1698625" y="746860"/>
                  <a:pt x="1706644" y="746860"/>
                </a:cubicBezTo>
                <a:cubicBezTo>
                  <a:pt x="1712762" y="746916"/>
                  <a:pt x="1718873" y="746515"/>
                  <a:pt x="1724927" y="745657"/>
                </a:cubicBezTo>
                <a:cubicBezTo>
                  <a:pt x="1760522" y="740277"/>
                  <a:pt x="1795034" y="729259"/>
                  <a:pt x="1827165" y="713021"/>
                </a:cubicBezTo>
                <a:lnTo>
                  <a:pt x="1837269" y="707649"/>
                </a:lnTo>
                <a:cubicBezTo>
                  <a:pt x="1874074" y="705404"/>
                  <a:pt x="1904305" y="703960"/>
                  <a:pt x="1927719" y="702918"/>
                </a:cubicBezTo>
                <a:lnTo>
                  <a:pt x="1946884" y="702036"/>
                </a:lnTo>
                <a:lnTo>
                  <a:pt x="1946082" y="701875"/>
                </a:lnTo>
                <a:cubicBezTo>
                  <a:pt x="1952497" y="701555"/>
                  <a:pt x="1978157" y="698908"/>
                  <a:pt x="1995718" y="696262"/>
                </a:cubicBezTo>
                <a:close/>
                <a:moveTo>
                  <a:pt x="1623651" y="377359"/>
                </a:moveTo>
                <a:cubicBezTo>
                  <a:pt x="1613467" y="377359"/>
                  <a:pt x="1609779" y="388826"/>
                  <a:pt x="1607613" y="400052"/>
                </a:cubicBezTo>
                <a:lnTo>
                  <a:pt x="1607613" y="401175"/>
                </a:lnTo>
                <a:cubicBezTo>
                  <a:pt x="1606571" y="407028"/>
                  <a:pt x="1594062" y="471178"/>
                  <a:pt x="1594062" y="471178"/>
                </a:cubicBezTo>
                <a:lnTo>
                  <a:pt x="1593019" y="476390"/>
                </a:lnTo>
                <a:lnTo>
                  <a:pt x="1583076" y="476390"/>
                </a:lnTo>
                <a:cubicBezTo>
                  <a:pt x="1500476" y="476727"/>
                  <a:pt x="1418284" y="464867"/>
                  <a:pt x="1339148" y="441188"/>
                </a:cubicBezTo>
                <a:cubicBezTo>
                  <a:pt x="1340968" y="460345"/>
                  <a:pt x="1348354" y="478547"/>
                  <a:pt x="1360398" y="493550"/>
                </a:cubicBezTo>
                <a:cubicBezTo>
                  <a:pt x="1375409" y="511456"/>
                  <a:pt x="1395704" y="524141"/>
                  <a:pt x="1418373" y="529794"/>
                </a:cubicBezTo>
                <a:lnTo>
                  <a:pt x="1423184" y="530756"/>
                </a:lnTo>
                <a:lnTo>
                  <a:pt x="1423184" y="535648"/>
                </a:lnTo>
                <a:lnTo>
                  <a:pt x="1423504" y="535648"/>
                </a:lnTo>
                <a:cubicBezTo>
                  <a:pt x="1425277" y="551990"/>
                  <a:pt x="1432806" y="567169"/>
                  <a:pt x="1444754" y="578467"/>
                </a:cubicBezTo>
                <a:cubicBezTo>
                  <a:pt x="1457713" y="588034"/>
                  <a:pt x="1473477" y="593021"/>
                  <a:pt x="1489579" y="592660"/>
                </a:cubicBezTo>
                <a:cubicBezTo>
                  <a:pt x="1493267" y="592660"/>
                  <a:pt x="1495593" y="592660"/>
                  <a:pt x="1495593" y="592660"/>
                </a:cubicBezTo>
                <a:lnTo>
                  <a:pt x="1500644" y="592019"/>
                </a:lnTo>
                <a:lnTo>
                  <a:pt x="1502408" y="596750"/>
                </a:lnTo>
                <a:cubicBezTo>
                  <a:pt x="1509096" y="610366"/>
                  <a:pt x="1521301" y="620469"/>
                  <a:pt x="1535926" y="624495"/>
                </a:cubicBezTo>
                <a:cubicBezTo>
                  <a:pt x="1541483" y="626219"/>
                  <a:pt x="1547273" y="627085"/>
                  <a:pt x="1553087" y="627061"/>
                </a:cubicBezTo>
                <a:cubicBezTo>
                  <a:pt x="1560656" y="627053"/>
                  <a:pt x="1568170" y="625746"/>
                  <a:pt x="1575298" y="623212"/>
                </a:cubicBezTo>
                <a:lnTo>
                  <a:pt x="1587086" y="618320"/>
                </a:lnTo>
                <a:lnTo>
                  <a:pt x="1569766" y="689125"/>
                </a:lnTo>
                <a:lnTo>
                  <a:pt x="1678819" y="689125"/>
                </a:lnTo>
                <a:lnTo>
                  <a:pt x="1661419" y="618240"/>
                </a:lnTo>
                <a:lnTo>
                  <a:pt x="1673286" y="623212"/>
                </a:lnTo>
                <a:cubicBezTo>
                  <a:pt x="1680391" y="625754"/>
                  <a:pt x="1687872" y="627061"/>
                  <a:pt x="1695418" y="627061"/>
                </a:cubicBezTo>
                <a:cubicBezTo>
                  <a:pt x="1701231" y="627077"/>
                  <a:pt x="1707021" y="626219"/>
                  <a:pt x="1712578" y="624495"/>
                </a:cubicBezTo>
                <a:cubicBezTo>
                  <a:pt x="1727212" y="620477"/>
                  <a:pt x="1739416" y="610374"/>
                  <a:pt x="1746096" y="596750"/>
                </a:cubicBezTo>
                <a:lnTo>
                  <a:pt x="1747860" y="592019"/>
                </a:lnTo>
                <a:lnTo>
                  <a:pt x="1752912" y="592660"/>
                </a:lnTo>
                <a:cubicBezTo>
                  <a:pt x="1752912" y="592660"/>
                  <a:pt x="1755237" y="592660"/>
                  <a:pt x="1758926" y="592660"/>
                </a:cubicBezTo>
                <a:cubicBezTo>
                  <a:pt x="1775027" y="593021"/>
                  <a:pt x="1790792" y="588034"/>
                  <a:pt x="1803750" y="578467"/>
                </a:cubicBezTo>
                <a:cubicBezTo>
                  <a:pt x="1815778" y="567201"/>
                  <a:pt x="1823332" y="551966"/>
                  <a:pt x="1825000" y="535568"/>
                </a:cubicBezTo>
                <a:lnTo>
                  <a:pt x="1825000" y="530756"/>
                </a:lnTo>
                <a:lnTo>
                  <a:pt x="1829811" y="529794"/>
                </a:lnTo>
                <a:cubicBezTo>
                  <a:pt x="1852416" y="524053"/>
                  <a:pt x="1872663" y="511375"/>
                  <a:pt x="1887706" y="493550"/>
                </a:cubicBezTo>
                <a:cubicBezTo>
                  <a:pt x="1899750" y="478547"/>
                  <a:pt x="1907135" y="460345"/>
                  <a:pt x="1908955" y="441188"/>
                </a:cubicBezTo>
                <a:cubicBezTo>
                  <a:pt x="1829899" y="464843"/>
                  <a:pt x="1747788" y="476702"/>
                  <a:pt x="1665268" y="476390"/>
                </a:cubicBezTo>
                <a:lnTo>
                  <a:pt x="1655325" y="476390"/>
                </a:lnTo>
                <a:lnTo>
                  <a:pt x="1654282" y="471178"/>
                </a:lnTo>
                <a:cubicBezTo>
                  <a:pt x="1654282" y="471178"/>
                  <a:pt x="1641853" y="406708"/>
                  <a:pt x="1640731" y="401175"/>
                </a:cubicBezTo>
                <a:lnTo>
                  <a:pt x="1640731" y="400052"/>
                </a:lnTo>
                <a:cubicBezTo>
                  <a:pt x="1638646" y="388826"/>
                  <a:pt x="1635037" y="377359"/>
                  <a:pt x="1624693" y="377359"/>
                </a:cubicBezTo>
                <a:close/>
                <a:moveTo>
                  <a:pt x="1749785" y="374553"/>
                </a:moveTo>
                <a:cubicBezTo>
                  <a:pt x="1761717" y="378698"/>
                  <a:pt x="1772470" y="385659"/>
                  <a:pt x="1781138" y="394840"/>
                </a:cubicBezTo>
                <a:cubicBezTo>
                  <a:pt x="1768925" y="397486"/>
                  <a:pt x="1756360" y="398168"/>
                  <a:pt x="1743931" y="396845"/>
                </a:cubicBezTo>
                <a:cubicBezTo>
                  <a:pt x="1728535" y="395241"/>
                  <a:pt x="1716186" y="376638"/>
                  <a:pt x="1716186" y="376638"/>
                </a:cubicBezTo>
                <a:cubicBezTo>
                  <a:pt x="1726851" y="372283"/>
                  <a:pt x="1738663" y="371546"/>
                  <a:pt x="1749785" y="374553"/>
                </a:cubicBezTo>
                <a:close/>
                <a:moveTo>
                  <a:pt x="1075815" y="339111"/>
                </a:moveTo>
                <a:cubicBezTo>
                  <a:pt x="1074773" y="339111"/>
                  <a:pt x="1073169" y="340394"/>
                  <a:pt x="1072528" y="340394"/>
                </a:cubicBezTo>
                <a:cubicBezTo>
                  <a:pt x="1071373" y="340875"/>
                  <a:pt x="1070314" y="341548"/>
                  <a:pt x="1069400" y="342398"/>
                </a:cubicBezTo>
                <a:cubicBezTo>
                  <a:pt x="1068759" y="343120"/>
                  <a:pt x="1067155" y="345526"/>
                  <a:pt x="1065712" y="346568"/>
                </a:cubicBezTo>
                <a:cubicBezTo>
                  <a:pt x="1064268" y="347611"/>
                  <a:pt x="1062504" y="349375"/>
                  <a:pt x="1061542" y="350096"/>
                </a:cubicBezTo>
                <a:cubicBezTo>
                  <a:pt x="1060580" y="350818"/>
                  <a:pt x="1058495" y="350738"/>
                  <a:pt x="1057854" y="351299"/>
                </a:cubicBezTo>
                <a:cubicBezTo>
                  <a:pt x="1057204" y="351820"/>
                  <a:pt x="1056899" y="352646"/>
                  <a:pt x="1057052" y="353464"/>
                </a:cubicBezTo>
                <a:lnTo>
                  <a:pt x="1056972" y="353464"/>
                </a:lnTo>
                <a:cubicBezTo>
                  <a:pt x="1057044" y="354867"/>
                  <a:pt x="1056907" y="356271"/>
                  <a:pt x="1056571" y="357634"/>
                </a:cubicBezTo>
                <a:cubicBezTo>
                  <a:pt x="1056763" y="358428"/>
                  <a:pt x="1057381" y="359045"/>
                  <a:pt x="1058174" y="359238"/>
                </a:cubicBezTo>
                <a:cubicBezTo>
                  <a:pt x="1061173" y="358941"/>
                  <a:pt x="1064148" y="360072"/>
                  <a:pt x="1066193" y="362285"/>
                </a:cubicBezTo>
                <a:cubicBezTo>
                  <a:pt x="1069320" y="365492"/>
                  <a:pt x="1070122" y="368138"/>
                  <a:pt x="1073731" y="371907"/>
                </a:cubicBezTo>
                <a:cubicBezTo>
                  <a:pt x="1075815" y="373912"/>
                  <a:pt x="1075334" y="375916"/>
                  <a:pt x="1075815" y="377921"/>
                </a:cubicBezTo>
                <a:cubicBezTo>
                  <a:pt x="1075374" y="380166"/>
                  <a:pt x="1074645" y="382355"/>
                  <a:pt x="1073650" y="384416"/>
                </a:cubicBezTo>
                <a:cubicBezTo>
                  <a:pt x="1072792" y="385627"/>
                  <a:pt x="1071854" y="386782"/>
                  <a:pt x="1070844" y="387864"/>
                </a:cubicBezTo>
                <a:cubicBezTo>
                  <a:pt x="1069400" y="389468"/>
                  <a:pt x="1069240" y="391874"/>
                  <a:pt x="1068037" y="393718"/>
                </a:cubicBezTo>
                <a:cubicBezTo>
                  <a:pt x="1066385" y="395474"/>
                  <a:pt x="1066385" y="398216"/>
                  <a:pt x="1068037" y="399972"/>
                </a:cubicBezTo>
                <a:cubicBezTo>
                  <a:pt x="1069986" y="401600"/>
                  <a:pt x="1071766" y="403428"/>
                  <a:pt x="1073330" y="405425"/>
                </a:cubicBezTo>
                <a:cubicBezTo>
                  <a:pt x="1074693" y="406788"/>
                  <a:pt x="1075014" y="406307"/>
                  <a:pt x="1076617" y="407269"/>
                </a:cubicBezTo>
                <a:cubicBezTo>
                  <a:pt x="1078221" y="408232"/>
                  <a:pt x="1079103" y="409595"/>
                  <a:pt x="1081188" y="410236"/>
                </a:cubicBezTo>
                <a:cubicBezTo>
                  <a:pt x="1082078" y="410645"/>
                  <a:pt x="1083104" y="410645"/>
                  <a:pt x="1083995" y="410236"/>
                </a:cubicBezTo>
                <a:cubicBezTo>
                  <a:pt x="1084876" y="409835"/>
                  <a:pt x="1085438" y="408312"/>
                  <a:pt x="1085919" y="407510"/>
                </a:cubicBezTo>
                <a:cubicBezTo>
                  <a:pt x="1086408" y="406051"/>
                  <a:pt x="1086993" y="404631"/>
                  <a:pt x="1087683" y="403260"/>
                </a:cubicBezTo>
                <a:cubicBezTo>
                  <a:pt x="1088806" y="402170"/>
                  <a:pt x="1089728" y="400895"/>
                  <a:pt x="1090409" y="399491"/>
                </a:cubicBezTo>
                <a:cubicBezTo>
                  <a:pt x="1090409" y="399491"/>
                  <a:pt x="1092013" y="398689"/>
                  <a:pt x="1093136" y="398689"/>
                </a:cubicBezTo>
                <a:cubicBezTo>
                  <a:pt x="1095934" y="400838"/>
                  <a:pt x="1098613" y="403140"/>
                  <a:pt x="1101154" y="405585"/>
                </a:cubicBezTo>
                <a:cubicBezTo>
                  <a:pt x="1102518" y="407189"/>
                  <a:pt x="1101635" y="410397"/>
                  <a:pt x="1101154" y="412000"/>
                </a:cubicBezTo>
                <a:cubicBezTo>
                  <a:pt x="1100553" y="415697"/>
                  <a:pt x="1099663" y="419346"/>
                  <a:pt x="1098508" y="422906"/>
                </a:cubicBezTo>
                <a:cubicBezTo>
                  <a:pt x="1097418" y="424630"/>
                  <a:pt x="1096632" y="426530"/>
                  <a:pt x="1096183" y="428519"/>
                </a:cubicBezTo>
                <a:cubicBezTo>
                  <a:pt x="1095902" y="430556"/>
                  <a:pt x="1095445" y="432568"/>
                  <a:pt x="1094820" y="434533"/>
                </a:cubicBezTo>
                <a:cubicBezTo>
                  <a:pt x="1094499" y="435575"/>
                  <a:pt x="1093216" y="436217"/>
                  <a:pt x="1092735" y="437259"/>
                </a:cubicBezTo>
                <a:cubicBezTo>
                  <a:pt x="1092286" y="438542"/>
                  <a:pt x="1092599" y="439970"/>
                  <a:pt x="1093537" y="440948"/>
                </a:cubicBezTo>
                <a:cubicBezTo>
                  <a:pt x="1093938" y="441349"/>
                  <a:pt x="1096183" y="442070"/>
                  <a:pt x="1097306" y="442712"/>
                </a:cubicBezTo>
                <a:cubicBezTo>
                  <a:pt x="1098428" y="443353"/>
                  <a:pt x="1100032" y="445117"/>
                  <a:pt x="1101315" y="445117"/>
                </a:cubicBezTo>
                <a:cubicBezTo>
                  <a:pt x="1102822" y="444757"/>
                  <a:pt x="1104346" y="444484"/>
                  <a:pt x="1105885" y="444316"/>
                </a:cubicBezTo>
                <a:cubicBezTo>
                  <a:pt x="1108371" y="444316"/>
                  <a:pt x="1112862" y="445519"/>
                  <a:pt x="1113503" y="443754"/>
                </a:cubicBezTo>
                <a:cubicBezTo>
                  <a:pt x="1114249" y="440186"/>
                  <a:pt x="1114706" y="436570"/>
                  <a:pt x="1114866" y="432929"/>
                </a:cubicBezTo>
                <a:cubicBezTo>
                  <a:pt x="1115740" y="431045"/>
                  <a:pt x="1116438" y="429088"/>
                  <a:pt x="1116951" y="427075"/>
                </a:cubicBezTo>
                <a:cubicBezTo>
                  <a:pt x="1117304" y="423483"/>
                  <a:pt x="1118114" y="419955"/>
                  <a:pt x="1119357" y="416571"/>
                </a:cubicBezTo>
                <a:cubicBezTo>
                  <a:pt x="1120351" y="414117"/>
                  <a:pt x="1121185" y="411599"/>
                  <a:pt x="1121843" y="409033"/>
                </a:cubicBezTo>
                <a:cubicBezTo>
                  <a:pt x="1122324" y="406949"/>
                  <a:pt x="1120479" y="402619"/>
                  <a:pt x="1121843" y="399571"/>
                </a:cubicBezTo>
                <a:cubicBezTo>
                  <a:pt x="1122973" y="396709"/>
                  <a:pt x="1123599" y="393670"/>
                  <a:pt x="1123687" y="390591"/>
                </a:cubicBezTo>
                <a:cubicBezTo>
                  <a:pt x="1123920" y="388939"/>
                  <a:pt x="1123486" y="387271"/>
                  <a:pt x="1122484" y="385940"/>
                </a:cubicBezTo>
                <a:cubicBezTo>
                  <a:pt x="1120319" y="382973"/>
                  <a:pt x="1119036" y="380006"/>
                  <a:pt x="1118475" y="379284"/>
                </a:cubicBezTo>
                <a:cubicBezTo>
                  <a:pt x="1117913" y="378563"/>
                  <a:pt x="1116630" y="378322"/>
                  <a:pt x="1115508" y="377520"/>
                </a:cubicBezTo>
                <a:lnTo>
                  <a:pt x="1113583" y="376237"/>
                </a:lnTo>
                <a:cubicBezTo>
                  <a:pt x="1113022" y="375836"/>
                  <a:pt x="1111819" y="376398"/>
                  <a:pt x="1109975" y="374553"/>
                </a:cubicBezTo>
                <a:cubicBezTo>
                  <a:pt x="1108620" y="373262"/>
                  <a:pt x="1107337" y="371891"/>
                  <a:pt x="1106126" y="370464"/>
                </a:cubicBezTo>
                <a:cubicBezTo>
                  <a:pt x="1104362" y="368379"/>
                  <a:pt x="1103239" y="366615"/>
                  <a:pt x="1101956" y="365252"/>
                </a:cubicBezTo>
                <a:cubicBezTo>
                  <a:pt x="1097787" y="360681"/>
                  <a:pt x="1096423" y="359157"/>
                  <a:pt x="1094419" y="357233"/>
                </a:cubicBezTo>
                <a:cubicBezTo>
                  <a:pt x="1093016" y="355766"/>
                  <a:pt x="1091700" y="354210"/>
                  <a:pt x="1090490" y="352582"/>
                </a:cubicBezTo>
                <a:cubicBezTo>
                  <a:pt x="1089367" y="349936"/>
                  <a:pt x="1088645" y="347450"/>
                  <a:pt x="1088164" y="346648"/>
                </a:cubicBezTo>
                <a:cubicBezTo>
                  <a:pt x="1087034" y="345253"/>
                  <a:pt x="1085766" y="343962"/>
                  <a:pt x="1084395" y="342799"/>
                </a:cubicBezTo>
                <a:cubicBezTo>
                  <a:pt x="1083353" y="341997"/>
                  <a:pt x="1083353" y="341196"/>
                  <a:pt x="1081990" y="340233"/>
                </a:cubicBezTo>
                <a:cubicBezTo>
                  <a:pt x="1080049" y="339375"/>
                  <a:pt x="1077932" y="338990"/>
                  <a:pt x="1075815" y="339111"/>
                </a:cubicBezTo>
                <a:close/>
                <a:moveTo>
                  <a:pt x="1784243" y="338797"/>
                </a:moveTo>
                <a:lnTo>
                  <a:pt x="1816259" y="343200"/>
                </a:lnTo>
                <a:cubicBezTo>
                  <a:pt x="1807976" y="351747"/>
                  <a:pt x="1797391" y="357705"/>
                  <a:pt x="1785789" y="360360"/>
                </a:cubicBezTo>
                <a:cubicBezTo>
                  <a:pt x="1771515" y="363407"/>
                  <a:pt x="1753232" y="350096"/>
                  <a:pt x="1753232" y="350096"/>
                </a:cubicBezTo>
                <a:close/>
                <a:moveTo>
                  <a:pt x="1784185" y="338789"/>
                </a:moveTo>
                <a:lnTo>
                  <a:pt x="1784265" y="338789"/>
                </a:lnTo>
                <a:lnTo>
                  <a:pt x="1784243" y="338797"/>
                </a:lnTo>
                <a:close/>
                <a:moveTo>
                  <a:pt x="2166997" y="301102"/>
                </a:moveTo>
                <a:cubicBezTo>
                  <a:pt x="2165473" y="300060"/>
                  <a:pt x="2162506" y="301423"/>
                  <a:pt x="2162667" y="302064"/>
                </a:cubicBezTo>
                <a:cubicBezTo>
                  <a:pt x="2162827" y="302706"/>
                  <a:pt x="2159940" y="306074"/>
                  <a:pt x="2158497" y="307357"/>
                </a:cubicBezTo>
                <a:cubicBezTo>
                  <a:pt x="2153686" y="311527"/>
                  <a:pt x="2152563" y="314333"/>
                  <a:pt x="2150478" y="315857"/>
                </a:cubicBezTo>
                <a:cubicBezTo>
                  <a:pt x="2147111" y="318503"/>
                  <a:pt x="2142620" y="322031"/>
                  <a:pt x="2141979" y="322753"/>
                </a:cubicBezTo>
                <a:cubicBezTo>
                  <a:pt x="2140687" y="324052"/>
                  <a:pt x="2139557" y="325511"/>
                  <a:pt x="2138611" y="327083"/>
                </a:cubicBezTo>
                <a:cubicBezTo>
                  <a:pt x="2138194" y="328302"/>
                  <a:pt x="2137632" y="329456"/>
                  <a:pt x="2136927" y="330531"/>
                </a:cubicBezTo>
                <a:cubicBezTo>
                  <a:pt x="2136285" y="331333"/>
                  <a:pt x="2134361" y="330531"/>
                  <a:pt x="2134361" y="330531"/>
                </a:cubicBezTo>
                <a:cubicBezTo>
                  <a:pt x="2132524" y="330026"/>
                  <a:pt x="2130792" y="329216"/>
                  <a:pt x="2129229" y="328125"/>
                </a:cubicBezTo>
                <a:cubicBezTo>
                  <a:pt x="2128988" y="327973"/>
                  <a:pt x="2128788" y="327764"/>
                  <a:pt x="2128635" y="327532"/>
                </a:cubicBezTo>
                <a:cubicBezTo>
                  <a:pt x="2128034" y="326602"/>
                  <a:pt x="2128299" y="325359"/>
                  <a:pt x="2129229" y="324757"/>
                </a:cubicBezTo>
                <a:cubicBezTo>
                  <a:pt x="2131129" y="322865"/>
                  <a:pt x="2132773" y="320740"/>
                  <a:pt x="2134120" y="318423"/>
                </a:cubicBezTo>
                <a:cubicBezTo>
                  <a:pt x="2134040" y="317220"/>
                  <a:pt x="2132837" y="317220"/>
                  <a:pt x="2132837" y="317220"/>
                </a:cubicBezTo>
                <a:cubicBezTo>
                  <a:pt x="2128988" y="318278"/>
                  <a:pt x="2125075" y="319112"/>
                  <a:pt x="2121130" y="319705"/>
                </a:cubicBezTo>
                <a:cubicBezTo>
                  <a:pt x="2120127" y="319649"/>
                  <a:pt x="2119150" y="319401"/>
                  <a:pt x="2118243" y="318984"/>
                </a:cubicBezTo>
                <a:cubicBezTo>
                  <a:pt x="2116864" y="318775"/>
                  <a:pt x="2115485" y="319329"/>
                  <a:pt x="2114635" y="320427"/>
                </a:cubicBezTo>
                <a:cubicBezTo>
                  <a:pt x="2111828" y="325238"/>
                  <a:pt x="2110144" y="324356"/>
                  <a:pt x="2108059" y="326361"/>
                </a:cubicBezTo>
                <a:cubicBezTo>
                  <a:pt x="2105959" y="328646"/>
                  <a:pt x="2104427" y="331397"/>
                  <a:pt x="2103569" y="334380"/>
                </a:cubicBezTo>
                <a:cubicBezTo>
                  <a:pt x="2103064" y="335823"/>
                  <a:pt x="2103673" y="337411"/>
                  <a:pt x="2105013" y="338148"/>
                </a:cubicBezTo>
                <a:cubicBezTo>
                  <a:pt x="2107899" y="340153"/>
                  <a:pt x="2112149" y="339431"/>
                  <a:pt x="2116880" y="340153"/>
                </a:cubicBezTo>
                <a:cubicBezTo>
                  <a:pt x="2118027" y="340273"/>
                  <a:pt x="2119181" y="340273"/>
                  <a:pt x="2120328" y="340153"/>
                </a:cubicBezTo>
                <a:cubicBezTo>
                  <a:pt x="2122950" y="339504"/>
                  <a:pt x="2125652" y="339263"/>
                  <a:pt x="2128347" y="339431"/>
                </a:cubicBezTo>
                <a:cubicBezTo>
                  <a:pt x="2130840" y="340346"/>
                  <a:pt x="2133190" y="341613"/>
                  <a:pt x="2135323" y="343200"/>
                </a:cubicBezTo>
                <a:cubicBezTo>
                  <a:pt x="2136927" y="344243"/>
                  <a:pt x="2139332" y="346087"/>
                  <a:pt x="2140535" y="346969"/>
                </a:cubicBezTo>
                <a:cubicBezTo>
                  <a:pt x="2142772" y="348605"/>
                  <a:pt x="2144921" y="350369"/>
                  <a:pt x="2146950" y="352261"/>
                </a:cubicBezTo>
                <a:cubicBezTo>
                  <a:pt x="2148297" y="353408"/>
                  <a:pt x="2149749" y="354426"/>
                  <a:pt x="2151280" y="355308"/>
                </a:cubicBezTo>
                <a:cubicBezTo>
                  <a:pt x="2152892" y="355990"/>
                  <a:pt x="2154359" y="356976"/>
                  <a:pt x="2155610" y="358195"/>
                </a:cubicBezTo>
                <a:cubicBezTo>
                  <a:pt x="2157695" y="361058"/>
                  <a:pt x="2160445" y="363375"/>
                  <a:pt x="2163629" y="364931"/>
                </a:cubicBezTo>
                <a:cubicBezTo>
                  <a:pt x="2164591" y="365252"/>
                  <a:pt x="2167317" y="368379"/>
                  <a:pt x="2168681" y="369020"/>
                </a:cubicBezTo>
                <a:cubicBezTo>
                  <a:pt x="2170453" y="370111"/>
                  <a:pt x="2172049" y="371458"/>
                  <a:pt x="2173412" y="373030"/>
                </a:cubicBezTo>
                <a:cubicBezTo>
                  <a:pt x="2172137" y="374649"/>
                  <a:pt x="2169956" y="375235"/>
                  <a:pt x="2168039" y="374473"/>
                </a:cubicBezTo>
                <a:cubicBezTo>
                  <a:pt x="2167157" y="373912"/>
                  <a:pt x="2163869" y="373350"/>
                  <a:pt x="2163148" y="372629"/>
                </a:cubicBezTo>
                <a:cubicBezTo>
                  <a:pt x="2162274" y="371450"/>
                  <a:pt x="2161568" y="370159"/>
                  <a:pt x="2161063" y="368780"/>
                </a:cubicBezTo>
                <a:cubicBezTo>
                  <a:pt x="2160662" y="368138"/>
                  <a:pt x="2159058" y="367176"/>
                  <a:pt x="2158096" y="365973"/>
                </a:cubicBezTo>
                <a:cubicBezTo>
                  <a:pt x="2157206" y="364546"/>
                  <a:pt x="2156067" y="363295"/>
                  <a:pt x="2154728" y="362285"/>
                </a:cubicBezTo>
                <a:cubicBezTo>
                  <a:pt x="2153766" y="361723"/>
                  <a:pt x="2152162" y="361723"/>
                  <a:pt x="2152162" y="361723"/>
                </a:cubicBezTo>
                <a:cubicBezTo>
                  <a:pt x="2149436" y="359959"/>
                  <a:pt x="2150077" y="360280"/>
                  <a:pt x="2148794" y="359959"/>
                </a:cubicBezTo>
                <a:cubicBezTo>
                  <a:pt x="2147511" y="359639"/>
                  <a:pt x="2145908" y="357393"/>
                  <a:pt x="2145266" y="357393"/>
                </a:cubicBezTo>
                <a:cubicBezTo>
                  <a:pt x="2143558" y="356415"/>
                  <a:pt x="2141922" y="355316"/>
                  <a:pt x="2140375" y="354106"/>
                </a:cubicBezTo>
                <a:cubicBezTo>
                  <a:pt x="2139252" y="353384"/>
                  <a:pt x="2137568" y="351379"/>
                  <a:pt x="2136606" y="350818"/>
                </a:cubicBezTo>
                <a:cubicBezTo>
                  <a:pt x="2135844" y="350577"/>
                  <a:pt x="2135066" y="350385"/>
                  <a:pt x="2134280" y="350257"/>
                </a:cubicBezTo>
                <a:cubicBezTo>
                  <a:pt x="2132917" y="349856"/>
                  <a:pt x="2131795" y="346488"/>
                  <a:pt x="2130271" y="346488"/>
                </a:cubicBezTo>
                <a:cubicBezTo>
                  <a:pt x="2125781" y="346167"/>
                  <a:pt x="2122172" y="349936"/>
                  <a:pt x="2120970" y="349936"/>
                </a:cubicBezTo>
                <a:cubicBezTo>
                  <a:pt x="2119293" y="350369"/>
                  <a:pt x="2117786" y="351291"/>
                  <a:pt x="2116639" y="352582"/>
                </a:cubicBezTo>
                <a:cubicBezTo>
                  <a:pt x="2115116" y="353705"/>
                  <a:pt x="2114555" y="354266"/>
                  <a:pt x="2115116" y="355870"/>
                </a:cubicBezTo>
                <a:cubicBezTo>
                  <a:pt x="2115605" y="357033"/>
                  <a:pt x="2116487" y="357995"/>
                  <a:pt x="2117601" y="358596"/>
                </a:cubicBezTo>
                <a:cubicBezTo>
                  <a:pt x="2118989" y="359534"/>
                  <a:pt x="2120584" y="360120"/>
                  <a:pt x="2122252" y="360280"/>
                </a:cubicBezTo>
                <a:cubicBezTo>
                  <a:pt x="2123816" y="360184"/>
                  <a:pt x="2125380" y="360545"/>
                  <a:pt x="2126743" y="361322"/>
                </a:cubicBezTo>
                <a:cubicBezTo>
                  <a:pt x="2127385" y="362044"/>
                  <a:pt x="2129951" y="363407"/>
                  <a:pt x="2128828" y="364129"/>
                </a:cubicBezTo>
                <a:cubicBezTo>
                  <a:pt x="2127449" y="364867"/>
                  <a:pt x="2125997" y="365460"/>
                  <a:pt x="2124498" y="365893"/>
                </a:cubicBezTo>
                <a:cubicBezTo>
                  <a:pt x="2123455" y="366214"/>
                  <a:pt x="2121531" y="367978"/>
                  <a:pt x="2120809" y="368459"/>
                </a:cubicBezTo>
                <a:cubicBezTo>
                  <a:pt x="2120087" y="368940"/>
                  <a:pt x="2119526" y="368940"/>
                  <a:pt x="2118404" y="368940"/>
                </a:cubicBezTo>
                <a:cubicBezTo>
                  <a:pt x="2117056" y="368708"/>
                  <a:pt x="2115750" y="368243"/>
                  <a:pt x="2114555" y="367577"/>
                </a:cubicBezTo>
                <a:cubicBezTo>
                  <a:pt x="2112887" y="366334"/>
                  <a:pt x="2111115" y="365236"/>
                  <a:pt x="2109262" y="364289"/>
                </a:cubicBezTo>
                <a:cubicBezTo>
                  <a:pt x="2107498" y="363648"/>
                  <a:pt x="2104291" y="363487"/>
                  <a:pt x="2103649" y="362766"/>
                </a:cubicBezTo>
                <a:cubicBezTo>
                  <a:pt x="2103008" y="362044"/>
                  <a:pt x="2101885" y="358917"/>
                  <a:pt x="2101163" y="358195"/>
                </a:cubicBezTo>
                <a:cubicBezTo>
                  <a:pt x="2098910" y="356383"/>
                  <a:pt x="2095992" y="355629"/>
                  <a:pt x="2093145" y="356110"/>
                </a:cubicBezTo>
                <a:cubicBezTo>
                  <a:pt x="2091372" y="356880"/>
                  <a:pt x="2089729" y="357906"/>
                  <a:pt x="2088253" y="359157"/>
                </a:cubicBezTo>
                <a:cubicBezTo>
                  <a:pt x="2087531" y="359799"/>
                  <a:pt x="2085447" y="361563"/>
                  <a:pt x="2085607" y="362365"/>
                </a:cubicBezTo>
                <a:cubicBezTo>
                  <a:pt x="2085768" y="363167"/>
                  <a:pt x="2086569" y="364289"/>
                  <a:pt x="2086569" y="365091"/>
                </a:cubicBezTo>
                <a:cubicBezTo>
                  <a:pt x="2086489" y="368138"/>
                  <a:pt x="2088654" y="369421"/>
                  <a:pt x="2089376" y="370143"/>
                </a:cubicBezTo>
                <a:cubicBezTo>
                  <a:pt x="2090097" y="370865"/>
                  <a:pt x="2094107" y="371987"/>
                  <a:pt x="2095390" y="373190"/>
                </a:cubicBezTo>
                <a:cubicBezTo>
                  <a:pt x="2097290" y="374962"/>
                  <a:pt x="2099359" y="376550"/>
                  <a:pt x="2101564" y="377921"/>
                </a:cubicBezTo>
                <a:cubicBezTo>
                  <a:pt x="2103738" y="379244"/>
                  <a:pt x="2105774" y="380776"/>
                  <a:pt x="2107658" y="382492"/>
                </a:cubicBezTo>
                <a:cubicBezTo>
                  <a:pt x="2109262" y="384577"/>
                  <a:pt x="2108139" y="385860"/>
                  <a:pt x="2106857" y="386260"/>
                </a:cubicBezTo>
                <a:cubicBezTo>
                  <a:pt x="2102607" y="387303"/>
                  <a:pt x="2095230" y="391874"/>
                  <a:pt x="2091381" y="389709"/>
                </a:cubicBezTo>
                <a:cubicBezTo>
                  <a:pt x="2089857" y="388746"/>
                  <a:pt x="2086810" y="386100"/>
                  <a:pt x="2083362" y="383614"/>
                </a:cubicBezTo>
                <a:cubicBezTo>
                  <a:pt x="2081438" y="381930"/>
                  <a:pt x="2079513" y="380647"/>
                  <a:pt x="2079032" y="381930"/>
                </a:cubicBezTo>
                <a:cubicBezTo>
                  <a:pt x="2078551" y="383213"/>
                  <a:pt x="2081197" y="390591"/>
                  <a:pt x="2079032" y="392756"/>
                </a:cubicBezTo>
                <a:cubicBezTo>
                  <a:pt x="2077909" y="393798"/>
                  <a:pt x="2075744" y="395562"/>
                  <a:pt x="2074702" y="396605"/>
                </a:cubicBezTo>
                <a:cubicBezTo>
                  <a:pt x="2075945" y="399090"/>
                  <a:pt x="2077861" y="401175"/>
                  <a:pt x="2080235" y="402619"/>
                </a:cubicBezTo>
                <a:cubicBezTo>
                  <a:pt x="2081959" y="403324"/>
                  <a:pt x="2083554" y="404302"/>
                  <a:pt x="2084966" y="405505"/>
                </a:cubicBezTo>
                <a:cubicBezTo>
                  <a:pt x="2087019" y="406764"/>
                  <a:pt x="2089159" y="407863"/>
                  <a:pt x="2091381" y="408793"/>
                </a:cubicBezTo>
                <a:cubicBezTo>
                  <a:pt x="2094428" y="410557"/>
                  <a:pt x="2097635" y="407189"/>
                  <a:pt x="2101003" y="406067"/>
                </a:cubicBezTo>
                <a:cubicBezTo>
                  <a:pt x="2101484" y="405986"/>
                  <a:pt x="2104291" y="406387"/>
                  <a:pt x="2105654" y="405024"/>
                </a:cubicBezTo>
                <a:cubicBezTo>
                  <a:pt x="2107234" y="403573"/>
                  <a:pt x="2109086" y="402458"/>
                  <a:pt x="2111106" y="401737"/>
                </a:cubicBezTo>
                <a:cubicBezTo>
                  <a:pt x="2112790" y="400774"/>
                  <a:pt x="2113993" y="399652"/>
                  <a:pt x="2115517" y="398529"/>
                </a:cubicBezTo>
                <a:cubicBezTo>
                  <a:pt x="2117041" y="397406"/>
                  <a:pt x="2117923" y="395482"/>
                  <a:pt x="2119847" y="393878"/>
                </a:cubicBezTo>
                <a:cubicBezTo>
                  <a:pt x="2121771" y="392274"/>
                  <a:pt x="2128186" y="397005"/>
                  <a:pt x="2129148" y="397727"/>
                </a:cubicBezTo>
                <a:cubicBezTo>
                  <a:pt x="2130111" y="398449"/>
                  <a:pt x="2130752" y="398449"/>
                  <a:pt x="2132837" y="399732"/>
                </a:cubicBezTo>
                <a:cubicBezTo>
                  <a:pt x="2134922" y="401015"/>
                  <a:pt x="2135804" y="401977"/>
                  <a:pt x="2137648" y="403260"/>
                </a:cubicBezTo>
                <a:cubicBezTo>
                  <a:pt x="2139012" y="403845"/>
                  <a:pt x="2140519" y="404014"/>
                  <a:pt x="2141979" y="403741"/>
                </a:cubicBezTo>
                <a:cubicBezTo>
                  <a:pt x="2143662" y="403661"/>
                  <a:pt x="2145827" y="401737"/>
                  <a:pt x="2147190" y="400855"/>
                </a:cubicBezTo>
                <a:cubicBezTo>
                  <a:pt x="2148554" y="399972"/>
                  <a:pt x="2147190" y="397727"/>
                  <a:pt x="2147190" y="397727"/>
                </a:cubicBezTo>
                <a:cubicBezTo>
                  <a:pt x="2145908" y="395081"/>
                  <a:pt x="2145587" y="393076"/>
                  <a:pt x="2145026" y="392034"/>
                </a:cubicBezTo>
                <a:cubicBezTo>
                  <a:pt x="2143261" y="389308"/>
                  <a:pt x="2143903" y="386661"/>
                  <a:pt x="2143261" y="385940"/>
                </a:cubicBezTo>
                <a:cubicBezTo>
                  <a:pt x="2142620" y="385218"/>
                  <a:pt x="2141097" y="385779"/>
                  <a:pt x="2139813" y="384737"/>
                </a:cubicBezTo>
                <a:cubicBezTo>
                  <a:pt x="2138531" y="383695"/>
                  <a:pt x="2136045" y="383133"/>
                  <a:pt x="2134922" y="382412"/>
                </a:cubicBezTo>
                <a:cubicBezTo>
                  <a:pt x="2133799" y="381690"/>
                  <a:pt x="2133399" y="380647"/>
                  <a:pt x="2133399" y="380006"/>
                </a:cubicBezTo>
                <a:cubicBezTo>
                  <a:pt x="2134537" y="378466"/>
                  <a:pt x="2136181" y="377384"/>
                  <a:pt x="2138049" y="376959"/>
                </a:cubicBezTo>
                <a:cubicBezTo>
                  <a:pt x="2140391" y="376702"/>
                  <a:pt x="2142756" y="376702"/>
                  <a:pt x="2145106" y="376959"/>
                </a:cubicBezTo>
                <a:cubicBezTo>
                  <a:pt x="2146814" y="377400"/>
                  <a:pt x="2148610" y="377400"/>
                  <a:pt x="2150318" y="376959"/>
                </a:cubicBezTo>
                <a:cubicBezTo>
                  <a:pt x="2154472" y="376373"/>
                  <a:pt x="2158689" y="377255"/>
                  <a:pt x="2162266" y="379445"/>
                </a:cubicBezTo>
                <a:cubicBezTo>
                  <a:pt x="2163950" y="380728"/>
                  <a:pt x="2166115" y="382251"/>
                  <a:pt x="2166275" y="383614"/>
                </a:cubicBezTo>
                <a:cubicBezTo>
                  <a:pt x="2166435" y="384977"/>
                  <a:pt x="2168440" y="387143"/>
                  <a:pt x="2169001" y="387143"/>
                </a:cubicBezTo>
                <a:cubicBezTo>
                  <a:pt x="2170364" y="387199"/>
                  <a:pt x="2171656" y="387776"/>
                  <a:pt x="2172610" y="388746"/>
                </a:cubicBezTo>
                <a:cubicBezTo>
                  <a:pt x="2175336" y="391801"/>
                  <a:pt x="2178864" y="394023"/>
                  <a:pt x="2182793" y="395161"/>
                </a:cubicBezTo>
                <a:cubicBezTo>
                  <a:pt x="2185392" y="394464"/>
                  <a:pt x="2187797" y="393205"/>
                  <a:pt x="2189850" y="391473"/>
                </a:cubicBezTo>
                <a:cubicBezTo>
                  <a:pt x="2192183" y="389596"/>
                  <a:pt x="2193891" y="387046"/>
                  <a:pt x="2194742" y="384176"/>
                </a:cubicBezTo>
                <a:cubicBezTo>
                  <a:pt x="2194902" y="382492"/>
                  <a:pt x="2193378" y="382412"/>
                  <a:pt x="2193138" y="380567"/>
                </a:cubicBezTo>
                <a:cubicBezTo>
                  <a:pt x="2192897" y="378723"/>
                  <a:pt x="2191614" y="378322"/>
                  <a:pt x="2191614" y="377520"/>
                </a:cubicBezTo>
                <a:cubicBezTo>
                  <a:pt x="2191614" y="376718"/>
                  <a:pt x="2191614" y="374794"/>
                  <a:pt x="2191614" y="373912"/>
                </a:cubicBezTo>
                <a:cubicBezTo>
                  <a:pt x="2190884" y="372966"/>
                  <a:pt x="2190018" y="372132"/>
                  <a:pt x="2189048" y="371426"/>
                </a:cubicBezTo>
                <a:cubicBezTo>
                  <a:pt x="2187019" y="371330"/>
                  <a:pt x="2185055" y="370696"/>
                  <a:pt x="2183355" y="369582"/>
                </a:cubicBezTo>
                <a:cubicBezTo>
                  <a:pt x="2182714" y="368860"/>
                  <a:pt x="2181350" y="367978"/>
                  <a:pt x="2182152" y="367016"/>
                </a:cubicBezTo>
                <a:cubicBezTo>
                  <a:pt x="2183595" y="365685"/>
                  <a:pt x="2185247" y="364602"/>
                  <a:pt x="2187043" y="363808"/>
                </a:cubicBezTo>
                <a:lnTo>
                  <a:pt x="2191133" y="361563"/>
                </a:lnTo>
                <a:cubicBezTo>
                  <a:pt x="2191774" y="361162"/>
                  <a:pt x="2194902" y="359879"/>
                  <a:pt x="2194902" y="359879"/>
                </a:cubicBezTo>
                <a:cubicBezTo>
                  <a:pt x="2198214" y="357473"/>
                  <a:pt x="2202126" y="356030"/>
                  <a:pt x="2206208" y="355709"/>
                </a:cubicBezTo>
                <a:cubicBezTo>
                  <a:pt x="2208934" y="355789"/>
                  <a:pt x="2213505" y="358195"/>
                  <a:pt x="2213746" y="356672"/>
                </a:cubicBezTo>
                <a:cubicBezTo>
                  <a:pt x="2213986" y="355148"/>
                  <a:pt x="2217033" y="354026"/>
                  <a:pt x="2218156" y="353224"/>
                </a:cubicBezTo>
                <a:cubicBezTo>
                  <a:pt x="2219174" y="352582"/>
                  <a:pt x="2219775" y="351459"/>
                  <a:pt x="2219760" y="350257"/>
                </a:cubicBezTo>
                <a:cubicBezTo>
                  <a:pt x="2219599" y="348565"/>
                  <a:pt x="2219246" y="346897"/>
                  <a:pt x="2218717" y="345285"/>
                </a:cubicBezTo>
                <a:cubicBezTo>
                  <a:pt x="2218236" y="343930"/>
                  <a:pt x="2217081" y="342920"/>
                  <a:pt x="2215670" y="342639"/>
                </a:cubicBezTo>
                <a:cubicBezTo>
                  <a:pt x="2214948" y="342238"/>
                  <a:pt x="2214948" y="342960"/>
                  <a:pt x="2213585" y="342639"/>
                </a:cubicBezTo>
                <a:cubicBezTo>
                  <a:pt x="2212222" y="342318"/>
                  <a:pt x="2203401" y="335342"/>
                  <a:pt x="2199312" y="337667"/>
                </a:cubicBezTo>
                <a:cubicBezTo>
                  <a:pt x="2197307" y="338790"/>
                  <a:pt x="2198590" y="342078"/>
                  <a:pt x="2196425" y="344002"/>
                </a:cubicBezTo>
                <a:cubicBezTo>
                  <a:pt x="2195471" y="344756"/>
                  <a:pt x="2194380" y="345325"/>
                  <a:pt x="2193218" y="345686"/>
                </a:cubicBezTo>
                <a:cubicBezTo>
                  <a:pt x="2192095" y="346328"/>
                  <a:pt x="2190331" y="346889"/>
                  <a:pt x="2189449" y="346328"/>
                </a:cubicBezTo>
                <a:cubicBezTo>
                  <a:pt x="2188567" y="345766"/>
                  <a:pt x="2187765" y="344804"/>
                  <a:pt x="2185520" y="344804"/>
                </a:cubicBezTo>
                <a:cubicBezTo>
                  <a:pt x="2181992" y="345365"/>
                  <a:pt x="2183515" y="347290"/>
                  <a:pt x="2182553" y="348092"/>
                </a:cubicBezTo>
                <a:cubicBezTo>
                  <a:pt x="2181591" y="348893"/>
                  <a:pt x="2179987" y="348092"/>
                  <a:pt x="2179265" y="348092"/>
                </a:cubicBezTo>
                <a:cubicBezTo>
                  <a:pt x="2178143" y="348260"/>
                  <a:pt x="2177004" y="348092"/>
                  <a:pt x="2175978" y="347611"/>
                </a:cubicBezTo>
                <a:cubicBezTo>
                  <a:pt x="2175497" y="347210"/>
                  <a:pt x="2173171" y="350176"/>
                  <a:pt x="2173331" y="351299"/>
                </a:cubicBezTo>
                <a:cubicBezTo>
                  <a:pt x="2173492" y="352422"/>
                  <a:pt x="2176138" y="352742"/>
                  <a:pt x="2175096" y="355148"/>
                </a:cubicBezTo>
                <a:cubicBezTo>
                  <a:pt x="2174053" y="357554"/>
                  <a:pt x="2170926" y="357554"/>
                  <a:pt x="2168681" y="355148"/>
                </a:cubicBezTo>
                <a:cubicBezTo>
                  <a:pt x="2166435" y="352742"/>
                  <a:pt x="2172449" y="352181"/>
                  <a:pt x="2169964" y="350658"/>
                </a:cubicBezTo>
                <a:cubicBezTo>
                  <a:pt x="2167478" y="349134"/>
                  <a:pt x="2167558" y="345445"/>
                  <a:pt x="2168440" y="345285"/>
                </a:cubicBezTo>
                <a:cubicBezTo>
                  <a:pt x="2169322" y="345125"/>
                  <a:pt x="2175577" y="344243"/>
                  <a:pt x="2175577" y="344243"/>
                </a:cubicBezTo>
                <a:cubicBezTo>
                  <a:pt x="2183355" y="341837"/>
                  <a:pt x="2185921" y="342238"/>
                  <a:pt x="2187364" y="340714"/>
                </a:cubicBezTo>
                <a:cubicBezTo>
                  <a:pt x="2188238" y="339423"/>
                  <a:pt x="2188583" y="337844"/>
                  <a:pt x="2188326" y="336304"/>
                </a:cubicBezTo>
                <a:cubicBezTo>
                  <a:pt x="2188326" y="335182"/>
                  <a:pt x="2191133" y="333097"/>
                  <a:pt x="2191774" y="333097"/>
                </a:cubicBezTo>
                <a:cubicBezTo>
                  <a:pt x="2193891" y="332399"/>
                  <a:pt x="2196136" y="332183"/>
                  <a:pt x="2198350" y="332455"/>
                </a:cubicBezTo>
                <a:cubicBezTo>
                  <a:pt x="2200515" y="332696"/>
                  <a:pt x="2204123" y="331894"/>
                  <a:pt x="2204123" y="329889"/>
                </a:cubicBezTo>
                <a:cubicBezTo>
                  <a:pt x="2204773" y="327836"/>
                  <a:pt x="2204572" y="325615"/>
                  <a:pt x="2203562" y="323715"/>
                </a:cubicBezTo>
                <a:cubicBezTo>
                  <a:pt x="2203008" y="323041"/>
                  <a:pt x="2202287" y="322520"/>
                  <a:pt x="2201477" y="322191"/>
                </a:cubicBezTo>
                <a:cubicBezTo>
                  <a:pt x="2200756" y="322031"/>
                  <a:pt x="2200354" y="320507"/>
                  <a:pt x="2199553" y="320507"/>
                </a:cubicBezTo>
                <a:cubicBezTo>
                  <a:pt x="2197387" y="319625"/>
                  <a:pt x="2195383" y="321470"/>
                  <a:pt x="2193057" y="322191"/>
                </a:cubicBezTo>
                <a:cubicBezTo>
                  <a:pt x="2190732" y="322913"/>
                  <a:pt x="2186001" y="323875"/>
                  <a:pt x="2186001" y="322913"/>
                </a:cubicBezTo>
                <a:cubicBezTo>
                  <a:pt x="2186001" y="321951"/>
                  <a:pt x="2186723" y="319064"/>
                  <a:pt x="2186001" y="318342"/>
                </a:cubicBezTo>
                <a:cubicBezTo>
                  <a:pt x="2184534" y="317741"/>
                  <a:pt x="2182898" y="317741"/>
                  <a:pt x="2181430" y="318342"/>
                </a:cubicBezTo>
                <a:cubicBezTo>
                  <a:pt x="2180789" y="318984"/>
                  <a:pt x="2180308" y="321790"/>
                  <a:pt x="2179025" y="323234"/>
                </a:cubicBezTo>
                <a:cubicBezTo>
                  <a:pt x="2177662" y="324324"/>
                  <a:pt x="2176026" y="325014"/>
                  <a:pt x="2174294" y="325238"/>
                </a:cubicBezTo>
                <a:cubicBezTo>
                  <a:pt x="2172449" y="325719"/>
                  <a:pt x="2169402" y="327965"/>
                  <a:pt x="2170044" y="329168"/>
                </a:cubicBezTo>
                <a:cubicBezTo>
                  <a:pt x="2170686" y="330370"/>
                  <a:pt x="2171648" y="329328"/>
                  <a:pt x="2173011" y="330370"/>
                </a:cubicBezTo>
                <a:cubicBezTo>
                  <a:pt x="2174374" y="331413"/>
                  <a:pt x="2176378" y="331413"/>
                  <a:pt x="2176940" y="332295"/>
                </a:cubicBezTo>
                <a:cubicBezTo>
                  <a:pt x="2177501" y="333177"/>
                  <a:pt x="2177260" y="337667"/>
                  <a:pt x="2174374" y="338068"/>
                </a:cubicBezTo>
                <a:cubicBezTo>
                  <a:pt x="2173251" y="338229"/>
                  <a:pt x="2169322" y="339592"/>
                  <a:pt x="2168199" y="337667"/>
                </a:cubicBezTo>
                <a:cubicBezTo>
                  <a:pt x="2167798" y="337026"/>
                  <a:pt x="2168681" y="336144"/>
                  <a:pt x="2168601" y="334700"/>
                </a:cubicBezTo>
                <a:cubicBezTo>
                  <a:pt x="2168520" y="333257"/>
                  <a:pt x="2165473" y="331733"/>
                  <a:pt x="2165393" y="330851"/>
                </a:cubicBezTo>
                <a:cubicBezTo>
                  <a:pt x="2165313" y="329969"/>
                  <a:pt x="2164832" y="329569"/>
                  <a:pt x="2166115" y="328446"/>
                </a:cubicBezTo>
                <a:cubicBezTo>
                  <a:pt x="2168537" y="326072"/>
                  <a:pt x="2170613" y="323370"/>
                  <a:pt x="2172289" y="320427"/>
                </a:cubicBezTo>
                <a:cubicBezTo>
                  <a:pt x="2172425" y="319393"/>
                  <a:pt x="2172938" y="318455"/>
                  <a:pt x="2173732" y="317781"/>
                </a:cubicBezTo>
                <a:cubicBezTo>
                  <a:pt x="2175256" y="316418"/>
                  <a:pt x="2177100" y="314253"/>
                  <a:pt x="2176218" y="313531"/>
                </a:cubicBezTo>
                <a:cubicBezTo>
                  <a:pt x="2175336" y="312753"/>
                  <a:pt x="2174181" y="312377"/>
                  <a:pt x="2173011" y="312489"/>
                </a:cubicBezTo>
                <a:cubicBezTo>
                  <a:pt x="2171479" y="312577"/>
                  <a:pt x="2170004" y="313106"/>
                  <a:pt x="2168761" y="314012"/>
                </a:cubicBezTo>
                <a:cubicBezTo>
                  <a:pt x="2168272" y="314886"/>
                  <a:pt x="2167710" y="315720"/>
                  <a:pt x="2167077" y="316498"/>
                </a:cubicBezTo>
                <a:cubicBezTo>
                  <a:pt x="2165096" y="318583"/>
                  <a:pt x="2163004" y="320564"/>
                  <a:pt x="2160822" y="322432"/>
                </a:cubicBezTo>
                <a:cubicBezTo>
                  <a:pt x="2159620" y="323474"/>
                  <a:pt x="2157775" y="326762"/>
                  <a:pt x="2157054" y="327323"/>
                </a:cubicBezTo>
                <a:cubicBezTo>
                  <a:pt x="2156332" y="327885"/>
                  <a:pt x="2150959" y="332455"/>
                  <a:pt x="2150318" y="333177"/>
                </a:cubicBezTo>
                <a:cubicBezTo>
                  <a:pt x="2148891" y="334259"/>
                  <a:pt x="2148257" y="336096"/>
                  <a:pt x="2148714" y="337828"/>
                </a:cubicBezTo>
                <a:cubicBezTo>
                  <a:pt x="2149115" y="338630"/>
                  <a:pt x="2150318" y="338549"/>
                  <a:pt x="2151120" y="338630"/>
                </a:cubicBezTo>
                <a:cubicBezTo>
                  <a:pt x="2151922" y="338710"/>
                  <a:pt x="2153125" y="339031"/>
                  <a:pt x="2153846" y="338229"/>
                </a:cubicBezTo>
                <a:cubicBezTo>
                  <a:pt x="2154568" y="337427"/>
                  <a:pt x="2156011" y="335823"/>
                  <a:pt x="2157535" y="336625"/>
                </a:cubicBezTo>
                <a:cubicBezTo>
                  <a:pt x="2159058" y="337427"/>
                  <a:pt x="2158577" y="339031"/>
                  <a:pt x="2157054" y="339832"/>
                </a:cubicBezTo>
                <a:cubicBezTo>
                  <a:pt x="2155530" y="340634"/>
                  <a:pt x="2155610" y="341757"/>
                  <a:pt x="2155530" y="342639"/>
                </a:cubicBezTo>
                <a:cubicBezTo>
                  <a:pt x="2155450" y="343521"/>
                  <a:pt x="2157054" y="343280"/>
                  <a:pt x="2158737" y="344162"/>
                </a:cubicBezTo>
                <a:cubicBezTo>
                  <a:pt x="2160421" y="345045"/>
                  <a:pt x="2161784" y="345606"/>
                  <a:pt x="2161063" y="347129"/>
                </a:cubicBezTo>
                <a:cubicBezTo>
                  <a:pt x="2160782" y="347851"/>
                  <a:pt x="2160069" y="348308"/>
                  <a:pt x="2159299" y="348252"/>
                </a:cubicBezTo>
                <a:cubicBezTo>
                  <a:pt x="2158248" y="348148"/>
                  <a:pt x="2157222" y="347875"/>
                  <a:pt x="2156252" y="347450"/>
                </a:cubicBezTo>
                <a:cubicBezTo>
                  <a:pt x="2155169" y="346969"/>
                  <a:pt x="2154127" y="346408"/>
                  <a:pt x="2153125" y="345766"/>
                </a:cubicBezTo>
                <a:cubicBezTo>
                  <a:pt x="2151593" y="344371"/>
                  <a:pt x="2149933" y="343136"/>
                  <a:pt x="2148153" y="342078"/>
                </a:cubicBezTo>
                <a:cubicBezTo>
                  <a:pt x="2147166" y="341284"/>
                  <a:pt x="2146228" y="340426"/>
                  <a:pt x="2145346" y="339512"/>
                </a:cubicBezTo>
                <a:cubicBezTo>
                  <a:pt x="2144545" y="338790"/>
                  <a:pt x="2142139" y="338148"/>
                  <a:pt x="2141497" y="337026"/>
                </a:cubicBezTo>
                <a:cubicBezTo>
                  <a:pt x="2141104" y="336024"/>
                  <a:pt x="2141104" y="334901"/>
                  <a:pt x="2141497" y="333899"/>
                </a:cubicBezTo>
                <a:cubicBezTo>
                  <a:pt x="2141979" y="332856"/>
                  <a:pt x="2145106" y="332375"/>
                  <a:pt x="2145908" y="331894"/>
                </a:cubicBezTo>
                <a:cubicBezTo>
                  <a:pt x="2146709" y="331413"/>
                  <a:pt x="2146870" y="330771"/>
                  <a:pt x="2148794" y="329328"/>
                </a:cubicBezTo>
                <a:cubicBezTo>
                  <a:pt x="2150719" y="327885"/>
                  <a:pt x="2151120" y="325800"/>
                  <a:pt x="2151922" y="324998"/>
                </a:cubicBezTo>
                <a:cubicBezTo>
                  <a:pt x="2152723" y="324196"/>
                  <a:pt x="2156332" y="320427"/>
                  <a:pt x="2157374" y="319305"/>
                </a:cubicBezTo>
                <a:cubicBezTo>
                  <a:pt x="2158417" y="318182"/>
                  <a:pt x="2159940" y="317220"/>
                  <a:pt x="2160421" y="316739"/>
                </a:cubicBezTo>
                <a:cubicBezTo>
                  <a:pt x="2160903" y="316258"/>
                  <a:pt x="2162346" y="314734"/>
                  <a:pt x="2162907" y="314734"/>
                </a:cubicBezTo>
                <a:cubicBezTo>
                  <a:pt x="2163829" y="314381"/>
                  <a:pt x="2164559" y="313651"/>
                  <a:pt x="2164912" y="312729"/>
                </a:cubicBezTo>
                <a:cubicBezTo>
                  <a:pt x="2165153" y="311607"/>
                  <a:pt x="2167317" y="310644"/>
                  <a:pt x="2168120" y="309281"/>
                </a:cubicBezTo>
                <a:cubicBezTo>
                  <a:pt x="2168921" y="307918"/>
                  <a:pt x="2169883" y="307437"/>
                  <a:pt x="2170445" y="306234"/>
                </a:cubicBezTo>
                <a:cubicBezTo>
                  <a:pt x="2171006" y="305031"/>
                  <a:pt x="2171327" y="304310"/>
                  <a:pt x="2171006" y="303829"/>
                </a:cubicBezTo>
                <a:cubicBezTo>
                  <a:pt x="2170686" y="303347"/>
                  <a:pt x="2169643" y="303909"/>
                  <a:pt x="2169162" y="303347"/>
                </a:cubicBezTo>
                <a:cubicBezTo>
                  <a:pt x="2168480" y="302562"/>
                  <a:pt x="2167758" y="301808"/>
                  <a:pt x="2166997" y="301102"/>
                </a:cubicBezTo>
                <a:close/>
                <a:moveTo>
                  <a:pt x="1103801" y="296131"/>
                </a:moveTo>
                <a:cubicBezTo>
                  <a:pt x="1103127" y="296860"/>
                  <a:pt x="1102309" y="297430"/>
                  <a:pt x="1101395" y="297815"/>
                </a:cubicBezTo>
                <a:cubicBezTo>
                  <a:pt x="1100192" y="298055"/>
                  <a:pt x="1099150" y="297414"/>
                  <a:pt x="1097626" y="298857"/>
                </a:cubicBezTo>
                <a:cubicBezTo>
                  <a:pt x="1096688" y="300164"/>
                  <a:pt x="1095830" y="301535"/>
                  <a:pt x="1095060" y="302946"/>
                </a:cubicBezTo>
                <a:cubicBezTo>
                  <a:pt x="1094419" y="303588"/>
                  <a:pt x="1092655" y="304390"/>
                  <a:pt x="1092013" y="305112"/>
                </a:cubicBezTo>
                <a:cubicBezTo>
                  <a:pt x="1091372" y="305833"/>
                  <a:pt x="1091051" y="307677"/>
                  <a:pt x="1089928" y="308720"/>
                </a:cubicBezTo>
                <a:cubicBezTo>
                  <a:pt x="1088806" y="309762"/>
                  <a:pt x="1086560" y="310805"/>
                  <a:pt x="1085919" y="311607"/>
                </a:cubicBezTo>
                <a:cubicBezTo>
                  <a:pt x="1084636" y="313050"/>
                  <a:pt x="1083995" y="314012"/>
                  <a:pt x="1084957" y="315776"/>
                </a:cubicBezTo>
                <a:cubicBezTo>
                  <a:pt x="1086304" y="317420"/>
                  <a:pt x="1087811" y="318920"/>
                  <a:pt x="1089447" y="320267"/>
                </a:cubicBezTo>
                <a:cubicBezTo>
                  <a:pt x="1091444" y="322809"/>
                  <a:pt x="1093272" y="325487"/>
                  <a:pt x="1094900" y="328286"/>
                </a:cubicBezTo>
                <a:cubicBezTo>
                  <a:pt x="1095790" y="330090"/>
                  <a:pt x="1096921" y="331766"/>
                  <a:pt x="1098268" y="333257"/>
                </a:cubicBezTo>
                <a:cubicBezTo>
                  <a:pt x="1098909" y="333899"/>
                  <a:pt x="1102357" y="337347"/>
                  <a:pt x="1104843" y="340153"/>
                </a:cubicBezTo>
                <a:cubicBezTo>
                  <a:pt x="1105324" y="340714"/>
                  <a:pt x="1106687" y="343040"/>
                  <a:pt x="1108451" y="345205"/>
                </a:cubicBezTo>
                <a:cubicBezTo>
                  <a:pt x="1110216" y="347370"/>
                  <a:pt x="1109414" y="347691"/>
                  <a:pt x="1111899" y="350337"/>
                </a:cubicBezTo>
                <a:cubicBezTo>
                  <a:pt x="1112380" y="350818"/>
                  <a:pt x="1112942" y="353384"/>
                  <a:pt x="1113423" y="354026"/>
                </a:cubicBezTo>
                <a:cubicBezTo>
                  <a:pt x="1118154" y="359639"/>
                  <a:pt x="1117833" y="360761"/>
                  <a:pt x="1120640" y="363327"/>
                </a:cubicBezTo>
                <a:cubicBezTo>
                  <a:pt x="1122348" y="365059"/>
                  <a:pt x="1124288" y="366551"/>
                  <a:pt x="1126413" y="367737"/>
                </a:cubicBezTo>
                <a:cubicBezTo>
                  <a:pt x="1127784" y="368507"/>
                  <a:pt x="1129075" y="369421"/>
                  <a:pt x="1130262" y="370464"/>
                </a:cubicBezTo>
                <a:lnTo>
                  <a:pt x="1134031" y="373591"/>
                </a:lnTo>
                <a:cubicBezTo>
                  <a:pt x="1134672" y="374232"/>
                  <a:pt x="1139804" y="376959"/>
                  <a:pt x="1140847" y="377681"/>
                </a:cubicBezTo>
                <a:cubicBezTo>
                  <a:pt x="1142386" y="379236"/>
                  <a:pt x="1144078" y="380631"/>
                  <a:pt x="1145899" y="381850"/>
                </a:cubicBezTo>
                <a:cubicBezTo>
                  <a:pt x="1147991" y="382580"/>
                  <a:pt x="1150181" y="382981"/>
                  <a:pt x="1152394" y="383053"/>
                </a:cubicBezTo>
                <a:cubicBezTo>
                  <a:pt x="1153821" y="382861"/>
                  <a:pt x="1155200" y="382428"/>
                  <a:pt x="1156483" y="381770"/>
                </a:cubicBezTo>
                <a:cubicBezTo>
                  <a:pt x="1158007" y="380888"/>
                  <a:pt x="1160412" y="377681"/>
                  <a:pt x="1161936" y="376558"/>
                </a:cubicBezTo>
                <a:cubicBezTo>
                  <a:pt x="1163460" y="375435"/>
                  <a:pt x="1166426" y="373832"/>
                  <a:pt x="1166426" y="373832"/>
                </a:cubicBezTo>
                <a:cubicBezTo>
                  <a:pt x="1166426" y="373832"/>
                  <a:pt x="1169554" y="370784"/>
                  <a:pt x="1170676" y="369501"/>
                </a:cubicBezTo>
                <a:cubicBezTo>
                  <a:pt x="1171919" y="367858"/>
                  <a:pt x="1173475" y="366470"/>
                  <a:pt x="1175247" y="365412"/>
                </a:cubicBezTo>
                <a:cubicBezTo>
                  <a:pt x="1176129" y="365011"/>
                  <a:pt x="1178294" y="364690"/>
                  <a:pt x="1179176" y="363728"/>
                </a:cubicBezTo>
                <a:cubicBezTo>
                  <a:pt x="1180411" y="362213"/>
                  <a:pt x="1181381" y="360505"/>
                  <a:pt x="1182063" y="358676"/>
                </a:cubicBezTo>
                <a:cubicBezTo>
                  <a:pt x="1182704" y="356992"/>
                  <a:pt x="1185190" y="355629"/>
                  <a:pt x="1185350" y="353865"/>
                </a:cubicBezTo>
                <a:cubicBezTo>
                  <a:pt x="1185511" y="352101"/>
                  <a:pt x="1184308" y="350658"/>
                  <a:pt x="1183185" y="348813"/>
                </a:cubicBezTo>
                <a:cubicBezTo>
                  <a:pt x="1182111" y="346344"/>
                  <a:pt x="1180852" y="343954"/>
                  <a:pt x="1179417" y="341677"/>
                </a:cubicBezTo>
                <a:cubicBezTo>
                  <a:pt x="1177877" y="339375"/>
                  <a:pt x="1175006" y="338365"/>
                  <a:pt x="1172360" y="339191"/>
                </a:cubicBezTo>
                <a:cubicBezTo>
                  <a:pt x="1170845" y="340113"/>
                  <a:pt x="1169490" y="341276"/>
                  <a:pt x="1168351" y="342639"/>
                </a:cubicBezTo>
                <a:cubicBezTo>
                  <a:pt x="1167397" y="343417"/>
                  <a:pt x="1166266" y="343970"/>
                  <a:pt x="1165063" y="344243"/>
                </a:cubicBezTo>
                <a:cubicBezTo>
                  <a:pt x="1164662" y="344323"/>
                  <a:pt x="1163299" y="346247"/>
                  <a:pt x="1162096" y="346247"/>
                </a:cubicBezTo>
                <a:cubicBezTo>
                  <a:pt x="1160749" y="347178"/>
                  <a:pt x="1159490" y="348220"/>
                  <a:pt x="1158328" y="349375"/>
                </a:cubicBezTo>
                <a:cubicBezTo>
                  <a:pt x="1156443" y="351131"/>
                  <a:pt x="1154005" y="352181"/>
                  <a:pt x="1151432" y="352342"/>
                </a:cubicBezTo>
                <a:cubicBezTo>
                  <a:pt x="1147743" y="352181"/>
                  <a:pt x="1146380" y="349856"/>
                  <a:pt x="1143814" y="348573"/>
                </a:cubicBezTo>
                <a:cubicBezTo>
                  <a:pt x="1142386" y="347827"/>
                  <a:pt x="1141128" y="346785"/>
                  <a:pt x="1140125" y="345526"/>
                </a:cubicBezTo>
                <a:cubicBezTo>
                  <a:pt x="1137856" y="342888"/>
                  <a:pt x="1136108" y="339840"/>
                  <a:pt x="1134993" y="336545"/>
                </a:cubicBezTo>
                <a:cubicBezTo>
                  <a:pt x="1136629" y="333634"/>
                  <a:pt x="1137639" y="330410"/>
                  <a:pt x="1137960" y="327083"/>
                </a:cubicBezTo>
                <a:cubicBezTo>
                  <a:pt x="1138353" y="324998"/>
                  <a:pt x="1138866" y="322937"/>
                  <a:pt x="1139484" y="320908"/>
                </a:cubicBezTo>
                <a:cubicBezTo>
                  <a:pt x="1139363" y="319248"/>
                  <a:pt x="1139580" y="317589"/>
                  <a:pt x="1140125" y="316017"/>
                </a:cubicBezTo>
                <a:cubicBezTo>
                  <a:pt x="1141087" y="314173"/>
                  <a:pt x="1141569" y="313291"/>
                  <a:pt x="1142450" y="311767"/>
                </a:cubicBezTo>
                <a:cubicBezTo>
                  <a:pt x="1143301" y="310773"/>
                  <a:pt x="1143301" y="309313"/>
                  <a:pt x="1142450" y="308319"/>
                </a:cubicBezTo>
                <a:cubicBezTo>
                  <a:pt x="1141216" y="307172"/>
                  <a:pt x="1139813" y="306226"/>
                  <a:pt x="1138281" y="305513"/>
                </a:cubicBezTo>
                <a:cubicBezTo>
                  <a:pt x="1135955" y="305031"/>
                  <a:pt x="1133390" y="301663"/>
                  <a:pt x="1130663" y="303508"/>
                </a:cubicBezTo>
                <a:cubicBezTo>
                  <a:pt x="1127937" y="305352"/>
                  <a:pt x="1124810" y="305272"/>
                  <a:pt x="1124328" y="306795"/>
                </a:cubicBezTo>
                <a:cubicBezTo>
                  <a:pt x="1124272" y="308399"/>
                  <a:pt x="1123920" y="309971"/>
                  <a:pt x="1123286" y="311446"/>
                </a:cubicBezTo>
                <a:cubicBezTo>
                  <a:pt x="1123847" y="313451"/>
                  <a:pt x="1121522" y="314894"/>
                  <a:pt x="1119357" y="313451"/>
                </a:cubicBezTo>
                <a:cubicBezTo>
                  <a:pt x="1118258" y="312264"/>
                  <a:pt x="1117320" y="310941"/>
                  <a:pt x="1116550" y="309522"/>
                </a:cubicBezTo>
                <a:cubicBezTo>
                  <a:pt x="1115187" y="306475"/>
                  <a:pt x="1116791" y="303187"/>
                  <a:pt x="1113182" y="299499"/>
                </a:cubicBezTo>
                <a:cubicBezTo>
                  <a:pt x="1111370" y="298015"/>
                  <a:pt x="1109309" y="296868"/>
                  <a:pt x="1107088" y="296131"/>
                </a:cubicBezTo>
                <a:cubicBezTo>
                  <a:pt x="1105966" y="296131"/>
                  <a:pt x="1104442" y="295649"/>
                  <a:pt x="1103801" y="296131"/>
                </a:cubicBezTo>
                <a:close/>
                <a:moveTo>
                  <a:pt x="1805194" y="262933"/>
                </a:moveTo>
                <a:cubicBezTo>
                  <a:pt x="1804953" y="275154"/>
                  <a:pt x="1802868" y="287262"/>
                  <a:pt x="1799019" y="298857"/>
                </a:cubicBezTo>
                <a:cubicBezTo>
                  <a:pt x="1796221" y="308030"/>
                  <a:pt x="1789221" y="315327"/>
                  <a:pt x="1780176" y="318503"/>
                </a:cubicBezTo>
                <a:cubicBezTo>
                  <a:pt x="1778460" y="322905"/>
                  <a:pt x="1775990" y="326970"/>
                  <a:pt x="1772878" y="330531"/>
                </a:cubicBezTo>
                <a:cubicBezTo>
                  <a:pt x="1753473" y="353624"/>
                  <a:pt x="1718191" y="378723"/>
                  <a:pt x="1678098" y="396043"/>
                </a:cubicBezTo>
                <a:cubicBezTo>
                  <a:pt x="1687367" y="393253"/>
                  <a:pt x="1697335" y="393902"/>
                  <a:pt x="1706163" y="397887"/>
                </a:cubicBezTo>
                <a:lnTo>
                  <a:pt x="1706484" y="397647"/>
                </a:lnTo>
                <a:cubicBezTo>
                  <a:pt x="1717903" y="403236"/>
                  <a:pt x="1728287" y="410717"/>
                  <a:pt x="1737195" y="419779"/>
                </a:cubicBezTo>
                <a:cubicBezTo>
                  <a:pt x="1737195" y="419779"/>
                  <a:pt x="1725488" y="425953"/>
                  <a:pt x="1700951" y="420420"/>
                </a:cubicBezTo>
                <a:cubicBezTo>
                  <a:pt x="1689155" y="417205"/>
                  <a:pt x="1679613" y="408528"/>
                  <a:pt x="1675291" y="397086"/>
                </a:cubicBezTo>
                <a:lnTo>
                  <a:pt x="1655170" y="404476"/>
                </a:lnTo>
                <a:lnTo>
                  <a:pt x="1655884" y="408130"/>
                </a:lnTo>
                <a:cubicBezTo>
                  <a:pt x="1658853" y="423356"/>
                  <a:pt x="1664326" y="451472"/>
                  <a:pt x="1666550" y="463079"/>
                </a:cubicBezTo>
                <a:cubicBezTo>
                  <a:pt x="1750578" y="463552"/>
                  <a:pt x="1834173" y="450947"/>
                  <a:pt x="1914328" y="425712"/>
                </a:cubicBezTo>
                <a:lnTo>
                  <a:pt x="1922908" y="422825"/>
                </a:lnTo>
                <a:lnTo>
                  <a:pt x="1922908" y="431806"/>
                </a:lnTo>
                <a:cubicBezTo>
                  <a:pt x="1922852" y="457089"/>
                  <a:pt x="1914200" y="481610"/>
                  <a:pt x="1898371" y="501328"/>
                </a:cubicBezTo>
                <a:cubicBezTo>
                  <a:pt x="1882526" y="520396"/>
                  <a:pt x="1861276" y="534237"/>
                  <a:pt x="1837428" y="541020"/>
                </a:cubicBezTo>
                <a:cubicBezTo>
                  <a:pt x="1834823" y="559255"/>
                  <a:pt x="1825817" y="575974"/>
                  <a:pt x="1812009" y="588170"/>
                </a:cubicBezTo>
                <a:cubicBezTo>
                  <a:pt x="1808385" y="591233"/>
                  <a:pt x="1804464" y="593919"/>
                  <a:pt x="1800302" y="596189"/>
                </a:cubicBezTo>
                <a:cubicBezTo>
                  <a:pt x="1855391" y="589934"/>
                  <a:pt x="1897328" y="582076"/>
                  <a:pt x="1917375" y="578307"/>
                </a:cubicBezTo>
                <a:lnTo>
                  <a:pt x="1926597" y="576543"/>
                </a:lnTo>
                <a:lnTo>
                  <a:pt x="1926115" y="576543"/>
                </a:lnTo>
                <a:cubicBezTo>
                  <a:pt x="1935176" y="575020"/>
                  <a:pt x="1943997" y="573095"/>
                  <a:pt x="1951213" y="571331"/>
                </a:cubicBezTo>
                <a:cubicBezTo>
                  <a:pt x="1940388" y="591787"/>
                  <a:pt x="1927350" y="610983"/>
                  <a:pt x="1912323" y="628584"/>
                </a:cubicBezTo>
                <a:cubicBezTo>
                  <a:pt x="1886960" y="658743"/>
                  <a:pt x="1855823" y="683520"/>
                  <a:pt x="1820750" y="701474"/>
                </a:cubicBezTo>
                <a:cubicBezTo>
                  <a:pt x="1789886" y="717094"/>
                  <a:pt x="1756729" y="727679"/>
                  <a:pt x="1722521" y="732827"/>
                </a:cubicBezTo>
                <a:cubicBezTo>
                  <a:pt x="1717205" y="733573"/>
                  <a:pt x="1711848" y="733918"/>
                  <a:pt x="1706484" y="733869"/>
                </a:cubicBezTo>
                <a:cubicBezTo>
                  <a:pt x="1696477" y="733829"/>
                  <a:pt x="1686485" y="733108"/>
                  <a:pt x="1676574" y="731704"/>
                </a:cubicBezTo>
                <a:lnTo>
                  <a:pt x="1667112" y="730341"/>
                </a:lnTo>
                <a:lnTo>
                  <a:pt x="1685475" y="807080"/>
                </a:lnTo>
                <a:lnTo>
                  <a:pt x="1624292" y="811009"/>
                </a:lnTo>
                <a:lnTo>
                  <a:pt x="1563030" y="807080"/>
                </a:lnTo>
                <a:lnTo>
                  <a:pt x="1581392" y="730341"/>
                </a:lnTo>
                <a:lnTo>
                  <a:pt x="1571930" y="731704"/>
                </a:lnTo>
                <a:cubicBezTo>
                  <a:pt x="1562019" y="733108"/>
                  <a:pt x="1552028" y="733829"/>
                  <a:pt x="1542021" y="733869"/>
                </a:cubicBezTo>
                <a:cubicBezTo>
                  <a:pt x="1536656" y="733925"/>
                  <a:pt x="1531292" y="733573"/>
                  <a:pt x="1525983" y="732827"/>
                </a:cubicBezTo>
                <a:cubicBezTo>
                  <a:pt x="1491752" y="727695"/>
                  <a:pt x="1458562" y="717110"/>
                  <a:pt x="1427674" y="701474"/>
                </a:cubicBezTo>
                <a:cubicBezTo>
                  <a:pt x="1392593" y="683528"/>
                  <a:pt x="1361464" y="658743"/>
                  <a:pt x="1336101" y="628584"/>
                </a:cubicBezTo>
                <a:cubicBezTo>
                  <a:pt x="1321074" y="610983"/>
                  <a:pt x="1308036" y="591787"/>
                  <a:pt x="1297210" y="571331"/>
                </a:cubicBezTo>
                <a:cubicBezTo>
                  <a:pt x="1304508" y="573095"/>
                  <a:pt x="1313488" y="575020"/>
                  <a:pt x="1322309" y="576543"/>
                </a:cubicBezTo>
                <a:lnTo>
                  <a:pt x="1331611" y="578307"/>
                </a:lnTo>
                <a:cubicBezTo>
                  <a:pt x="1351577" y="582076"/>
                  <a:pt x="1393434" y="589934"/>
                  <a:pt x="1448603" y="596109"/>
                </a:cubicBezTo>
                <a:cubicBezTo>
                  <a:pt x="1444441" y="594000"/>
                  <a:pt x="1440512" y="591442"/>
                  <a:pt x="1436896" y="588491"/>
                </a:cubicBezTo>
                <a:cubicBezTo>
                  <a:pt x="1423128" y="576270"/>
                  <a:pt x="1414123" y="559568"/>
                  <a:pt x="1411476" y="541341"/>
                </a:cubicBezTo>
                <a:cubicBezTo>
                  <a:pt x="1387637" y="534533"/>
                  <a:pt x="1366396" y="520701"/>
                  <a:pt x="1350535" y="501649"/>
                </a:cubicBezTo>
                <a:cubicBezTo>
                  <a:pt x="1334762" y="481899"/>
                  <a:pt x="1326118" y="457402"/>
                  <a:pt x="1325998" y="432127"/>
                </a:cubicBezTo>
                <a:lnTo>
                  <a:pt x="1325998" y="423146"/>
                </a:lnTo>
                <a:lnTo>
                  <a:pt x="1334497" y="426033"/>
                </a:lnTo>
                <a:cubicBezTo>
                  <a:pt x="1414796" y="451203"/>
                  <a:pt x="1498527" y="463696"/>
                  <a:pt x="1582675" y="463079"/>
                </a:cubicBezTo>
                <a:cubicBezTo>
                  <a:pt x="1585642" y="447603"/>
                  <a:pt x="1594382" y="402778"/>
                  <a:pt x="1595265" y="398288"/>
                </a:cubicBezTo>
                <a:lnTo>
                  <a:pt x="1595265" y="397246"/>
                </a:lnTo>
                <a:cubicBezTo>
                  <a:pt x="1596868" y="388986"/>
                  <a:pt x="1601680" y="364048"/>
                  <a:pt x="1624052" y="364048"/>
                </a:cubicBezTo>
                <a:lnTo>
                  <a:pt x="1625094" y="364048"/>
                </a:lnTo>
                <a:cubicBezTo>
                  <a:pt x="1636280" y="364048"/>
                  <a:pt x="1643096" y="370343"/>
                  <a:pt x="1647316" y="377640"/>
                </a:cubicBezTo>
                <a:lnTo>
                  <a:pt x="1653068" y="394609"/>
                </a:lnTo>
                <a:lnTo>
                  <a:pt x="1672405" y="387543"/>
                </a:lnTo>
                <a:cubicBezTo>
                  <a:pt x="1665917" y="377344"/>
                  <a:pt x="1663095" y="365243"/>
                  <a:pt x="1664386" y="353224"/>
                </a:cubicBezTo>
                <a:cubicBezTo>
                  <a:pt x="1667313" y="340602"/>
                  <a:pt x="1673928" y="329127"/>
                  <a:pt x="1683390" y="320267"/>
                </a:cubicBezTo>
                <a:cubicBezTo>
                  <a:pt x="1687006" y="332279"/>
                  <a:pt x="1689083" y="344700"/>
                  <a:pt x="1689565" y="357233"/>
                </a:cubicBezTo>
                <a:cubicBezTo>
                  <a:pt x="1690046" y="371185"/>
                  <a:pt x="1675692" y="384737"/>
                  <a:pt x="1672886" y="387223"/>
                </a:cubicBezTo>
                <a:lnTo>
                  <a:pt x="1711757" y="364316"/>
                </a:lnTo>
                <a:lnTo>
                  <a:pt x="1704399" y="332455"/>
                </a:lnTo>
                <a:cubicBezTo>
                  <a:pt x="1706837" y="319761"/>
                  <a:pt x="1712875" y="308046"/>
                  <a:pt x="1721800" y="298696"/>
                </a:cubicBezTo>
                <a:cubicBezTo>
                  <a:pt x="1725392" y="310861"/>
                  <a:pt x="1727541" y="323402"/>
                  <a:pt x="1728215" y="336063"/>
                </a:cubicBezTo>
                <a:lnTo>
                  <a:pt x="1728455" y="336063"/>
                </a:lnTo>
                <a:cubicBezTo>
                  <a:pt x="1728655" y="343922"/>
                  <a:pt x="1724646" y="351700"/>
                  <a:pt x="1720587" y="357514"/>
                </a:cubicBezTo>
                <a:lnTo>
                  <a:pt x="1717893" y="360700"/>
                </a:lnTo>
                <a:lnTo>
                  <a:pt x="1747860" y="343040"/>
                </a:lnTo>
                <a:cubicBezTo>
                  <a:pt x="1741942" y="332976"/>
                  <a:pt x="1739304" y="321317"/>
                  <a:pt x="1740323" y="309682"/>
                </a:cubicBezTo>
                <a:cubicBezTo>
                  <a:pt x="1742552" y="297694"/>
                  <a:pt x="1748109" y="286580"/>
                  <a:pt x="1756360" y="277607"/>
                </a:cubicBezTo>
                <a:cubicBezTo>
                  <a:pt x="1759688" y="289291"/>
                  <a:pt x="1761652" y="301319"/>
                  <a:pt x="1762214" y="313451"/>
                </a:cubicBezTo>
                <a:cubicBezTo>
                  <a:pt x="1762935" y="326922"/>
                  <a:pt x="1750266" y="340714"/>
                  <a:pt x="1748101" y="342960"/>
                </a:cubicBezTo>
                <a:cubicBezTo>
                  <a:pt x="1756344" y="336400"/>
                  <a:pt x="1764114" y="329280"/>
                  <a:pt x="1771355" y="321630"/>
                </a:cubicBezTo>
                <a:cubicBezTo>
                  <a:pt x="1773119" y="319705"/>
                  <a:pt x="1775124" y="317220"/>
                  <a:pt x="1776567" y="315375"/>
                </a:cubicBezTo>
                <a:cubicBezTo>
                  <a:pt x="1774634" y="305545"/>
                  <a:pt x="1776254" y="295337"/>
                  <a:pt x="1781138" y="286588"/>
                </a:cubicBezTo>
                <a:cubicBezTo>
                  <a:pt x="1786542" y="276421"/>
                  <a:pt x="1794938" y="268161"/>
                  <a:pt x="1805194" y="262933"/>
                </a:cubicBezTo>
                <a:close/>
                <a:moveTo>
                  <a:pt x="1289192" y="258764"/>
                </a:moveTo>
                <a:cubicBezTo>
                  <a:pt x="1289192" y="258764"/>
                  <a:pt x="1284381" y="261731"/>
                  <a:pt x="1284381" y="261731"/>
                </a:cubicBezTo>
                <a:cubicBezTo>
                  <a:pt x="1283387" y="263126"/>
                  <a:pt x="1282168" y="264345"/>
                  <a:pt x="1280773" y="265339"/>
                </a:cubicBezTo>
                <a:cubicBezTo>
                  <a:pt x="1279810" y="265900"/>
                  <a:pt x="1276683" y="261089"/>
                  <a:pt x="1273877" y="262773"/>
                </a:cubicBezTo>
                <a:cubicBezTo>
                  <a:pt x="1273075" y="263254"/>
                  <a:pt x="1272433" y="265179"/>
                  <a:pt x="1271712" y="266381"/>
                </a:cubicBezTo>
                <a:cubicBezTo>
                  <a:pt x="1270469" y="269581"/>
                  <a:pt x="1270469" y="273125"/>
                  <a:pt x="1271712" y="276325"/>
                </a:cubicBezTo>
                <a:cubicBezTo>
                  <a:pt x="1271712" y="277447"/>
                  <a:pt x="1271230" y="279773"/>
                  <a:pt x="1271712" y="280574"/>
                </a:cubicBezTo>
                <a:cubicBezTo>
                  <a:pt x="1272193" y="281376"/>
                  <a:pt x="1273796" y="282178"/>
                  <a:pt x="1274198" y="282900"/>
                </a:cubicBezTo>
                <a:cubicBezTo>
                  <a:pt x="1274598" y="283621"/>
                  <a:pt x="1275240" y="285867"/>
                  <a:pt x="1275721" y="286669"/>
                </a:cubicBezTo>
                <a:cubicBezTo>
                  <a:pt x="1277405" y="290036"/>
                  <a:pt x="1280853" y="289635"/>
                  <a:pt x="1283740" y="287952"/>
                </a:cubicBezTo>
                <a:cubicBezTo>
                  <a:pt x="1285103" y="287070"/>
                  <a:pt x="1286546" y="283862"/>
                  <a:pt x="1287268" y="283140"/>
                </a:cubicBezTo>
                <a:cubicBezTo>
                  <a:pt x="1287990" y="282419"/>
                  <a:pt x="1289834" y="282339"/>
                  <a:pt x="1290636" y="280735"/>
                </a:cubicBezTo>
                <a:cubicBezTo>
                  <a:pt x="1291469" y="279508"/>
                  <a:pt x="1292095" y="278153"/>
                  <a:pt x="1292480" y="276725"/>
                </a:cubicBezTo>
                <a:lnTo>
                  <a:pt x="1292480" y="276405"/>
                </a:lnTo>
                <a:cubicBezTo>
                  <a:pt x="1292720" y="274480"/>
                  <a:pt x="1291678" y="273358"/>
                  <a:pt x="1292079" y="271674"/>
                </a:cubicBezTo>
                <a:cubicBezTo>
                  <a:pt x="1291919" y="270792"/>
                  <a:pt x="1293282" y="269429"/>
                  <a:pt x="1293282" y="268787"/>
                </a:cubicBezTo>
                <a:cubicBezTo>
                  <a:pt x="1293426" y="267568"/>
                  <a:pt x="1293675" y="266357"/>
                  <a:pt x="1294004" y="265179"/>
                </a:cubicBezTo>
                <a:cubicBezTo>
                  <a:pt x="1293795" y="263968"/>
                  <a:pt x="1293330" y="262821"/>
                  <a:pt x="1292641" y="261811"/>
                </a:cubicBezTo>
                <a:cubicBezTo>
                  <a:pt x="1292504" y="260696"/>
                  <a:pt x="1292063" y="259638"/>
                  <a:pt x="1291357" y="258764"/>
                </a:cubicBezTo>
                <a:cubicBezTo>
                  <a:pt x="1290796" y="258042"/>
                  <a:pt x="1289192" y="258764"/>
                  <a:pt x="1289192" y="258764"/>
                </a:cubicBezTo>
                <a:close/>
                <a:moveTo>
                  <a:pt x="1594784" y="219320"/>
                </a:moveTo>
                <a:cubicBezTo>
                  <a:pt x="1480273" y="224889"/>
                  <a:pt x="1366140" y="263536"/>
                  <a:pt x="1267462" y="337427"/>
                </a:cubicBezTo>
                <a:lnTo>
                  <a:pt x="1267382" y="337427"/>
                </a:lnTo>
                <a:cubicBezTo>
                  <a:pt x="1117272" y="449784"/>
                  <a:pt x="1029002" y="626396"/>
                  <a:pt x="1029227" y="813896"/>
                </a:cubicBezTo>
                <a:cubicBezTo>
                  <a:pt x="1029211" y="844231"/>
                  <a:pt x="1031496" y="874517"/>
                  <a:pt x="1036043" y="904507"/>
                </a:cubicBezTo>
                <a:cubicBezTo>
                  <a:pt x="1036444" y="906993"/>
                  <a:pt x="1037005" y="909398"/>
                  <a:pt x="1037406" y="911884"/>
                </a:cubicBezTo>
                <a:cubicBezTo>
                  <a:pt x="1039250" y="923030"/>
                  <a:pt x="1041415" y="934016"/>
                  <a:pt x="1043821" y="944921"/>
                </a:cubicBezTo>
                <a:cubicBezTo>
                  <a:pt x="1047349" y="960317"/>
                  <a:pt x="1051198" y="975633"/>
                  <a:pt x="1055849" y="990548"/>
                </a:cubicBezTo>
                <a:cubicBezTo>
                  <a:pt x="1060981" y="1006585"/>
                  <a:pt x="1066915" y="1022622"/>
                  <a:pt x="1073330" y="1038660"/>
                </a:cubicBezTo>
                <a:cubicBezTo>
                  <a:pt x="1074212" y="1040744"/>
                  <a:pt x="1075014" y="1042990"/>
                  <a:pt x="1075896" y="1045074"/>
                </a:cubicBezTo>
                <a:cubicBezTo>
                  <a:pt x="1094451" y="1089201"/>
                  <a:pt x="1118250" y="1130930"/>
                  <a:pt x="1146781" y="1169364"/>
                </a:cubicBezTo>
                <a:lnTo>
                  <a:pt x="1147182" y="1169845"/>
                </a:lnTo>
                <a:cubicBezTo>
                  <a:pt x="1147382" y="1170118"/>
                  <a:pt x="1147583" y="1170382"/>
                  <a:pt x="1147783" y="1170655"/>
                </a:cubicBezTo>
                <a:cubicBezTo>
                  <a:pt x="1221674" y="1269330"/>
                  <a:pt x="1320317" y="1338536"/>
                  <a:pt x="1428632" y="1376109"/>
                </a:cubicBezTo>
                <a:lnTo>
                  <a:pt x="1453812" y="1382223"/>
                </a:lnTo>
                <a:lnTo>
                  <a:pt x="1452473" y="1375954"/>
                </a:lnTo>
                <a:cubicBezTo>
                  <a:pt x="1450408" y="1368647"/>
                  <a:pt x="1446760" y="1360408"/>
                  <a:pt x="1440425" y="1356679"/>
                </a:cubicBezTo>
                <a:cubicBezTo>
                  <a:pt x="1433384" y="1352951"/>
                  <a:pt x="1425855" y="1350256"/>
                  <a:pt x="1418053" y="1348661"/>
                </a:cubicBezTo>
                <a:lnTo>
                  <a:pt x="1414607" y="1345496"/>
                </a:lnTo>
                <a:lnTo>
                  <a:pt x="1448925" y="1351307"/>
                </a:lnTo>
                <a:cubicBezTo>
                  <a:pt x="1466005" y="1358443"/>
                  <a:pt x="1471377" y="1386108"/>
                  <a:pt x="1471377" y="1386108"/>
                </a:cubicBezTo>
                <a:cubicBezTo>
                  <a:pt x="1471377" y="1386108"/>
                  <a:pt x="1478353" y="1385787"/>
                  <a:pt x="1481561" y="1386108"/>
                </a:cubicBezTo>
                <a:lnTo>
                  <a:pt x="1484324" y="1389631"/>
                </a:lnTo>
                <a:lnTo>
                  <a:pt x="1486654" y="1390197"/>
                </a:lnTo>
                <a:lnTo>
                  <a:pt x="1511791" y="1390197"/>
                </a:lnTo>
                <a:cubicBezTo>
                  <a:pt x="1511791" y="1390197"/>
                  <a:pt x="1512252" y="1392262"/>
                  <a:pt x="1512413" y="1394578"/>
                </a:cubicBezTo>
                <a:lnTo>
                  <a:pt x="1512054" y="1396364"/>
                </a:lnTo>
                <a:lnTo>
                  <a:pt x="1539614" y="1403056"/>
                </a:lnTo>
                <a:cubicBezTo>
                  <a:pt x="1577310" y="1408470"/>
                  <a:pt x="1615523" y="1410289"/>
                  <a:pt x="1653693" y="1408433"/>
                </a:cubicBezTo>
                <a:lnTo>
                  <a:pt x="1752411" y="1393971"/>
                </a:lnTo>
                <a:lnTo>
                  <a:pt x="1752351" y="1393967"/>
                </a:lnTo>
                <a:lnTo>
                  <a:pt x="1756922" y="1392523"/>
                </a:lnTo>
                <a:lnTo>
                  <a:pt x="1728215" y="1392523"/>
                </a:lnTo>
                <a:cubicBezTo>
                  <a:pt x="1728215" y="1392523"/>
                  <a:pt x="1729659" y="1362854"/>
                  <a:pt x="1712178" y="1356119"/>
                </a:cubicBezTo>
                <a:cubicBezTo>
                  <a:pt x="1699156" y="1350810"/>
                  <a:pt x="1684690" y="1350209"/>
                  <a:pt x="1671283" y="1354435"/>
                </a:cubicBezTo>
                <a:cubicBezTo>
                  <a:pt x="1656689" y="1359406"/>
                  <a:pt x="1653000" y="1384264"/>
                  <a:pt x="1650835" y="1385708"/>
                </a:cubicBezTo>
                <a:lnTo>
                  <a:pt x="1648985" y="1389977"/>
                </a:lnTo>
                <a:lnTo>
                  <a:pt x="1648990" y="1389877"/>
                </a:lnTo>
                <a:lnTo>
                  <a:pt x="1648750" y="1390519"/>
                </a:lnTo>
                <a:lnTo>
                  <a:pt x="1648985" y="1389977"/>
                </a:lnTo>
                <a:lnTo>
                  <a:pt x="1648349" y="1402306"/>
                </a:lnTo>
                <a:cubicBezTo>
                  <a:pt x="1643506" y="1402956"/>
                  <a:pt x="1638599" y="1402956"/>
                  <a:pt x="1633755" y="1402306"/>
                </a:cubicBezTo>
                <a:cubicBezTo>
                  <a:pt x="1631670" y="1401584"/>
                  <a:pt x="1641774" y="1401103"/>
                  <a:pt x="1639930" y="1400061"/>
                </a:cubicBezTo>
                <a:cubicBezTo>
                  <a:pt x="1638085" y="1399019"/>
                  <a:pt x="1635599" y="1399580"/>
                  <a:pt x="1634798" y="1399179"/>
                </a:cubicBezTo>
                <a:cubicBezTo>
                  <a:pt x="1632633" y="1398056"/>
                  <a:pt x="1636883" y="1398056"/>
                  <a:pt x="1637043" y="1396773"/>
                </a:cubicBezTo>
                <a:cubicBezTo>
                  <a:pt x="1637203" y="1395490"/>
                  <a:pt x="1629986" y="1396773"/>
                  <a:pt x="1629024" y="1396773"/>
                </a:cubicBezTo>
                <a:cubicBezTo>
                  <a:pt x="1628062" y="1396773"/>
                  <a:pt x="1632151" y="1394689"/>
                  <a:pt x="1632151" y="1394689"/>
                </a:cubicBezTo>
                <a:lnTo>
                  <a:pt x="1618360" y="1394689"/>
                </a:lnTo>
                <a:lnTo>
                  <a:pt x="1621166" y="1392523"/>
                </a:lnTo>
                <a:lnTo>
                  <a:pt x="1592860" y="1392523"/>
                </a:lnTo>
                <a:cubicBezTo>
                  <a:pt x="1592860" y="1392523"/>
                  <a:pt x="1594383" y="1362854"/>
                  <a:pt x="1576822" y="1356119"/>
                </a:cubicBezTo>
                <a:cubicBezTo>
                  <a:pt x="1563800" y="1350810"/>
                  <a:pt x="1549335" y="1350209"/>
                  <a:pt x="1535927" y="1354435"/>
                </a:cubicBezTo>
                <a:cubicBezTo>
                  <a:pt x="1521333" y="1359406"/>
                  <a:pt x="1517645" y="1384264"/>
                  <a:pt x="1515480" y="1385708"/>
                </a:cubicBezTo>
                <a:cubicBezTo>
                  <a:pt x="1513315" y="1387151"/>
                  <a:pt x="1511871" y="1384585"/>
                  <a:pt x="1511871" y="1384585"/>
                </a:cubicBezTo>
                <a:cubicBezTo>
                  <a:pt x="1511871" y="1384585"/>
                  <a:pt x="1514999" y="1364699"/>
                  <a:pt x="1520852" y="1358765"/>
                </a:cubicBezTo>
                <a:cubicBezTo>
                  <a:pt x="1529889" y="1349624"/>
                  <a:pt x="1542318" y="1344628"/>
                  <a:pt x="1555172" y="1344973"/>
                </a:cubicBezTo>
                <a:cubicBezTo>
                  <a:pt x="1575860" y="1343529"/>
                  <a:pt x="1594624" y="1348822"/>
                  <a:pt x="1603284" y="1357562"/>
                </a:cubicBezTo>
                <a:cubicBezTo>
                  <a:pt x="1611944" y="1366302"/>
                  <a:pt x="1612506" y="1388675"/>
                  <a:pt x="1612506" y="1388675"/>
                </a:cubicBezTo>
                <a:lnTo>
                  <a:pt x="1644580" y="1387873"/>
                </a:lnTo>
                <a:cubicBezTo>
                  <a:pt x="1644580" y="1387873"/>
                  <a:pt x="1650755" y="1364699"/>
                  <a:pt x="1656608" y="1358765"/>
                </a:cubicBezTo>
                <a:cubicBezTo>
                  <a:pt x="1665638" y="1349607"/>
                  <a:pt x="1678066" y="1344612"/>
                  <a:pt x="1690928" y="1344973"/>
                </a:cubicBezTo>
                <a:cubicBezTo>
                  <a:pt x="1711617" y="1343529"/>
                  <a:pt x="1730380" y="1348822"/>
                  <a:pt x="1739041" y="1357562"/>
                </a:cubicBezTo>
                <a:cubicBezTo>
                  <a:pt x="1747701" y="1366302"/>
                  <a:pt x="1748262" y="1388675"/>
                  <a:pt x="1748262" y="1388675"/>
                </a:cubicBezTo>
                <a:lnTo>
                  <a:pt x="1778295" y="1387924"/>
                </a:lnTo>
                <a:lnTo>
                  <a:pt x="1780547" y="1387123"/>
                </a:lnTo>
                <a:lnTo>
                  <a:pt x="1781584" y="1383429"/>
                </a:lnTo>
                <a:cubicBezTo>
                  <a:pt x="1784050" y="1375254"/>
                  <a:pt x="1790080" y="1358024"/>
                  <a:pt x="1798860" y="1350987"/>
                </a:cubicBezTo>
                <a:cubicBezTo>
                  <a:pt x="1807640" y="1343951"/>
                  <a:pt x="1822149" y="1343184"/>
                  <a:pt x="1828855" y="1343240"/>
                </a:cubicBezTo>
                <a:cubicBezTo>
                  <a:pt x="1831090" y="1343259"/>
                  <a:pt x="1832458" y="1343369"/>
                  <a:pt x="1832458" y="1343369"/>
                </a:cubicBezTo>
                <a:lnTo>
                  <a:pt x="1832458" y="1355237"/>
                </a:lnTo>
                <a:cubicBezTo>
                  <a:pt x="1832458" y="1355237"/>
                  <a:pt x="1808402" y="1353232"/>
                  <a:pt x="1799100" y="1360048"/>
                </a:cubicBezTo>
                <a:cubicBezTo>
                  <a:pt x="1794450" y="1363456"/>
                  <a:pt x="1791102" y="1369791"/>
                  <a:pt x="1788887" y="1375705"/>
                </a:cubicBezTo>
                <a:lnTo>
                  <a:pt x="1786461" y="1385019"/>
                </a:lnTo>
                <a:lnTo>
                  <a:pt x="1877742" y="1352549"/>
                </a:lnTo>
                <a:cubicBezTo>
                  <a:pt x="1913510" y="1335670"/>
                  <a:pt x="1948119" y="1314956"/>
                  <a:pt x="1981011" y="1290325"/>
                </a:cubicBezTo>
                <a:cubicBezTo>
                  <a:pt x="2244153" y="1093291"/>
                  <a:pt x="2297733" y="720238"/>
                  <a:pt x="2100691" y="457105"/>
                </a:cubicBezTo>
                <a:cubicBezTo>
                  <a:pt x="1977539" y="292643"/>
                  <a:pt x="1785636" y="210039"/>
                  <a:pt x="1594784" y="219320"/>
                </a:cubicBezTo>
                <a:close/>
                <a:moveTo>
                  <a:pt x="1337545" y="215623"/>
                </a:moveTo>
                <a:cubicBezTo>
                  <a:pt x="1336767" y="216377"/>
                  <a:pt x="1335941" y="217075"/>
                  <a:pt x="1335059" y="217708"/>
                </a:cubicBezTo>
                <a:cubicBezTo>
                  <a:pt x="1334337" y="218109"/>
                  <a:pt x="1332173" y="217868"/>
                  <a:pt x="1331370" y="218590"/>
                </a:cubicBezTo>
                <a:cubicBezTo>
                  <a:pt x="1330320" y="219312"/>
                  <a:pt x="1329149" y="219857"/>
                  <a:pt x="1327922" y="220194"/>
                </a:cubicBezTo>
                <a:cubicBezTo>
                  <a:pt x="1327041" y="220194"/>
                  <a:pt x="1325196" y="219071"/>
                  <a:pt x="1323753" y="220194"/>
                </a:cubicBezTo>
                <a:cubicBezTo>
                  <a:pt x="1322309" y="221316"/>
                  <a:pt x="1321107" y="220595"/>
                  <a:pt x="1320224" y="221316"/>
                </a:cubicBezTo>
                <a:lnTo>
                  <a:pt x="1319984" y="220996"/>
                </a:lnTo>
                <a:cubicBezTo>
                  <a:pt x="1319262" y="222760"/>
                  <a:pt x="1321508" y="224604"/>
                  <a:pt x="1321668" y="226448"/>
                </a:cubicBezTo>
                <a:cubicBezTo>
                  <a:pt x="1321700" y="227619"/>
                  <a:pt x="1322221" y="228726"/>
                  <a:pt x="1323111" y="229495"/>
                </a:cubicBezTo>
                <a:cubicBezTo>
                  <a:pt x="1324763" y="230402"/>
                  <a:pt x="1326150" y="231725"/>
                  <a:pt x="1327121" y="233344"/>
                </a:cubicBezTo>
                <a:cubicBezTo>
                  <a:pt x="1327922" y="234547"/>
                  <a:pt x="1331210" y="235429"/>
                  <a:pt x="1331692" y="236231"/>
                </a:cubicBezTo>
                <a:cubicBezTo>
                  <a:pt x="1332173" y="237033"/>
                  <a:pt x="1336021" y="238637"/>
                  <a:pt x="1337144" y="239439"/>
                </a:cubicBezTo>
                <a:cubicBezTo>
                  <a:pt x="1338266" y="240241"/>
                  <a:pt x="1338748" y="242165"/>
                  <a:pt x="1339469" y="242887"/>
                </a:cubicBezTo>
                <a:cubicBezTo>
                  <a:pt x="1340375" y="244210"/>
                  <a:pt x="1342083" y="244715"/>
                  <a:pt x="1343559" y="244089"/>
                </a:cubicBezTo>
                <a:cubicBezTo>
                  <a:pt x="1344361" y="243608"/>
                  <a:pt x="1345163" y="241283"/>
                  <a:pt x="1345884" y="240561"/>
                </a:cubicBezTo>
                <a:cubicBezTo>
                  <a:pt x="1346606" y="239840"/>
                  <a:pt x="1348130" y="239358"/>
                  <a:pt x="1348931" y="238637"/>
                </a:cubicBezTo>
                <a:cubicBezTo>
                  <a:pt x="1350102" y="237658"/>
                  <a:pt x="1351032" y="236424"/>
                  <a:pt x="1351658" y="235028"/>
                </a:cubicBezTo>
                <a:cubicBezTo>
                  <a:pt x="1351995" y="233826"/>
                  <a:pt x="1352211" y="232591"/>
                  <a:pt x="1352299" y="231340"/>
                </a:cubicBezTo>
                <a:cubicBezTo>
                  <a:pt x="1352540" y="229896"/>
                  <a:pt x="1351898" y="227892"/>
                  <a:pt x="1351898" y="226609"/>
                </a:cubicBezTo>
                <a:cubicBezTo>
                  <a:pt x="1352452" y="225238"/>
                  <a:pt x="1352620" y="223738"/>
                  <a:pt x="1352379" y="222279"/>
                </a:cubicBezTo>
                <a:cubicBezTo>
                  <a:pt x="1352091" y="221036"/>
                  <a:pt x="1351514" y="219881"/>
                  <a:pt x="1350696" y="218911"/>
                </a:cubicBezTo>
                <a:cubicBezTo>
                  <a:pt x="1349653" y="218293"/>
                  <a:pt x="1348555" y="217788"/>
                  <a:pt x="1347408" y="217387"/>
                </a:cubicBezTo>
                <a:cubicBezTo>
                  <a:pt x="1345564" y="216505"/>
                  <a:pt x="1338988" y="214340"/>
                  <a:pt x="1337545" y="215623"/>
                </a:cubicBezTo>
                <a:close/>
                <a:moveTo>
                  <a:pt x="1295046" y="204798"/>
                </a:moveTo>
                <a:cubicBezTo>
                  <a:pt x="1295687" y="204638"/>
                  <a:pt x="1295687" y="206963"/>
                  <a:pt x="1295767" y="208647"/>
                </a:cubicBezTo>
                <a:cubicBezTo>
                  <a:pt x="1295471" y="210451"/>
                  <a:pt x="1294934" y="212199"/>
                  <a:pt x="1294164" y="213859"/>
                </a:cubicBezTo>
                <a:cubicBezTo>
                  <a:pt x="1292961" y="216185"/>
                  <a:pt x="1292881" y="217788"/>
                  <a:pt x="1291919" y="219633"/>
                </a:cubicBezTo>
                <a:cubicBezTo>
                  <a:pt x="1290924" y="221172"/>
                  <a:pt x="1289682" y="222527"/>
                  <a:pt x="1288230" y="223642"/>
                </a:cubicBezTo>
                <a:cubicBezTo>
                  <a:pt x="1286851" y="224452"/>
                  <a:pt x="1285079" y="224027"/>
                  <a:pt x="1284221" y="222680"/>
                </a:cubicBezTo>
                <a:cubicBezTo>
                  <a:pt x="1283419" y="221437"/>
                  <a:pt x="1283419" y="219833"/>
                  <a:pt x="1284221" y="218590"/>
                </a:cubicBezTo>
                <a:cubicBezTo>
                  <a:pt x="1285512" y="216481"/>
                  <a:pt x="1286963" y="214469"/>
                  <a:pt x="1288551" y="212576"/>
                </a:cubicBezTo>
                <a:cubicBezTo>
                  <a:pt x="1289144" y="211718"/>
                  <a:pt x="1289609" y="210772"/>
                  <a:pt x="1289914" y="209770"/>
                </a:cubicBezTo>
                <a:cubicBezTo>
                  <a:pt x="1290235" y="208647"/>
                  <a:pt x="1291598" y="208326"/>
                  <a:pt x="1292320" y="206963"/>
                </a:cubicBezTo>
                <a:cubicBezTo>
                  <a:pt x="1293073" y="206065"/>
                  <a:pt x="1294004" y="205335"/>
                  <a:pt x="1295046" y="204798"/>
                </a:cubicBezTo>
                <a:close/>
                <a:moveTo>
                  <a:pt x="1301942" y="182586"/>
                </a:moveTo>
                <a:cubicBezTo>
                  <a:pt x="1300819" y="182586"/>
                  <a:pt x="1298815" y="184751"/>
                  <a:pt x="1298013" y="184751"/>
                </a:cubicBezTo>
                <a:cubicBezTo>
                  <a:pt x="1296601" y="184839"/>
                  <a:pt x="1295206" y="185088"/>
                  <a:pt x="1293843" y="185473"/>
                </a:cubicBezTo>
                <a:cubicBezTo>
                  <a:pt x="1292969" y="185882"/>
                  <a:pt x="1292303" y="186636"/>
                  <a:pt x="1291999" y="187558"/>
                </a:cubicBezTo>
                <a:cubicBezTo>
                  <a:pt x="1291518" y="188279"/>
                  <a:pt x="1291093" y="189025"/>
                  <a:pt x="1290716" y="189803"/>
                </a:cubicBezTo>
                <a:cubicBezTo>
                  <a:pt x="1290179" y="190701"/>
                  <a:pt x="1289730" y="191639"/>
                  <a:pt x="1289353" y="192610"/>
                </a:cubicBezTo>
                <a:cubicBezTo>
                  <a:pt x="1288647" y="194069"/>
                  <a:pt x="1287669" y="195376"/>
                  <a:pt x="1286466" y="196459"/>
                </a:cubicBezTo>
                <a:cubicBezTo>
                  <a:pt x="1284942" y="197982"/>
                  <a:pt x="1284862" y="198463"/>
                  <a:pt x="1284061" y="198944"/>
                </a:cubicBezTo>
                <a:cubicBezTo>
                  <a:pt x="1282978" y="199995"/>
                  <a:pt x="1282031" y="201182"/>
                  <a:pt x="1281254" y="202473"/>
                </a:cubicBezTo>
                <a:cubicBezTo>
                  <a:pt x="1279971" y="204317"/>
                  <a:pt x="1277886" y="205600"/>
                  <a:pt x="1277084" y="206803"/>
                </a:cubicBezTo>
                <a:cubicBezTo>
                  <a:pt x="1275713" y="209168"/>
                  <a:pt x="1273821" y="211197"/>
                  <a:pt x="1271551" y="212736"/>
                </a:cubicBezTo>
                <a:cubicBezTo>
                  <a:pt x="1270669" y="212328"/>
                  <a:pt x="1269755" y="211975"/>
                  <a:pt x="1268825" y="211694"/>
                </a:cubicBezTo>
                <a:cubicBezTo>
                  <a:pt x="1266740" y="211293"/>
                  <a:pt x="1266018" y="210972"/>
                  <a:pt x="1264575" y="211694"/>
                </a:cubicBezTo>
                <a:cubicBezTo>
                  <a:pt x="1263597" y="212897"/>
                  <a:pt x="1262691" y="214156"/>
                  <a:pt x="1261849" y="215463"/>
                </a:cubicBezTo>
                <a:cubicBezTo>
                  <a:pt x="1261849" y="217788"/>
                  <a:pt x="1259764" y="220354"/>
                  <a:pt x="1262330" y="224845"/>
                </a:cubicBezTo>
                <a:cubicBezTo>
                  <a:pt x="1262811" y="225647"/>
                  <a:pt x="1264094" y="227330"/>
                  <a:pt x="1266499" y="231019"/>
                </a:cubicBezTo>
                <a:cubicBezTo>
                  <a:pt x="1267999" y="232976"/>
                  <a:pt x="1269611" y="234844"/>
                  <a:pt x="1271311" y="236632"/>
                </a:cubicBezTo>
                <a:cubicBezTo>
                  <a:pt x="1272674" y="238316"/>
                  <a:pt x="1274759" y="240000"/>
                  <a:pt x="1275240" y="240802"/>
                </a:cubicBezTo>
                <a:cubicBezTo>
                  <a:pt x="1275721" y="241604"/>
                  <a:pt x="1277244" y="243929"/>
                  <a:pt x="1277645" y="243929"/>
                </a:cubicBezTo>
                <a:cubicBezTo>
                  <a:pt x="1278046" y="243929"/>
                  <a:pt x="1278287" y="244170"/>
                  <a:pt x="1279410" y="245132"/>
                </a:cubicBezTo>
                <a:cubicBezTo>
                  <a:pt x="1280532" y="246094"/>
                  <a:pt x="1280853" y="247056"/>
                  <a:pt x="1282216" y="247778"/>
                </a:cubicBezTo>
                <a:cubicBezTo>
                  <a:pt x="1282946" y="248107"/>
                  <a:pt x="1283740" y="248275"/>
                  <a:pt x="1284542" y="248259"/>
                </a:cubicBezTo>
                <a:cubicBezTo>
                  <a:pt x="1286129" y="247682"/>
                  <a:pt x="1287661" y="246952"/>
                  <a:pt x="1289112" y="246094"/>
                </a:cubicBezTo>
                <a:cubicBezTo>
                  <a:pt x="1289834" y="245613"/>
                  <a:pt x="1290315" y="244731"/>
                  <a:pt x="1291438" y="244009"/>
                </a:cubicBezTo>
                <a:cubicBezTo>
                  <a:pt x="1292560" y="243288"/>
                  <a:pt x="1294805" y="243047"/>
                  <a:pt x="1295447" y="242887"/>
                </a:cubicBezTo>
                <a:cubicBezTo>
                  <a:pt x="1296089" y="242726"/>
                  <a:pt x="1297852" y="243689"/>
                  <a:pt x="1297852" y="244330"/>
                </a:cubicBezTo>
                <a:cubicBezTo>
                  <a:pt x="1298727" y="246639"/>
                  <a:pt x="1299745" y="248885"/>
                  <a:pt x="1300900" y="251066"/>
                </a:cubicBezTo>
                <a:cubicBezTo>
                  <a:pt x="1301677" y="252734"/>
                  <a:pt x="1302615" y="254313"/>
                  <a:pt x="1303706" y="255797"/>
                </a:cubicBezTo>
                <a:cubicBezTo>
                  <a:pt x="1304187" y="256518"/>
                  <a:pt x="1305711" y="258443"/>
                  <a:pt x="1305711" y="259245"/>
                </a:cubicBezTo>
                <a:cubicBezTo>
                  <a:pt x="1307796" y="262933"/>
                  <a:pt x="1307154" y="264778"/>
                  <a:pt x="1304348" y="266542"/>
                </a:cubicBezTo>
                <a:cubicBezTo>
                  <a:pt x="1303546" y="267023"/>
                  <a:pt x="1300659" y="266221"/>
                  <a:pt x="1298013" y="267905"/>
                </a:cubicBezTo>
                <a:cubicBezTo>
                  <a:pt x="1297612" y="268145"/>
                  <a:pt x="1294404" y="270711"/>
                  <a:pt x="1295367" y="271513"/>
                </a:cubicBezTo>
                <a:cubicBezTo>
                  <a:pt x="1296329" y="272315"/>
                  <a:pt x="1302503" y="272796"/>
                  <a:pt x="1304348" y="273839"/>
                </a:cubicBezTo>
                <a:cubicBezTo>
                  <a:pt x="1306192" y="274881"/>
                  <a:pt x="1307074" y="276004"/>
                  <a:pt x="1308517" y="276405"/>
                </a:cubicBezTo>
                <a:cubicBezTo>
                  <a:pt x="1310113" y="276541"/>
                  <a:pt x="1311717" y="276381"/>
                  <a:pt x="1313248" y="275924"/>
                </a:cubicBezTo>
                <a:cubicBezTo>
                  <a:pt x="1314451" y="275843"/>
                  <a:pt x="1315654" y="276325"/>
                  <a:pt x="1316456" y="276325"/>
                </a:cubicBezTo>
                <a:cubicBezTo>
                  <a:pt x="1317258" y="276325"/>
                  <a:pt x="1319262" y="275924"/>
                  <a:pt x="1319904" y="275924"/>
                </a:cubicBezTo>
                <a:cubicBezTo>
                  <a:pt x="1320698" y="276276"/>
                  <a:pt x="1321596" y="276276"/>
                  <a:pt x="1322390" y="275924"/>
                </a:cubicBezTo>
                <a:cubicBezTo>
                  <a:pt x="1323192" y="275443"/>
                  <a:pt x="1323432" y="273598"/>
                  <a:pt x="1325116" y="271513"/>
                </a:cubicBezTo>
                <a:cubicBezTo>
                  <a:pt x="1326800" y="269429"/>
                  <a:pt x="1325918" y="265980"/>
                  <a:pt x="1326800" y="264778"/>
                </a:cubicBezTo>
                <a:cubicBezTo>
                  <a:pt x="1328083" y="262292"/>
                  <a:pt x="1328235" y="259365"/>
                  <a:pt x="1327201" y="256759"/>
                </a:cubicBezTo>
                <a:cubicBezTo>
                  <a:pt x="1323512" y="249486"/>
                  <a:pt x="1319302" y="242494"/>
                  <a:pt x="1314612" y="235830"/>
                </a:cubicBezTo>
                <a:cubicBezTo>
                  <a:pt x="1313160" y="234668"/>
                  <a:pt x="1311958" y="233224"/>
                  <a:pt x="1311083" y="231580"/>
                </a:cubicBezTo>
                <a:cubicBezTo>
                  <a:pt x="1310121" y="229977"/>
                  <a:pt x="1311083" y="227651"/>
                  <a:pt x="1311805" y="227651"/>
                </a:cubicBezTo>
                <a:cubicBezTo>
                  <a:pt x="1312807" y="227483"/>
                  <a:pt x="1313649" y="226817"/>
                  <a:pt x="1314050" y="225887"/>
                </a:cubicBezTo>
                <a:cubicBezTo>
                  <a:pt x="1314427" y="223874"/>
                  <a:pt x="1314667" y="221838"/>
                  <a:pt x="1314772" y="219793"/>
                </a:cubicBezTo>
                <a:cubicBezTo>
                  <a:pt x="1314451" y="214027"/>
                  <a:pt x="1314451" y="208238"/>
                  <a:pt x="1314772" y="202473"/>
                </a:cubicBezTo>
                <a:cubicBezTo>
                  <a:pt x="1314860" y="200765"/>
                  <a:pt x="1314860" y="199049"/>
                  <a:pt x="1314772" y="197341"/>
                </a:cubicBezTo>
                <a:cubicBezTo>
                  <a:pt x="1315173" y="194759"/>
                  <a:pt x="1315766" y="192217"/>
                  <a:pt x="1316536" y="189723"/>
                </a:cubicBezTo>
                <a:cubicBezTo>
                  <a:pt x="1316207" y="188352"/>
                  <a:pt x="1315413" y="187133"/>
                  <a:pt x="1314291" y="186275"/>
                </a:cubicBezTo>
                <a:cubicBezTo>
                  <a:pt x="1313489" y="185794"/>
                  <a:pt x="1311565" y="183308"/>
                  <a:pt x="1309961" y="182586"/>
                </a:cubicBezTo>
                <a:cubicBezTo>
                  <a:pt x="1307290" y="182322"/>
                  <a:pt x="1304612" y="182322"/>
                  <a:pt x="1301942" y="182586"/>
                </a:cubicBezTo>
                <a:close/>
                <a:moveTo>
                  <a:pt x="1988340" y="171921"/>
                </a:moveTo>
                <a:cubicBezTo>
                  <a:pt x="1987378" y="171681"/>
                  <a:pt x="1986416" y="171440"/>
                  <a:pt x="1985695" y="172804"/>
                </a:cubicBezTo>
                <a:cubicBezTo>
                  <a:pt x="1985101" y="174736"/>
                  <a:pt x="1984179" y="176556"/>
                  <a:pt x="1982968" y="178176"/>
                </a:cubicBezTo>
                <a:cubicBezTo>
                  <a:pt x="1981838" y="180205"/>
                  <a:pt x="1980458" y="182089"/>
                  <a:pt x="1978878" y="183789"/>
                </a:cubicBezTo>
                <a:cubicBezTo>
                  <a:pt x="1975767" y="185802"/>
                  <a:pt x="1973210" y="188560"/>
                  <a:pt x="1971421" y="191808"/>
                </a:cubicBezTo>
                <a:cubicBezTo>
                  <a:pt x="1967212" y="191896"/>
                  <a:pt x="1963033" y="191102"/>
                  <a:pt x="1959153" y="189482"/>
                </a:cubicBezTo>
                <a:cubicBezTo>
                  <a:pt x="1956907" y="188360"/>
                  <a:pt x="1954261" y="185714"/>
                  <a:pt x="1952978" y="185714"/>
                </a:cubicBezTo>
                <a:cubicBezTo>
                  <a:pt x="1951815" y="185449"/>
                  <a:pt x="1950613" y="185449"/>
                  <a:pt x="1949450" y="185714"/>
                </a:cubicBezTo>
                <a:cubicBezTo>
                  <a:pt x="1948087" y="185794"/>
                  <a:pt x="1946964" y="185072"/>
                  <a:pt x="1945761" y="185072"/>
                </a:cubicBezTo>
                <a:cubicBezTo>
                  <a:pt x="1944527" y="185513"/>
                  <a:pt x="1943268" y="185890"/>
                  <a:pt x="1941993" y="186195"/>
                </a:cubicBezTo>
                <a:cubicBezTo>
                  <a:pt x="1940253" y="186379"/>
                  <a:pt x="1938809" y="187622"/>
                  <a:pt x="1938384" y="189322"/>
                </a:cubicBezTo>
                <a:cubicBezTo>
                  <a:pt x="1937021" y="192401"/>
                  <a:pt x="1937558" y="195985"/>
                  <a:pt x="1939747" y="198543"/>
                </a:cubicBezTo>
                <a:cubicBezTo>
                  <a:pt x="1941592" y="199987"/>
                  <a:pt x="1941672" y="201671"/>
                  <a:pt x="1942955" y="203114"/>
                </a:cubicBezTo>
                <a:cubicBezTo>
                  <a:pt x="1943693" y="203940"/>
                  <a:pt x="1944679" y="204501"/>
                  <a:pt x="1945761" y="204718"/>
                </a:cubicBezTo>
                <a:cubicBezTo>
                  <a:pt x="1946900" y="204942"/>
                  <a:pt x="1948023" y="205239"/>
                  <a:pt x="1949130" y="205600"/>
                </a:cubicBezTo>
                <a:lnTo>
                  <a:pt x="1951374" y="206883"/>
                </a:lnTo>
                <a:cubicBezTo>
                  <a:pt x="1952177" y="207364"/>
                  <a:pt x="1954662" y="207364"/>
                  <a:pt x="1954341" y="208406"/>
                </a:cubicBezTo>
                <a:cubicBezTo>
                  <a:pt x="1954021" y="209449"/>
                  <a:pt x="1951856" y="211053"/>
                  <a:pt x="1950813" y="211774"/>
                </a:cubicBezTo>
                <a:cubicBezTo>
                  <a:pt x="1947654" y="214797"/>
                  <a:pt x="1943845" y="217051"/>
                  <a:pt x="1939667" y="218349"/>
                </a:cubicBezTo>
                <a:cubicBezTo>
                  <a:pt x="1932338" y="220563"/>
                  <a:pt x="1924897" y="222383"/>
                  <a:pt x="1917375" y="223802"/>
                </a:cubicBezTo>
                <a:cubicBezTo>
                  <a:pt x="1916653" y="223802"/>
                  <a:pt x="1915290" y="223802"/>
                  <a:pt x="1914649" y="223802"/>
                </a:cubicBezTo>
                <a:cubicBezTo>
                  <a:pt x="1913190" y="224075"/>
                  <a:pt x="1911714" y="224259"/>
                  <a:pt x="1910239" y="224363"/>
                </a:cubicBezTo>
                <a:cubicBezTo>
                  <a:pt x="1908282" y="224764"/>
                  <a:pt x="1906262" y="224764"/>
                  <a:pt x="1904305" y="224363"/>
                </a:cubicBezTo>
                <a:lnTo>
                  <a:pt x="1904305" y="224043"/>
                </a:lnTo>
                <a:cubicBezTo>
                  <a:pt x="1901819" y="223562"/>
                  <a:pt x="1900135" y="224283"/>
                  <a:pt x="1900376" y="225005"/>
                </a:cubicBezTo>
                <a:cubicBezTo>
                  <a:pt x="1900616" y="225727"/>
                  <a:pt x="1901739" y="226689"/>
                  <a:pt x="1902781" y="227812"/>
                </a:cubicBezTo>
                <a:cubicBezTo>
                  <a:pt x="1903824" y="228934"/>
                  <a:pt x="1902300" y="231260"/>
                  <a:pt x="1902781" y="232462"/>
                </a:cubicBezTo>
                <a:cubicBezTo>
                  <a:pt x="1903262" y="233665"/>
                  <a:pt x="1903102" y="235109"/>
                  <a:pt x="1903904" y="235830"/>
                </a:cubicBezTo>
                <a:cubicBezTo>
                  <a:pt x="1905115" y="236520"/>
                  <a:pt x="1906454" y="236985"/>
                  <a:pt x="1907833" y="237193"/>
                </a:cubicBezTo>
                <a:cubicBezTo>
                  <a:pt x="1910191" y="238051"/>
                  <a:pt x="1912604" y="238749"/>
                  <a:pt x="1915050" y="239278"/>
                </a:cubicBezTo>
                <a:cubicBezTo>
                  <a:pt x="1916975" y="239278"/>
                  <a:pt x="1922026" y="239278"/>
                  <a:pt x="1924111" y="239278"/>
                </a:cubicBezTo>
                <a:cubicBezTo>
                  <a:pt x="1928273" y="240064"/>
                  <a:pt x="1932539" y="240064"/>
                  <a:pt x="1936700" y="239278"/>
                </a:cubicBezTo>
                <a:cubicBezTo>
                  <a:pt x="1942875" y="237354"/>
                  <a:pt x="1946483" y="237113"/>
                  <a:pt x="1950893" y="235750"/>
                </a:cubicBezTo>
                <a:cubicBezTo>
                  <a:pt x="1955304" y="234387"/>
                  <a:pt x="1961718" y="228213"/>
                  <a:pt x="1962601" y="229816"/>
                </a:cubicBezTo>
                <a:cubicBezTo>
                  <a:pt x="1963483" y="231420"/>
                  <a:pt x="1964686" y="237675"/>
                  <a:pt x="1967091" y="242967"/>
                </a:cubicBezTo>
                <a:cubicBezTo>
                  <a:pt x="1967765" y="245228"/>
                  <a:pt x="1968302" y="247537"/>
                  <a:pt x="1968695" y="249863"/>
                </a:cubicBezTo>
                <a:cubicBezTo>
                  <a:pt x="1969000" y="253928"/>
                  <a:pt x="1969561" y="257978"/>
                  <a:pt x="1970379" y="261971"/>
                </a:cubicBezTo>
                <a:cubicBezTo>
                  <a:pt x="1972359" y="266245"/>
                  <a:pt x="1972359" y="271169"/>
                  <a:pt x="1970379" y="275443"/>
                </a:cubicBezTo>
                <a:cubicBezTo>
                  <a:pt x="1970411" y="277295"/>
                  <a:pt x="1971221" y="279043"/>
                  <a:pt x="1972624" y="280254"/>
                </a:cubicBezTo>
                <a:cubicBezTo>
                  <a:pt x="1974308" y="281938"/>
                  <a:pt x="1977115" y="282018"/>
                  <a:pt x="1978718" y="284985"/>
                </a:cubicBezTo>
                <a:cubicBezTo>
                  <a:pt x="1979769" y="286276"/>
                  <a:pt x="1981044" y="287358"/>
                  <a:pt x="1982487" y="288192"/>
                </a:cubicBezTo>
                <a:cubicBezTo>
                  <a:pt x="1984251" y="289555"/>
                  <a:pt x="1986336" y="290117"/>
                  <a:pt x="1987378" y="290918"/>
                </a:cubicBezTo>
                <a:cubicBezTo>
                  <a:pt x="1988814" y="292001"/>
                  <a:pt x="1990313" y="292995"/>
                  <a:pt x="1991869" y="293885"/>
                </a:cubicBezTo>
                <a:cubicBezTo>
                  <a:pt x="1992510" y="294126"/>
                  <a:pt x="1993312" y="294848"/>
                  <a:pt x="1994194" y="294687"/>
                </a:cubicBezTo>
                <a:cubicBezTo>
                  <a:pt x="1995076" y="294527"/>
                  <a:pt x="1996359" y="294126"/>
                  <a:pt x="1997242" y="294126"/>
                </a:cubicBezTo>
                <a:cubicBezTo>
                  <a:pt x="1999334" y="295064"/>
                  <a:pt x="2001724" y="295064"/>
                  <a:pt x="2003816" y="294126"/>
                </a:cubicBezTo>
                <a:cubicBezTo>
                  <a:pt x="2005100" y="293645"/>
                  <a:pt x="2005661" y="291801"/>
                  <a:pt x="2006142" y="291079"/>
                </a:cubicBezTo>
                <a:cubicBezTo>
                  <a:pt x="2006623" y="290357"/>
                  <a:pt x="2008467" y="290437"/>
                  <a:pt x="2008467" y="289315"/>
                </a:cubicBezTo>
                <a:cubicBezTo>
                  <a:pt x="2008467" y="288192"/>
                  <a:pt x="2006944" y="287150"/>
                  <a:pt x="2006222" y="286187"/>
                </a:cubicBezTo>
                <a:cubicBezTo>
                  <a:pt x="2003256" y="282659"/>
                  <a:pt x="2001411" y="280494"/>
                  <a:pt x="1999326" y="278169"/>
                </a:cubicBezTo>
                <a:cubicBezTo>
                  <a:pt x="1998524" y="277207"/>
                  <a:pt x="1997963" y="274881"/>
                  <a:pt x="1996921" y="273438"/>
                </a:cubicBezTo>
                <a:cubicBezTo>
                  <a:pt x="1995445" y="271914"/>
                  <a:pt x="1994130" y="270254"/>
                  <a:pt x="1992991" y="268466"/>
                </a:cubicBezTo>
                <a:cubicBezTo>
                  <a:pt x="1991556" y="264561"/>
                  <a:pt x="1989760" y="260800"/>
                  <a:pt x="1987619" y="257240"/>
                </a:cubicBezTo>
                <a:cubicBezTo>
                  <a:pt x="1985053" y="253391"/>
                  <a:pt x="1985695" y="245372"/>
                  <a:pt x="1984572" y="242486"/>
                </a:cubicBezTo>
                <a:cubicBezTo>
                  <a:pt x="1982094" y="236488"/>
                  <a:pt x="1980474" y="230169"/>
                  <a:pt x="1979760" y="223722"/>
                </a:cubicBezTo>
                <a:cubicBezTo>
                  <a:pt x="1979632" y="221485"/>
                  <a:pt x="1980515" y="219304"/>
                  <a:pt x="1982166" y="217788"/>
                </a:cubicBezTo>
                <a:cubicBezTo>
                  <a:pt x="1983449" y="216850"/>
                  <a:pt x="1984892" y="216144"/>
                  <a:pt x="1986416" y="215703"/>
                </a:cubicBezTo>
                <a:cubicBezTo>
                  <a:pt x="1989351" y="215784"/>
                  <a:pt x="1992262" y="216241"/>
                  <a:pt x="1995076" y="217067"/>
                </a:cubicBezTo>
                <a:cubicBezTo>
                  <a:pt x="1996600" y="217548"/>
                  <a:pt x="1998204" y="218349"/>
                  <a:pt x="2000048" y="219151"/>
                </a:cubicBezTo>
                <a:cubicBezTo>
                  <a:pt x="2001836" y="219961"/>
                  <a:pt x="2003777" y="220370"/>
                  <a:pt x="2005741" y="220354"/>
                </a:cubicBezTo>
                <a:cubicBezTo>
                  <a:pt x="2008580" y="221004"/>
                  <a:pt x="2011483" y="221356"/>
                  <a:pt x="2014401" y="221397"/>
                </a:cubicBezTo>
                <a:cubicBezTo>
                  <a:pt x="2016326" y="220916"/>
                  <a:pt x="2017208" y="220194"/>
                  <a:pt x="2018651" y="220916"/>
                </a:cubicBezTo>
                <a:cubicBezTo>
                  <a:pt x="2020095" y="221637"/>
                  <a:pt x="2020415" y="221156"/>
                  <a:pt x="2021137" y="219873"/>
                </a:cubicBezTo>
                <a:cubicBezTo>
                  <a:pt x="2022420" y="216746"/>
                  <a:pt x="2023462" y="212416"/>
                  <a:pt x="2021137" y="210571"/>
                </a:cubicBezTo>
                <a:cubicBezTo>
                  <a:pt x="2018812" y="208727"/>
                  <a:pt x="2016807" y="207364"/>
                  <a:pt x="2016727" y="205760"/>
                </a:cubicBezTo>
                <a:cubicBezTo>
                  <a:pt x="2016647" y="204157"/>
                  <a:pt x="2011354" y="202633"/>
                  <a:pt x="2010472" y="202152"/>
                </a:cubicBezTo>
                <a:cubicBezTo>
                  <a:pt x="2009590" y="201671"/>
                  <a:pt x="2006704" y="202633"/>
                  <a:pt x="2004699" y="202633"/>
                </a:cubicBezTo>
                <a:cubicBezTo>
                  <a:pt x="2003280" y="202537"/>
                  <a:pt x="2001884" y="202264"/>
                  <a:pt x="2000529" y="201831"/>
                </a:cubicBezTo>
                <a:cubicBezTo>
                  <a:pt x="1999326" y="201430"/>
                  <a:pt x="1996840" y="201430"/>
                  <a:pt x="1996840" y="201430"/>
                </a:cubicBezTo>
                <a:cubicBezTo>
                  <a:pt x="1995878" y="201486"/>
                  <a:pt x="1994924" y="201230"/>
                  <a:pt x="1994114" y="200708"/>
                </a:cubicBezTo>
                <a:cubicBezTo>
                  <a:pt x="1993473" y="200147"/>
                  <a:pt x="1996199" y="197822"/>
                  <a:pt x="1996199" y="197341"/>
                </a:cubicBezTo>
                <a:cubicBezTo>
                  <a:pt x="1998605" y="195336"/>
                  <a:pt x="2000770" y="193732"/>
                  <a:pt x="2001972" y="192850"/>
                </a:cubicBezTo>
                <a:cubicBezTo>
                  <a:pt x="2003175" y="191968"/>
                  <a:pt x="2002373" y="191006"/>
                  <a:pt x="2003175" y="189322"/>
                </a:cubicBezTo>
                <a:cubicBezTo>
                  <a:pt x="2003977" y="187638"/>
                  <a:pt x="2005100" y="187157"/>
                  <a:pt x="2003977" y="185473"/>
                </a:cubicBezTo>
                <a:cubicBezTo>
                  <a:pt x="2002558" y="183589"/>
                  <a:pt x="2001716" y="181335"/>
                  <a:pt x="2001571" y="178978"/>
                </a:cubicBezTo>
                <a:cubicBezTo>
                  <a:pt x="2001571" y="178096"/>
                  <a:pt x="1996680" y="176171"/>
                  <a:pt x="1995878" y="175369"/>
                </a:cubicBezTo>
                <a:cubicBezTo>
                  <a:pt x="1995076" y="174568"/>
                  <a:pt x="1993152" y="175129"/>
                  <a:pt x="1992190" y="174568"/>
                </a:cubicBezTo>
                <a:cubicBezTo>
                  <a:pt x="1991228" y="174006"/>
                  <a:pt x="1991468" y="172804"/>
                  <a:pt x="1988340" y="171921"/>
                </a:cubicBezTo>
                <a:close/>
                <a:moveTo>
                  <a:pt x="1463598" y="159492"/>
                </a:moveTo>
                <a:lnTo>
                  <a:pt x="1463839" y="159813"/>
                </a:lnTo>
                <a:lnTo>
                  <a:pt x="1463657" y="159603"/>
                </a:lnTo>
                <a:close/>
                <a:moveTo>
                  <a:pt x="1272273" y="144257"/>
                </a:moveTo>
                <a:cubicBezTo>
                  <a:pt x="1271230" y="143856"/>
                  <a:pt x="1269627" y="145299"/>
                  <a:pt x="1268183" y="145299"/>
                </a:cubicBezTo>
                <a:cubicBezTo>
                  <a:pt x="1266740" y="145299"/>
                  <a:pt x="1266259" y="144738"/>
                  <a:pt x="1265297" y="145299"/>
                </a:cubicBezTo>
                <a:cubicBezTo>
                  <a:pt x="1264102" y="146141"/>
                  <a:pt x="1262843" y="146895"/>
                  <a:pt x="1261528" y="147545"/>
                </a:cubicBezTo>
                <a:cubicBezTo>
                  <a:pt x="1260446" y="147970"/>
                  <a:pt x="1259403" y="148483"/>
                  <a:pt x="1258401" y="149068"/>
                </a:cubicBezTo>
                <a:cubicBezTo>
                  <a:pt x="1257037" y="149950"/>
                  <a:pt x="1257037" y="150832"/>
                  <a:pt x="1256476" y="151474"/>
                </a:cubicBezTo>
                <a:cubicBezTo>
                  <a:pt x="1255915" y="152115"/>
                  <a:pt x="1254471" y="152757"/>
                  <a:pt x="1254071" y="153238"/>
                </a:cubicBezTo>
                <a:cubicBezTo>
                  <a:pt x="1253670" y="153719"/>
                  <a:pt x="1253670" y="154922"/>
                  <a:pt x="1252146" y="155884"/>
                </a:cubicBezTo>
                <a:cubicBezTo>
                  <a:pt x="1250623" y="156846"/>
                  <a:pt x="1248618" y="157087"/>
                  <a:pt x="1248137" y="159252"/>
                </a:cubicBezTo>
                <a:cubicBezTo>
                  <a:pt x="1247792" y="160294"/>
                  <a:pt x="1248001" y="161449"/>
                  <a:pt x="1248698" y="162299"/>
                </a:cubicBezTo>
                <a:cubicBezTo>
                  <a:pt x="1249901" y="163261"/>
                  <a:pt x="1255594" y="165907"/>
                  <a:pt x="1256075" y="167832"/>
                </a:cubicBezTo>
                <a:cubicBezTo>
                  <a:pt x="1256436" y="168955"/>
                  <a:pt x="1256701" y="170109"/>
                  <a:pt x="1256877" y="171280"/>
                </a:cubicBezTo>
                <a:cubicBezTo>
                  <a:pt x="1257439" y="172643"/>
                  <a:pt x="1257439" y="173124"/>
                  <a:pt x="1257439" y="174167"/>
                </a:cubicBezTo>
                <a:cubicBezTo>
                  <a:pt x="1257398" y="175177"/>
                  <a:pt x="1257711" y="176171"/>
                  <a:pt x="1258320" y="176973"/>
                </a:cubicBezTo>
                <a:cubicBezTo>
                  <a:pt x="1259387" y="177478"/>
                  <a:pt x="1260622" y="177478"/>
                  <a:pt x="1261688" y="176973"/>
                </a:cubicBezTo>
                <a:cubicBezTo>
                  <a:pt x="1262811" y="176332"/>
                  <a:pt x="1264174" y="175931"/>
                  <a:pt x="1264655" y="176332"/>
                </a:cubicBezTo>
                <a:cubicBezTo>
                  <a:pt x="1265136" y="176733"/>
                  <a:pt x="1266179" y="176733"/>
                  <a:pt x="1266419" y="178417"/>
                </a:cubicBezTo>
                <a:cubicBezTo>
                  <a:pt x="1266660" y="180101"/>
                  <a:pt x="1265617" y="180822"/>
                  <a:pt x="1264174" y="182586"/>
                </a:cubicBezTo>
                <a:cubicBezTo>
                  <a:pt x="1262731" y="184350"/>
                  <a:pt x="1257679" y="189081"/>
                  <a:pt x="1257198" y="190605"/>
                </a:cubicBezTo>
                <a:cubicBezTo>
                  <a:pt x="1256717" y="192129"/>
                  <a:pt x="1254552" y="192369"/>
                  <a:pt x="1253028" y="193973"/>
                </a:cubicBezTo>
                <a:cubicBezTo>
                  <a:pt x="1250061" y="197116"/>
                  <a:pt x="1246878" y="200035"/>
                  <a:pt x="1243486" y="202713"/>
                </a:cubicBezTo>
                <a:cubicBezTo>
                  <a:pt x="1242363" y="203515"/>
                  <a:pt x="1240679" y="206562"/>
                  <a:pt x="1239878" y="206963"/>
                </a:cubicBezTo>
                <a:cubicBezTo>
                  <a:pt x="1239076" y="207364"/>
                  <a:pt x="1237712" y="206321"/>
                  <a:pt x="1237071" y="206963"/>
                </a:cubicBezTo>
                <a:lnTo>
                  <a:pt x="1237071" y="206642"/>
                </a:lnTo>
                <a:cubicBezTo>
                  <a:pt x="1234569" y="209240"/>
                  <a:pt x="1232581" y="212287"/>
                  <a:pt x="1231217" y="215623"/>
                </a:cubicBezTo>
                <a:cubicBezTo>
                  <a:pt x="1231049" y="216746"/>
                  <a:pt x="1231370" y="217884"/>
                  <a:pt x="1232099" y="218750"/>
                </a:cubicBezTo>
                <a:cubicBezTo>
                  <a:pt x="1233222" y="220354"/>
                  <a:pt x="1234425" y="221798"/>
                  <a:pt x="1234425" y="222199"/>
                </a:cubicBezTo>
                <a:cubicBezTo>
                  <a:pt x="1235146" y="223963"/>
                  <a:pt x="1236510" y="225887"/>
                  <a:pt x="1237953" y="225727"/>
                </a:cubicBezTo>
                <a:cubicBezTo>
                  <a:pt x="1239396" y="225566"/>
                  <a:pt x="1239958" y="224043"/>
                  <a:pt x="1242123" y="223642"/>
                </a:cubicBezTo>
                <a:cubicBezTo>
                  <a:pt x="1244288" y="223241"/>
                  <a:pt x="1243967" y="224604"/>
                  <a:pt x="1245170" y="223642"/>
                </a:cubicBezTo>
                <a:cubicBezTo>
                  <a:pt x="1246373" y="222680"/>
                  <a:pt x="1246934" y="221397"/>
                  <a:pt x="1246934" y="220515"/>
                </a:cubicBezTo>
                <a:cubicBezTo>
                  <a:pt x="1247616" y="219432"/>
                  <a:pt x="1248450" y="218462"/>
                  <a:pt x="1249420" y="217628"/>
                </a:cubicBezTo>
                <a:cubicBezTo>
                  <a:pt x="1250783" y="216666"/>
                  <a:pt x="1252467" y="215784"/>
                  <a:pt x="1252467" y="214501"/>
                </a:cubicBezTo>
                <a:cubicBezTo>
                  <a:pt x="1253108" y="213907"/>
                  <a:pt x="1253838" y="213418"/>
                  <a:pt x="1254632" y="213057"/>
                </a:cubicBezTo>
                <a:cubicBezTo>
                  <a:pt x="1255690" y="212648"/>
                  <a:pt x="1256644" y="212023"/>
                  <a:pt x="1257439" y="211213"/>
                </a:cubicBezTo>
                <a:cubicBezTo>
                  <a:pt x="1258288" y="210219"/>
                  <a:pt x="1259195" y="209280"/>
                  <a:pt x="1260165" y="208406"/>
                </a:cubicBezTo>
                <a:cubicBezTo>
                  <a:pt x="1261247" y="207893"/>
                  <a:pt x="1262185" y="207123"/>
                  <a:pt x="1262891" y="206161"/>
                </a:cubicBezTo>
                <a:cubicBezTo>
                  <a:pt x="1263613" y="205119"/>
                  <a:pt x="1265216" y="204397"/>
                  <a:pt x="1265938" y="203194"/>
                </a:cubicBezTo>
                <a:cubicBezTo>
                  <a:pt x="1266660" y="201991"/>
                  <a:pt x="1268344" y="201430"/>
                  <a:pt x="1269146" y="199907"/>
                </a:cubicBezTo>
                <a:cubicBezTo>
                  <a:pt x="1269948" y="198383"/>
                  <a:pt x="1272433" y="198223"/>
                  <a:pt x="1272433" y="196539"/>
                </a:cubicBezTo>
                <a:cubicBezTo>
                  <a:pt x="1276114" y="192289"/>
                  <a:pt x="1280083" y="188304"/>
                  <a:pt x="1284301" y="184591"/>
                </a:cubicBezTo>
                <a:cubicBezTo>
                  <a:pt x="1285921" y="182658"/>
                  <a:pt x="1287428" y="180622"/>
                  <a:pt x="1288791" y="178497"/>
                </a:cubicBezTo>
                <a:cubicBezTo>
                  <a:pt x="1290395" y="177134"/>
                  <a:pt x="1292320" y="176893"/>
                  <a:pt x="1293041" y="176171"/>
                </a:cubicBezTo>
                <a:cubicBezTo>
                  <a:pt x="1294035" y="174704"/>
                  <a:pt x="1295166" y="173341"/>
                  <a:pt x="1296409" y="172082"/>
                </a:cubicBezTo>
                <a:cubicBezTo>
                  <a:pt x="1297211" y="171120"/>
                  <a:pt x="1298975" y="169115"/>
                  <a:pt x="1299937" y="168233"/>
                </a:cubicBezTo>
                <a:lnTo>
                  <a:pt x="1304267" y="164865"/>
                </a:lnTo>
                <a:cubicBezTo>
                  <a:pt x="1305069" y="164384"/>
                  <a:pt x="1309159" y="161417"/>
                  <a:pt x="1309880" y="160856"/>
                </a:cubicBezTo>
                <a:cubicBezTo>
                  <a:pt x="1312046" y="159813"/>
                  <a:pt x="1314050" y="160615"/>
                  <a:pt x="1314050" y="159813"/>
                </a:cubicBezTo>
                <a:cubicBezTo>
                  <a:pt x="1315173" y="157488"/>
                  <a:pt x="1317979" y="152115"/>
                  <a:pt x="1317178" y="150431"/>
                </a:cubicBezTo>
                <a:cubicBezTo>
                  <a:pt x="1316376" y="148747"/>
                  <a:pt x="1315654" y="147464"/>
                  <a:pt x="1315173" y="146663"/>
                </a:cubicBezTo>
                <a:cubicBezTo>
                  <a:pt x="1314491" y="145949"/>
                  <a:pt x="1313489" y="145644"/>
                  <a:pt x="1312527" y="145861"/>
                </a:cubicBezTo>
                <a:cubicBezTo>
                  <a:pt x="1310634" y="146470"/>
                  <a:pt x="1308565" y="146117"/>
                  <a:pt x="1306994" y="144899"/>
                </a:cubicBezTo>
                <a:cubicBezTo>
                  <a:pt x="1306192" y="144257"/>
                  <a:pt x="1304829" y="145139"/>
                  <a:pt x="1303466" y="145700"/>
                </a:cubicBezTo>
                <a:cubicBezTo>
                  <a:pt x="1302103" y="146262"/>
                  <a:pt x="1300499" y="145700"/>
                  <a:pt x="1299777" y="146262"/>
                </a:cubicBezTo>
                <a:cubicBezTo>
                  <a:pt x="1297708" y="147954"/>
                  <a:pt x="1295776" y="149798"/>
                  <a:pt x="1294004" y="151795"/>
                </a:cubicBezTo>
                <a:cubicBezTo>
                  <a:pt x="1292480" y="153559"/>
                  <a:pt x="1284942" y="160535"/>
                  <a:pt x="1283900" y="161577"/>
                </a:cubicBezTo>
                <a:cubicBezTo>
                  <a:pt x="1282858" y="162620"/>
                  <a:pt x="1282056" y="161257"/>
                  <a:pt x="1282056" y="159974"/>
                </a:cubicBezTo>
                <a:cubicBezTo>
                  <a:pt x="1283579" y="156526"/>
                  <a:pt x="1284622" y="156285"/>
                  <a:pt x="1282056" y="151955"/>
                </a:cubicBezTo>
                <a:cubicBezTo>
                  <a:pt x="1279490" y="147625"/>
                  <a:pt x="1276683" y="148186"/>
                  <a:pt x="1275801" y="147625"/>
                </a:cubicBezTo>
                <a:cubicBezTo>
                  <a:pt x="1274919" y="147064"/>
                  <a:pt x="1273315" y="144658"/>
                  <a:pt x="1272273" y="144257"/>
                </a:cubicBezTo>
                <a:close/>
                <a:moveTo>
                  <a:pt x="1526024" y="121604"/>
                </a:moveTo>
                <a:cubicBezTo>
                  <a:pt x="1526778" y="121628"/>
                  <a:pt x="1527371" y="122254"/>
                  <a:pt x="1527347" y="123007"/>
                </a:cubicBezTo>
                <a:cubicBezTo>
                  <a:pt x="1527515" y="125148"/>
                  <a:pt x="1526689" y="127249"/>
                  <a:pt x="1525102" y="128701"/>
                </a:cubicBezTo>
                <a:cubicBezTo>
                  <a:pt x="1523562" y="129174"/>
                  <a:pt x="1521910" y="129174"/>
                  <a:pt x="1520371" y="128701"/>
                </a:cubicBezTo>
                <a:cubicBezTo>
                  <a:pt x="1519841" y="127955"/>
                  <a:pt x="1519593" y="127049"/>
                  <a:pt x="1519649" y="126135"/>
                </a:cubicBezTo>
                <a:cubicBezTo>
                  <a:pt x="1519601" y="125100"/>
                  <a:pt x="1519913" y="124082"/>
                  <a:pt x="1520531" y="123248"/>
                </a:cubicBezTo>
                <a:cubicBezTo>
                  <a:pt x="1522207" y="122599"/>
                  <a:pt x="1523915" y="122061"/>
                  <a:pt x="1525663" y="121644"/>
                </a:cubicBezTo>
                <a:cubicBezTo>
                  <a:pt x="1525783" y="121612"/>
                  <a:pt x="1525903" y="121604"/>
                  <a:pt x="1526024" y="121604"/>
                </a:cubicBezTo>
                <a:close/>
                <a:moveTo>
                  <a:pt x="1540658" y="114908"/>
                </a:moveTo>
                <a:cubicBezTo>
                  <a:pt x="1541379" y="114347"/>
                  <a:pt x="1542983" y="114026"/>
                  <a:pt x="1543384" y="115470"/>
                </a:cubicBezTo>
                <a:cubicBezTo>
                  <a:pt x="1543649" y="116600"/>
                  <a:pt x="1543785" y="117755"/>
                  <a:pt x="1543785" y="118918"/>
                </a:cubicBezTo>
                <a:cubicBezTo>
                  <a:pt x="1543135" y="120874"/>
                  <a:pt x="1541580" y="122390"/>
                  <a:pt x="1539615" y="123007"/>
                </a:cubicBezTo>
                <a:cubicBezTo>
                  <a:pt x="1539054" y="123248"/>
                  <a:pt x="1536728" y="121884"/>
                  <a:pt x="1536728" y="121002"/>
                </a:cubicBezTo>
                <a:cubicBezTo>
                  <a:pt x="1536728" y="120120"/>
                  <a:pt x="1534724" y="116913"/>
                  <a:pt x="1536728" y="116833"/>
                </a:cubicBezTo>
                <a:cubicBezTo>
                  <a:pt x="1538733" y="116752"/>
                  <a:pt x="1539455" y="115470"/>
                  <a:pt x="1540658" y="114908"/>
                </a:cubicBezTo>
                <a:close/>
                <a:moveTo>
                  <a:pt x="1521654" y="104323"/>
                </a:moveTo>
                <a:cubicBezTo>
                  <a:pt x="1524460" y="103281"/>
                  <a:pt x="1525502" y="105045"/>
                  <a:pt x="1525583" y="107691"/>
                </a:cubicBezTo>
                <a:cubicBezTo>
                  <a:pt x="1525663" y="110337"/>
                  <a:pt x="1522936" y="111380"/>
                  <a:pt x="1521012" y="113384"/>
                </a:cubicBezTo>
                <a:cubicBezTo>
                  <a:pt x="1520050" y="114347"/>
                  <a:pt x="1520050" y="113384"/>
                  <a:pt x="1518927" y="112502"/>
                </a:cubicBezTo>
                <a:cubicBezTo>
                  <a:pt x="1517804" y="111620"/>
                  <a:pt x="1517804" y="109455"/>
                  <a:pt x="1517804" y="108092"/>
                </a:cubicBezTo>
                <a:cubicBezTo>
                  <a:pt x="1517243" y="104965"/>
                  <a:pt x="1520932" y="105606"/>
                  <a:pt x="1521654" y="104323"/>
                </a:cubicBezTo>
                <a:close/>
                <a:moveTo>
                  <a:pt x="1746979" y="101036"/>
                </a:moveTo>
                <a:cubicBezTo>
                  <a:pt x="1744573" y="101598"/>
                  <a:pt x="1742408" y="101197"/>
                  <a:pt x="1741686" y="103683"/>
                </a:cubicBezTo>
                <a:cubicBezTo>
                  <a:pt x="1741446" y="104565"/>
                  <a:pt x="1740884" y="107772"/>
                  <a:pt x="1740884" y="108734"/>
                </a:cubicBezTo>
                <a:cubicBezTo>
                  <a:pt x="1740524" y="110506"/>
                  <a:pt x="1740524" y="112335"/>
                  <a:pt x="1740884" y="114107"/>
                </a:cubicBezTo>
                <a:cubicBezTo>
                  <a:pt x="1742143" y="116304"/>
                  <a:pt x="1742801" y="118790"/>
                  <a:pt x="1742809" y="121324"/>
                </a:cubicBezTo>
                <a:cubicBezTo>
                  <a:pt x="1742488" y="123809"/>
                  <a:pt x="1741606" y="125974"/>
                  <a:pt x="1743209" y="127097"/>
                </a:cubicBezTo>
                <a:cubicBezTo>
                  <a:pt x="1745062" y="127963"/>
                  <a:pt x="1747107" y="128324"/>
                  <a:pt x="1749144" y="128139"/>
                </a:cubicBezTo>
                <a:cubicBezTo>
                  <a:pt x="1750715" y="128043"/>
                  <a:pt x="1752303" y="128043"/>
                  <a:pt x="1753874" y="128139"/>
                </a:cubicBezTo>
                <a:cubicBezTo>
                  <a:pt x="1754756" y="128701"/>
                  <a:pt x="1754356" y="130786"/>
                  <a:pt x="1753874" y="132550"/>
                </a:cubicBezTo>
                <a:cubicBezTo>
                  <a:pt x="1753450" y="134362"/>
                  <a:pt x="1752688" y="136078"/>
                  <a:pt x="1751629" y="137602"/>
                </a:cubicBezTo>
                <a:cubicBezTo>
                  <a:pt x="1749625" y="140809"/>
                  <a:pt x="1746578" y="149950"/>
                  <a:pt x="1738559" y="151073"/>
                </a:cubicBezTo>
                <a:cubicBezTo>
                  <a:pt x="1734550" y="151554"/>
                  <a:pt x="1729097" y="152997"/>
                  <a:pt x="1725569" y="152997"/>
                </a:cubicBezTo>
                <a:cubicBezTo>
                  <a:pt x="1724366" y="152997"/>
                  <a:pt x="1722361" y="152997"/>
                  <a:pt x="1721078" y="152997"/>
                </a:cubicBezTo>
                <a:cubicBezTo>
                  <a:pt x="1717309" y="153318"/>
                  <a:pt x="1711055" y="154361"/>
                  <a:pt x="1709291" y="154361"/>
                </a:cubicBezTo>
                <a:cubicBezTo>
                  <a:pt x="1707527" y="154361"/>
                  <a:pt x="1705201" y="152596"/>
                  <a:pt x="1704239" y="152596"/>
                </a:cubicBezTo>
                <a:cubicBezTo>
                  <a:pt x="1700751" y="152588"/>
                  <a:pt x="1697319" y="153503"/>
                  <a:pt x="1694296" y="155243"/>
                </a:cubicBezTo>
                <a:cubicBezTo>
                  <a:pt x="1694480" y="157159"/>
                  <a:pt x="1694175" y="159092"/>
                  <a:pt x="1693414" y="160856"/>
                </a:cubicBezTo>
                <a:lnTo>
                  <a:pt x="1693414" y="160535"/>
                </a:lnTo>
                <a:cubicBezTo>
                  <a:pt x="1692532" y="162059"/>
                  <a:pt x="1691986" y="163750"/>
                  <a:pt x="1691810" y="165506"/>
                </a:cubicBezTo>
                <a:cubicBezTo>
                  <a:pt x="1694216" y="169355"/>
                  <a:pt x="1697102" y="174728"/>
                  <a:pt x="1697985" y="175129"/>
                </a:cubicBezTo>
                <a:cubicBezTo>
                  <a:pt x="1698866" y="175530"/>
                  <a:pt x="1712979" y="173044"/>
                  <a:pt x="1720998" y="172403"/>
                </a:cubicBezTo>
                <a:cubicBezTo>
                  <a:pt x="1727044" y="171970"/>
                  <a:pt x="1733122" y="172210"/>
                  <a:pt x="1739120" y="173124"/>
                </a:cubicBezTo>
                <a:cubicBezTo>
                  <a:pt x="1741927" y="173605"/>
                  <a:pt x="1746177" y="175450"/>
                  <a:pt x="1748823" y="175770"/>
                </a:cubicBezTo>
                <a:cubicBezTo>
                  <a:pt x="1751469" y="176091"/>
                  <a:pt x="1755959" y="176652"/>
                  <a:pt x="1757643" y="176652"/>
                </a:cubicBezTo>
                <a:cubicBezTo>
                  <a:pt x="1760722" y="176677"/>
                  <a:pt x="1763786" y="177190"/>
                  <a:pt x="1766705" y="178176"/>
                </a:cubicBezTo>
                <a:cubicBezTo>
                  <a:pt x="1768388" y="178818"/>
                  <a:pt x="1772798" y="179299"/>
                  <a:pt x="1775445" y="180341"/>
                </a:cubicBezTo>
                <a:cubicBezTo>
                  <a:pt x="1778091" y="181383"/>
                  <a:pt x="1782662" y="182987"/>
                  <a:pt x="1784826" y="183548"/>
                </a:cubicBezTo>
                <a:cubicBezTo>
                  <a:pt x="1786992" y="184110"/>
                  <a:pt x="1788836" y="184030"/>
                  <a:pt x="1790761" y="184511"/>
                </a:cubicBezTo>
                <a:cubicBezTo>
                  <a:pt x="1792621" y="185208"/>
                  <a:pt x="1794441" y="186018"/>
                  <a:pt x="1796213" y="186916"/>
                </a:cubicBezTo>
                <a:cubicBezTo>
                  <a:pt x="1797095" y="187157"/>
                  <a:pt x="1798619" y="187237"/>
                  <a:pt x="1801505" y="187879"/>
                </a:cubicBezTo>
                <a:cubicBezTo>
                  <a:pt x="1802628" y="188119"/>
                  <a:pt x="1803911" y="186756"/>
                  <a:pt x="1804873" y="185794"/>
                </a:cubicBezTo>
                <a:cubicBezTo>
                  <a:pt x="1805796" y="185032"/>
                  <a:pt x="1806533" y="184070"/>
                  <a:pt x="1807038" y="182987"/>
                </a:cubicBezTo>
                <a:cubicBezTo>
                  <a:pt x="1807231" y="182306"/>
                  <a:pt x="1807231" y="181584"/>
                  <a:pt x="1807038" y="180902"/>
                </a:cubicBezTo>
                <a:cubicBezTo>
                  <a:pt x="1807038" y="180742"/>
                  <a:pt x="1807038" y="179860"/>
                  <a:pt x="1807038" y="179459"/>
                </a:cubicBezTo>
                <a:cubicBezTo>
                  <a:pt x="1807239" y="178208"/>
                  <a:pt x="1807239" y="176941"/>
                  <a:pt x="1807038" y="175690"/>
                </a:cubicBezTo>
                <a:cubicBezTo>
                  <a:pt x="1806637" y="172563"/>
                  <a:pt x="1804071" y="171280"/>
                  <a:pt x="1802708" y="169997"/>
                </a:cubicBezTo>
                <a:cubicBezTo>
                  <a:pt x="1801610" y="168818"/>
                  <a:pt x="1800431" y="167720"/>
                  <a:pt x="1799180" y="166709"/>
                </a:cubicBezTo>
                <a:cubicBezTo>
                  <a:pt x="1797937" y="165875"/>
                  <a:pt x="1796622" y="165146"/>
                  <a:pt x="1795251" y="164544"/>
                </a:cubicBezTo>
                <a:cubicBezTo>
                  <a:pt x="1793960" y="164256"/>
                  <a:pt x="1792645" y="164071"/>
                  <a:pt x="1791322" y="163983"/>
                </a:cubicBezTo>
                <a:cubicBezTo>
                  <a:pt x="1789878" y="163983"/>
                  <a:pt x="1788836" y="165025"/>
                  <a:pt x="1786911" y="164544"/>
                </a:cubicBezTo>
                <a:cubicBezTo>
                  <a:pt x="1781795" y="163085"/>
                  <a:pt x="1776608" y="161938"/>
                  <a:pt x="1771355" y="161096"/>
                </a:cubicBezTo>
                <a:cubicBezTo>
                  <a:pt x="1770393" y="159733"/>
                  <a:pt x="1771997" y="156365"/>
                  <a:pt x="1773039" y="152356"/>
                </a:cubicBezTo>
                <a:cubicBezTo>
                  <a:pt x="1773440" y="151233"/>
                  <a:pt x="1773681" y="149790"/>
                  <a:pt x="1774483" y="149229"/>
                </a:cubicBezTo>
                <a:cubicBezTo>
                  <a:pt x="1775276" y="148435"/>
                  <a:pt x="1775830" y="147432"/>
                  <a:pt x="1776086" y="146342"/>
                </a:cubicBezTo>
                <a:cubicBezTo>
                  <a:pt x="1776455" y="145267"/>
                  <a:pt x="1777120" y="144321"/>
                  <a:pt x="1778011" y="143616"/>
                </a:cubicBezTo>
                <a:cubicBezTo>
                  <a:pt x="1778941" y="142886"/>
                  <a:pt x="1779663" y="141916"/>
                  <a:pt x="1780096" y="140809"/>
                </a:cubicBezTo>
                <a:cubicBezTo>
                  <a:pt x="1781298" y="136319"/>
                  <a:pt x="1778812" y="137040"/>
                  <a:pt x="1780096" y="133271"/>
                </a:cubicBezTo>
                <a:cubicBezTo>
                  <a:pt x="1781378" y="129503"/>
                  <a:pt x="1785228" y="130305"/>
                  <a:pt x="1789959" y="129503"/>
                </a:cubicBezTo>
                <a:cubicBezTo>
                  <a:pt x="1791699" y="129286"/>
                  <a:pt x="1793366" y="128685"/>
                  <a:pt x="1794850" y="127739"/>
                </a:cubicBezTo>
                <a:cubicBezTo>
                  <a:pt x="1796815" y="126239"/>
                  <a:pt x="1799044" y="125116"/>
                  <a:pt x="1801425" y="124451"/>
                </a:cubicBezTo>
                <a:cubicBezTo>
                  <a:pt x="1805916" y="122767"/>
                  <a:pt x="1808722" y="123489"/>
                  <a:pt x="1809925" y="119800"/>
                </a:cubicBezTo>
                <a:cubicBezTo>
                  <a:pt x="1810166" y="119239"/>
                  <a:pt x="1808963" y="117635"/>
                  <a:pt x="1808963" y="116593"/>
                </a:cubicBezTo>
                <a:cubicBezTo>
                  <a:pt x="1809227" y="115133"/>
                  <a:pt x="1809227" y="113642"/>
                  <a:pt x="1808963" y="112182"/>
                </a:cubicBezTo>
                <a:cubicBezTo>
                  <a:pt x="1808241" y="110178"/>
                  <a:pt x="1806718" y="108895"/>
                  <a:pt x="1805756" y="106890"/>
                </a:cubicBezTo>
                <a:cubicBezTo>
                  <a:pt x="1805218" y="105799"/>
                  <a:pt x="1804312" y="104949"/>
                  <a:pt x="1803190" y="104484"/>
                </a:cubicBezTo>
                <a:cubicBezTo>
                  <a:pt x="1802227" y="104484"/>
                  <a:pt x="1801425" y="105046"/>
                  <a:pt x="1799581" y="104484"/>
                </a:cubicBezTo>
                <a:cubicBezTo>
                  <a:pt x="1798274" y="103995"/>
                  <a:pt x="1796871" y="103827"/>
                  <a:pt x="1795491" y="104003"/>
                </a:cubicBezTo>
                <a:cubicBezTo>
                  <a:pt x="1790416" y="105391"/>
                  <a:pt x="1785195" y="106200"/>
                  <a:pt x="1779935" y="106409"/>
                </a:cubicBezTo>
                <a:lnTo>
                  <a:pt x="1777449" y="106409"/>
                </a:lnTo>
                <a:lnTo>
                  <a:pt x="1773921" y="106409"/>
                </a:lnTo>
                <a:cubicBezTo>
                  <a:pt x="1767186" y="106249"/>
                  <a:pt x="1755238" y="104885"/>
                  <a:pt x="1754356" y="104885"/>
                </a:cubicBezTo>
                <a:cubicBezTo>
                  <a:pt x="1752030" y="103923"/>
                  <a:pt x="1747941" y="101036"/>
                  <a:pt x="1746979" y="101036"/>
                </a:cubicBezTo>
                <a:close/>
                <a:moveTo>
                  <a:pt x="1492947" y="95504"/>
                </a:moveTo>
                <a:cubicBezTo>
                  <a:pt x="1491664" y="96466"/>
                  <a:pt x="1490220" y="96867"/>
                  <a:pt x="1486612" y="96867"/>
                </a:cubicBezTo>
                <a:cubicBezTo>
                  <a:pt x="1479556" y="97508"/>
                  <a:pt x="1472499" y="106810"/>
                  <a:pt x="1465603" y="110819"/>
                </a:cubicBezTo>
                <a:cubicBezTo>
                  <a:pt x="1463927" y="111373"/>
                  <a:pt x="1462211" y="111797"/>
                  <a:pt x="1460471" y="112102"/>
                </a:cubicBezTo>
                <a:cubicBezTo>
                  <a:pt x="1459028" y="112744"/>
                  <a:pt x="1457183" y="113946"/>
                  <a:pt x="1456863" y="115069"/>
                </a:cubicBezTo>
                <a:cubicBezTo>
                  <a:pt x="1456542" y="116192"/>
                  <a:pt x="1456702" y="117475"/>
                  <a:pt x="1455420" y="118196"/>
                </a:cubicBezTo>
                <a:cubicBezTo>
                  <a:pt x="1454136" y="118918"/>
                  <a:pt x="1453094" y="119078"/>
                  <a:pt x="1453174" y="120041"/>
                </a:cubicBezTo>
                <a:cubicBezTo>
                  <a:pt x="1453254" y="121003"/>
                  <a:pt x="1453976" y="125012"/>
                  <a:pt x="1455179" y="125253"/>
                </a:cubicBezTo>
                <a:cubicBezTo>
                  <a:pt x="1456382" y="125493"/>
                  <a:pt x="1457264" y="125253"/>
                  <a:pt x="1457745" y="126456"/>
                </a:cubicBezTo>
                <a:cubicBezTo>
                  <a:pt x="1458226" y="127658"/>
                  <a:pt x="1459830" y="129182"/>
                  <a:pt x="1461033" y="129182"/>
                </a:cubicBezTo>
                <a:cubicBezTo>
                  <a:pt x="1462644" y="129326"/>
                  <a:pt x="1464240" y="129679"/>
                  <a:pt x="1465764" y="130224"/>
                </a:cubicBezTo>
                <a:cubicBezTo>
                  <a:pt x="1467287" y="130625"/>
                  <a:pt x="1470093" y="130786"/>
                  <a:pt x="1470093" y="133271"/>
                </a:cubicBezTo>
                <a:cubicBezTo>
                  <a:pt x="1470093" y="135757"/>
                  <a:pt x="1470976" y="139366"/>
                  <a:pt x="1470093" y="141290"/>
                </a:cubicBezTo>
                <a:cubicBezTo>
                  <a:pt x="1469212" y="143215"/>
                  <a:pt x="1466726" y="146021"/>
                  <a:pt x="1465764" y="146021"/>
                </a:cubicBezTo>
                <a:cubicBezTo>
                  <a:pt x="1464801" y="146021"/>
                  <a:pt x="1463117" y="146021"/>
                  <a:pt x="1462155" y="146021"/>
                </a:cubicBezTo>
                <a:cubicBezTo>
                  <a:pt x="1459340" y="146623"/>
                  <a:pt x="1457432" y="149253"/>
                  <a:pt x="1457745" y="152115"/>
                </a:cubicBezTo>
                <a:cubicBezTo>
                  <a:pt x="1457986" y="154040"/>
                  <a:pt x="1461754" y="157408"/>
                  <a:pt x="1461754" y="157408"/>
                </a:cubicBezTo>
                <a:lnTo>
                  <a:pt x="1463657" y="159603"/>
                </a:lnTo>
                <a:lnTo>
                  <a:pt x="1465042" y="162219"/>
                </a:lnTo>
                <a:cubicBezTo>
                  <a:pt x="1465523" y="163341"/>
                  <a:pt x="1465042" y="164544"/>
                  <a:pt x="1465042" y="166148"/>
                </a:cubicBezTo>
                <a:cubicBezTo>
                  <a:pt x="1465202" y="167158"/>
                  <a:pt x="1465202" y="168185"/>
                  <a:pt x="1465042" y="169195"/>
                </a:cubicBezTo>
                <a:cubicBezTo>
                  <a:pt x="1464585" y="170598"/>
                  <a:pt x="1463719" y="171825"/>
                  <a:pt x="1462556" y="172723"/>
                </a:cubicBezTo>
                <a:cubicBezTo>
                  <a:pt x="1461754" y="173365"/>
                  <a:pt x="1459669" y="175931"/>
                  <a:pt x="1458868" y="176332"/>
                </a:cubicBezTo>
                <a:cubicBezTo>
                  <a:pt x="1455764" y="178040"/>
                  <a:pt x="1453479" y="180934"/>
                  <a:pt x="1452533" y="184350"/>
                </a:cubicBezTo>
                <a:cubicBezTo>
                  <a:pt x="1452830" y="186884"/>
                  <a:pt x="1453615" y="189338"/>
                  <a:pt x="1454858" y="191567"/>
                </a:cubicBezTo>
                <a:cubicBezTo>
                  <a:pt x="1455772" y="192978"/>
                  <a:pt x="1456943" y="194197"/>
                  <a:pt x="1458306" y="195176"/>
                </a:cubicBezTo>
                <a:cubicBezTo>
                  <a:pt x="1459589" y="196298"/>
                  <a:pt x="1459188" y="198944"/>
                  <a:pt x="1460792" y="198944"/>
                </a:cubicBezTo>
                <a:cubicBezTo>
                  <a:pt x="1462412" y="199017"/>
                  <a:pt x="1464024" y="199233"/>
                  <a:pt x="1465603" y="199586"/>
                </a:cubicBezTo>
                <a:cubicBezTo>
                  <a:pt x="1466726" y="200147"/>
                  <a:pt x="1468891" y="199025"/>
                  <a:pt x="1468891" y="199025"/>
                </a:cubicBezTo>
                <a:cubicBezTo>
                  <a:pt x="1470655" y="198383"/>
                  <a:pt x="1472499" y="193732"/>
                  <a:pt x="1476028" y="191006"/>
                </a:cubicBezTo>
                <a:cubicBezTo>
                  <a:pt x="1479556" y="188279"/>
                  <a:pt x="1487414" y="183789"/>
                  <a:pt x="1491584" y="180261"/>
                </a:cubicBezTo>
                <a:cubicBezTo>
                  <a:pt x="1496347" y="177214"/>
                  <a:pt x="1499474" y="172170"/>
                  <a:pt x="1500084" y="166549"/>
                </a:cubicBezTo>
                <a:cubicBezTo>
                  <a:pt x="1499843" y="165146"/>
                  <a:pt x="1499265" y="163831"/>
                  <a:pt x="1498400" y="162700"/>
                </a:cubicBezTo>
                <a:cubicBezTo>
                  <a:pt x="1497285" y="161738"/>
                  <a:pt x="1495922" y="161096"/>
                  <a:pt x="1494471" y="160856"/>
                </a:cubicBezTo>
                <a:lnTo>
                  <a:pt x="1490461" y="161417"/>
                </a:lnTo>
                <a:cubicBezTo>
                  <a:pt x="1489900" y="161257"/>
                  <a:pt x="1489338" y="158290"/>
                  <a:pt x="1489338" y="157408"/>
                </a:cubicBezTo>
                <a:cubicBezTo>
                  <a:pt x="1491559" y="152877"/>
                  <a:pt x="1494727" y="148884"/>
                  <a:pt x="1498640" y="145700"/>
                </a:cubicBezTo>
                <a:cubicBezTo>
                  <a:pt x="1499121" y="145219"/>
                  <a:pt x="1499201" y="145059"/>
                  <a:pt x="1499121" y="143455"/>
                </a:cubicBezTo>
                <a:cubicBezTo>
                  <a:pt x="1499041" y="141851"/>
                  <a:pt x="1498319" y="141450"/>
                  <a:pt x="1496154" y="138484"/>
                </a:cubicBezTo>
                <a:cubicBezTo>
                  <a:pt x="1495032" y="136880"/>
                  <a:pt x="1495673" y="135276"/>
                  <a:pt x="1494471" y="135276"/>
                </a:cubicBezTo>
                <a:cubicBezTo>
                  <a:pt x="1493268" y="135276"/>
                  <a:pt x="1491904" y="136880"/>
                  <a:pt x="1490862" y="135918"/>
                </a:cubicBezTo>
                <a:cubicBezTo>
                  <a:pt x="1489820" y="134955"/>
                  <a:pt x="1489820" y="132149"/>
                  <a:pt x="1489820" y="131187"/>
                </a:cubicBezTo>
                <a:cubicBezTo>
                  <a:pt x="1488905" y="128973"/>
                  <a:pt x="1488761" y="126512"/>
                  <a:pt x="1489419" y="124210"/>
                </a:cubicBezTo>
                <a:cubicBezTo>
                  <a:pt x="1490822" y="121773"/>
                  <a:pt x="1492402" y="119439"/>
                  <a:pt x="1494149" y="117234"/>
                </a:cubicBezTo>
                <a:cubicBezTo>
                  <a:pt x="1495834" y="115229"/>
                  <a:pt x="1496876" y="113866"/>
                  <a:pt x="1496876" y="112343"/>
                </a:cubicBezTo>
                <a:cubicBezTo>
                  <a:pt x="1496315" y="108815"/>
                  <a:pt x="1497838" y="107532"/>
                  <a:pt x="1497838" y="105928"/>
                </a:cubicBezTo>
                <a:cubicBezTo>
                  <a:pt x="1497838" y="104324"/>
                  <a:pt x="1498800" y="101999"/>
                  <a:pt x="1497838" y="100315"/>
                </a:cubicBezTo>
                <a:cubicBezTo>
                  <a:pt x="1496876" y="98631"/>
                  <a:pt x="1494230" y="94541"/>
                  <a:pt x="1492947" y="95504"/>
                </a:cubicBezTo>
                <a:close/>
                <a:moveTo>
                  <a:pt x="1546271" y="94220"/>
                </a:moveTo>
                <a:cubicBezTo>
                  <a:pt x="1546752" y="94541"/>
                  <a:pt x="1547234" y="97187"/>
                  <a:pt x="1547234" y="98150"/>
                </a:cubicBezTo>
                <a:cubicBezTo>
                  <a:pt x="1546881" y="100379"/>
                  <a:pt x="1545806" y="102431"/>
                  <a:pt x="1544187" y="104003"/>
                </a:cubicBezTo>
                <a:cubicBezTo>
                  <a:pt x="1542366" y="104524"/>
                  <a:pt x="1540458" y="104685"/>
                  <a:pt x="1538574" y="104484"/>
                </a:cubicBezTo>
                <a:cubicBezTo>
                  <a:pt x="1536889" y="104083"/>
                  <a:pt x="1536489" y="101357"/>
                  <a:pt x="1536408" y="99753"/>
                </a:cubicBezTo>
                <a:cubicBezTo>
                  <a:pt x="1536248" y="96706"/>
                  <a:pt x="1542503" y="95984"/>
                  <a:pt x="1546271" y="94220"/>
                </a:cubicBezTo>
                <a:close/>
                <a:moveTo>
                  <a:pt x="1550360" y="78263"/>
                </a:moveTo>
                <a:cubicBezTo>
                  <a:pt x="1543713" y="81086"/>
                  <a:pt x="1537210" y="84245"/>
                  <a:pt x="1530875" y="87725"/>
                </a:cubicBezTo>
                <a:cubicBezTo>
                  <a:pt x="1529192" y="88527"/>
                  <a:pt x="1527347" y="87806"/>
                  <a:pt x="1524219" y="89329"/>
                </a:cubicBezTo>
                <a:cubicBezTo>
                  <a:pt x="1521093" y="90853"/>
                  <a:pt x="1519088" y="92537"/>
                  <a:pt x="1516201" y="94060"/>
                </a:cubicBezTo>
                <a:cubicBezTo>
                  <a:pt x="1515239" y="94621"/>
                  <a:pt x="1512031" y="95985"/>
                  <a:pt x="1511390" y="96386"/>
                </a:cubicBezTo>
                <a:cubicBezTo>
                  <a:pt x="1510195" y="96915"/>
                  <a:pt x="1508920" y="97236"/>
                  <a:pt x="1507621" y="97348"/>
                </a:cubicBezTo>
                <a:cubicBezTo>
                  <a:pt x="1505456" y="97588"/>
                  <a:pt x="1504734" y="95183"/>
                  <a:pt x="1503211" y="95423"/>
                </a:cubicBezTo>
                <a:cubicBezTo>
                  <a:pt x="1501687" y="95664"/>
                  <a:pt x="1500324" y="99513"/>
                  <a:pt x="1500966" y="102319"/>
                </a:cubicBezTo>
                <a:cubicBezTo>
                  <a:pt x="1501182" y="104532"/>
                  <a:pt x="1501182" y="106762"/>
                  <a:pt x="1500966" y="108975"/>
                </a:cubicBezTo>
                <a:lnTo>
                  <a:pt x="1500725" y="108654"/>
                </a:lnTo>
                <a:cubicBezTo>
                  <a:pt x="1500629" y="110130"/>
                  <a:pt x="1500709" y="111613"/>
                  <a:pt x="1500966" y="113064"/>
                </a:cubicBezTo>
                <a:cubicBezTo>
                  <a:pt x="1501366" y="115149"/>
                  <a:pt x="1503131" y="116673"/>
                  <a:pt x="1503131" y="117795"/>
                </a:cubicBezTo>
                <a:cubicBezTo>
                  <a:pt x="1503604" y="121692"/>
                  <a:pt x="1504542" y="125517"/>
                  <a:pt x="1505937" y="129182"/>
                </a:cubicBezTo>
                <a:cubicBezTo>
                  <a:pt x="1506499" y="130946"/>
                  <a:pt x="1504494" y="133672"/>
                  <a:pt x="1504494" y="136639"/>
                </a:cubicBezTo>
                <a:cubicBezTo>
                  <a:pt x="1504814" y="138275"/>
                  <a:pt x="1505472" y="139831"/>
                  <a:pt x="1506418" y="141210"/>
                </a:cubicBezTo>
                <a:cubicBezTo>
                  <a:pt x="1506819" y="141851"/>
                  <a:pt x="1509305" y="142493"/>
                  <a:pt x="1509305" y="145139"/>
                </a:cubicBezTo>
                <a:cubicBezTo>
                  <a:pt x="1509305" y="146101"/>
                  <a:pt x="1510187" y="147144"/>
                  <a:pt x="1510668" y="147946"/>
                </a:cubicBezTo>
                <a:cubicBezTo>
                  <a:pt x="1511150" y="148747"/>
                  <a:pt x="1511069" y="149710"/>
                  <a:pt x="1512191" y="149710"/>
                </a:cubicBezTo>
                <a:cubicBezTo>
                  <a:pt x="1513074" y="149830"/>
                  <a:pt x="1513956" y="149830"/>
                  <a:pt x="1514838" y="149710"/>
                </a:cubicBezTo>
                <a:cubicBezTo>
                  <a:pt x="1515800" y="149549"/>
                  <a:pt x="1517243" y="148587"/>
                  <a:pt x="1517885" y="148587"/>
                </a:cubicBezTo>
                <a:cubicBezTo>
                  <a:pt x="1519015" y="148154"/>
                  <a:pt x="1520114" y="147649"/>
                  <a:pt x="1521173" y="147064"/>
                </a:cubicBezTo>
                <a:cubicBezTo>
                  <a:pt x="1522456" y="146101"/>
                  <a:pt x="1523899" y="145861"/>
                  <a:pt x="1523899" y="147064"/>
                </a:cubicBezTo>
                <a:cubicBezTo>
                  <a:pt x="1524124" y="148555"/>
                  <a:pt x="1524124" y="150063"/>
                  <a:pt x="1523899" y="151554"/>
                </a:cubicBezTo>
                <a:cubicBezTo>
                  <a:pt x="1523514" y="152372"/>
                  <a:pt x="1522897" y="153070"/>
                  <a:pt x="1522135" y="153559"/>
                </a:cubicBezTo>
                <a:cubicBezTo>
                  <a:pt x="1521477" y="153839"/>
                  <a:pt x="1520764" y="153976"/>
                  <a:pt x="1520050" y="153960"/>
                </a:cubicBezTo>
                <a:cubicBezTo>
                  <a:pt x="1519088" y="154120"/>
                  <a:pt x="1518767" y="154521"/>
                  <a:pt x="1517805" y="154681"/>
                </a:cubicBezTo>
                <a:cubicBezTo>
                  <a:pt x="1516842" y="154842"/>
                  <a:pt x="1517324" y="154040"/>
                  <a:pt x="1515640" y="154280"/>
                </a:cubicBezTo>
                <a:cubicBezTo>
                  <a:pt x="1513956" y="154521"/>
                  <a:pt x="1513956" y="155483"/>
                  <a:pt x="1513956" y="157327"/>
                </a:cubicBezTo>
                <a:cubicBezTo>
                  <a:pt x="1513956" y="159172"/>
                  <a:pt x="1513956" y="160375"/>
                  <a:pt x="1513956" y="161096"/>
                </a:cubicBezTo>
                <a:cubicBezTo>
                  <a:pt x="1513956" y="161818"/>
                  <a:pt x="1513475" y="163101"/>
                  <a:pt x="1513956" y="164223"/>
                </a:cubicBezTo>
                <a:cubicBezTo>
                  <a:pt x="1514437" y="165346"/>
                  <a:pt x="1515399" y="165346"/>
                  <a:pt x="1517324" y="165346"/>
                </a:cubicBezTo>
                <a:cubicBezTo>
                  <a:pt x="1518527" y="165867"/>
                  <a:pt x="1519890" y="165867"/>
                  <a:pt x="1521093" y="165346"/>
                </a:cubicBezTo>
                <a:cubicBezTo>
                  <a:pt x="1521814" y="165186"/>
                  <a:pt x="1523899" y="165907"/>
                  <a:pt x="1522937" y="167752"/>
                </a:cubicBezTo>
                <a:cubicBezTo>
                  <a:pt x="1519962" y="169331"/>
                  <a:pt x="1517099" y="171096"/>
                  <a:pt x="1514357" y="173044"/>
                </a:cubicBezTo>
                <a:cubicBezTo>
                  <a:pt x="1512232" y="174463"/>
                  <a:pt x="1509939" y="175618"/>
                  <a:pt x="1507541" y="176492"/>
                </a:cubicBezTo>
                <a:cubicBezTo>
                  <a:pt x="1506177" y="176893"/>
                  <a:pt x="1505857" y="175690"/>
                  <a:pt x="1504895" y="175690"/>
                </a:cubicBezTo>
                <a:cubicBezTo>
                  <a:pt x="1503933" y="175690"/>
                  <a:pt x="1503131" y="177534"/>
                  <a:pt x="1503131" y="177534"/>
                </a:cubicBezTo>
                <a:cubicBezTo>
                  <a:pt x="1502184" y="178641"/>
                  <a:pt x="1501751" y="180101"/>
                  <a:pt x="1501928" y="181544"/>
                </a:cubicBezTo>
                <a:cubicBezTo>
                  <a:pt x="1501928" y="182265"/>
                  <a:pt x="1501928" y="183869"/>
                  <a:pt x="1501928" y="184832"/>
                </a:cubicBezTo>
                <a:cubicBezTo>
                  <a:pt x="1502088" y="188119"/>
                  <a:pt x="1503772" y="189723"/>
                  <a:pt x="1504093" y="191728"/>
                </a:cubicBezTo>
                <a:cubicBezTo>
                  <a:pt x="1504414" y="193732"/>
                  <a:pt x="1508262" y="194133"/>
                  <a:pt x="1509786" y="193732"/>
                </a:cubicBezTo>
                <a:cubicBezTo>
                  <a:pt x="1512568" y="192754"/>
                  <a:pt x="1515255" y="191519"/>
                  <a:pt x="1517805" y="190044"/>
                </a:cubicBezTo>
                <a:cubicBezTo>
                  <a:pt x="1520539" y="189643"/>
                  <a:pt x="1523225" y="188969"/>
                  <a:pt x="1525823" y="188039"/>
                </a:cubicBezTo>
                <a:cubicBezTo>
                  <a:pt x="1528269" y="186580"/>
                  <a:pt x="1531012" y="185682"/>
                  <a:pt x="1533842" y="185393"/>
                </a:cubicBezTo>
                <a:cubicBezTo>
                  <a:pt x="1536015" y="184928"/>
                  <a:pt x="1538132" y="184254"/>
                  <a:pt x="1540177" y="183388"/>
                </a:cubicBezTo>
                <a:cubicBezTo>
                  <a:pt x="1542021" y="182747"/>
                  <a:pt x="1543929" y="182290"/>
                  <a:pt x="1545870" y="182025"/>
                </a:cubicBezTo>
                <a:cubicBezTo>
                  <a:pt x="1548099" y="182025"/>
                  <a:pt x="1550329" y="181841"/>
                  <a:pt x="1552526" y="181464"/>
                </a:cubicBezTo>
                <a:cubicBezTo>
                  <a:pt x="1553488" y="181143"/>
                  <a:pt x="1557738" y="180662"/>
                  <a:pt x="1564554" y="179299"/>
                </a:cubicBezTo>
                <a:cubicBezTo>
                  <a:pt x="1571369" y="177935"/>
                  <a:pt x="1570247" y="179299"/>
                  <a:pt x="1572172" y="179299"/>
                </a:cubicBezTo>
                <a:cubicBezTo>
                  <a:pt x="1576742" y="178256"/>
                  <a:pt x="1579308" y="171841"/>
                  <a:pt x="1578586" y="166549"/>
                </a:cubicBezTo>
                <a:cubicBezTo>
                  <a:pt x="1578025" y="162780"/>
                  <a:pt x="1574577" y="161176"/>
                  <a:pt x="1573134" y="159974"/>
                </a:cubicBezTo>
                <a:cubicBezTo>
                  <a:pt x="1571690" y="158771"/>
                  <a:pt x="1569445" y="161016"/>
                  <a:pt x="1567681" y="160856"/>
                </a:cubicBezTo>
                <a:cubicBezTo>
                  <a:pt x="1565917" y="160695"/>
                  <a:pt x="1562710" y="163021"/>
                  <a:pt x="1561507" y="163021"/>
                </a:cubicBezTo>
                <a:cubicBezTo>
                  <a:pt x="1559807" y="163277"/>
                  <a:pt x="1558090" y="163438"/>
                  <a:pt x="1556374" y="163502"/>
                </a:cubicBezTo>
                <a:cubicBezTo>
                  <a:pt x="1554146" y="164135"/>
                  <a:pt x="1551948" y="164889"/>
                  <a:pt x="1549799" y="165747"/>
                </a:cubicBezTo>
                <a:cubicBezTo>
                  <a:pt x="1548837" y="165907"/>
                  <a:pt x="1547073" y="165907"/>
                  <a:pt x="1547073" y="164143"/>
                </a:cubicBezTo>
                <a:cubicBezTo>
                  <a:pt x="1546977" y="162965"/>
                  <a:pt x="1547386" y="161794"/>
                  <a:pt x="1548196" y="160936"/>
                </a:cubicBezTo>
                <a:cubicBezTo>
                  <a:pt x="1549639" y="159733"/>
                  <a:pt x="1552045" y="159172"/>
                  <a:pt x="1553087" y="158370"/>
                </a:cubicBezTo>
                <a:cubicBezTo>
                  <a:pt x="1554546" y="157279"/>
                  <a:pt x="1555862" y="156012"/>
                  <a:pt x="1557016" y="154601"/>
                </a:cubicBezTo>
                <a:cubicBezTo>
                  <a:pt x="1557457" y="153791"/>
                  <a:pt x="1557625" y="152869"/>
                  <a:pt x="1557497" y="151955"/>
                </a:cubicBezTo>
                <a:cubicBezTo>
                  <a:pt x="1556367" y="150095"/>
                  <a:pt x="1555629" y="148018"/>
                  <a:pt x="1555332" y="145861"/>
                </a:cubicBezTo>
                <a:cubicBezTo>
                  <a:pt x="1555132" y="144738"/>
                  <a:pt x="1554153" y="143920"/>
                  <a:pt x="1553007" y="143936"/>
                </a:cubicBezTo>
                <a:cubicBezTo>
                  <a:pt x="1551267" y="143824"/>
                  <a:pt x="1549550" y="143527"/>
                  <a:pt x="1547875" y="143054"/>
                </a:cubicBezTo>
                <a:cubicBezTo>
                  <a:pt x="1546592" y="142894"/>
                  <a:pt x="1545068" y="144337"/>
                  <a:pt x="1544587" y="145219"/>
                </a:cubicBezTo>
                <a:cubicBezTo>
                  <a:pt x="1544106" y="146101"/>
                  <a:pt x="1541701" y="148026"/>
                  <a:pt x="1540257" y="146582"/>
                </a:cubicBezTo>
                <a:cubicBezTo>
                  <a:pt x="1539447" y="145235"/>
                  <a:pt x="1539215" y="143616"/>
                  <a:pt x="1539616" y="142092"/>
                </a:cubicBezTo>
                <a:cubicBezTo>
                  <a:pt x="1540177" y="140328"/>
                  <a:pt x="1544186" y="140809"/>
                  <a:pt x="1545149" y="139526"/>
                </a:cubicBezTo>
                <a:cubicBezTo>
                  <a:pt x="1546111" y="138243"/>
                  <a:pt x="1548436" y="138243"/>
                  <a:pt x="1548917" y="137682"/>
                </a:cubicBezTo>
                <a:cubicBezTo>
                  <a:pt x="1550000" y="136880"/>
                  <a:pt x="1551395" y="136647"/>
                  <a:pt x="1552686" y="137040"/>
                </a:cubicBezTo>
                <a:cubicBezTo>
                  <a:pt x="1553568" y="137361"/>
                  <a:pt x="1555252" y="134715"/>
                  <a:pt x="1555252" y="133592"/>
                </a:cubicBezTo>
                <a:cubicBezTo>
                  <a:pt x="1556856" y="126135"/>
                  <a:pt x="1559582" y="120682"/>
                  <a:pt x="1561747" y="113145"/>
                </a:cubicBezTo>
                <a:cubicBezTo>
                  <a:pt x="1562068" y="112022"/>
                  <a:pt x="1565195" y="109055"/>
                  <a:pt x="1565195" y="107852"/>
                </a:cubicBezTo>
                <a:cubicBezTo>
                  <a:pt x="1565925" y="104853"/>
                  <a:pt x="1566999" y="101942"/>
                  <a:pt x="1568402" y="99192"/>
                </a:cubicBezTo>
                <a:cubicBezTo>
                  <a:pt x="1569141" y="97556"/>
                  <a:pt x="1569309" y="95720"/>
                  <a:pt x="1568884" y="93980"/>
                </a:cubicBezTo>
                <a:cubicBezTo>
                  <a:pt x="1568803" y="93338"/>
                  <a:pt x="1570728" y="90051"/>
                  <a:pt x="1570728" y="88207"/>
                </a:cubicBezTo>
                <a:cubicBezTo>
                  <a:pt x="1570087" y="85817"/>
                  <a:pt x="1568643" y="83724"/>
                  <a:pt x="1566639" y="82273"/>
                </a:cubicBezTo>
                <a:cubicBezTo>
                  <a:pt x="1565917" y="81792"/>
                  <a:pt x="1565195" y="79145"/>
                  <a:pt x="1564554" y="78745"/>
                </a:cubicBezTo>
                <a:cubicBezTo>
                  <a:pt x="1561466" y="78480"/>
                  <a:pt x="1558355" y="78696"/>
                  <a:pt x="1555332" y="79386"/>
                </a:cubicBezTo>
                <a:cubicBezTo>
                  <a:pt x="1553808" y="79546"/>
                  <a:pt x="1552205" y="78263"/>
                  <a:pt x="1550360" y="78263"/>
                </a:cubicBezTo>
                <a:close/>
                <a:moveTo>
                  <a:pt x="1624453" y="28868"/>
                </a:moveTo>
                <a:cubicBezTo>
                  <a:pt x="2057799" y="29045"/>
                  <a:pt x="2409000" y="380391"/>
                  <a:pt x="2409000" y="813736"/>
                </a:cubicBezTo>
                <a:cubicBezTo>
                  <a:pt x="2409000" y="813840"/>
                  <a:pt x="2409000" y="813952"/>
                  <a:pt x="2409000" y="814057"/>
                </a:cubicBezTo>
                <a:cubicBezTo>
                  <a:pt x="2408824" y="1247530"/>
                  <a:pt x="2057285" y="1598780"/>
                  <a:pt x="1623812" y="1598603"/>
                </a:cubicBezTo>
                <a:cubicBezTo>
                  <a:pt x="1190338" y="1598427"/>
                  <a:pt x="839088" y="1246888"/>
                  <a:pt x="839264" y="813415"/>
                </a:cubicBezTo>
                <a:cubicBezTo>
                  <a:pt x="839441" y="379942"/>
                  <a:pt x="1190980" y="28692"/>
                  <a:pt x="1624453" y="28868"/>
                </a:cubicBezTo>
                <a:close/>
                <a:moveTo>
                  <a:pt x="1624453" y="18203"/>
                </a:moveTo>
                <a:cubicBezTo>
                  <a:pt x="1185094" y="18203"/>
                  <a:pt x="828921" y="374376"/>
                  <a:pt x="828921" y="813735"/>
                </a:cubicBezTo>
                <a:cubicBezTo>
                  <a:pt x="828921" y="1253094"/>
                  <a:pt x="1185094" y="1609267"/>
                  <a:pt x="1624453" y="1609267"/>
                </a:cubicBezTo>
                <a:cubicBezTo>
                  <a:pt x="2063596" y="1608738"/>
                  <a:pt x="2419457" y="1252878"/>
                  <a:pt x="2419986" y="813735"/>
                </a:cubicBezTo>
                <a:cubicBezTo>
                  <a:pt x="2419986" y="374376"/>
                  <a:pt x="2063813" y="18203"/>
                  <a:pt x="1624453" y="18203"/>
                </a:cubicBezTo>
                <a:close/>
                <a:moveTo>
                  <a:pt x="1624453" y="0"/>
                </a:moveTo>
                <a:cubicBezTo>
                  <a:pt x="2073644" y="530"/>
                  <a:pt x="2437659" y="364545"/>
                  <a:pt x="2438189" y="813735"/>
                </a:cubicBezTo>
                <a:cubicBezTo>
                  <a:pt x="2438189" y="1263150"/>
                  <a:pt x="2073868" y="1627470"/>
                  <a:pt x="1624453" y="1627470"/>
                </a:cubicBezTo>
                <a:cubicBezTo>
                  <a:pt x="1175039" y="1627470"/>
                  <a:pt x="810718" y="1263150"/>
                  <a:pt x="810718" y="813735"/>
                </a:cubicBezTo>
                <a:cubicBezTo>
                  <a:pt x="810718" y="364321"/>
                  <a:pt x="1175039" y="0"/>
                  <a:pt x="1624453" y="0"/>
                </a:cubicBezTo>
                <a:close/>
              </a:path>
            </a:pathLst>
          </a:custGeom>
          <a:solidFill>
            <a:schemeClr val="bg1"/>
          </a:solidFill>
          <a:ln w="797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98" name="组合 97"/>
          <p:cNvGrpSpPr/>
          <p:nvPr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99" name="组合 98"/>
            <p:cNvGrpSpPr/>
            <p:nvPr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114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15" name="Freeform 6"/>
              <p:cNvSpPr/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grpSp>
            <p:nvGrpSpPr>
              <p:cNvPr id="116" name="组合 115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12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7" name="组合 116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118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9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0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  <p:grpSp>
          <p:nvGrpSpPr>
            <p:cNvPr id="100" name="组合 99"/>
            <p:cNvGrpSpPr/>
            <p:nvPr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101" name="组合 100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11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02" name="组合 101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11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10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0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0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04" name="组合 10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105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06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</p:grpSp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83" name="任意多边形: 形状 382"/>
          <p:cNvSpPr/>
          <p:nvPr/>
        </p:nvSpPr>
        <p:spPr>
          <a:xfrm>
            <a:off x="-2914560" y="151695"/>
            <a:ext cx="6808928" cy="6554610"/>
          </a:xfrm>
          <a:custGeom>
            <a:avLst/>
            <a:gdLst>
              <a:gd name="connsiteX0" fmla="*/ 0 w 6808928"/>
              <a:gd name="connsiteY0" fmla="*/ 4834307 h 6554610"/>
              <a:gd name="connsiteX1" fmla="*/ 655516 w 6808928"/>
              <a:gd name="connsiteY1" fmla="*/ 4936045 h 6554610"/>
              <a:gd name="connsiteX2" fmla="*/ 2221471 w 6808928"/>
              <a:gd name="connsiteY2" fmla="*/ 4923906 h 6554610"/>
              <a:gd name="connsiteX3" fmla="*/ 2449225 w 6808928"/>
              <a:gd name="connsiteY3" fmla="*/ 4960902 h 6554610"/>
              <a:gd name="connsiteX4" fmla="*/ 2948088 w 6808928"/>
              <a:gd name="connsiteY4" fmla="*/ 5018708 h 6554610"/>
              <a:gd name="connsiteX5" fmla="*/ 2792013 w 6808928"/>
              <a:gd name="connsiteY5" fmla="*/ 5637809 h 6554610"/>
              <a:gd name="connsiteX6" fmla="*/ 3404753 w 6808928"/>
              <a:gd name="connsiteY6" fmla="*/ 5741860 h 6554610"/>
              <a:gd name="connsiteX7" fmla="*/ 4018071 w 6808928"/>
              <a:gd name="connsiteY7" fmla="*/ 5639543 h 6554610"/>
              <a:gd name="connsiteX8" fmla="*/ 3864886 w 6808928"/>
              <a:gd name="connsiteY8" fmla="*/ 5020442 h 6554610"/>
              <a:gd name="connsiteX9" fmla="*/ 4363749 w 6808928"/>
              <a:gd name="connsiteY9" fmla="*/ 4962636 h 6554610"/>
              <a:gd name="connsiteX10" fmla="*/ 4591503 w 6808928"/>
              <a:gd name="connsiteY10" fmla="*/ 4925640 h 6554610"/>
              <a:gd name="connsiteX11" fmla="*/ 6157458 w 6808928"/>
              <a:gd name="connsiteY11" fmla="*/ 4937780 h 6554610"/>
              <a:gd name="connsiteX12" fmla="*/ 6156302 w 6808928"/>
              <a:gd name="connsiteY12" fmla="*/ 4937780 h 6554610"/>
              <a:gd name="connsiteX13" fmla="*/ 6808928 w 6808928"/>
              <a:gd name="connsiteY13" fmla="*/ 4834307 h 6554610"/>
              <a:gd name="connsiteX14" fmla="*/ 6398508 w 6808928"/>
              <a:gd name="connsiteY14" fmla="*/ 5292130 h 6554610"/>
              <a:gd name="connsiteX15" fmla="*/ 3815173 w 6808928"/>
              <a:gd name="connsiteY15" fmla="*/ 5765560 h 6554610"/>
              <a:gd name="connsiteX16" fmla="*/ 3983965 w 6808928"/>
              <a:gd name="connsiteY16" fmla="*/ 6429171 h 6554610"/>
              <a:gd name="connsiteX17" fmla="*/ 3405909 w 6808928"/>
              <a:gd name="connsiteY17" fmla="*/ 6554610 h 6554610"/>
              <a:gd name="connsiteX18" fmla="*/ 2827852 w 6808928"/>
              <a:gd name="connsiteY18" fmla="*/ 6429171 h 6554610"/>
              <a:gd name="connsiteX19" fmla="*/ 2993755 w 6808928"/>
              <a:gd name="connsiteY19" fmla="*/ 5765560 h 6554610"/>
              <a:gd name="connsiteX20" fmla="*/ 410420 w 6808928"/>
              <a:gd name="connsiteY20" fmla="*/ 5292130 h 6554610"/>
              <a:gd name="connsiteX21" fmla="*/ 0 w 6808928"/>
              <a:gd name="connsiteY21" fmla="*/ 4834307 h 6554610"/>
              <a:gd name="connsiteX22" fmla="*/ 378627 w 6808928"/>
              <a:gd name="connsiteY22" fmla="*/ 4023869 h 6554610"/>
              <a:gd name="connsiteX23" fmla="*/ 740489 w 6808928"/>
              <a:gd name="connsiteY23" fmla="*/ 4063177 h 6554610"/>
              <a:gd name="connsiteX24" fmla="*/ 1054374 w 6808928"/>
              <a:gd name="connsiteY24" fmla="*/ 4063177 h 6554610"/>
              <a:gd name="connsiteX25" fmla="*/ 1413926 w 6808928"/>
              <a:gd name="connsiteY25" fmla="*/ 4059709 h 6554610"/>
              <a:gd name="connsiteX26" fmla="*/ 1956720 w 6808928"/>
              <a:gd name="connsiteY26" fmla="*/ 4073582 h 6554610"/>
              <a:gd name="connsiteX27" fmla="*/ 2543448 w 6808928"/>
              <a:gd name="connsiteY27" fmla="*/ 4210004 h 6554610"/>
              <a:gd name="connsiteX28" fmla="*/ 2958492 w 6808928"/>
              <a:gd name="connsiteY28" fmla="*/ 4238907 h 6554610"/>
              <a:gd name="connsiteX29" fmla="*/ 2818602 w 6808928"/>
              <a:gd name="connsiteY29" fmla="*/ 4834307 h 6554610"/>
              <a:gd name="connsiteX30" fmla="*/ 3396660 w 6808928"/>
              <a:gd name="connsiteY30" fmla="*/ 4902518 h 6554610"/>
              <a:gd name="connsiteX31" fmla="*/ 3410532 w 6808928"/>
              <a:gd name="connsiteY31" fmla="*/ 4902518 h 6554610"/>
              <a:gd name="connsiteX32" fmla="*/ 3988589 w 6808928"/>
              <a:gd name="connsiteY32" fmla="*/ 4833729 h 6554610"/>
              <a:gd name="connsiteX33" fmla="*/ 3852168 w 6808928"/>
              <a:gd name="connsiteY33" fmla="*/ 4240063 h 6554610"/>
              <a:gd name="connsiteX34" fmla="*/ 4266634 w 6808928"/>
              <a:gd name="connsiteY34" fmla="*/ 4211738 h 6554610"/>
              <a:gd name="connsiteX35" fmla="*/ 4853361 w 6808928"/>
              <a:gd name="connsiteY35" fmla="*/ 4075316 h 6554610"/>
              <a:gd name="connsiteX36" fmla="*/ 5396156 w 6808928"/>
              <a:gd name="connsiteY36" fmla="*/ 4061443 h 6554610"/>
              <a:gd name="connsiteX37" fmla="*/ 5755708 w 6808928"/>
              <a:gd name="connsiteY37" fmla="*/ 4064911 h 6554610"/>
              <a:gd name="connsiteX38" fmla="*/ 6069592 w 6808928"/>
              <a:gd name="connsiteY38" fmla="*/ 4064911 h 6554610"/>
              <a:gd name="connsiteX39" fmla="*/ 6068436 w 6808928"/>
              <a:gd name="connsiteY39" fmla="*/ 4063755 h 6554610"/>
              <a:gd name="connsiteX40" fmla="*/ 6430299 w 6808928"/>
              <a:gd name="connsiteY40" fmla="*/ 4024447 h 6554610"/>
              <a:gd name="connsiteX41" fmla="*/ 6083466 w 6808928"/>
              <a:gd name="connsiteY41" fmla="*/ 4366080 h 6554610"/>
              <a:gd name="connsiteX42" fmla="*/ 5578823 w 6808928"/>
              <a:gd name="connsiteY42" fmla="*/ 4597303 h 6554610"/>
              <a:gd name="connsiteX43" fmla="*/ 4351608 w 6808928"/>
              <a:gd name="connsiteY43" fmla="*/ 4869569 h 6554610"/>
              <a:gd name="connsiteX44" fmla="*/ 3801876 w 6808928"/>
              <a:gd name="connsiteY44" fmla="*/ 4931421 h 6554610"/>
              <a:gd name="connsiteX45" fmla="*/ 3748117 w 6808928"/>
              <a:gd name="connsiteY45" fmla="*/ 4936624 h 6554610"/>
              <a:gd name="connsiteX46" fmla="*/ 3903036 w 6808928"/>
              <a:gd name="connsiteY46" fmla="*/ 5562662 h 6554610"/>
              <a:gd name="connsiteX47" fmla="*/ 3404752 w 6808928"/>
              <a:gd name="connsiteY47" fmla="*/ 5647058 h 6554610"/>
              <a:gd name="connsiteX48" fmla="*/ 2907045 w 6808928"/>
              <a:gd name="connsiteY48" fmla="*/ 5562662 h 6554610"/>
              <a:gd name="connsiteX49" fmla="*/ 3060808 w 6808928"/>
              <a:gd name="connsiteY49" fmla="*/ 4936046 h 6554610"/>
              <a:gd name="connsiteX50" fmla="*/ 3007049 w 6808928"/>
              <a:gd name="connsiteY50" fmla="*/ 4930843 h 6554610"/>
              <a:gd name="connsiteX51" fmla="*/ 2457317 w 6808928"/>
              <a:gd name="connsiteY51" fmla="*/ 4868991 h 6554610"/>
              <a:gd name="connsiteX52" fmla="*/ 1230103 w 6808928"/>
              <a:gd name="connsiteY52" fmla="*/ 4596725 h 6554610"/>
              <a:gd name="connsiteX53" fmla="*/ 725460 w 6808928"/>
              <a:gd name="connsiteY53" fmla="*/ 4365502 h 6554610"/>
              <a:gd name="connsiteX54" fmla="*/ 378627 w 6808928"/>
              <a:gd name="connsiteY54" fmla="*/ 4023869 h 6554610"/>
              <a:gd name="connsiteX55" fmla="*/ 6084621 w 6808928"/>
              <a:gd name="connsiteY55" fmla="*/ 3126721 h 6554610"/>
              <a:gd name="connsiteX56" fmla="*/ 5743568 w 6808928"/>
              <a:gd name="connsiteY56" fmla="*/ 3501881 h 6554610"/>
              <a:gd name="connsiteX57" fmla="*/ 5239503 w 6808928"/>
              <a:gd name="connsiteY57" fmla="*/ 3827906 h 6554610"/>
              <a:gd name="connsiteX58" fmla="*/ 4246980 w 6808928"/>
              <a:gd name="connsiteY58" fmla="*/ 4116936 h 6554610"/>
              <a:gd name="connsiteX59" fmla="*/ 3818640 w 6808928"/>
              <a:gd name="connsiteY59" fmla="*/ 4144105 h 6554610"/>
              <a:gd name="connsiteX60" fmla="*/ 3790315 w 6808928"/>
              <a:gd name="connsiteY60" fmla="*/ 4144105 h 6554610"/>
              <a:gd name="connsiteX61" fmla="*/ 3732509 w 6808928"/>
              <a:gd name="connsiteY61" fmla="*/ 4144105 h 6554610"/>
              <a:gd name="connsiteX62" fmla="*/ 3873555 w 6808928"/>
              <a:gd name="connsiteY62" fmla="*/ 4752800 h 6554610"/>
              <a:gd name="connsiteX63" fmla="*/ 3408220 w 6808928"/>
              <a:gd name="connsiteY63" fmla="*/ 4810606 h 6554610"/>
              <a:gd name="connsiteX64" fmla="*/ 3401861 w 6808928"/>
              <a:gd name="connsiteY64" fmla="*/ 4810606 h 6554610"/>
              <a:gd name="connsiteX65" fmla="*/ 3396080 w 6808928"/>
              <a:gd name="connsiteY65" fmla="*/ 4810606 h 6554610"/>
              <a:gd name="connsiteX66" fmla="*/ 2933635 w 6808928"/>
              <a:gd name="connsiteY66" fmla="*/ 4752800 h 6554610"/>
              <a:gd name="connsiteX67" fmla="*/ 3075259 w 6808928"/>
              <a:gd name="connsiteY67" fmla="*/ 4144682 h 6554610"/>
              <a:gd name="connsiteX68" fmla="*/ 3017453 w 6808928"/>
              <a:gd name="connsiteY68" fmla="*/ 4144682 h 6554610"/>
              <a:gd name="connsiteX69" fmla="*/ 2988551 w 6808928"/>
              <a:gd name="connsiteY69" fmla="*/ 4144682 h 6554610"/>
              <a:gd name="connsiteX70" fmla="*/ 2560211 w 6808928"/>
              <a:gd name="connsiteY70" fmla="*/ 4117514 h 6554610"/>
              <a:gd name="connsiteX71" fmla="*/ 1567688 w 6808928"/>
              <a:gd name="connsiteY71" fmla="*/ 3828485 h 6554610"/>
              <a:gd name="connsiteX72" fmla="*/ 1063045 w 6808928"/>
              <a:gd name="connsiteY72" fmla="*/ 3501881 h 6554610"/>
              <a:gd name="connsiteX73" fmla="*/ 722569 w 6808928"/>
              <a:gd name="connsiteY73" fmla="*/ 3127299 h 6554610"/>
              <a:gd name="connsiteX74" fmla="*/ 1080386 w 6808928"/>
              <a:gd name="connsiteY74" fmla="*/ 3167763 h 6554610"/>
              <a:gd name="connsiteX75" fmla="*/ 1219120 w 6808928"/>
              <a:gd name="connsiteY75" fmla="*/ 3174122 h 6554610"/>
              <a:gd name="connsiteX76" fmla="*/ 1870589 w 6808928"/>
              <a:gd name="connsiteY76" fmla="*/ 3208227 h 6554610"/>
              <a:gd name="connsiteX77" fmla="*/ 1943425 w 6808928"/>
              <a:gd name="connsiteY77" fmla="*/ 3246957 h 6554610"/>
              <a:gd name="connsiteX78" fmla="*/ 2680446 w 6808928"/>
              <a:gd name="connsiteY78" fmla="*/ 3482227 h 6554610"/>
              <a:gd name="connsiteX79" fmla="*/ 2812243 w 6808928"/>
              <a:gd name="connsiteY79" fmla="*/ 3490898 h 6554610"/>
              <a:gd name="connsiteX80" fmla="*/ 2973521 w 6808928"/>
              <a:gd name="connsiteY80" fmla="*/ 3482227 h 6554610"/>
              <a:gd name="connsiteX81" fmla="*/ 2846927 w 6808928"/>
              <a:gd name="connsiteY81" fmla="*/ 4011729 h 6554610"/>
              <a:gd name="connsiteX82" fmla="*/ 3404751 w 6808928"/>
              <a:gd name="connsiteY82" fmla="*/ 4046413 h 6554610"/>
              <a:gd name="connsiteX83" fmla="*/ 3963154 w 6808928"/>
              <a:gd name="connsiteY83" fmla="*/ 4009417 h 6554610"/>
              <a:gd name="connsiteX84" fmla="*/ 3835981 w 6808928"/>
              <a:gd name="connsiteY84" fmla="*/ 3479915 h 6554610"/>
              <a:gd name="connsiteX85" fmla="*/ 3997837 w 6808928"/>
              <a:gd name="connsiteY85" fmla="*/ 3488586 h 6554610"/>
              <a:gd name="connsiteX86" fmla="*/ 4129634 w 6808928"/>
              <a:gd name="connsiteY86" fmla="*/ 3479915 h 6554610"/>
              <a:gd name="connsiteX87" fmla="*/ 4866078 w 6808928"/>
              <a:gd name="connsiteY87" fmla="*/ 3244645 h 6554610"/>
              <a:gd name="connsiteX88" fmla="*/ 4939491 w 6808928"/>
              <a:gd name="connsiteY88" fmla="*/ 3205915 h 6554610"/>
              <a:gd name="connsiteX89" fmla="*/ 5590961 w 6808928"/>
              <a:gd name="connsiteY89" fmla="*/ 3171810 h 6554610"/>
              <a:gd name="connsiteX90" fmla="*/ 5729695 w 6808928"/>
              <a:gd name="connsiteY90" fmla="*/ 3165451 h 6554610"/>
              <a:gd name="connsiteX91" fmla="*/ 5727382 w 6808928"/>
              <a:gd name="connsiteY91" fmla="*/ 3167185 h 6554610"/>
              <a:gd name="connsiteX92" fmla="*/ 6084621 w 6808928"/>
              <a:gd name="connsiteY92" fmla="*/ 3126721 h 6554610"/>
              <a:gd name="connsiteX93" fmla="*/ 3400127 w 6808928"/>
              <a:gd name="connsiteY93" fmla="*/ 824891 h 6554610"/>
              <a:gd name="connsiteX94" fmla="*/ 3284516 w 6808928"/>
              <a:gd name="connsiteY94" fmla="*/ 988481 h 6554610"/>
              <a:gd name="connsiteX95" fmla="*/ 3284516 w 6808928"/>
              <a:gd name="connsiteY95" fmla="*/ 996574 h 6554610"/>
              <a:gd name="connsiteX96" fmla="*/ 3186824 w 6808928"/>
              <a:gd name="connsiteY96" fmla="*/ 1501219 h 6554610"/>
              <a:gd name="connsiteX97" fmla="*/ 3179310 w 6808928"/>
              <a:gd name="connsiteY97" fmla="*/ 1538793 h 6554610"/>
              <a:gd name="connsiteX98" fmla="*/ 3106475 w 6808928"/>
              <a:gd name="connsiteY98" fmla="*/ 1538793 h 6554610"/>
              <a:gd name="connsiteX99" fmla="*/ 1349761 w 6808928"/>
              <a:gd name="connsiteY99" fmla="*/ 1285025 h 6554610"/>
              <a:gd name="connsiteX100" fmla="*/ 1502946 w 6808928"/>
              <a:gd name="connsiteY100" fmla="*/ 1662498 h 6554610"/>
              <a:gd name="connsiteX101" fmla="*/ 1923193 w 6808928"/>
              <a:gd name="connsiteY101" fmla="*/ 1923202 h 6554610"/>
              <a:gd name="connsiteX102" fmla="*/ 1957876 w 6808928"/>
              <a:gd name="connsiteY102" fmla="*/ 1930139 h 6554610"/>
              <a:gd name="connsiteX103" fmla="*/ 1957876 w 6808928"/>
              <a:gd name="connsiteY103" fmla="*/ 1965401 h 6554610"/>
              <a:gd name="connsiteX104" fmla="*/ 2111061 w 6808928"/>
              <a:gd name="connsiteY104" fmla="*/ 2271772 h 6554610"/>
              <a:gd name="connsiteX105" fmla="*/ 2434195 w 6808928"/>
              <a:gd name="connsiteY105" fmla="*/ 2374088 h 6554610"/>
              <a:gd name="connsiteX106" fmla="*/ 2477549 w 6808928"/>
              <a:gd name="connsiteY106" fmla="*/ 2374088 h 6554610"/>
              <a:gd name="connsiteX107" fmla="*/ 2513967 w 6808928"/>
              <a:gd name="connsiteY107" fmla="*/ 2370042 h 6554610"/>
              <a:gd name="connsiteX108" fmla="*/ 2526684 w 6808928"/>
              <a:gd name="connsiteY108" fmla="*/ 2404725 h 6554610"/>
              <a:gd name="connsiteX109" fmla="*/ 2768311 w 6808928"/>
              <a:gd name="connsiteY109" fmla="*/ 2604734 h 6554610"/>
              <a:gd name="connsiteX110" fmla="*/ 2892015 w 6808928"/>
              <a:gd name="connsiteY110" fmla="*/ 2623231 h 6554610"/>
              <a:gd name="connsiteX111" fmla="*/ 3052137 w 6808928"/>
              <a:gd name="connsiteY111" fmla="*/ 2595485 h 6554610"/>
              <a:gd name="connsiteX112" fmla="*/ 3137111 w 6808928"/>
              <a:gd name="connsiteY112" fmla="*/ 2560223 h 6554610"/>
              <a:gd name="connsiteX113" fmla="*/ 3012251 w 6808928"/>
              <a:gd name="connsiteY113" fmla="*/ 3071227 h 6554610"/>
              <a:gd name="connsiteX114" fmla="*/ 3797252 w 6808928"/>
              <a:gd name="connsiteY114" fmla="*/ 3071227 h 6554610"/>
              <a:gd name="connsiteX115" fmla="*/ 3672392 w 6808928"/>
              <a:gd name="connsiteY115" fmla="*/ 2559645 h 6554610"/>
              <a:gd name="connsiteX116" fmla="*/ 3757366 w 6808928"/>
              <a:gd name="connsiteY116" fmla="*/ 2595485 h 6554610"/>
              <a:gd name="connsiteX117" fmla="*/ 3918066 w 6808928"/>
              <a:gd name="connsiteY117" fmla="*/ 2622653 h 6554610"/>
              <a:gd name="connsiteX118" fmla="*/ 4041770 w 6808928"/>
              <a:gd name="connsiteY118" fmla="*/ 2604155 h 6554610"/>
              <a:gd name="connsiteX119" fmla="*/ 4283397 w 6808928"/>
              <a:gd name="connsiteY119" fmla="*/ 2404147 h 6554610"/>
              <a:gd name="connsiteX120" fmla="*/ 4296115 w 6808928"/>
              <a:gd name="connsiteY120" fmla="*/ 2370042 h 6554610"/>
              <a:gd name="connsiteX121" fmla="*/ 4334844 w 6808928"/>
              <a:gd name="connsiteY121" fmla="*/ 2376978 h 6554610"/>
              <a:gd name="connsiteX122" fmla="*/ 4378199 w 6808928"/>
              <a:gd name="connsiteY122" fmla="*/ 2376978 h 6554610"/>
              <a:gd name="connsiteX123" fmla="*/ 4701332 w 6808928"/>
              <a:gd name="connsiteY123" fmla="*/ 2274662 h 6554610"/>
              <a:gd name="connsiteX124" fmla="*/ 4854517 w 6808928"/>
              <a:gd name="connsiteY124" fmla="*/ 1965979 h 6554610"/>
              <a:gd name="connsiteX125" fmla="*/ 4854517 w 6808928"/>
              <a:gd name="connsiteY125" fmla="*/ 1930717 h 6554610"/>
              <a:gd name="connsiteX126" fmla="*/ 4889201 w 6808928"/>
              <a:gd name="connsiteY126" fmla="*/ 1923780 h 6554610"/>
              <a:gd name="connsiteX127" fmla="*/ 5306558 w 6808928"/>
              <a:gd name="connsiteY127" fmla="*/ 1662498 h 6554610"/>
              <a:gd name="connsiteX128" fmla="*/ 5459742 w 6808928"/>
              <a:gd name="connsiteY128" fmla="*/ 1285025 h 6554610"/>
              <a:gd name="connsiteX129" fmla="*/ 3703029 w 6808928"/>
              <a:gd name="connsiteY129" fmla="*/ 1538793 h 6554610"/>
              <a:gd name="connsiteX130" fmla="*/ 3631350 w 6808928"/>
              <a:gd name="connsiteY130" fmla="*/ 1538793 h 6554610"/>
              <a:gd name="connsiteX131" fmla="*/ 3623835 w 6808928"/>
              <a:gd name="connsiteY131" fmla="*/ 1501219 h 6554610"/>
              <a:gd name="connsiteX132" fmla="*/ 3526143 w 6808928"/>
              <a:gd name="connsiteY132" fmla="*/ 996574 h 6554610"/>
              <a:gd name="connsiteX133" fmla="*/ 3526143 w 6808928"/>
              <a:gd name="connsiteY133" fmla="*/ 988481 h 6554610"/>
              <a:gd name="connsiteX134" fmla="*/ 3410532 w 6808928"/>
              <a:gd name="connsiteY134" fmla="*/ 824891 h 6554610"/>
              <a:gd name="connsiteX135" fmla="*/ 4186495 w 6808928"/>
              <a:gd name="connsiteY135" fmla="*/ 792277 h 6554610"/>
              <a:gd name="connsiteX136" fmla="*/ 4308832 w 6808928"/>
              <a:gd name="connsiteY136" fmla="*/ 804660 h 6554610"/>
              <a:gd name="connsiteX137" fmla="*/ 4534852 w 6808928"/>
              <a:gd name="connsiteY137" fmla="*/ 950909 h 6554610"/>
              <a:gd name="connsiteX138" fmla="*/ 4266633 w 6808928"/>
              <a:gd name="connsiteY138" fmla="*/ 965938 h 6554610"/>
              <a:gd name="connsiteX139" fmla="*/ 4066626 w 6808928"/>
              <a:gd name="connsiteY139" fmla="*/ 819689 h 6554610"/>
              <a:gd name="connsiteX140" fmla="*/ 4186495 w 6808928"/>
              <a:gd name="connsiteY140" fmla="*/ 792277 h 6554610"/>
              <a:gd name="connsiteX141" fmla="*/ 4556240 w 6808928"/>
              <a:gd name="connsiteY141" fmla="*/ 546268 h 6554610"/>
              <a:gd name="connsiteX142" fmla="*/ 4787462 w 6808928"/>
              <a:gd name="connsiteY142" fmla="*/ 578060 h 6554610"/>
              <a:gd name="connsiteX143" fmla="*/ 4570113 w 6808928"/>
              <a:gd name="connsiteY143" fmla="*/ 702922 h 6554610"/>
              <a:gd name="connsiteX144" fmla="*/ 4335422 w 6808928"/>
              <a:gd name="connsiteY144" fmla="*/ 628352 h 6554610"/>
              <a:gd name="connsiteX145" fmla="*/ 4557395 w 6808928"/>
              <a:gd name="connsiteY145" fmla="*/ 546846 h 6554610"/>
              <a:gd name="connsiteX146" fmla="*/ 4107090 w 6808928"/>
              <a:gd name="connsiteY146" fmla="*/ 258394 h 6554610"/>
              <a:gd name="connsiteX147" fmla="*/ 4152756 w 6808928"/>
              <a:gd name="connsiteY147" fmla="*/ 527191 h 6554610"/>
              <a:gd name="connsiteX148" fmla="*/ 4155068 w 6808928"/>
              <a:gd name="connsiteY148" fmla="*/ 527191 h 6554610"/>
              <a:gd name="connsiteX149" fmla="*/ 4039457 w 6808928"/>
              <a:gd name="connsiteY149" fmla="*/ 751478 h 6554610"/>
              <a:gd name="connsiteX150" fmla="*/ 3981651 w 6808928"/>
              <a:gd name="connsiteY150" fmla="*/ 501179 h 6554610"/>
              <a:gd name="connsiteX151" fmla="*/ 4107090 w 6808928"/>
              <a:gd name="connsiteY151" fmla="*/ 258394 h 6554610"/>
              <a:gd name="connsiteX152" fmla="*/ 4707690 w 6808928"/>
              <a:gd name="connsiteY152" fmla="*/ 0 h 6554610"/>
              <a:gd name="connsiteX153" fmla="*/ 4663758 w 6808928"/>
              <a:gd name="connsiteY153" fmla="*/ 259548 h 6554610"/>
              <a:gd name="connsiteX154" fmla="*/ 4527915 w 6808928"/>
              <a:gd name="connsiteY154" fmla="*/ 400595 h 6554610"/>
              <a:gd name="connsiteX155" fmla="*/ 4475311 w 6808928"/>
              <a:gd name="connsiteY155" fmla="*/ 487882 h 6554610"/>
              <a:gd name="connsiteX156" fmla="*/ 3792049 w 6808928"/>
              <a:gd name="connsiteY156" fmla="*/ 959578 h 6554610"/>
              <a:gd name="connsiteX157" fmla="*/ 3993790 w 6808928"/>
              <a:gd name="connsiteY157" fmla="*/ 973451 h 6554610"/>
              <a:gd name="connsiteX158" fmla="*/ 3994947 w 6808928"/>
              <a:gd name="connsiteY158" fmla="*/ 972295 h 6554610"/>
              <a:gd name="connsiteX159" fmla="*/ 4216920 w 6808928"/>
              <a:gd name="connsiteY159" fmla="*/ 1131839 h 6554610"/>
              <a:gd name="connsiteX160" fmla="*/ 3955061 w 6808928"/>
              <a:gd name="connsiteY160" fmla="*/ 1135886 h 6554610"/>
              <a:gd name="connsiteX161" fmla="*/ 3770661 w 6808928"/>
              <a:gd name="connsiteY161" fmla="*/ 967670 h 6554610"/>
              <a:gd name="connsiteX162" fmla="*/ 3626376 w 6808928"/>
              <a:gd name="connsiteY162" fmla="*/ 1020664 h 6554610"/>
              <a:gd name="connsiteX163" fmla="*/ 3631910 w 6808928"/>
              <a:gd name="connsiteY163" fmla="*/ 1049024 h 6554610"/>
              <a:gd name="connsiteX164" fmla="*/ 3708810 w 6808928"/>
              <a:gd name="connsiteY164" fmla="*/ 1445148 h 6554610"/>
              <a:gd name="connsiteX165" fmla="*/ 5495004 w 6808928"/>
              <a:gd name="connsiteY165" fmla="*/ 1176928 h 6554610"/>
              <a:gd name="connsiteX166" fmla="*/ 5556856 w 6808928"/>
              <a:gd name="connsiteY166" fmla="*/ 1156118 h 6554610"/>
              <a:gd name="connsiteX167" fmla="*/ 5556856 w 6808928"/>
              <a:gd name="connsiteY167" fmla="*/ 1217392 h 6554610"/>
              <a:gd name="connsiteX168" fmla="*/ 5379971 w 6808928"/>
              <a:gd name="connsiteY168" fmla="*/ 1718569 h 6554610"/>
              <a:gd name="connsiteX169" fmla="*/ 4940648 w 6808928"/>
              <a:gd name="connsiteY169" fmla="*/ 2004709 h 6554610"/>
              <a:gd name="connsiteX170" fmla="*/ 4757404 w 6808928"/>
              <a:gd name="connsiteY170" fmla="*/ 2344607 h 6554610"/>
              <a:gd name="connsiteX171" fmla="*/ 4673007 w 6808928"/>
              <a:gd name="connsiteY171" fmla="*/ 2402413 h 6554610"/>
              <a:gd name="connsiteX172" fmla="*/ 5516970 w 6808928"/>
              <a:gd name="connsiteY172" fmla="*/ 2273506 h 6554610"/>
              <a:gd name="connsiteX173" fmla="*/ 5583446 w 6808928"/>
              <a:gd name="connsiteY173" fmla="*/ 2260789 h 6554610"/>
              <a:gd name="connsiteX174" fmla="*/ 5578822 w 6808928"/>
              <a:gd name="connsiteY174" fmla="*/ 2260789 h 6554610"/>
              <a:gd name="connsiteX175" fmla="*/ 5759754 w 6808928"/>
              <a:gd name="connsiteY175" fmla="*/ 2223215 h 6554610"/>
              <a:gd name="connsiteX176" fmla="*/ 5479397 w 6808928"/>
              <a:gd name="connsiteY176" fmla="*/ 2635949 h 6554610"/>
              <a:gd name="connsiteX177" fmla="*/ 4819256 w 6808928"/>
              <a:gd name="connsiteY177" fmla="*/ 3161982 h 6554610"/>
              <a:gd name="connsiteX178" fmla="*/ 4111137 w 6808928"/>
              <a:gd name="connsiteY178" fmla="*/ 3387425 h 6554610"/>
              <a:gd name="connsiteX179" fmla="*/ 3995526 w 6808928"/>
              <a:gd name="connsiteY179" fmla="*/ 3395518 h 6554610"/>
              <a:gd name="connsiteX180" fmla="*/ 3779910 w 6808928"/>
              <a:gd name="connsiteY180" fmla="*/ 3379910 h 6554610"/>
              <a:gd name="connsiteX181" fmla="*/ 3711700 w 6808928"/>
              <a:gd name="connsiteY181" fmla="*/ 3369505 h 6554610"/>
              <a:gd name="connsiteX182" fmla="*/ 3844075 w 6808928"/>
              <a:gd name="connsiteY182" fmla="*/ 3923286 h 6554610"/>
              <a:gd name="connsiteX183" fmla="*/ 3402439 w 6808928"/>
              <a:gd name="connsiteY183" fmla="*/ 3951032 h 6554610"/>
              <a:gd name="connsiteX184" fmla="*/ 2961382 w 6808928"/>
              <a:gd name="connsiteY184" fmla="*/ 3923286 h 6554610"/>
              <a:gd name="connsiteX185" fmla="*/ 3093757 w 6808928"/>
              <a:gd name="connsiteY185" fmla="*/ 3369505 h 6554610"/>
              <a:gd name="connsiteX186" fmla="*/ 3025547 w 6808928"/>
              <a:gd name="connsiteY186" fmla="*/ 3379910 h 6554610"/>
              <a:gd name="connsiteX187" fmla="*/ 2809931 w 6808928"/>
              <a:gd name="connsiteY187" fmla="*/ 3395518 h 6554610"/>
              <a:gd name="connsiteX188" fmla="*/ 2694320 w 6808928"/>
              <a:gd name="connsiteY188" fmla="*/ 3387425 h 6554610"/>
              <a:gd name="connsiteX189" fmla="*/ 1986201 w 6808928"/>
              <a:gd name="connsiteY189" fmla="*/ 3161982 h 6554610"/>
              <a:gd name="connsiteX190" fmla="*/ 1326060 w 6808928"/>
              <a:gd name="connsiteY190" fmla="*/ 2635949 h 6554610"/>
              <a:gd name="connsiteX191" fmla="*/ 1045703 w 6808928"/>
              <a:gd name="connsiteY191" fmla="*/ 2223215 h 6554610"/>
              <a:gd name="connsiteX192" fmla="*/ 1226635 w 6808928"/>
              <a:gd name="connsiteY192" fmla="*/ 2260789 h 6554610"/>
              <a:gd name="connsiteX193" fmla="*/ 1293111 w 6808928"/>
              <a:gd name="connsiteY193" fmla="*/ 2273506 h 6554610"/>
              <a:gd name="connsiteX194" fmla="*/ 2137074 w 6808928"/>
              <a:gd name="connsiteY194" fmla="*/ 2401835 h 6554610"/>
              <a:gd name="connsiteX195" fmla="*/ 2052677 w 6808928"/>
              <a:gd name="connsiteY195" fmla="*/ 2346919 h 6554610"/>
              <a:gd name="connsiteX196" fmla="*/ 1869434 w 6808928"/>
              <a:gd name="connsiteY196" fmla="*/ 2007021 h 6554610"/>
              <a:gd name="connsiteX197" fmla="*/ 1430111 w 6808928"/>
              <a:gd name="connsiteY197" fmla="*/ 1720882 h 6554610"/>
              <a:gd name="connsiteX198" fmla="*/ 1253225 w 6808928"/>
              <a:gd name="connsiteY198" fmla="*/ 1219705 h 6554610"/>
              <a:gd name="connsiteX199" fmla="*/ 1253225 w 6808928"/>
              <a:gd name="connsiteY199" fmla="*/ 1156118 h 6554610"/>
              <a:gd name="connsiteX200" fmla="*/ 1318546 w 6808928"/>
              <a:gd name="connsiteY200" fmla="*/ 1175772 h 6554610"/>
              <a:gd name="connsiteX201" fmla="*/ 3104740 w 6808928"/>
              <a:gd name="connsiteY201" fmla="*/ 1445148 h 6554610"/>
              <a:gd name="connsiteX202" fmla="*/ 3195495 w 6808928"/>
              <a:gd name="connsiteY202" fmla="*/ 978076 h 6554610"/>
              <a:gd name="connsiteX203" fmla="*/ 3195495 w 6808928"/>
              <a:gd name="connsiteY203" fmla="*/ 970561 h 6554610"/>
              <a:gd name="connsiteX204" fmla="*/ 3403017 w 6808928"/>
              <a:gd name="connsiteY204" fmla="*/ 731245 h 6554610"/>
              <a:gd name="connsiteX205" fmla="*/ 3410532 w 6808928"/>
              <a:gd name="connsiteY205" fmla="*/ 731245 h 6554610"/>
              <a:gd name="connsiteX206" fmla="*/ 3612433 w 6808928"/>
              <a:gd name="connsiteY206" fmla="*/ 943681 h 6554610"/>
              <a:gd name="connsiteX207" fmla="*/ 3613569 w 6808928"/>
              <a:gd name="connsiteY207" fmla="*/ 949114 h 6554610"/>
              <a:gd name="connsiteX208" fmla="*/ 3749851 w 6808928"/>
              <a:gd name="connsiteY208" fmla="*/ 898881 h 6554610"/>
              <a:gd name="connsiteX209" fmla="*/ 3692045 w 6808928"/>
              <a:gd name="connsiteY209" fmla="*/ 651472 h 6554610"/>
              <a:gd name="connsiteX210" fmla="*/ 3829044 w 6808928"/>
              <a:gd name="connsiteY210" fmla="*/ 413890 h 6554610"/>
              <a:gd name="connsiteX211" fmla="*/ 3872977 w 6808928"/>
              <a:gd name="connsiteY211" fmla="*/ 680375 h 6554610"/>
              <a:gd name="connsiteX212" fmla="*/ 3753319 w 6808928"/>
              <a:gd name="connsiteY212" fmla="*/ 897147 h 6554610"/>
              <a:gd name="connsiteX213" fmla="*/ 4293802 w 6808928"/>
              <a:gd name="connsiteY213" fmla="*/ 578059 h 6554610"/>
              <a:gd name="connsiteX214" fmla="*/ 4240042 w 6808928"/>
              <a:gd name="connsiteY214" fmla="*/ 338164 h 6554610"/>
              <a:gd name="connsiteX215" fmla="*/ 4355654 w 6808928"/>
              <a:gd name="connsiteY215" fmla="*/ 106941 h 6554610"/>
              <a:gd name="connsiteX216" fmla="*/ 4398430 w 6808928"/>
              <a:gd name="connsiteY216" fmla="*/ 365333 h 6554610"/>
              <a:gd name="connsiteX217" fmla="*/ 4296692 w 6808928"/>
              <a:gd name="connsiteY217" fmla="*/ 578059 h 6554610"/>
              <a:gd name="connsiteX218" fmla="*/ 4463172 w 6808928"/>
              <a:gd name="connsiteY218" fmla="*/ 426029 h 6554610"/>
              <a:gd name="connsiteX219" fmla="*/ 4501324 w 6808928"/>
              <a:gd name="connsiteY219" fmla="*/ 380941 h 6554610"/>
              <a:gd name="connsiteX220" fmla="*/ 4534273 w 6808928"/>
              <a:gd name="connsiteY220" fmla="*/ 173418 h 6554610"/>
              <a:gd name="connsiteX221" fmla="*/ 4707690 w 6808928"/>
              <a:gd name="connsiteY221" fmla="*/ 0 h 6554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</a:cxnLst>
            <a:rect l="l" t="t" r="r" b="b"/>
            <a:pathLst>
              <a:path w="6808928" h="6554610">
                <a:moveTo>
                  <a:pt x="0" y="4834307"/>
                </a:moveTo>
                <a:cubicBezTo>
                  <a:pt x="215308" y="4886332"/>
                  <a:pt x="434568" y="4920363"/>
                  <a:pt x="655516" y="4936045"/>
                </a:cubicBezTo>
                <a:cubicBezTo>
                  <a:pt x="1077497" y="4952809"/>
                  <a:pt x="1674630" y="4916969"/>
                  <a:pt x="2221471" y="4923906"/>
                </a:cubicBezTo>
                <a:cubicBezTo>
                  <a:pt x="2309336" y="4940092"/>
                  <a:pt x="2387952" y="4952809"/>
                  <a:pt x="2449225" y="4960902"/>
                </a:cubicBezTo>
                <a:cubicBezTo>
                  <a:pt x="2596052" y="4981134"/>
                  <a:pt x="2840570" y="5007147"/>
                  <a:pt x="2948088" y="5018708"/>
                </a:cubicBezTo>
                <a:lnTo>
                  <a:pt x="2792013" y="5637809"/>
                </a:lnTo>
                <a:lnTo>
                  <a:pt x="3404753" y="5741860"/>
                </a:lnTo>
                <a:lnTo>
                  <a:pt x="4018071" y="5639543"/>
                </a:lnTo>
                <a:lnTo>
                  <a:pt x="3864886" y="5020442"/>
                </a:lnTo>
                <a:cubicBezTo>
                  <a:pt x="3972404" y="5007147"/>
                  <a:pt x="4216922" y="4981134"/>
                  <a:pt x="4363749" y="4962636"/>
                </a:cubicBezTo>
                <a:cubicBezTo>
                  <a:pt x="4425023" y="4954543"/>
                  <a:pt x="4503639" y="4941826"/>
                  <a:pt x="4591503" y="4925640"/>
                </a:cubicBezTo>
                <a:cubicBezTo>
                  <a:pt x="5138344" y="4918704"/>
                  <a:pt x="5735477" y="4954543"/>
                  <a:pt x="6157458" y="4937780"/>
                </a:cubicBezTo>
                <a:lnTo>
                  <a:pt x="6156302" y="4937780"/>
                </a:lnTo>
                <a:cubicBezTo>
                  <a:pt x="6376310" y="4921369"/>
                  <a:pt x="6594642" y="4886760"/>
                  <a:pt x="6808928" y="4834307"/>
                </a:cubicBezTo>
                <a:cubicBezTo>
                  <a:pt x="6808928" y="4834307"/>
                  <a:pt x="6617591" y="5141834"/>
                  <a:pt x="6398508" y="5292130"/>
                </a:cubicBezTo>
                <a:cubicBezTo>
                  <a:pt x="5555354" y="5535764"/>
                  <a:pt x="4689928" y="5694366"/>
                  <a:pt x="3815173" y="5765560"/>
                </a:cubicBezTo>
                <a:lnTo>
                  <a:pt x="3983965" y="6429171"/>
                </a:lnTo>
                <a:lnTo>
                  <a:pt x="3405909" y="6554610"/>
                </a:lnTo>
                <a:lnTo>
                  <a:pt x="2827852" y="6429171"/>
                </a:lnTo>
                <a:lnTo>
                  <a:pt x="2993755" y="5765560"/>
                </a:lnTo>
                <a:cubicBezTo>
                  <a:pt x="2118999" y="5694366"/>
                  <a:pt x="1253573" y="5535764"/>
                  <a:pt x="410420" y="5292130"/>
                </a:cubicBezTo>
                <a:cubicBezTo>
                  <a:pt x="191337" y="5144725"/>
                  <a:pt x="0" y="4834307"/>
                  <a:pt x="0" y="4834307"/>
                </a:cubicBezTo>
                <a:close/>
                <a:moveTo>
                  <a:pt x="378627" y="4023869"/>
                </a:moveTo>
                <a:cubicBezTo>
                  <a:pt x="498077" y="4046119"/>
                  <a:pt x="619045" y="4059263"/>
                  <a:pt x="740489" y="4063177"/>
                </a:cubicBezTo>
                <a:cubicBezTo>
                  <a:pt x="826620" y="4066645"/>
                  <a:pt x="932405" y="4063177"/>
                  <a:pt x="1054374" y="4063177"/>
                </a:cubicBezTo>
                <a:cubicBezTo>
                  <a:pt x="1162472" y="4059709"/>
                  <a:pt x="1285020" y="4059709"/>
                  <a:pt x="1413926" y="4059709"/>
                </a:cubicBezTo>
                <a:cubicBezTo>
                  <a:pt x="1563642" y="4059709"/>
                  <a:pt x="1752666" y="4062021"/>
                  <a:pt x="1956720" y="4073582"/>
                </a:cubicBezTo>
                <a:cubicBezTo>
                  <a:pt x="2149301" y="4131099"/>
                  <a:pt x="2345249" y="4176656"/>
                  <a:pt x="2543448" y="4210004"/>
                </a:cubicBezTo>
                <a:cubicBezTo>
                  <a:pt x="2680909" y="4229698"/>
                  <a:pt x="2819626" y="4239363"/>
                  <a:pt x="2958492" y="4238907"/>
                </a:cubicBezTo>
                <a:lnTo>
                  <a:pt x="2818602" y="4834307"/>
                </a:lnTo>
                <a:lnTo>
                  <a:pt x="3396660" y="4902518"/>
                </a:lnTo>
                <a:lnTo>
                  <a:pt x="3410532" y="4902518"/>
                </a:lnTo>
                <a:lnTo>
                  <a:pt x="3988589" y="4833729"/>
                </a:lnTo>
                <a:lnTo>
                  <a:pt x="3852168" y="4240063"/>
                </a:lnTo>
                <a:cubicBezTo>
                  <a:pt x="3990826" y="4240682"/>
                  <a:pt x="4129345" y="4231213"/>
                  <a:pt x="4266634" y="4211738"/>
                </a:cubicBezTo>
                <a:cubicBezTo>
                  <a:pt x="4464832" y="4178390"/>
                  <a:pt x="4660782" y="4132833"/>
                  <a:pt x="4853361" y="4075316"/>
                </a:cubicBezTo>
                <a:cubicBezTo>
                  <a:pt x="5057415" y="4061443"/>
                  <a:pt x="5246440" y="4061443"/>
                  <a:pt x="5396156" y="4061443"/>
                </a:cubicBezTo>
                <a:cubicBezTo>
                  <a:pt x="5524485" y="4061443"/>
                  <a:pt x="5647611" y="4064911"/>
                  <a:pt x="5755708" y="4064911"/>
                </a:cubicBezTo>
                <a:cubicBezTo>
                  <a:pt x="5877099" y="4064911"/>
                  <a:pt x="5983462" y="4064911"/>
                  <a:pt x="6069592" y="4064911"/>
                </a:cubicBezTo>
                <a:lnTo>
                  <a:pt x="6068436" y="4063755"/>
                </a:lnTo>
                <a:cubicBezTo>
                  <a:pt x="6189886" y="4059842"/>
                  <a:pt x="6310873" y="4046696"/>
                  <a:pt x="6430299" y="4024447"/>
                </a:cubicBezTo>
                <a:cubicBezTo>
                  <a:pt x="6332261" y="4154886"/>
                  <a:pt x="6215378" y="4270018"/>
                  <a:pt x="6083466" y="4366080"/>
                </a:cubicBezTo>
                <a:cubicBezTo>
                  <a:pt x="5922362" y="4457852"/>
                  <a:pt x="5753511" y="4535226"/>
                  <a:pt x="5578823" y="4597303"/>
                </a:cubicBezTo>
                <a:cubicBezTo>
                  <a:pt x="5175906" y="4713852"/>
                  <a:pt x="4766011" y="4804792"/>
                  <a:pt x="4351608" y="4869569"/>
                </a:cubicBezTo>
                <a:cubicBezTo>
                  <a:pt x="4162006" y="4893848"/>
                  <a:pt x="3805345" y="4931421"/>
                  <a:pt x="3801876" y="4931421"/>
                </a:cubicBezTo>
                <a:lnTo>
                  <a:pt x="3748117" y="4936624"/>
                </a:lnTo>
                <a:lnTo>
                  <a:pt x="3903036" y="5562662"/>
                </a:lnTo>
                <a:lnTo>
                  <a:pt x="3404752" y="5647058"/>
                </a:lnTo>
                <a:lnTo>
                  <a:pt x="2907045" y="5562662"/>
                </a:lnTo>
                <a:lnTo>
                  <a:pt x="3060808" y="4936046"/>
                </a:lnTo>
                <a:lnTo>
                  <a:pt x="3007049" y="4930843"/>
                </a:lnTo>
                <a:cubicBezTo>
                  <a:pt x="3003581" y="4930265"/>
                  <a:pt x="2646920" y="4893269"/>
                  <a:pt x="2457317" y="4868991"/>
                </a:cubicBezTo>
                <a:cubicBezTo>
                  <a:pt x="2042914" y="4804214"/>
                  <a:pt x="1633021" y="4713274"/>
                  <a:pt x="1230103" y="4596725"/>
                </a:cubicBezTo>
                <a:cubicBezTo>
                  <a:pt x="1055415" y="4534647"/>
                  <a:pt x="886541" y="4457274"/>
                  <a:pt x="725460" y="4365502"/>
                </a:cubicBezTo>
                <a:cubicBezTo>
                  <a:pt x="593559" y="4269440"/>
                  <a:pt x="476669" y="4154308"/>
                  <a:pt x="378627" y="4023869"/>
                </a:cubicBezTo>
                <a:close/>
                <a:moveTo>
                  <a:pt x="6084621" y="3126721"/>
                </a:moveTo>
                <a:cubicBezTo>
                  <a:pt x="5990167" y="3267987"/>
                  <a:pt x="5875191" y="3394420"/>
                  <a:pt x="5743568" y="3501881"/>
                </a:cubicBezTo>
                <a:cubicBezTo>
                  <a:pt x="5590597" y="3632222"/>
                  <a:pt x="5421116" y="3741839"/>
                  <a:pt x="5239503" y="3827906"/>
                </a:cubicBezTo>
                <a:cubicBezTo>
                  <a:pt x="4923115" y="3968305"/>
                  <a:pt x="4589282" y="4065523"/>
                  <a:pt x="4246980" y="4116936"/>
                </a:cubicBezTo>
                <a:cubicBezTo>
                  <a:pt x="4105044" y="4136341"/>
                  <a:pt x="3961888" y="4145422"/>
                  <a:pt x="3818640" y="4144105"/>
                </a:cubicBezTo>
                <a:lnTo>
                  <a:pt x="3790315" y="4144105"/>
                </a:lnTo>
                <a:lnTo>
                  <a:pt x="3732509" y="4144105"/>
                </a:lnTo>
                <a:lnTo>
                  <a:pt x="3873555" y="4752800"/>
                </a:lnTo>
                <a:lnTo>
                  <a:pt x="3408220" y="4810606"/>
                </a:lnTo>
                <a:lnTo>
                  <a:pt x="3401861" y="4810606"/>
                </a:lnTo>
                <a:lnTo>
                  <a:pt x="3396080" y="4810606"/>
                </a:lnTo>
                <a:lnTo>
                  <a:pt x="2933635" y="4752800"/>
                </a:lnTo>
                <a:lnTo>
                  <a:pt x="3075259" y="4144682"/>
                </a:lnTo>
                <a:lnTo>
                  <a:pt x="3017453" y="4144682"/>
                </a:lnTo>
                <a:lnTo>
                  <a:pt x="2988551" y="4144682"/>
                </a:lnTo>
                <a:cubicBezTo>
                  <a:pt x="2845302" y="4145966"/>
                  <a:pt x="2702147" y="4136885"/>
                  <a:pt x="2560211" y="4117514"/>
                </a:cubicBezTo>
                <a:cubicBezTo>
                  <a:pt x="2217943" y="4065956"/>
                  <a:pt x="1884127" y="3968745"/>
                  <a:pt x="1567688" y="3828485"/>
                </a:cubicBezTo>
                <a:cubicBezTo>
                  <a:pt x="1385976" y="3742041"/>
                  <a:pt x="1216334" y="3632245"/>
                  <a:pt x="1063045" y="3501881"/>
                </a:cubicBezTo>
                <a:cubicBezTo>
                  <a:pt x="931756" y="3394437"/>
                  <a:pt x="817029" y="3268218"/>
                  <a:pt x="722569" y="3127299"/>
                </a:cubicBezTo>
                <a:cubicBezTo>
                  <a:pt x="849163" y="3146375"/>
                  <a:pt x="1034141" y="3167763"/>
                  <a:pt x="1080386" y="3167763"/>
                </a:cubicBezTo>
                <a:lnTo>
                  <a:pt x="1219120" y="3174122"/>
                </a:lnTo>
                <a:cubicBezTo>
                  <a:pt x="1387334" y="3182215"/>
                  <a:pt x="1605261" y="3192042"/>
                  <a:pt x="1870589" y="3208227"/>
                </a:cubicBezTo>
                <a:lnTo>
                  <a:pt x="1943425" y="3246957"/>
                </a:lnTo>
                <a:cubicBezTo>
                  <a:pt x="2175040" y="3364032"/>
                  <a:pt x="2423836" y="3443451"/>
                  <a:pt x="2680446" y="3482227"/>
                </a:cubicBezTo>
                <a:cubicBezTo>
                  <a:pt x="2724101" y="3488383"/>
                  <a:pt x="2768155" y="3491279"/>
                  <a:pt x="2812243" y="3490898"/>
                </a:cubicBezTo>
                <a:cubicBezTo>
                  <a:pt x="2866118" y="3490829"/>
                  <a:pt x="2919953" y="3487938"/>
                  <a:pt x="2973521" y="3482227"/>
                </a:cubicBezTo>
                <a:lnTo>
                  <a:pt x="2846927" y="4011729"/>
                </a:lnTo>
                <a:lnTo>
                  <a:pt x="3404751" y="4046413"/>
                </a:lnTo>
                <a:lnTo>
                  <a:pt x="3963154" y="4009417"/>
                </a:lnTo>
                <a:lnTo>
                  <a:pt x="3835981" y="3479915"/>
                </a:lnTo>
                <a:cubicBezTo>
                  <a:pt x="3889746" y="3485609"/>
                  <a:pt x="3943772" y="3488499"/>
                  <a:pt x="3997837" y="3488586"/>
                </a:cubicBezTo>
                <a:cubicBezTo>
                  <a:pt x="4041925" y="3488967"/>
                  <a:pt x="4085979" y="3486071"/>
                  <a:pt x="4129634" y="3479915"/>
                </a:cubicBezTo>
                <a:cubicBezTo>
                  <a:pt x="4386083" y="3441225"/>
                  <a:pt x="4634699" y="3361800"/>
                  <a:pt x="4866078" y="3244645"/>
                </a:cubicBezTo>
                <a:lnTo>
                  <a:pt x="4939491" y="3205915"/>
                </a:lnTo>
                <a:cubicBezTo>
                  <a:pt x="5204241" y="3189729"/>
                  <a:pt x="5422746" y="3179902"/>
                  <a:pt x="5590961" y="3171810"/>
                </a:cubicBezTo>
                <a:lnTo>
                  <a:pt x="5729695" y="3165451"/>
                </a:lnTo>
                <a:lnTo>
                  <a:pt x="5727382" y="3167185"/>
                </a:lnTo>
                <a:cubicBezTo>
                  <a:pt x="5773627" y="3164873"/>
                  <a:pt x="5958605" y="3145797"/>
                  <a:pt x="6084621" y="3126721"/>
                </a:cubicBezTo>
                <a:close/>
                <a:moveTo>
                  <a:pt x="3400127" y="824891"/>
                </a:moveTo>
                <a:cubicBezTo>
                  <a:pt x="3326136" y="824891"/>
                  <a:pt x="3300123" y="907553"/>
                  <a:pt x="3284516" y="988481"/>
                </a:cubicBezTo>
                <a:lnTo>
                  <a:pt x="3284516" y="996574"/>
                </a:lnTo>
                <a:cubicBezTo>
                  <a:pt x="3276423" y="1038772"/>
                  <a:pt x="3186824" y="1501219"/>
                  <a:pt x="3186824" y="1501219"/>
                </a:cubicBezTo>
                <a:lnTo>
                  <a:pt x="3179310" y="1538793"/>
                </a:lnTo>
                <a:lnTo>
                  <a:pt x="3106475" y="1538793"/>
                </a:lnTo>
                <a:cubicBezTo>
                  <a:pt x="2511614" y="1541036"/>
                  <a:pt x="1919672" y="1455530"/>
                  <a:pt x="1349761" y="1285025"/>
                </a:cubicBezTo>
                <a:cubicBezTo>
                  <a:pt x="1362779" y="1423129"/>
                  <a:pt x="1416041" y="1554378"/>
                  <a:pt x="1502946" y="1662498"/>
                </a:cubicBezTo>
                <a:cubicBezTo>
                  <a:pt x="1611927" y="1791665"/>
                  <a:pt x="1759059" y="1882941"/>
                  <a:pt x="1923193" y="1923202"/>
                </a:cubicBezTo>
                <a:lnTo>
                  <a:pt x="1957876" y="1930139"/>
                </a:lnTo>
                <a:lnTo>
                  <a:pt x="1957876" y="1965401"/>
                </a:lnTo>
                <a:cubicBezTo>
                  <a:pt x="1970588" y="2082579"/>
                  <a:pt x="2024948" y="2191294"/>
                  <a:pt x="2111061" y="2271772"/>
                </a:cubicBezTo>
                <a:cubicBezTo>
                  <a:pt x="2204475" y="2340711"/>
                  <a:pt x="2318127" y="2376701"/>
                  <a:pt x="2434195" y="2374088"/>
                </a:cubicBezTo>
                <a:cubicBezTo>
                  <a:pt x="2460785" y="2374088"/>
                  <a:pt x="2477549" y="2374088"/>
                  <a:pt x="2477549" y="2374088"/>
                </a:cubicBezTo>
                <a:lnTo>
                  <a:pt x="2513967" y="2370042"/>
                </a:lnTo>
                <a:lnTo>
                  <a:pt x="2526684" y="2404725"/>
                </a:lnTo>
                <a:cubicBezTo>
                  <a:pt x="2574888" y="2502903"/>
                  <a:pt x="2662857" y="2575721"/>
                  <a:pt x="2768311" y="2604734"/>
                </a:cubicBezTo>
                <a:cubicBezTo>
                  <a:pt x="2808371" y="2617139"/>
                  <a:pt x="2850083" y="2623376"/>
                  <a:pt x="2892015" y="2623231"/>
                </a:cubicBezTo>
                <a:cubicBezTo>
                  <a:pt x="2946578" y="2623156"/>
                  <a:pt x="3000731" y="2613769"/>
                  <a:pt x="3052137" y="2595485"/>
                </a:cubicBezTo>
                <a:lnTo>
                  <a:pt x="3137111" y="2560223"/>
                </a:lnTo>
                <a:lnTo>
                  <a:pt x="3012251" y="3071227"/>
                </a:lnTo>
                <a:lnTo>
                  <a:pt x="3797252" y="3071227"/>
                </a:lnTo>
                <a:lnTo>
                  <a:pt x="3672392" y="2559645"/>
                </a:lnTo>
                <a:lnTo>
                  <a:pt x="3757366" y="2595485"/>
                </a:lnTo>
                <a:cubicBezTo>
                  <a:pt x="3808992" y="2613641"/>
                  <a:pt x="3863341" y="2622827"/>
                  <a:pt x="3918066" y="2622653"/>
                </a:cubicBezTo>
                <a:cubicBezTo>
                  <a:pt x="3959998" y="2622798"/>
                  <a:pt x="4001710" y="2616561"/>
                  <a:pt x="4041770" y="2604155"/>
                </a:cubicBezTo>
                <a:cubicBezTo>
                  <a:pt x="4147260" y="2575212"/>
                  <a:pt x="4235251" y="2502377"/>
                  <a:pt x="4283397" y="2404147"/>
                </a:cubicBezTo>
                <a:lnTo>
                  <a:pt x="4296115" y="2370042"/>
                </a:lnTo>
                <a:lnTo>
                  <a:pt x="4334844" y="2376978"/>
                </a:lnTo>
                <a:cubicBezTo>
                  <a:pt x="4334844" y="2376978"/>
                  <a:pt x="4351608" y="2376978"/>
                  <a:pt x="4378199" y="2376978"/>
                </a:cubicBezTo>
                <a:cubicBezTo>
                  <a:pt x="4494267" y="2379591"/>
                  <a:pt x="4607918" y="2343601"/>
                  <a:pt x="4701332" y="2274662"/>
                </a:cubicBezTo>
                <a:cubicBezTo>
                  <a:pt x="4787943" y="2193601"/>
                  <a:pt x="4842344" y="2083978"/>
                  <a:pt x="4854517" y="1965979"/>
                </a:cubicBezTo>
                <a:lnTo>
                  <a:pt x="4854517" y="1930717"/>
                </a:lnTo>
                <a:lnTo>
                  <a:pt x="4889201" y="1923780"/>
                </a:lnTo>
                <a:cubicBezTo>
                  <a:pt x="5052172" y="1882368"/>
                  <a:pt x="5198108" y="1791006"/>
                  <a:pt x="5306558" y="1662498"/>
                </a:cubicBezTo>
                <a:cubicBezTo>
                  <a:pt x="5393463" y="1554378"/>
                  <a:pt x="5446725" y="1423129"/>
                  <a:pt x="5459742" y="1285025"/>
                </a:cubicBezTo>
                <a:cubicBezTo>
                  <a:pt x="4889831" y="1455530"/>
                  <a:pt x="4297889" y="1541036"/>
                  <a:pt x="3703029" y="1538793"/>
                </a:cubicBezTo>
                <a:lnTo>
                  <a:pt x="3631350" y="1538793"/>
                </a:lnTo>
                <a:lnTo>
                  <a:pt x="3623835" y="1501219"/>
                </a:lnTo>
                <a:cubicBezTo>
                  <a:pt x="3623835" y="1501219"/>
                  <a:pt x="3533658" y="1036460"/>
                  <a:pt x="3526143" y="996574"/>
                </a:cubicBezTo>
                <a:lnTo>
                  <a:pt x="3526143" y="988481"/>
                </a:lnTo>
                <a:cubicBezTo>
                  <a:pt x="3511114" y="907553"/>
                  <a:pt x="3484523" y="824891"/>
                  <a:pt x="3410532" y="824891"/>
                </a:cubicBezTo>
                <a:close/>
                <a:moveTo>
                  <a:pt x="4186495" y="792277"/>
                </a:moveTo>
                <a:cubicBezTo>
                  <a:pt x="4227408" y="789739"/>
                  <a:pt x="4268732" y="793833"/>
                  <a:pt x="4308832" y="804660"/>
                </a:cubicBezTo>
                <a:cubicBezTo>
                  <a:pt x="4394829" y="834540"/>
                  <a:pt x="4472358" y="884703"/>
                  <a:pt x="4534852" y="950909"/>
                </a:cubicBezTo>
                <a:cubicBezTo>
                  <a:pt x="4446796" y="970031"/>
                  <a:pt x="4356273" y="975106"/>
                  <a:pt x="4266633" y="965938"/>
                </a:cubicBezTo>
                <a:cubicBezTo>
                  <a:pt x="4155647" y="953799"/>
                  <a:pt x="4066626" y="819689"/>
                  <a:pt x="4066626" y="819689"/>
                </a:cubicBezTo>
                <a:cubicBezTo>
                  <a:pt x="4105081" y="803986"/>
                  <a:pt x="4145582" y="794815"/>
                  <a:pt x="4186495" y="792277"/>
                </a:cubicBezTo>
                <a:close/>
                <a:moveTo>
                  <a:pt x="4556240" y="546268"/>
                </a:moveTo>
                <a:cubicBezTo>
                  <a:pt x="4634098" y="550067"/>
                  <a:pt x="4711471" y="560705"/>
                  <a:pt x="4787462" y="578060"/>
                </a:cubicBezTo>
                <a:cubicBezTo>
                  <a:pt x="4728674" y="639907"/>
                  <a:pt x="4653151" y="683290"/>
                  <a:pt x="4570113" y="702922"/>
                </a:cubicBezTo>
                <a:cubicBezTo>
                  <a:pt x="4467219" y="724310"/>
                  <a:pt x="4335422" y="628352"/>
                  <a:pt x="4335422" y="628352"/>
                </a:cubicBezTo>
                <a:cubicBezTo>
                  <a:pt x="4397581" y="576021"/>
                  <a:pt x="4476138" y="547174"/>
                  <a:pt x="4557395" y="546846"/>
                </a:cubicBezTo>
                <a:close/>
                <a:moveTo>
                  <a:pt x="4107090" y="258394"/>
                </a:moveTo>
                <a:cubicBezTo>
                  <a:pt x="4132975" y="345851"/>
                  <a:pt x="4148311" y="436092"/>
                  <a:pt x="4152756" y="527191"/>
                </a:cubicBezTo>
                <a:lnTo>
                  <a:pt x="4155068" y="527191"/>
                </a:lnTo>
                <a:cubicBezTo>
                  <a:pt x="4155068" y="640491"/>
                  <a:pt x="4039457" y="751478"/>
                  <a:pt x="4039457" y="751478"/>
                </a:cubicBezTo>
                <a:cubicBezTo>
                  <a:pt x="3993975" y="676348"/>
                  <a:pt x="3973720" y="588645"/>
                  <a:pt x="3981651" y="501179"/>
                </a:cubicBezTo>
                <a:cubicBezTo>
                  <a:pt x="3999328" y="409900"/>
                  <a:pt x="4042868" y="325626"/>
                  <a:pt x="4107090" y="258394"/>
                </a:cubicBezTo>
                <a:close/>
                <a:moveTo>
                  <a:pt x="4707690" y="0"/>
                </a:moveTo>
                <a:cubicBezTo>
                  <a:pt x="4706280" y="88242"/>
                  <a:pt x="4691464" y="175757"/>
                  <a:pt x="4663758" y="259548"/>
                </a:cubicBezTo>
                <a:cubicBezTo>
                  <a:pt x="4643260" y="325359"/>
                  <a:pt x="4592906" y="377637"/>
                  <a:pt x="4527915" y="400595"/>
                </a:cubicBezTo>
                <a:cubicBezTo>
                  <a:pt x="4515417" y="432443"/>
                  <a:pt x="4497630" y="461953"/>
                  <a:pt x="4475311" y="487882"/>
                </a:cubicBezTo>
                <a:cubicBezTo>
                  <a:pt x="4335422" y="654363"/>
                  <a:pt x="4081077" y="834717"/>
                  <a:pt x="3792049" y="959578"/>
                </a:cubicBezTo>
                <a:cubicBezTo>
                  <a:pt x="3858774" y="939762"/>
                  <a:pt x="3930407" y="944687"/>
                  <a:pt x="3993790" y="973451"/>
                </a:cubicBezTo>
                <a:lnTo>
                  <a:pt x="3994947" y="972295"/>
                </a:lnTo>
                <a:cubicBezTo>
                  <a:pt x="4077447" y="1012505"/>
                  <a:pt x="4152513" y="1066455"/>
                  <a:pt x="4216920" y="1131839"/>
                </a:cubicBezTo>
                <a:cubicBezTo>
                  <a:pt x="4216920" y="1131839"/>
                  <a:pt x="4132524" y="1175772"/>
                  <a:pt x="3955061" y="1135886"/>
                </a:cubicBezTo>
                <a:cubicBezTo>
                  <a:pt x="3870144" y="1112694"/>
                  <a:pt x="3801535" y="1050107"/>
                  <a:pt x="3770661" y="967670"/>
                </a:cubicBezTo>
                <a:lnTo>
                  <a:pt x="3626376" y="1020664"/>
                </a:lnTo>
                <a:lnTo>
                  <a:pt x="3631910" y="1049024"/>
                </a:lnTo>
                <a:cubicBezTo>
                  <a:pt x="3653316" y="1158792"/>
                  <a:pt x="3692768" y="1361474"/>
                  <a:pt x="3708810" y="1445148"/>
                </a:cubicBezTo>
                <a:cubicBezTo>
                  <a:pt x="4314514" y="1448940"/>
                  <a:pt x="4917127" y="1358450"/>
                  <a:pt x="5495004" y="1176928"/>
                </a:cubicBezTo>
                <a:lnTo>
                  <a:pt x="5556856" y="1156118"/>
                </a:lnTo>
                <a:lnTo>
                  <a:pt x="5556856" y="1217392"/>
                </a:lnTo>
                <a:cubicBezTo>
                  <a:pt x="5555995" y="1399602"/>
                  <a:pt x="5493669" y="1576188"/>
                  <a:pt x="5379971" y="1718569"/>
                </a:cubicBezTo>
                <a:cubicBezTo>
                  <a:pt x="5265793" y="1856130"/>
                  <a:pt x="5112625" y="1955891"/>
                  <a:pt x="4940648" y="2004709"/>
                </a:cubicBezTo>
                <a:cubicBezTo>
                  <a:pt x="4921589" y="2136084"/>
                  <a:pt x="4856679" y="2256482"/>
                  <a:pt x="4757404" y="2344607"/>
                </a:cubicBezTo>
                <a:cubicBezTo>
                  <a:pt x="4731299" y="2366683"/>
                  <a:pt x="4703020" y="2386048"/>
                  <a:pt x="4673007" y="2402413"/>
                </a:cubicBezTo>
                <a:cubicBezTo>
                  <a:pt x="5070132" y="2357324"/>
                  <a:pt x="5372456" y="2300675"/>
                  <a:pt x="5516970" y="2273506"/>
                </a:cubicBezTo>
                <a:lnTo>
                  <a:pt x="5583446" y="2260789"/>
                </a:lnTo>
                <a:lnTo>
                  <a:pt x="5578822" y="2260789"/>
                </a:lnTo>
                <a:cubicBezTo>
                  <a:pt x="5644143" y="2249805"/>
                  <a:pt x="5707151" y="2235932"/>
                  <a:pt x="5759754" y="2223215"/>
                </a:cubicBezTo>
                <a:cubicBezTo>
                  <a:pt x="5681745" y="2370672"/>
                  <a:pt x="5587724" y="2509082"/>
                  <a:pt x="5479397" y="2635949"/>
                </a:cubicBezTo>
                <a:cubicBezTo>
                  <a:pt x="5296309" y="2853229"/>
                  <a:pt x="5071930" y="3032023"/>
                  <a:pt x="4819256" y="3161982"/>
                </a:cubicBezTo>
                <a:cubicBezTo>
                  <a:pt x="4596640" y="3274149"/>
                  <a:pt x="4357626" y="3350250"/>
                  <a:pt x="4111137" y="3387425"/>
                </a:cubicBezTo>
                <a:cubicBezTo>
                  <a:pt x="4072858" y="3393003"/>
                  <a:pt x="4034209" y="3395709"/>
                  <a:pt x="3995526" y="3395518"/>
                </a:cubicBezTo>
                <a:cubicBezTo>
                  <a:pt x="3923395" y="3394876"/>
                  <a:pt x="3851381" y="3389662"/>
                  <a:pt x="3779910" y="3379910"/>
                </a:cubicBezTo>
                <a:lnTo>
                  <a:pt x="3711700" y="3369505"/>
                </a:lnTo>
                <a:lnTo>
                  <a:pt x="3844075" y="3923286"/>
                </a:lnTo>
                <a:lnTo>
                  <a:pt x="3402439" y="3951032"/>
                </a:lnTo>
                <a:lnTo>
                  <a:pt x="2961382" y="3923286"/>
                </a:lnTo>
                <a:lnTo>
                  <a:pt x="3093757" y="3369505"/>
                </a:lnTo>
                <a:lnTo>
                  <a:pt x="3025547" y="3379910"/>
                </a:lnTo>
                <a:cubicBezTo>
                  <a:pt x="2954076" y="3389662"/>
                  <a:pt x="2882061" y="3394876"/>
                  <a:pt x="2809931" y="3395518"/>
                </a:cubicBezTo>
                <a:cubicBezTo>
                  <a:pt x="2771248" y="3395709"/>
                  <a:pt x="2732599" y="3393003"/>
                  <a:pt x="2694320" y="3387425"/>
                </a:cubicBezTo>
                <a:cubicBezTo>
                  <a:pt x="2447831" y="3350244"/>
                  <a:pt x="2208816" y="3274149"/>
                  <a:pt x="1986201" y="3161982"/>
                </a:cubicBezTo>
                <a:cubicBezTo>
                  <a:pt x="1733394" y="3032231"/>
                  <a:pt x="1508981" y="2853403"/>
                  <a:pt x="1326060" y="2635949"/>
                </a:cubicBezTo>
                <a:cubicBezTo>
                  <a:pt x="1217733" y="2509082"/>
                  <a:pt x="1123712" y="2370672"/>
                  <a:pt x="1045703" y="2223215"/>
                </a:cubicBezTo>
                <a:cubicBezTo>
                  <a:pt x="1098306" y="2235932"/>
                  <a:pt x="1163049" y="2249805"/>
                  <a:pt x="1226635" y="2260789"/>
                </a:cubicBezTo>
                <a:lnTo>
                  <a:pt x="1293111" y="2273506"/>
                </a:lnTo>
                <a:cubicBezTo>
                  <a:pt x="1437625" y="2300675"/>
                  <a:pt x="1739371" y="2357324"/>
                  <a:pt x="2137074" y="2401835"/>
                </a:cubicBezTo>
                <a:cubicBezTo>
                  <a:pt x="2107049" y="2386620"/>
                  <a:pt x="2078754" y="2368209"/>
                  <a:pt x="2052677" y="2346919"/>
                </a:cubicBezTo>
                <a:cubicBezTo>
                  <a:pt x="1953396" y="2258794"/>
                  <a:pt x="1888492" y="2138396"/>
                  <a:pt x="1869434" y="2007021"/>
                </a:cubicBezTo>
                <a:cubicBezTo>
                  <a:pt x="1697456" y="1958204"/>
                  <a:pt x="1544288" y="1858442"/>
                  <a:pt x="1430111" y="1720882"/>
                </a:cubicBezTo>
                <a:cubicBezTo>
                  <a:pt x="1316413" y="1578500"/>
                  <a:pt x="1254087" y="1401915"/>
                  <a:pt x="1253225" y="1219705"/>
                </a:cubicBezTo>
                <a:lnTo>
                  <a:pt x="1253225" y="1156118"/>
                </a:lnTo>
                <a:lnTo>
                  <a:pt x="1318546" y="1175772"/>
                </a:lnTo>
                <a:cubicBezTo>
                  <a:pt x="1896365" y="1357687"/>
                  <a:pt x="2498972" y="1448564"/>
                  <a:pt x="3104740" y="1445148"/>
                </a:cubicBezTo>
                <a:cubicBezTo>
                  <a:pt x="3126128" y="1333582"/>
                  <a:pt x="3189136" y="1010447"/>
                  <a:pt x="3195495" y="978076"/>
                </a:cubicBezTo>
                <a:lnTo>
                  <a:pt x="3195495" y="970561"/>
                </a:lnTo>
                <a:cubicBezTo>
                  <a:pt x="3206478" y="911021"/>
                  <a:pt x="3241740" y="731245"/>
                  <a:pt x="3403017" y="731245"/>
                </a:cubicBezTo>
                <a:lnTo>
                  <a:pt x="3410532" y="731245"/>
                </a:lnTo>
                <a:cubicBezTo>
                  <a:pt x="3551650" y="731245"/>
                  <a:pt x="3595844" y="870214"/>
                  <a:pt x="3612433" y="943681"/>
                </a:cubicBezTo>
                <a:lnTo>
                  <a:pt x="3613569" y="949114"/>
                </a:lnTo>
                <a:lnTo>
                  <a:pt x="3749851" y="898881"/>
                </a:lnTo>
                <a:cubicBezTo>
                  <a:pt x="3703098" y="825347"/>
                  <a:pt x="3682715" y="738112"/>
                  <a:pt x="3692045" y="651472"/>
                </a:cubicBezTo>
                <a:cubicBezTo>
                  <a:pt x="3713173" y="560458"/>
                  <a:pt x="3760857" y="477767"/>
                  <a:pt x="3829044" y="413890"/>
                </a:cubicBezTo>
                <a:cubicBezTo>
                  <a:pt x="3855091" y="500459"/>
                  <a:pt x="3869855" y="590025"/>
                  <a:pt x="3872977" y="680375"/>
                </a:cubicBezTo>
                <a:cubicBezTo>
                  <a:pt x="3876445" y="781536"/>
                  <a:pt x="3773551" y="878649"/>
                  <a:pt x="3753319" y="897147"/>
                </a:cubicBezTo>
                <a:cubicBezTo>
                  <a:pt x="3946673" y="814901"/>
                  <a:pt x="4128385" y="707619"/>
                  <a:pt x="4293802" y="578059"/>
                </a:cubicBezTo>
                <a:cubicBezTo>
                  <a:pt x="4251436" y="505605"/>
                  <a:pt x="4232649" y="421770"/>
                  <a:pt x="4240042" y="338164"/>
                </a:cubicBezTo>
                <a:cubicBezTo>
                  <a:pt x="4256176" y="251788"/>
                  <a:pt x="4296235" y="171675"/>
                  <a:pt x="4355654" y="106941"/>
                </a:cubicBezTo>
                <a:cubicBezTo>
                  <a:pt x="4379655" y="191173"/>
                  <a:pt x="4394002" y="277860"/>
                  <a:pt x="4398430" y="365333"/>
                </a:cubicBezTo>
                <a:cubicBezTo>
                  <a:pt x="4403633" y="462447"/>
                  <a:pt x="4312300" y="561873"/>
                  <a:pt x="4296692" y="578059"/>
                </a:cubicBezTo>
                <a:cubicBezTo>
                  <a:pt x="4355931" y="531640"/>
                  <a:pt x="4411581" y="480820"/>
                  <a:pt x="4463172" y="426029"/>
                </a:cubicBezTo>
                <a:cubicBezTo>
                  <a:pt x="4476722" y="411725"/>
                  <a:pt x="4489457" y="396672"/>
                  <a:pt x="4501324" y="380941"/>
                </a:cubicBezTo>
                <a:cubicBezTo>
                  <a:pt x="4487399" y="310047"/>
                  <a:pt x="4499075" y="236512"/>
                  <a:pt x="4534273" y="173418"/>
                </a:cubicBezTo>
                <a:cubicBezTo>
                  <a:pt x="4572749" y="99064"/>
                  <a:pt x="4633335" y="38474"/>
                  <a:pt x="4707690" y="0"/>
                </a:cubicBezTo>
                <a:close/>
              </a:path>
            </a:pathLst>
          </a:custGeom>
          <a:solidFill>
            <a:schemeClr val="bg1">
              <a:alpha val="3000"/>
            </a:schemeClr>
          </a:solidFill>
          <a:ln w="3277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384" name="PA-矩形 7"/>
          <p:cNvSpPr/>
          <p:nvPr>
            <p:custDataLst>
              <p:tags r:id="rId3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385" name="直接连接符 384"/>
          <p:cNvCxnSpPr/>
          <p:nvPr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任意多边形: 形状 386"/>
          <p:cNvSpPr/>
          <p:nvPr/>
        </p:nvSpPr>
        <p:spPr>
          <a:xfrm>
            <a:off x="708895" y="3289687"/>
            <a:ext cx="5362052" cy="1683885"/>
          </a:xfrm>
          <a:custGeom>
            <a:avLst/>
            <a:gdLst>
              <a:gd name="connsiteX0" fmla="*/ 5007126 w 5362052"/>
              <a:gd name="connsiteY0" fmla="*/ 38730 h 1683885"/>
              <a:gd name="connsiteX1" fmla="*/ 4868392 w 5362052"/>
              <a:gd name="connsiteY1" fmla="*/ 45089 h 1683885"/>
              <a:gd name="connsiteX2" fmla="*/ 4216922 w 5362052"/>
              <a:gd name="connsiteY2" fmla="*/ 79194 h 1683885"/>
              <a:gd name="connsiteX3" fmla="*/ 4143509 w 5362052"/>
              <a:gd name="connsiteY3" fmla="*/ 117924 h 1683885"/>
              <a:gd name="connsiteX4" fmla="*/ 3407065 w 5362052"/>
              <a:gd name="connsiteY4" fmla="*/ 353194 h 1683885"/>
              <a:gd name="connsiteX5" fmla="*/ 3275268 w 5362052"/>
              <a:gd name="connsiteY5" fmla="*/ 361865 h 1683885"/>
              <a:gd name="connsiteX6" fmla="*/ 3113412 w 5362052"/>
              <a:gd name="connsiteY6" fmla="*/ 353194 h 1683885"/>
              <a:gd name="connsiteX7" fmla="*/ 3240585 w 5362052"/>
              <a:gd name="connsiteY7" fmla="*/ 882696 h 1683885"/>
              <a:gd name="connsiteX8" fmla="*/ 2682182 w 5362052"/>
              <a:gd name="connsiteY8" fmla="*/ 919692 h 1683885"/>
              <a:gd name="connsiteX9" fmla="*/ 2124358 w 5362052"/>
              <a:gd name="connsiteY9" fmla="*/ 885008 h 1683885"/>
              <a:gd name="connsiteX10" fmla="*/ 2250952 w 5362052"/>
              <a:gd name="connsiteY10" fmla="*/ 355506 h 1683885"/>
              <a:gd name="connsiteX11" fmla="*/ 2089674 w 5362052"/>
              <a:gd name="connsiteY11" fmla="*/ 364177 h 1683885"/>
              <a:gd name="connsiteX12" fmla="*/ 1957877 w 5362052"/>
              <a:gd name="connsiteY12" fmla="*/ 355506 h 1683885"/>
              <a:gd name="connsiteX13" fmla="*/ 1220855 w 5362052"/>
              <a:gd name="connsiteY13" fmla="*/ 120236 h 1683885"/>
              <a:gd name="connsiteX14" fmla="*/ 1148020 w 5362052"/>
              <a:gd name="connsiteY14" fmla="*/ 81506 h 1683885"/>
              <a:gd name="connsiteX15" fmla="*/ 496551 w 5362052"/>
              <a:gd name="connsiteY15" fmla="*/ 47401 h 1683885"/>
              <a:gd name="connsiteX16" fmla="*/ 357817 w 5362052"/>
              <a:gd name="connsiteY16" fmla="*/ 41042 h 1683885"/>
              <a:gd name="connsiteX17" fmla="*/ 0 w 5362052"/>
              <a:gd name="connsiteY17" fmla="*/ 578 h 1683885"/>
              <a:gd name="connsiteX18" fmla="*/ 340475 w 5362052"/>
              <a:gd name="connsiteY18" fmla="*/ 375160 h 1683885"/>
              <a:gd name="connsiteX19" fmla="*/ 845119 w 5362052"/>
              <a:gd name="connsiteY19" fmla="*/ 701764 h 1683885"/>
              <a:gd name="connsiteX20" fmla="*/ 1837642 w 5362052"/>
              <a:gd name="connsiteY20" fmla="*/ 990793 h 1683885"/>
              <a:gd name="connsiteX21" fmla="*/ 2265982 w 5362052"/>
              <a:gd name="connsiteY21" fmla="*/ 1017961 h 1683885"/>
              <a:gd name="connsiteX22" fmla="*/ 2294884 w 5362052"/>
              <a:gd name="connsiteY22" fmla="*/ 1017961 h 1683885"/>
              <a:gd name="connsiteX23" fmla="*/ 2352690 w 5362052"/>
              <a:gd name="connsiteY23" fmla="*/ 1017961 h 1683885"/>
              <a:gd name="connsiteX24" fmla="*/ 2211066 w 5362052"/>
              <a:gd name="connsiteY24" fmla="*/ 1626079 h 1683885"/>
              <a:gd name="connsiteX25" fmla="*/ 2673511 w 5362052"/>
              <a:gd name="connsiteY25" fmla="*/ 1683885 h 1683885"/>
              <a:gd name="connsiteX26" fmla="*/ 2679292 w 5362052"/>
              <a:gd name="connsiteY26" fmla="*/ 1683885 h 1683885"/>
              <a:gd name="connsiteX27" fmla="*/ 2685651 w 5362052"/>
              <a:gd name="connsiteY27" fmla="*/ 1683885 h 1683885"/>
              <a:gd name="connsiteX28" fmla="*/ 3150986 w 5362052"/>
              <a:gd name="connsiteY28" fmla="*/ 1626079 h 1683885"/>
              <a:gd name="connsiteX29" fmla="*/ 3009940 w 5362052"/>
              <a:gd name="connsiteY29" fmla="*/ 1017384 h 1683885"/>
              <a:gd name="connsiteX30" fmla="*/ 3067746 w 5362052"/>
              <a:gd name="connsiteY30" fmla="*/ 1017384 h 1683885"/>
              <a:gd name="connsiteX31" fmla="*/ 3096071 w 5362052"/>
              <a:gd name="connsiteY31" fmla="*/ 1017384 h 1683885"/>
              <a:gd name="connsiteX32" fmla="*/ 3524411 w 5362052"/>
              <a:gd name="connsiteY32" fmla="*/ 990215 h 1683885"/>
              <a:gd name="connsiteX33" fmla="*/ 4516934 w 5362052"/>
              <a:gd name="connsiteY33" fmla="*/ 701185 h 1683885"/>
              <a:gd name="connsiteX34" fmla="*/ 5020999 w 5362052"/>
              <a:gd name="connsiteY34" fmla="*/ 375160 h 1683885"/>
              <a:gd name="connsiteX35" fmla="*/ 5362052 w 5362052"/>
              <a:gd name="connsiteY35" fmla="*/ 0 h 1683885"/>
              <a:gd name="connsiteX36" fmla="*/ 5004813 w 5362052"/>
              <a:gd name="connsiteY36" fmla="*/ 40464 h 1683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362052" h="1683885">
                <a:moveTo>
                  <a:pt x="5007126" y="38730"/>
                </a:moveTo>
                <a:lnTo>
                  <a:pt x="4868392" y="45089"/>
                </a:lnTo>
                <a:cubicBezTo>
                  <a:pt x="4700177" y="53181"/>
                  <a:pt x="4481672" y="63008"/>
                  <a:pt x="4216922" y="79194"/>
                </a:cubicBezTo>
                <a:lnTo>
                  <a:pt x="4143509" y="117924"/>
                </a:lnTo>
                <a:cubicBezTo>
                  <a:pt x="3912130" y="235079"/>
                  <a:pt x="3663514" y="314504"/>
                  <a:pt x="3407065" y="353194"/>
                </a:cubicBezTo>
                <a:cubicBezTo>
                  <a:pt x="3363410" y="359350"/>
                  <a:pt x="3319356" y="362246"/>
                  <a:pt x="3275268" y="361865"/>
                </a:cubicBezTo>
                <a:cubicBezTo>
                  <a:pt x="3221203" y="361778"/>
                  <a:pt x="3167177" y="358888"/>
                  <a:pt x="3113412" y="353194"/>
                </a:cubicBezTo>
                <a:lnTo>
                  <a:pt x="3240585" y="882696"/>
                </a:lnTo>
                <a:lnTo>
                  <a:pt x="2682182" y="919692"/>
                </a:lnTo>
                <a:lnTo>
                  <a:pt x="2124358" y="885008"/>
                </a:lnTo>
                <a:lnTo>
                  <a:pt x="2250952" y="355506"/>
                </a:lnTo>
                <a:cubicBezTo>
                  <a:pt x="2197384" y="361217"/>
                  <a:pt x="2143549" y="364108"/>
                  <a:pt x="2089674" y="364177"/>
                </a:cubicBezTo>
                <a:cubicBezTo>
                  <a:pt x="2045586" y="364558"/>
                  <a:pt x="2001532" y="361662"/>
                  <a:pt x="1957877" y="355506"/>
                </a:cubicBezTo>
                <a:cubicBezTo>
                  <a:pt x="1701267" y="316730"/>
                  <a:pt x="1452471" y="237311"/>
                  <a:pt x="1220855" y="120236"/>
                </a:cubicBezTo>
                <a:lnTo>
                  <a:pt x="1148020" y="81506"/>
                </a:lnTo>
                <a:cubicBezTo>
                  <a:pt x="882692" y="65321"/>
                  <a:pt x="664765" y="55494"/>
                  <a:pt x="496551" y="47401"/>
                </a:cubicBezTo>
                <a:lnTo>
                  <a:pt x="357817" y="41042"/>
                </a:lnTo>
                <a:cubicBezTo>
                  <a:pt x="311572" y="41042"/>
                  <a:pt x="126594" y="19654"/>
                  <a:pt x="0" y="578"/>
                </a:cubicBezTo>
                <a:cubicBezTo>
                  <a:pt x="94460" y="141497"/>
                  <a:pt x="209187" y="267716"/>
                  <a:pt x="340475" y="375160"/>
                </a:cubicBezTo>
                <a:cubicBezTo>
                  <a:pt x="493764" y="505524"/>
                  <a:pt x="663407" y="615320"/>
                  <a:pt x="845119" y="701764"/>
                </a:cubicBezTo>
                <a:cubicBezTo>
                  <a:pt x="1161558" y="842024"/>
                  <a:pt x="1495374" y="939235"/>
                  <a:pt x="1837642" y="990793"/>
                </a:cubicBezTo>
                <a:cubicBezTo>
                  <a:pt x="1979578" y="1010164"/>
                  <a:pt x="2122733" y="1019245"/>
                  <a:pt x="2265982" y="1017961"/>
                </a:cubicBezTo>
                <a:lnTo>
                  <a:pt x="2294884" y="1017961"/>
                </a:lnTo>
                <a:lnTo>
                  <a:pt x="2352690" y="1017961"/>
                </a:lnTo>
                <a:lnTo>
                  <a:pt x="2211066" y="1626079"/>
                </a:lnTo>
                <a:lnTo>
                  <a:pt x="2673511" y="1683885"/>
                </a:lnTo>
                <a:lnTo>
                  <a:pt x="2679292" y="1683885"/>
                </a:lnTo>
                <a:lnTo>
                  <a:pt x="2685651" y="1683885"/>
                </a:lnTo>
                <a:lnTo>
                  <a:pt x="3150986" y="1626079"/>
                </a:lnTo>
                <a:lnTo>
                  <a:pt x="3009940" y="1017384"/>
                </a:lnTo>
                <a:lnTo>
                  <a:pt x="3067746" y="1017384"/>
                </a:lnTo>
                <a:lnTo>
                  <a:pt x="3096071" y="1017384"/>
                </a:lnTo>
                <a:cubicBezTo>
                  <a:pt x="3239319" y="1018701"/>
                  <a:pt x="3382475" y="1009620"/>
                  <a:pt x="3524411" y="990215"/>
                </a:cubicBezTo>
                <a:cubicBezTo>
                  <a:pt x="3866713" y="938802"/>
                  <a:pt x="4200546" y="841584"/>
                  <a:pt x="4516934" y="701185"/>
                </a:cubicBezTo>
                <a:cubicBezTo>
                  <a:pt x="4698547" y="615118"/>
                  <a:pt x="4868028" y="505501"/>
                  <a:pt x="5020999" y="375160"/>
                </a:cubicBezTo>
                <a:cubicBezTo>
                  <a:pt x="5152622" y="267699"/>
                  <a:pt x="5267598" y="141266"/>
                  <a:pt x="5362052" y="0"/>
                </a:cubicBezTo>
                <a:cubicBezTo>
                  <a:pt x="5236036" y="19076"/>
                  <a:pt x="5051058" y="38152"/>
                  <a:pt x="5004813" y="40464"/>
                </a:cubicBezTo>
              </a:path>
            </a:pathLst>
          </a:custGeom>
          <a:solidFill>
            <a:schemeClr val="bg1">
              <a:alpha val="3000"/>
            </a:schemeClr>
          </a:solidFill>
          <a:ln w="32772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388" name="矩形 387"/>
          <p:cNvSpPr/>
          <p:nvPr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390" name="标题 47"/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  <a:endParaRPr lang="zh-CN" altLang="en-US" dirty="0"/>
          </a:p>
        </p:txBody>
      </p:sp>
      <p:sp>
        <p:nvSpPr>
          <p:cNvPr id="391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  <a:endParaRPr lang="zh-CN" altLang="en-US" dirty="0"/>
          </a:p>
        </p:txBody>
      </p:sp>
      <p:sp>
        <p:nvSpPr>
          <p:cNvPr id="392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grpSp>
        <p:nvGrpSpPr>
          <p:cNvPr id="2" name="组合 1"/>
          <p:cNvGrpSpPr/>
          <p:nvPr/>
        </p:nvGrpSpPr>
        <p:grpSpPr>
          <a:xfrm>
            <a:off x="1103958" y="2343600"/>
            <a:ext cx="2855205" cy="2170238"/>
            <a:chOff x="1103958" y="2343600"/>
            <a:chExt cx="2855205" cy="2170238"/>
          </a:xfrm>
        </p:grpSpPr>
        <p:sp>
          <p:nvSpPr>
            <p:cNvPr id="517" name="任意多边形: 形状 516"/>
            <p:cNvSpPr/>
            <p:nvPr/>
          </p:nvSpPr>
          <p:spPr>
            <a:xfrm>
              <a:off x="1103958" y="3865242"/>
              <a:ext cx="2855205" cy="648596"/>
            </a:xfrm>
            <a:custGeom>
              <a:avLst/>
              <a:gdLst>
                <a:gd name="connsiteX0" fmla="*/ 47995 w 2855205"/>
                <a:gd name="connsiteY0" fmla="*/ 596363 h 648596"/>
                <a:gd name="connsiteX1" fmla="*/ 47000 w 2855205"/>
                <a:gd name="connsiteY1" fmla="*/ 626451 h 648596"/>
                <a:gd name="connsiteX2" fmla="*/ 73110 w 2855205"/>
                <a:gd name="connsiteY2" fmla="*/ 626451 h 648596"/>
                <a:gd name="connsiteX3" fmla="*/ 85793 w 2855205"/>
                <a:gd name="connsiteY3" fmla="*/ 622473 h 648596"/>
                <a:gd name="connsiteX4" fmla="*/ 90022 w 2855205"/>
                <a:gd name="connsiteY4" fmla="*/ 610537 h 648596"/>
                <a:gd name="connsiteX5" fmla="*/ 85793 w 2855205"/>
                <a:gd name="connsiteY5" fmla="*/ 599843 h 648596"/>
                <a:gd name="connsiteX6" fmla="*/ 72862 w 2855205"/>
                <a:gd name="connsiteY6" fmla="*/ 596363 h 648596"/>
                <a:gd name="connsiteX7" fmla="*/ 46254 w 2855205"/>
                <a:gd name="connsiteY7" fmla="*/ 551851 h 648596"/>
                <a:gd name="connsiteX8" fmla="*/ 47000 w 2855205"/>
                <a:gd name="connsiteY8" fmla="*/ 576718 h 648596"/>
                <a:gd name="connsiteX9" fmla="*/ 71867 w 2855205"/>
                <a:gd name="connsiteY9" fmla="*/ 576718 h 648596"/>
                <a:gd name="connsiteX10" fmla="*/ 84051 w 2855205"/>
                <a:gd name="connsiteY10" fmla="*/ 573486 h 648596"/>
                <a:gd name="connsiteX11" fmla="*/ 88030 w 2855205"/>
                <a:gd name="connsiteY11" fmla="*/ 563539 h 648596"/>
                <a:gd name="connsiteX12" fmla="*/ 83803 w 2855205"/>
                <a:gd name="connsiteY12" fmla="*/ 554835 h 648596"/>
                <a:gd name="connsiteX13" fmla="*/ 71121 w 2855205"/>
                <a:gd name="connsiteY13" fmla="*/ 551851 h 648596"/>
                <a:gd name="connsiteX14" fmla="*/ 1579290 w 2855205"/>
                <a:gd name="connsiteY14" fmla="*/ 549614 h 648596"/>
                <a:gd name="connsiteX15" fmla="*/ 1558652 w 2855205"/>
                <a:gd name="connsiteY15" fmla="*/ 560059 h 648596"/>
                <a:gd name="connsiteX16" fmla="*/ 1551191 w 2855205"/>
                <a:gd name="connsiteY16" fmla="*/ 589401 h 648596"/>
                <a:gd name="connsiteX17" fmla="*/ 1558652 w 2855205"/>
                <a:gd name="connsiteY17" fmla="*/ 617998 h 648596"/>
                <a:gd name="connsiteX18" fmla="*/ 1579290 w 2855205"/>
                <a:gd name="connsiteY18" fmla="*/ 628443 h 648596"/>
                <a:gd name="connsiteX19" fmla="*/ 1599930 w 2855205"/>
                <a:gd name="connsiteY19" fmla="*/ 617998 h 648596"/>
                <a:gd name="connsiteX20" fmla="*/ 1607639 w 2855205"/>
                <a:gd name="connsiteY20" fmla="*/ 589401 h 648596"/>
                <a:gd name="connsiteX21" fmla="*/ 1599930 w 2855205"/>
                <a:gd name="connsiteY21" fmla="*/ 560059 h 648596"/>
                <a:gd name="connsiteX22" fmla="*/ 1579290 w 2855205"/>
                <a:gd name="connsiteY22" fmla="*/ 549614 h 648596"/>
                <a:gd name="connsiteX23" fmla="*/ 2575455 w 2855205"/>
                <a:gd name="connsiteY23" fmla="*/ 549613 h 648596"/>
                <a:gd name="connsiteX24" fmla="*/ 2554817 w 2855205"/>
                <a:gd name="connsiteY24" fmla="*/ 560059 h 648596"/>
                <a:gd name="connsiteX25" fmla="*/ 2547356 w 2855205"/>
                <a:gd name="connsiteY25" fmla="*/ 589403 h 648596"/>
                <a:gd name="connsiteX26" fmla="*/ 2554817 w 2855205"/>
                <a:gd name="connsiteY26" fmla="*/ 617997 h 648596"/>
                <a:gd name="connsiteX27" fmla="*/ 2575455 w 2855205"/>
                <a:gd name="connsiteY27" fmla="*/ 628443 h 648596"/>
                <a:gd name="connsiteX28" fmla="*/ 2596095 w 2855205"/>
                <a:gd name="connsiteY28" fmla="*/ 617997 h 648596"/>
                <a:gd name="connsiteX29" fmla="*/ 2603554 w 2855205"/>
                <a:gd name="connsiteY29" fmla="*/ 589403 h 648596"/>
                <a:gd name="connsiteX30" fmla="*/ 2596095 w 2855205"/>
                <a:gd name="connsiteY30" fmla="*/ 560059 h 648596"/>
                <a:gd name="connsiteX31" fmla="*/ 2575455 w 2855205"/>
                <a:gd name="connsiteY31" fmla="*/ 549613 h 648596"/>
                <a:gd name="connsiteX32" fmla="*/ 2363342 w 2855205"/>
                <a:gd name="connsiteY32" fmla="*/ 549613 h 648596"/>
                <a:gd name="connsiteX33" fmla="*/ 2342704 w 2855205"/>
                <a:gd name="connsiteY33" fmla="*/ 560059 h 648596"/>
                <a:gd name="connsiteX34" fmla="*/ 2335243 w 2855205"/>
                <a:gd name="connsiteY34" fmla="*/ 589403 h 648596"/>
                <a:gd name="connsiteX35" fmla="*/ 2342704 w 2855205"/>
                <a:gd name="connsiteY35" fmla="*/ 617997 h 648596"/>
                <a:gd name="connsiteX36" fmla="*/ 2363342 w 2855205"/>
                <a:gd name="connsiteY36" fmla="*/ 628443 h 648596"/>
                <a:gd name="connsiteX37" fmla="*/ 2383982 w 2855205"/>
                <a:gd name="connsiteY37" fmla="*/ 617997 h 648596"/>
                <a:gd name="connsiteX38" fmla="*/ 2391441 w 2855205"/>
                <a:gd name="connsiteY38" fmla="*/ 589403 h 648596"/>
                <a:gd name="connsiteX39" fmla="*/ 2383982 w 2855205"/>
                <a:gd name="connsiteY39" fmla="*/ 560059 h 648596"/>
                <a:gd name="connsiteX40" fmla="*/ 2363342 w 2855205"/>
                <a:gd name="connsiteY40" fmla="*/ 549613 h 648596"/>
                <a:gd name="connsiteX41" fmla="*/ 2758680 w 2855205"/>
                <a:gd name="connsiteY41" fmla="*/ 533059 h 648596"/>
                <a:gd name="connsiteX42" fmla="*/ 2771611 w 2855205"/>
                <a:gd name="connsiteY42" fmla="*/ 533059 h 648596"/>
                <a:gd name="connsiteX43" fmla="*/ 2784294 w 2855205"/>
                <a:gd name="connsiteY43" fmla="*/ 533059 h 648596"/>
                <a:gd name="connsiteX44" fmla="*/ 2805928 w 2855205"/>
                <a:gd name="connsiteY44" fmla="*/ 581798 h 648596"/>
                <a:gd name="connsiteX45" fmla="*/ 2826318 w 2855205"/>
                <a:gd name="connsiteY45" fmla="*/ 533059 h 648596"/>
                <a:gd name="connsiteX46" fmla="*/ 2838502 w 2855205"/>
                <a:gd name="connsiteY46" fmla="*/ 533059 h 648596"/>
                <a:gd name="connsiteX47" fmla="*/ 2850686 w 2855205"/>
                <a:gd name="connsiteY47" fmla="*/ 533059 h 648596"/>
                <a:gd name="connsiteX48" fmla="*/ 2816371 w 2855205"/>
                <a:gd name="connsiteY48" fmla="*/ 602686 h 648596"/>
                <a:gd name="connsiteX49" fmla="*/ 2816371 w 2855205"/>
                <a:gd name="connsiteY49" fmla="*/ 645705 h 648596"/>
                <a:gd name="connsiteX50" fmla="*/ 2805678 w 2855205"/>
                <a:gd name="connsiteY50" fmla="*/ 645705 h 648596"/>
                <a:gd name="connsiteX51" fmla="*/ 2794736 w 2855205"/>
                <a:gd name="connsiteY51" fmla="*/ 645705 h 648596"/>
                <a:gd name="connsiteX52" fmla="*/ 2794736 w 2855205"/>
                <a:gd name="connsiteY52" fmla="*/ 603185 h 648596"/>
                <a:gd name="connsiteX53" fmla="*/ 2437153 w 2855205"/>
                <a:gd name="connsiteY53" fmla="*/ 533059 h 648596"/>
                <a:gd name="connsiteX54" fmla="*/ 2447846 w 2855205"/>
                <a:gd name="connsiteY54" fmla="*/ 533059 h 648596"/>
                <a:gd name="connsiteX55" fmla="*/ 2458788 w 2855205"/>
                <a:gd name="connsiteY55" fmla="*/ 533059 h 648596"/>
                <a:gd name="connsiteX56" fmla="*/ 2458788 w 2855205"/>
                <a:gd name="connsiteY56" fmla="*/ 625564 h 648596"/>
                <a:gd name="connsiteX57" fmla="*/ 2510511 w 2855205"/>
                <a:gd name="connsiteY57" fmla="*/ 625564 h 648596"/>
                <a:gd name="connsiteX58" fmla="*/ 2510511 w 2855205"/>
                <a:gd name="connsiteY58" fmla="*/ 635511 h 648596"/>
                <a:gd name="connsiteX59" fmla="*/ 2510511 w 2855205"/>
                <a:gd name="connsiteY59" fmla="*/ 645705 h 648596"/>
                <a:gd name="connsiteX60" fmla="*/ 2437153 w 2855205"/>
                <a:gd name="connsiteY60" fmla="*/ 645705 h 648596"/>
                <a:gd name="connsiteX61" fmla="*/ 2207880 w 2855205"/>
                <a:gd name="connsiteY61" fmla="*/ 533059 h 648596"/>
                <a:gd name="connsiteX62" fmla="*/ 2219318 w 2855205"/>
                <a:gd name="connsiteY62" fmla="*/ 533059 h 648596"/>
                <a:gd name="connsiteX63" fmla="*/ 2230510 w 2855205"/>
                <a:gd name="connsiteY63" fmla="*/ 533059 h 648596"/>
                <a:gd name="connsiteX64" fmla="*/ 2272286 w 2855205"/>
                <a:gd name="connsiteY64" fmla="*/ 612134 h 648596"/>
                <a:gd name="connsiteX65" fmla="*/ 2272286 w 2855205"/>
                <a:gd name="connsiteY65" fmla="*/ 533059 h 648596"/>
                <a:gd name="connsiteX66" fmla="*/ 2282232 w 2855205"/>
                <a:gd name="connsiteY66" fmla="*/ 533059 h 648596"/>
                <a:gd name="connsiteX67" fmla="*/ 2292427 w 2855205"/>
                <a:gd name="connsiteY67" fmla="*/ 533059 h 648596"/>
                <a:gd name="connsiteX68" fmla="*/ 2292427 w 2855205"/>
                <a:gd name="connsiteY68" fmla="*/ 645705 h 648596"/>
                <a:gd name="connsiteX69" fmla="*/ 2281734 w 2855205"/>
                <a:gd name="connsiteY69" fmla="*/ 645705 h 648596"/>
                <a:gd name="connsiteX70" fmla="*/ 2270792 w 2855205"/>
                <a:gd name="connsiteY70" fmla="*/ 645705 h 648596"/>
                <a:gd name="connsiteX71" fmla="*/ 2228022 w 2855205"/>
                <a:gd name="connsiteY71" fmla="*/ 564390 h 648596"/>
                <a:gd name="connsiteX72" fmla="*/ 2228022 w 2855205"/>
                <a:gd name="connsiteY72" fmla="*/ 645705 h 648596"/>
                <a:gd name="connsiteX73" fmla="*/ 2218075 w 2855205"/>
                <a:gd name="connsiteY73" fmla="*/ 645705 h 648596"/>
                <a:gd name="connsiteX74" fmla="*/ 2207880 w 2855205"/>
                <a:gd name="connsiteY74" fmla="*/ 645705 h 648596"/>
                <a:gd name="connsiteX75" fmla="*/ 2097970 w 2855205"/>
                <a:gd name="connsiteY75" fmla="*/ 533059 h 648596"/>
                <a:gd name="connsiteX76" fmla="*/ 2108911 w 2855205"/>
                <a:gd name="connsiteY76" fmla="*/ 533059 h 648596"/>
                <a:gd name="connsiteX77" fmla="*/ 2119853 w 2855205"/>
                <a:gd name="connsiteY77" fmla="*/ 533059 h 648596"/>
                <a:gd name="connsiteX78" fmla="*/ 2119853 w 2855205"/>
                <a:gd name="connsiteY78" fmla="*/ 575084 h 648596"/>
                <a:gd name="connsiteX79" fmla="*/ 2160386 w 2855205"/>
                <a:gd name="connsiteY79" fmla="*/ 575084 h 648596"/>
                <a:gd name="connsiteX80" fmla="*/ 2160386 w 2855205"/>
                <a:gd name="connsiteY80" fmla="*/ 533059 h 648596"/>
                <a:gd name="connsiteX81" fmla="*/ 2171079 w 2855205"/>
                <a:gd name="connsiteY81" fmla="*/ 533059 h 648596"/>
                <a:gd name="connsiteX82" fmla="*/ 2182018 w 2855205"/>
                <a:gd name="connsiteY82" fmla="*/ 533059 h 648596"/>
                <a:gd name="connsiteX83" fmla="*/ 2182018 w 2855205"/>
                <a:gd name="connsiteY83" fmla="*/ 645705 h 648596"/>
                <a:gd name="connsiteX84" fmla="*/ 2171079 w 2855205"/>
                <a:gd name="connsiteY84" fmla="*/ 645705 h 648596"/>
                <a:gd name="connsiteX85" fmla="*/ 2160386 w 2855205"/>
                <a:gd name="connsiteY85" fmla="*/ 645705 h 648596"/>
                <a:gd name="connsiteX86" fmla="*/ 2160386 w 2855205"/>
                <a:gd name="connsiteY86" fmla="*/ 594729 h 648596"/>
                <a:gd name="connsiteX87" fmla="*/ 2119853 w 2855205"/>
                <a:gd name="connsiteY87" fmla="*/ 594729 h 648596"/>
                <a:gd name="connsiteX88" fmla="*/ 2119853 w 2855205"/>
                <a:gd name="connsiteY88" fmla="*/ 645705 h 648596"/>
                <a:gd name="connsiteX89" fmla="*/ 2108911 w 2855205"/>
                <a:gd name="connsiteY89" fmla="*/ 645705 h 648596"/>
                <a:gd name="connsiteX90" fmla="*/ 2097970 w 2855205"/>
                <a:gd name="connsiteY90" fmla="*/ 645705 h 648596"/>
                <a:gd name="connsiteX91" fmla="*/ 1886601 w 2855205"/>
                <a:gd name="connsiteY91" fmla="*/ 533059 h 648596"/>
                <a:gd name="connsiteX92" fmla="*/ 1962943 w 2855205"/>
                <a:gd name="connsiteY92" fmla="*/ 533059 h 648596"/>
                <a:gd name="connsiteX93" fmla="*/ 1962943 w 2855205"/>
                <a:gd name="connsiteY93" fmla="*/ 543006 h 648596"/>
                <a:gd name="connsiteX94" fmla="*/ 1962943 w 2855205"/>
                <a:gd name="connsiteY94" fmla="*/ 552953 h 648596"/>
                <a:gd name="connsiteX95" fmla="*/ 1908236 w 2855205"/>
                <a:gd name="connsiteY95" fmla="*/ 552953 h 648596"/>
                <a:gd name="connsiteX96" fmla="*/ 1908236 w 2855205"/>
                <a:gd name="connsiteY96" fmla="*/ 576825 h 648596"/>
                <a:gd name="connsiteX97" fmla="*/ 1958964 w 2855205"/>
                <a:gd name="connsiteY97" fmla="*/ 576825 h 648596"/>
                <a:gd name="connsiteX98" fmla="*/ 1958964 w 2855205"/>
                <a:gd name="connsiteY98" fmla="*/ 586524 h 648596"/>
                <a:gd name="connsiteX99" fmla="*/ 1958964 w 2855205"/>
                <a:gd name="connsiteY99" fmla="*/ 596220 h 648596"/>
                <a:gd name="connsiteX100" fmla="*/ 1908236 w 2855205"/>
                <a:gd name="connsiteY100" fmla="*/ 596220 h 648596"/>
                <a:gd name="connsiteX101" fmla="*/ 1908236 w 2855205"/>
                <a:gd name="connsiteY101" fmla="*/ 625564 h 648596"/>
                <a:gd name="connsiteX102" fmla="*/ 1965428 w 2855205"/>
                <a:gd name="connsiteY102" fmla="*/ 625564 h 648596"/>
                <a:gd name="connsiteX103" fmla="*/ 1965428 w 2855205"/>
                <a:gd name="connsiteY103" fmla="*/ 635511 h 648596"/>
                <a:gd name="connsiteX104" fmla="*/ 1965428 w 2855205"/>
                <a:gd name="connsiteY104" fmla="*/ 645705 h 648596"/>
                <a:gd name="connsiteX105" fmla="*/ 1886601 w 2855205"/>
                <a:gd name="connsiteY105" fmla="*/ 645705 h 648596"/>
                <a:gd name="connsiteX106" fmla="*/ 1652606 w 2855205"/>
                <a:gd name="connsiteY106" fmla="*/ 533059 h 648596"/>
                <a:gd name="connsiteX107" fmla="*/ 1726460 w 2855205"/>
                <a:gd name="connsiteY107" fmla="*/ 533059 h 648596"/>
                <a:gd name="connsiteX108" fmla="*/ 1726460 w 2855205"/>
                <a:gd name="connsiteY108" fmla="*/ 543006 h 648596"/>
                <a:gd name="connsiteX109" fmla="*/ 1726460 w 2855205"/>
                <a:gd name="connsiteY109" fmla="*/ 552953 h 648596"/>
                <a:gd name="connsiteX110" fmla="*/ 1674241 w 2855205"/>
                <a:gd name="connsiteY110" fmla="*/ 552953 h 648596"/>
                <a:gd name="connsiteX111" fmla="*/ 1674241 w 2855205"/>
                <a:gd name="connsiteY111" fmla="*/ 578566 h 648596"/>
                <a:gd name="connsiteX112" fmla="*/ 1719748 w 2855205"/>
                <a:gd name="connsiteY112" fmla="*/ 578566 h 648596"/>
                <a:gd name="connsiteX113" fmla="*/ 1719748 w 2855205"/>
                <a:gd name="connsiteY113" fmla="*/ 588265 h 648596"/>
                <a:gd name="connsiteX114" fmla="*/ 1719748 w 2855205"/>
                <a:gd name="connsiteY114" fmla="*/ 597961 h 648596"/>
                <a:gd name="connsiteX115" fmla="*/ 1674241 w 2855205"/>
                <a:gd name="connsiteY115" fmla="*/ 597961 h 648596"/>
                <a:gd name="connsiteX116" fmla="*/ 1674241 w 2855205"/>
                <a:gd name="connsiteY116" fmla="*/ 645705 h 648596"/>
                <a:gd name="connsiteX117" fmla="*/ 1663548 w 2855205"/>
                <a:gd name="connsiteY117" fmla="*/ 645705 h 648596"/>
                <a:gd name="connsiteX118" fmla="*/ 1652606 w 2855205"/>
                <a:gd name="connsiteY118" fmla="*/ 645705 h 648596"/>
                <a:gd name="connsiteX119" fmla="*/ 1386533 w 2855205"/>
                <a:gd name="connsiteY119" fmla="*/ 533059 h 648596"/>
                <a:gd name="connsiteX120" fmla="*/ 1462874 w 2855205"/>
                <a:gd name="connsiteY120" fmla="*/ 533059 h 648596"/>
                <a:gd name="connsiteX121" fmla="*/ 1462874 w 2855205"/>
                <a:gd name="connsiteY121" fmla="*/ 543006 h 648596"/>
                <a:gd name="connsiteX122" fmla="*/ 1462874 w 2855205"/>
                <a:gd name="connsiteY122" fmla="*/ 552953 h 648596"/>
                <a:gd name="connsiteX123" fmla="*/ 1408168 w 2855205"/>
                <a:gd name="connsiteY123" fmla="*/ 552953 h 648596"/>
                <a:gd name="connsiteX124" fmla="*/ 1408168 w 2855205"/>
                <a:gd name="connsiteY124" fmla="*/ 576825 h 648596"/>
                <a:gd name="connsiteX125" fmla="*/ 1458896 w 2855205"/>
                <a:gd name="connsiteY125" fmla="*/ 576825 h 648596"/>
                <a:gd name="connsiteX126" fmla="*/ 1458896 w 2855205"/>
                <a:gd name="connsiteY126" fmla="*/ 586524 h 648596"/>
                <a:gd name="connsiteX127" fmla="*/ 1458896 w 2855205"/>
                <a:gd name="connsiteY127" fmla="*/ 596220 h 648596"/>
                <a:gd name="connsiteX128" fmla="*/ 1408168 w 2855205"/>
                <a:gd name="connsiteY128" fmla="*/ 596220 h 648596"/>
                <a:gd name="connsiteX129" fmla="*/ 1408168 w 2855205"/>
                <a:gd name="connsiteY129" fmla="*/ 625564 h 648596"/>
                <a:gd name="connsiteX130" fmla="*/ 1465112 w 2855205"/>
                <a:gd name="connsiteY130" fmla="*/ 625564 h 648596"/>
                <a:gd name="connsiteX131" fmla="*/ 1465112 w 2855205"/>
                <a:gd name="connsiteY131" fmla="*/ 635511 h 648596"/>
                <a:gd name="connsiteX132" fmla="*/ 1465112 w 2855205"/>
                <a:gd name="connsiteY132" fmla="*/ 645705 h 648596"/>
                <a:gd name="connsiteX133" fmla="*/ 1386533 w 2855205"/>
                <a:gd name="connsiteY133" fmla="*/ 645705 h 648596"/>
                <a:gd name="connsiteX134" fmla="*/ 1040635 w 2855205"/>
                <a:gd name="connsiteY134" fmla="*/ 533059 h 648596"/>
                <a:gd name="connsiteX135" fmla="*/ 1051577 w 2855205"/>
                <a:gd name="connsiteY135" fmla="*/ 533059 h 648596"/>
                <a:gd name="connsiteX136" fmla="*/ 1062518 w 2855205"/>
                <a:gd name="connsiteY136" fmla="*/ 533059 h 648596"/>
                <a:gd name="connsiteX137" fmla="*/ 1062518 w 2855205"/>
                <a:gd name="connsiteY137" fmla="*/ 645705 h 648596"/>
                <a:gd name="connsiteX138" fmla="*/ 1051577 w 2855205"/>
                <a:gd name="connsiteY138" fmla="*/ 645705 h 648596"/>
                <a:gd name="connsiteX139" fmla="*/ 1040635 w 2855205"/>
                <a:gd name="connsiteY139" fmla="*/ 645705 h 648596"/>
                <a:gd name="connsiteX140" fmla="*/ 735271 w 2855205"/>
                <a:gd name="connsiteY140" fmla="*/ 533059 h 648596"/>
                <a:gd name="connsiteX141" fmla="*/ 746460 w 2855205"/>
                <a:gd name="connsiteY141" fmla="*/ 533059 h 648596"/>
                <a:gd name="connsiteX142" fmla="*/ 757900 w 2855205"/>
                <a:gd name="connsiteY142" fmla="*/ 533059 h 648596"/>
                <a:gd name="connsiteX143" fmla="*/ 799428 w 2855205"/>
                <a:gd name="connsiteY143" fmla="*/ 612134 h 648596"/>
                <a:gd name="connsiteX144" fmla="*/ 799428 w 2855205"/>
                <a:gd name="connsiteY144" fmla="*/ 533059 h 648596"/>
                <a:gd name="connsiteX145" fmla="*/ 809623 w 2855205"/>
                <a:gd name="connsiteY145" fmla="*/ 533059 h 648596"/>
                <a:gd name="connsiteX146" fmla="*/ 819818 w 2855205"/>
                <a:gd name="connsiteY146" fmla="*/ 533059 h 648596"/>
                <a:gd name="connsiteX147" fmla="*/ 819818 w 2855205"/>
                <a:gd name="connsiteY147" fmla="*/ 645705 h 648596"/>
                <a:gd name="connsiteX148" fmla="*/ 808876 w 2855205"/>
                <a:gd name="connsiteY148" fmla="*/ 645705 h 648596"/>
                <a:gd name="connsiteX149" fmla="*/ 798183 w 2855205"/>
                <a:gd name="connsiteY149" fmla="*/ 645705 h 648596"/>
                <a:gd name="connsiteX150" fmla="*/ 755412 w 2855205"/>
                <a:gd name="connsiteY150" fmla="*/ 564390 h 648596"/>
                <a:gd name="connsiteX151" fmla="*/ 755412 w 2855205"/>
                <a:gd name="connsiteY151" fmla="*/ 645705 h 648596"/>
                <a:gd name="connsiteX152" fmla="*/ 745218 w 2855205"/>
                <a:gd name="connsiteY152" fmla="*/ 645705 h 648596"/>
                <a:gd name="connsiteX153" fmla="*/ 735271 w 2855205"/>
                <a:gd name="connsiteY153" fmla="*/ 645705 h 648596"/>
                <a:gd name="connsiteX154" fmla="*/ 688521 w 2855205"/>
                <a:gd name="connsiteY154" fmla="*/ 533059 h 648596"/>
                <a:gd name="connsiteX155" fmla="*/ 699462 w 2855205"/>
                <a:gd name="connsiteY155" fmla="*/ 533059 h 648596"/>
                <a:gd name="connsiteX156" fmla="*/ 710156 w 2855205"/>
                <a:gd name="connsiteY156" fmla="*/ 533059 h 648596"/>
                <a:gd name="connsiteX157" fmla="*/ 710156 w 2855205"/>
                <a:gd name="connsiteY157" fmla="*/ 645705 h 648596"/>
                <a:gd name="connsiteX158" fmla="*/ 699462 w 2855205"/>
                <a:gd name="connsiteY158" fmla="*/ 645705 h 648596"/>
                <a:gd name="connsiteX159" fmla="*/ 688521 w 2855205"/>
                <a:gd name="connsiteY159" fmla="*/ 645705 h 648596"/>
                <a:gd name="connsiteX160" fmla="*/ 415235 w 2855205"/>
                <a:gd name="connsiteY160" fmla="*/ 533059 h 648596"/>
                <a:gd name="connsiteX161" fmla="*/ 426424 w 2855205"/>
                <a:gd name="connsiteY161" fmla="*/ 533059 h 648596"/>
                <a:gd name="connsiteX162" fmla="*/ 437864 w 2855205"/>
                <a:gd name="connsiteY162" fmla="*/ 533059 h 648596"/>
                <a:gd name="connsiteX163" fmla="*/ 479392 w 2855205"/>
                <a:gd name="connsiteY163" fmla="*/ 612134 h 648596"/>
                <a:gd name="connsiteX164" fmla="*/ 479392 w 2855205"/>
                <a:gd name="connsiteY164" fmla="*/ 533059 h 648596"/>
                <a:gd name="connsiteX165" fmla="*/ 489587 w 2855205"/>
                <a:gd name="connsiteY165" fmla="*/ 533059 h 648596"/>
                <a:gd name="connsiteX166" fmla="*/ 499782 w 2855205"/>
                <a:gd name="connsiteY166" fmla="*/ 533059 h 648596"/>
                <a:gd name="connsiteX167" fmla="*/ 499782 w 2855205"/>
                <a:gd name="connsiteY167" fmla="*/ 645705 h 648596"/>
                <a:gd name="connsiteX168" fmla="*/ 488840 w 2855205"/>
                <a:gd name="connsiteY168" fmla="*/ 645705 h 648596"/>
                <a:gd name="connsiteX169" fmla="*/ 478147 w 2855205"/>
                <a:gd name="connsiteY169" fmla="*/ 645705 h 648596"/>
                <a:gd name="connsiteX170" fmla="*/ 435376 w 2855205"/>
                <a:gd name="connsiteY170" fmla="*/ 564390 h 648596"/>
                <a:gd name="connsiteX171" fmla="*/ 435376 w 2855205"/>
                <a:gd name="connsiteY171" fmla="*/ 645705 h 648596"/>
                <a:gd name="connsiteX172" fmla="*/ 425182 w 2855205"/>
                <a:gd name="connsiteY172" fmla="*/ 645705 h 648596"/>
                <a:gd name="connsiteX173" fmla="*/ 415235 w 2855205"/>
                <a:gd name="connsiteY173" fmla="*/ 645705 h 648596"/>
                <a:gd name="connsiteX174" fmla="*/ 368485 w 2855205"/>
                <a:gd name="connsiteY174" fmla="*/ 533059 h 648596"/>
                <a:gd name="connsiteX175" fmla="*/ 379426 w 2855205"/>
                <a:gd name="connsiteY175" fmla="*/ 533059 h 648596"/>
                <a:gd name="connsiteX176" fmla="*/ 390120 w 2855205"/>
                <a:gd name="connsiteY176" fmla="*/ 533059 h 648596"/>
                <a:gd name="connsiteX177" fmla="*/ 390120 w 2855205"/>
                <a:gd name="connsiteY177" fmla="*/ 645705 h 648596"/>
                <a:gd name="connsiteX178" fmla="*/ 379426 w 2855205"/>
                <a:gd name="connsiteY178" fmla="*/ 645705 h 648596"/>
                <a:gd name="connsiteX179" fmla="*/ 368485 w 2855205"/>
                <a:gd name="connsiteY179" fmla="*/ 645705 h 648596"/>
                <a:gd name="connsiteX180" fmla="*/ 236442 w 2855205"/>
                <a:gd name="connsiteY180" fmla="*/ 533059 h 648596"/>
                <a:gd name="connsiteX181" fmla="*/ 247383 w 2855205"/>
                <a:gd name="connsiteY181" fmla="*/ 533059 h 648596"/>
                <a:gd name="connsiteX182" fmla="*/ 258077 w 2855205"/>
                <a:gd name="connsiteY182" fmla="*/ 533059 h 648596"/>
                <a:gd name="connsiteX183" fmla="*/ 258077 w 2855205"/>
                <a:gd name="connsiteY183" fmla="*/ 645705 h 648596"/>
                <a:gd name="connsiteX184" fmla="*/ 247383 w 2855205"/>
                <a:gd name="connsiteY184" fmla="*/ 645705 h 648596"/>
                <a:gd name="connsiteX185" fmla="*/ 236442 w 2855205"/>
                <a:gd name="connsiteY185" fmla="*/ 645705 h 648596"/>
                <a:gd name="connsiteX186" fmla="*/ 136231 w 2855205"/>
                <a:gd name="connsiteY186" fmla="*/ 533059 h 648596"/>
                <a:gd name="connsiteX187" fmla="*/ 212573 w 2855205"/>
                <a:gd name="connsiteY187" fmla="*/ 533059 h 648596"/>
                <a:gd name="connsiteX188" fmla="*/ 212573 w 2855205"/>
                <a:gd name="connsiteY188" fmla="*/ 543006 h 648596"/>
                <a:gd name="connsiteX189" fmla="*/ 212573 w 2855205"/>
                <a:gd name="connsiteY189" fmla="*/ 552953 h 648596"/>
                <a:gd name="connsiteX190" fmla="*/ 157866 w 2855205"/>
                <a:gd name="connsiteY190" fmla="*/ 552953 h 648596"/>
                <a:gd name="connsiteX191" fmla="*/ 157866 w 2855205"/>
                <a:gd name="connsiteY191" fmla="*/ 576825 h 648596"/>
                <a:gd name="connsiteX192" fmla="*/ 208594 w 2855205"/>
                <a:gd name="connsiteY192" fmla="*/ 576825 h 648596"/>
                <a:gd name="connsiteX193" fmla="*/ 208594 w 2855205"/>
                <a:gd name="connsiteY193" fmla="*/ 586524 h 648596"/>
                <a:gd name="connsiteX194" fmla="*/ 208594 w 2855205"/>
                <a:gd name="connsiteY194" fmla="*/ 596220 h 648596"/>
                <a:gd name="connsiteX195" fmla="*/ 157866 w 2855205"/>
                <a:gd name="connsiteY195" fmla="*/ 596220 h 648596"/>
                <a:gd name="connsiteX196" fmla="*/ 157866 w 2855205"/>
                <a:gd name="connsiteY196" fmla="*/ 625564 h 648596"/>
                <a:gd name="connsiteX197" fmla="*/ 214810 w 2855205"/>
                <a:gd name="connsiteY197" fmla="*/ 625564 h 648596"/>
                <a:gd name="connsiteX198" fmla="*/ 214810 w 2855205"/>
                <a:gd name="connsiteY198" fmla="*/ 635511 h 648596"/>
                <a:gd name="connsiteX199" fmla="*/ 214810 w 2855205"/>
                <a:gd name="connsiteY199" fmla="*/ 645705 h 648596"/>
                <a:gd name="connsiteX200" fmla="*/ 136231 w 2855205"/>
                <a:gd name="connsiteY200" fmla="*/ 645705 h 648596"/>
                <a:gd name="connsiteX201" fmla="*/ 1180926 w 2855205"/>
                <a:gd name="connsiteY201" fmla="*/ 532952 h 648596"/>
                <a:gd name="connsiteX202" fmla="*/ 1202561 w 2855205"/>
                <a:gd name="connsiteY202" fmla="*/ 532952 h 648596"/>
                <a:gd name="connsiteX203" fmla="*/ 1202561 w 2855205"/>
                <a:gd name="connsiteY203" fmla="*/ 604072 h 648596"/>
                <a:gd name="connsiteX204" fmla="*/ 1207534 w 2855205"/>
                <a:gd name="connsiteY204" fmla="*/ 622224 h 648596"/>
                <a:gd name="connsiteX205" fmla="*/ 1222702 w 2855205"/>
                <a:gd name="connsiteY205" fmla="*/ 628192 h 648596"/>
                <a:gd name="connsiteX206" fmla="*/ 1238369 w 2855205"/>
                <a:gd name="connsiteY206" fmla="*/ 622720 h 648596"/>
                <a:gd name="connsiteX207" fmla="*/ 1242843 w 2855205"/>
                <a:gd name="connsiteY207" fmla="*/ 604072 h 648596"/>
                <a:gd name="connsiteX208" fmla="*/ 1242843 w 2855205"/>
                <a:gd name="connsiteY208" fmla="*/ 532952 h 648596"/>
                <a:gd name="connsiteX209" fmla="*/ 1264726 w 2855205"/>
                <a:gd name="connsiteY209" fmla="*/ 532952 h 648596"/>
                <a:gd name="connsiteX210" fmla="*/ 1264726 w 2855205"/>
                <a:gd name="connsiteY210" fmla="*/ 602827 h 648596"/>
                <a:gd name="connsiteX211" fmla="*/ 1254779 w 2855205"/>
                <a:gd name="connsiteY211" fmla="*/ 637640 h 648596"/>
                <a:gd name="connsiteX212" fmla="*/ 1191121 w 2855205"/>
                <a:gd name="connsiteY212" fmla="*/ 637640 h 648596"/>
                <a:gd name="connsiteX213" fmla="*/ 1180926 w 2855205"/>
                <a:gd name="connsiteY213" fmla="*/ 603326 h 648596"/>
                <a:gd name="connsiteX214" fmla="*/ 1783654 w 2855205"/>
                <a:gd name="connsiteY214" fmla="*/ 532811 h 648596"/>
                <a:gd name="connsiteX215" fmla="*/ 1867953 w 2855205"/>
                <a:gd name="connsiteY215" fmla="*/ 532811 h 648596"/>
                <a:gd name="connsiteX216" fmla="*/ 1867953 w 2855205"/>
                <a:gd name="connsiteY216" fmla="*/ 543006 h 648596"/>
                <a:gd name="connsiteX217" fmla="*/ 1867953 w 2855205"/>
                <a:gd name="connsiteY217" fmla="*/ 552953 h 648596"/>
                <a:gd name="connsiteX218" fmla="*/ 1836619 w 2855205"/>
                <a:gd name="connsiteY218" fmla="*/ 552953 h 648596"/>
                <a:gd name="connsiteX219" fmla="*/ 1836619 w 2855205"/>
                <a:gd name="connsiteY219" fmla="*/ 645708 h 648596"/>
                <a:gd name="connsiteX220" fmla="*/ 1825926 w 2855205"/>
                <a:gd name="connsiteY220" fmla="*/ 645708 h 648596"/>
                <a:gd name="connsiteX221" fmla="*/ 1814987 w 2855205"/>
                <a:gd name="connsiteY221" fmla="*/ 645708 h 648596"/>
                <a:gd name="connsiteX222" fmla="*/ 1814987 w 2855205"/>
                <a:gd name="connsiteY222" fmla="*/ 552953 h 648596"/>
                <a:gd name="connsiteX223" fmla="*/ 1783654 w 2855205"/>
                <a:gd name="connsiteY223" fmla="*/ 552953 h 648596"/>
                <a:gd name="connsiteX224" fmla="*/ 1783654 w 2855205"/>
                <a:gd name="connsiteY224" fmla="*/ 543006 h 648596"/>
                <a:gd name="connsiteX225" fmla="*/ 1283583 w 2855205"/>
                <a:gd name="connsiteY225" fmla="*/ 532811 h 648596"/>
                <a:gd name="connsiteX226" fmla="*/ 1367882 w 2855205"/>
                <a:gd name="connsiteY226" fmla="*/ 532811 h 648596"/>
                <a:gd name="connsiteX227" fmla="*/ 1367882 w 2855205"/>
                <a:gd name="connsiteY227" fmla="*/ 543006 h 648596"/>
                <a:gd name="connsiteX228" fmla="*/ 1367882 w 2855205"/>
                <a:gd name="connsiteY228" fmla="*/ 552953 h 648596"/>
                <a:gd name="connsiteX229" fmla="*/ 1336548 w 2855205"/>
                <a:gd name="connsiteY229" fmla="*/ 552953 h 648596"/>
                <a:gd name="connsiteX230" fmla="*/ 1336548 w 2855205"/>
                <a:gd name="connsiteY230" fmla="*/ 645708 h 648596"/>
                <a:gd name="connsiteX231" fmla="*/ 1325607 w 2855205"/>
                <a:gd name="connsiteY231" fmla="*/ 645708 h 648596"/>
                <a:gd name="connsiteX232" fmla="*/ 1314914 w 2855205"/>
                <a:gd name="connsiteY232" fmla="*/ 645708 h 648596"/>
                <a:gd name="connsiteX233" fmla="*/ 1314914 w 2855205"/>
                <a:gd name="connsiteY233" fmla="*/ 552953 h 648596"/>
                <a:gd name="connsiteX234" fmla="*/ 1283583 w 2855205"/>
                <a:gd name="connsiteY234" fmla="*/ 552953 h 648596"/>
                <a:gd name="connsiteX235" fmla="*/ 1283583 w 2855205"/>
                <a:gd name="connsiteY235" fmla="*/ 543006 h 648596"/>
                <a:gd name="connsiteX236" fmla="*/ 1079427 w 2855205"/>
                <a:gd name="connsiteY236" fmla="*/ 532811 h 648596"/>
                <a:gd name="connsiteX237" fmla="*/ 1163726 w 2855205"/>
                <a:gd name="connsiteY237" fmla="*/ 532811 h 648596"/>
                <a:gd name="connsiteX238" fmla="*/ 1163726 w 2855205"/>
                <a:gd name="connsiteY238" fmla="*/ 543006 h 648596"/>
                <a:gd name="connsiteX239" fmla="*/ 1163726 w 2855205"/>
                <a:gd name="connsiteY239" fmla="*/ 552953 h 648596"/>
                <a:gd name="connsiteX240" fmla="*/ 1132392 w 2855205"/>
                <a:gd name="connsiteY240" fmla="*/ 552953 h 648596"/>
                <a:gd name="connsiteX241" fmla="*/ 1132392 w 2855205"/>
                <a:gd name="connsiteY241" fmla="*/ 645708 h 648596"/>
                <a:gd name="connsiteX242" fmla="*/ 1121699 w 2855205"/>
                <a:gd name="connsiteY242" fmla="*/ 645708 h 648596"/>
                <a:gd name="connsiteX243" fmla="*/ 1110758 w 2855205"/>
                <a:gd name="connsiteY243" fmla="*/ 645708 h 648596"/>
                <a:gd name="connsiteX244" fmla="*/ 1110758 w 2855205"/>
                <a:gd name="connsiteY244" fmla="*/ 552953 h 648596"/>
                <a:gd name="connsiteX245" fmla="*/ 1079427 w 2855205"/>
                <a:gd name="connsiteY245" fmla="*/ 552953 h 648596"/>
                <a:gd name="connsiteX246" fmla="*/ 1079427 w 2855205"/>
                <a:gd name="connsiteY246" fmla="*/ 543006 h 648596"/>
                <a:gd name="connsiteX247" fmla="*/ 939427 w 2855205"/>
                <a:gd name="connsiteY247" fmla="*/ 532811 h 648596"/>
                <a:gd name="connsiteX248" fmla="*/ 1023726 w 2855205"/>
                <a:gd name="connsiteY248" fmla="*/ 532811 h 648596"/>
                <a:gd name="connsiteX249" fmla="*/ 1023726 w 2855205"/>
                <a:gd name="connsiteY249" fmla="*/ 543006 h 648596"/>
                <a:gd name="connsiteX250" fmla="*/ 1023726 w 2855205"/>
                <a:gd name="connsiteY250" fmla="*/ 552953 h 648596"/>
                <a:gd name="connsiteX251" fmla="*/ 992392 w 2855205"/>
                <a:gd name="connsiteY251" fmla="*/ 552953 h 648596"/>
                <a:gd name="connsiteX252" fmla="*/ 992392 w 2855205"/>
                <a:gd name="connsiteY252" fmla="*/ 645708 h 648596"/>
                <a:gd name="connsiteX253" fmla="*/ 981702 w 2855205"/>
                <a:gd name="connsiteY253" fmla="*/ 645708 h 648596"/>
                <a:gd name="connsiteX254" fmla="*/ 970758 w 2855205"/>
                <a:gd name="connsiteY254" fmla="*/ 645708 h 648596"/>
                <a:gd name="connsiteX255" fmla="*/ 970758 w 2855205"/>
                <a:gd name="connsiteY255" fmla="*/ 552953 h 648596"/>
                <a:gd name="connsiteX256" fmla="*/ 939427 w 2855205"/>
                <a:gd name="connsiteY256" fmla="*/ 552953 h 648596"/>
                <a:gd name="connsiteX257" fmla="*/ 939427 w 2855205"/>
                <a:gd name="connsiteY257" fmla="*/ 543006 h 648596"/>
                <a:gd name="connsiteX258" fmla="*/ 320535 w 2855205"/>
                <a:gd name="connsiteY258" fmla="*/ 532456 h 648596"/>
                <a:gd name="connsiteX259" fmla="*/ 342170 w 2855205"/>
                <a:gd name="connsiteY259" fmla="*/ 532456 h 648596"/>
                <a:gd name="connsiteX260" fmla="*/ 342170 w 2855205"/>
                <a:gd name="connsiteY260" fmla="*/ 612528 h 648596"/>
                <a:gd name="connsiteX261" fmla="*/ 333714 w 2855205"/>
                <a:gd name="connsiteY261" fmla="*/ 637395 h 648596"/>
                <a:gd name="connsiteX262" fmla="*/ 308847 w 2855205"/>
                <a:gd name="connsiteY262" fmla="*/ 646096 h 648596"/>
                <a:gd name="connsiteX263" fmla="*/ 283980 w 2855205"/>
                <a:gd name="connsiteY263" fmla="*/ 636398 h 648596"/>
                <a:gd name="connsiteX264" fmla="*/ 276521 w 2855205"/>
                <a:gd name="connsiteY264" fmla="*/ 606558 h 648596"/>
                <a:gd name="connsiteX265" fmla="*/ 276521 w 2855205"/>
                <a:gd name="connsiteY265" fmla="*/ 599846 h 648596"/>
                <a:gd name="connsiteX266" fmla="*/ 297159 w 2855205"/>
                <a:gd name="connsiteY266" fmla="*/ 599846 h 648596"/>
                <a:gd name="connsiteX267" fmla="*/ 297159 w 2855205"/>
                <a:gd name="connsiteY267" fmla="*/ 606560 h 648596"/>
                <a:gd name="connsiteX268" fmla="*/ 299895 w 2855205"/>
                <a:gd name="connsiteY268" fmla="*/ 621728 h 648596"/>
                <a:gd name="connsiteX269" fmla="*/ 309594 w 2855205"/>
                <a:gd name="connsiteY269" fmla="*/ 626702 h 648596"/>
                <a:gd name="connsiteX270" fmla="*/ 318794 w 2855205"/>
                <a:gd name="connsiteY270" fmla="*/ 623219 h 648596"/>
                <a:gd name="connsiteX271" fmla="*/ 321530 w 2855205"/>
                <a:gd name="connsiteY271" fmla="*/ 611283 h 648596"/>
                <a:gd name="connsiteX272" fmla="*/ 26112 w 2855205"/>
                <a:gd name="connsiteY272" fmla="*/ 532456 h 648596"/>
                <a:gd name="connsiteX273" fmla="*/ 75846 w 2855205"/>
                <a:gd name="connsiteY273" fmla="*/ 532456 h 648596"/>
                <a:gd name="connsiteX274" fmla="*/ 99470 w 2855205"/>
                <a:gd name="connsiteY274" fmla="*/ 540163 h 648596"/>
                <a:gd name="connsiteX275" fmla="*/ 107924 w 2855205"/>
                <a:gd name="connsiteY275" fmla="*/ 561051 h 648596"/>
                <a:gd name="connsiteX276" fmla="*/ 98225 w 2855205"/>
                <a:gd name="connsiteY276" fmla="*/ 582438 h 648596"/>
                <a:gd name="connsiteX277" fmla="*/ 94745 w 2855205"/>
                <a:gd name="connsiteY277" fmla="*/ 584675 h 648596"/>
                <a:gd name="connsiteX278" fmla="*/ 101212 w 2855205"/>
                <a:gd name="connsiteY278" fmla="*/ 588406 h 648596"/>
                <a:gd name="connsiteX279" fmla="*/ 111158 w 2855205"/>
                <a:gd name="connsiteY279" fmla="*/ 610041 h 648596"/>
                <a:gd name="connsiteX280" fmla="*/ 100713 w 2855205"/>
                <a:gd name="connsiteY280" fmla="*/ 637393 h 648596"/>
                <a:gd name="connsiteX281" fmla="*/ 71867 w 2855205"/>
                <a:gd name="connsiteY281" fmla="*/ 646593 h 648596"/>
                <a:gd name="connsiteX282" fmla="*/ 26112 w 2855205"/>
                <a:gd name="connsiteY282" fmla="*/ 646593 h 648596"/>
                <a:gd name="connsiteX283" fmla="*/ 2573817 w 2855205"/>
                <a:gd name="connsiteY283" fmla="*/ 529919 h 648596"/>
                <a:gd name="connsiteX284" fmla="*/ 2609446 w 2855205"/>
                <a:gd name="connsiteY284" fmla="*/ 543322 h 648596"/>
                <a:gd name="connsiteX285" fmla="*/ 2611762 w 2855205"/>
                <a:gd name="connsiteY285" fmla="*/ 545635 h 648596"/>
                <a:gd name="connsiteX286" fmla="*/ 2625188 w 2855205"/>
                <a:gd name="connsiteY286" fmla="*/ 589651 h 648596"/>
                <a:gd name="connsiteX287" fmla="*/ 2611762 w 2855205"/>
                <a:gd name="connsiteY287" fmla="*/ 632421 h 648596"/>
                <a:gd name="connsiteX288" fmla="*/ 2541464 w 2855205"/>
                <a:gd name="connsiteY288" fmla="*/ 634734 h 648596"/>
                <a:gd name="connsiteX289" fmla="*/ 2539148 w 2855205"/>
                <a:gd name="connsiteY289" fmla="*/ 632421 h 648596"/>
                <a:gd name="connsiteX290" fmla="*/ 2525721 w 2855205"/>
                <a:gd name="connsiteY290" fmla="*/ 589651 h 648596"/>
                <a:gd name="connsiteX291" fmla="*/ 2539148 w 2855205"/>
                <a:gd name="connsiteY291" fmla="*/ 545635 h 648596"/>
                <a:gd name="connsiteX292" fmla="*/ 2573817 w 2855205"/>
                <a:gd name="connsiteY292" fmla="*/ 529919 h 648596"/>
                <a:gd name="connsiteX293" fmla="*/ 2361704 w 2855205"/>
                <a:gd name="connsiteY293" fmla="*/ 529919 h 648596"/>
                <a:gd name="connsiteX294" fmla="*/ 2397333 w 2855205"/>
                <a:gd name="connsiteY294" fmla="*/ 543322 h 648596"/>
                <a:gd name="connsiteX295" fmla="*/ 2399649 w 2855205"/>
                <a:gd name="connsiteY295" fmla="*/ 545635 h 648596"/>
                <a:gd name="connsiteX296" fmla="*/ 2413075 w 2855205"/>
                <a:gd name="connsiteY296" fmla="*/ 589651 h 648596"/>
                <a:gd name="connsiteX297" fmla="*/ 2399649 w 2855205"/>
                <a:gd name="connsiteY297" fmla="*/ 632421 h 648596"/>
                <a:gd name="connsiteX298" fmla="*/ 2329351 w 2855205"/>
                <a:gd name="connsiteY298" fmla="*/ 634734 h 648596"/>
                <a:gd name="connsiteX299" fmla="*/ 2327035 w 2855205"/>
                <a:gd name="connsiteY299" fmla="*/ 632421 h 648596"/>
                <a:gd name="connsiteX300" fmla="*/ 2313608 w 2855205"/>
                <a:gd name="connsiteY300" fmla="*/ 589651 h 648596"/>
                <a:gd name="connsiteX301" fmla="*/ 2327035 w 2855205"/>
                <a:gd name="connsiteY301" fmla="*/ 545635 h 648596"/>
                <a:gd name="connsiteX302" fmla="*/ 2361704 w 2855205"/>
                <a:gd name="connsiteY302" fmla="*/ 529919 h 648596"/>
                <a:gd name="connsiteX303" fmla="*/ 1577594 w 2855205"/>
                <a:gd name="connsiteY303" fmla="*/ 529793 h 648596"/>
                <a:gd name="connsiteX304" fmla="*/ 1613270 w 2855205"/>
                <a:gd name="connsiteY304" fmla="*/ 543063 h 648596"/>
                <a:gd name="connsiteX305" fmla="*/ 1615845 w 2855205"/>
                <a:gd name="connsiteY305" fmla="*/ 545635 h 648596"/>
                <a:gd name="connsiteX306" fmla="*/ 1629271 w 2855205"/>
                <a:gd name="connsiteY306" fmla="*/ 589651 h 648596"/>
                <a:gd name="connsiteX307" fmla="*/ 1615845 w 2855205"/>
                <a:gd name="connsiteY307" fmla="*/ 632422 h 648596"/>
                <a:gd name="connsiteX308" fmla="*/ 1545557 w 2855205"/>
                <a:gd name="connsiteY308" fmla="*/ 634994 h 648596"/>
                <a:gd name="connsiteX309" fmla="*/ 1542983 w 2855205"/>
                <a:gd name="connsiteY309" fmla="*/ 632422 h 648596"/>
                <a:gd name="connsiteX310" fmla="*/ 1529556 w 2855205"/>
                <a:gd name="connsiteY310" fmla="*/ 589651 h 648596"/>
                <a:gd name="connsiteX311" fmla="*/ 1542983 w 2855205"/>
                <a:gd name="connsiteY311" fmla="*/ 545635 h 648596"/>
                <a:gd name="connsiteX312" fmla="*/ 1577594 w 2855205"/>
                <a:gd name="connsiteY312" fmla="*/ 529793 h 648596"/>
                <a:gd name="connsiteX313" fmla="*/ 567697 w 2855205"/>
                <a:gd name="connsiteY313" fmla="*/ 529672 h 648596"/>
                <a:gd name="connsiteX314" fmla="*/ 603022 w 2855205"/>
                <a:gd name="connsiteY314" fmla="*/ 539667 h 648596"/>
                <a:gd name="connsiteX315" fmla="*/ 617443 w 2855205"/>
                <a:gd name="connsiteY315" fmla="*/ 567518 h 648596"/>
                <a:gd name="connsiteX316" fmla="*/ 595811 w 2855205"/>
                <a:gd name="connsiteY316" fmla="*/ 567518 h 648596"/>
                <a:gd name="connsiteX317" fmla="*/ 588102 w 2855205"/>
                <a:gd name="connsiteY317" fmla="*/ 554587 h 648596"/>
                <a:gd name="connsiteX318" fmla="*/ 573182 w 2855205"/>
                <a:gd name="connsiteY318" fmla="*/ 549118 h 648596"/>
                <a:gd name="connsiteX319" fmla="*/ 551051 w 2855205"/>
                <a:gd name="connsiteY319" fmla="*/ 559561 h 648596"/>
                <a:gd name="connsiteX320" fmla="*/ 543091 w 2855205"/>
                <a:gd name="connsiteY320" fmla="*/ 589153 h 648596"/>
                <a:gd name="connsiteX321" fmla="*/ 550800 w 2855205"/>
                <a:gd name="connsiteY321" fmla="*/ 618249 h 648596"/>
                <a:gd name="connsiteX322" fmla="*/ 573182 w 2855205"/>
                <a:gd name="connsiteY322" fmla="*/ 628443 h 648596"/>
                <a:gd name="connsiteX323" fmla="*/ 592827 w 2855205"/>
                <a:gd name="connsiteY323" fmla="*/ 617998 h 648596"/>
                <a:gd name="connsiteX324" fmla="*/ 598547 w 2855205"/>
                <a:gd name="connsiteY324" fmla="*/ 604073 h 648596"/>
                <a:gd name="connsiteX325" fmla="*/ 573678 w 2855205"/>
                <a:gd name="connsiteY325" fmla="*/ 604073 h 648596"/>
                <a:gd name="connsiteX326" fmla="*/ 573678 w 2855205"/>
                <a:gd name="connsiteY326" fmla="*/ 584675 h 648596"/>
                <a:gd name="connsiteX327" fmla="*/ 617195 w 2855205"/>
                <a:gd name="connsiteY327" fmla="*/ 584675 h 648596"/>
                <a:gd name="connsiteX328" fmla="*/ 617195 w 2855205"/>
                <a:gd name="connsiteY328" fmla="*/ 645350 h 648596"/>
                <a:gd name="connsiteX329" fmla="*/ 602774 w 2855205"/>
                <a:gd name="connsiteY329" fmla="*/ 645350 h 648596"/>
                <a:gd name="connsiteX330" fmla="*/ 600534 w 2855205"/>
                <a:gd name="connsiteY330" fmla="*/ 630929 h 648596"/>
                <a:gd name="connsiteX331" fmla="*/ 599291 w 2855205"/>
                <a:gd name="connsiteY331" fmla="*/ 632670 h 648596"/>
                <a:gd name="connsiteX332" fmla="*/ 569699 w 2855205"/>
                <a:gd name="connsiteY332" fmla="*/ 648585 h 648596"/>
                <a:gd name="connsiteX333" fmla="*/ 569950 w 2855205"/>
                <a:gd name="connsiteY333" fmla="*/ 648334 h 648596"/>
                <a:gd name="connsiteX334" fmla="*/ 534141 w 2855205"/>
                <a:gd name="connsiteY334" fmla="*/ 632419 h 648596"/>
                <a:gd name="connsiteX335" fmla="*/ 520712 w 2855205"/>
                <a:gd name="connsiteY335" fmla="*/ 589401 h 648596"/>
                <a:gd name="connsiteX336" fmla="*/ 534638 w 2855205"/>
                <a:gd name="connsiteY336" fmla="*/ 545635 h 648596"/>
                <a:gd name="connsiteX337" fmla="*/ 567697 w 2855205"/>
                <a:gd name="connsiteY337" fmla="*/ 529672 h 648596"/>
                <a:gd name="connsiteX338" fmla="*/ 2690201 w 2855205"/>
                <a:gd name="connsiteY338" fmla="*/ 529645 h 648596"/>
                <a:gd name="connsiteX339" fmla="*/ 2725650 w 2855205"/>
                <a:gd name="connsiteY339" fmla="*/ 539667 h 648596"/>
                <a:gd name="connsiteX340" fmla="*/ 2739824 w 2855205"/>
                <a:gd name="connsiteY340" fmla="*/ 567518 h 648596"/>
                <a:gd name="connsiteX341" fmla="*/ 2718189 w 2855205"/>
                <a:gd name="connsiteY341" fmla="*/ 567518 h 648596"/>
                <a:gd name="connsiteX342" fmla="*/ 2710730 w 2855205"/>
                <a:gd name="connsiteY342" fmla="*/ 554588 h 648596"/>
                <a:gd name="connsiteX343" fmla="*/ 2695562 w 2855205"/>
                <a:gd name="connsiteY343" fmla="*/ 549116 h 648596"/>
                <a:gd name="connsiteX344" fmla="*/ 2673679 w 2855205"/>
                <a:gd name="connsiteY344" fmla="*/ 559561 h 648596"/>
                <a:gd name="connsiteX345" fmla="*/ 2673679 w 2855205"/>
                <a:gd name="connsiteY345" fmla="*/ 618247 h 648596"/>
                <a:gd name="connsiteX346" fmla="*/ 2696058 w 2855205"/>
                <a:gd name="connsiteY346" fmla="*/ 628441 h 648596"/>
                <a:gd name="connsiteX347" fmla="*/ 2715704 w 2855205"/>
                <a:gd name="connsiteY347" fmla="*/ 617999 h 648596"/>
                <a:gd name="connsiteX348" fmla="*/ 2721421 w 2855205"/>
                <a:gd name="connsiteY348" fmla="*/ 604073 h 648596"/>
                <a:gd name="connsiteX349" fmla="*/ 2696554 w 2855205"/>
                <a:gd name="connsiteY349" fmla="*/ 604073 h 648596"/>
                <a:gd name="connsiteX350" fmla="*/ 2696554 w 2855205"/>
                <a:gd name="connsiteY350" fmla="*/ 584676 h 648596"/>
                <a:gd name="connsiteX351" fmla="*/ 2739824 w 2855205"/>
                <a:gd name="connsiteY351" fmla="*/ 584676 h 648596"/>
                <a:gd name="connsiteX352" fmla="*/ 2739824 w 2855205"/>
                <a:gd name="connsiteY352" fmla="*/ 645351 h 648596"/>
                <a:gd name="connsiteX353" fmla="*/ 2725400 w 2855205"/>
                <a:gd name="connsiteY353" fmla="*/ 645351 h 648596"/>
                <a:gd name="connsiteX354" fmla="*/ 2723410 w 2855205"/>
                <a:gd name="connsiteY354" fmla="*/ 630927 h 648596"/>
                <a:gd name="connsiteX355" fmla="*/ 2722168 w 2855205"/>
                <a:gd name="connsiteY355" fmla="*/ 632668 h 648596"/>
                <a:gd name="connsiteX356" fmla="*/ 2692328 w 2855205"/>
                <a:gd name="connsiteY356" fmla="*/ 648583 h 648596"/>
                <a:gd name="connsiteX357" fmla="*/ 2693074 w 2855205"/>
                <a:gd name="connsiteY357" fmla="*/ 648335 h 648596"/>
                <a:gd name="connsiteX358" fmla="*/ 2657015 w 2855205"/>
                <a:gd name="connsiteY358" fmla="*/ 632420 h 648596"/>
                <a:gd name="connsiteX359" fmla="*/ 2657015 w 2855205"/>
                <a:gd name="connsiteY359" fmla="*/ 545635 h 648596"/>
                <a:gd name="connsiteX360" fmla="*/ 2690201 w 2855205"/>
                <a:gd name="connsiteY360" fmla="*/ 529645 h 648596"/>
                <a:gd name="connsiteX361" fmla="*/ 2030871 w 2855205"/>
                <a:gd name="connsiteY361" fmla="*/ 529469 h 648596"/>
                <a:gd name="connsiteX362" fmla="*/ 2075632 w 2855205"/>
                <a:gd name="connsiteY362" fmla="*/ 569755 h 648596"/>
                <a:gd name="connsiteX363" fmla="*/ 2053997 w 2855205"/>
                <a:gd name="connsiteY363" fmla="*/ 569755 h 648596"/>
                <a:gd name="connsiteX364" fmla="*/ 2046786 w 2855205"/>
                <a:gd name="connsiteY364" fmla="*/ 555331 h 648596"/>
                <a:gd name="connsiteX365" fmla="*/ 2031119 w 2855205"/>
                <a:gd name="connsiteY365" fmla="*/ 549861 h 648596"/>
                <a:gd name="connsiteX366" fmla="*/ 2012221 w 2855205"/>
                <a:gd name="connsiteY366" fmla="*/ 560307 h 648596"/>
                <a:gd name="connsiteX367" fmla="*/ 2005258 w 2855205"/>
                <a:gd name="connsiteY367" fmla="*/ 589400 h 648596"/>
                <a:gd name="connsiteX368" fmla="*/ 2012221 w 2855205"/>
                <a:gd name="connsiteY368" fmla="*/ 617750 h 648596"/>
                <a:gd name="connsiteX369" fmla="*/ 2031119 w 2855205"/>
                <a:gd name="connsiteY369" fmla="*/ 627945 h 648596"/>
                <a:gd name="connsiteX370" fmla="*/ 2046786 w 2855205"/>
                <a:gd name="connsiteY370" fmla="*/ 621977 h 648596"/>
                <a:gd name="connsiteX371" fmla="*/ 2053997 w 2855205"/>
                <a:gd name="connsiteY371" fmla="*/ 605814 h 648596"/>
                <a:gd name="connsiteX372" fmla="*/ 2075632 w 2855205"/>
                <a:gd name="connsiteY372" fmla="*/ 605811 h 648596"/>
                <a:gd name="connsiteX373" fmla="*/ 2061706 w 2855205"/>
                <a:gd name="connsiteY373" fmla="*/ 636894 h 648596"/>
                <a:gd name="connsiteX374" fmla="*/ 2030871 w 2855205"/>
                <a:gd name="connsiteY374" fmla="*/ 648334 h 648596"/>
                <a:gd name="connsiteX375" fmla="*/ 1996058 w 2855205"/>
                <a:gd name="connsiteY375" fmla="*/ 632419 h 648596"/>
                <a:gd name="connsiteX376" fmla="*/ 1983127 w 2855205"/>
                <a:gd name="connsiteY376" fmla="*/ 589398 h 648596"/>
                <a:gd name="connsiteX377" fmla="*/ 1996058 w 2855205"/>
                <a:gd name="connsiteY377" fmla="*/ 545632 h 648596"/>
                <a:gd name="connsiteX378" fmla="*/ 2030871 w 2855205"/>
                <a:gd name="connsiteY378" fmla="*/ 529469 h 648596"/>
                <a:gd name="connsiteX379" fmla="*/ 882276 w 2855205"/>
                <a:gd name="connsiteY379" fmla="*/ 528976 h 648596"/>
                <a:gd name="connsiteX380" fmla="*/ 910626 w 2855205"/>
                <a:gd name="connsiteY380" fmla="*/ 538923 h 648596"/>
                <a:gd name="connsiteX381" fmla="*/ 922810 w 2855205"/>
                <a:gd name="connsiteY381" fmla="*/ 565776 h 648596"/>
                <a:gd name="connsiteX382" fmla="*/ 901671 w 2855205"/>
                <a:gd name="connsiteY382" fmla="*/ 566275 h 648596"/>
                <a:gd name="connsiteX383" fmla="*/ 895207 w 2855205"/>
                <a:gd name="connsiteY383" fmla="*/ 553592 h 648596"/>
                <a:gd name="connsiteX384" fmla="*/ 879788 w 2855205"/>
                <a:gd name="connsiteY384" fmla="*/ 548867 h 648596"/>
                <a:gd name="connsiteX385" fmla="*/ 866857 w 2855205"/>
                <a:gd name="connsiteY385" fmla="*/ 552846 h 648596"/>
                <a:gd name="connsiteX386" fmla="*/ 862135 w 2855205"/>
                <a:gd name="connsiteY386" fmla="*/ 563787 h 648596"/>
                <a:gd name="connsiteX387" fmla="*/ 867108 w 2855205"/>
                <a:gd name="connsiteY387" fmla="*/ 571744 h 648596"/>
                <a:gd name="connsiteX388" fmla="*/ 887497 w 2855205"/>
                <a:gd name="connsiteY388" fmla="*/ 578211 h 648596"/>
                <a:gd name="connsiteX389" fmla="*/ 917586 w 2855205"/>
                <a:gd name="connsiteY389" fmla="*/ 590894 h 648596"/>
                <a:gd name="connsiteX390" fmla="*/ 925295 w 2855205"/>
                <a:gd name="connsiteY390" fmla="*/ 613771 h 648596"/>
                <a:gd name="connsiteX391" fmla="*/ 913858 w 2855205"/>
                <a:gd name="connsiteY391" fmla="*/ 638638 h 648596"/>
                <a:gd name="connsiteX392" fmla="*/ 882775 w 2855205"/>
                <a:gd name="connsiteY392" fmla="*/ 647838 h 648596"/>
                <a:gd name="connsiteX393" fmla="*/ 851940 w 2855205"/>
                <a:gd name="connsiteY393" fmla="*/ 637891 h 648596"/>
                <a:gd name="connsiteX394" fmla="*/ 840004 w 2855205"/>
                <a:gd name="connsiteY394" fmla="*/ 609792 h 648596"/>
                <a:gd name="connsiteX395" fmla="*/ 860889 w 2855205"/>
                <a:gd name="connsiteY395" fmla="*/ 609792 h 648596"/>
                <a:gd name="connsiteX396" fmla="*/ 866857 w 2855205"/>
                <a:gd name="connsiteY396" fmla="*/ 623718 h 648596"/>
                <a:gd name="connsiteX397" fmla="*/ 882775 w 2855205"/>
                <a:gd name="connsiteY397" fmla="*/ 628441 h 648596"/>
                <a:gd name="connsiteX398" fmla="*/ 898937 w 2855205"/>
                <a:gd name="connsiteY398" fmla="*/ 624713 h 648596"/>
                <a:gd name="connsiteX399" fmla="*/ 904658 w 2855205"/>
                <a:gd name="connsiteY399" fmla="*/ 614766 h 648596"/>
                <a:gd name="connsiteX400" fmla="*/ 900428 w 2855205"/>
                <a:gd name="connsiteY400" fmla="*/ 605315 h 648596"/>
                <a:gd name="connsiteX401" fmla="*/ 883023 w 2855205"/>
                <a:gd name="connsiteY401" fmla="*/ 599099 h 648596"/>
                <a:gd name="connsiteX402" fmla="*/ 849948 w 2855205"/>
                <a:gd name="connsiteY402" fmla="*/ 586168 h 648596"/>
                <a:gd name="connsiteX403" fmla="*/ 841742 w 2855205"/>
                <a:gd name="connsiteY403" fmla="*/ 564784 h 648596"/>
                <a:gd name="connsiteX404" fmla="*/ 852684 w 2855205"/>
                <a:gd name="connsiteY404" fmla="*/ 538675 h 648596"/>
                <a:gd name="connsiteX405" fmla="*/ 882276 w 2855205"/>
                <a:gd name="connsiteY405" fmla="*/ 528976 h 648596"/>
                <a:gd name="connsiteX406" fmla="*/ 590339 w 2855205"/>
                <a:gd name="connsiteY406" fmla="*/ 346949 h 648596"/>
                <a:gd name="connsiteX407" fmla="*/ 605259 w 2855205"/>
                <a:gd name="connsiteY407" fmla="*/ 365599 h 648596"/>
                <a:gd name="connsiteX408" fmla="*/ 621424 w 2855205"/>
                <a:gd name="connsiteY408" fmla="*/ 361621 h 648596"/>
                <a:gd name="connsiteX409" fmla="*/ 639824 w 2855205"/>
                <a:gd name="connsiteY409" fmla="*/ 361621 h 648596"/>
                <a:gd name="connsiteX410" fmla="*/ 646291 w 2855205"/>
                <a:gd name="connsiteY410" fmla="*/ 364605 h 648596"/>
                <a:gd name="connsiteX411" fmla="*/ 644797 w 2855205"/>
                <a:gd name="connsiteY411" fmla="*/ 375295 h 648596"/>
                <a:gd name="connsiteX412" fmla="*/ 643056 w 2855205"/>
                <a:gd name="connsiteY412" fmla="*/ 386984 h 648596"/>
                <a:gd name="connsiteX413" fmla="*/ 643056 w 2855205"/>
                <a:gd name="connsiteY413" fmla="*/ 386736 h 648596"/>
                <a:gd name="connsiteX414" fmla="*/ 634851 w 2855205"/>
                <a:gd name="connsiteY414" fmla="*/ 395688 h 648596"/>
                <a:gd name="connsiteX415" fmla="*/ 626645 w 2855205"/>
                <a:gd name="connsiteY415" fmla="*/ 401656 h 648596"/>
                <a:gd name="connsiteX416" fmla="*/ 620677 w 2855205"/>
                <a:gd name="connsiteY416" fmla="*/ 418317 h 648596"/>
                <a:gd name="connsiteX417" fmla="*/ 608989 w 2855205"/>
                <a:gd name="connsiteY417" fmla="*/ 426522 h 648596"/>
                <a:gd name="connsiteX418" fmla="*/ 595560 w 2855205"/>
                <a:gd name="connsiteY418" fmla="*/ 427765 h 648596"/>
                <a:gd name="connsiteX419" fmla="*/ 577656 w 2855205"/>
                <a:gd name="connsiteY419" fmla="*/ 434976 h 648596"/>
                <a:gd name="connsiteX420" fmla="*/ 556272 w 2855205"/>
                <a:gd name="connsiteY420" fmla="*/ 417570 h 648596"/>
                <a:gd name="connsiteX421" fmla="*/ 558509 w 2855205"/>
                <a:gd name="connsiteY421" fmla="*/ 404141 h 648596"/>
                <a:gd name="connsiteX422" fmla="*/ 555277 w 2855205"/>
                <a:gd name="connsiteY422" fmla="*/ 393698 h 648596"/>
                <a:gd name="connsiteX423" fmla="*/ 561744 w 2855205"/>
                <a:gd name="connsiteY423" fmla="*/ 381514 h 648596"/>
                <a:gd name="connsiteX424" fmla="*/ 578155 w 2855205"/>
                <a:gd name="connsiteY424" fmla="*/ 353413 h 648596"/>
                <a:gd name="connsiteX425" fmla="*/ 590339 w 2855205"/>
                <a:gd name="connsiteY425" fmla="*/ 346949 h 648596"/>
                <a:gd name="connsiteX426" fmla="*/ 791015 w 2855205"/>
                <a:gd name="connsiteY426" fmla="*/ 310892 h 648596"/>
                <a:gd name="connsiteX427" fmla="*/ 803199 w 2855205"/>
                <a:gd name="connsiteY427" fmla="*/ 313628 h 648596"/>
                <a:gd name="connsiteX428" fmla="*/ 815383 w 2855205"/>
                <a:gd name="connsiteY428" fmla="*/ 319844 h 648596"/>
                <a:gd name="connsiteX429" fmla="*/ 827569 w 2855205"/>
                <a:gd name="connsiteY429" fmla="*/ 319844 h 648596"/>
                <a:gd name="connsiteX430" fmla="*/ 839503 w 2855205"/>
                <a:gd name="connsiteY430" fmla="*/ 323575 h 648596"/>
                <a:gd name="connsiteX431" fmla="*/ 849700 w 2855205"/>
                <a:gd name="connsiteY431" fmla="*/ 322084 h 648596"/>
                <a:gd name="connsiteX432" fmla="*/ 874567 w 2855205"/>
                <a:gd name="connsiteY432" fmla="*/ 343716 h 648596"/>
                <a:gd name="connsiteX433" fmla="*/ 874316 w 2855205"/>
                <a:gd name="connsiteY433" fmla="*/ 345210 h 648596"/>
                <a:gd name="connsiteX434" fmla="*/ 880783 w 2855205"/>
                <a:gd name="connsiteY434" fmla="*/ 354658 h 648596"/>
                <a:gd name="connsiteX435" fmla="*/ 880783 w 2855205"/>
                <a:gd name="connsiteY435" fmla="*/ 367092 h 648596"/>
                <a:gd name="connsiteX436" fmla="*/ 872079 w 2855205"/>
                <a:gd name="connsiteY436" fmla="*/ 378530 h 648596"/>
                <a:gd name="connsiteX437" fmla="*/ 865364 w 2855205"/>
                <a:gd name="connsiteY437" fmla="*/ 392455 h 648596"/>
                <a:gd name="connsiteX438" fmla="*/ 857159 w 2855205"/>
                <a:gd name="connsiteY438" fmla="*/ 401655 h 648596"/>
                <a:gd name="connsiteX439" fmla="*/ 843482 w 2855205"/>
                <a:gd name="connsiteY439" fmla="*/ 407127 h 648596"/>
                <a:gd name="connsiteX440" fmla="*/ 831796 w 2855205"/>
                <a:gd name="connsiteY440" fmla="*/ 407127 h 648596"/>
                <a:gd name="connsiteX441" fmla="*/ 819361 w 2855205"/>
                <a:gd name="connsiteY441" fmla="*/ 412847 h 648596"/>
                <a:gd name="connsiteX442" fmla="*/ 809665 w 2855205"/>
                <a:gd name="connsiteY442" fmla="*/ 402650 h 648596"/>
                <a:gd name="connsiteX443" fmla="*/ 809663 w 2855205"/>
                <a:gd name="connsiteY443" fmla="*/ 389223 h 648596"/>
                <a:gd name="connsiteX444" fmla="*/ 799716 w 2855205"/>
                <a:gd name="connsiteY444" fmla="*/ 370820 h 648596"/>
                <a:gd name="connsiteX445" fmla="*/ 791761 w 2855205"/>
                <a:gd name="connsiteY445" fmla="*/ 355156 h 648596"/>
                <a:gd name="connsiteX446" fmla="*/ 787036 w 2855205"/>
                <a:gd name="connsiteY446" fmla="*/ 337500 h 648596"/>
                <a:gd name="connsiteX447" fmla="*/ 787036 w 2855205"/>
                <a:gd name="connsiteY447" fmla="*/ 326807 h 648596"/>
                <a:gd name="connsiteX448" fmla="*/ 791015 w 2855205"/>
                <a:gd name="connsiteY448" fmla="*/ 310892 h 648596"/>
                <a:gd name="connsiteX449" fmla="*/ 749238 w 2855205"/>
                <a:gd name="connsiteY449" fmla="*/ 224603 h 648596"/>
                <a:gd name="connsiteX450" fmla="*/ 738046 w 2855205"/>
                <a:gd name="connsiteY450" fmla="*/ 226345 h 648596"/>
                <a:gd name="connsiteX451" fmla="*/ 726609 w 2855205"/>
                <a:gd name="connsiteY451" fmla="*/ 230073 h 648596"/>
                <a:gd name="connsiteX452" fmla="*/ 718153 w 2855205"/>
                <a:gd name="connsiteY452" fmla="*/ 235545 h 648596"/>
                <a:gd name="connsiteX453" fmla="*/ 695774 w 2855205"/>
                <a:gd name="connsiteY453" fmla="*/ 244993 h 648596"/>
                <a:gd name="connsiteX454" fmla="*/ 689059 w 2855205"/>
                <a:gd name="connsiteY454" fmla="*/ 256433 h 648596"/>
                <a:gd name="connsiteX455" fmla="*/ 698758 w 2855205"/>
                <a:gd name="connsiteY455" fmla="*/ 266132 h 648596"/>
                <a:gd name="connsiteX456" fmla="*/ 715667 w 2855205"/>
                <a:gd name="connsiteY456" fmla="*/ 260908 h 648596"/>
                <a:gd name="connsiteX457" fmla="*/ 731582 w 2855205"/>
                <a:gd name="connsiteY457" fmla="*/ 248476 h 648596"/>
                <a:gd name="connsiteX458" fmla="*/ 745009 w 2855205"/>
                <a:gd name="connsiteY458" fmla="*/ 236788 h 648596"/>
                <a:gd name="connsiteX459" fmla="*/ 749238 w 2855205"/>
                <a:gd name="connsiteY459" fmla="*/ 224603 h 648596"/>
                <a:gd name="connsiteX460" fmla="*/ 1274177 w 2855205"/>
                <a:gd name="connsiteY460" fmla="*/ 195263 h 648596"/>
                <a:gd name="connsiteX461" fmla="*/ 1256521 w 2855205"/>
                <a:gd name="connsiteY461" fmla="*/ 197999 h 648596"/>
                <a:gd name="connsiteX462" fmla="*/ 1252294 w 2855205"/>
                <a:gd name="connsiteY462" fmla="*/ 207447 h 648596"/>
                <a:gd name="connsiteX463" fmla="*/ 1253785 w 2855205"/>
                <a:gd name="connsiteY463" fmla="*/ 216399 h 648596"/>
                <a:gd name="connsiteX464" fmla="*/ 1268955 w 2855205"/>
                <a:gd name="connsiteY464" fmla="*/ 217892 h 648596"/>
                <a:gd name="connsiteX465" fmla="*/ 1279150 w 2855205"/>
                <a:gd name="connsiteY465" fmla="*/ 200484 h 648596"/>
                <a:gd name="connsiteX466" fmla="*/ 1279168 w 2855205"/>
                <a:gd name="connsiteY466" fmla="*/ 199704 h 648596"/>
                <a:gd name="connsiteX467" fmla="*/ 1274177 w 2855205"/>
                <a:gd name="connsiteY467" fmla="*/ 195263 h 648596"/>
                <a:gd name="connsiteX468" fmla="*/ 1325899 w 2855205"/>
                <a:gd name="connsiteY468" fmla="*/ 179847 h 648596"/>
                <a:gd name="connsiteX469" fmla="*/ 1312222 w 2855205"/>
                <a:gd name="connsiteY469" fmla="*/ 184569 h 648596"/>
                <a:gd name="connsiteX470" fmla="*/ 1310481 w 2855205"/>
                <a:gd name="connsiteY470" fmla="*/ 197999 h 648596"/>
                <a:gd name="connsiteX471" fmla="*/ 1318937 w 2855205"/>
                <a:gd name="connsiteY471" fmla="*/ 205956 h 648596"/>
                <a:gd name="connsiteX472" fmla="*/ 1334353 w 2855205"/>
                <a:gd name="connsiteY472" fmla="*/ 194516 h 648596"/>
                <a:gd name="connsiteX473" fmla="*/ 1334603 w 2855205"/>
                <a:gd name="connsiteY473" fmla="*/ 194516 h 648596"/>
                <a:gd name="connsiteX474" fmla="*/ 1334603 w 2855205"/>
                <a:gd name="connsiteY474" fmla="*/ 183079 h 648596"/>
                <a:gd name="connsiteX475" fmla="*/ 1325899 w 2855205"/>
                <a:gd name="connsiteY475" fmla="*/ 179847 h 648596"/>
                <a:gd name="connsiteX476" fmla="*/ 779574 w 2855205"/>
                <a:gd name="connsiteY476" fmla="*/ 165422 h 648596"/>
                <a:gd name="connsiteX477" fmla="*/ 792505 w 2855205"/>
                <a:gd name="connsiteY477" fmla="*/ 170395 h 648596"/>
                <a:gd name="connsiteX478" fmla="*/ 806926 w 2855205"/>
                <a:gd name="connsiteY478" fmla="*/ 170395 h 648596"/>
                <a:gd name="connsiteX479" fmla="*/ 828313 w 2855205"/>
                <a:gd name="connsiteY479" fmla="*/ 184321 h 648596"/>
                <a:gd name="connsiteX480" fmla="*/ 834033 w 2855205"/>
                <a:gd name="connsiteY480" fmla="*/ 201726 h 648596"/>
                <a:gd name="connsiteX481" fmla="*/ 834033 w 2855205"/>
                <a:gd name="connsiteY481" fmla="*/ 215403 h 648596"/>
                <a:gd name="connsiteX482" fmla="*/ 816129 w 2855205"/>
                <a:gd name="connsiteY482" fmla="*/ 233556 h 648596"/>
                <a:gd name="connsiteX483" fmla="*/ 816876 w 2855205"/>
                <a:gd name="connsiteY483" fmla="*/ 236788 h 648596"/>
                <a:gd name="connsiteX484" fmla="*/ 808172 w 2855205"/>
                <a:gd name="connsiteY484" fmla="*/ 251212 h 648596"/>
                <a:gd name="connsiteX485" fmla="*/ 780073 w 2855205"/>
                <a:gd name="connsiteY485" fmla="*/ 300945 h 648596"/>
                <a:gd name="connsiteX486" fmla="*/ 767638 w 2855205"/>
                <a:gd name="connsiteY486" fmla="*/ 316612 h 648596"/>
                <a:gd name="connsiteX487" fmla="*/ 758438 w 2855205"/>
                <a:gd name="connsiteY487" fmla="*/ 317854 h 648596"/>
                <a:gd name="connsiteX488" fmla="*/ 749734 w 2855205"/>
                <a:gd name="connsiteY488" fmla="*/ 327801 h 648596"/>
                <a:gd name="connsiteX489" fmla="*/ 752718 w 2855205"/>
                <a:gd name="connsiteY489" fmla="*/ 345705 h 648596"/>
                <a:gd name="connsiteX490" fmla="*/ 752718 w 2855205"/>
                <a:gd name="connsiteY490" fmla="*/ 425279 h 648596"/>
                <a:gd name="connsiteX491" fmla="*/ 737550 w 2855205"/>
                <a:gd name="connsiteY491" fmla="*/ 447658 h 648596"/>
                <a:gd name="connsiteX492" fmla="*/ 721385 w 2855205"/>
                <a:gd name="connsiteY492" fmla="*/ 463823 h 648596"/>
                <a:gd name="connsiteX493" fmla="*/ 706715 w 2855205"/>
                <a:gd name="connsiteY493" fmla="*/ 471532 h 648596"/>
                <a:gd name="connsiteX494" fmla="*/ 700001 w 2855205"/>
                <a:gd name="connsiteY494" fmla="*/ 466807 h 648596"/>
                <a:gd name="connsiteX495" fmla="*/ 689307 w 2855205"/>
                <a:gd name="connsiteY495" fmla="*/ 462082 h 648596"/>
                <a:gd name="connsiteX496" fmla="*/ 681102 w 2855205"/>
                <a:gd name="connsiteY496" fmla="*/ 455615 h 648596"/>
                <a:gd name="connsiteX497" fmla="*/ 667176 w 2855205"/>
                <a:gd name="connsiteY497" fmla="*/ 448903 h 648596"/>
                <a:gd name="connsiteX498" fmla="*/ 659718 w 2855205"/>
                <a:gd name="connsiteY498" fmla="*/ 434727 h 648596"/>
                <a:gd name="connsiteX499" fmla="*/ 638579 w 2855205"/>
                <a:gd name="connsiteY499" fmla="*/ 413095 h 648596"/>
                <a:gd name="connsiteX500" fmla="*/ 652008 w 2855205"/>
                <a:gd name="connsiteY500" fmla="*/ 407623 h 648596"/>
                <a:gd name="connsiteX501" fmla="*/ 672150 w 2855205"/>
                <a:gd name="connsiteY501" fmla="*/ 414337 h 648596"/>
                <a:gd name="connsiteX502" fmla="*/ 688064 w 2855205"/>
                <a:gd name="connsiteY502" fmla="*/ 395687 h 648596"/>
                <a:gd name="connsiteX503" fmla="*/ 688064 w 2855205"/>
                <a:gd name="connsiteY503" fmla="*/ 382508 h 648596"/>
                <a:gd name="connsiteX504" fmla="*/ 688064 w 2855205"/>
                <a:gd name="connsiteY504" fmla="*/ 364604 h 648596"/>
                <a:gd name="connsiteX505" fmla="*/ 690800 w 2855205"/>
                <a:gd name="connsiteY505" fmla="*/ 339737 h 648596"/>
                <a:gd name="connsiteX506" fmla="*/ 686323 w 2855205"/>
                <a:gd name="connsiteY506" fmla="*/ 331532 h 648596"/>
                <a:gd name="connsiteX507" fmla="*/ 673392 w 2855205"/>
                <a:gd name="connsiteY507" fmla="*/ 328049 h 648596"/>
                <a:gd name="connsiteX508" fmla="*/ 663198 w 2855205"/>
                <a:gd name="connsiteY508" fmla="*/ 329790 h 648596"/>
                <a:gd name="connsiteX509" fmla="*/ 647035 w 2855205"/>
                <a:gd name="connsiteY509" fmla="*/ 328297 h 648596"/>
                <a:gd name="connsiteX510" fmla="*/ 641067 w 2855205"/>
                <a:gd name="connsiteY510" fmla="*/ 323076 h 648596"/>
                <a:gd name="connsiteX511" fmla="*/ 637584 w 2855205"/>
                <a:gd name="connsiteY511" fmla="*/ 310892 h 648596"/>
                <a:gd name="connsiteX512" fmla="*/ 634851 w 2855205"/>
                <a:gd name="connsiteY512" fmla="*/ 304425 h 648596"/>
                <a:gd name="connsiteX513" fmla="*/ 633358 w 2855205"/>
                <a:gd name="connsiteY513" fmla="*/ 291745 h 648596"/>
                <a:gd name="connsiteX514" fmla="*/ 629379 w 2855205"/>
                <a:gd name="connsiteY514" fmla="*/ 273342 h 648596"/>
                <a:gd name="connsiteX515" fmla="*/ 625400 w 2855205"/>
                <a:gd name="connsiteY515" fmla="*/ 248476 h 648596"/>
                <a:gd name="connsiteX516" fmla="*/ 625400 w 2855205"/>
                <a:gd name="connsiteY516" fmla="*/ 223609 h 648596"/>
                <a:gd name="connsiteX517" fmla="*/ 639822 w 2855205"/>
                <a:gd name="connsiteY517" fmla="*/ 196505 h 648596"/>
                <a:gd name="connsiteX518" fmla="*/ 653747 w 2855205"/>
                <a:gd name="connsiteY518" fmla="*/ 190289 h 648596"/>
                <a:gd name="connsiteX519" fmla="*/ 666182 w 2855205"/>
                <a:gd name="connsiteY519" fmla="*/ 196753 h 648596"/>
                <a:gd name="connsiteX520" fmla="*/ 671902 w 2855205"/>
                <a:gd name="connsiteY520" fmla="*/ 204462 h 648596"/>
                <a:gd name="connsiteX521" fmla="*/ 696768 w 2855205"/>
                <a:gd name="connsiteY521" fmla="*/ 197001 h 648596"/>
                <a:gd name="connsiteX522" fmla="*/ 715667 w 2855205"/>
                <a:gd name="connsiteY522" fmla="*/ 191779 h 648596"/>
                <a:gd name="connsiteX523" fmla="*/ 729593 w 2855205"/>
                <a:gd name="connsiteY523" fmla="*/ 186806 h 648596"/>
                <a:gd name="connsiteX524" fmla="*/ 740283 w 2855205"/>
                <a:gd name="connsiteY524" fmla="*/ 183822 h 648596"/>
                <a:gd name="connsiteX525" fmla="*/ 754707 w 2855205"/>
                <a:gd name="connsiteY525" fmla="*/ 177854 h 648596"/>
                <a:gd name="connsiteX526" fmla="*/ 763411 w 2855205"/>
                <a:gd name="connsiteY526" fmla="*/ 172382 h 648596"/>
                <a:gd name="connsiteX527" fmla="*/ 770870 w 2855205"/>
                <a:gd name="connsiteY527" fmla="*/ 168403 h 648596"/>
                <a:gd name="connsiteX528" fmla="*/ 779574 w 2855205"/>
                <a:gd name="connsiteY528" fmla="*/ 165422 h 648596"/>
                <a:gd name="connsiteX529" fmla="*/ 2848738 w 2855205"/>
                <a:gd name="connsiteY529" fmla="*/ 152492 h 648596"/>
                <a:gd name="connsiteX530" fmla="*/ 2850480 w 2855205"/>
                <a:gd name="connsiteY530" fmla="*/ 154481 h 648596"/>
                <a:gd name="connsiteX531" fmla="*/ 2849041 w 2855205"/>
                <a:gd name="connsiteY531" fmla="*/ 153793 h 648596"/>
                <a:gd name="connsiteX532" fmla="*/ 1268955 w 2855205"/>
                <a:gd name="connsiteY532" fmla="*/ 138070 h 648596"/>
                <a:gd name="connsiteX533" fmla="*/ 1254779 w 2855205"/>
                <a:gd name="connsiteY533" fmla="*/ 148513 h 648596"/>
                <a:gd name="connsiteX534" fmla="*/ 1256273 w 2855205"/>
                <a:gd name="connsiteY534" fmla="*/ 162937 h 648596"/>
                <a:gd name="connsiteX535" fmla="*/ 1262737 w 2855205"/>
                <a:gd name="connsiteY535" fmla="*/ 166913 h 648596"/>
                <a:gd name="connsiteX536" fmla="*/ 1279897 w 2855205"/>
                <a:gd name="connsiteY536" fmla="*/ 150751 h 648596"/>
                <a:gd name="connsiteX537" fmla="*/ 1268955 w 2855205"/>
                <a:gd name="connsiteY537" fmla="*/ 138070 h 648596"/>
                <a:gd name="connsiteX538" fmla="*/ 213358 w 2855205"/>
                <a:gd name="connsiteY538" fmla="*/ 122404 h 648596"/>
                <a:gd name="connsiteX539" fmla="*/ 215348 w 2855205"/>
                <a:gd name="connsiteY539" fmla="*/ 125636 h 648596"/>
                <a:gd name="connsiteX540" fmla="*/ 213358 w 2855205"/>
                <a:gd name="connsiteY540" fmla="*/ 122541 h 648596"/>
                <a:gd name="connsiteX541" fmla="*/ 1353252 w 2855205"/>
                <a:gd name="connsiteY541" fmla="*/ 116932 h 648596"/>
                <a:gd name="connsiteX542" fmla="*/ 1318937 w 2855205"/>
                <a:gd name="connsiteY542" fmla="*/ 130609 h 648596"/>
                <a:gd name="connsiteX543" fmla="*/ 1323662 w 2855205"/>
                <a:gd name="connsiteY543" fmla="*/ 147020 h 648596"/>
                <a:gd name="connsiteX544" fmla="*/ 1342313 w 2855205"/>
                <a:gd name="connsiteY544" fmla="*/ 147020 h 648596"/>
                <a:gd name="connsiteX545" fmla="*/ 1354434 w 2855205"/>
                <a:gd name="connsiteY545" fmla="*/ 129705 h 648596"/>
                <a:gd name="connsiteX546" fmla="*/ 1354494 w 2855205"/>
                <a:gd name="connsiteY546" fmla="*/ 130361 h 648596"/>
                <a:gd name="connsiteX547" fmla="*/ 1354497 w 2855205"/>
                <a:gd name="connsiteY547" fmla="*/ 129614 h 648596"/>
                <a:gd name="connsiteX548" fmla="*/ 1354434 w 2855205"/>
                <a:gd name="connsiteY548" fmla="*/ 129705 h 648596"/>
                <a:gd name="connsiteX549" fmla="*/ 1845366 w 2855205"/>
                <a:gd name="connsiteY549" fmla="*/ 113948 h 648596"/>
                <a:gd name="connsiteX550" fmla="*/ 1855313 w 2855205"/>
                <a:gd name="connsiteY550" fmla="*/ 119668 h 648596"/>
                <a:gd name="connsiteX551" fmla="*/ 1869734 w 2855205"/>
                <a:gd name="connsiteY551" fmla="*/ 133841 h 648596"/>
                <a:gd name="connsiteX552" fmla="*/ 1874460 w 2855205"/>
                <a:gd name="connsiteY552" fmla="*/ 147519 h 648596"/>
                <a:gd name="connsiteX553" fmla="*/ 1880180 w 2855205"/>
                <a:gd name="connsiteY553" fmla="*/ 156719 h 648596"/>
                <a:gd name="connsiteX554" fmla="*/ 1856803 w 2855205"/>
                <a:gd name="connsiteY554" fmla="*/ 178353 h 648596"/>
                <a:gd name="connsiteX555" fmla="*/ 1838403 w 2855205"/>
                <a:gd name="connsiteY555" fmla="*/ 194020 h 648596"/>
                <a:gd name="connsiteX556" fmla="*/ 1824478 w 2855205"/>
                <a:gd name="connsiteY556" fmla="*/ 203468 h 648596"/>
                <a:gd name="connsiteX557" fmla="*/ 1796129 w 2855205"/>
                <a:gd name="connsiteY557" fmla="*/ 223362 h 648596"/>
                <a:gd name="connsiteX558" fmla="*/ 1802843 w 2855205"/>
                <a:gd name="connsiteY558" fmla="*/ 246735 h 648596"/>
                <a:gd name="connsiteX559" fmla="*/ 1798366 w 2855205"/>
                <a:gd name="connsiteY559" fmla="*/ 257429 h 648596"/>
                <a:gd name="connsiteX560" fmla="*/ 1794638 w 2855205"/>
                <a:gd name="connsiteY560" fmla="*/ 267623 h 648596"/>
                <a:gd name="connsiteX561" fmla="*/ 1791654 w 2855205"/>
                <a:gd name="connsiteY561" fmla="*/ 278069 h 648596"/>
                <a:gd name="connsiteX562" fmla="*/ 1789664 w 2855205"/>
                <a:gd name="connsiteY562" fmla="*/ 289258 h 648596"/>
                <a:gd name="connsiteX563" fmla="*/ 1791155 w 2855205"/>
                <a:gd name="connsiteY563" fmla="*/ 318104 h 648596"/>
                <a:gd name="connsiteX564" fmla="*/ 1843377 w 2855205"/>
                <a:gd name="connsiteY564" fmla="*/ 318104 h 648596"/>
                <a:gd name="connsiteX565" fmla="*/ 1856803 w 2855205"/>
                <a:gd name="connsiteY565" fmla="*/ 312634 h 648596"/>
                <a:gd name="connsiteX566" fmla="*/ 1869734 w 2855205"/>
                <a:gd name="connsiteY566" fmla="*/ 311392 h 648596"/>
                <a:gd name="connsiteX567" fmla="*/ 1883910 w 2855205"/>
                <a:gd name="connsiteY567" fmla="*/ 315122 h 648596"/>
                <a:gd name="connsiteX568" fmla="*/ 1897585 w 2855205"/>
                <a:gd name="connsiteY568" fmla="*/ 322829 h 648596"/>
                <a:gd name="connsiteX569" fmla="*/ 1915737 w 2855205"/>
                <a:gd name="connsiteY569" fmla="*/ 337253 h 648596"/>
                <a:gd name="connsiteX570" fmla="*/ 1917268 w 2855205"/>
                <a:gd name="connsiteY570" fmla="*/ 348182 h 648596"/>
                <a:gd name="connsiteX571" fmla="*/ 1916982 w 2855205"/>
                <a:gd name="connsiteY571" fmla="*/ 347448 h 648596"/>
                <a:gd name="connsiteX572" fmla="*/ 1917478 w 2855205"/>
                <a:gd name="connsiteY572" fmla="*/ 349685 h 648596"/>
                <a:gd name="connsiteX573" fmla="*/ 1917268 w 2855205"/>
                <a:gd name="connsiteY573" fmla="*/ 348182 h 648596"/>
                <a:gd name="connsiteX574" fmla="*/ 1918724 w 2855205"/>
                <a:gd name="connsiteY574" fmla="*/ 351925 h 648596"/>
                <a:gd name="connsiteX575" fmla="*/ 1919966 w 2855205"/>
                <a:gd name="connsiteY575" fmla="*/ 358637 h 648596"/>
                <a:gd name="connsiteX576" fmla="*/ 1915489 w 2855205"/>
                <a:gd name="connsiteY576" fmla="*/ 369330 h 648596"/>
                <a:gd name="connsiteX577" fmla="*/ 1906289 w 2855205"/>
                <a:gd name="connsiteY577" fmla="*/ 378282 h 648596"/>
                <a:gd name="connsiteX578" fmla="*/ 1888881 w 2855205"/>
                <a:gd name="connsiteY578" fmla="*/ 379525 h 648596"/>
                <a:gd name="connsiteX579" fmla="*/ 1869734 w 2855205"/>
                <a:gd name="connsiteY579" fmla="*/ 376045 h 648596"/>
                <a:gd name="connsiteX580" fmla="*/ 1850089 w 2855205"/>
                <a:gd name="connsiteY580" fmla="*/ 377784 h 648596"/>
                <a:gd name="connsiteX581" fmla="*/ 1817763 w 2855205"/>
                <a:gd name="connsiteY581" fmla="*/ 375050 h 648596"/>
                <a:gd name="connsiteX582" fmla="*/ 1788419 w 2855205"/>
                <a:gd name="connsiteY582" fmla="*/ 375050 h 648596"/>
                <a:gd name="connsiteX583" fmla="*/ 1758331 w 2855205"/>
                <a:gd name="connsiteY583" fmla="*/ 377288 h 648596"/>
                <a:gd name="connsiteX584" fmla="*/ 1729736 w 2855205"/>
                <a:gd name="connsiteY584" fmla="*/ 381515 h 648596"/>
                <a:gd name="connsiteX585" fmla="*/ 1696909 w 2855205"/>
                <a:gd name="connsiteY585" fmla="*/ 381515 h 648596"/>
                <a:gd name="connsiteX586" fmla="*/ 1638970 w 2855205"/>
                <a:gd name="connsiteY586" fmla="*/ 393451 h 648596"/>
                <a:gd name="connsiteX587" fmla="*/ 1568101 w 2855205"/>
                <a:gd name="connsiteY587" fmla="*/ 420307 h 648596"/>
                <a:gd name="connsiteX588" fmla="*/ 1540997 w 2855205"/>
                <a:gd name="connsiteY588" fmla="*/ 395440 h 648596"/>
                <a:gd name="connsiteX589" fmla="*/ 1540997 w 2855205"/>
                <a:gd name="connsiteY589" fmla="*/ 380520 h 648596"/>
                <a:gd name="connsiteX590" fmla="*/ 1539255 w 2855205"/>
                <a:gd name="connsiteY590" fmla="*/ 362120 h 648596"/>
                <a:gd name="connsiteX591" fmla="*/ 1568597 w 2855205"/>
                <a:gd name="connsiteY591" fmla="*/ 345706 h 648596"/>
                <a:gd name="connsiteX592" fmla="*/ 1586005 w 2855205"/>
                <a:gd name="connsiteY592" fmla="*/ 347448 h 648596"/>
                <a:gd name="connsiteX593" fmla="*/ 1622309 w 2855205"/>
                <a:gd name="connsiteY593" fmla="*/ 333770 h 648596"/>
                <a:gd name="connsiteX594" fmla="*/ 1636485 w 2855205"/>
                <a:gd name="connsiteY594" fmla="*/ 330786 h 648596"/>
                <a:gd name="connsiteX595" fmla="*/ 1676272 w 2855205"/>
                <a:gd name="connsiteY595" fmla="*/ 314376 h 648596"/>
                <a:gd name="connsiteX596" fmla="*/ 1707107 w 2855205"/>
                <a:gd name="connsiteY596" fmla="*/ 261159 h 648596"/>
                <a:gd name="connsiteX597" fmla="*/ 1710339 w 2855205"/>
                <a:gd name="connsiteY597" fmla="*/ 243503 h 648596"/>
                <a:gd name="connsiteX598" fmla="*/ 1707107 w 2855205"/>
                <a:gd name="connsiteY598" fmla="*/ 229580 h 648596"/>
                <a:gd name="connsiteX599" fmla="*/ 1691688 w 2855205"/>
                <a:gd name="connsiteY599" fmla="*/ 232066 h 648596"/>
                <a:gd name="connsiteX600" fmla="*/ 1672293 w 2855205"/>
                <a:gd name="connsiteY600" fmla="*/ 233308 h 648596"/>
                <a:gd name="connsiteX601" fmla="*/ 1666075 w 2855205"/>
                <a:gd name="connsiteY601" fmla="*/ 215404 h 648596"/>
                <a:gd name="connsiteX602" fmla="*/ 1654389 w 2855205"/>
                <a:gd name="connsiteY602" fmla="*/ 194020 h 648596"/>
                <a:gd name="connsiteX603" fmla="*/ 1651405 w 2855205"/>
                <a:gd name="connsiteY603" fmla="*/ 176612 h 648596"/>
                <a:gd name="connsiteX604" fmla="*/ 1649912 w 2855205"/>
                <a:gd name="connsiteY604" fmla="*/ 159951 h 648596"/>
                <a:gd name="connsiteX605" fmla="*/ 1664336 w 2855205"/>
                <a:gd name="connsiteY605" fmla="*/ 147519 h 648596"/>
                <a:gd name="connsiteX606" fmla="*/ 1690941 w 2855205"/>
                <a:gd name="connsiteY606" fmla="*/ 153735 h 648596"/>
                <a:gd name="connsiteX607" fmla="*/ 1754104 w 2855205"/>
                <a:gd name="connsiteY607" fmla="*/ 143292 h 648596"/>
                <a:gd name="connsiteX608" fmla="*/ 1765046 w 2855205"/>
                <a:gd name="connsiteY608" fmla="*/ 140057 h 648596"/>
                <a:gd name="connsiteX609" fmla="*/ 1773003 w 2855205"/>
                <a:gd name="connsiteY609" fmla="*/ 137324 h 648596"/>
                <a:gd name="connsiteX610" fmla="*/ 1820249 w 2855205"/>
                <a:gd name="connsiteY610" fmla="*/ 117180 h 648596"/>
                <a:gd name="connsiteX611" fmla="*/ 1833678 w 2855205"/>
                <a:gd name="connsiteY611" fmla="*/ 115689 h 648596"/>
                <a:gd name="connsiteX612" fmla="*/ 1845366 w 2855205"/>
                <a:gd name="connsiteY612" fmla="*/ 113948 h 648596"/>
                <a:gd name="connsiteX613" fmla="*/ 2217869 w 2855205"/>
                <a:gd name="connsiteY613" fmla="*/ 97782 h 648596"/>
                <a:gd name="connsiteX614" fmla="*/ 2239752 w 2855205"/>
                <a:gd name="connsiteY614" fmla="*/ 97782 h 648596"/>
                <a:gd name="connsiteX615" fmla="*/ 2257158 w 2855205"/>
                <a:gd name="connsiteY615" fmla="*/ 112206 h 648596"/>
                <a:gd name="connsiteX616" fmla="*/ 2261136 w 2855205"/>
                <a:gd name="connsiteY616" fmla="*/ 124638 h 648596"/>
                <a:gd name="connsiteX617" fmla="*/ 2263624 w 2855205"/>
                <a:gd name="connsiteY617" fmla="*/ 136326 h 648596"/>
                <a:gd name="connsiteX618" fmla="*/ 2254424 w 2855205"/>
                <a:gd name="connsiteY618" fmla="*/ 158457 h 648596"/>
                <a:gd name="connsiteX619" fmla="*/ 2254424 w 2855205"/>
                <a:gd name="connsiteY619" fmla="*/ 171388 h 648596"/>
                <a:gd name="connsiteX620" fmla="*/ 2263376 w 2855205"/>
                <a:gd name="connsiteY620" fmla="*/ 169150 h 648596"/>
                <a:gd name="connsiteX621" fmla="*/ 2274318 w 2855205"/>
                <a:gd name="connsiteY621" fmla="*/ 164177 h 648596"/>
                <a:gd name="connsiteX622" fmla="*/ 2287496 w 2855205"/>
                <a:gd name="connsiteY622" fmla="*/ 159702 h 648596"/>
                <a:gd name="connsiteX623" fmla="*/ 2302912 w 2855205"/>
                <a:gd name="connsiteY623" fmla="*/ 149009 h 648596"/>
                <a:gd name="connsiteX624" fmla="*/ 2326537 w 2855205"/>
                <a:gd name="connsiteY624" fmla="*/ 149009 h 648596"/>
                <a:gd name="connsiteX625" fmla="*/ 2346929 w 2855205"/>
                <a:gd name="connsiteY625" fmla="*/ 155473 h 648596"/>
                <a:gd name="connsiteX626" fmla="*/ 2361102 w 2855205"/>
                <a:gd name="connsiteY626" fmla="*/ 182577 h 648596"/>
                <a:gd name="connsiteX627" fmla="*/ 2355630 w 2855205"/>
                <a:gd name="connsiteY627" fmla="*/ 189292 h 648596"/>
                <a:gd name="connsiteX628" fmla="*/ 2344441 w 2855205"/>
                <a:gd name="connsiteY628" fmla="*/ 197748 h 648596"/>
                <a:gd name="connsiteX629" fmla="*/ 2318331 w 2855205"/>
                <a:gd name="connsiteY629" fmla="*/ 208937 h 648596"/>
                <a:gd name="connsiteX630" fmla="*/ 2302912 w 2855205"/>
                <a:gd name="connsiteY630" fmla="*/ 215404 h 648596"/>
                <a:gd name="connsiteX631" fmla="*/ 2285507 w 2855205"/>
                <a:gd name="connsiteY631" fmla="*/ 217641 h 648596"/>
                <a:gd name="connsiteX632" fmla="*/ 2258651 w 2855205"/>
                <a:gd name="connsiteY632" fmla="*/ 227836 h 648596"/>
                <a:gd name="connsiteX633" fmla="*/ 2249947 w 2855205"/>
                <a:gd name="connsiteY633" fmla="*/ 240767 h 648596"/>
                <a:gd name="connsiteX634" fmla="*/ 2252931 w 2855205"/>
                <a:gd name="connsiteY634" fmla="*/ 261407 h 648596"/>
                <a:gd name="connsiteX635" fmla="*/ 2297195 w 2855205"/>
                <a:gd name="connsiteY635" fmla="*/ 306663 h 648596"/>
                <a:gd name="connsiteX636" fmla="*/ 2330019 w 2855205"/>
                <a:gd name="connsiteY636" fmla="*/ 343466 h 648596"/>
                <a:gd name="connsiteX637" fmla="*/ 2363587 w 2855205"/>
                <a:gd name="connsiteY637" fmla="*/ 366343 h 648596"/>
                <a:gd name="connsiteX638" fmla="*/ 2382737 w 2855205"/>
                <a:gd name="connsiteY638" fmla="*/ 374053 h 648596"/>
                <a:gd name="connsiteX639" fmla="*/ 2397158 w 2855205"/>
                <a:gd name="connsiteY639" fmla="*/ 383503 h 648596"/>
                <a:gd name="connsiteX640" fmla="*/ 2430481 w 2855205"/>
                <a:gd name="connsiteY640" fmla="*/ 395935 h 648596"/>
                <a:gd name="connsiteX641" fmla="*/ 2441919 w 2855205"/>
                <a:gd name="connsiteY641" fmla="*/ 401157 h 648596"/>
                <a:gd name="connsiteX642" fmla="*/ 2441671 w 2855205"/>
                <a:gd name="connsiteY642" fmla="*/ 402898 h 648596"/>
                <a:gd name="connsiteX643" fmla="*/ 2437940 w 2855205"/>
                <a:gd name="connsiteY643" fmla="*/ 411602 h 648596"/>
                <a:gd name="connsiteX644" fmla="*/ 2436449 w 2855205"/>
                <a:gd name="connsiteY644" fmla="*/ 423786 h 648596"/>
                <a:gd name="connsiteX645" fmla="*/ 2417300 w 2855205"/>
                <a:gd name="connsiteY645" fmla="*/ 433733 h 648596"/>
                <a:gd name="connsiteX646" fmla="*/ 2409593 w 2855205"/>
                <a:gd name="connsiteY646" fmla="*/ 440447 h 648596"/>
                <a:gd name="connsiteX647" fmla="*/ 2401636 w 2855205"/>
                <a:gd name="connsiteY647" fmla="*/ 441938 h 648596"/>
                <a:gd name="connsiteX648" fmla="*/ 2383980 w 2855205"/>
                <a:gd name="connsiteY648" fmla="*/ 441938 h 648596"/>
                <a:gd name="connsiteX649" fmla="*/ 2365827 w 2855205"/>
                <a:gd name="connsiteY649" fmla="*/ 441938 h 648596"/>
                <a:gd name="connsiteX650" fmla="*/ 2349913 w 2855205"/>
                <a:gd name="connsiteY650" fmla="*/ 438954 h 648596"/>
                <a:gd name="connsiteX651" fmla="*/ 2325046 w 2855205"/>
                <a:gd name="connsiteY651" fmla="*/ 435474 h 648596"/>
                <a:gd name="connsiteX652" fmla="*/ 2310870 w 2855205"/>
                <a:gd name="connsiteY652" fmla="*/ 425775 h 648596"/>
                <a:gd name="connsiteX653" fmla="*/ 2289486 w 2855205"/>
                <a:gd name="connsiteY653" fmla="*/ 386983 h 648596"/>
                <a:gd name="connsiteX654" fmla="*/ 2264619 w 2855205"/>
                <a:gd name="connsiteY654" fmla="*/ 355900 h 648596"/>
                <a:gd name="connsiteX655" fmla="*/ 2248704 w 2855205"/>
                <a:gd name="connsiteY655" fmla="*/ 338740 h 648596"/>
                <a:gd name="connsiteX656" fmla="*/ 2214637 w 2855205"/>
                <a:gd name="connsiteY656" fmla="*/ 308903 h 648596"/>
                <a:gd name="connsiteX657" fmla="*/ 2191013 w 2855205"/>
                <a:gd name="connsiteY657" fmla="*/ 344711 h 648596"/>
                <a:gd name="connsiteX658" fmla="*/ 2156696 w 2855205"/>
                <a:gd name="connsiteY658" fmla="*/ 378031 h 648596"/>
                <a:gd name="connsiteX659" fmla="*/ 2121882 w 2855205"/>
                <a:gd name="connsiteY659" fmla="*/ 399415 h 648596"/>
                <a:gd name="connsiteX660" fmla="*/ 2095773 w 2855205"/>
                <a:gd name="connsiteY660" fmla="*/ 413591 h 648596"/>
                <a:gd name="connsiteX661" fmla="*/ 2070906 w 2855205"/>
                <a:gd name="connsiteY661" fmla="*/ 419807 h 648596"/>
                <a:gd name="connsiteX662" fmla="*/ 2057727 w 2855205"/>
                <a:gd name="connsiteY662" fmla="*/ 422295 h 648596"/>
                <a:gd name="connsiteX663" fmla="*/ 2048775 w 2855205"/>
                <a:gd name="connsiteY663" fmla="*/ 414586 h 648596"/>
                <a:gd name="connsiteX664" fmla="*/ 2042060 w 2855205"/>
                <a:gd name="connsiteY664" fmla="*/ 400909 h 648596"/>
                <a:gd name="connsiteX665" fmla="*/ 2030623 w 2855205"/>
                <a:gd name="connsiteY665" fmla="*/ 396930 h 648596"/>
                <a:gd name="connsiteX666" fmla="*/ 2038082 w 2855205"/>
                <a:gd name="connsiteY666" fmla="*/ 388477 h 648596"/>
                <a:gd name="connsiteX667" fmla="*/ 2054991 w 2855205"/>
                <a:gd name="connsiteY667" fmla="*/ 378778 h 648596"/>
                <a:gd name="connsiteX668" fmla="*/ 2066431 w 2855205"/>
                <a:gd name="connsiteY668" fmla="*/ 370074 h 648596"/>
                <a:gd name="connsiteX669" fmla="*/ 2074636 w 2855205"/>
                <a:gd name="connsiteY669" fmla="*/ 366343 h 648596"/>
                <a:gd name="connsiteX670" fmla="*/ 2128845 w 2855205"/>
                <a:gd name="connsiteY670" fmla="*/ 314620 h 648596"/>
                <a:gd name="connsiteX671" fmla="*/ 2149733 w 2855205"/>
                <a:gd name="connsiteY671" fmla="*/ 277818 h 648596"/>
                <a:gd name="connsiteX672" fmla="*/ 2153962 w 2855205"/>
                <a:gd name="connsiteY672" fmla="*/ 262650 h 648596"/>
                <a:gd name="connsiteX673" fmla="*/ 2143269 w 2855205"/>
                <a:gd name="connsiteY673" fmla="*/ 262650 h 648596"/>
                <a:gd name="connsiteX674" fmla="*/ 2134813 w 2855205"/>
                <a:gd name="connsiteY674" fmla="*/ 262650 h 648596"/>
                <a:gd name="connsiteX675" fmla="*/ 2123871 w 2855205"/>
                <a:gd name="connsiteY675" fmla="*/ 265634 h 648596"/>
                <a:gd name="connsiteX676" fmla="*/ 2113181 w 2855205"/>
                <a:gd name="connsiteY676" fmla="*/ 265634 h 648596"/>
                <a:gd name="connsiteX677" fmla="*/ 2096767 w 2855205"/>
                <a:gd name="connsiteY677" fmla="*/ 257924 h 648596"/>
                <a:gd name="connsiteX678" fmla="*/ 2077621 w 2855205"/>
                <a:gd name="connsiteY678" fmla="*/ 233057 h 648596"/>
                <a:gd name="connsiteX679" fmla="*/ 2082842 w 2855205"/>
                <a:gd name="connsiteY679" fmla="*/ 218385 h 648596"/>
                <a:gd name="connsiteX680" fmla="*/ 2091794 w 2855205"/>
                <a:gd name="connsiteY680" fmla="*/ 209185 h 648596"/>
                <a:gd name="connsiteX681" fmla="*/ 2103234 w 2855205"/>
                <a:gd name="connsiteY681" fmla="*/ 204711 h 648596"/>
                <a:gd name="connsiteX682" fmla="*/ 2112933 w 2855205"/>
                <a:gd name="connsiteY682" fmla="*/ 198495 h 648596"/>
                <a:gd name="connsiteX683" fmla="*/ 2136306 w 2855205"/>
                <a:gd name="connsiteY683" fmla="*/ 198492 h 648596"/>
                <a:gd name="connsiteX684" fmla="*/ 2174850 w 2855205"/>
                <a:gd name="connsiteY684" fmla="*/ 184817 h 648596"/>
                <a:gd name="connsiteX685" fmla="*/ 2182309 w 2855205"/>
                <a:gd name="connsiteY685" fmla="*/ 149257 h 648596"/>
                <a:gd name="connsiteX686" fmla="*/ 2184797 w 2855205"/>
                <a:gd name="connsiteY686" fmla="*/ 126628 h 648596"/>
                <a:gd name="connsiteX687" fmla="*/ 2184797 w 2855205"/>
                <a:gd name="connsiteY687" fmla="*/ 107233 h 648596"/>
                <a:gd name="connsiteX688" fmla="*/ 2190765 w 2855205"/>
                <a:gd name="connsiteY688" fmla="*/ 100270 h 648596"/>
                <a:gd name="connsiteX689" fmla="*/ 2206181 w 2855205"/>
                <a:gd name="connsiteY689" fmla="*/ 101513 h 648596"/>
                <a:gd name="connsiteX690" fmla="*/ 2217869 w 2855205"/>
                <a:gd name="connsiteY690" fmla="*/ 97782 h 648596"/>
                <a:gd name="connsiteX691" fmla="*/ 1179680 w 2855205"/>
                <a:gd name="connsiteY691" fmla="*/ 97536 h 648596"/>
                <a:gd name="connsiteX692" fmla="*/ 1193357 w 2855205"/>
                <a:gd name="connsiteY692" fmla="*/ 115440 h 648596"/>
                <a:gd name="connsiteX693" fmla="*/ 1190125 w 2855205"/>
                <a:gd name="connsiteY693" fmla="*/ 133096 h 648596"/>
                <a:gd name="connsiteX694" fmla="*/ 1183906 w 2855205"/>
                <a:gd name="connsiteY694" fmla="*/ 153734 h 648596"/>
                <a:gd name="connsiteX695" fmla="*/ 1172965 w 2855205"/>
                <a:gd name="connsiteY695" fmla="*/ 168406 h 648596"/>
                <a:gd name="connsiteX696" fmla="*/ 1154317 w 2855205"/>
                <a:gd name="connsiteY696" fmla="*/ 188798 h 648596"/>
                <a:gd name="connsiteX697" fmla="*/ 1152328 w 2855205"/>
                <a:gd name="connsiteY697" fmla="*/ 211425 h 648596"/>
                <a:gd name="connsiteX698" fmla="*/ 1153818 w 2855205"/>
                <a:gd name="connsiteY698" fmla="*/ 227092 h 648596"/>
                <a:gd name="connsiteX699" fmla="*/ 1165754 w 2855205"/>
                <a:gd name="connsiteY699" fmla="*/ 227092 h 648596"/>
                <a:gd name="connsiteX700" fmla="*/ 1169733 w 2855205"/>
                <a:gd name="connsiteY700" fmla="*/ 238033 h 648596"/>
                <a:gd name="connsiteX701" fmla="*/ 1177194 w 2855205"/>
                <a:gd name="connsiteY701" fmla="*/ 255441 h 648596"/>
                <a:gd name="connsiteX702" fmla="*/ 1174458 w 2855205"/>
                <a:gd name="connsiteY702" fmla="*/ 262652 h 648596"/>
                <a:gd name="connsiteX703" fmla="*/ 1139149 w 2855205"/>
                <a:gd name="connsiteY703" fmla="*/ 296223 h 648596"/>
                <a:gd name="connsiteX704" fmla="*/ 1140640 w 2855205"/>
                <a:gd name="connsiteY704" fmla="*/ 309649 h 648596"/>
                <a:gd name="connsiteX705" fmla="*/ 1154066 w 2855205"/>
                <a:gd name="connsiteY705" fmla="*/ 309649 h 648596"/>
                <a:gd name="connsiteX706" fmla="*/ 1153072 w 2855205"/>
                <a:gd name="connsiteY706" fmla="*/ 310396 h 648596"/>
                <a:gd name="connsiteX707" fmla="*/ 1165008 w 2855205"/>
                <a:gd name="connsiteY707" fmla="*/ 318353 h 648596"/>
                <a:gd name="connsiteX708" fmla="*/ 1168738 w 2855205"/>
                <a:gd name="connsiteY708" fmla="*/ 331284 h 648596"/>
                <a:gd name="connsiteX709" fmla="*/ 1134920 w 2855205"/>
                <a:gd name="connsiteY709" fmla="*/ 371818 h 648596"/>
                <a:gd name="connsiteX710" fmla="*/ 1079717 w 2855205"/>
                <a:gd name="connsiteY710" fmla="*/ 399418 h 648596"/>
                <a:gd name="connsiteX711" fmla="*/ 1052610 w 2855205"/>
                <a:gd name="connsiteY711" fmla="*/ 424285 h 648596"/>
                <a:gd name="connsiteX712" fmla="*/ 1041919 w 2855205"/>
                <a:gd name="connsiteY712" fmla="*/ 424285 h 648596"/>
                <a:gd name="connsiteX713" fmla="*/ 1026749 w 2855205"/>
                <a:gd name="connsiteY713" fmla="*/ 420058 h 648596"/>
                <a:gd name="connsiteX714" fmla="*/ 1020284 w 2855205"/>
                <a:gd name="connsiteY714" fmla="*/ 406879 h 648596"/>
                <a:gd name="connsiteX715" fmla="*/ 1010834 w 2855205"/>
                <a:gd name="connsiteY715" fmla="*/ 393450 h 648596"/>
                <a:gd name="connsiteX716" fmla="*/ 1006607 w 2855205"/>
                <a:gd name="connsiteY716" fmla="*/ 368583 h 648596"/>
                <a:gd name="connsiteX717" fmla="*/ 1031474 w 2855205"/>
                <a:gd name="connsiteY717" fmla="*/ 345458 h 648596"/>
                <a:gd name="connsiteX718" fmla="*/ 1045151 w 2855205"/>
                <a:gd name="connsiteY718" fmla="*/ 335511 h 648596"/>
                <a:gd name="connsiteX719" fmla="*/ 1054850 w 2855205"/>
                <a:gd name="connsiteY719" fmla="*/ 325564 h 648596"/>
                <a:gd name="connsiteX720" fmla="*/ 1057335 w 2855205"/>
                <a:gd name="connsiteY720" fmla="*/ 315617 h 648596"/>
                <a:gd name="connsiteX721" fmla="*/ 1060319 w 2855205"/>
                <a:gd name="connsiteY721" fmla="*/ 302935 h 648596"/>
                <a:gd name="connsiteX722" fmla="*/ 1055845 w 2855205"/>
                <a:gd name="connsiteY722" fmla="*/ 292988 h 648596"/>
                <a:gd name="connsiteX723" fmla="*/ 1050125 w 2855205"/>
                <a:gd name="connsiteY723" fmla="*/ 284287 h 648596"/>
                <a:gd name="connsiteX724" fmla="*/ 1039431 w 2855205"/>
                <a:gd name="connsiteY724" fmla="*/ 265388 h 648596"/>
                <a:gd name="connsiteX725" fmla="*/ 1056589 w 2855205"/>
                <a:gd name="connsiteY725" fmla="*/ 247484 h 648596"/>
                <a:gd name="connsiteX726" fmla="*/ 1068527 w 2855205"/>
                <a:gd name="connsiteY726" fmla="*/ 247484 h 648596"/>
                <a:gd name="connsiteX727" fmla="*/ 1084687 w 2855205"/>
                <a:gd name="connsiteY727" fmla="*/ 234054 h 648596"/>
                <a:gd name="connsiteX728" fmla="*/ 1088170 w 2855205"/>
                <a:gd name="connsiteY728" fmla="*/ 209188 h 648596"/>
                <a:gd name="connsiteX729" fmla="*/ 1075487 w 2855205"/>
                <a:gd name="connsiteY729" fmla="*/ 197500 h 648596"/>
                <a:gd name="connsiteX730" fmla="*/ 1060818 w 2855205"/>
                <a:gd name="connsiteY730" fmla="*/ 192030 h 648596"/>
                <a:gd name="connsiteX731" fmla="*/ 1051615 w 2855205"/>
                <a:gd name="connsiteY731" fmla="*/ 181585 h 648596"/>
                <a:gd name="connsiteX732" fmla="*/ 1043661 w 2855205"/>
                <a:gd name="connsiteY732" fmla="*/ 176363 h 648596"/>
                <a:gd name="connsiteX733" fmla="*/ 1039431 w 2855205"/>
                <a:gd name="connsiteY733" fmla="*/ 158958 h 648596"/>
                <a:gd name="connsiteX734" fmla="*/ 1047637 w 2855205"/>
                <a:gd name="connsiteY734" fmla="*/ 153734 h 648596"/>
                <a:gd name="connsiteX735" fmla="*/ 1053855 w 2855205"/>
                <a:gd name="connsiteY735" fmla="*/ 144286 h 648596"/>
                <a:gd name="connsiteX736" fmla="*/ 1066786 w 2855205"/>
                <a:gd name="connsiteY736" fmla="*/ 136577 h 648596"/>
                <a:gd name="connsiteX737" fmla="*/ 1083943 w 2855205"/>
                <a:gd name="connsiteY737" fmla="*/ 134587 h 648596"/>
                <a:gd name="connsiteX738" fmla="*/ 1158544 w 2855205"/>
                <a:gd name="connsiteY738" fmla="*/ 99027 h 648596"/>
                <a:gd name="connsiteX739" fmla="*/ 1179680 w 2855205"/>
                <a:gd name="connsiteY739" fmla="*/ 97536 h 648596"/>
                <a:gd name="connsiteX740" fmla="*/ 135275 w 2855205"/>
                <a:gd name="connsiteY740" fmla="*/ 92313 h 648596"/>
                <a:gd name="connsiteX741" fmla="*/ 146217 w 2855205"/>
                <a:gd name="connsiteY741" fmla="*/ 98532 h 648596"/>
                <a:gd name="connsiteX742" fmla="*/ 164121 w 2855205"/>
                <a:gd name="connsiteY742" fmla="*/ 100270 h 648596"/>
                <a:gd name="connsiteX743" fmla="*/ 182025 w 2855205"/>
                <a:gd name="connsiteY743" fmla="*/ 100270 h 648596"/>
                <a:gd name="connsiteX744" fmla="*/ 193961 w 2855205"/>
                <a:gd name="connsiteY744" fmla="*/ 103254 h 648596"/>
                <a:gd name="connsiteX745" fmla="*/ 204156 w 2855205"/>
                <a:gd name="connsiteY745" fmla="*/ 108228 h 648596"/>
                <a:gd name="connsiteX746" fmla="*/ 213358 w 2855205"/>
                <a:gd name="connsiteY746" fmla="*/ 122541 h 648596"/>
                <a:gd name="connsiteX747" fmla="*/ 213358 w 2855205"/>
                <a:gd name="connsiteY747" fmla="*/ 133841 h 648596"/>
                <a:gd name="connsiteX748" fmla="*/ 213358 w 2855205"/>
                <a:gd name="connsiteY748" fmla="*/ 151249 h 648596"/>
                <a:gd name="connsiteX749" fmla="*/ 204406 w 2855205"/>
                <a:gd name="connsiteY749" fmla="*/ 170148 h 648596"/>
                <a:gd name="connsiteX750" fmla="*/ 201918 w 2855205"/>
                <a:gd name="connsiteY750" fmla="*/ 189791 h 648596"/>
                <a:gd name="connsiteX751" fmla="*/ 199929 w 2855205"/>
                <a:gd name="connsiteY751" fmla="*/ 225351 h 648596"/>
                <a:gd name="connsiteX752" fmla="*/ 196697 w 2855205"/>
                <a:gd name="connsiteY752" fmla="*/ 246986 h 648596"/>
                <a:gd name="connsiteX753" fmla="*/ 195454 w 2855205"/>
                <a:gd name="connsiteY753" fmla="*/ 265388 h 648596"/>
                <a:gd name="connsiteX754" fmla="*/ 199681 w 2855205"/>
                <a:gd name="connsiteY754" fmla="*/ 277820 h 648596"/>
                <a:gd name="connsiteX755" fmla="*/ 200924 w 2855205"/>
                <a:gd name="connsiteY755" fmla="*/ 285031 h 648596"/>
                <a:gd name="connsiteX756" fmla="*/ 203161 w 2855205"/>
                <a:gd name="connsiteY756" fmla="*/ 296221 h 648596"/>
                <a:gd name="connsiteX757" fmla="*/ 196449 w 2855205"/>
                <a:gd name="connsiteY757" fmla="*/ 321087 h 648596"/>
                <a:gd name="connsiteX758" fmla="*/ 187993 w 2855205"/>
                <a:gd name="connsiteY758" fmla="*/ 334269 h 648596"/>
                <a:gd name="connsiteX759" fmla="*/ 163126 w 2855205"/>
                <a:gd name="connsiteY759" fmla="*/ 349933 h 648596"/>
                <a:gd name="connsiteX760" fmla="*/ 140747 w 2855205"/>
                <a:gd name="connsiteY760" fmla="*/ 371072 h 648596"/>
                <a:gd name="connsiteX761" fmla="*/ 115881 w 2855205"/>
                <a:gd name="connsiteY761" fmla="*/ 382013 h 648596"/>
                <a:gd name="connsiteX762" fmla="*/ 85294 w 2855205"/>
                <a:gd name="connsiteY762" fmla="*/ 399666 h 648596"/>
                <a:gd name="connsiteX763" fmla="*/ 66894 w 2855205"/>
                <a:gd name="connsiteY763" fmla="*/ 407626 h 648596"/>
                <a:gd name="connsiteX764" fmla="*/ 37798 w 2855205"/>
                <a:gd name="connsiteY764" fmla="*/ 428514 h 648596"/>
                <a:gd name="connsiteX765" fmla="*/ 19397 w 2855205"/>
                <a:gd name="connsiteY765" fmla="*/ 411602 h 648596"/>
                <a:gd name="connsiteX766" fmla="*/ 7461 w 2855205"/>
                <a:gd name="connsiteY766" fmla="*/ 402650 h 648596"/>
                <a:gd name="connsiteX767" fmla="*/ 4227 w 2855205"/>
                <a:gd name="connsiteY767" fmla="*/ 387482 h 648596"/>
                <a:gd name="connsiteX768" fmla="*/ 0 w 2855205"/>
                <a:gd name="connsiteY768" fmla="*/ 374552 h 648596"/>
                <a:gd name="connsiteX769" fmla="*/ 7211 w 2855205"/>
                <a:gd name="connsiteY769" fmla="*/ 364357 h 648596"/>
                <a:gd name="connsiteX770" fmla="*/ 18403 w 2855205"/>
                <a:gd name="connsiteY770" fmla="*/ 364357 h 648596"/>
                <a:gd name="connsiteX771" fmla="*/ 35808 w 2855205"/>
                <a:gd name="connsiteY771" fmla="*/ 354162 h 648596"/>
                <a:gd name="connsiteX772" fmla="*/ 54211 w 2855205"/>
                <a:gd name="connsiteY772" fmla="*/ 347199 h 648596"/>
                <a:gd name="connsiteX773" fmla="*/ 86289 w 2855205"/>
                <a:gd name="connsiteY773" fmla="*/ 329295 h 648596"/>
                <a:gd name="connsiteX774" fmla="*/ 101209 w 2855205"/>
                <a:gd name="connsiteY774" fmla="*/ 314623 h 648596"/>
                <a:gd name="connsiteX775" fmla="*/ 101209 w 2855205"/>
                <a:gd name="connsiteY775" fmla="*/ 280804 h 648596"/>
                <a:gd name="connsiteX776" fmla="*/ 93251 w 2855205"/>
                <a:gd name="connsiteY776" fmla="*/ 275831 h 648596"/>
                <a:gd name="connsiteX777" fmla="*/ 78083 w 2855205"/>
                <a:gd name="connsiteY777" fmla="*/ 277820 h 648596"/>
                <a:gd name="connsiteX778" fmla="*/ 63907 w 2855205"/>
                <a:gd name="connsiteY778" fmla="*/ 282794 h 648596"/>
                <a:gd name="connsiteX779" fmla="*/ 53216 w 2855205"/>
                <a:gd name="connsiteY779" fmla="*/ 284285 h 648596"/>
                <a:gd name="connsiteX780" fmla="*/ 46254 w 2855205"/>
                <a:gd name="connsiteY780" fmla="*/ 278565 h 648596"/>
                <a:gd name="connsiteX781" fmla="*/ 43019 w 2855205"/>
                <a:gd name="connsiteY781" fmla="*/ 260911 h 648596"/>
                <a:gd name="connsiteX782" fmla="*/ 40035 w 2855205"/>
                <a:gd name="connsiteY782" fmla="*/ 248727 h 648596"/>
                <a:gd name="connsiteX783" fmla="*/ 41528 w 2855205"/>
                <a:gd name="connsiteY783" fmla="*/ 223860 h 648596"/>
                <a:gd name="connsiteX784" fmla="*/ 55952 w 2855205"/>
                <a:gd name="connsiteY784" fmla="*/ 209436 h 648596"/>
                <a:gd name="connsiteX785" fmla="*/ 76094 w 2855205"/>
                <a:gd name="connsiteY785" fmla="*/ 203220 h 648596"/>
                <a:gd name="connsiteX786" fmla="*/ 90763 w 2855205"/>
                <a:gd name="connsiteY786" fmla="*/ 203220 h 648596"/>
                <a:gd name="connsiteX787" fmla="*/ 110907 w 2855205"/>
                <a:gd name="connsiteY787" fmla="*/ 194020 h 648596"/>
                <a:gd name="connsiteX788" fmla="*/ 120854 w 2855205"/>
                <a:gd name="connsiteY788" fmla="*/ 175617 h 648596"/>
                <a:gd name="connsiteX789" fmla="*/ 126822 w 2855205"/>
                <a:gd name="connsiteY789" fmla="*/ 136078 h 648596"/>
                <a:gd name="connsiteX790" fmla="*/ 116875 w 2855205"/>
                <a:gd name="connsiteY790" fmla="*/ 111212 h 648596"/>
                <a:gd name="connsiteX791" fmla="*/ 116875 w 2855205"/>
                <a:gd name="connsiteY791" fmla="*/ 104001 h 648596"/>
                <a:gd name="connsiteX792" fmla="*/ 128313 w 2855205"/>
                <a:gd name="connsiteY792" fmla="*/ 95297 h 648596"/>
                <a:gd name="connsiteX793" fmla="*/ 135275 w 2855205"/>
                <a:gd name="connsiteY793" fmla="*/ 92313 h 648596"/>
                <a:gd name="connsiteX794" fmla="*/ 350126 w 2855205"/>
                <a:gd name="connsiteY794" fmla="*/ 69934 h 648596"/>
                <a:gd name="connsiteX795" fmla="*/ 361068 w 2855205"/>
                <a:gd name="connsiteY795" fmla="*/ 76400 h 648596"/>
                <a:gd name="connsiteX796" fmla="*/ 370268 w 2855205"/>
                <a:gd name="connsiteY796" fmla="*/ 78387 h 648596"/>
                <a:gd name="connsiteX797" fmla="*/ 377478 w 2855205"/>
                <a:gd name="connsiteY797" fmla="*/ 86595 h 648596"/>
                <a:gd name="connsiteX798" fmla="*/ 382950 w 2855205"/>
                <a:gd name="connsiteY798" fmla="*/ 108478 h 648596"/>
                <a:gd name="connsiteX799" fmla="*/ 366537 w 2855205"/>
                <a:gd name="connsiteY799" fmla="*/ 139065 h 648596"/>
                <a:gd name="connsiteX800" fmla="*/ 363553 w 2855205"/>
                <a:gd name="connsiteY800" fmla="*/ 154481 h 648596"/>
                <a:gd name="connsiteX801" fmla="*/ 376982 w 2855205"/>
                <a:gd name="connsiteY801" fmla="*/ 159206 h 648596"/>
                <a:gd name="connsiteX802" fmla="*/ 390409 w 2855205"/>
                <a:gd name="connsiteY802" fmla="*/ 151497 h 648596"/>
                <a:gd name="connsiteX803" fmla="*/ 412292 w 2855205"/>
                <a:gd name="connsiteY803" fmla="*/ 159206 h 648596"/>
                <a:gd name="connsiteX804" fmla="*/ 424724 w 2855205"/>
                <a:gd name="connsiteY804" fmla="*/ 182084 h 648596"/>
                <a:gd name="connsiteX805" fmla="*/ 427212 w 2855205"/>
                <a:gd name="connsiteY805" fmla="*/ 198246 h 648596"/>
                <a:gd name="connsiteX806" fmla="*/ 419753 w 2855205"/>
                <a:gd name="connsiteY806" fmla="*/ 206702 h 648596"/>
                <a:gd name="connsiteX807" fmla="*/ 404337 w 2855205"/>
                <a:gd name="connsiteY807" fmla="*/ 210433 h 648596"/>
                <a:gd name="connsiteX808" fmla="*/ 391156 w 2855205"/>
                <a:gd name="connsiteY808" fmla="*/ 219881 h 648596"/>
                <a:gd name="connsiteX809" fmla="*/ 373004 w 2855205"/>
                <a:gd name="connsiteY809" fmla="*/ 230076 h 648596"/>
                <a:gd name="connsiteX810" fmla="*/ 343910 w 2855205"/>
                <a:gd name="connsiteY810" fmla="*/ 244001 h 648596"/>
                <a:gd name="connsiteX811" fmla="*/ 333713 w 2855205"/>
                <a:gd name="connsiteY811" fmla="*/ 276329 h 648596"/>
                <a:gd name="connsiteX812" fmla="*/ 333713 w 2855205"/>
                <a:gd name="connsiteY812" fmla="*/ 291746 h 648596"/>
                <a:gd name="connsiteX813" fmla="*/ 341918 w 2855205"/>
                <a:gd name="connsiteY813" fmla="*/ 318354 h 648596"/>
                <a:gd name="connsiteX814" fmla="*/ 364300 w 2855205"/>
                <a:gd name="connsiteY814" fmla="*/ 328300 h 648596"/>
                <a:gd name="connsiteX815" fmla="*/ 379966 w 2855205"/>
                <a:gd name="connsiteY815" fmla="*/ 330538 h 648596"/>
                <a:gd name="connsiteX816" fmla="*/ 391404 w 2855205"/>
                <a:gd name="connsiteY816" fmla="*/ 332775 h 648596"/>
                <a:gd name="connsiteX817" fmla="*/ 402593 w 2855205"/>
                <a:gd name="connsiteY817" fmla="*/ 337252 h 648596"/>
                <a:gd name="connsiteX818" fmla="*/ 420001 w 2855205"/>
                <a:gd name="connsiteY818" fmla="*/ 338994 h 648596"/>
                <a:gd name="connsiteX819" fmla="*/ 420996 w 2855205"/>
                <a:gd name="connsiteY819" fmla="*/ 338247 h 648596"/>
                <a:gd name="connsiteX820" fmla="*/ 430694 w 2855205"/>
                <a:gd name="connsiteY820" fmla="*/ 360626 h 648596"/>
                <a:gd name="connsiteX821" fmla="*/ 421990 w 2855205"/>
                <a:gd name="connsiteY821" fmla="*/ 385493 h 648596"/>
                <a:gd name="connsiteX822" fmla="*/ 414780 w 2855205"/>
                <a:gd name="connsiteY822" fmla="*/ 401906 h 648596"/>
                <a:gd name="connsiteX823" fmla="*/ 395881 w 2855205"/>
                <a:gd name="connsiteY823" fmla="*/ 404642 h 648596"/>
                <a:gd name="connsiteX824" fmla="*/ 377478 w 2855205"/>
                <a:gd name="connsiteY824" fmla="*/ 409117 h 648596"/>
                <a:gd name="connsiteX825" fmla="*/ 364548 w 2855205"/>
                <a:gd name="connsiteY825" fmla="*/ 403397 h 648596"/>
                <a:gd name="connsiteX826" fmla="*/ 344654 w 2855205"/>
                <a:gd name="connsiteY826" fmla="*/ 401407 h 648596"/>
                <a:gd name="connsiteX827" fmla="*/ 324761 w 2855205"/>
                <a:gd name="connsiteY827" fmla="*/ 401407 h 648596"/>
                <a:gd name="connsiteX828" fmla="*/ 308102 w 2855205"/>
                <a:gd name="connsiteY828" fmla="*/ 396685 h 648596"/>
                <a:gd name="connsiteX829" fmla="*/ 283235 w 2855205"/>
                <a:gd name="connsiteY829" fmla="*/ 395439 h 648596"/>
                <a:gd name="connsiteX830" fmla="*/ 271049 w 2855205"/>
                <a:gd name="connsiteY830" fmla="*/ 388477 h 648596"/>
                <a:gd name="connsiteX831" fmla="*/ 259611 w 2855205"/>
                <a:gd name="connsiteY831" fmla="*/ 370077 h 648596"/>
                <a:gd name="connsiteX832" fmla="*/ 257870 w 2855205"/>
                <a:gd name="connsiteY832" fmla="*/ 348940 h 648596"/>
                <a:gd name="connsiteX833" fmla="*/ 252649 w 2855205"/>
                <a:gd name="connsiteY833" fmla="*/ 324074 h 648596"/>
                <a:gd name="connsiteX834" fmla="*/ 252649 w 2855205"/>
                <a:gd name="connsiteY834" fmla="*/ 308159 h 648596"/>
                <a:gd name="connsiteX835" fmla="*/ 250659 w 2855205"/>
                <a:gd name="connsiteY835" fmla="*/ 292991 h 648596"/>
                <a:gd name="connsiteX836" fmla="*/ 248171 w 2855205"/>
                <a:gd name="connsiteY836" fmla="*/ 269367 h 648596"/>
                <a:gd name="connsiteX837" fmla="*/ 254638 w 2855205"/>
                <a:gd name="connsiteY837" fmla="*/ 231319 h 648596"/>
                <a:gd name="connsiteX838" fmla="*/ 259859 w 2855205"/>
                <a:gd name="connsiteY838" fmla="*/ 219383 h 648596"/>
                <a:gd name="connsiteX839" fmla="*/ 264334 w 2855205"/>
                <a:gd name="connsiteY839" fmla="*/ 199740 h 648596"/>
                <a:gd name="connsiteX840" fmla="*/ 268563 w 2855205"/>
                <a:gd name="connsiteY840" fmla="*/ 179846 h 648596"/>
                <a:gd name="connsiteX841" fmla="*/ 270305 w 2855205"/>
                <a:gd name="connsiteY841" fmla="*/ 148761 h 648596"/>
                <a:gd name="connsiteX842" fmla="*/ 274779 w 2855205"/>
                <a:gd name="connsiteY842" fmla="*/ 129862 h 648596"/>
                <a:gd name="connsiteX843" fmla="*/ 281494 w 2855205"/>
                <a:gd name="connsiteY843" fmla="*/ 99027 h 648596"/>
                <a:gd name="connsiteX844" fmla="*/ 281494 w 2855205"/>
                <a:gd name="connsiteY844" fmla="*/ 78387 h 648596"/>
                <a:gd name="connsiteX845" fmla="*/ 293430 w 2855205"/>
                <a:gd name="connsiteY845" fmla="*/ 70182 h 648596"/>
                <a:gd name="connsiteX846" fmla="*/ 309345 w 2855205"/>
                <a:gd name="connsiteY846" fmla="*/ 73166 h 648596"/>
                <a:gd name="connsiteX847" fmla="*/ 322772 w 2855205"/>
                <a:gd name="connsiteY847" fmla="*/ 70430 h 648596"/>
                <a:gd name="connsiteX848" fmla="*/ 334708 w 2855205"/>
                <a:gd name="connsiteY848" fmla="*/ 72670 h 648596"/>
                <a:gd name="connsiteX849" fmla="*/ 350126 w 2855205"/>
                <a:gd name="connsiteY849" fmla="*/ 69934 h 648596"/>
                <a:gd name="connsiteX850" fmla="*/ 1374140 w 2855205"/>
                <a:gd name="connsiteY850" fmla="*/ 67945 h 648596"/>
                <a:gd name="connsiteX851" fmla="*/ 1389806 w 2855205"/>
                <a:gd name="connsiteY851" fmla="*/ 73665 h 648596"/>
                <a:gd name="connsiteX852" fmla="*/ 1419895 w 2855205"/>
                <a:gd name="connsiteY852" fmla="*/ 75902 h 648596"/>
                <a:gd name="connsiteX853" fmla="*/ 1419895 w 2855205"/>
                <a:gd name="connsiteY853" fmla="*/ 73665 h 648596"/>
                <a:gd name="connsiteX854" fmla="*/ 1425116 w 2855205"/>
                <a:gd name="connsiteY854" fmla="*/ 86097 h 648596"/>
                <a:gd name="connsiteX855" fmla="*/ 1435561 w 2855205"/>
                <a:gd name="connsiteY855" fmla="*/ 107233 h 648596"/>
                <a:gd name="connsiteX856" fmla="*/ 1427108 w 2855205"/>
                <a:gd name="connsiteY856" fmla="*/ 125137 h 648596"/>
                <a:gd name="connsiteX857" fmla="*/ 1423129 w 2855205"/>
                <a:gd name="connsiteY857" fmla="*/ 141551 h 648596"/>
                <a:gd name="connsiteX858" fmla="*/ 1408953 w 2855205"/>
                <a:gd name="connsiteY858" fmla="*/ 168159 h 648596"/>
                <a:gd name="connsiteX859" fmla="*/ 1395278 w 2855205"/>
                <a:gd name="connsiteY859" fmla="*/ 183825 h 648596"/>
                <a:gd name="connsiteX860" fmla="*/ 1365188 w 2855205"/>
                <a:gd name="connsiteY860" fmla="*/ 246738 h 648596"/>
                <a:gd name="connsiteX861" fmla="*/ 1354993 w 2855205"/>
                <a:gd name="connsiteY861" fmla="*/ 256932 h 648596"/>
                <a:gd name="connsiteX862" fmla="*/ 1342561 w 2855205"/>
                <a:gd name="connsiteY862" fmla="*/ 256932 h 648596"/>
                <a:gd name="connsiteX863" fmla="*/ 1329630 w 2855205"/>
                <a:gd name="connsiteY863" fmla="*/ 261159 h 648596"/>
                <a:gd name="connsiteX864" fmla="*/ 1310481 w 2855205"/>
                <a:gd name="connsiteY864" fmla="*/ 267127 h 648596"/>
                <a:gd name="connsiteX865" fmla="*/ 1310481 w 2855205"/>
                <a:gd name="connsiteY865" fmla="*/ 282047 h 648596"/>
                <a:gd name="connsiteX866" fmla="*/ 1325153 w 2855205"/>
                <a:gd name="connsiteY866" fmla="*/ 279314 h 648596"/>
                <a:gd name="connsiteX867" fmla="*/ 1336841 w 2855205"/>
                <a:gd name="connsiteY867" fmla="*/ 273842 h 648596"/>
                <a:gd name="connsiteX868" fmla="*/ 1353004 w 2855205"/>
                <a:gd name="connsiteY868" fmla="*/ 279063 h 648596"/>
                <a:gd name="connsiteX869" fmla="*/ 1359470 w 2855205"/>
                <a:gd name="connsiteY869" fmla="*/ 286525 h 648596"/>
                <a:gd name="connsiteX870" fmla="*/ 1363697 w 2855205"/>
                <a:gd name="connsiteY870" fmla="*/ 306914 h 648596"/>
                <a:gd name="connsiteX871" fmla="*/ 1361209 w 2855205"/>
                <a:gd name="connsiteY871" fmla="*/ 315370 h 648596"/>
                <a:gd name="connsiteX872" fmla="*/ 1346540 w 2855205"/>
                <a:gd name="connsiteY872" fmla="*/ 325813 h 648596"/>
                <a:gd name="connsiteX873" fmla="*/ 1329628 w 2855205"/>
                <a:gd name="connsiteY873" fmla="*/ 332029 h 648596"/>
                <a:gd name="connsiteX874" fmla="*/ 1324406 w 2855205"/>
                <a:gd name="connsiteY874" fmla="*/ 341727 h 648596"/>
                <a:gd name="connsiteX875" fmla="*/ 1332614 w 2855205"/>
                <a:gd name="connsiteY875" fmla="*/ 348194 h 648596"/>
                <a:gd name="connsiteX876" fmla="*/ 1354993 w 2855205"/>
                <a:gd name="connsiteY876" fmla="*/ 343967 h 648596"/>
                <a:gd name="connsiteX877" fmla="*/ 1371902 w 2855205"/>
                <a:gd name="connsiteY877" fmla="*/ 343967 h 648596"/>
                <a:gd name="connsiteX878" fmla="*/ 1392790 w 2855205"/>
                <a:gd name="connsiteY878" fmla="*/ 339738 h 648596"/>
                <a:gd name="connsiteX879" fmla="*/ 1410942 w 2855205"/>
                <a:gd name="connsiteY879" fmla="*/ 339738 h 648596"/>
                <a:gd name="connsiteX880" fmla="*/ 1425367 w 2855205"/>
                <a:gd name="connsiteY880" fmla="*/ 364605 h 648596"/>
                <a:gd name="connsiteX881" fmla="*/ 1398758 w 2855205"/>
                <a:gd name="connsiteY881" fmla="*/ 402901 h 648596"/>
                <a:gd name="connsiteX882" fmla="*/ 1373892 w 2855205"/>
                <a:gd name="connsiteY882" fmla="*/ 398672 h 648596"/>
                <a:gd name="connsiteX883" fmla="*/ 1334105 w 2855205"/>
                <a:gd name="connsiteY883" fmla="*/ 400165 h 648596"/>
                <a:gd name="connsiteX884" fmla="*/ 1312222 w 2855205"/>
                <a:gd name="connsiteY884" fmla="*/ 400165 h 648596"/>
                <a:gd name="connsiteX885" fmla="*/ 1293075 w 2855205"/>
                <a:gd name="connsiteY885" fmla="*/ 402154 h 648596"/>
                <a:gd name="connsiteX886" fmla="*/ 1271689 w 2855205"/>
                <a:gd name="connsiteY886" fmla="*/ 405637 h 648596"/>
                <a:gd name="connsiteX887" fmla="*/ 1246822 w 2855205"/>
                <a:gd name="connsiteY887" fmla="*/ 410858 h 648596"/>
                <a:gd name="connsiteX888" fmla="*/ 1219718 w 2855205"/>
                <a:gd name="connsiteY888" fmla="*/ 413592 h 648596"/>
                <a:gd name="connsiteX889" fmla="*/ 1191867 w 2855205"/>
                <a:gd name="connsiteY889" fmla="*/ 420555 h 648596"/>
                <a:gd name="connsiteX890" fmla="*/ 1174462 w 2855205"/>
                <a:gd name="connsiteY890" fmla="*/ 411605 h 648596"/>
                <a:gd name="connsiteX891" fmla="*/ 1170483 w 2855205"/>
                <a:gd name="connsiteY891" fmla="*/ 388229 h 648596"/>
                <a:gd name="connsiteX892" fmla="*/ 1170483 w 2855205"/>
                <a:gd name="connsiteY892" fmla="*/ 377536 h 648596"/>
                <a:gd name="connsiteX893" fmla="*/ 1176451 w 2855205"/>
                <a:gd name="connsiteY893" fmla="*/ 365104 h 648596"/>
                <a:gd name="connsiteX894" fmla="*/ 1182915 w 2855205"/>
                <a:gd name="connsiteY894" fmla="*/ 359880 h 648596"/>
                <a:gd name="connsiteX895" fmla="*/ 1190872 w 2855205"/>
                <a:gd name="connsiteY895" fmla="*/ 363858 h 648596"/>
                <a:gd name="connsiteX896" fmla="*/ 1215739 w 2855205"/>
                <a:gd name="connsiteY896" fmla="*/ 355653 h 648596"/>
                <a:gd name="connsiteX897" fmla="*/ 1245827 w 2855205"/>
                <a:gd name="connsiteY897" fmla="*/ 342474 h 648596"/>
                <a:gd name="connsiteX898" fmla="*/ 1240854 w 2855205"/>
                <a:gd name="connsiteY898" fmla="*/ 334021 h 648596"/>
                <a:gd name="connsiteX899" fmla="*/ 1228670 w 2855205"/>
                <a:gd name="connsiteY899" fmla="*/ 332279 h 648596"/>
                <a:gd name="connsiteX900" fmla="*/ 1218227 w 2855205"/>
                <a:gd name="connsiteY900" fmla="*/ 327055 h 648596"/>
                <a:gd name="connsiteX901" fmla="*/ 1218227 w 2855205"/>
                <a:gd name="connsiteY901" fmla="*/ 317109 h 648596"/>
                <a:gd name="connsiteX902" fmla="*/ 1219718 w 2855205"/>
                <a:gd name="connsiteY902" fmla="*/ 304677 h 648596"/>
                <a:gd name="connsiteX903" fmla="*/ 1226432 w 2855205"/>
                <a:gd name="connsiteY903" fmla="*/ 295725 h 648596"/>
                <a:gd name="connsiteX904" fmla="*/ 1233147 w 2855205"/>
                <a:gd name="connsiteY904" fmla="*/ 297962 h 648596"/>
                <a:gd name="connsiteX905" fmla="*/ 1240606 w 2855205"/>
                <a:gd name="connsiteY905" fmla="*/ 296719 h 648596"/>
                <a:gd name="connsiteX906" fmla="*/ 1247817 w 2855205"/>
                <a:gd name="connsiteY906" fmla="*/ 296719 h 648596"/>
                <a:gd name="connsiteX907" fmla="*/ 1254283 w 2855205"/>
                <a:gd name="connsiteY907" fmla="*/ 290999 h 648596"/>
                <a:gd name="connsiteX908" fmla="*/ 1256025 w 2855205"/>
                <a:gd name="connsiteY908" fmla="*/ 276330 h 648596"/>
                <a:gd name="connsiteX909" fmla="*/ 1247320 w 2855205"/>
                <a:gd name="connsiteY909" fmla="*/ 276327 h 648596"/>
                <a:gd name="connsiteX910" fmla="*/ 1235880 w 2855205"/>
                <a:gd name="connsiteY910" fmla="*/ 279562 h 648596"/>
                <a:gd name="connsiteX911" fmla="*/ 1225438 w 2855205"/>
                <a:gd name="connsiteY911" fmla="*/ 281799 h 648596"/>
                <a:gd name="connsiteX912" fmla="*/ 1216982 w 2855205"/>
                <a:gd name="connsiteY912" fmla="*/ 280557 h 648596"/>
                <a:gd name="connsiteX913" fmla="*/ 1212755 w 2855205"/>
                <a:gd name="connsiteY913" fmla="*/ 274090 h 648596"/>
                <a:gd name="connsiteX914" fmla="*/ 1209523 w 2855205"/>
                <a:gd name="connsiteY914" fmla="*/ 264391 h 648596"/>
                <a:gd name="connsiteX915" fmla="*/ 1202062 w 2855205"/>
                <a:gd name="connsiteY915" fmla="*/ 250466 h 648596"/>
                <a:gd name="connsiteX916" fmla="*/ 1197835 w 2855205"/>
                <a:gd name="connsiteY916" fmla="*/ 234802 h 648596"/>
                <a:gd name="connsiteX917" fmla="*/ 1206040 w 2855205"/>
                <a:gd name="connsiteY917" fmla="*/ 211178 h 648596"/>
                <a:gd name="connsiteX918" fmla="*/ 1202062 w 2855205"/>
                <a:gd name="connsiteY918" fmla="*/ 173132 h 648596"/>
                <a:gd name="connsiteX919" fmla="*/ 1197336 w 2855205"/>
                <a:gd name="connsiteY919" fmla="*/ 156719 h 648596"/>
                <a:gd name="connsiteX920" fmla="*/ 1199078 w 2855205"/>
                <a:gd name="connsiteY920" fmla="*/ 144535 h 648596"/>
                <a:gd name="connsiteX921" fmla="*/ 1203307 w 2855205"/>
                <a:gd name="connsiteY921" fmla="*/ 123398 h 648596"/>
                <a:gd name="connsiteX922" fmla="*/ 1213750 w 2855205"/>
                <a:gd name="connsiteY922" fmla="*/ 102012 h 648596"/>
                <a:gd name="connsiteX923" fmla="*/ 1227176 w 2855205"/>
                <a:gd name="connsiteY923" fmla="*/ 109969 h 648596"/>
                <a:gd name="connsiteX924" fmla="*/ 1239859 w 2855205"/>
                <a:gd name="connsiteY924" fmla="*/ 108726 h 648596"/>
                <a:gd name="connsiteX925" fmla="*/ 1256273 w 2855205"/>
                <a:gd name="connsiteY925" fmla="*/ 103505 h 648596"/>
                <a:gd name="connsiteX926" fmla="*/ 1284619 w 2855205"/>
                <a:gd name="connsiteY926" fmla="*/ 91817 h 648596"/>
                <a:gd name="connsiteX927" fmla="*/ 1307001 w 2855205"/>
                <a:gd name="connsiteY927" fmla="*/ 89580 h 648596"/>
                <a:gd name="connsiteX928" fmla="*/ 1374140 w 2855205"/>
                <a:gd name="connsiteY928" fmla="*/ 67945 h 648596"/>
                <a:gd name="connsiteX929" fmla="*/ 740286 w 2855205"/>
                <a:gd name="connsiteY929" fmla="*/ 3539 h 648596"/>
                <a:gd name="connsiteX930" fmla="*/ 751724 w 2855205"/>
                <a:gd name="connsiteY930" fmla="*/ 4782 h 648596"/>
                <a:gd name="connsiteX931" fmla="*/ 765900 w 2855205"/>
                <a:gd name="connsiteY931" fmla="*/ 4782 h 648596"/>
                <a:gd name="connsiteX932" fmla="*/ 773358 w 2855205"/>
                <a:gd name="connsiteY932" fmla="*/ 10502 h 648596"/>
                <a:gd name="connsiteX933" fmla="*/ 786537 w 2855205"/>
                <a:gd name="connsiteY933" fmla="*/ 14480 h 648596"/>
                <a:gd name="connsiteX934" fmla="*/ 790766 w 2855205"/>
                <a:gd name="connsiteY934" fmla="*/ 29899 h 648596"/>
                <a:gd name="connsiteX935" fmla="*/ 800961 w 2855205"/>
                <a:gd name="connsiteY935" fmla="*/ 52526 h 648596"/>
                <a:gd name="connsiteX936" fmla="*/ 788278 w 2855205"/>
                <a:gd name="connsiteY936" fmla="*/ 75651 h 648596"/>
                <a:gd name="connsiteX937" fmla="*/ 790766 w 2855205"/>
                <a:gd name="connsiteY937" fmla="*/ 83361 h 648596"/>
                <a:gd name="connsiteX938" fmla="*/ 835527 w 2855205"/>
                <a:gd name="connsiteY938" fmla="*/ 72918 h 648596"/>
                <a:gd name="connsiteX939" fmla="*/ 860394 w 2855205"/>
                <a:gd name="connsiteY939" fmla="*/ 66950 h 648596"/>
                <a:gd name="connsiteX940" fmla="*/ 871583 w 2855205"/>
                <a:gd name="connsiteY940" fmla="*/ 71672 h 648596"/>
                <a:gd name="connsiteX941" fmla="*/ 883020 w 2855205"/>
                <a:gd name="connsiteY941" fmla="*/ 75403 h 648596"/>
                <a:gd name="connsiteX942" fmla="*/ 896450 w 2855205"/>
                <a:gd name="connsiteY942" fmla="*/ 87339 h 648596"/>
                <a:gd name="connsiteX943" fmla="*/ 895954 w 2855205"/>
                <a:gd name="connsiteY943" fmla="*/ 85350 h 648596"/>
                <a:gd name="connsiteX944" fmla="*/ 902170 w 2855205"/>
                <a:gd name="connsiteY944" fmla="*/ 92065 h 648596"/>
                <a:gd name="connsiteX945" fmla="*/ 902170 w 2855205"/>
                <a:gd name="connsiteY945" fmla="*/ 105990 h 648596"/>
                <a:gd name="connsiteX946" fmla="*/ 877303 w 2855205"/>
                <a:gd name="connsiteY946" fmla="*/ 127126 h 648596"/>
                <a:gd name="connsiteX947" fmla="*/ 864124 w 2855205"/>
                <a:gd name="connsiteY947" fmla="*/ 122899 h 648596"/>
                <a:gd name="connsiteX948" fmla="*/ 841495 w 2855205"/>
                <a:gd name="connsiteY948" fmla="*/ 124641 h 648596"/>
                <a:gd name="connsiteX949" fmla="*/ 823591 w 2855205"/>
                <a:gd name="connsiteY949" fmla="*/ 126630 h 648596"/>
                <a:gd name="connsiteX950" fmla="*/ 807428 w 2855205"/>
                <a:gd name="connsiteY950" fmla="*/ 131603 h 648596"/>
                <a:gd name="connsiteX951" fmla="*/ 791015 w 2855205"/>
                <a:gd name="connsiteY951" fmla="*/ 137571 h 648596"/>
                <a:gd name="connsiteX952" fmla="*/ 775348 w 2855205"/>
                <a:gd name="connsiteY952" fmla="*/ 137571 h 648596"/>
                <a:gd name="connsiteX953" fmla="*/ 752470 w 2855205"/>
                <a:gd name="connsiteY953" fmla="*/ 147270 h 648596"/>
                <a:gd name="connsiteX954" fmla="*/ 699006 w 2855205"/>
                <a:gd name="connsiteY954" fmla="*/ 160449 h 648596"/>
                <a:gd name="connsiteX955" fmla="*/ 684337 w 2855205"/>
                <a:gd name="connsiteY955" fmla="*/ 164428 h 648596"/>
                <a:gd name="connsiteX956" fmla="*/ 669664 w 2855205"/>
                <a:gd name="connsiteY956" fmla="*/ 168156 h 648596"/>
                <a:gd name="connsiteX957" fmla="*/ 656235 w 2855205"/>
                <a:gd name="connsiteY957" fmla="*/ 171638 h 648596"/>
                <a:gd name="connsiteX958" fmla="*/ 644798 w 2855205"/>
                <a:gd name="connsiteY958" fmla="*/ 173129 h 648596"/>
                <a:gd name="connsiteX959" fmla="*/ 632366 w 2855205"/>
                <a:gd name="connsiteY959" fmla="*/ 176612 h 648596"/>
                <a:gd name="connsiteX960" fmla="*/ 621672 w 2855205"/>
                <a:gd name="connsiteY960" fmla="*/ 176612 h 648596"/>
                <a:gd name="connsiteX961" fmla="*/ 612968 w 2855205"/>
                <a:gd name="connsiteY961" fmla="*/ 176612 h 648596"/>
                <a:gd name="connsiteX962" fmla="*/ 599043 w 2855205"/>
                <a:gd name="connsiteY962" fmla="*/ 180342 h 648596"/>
                <a:gd name="connsiteX963" fmla="*/ 587355 w 2855205"/>
                <a:gd name="connsiteY963" fmla="*/ 184321 h 648596"/>
                <a:gd name="connsiteX964" fmla="*/ 577160 w 2855205"/>
                <a:gd name="connsiteY964" fmla="*/ 190289 h 648596"/>
                <a:gd name="connsiteX965" fmla="*/ 568954 w 2855205"/>
                <a:gd name="connsiteY965" fmla="*/ 184321 h 648596"/>
                <a:gd name="connsiteX966" fmla="*/ 553784 w 2855205"/>
                <a:gd name="connsiteY966" fmla="*/ 184321 h 648596"/>
                <a:gd name="connsiteX967" fmla="*/ 549808 w 2855205"/>
                <a:gd name="connsiteY967" fmla="*/ 168406 h 648596"/>
                <a:gd name="connsiteX968" fmla="*/ 549808 w 2855205"/>
                <a:gd name="connsiteY968" fmla="*/ 154977 h 648596"/>
                <a:gd name="connsiteX969" fmla="*/ 552792 w 2855205"/>
                <a:gd name="connsiteY969" fmla="*/ 144534 h 648596"/>
                <a:gd name="connsiteX970" fmla="*/ 582880 w 2855205"/>
                <a:gd name="connsiteY970" fmla="*/ 129115 h 648596"/>
                <a:gd name="connsiteX971" fmla="*/ 590837 w 2855205"/>
                <a:gd name="connsiteY971" fmla="*/ 133841 h 648596"/>
                <a:gd name="connsiteX972" fmla="*/ 608243 w 2855205"/>
                <a:gd name="connsiteY972" fmla="*/ 127873 h 648596"/>
                <a:gd name="connsiteX973" fmla="*/ 649523 w 2855205"/>
                <a:gd name="connsiteY973" fmla="*/ 119667 h 648596"/>
                <a:gd name="connsiteX974" fmla="*/ 667176 w 2855205"/>
                <a:gd name="connsiteY974" fmla="*/ 117179 h 648596"/>
                <a:gd name="connsiteX975" fmla="*/ 699505 w 2855205"/>
                <a:gd name="connsiteY975" fmla="*/ 107233 h 648596"/>
                <a:gd name="connsiteX976" fmla="*/ 712683 w 2855205"/>
                <a:gd name="connsiteY976" fmla="*/ 99523 h 648596"/>
                <a:gd name="connsiteX977" fmla="*/ 711193 w 2855205"/>
                <a:gd name="connsiteY977" fmla="*/ 90574 h 648596"/>
                <a:gd name="connsiteX978" fmla="*/ 701990 w 2855205"/>
                <a:gd name="connsiteY978" fmla="*/ 87587 h 648596"/>
                <a:gd name="connsiteX979" fmla="*/ 693041 w 2855205"/>
                <a:gd name="connsiteY979" fmla="*/ 80875 h 648596"/>
                <a:gd name="connsiteX980" fmla="*/ 695278 w 2855205"/>
                <a:gd name="connsiteY980" fmla="*/ 71424 h 648596"/>
                <a:gd name="connsiteX981" fmla="*/ 698510 w 2855205"/>
                <a:gd name="connsiteY981" fmla="*/ 62472 h 648596"/>
                <a:gd name="connsiteX982" fmla="*/ 702241 w 2855205"/>
                <a:gd name="connsiteY982" fmla="*/ 51531 h 648596"/>
                <a:gd name="connsiteX983" fmla="*/ 690801 w 2855205"/>
                <a:gd name="connsiteY983" fmla="*/ 23680 h 648596"/>
                <a:gd name="connsiteX984" fmla="*/ 694283 w 2855205"/>
                <a:gd name="connsiteY984" fmla="*/ 14232 h 648596"/>
                <a:gd name="connsiteX985" fmla="*/ 711193 w 2855205"/>
                <a:gd name="connsiteY985" fmla="*/ 11248 h 648596"/>
                <a:gd name="connsiteX986" fmla="*/ 721139 w 2855205"/>
                <a:gd name="connsiteY986" fmla="*/ 7269 h 648596"/>
                <a:gd name="connsiteX987" fmla="*/ 730587 w 2855205"/>
                <a:gd name="connsiteY987" fmla="*/ 7269 h 648596"/>
                <a:gd name="connsiteX988" fmla="*/ 740286 w 2855205"/>
                <a:gd name="connsiteY988" fmla="*/ 3539 h 648596"/>
                <a:gd name="connsiteX989" fmla="*/ 2724405 w 2855205"/>
                <a:gd name="connsiteY989" fmla="*/ 59 h 648596"/>
                <a:gd name="connsiteX990" fmla="*/ 2740319 w 2855205"/>
                <a:gd name="connsiteY990" fmla="*/ 12243 h 648596"/>
                <a:gd name="connsiteX991" fmla="*/ 2733605 w 2855205"/>
                <a:gd name="connsiteY991" fmla="*/ 31888 h 648596"/>
                <a:gd name="connsiteX992" fmla="*/ 2720674 w 2855205"/>
                <a:gd name="connsiteY992" fmla="*/ 49046 h 648596"/>
                <a:gd name="connsiteX993" fmla="*/ 2720677 w 2855205"/>
                <a:gd name="connsiteY993" fmla="*/ 64464 h 648596"/>
                <a:gd name="connsiteX994" fmla="*/ 2729130 w 2855205"/>
                <a:gd name="connsiteY994" fmla="*/ 76649 h 648596"/>
                <a:gd name="connsiteX995" fmla="*/ 2711226 w 2855205"/>
                <a:gd name="connsiteY995" fmla="*/ 112457 h 648596"/>
                <a:gd name="connsiteX996" fmla="*/ 2697796 w 2855205"/>
                <a:gd name="connsiteY996" fmla="*/ 131851 h 648596"/>
                <a:gd name="connsiteX997" fmla="*/ 2713962 w 2855205"/>
                <a:gd name="connsiteY997" fmla="*/ 140556 h 648596"/>
                <a:gd name="connsiteX998" fmla="*/ 2721919 w 2855205"/>
                <a:gd name="connsiteY998" fmla="*/ 153238 h 648596"/>
                <a:gd name="connsiteX999" fmla="*/ 2736341 w 2855205"/>
                <a:gd name="connsiteY999" fmla="*/ 138070 h 648596"/>
                <a:gd name="connsiteX1000" fmla="*/ 2723410 w 2855205"/>
                <a:gd name="connsiteY1000" fmla="*/ 133841 h 648596"/>
                <a:gd name="connsiteX1001" fmla="*/ 2720426 w 2855205"/>
                <a:gd name="connsiteY1001" fmla="*/ 119171 h 648596"/>
                <a:gd name="connsiteX1002" fmla="*/ 2728882 w 2855205"/>
                <a:gd name="connsiteY1002" fmla="*/ 112705 h 648596"/>
                <a:gd name="connsiteX1003" fmla="*/ 2735845 w 2855205"/>
                <a:gd name="connsiteY1003" fmla="*/ 104249 h 648596"/>
                <a:gd name="connsiteX1004" fmla="*/ 2735845 w 2855205"/>
                <a:gd name="connsiteY1004" fmla="*/ 90075 h 648596"/>
                <a:gd name="connsiteX1005" fmla="*/ 2748029 w 2855205"/>
                <a:gd name="connsiteY1005" fmla="*/ 84107 h 648596"/>
                <a:gd name="connsiteX1006" fmla="*/ 2754991 w 2855205"/>
                <a:gd name="connsiteY1006" fmla="*/ 73414 h 648596"/>
                <a:gd name="connsiteX1007" fmla="*/ 2758223 w 2855205"/>
                <a:gd name="connsiteY1007" fmla="*/ 61976 h 648596"/>
                <a:gd name="connsiteX1008" fmla="*/ 2749519 w 2855205"/>
                <a:gd name="connsiteY1008" fmla="*/ 41088 h 648596"/>
                <a:gd name="connsiteX1009" fmla="*/ 2793285 w 2855205"/>
                <a:gd name="connsiteY1009" fmla="*/ 17963 h 648596"/>
                <a:gd name="connsiteX1010" fmla="*/ 2797264 w 2855205"/>
                <a:gd name="connsiteY1010" fmla="*/ 12491 h 648596"/>
                <a:gd name="connsiteX1011" fmla="*/ 2810194 w 2855205"/>
                <a:gd name="connsiteY1011" fmla="*/ 10752 h 648596"/>
                <a:gd name="connsiteX1012" fmla="*/ 2824370 w 2855205"/>
                <a:gd name="connsiteY1012" fmla="*/ 19704 h 648596"/>
                <a:gd name="connsiteX1013" fmla="*/ 2827850 w 2855205"/>
                <a:gd name="connsiteY1013" fmla="*/ 29899 h 648596"/>
                <a:gd name="connsiteX1014" fmla="*/ 2826360 w 2855205"/>
                <a:gd name="connsiteY1014" fmla="*/ 48299 h 648596"/>
                <a:gd name="connsiteX1015" fmla="*/ 2807210 w 2855205"/>
                <a:gd name="connsiteY1015" fmla="*/ 64214 h 648596"/>
                <a:gd name="connsiteX1016" fmla="*/ 2792042 w 2855205"/>
                <a:gd name="connsiteY1016" fmla="*/ 100521 h 648596"/>
                <a:gd name="connsiteX1017" fmla="*/ 2787567 w 2855205"/>
                <a:gd name="connsiteY1017" fmla="*/ 113203 h 648596"/>
                <a:gd name="connsiteX1018" fmla="*/ 2783837 w 2855205"/>
                <a:gd name="connsiteY1018" fmla="*/ 127873 h 648596"/>
                <a:gd name="connsiteX1019" fmla="*/ 2780605 w 2855205"/>
                <a:gd name="connsiteY1019" fmla="*/ 146772 h 648596"/>
                <a:gd name="connsiteX1020" fmla="*/ 2789557 w 2855205"/>
                <a:gd name="connsiteY1020" fmla="*/ 149508 h 648596"/>
                <a:gd name="connsiteX1021" fmla="*/ 2806466 w 2855205"/>
                <a:gd name="connsiteY1021" fmla="*/ 140057 h 648596"/>
                <a:gd name="connsiteX1022" fmla="*/ 2818152 w 2855205"/>
                <a:gd name="connsiteY1022" fmla="*/ 140057 h 648596"/>
                <a:gd name="connsiteX1023" fmla="*/ 2827602 w 2855205"/>
                <a:gd name="connsiteY1023" fmla="*/ 147020 h 648596"/>
                <a:gd name="connsiteX1024" fmla="*/ 2838296 w 2855205"/>
                <a:gd name="connsiteY1024" fmla="*/ 150254 h 648596"/>
                <a:gd name="connsiteX1025" fmla="*/ 2844108 w 2855205"/>
                <a:gd name="connsiteY1025" fmla="*/ 151436 h 648596"/>
                <a:gd name="connsiteX1026" fmla="*/ 2849041 w 2855205"/>
                <a:gd name="connsiteY1026" fmla="*/ 153793 h 648596"/>
                <a:gd name="connsiteX1027" fmla="*/ 2855205 w 2855205"/>
                <a:gd name="connsiteY1027" fmla="*/ 180342 h 648596"/>
                <a:gd name="connsiteX1028" fmla="*/ 2848490 w 2855205"/>
                <a:gd name="connsiteY1028" fmla="*/ 205209 h 648596"/>
                <a:gd name="connsiteX1029" fmla="*/ 2810445 w 2855205"/>
                <a:gd name="connsiteY1029" fmla="*/ 215404 h 648596"/>
                <a:gd name="connsiteX1030" fmla="*/ 2798757 w 2855205"/>
                <a:gd name="connsiteY1030" fmla="*/ 220377 h 648596"/>
                <a:gd name="connsiteX1031" fmla="*/ 2784085 w 2855205"/>
                <a:gd name="connsiteY1031" fmla="*/ 218887 h 648596"/>
                <a:gd name="connsiteX1032" fmla="*/ 2765186 w 2855205"/>
                <a:gd name="connsiteY1032" fmla="*/ 218887 h 648596"/>
                <a:gd name="connsiteX1033" fmla="*/ 2732861 w 2855205"/>
                <a:gd name="connsiteY1033" fmla="*/ 241764 h 648596"/>
                <a:gd name="connsiteX1034" fmla="*/ 2720925 w 2855205"/>
                <a:gd name="connsiteY1034" fmla="*/ 254447 h 648596"/>
                <a:gd name="connsiteX1035" fmla="*/ 2704759 w 2855205"/>
                <a:gd name="connsiteY1035" fmla="*/ 270609 h 648596"/>
                <a:gd name="connsiteX1036" fmla="*/ 2701775 w 2855205"/>
                <a:gd name="connsiteY1036" fmla="*/ 288513 h 648596"/>
                <a:gd name="connsiteX1037" fmla="*/ 2710727 w 2855205"/>
                <a:gd name="connsiteY1037" fmla="*/ 290255 h 648596"/>
                <a:gd name="connsiteX1038" fmla="*/ 2727141 w 2855205"/>
                <a:gd name="connsiteY1038" fmla="*/ 283788 h 648596"/>
                <a:gd name="connsiteX1039" fmla="*/ 2737834 w 2855205"/>
                <a:gd name="connsiteY1039" fmla="*/ 278068 h 648596"/>
                <a:gd name="connsiteX1040" fmla="*/ 2756482 w 2855205"/>
                <a:gd name="connsiteY1040" fmla="*/ 287519 h 648596"/>
                <a:gd name="connsiteX1041" fmla="*/ 2774637 w 2855205"/>
                <a:gd name="connsiteY1041" fmla="*/ 294978 h 648596"/>
                <a:gd name="connsiteX1042" fmla="*/ 2781847 w 2855205"/>
                <a:gd name="connsiteY1042" fmla="*/ 302191 h 648596"/>
                <a:gd name="connsiteX1043" fmla="*/ 2777122 w 2855205"/>
                <a:gd name="connsiteY1043" fmla="*/ 321338 h 648596"/>
                <a:gd name="connsiteX1044" fmla="*/ 2766181 w 2855205"/>
                <a:gd name="connsiteY1044" fmla="*/ 330538 h 648596"/>
                <a:gd name="connsiteX1045" fmla="*/ 2747034 w 2855205"/>
                <a:gd name="connsiteY1045" fmla="*/ 334018 h 648596"/>
                <a:gd name="connsiteX1046" fmla="*/ 2734103 w 2855205"/>
                <a:gd name="connsiteY1046" fmla="*/ 338495 h 648596"/>
                <a:gd name="connsiteX1047" fmla="*/ 2704263 w 2855205"/>
                <a:gd name="connsiteY1047" fmla="*/ 351924 h 648596"/>
                <a:gd name="connsiteX1048" fmla="*/ 2705506 w 2855205"/>
                <a:gd name="connsiteY1048" fmla="*/ 372812 h 648596"/>
                <a:gd name="connsiteX1049" fmla="*/ 2703268 w 2855205"/>
                <a:gd name="connsiteY1049" fmla="*/ 390466 h 648596"/>
                <a:gd name="connsiteX1050" fmla="*/ 2699042 w 2855205"/>
                <a:gd name="connsiteY1050" fmla="*/ 410858 h 648596"/>
                <a:gd name="connsiteX1051" fmla="*/ 2691332 w 2855205"/>
                <a:gd name="connsiteY1051" fmla="*/ 424285 h 648596"/>
                <a:gd name="connsiteX1052" fmla="*/ 2676412 w 2855205"/>
                <a:gd name="connsiteY1052" fmla="*/ 453629 h 648596"/>
                <a:gd name="connsiteX1053" fmla="*/ 2654530 w 2855205"/>
                <a:gd name="connsiteY1053" fmla="*/ 461336 h 648596"/>
                <a:gd name="connsiteX1054" fmla="*/ 2636874 w 2855205"/>
                <a:gd name="connsiteY1054" fmla="*/ 466309 h 648596"/>
                <a:gd name="connsiteX1055" fmla="*/ 2610268 w 2855205"/>
                <a:gd name="connsiteY1055" fmla="*/ 466309 h 648596"/>
                <a:gd name="connsiteX1056" fmla="*/ 2608775 w 2855205"/>
                <a:gd name="connsiteY1056" fmla="*/ 450397 h 648596"/>
                <a:gd name="connsiteX1057" fmla="*/ 2583908 w 2855205"/>
                <a:gd name="connsiteY1057" fmla="*/ 425530 h 648596"/>
                <a:gd name="connsiteX1058" fmla="*/ 2597585 w 2855205"/>
                <a:gd name="connsiteY1058" fmla="*/ 418567 h 648596"/>
                <a:gd name="connsiteX1059" fmla="*/ 2630657 w 2855205"/>
                <a:gd name="connsiteY1059" fmla="*/ 412597 h 648596"/>
                <a:gd name="connsiteX1060" fmla="*/ 2656767 w 2855205"/>
                <a:gd name="connsiteY1060" fmla="*/ 368087 h 648596"/>
                <a:gd name="connsiteX1061" fmla="*/ 2649556 w 2855205"/>
                <a:gd name="connsiteY1061" fmla="*/ 357642 h 648596"/>
                <a:gd name="connsiteX1062" fmla="*/ 2624689 w 2855205"/>
                <a:gd name="connsiteY1062" fmla="*/ 362119 h 648596"/>
                <a:gd name="connsiteX1063" fmla="*/ 2599823 w 2855205"/>
                <a:gd name="connsiteY1063" fmla="*/ 366346 h 648596"/>
                <a:gd name="connsiteX1064" fmla="*/ 2579183 w 2855205"/>
                <a:gd name="connsiteY1064" fmla="*/ 373804 h 648596"/>
                <a:gd name="connsiteX1065" fmla="*/ 2560534 w 2855205"/>
                <a:gd name="connsiteY1065" fmla="*/ 369330 h 648596"/>
                <a:gd name="connsiteX1066" fmla="*/ 2552326 w 2855205"/>
                <a:gd name="connsiteY1066" fmla="*/ 365599 h 648596"/>
                <a:gd name="connsiteX1067" fmla="*/ 2550337 w 2855205"/>
                <a:gd name="connsiteY1067" fmla="*/ 351922 h 648596"/>
                <a:gd name="connsiteX1068" fmla="*/ 2554068 w 2855205"/>
                <a:gd name="connsiteY1068" fmla="*/ 333274 h 648596"/>
                <a:gd name="connsiteX1069" fmla="*/ 2576447 w 2855205"/>
                <a:gd name="connsiteY1069" fmla="*/ 319348 h 648596"/>
                <a:gd name="connsiteX1070" fmla="*/ 2593108 w 2855205"/>
                <a:gd name="connsiteY1070" fmla="*/ 323575 h 648596"/>
                <a:gd name="connsiteX1071" fmla="*/ 2609023 w 2855205"/>
                <a:gd name="connsiteY1071" fmla="*/ 313628 h 648596"/>
                <a:gd name="connsiteX1072" fmla="*/ 2628668 w 2855205"/>
                <a:gd name="connsiteY1072" fmla="*/ 308407 h 648596"/>
                <a:gd name="connsiteX1073" fmla="*/ 2640604 w 2855205"/>
                <a:gd name="connsiteY1073" fmla="*/ 302439 h 648596"/>
                <a:gd name="connsiteX1074" fmla="*/ 2644831 w 2855205"/>
                <a:gd name="connsiteY1074" fmla="*/ 295476 h 648596"/>
                <a:gd name="connsiteX1075" fmla="*/ 2646820 w 2855205"/>
                <a:gd name="connsiteY1075" fmla="*/ 280804 h 648596"/>
                <a:gd name="connsiteX1076" fmla="*/ 2652292 w 2855205"/>
                <a:gd name="connsiteY1076" fmla="*/ 266380 h 648596"/>
                <a:gd name="connsiteX1077" fmla="*/ 2640852 w 2855205"/>
                <a:gd name="connsiteY1077" fmla="*/ 266383 h 648596"/>
                <a:gd name="connsiteX1078" fmla="*/ 2628420 w 2855205"/>
                <a:gd name="connsiteY1078" fmla="*/ 274588 h 648596"/>
                <a:gd name="connsiteX1079" fmla="*/ 2613996 w 2855205"/>
                <a:gd name="connsiteY1079" fmla="*/ 282047 h 648596"/>
                <a:gd name="connsiteX1080" fmla="*/ 2602060 w 2855205"/>
                <a:gd name="connsiteY1080" fmla="*/ 282047 h 648596"/>
                <a:gd name="connsiteX1081" fmla="*/ 2597335 w 2855205"/>
                <a:gd name="connsiteY1081" fmla="*/ 271105 h 648596"/>
                <a:gd name="connsiteX1082" fmla="*/ 2600817 w 2855205"/>
                <a:gd name="connsiteY1082" fmla="*/ 254943 h 648596"/>
                <a:gd name="connsiteX1083" fmla="*/ 2613500 w 2855205"/>
                <a:gd name="connsiteY1083" fmla="*/ 225103 h 648596"/>
                <a:gd name="connsiteX1084" fmla="*/ 2631154 w 2855205"/>
                <a:gd name="connsiteY1084" fmla="*/ 223860 h 648596"/>
                <a:gd name="connsiteX1085" fmla="*/ 2637620 w 2855205"/>
                <a:gd name="connsiteY1085" fmla="*/ 219633 h 648596"/>
                <a:gd name="connsiteX1086" fmla="*/ 2654031 w 2855205"/>
                <a:gd name="connsiteY1086" fmla="*/ 217892 h 648596"/>
                <a:gd name="connsiteX1087" fmla="*/ 2672930 w 2855205"/>
                <a:gd name="connsiteY1087" fmla="*/ 213415 h 648596"/>
                <a:gd name="connsiteX1088" fmla="*/ 2686855 w 2855205"/>
                <a:gd name="connsiteY1088" fmla="*/ 210929 h 648596"/>
                <a:gd name="connsiteX1089" fmla="*/ 2698543 w 2855205"/>
                <a:gd name="connsiteY1089" fmla="*/ 206700 h 648596"/>
                <a:gd name="connsiteX1090" fmla="*/ 2705506 w 2855205"/>
                <a:gd name="connsiteY1090" fmla="*/ 201729 h 648596"/>
                <a:gd name="connsiteX1091" fmla="*/ 2721919 w 2855205"/>
                <a:gd name="connsiteY1091" fmla="*/ 201729 h 648596"/>
                <a:gd name="connsiteX1092" fmla="*/ 2735346 w 2855205"/>
                <a:gd name="connsiteY1092" fmla="*/ 201726 h 648596"/>
                <a:gd name="connsiteX1093" fmla="*/ 2749023 w 2855205"/>
                <a:gd name="connsiteY1093" fmla="*/ 204961 h 648596"/>
                <a:gd name="connsiteX1094" fmla="*/ 2764439 w 2855205"/>
                <a:gd name="connsiteY1094" fmla="*/ 197750 h 648596"/>
                <a:gd name="connsiteX1095" fmla="*/ 2772647 w 2855205"/>
                <a:gd name="connsiteY1095" fmla="*/ 181585 h 648596"/>
                <a:gd name="connsiteX1096" fmla="*/ 2752754 w 2855205"/>
                <a:gd name="connsiteY1096" fmla="*/ 183825 h 648596"/>
                <a:gd name="connsiteX1097" fmla="*/ 2731618 w 2855205"/>
                <a:gd name="connsiteY1097" fmla="*/ 186806 h 648596"/>
                <a:gd name="connsiteX1098" fmla="*/ 2698543 w 2855205"/>
                <a:gd name="connsiteY1098" fmla="*/ 190289 h 648596"/>
                <a:gd name="connsiteX1099" fmla="*/ 2681884 w 2855205"/>
                <a:gd name="connsiteY1099" fmla="*/ 194268 h 648596"/>
                <a:gd name="connsiteX1100" fmla="*/ 2665223 w 2855205"/>
                <a:gd name="connsiteY1100" fmla="*/ 197748 h 648596"/>
                <a:gd name="connsiteX1101" fmla="*/ 2638119 w 2855205"/>
                <a:gd name="connsiteY1101" fmla="*/ 201230 h 648596"/>
                <a:gd name="connsiteX1102" fmla="*/ 2617479 w 2855205"/>
                <a:gd name="connsiteY1102" fmla="*/ 205457 h 648596"/>
                <a:gd name="connsiteX1103" fmla="*/ 2592612 w 2855205"/>
                <a:gd name="connsiteY1103" fmla="*/ 215156 h 648596"/>
                <a:gd name="connsiteX1104" fmla="*/ 2577193 w 2855205"/>
                <a:gd name="connsiteY1104" fmla="*/ 235297 h 648596"/>
                <a:gd name="connsiteX1105" fmla="*/ 2569983 w 2855205"/>
                <a:gd name="connsiteY1105" fmla="*/ 244001 h 648596"/>
                <a:gd name="connsiteX1106" fmla="*/ 2538401 w 2855205"/>
                <a:gd name="connsiteY1106" fmla="*/ 268868 h 648596"/>
                <a:gd name="connsiteX1107" fmla="*/ 2526465 w 2855205"/>
                <a:gd name="connsiteY1107" fmla="*/ 263895 h 648596"/>
                <a:gd name="connsiteX1108" fmla="*/ 2517017 w 2855205"/>
                <a:gd name="connsiteY1108" fmla="*/ 235049 h 648596"/>
                <a:gd name="connsiteX1109" fmla="*/ 2517017 w 2855205"/>
                <a:gd name="connsiteY1109" fmla="*/ 206204 h 648596"/>
                <a:gd name="connsiteX1110" fmla="*/ 2521742 w 2855205"/>
                <a:gd name="connsiteY1110" fmla="*/ 194516 h 648596"/>
                <a:gd name="connsiteX1111" fmla="*/ 2529948 w 2855205"/>
                <a:gd name="connsiteY1111" fmla="*/ 189046 h 648596"/>
                <a:gd name="connsiteX1112" fmla="*/ 2550089 w 2855205"/>
                <a:gd name="connsiteY1112" fmla="*/ 155724 h 648596"/>
                <a:gd name="connsiteX1113" fmla="*/ 2555807 w 2855205"/>
                <a:gd name="connsiteY1113" fmla="*/ 155724 h 648596"/>
                <a:gd name="connsiteX1114" fmla="*/ 2560036 w 2855205"/>
                <a:gd name="connsiteY1114" fmla="*/ 180590 h 648596"/>
                <a:gd name="connsiteX1115" fmla="*/ 2560414 w 2855205"/>
                <a:gd name="connsiteY1115" fmla="*/ 183522 h 648596"/>
                <a:gd name="connsiteX1116" fmla="*/ 2568740 w 2855205"/>
                <a:gd name="connsiteY1116" fmla="*/ 187305 h 648596"/>
                <a:gd name="connsiteX1117" fmla="*/ 2586145 w 2855205"/>
                <a:gd name="connsiteY1117" fmla="*/ 180590 h 648596"/>
                <a:gd name="connsiteX1118" fmla="*/ 2591865 w 2855205"/>
                <a:gd name="connsiteY1118" fmla="*/ 174622 h 648596"/>
                <a:gd name="connsiteX1119" fmla="*/ 2587388 w 2855205"/>
                <a:gd name="connsiteY1119" fmla="*/ 162686 h 648596"/>
                <a:gd name="connsiteX1120" fmla="*/ 2584404 w 2855205"/>
                <a:gd name="connsiteY1120" fmla="*/ 145033 h 648596"/>
                <a:gd name="connsiteX1121" fmla="*/ 2587140 w 2855205"/>
                <a:gd name="connsiteY1121" fmla="*/ 109473 h 648596"/>
                <a:gd name="connsiteX1122" fmla="*/ 2584404 w 2855205"/>
                <a:gd name="connsiteY1122" fmla="*/ 71425 h 648596"/>
                <a:gd name="connsiteX1123" fmla="*/ 2581172 w 2855205"/>
                <a:gd name="connsiteY1123" fmla="*/ 49792 h 648596"/>
                <a:gd name="connsiteX1124" fmla="*/ 2588135 w 2855205"/>
                <a:gd name="connsiteY1124" fmla="*/ 37358 h 648596"/>
                <a:gd name="connsiteX1125" fmla="*/ 2598580 w 2855205"/>
                <a:gd name="connsiteY1125" fmla="*/ 37358 h 648596"/>
                <a:gd name="connsiteX1126" fmla="*/ 2603801 w 2855205"/>
                <a:gd name="connsiteY1126" fmla="*/ 33878 h 648596"/>
                <a:gd name="connsiteX1127" fmla="*/ 2608276 w 2855205"/>
                <a:gd name="connsiteY1127" fmla="*/ 40840 h 648596"/>
                <a:gd name="connsiteX1128" fmla="*/ 2610268 w 2855205"/>
                <a:gd name="connsiteY1128" fmla="*/ 53024 h 648596"/>
                <a:gd name="connsiteX1129" fmla="*/ 2611511 w 2855205"/>
                <a:gd name="connsiteY1129" fmla="*/ 68193 h 648596"/>
                <a:gd name="connsiteX1130" fmla="*/ 2611511 w 2855205"/>
                <a:gd name="connsiteY1130" fmla="*/ 77643 h 648596"/>
                <a:gd name="connsiteX1131" fmla="*/ 2611511 w 2855205"/>
                <a:gd name="connsiteY1131" fmla="*/ 88086 h 648596"/>
                <a:gd name="connsiteX1132" fmla="*/ 2611511 w 2855205"/>
                <a:gd name="connsiteY1132" fmla="*/ 101017 h 648596"/>
                <a:gd name="connsiteX1133" fmla="*/ 2613001 w 2855205"/>
                <a:gd name="connsiteY1133" fmla="*/ 125883 h 648596"/>
                <a:gd name="connsiteX1134" fmla="*/ 2616233 w 2855205"/>
                <a:gd name="connsiteY1134" fmla="*/ 143041 h 648596"/>
                <a:gd name="connsiteX1135" fmla="*/ 2616233 w 2855205"/>
                <a:gd name="connsiteY1135" fmla="*/ 155724 h 648596"/>
                <a:gd name="connsiteX1136" fmla="*/ 2611260 w 2855205"/>
                <a:gd name="connsiteY1136" fmla="*/ 170892 h 648596"/>
                <a:gd name="connsiteX1137" fmla="*/ 2618473 w 2855205"/>
                <a:gd name="connsiteY1137" fmla="*/ 178105 h 648596"/>
                <a:gd name="connsiteX1138" fmla="*/ 2632647 w 2855205"/>
                <a:gd name="connsiteY1138" fmla="*/ 174374 h 648596"/>
                <a:gd name="connsiteX1139" fmla="*/ 2645082 w 2855205"/>
                <a:gd name="connsiteY1139" fmla="*/ 174374 h 648596"/>
                <a:gd name="connsiteX1140" fmla="*/ 2665223 w 2855205"/>
                <a:gd name="connsiteY1140" fmla="*/ 170892 h 648596"/>
                <a:gd name="connsiteX1141" fmla="*/ 2676164 w 2855205"/>
                <a:gd name="connsiteY1141" fmla="*/ 167164 h 648596"/>
                <a:gd name="connsiteX1142" fmla="*/ 2684868 w 2855205"/>
                <a:gd name="connsiteY1142" fmla="*/ 161444 h 648596"/>
                <a:gd name="connsiteX1143" fmla="*/ 2686111 w 2855205"/>
                <a:gd name="connsiteY1143" fmla="*/ 154980 h 648596"/>
                <a:gd name="connsiteX1144" fmla="*/ 2673927 w 2855205"/>
                <a:gd name="connsiteY1144" fmla="*/ 153734 h 648596"/>
                <a:gd name="connsiteX1145" fmla="*/ 2662986 w 2855205"/>
                <a:gd name="connsiteY1145" fmla="*/ 158212 h 648596"/>
                <a:gd name="connsiteX1146" fmla="*/ 2659751 w 2855205"/>
                <a:gd name="connsiteY1146" fmla="*/ 148265 h 648596"/>
                <a:gd name="connsiteX1147" fmla="*/ 2653287 w 2855205"/>
                <a:gd name="connsiteY1147" fmla="*/ 139809 h 648596"/>
                <a:gd name="connsiteX1148" fmla="*/ 2648810 w 2855205"/>
                <a:gd name="connsiteY1148" fmla="*/ 152244 h 648596"/>
                <a:gd name="connsiteX1149" fmla="*/ 2643588 w 2855205"/>
                <a:gd name="connsiteY1149" fmla="*/ 159454 h 648596"/>
                <a:gd name="connsiteX1150" fmla="*/ 2636127 w 2855205"/>
                <a:gd name="connsiteY1150" fmla="*/ 163681 h 648596"/>
                <a:gd name="connsiteX1151" fmla="*/ 2628668 w 2855205"/>
                <a:gd name="connsiteY1151" fmla="*/ 149508 h 648596"/>
                <a:gd name="connsiteX1152" fmla="*/ 2628668 w 2855205"/>
                <a:gd name="connsiteY1152" fmla="*/ 120166 h 648596"/>
                <a:gd name="connsiteX1153" fmla="*/ 2625434 w 2855205"/>
                <a:gd name="connsiteY1153" fmla="*/ 100521 h 648596"/>
                <a:gd name="connsiteX1154" fmla="*/ 2625434 w 2855205"/>
                <a:gd name="connsiteY1154" fmla="*/ 72171 h 648596"/>
                <a:gd name="connsiteX1155" fmla="*/ 2623447 w 2855205"/>
                <a:gd name="connsiteY1155" fmla="*/ 62723 h 648596"/>
                <a:gd name="connsiteX1156" fmla="*/ 2629164 w 2855205"/>
                <a:gd name="connsiteY1156" fmla="*/ 49046 h 648596"/>
                <a:gd name="connsiteX1157" fmla="*/ 2638863 w 2855205"/>
                <a:gd name="connsiteY1157" fmla="*/ 43824 h 648596"/>
                <a:gd name="connsiteX1158" fmla="*/ 2643340 w 2855205"/>
                <a:gd name="connsiteY1158" fmla="*/ 59240 h 648596"/>
                <a:gd name="connsiteX1159" fmla="*/ 2646572 w 2855205"/>
                <a:gd name="connsiteY1159" fmla="*/ 68441 h 648596"/>
                <a:gd name="connsiteX1160" fmla="*/ 2651047 w 2855205"/>
                <a:gd name="connsiteY1160" fmla="*/ 100270 h 648596"/>
                <a:gd name="connsiteX1161" fmla="*/ 2655276 w 2855205"/>
                <a:gd name="connsiteY1161" fmla="*/ 107731 h 648596"/>
                <a:gd name="connsiteX1162" fmla="*/ 2671687 w 2855205"/>
                <a:gd name="connsiteY1162" fmla="*/ 107731 h 648596"/>
                <a:gd name="connsiteX1163" fmla="*/ 2677906 w 2855205"/>
                <a:gd name="connsiteY1163" fmla="*/ 115441 h 648596"/>
                <a:gd name="connsiteX1164" fmla="*/ 2692327 w 2855205"/>
                <a:gd name="connsiteY1164" fmla="*/ 101515 h 648596"/>
                <a:gd name="connsiteX1165" fmla="*/ 2684370 w 2855205"/>
                <a:gd name="connsiteY1165" fmla="*/ 82366 h 648596"/>
                <a:gd name="connsiteX1166" fmla="*/ 2670940 w 2855205"/>
                <a:gd name="connsiteY1166" fmla="*/ 87590 h 648596"/>
                <a:gd name="connsiteX1167" fmla="*/ 2661740 w 2855205"/>
                <a:gd name="connsiteY1167" fmla="*/ 91817 h 648596"/>
                <a:gd name="connsiteX1168" fmla="*/ 2661740 w 2855205"/>
                <a:gd name="connsiteY1168" fmla="*/ 73166 h 648596"/>
                <a:gd name="connsiteX1169" fmla="*/ 2667460 w 2855205"/>
                <a:gd name="connsiteY1169" fmla="*/ 57499 h 648596"/>
                <a:gd name="connsiteX1170" fmla="*/ 2661244 w 2855205"/>
                <a:gd name="connsiteY1170" fmla="*/ 40590 h 648596"/>
                <a:gd name="connsiteX1171" fmla="*/ 2671687 w 2855205"/>
                <a:gd name="connsiteY1171" fmla="*/ 30147 h 648596"/>
                <a:gd name="connsiteX1172" fmla="*/ 2683127 w 2855205"/>
                <a:gd name="connsiteY1172" fmla="*/ 39595 h 648596"/>
                <a:gd name="connsiteX1173" fmla="*/ 2697300 w 2855205"/>
                <a:gd name="connsiteY1173" fmla="*/ 21195 h 648596"/>
                <a:gd name="connsiteX1174" fmla="*/ 2707743 w 2855205"/>
                <a:gd name="connsiteY1174" fmla="*/ 1800 h 648596"/>
                <a:gd name="connsiteX1175" fmla="*/ 2716199 w 2855205"/>
                <a:gd name="connsiteY1175" fmla="*/ 1800 h 648596"/>
                <a:gd name="connsiteX1176" fmla="*/ 2724405 w 2855205"/>
                <a:gd name="connsiteY1176" fmla="*/ 59 h 648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</a:cxnLst>
              <a:rect l="l" t="t" r="r" b="b"/>
              <a:pathLst>
                <a:path w="2855205" h="648596">
                  <a:moveTo>
                    <a:pt x="47995" y="596363"/>
                  </a:moveTo>
                  <a:lnTo>
                    <a:pt x="47000" y="626451"/>
                  </a:lnTo>
                  <a:lnTo>
                    <a:pt x="73110" y="626451"/>
                  </a:lnTo>
                  <a:cubicBezTo>
                    <a:pt x="77702" y="626885"/>
                    <a:pt x="82271" y="625449"/>
                    <a:pt x="85793" y="622473"/>
                  </a:cubicBezTo>
                  <a:cubicBezTo>
                    <a:pt x="88876" y="619301"/>
                    <a:pt x="90419" y="614943"/>
                    <a:pt x="90022" y="610537"/>
                  </a:cubicBezTo>
                  <a:cubicBezTo>
                    <a:pt x="90361" y="606508"/>
                    <a:pt x="88798" y="602551"/>
                    <a:pt x="85793" y="599843"/>
                  </a:cubicBezTo>
                  <a:cubicBezTo>
                    <a:pt x="81976" y="597314"/>
                    <a:pt x="77436" y="596092"/>
                    <a:pt x="72862" y="596363"/>
                  </a:cubicBezTo>
                  <a:close/>
                  <a:moveTo>
                    <a:pt x="46254" y="551851"/>
                  </a:moveTo>
                  <a:lnTo>
                    <a:pt x="47000" y="576718"/>
                  </a:lnTo>
                  <a:lnTo>
                    <a:pt x="71867" y="576718"/>
                  </a:lnTo>
                  <a:cubicBezTo>
                    <a:pt x="76180" y="577089"/>
                    <a:pt x="80488" y="575945"/>
                    <a:pt x="84051" y="573486"/>
                  </a:cubicBezTo>
                  <a:cubicBezTo>
                    <a:pt x="86874" y="570985"/>
                    <a:pt x="88351" y="567296"/>
                    <a:pt x="88030" y="563539"/>
                  </a:cubicBezTo>
                  <a:cubicBezTo>
                    <a:pt x="88223" y="560103"/>
                    <a:pt x="86623" y="556811"/>
                    <a:pt x="83803" y="554835"/>
                  </a:cubicBezTo>
                  <a:cubicBezTo>
                    <a:pt x="79984" y="552561"/>
                    <a:pt x="75554" y="551520"/>
                    <a:pt x="71121" y="551851"/>
                  </a:cubicBezTo>
                  <a:close/>
                  <a:moveTo>
                    <a:pt x="1579290" y="549614"/>
                  </a:moveTo>
                  <a:cubicBezTo>
                    <a:pt x="1571110" y="549488"/>
                    <a:pt x="1563393" y="553394"/>
                    <a:pt x="1558652" y="560059"/>
                  </a:cubicBezTo>
                  <a:cubicBezTo>
                    <a:pt x="1553175" y="568828"/>
                    <a:pt x="1550567" y="579083"/>
                    <a:pt x="1551191" y="589401"/>
                  </a:cubicBezTo>
                  <a:cubicBezTo>
                    <a:pt x="1550624" y="599480"/>
                    <a:pt x="1553235" y="609482"/>
                    <a:pt x="1558652" y="617998"/>
                  </a:cubicBezTo>
                  <a:cubicBezTo>
                    <a:pt x="1563393" y="624663"/>
                    <a:pt x="1571113" y="628566"/>
                    <a:pt x="1579290" y="628443"/>
                  </a:cubicBezTo>
                  <a:cubicBezTo>
                    <a:pt x="1587469" y="628569"/>
                    <a:pt x="1595186" y="624663"/>
                    <a:pt x="1599930" y="617998"/>
                  </a:cubicBezTo>
                  <a:cubicBezTo>
                    <a:pt x="1605433" y="609511"/>
                    <a:pt x="1608130" y="599507"/>
                    <a:pt x="1607639" y="589401"/>
                  </a:cubicBezTo>
                  <a:cubicBezTo>
                    <a:pt x="1608187" y="579057"/>
                    <a:pt x="1605491" y="568800"/>
                    <a:pt x="1599930" y="560059"/>
                  </a:cubicBezTo>
                  <a:cubicBezTo>
                    <a:pt x="1595186" y="553394"/>
                    <a:pt x="1587469" y="549491"/>
                    <a:pt x="1579290" y="549614"/>
                  </a:cubicBezTo>
                  <a:close/>
                  <a:moveTo>
                    <a:pt x="2575455" y="549613"/>
                  </a:moveTo>
                  <a:cubicBezTo>
                    <a:pt x="2567275" y="549491"/>
                    <a:pt x="2559558" y="553394"/>
                    <a:pt x="2554817" y="560059"/>
                  </a:cubicBezTo>
                  <a:cubicBezTo>
                    <a:pt x="2549340" y="568828"/>
                    <a:pt x="2546732" y="579083"/>
                    <a:pt x="2547356" y="589403"/>
                  </a:cubicBezTo>
                  <a:cubicBezTo>
                    <a:pt x="2546789" y="599480"/>
                    <a:pt x="2549400" y="609481"/>
                    <a:pt x="2554817" y="617997"/>
                  </a:cubicBezTo>
                  <a:cubicBezTo>
                    <a:pt x="2559558" y="624662"/>
                    <a:pt x="2567278" y="628568"/>
                    <a:pt x="2575455" y="628443"/>
                  </a:cubicBezTo>
                  <a:cubicBezTo>
                    <a:pt x="2583634" y="628568"/>
                    <a:pt x="2591351" y="624662"/>
                    <a:pt x="2596095" y="617997"/>
                  </a:cubicBezTo>
                  <a:cubicBezTo>
                    <a:pt x="2601512" y="609481"/>
                    <a:pt x="2604120" y="599480"/>
                    <a:pt x="2603554" y="589403"/>
                  </a:cubicBezTo>
                  <a:cubicBezTo>
                    <a:pt x="2604177" y="579083"/>
                    <a:pt x="2601569" y="568828"/>
                    <a:pt x="2596095" y="560059"/>
                  </a:cubicBezTo>
                  <a:cubicBezTo>
                    <a:pt x="2591351" y="553394"/>
                    <a:pt x="2583634" y="549491"/>
                    <a:pt x="2575455" y="549613"/>
                  </a:cubicBezTo>
                  <a:close/>
                  <a:moveTo>
                    <a:pt x="2363342" y="549613"/>
                  </a:moveTo>
                  <a:cubicBezTo>
                    <a:pt x="2355162" y="549491"/>
                    <a:pt x="2347445" y="553394"/>
                    <a:pt x="2342704" y="560059"/>
                  </a:cubicBezTo>
                  <a:cubicBezTo>
                    <a:pt x="2337227" y="568828"/>
                    <a:pt x="2334619" y="579083"/>
                    <a:pt x="2335243" y="589403"/>
                  </a:cubicBezTo>
                  <a:cubicBezTo>
                    <a:pt x="2334676" y="599480"/>
                    <a:pt x="2337287" y="609481"/>
                    <a:pt x="2342704" y="617997"/>
                  </a:cubicBezTo>
                  <a:cubicBezTo>
                    <a:pt x="2347257" y="624879"/>
                    <a:pt x="2355102" y="628847"/>
                    <a:pt x="2363342" y="628443"/>
                  </a:cubicBezTo>
                  <a:cubicBezTo>
                    <a:pt x="2371521" y="628568"/>
                    <a:pt x="2379238" y="624662"/>
                    <a:pt x="2383982" y="617997"/>
                  </a:cubicBezTo>
                  <a:cubicBezTo>
                    <a:pt x="2389399" y="609481"/>
                    <a:pt x="2392007" y="599480"/>
                    <a:pt x="2391441" y="589403"/>
                  </a:cubicBezTo>
                  <a:cubicBezTo>
                    <a:pt x="2392064" y="579083"/>
                    <a:pt x="2389456" y="568828"/>
                    <a:pt x="2383982" y="560059"/>
                  </a:cubicBezTo>
                  <a:cubicBezTo>
                    <a:pt x="2379238" y="553394"/>
                    <a:pt x="2371521" y="549491"/>
                    <a:pt x="2363342" y="549613"/>
                  </a:cubicBezTo>
                  <a:close/>
                  <a:moveTo>
                    <a:pt x="2758680" y="533059"/>
                  </a:moveTo>
                  <a:lnTo>
                    <a:pt x="2771611" y="533059"/>
                  </a:lnTo>
                  <a:lnTo>
                    <a:pt x="2784294" y="533059"/>
                  </a:lnTo>
                  <a:lnTo>
                    <a:pt x="2805928" y="581798"/>
                  </a:lnTo>
                  <a:lnTo>
                    <a:pt x="2826318" y="533059"/>
                  </a:lnTo>
                  <a:lnTo>
                    <a:pt x="2838502" y="533059"/>
                  </a:lnTo>
                  <a:lnTo>
                    <a:pt x="2850686" y="533059"/>
                  </a:lnTo>
                  <a:lnTo>
                    <a:pt x="2816371" y="602686"/>
                  </a:lnTo>
                  <a:lnTo>
                    <a:pt x="2816371" y="645705"/>
                  </a:lnTo>
                  <a:lnTo>
                    <a:pt x="2805678" y="645705"/>
                  </a:lnTo>
                  <a:lnTo>
                    <a:pt x="2794736" y="645705"/>
                  </a:lnTo>
                  <a:lnTo>
                    <a:pt x="2794736" y="603185"/>
                  </a:lnTo>
                  <a:close/>
                  <a:moveTo>
                    <a:pt x="2437153" y="533059"/>
                  </a:moveTo>
                  <a:lnTo>
                    <a:pt x="2447846" y="533059"/>
                  </a:lnTo>
                  <a:lnTo>
                    <a:pt x="2458788" y="533059"/>
                  </a:lnTo>
                  <a:lnTo>
                    <a:pt x="2458788" y="625564"/>
                  </a:lnTo>
                  <a:lnTo>
                    <a:pt x="2510511" y="625564"/>
                  </a:lnTo>
                  <a:lnTo>
                    <a:pt x="2510511" y="635511"/>
                  </a:lnTo>
                  <a:lnTo>
                    <a:pt x="2510511" y="645705"/>
                  </a:lnTo>
                  <a:lnTo>
                    <a:pt x="2437153" y="645705"/>
                  </a:lnTo>
                  <a:close/>
                  <a:moveTo>
                    <a:pt x="2207880" y="533059"/>
                  </a:moveTo>
                  <a:lnTo>
                    <a:pt x="2219318" y="533059"/>
                  </a:lnTo>
                  <a:lnTo>
                    <a:pt x="2230510" y="533059"/>
                  </a:lnTo>
                  <a:lnTo>
                    <a:pt x="2272286" y="612134"/>
                  </a:lnTo>
                  <a:lnTo>
                    <a:pt x="2272286" y="533059"/>
                  </a:lnTo>
                  <a:lnTo>
                    <a:pt x="2282232" y="533059"/>
                  </a:lnTo>
                  <a:lnTo>
                    <a:pt x="2292427" y="533059"/>
                  </a:lnTo>
                  <a:lnTo>
                    <a:pt x="2292427" y="645705"/>
                  </a:lnTo>
                  <a:lnTo>
                    <a:pt x="2281734" y="645705"/>
                  </a:lnTo>
                  <a:lnTo>
                    <a:pt x="2270792" y="645705"/>
                  </a:lnTo>
                  <a:lnTo>
                    <a:pt x="2228022" y="564390"/>
                  </a:lnTo>
                  <a:lnTo>
                    <a:pt x="2228022" y="645705"/>
                  </a:lnTo>
                  <a:lnTo>
                    <a:pt x="2218075" y="645705"/>
                  </a:lnTo>
                  <a:lnTo>
                    <a:pt x="2207880" y="645705"/>
                  </a:lnTo>
                  <a:close/>
                  <a:moveTo>
                    <a:pt x="2097970" y="533059"/>
                  </a:moveTo>
                  <a:lnTo>
                    <a:pt x="2108911" y="533059"/>
                  </a:lnTo>
                  <a:lnTo>
                    <a:pt x="2119853" y="533059"/>
                  </a:lnTo>
                  <a:lnTo>
                    <a:pt x="2119853" y="575084"/>
                  </a:lnTo>
                  <a:lnTo>
                    <a:pt x="2160386" y="575084"/>
                  </a:lnTo>
                  <a:lnTo>
                    <a:pt x="2160386" y="533059"/>
                  </a:lnTo>
                  <a:lnTo>
                    <a:pt x="2171079" y="533059"/>
                  </a:lnTo>
                  <a:lnTo>
                    <a:pt x="2182018" y="533059"/>
                  </a:lnTo>
                  <a:lnTo>
                    <a:pt x="2182018" y="645705"/>
                  </a:lnTo>
                  <a:lnTo>
                    <a:pt x="2171079" y="645705"/>
                  </a:lnTo>
                  <a:lnTo>
                    <a:pt x="2160386" y="645705"/>
                  </a:lnTo>
                  <a:lnTo>
                    <a:pt x="2160386" y="594729"/>
                  </a:lnTo>
                  <a:lnTo>
                    <a:pt x="2119853" y="594729"/>
                  </a:lnTo>
                  <a:lnTo>
                    <a:pt x="2119853" y="645705"/>
                  </a:lnTo>
                  <a:lnTo>
                    <a:pt x="2108911" y="645705"/>
                  </a:lnTo>
                  <a:lnTo>
                    <a:pt x="2097970" y="645705"/>
                  </a:lnTo>
                  <a:close/>
                  <a:moveTo>
                    <a:pt x="1886601" y="533059"/>
                  </a:moveTo>
                  <a:lnTo>
                    <a:pt x="1962943" y="533059"/>
                  </a:lnTo>
                  <a:lnTo>
                    <a:pt x="1962943" y="543006"/>
                  </a:lnTo>
                  <a:lnTo>
                    <a:pt x="1962943" y="552953"/>
                  </a:lnTo>
                  <a:lnTo>
                    <a:pt x="1908236" y="552953"/>
                  </a:lnTo>
                  <a:lnTo>
                    <a:pt x="1908236" y="576825"/>
                  </a:lnTo>
                  <a:lnTo>
                    <a:pt x="1958964" y="576825"/>
                  </a:lnTo>
                  <a:lnTo>
                    <a:pt x="1958964" y="586524"/>
                  </a:lnTo>
                  <a:lnTo>
                    <a:pt x="1958964" y="596220"/>
                  </a:lnTo>
                  <a:lnTo>
                    <a:pt x="1908236" y="596220"/>
                  </a:lnTo>
                  <a:lnTo>
                    <a:pt x="1908236" y="625564"/>
                  </a:lnTo>
                  <a:lnTo>
                    <a:pt x="1965428" y="625564"/>
                  </a:lnTo>
                  <a:lnTo>
                    <a:pt x="1965428" y="635511"/>
                  </a:lnTo>
                  <a:lnTo>
                    <a:pt x="1965428" y="645705"/>
                  </a:lnTo>
                  <a:lnTo>
                    <a:pt x="1886601" y="645705"/>
                  </a:lnTo>
                  <a:close/>
                  <a:moveTo>
                    <a:pt x="1652606" y="533059"/>
                  </a:moveTo>
                  <a:lnTo>
                    <a:pt x="1726460" y="533059"/>
                  </a:lnTo>
                  <a:lnTo>
                    <a:pt x="1726460" y="543006"/>
                  </a:lnTo>
                  <a:lnTo>
                    <a:pt x="1726460" y="552953"/>
                  </a:lnTo>
                  <a:lnTo>
                    <a:pt x="1674241" y="552953"/>
                  </a:lnTo>
                  <a:lnTo>
                    <a:pt x="1674241" y="578566"/>
                  </a:lnTo>
                  <a:lnTo>
                    <a:pt x="1719748" y="578566"/>
                  </a:lnTo>
                  <a:lnTo>
                    <a:pt x="1719748" y="588265"/>
                  </a:lnTo>
                  <a:lnTo>
                    <a:pt x="1719748" y="597961"/>
                  </a:lnTo>
                  <a:lnTo>
                    <a:pt x="1674241" y="597961"/>
                  </a:lnTo>
                  <a:lnTo>
                    <a:pt x="1674241" y="645705"/>
                  </a:lnTo>
                  <a:lnTo>
                    <a:pt x="1663548" y="645705"/>
                  </a:lnTo>
                  <a:lnTo>
                    <a:pt x="1652606" y="645705"/>
                  </a:lnTo>
                  <a:close/>
                  <a:moveTo>
                    <a:pt x="1386533" y="533059"/>
                  </a:moveTo>
                  <a:lnTo>
                    <a:pt x="1462874" y="533059"/>
                  </a:lnTo>
                  <a:lnTo>
                    <a:pt x="1462874" y="543006"/>
                  </a:lnTo>
                  <a:lnTo>
                    <a:pt x="1462874" y="552953"/>
                  </a:lnTo>
                  <a:lnTo>
                    <a:pt x="1408168" y="552953"/>
                  </a:lnTo>
                  <a:lnTo>
                    <a:pt x="1408168" y="576825"/>
                  </a:lnTo>
                  <a:lnTo>
                    <a:pt x="1458896" y="576825"/>
                  </a:lnTo>
                  <a:lnTo>
                    <a:pt x="1458896" y="586524"/>
                  </a:lnTo>
                  <a:lnTo>
                    <a:pt x="1458896" y="596220"/>
                  </a:lnTo>
                  <a:lnTo>
                    <a:pt x="1408168" y="596220"/>
                  </a:lnTo>
                  <a:lnTo>
                    <a:pt x="1408168" y="625564"/>
                  </a:lnTo>
                  <a:lnTo>
                    <a:pt x="1465112" y="625564"/>
                  </a:lnTo>
                  <a:lnTo>
                    <a:pt x="1465112" y="635511"/>
                  </a:lnTo>
                  <a:lnTo>
                    <a:pt x="1465112" y="645705"/>
                  </a:lnTo>
                  <a:lnTo>
                    <a:pt x="1386533" y="645705"/>
                  </a:lnTo>
                  <a:close/>
                  <a:moveTo>
                    <a:pt x="1040635" y="533059"/>
                  </a:moveTo>
                  <a:lnTo>
                    <a:pt x="1051577" y="533059"/>
                  </a:lnTo>
                  <a:lnTo>
                    <a:pt x="1062518" y="533059"/>
                  </a:lnTo>
                  <a:lnTo>
                    <a:pt x="1062518" y="645705"/>
                  </a:lnTo>
                  <a:lnTo>
                    <a:pt x="1051577" y="645705"/>
                  </a:lnTo>
                  <a:lnTo>
                    <a:pt x="1040635" y="645705"/>
                  </a:lnTo>
                  <a:close/>
                  <a:moveTo>
                    <a:pt x="735271" y="533059"/>
                  </a:moveTo>
                  <a:lnTo>
                    <a:pt x="746460" y="533059"/>
                  </a:lnTo>
                  <a:lnTo>
                    <a:pt x="757900" y="533059"/>
                  </a:lnTo>
                  <a:lnTo>
                    <a:pt x="799428" y="612134"/>
                  </a:lnTo>
                  <a:lnTo>
                    <a:pt x="799428" y="533059"/>
                  </a:lnTo>
                  <a:lnTo>
                    <a:pt x="809623" y="533059"/>
                  </a:lnTo>
                  <a:lnTo>
                    <a:pt x="819818" y="533059"/>
                  </a:lnTo>
                  <a:lnTo>
                    <a:pt x="819818" y="645705"/>
                  </a:lnTo>
                  <a:lnTo>
                    <a:pt x="808876" y="645705"/>
                  </a:lnTo>
                  <a:lnTo>
                    <a:pt x="798183" y="645705"/>
                  </a:lnTo>
                  <a:lnTo>
                    <a:pt x="755412" y="564390"/>
                  </a:lnTo>
                  <a:lnTo>
                    <a:pt x="755412" y="645705"/>
                  </a:lnTo>
                  <a:lnTo>
                    <a:pt x="745218" y="645705"/>
                  </a:lnTo>
                  <a:lnTo>
                    <a:pt x="735271" y="645705"/>
                  </a:lnTo>
                  <a:close/>
                  <a:moveTo>
                    <a:pt x="688521" y="533059"/>
                  </a:moveTo>
                  <a:lnTo>
                    <a:pt x="699462" y="533059"/>
                  </a:lnTo>
                  <a:lnTo>
                    <a:pt x="710156" y="533059"/>
                  </a:lnTo>
                  <a:lnTo>
                    <a:pt x="710156" y="645705"/>
                  </a:lnTo>
                  <a:lnTo>
                    <a:pt x="699462" y="645705"/>
                  </a:lnTo>
                  <a:lnTo>
                    <a:pt x="688521" y="645705"/>
                  </a:lnTo>
                  <a:close/>
                  <a:moveTo>
                    <a:pt x="415235" y="533059"/>
                  </a:moveTo>
                  <a:lnTo>
                    <a:pt x="426424" y="533059"/>
                  </a:lnTo>
                  <a:lnTo>
                    <a:pt x="437864" y="533059"/>
                  </a:lnTo>
                  <a:lnTo>
                    <a:pt x="479392" y="612134"/>
                  </a:lnTo>
                  <a:lnTo>
                    <a:pt x="479392" y="533059"/>
                  </a:lnTo>
                  <a:lnTo>
                    <a:pt x="489587" y="533059"/>
                  </a:lnTo>
                  <a:lnTo>
                    <a:pt x="499782" y="533059"/>
                  </a:lnTo>
                  <a:lnTo>
                    <a:pt x="499782" y="645705"/>
                  </a:lnTo>
                  <a:lnTo>
                    <a:pt x="488840" y="645705"/>
                  </a:lnTo>
                  <a:lnTo>
                    <a:pt x="478147" y="645705"/>
                  </a:lnTo>
                  <a:lnTo>
                    <a:pt x="435376" y="564390"/>
                  </a:lnTo>
                  <a:lnTo>
                    <a:pt x="435376" y="645705"/>
                  </a:lnTo>
                  <a:lnTo>
                    <a:pt x="425182" y="645705"/>
                  </a:lnTo>
                  <a:lnTo>
                    <a:pt x="415235" y="645705"/>
                  </a:lnTo>
                  <a:close/>
                  <a:moveTo>
                    <a:pt x="368485" y="533059"/>
                  </a:moveTo>
                  <a:lnTo>
                    <a:pt x="379426" y="533059"/>
                  </a:lnTo>
                  <a:lnTo>
                    <a:pt x="390120" y="533059"/>
                  </a:lnTo>
                  <a:lnTo>
                    <a:pt x="390120" y="645705"/>
                  </a:lnTo>
                  <a:lnTo>
                    <a:pt x="379426" y="645705"/>
                  </a:lnTo>
                  <a:lnTo>
                    <a:pt x="368485" y="645705"/>
                  </a:lnTo>
                  <a:close/>
                  <a:moveTo>
                    <a:pt x="236442" y="533059"/>
                  </a:moveTo>
                  <a:lnTo>
                    <a:pt x="247383" y="533059"/>
                  </a:lnTo>
                  <a:lnTo>
                    <a:pt x="258077" y="533059"/>
                  </a:lnTo>
                  <a:lnTo>
                    <a:pt x="258077" y="645705"/>
                  </a:lnTo>
                  <a:lnTo>
                    <a:pt x="247383" y="645705"/>
                  </a:lnTo>
                  <a:lnTo>
                    <a:pt x="236442" y="645705"/>
                  </a:lnTo>
                  <a:close/>
                  <a:moveTo>
                    <a:pt x="136231" y="533059"/>
                  </a:moveTo>
                  <a:lnTo>
                    <a:pt x="212573" y="533059"/>
                  </a:lnTo>
                  <a:lnTo>
                    <a:pt x="212573" y="543006"/>
                  </a:lnTo>
                  <a:lnTo>
                    <a:pt x="212573" y="552953"/>
                  </a:lnTo>
                  <a:lnTo>
                    <a:pt x="157866" y="552953"/>
                  </a:lnTo>
                  <a:lnTo>
                    <a:pt x="157866" y="576825"/>
                  </a:lnTo>
                  <a:lnTo>
                    <a:pt x="208594" y="576825"/>
                  </a:lnTo>
                  <a:lnTo>
                    <a:pt x="208594" y="586524"/>
                  </a:lnTo>
                  <a:lnTo>
                    <a:pt x="208594" y="596220"/>
                  </a:lnTo>
                  <a:lnTo>
                    <a:pt x="157866" y="596220"/>
                  </a:lnTo>
                  <a:lnTo>
                    <a:pt x="157866" y="625564"/>
                  </a:lnTo>
                  <a:lnTo>
                    <a:pt x="214810" y="625564"/>
                  </a:lnTo>
                  <a:lnTo>
                    <a:pt x="214810" y="635511"/>
                  </a:lnTo>
                  <a:lnTo>
                    <a:pt x="214810" y="645705"/>
                  </a:lnTo>
                  <a:lnTo>
                    <a:pt x="136231" y="645705"/>
                  </a:lnTo>
                  <a:close/>
                  <a:moveTo>
                    <a:pt x="1180926" y="532952"/>
                  </a:moveTo>
                  <a:lnTo>
                    <a:pt x="1202561" y="532952"/>
                  </a:lnTo>
                  <a:lnTo>
                    <a:pt x="1202561" y="604072"/>
                  </a:lnTo>
                  <a:cubicBezTo>
                    <a:pt x="1202143" y="610508"/>
                    <a:pt x="1203892" y="616899"/>
                    <a:pt x="1207534" y="622224"/>
                  </a:cubicBezTo>
                  <a:cubicBezTo>
                    <a:pt x="1211429" y="626404"/>
                    <a:pt x="1217003" y="628597"/>
                    <a:pt x="1222702" y="628192"/>
                  </a:cubicBezTo>
                  <a:cubicBezTo>
                    <a:pt x="1228474" y="628772"/>
                    <a:pt x="1234210" y="626770"/>
                    <a:pt x="1238369" y="622720"/>
                  </a:cubicBezTo>
                  <a:cubicBezTo>
                    <a:pt x="1241854" y="617160"/>
                    <a:pt x="1243425" y="610609"/>
                    <a:pt x="1242843" y="604072"/>
                  </a:cubicBezTo>
                  <a:lnTo>
                    <a:pt x="1242843" y="532952"/>
                  </a:lnTo>
                  <a:lnTo>
                    <a:pt x="1264726" y="532952"/>
                  </a:lnTo>
                  <a:lnTo>
                    <a:pt x="1264726" y="602827"/>
                  </a:lnTo>
                  <a:cubicBezTo>
                    <a:pt x="1265903" y="615269"/>
                    <a:pt x="1262353" y="627699"/>
                    <a:pt x="1254779" y="637640"/>
                  </a:cubicBezTo>
                  <a:cubicBezTo>
                    <a:pt x="1236074" y="652245"/>
                    <a:pt x="1209829" y="652245"/>
                    <a:pt x="1191121" y="637640"/>
                  </a:cubicBezTo>
                  <a:cubicBezTo>
                    <a:pt x="1183581" y="627863"/>
                    <a:pt x="1179947" y="615632"/>
                    <a:pt x="1180926" y="603326"/>
                  </a:cubicBezTo>
                  <a:close/>
                  <a:moveTo>
                    <a:pt x="1783654" y="532811"/>
                  </a:moveTo>
                  <a:lnTo>
                    <a:pt x="1867953" y="532811"/>
                  </a:lnTo>
                  <a:lnTo>
                    <a:pt x="1867953" y="543006"/>
                  </a:lnTo>
                  <a:lnTo>
                    <a:pt x="1867953" y="552953"/>
                  </a:lnTo>
                  <a:lnTo>
                    <a:pt x="1836619" y="552953"/>
                  </a:lnTo>
                  <a:lnTo>
                    <a:pt x="1836619" y="645708"/>
                  </a:lnTo>
                  <a:lnTo>
                    <a:pt x="1825926" y="645708"/>
                  </a:lnTo>
                  <a:lnTo>
                    <a:pt x="1814987" y="645708"/>
                  </a:lnTo>
                  <a:lnTo>
                    <a:pt x="1814987" y="552953"/>
                  </a:lnTo>
                  <a:lnTo>
                    <a:pt x="1783654" y="552953"/>
                  </a:lnTo>
                  <a:lnTo>
                    <a:pt x="1783654" y="543006"/>
                  </a:lnTo>
                  <a:close/>
                  <a:moveTo>
                    <a:pt x="1283583" y="532811"/>
                  </a:moveTo>
                  <a:lnTo>
                    <a:pt x="1367882" y="532811"/>
                  </a:lnTo>
                  <a:lnTo>
                    <a:pt x="1367882" y="543006"/>
                  </a:lnTo>
                  <a:lnTo>
                    <a:pt x="1367882" y="552953"/>
                  </a:lnTo>
                  <a:lnTo>
                    <a:pt x="1336548" y="552953"/>
                  </a:lnTo>
                  <a:lnTo>
                    <a:pt x="1336548" y="645708"/>
                  </a:lnTo>
                  <a:lnTo>
                    <a:pt x="1325607" y="645708"/>
                  </a:lnTo>
                  <a:lnTo>
                    <a:pt x="1314914" y="645708"/>
                  </a:lnTo>
                  <a:lnTo>
                    <a:pt x="1314914" y="552953"/>
                  </a:lnTo>
                  <a:lnTo>
                    <a:pt x="1283583" y="552953"/>
                  </a:lnTo>
                  <a:lnTo>
                    <a:pt x="1283583" y="543006"/>
                  </a:lnTo>
                  <a:close/>
                  <a:moveTo>
                    <a:pt x="1079427" y="532811"/>
                  </a:moveTo>
                  <a:lnTo>
                    <a:pt x="1163726" y="532811"/>
                  </a:lnTo>
                  <a:lnTo>
                    <a:pt x="1163726" y="543006"/>
                  </a:lnTo>
                  <a:lnTo>
                    <a:pt x="1163726" y="552953"/>
                  </a:lnTo>
                  <a:lnTo>
                    <a:pt x="1132392" y="552953"/>
                  </a:lnTo>
                  <a:lnTo>
                    <a:pt x="1132392" y="645708"/>
                  </a:lnTo>
                  <a:lnTo>
                    <a:pt x="1121699" y="645708"/>
                  </a:lnTo>
                  <a:lnTo>
                    <a:pt x="1110758" y="645708"/>
                  </a:lnTo>
                  <a:lnTo>
                    <a:pt x="1110758" y="552953"/>
                  </a:lnTo>
                  <a:lnTo>
                    <a:pt x="1079427" y="552953"/>
                  </a:lnTo>
                  <a:lnTo>
                    <a:pt x="1079427" y="543006"/>
                  </a:lnTo>
                  <a:close/>
                  <a:moveTo>
                    <a:pt x="939427" y="532811"/>
                  </a:moveTo>
                  <a:lnTo>
                    <a:pt x="1023726" y="532811"/>
                  </a:lnTo>
                  <a:lnTo>
                    <a:pt x="1023726" y="543006"/>
                  </a:lnTo>
                  <a:lnTo>
                    <a:pt x="1023726" y="552953"/>
                  </a:lnTo>
                  <a:lnTo>
                    <a:pt x="992392" y="552953"/>
                  </a:lnTo>
                  <a:lnTo>
                    <a:pt x="992392" y="645708"/>
                  </a:lnTo>
                  <a:lnTo>
                    <a:pt x="981702" y="645708"/>
                  </a:lnTo>
                  <a:lnTo>
                    <a:pt x="970758" y="645708"/>
                  </a:lnTo>
                  <a:lnTo>
                    <a:pt x="970758" y="552953"/>
                  </a:lnTo>
                  <a:lnTo>
                    <a:pt x="939427" y="552953"/>
                  </a:lnTo>
                  <a:lnTo>
                    <a:pt x="939427" y="543006"/>
                  </a:lnTo>
                  <a:close/>
                  <a:moveTo>
                    <a:pt x="320535" y="532456"/>
                  </a:moveTo>
                  <a:lnTo>
                    <a:pt x="342170" y="532456"/>
                  </a:lnTo>
                  <a:lnTo>
                    <a:pt x="342170" y="612528"/>
                  </a:lnTo>
                  <a:cubicBezTo>
                    <a:pt x="342554" y="621579"/>
                    <a:pt x="339538" y="630450"/>
                    <a:pt x="333714" y="637395"/>
                  </a:cubicBezTo>
                  <a:cubicBezTo>
                    <a:pt x="326973" y="643587"/>
                    <a:pt x="317979" y="646736"/>
                    <a:pt x="308847" y="646096"/>
                  </a:cubicBezTo>
                  <a:cubicBezTo>
                    <a:pt x="299543" y="646629"/>
                    <a:pt x="290468" y="643091"/>
                    <a:pt x="283980" y="636398"/>
                  </a:cubicBezTo>
                  <a:cubicBezTo>
                    <a:pt x="277903" y="627712"/>
                    <a:pt x="275245" y="617084"/>
                    <a:pt x="276521" y="606558"/>
                  </a:cubicBezTo>
                  <a:lnTo>
                    <a:pt x="276521" y="599846"/>
                  </a:lnTo>
                  <a:lnTo>
                    <a:pt x="297159" y="599846"/>
                  </a:lnTo>
                  <a:lnTo>
                    <a:pt x="297159" y="606560"/>
                  </a:lnTo>
                  <a:cubicBezTo>
                    <a:pt x="296613" y="611774"/>
                    <a:pt x="297561" y="617034"/>
                    <a:pt x="299895" y="621728"/>
                  </a:cubicBezTo>
                  <a:cubicBezTo>
                    <a:pt x="301897" y="625119"/>
                    <a:pt x="305672" y="627054"/>
                    <a:pt x="309594" y="626702"/>
                  </a:cubicBezTo>
                  <a:cubicBezTo>
                    <a:pt x="313035" y="627023"/>
                    <a:pt x="316428" y="625738"/>
                    <a:pt x="318794" y="623219"/>
                  </a:cubicBezTo>
                  <a:cubicBezTo>
                    <a:pt x="320987" y="619648"/>
                    <a:pt x="321947" y="615455"/>
                    <a:pt x="321530" y="611283"/>
                  </a:cubicBezTo>
                  <a:close/>
                  <a:moveTo>
                    <a:pt x="26112" y="532456"/>
                  </a:moveTo>
                  <a:lnTo>
                    <a:pt x="75846" y="532456"/>
                  </a:lnTo>
                  <a:cubicBezTo>
                    <a:pt x="84399" y="532054"/>
                    <a:pt x="92800" y="534798"/>
                    <a:pt x="99470" y="540163"/>
                  </a:cubicBezTo>
                  <a:cubicBezTo>
                    <a:pt x="105214" y="545552"/>
                    <a:pt x="108305" y="553188"/>
                    <a:pt x="107924" y="561051"/>
                  </a:cubicBezTo>
                  <a:cubicBezTo>
                    <a:pt x="108474" y="569353"/>
                    <a:pt x="104833" y="577381"/>
                    <a:pt x="98225" y="582438"/>
                  </a:cubicBezTo>
                  <a:lnTo>
                    <a:pt x="94745" y="584675"/>
                  </a:lnTo>
                  <a:cubicBezTo>
                    <a:pt x="97087" y="585560"/>
                    <a:pt x="99272" y="586821"/>
                    <a:pt x="101212" y="588406"/>
                  </a:cubicBezTo>
                  <a:cubicBezTo>
                    <a:pt x="107986" y="593458"/>
                    <a:pt x="111735" y="601605"/>
                    <a:pt x="111158" y="610041"/>
                  </a:cubicBezTo>
                  <a:cubicBezTo>
                    <a:pt x="112007" y="620269"/>
                    <a:pt x="108166" y="630333"/>
                    <a:pt x="100713" y="637393"/>
                  </a:cubicBezTo>
                  <a:cubicBezTo>
                    <a:pt x="92659" y="644094"/>
                    <a:pt x="82313" y="647394"/>
                    <a:pt x="71867" y="646593"/>
                  </a:cubicBezTo>
                  <a:lnTo>
                    <a:pt x="26112" y="646593"/>
                  </a:lnTo>
                  <a:close/>
                  <a:moveTo>
                    <a:pt x="2573817" y="529919"/>
                  </a:moveTo>
                  <a:cubicBezTo>
                    <a:pt x="2586538" y="529500"/>
                    <a:pt x="2599419" y="533935"/>
                    <a:pt x="2609446" y="543322"/>
                  </a:cubicBezTo>
                  <a:cubicBezTo>
                    <a:pt x="2610242" y="544066"/>
                    <a:pt x="2611015" y="544838"/>
                    <a:pt x="2611762" y="545635"/>
                  </a:cubicBezTo>
                  <a:cubicBezTo>
                    <a:pt x="2621262" y="558278"/>
                    <a:pt x="2626016" y="573859"/>
                    <a:pt x="2625188" y="589651"/>
                  </a:cubicBezTo>
                  <a:cubicBezTo>
                    <a:pt x="2626024" y="605059"/>
                    <a:pt x="2621254" y="620253"/>
                    <a:pt x="2611762" y="632421"/>
                  </a:cubicBezTo>
                  <a:cubicBezTo>
                    <a:pt x="2592988" y="652471"/>
                    <a:pt x="2561516" y="653508"/>
                    <a:pt x="2541464" y="634734"/>
                  </a:cubicBezTo>
                  <a:cubicBezTo>
                    <a:pt x="2540667" y="633990"/>
                    <a:pt x="2539895" y="633218"/>
                    <a:pt x="2539148" y="632421"/>
                  </a:cubicBezTo>
                  <a:cubicBezTo>
                    <a:pt x="2529656" y="620253"/>
                    <a:pt x="2524886" y="605059"/>
                    <a:pt x="2525721" y="589651"/>
                  </a:cubicBezTo>
                  <a:cubicBezTo>
                    <a:pt x="2524894" y="573859"/>
                    <a:pt x="2529648" y="558278"/>
                    <a:pt x="2539148" y="545635"/>
                  </a:cubicBezTo>
                  <a:cubicBezTo>
                    <a:pt x="2548535" y="535610"/>
                    <a:pt x="2561096" y="530338"/>
                    <a:pt x="2573817" y="529919"/>
                  </a:cubicBezTo>
                  <a:close/>
                  <a:moveTo>
                    <a:pt x="2361704" y="529919"/>
                  </a:moveTo>
                  <a:cubicBezTo>
                    <a:pt x="2374425" y="529500"/>
                    <a:pt x="2387307" y="533935"/>
                    <a:pt x="2397333" y="543322"/>
                  </a:cubicBezTo>
                  <a:cubicBezTo>
                    <a:pt x="2398129" y="544066"/>
                    <a:pt x="2398902" y="544838"/>
                    <a:pt x="2399649" y="545635"/>
                  </a:cubicBezTo>
                  <a:cubicBezTo>
                    <a:pt x="2409149" y="558278"/>
                    <a:pt x="2413903" y="573859"/>
                    <a:pt x="2413075" y="589651"/>
                  </a:cubicBezTo>
                  <a:cubicBezTo>
                    <a:pt x="2413911" y="605059"/>
                    <a:pt x="2409141" y="620253"/>
                    <a:pt x="2399649" y="632421"/>
                  </a:cubicBezTo>
                  <a:cubicBezTo>
                    <a:pt x="2380875" y="652471"/>
                    <a:pt x="2349403" y="653508"/>
                    <a:pt x="2329351" y="634734"/>
                  </a:cubicBezTo>
                  <a:cubicBezTo>
                    <a:pt x="2328554" y="633990"/>
                    <a:pt x="2327782" y="633218"/>
                    <a:pt x="2327035" y="632421"/>
                  </a:cubicBezTo>
                  <a:cubicBezTo>
                    <a:pt x="2317543" y="620253"/>
                    <a:pt x="2312773" y="605059"/>
                    <a:pt x="2313608" y="589651"/>
                  </a:cubicBezTo>
                  <a:cubicBezTo>
                    <a:pt x="2312781" y="573859"/>
                    <a:pt x="2317535" y="558278"/>
                    <a:pt x="2327035" y="545635"/>
                  </a:cubicBezTo>
                  <a:cubicBezTo>
                    <a:pt x="2336422" y="535610"/>
                    <a:pt x="2348983" y="530338"/>
                    <a:pt x="2361704" y="529919"/>
                  </a:cubicBezTo>
                  <a:close/>
                  <a:moveTo>
                    <a:pt x="1577594" y="529793"/>
                  </a:moveTo>
                  <a:cubicBezTo>
                    <a:pt x="1590313" y="529327"/>
                    <a:pt x="1603210" y="533714"/>
                    <a:pt x="1613270" y="543063"/>
                  </a:cubicBezTo>
                  <a:cubicBezTo>
                    <a:pt x="1614161" y="543888"/>
                    <a:pt x="1615017" y="544747"/>
                    <a:pt x="1615845" y="545635"/>
                  </a:cubicBezTo>
                  <a:cubicBezTo>
                    <a:pt x="1625345" y="558278"/>
                    <a:pt x="1630099" y="573856"/>
                    <a:pt x="1629271" y="589651"/>
                  </a:cubicBezTo>
                  <a:cubicBezTo>
                    <a:pt x="1630107" y="605059"/>
                    <a:pt x="1625337" y="620254"/>
                    <a:pt x="1615845" y="632422"/>
                  </a:cubicBezTo>
                  <a:cubicBezTo>
                    <a:pt x="1597144" y="652540"/>
                    <a:pt x="1565678" y="653691"/>
                    <a:pt x="1545557" y="634994"/>
                  </a:cubicBezTo>
                  <a:cubicBezTo>
                    <a:pt x="1544667" y="634169"/>
                    <a:pt x="1543811" y="633310"/>
                    <a:pt x="1542983" y="632422"/>
                  </a:cubicBezTo>
                  <a:cubicBezTo>
                    <a:pt x="1533491" y="620254"/>
                    <a:pt x="1528721" y="605059"/>
                    <a:pt x="1529556" y="589651"/>
                  </a:cubicBezTo>
                  <a:cubicBezTo>
                    <a:pt x="1528729" y="573856"/>
                    <a:pt x="1533483" y="558278"/>
                    <a:pt x="1542983" y="545635"/>
                  </a:cubicBezTo>
                  <a:cubicBezTo>
                    <a:pt x="1552333" y="535576"/>
                    <a:pt x="1564875" y="530258"/>
                    <a:pt x="1577594" y="529793"/>
                  </a:cubicBezTo>
                  <a:close/>
                  <a:moveTo>
                    <a:pt x="567697" y="529672"/>
                  </a:moveTo>
                  <a:cubicBezTo>
                    <a:pt x="579915" y="528606"/>
                    <a:pt x="592511" y="531866"/>
                    <a:pt x="603022" y="539667"/>
                  </a:cubicBezTo>
                  <a:cubicBezTo>
                    <a:pt x="611264" y="546727"/>
                    <a:pt x="616435" y="556712"/>
                    <a:pt x="617443" y="567518"/>
                  </a:cubicBezTo>
                  <a:lnTo>
                    <a:pt x="595811" y="567518"/>
                  </a:lnTo>
                  <a:cubicBezTo>
                    <a:pt x="594983" y="562383"/>
                    <a:pt x="592227" y="557757"/>
                    <a:pt x="588102" y="554587"/>
                  </a:cubicBezTo>
                  <a:cubicBezTo>
                    <a:pt x="583953" y="551021"/>
                    <a:pt x="578654" y="549076"/>
                    <a:pt x="573182" y="549118"/>
                  </a:cubicBezTo>
                  <a:cubicBezTo>
                    <a:pt x="564530" y="548713"/>
                    <a:pt x="556238" y="552624"/>
                    <a:pt x="551051" y="559561"/>
                  </a:cubicBezTo>
                  <a:cubicBezTo>
                    <a:pt x="545349" y="568343"/>
                    <a:pt x="542563" y="578697"/>
                    <a:pt x="543091" y="589153"/>
                  </a:cubicBezTo>
                  <a:cubicBezTo>
                    <a:pt x="542347" y="599439"/>
                    <a:pt x="545059" y="609680"/>
                    <a:pt x="550800" y="618249"/>
                  </a:cubicBezTo>
                  <a:cubicBezTo>
                    <a:pt x="556092" y="625167"/>
                    <a:pt x="564488" y="628989"/>
                    <a:pt x="573182" y="628443"/>
                  </a:cubicBezTo>
                  <a:cubicBezTo>
                    <a:pt x="581118" y="628691"/>
                    <a:pt x="588595" y="624718"/>
                    <a:pt x="592827" y="617998"/>
                  </a:cubicBezTo>
                  <a:cubicBezTo>
                    <a:pt x="595576" y="613748"/>
                    <a:pt x="597516" y="609028"/>
                    <a:pt x="598547" y="604073"/>
                  </a:cubicBezTo>
                  <a:lnTo>
                    <a:pt x="573678" y="604073"/>
                  </a:lnTo>
                  <a:lnTo>
                    <a:pt x="573678" y="584675"/>
                  </a:lnTo>
                  <a:lnTo>
                    <a:pt x="617195" y="584675"/>
                  </a:lnTo>
                  <a:lnTo>
                    <a:pt x="617195" y="645350"/>
                  </a:lnTo>
                  <a:lnTo>
                    <a:pt x="602774" y="645350"/>
                  </a:lnTo>
                  <a:lnTo>
                    <a:pt x="600534" y="630929"/>
                  </a:lnTo>
                  <a:lnTo>
                    <a:pt x="599291" y="632670"/>
                  </a:lnTo>
                  <a:cubicBezTo>
                    <a:pt x="592947" y="642846"/>
                    <a:pt x="581687" y="648901"/>
                    <a:pt x="569699" y="648585"/>
                  </a:cubicBezTo>
                  <a:lnTo>
                    <a:pt x="569950" y="648334"/>
                  </a:lnTo>
                  <a:cubicBezTo>
                    <a:pt x="556165" y="649008"/>
                    <a:pt x="542877" y="643102"/>
                    <a:pt x="534141" y="632419"/>
                  </a:cubicBezTo>
                  <a:cubicBezTo>
                    <a:pt x="524610" y="620175"/>
                    <a:pt x="519837" y="604892"/>
                    <a:pt x="520712" y="589401"/>
                  </a:cubicBezTo>
                  <a:cubicBezTo>
                    <a:pt x="519955" y="573614"/>
                    <a:pt x="524897" y="558083"/>
                    <a:pt x="534638" y="545635"/>
                  </a:cubicBezTo>
                  <a:cubicBezTo>
                    <a:pt x="543638" y="536131"/>
                    <a:pt x="555479" y="530738"/>
                    <a:pt x="567697" y="529672"/>
                  </a:cubicBezTo>
                  <a:close/>
                  <a:moveTo>
                    <a:pt x="2690201" y="529645"/>
                  </a:moveTo>
                  <a:cubicBezTo>
                    <a:pt x="2702462" y="528579"/>
                    <a:pt x="2715099" y="531848"/>
                    <a:pt x="2725650" y="539667"/>
                  </a:cubicBezTo>
                  <a:cubicBezTo>
                    <a:pt x="2733905" y="546682"/>
                    <a:pt x="2739012" y="556713"/>
                    <a:pt x="2739824" y="567518"/>
                  </a:cubicBezTo>
                  <a:lnTo>
                    <a:pt x="2718189" y="567518"/>
                  </a:lnTo>
                  <a:cubicBezTo>
                    <a:pt x="2717583" y="562367"/>
                    <a:pt x="2714887" y="557692"/>
                    <a:pt x="2710730" y="554588"/>
                  </a:cubicBezTo>
                  <a:cubicBezTo>
                    <a:pt x="2706423" y="551128"/>
                    <a:pt x="2701084" y="549204"/>
                    <a:pt x="2695562" y="549116"/>
                  </a:cubicBezTo>
                  <a:cubicBezTo>
                    <a:pt x="2686950" y="548565"/>
                    <a:pt x="2678666" y="552517"/>
                    <a:pt x="2673679" y="559561"/>
                  </a:cubicBezTo>
                  <a:cubicBezTo>
                    <a:pt x="2663090" y="577690"/>
                    <a:pt x="2663090" y="600118"/>
                    <a:pt x="2673679" y="618247"/>
                  </a:cubicBezTo>
                  <a:cubicBezTo>
                    <a:pt x="2679052" y="625063"/>
                    <a:pt x="2687388" y="628859"/>
                    <a:pt x="2696058" y="628441"/>
                  </a:cubicBezTo>
                  <a:cubicBezTo>
                    <a:pt x="2703995" y="628692"/>
                    <a:pt x="2711472" y="624718"/>
                    <a:pt x="2715704" y="617999"/>
                  </a:cubicBezTo>
                  <a:cubicBezTo>
                    <a:pt x="2718348" y="613696"/>
                    <a:pt x="2720280" y="608992"/>
                    <a:pt x="2721421" y="604073"/>
                  </a:cubicBezTo>
                  <a:lnTo>
                    <a:pt x="2696554" y="604073"/>
                  </a:lnTo>
                  <a:lnTo>
                    <a:pt x="2696554" y="584676"/>
                  </a:lnTo>
                  <a:lnTo>
                    <a:pt x="2739824" y="584676"/>
                  </a:lnTo>
                  <a:lnTo>
                    <a:pt x="2739824" y="645351"/>
                  </a:lnTo>
                  <a:lnTo>
                    <a:pt x="2725400" y="645351"/>
                  </a:lnTo>
                  <a:lnTo>
                    <a:pt x="2723410" y="630927"/>
                  </a:lnTo>
                  <a:lnTo>
                    <a:pt x="2722168" y="632668"/>
                  </a:lnTo>
                  <a:cubicBezTo>
                    <a:pt x="2715706" y="642847"/>
                    <a:pt x="2704379" y="648888"/>
                    <a:pt x="2692328" y="648583"/>
                  </a:cubicBezTo>
                  <a:lnTo>
                    <a:pt x="2693074" y="648335"/>
                  </a:lnTo>
                  <a:cubicBezTo>
                    <a:pt x="2679232" y="648930"/>
                    <a:pt x="2665905" y="643048"/>
                    <a:pt x="2657015" y="632420"/>
                  </a:cubicBezTo>
                  <a:cubicBezTo>
                    <a:pt x="2639117" y="606261"/>
                    <a:pt x="2639117" y="571795"/>
                    <a:pt x="2657015" y="545635"/>
                  </a:cubicBezTo>
                  <a:cubicBezTo>
                    <a:pt x="2666057" y="536113"/>
                    <a:pt x="2677941" y="530711"/>
                    <a:pt x="2690201" y="529645"/>
                  </a:cubicBezTo>
                  <a:close/>
                  <a:moveTo>
                    <a:pt x="2030871" y="529469"/>
                  </a:moveTo>
                  <a:cubicBezTo>
                    <a:pt x="2054268" y="528477"/>
                    <a:pt x="2074165" y="546381"/>
                    <a:pt x="2075632" y="569755"/>
                  </a:cubicBezTo>
                  <a:lnTo>
                    <a:pt x="2053997" y="569755"/>
                  </a:lnTo>
                  <a:cubicBezTo>
                    <a:pt x="2053621" y="564176"/>
                    <a:pt x="2051023" y="558981"/>
                    <a:pt x="2046786" y="555331"/>
                  </a:cubicBezTo>
                  <a:cubicBezTo>
                    <a:pt x="2042445" y="551590"/>
                    <a:pt x="2036845" y="549634"/>
                    <a:pt x="2031119" y="549861"/>
                  </a:cubicBezTo>
                  <a:cubicBezTo>
                    <a:pt x="2023381" y="549619"/>
                    <a:pt x="2016131" y="553626"/>
                    <a:pt x="2012221" y="560307"/>
                  </a:cubicBezTo>
                  <a:cubicBezTo>
                    <a:pt x="2007070" y="569100"/>
                    <a:pt x="2004647" y="579227"/>
                    <a:pt x="2005258" y="589400"/>
                  </a:cubicBezTo>
                  <a:cubicBezTo>
                    <a:pt x="2004691" y="599334"/>
                    <a:pt x="2007117" y="609208"/>
                    <a:pt x="2012221" y="617750"/>
                  </a:cubicBezTo>
                  <a:cubicBezTo>
                    <a:pt x="2016233" y="624292"/>
                    <a:pt x="2023447" y="628185"/>
                    <a:pt x="2031119" y="627945"/>
                  </a:cubicBezTo>
                  <a:cubicBezTo>
                    <a:pt x="2036926" y="628114"/>
                    <a:pt x="2042562" y="625966"/>
                    <a:pt x="2046786" y="621977"/>
                  </a:cubicBezTo>
                  <a:cubicBezTo>
                    <a:pt x="2051091" y="617656"/>
                    <a:pt x="2053655" y="611905"/>
                    <a:pt x="2053997" y="605814"/>
                  </a:cubicBezTo>
                  <a:lnTo>
                    <a:pt x="2075632" y="605811"/>
                  </a:lnTo>
                  <a:cubicBezTo>
                    <a:pt x="2074924" y="617520"/>
                    <a:pt x="2069972" y="628571"/>
                    <a:pt x="2061706" y="636894"/>
                  </a:cubicBezTo>
                  <a:cubicBezTo>
                    <a:pt x="2053350" y="644643"/>
                    <a:pt x="2042259" y="648757"/>
                    <a:pt x="2030871" y="648334"/>
                  </a:cubicBezTo>
                  <a:cubicBezTo>
                    <a:pt x="2017392" y="648888"/>
                    <a:pt x="2004459" y="642974"/>
                    <a:pt x="1996058" y="632419"/>
                  </a:cubicBezTo>
                  <a:cubicBezTo>
                    <a:pt x="1986899" y="620008"/>
                    <a:pt x="1982328" y="604804"/>
                    <a:pt x="1983127" y="589398"/>
                  </a:cubicBezTo>
                  <a:cubicBezTo>
                    <a:pt x="1982380" y="573770"/>
                    <a:pt x="1986936" y="558346"/>
                    <a:pt x="1996058" y="545632"/>
                  </a:cubicBezTo>
                  <a:cubicBezTo>
                    <a:pt x="2004433" y="535017"/>
                    <a:pt x="2017358" y="529015"/>
                    <a:pt x="2030871" y="529469"/>
                  </a:cubicBezTo>
                  <a:close/>
                  <a:moveTo>
                    <a:pt x="882276" y="528976"/>
                  </a:moveTo>
                  <a:cubicBezTo>
                    <a:pt x="892643" y="528587"/>
                    <a:pt x="902773" y="532142"/>
                    <a:pt x="910626" y="538923"/>
                  </a:cubicBezTo>
                  <a:cubicBezTo>
                    <a:pt x="917956" y="545998"/>
                    <a:pt x="922314" y="555602"/>
                    <a:pt x="922810" y="565776"/>
                  </a:cubicBezTo>
                  <a:lnTo>
                    <a:pt x="901671" y="566275"/>
                  </a:lnTo>
                  <a:cubicBezTo>
                    <a:pt x="901392" y="561328"/>
                    <a:pt x="899047" y="556725"/>
                    <a:pt x="895207" y="553592"/>
                  </a:cubicBezTo>
                  <a:cubicBezTo>
                    <a:pt x="890735" y="550350"/>
                    <a:pt x="885310" y="548687"/>
                    <a:pt x="879788" y="548867"/>
                  </a:cubicBezTo>
                  <a:cubicBezTo>
                    <a:pt x="875133" y="548528"/>
                    <a:pt x="870518" y="549948"/>
                    <a:pt x="866857" y="552846"/>
                  </a:cubicBezTo>
                  <a:cubicBezTo>
                    <a:pt x="863631" y="555532"/>
                    <a:pt x="861876" y="559597"/>
                    <a:pt x="862135" y="563787"/>
                  </a:cubicBezTo>
                  <a:cubicBezTo>
                    <a:pt x="862158" y="567165"/>
                    <a:pt x="864080" y="570243"/>
                    <a:pt x="867108" y="571744"/>
                  </a:cubicBezTo>
                  <a:cubicBezTo>
                    <a:pt x="873648" y="574640"/>
                    <a:pt x="880485" y="576809"/>
                    <a:pt x="887497" y="578211"/>
                  </a:cubicBezTo>
                  <a:cubicBezTo>
                    <a:pt x="898363" y="580091"/>
                    <a:pt x="908654" y="584427"/>
                    <a:pt x="917586" y="590894"/>
                  </a:cubicBezTo>
                  <a:cubicBezTo>
                    <a:pt x="923293" y="597076"/>
                    <a:pt x="926094" y="605396"/>
                    <a:pt x="925295" y="613771"/>
                  </a:cubicBezTo>
                  <a:cubicBezTo>
                    <a:pt x="925572" y="623392"/>
                    <a:pt x="921340" y="632589"/>
                    <a:pt x="913858" y="638638"/>
                  </a:cubicBezTo>
                  <a:cubicBezTo>
                    <a:pt x="904866" y="645199"/>
                    <a:pt x="893886" y="648449"/>
                    <a:pt x="882775" y="647838"/>
                  </a:cubicBezTo>
                  <a:cubicBezTo>
                    <a:pt x="871606" y="648538"/>
                    <a:pt x="860592" y="644985"/>
                    <a:pt x="851940" y="637891"/>
                  </a:cubicBezTo>
                  <a:cubicBezTo>
                    <a:pt x="844238" y="630584"/>
                    <a:pt x="839915" y="620408"/>
                    <a:pt x="840004" y="609792"/>
                  </a:cubicBezTo>
                  <a:lnTo>
                    <a:pt x="860889" y="609792"/>
                  </a:lnTo>
                  <a:cubicBezTo>
                    <a:pt x="860819" y="615069"/>
                    <a:pt x="862988" y="620128"/>
                    <a:pt x="866857" y="623718"/>
                  </a:cubicBezTo>
                  <a:cubicBezTo>
                    <a:pt x="871465" y="627067"/>
                    <a:pt x="877083" y="628736"/>
                    <a:pt x="882775" y="628441"/>
                  </a:cubicBezTo>
                  <a:cubicBezTo>
                    <a:pt x="888403" y="628712"/>
                    <a:pt x="893995" y="627420"/>
                    <a:pt x="898937" y="624713"/>
                  </a:cubicBezTo>
                  <a:cubicBezTo>
                    <a:pt x="902527" y="622700"/>
                    <a:pt x="904723" y="618880"/>
                    <a:pt x="904658" y="614766"/>
                  </a:cubicBezTo>
                  <a:cubicBezTo>
                    <a:pt x="905018" y="611090"/>
                    <a:pt x="903410" y="607498"/>
                    <a:pt x="900428" y="605315"/>
                  </a:cubicBezTo>
                  <a:cubicBezTo>
                    <a:pt x="894995" y="602329"/>
                    <a:pt x="889119" y="600230"/>
                    <a:pt x="883023" y="599099"/>
                  </a:cubicBezTo>
                  <a:cubicBezTo>
                    <a:pt x="871238" y="597060"/>
                    <a:pt x="859989" y="592661"/>
                    <a:pt x="849948" y="586168"/>
                  </a:cubicBezTo>
                  <a:cubicBezTo>
                    <a:pt x="844066" y="580683"/>
                    <a:pt x="841038" y="572794"/>
                    <a:pt x="841742" y="564784"/>
                  </a:cubicBezTo>
                  <a:cubicBezTo>
                    <a:pt x="841327" y="554887"/>
                    <a:pt x="845337" y="545316"/>
                    <a:pt x="852684" y="538675"/>
                  </a:cubicBezTo>
                  <a:cubicBezTo>
                    <a:pt x="860978" y="531837"/>
                    <a:pt x="871544" y="528375"/>
                    <a:pt x="882276" y="528976"/>
                  </a:cubicBezTo>
                  <a:close/>
                  <a:moveTo>
                    <a:pt x="590339" y="346949"/>
                  </a:moveTo>
                  <a:cubicBezTo>
                    <a:pt x="601032" y="346949"/>
                    <a:pt x="601779" y="365599"/>
                    <a:pt x="605259" y="365599"/>
                  </a:cubicBezTo>
                  <a:cubicBezTo>
                    <a:pt x="610822" y="365129"/>
                    <a:pt x="616276" y="363785"/>
                    <a:pt x="621424" y="361621"/>
                  </a:cubicBezTo>
                  <a:cubicBezTo>
                    <a:pt x="622915" y="361621"/>
                    <a:pt x="636840" y="361621"/>
                    <a:pt x="639824" y="361621"/>
                  </a:cubicBezTo>
                  <a:cubicBezTo>
                    <a:pt x="642808" y="361621"/>
                    <a:pt x="646291" y="362365"/>
                    <a:pt x="646291" y="364605"/>
                  </a:cubicBezTo>
                  <a:cubicBezTo>
                    <a:pt x="646828" y="368236"/>
                    <a:pt x="646309" y="371949"/>
                    <a:pt x="644797" y="375295"/>
                  </a:cubicBezTo>
                  <a:cubicBezTo>
                    <a:pt x="645009" y="379269"/>
                    <a:pt x="644416" y="383245"/>
                    <a:pt x="643056" y="386984"/>
                  </a:cubicBezTo>
                  <a:lnTo>
                    <a:pt x="643056" y="386736"/>
                  </a:lnTo>
                  <a:cubicBezTo>
                    <a:pt x="640093" y="389500"/>
                    <a:pt x="637349" y="392492"/>
                    <a:pt x="634851" y="395688"/>
                  </a:cubicBezTo>
                  <a:cubicBezTo>
                    <a:pt x="633856" y="397429"/>
                    <a:pt x="627888" y="398920"/>
                    <a:pt x="626645" y="401656"/>
                  </a:cubicBezTo>
                  <a:cubicBezTo>
                    <a:pt x="623909" y="408618"/>
                    <a:pt x="624904" y="413592"/>
                    <a:pt x="620677" y="418317"/>
                  </a:cubicBezTo>
                  <a:cubicBezTo>
                    <a:pt x="617315" y="421742"/>
                    <a:pt x="613354" y="424523"/>
                    <a:pt x="608989" y="426522"/>
                  </a:cubicBezTo>
                  <a:cubicBezTo>
                    <a:pt x="604016" y="429506"/>
                    <a:pt x="598544" y="427021"/>
                    <a:pt x="595560" y="427765"/>
                  </a:cubicBezTo>
                  <a:cubicBezTo>
                    <a:pt x="592578" y="428512"/>
                    <a:pt x="582880" y="434976"/>
                    <a:pt x="577656" y="434976"/>
                  </a:cubicBezTo>
                  <a:cubicBezTo>
                    <a:pt x="566715" y="434976"/>
                    <a:pt x="556272" y="430253"/>
                    <a:pt x="556272" y="417570"/>
                  </a:cubicBezTo>
                  <a:cubicBezTo>
                    <a:pt x="556272" y="414586"/>
                    <a:pt x="558509" y="407125"/>
                    <a:pt x="558509" y="404141"/>
                  </a:cubicBezTo>
                  <a:cubicBezTo>
                    <a:pt x="558509" y="401157"/>
                    <a:pt x="555277" y="396682"/>
                    <a:pt x="555277" y="393698"/>
                  </a:cubicBezTo>
                  <a:cubicBezTo>
                    <a:pt x="555277" y="390714"/>
                    <a:pt x="561744" y="384994"/>
                    <a:pt x="561744" y="381514"/>
                  </a:cubicBezTo>
                  <a:cubicBezTo>
                    <a:pt x="563469" y="370411"/>
                    <a:pt x="569333" y="360373"/>
                    <a:pt x="578155" y="353413"/>
                  </a:cubicBezTo>
                  <a:cubicBezTo>
                    <a:pt x="582133" y="351175"/>
                    <a:pt x="587355" y="346949"/>
                    <a:pt x="590339" y="346949"/>
                  </a:cubicBezTo>
                  <a:close/>
                  <a:moveTo>
                    <a:pt x="791015" y="310892"/>
                  </a:moveTo>
                  <a:cubicBezTo>
                    <a:pt x="794993" y="310146"/>
                    <a:pt x="796983" y="313628"/>
                    <a:pt x="803199" y="313628"/>
                  </a:cubicBezTo>
                  <a:cubicBezTo>
                    <a:pt x="805188" y="313380"/>
                    <a:pt x="812399" y="319844"/>
                    <a:pt x="815383" y="319844"/>
                  </a:cubicBezTo>
                  <a:cubicBezTo>
                    <a:pt x="819411" y="320578"/>
                    <a:pt x="823539" y="320578"/>
                    <a:pt x="827569" y="319844"/>
                  </a:cubicBezTo>
                  <a:cubicBezTo>
                    <a:pt x="831050" y="319348"/>
                    <a:pt x="836769" y="323575"/>
                    <a:pt x="839503" y="323575"/>
                  </a:cubicBezTo>
                  <a:cubicBezTo>
                    <a:pt x="842936" y="323340"/>
                    <a:pt x="846346" y="322841"/>
                    <a:pt x="849700" y="322084"/>
                  </a:cubicBezTo>
                  <a:cubicBezTo>
                    <a:pt x="856164" y="320839"/>
                    <a:pt x="869842" y="337500"/>
                    <a:pt x="874567" y="343716"/>
                  </a:cubicBezTo>
                  <a:lnTo>
                    <a:pt x="874316" y="345210"/>
                  </a:lnTo>
                  <a:cubicBezTo>
                    <a:pt x="876768" y="348147"/>
                    <a:pt x="878932" y="351311"/>
                    <a:pt x="880783" y="354658"/>
                  </a:cubicBezTo>
                  <a:cubicBezTo>
                    <a:pt x="881634" y="358759"/>
                    <a:pt x="881634" y="362991"/>
                    <a:pt x="880783" y="367092"/>
                  </a:cubicBezTo>
                  <a:cubicBezTo>
                    <a:pt x="878546" y="373556"/>
                    <a:pt x="874815" y="375546"/>
                    <a:pt x="872079" y="378530"/>
                  </a:cubicBezTo>
                  <a:cubicBezTo>
                    <a:pt x="869346" y="381514"/>
                    <a:pt x="868348" y="388725"/>
                    <a:pt x="865364" y="392455"/>
                  </a:cubicBezTo>
                  <a:cubicBezTo>
                    <a:pt x="862939" y="395784"/>
                    <a:pt x="860190" y="398867"/>
                    <a:pt x="857159" y="401655"/>
                  </a:cubicBezTo>
                  <a:cubicBezTo>
                    <a:pt x="853131" y="404595"/>
                    <a:pt x="848426" y="406475"/>
                    <a:pt x="843482" y="407127"/>
                  </a:cubicBezTo>
                  <a:cubicBezTo>
                    <a:pt x="840002" y="407127"/>
                    <a:pt x="837516" y="405634"/>
                    <a:pt x="831796" y="407127"/>
                  </a:cubicBezTo>
                  <a:cubicBezTo>
                    <a:pt x="826076" y="408618"/>
                    <a:pt x="823340" y="412847"/>
                    <a:pt x="819361" y="412847"/>
                  </a:cubicBezTo>
                  <a:cubicBezTo>
                    <a:pt x="815383" y="412847"/>
                    <a:pt x="809665" y="405885"/>
                    <a:pt x="809665" y="402650"/>
                  </a:cubicBezTo>
                  <a:cubicBezTo>
                    <a:pt x="809665" y="399418"/>
                    <a:pt x="811404" y="393202"/>
                    <a:pt x="809663" y="389223"/>
                  </a:cubicBezTo>
                  <a:cubicBezTo>
                    <a:pt x="805995" y="383286"/>
                    <a:pt x="802674" y="377144"/>
                    <a:pt x="799716" y="370820"/>
                  </a:cubicBezTo>
                  <a:cubicBezTo>
                    <a:pt x="799468" y="363610"/>
                    <a:pt x="791761" y="359879"/>
                    <a:pt x="791761" y="355156"/>
                  </a:cubicBezTo>
                  <a:cubicBezTo>
                    <a:pt x="791821" y="348951"/>
                    <a:pt x="790190" y="342844"/>
                    <a:pt x="787036" y="337500"/>
                  </a:cubicBezTo>
                  <a:cubicBezTo>
                    <a:pt x="785584" y="334083"/>
                    <a:pt x="785584" y="330224"/>
                    <a:pt x="787036" y="326807"/>
                  </a:cubicBezTo>
                  <a:cubicBezTo>
                    <a:pt x="789521" y="323327"/>
                    <a:pt x="787036" y="311639"/>
                    <a:pt x="791015" y="310892"/>
                  </a:cubicBezTo>
                  <a:close/>
                  <a:moveTo>
                    <a:pt x="749238" y="224603"/>
                  </a:moveTo>
                  <a:cubicBezTo>
                    <a:pt x="745429" y="224465"/>
                    <a:pt x="741631" y="225055"/>
                    <a:pt x="738046" y="226345"/>
                  </a:cubicBezTo>
                  <a:cubicBezTo>
                    <a:pt x="733819" y="230075"/>
                    <a:pt x="729593" y="227587"/>
                    <a:pt x="726609" y="230073"/>
                  </a:cubicBezTo>
                  <a:cubicBezTo>
                    <a:pt x="723972" y="232164"/>
                    <a:pt x="721139" y="233997"/>
                    <a:pt x="718153" y="235545"/>
                  </a:cubicBezTo>
                  <a:cubicBezTo>
                    <a:pt x="710488" y="238182"/>
                    <a:pt x="703011" y="241341"/>
                    <a:pt x="695774" y="244993"/>
                  </a:cubicBezTo>
                  <a:cubicBezTo>
                    <a:pt x="691560" y="247238"/>
                    <a:pt x="688965" y="251661"/>
                    <a:pt x="689059" y="256433"/>
                  </a:cubicBezTo>
                  <a:cubicBezTo>
                    <a:pt x="689190" y="261733"/>
                    <a:pt x="693456" y="265998"/>
                    <a:pt x="698758" y="266132"/>
                  </a:cubicBezTo>
                  <a:cubicBezTo>
                    <a:pt x="704629" y="265273"/>
                    <a:pt x="710334" y="263513"/>
                    <a:pt x="715667" y="260908"/>
                  </a:cubicBezTo>
                  <a:cubicBezTo>
                    <a:pt x="721385" y="257428"/>
                    <a:pt x="724369" y="252953"/>
                    <a:pt x="731582" y="248476"/>
                  </a:cubicBezTo>
                  <a:cubicBezTo>
                    <a:pt x="736600" y="245251"/>
                    <a:pt x="741121" y="241314"/>
                    <a:pt x="745009" y="236788"/>
                  </a:cubicBezTo>
                  <a:cubicBezTo>
                    <a:pt x="747745" y="231814"/>
                    <a:pt x="751475" y="224603"/>
                    <a:pt x="749238" y="224603"/>
                  </a:cubicBezTo>
                  <a:close/>
                  <a:moveTo>
                    <a:pt x="1274177" y="195263"/>
                  </a:moveTo>
                  <a:cubicBezTo>
                    <a:pt x="1268240" y="195798"/>
                    <a:pt x="1262342" y="196712"/>
                    <a:pt x="1256521" y="197999"/>
                  </a:cubicBezTo>
                  <a:cubicBezTo>
                    <a:pt x="1254249" y="200685"/>
                    <a:pt x="1252782" y="203962"/>
                    <a:pt x="1252294" y="207447"/>
                  </a:cubicBezTo>
                  <a:cubicBezTo>
                    <a:pt x="1252014" y="210509"/>
                    <a:pt x="1252526" y="213592"/>
                    <a:pt x="1253785" y="216399"/>
                  </a:cubicBezTo>
                  <a:cubicBezTo>
                    <a:pt x="1259006" y="217892"/>
                    <a:pt x="1265969" y="219634"/>
                    <a:pt x="1268955" y="217892"/>
                  </a:cubicBezTo>
                  <a:cubicBezTo>
                    <a:pt x="1274660" y="213791"/>
                    <a:pt x="1278364" y="207468"/>
                    <a:pt x="1279150" y="200484"/>
                  </a:cubicBezTo>
                  <a:cubicBezTo>
                    <a:pt x="1279179" y="200226"/>
                    <a:pt x="1279184" y="199965"/>
                    <a:pt x="1279168" y="199704"/>
                  </a:cubicBezTo>
                  <a:cubicBezTo>
                    <a:pt x="1279017" y="197098"/>
                    <a:pt x="1276782" y="195111"/>
                    <a:pt x="1274177" y="195263"/>
                  </a:cubicBezTo>
                  <a:close/>
                  <a:moveTo>
                    <a:pt x="1325899" y="179847"/>
                  </a:moveTo>
                  <a:cubicBezTo>
                    <a:pt x="1321673" y="181337"/>
                    <a:pt x="1318689" y="184569"/>
                    <a:pt x="1312222" y="184569"/>
                  </a:cubicBezTo>
                  <a:cubicBezTo>
                    <a:pt x="1308990" y="188052"/>
                    <a:pt x="1310481" y="194767"/>
                    <a:pt x="1310481" y="197999"/>
                  </a:cubicBezTo>
                  <a:cubicBezTo>
                    <a:pt x="1310481" y="201231"/>
                    <a:pt x="1316947" y="205956"/>
                    <a:pt x="1318937" y="205956"/>
                  </a:cubicBezTo>
                  <a:cubicBezTo>
                    <a:pt x="1325563" y="204721"/>
                    <a:pt x="1331251" y="200500"/>
                    <a:pt x="1334353" y="194516"/>
                  </a:cubicBezTo>
                  <a:lnTo>
                    <a:pt x="1334603" y="194516"/>
                  </a:lnTo>
                  <a:cubicBezTo>
                    <a:pt x="1334919" y="190710"/>
                    <a:pt x="1334919" y="186885"/>
                    <a:pt x="1334603" y="183079"/>
                  </a:cubicBezTo>
                  <a:cubicBezTo>
                    <a:pt x="1333857" y="179847"/>
                    <a:pt x="1330126" y="178353"/>
                    <a:pt x="1325899" y="179847"/>
                  </a:cubicBezTo>
                  <a:close/>
                  <a:moveTo>
                    <a:pt x="779574" y="165422"/>
                  </a:moveTo>
                  <a:cubicBezTo>
                    <a:pt x="784012" y="166725"/>
                    <a:pt x="788336" y="168388"/>
                    <a:pt x="792505" y="170395"/>
                  </a:cubicBezTo>
                  <a:cubicBezTo>
                    <a:pt x="794993" y="170395"/>
                    <a:pt x="803942" y="168406"/>
                    <a:pt x="806926" y="170395"/>
                  </a:cubicBezTo>
                  <a:cubicBezTo>
                    <a:pt x="814555" y="174217"/>
                    <a:pt x="821729" y="178890"/>
                    <a:pt x="828313" y="184321"/>
                  </a:cubicBezTo>
                  <a:cubicBezTo>
                    <a:pt x="830712" y="189949"/>
                    <a:pt x="832626" y="195771"/>
                    <a:pt x="834033" y="201726"/>
                  </a:cubicBezTo>
                  <a:cubicBezTo>
                    <a:pt x="835547" y="206159"/>
                    <a:pt x="835547" y="210970"/>
                    <a:pt x="834033" y="215403"/>
                  </a:cubicBezTo>
                  <a:cubicBezTo>
                    <a:pt x="827723" y="221108"/>
                    <a:pt x="821747" y="227170"/>
                    <a:pt x="816129" y="233556"/>
                  </a:cubicBezTo>
                  <a:lnTo>
                    <a:pt x="816876" y="236788"/>
                  </a:lnTo>
                  <a:cubicBezTo>
                    <a:pt x="814291" y="241782"/>
                    <a:pt x="811385" y="246598"/>
                    <a:pt x="808172" y="251212"/>
                  </a:cubicBezTo>
                  <a:cubicBezTo>
                    <a:pt x="797912" y="267267"/>
                    <a:pt x="788532" y="283871"/>
                    <a:pt x="780073" y="300945"/>
                  </a:cubicBezTo>
                  <a:cubicBezTo>
                    <a:pt x="776285" y="306443"/>
                    <a:pt x="772131" y="311675"/>
                    <a:pt x="767638" y="316612"/>
                  </a:cubicBezTo>
                  <a:cubicBezTo>
                    <a:pt x="765001" y="318606"/>
                    <a:pt x="761511" y="319079"/>
                    <a:pt x="758438" y="317854"/>
                  </a:cubicBezTo>
                  <a:cubicBezTo>
                    <a:pt x="756449" y="316860"/>
                    <a:pt x="749734" y="321583"/>
                    <a:pt x="749734" y="327801"/>
                  </a:cubicBezTo>
                  <a:cubicBezTo>
                    <a:pt x="749489" y="333910"/>
                    <a:pt x="750504" y="340003"/>
                    <a:pt x="752718" y="345705"/>
                  </a:cubicBezTo>
                  <a:cubicBezTo>
                    <a:pt x="754459" y="372201"/>
                    <a:pt x="754459" y="398783"/>
                    <a:pt x="752718" y="425279"/>
                  </a:cubicBezTo>
                  <a:cubicBezTo>
                    <a:pt x="751272" y="434636"/>
                    <a:pt x="745706" y="442849"/>
                    <a:pt x="737550" y="447658"/>
                  </a:cubicBezTo>
                  <a:cubicBezTo>
                    <a:pt x="733073" y="449647"/>
                    <a:pt x="726609" y="461335"/>
                    <a:pt x="721385" y="463823"/>
                  </a:cubicBezTo>
                  <a:cubicBezTo>
                    <a:pt x="716163" y="466308"/>
                    <a:pt x="709699" y="471530"/>
                    <a:pt x="706715" y="471532"/>
                  </a:cubicBezTo>
                  <a:cubicBezTo>
                    <a:pt x="703828" y="471177"/>
                    <a:pt x="701308" y="469405"/>
                    <a:pt x="700001" y="466807"/>
                  </a:cubicBezTo>
                  <a:cubicBezTo>
                    <a:pt x="698510" y="465066"/>
                    <a:pt x="692539" y="464071"/>
                    <a:pt x="689307" y="462082"/>
                  </a:cubicBezTo>
                  <a:cubicBezTo>
                    <a:pt x="686075" y="460092"/>
                    <a:pt x="684584" y="457604"/>
                    <a:pt x="681102" y="455615"/>
                  </a:cubicBezTo>
                  <a:cubicBezTo>
                    <a:pt x="676063" y="454315"/>
                    <a:pt x="671330" y="452036"/>
                    <a:pt x="667176" y="448903"/>
                  </a:cubicBezTo>
                  <a:cubicBezTo>
                    <a:pt x="663696" y="445420"/>
                    <a:pt x="664688" y="443431"/>
                    <a:pt x="659718" y="434727"/>
                  </a:cubicBezTo>
                  <a:cubicBezTo>
                    <a:pt x="654742" y="426025"/>
                    <a:pt x="639078" y="418564"/>
                    <a:pt x="638579" y="413095"/>
                  </a:cubicBezTo>
                  <a:cubicBezTo>
                    <a:pt x="638083" y="407623"/>
                    <a:pt x="650515" y="407623"/>
                    <a:pt x="652008" y="407623"/>
                  </a:cubicBezTo>
                  <a:cubicBezTo>
                    <a:pt x="662203" y="407375"/>
                    <a:pt x="669166" y="414337"/>
                    <a:pt x="672150" y="414337"/>
                  </a:cubicBezTo>
                  <a:cubicBezTo>
                    <a:pt x="682345" y="414337"/>
                    <a:pt x="688064" y="410359"/>
                    <a:pt x="688064" y="395687"/>
                  </a:cubicBezTo>
                  <a:cubicBezTo>
                    <a:pt x="688064" y="392703"/>
                    <a:pt x="688064" y="385492"/>
                    <a:pt x="688064" y="382508"/>
                  </a:cubicBezTo>
                  <a:cubicBezTo>
                    <a:pt x="687430" y="376556"/>
                    <a:pt x="687430" y="370554"/>
                    <a:pt x="688064" y="364604"/>
                  </a:cubicBezTo>
                  <a:cubicBezTo>
                    <a:pt x="688242" y="356250"/>
                    <a:pt x="689156" y="347929"/>
                    <a:pt x="690800" y="339737"/>
                  </a:cubicBezTo>
                  <a:cubicBezTo>
                    <a:pt x="690800" y="337249"/>
                    <a:pt x="691048" y="330286"/>
                    <a:pt x="686323" y="331532"/>
                  </a:cubicBezTo>
                  <a:cubicBezTo>
                    <a:pt x="681598" y="332774"/>
                    <a:pt x="676376" y="328049"/>
                    <a:pt x="673392" y="328049"/>
                  </a:cubicBezTo>
                  <a:cubicBezTo>
                    <a:pt x="670408" y="328049"/>
                    <a:pt x="666182" y="329790"/>
                    <a:pt x="663198" y="329790"/>
                  </a:cubicBezTo>
                  <a:cubicBezTo>
                    <a:pt x="657770" y="329911"/>
                    <a:pt x="652348" y="329409"/>
                    <a:pt x="647035" y="328297"/>
                  </a:cubicBezTo>
                  <a:cubicBezTo>
                    <a:pt x="644743" y="326934"/>
                    <a:pt x="642719" y="325167"/>
                    <a:pt x="641067" y="323076"/>
                  </a:cubicBezTo>
                  <a:cubicBezTo>
                    <a:pt x="637584" y="318849"/>
                    <a:pt x="639326" y="315617"/>
                    <a:pt x="637584" y="310892"/>
                  </a:cubicBezTo>
                  <a:cubicBezTo>
                    <a:pt x="637088" y="309897"/>
                    <a:pt x="636342" y="307660"/>
                    <a:pt x="634851" y="304425"/>
                  </a:cubicBezTo>
                  <a:cubicBezTo>
                    <a:pt x="633358" y="301193"/>
                    <a:pt x="633358" y="294478"/>
                    <a:pt x="633358" y="291745"/>
                  </a:cubicBezTo>
                  <a:cubicBezTo>
                    <a:pt x="633358" y="289009"/>
                    <a:pt x="629379" y="280553"/>
                    <a:pt x="629379" y="273342"/>
                  </a:cubicBezTo>
                  <a:cubicBezTo>
                    <a:pt x="627528" y="265145"/>
                    <a:pt x="626199" y="256840"/>
                    <a:pt x="625400" y="248476"/>
                  </a:cubicBezTo>
                  <a:cubicBezTo>
                    <a:pt x="625400" y="233307"/>
                    <a:pt x="625400" y="226593"/>
                    <a:pt x="625400" y="223609"/>
                  </a:cubicBezTo>
                  <a:cubicBezTo>
                    <a:pt x="625648" y="206451"/>
                    <a:pt x="635843" y="202969"/>
                    <a:pt x="639822" y="196505"/>
                  </a:cubicBezTo>
                  <a:cubicBezTo>
                    <a:pt x="644335" y="194158"/>
                    <a:pt x="648988" y="192082"/>
                    <a:pt x="653747" y="190289"/>
                  </a:cubicBezTo>
                  <a:cubicBezTo>
                    <a:pt x="658971" y="190785"/>
                    <a:pt x="660462" y="192774"/>
                    <a:pt x="666182" y="196753"/>
                  </a:cubicBezTo>
                  <a:cubicBezTo>
                    <a:pt x="668226" y="199217"/>
                    <a:pt x="670134" y="201791"/>
                    <a:pt x="671902" y="204462"/>
                  </a:cubicBezTo>
                  <a:cubicBezTo>
                    <a:pt x="680611" y="203697"/>
                    <a:pt x="689075" y="201157"/>
                    <a:pt x="696768" y="197001"/>
                  </a:cubicBezTo>
                  <a:cubicBezTo>
                    <a:pt x="700995" y="195011"/>
                    <a:pt x="708953" y="194763"/>
                    <a:pt x="715667" y="191779"/>
                  </a:cubicBezTo>
                  <a:cubicBezTo>
                    <a:pt x="720035" y="189438"/>
                    <a:pt x="724729" y="187761"/>
                    <a:pt x="729593" y="186806"/>
                  </a:cubicBezTo>
                  <a:cubicBezTo>
                    <a:pt x="733245" y="186166"/>
                    <a:pt x="736827" y="185166"/>
                    <a:pt x="740283" y="183822"/>
                  </a:cubicBezTo>
                  <a:cubicBezTo>
                    <a:pt x="745460" y="182880"/>
                    <a:pt x="750379" y="180846"/>
                    <a:pt x="754707" y="177854"/>
                  </a:cubicBezTo>
                  <a:lnTo>
                    <a:pt x="763411" y="172382"/>
                  </a:lnTo>
                  <a:cubicBezTo>
                    <a:pt x="765764" y="170821"/>
                    <a:pt x="768262" y="169489"/>
                    <a:pt x="770870" y="168403"/>
                  </a:cubicBezTo>
                  <a:cubicBezTo>
                    <a:pt x="773194" y="166179"/>
                    <a:pt x="776376" y="165088"/>
                    <a:pt x="779574" y="165422"/>
                  </a:cubicBezTo>
                  <a:close/>
                  <a:moveTo>
                    <a:pt x="2848738" y="152492"/>
                  </a:moveTo>
                  <a:lnTo>
                    <a:pt x="2850480" y="154481"/>
                  </a:lnTo>
                  <a:lnTo>
                    <a:pt x="2849041" y="153793"/>
                  </a:lnTo>
                  <a:close/>
                  <a:moveTo>
                    <a:pt x="1268955" y="138070"/>
                  </a:moveTo>
                  <a:cubicBezTo>
                    <a:pt x="1265969" y="141551"/>
                    <a:pt x="1254779" y="138070"/>
                    <a:pt x="1254779" y="148513"/>
                  </a:cubicBezTo>
                  <a:cubicBezTo>
                    <a:pt x="1254779" y="152988"/>
                    <a:pt x="1256273" y="162937"/>
                    <a:pt x="1256273" y="162937"/>
                  </a:cubicBezTo>
                  <a:cubicBezTo>
                    <a:pt x="1256273" y="162937"/>
                    <a:pt x="1255526" y="172385"/>
                    <a:pt x="1262737" y="166913"/>
                  </a:cubicBezTo>
                  <a:cubicBezTo>
                    <a:pt x="1269950" y="161444"/>
                    <a:pt x="1279897" y="159207"/>
                    <a:pt x="1279897" y="150751"/>
                  </a:cubicBezTo>
                  <a:cubicBezTo>
                    <a:pt x="1281387" y="138070"/>
                    <a:pt x="1278403" y="135831"/>
                    <a:pt x="1268955" y="138070"/>
                  </a:cubicBezTo>
                  <a:close/>
                  <a:moveTo>
                    <a:pt x="213358" y="122404"/>
                  </a:moveTo>
                  <a:lnTo>
                    <a:pt x="215348" y="125636"/>
                  </a:lnTo>
                  <a:lnTo>
                    <a:pt x="213358" y="122541"/>
                  </a:lnTo>
                  <a:close/>
                  <a:moveTo>
                    <a:pt x="1353252" y="116932"/>
                  </a:moveTo>
                  <a:cubicBezTo>
                    <a:pt x="1340569" y="121158"/>
                    <a:pt x="1318937" y="120662"/>
                    <a:pt x="1318937" y="130609"/>
                  </a:cubicBezTo>
                  <a:cubicBezTo>
                    <a:pt x="1318438" y="135831"/>
                    <a:pt x="1318438" y="144783"/>
                    <a:pt x="1323662" y="147020"/>
                  </a:cubicBezTo>
                  <a:cubicBezTo>
                    <a:pt x="1329823" y="148197"/>
                    <a:pt x="1336152" y="148197"/>
                    <a:pt x="1342313" y="147020"/>
                  </a:cubicBezTo>
                  <a:lnTo>
                    <a:pt x="1354434" y="129705"/>
                  </a:lnTo>
                  <a:lnTo>
                    <a:pt x="1354494" y="130361"/>
                  </a:lnTo>
                  <a:lnTo>
                    <a:pt x="1354497" y="129614"/>
                  </a:lnTo>
                  <a:lnTo>
                    <a:pt x="1354434" y="129705"/>
                  </a:lnTo>
                  <a:close/>
                  <a:moveTo>
                    <a:pt x="1845366" y="113948"/>
                  </a:moveTo>
                  <a:cubicBezTo>
                    <a:pt x="1849277" y="114551"/>
                    <a:pt x="1852822" y="116590"/>
                    <a:pt x="1855313" y="119668"/>
                  </a:cubicBezTo>
                  <a:cubicBezTo>
                    <a:pt x="1860362" y="124140"/>
                    <a:pt x="1865176" y="128871"/>
                    <a:pt x="1869734" y="133841"/>
                  </a:cubicBezTo>
                  <a:cubicBezTo>
                    <a:pt x="1872053" y="138107"/>
                    <a:pt x="1873650" y="142731"/>
                    <a:pt x="1874460" y="147519"/>
                  </a:cubicBezTo>
                  <a:cubicBezTo>
                    <a:pt x="1875206" y="150999"/>
                    <a:pt x="1880180" y="154980"/>
                    <a:pt x="1880180" y="156719"/>
                  </a:cubicBezTo>
                  <a:cubicBezTo>
                    <a:pt x="1879185" y="169649"/>
                    <a:pt x="1869486" y="169401"/>
                    <a:pt x="1856803" y="178353"/>
                  </a:cubicBezTo>
                  <a:cubicBezTo>
                    <a:pt x="1849755" y="182392"/>
                    <a:pt x="1843515" y="187702"/>
                    <a:pt x="1838403" y="194020"/>
                  </a:cubicBezTo>
                  <a:cubicBezTo>
                    <a:pt x="1834453" y="198088"/>
                    <a:pt x="1829715" y="201301"/>
                    <a:pt x="1824478" y="203468"/>
                  </a:cubicBezTo>
                  <a:cubicBezTo>
                    <a:pt x="1810054" y="209684"/>
                    <a:pt x="1797123" y="209188"/>
                    <a:pt x="1796129" y="223362"/>
                  </a:cubicBezTo>
                  <a:cubicBezTo>
                    <a:pt x="1795134" y="237538"/>
                    <a:pt x="1802843" y="231818"/>
                    <a:pt x="1802843" y="246735"/>
                  </a:cubicBezTo>
                  <a:cubicBezTo>
                    <a:pt x="1802402" y="250656"/>
                    <a:pt x="1800849" y="254366"/>
                    <a:pt x="1798366" y="257429"/>
                  </a:cubicBezTo>
                  <a:cubicBezTo>
                    <a:pt x="1796126" y="260376"/>
                    <a:pt x="1794826" y="263929"/>
                    <a:pt x="1794638" y="267623"/>
                  </a:cubicBezTo>
                  <a:cubicBezTo>
                    <a:pt x="1794617" y="271312"/>
                    <a:pt x="1793586" y="274925"/>
                    <a:pt x="1791654" y="278069"/>
                  </a:cubicBezTo>
                  <a:cubicBezTo>
                    <a:pt x="1790027" y="281562"/>
                    <a:pt x="1789341" y="285420"/>
                    <a:pt x="1789664" y="289258"/>
                  </a:cubicBezTo>
                  <a:cubicBezTo>
                    <a:pt x="1789414" y="302687"/>
                    <a:pt x="1787176" y="314376"/>
                    <a:pt x="1791155" y="318104"/>
                  </a:cubicBezTo>
                  <a:cubicBezTo>
                    <a:pt x="1808548" y="317093"/>
                    <a:pt x="1825984" y="317093"/>
                    <a:pt x="1843377" y="318104"/>
                  </a:cubicBezTo>
                  <a:cubicBezTo>
                    <a:pt x="1849593" y="318104"/>
                    <a:pt x="1852078" y="313877"/>
                    <a:pt x="1856803" y="312634"/>
                  </a:cubicBezTo>
                  <a:cubicBezTo>
                    <a:pt x="1861075" y="311885"/>
                    <a:pt x="1865398" y="311470"/>
                    <a:pt x="1869734" y="311392"/>
                  </a:cubicBezTo>
                  <a:cubicBezTo>
                    <a:pt x="1874556" y="312232"/>
                    <a:pt x="1879297" y="313480"/>
                    <a:pt x="1883910" y="315122"/>
                  </a:cubicBezTo>
                  <a:cubicBezTo>
                    <a:pt x="1888722" y="317211"/>
                    <a:pt x="1893306" y="319795"/>
                    <a:pt x="1897585" y="322829"/>
                  </a:cubicBezTo>
                  <a:cubicBezTo>
                    <a:pt x="1902806" y="325813"/>
                    <a:pt x="1912009" y="327802"/>
                    <a:pt x="1915737" y="337253"/>
                  </a:cubicBezTo>
                  <a:lnTo>
                    <a:pt x="1917268" y="348182"/>
                  </a:lnTo>
                  <a:lnTo>
                    <a:pt x="1916982" y="347448"/>
                  </a:lnTo>
                  <a:lnTo>
                    <a:pt x="1917478" y="349685"/>
                  </a:lnTo>
                  <a:lnTo>
                    <a:pt x="1917268" y="348182"/>
                  </a:lnTo>
                  <a:lnTo>
                    <a:pt x="1918724" y="351925"/>
                  </a:lnTo>
                  <a:cubicBezTo>
                    <a:pt x="1919938" y="353938"/>
                    <a:pt x="1920379" y="356324"/>
                    <a:pt x="1919966" y="358637"/>
                  </a:cubicBezTo>
                  <a:cubicBezTo>
                    <a:pt x="1919233" y="362475"/>
                    <a:pt x="1917708" y="366117"/>
                    <a:pt x="1915489" y="369330"/>
                  </a:cubicBezTo>
                  <a:cubicBezTo>
                    <a:pt x="1913004" y="372810"/>
                    <a:pt x="1910020" y="378282"/>
                    <a:pt x="1906289" y="378282"/>
                  </a:cubicBezTo>
                  <a:lnTo>
                    <a:pt x="1888881" y="379525"/>
                  </a:lnTo>
                  <a:cubicBezTo>
                    <a:pt x="1882566" y="378024"/>
                    <a:pt x="1876175" y="376862"/>
                    <a:pt x="1869734" y="376045"/>
                  </a:cubicBezTo>
                  <a:cubicBezTo>
                    <a:pt x="1863270" y="376045"/>
                    <a:pt x="1857550" y="377784"/>
                    <a:pt x="1850089" y="377784"/>
                  </a:cubicBezTo>
                  <a:cubicBezTo>
                    <a:pt x="1839273" y="377450"/>
                    <a:pt x="1828483" y="376536"/>
                    <a:pt x="1817763" y="375050"/>
                  </a:cubicBezTo>
                  <a:cubicBezTo>
                    <a:pt x="1813286" y="375050"/>
                    <a:pt x="1794139" y="375050"/>
                    <a:pt x="1788419" y="375050"/>
                  </a:cubicBezTo>
                  <a:cubicBezTo>
                    <a:pt x="1778337" y="374098"/>
                    <a:pt x="1768163" y="374855"/>
                    <a:pt x="1758331" y="377288"/>
                  </a:cubicBezTo>
                  <a:lnTo>
                    <a:pt x="1729736" y="381515"/>
                  </a:lnTo>
                  <a:cubicBezTo>
                    <a:pt x="1719291" y="383752"/>
                    <a:pt x="1706360" y="381515"/>
                    <a:pt x="1696909" y="381515"/>
                  </a:cubicBezTo>
                  <a:cubicBezTo>
                    <a:pt x="1677217" y="383350"/>
                    <a:pt x="1657786" y="387352"/>
                    <a:pt x="1638970" y="393451"/>
                  </a:cubicBezTo>
                  <a:cubicBezTo>
                    <a:pt x="1615098" y="401656"/>
                    <a:pt x="1573322" y="420307"/>
                    <a:pt x="1568101" y="420307"/>
                  </a:cubicBezTo>
                  <a:cubicBezTo>
                    <a:pt x="1562879" y="420307"/>
                    <a:pt x="1551690" y="405387"/>
                    <a:pt x="1540997" y="395440"/>
                  </a:cubicBezTo>
                  <a:cubicBezTo>
                    <a:pt x="1540143" y="390503"/>
                    <a:pt x="1540143" y="385457"/>
                    <a:pt x="1540997" y="380520"/>
                  </a:cubicBezTo>
                  <a:cubicBezTo>
                    <a:pt x="1541908" y="374335"/>
                    <a:pt x="1541310" y="368022"/>
                    <a:pt x="1539255" y="362120"/>
                  </a:cubicBezTo>
                  <a:cubicBezTo>
                    <a:pt x="1543730" y="354909"/>
                    <a:pt x="1565613" y="346205"/>
                    <a:pt x="1568597" y="345706"/>
                  </a:cubicBezTo>
                  <a:cubicBezTo>
                    <a:pt x="1571581" y="345210"/>
                    <a:pt x="1582773" y="348442"/>
                    <a:pt x="1586005" y="347448"/>
                  </a:cubicBezTo>
                  <a:cubicBezTo>
                    <a:pt x="1589237" y="346453"/>
                    <a:pt x="1610373" y="337997"/>
                    <a:pt x="1622309" y="333770"/>
                  </a:cubicBezTo>
                  <a:cubicBezTo>
                    <a:pt x="1626290" y="332280"/>
                    <a:pt x="1633002" y="330786"/>
                    <a:pt x="1636485" y="330786"/>
                  </a:cubicBezTo>
                  <a:cubicBezTo>
                    <a:pt x="1647674" y="327306"/>
                    <a:pt x="1664085" y="319101"/>
                    <a:pt x="1676272" y="314376"/>
                  </a:cubicBezTo>
                  <a:cubicBezTo>
                    <a:pt x="1701885" y="304181"/>
                    <a:pt x="1703128" y="273095"/>
                    <a:pt x="1707107" y="261159"/>
                  </a:cubicBezTo>
                  <a:cubicBezTo>
                    <a:pt x="1709245" y="255520"/>
                    <a:pt x="1710341" y="249536"/>
                    <a:pt x="1710339" y="243503"/>
                  </a:cubicBezTo>
                  <a:cubicBezTo>
                    <a:pt x="1710339" y="237538"/>
                    <a:pt x="1710091" y="229580"/>
                    <a:pt x="1707107" y="229580"/>
                  </a:cubicBezTo>
                  <a:cubicBezTo>
                    <a:pt x="1701896" y="229883"/>
                    <a:pt x="1696729" y="230716"/>
                    <a:pt x="1691688" y="232066"/>
                  </a:cubicBezTo>
                  <a:cubicBezTo>
                    <a:pt x="1685451" y="234212"/>
                    <a:pt x="1678752" y="234640"/>
                    <a:pt x="1672293" y="233308"/>
                  </a:cubicBezTo>
                  <a:cubicBezTo>
                    <a:pt x="1666077" y="231071"/>
                    <a:pt x="1666077" y="223362"/>
                    <a:pt x="1666075" y="215404"/>
                  </a:cubicBezTo>
                  <a:cubicBezTo>
                    <a:pt x="1664221" y="207337"/>
                    <a:pt x="1660177" y="199939"/>
                    <a:pt x="1654389" y="194020"/>
                  </a:cubicBezTo>
                  <a:cubicBezTo>
                    <a:pt x="1652060" y="188527"/>
                    <a:pt x="1651037" y="182567"/>
                    <a:pt x="1651405" y="176612"/>
                  </a:cubicBezTo>
                  <a:cubicBezTo>
                    <a:pt x="1651405" y="173380"/>
                    <a:pt x="1649912" y="163185"/>
                    <a:pt x="1649912" y="159951"/>
                  </a:cubicBezTo>
                  <a:cubicBezTo>
                    <a:pt x="1649912" y="151745"/>
                    <a:pt x="1657373" y="150999"/>
                    <a:pt x="1664336" y="147519"/>
                  </a:cubicBezTo>
                  <a:cubicBezTo>
                    <a:pt x="1667320" y="146025"/>
                    <a:pt x="1682736" y="153735"/>
                    <a:pt x="1690941" y="153735"/>
                  </a:cubicBezTo>
                  <a:cubicBezTo>
                    <a:pt x="1712169" y="151390"/>
                    <a:pt x="1733253" y="147905"/>
                    <a:pt x="1754104" y="143292"/>
                  </a:cubicBezTo>
                  <a:lnTo>
                    <a:pt x="1765046" y="140057"/>
                  </a:lnTo>
                  <a:lnTo>
                    <a:pt x="1773003" y="137324"/>
                  </a:lnTo>
                  <a:cubicBezTo>
                    <a:pt x="1789414" y="132283"/>
                    <a:pt x="1805250" y="125531"/>
                    <a:pt x="1820249" y="117180"/>
                  </a:cubicBezTo>
                  <a:cubicBezTo>
                    <a:pt x="1824535" y="115587"/>
                    <a:pt x="1829148" y="115076"/>
                    <a:pt x="1833678" y="115689"/>
                  </a:cubicBezTo>
                  <a:cubicBezTo>
                    <a:pt x="1839894" y="115689"/>
                    <a:pt x="1842131" y="113948"/>
                    <a:pt x="1845366" y="113948"/>
                  </a:cubicBezTo>
                  <a:close/>
                  <a:moveTo>
                    <a:pt x="2217869" y="97782"/>
                  </a:moveTo>
                  <a:cubicBezTo>
                    <a:pt x="2223589" y="97782"/>
                    <a:pt x="2239752" y="95297"/>
                    <a:pt x="2239752" y="97782"/>
                  </a:cubicBezTo>
                  <a:cubicBezTo>
                    <a:pt x="2244039" y="104173"/>
                    <a:pt x="2250083" y="109183"/>
                    <a:pt x="2257158" y="112206"/>
                  </a:cubicBezTo>
                  <a:cubicBezTo>
                    <a:pt x="2263126" y="115190"/>
                    <a:pt x="2260142" y="119417"/>
                    <a:pt x="2261136" y="124638"/>
                  </a:cubicBezTo>
                  <a:cubicBezTo>
                    <a:pt x="2262133" y="129862"/>
                    <a:pt x="2265115" y="131852"/>
                    <a:pt x="2263624" y="136326"/>
                  </a:cubicBezTo>
                  <a:cubicBezTo>
                    <a:pt x="2262133" y="140804"/>
                    <a:pt x="2257904" y="148761"/>
                    <a:pt x="2254424" y="158457"/>
                  </a:cubicBezTo>
                  <a:cubicBezTo>
                    <a:pt x="2254424" y="160694"/>
                    <a:pt x="2251688" y="171388"/>
                    <a:pt x="2254424" y="171388"/>
                  </a:cubicBezTo>
                  <a:cubicBezTo>
                    <a:pt x="2257573" y="171662"/>
                    <a:pt x="2260724" y="170873"/>
                    <a:pt x="2263376" y="169150"/>
                  </a:cubicBezTo>
                  <a:cubicBezTo>
                    <a:pt x="2264619" y="168652"/>
                    <a:pt x="2270587" y="164177"/>
                    <a:pt x="2274318" y="164177"/>
                  </a:cubicBezTo>
                  <a:cubicBezTo>
                    <a:pt x="2278850" y="163135"/>
                    <a:pt x="2283267" y="161637"/>
                    <a:pt x="2287496" y="159702"/>
                  </a:cubicBezTo>
                  <a:cubicBezTo>
                    <a:pt x="2292966" y="155972"/>
                    <a:pt x="2302912" y="149009"/>
                    <a:pt x="2302912" y="149009"/>
                  </a:cubicBezTo>
                  <a:cubicBezTo>
                    <a:pt x="2302912" y="149009"/>
                    <a:pt x="2323057" y="142542"/>
                    <a:pt x="2326537" y="149009"/>
                  </a:cubicBezTo>
                  <a:cubicBezTo>
                    <a:pt x="2330019" y="155473"/>
                    <a:pt x="2338225" y="153236"/>
                    <a:pt x="2346929" y="155473"/>
                  </a:cubicBezTo>
                  <a:cubicBezTo>
                    <a:pt x="2355630" y="157710"/>
                    <a:pt x="2361102" y="170892"/>
                    <a:pt x="2361102" y="182577"/>
                  </a:cubicBezTo>
                  <a:cubicBezTo>
                    <a:pt x="2361350" y="187303"/>
                    <a:pt x="2358366" y="189044"/>
                    <a:pt x="2355630" y="189292"/>
                  </a:cubicBezTo>
                  <a:cubicBezTo>
                    <a:pt x="2352897" y="189540"/>
                    <a:pt x="2349662" y="194265"/>
                    <a:pt x="2344441" y="197748"/>
                  </a:cubicBezTo>
                  <a:cubicBezTo>
                    <a:pt x="2336186" y="202444"/>
                    <a:pt x="2327427" y="206199"/>
                    <a:pt x="2318331" y="208937"/>
                  </a:cubicBezTo>
                  <a:cubicBezTo>
                    <a:pt x="2313593" y="211947"/>
                    <a:pt x="2308379" y="214135"/>
                    <a:pt x="2302912" y="215404"/>
                  </a:cubicBezTo>
                  <a:cubicBezTo>
                    <a:pt x="2297072" y="215806"/>
                    <a:pt x="2291258" y="216555"/>
                    <a:pt x="2285507" y="217641"/>
                  </a:cubicBezTo>
                  <a:cubicBezTo>
                    <a:pt x="2276171" y="219926"/>
                    <a:pt x="2267151" y="223351"/>
                    <a:pt x="2258651" y="227836"/>
                  </a:cubicBezTo>
                  <a:cubicBezTo>
                    <a:pt x="2255155" y="231715"/>
                    <a:pt x="2252226" y="236070"/>
                    <a:pt x="2249947" y="240767"/>
                  </a:cubicBezTo>
                  <a:cubicBezTo>
                    <a:pt x="2247869" y="247753"/>
                    <a:pt x="2248960" y="255295"/>
                    <a:pt x="2252931" y="261407"/>
                  </a:cubicBezTo>
                  <a:cubicBezTo>
                    <a:pt x="2265538" y="278452"/>
                    <a:pt x="2280432" y="293680"/>
                    <a:pt x="2297195" y="306663"/>
                  </a:cubicBezTo>
                  <a:cubicBezTo>
                    <a:pt x="2305152" y="313130"/>
                    <a:pt x="2316590" y="336754"/>
                    <a:pt x="2330019" y="343466"/>
                  </a:cubicBezTo>
                  <a:cubicBezTo>
                    <a:pt x="2341940" y="349961"/>
                    <a:pt x="2353184" y="357626"/>
                    <a:pt x="2363587" y="366343"/>
                  </a:cubicBezTo>
                  <a:cubicBezTo>
                    <a:pt x="2369618" y="369716"/>
                    <a:pt x="2376051" y="372309"/>
                    <a:pt x="2382737" y="374053"/>
                  </a:cubicBezTo>
                  <a:cubicBezTo>
                    <a:pt x="2388206" y="376541"/>
                    <a:pt x="2393430" y="382258"/>
                    <a:pt x="2397158" y="383503"/>
                  </a:cubicBezTo>
                  <a:cubicBezTo>
                    <a:pt x="2406857" y="386735"/>
                    <a:pt x="2415561" y="389719"/>
                    <a:pt x="2430481" y="395935"/>
                  </a:cubicBezTo>
                  <a:cubicBezTo>
                    <a:pt x="2434209" y="397429"/>
                    <a:pt x="2440177" y="397925"/>
                    <a:pt x="2441919" y="401157"/>
                  </a:cubicBezTo>
                  <a:lnTo>
                    <a:pt x="2441671" y="402898"/>
                  </a:lnTo>
                  <a:cubicBezTo>
                    <a:pt x="2443164" y="405634"/>
                    <a:pt x="2438188" y="408370"/>
                    <a:pt x="2437940" y="411602"/>
                  </a:cubicBezTo>
                  <a:cubicBezTo>
                    <a:pt x="2437692" y="414834"/>
                    <a:pt x="2439183" y="420554"/>
                    <a:pt x="2436449" y="423786"/>
                  </a:cubicBezTo>
                  <a:cubicBezTo>
                    <a:pt x="2431758" y="429658"/>
                    <a:pt x="2424803" y="433271"/>
                    <a:pt x="2417300" y="433733"/>
                  </a:cubicBezTo>
                  <a:cubicBezTo>
                    <a:pt x="2414068" y="434229"/>
                    <a:pt x="2412078" y="438954"/>
                    <a:pt x="2409593" y="440447"/>
                  </a:cubicBezTo>
                  <a:cubicBezTo>
                    <a:pt x="2407105" y="441938"/>
                    <a:pt x="2403873" y="441938"/>
                    <a:pt x="2401636" y="441938"/>
                  </a:cubicBezTo>
                  <a:cubicBezTo>
                    <a:pt x="2395754" y="442238"/>
                    <a:pt x="2389861" y="442238"/>
                    <a:pt x="2383980" y="441938"/>
                  </a:cubicBezTo>
                  <a:cubicBezTo>
                    <a:pt x="2379753" y="441938"/>
                    <a:pt x="2373038" y="441938"/>
                    <a:pt x="2365827" y="441938"/>
                  </a:cubicBezTo>
                  <a:cubicBezTo>
                    <a:pt x="2360382" y="441949"/>
                    <a:pt x="2354983" y="440936"/>
                    <a:pt x="2349913" y="438954"/>
                  </a:cubicBezTo>
                  <a:cubicBezTo>
                    <a:pt x="2340710" y="433237"/>
                    <a:pt x="2330019" y="436717"/>
                    <a:pt x="2325046" y="435474"/>
                  </a:cubicBezTo>
                  <a:cubicBezTo>
                    <a:pt x="2320072" y="434229"/>
                    <a:pt x="2312611" y="430749"/>
                    <a:pt x="2310870" y="425775"/>
                  </a:cubicBezTo>
                  <a:cubicBezTo>
                    <a:pt x="2306147" y="411850"/>
                    <a:pt x="2312611" y="408370"/>
                    <a:pt x="2289486" y="386983"/>
                  </a:cubicBezTo>
                  <a:cubicBezTo>
                    <a:pt x="2280453" y="377240"/>
                    <a:pt x="2272143" y="366852"/>
                    <a:pt x="2264619" y="355900"/>
                  </a:cubicBezTo>
                  <a:cubicBezTo>
                    <a:pt x="2259685" y="349846"/>
                    <a:pt x="2254369" y="344116"/>
                    <a:pt x="2248704" y="338740"/>
                  </a:cubicBezTo>
                  <a:cubicBezTo>
                    <a:pt x="2233536" y="327799"/>
                    <a:pt x="2216376" y="309895"/>
                    <a:pt x="2214637" y="308903"/>
                  </a:cubicBezTo>
                  <a:cubicBezTo>
                    <a:pt x="2212896" y="307908"/>
                    <a:pt x="2202701" y="332028"/>
                    <a:pt x="2191013" y="344711"/>
                  </a:cubicBezTo>
                  <a:cubicBezTo>
                    <a:pt x="2179325" y="357391"/>
                    <a:pt x="2170872" y="362615"/>
                    <a:pt x="2156696" y="378031"/>
                  </a:cubicBezTo>
                  <a:cubicBezTo>
                    <a:pt x="2146605" y="387372"/>
                    <a:pt x="2134776" y="394638"/>
                    <a:pt x="2121882" y="399415"/>
                  </a:cubicBezTo>
                  <a:cubicBezTo>
                    <a:pt x="2115914" y="403397"/>
                    <a:pt x="2103482" y="409362"/>
                    <a:pt x="2095773" y="413591"/>
                  </a:cubicBezTo>
                  <a:cubicBezTo>
                    <a:pt x="2088066" y="417818"/>
                    <a:pt x="2076127" y="417319"/>
                    <a:pt x="2070906" y="419807"/>
                  </a:cubicBezTo>
                  <a:cubicBezTo>
                    <a:pt x="2066700" y="421426"/>
                    <a:pt x="2062233" y="422269"/>
                    <a:pt x="2057727" y="422295"/>
                  </a:cubicBezTo>
                  <a:cubicBezTo>
                    <a:pt x="2054244" y="421549"/>
                    <a:pt x="2051260" y="416575"/>
                    <a:pt x="2048775" y="414586"/>
                  </a:cubicBezTo>
                  <a:cubicBezTo>
                    <a:pt x="2046287" y="412597"/>
                    <a:pt x="2046039" y="402898"/>
                    <a:pt x="2042060" y="400909"/>
                  </a:cubicBezTo>
                  <a:cubicBezTo>
                    <a:pt x="2038116" y="399998"/>
                    <a:pt x="2034280" y="398663"/>
                    <a:pt x="2030623" y="396930"/>
                  </a:cubicBezTo>
                  <a:cubicBezTo>
                    <a:pt x="2028383" y="394693"/>
                    <a:pt x="2030124" y="391210"/>
                    <a:pt x="2038082" y="388477"/>
                  </a:cubicBezTo>
                  <a:cubicBezTo>
                    <a:pt x="2044274" y="386328"/>
                    <a:pt x="2050010" y="383039"/>
                    <a:pt x="2054991" y="378778"/>
                  </a:cubicBezTo>
                  <a:cubicBezTo>
                    <a:pt x="2058993" y="376133"/>
                    <a:pt x="2062815" y="373228"/>
                    <a:pt x="2066431" y="370074"/>
                  </a:cubicBezTo>
                  <a:cubicBezTo>
                    <a:pt x="2067922" y="368333"/>
                    <a:pt x="2072647" y="367586"/>
                    <a:pt x="2074636" y="366343"/>
                  </a:cubicBezTo>
                  <a:cubicBezTo>
                    <a:pt x="2093692" y="350165"/>
                    <a:pt x="2111792" y="332895"/>
                    <a:pt x="2128845" y="314620"/>
                  </a:cubicBezTo>
                  <a:cubicBezTo>
                    <a:pt x="2138572" y="304141"/>
                    <a:pt x="2145726" y="291542"/>
                    <a:pt x="2149733" y="277818"/>
                  </a:cubicBezTo>
                  <a:cubicBezTo>
                    <a:pt x="2152336" y="273173"/>
                    <a:pt x="2153785" y="267970"/>
                    <a:pt x="2153962" y="262650"/>
                  </a:cubicBezTo>
                  <a:cubicBezTo>
                    <a:pt x="2153712" y="260162"/>
                    <a:pt x="2146501" y="262650"/>
                    <a:pt x="2143269" y="262650"/>
                  </a:cubicBezTo>
                  <a:cubicBezTo>
                    <a:pt x="2140037" y="262650"/>
                    <a:pt x="2137799" y="262650"/>
                    <a:pt x="2134813" y="262650"/>
                  </a:cubicBezTo>
                  <a:cubicBezTo>
                    <a:pt x="2131829" y="262650"/>
                    <a:pt x="2127354" y="265634"/>
                    <a:pt x="2123871" y="265634"/>
                  </a:cubicBezTo>
                  <a:cubicBezTo>
                    <a:pt x="2120397" y="266756"/>
                    <a:pt x="2116656" y="266756"/>
                    <a:pt x="2113181" y="265634"/>
                  </a:cubicBezTo>
                  <a:cubicBezTo>
                    <a:pt x="2107461" y="263644"/>
                    <a:pt x="2104229" y="257924"/>
                    <a:pt x="2096767" y="257924"/>
                  </a:cubicBezTo>
                  <a:cubicBezTo>
                    <a:pt x="2086079" y="254084"/>
                    <a:pt x="2078602" y="244375"/>
                    <a:pt x="2077621" y="233057"/>
                  </a:cubicBezTo>
                  <a:cubicBezTo>
                    <a:pt x="2076279" y="227565"/>
                    <a:pt x="2078331" y="221798"/>
                    <a:pt x="2082842" y="218385"/>
                  </a:cubicBezTo>
                  <a:cubicBezTo>
                    <a:pt x="2086573" y="215652"/>
                    <a:pt x="2088562" y="211673"/>
                    <a:pt x="2091794" y="209185"/>
                  </a:cubicBezTo>
                  <a:cubicBezTo>
                    <a:pt x="2095029" y="206700"/>
                    <a:pt x="2099503" y="207196"/>
                    <a:pt x="2103234" y="204711"/>
                  </a:cubicBezTo>
                  <a:cubicBezTo>
                    <a:pt x="2105933" y="201907"/>
                    <a:pt x="2109257" y="199779"/>
                    <a:pt x="2112933" y="198495"/>
                  </a:cubicBezTo>
                  <a:cubicBezTo>
                    <a:pt x="2117159" y="196753"/>
                    <a:pt x="2128349" y="198495"/>
                    <a:pt x="2136306" y="198492"/>
                  </a:cubicBezTo>
                  <a:cubicBezTo>
                    <a:pt x="2149999" y="196803"/>
                    <a:pt x="2163154" y="192135"/>
                    <a:pt x="2174850" y="184817"/>
                  </a:cubicBezTo>
                  <a:cubicBezTo>
                    <a:pt x="2174438" y="172536"/>
                    <a:pt x="2176996" y="160337"/>
                    <a:pt x="2182309" y="149257"/>
                  </a:cubicBezTo>
                  <a:cubicBezTo>
                    <a:pt x="2184105" y="141853"/>
                    <a:pt x="2184941" y="134246"/>
                    <a:pt x="2184797" y="126628"/>
                  </a:cubicBezTo>
                  <a:cubicBezTo>
                    <a:pt x="2185828" y="120205"/>
                    <a:pt x="2185828" y="113655"/>
                    <a:pt x="2184797" y="107233"/>
                  </a:cubicBezTo>
                  <a:cubicBezTo>
                    <a:pt x="2184546" y="101761"/>
                    <a:pt x="2187533" y="100270"/>
                    <a:pt x="2190765" y="100270"/>
                  </a:cubicBezTo>
                  <a:cubicBezTo>
                    <a:pt x="2200960" y="97534"/>
                    <a:pt x="2200960" y="101513"/>
                    <a:pt x="2206181" y="101513"/>
                  </a:cubicBezTo>
                  <a:cubicBezTo>
                    <a:pt x="2211403" y="101513"/>
                    <a:pt x="2212149" y="97782"/>
                    <a:pt x="2217869" y="97782"/>
                  </a:cubicBezTo>
                  <a:close/>
                  <a:moveTo>
                    <a:pt x="1179680" y="97536"/>
                  </a:moveTo>
                  <a:cubicBezTo>
                    <a:pt x="1187141" y="93310"/>
                    <a:pt x="1192114" y="112208"/>
                    <a:pt x="1193357" y="115440"/>
                  </a:cubicBezTo>
                  <a:cubicBezTo>
                    <a:pt x="1194600" y="118672"/>
                    <a:pt x="1190373" y="129118"/>
                    <a:pt x="1190125" y="133096"/>
                  </a:cubicBezTo>
                  <a:cubicBezTo>
                    <a:pt x="1189874" y="137075"/>
                    <a:pt x="1183906" y="142046"/>
                    <a:pt x="1183906" y="153734"/>
                  </a:cubicBezTo>
                  <a:cubicBezTo>
                    <a:pt x="1184157" y="158459"/>
                    <a:pt x="1179432" y="162438"/>
                    <a:pt x="1172965" y="168406"/>
                  </a:cubicBezTo>
                  <a:cubicBezTo>
                    <a:pt x="1166185" y="174664"/>
                    <a:pt x="1159946" y="181486"/>
                    <a:pt x="1154317" y="188798"/>
                  </a:cubicBezTo>
                  <a:cubicBezTo>
                    <a:pt x="1151234" y="195928"/>
                    <a:pt x="1150534" y="203867"/>
                    <a:pt x="1152328" y="211425"/>
                  </a:cubicBezTo>
                  <a:cubicBezTo>
                    <a:pt x="1152328" y="214660"/>
                    <a:pt x="1149344" y="222865"/>
                    <a:pt x="1153818" y="227092"/>
                  </a:cubicBezTo>
                  <a:cubicBezTo>
                    <a:pt x="1158296" y="231318"/>
                    <a:pt x="1163269" y="226844"/>
                    <a:pt x="1165754" y="227092"/>
                  </a:cubicBezTo>
                  <a:cubicBezTo>
                    <a:pt x="1168242" y="227340"/>
                    <a:pt x="1166749" y="232564"/>
                    <a:pt x="1169733" y="238033"/>
                  </a:cubicBezTo>
                  <a:cubicBezTo>
                    <a:pt x="1175205" y="248726"/>
                    <a:pt x="1177442" y="252206"/>
                    <a:pt x="1177194" y="255441"/>
                  </a:cubicBezTo>
                  <a:cubicBezTo>
                    <a:pt x="1176944" y="258673"/>
                    <a:pt x="1176944" y="261159"/>
                    <a:pt x="1174458" y="262652"/>
                  </a:cubicBezTo>
                  <a:cubicBezTo>
                    <a:pt x="1160288" y="271011"/>
                    <a:pt x="1148211" y="282493"/>
                    <a:pt x="1139149" y="296223"/>
                  </a:cubicBezTo>
                  <a:cubicBezTo>
                    <a:pt x="1138162" y="300742"/>
                    <a:pt x="1138687" y="305457"/>
                    <a:pt x="1140640" y="309649"/>
                  </a:cubicBezTo>
                  <a:lnTo>
                    <a:pt x="1154066" y="309649"/>
                  </a:lnTo>
                  <a:lnTo>
                    <a:pt x="1153072" y="310396"/>
                  </a:lnTo>
                  <a:cubicBezTo>
                    <a:pt x="1157747" y="311819"/>
                    <a:pt x="1161898" y="314586"/>
                    <a:pt x="1165008" y="318353"/>
                  </a:cubicBezTo>
                  <a:cubicBezTo>
                    <a:pt x="1167219" y="322324"/>
                    <a:pt x="1168496" y="326747"/>
                    <a:pt x="1168738" y="331284"/>
                  </a:cubicBezTo>
                  <a:cubicBezTo>
                    <a:pt x="1164209" y="349230"/>
                    <a:pt x="1151764" y="364145"/>
                    <a:pt x="1134920" y="371818"/>
                  </a:cubicBezTo>
                  <a:cubicBezTo>
                    <a:pt x="1119752" y="381514"/>
                    <a:pt x="1090407" y="392455"/>
                    <a:pt x="1079717" y="399418"/>
                  </a:cubicBezTo>
                  <a:cubicBezTo>
                    <a:pt x="1069023" y="406381"/>
                    <a:pt x="1058829" y="421551"/>
                    <a:pt x="1052610" y="424285"/>
                  </a:cubicBezTo>
                  <a:cubicBezTo>
                    <a:pt x="1052610" y="424285"/>
                    <a:pt x="1044157" y="425778"/>
                    <a:pt x="1041919" y="424285"/>
                  </a:cubicBezTo>
                  <a:cubicBezTo>
                    <a:pt x="1039682" y="422794"/>
                    <a:pt x="1031973" y="421551"/>
                    <a:pt x="1026749" y="420058"/>
                  </a:cubicBezTo>
                  <a:cubicBezTo>
                    <a:pt x="1021527" y="418567"/>
                    <a:pt x="1024015" y="411106"/>
                    <a:pt x="1020284" y="406879"/>
                  </a:cubicBezTo>
                  <a:cubicBezTo>
                    <a:pt x="1016374" y="402987"/>
                    <a:pt x="1013178" y="398444"/>
                    <a:pt x="1010834" y="393450"/>
                  </a:cubicBezTo>
                  <a:cubicBezTo>
                    <a:pt x="1007641" y="385565"/>
                    <a:pt x="1006197" y="377081"/>
                    <a:pt x="1006607" y="368583"/>
                  </a:cubicBezTo>
                  <a:cubicBezTo>
                    <a:pt x="1011445" y="357843"/>
                    <a:pt x="1020410" y="349504"/>
                    <a:pt x="1031474" y="345458"/>
                  </a:cubicBezTo>
                  <a:cubicBezTo>
                    <a:pt x="1036223" y="342411"/>
                    <a:pt x="1040789" y="339090"/>
                    <a:pt x="1045151" y="335511"/>
                  </a:cubicBezTo>
                  <a:cubicBezTo>
                    <a:pt x="1049208" y="333112"/>
                    <a:pt x="1052555" y="329681"/>
                    <a:pt x="1054850" y="325564"/>
                  </a:cubicBezTo>
                  <a:cubicBezTo>
                    <a:pt x="1056171" y="322392"/>
                    <a:pt x="1057009" y="319040"/>
                    <a:pt x="1057335" y="315617"/>
                  </a:cubicBezTo>
                  <a:cubicBezTo>
                    <a:pt x="1057586" y="310396"/>
                    <a:pt x="1060319" y="306665"/>
                    <a:pt x="1060319" y="302935"/>
                  </a:cubicBezTo>
                  <a:cubicBezTo>
                    <a:pt x="1059823" y="299256"/>
                    <a:pt x="1058267" y="295800"/>
                    <a:pt x="1055845" y="292988"/>
                  </a:cubicBezTo>
                  <a:cubicBezTo>
                    <a:pt x="1053383" y="290492"/>
                    <a:pt x="1051438" y="287534"/>
                    <a:pt x="1050125" y="284287"/>
                  </a:cubicBezTo>
                  <a:cubicBezTo>
                    <a:pt x="1050125" y="284036"/>
                    <a:pt x="1039431" y="271604"/>
                    <a:pt x="1039431" y="265388"/>
                  </a:cubicBezTo>
                  <a:cubicBezTo>
                    <a:pt x="1039781" y="255929"/>
                    <a:pt x="1047156" y="248233"/>
                    <a:pt x="1056589" y="247484"/>
                  </a:cubicBezTo>
                  <a:cubicBezTo>
                    <a:pt x="1059823" y="246238"/>
                    <a:pt x="1061565" y="248228"/>
                    <a:pt x="1068527" y="247484"/>
                  </a:cubicBezTo>
                  <a:cubicBezTo>
                    <a:pt x="1075490" y="246737"/>
                    <a:pt x="1080711" y="240022"/>
                    <a:pt x="1084687" y="234054"/>
                  </a:cubicBezTo>
                  <a:cubicBezTo>
                    <a:pt x="1086755" y="225917"/>
                    <a:pt x="1087922" y="217578"/>
                    <a:pt x="1088170" y="209188"/>
                  </a:cubicBezTo>
                  <a:cubicBezTo>
                    <a:pt x="1090159" y="200734"/>
                    <a:pt x="1080461" y="199491"/>
                    <a:pt x="1075487" y="197500"/>
                  </a:cubicBezTo>
                  <a:cubicBezTo>
                    <a:pt x="1070900" y="194949"/>
                    <a:pt x="1065953" y="193106"/>
                    <a:pt x="1060818" y="192030"/>
                  </a:cubicBezTo>
                  <a:cubicBezTo>
                    <a:pt x="1056839" y="191780"/>
                    <a:pt x="1053605" y="186809"/>
                    <a:pt x="1051615" y="181585"/>
                  </a:cubicBezTo>
                  <a:cubicBezTo>
                    <a:pt x="1049626" y="176363"/>
                    <a:pt x="1047887" y="178105"/>
                    <a:pt x="1043661" y="176363"/>
                  </a:cubicBezTo>
                  <a:cubicBezTo>
                    <a:pt x="1039431" y="174625"/>
                    <a:pt x="1039431" y="160697"/>
                    <a:pt x="1039431" y="158958"/>
                  </a:cubicBezTo>
                  <a:cubicBezTo>
                    <a:pt x="1039431" y="157217"/>
                    <a:pt x="1043909" y="155475"/>
                    <a:pt x="1047637" y="153734"/>
                  </a:cubicBezTo>
                  <a:cubicBezTo>
                    <a:pt x="1051367" y="151995"/>
                    <a:pt x="1051615" y="149507"/>
                    <a:pt x="1053855" y="144286"/>
                  </a:cubicBezTo>
                  <a:cubicBezTo>
                    <a:pt x="1056093" y="139065"/>
                    <a:pt x="1061813" y="137819"/>
                    <a:pt x="1066786" y="136577"/>
                  </a:cubicBezTo>
                  <a:cubicBezTo>
                    <a:pt x="1072537" y="136227"/>
                    <a:pt x="1078265" y="135561"/>
                    <a:pt x="1083943" y="134587"/>
                  </a:cubicBezTo>
                  <a:cubicBezTo>
                    <a:pt x="1108810" y="123894"/>
                    <a:pt x="1135418" y="97784"/>
                    <a:pt x="1158544" y="99027"/>
                  </a:cubicBezTo>
                  <a:cubicBezTo>
                    <a:pt x="1170232" y="99774"/>
                    <a:pt x="1172221" y="101763"/>
                    <a:pt x="1179680" y="97536"/>
                  </a:cubicBezTo>
                  <a:close/>
                  <a:moveTo>
                    <a:pt x="135275" y="92313"/>
                  </a:moveTo>
                  <a:cubicBezTo>
                    <a:pt x="138011" y="92563"/>
                    <a:pt x="140995" y="96790"/>
                    <a:pt x="146217" y="98532"/>
                  </a:cubicBezTo>
                  <a:cubicBezTo>
                    <a:pt x="151441" y="100270"/>
                    <a:pt x="161636" y="100270"/>
                    <a:pt x="164121" y="100270"/>
                  </a:cubicBezTo>
                  <a:cubicBezTo>
                    <a:pt x="166609" y="100270"/>
                    <a:pt x="179041" y="100270"/>
                    <a:pt x="182025" y="100270"/>
                  </a:cubicBezTo>
                  <a:cubicBezTo>
                    <a:pt x="186139" y="100607"/>
                    <a:pt x="190173" y="101615"/>
                    <a:pt x="193961" y="103254"/>
                  </a:cubicBezTo>
                  <a:cubicBezTo>
                    <a:pt x="195702" y="104500"/>
                    <a:pt x="202166" y="105742"/>
                    <a:pt x="204156" y="108228"/>
                  </a:cubicBezTo>
                  <a:lnTo>
                    <a:pt x="213358" y="122541"/>
                  </a:lnTo>
                  <a:lnTo>
                    <a:pt x="213358" y="133841"/>
                  </a:lnTo>
                  <a:cubicBezTo>
                    <a:pt x="213962" y="139629"/>
                    <a:pt x="213962" y="145461"/>
                    <a:pt x="213358" y="151249"/>
                  </a:cubicBezTo>
                  <a:cubicBezTo>
                    <a:pt x="212612" y="154233"/>
                    <a:pt x="208137" y="161692"/>
                    <a:pt x="204406" y="170148"/>
                  </a:cubicBezTo>
                  <a:cubicBezTo>
                    <a:pt x="203179" y="176638"/>
                    <a:pt x="202349" y="183199"/>
                    <a:pt x="201918" y="189791"/>
                  </a:cubicBezTo>
                  <a:cubicBezTo>
                    <a:pt x="201670" y="198993"/>
                    <a:pt x="201422" y="205708"/>
                    <a:pt x="199929" y="225351"/>
                  </a:cubicBezTo>
                  <a:cubicBezTo>
                    <a:pt x="199681" y="231319"/>
                    <a:pt x="197940" y="238034"/>
                    <a:pt x="196697" y="246986"/>
                  </a:cubicBezTo>
                  <a:cubicBezTo>
                    <a:pt x="195454" y="249970"/>
                    <a:pt x="195454" y="256932"/>
                    <a:pt x="195454" y="265388"/>
                  </a:cubicBezTo>
                  <a:cubicBezTo>
                    <a:pt x="195454" y="273842"/>
                    <a:pt x="198438" y="275583"/>
                    <a:pt x="199681" y="277820"/>
                  </a:cubicBezTo>
                  <a:cubicBezTo>
                    <a:pt x="200924" y="280058"/>
                    <a:pt x="200428" y="280556"/>
                    <a:pt x="200924" y="285031"/>
                  </a:cubicBezTo>
                  <a:cubicBezTo>
                    <a:pt x="201422" y="289509"/>
                    <a:pt x="203908" y="290999"/>
                    <a:pt x="203161" y="296221"/>
                  </a:cubicBezTo>
                  <a:cubicBezTo>
                    <a:pt x="202417" y="301445"/>
                    <a:pt x="198686" y="309402"/>
                    <a:pt x="196449" y="321087"/>
                  </a:cubicBezTo>
                  <a:cubicBezTo>
                    <a:pt x="195420" y="326403"/>
                    <a:pt x="192395" y="331120"/>
                    <a:pt x="187993" y="334269"/>
                  </a:cubicBezTo>
                  <a:cubicBezTo>
                    <a:pt x="180636" y="340840"/>
                    <a:pt x="172232" y="346134"/>
                    <a:pt x="163126" y="349933"/>
                  </a:cubicBezTo>
                  <a:cubicBezTo>
                    <a:pt x="152932" y="353415"/>
                    <a:pt x="146465" y="367589"/>
                    <a:pt x="140747" y="371072"/>
                  </a:cubicBezTo>
                  <a:cubicBezTo>
                    <a:pt x="132727" y="375303"/>
                    <a:pt x="124418" y="378961"/>
                    <a:pt x="115881" y="382013"/>
                  </a:cubicBezTo>
                  <a:cubicBezTo>
                    <a:pt x="104971" y="386563"/>
                    <a:pt x="94690" y="392497"/>
                    <a:pt x="85294" y="399666"/>
                  </a:cubicBezTo>
                  <a:cubicBezTo>
                    <a:pt x="79435" y="402914"/>
                    <a:pt x="73272" y="405580"/>
                    <a:pt x="66894" y="407626"/>
                  </a:cubicBezTo>
                  <a:cubicBezTo>
                    <a:pt x="57788" y="415380"/>
                    <a:pt x="48058" y="422366"/>
                    <a:pt x="37798" y="428514"/>
                  </a:cubicBezTo>
                  <a:cubicBezTo>
                    <a:pt x="32078" y="431000"/>
                    <a:pt x="24867" y="417570"/>
                    <a:pt x="19397" y="411602"/>
                  </a:cubicBezTo>
                  <a:cubicBezTo>
                    <a:pt x="15698" y="408261"/>
                    <a:pt x="11704" y="405266"/>
                    <a:pt x="7461" y="402650"/>
                  </a:cubicBezTo>
                  <a:cubicBezTo>
                    <a:pt x="4227" y="399917"/>
                    <a:pt x="5472" y="392208"/>
                    <a:pt x="4227" y="387482"/>
                  </a:cubicBezTo>
                  <a:cubicBezTo>
                    <a:pt x="2984" y="382760"/>
                    <a:pt x="0" y="376541"/>
                    <a:pt x="0" y="374552"/>
                  </a:cubicBezTo>
                  <a:cubicBezTo>
                    <a:pt x="292" y="370066"/>
                    <a:pt x="3081" y="366127"/>
                    <a:pt x="7211" y="364357"/>
                  </a:cubicBezTo>
                  <a:cubicBezTo>
                    <a:pt x="10693" y="364357"/>
                    <a:pt x="15168" y="365848"/>
                    <a:pt x="18403" y="364357"/>
                  </a:cubicBezTo>
                  <a:cubicBezTo>
                    <a:pt x="24546" y="361576"/>
                    <a:pt x="30381" y="358159"/>
                    <a:pt x="35808" y="354162"/>
                  </a:cubicBezTo>
                  <a:cubicBezTo>
                    <a:pt x="41497" y="350800"/>
                    <a:pt x="47721" y="348445"/>
                    <a:pt x="54211" y="347199"/>
                  </a:cubicBezTo>
                  <a:cubicBezTo>
                    <a:pt x="65270" y="341915"/>
                    <a:pt x="75987" y="335934"/>
                    <a:pt x="86289" y="329295"/>
                  </a:cubicBezTo>
                  <a:cubicBezTo>
                    <a:pt x="91262" y="326807"/>
                    <a:pt x="101209" y="322085"/>
                    <a:pt x="101209" y="314623"/>
                  </a:cubicBezTo>
                  <a:cubicBezTo>
                    <a:pt x="101913" y="303361"/>
                    <a:pt x="101913" y="292067"/>
                    <a:pt x="101209" y="280804"/>
                  </a:cubicBezTo>
                  <a:cubicBezTo>
                    <a:pt x="99467" y="277074"/>
                    <a:pt x="93251" y="275831"/>
                    <a:pt x="93251" y="275831"/>
                  </a:cubicBezTo>
                  <a:cubicBezTo>
                    <a:pt x="88322" y="277244"/>
                    <a:pt x="83208" y="277912"/>
                    <a:pt x="78083" y="277820"/>
                  </a:cubicBezTo>
                  <a:cubicBezTo>
                    <a:pt x="75099" y="277572"/>
                    <a:pt x="68384" y="282794"/>
                    <a:pt x="63907" y="282794"/>
                  </a:cubicBezTo>
                  <a:cubicBezTo>
                    <a:pt x="60579" y="284363"/>
                    <a:pt x="56848" y="284885"/>
                    <a:pt x="53216" y="284285"/>
                  </a:cubicBezTo>
                  <a:cubicBezTo>
                    <a:pt x="50232" y="282794"/>
                    <a:pt x="47993" y="282295"/>
                    <a:pt x="46254" y="278565"/>
                  </a:cubicBezTo>
                  <a:cubicBezTo>
                    <a:pt x="44382" y="272855"/>
                    <a:pt x="43293" y="266916"/>
                    <a:pt x="43019" y="260911"/>
                  </a:cubicBezTo>
                  <a:cubicBezTo>
                    <a:pt x="41380" y="257034"/>
                    <a:pt x="40372" y="252922"/>
                    <a:pt x="40035" y="248727"/>
                  </a:cubicBezTo>
                  <a:cubicBezTo>
                    <a:pt x="41523" y="240527"/>
                    <a:pt x="42024" y="232178"/>
                    <a:pt x="41528" y="223860"/>
                  </a:cubicBezTo>
                  <a:cubicBezTo>
                    <a:pt x="41030" y="213913"/>
                    <a:pt x="48739" y="210431"/>
                    <a:pt x="55952" y="209436"/>
                  </a:cubicBezTo>
                  <a:cubicBezTo>
                    <a:pt x="63163" y="208441"/>
                    <a:pt x="69131" y="203220"/>
                    <a:pt x="76094" y="203220"/>
                  </a:cubicBezTo>
                  <a:cubicBezTo>
                    <a:pt x="80976" y="203625"/>
                    <a:pt x="85884" y="203625"/>
                    <a:pt x="90763" y="203220"/>
                  </a:cubicBezTo>
                  <a:cubicBezTo>
                    <a:pt x="97862" y="201074"/>
                    <a:pt x="104636" y="197980"/>
                    <a:pt x="110907" y="194020"/>
                  </a:cubicBezTo>
                  <a:cubicBezTo>
                    <a:pt x="114886" y="188300"/>
                    <a:pt x="120854" y="184569"/>
                    <a:pt x="120854" y="175617"/>
                  </a:cubicBezTo>
                  <a:cubicBezTo>
                    <a:pt x="121598" y="158460"/>
                    <a:pt x="126822" y="150750"/>
                    <a:pt x="126822" y="136078"/>
                  </a:cubicBezTo>
                  <a:cubicBezTo>
                    <a:pt x="127430" y="126714"/>
                    <a:pt x="123775" y="117574"/>
                    <a:pt x="116875" y="111212"/>
                  </a:cubicBezTo>
                  <a:cubicBezTo>
                    <a:pt x="115533" y="108995"/>
                    <a:pt x="115533" y="106217"/>
                    <a:pt x="116875" y="104001"/>
                  </a:cubicBezTo>
                  <a:cubicBezTo>
                    <a:pt x="121089" y="101670"/>
                    <a:pt x="124942" y="98738"/>
                    <a:pt x="128313" y="95297"/>
                  </a:cubicBezTo>
                  <a:cubicBezTo>
                    <a:pt x="129918" y="93112"/>
                    <a:pt x="132586" y="91968"/>
                    <a:pt x="135275" y="92313"/>
                  </a:cubicBezTo>
                  <a:close/>
                  <a:moveTo>
                    <a:pt x="350126" y="69934"/>
                  </a:moveTo>
                  <a:cubicBezTo>
                    <a:pt x="357089" y="70182"/>
                    <a:pt x="357836" y="74161"/>
                    <a:pt x="361068" y="76400"/>
                  </a:cubicBezTo>
                  <a:cubicBezTo>
                    <a:pt x="363979" y="77641"/>
                    <a:pt x="367104" y="78317"/>
                    <a:pt x="370268" y="78387"/>
                  </a:cubicBezTo>
                  <a:cubicBezTo>
                    <a:pt x="373004" y="78886"/>
                    <a:pt x="375740" y="82865"/>
                    <a:pt x="377478" y="86595"/>
                  </a:cubicBezTo>
                  <a:cubicBezTo>
                    <a:pt x="380763" y="93446"/>
                    <a:pt x="382624" y="100889"/>
                    <a:pt x="382950" y="108478"/>
                  </a:cubicBezTo>
                  <a:cubicBezTo>
                    <a:pt x="382452" y="125387"/>
                    <a:pt x="371014" y="128867"/>
                    <a:pt x="366537" y="139065"/>
                  </a:cubicBezTo>
                  <a:cubicBezTo>
                    <a:pt x="364845" y="144043"/>
                    <a:pt x="363843" y="149228"/>
                    <a:pt x="363553" y="154481"/>
                  </a:cubicBezTo>
                  <a:cubicBezTo>
                    <a:pt x="365046" y="162937"/>
                    <a:pt x="373500" y="165174"/>
                    <a:pt x="376982" y="159206"/>
                  </a:cubicBezTo>
                  <a:cubicBezTo>
                    <a:pt x="383697" y="157713"/>
                    <a:pt x="385684" y="153734"/>
                    <a:pt x="390409" y="151497"/>
                  </a:cubicBezTo>
                  <a:cubicBezTo>
                    <a:pt x="395134" y="149260"/>
                    <a:pt x="401849" y="156718"/>
                    <a:pt x="412292" y="159206"/>
                  </a:cubicBezTo>
                  <a:cubicBezTo>
                    <a:pt x="418260" y="160449"/>
                    <a:pt x="420497" y="175121"/>
                    <a:pt x="424724" y="182084"/>
                  </a:cubicBezTo>
                  <a:cubicBezTo>
                    <a:pt x="426382" y="187310"/>
                    <a:pt x="427222" y="192764"/>
                    <a:pt x="427212" y="198246"/>
                  </a:cubicBezTo>
                  <a:cubicBezTo>
                    <a:pt x="426945" y="202437"/>
                    <a:pt x="423878" y="205914"/>
                    <a:pt x="419753" y="206702"/>
                  </a:cubicBezTo>
                  <a:lnTo>
                    <a:pt x="404337" y="210433"/>
                  </a:lnTo>
                  <a:cubicBezTo>
                    <a:pt x="399379" y="212712"/>
                    <a:pt x="394907" y="215921"/>
                    <a:pt x="391156" y="219881"/>
                  </a:cubicBezTo>
                  <a:cubicBezTo>
                    <a:pt x="384906" y="222910"/>
                    <a:pt x="378844" y="226314"/>
                    <a:pt x="373004" y="230076"/>
                  </a:cubicBezTo>
                  <a:cubicBezTo>
                    <a:pt x="364315" y="236587"/>
                    <a:pt x="354429" y="241318"/>
                    <a:pt x="343910" y="244001"/>
                  </a:cubicBezTo>
                  <a:cubicBezTo>
                    <a:pt x="338383" y="253987"/>
                    <a:pt x="334914" y="264981"/>
                    <a:pt x="333713" y="276329"/>
                  </a:cubicBezTo>
                  <a:cubicBezTo>
                    <a:pt x="332734" y="281420"/>
                    <a:pt x="332734" y="286655"/>
                    <a:pt x="333713" y="291746"/>
                  </a:cubicBezTo>
                  <a:cubicBezTo>
                    <a:pt x="336201" y="300698"/>
                    <a:pt x="333964" y="309402"/>
                    <a:pt x="341918" y="318354"/>
                  </a:cubicBezTo>
                  <a:cubicBezTo>
                    <a:pt x="348014" y="324144"/>
                    <a:pt x="355917" y="327656"/>
                    <a:pt x="364300" y="328300"/>
                  </a:cubicBezTo>
                  <a:cubicBezTo>
                    <a:pt x="369594" y="328394"/>
                    <a:pt x="374855" y="329146"/>
                    <a:pt x="379966" y="330538"/>
                  </a:cubicBezTo>
                  <a:cubicBezTo>
                    <a:pt x="383663" y="331780"/>
                    <a:pt x="387511" y="332532"/>
                    <a:pt x="391404" y="332775"/>
                  </a:cubicBezTo>
                  <a:cubicBezTo>
                    <a:pt x="394764" y="335067"/>
                    <a:pt x="398583" y="336594"/>
                    <a:pt x="402593" y="337252"/>
                  </a:cubicBezTo>
                  <a:cubicBezTo>
                    <a:pt x="408451" y="336903"/>
                    <a:pt x="414328" y="337490"/>
                    <a:pt x="420001" y="338994"/>
                  </a:cubicBezTo>
                  <a:lnTo>
                    <a:pt x="420996" y="338247"/>
                  </a:lnTo>
                  <a:cubicBezTo>
                    <a:pt x="428700" y="342850"/>
                    <a:pt x="432605" y="351859"/>
                    <a:pt x="430694" y="360626"/>
                  </a:cubicBezTo>
                  <a:cubicBezTo>
                    <a:pt x="428227" y="369061"/>
                    <a:pt x="425322" y="377360"/>
                    <a:pt x="421990" y="385493"/>
                  </a:cubicBezTo>
                  <a:cubicBezTo>
                    <a:pt x="420001" y="391959"/>
                    <a:pt x="418510" y="399170"/>
                    <a:pt x="414780" y="401906"/>
                  </a:cubicBezTo>
                  <a:cubicBezTo>
                    <a:pt x="411049" y="404642"/>
                    <a:pt x="401350" y="402402"/>
                    <a:pt x="395881" y="404642"/>
                  </a:cubicBezTo>
                  <a:cubicBezTo>
                    <a:pt x="390038" y="407146"/>
                    <a:pt x="383820" y="408657"/>
                    <a:pt x="377478" y="409117"/>
                  </a:cubicBezTo>
                  <a:cubicBezTo>
                    <a:pt x="373004" y="409117"/>
                    <a:pt x="367284" y="404642"/>
                    <a:pt x="364548" y="403397"/>
                  </a:cubicBezTo>
                  <a:cubicBezTo>
                    <a:pt x="358094" y="401525"/>
                    <a:pt x="351353" y="400851"/>
                    <a:pt x="344654" y="401407"/>
                  </a:cubicBezTo>
                  <a:cubicBezTo>
                    <a:pt x="339185" y="401407"/>
                    <a:pt x="327745" y="401407"/>
                    <a:pt x="324761" y="401407"/>
                  </a:cubicBezTo>
                  <a:cubicBezTo>
                    <a:pt x="321777" y="401407"/>
                    <a:pt x="315809" y="397927"/>
                    <a:pt x="308102" y="396685"/>
                  </a:cubicBezTo>
                  <a:cubicBezTo>
                    <a:pt x="300393" y="395439"/>
                    <a:pt x="288457" y="396933"/>
                    <a:pt x="283235" y="395439"/>
                  </a:cubicBezTo>
                  <a:cubicBezTo>
                    <a:pt x="278842" y="393753"/>
                    <a:pt x="274732" y="391403"/>
                    <a:pt x="271049" y="388477"/>
                  </a:cubicBezTo>
                  <a:cubicBezTo>
                    <a:pt x="266308" y="382973"/>
                    <a:pt x="262447" y="376765"/>
                    <a:pt x="259611" y="370077"/>
                  </a:cubicBezTo>
                  <a:cubicBezTo>
                    <a:pt x="258387" y="363098"/>
                    <a:pt x="257805" y="356023"/>
                    <a:pt x="257870" y="348940"/>
                  </a:cubicBezTo>
                  <a:cubicBezTo>
                    <a:pt x="257371" y="345458"/>
                    <a:pt x="252649" y="327055"/>
                    <a:pt x="252649" y="324074"/>
                  </a:cubicBezTo>
                  <a:lnTo>
                    <a:pt x="252649" y="308159"/>
                  </a:lnTo>
                  <a:cubicBezTo>
                    <a:pt x="252526" y="303047"/>
                    <a:pt x="251858" y="297962"/>
                    <a:pt x="250659" y="292991"/>
                  </a:cubicBezTo>
                  <a:cubicBezTo>
                    <a:pt x="248850" y="285250"/>
                    <a:pt x="248015" y="277314"/>
                    <a:pt x="248171" y="269367"/>
                  </a:cubicBezTo>
                  <a:cubicBezTo>
                    <a:pt x="248171" y="256185"/>
                    <a:pt x="251654" y="256185"/>
                    <a:pt x="254638" y="231319"/>
                  </a:cubicBezTo>
                  <a:cubicBezTo>
                    <a:pt x="254886" y="228833"/>
                    <a:pt x="259859" y="221623"/>
                    <a:pt x="259859" y="219383"/>
                  </a:cubicBezTo>
                  <a:cubicBezTo>
                    <a:pt x="260854" y="207697"/>
                    <a:pt x="263342" y="207697"/>
                    <a:pt x="264334" y="199740"/>
                  </a:cubicBezTo>
                  <a:cubicBezTo>
                    <a:pt x="265329" y="191780"/>
                    <a:pt x="268563" y="182332"/>
                    <a:pt x="268563" y="179846"/>
                  </a:cubicBezTo>
                  <a:cubicBezTo>
                    <a:pt x="270305" y="167660"/>
                    <a:pt x="270305" y="151745"/>
                    <a:pt x="270305" y="148761"/>
                  </a:cubicBezTo>
                  <a:cubicBezTo>
                    <a:pt x="270994" y="142297"/>
                    <a:pt x="272498" y="135948"/>
                    <a:pt x="274779" y="129862"/>
                  </a:cubicBezTo>
                  <a:cubicBezTo>
                    <a:pt x="277677" y="119738"/>
                    <a:pt x="279920" y="109439"/>
                    <a:pt x="281494" y="99027"/>
                  </a:cubicBezTo>
                  <a:cubicBezTo>
                    <a:pt x="280779" y="92166"/>
                    <a:pt x="280779" y="85251"/>
                    <a:pt x="281494" y="78387"/>
                  </a:cubicBezTo>
                  <a:cubicBezTo>
                    <a:pt x="283731" y="70182"/>
                    <a:pt x="289948" y="70432"/>
                    <a:pt x="293430" y="70182"/>
                  </a:cubicBezTo>
                  <a:cubicBezTo>
                    <a:pt x="296910" y="69934"/>
                    <a:pt x="304372" y="73166"/>
                    <a:pt x="309345" y="73166"/>
                  </a:cubicBezTo>
                  <a:cubicBezTo>
                    <a:pt x="313867" y="72498"/>
                    <a:pt x="318349" y="71584"/>
                    <a:pt x="322772" y="70430"/>
                  </a:cubicBezTo>
                  <a:cubicBezTo>
                    <a:pt x="326800" y="70895"/>
                    <a:pt x="330786" y="71644"/>
                    <a:pt x="334708" y="72670"/>
                  </a:cubicBezTo>
                  <a:cubicBezTo>
                    <a:pt x="339788" y="71443"/>
                    <a:pt x="344936" y="70529"/>
                    <a:pt x="350126" y="69934"/>
                  </a:cubicBezTo>
                  <a:close/>
                  <a:moveTo>
                    <a:pt x="1374140" y="67945"/>
                  </a:moveTo>
                  <a:cubicBezTo>
                    <a:pt x="1380358" y="67945"/>
                    <a:pt x="1384833" y="73665"/>
                    <a:pt x="1389806" y="73665"/>
                  </a:cubicBezTo>
                  <a:cubicBezTo>
                    <a:pt x="1399891" y="72942"/>
                    <a:pt x="1410029" y="73696"/>
                    <a:pt x="1419895" y="75902"/>
                  </a:cubicBezTo>
                  <a:lnTo>
                    <a:pt x="1419895" y="73665"/>
                  </a:lnTo>
                  <a:cubicBezTo>
                    <a:pt x="1421636" y="75156"/>
                    <a:pt x="1423129" y="84108"/>
                    <a:pt x="1425116" y="86097"/>
                  </a:cubicBezTo>
                  <a:cubicBezTo>
                    <a:pt x="1430901" y="91749"/>
                    <a:pt x="1434585" y="99205"/>
                    <a:pt x="1435561" y="107233"/>
                  </a:cubicBezTo>
                  <a:cubicBezTo>
                    <a:pt x="1435065" y="113204"/>
                    <a:pt x="1427108" y="122652"/>
                    <a:pt x="1427108" y="125137"/>
                  </a:cubicBezTo>
                  <a:cubicBezTo>
                    <a:pt x="1427580" y="130894"/>
                    <a:pt x="1426184" y="136650"/>
                    <a:pt x="1423129" y="141551"/>
                  </a:cubicBezTo>
                  <a:cubicBezTo>
                    <a:pt x="1417383" y="149837"/>
                    <a:pt x="1412626" y="158768"/>
                    <a:pt x="1408953" y="168159"/>
                  </a:cubicBezTo>
                  <a:cubicBezTo>
                    <a:pt x="1407214" y="171887"/>
                    <a:pt x="1397017" y="180095"/>
                    <a:pt x="1395278" y="183825"/>
                  </a:cubicBezTo>
                  <a:cubicBezTo>
                    <a:pt x="1384833" y="207199"/>
                    <a:pt x="1373396" y="223362"/>
                    <a:pt x="1365188" y="246738"/>
                  </a:cubicBezTo>
                  <a:cubicBezTo>
                    <a:pt x="1363697" y="250466"/>
                    <a:pt x="1357729" y="256932"/>
                    <a:pt x="1354993" y="256932"/>
                  </a:cubicBezTo>
                  <a:cubicBezTo>
                    <a:pt x="1351033" y="255188"/>
                    <a:pt x="1346521" y="255188"/>
                    <a:pt x="1342561" y="256932"/>
                  </a:cubicBezTo>
                  <a:cubicBezTo>
                    <a:pt x="1340820" y="258674"/>
                    <a:pt x="1332115" y="258674"/>
                    <a:pt x="1329630" y="261159"/>
                  </a:cubicBezTo>
                  <a:cubicBezTo>
                    <a:pt x="1327142" y="263647"/>
                    <a:pt x="1313217" y="261658"/>
                    <a:pt x="1310481" y="267127"/>
                  </a:cubicBezTo>
                  <a:cubicBezTo>
                    <a:pt x="1308491" y="271902"/>
                    <a:pt x="1308491" y="277272"/>
                    <a:pt x="1310481" y="282047"/>
                  </a:cubicBezTo>
                  <a:cubicBezTo>
                    <a:pt x="1314459" y="287021"/>
                    <a:pt x="1323163" y="282047"/>
                    <a:pt x="1325153" y="279314"/>
                  </a:cubicBezTo>
                  <a:cubicBezTo>
                    <a:pt x="1327918" y="275685"/>
                    <a:pt x="1332285" y="273641"/>
                    <a:pt x="1336841" y="273842"/>
                  </a:cubicBezTo>
                  <a:cubicBezTo>
                    <a:pt x="1342028" y="276144"/>
                    <a:pt x="1347448" y="277896"/>
                    <a:pt x="1353004" y="279063"/>
                  </a:cubicBezTo>
                  <a:cubicBezTo>
                    <a:pt x="1356789" y="279455"/>
                    <a:pt x="1359619" y="282721"/>
                    <a:pt x="1359470" y="286525"/>
                  </a:cubicBezTo>
                  <a:cubicBezTo>
                    <a:pt x="1359494" y="293534"/>
                    <a:pt x="1360932" y="300471"/>
                    <a:pt x="1363697" y="306914"/>
                  </a:cubicBezTo>
                  <a:cubicBezTo>
                    <a:pt x="1363861" y="309935"/>
                    <a:pt x="1362984" y="312919"/>
                    <a:pt x="1361209" y="315370"/>
                  </a:cubicBezTo>
                  <a:cubicBezTo>
                    <a:pt x="1356836" y="319524"/>
                    <a:pt x="1351897" y="323040"/>
                    <a:pt x="1346540" y="325813"/>
                  </a:cubicBezTo>
                  <a:cubicBezTo>
                    <a:pt x="1343057" y="328050"/>
                    <a:pt x="1334851" y="328797"/>
                    <a:pt x="1329628" y="332029"/>
                  </a:cubicBezTo>
                  <a:cubicBezTo>
                    <a:pt x="1326555" y="334344"/>
                    <a:pt x="1324649" y="337887"/>
                    <a:pt x="1324406" y="341727"/>
                  </a:cubicBezTo>
                  <a:cubicBezTo>
                    <a:pt x="1324406" y="348194"/>
                    <a:pt x="1329380" y="348194"/>
                    <a:pt x="1332614" y="348194"/>
                  </a:cubicBezTo>
                  <a:cubicBezTo>
                    <a:pt x="1335846" y="348194"/>
                    <a:pt x="1348777" y="343967"/>
                    <a:pt x="1354993" y="343967"/>
                  </a:cubicBezTo>
                  <a:cubicBezTo>
                    <a:pt x="1361209" y="343967"/>
                    <a:pt x="1366681" y="343967"/>
                    <a:pt x="1371902" y="343967"/>
                  </a:cubicBezTo>
                  <a:cubicBezTo>
                    <a:pt x="1378627" y="341566"/>
                    <a:pt x="1385661" y="340140"/>
                    <a:pt x="1392790" y="339738"/>
                  </a:cubicBezTo>
                  <a:cubicBezTo>
                    <a:pt x="1399257" y="341479"/>
                    <a:pt x="1406716" y="335263"/>
                    <a:pt x="1410942" y="339738"/>
                  </a:cubicBezTo>
                  <a:cubicBezTo>
                    <a:pt x="1410942" y="348690"/>
                    <a:pt x="1425367" y="352173"/>
                    <a:pt x="1425367" y="364605"/>
                  </a:cubicBezTo>
                  <a:cubicBezTo>
                    <a:pt x="1425367" y="382013"/>
                    <a:pt x="1414177" y="401408"/>
                    <a:pt x="1398758" y="402901"/>
                  </a:cubicBezTo>
                  <a:cubicBezTo>
                    <a:pt x="1392044" y="403397"/>
                    <a:pt x="1393537" y="397181"/>
                    <a:pt x="1373892" y="398672"/>
                  </a:cubicBezTo>
                  <a:cubicBezTo>
                    <a:pt x="1354246" y="400165"/>
                    <a:pt x="1337089" y="400165"/>
                    <a:pt x="1334105" y="400165"/>
                  </a:cubicBezTo>
                  <a:cubicBezTo>
                    <a:pt x="1326821" y="400729"/>
                    <a:pt x="1319506" y="400729"/>
                    <a:pt x="1312222" y="400165"/>
                  </a:cubicBezTo>
                  <a:cubicBezTo>
                    <a:pt x="1305800" y="400366"/>
                    <a:pt x="1299401" y="401032"/>
                    <a:pt x="1293075" y="402154"/>
                  </a:cubicBezTo>
                  <a:cubicBezTo>
                    <a:pt x="1286042" y="403836"/>
                    <a:pt x="1278894" y="405000"/>
                    <a:pt x="1271689" y="405637"/>
                  </a:cubicBezTo>
                  <a:cubicBezTo>
                    <a:pt x="1263133" y="405674"/>
                    <a:pt x="1254672" y="407451"/>
                    <a:pt x="1246822" y="410858"/>
                  </a:cubicBezTo>
                  <a:cubicBezTo>
                    <a:pt x="1237912" y="412730"/>
                    <a:pt x="1228824" y="413647"/>
                    <a:pt x="1219718" y="413592"/>
                  </a:cubicBezTo>
                  <a:cubicBezTo>
                    <a:pt x="1210703" y="416879"/>
                    <a:pt x="1201367" y="419210"/>
                    <a:pt x="1191867" y="420555"/>
                  </a:cubicBezTo>
                  <a:cubicBezTo>
                    <a:pt x="1186894" y="421301"/>
                    <a:pt x="1174958" y="419312"/>
                    <a:pt x="1174462" y="411605"/>
                  </a:cubicBezTo>
                  <a:cubicBezTo>
                    <a:pt x="1173963" y="403896"/>
                    <a:pt x="1170483" y="398922"/>
                    <a:pt x="1170483" y="388229"/>
                  </a:cubicBezTo>
                  <a:cubicBezTo>
                    <a:pt x="1170483" y="384997"/>
                    <a:pt x="1170483" y="380024"/>
                    <a:pt x="1170483" y="377536"/>
                  </a:cubicBezTo>
                  <a:cubicBezTo>
                    <a:pt x="1170405" y="372682"/>
                    <a:pt x="1172616" y="368077"/>
                    <a:pt x="1176451" y="365104"/>
                  </a:cubicBezTo>
                  <a:cubicBezTo>
                    <a:pt x="1177195" y="364856"/>
                    <a:pt x="1180179" y="359384"/>
                    <a:pt x="1182915" y="359880"/>
                  </a:cubicBezTo>
                  <a:cubicBezTo>
                    <a:pt x="1185651" y="360378"/>
                    <a:pt x="1186398" y="363858"/>
                    <a:pt x="1190872" y="363858"/>
                  </a:cubicBezTo>
                  <a:cubicBezTo>
                    <a:pt x="1199472" y="362177"/>
                    <a:pt x="1207826" y="359420"/>
                    <a:pt x="1215739" y="355653"/>
                  </a:cubicBezTo>
                  <a:cubicBezTo>
                    <a:pt x="1225526" y="350729"/>
                    <a:pt x="1235570" y="346330"/>
                    <a:pt x="1245827" y="342474"/>
                  </a:cubicBezTo>
                  <a:cubicBezTo>
                    <a:pt x="1249806" y="337005"/>
                    <a:pt x="1243342" y="334018"/>
                    <a:pt x="1240854" y="334021"/>
                  </a:cubicBezTo>
                  <a:cubicBezTo>
                    <a:pt x="1236737" y="335289"/>
                    <a:pt x="1232267" y="334650"/>
                    <a:pt x="1228670" y="332279"/>
                  </a:cubicBezTo>
                  <a:cubicBezTo>
                    <a:pt x="1222454" y="331285"/>
                    <a:pt x="1219966" y="329791"/>
                    <a:pt x="1218227" y="327055"/>
                  </a:cubicBezTo>
                  <a:cubicBezTo>
                    <a:pt x="1216486" y="324322"/>
                    <a:pt x="1216734" y="321338"/>
                    <a:pt x="1218227" y="317109"/>
                  </a:cubicBezTo>
                  <a:cubicBezTo>
                    <a:pt x="1219718" y="312882"/>
                    <a:pt x="1219222" y="308159"/>
                    <a:pt x="1219718" y="304677"/>
                  </a:cubicBezTo>
                  <a:cubicBezTo>
                    <a:pt x="1220216" y="301197"/>
                    <a:pt x="1223200" y="295725"/>
                    <a:pt x="1226432" y="295725"/>
                  </a:cubicBezTo>
                  <a:cubicBezTo>
                    <a:pt x="1229664" y="295725"/>
                    <a:pt x="1229912" y="297962"/>
                    <a:pt x="1233147" y="297962"/>
                  </a:cubicBezTo>
                  <a:cubicBezTo>
                    <a:pt x="1236379" y="297962"/>
                    <a:pt x="1237622" y="296719"/>
                    <a:pt x="1240606" y="296719"/>
                  </a:cubicBezTo>
                  <a:cubicBezTo>
                    <a:pt x="1242992" y="297129"/>
                    <a:pt x="1245430" y="297129"/>
                    <a:pt x="1247817" y="296719"/>
                  </a:cubicBezTo>
                  <a:cubicBezTo>
                    <a:pt x="1250513" y="295531"/>
                    <a:pt x="1252774" y="293532"/>
                    <a:pt x="1254283" y="290999"/>
                  </a:cubicBezTo>
                  <a:cubicBezTo>
                    <a:pt x="1255667" y="286240"/>
                    <a:pt x="1256254" y="281282"/>
                    <a:pt x="1256025" y="276330"/>
                  </a:cubicBezTo>
                  <a:cubicBezTo>
                    <a:pt x="1255526" y="273594"/>
                    <a:pt x="1251795" y="274090"/>
                    <a:pt x="1247320" y="276327"/>
                  </a:cubicBezTo>
                  <a:cubicBezTo>
                    <a:pt x="1243603" y="277716"/>
                    <a:pt x="1239776" y="278797"/>
                    <a:pt x="1235880" y="279562"/>
                  </a:cubicBezTo>
                  <a:cubicBezTo>
                    <a:pt x="1233643" y="279562"/>
                    <a:pt x="1228670" y="281799"/>
                    <a:pt x="1225438" y="281799"/>
                  </a:cubicBezTo>
                  <a:cubicBezTo>
                    <a:pt x="1222571" y="281823"/>
                    <a:pt x="1219720" y="281402"/>
                    <a:pt x="1216982" y="280557"/>
                  </a:cubicBezTo>
                  <a:cubicBezTo>
                    <a:pt x="1212755" y="279562"/>
                    <a:pt x="1212755" y="277074"/>
                    <a:pt x="1212755" y="274090"/>
                  </a:cubicBezTo>
                  <a:cubicBezTo>
                    <a:pt x="1211089" y="271085"/>
                    <a:pt x="1209993" y="267795"/>
                    <a:pt x="1209523" y="264391"/>
                  </a:cubicBezTo>
                  <a:cubicBezTo>
                    <a:pt x="1210270" y="255690"/>
                    <a:pt x="1202062" y="252706"/>
                    <a:pt x="1202062" y="250466"/>
                  </a:cubicBezTo>
                  <a:cubicBezTo>
                    <a:pt x="1199683" y="245558"/>
                    <a:pt x="1198250" y="240242"/>
                    <a:pt x="1197835" y="234802"/>
                  </a:cubicBezTo>
                  <a:cubicBezTo>
                    <a:pt x="1197835" y="224855"/>
                    <a:pt x="1206040" y="217146"/>
                    <a:pt x="1206040" y="211178"/>
                  </a:cubicBezTo>
                  <a:cubicBezTo>
                    <a:pt x="1203276" y="198688"/>
                    <a:pt x="1201942" y="185922"/>
                    <a:pt x="1202062" y="173132"/>
                  </a:cubicBezTo>
                  <a:cubicBezTo>
                    <a:pt x="1202310" y="169401"/>
                    <a:pt x="1197339" y="163681"/>
                    <a:pt x="1197336" y="156719"/>
                  </a:cubicBezTo>
                  <a:cubicBezTo>
                    <a:pt x="1197412" y="152602"/>
                    <a:pt x="1197997" y="148508"/>
                    <a:pt x="1199078" y="144535"/>
                  </a:cubicBezTo>
                  <a:cubicBezTo>
                    <a:pt x="1201325" y="137681"/>
                    <a:pt x="1202743" y="130586"/>
                    <a:pt x="1203307" y="123398"/>
                  </a:cubicBezTo>
                  <a:cubicBezTo>
                    <a:pt x="1202310" y="113948"/>
                    <a:pt x="1207286" y="102012"/>
                    <a:pt x="1213750" y="102012"/>
                  </a:cubicBezTo>
                  <a:cubicBezTo>
                    <a:pt x="1220216" y="102012"/>
                    <a:pt x="1219966" y="109969"/>
                    <a:pt x="1227176" y="109969"/>
                  </a:cubicBezTo>
                  <a:cubicBezTo>
                    <a:pt x="1231445" y="110295"/>
                    <a:pt x="1235737" y="109875"/>
                    <a:pt x="1239859" y="108726"/>
                  </a:cubicBezTo>
                  <a:cubicBezTo>
                    <a:pt x="1241848" y="107732"/>
                    <a:pt x="1252790" y="104748"/>
                    <a:pt x="1256273" y="103505"/>
                  </a:cubicBezTo>
                  <a:cubicBezTo>
                    <a:pt x="1266467" y="99774"/>
                    <a:pt x="1273678" y="95300"/>
                    <a:pt x="1284619" y="91817"/>
                  </a:cubicBezTo>
                  <a:cubicBezTo>
                    <a:pt x="1291582" y="89580"/>
                    <a:pt x="1301281" y="91569"/>
                    <a:pt x="1307001" y="89580"/>
                  </a:cubicBezTo>
                  <a:cubicBezTo>
                    <a:pt x="1324406" y="84108"/>
                    <a:pt x="1367924" y="67945"/>
                    <a:pt x="1374140" y="67945"/>
                  </a:cubicBezTo>
                  <a:close/>
                  <a:moveTo>
                    <a:pt x="740286" y="3539"/>
                  </a:moveTo>
                  <a:cubicBezTo>
                    <a:pt x="744127" y="3622"/>
                    <a:pt x="747954" y="4037"/>
                    <a:pt x="751724" y="4782"/>
                  </a:cubicBezTo>
                  <a:cubicBezTo>
                    <a:pt x="756446" y="5032"/>
                    <a:pt x="761177" y="5032"/>
                    <a:pt x="765900" y="4782"/>
                  </a:cubicBezTo>
                  <a:cubicBezTo>
                    <a:pt x="769380" y="4782"/>
                    <a:pt x="772116" y="9259"/>
                    <a:pt x="773358" y="10502"/>
                  </a:cubicBezTo>
                  <a:cubicBezTo>
                    <a:pt x="774604" y="11744"/>
                    <a:pt x="784300" y="11496"/>
                    <a:pt x="786537" y="14480"/>
                  </a:cubicBezTo>
                  <a:cubicBezTo>
                    <a:pt x="788777" y="17464"/>
                    <a:pt x="788278" y="24923"/>
                    <a:pt x="790766" y="29899"/>
                  </a:cubicBezTo>
                  <a:cubicBezTo>
                    <a:pt x="793252" y="34870"/>
                    <a:pt x="800215" y="37358"/>
                    <a:pt x="800961" y="52526"/>
                  </a:cubicBezTo>
                  <a:cubicBezTo>
                    <a:pt x="801708" y="67694"/>
                    <a:pt x="797729" y="67944"/>
                    <a:pt x="788278" y="75651"/>
                  </a:cubicBezTo>
                  <a:cubicBezTo>
                    <a:pt x="785793" y="79134"/>
                    <a:pt x="782809" y="84854"/>
                    <a:pt x="790766" y="83361"/>
                  </a:cubicBezTo>
                  <a:cubicBezTo>
                    <a:pt x="798724" y="81870"/>
                    <a:pt x="828316" y="75155"/>
                    <a:pt x="835527" y="72918"/>
                  </a:cubicBezTo>
                  <a:cubicBezTo>
                    <a:pt x="843641" y="70257"/>
                    <a:pt x="851956" y="68263"/>
                    <a:pt x="860394" y="66950"/>
                  </a:cubicBezTo>
                  <a:cubicBezTo>
                    <a:pt x="863378" y="66699"/>
                    <a:pt x="868351" y="70678"/>
                    <a:pt x="871583" y="71672"/>
                  </a:cubicBezTo>
                  <a:cubicBezTo>
                    <a:pt x="874815" y="72670"/>
                    <a:pt x="881530" y="72171"/>
                    <a:pt x="883020" y="75403"/>
                  </a:cubicBezTo>
                  <a:cubicBezTo>
                    <a:pt x="885161" y="81418"/>
                    <a:pt x="890226" y="85922"/>
                    <a:pt x="896450" y="87339"/>
                  </a:cubicBezTo>
                  <a:lnTo>
                    <a:pt x="895954" y="85350"/>
                  </a:lnTo>
                  <a:cubicBezTo>
                    <a:pt x="899128" y="86232"/>
                    <a:pt x="901535" y="88830"/>
                    <a:pt x="902170" y="92065"/>
                  </a:cubicBezTo>
                  <a:cubicBezTo>
                    <a:pt x="902170" y="95049"/>
                    <a:pt x="902170" y="100022"/>
                    <a:pt x="902170" y="105990"/>
                  </a:cubicBezTo>
                  <a:cubicBezTo>
                    <a:pt x="902170" y="115689"/>
                    <a:pt x="884514" y="122403"/>
                    <a:pt x="877303" y="127126"/>
                  </a:cubicBezTo>
                  <a:cubicBezTo>
                    <a:pt x="874815" y="128619"/>
                    <a:pt x="872330" y="122899"/>
                    <a:pt x="864124" y="122899"/>
                  </a:cubicBezTo>
                  <a:lnTo>
                    <a:pt x="841495" y="124641"/>
                  </a:lnTo>
                  <a:lnTo>
                    <a:pt x="823591" y="126630"/>
                  </a:lnTo>
                  <a:lnTo>
                    <a:pt x="807428" y="131603"/>
                  </a:lnTo>
                  <a:cubicBezTo>
                    <a:pt x="801804" y="133149"/>
                    <a:pt x="796317" y="135146"/>
                    <a:pt x="791015" y="137571"/>
                  </a:cubicBezTo>
                  <a:cubicBezTo>
                    <a:pt x="788030" y="139310"/>
                    <a:pt x="778332" y="137073"/>
                    <a:pt x="775348" y="137571"/>
                  </a:cubicBezTo>
                  <a:cubicBezTo>
                    <a:pt x="772364" y="138067"/>
                    <a:pt x="761670" y="144782"/>
                    <a:pt x="752470" y="147270"/>
                  </a:cubicBezTo>
                  <a:cubicBezTo>
                    <a:pt x="734352" y="150359"/>
                    <a:pt x="716485" y="154763"/>
                    <a:pt x="699006" y="160449"/>
                  </a:cubicBezTo>
                  <a:cubicBezTo>
                    <a:pt x="695526" y="164428"/>
                    <a:pt x="686822" y="162934"/>
                    <a:pt x="684337" y="164428"/>
                  </a:cubicBezTo>
                  <a:cubicBezTo>
                    <a:pt x="681849" y="165918"/>
                    <a:pt x="676379" y="164676"/>
                    <a:pt x="669664" y="168156"/>
                  </a:cubicBezTo>
                  <a:cubicBezTo>
                    <a:pt x="662950" y="171638"/>
                    <a:pt x="659966" y="169649"/>
                    <a:pt x="656235" y="171638"/>
                  </a:cubicBezTo>
                  <a:cubicBezTo>
                    <a:pt x="652593" y="173025"/>
                    <a:pt x="648674" y="173536"/>
                    <a:pt x="644798" y="173129"/>
                  </a:cubicBezTo>
                  <a:cubicBezTo>
                    <a:pt x="640568" y="173964"/>
                    <a:pt x="636412" y="175129"/>
                    <a:pt x="632366" y="176612"/>
                  </a:cubicBezTo>
                  <a:cubicBezTo>
                    <a:pt x="628841" y="177387"/>
                    <a:pt x="625194" y="177387"/>
                    <a:pt x="621672" y="176612"/>
                  </a:cubicBezTo>
                  <a:cubicBezTo>
                    <a:pt x="618785" y="176199"/>
                    <a:pt x="615856" y="176199"/>
                    <a:pt x="612968" y="176612"/>
                  </a:cubicBezTo>
                  <a:cubicBezTo>
                    <a:pt x="610232" y="180342"/>
                    <a:pt x="604763" y="180342"/>
                    <a:pt x="599043" y="180342"/>
                  </a:cubicBezTo>
                  <a:cubicBezTo>
                    <a:pt x="595007" y="181209"/>
                    <a:pt x="591083" y="182546"/>
                    <a:pt x="587355" y="184321"/>
                  </a:cubicBezTo>
                  <a:cubicBezTo>
                    <a:pt x="586611" y="187057"/>
                    <a:pt x="581635" y="189542"/>
                    <a:pt x="577160" y="190289"/>
                  </a:cubicBezTo>
                  <a:cubicBezTo>
                    <a:pt x="572685" y="191033"/>
                    <a:pt x="572187" y="184321"/>
                    <a:pt x="568954" y="184321"/>
                  </a:cubicBezTo>
                  <a:cubicBezTo>
                    <a:pt x="565722" y="184321"/>
                    <a:pt x="559008" y="186806"/>
                    <a:pt x="553784" y="184321"/>
                  </a:cubicBezTo>
                  <a:cubicBezTo>
                    <a:pt x="548562" y="181833"/>
                    <a:pt x="549805" y="174622"/>
                    <a:pt x="549808" y="168406"/>
                  </a:cubicBezTo>
                  <a:cubicBezTo>
                    <a:pt x="550061" y="163934"/>
                    <a:pt x="550061" y="159452"/>
                    <a:pt x="549808" y="154977"/>
                  </a:cubicBezTo>
                  <a:cubicBezTo>
                    <a:pt x="549286" y="151231"/>
                    <a:pt x="550369" y="147440"/>
                    <a:pt x="552792" y="144534"/>
                  </a:cubicBezTo>
                  <a:cubicBezTo>
                    <a:pt x="561913" y="137791"/>
                    <a:pt x="572077" y="132582"/>
                    <a:pt x="582880" y="129115"/>
                  </a:cubicBezTo>
                  <a:cubicBezTo>
                    <a:pt x="585864" y="128619"/>
                    <a:pt x="587853" y="133841"/>
                    <a:pt x="590837" y="133841"/>
                  </a:cubicBezTo>
                  <a:cubicBezTo>
                    <a:pt x="593821" y="133841"/>
                    <a:pt x="603517" y="127873"/>
                    <a:pt x="608243" y="127873"/>
                  </a:cubicBezTo>
                  <a:cubicBezTo>
                    <a:pt x="622192" y="126194"/>
                    <a:pt x="635992" y="123450"/>
                    <a:pt x="649523" y="119667"/>
                  </a:cubicBezTo>
                  <a:cubicBezTo>
                    <a:pt x="656734" y="117179"/>
                    <a:pt x="663448" y="118921"/>
                    <a:pt x="667176" y="117179"/>
                  </a:cubicBezTo>
                  <a:cubicBezTo>
                    <a:pt x="670907" y="115441"/>
                    <a:pt x="695526" y="108227"/>
                    <a:pt x="699505" y="107233"/>
                  </a:cubicBezTo>
                  <a:cubicBezTo>
                    <a:pt x="703483" y="106238"/>
                    <a:pt x="711689" y="101265"/>
                    <a:pt x="712683" y="99523"/>
                  </a:cubicBezTo>
                  <a:cubicBezTo>
                    <a:pt x="713678" y="97785"/>
                    <a:pt x="712931" y="95049"/>
                    <a:pt x="711193" y="90574"/>
                  </a:cubicBezTo>
                  <a:cubicBezTo>
                    <a:pt x="709451" y="86097"/>
                    <a:pt x="705721" y="87590"/>
                    <a:pt x="701990" y="87587"/>
                  </a:cubicBezTo>
                  <a:cubicBezTo>
                    <a:pt x="698238" y="86621"/>
                    <a:pt x="695019" y="84206"/>
                    <a:pt x="693041" y="80875"/>
                  </a:cubicBezTo>
                  <a:cubicBezTo>
                    <a:pt x="692913" y="77580"/>
                    <a:pt x="693685" y="74312"/>
                    <a:pt x="695278" y="71424"/>
                  </a:cubicBezTo>
                  <a:cubicBezTo>
                    <a:pt x="696273" y="68192"/>
                    <a:pt x="697019" y="66950"/>
                    <a:pt x="698510" y="62472"/>
                  </a:cubicBezTo>
                  <a:cubicBezTo>
                    <a:pt x="699948" y="58896"/>
                    <a:pt x="701194" y="55243"/>
                    <a:pt x="702241" y="51531"/>
                  </a:cubicBezTo>
                  <a:cubicBezTo>
                    <a:pt x="704230" y="45315"/>
                    <a:pt x="692542" y="28406"/>
                    <a:pt x="690801" y="23680"/>
                  </a:cubicBezTo>
                  <a:cubicBezTo>
                    <a:pt x="690265" y="20143"/>
                    <a:pt x="691581" y="16577"/>
                    <a:pt x="694283" y="14232"/>
                  </a:cubicBezTo>
                  <a:cubicBezTo>
                    <a:pt x="699257" y="9011"/>
                    <a:pt x="705225" y="11248"/>
                    <a:pt x="711193" y="11248"/>
                  </a:cubicBezTo>
                  <a:cubicBezTo>
                    <a:pt x="714782" y="10755"/>
                    <a:pt x="718200" y="9389"/>
                    <a:pt x="721139" y="7269"/>
                  </a:cubicBezTo>
                  <a:cubicBezTo>
                    <a:pt x="723129" y="7269"/>
                    <a:pt x="726113" y="9011"/>
                    <a:pt x="730587" y="7269"/>
                  </a:cubicBezTo>
                  <a:cubicBezTo>
                    <a:pt x="735065" y="5528"/>
                    <a:pt x="735065" y="3539"/>
                    <a:pt x="740286" y="3539"/>
                  </a:cubicBezTo>
                  <a:close/>
                  <a:moveTo>
                    <a:pt x="2724405" y="59"/>
                  </a:moveTo>
                  <a:cubicBezTo>
                    <a:pt x="2731367" y="555"/>
                    <a:pt x="2736093" y="6774"/>
                    <a:pt x="2740319" y="12243"/>
                  </a:cubicBezTo>
                  <a:cubicBezTo>
                    <a:pt x="2744549" y="17712"/>
                    <a:pt x="2739077" y="27163"/>
                    <a:pt x="2733605" y="31888"/>
                  </a:cubicBezTo>
                  <a:cubicBezTo>
                    <a:pt x="2728096" y="36595"/>
                    <a:pt x="2723684" y="42454"/>
                    <a:pt x="2720674" y="49046"/>
                  </a:cubicBezTo>
                  <a:cubicBezTo>
                    <a:pt x="2720674" y="51283"/>
                    <a:pt x="2717941" y="62225"/>
                    <a:pt x="2720677" y="64464"/>
                  </a:cubicBezTo>
                  <a:cubicBezTo>
                    <a:pt x="2724906" y="67336"/>
                    <a:pt x="2727919" y="71678"/>
                    <a:pt x="2729130" y="76649"/>
                  </a:cubicBezTo>
                  <a:cubicBezTo>
                    <a:pt x="2729378" y="83361"/>
                    <a:pt x="2722914" y="87590"/>
                    <a:pt x="2711226" y="112457"/>
                  </a:cubicBezTo>
                  <a:cubicBezTo>
                    <a:pt x="2707104" y="119161"/>
                    <a:pt x="2702621" y="125635"/>
                    <a:pt x="2697796" y="131851"/>
                  </a:cubicBezTo>
                  <a:cubicBezTo>
                    <a:pt x="2695063" y="136078"/>
                    <a:pt x="2705010" y="142793"/>
                    <a:pt x="2713962" y="140556"/>
                  </a:cubicBezTo>
                  <a:cubicBezTo>
                    <a:pt x="2718935" y="139062"/>
                    <a:pt x="2714210" y="153238"/>
                    <a:pt x="2721919" y="153238"/>
                  </a:cubicBezTo>
                  <a:cubicBezTo>
                    <a:pt x="2729626" y="153238"/>
                    <a:pt x="2739573" y="145777"/>
                    <a:pt x="2736341" y="138070"/>
                  </a:cubicBezTo>
                  <a:cubicBezTo>
                    <a:pt x="2733855" y="135582"/>
                    <a:pt x="2728631" y="137820"/>
                    <a:pt x="2723410" y="133841"/>
                  </a:cubicBezTo>
                  <a:cubicBezTo>
                    <a:pt x="2718189" y="129862"/>
                    <a:pt x="2718437" y="119171"/>
                    <a:pt x="2720426" y="119171"/>
                  </a:cubicBezTo>
                  <a:cubicBezTo>
                    <a:pt x="2723820" y="117895"/>
                    <a:pt x="2726762" y="115644"/>
                    <a:pt x="2728882" y="112705"/>
                  </a:cubicBezTo>
                  <a:cubicBezTo>
                    <a:pt x="2730623" y="110963"/>
                    <a:pt x="2735845" y="106737"/>
                    <a:pt x="2735845" y="104249"/>
                  </a:cubicBezTo>
                  <a:cubicBezTo>
                    <a:pt x="2735845" y="101763"/>
                    <a:pt x="2731615" y="96043"/>
                    <a:pt x="2735845" y="90075"/>
                  </a:cubicBezTo>
                  <a:cubicBezTo>
                    <a:pt x="2740071" y="84107"/>
                    <a:pt x="2745293" y="84854"/>
                    <a:pt x="2748029" y="84107"/>
                  </a:cubicBezTo>
                  <a:cubicBezTo>
                    <a:pt x="2750765" y="83361"/>
                    <a:pt x="2753498" y="76897"/>
                    <a:pt x="2754991" y="73414"/>
                  </a:cubicBezTo>
                  <a:cubicBezTo>
                    <a:pt x="2756741" y="69824"/>
                    <a:pt x="2757834" y="65950"/>
                    <a:pt x="2758223" y="61976"/>
                  </a:cubicBezTo>
                  <a:cubicBezTo>
                    <a:pt x="2758223" y="52776"/>
                    <a:pt x="2747530" y="48299"/>
                    <a:pt x="2749519" y="41088"/>
                  </a:cubicBezTo>
                  <a:cubicBezTo>
                    <a:pt x="2753250" y="26168"/>
                    <a:pt x="2792290" y="18707"/>
                    <a:pt x="2793285" y="17963"/>
                  </a:cubicBezTo>
                  <a:cubicBezTo>
                    <a:pt x="2794282" y="17216"/>
                    <a:pt x="2795274" y="13736"/>
                    <a:pt x="2797264" y="12491"/>
                  </a:cubicBezTo>
                  <a:cubicBezTo>
                    <a:pt x="2800966" y="9669"/>
                    <a:pt x="2805881" y="9008"/>
                    <a:pt x="2810194" y="10752"/>
                  </a:cubicBezTo>
                  <a:cubicBezTo>
                    <a:pt x="2815168" y="13321"/>
                    <a:pt x="2819911" y="16318"/>
                    <a:pt x="2824370" y="19704"/>
                  </a:cubicBezTo>
                  <a:cubicBezTo>
                    <a:pt x="2827239" y="22255"/>
                    <a:pt x="2828560" y="26124"/>
                    <a:pt x="2827850" y="29899"/>
                  </a:cubicBezTo>
                  <a:cubicBezTo>
                    <a:pt x="2826360" y="34624"/>
                    <a:pt x="2824866" y="46558"/>
                    <a:pt x="2826360" y="48299"/>
                  </a:cubicBezTo>
                  <a:cubicBezTo>
                    <a:pt x="2827850" y="50040"/>
                    <a:pt x="2813677" y="57750"/>
                    <a:pt x="2807210" y="64214"/>
                  </a:cubicBezTo>
                  <a:cubicBezTo>
                    <a:pt x="2798817" y="74636"/>
                    <a:pt x="2793556" y="87224"/>
                    <a:pt x="2792042" y="100521"/>
                  </a:cubicBezTo>
                  <a:cubicBezTo>
                    <a:pt x="2791794" y="101763"/>
                    <a:pt x="2787567" y="110715"/>
                    <a:pt x="2787567" y="113203"/>
                  </a:cubicBezTo>
                  <a:lnTo>
                    <a:pt x="2783837" y="127873"/>
                  </a:lnTo>
                  <a:cubicBezTo>
                    <a:pt x="2781722" y="133950"/>
                    <a:pt x="2780628" y="140336"/>
                    <a:pt x="2780605" y="146772"/>
                  </a:cubicBezTo>
                  <a:cubicBezTo>
                    <a:pt x="2781101" y="150750"/>
                    <a:pt x="2786322" y="149508"/>
                    <a:pt x="2789557" y="149508"/>
                  </a:cubicBezTo>
                  <a:cubicBezTo>
                    <a:pt x="2796016" y="148129"/>
                    <a:pt x="2801908" y="144837"/>
                    <a:pt x="2806466" y="140057"/>
                  </a:cubicBezTo>
                  <a:cubicBezTo>
                    <a:pt x="2810346" y="139582"/>
                    <a:pt x="2814272" y="139582"/>
                    <a:pt x="2818152" y="140057"/>
                  </a:cubicBezTo>
                  <a:cubicBezTo>
                    <a:pt x="2821136" y="141054"/>
                    <a:pt x="2824120" y="146025"/>
                    <a:pt x="2827602" y="147020"/>
                  </a:cubicBezTo>
                  <a:cubicBezTo>
                    <a:pt x="2831082" y="148017"/>
                    <a:pt x="2835560" y="148513"/>
                    <a:pt x="2838296" y="150254"/>
                  </a:cubicBezTo>
                  <a:cubicBezTo>
                    <a:pt x="2839664" y="151125"/>
                    <a:pt x="2841839" y="151125"/>
                    <a:pt x="2844108" y="151436"/>
                  </a:cubicBezTo>
                  <a:lnTo>
                    <a:pt x="2849041" y="153793"/>
                  </a:lnTo>
                  <a:lnTo>
                    <a:pt x="2855205" y="180342"/>
                  </a:lnTo>
                  <a:cubicBezTo>
                    <a:pt x="2854811" y="189020"/>
                    <a:pt x="2852519" y="197510"/>
                    <a:pt x="2848490" y="205209"/>
                  </a:cubicBezTo>
                  <a:cubicBezTo>
                    <a:pt x="2837001" y="212073"/>
                    <a:pt x="2823827" y="215602"/>
                    <a:pt x="2810445" y="215404"/>
                  </a:cubicBezTo>
                  <a:cubicBezTo>
                    <a:pt x="2806033" y="215399"/>
                    <a:pt x="2801811" y="217195"/>
                    <a:pt x="2798757" y="220377"/>
                  </a:cubicBezTo>
                  <a:cubicBezTo>
                    <a:pt x="2793870" y="221918"/>
                    <a:pt x="2788565" y="221377"/>
                    <a:pt x="2784085" y="218887"/>
                  </a:cubicBezTo>
                  <a:cubicBezTo>
                    <a:pt x="2777871" y="217406"/>
                    <a:pt x="2771400" y="217406"/>
                    <a:pt x="2765186" y="218887"/>
                  </a:cubicBezTo>
                  <a:cubicBezTo>
                    <a:pt x="2752039" y="222440"/>
                    <a:pt x="2740583" y="230546"/>
                    <a:pt x="2732861" y="241764"/>
                  </a:cubicBezTo>
                  <a:cubicBezTo>
                    <a:pt x="2729817" y="246782"/>
                    <a:pt x="2725749" y="251102"/>
                    <a:pt x="2720925" y="254447"/>
                  </a:cubicBezTo>
                  <a:cubicBezTo>
                    <a:pt x="2714810" y="259055"/>
                    <a:pt x="2709370" y="264495"/>
                    <a:pt x="2704759" y="270609"/>
                  </a:cubicBezTo>
                  <a:cubicBezTo>
                    <a:pt x="2701545" y="275987"/>
                    <a:pt x="2700480" y="282381"/>
                    <a:pt x="2701775" y="288513"/>
                  </a:cubicBezTo>
                  <a:cubicBezTo>
                    <a:pt x="2702522" y="290255"/>
                    <a:pt x="2706252" y="291247"/>
                    <a:pt x="2710727" y="290255"/>
                  </a:cubicBezTo>
                  <a:cubicBezTo>
                    <a:pt x="2715205" y="289258"/>
                    <a:pt x="2722914" y="284284"/>
                    <a:pt x="2727141" y="283788"/>
                  </a:cubicBezTo>
                  <a:cubicBezTo>
                    <a:pt x="2731367" y="283292"/>
                    <a:pt x="2733605" y="277820"/>
                    <a:pt x="2737834" y="278068"/>
                  </a:cubicBezTo>
                  <a:cubicBezTo>
                    <a:pt x="2742061" y="278316"/>
                    <a:pt x="2746287" y="285031"/>
                    <a:pt x="2756482" y="287519"/>
                  </a:cubicBezTo>
                  <a:cubicBezTo>
                    <a:pt x="2759965" y="288263"/>
                    <a:pt x="2765434" y="292242"/>
                    <a:pt x="2774637" y="294978"/>
                  </a:cubicBezTo>
                  <a:cubicBezTo>
                    <a:pt x="2775879" y="295226"/>
                    <a:pt x="2783090" y="296719"/>
                    <a:pt x="2781847" y="302191"/>
                  </a:cubicBezTo>
                  <a:cubicBezTo>
                    <a:pt x="2781435" y="308804"/>
                    <a:pt x="2779835" y="315289"/>
                    <a:pt x="2777122" y="321338"/>
                  </a:cubicBezTo>
                  <a:cubicBezTo>
                    <a:pt x="2773890" y="324818"/>
                    <a:pt x="2773143" y="329047"/>
                    <a:pt x="2766181" y="330538"/>
                  </a:cubicBezTo>
                  <a:cubicBezTo>
                    <a:pt x="2759218" y="332028"/>
                    <a:pt x="2754991" y="332028"/>
                    <a:pt x="2747034" y="334018"/>
                  </a:cubicBezTo>
                  <a:cubicBezTo>
                    <a:pt x="2743303" y="335012"/>
                    <a:pt x="2739077" y="337500"/>
                    <a:pt x="2734103" y="338495"/>
                  </a:cubicBezTo>
                  <a:cubicBezTo>
                    <a:pt x="2729130" y="339490"/>
                    <a:pt x="2704263" y="343967"/>
                    <a:pt x="2704263" y="351924"/>
                  </a:cubicBezTo>
                  <a:cubicBezTo>
                    <a:pt x="2705109" y="358853"/>
                    <a:pt x="2705524" y="365829"/>
                    <a:pt x="2705506" y="372812"/>
                  </a:cubicBezTo>
                  <a:cubicBezTo>
                    <a:pt x="2705221" y="378747"/>
                    <a:pt x="2704472" y="384649"/>
                    <a:pt x="2703268" y="390466"/>
                  </a:cubicBezTo>
                  <a:cubicBezTo>
                    <a:pt x="2700838" y="397011"/>
                    <a:pt x="2699412" y="403887"/>
                    <a:pt x="2699042" y="410858"/>
                  </a:cubicBezTo>
                  <a:cubicBezTo>
                    <a:pt x="2699538" y="417074"/>
                    <a:pt x="2691332" y="423042"/>
                    <a:pt x="2691332" y="424285"/>
                  </a:cubicBezTo>
                  <a:cubicBezTo>
                    <a:pt x="2686607" y="434730"/>
                    <a:pt x="2687354" y="450146"/>
                    <a:pt x="2676412" y="453629"/>
                  </a:cubicBezTo>
                  <a:cubicBezTo>
                    <a:pt x="2669290" y="456665"/>
                    <a:pt x="2661983" y="459239"/>
                    <a:pt x="2654530" y="461336"/>
                  </a:cubicBezTo>
                  <a:cubicBezTo>
                    <a:pt x="2648415" y="462033"/>
                    <a:pt x="2642453" y="463714"/>
                    <a:pt x="2636874" y="466309"/>
                  </a:cubicBezTo>
                  <a:cubicBezTo>
                    <a:pt x="2628170" y="468726"/>
                    <a:pt x="2618972" y="468726"/>
                    <a:pt x="2610268" y="466309"/>
                  </a:cubicBezTo>
                  <a:cubicBezTo>
                    <a:pt x="2607281" y="463824"/>
                    <a:pt x="2608775" y="455368"/>
                    <a:pt x="2608775" y="450397"/>
                  </a:cubicBezTo>
                  <a:cubicBezTo>
                    <a:pt x="2608775" y="439951"/>
                    <a:pt x="2586145" y="431247"/>
                    <a:pt x="2583908" y="425530"/>
                  </a:cubicBezTo>
                  <a:cubicBezTo>
                    <a:pt x="2581671" y="419810"/>
                    <a:pt x="2589628" y="420058"/>
                    <a:pt x="2597585" y="418567"/>
                  </a:cubicBezTo>
                  <a:cubicBezTo>
                    <a:pt x="2611260" y="416079"/>
                    <a:pt x="2624193" y="414589"/>
                    <a:pt x="2630657" y="412597"/>
                  </a:cubicBezTo>
                  <a:cubicBezTo>
                    <a:pt x="2644335" y="408122"/>
                    <a:pt x="2649804" y="380519"/>
                    <a:pt x="2656767" y="368087"/>
                  </a:cubicBezTo>
                  <a:cubicBezTo>
                    <a:pt x="2658756" y="364108"/>
                    <a:pt x="2658260" y="357642"/>
                    <a:pt x="2649556" y="357642"/>
                  </a:cubicBezTo>
                  <a:cubicBezTo>
                    <a:pt x="2641147" y="358375"/>
                    <a:pt x="2632824" y="359874"/>
                    <a:pt x="2624689" y="362119"/>
                  </a:cubicBezTo>
                  <a:cubicBezTo>
                    <a:pt x="2616508" y="364101"/>
                    <a:pt x="2608198" y="365513"/>
                    <a:pt x="2599823" y="366346"/>
                  </a:cubicBezTo>
                  <a:cubicBezTo>
                    <a:pt x="2594103" y="366842"/>
                    <a:pt x="2585401" y="373556"/>
                    <a:pt x="2579183" y="373804"/>
                  </a:cubicBezTo>
                  <a:cubicBezTo>
                    <a:pt x="2572967" y="374055"/>
                    <a:pt x="2567745" y="376292"/>
                    <a:pt x="2560534" y="369330"/>
                  </a:cubicBezTo>
                  <a:cubicBezTo>
                    <a:pt x="2558793" y="367340"/>
                    <a:pt x="2556556" y="367839"/>
                    <a:pt x="2552326" y="365599"/>
                  </a:cubicBezTo>
                  <a:cubicBezTo>
                    <a:pt x="2548100" y="363362"/>
                    <a:pt x="2550337" y="355156"/>
                    <a:pt x="2550337" y="351922"/>
                  </a:cubicBezTo>
                  <a:cubicBezTo>
                    <a:pt x="2550671" y="345557"/>
                    <a:pt x="2551930" y="339276"/>
                    <a:pt x="2554068" y="333274"/>
                  </a:cubicBezTo>
                  <a:cubicBezTo>
                    <a:pt x="2559336" y="325794"/>
                    <a:pt x="2567411" y="320771"/>
                    <a:pt x="2576447" y="319348"/>
                  </a:cubicBezTo>
                  <a:cubicBezTo>
                    <a:pt x="2579681" y="319348"/>
                    <a:pt x="2589876" y="323575"/>
                    <a:pt x="2593108" y="323575"/>
                  </a:cubicBezTo>
                  <a:cubicBezTo>
                    <a:pt x="2596340" y="323575"/>
                    <a:pt x="2603553" y="316612"/>
                    <a:pt x="2609023" y="313628"/>
                  </a:cubicBezTo>
                  <a:cubicBezTo>
                    <a:pt x="2615385" y="311250"/>
                    <a:pt x="2621964" y="309501"/>
                    <a:pt x="2628668" y="308407"/>
                  </a:cubicBezTo>
                  <a:cubicBezTo>
                    <a:pt x="2632916" y="307005"/>
                    <a:pt x="2636936" y="304995"/>
                    <a:pt x="2640604" y="302439"/>
                  </a:cubicBezTo>
                  <a:cubicBezTo>
                    <a:pt x="2644831" y="300202"/>
                    <a:pt x="2642842" y="298460"/>
                    <a:pt x="2644831" y="295476"/>
                  </a:cubicBezTo>
                  <a:cubicBezTo>
                    <a:pt x="2646820" y="292492"/>
                    <a:pt x="2645330" y="284036"/>
                    <a:pt x="2646820" y="280804"/>
                  </a:cubicBezTo>
                  <a:cubicBezTo>
                    <a:pt x="2649188" y="276220"/>
                    <a:pt x="2651023" y="271382"/>
                    <a:pt x="2652292" y="266380"/>
                  </a:cubicBezTo>
                  <a:cubicBezTo>
                    <a:pt x="2653039" y="263148"/>
                    <a:pt x="2644084" y="266380"/>
                    <a:pt x="2640852" y="266383"/>
                  </a:cubicBezTo>
                  <a:cubicBezTo>
                    <a:pt x="2635968" y="267782"/>
                    <a:pt x="2631629" y="270646"/>
                    <a:pt x="2628420" y="274588"/>
                  </a:cubicBezTo>
                  <a:cubicBezTo>
                    <a:pt x="2624233" y="278123"/>
                    <a:pt x="2619304" y="280674"/>
                    <a:pt x="2613996" y="282047"/>
                  </a:cubicBezTo>
                  <a:cubicBezTo>
                    <a:pt x="2610135" y="283412"/>
                    <a:pt x="2605921" y="283412"/>
                    <a:pt x="2602060" y="282047"/>
                  </a:cubicBezTo>
                  <a:cubicBezTo>
                    <a:pt x="2597335" y="279809"/>
                    <a:pt x="2597335" y="276825"/>
                    <a:pt x="2597335" y="271105"/>
                  </a:cubicBezTo>
                  <a:cubicBezTo>
                    <a:pt x="2597029" y="265503"/>
                    <a:pt x="2598230" y="259921"/>
                    <a:pt x="2600817" y="254943"/>
                  </a:cubicBezTo>
                  <a:cubicBezTo>
                    <a:pt x="2603553" y="251959"/>
                    <a:pt x="2602559" y="235049"/>
                    <a:pt x="2613500" y="225103"/>
                  </a:cubicBezTo>
                  <a:cubicBezTo>
                    <a:pt x="2616980" y="221871"/>
                    <a:pt x="2627175" y="226097"/>
                    <a:pt x="2631154" y="223860"/>
                  </a:cubicBezTo>
                  <a:cubicBezTo>
                    <a:pt x="2633182" y="222265"/>
                    <a:pt x="2635346" y="220850"/>
                    <a:pt x="2637620" y="219633"/>
                  </a:cubicBezTo>
                  <a:cubicBezTo>
                    <a:pt x="2641351" y="217892"/>
                    <a:pt x="2649804" y="217892"/>
                    <a:pt x="2654031" y="217892"/>
                  </a:cubicBezTo>
                  <a:cubicBezTo>
                    <a:pt x="2660417" y="216788"/>
                    <a:pt x="2666729" y="215294"/>
                    <a:pt x="2672930" y="213415"/>
                  </a:cubicBezTo>
                  <a:cubicBezTo>
                    <a:pt x="2677660" y="213190"/>
                    <a:pt x="2682341" y="212355"/>
                    <a:pt x="2686855" y="210929"/>
                  </a:cubicBezTo>
                  <a:cubicBezTo>
                    <a:pt x="2689591" y="209188"/>
                    <a:pt x="2688596" y="209684"/>
                    <a:pt x="2698543" y="206700"/>
                  </a:cubicBezTo>
                  <a:cubicBezTo>
                    <a:pt x="2697796" y="206452"/>
                    <a:pt x="2702772" y="203468"/>
                    <a:pt x="2705506" y="201729"/>
                  </a:cubicBezTo>
                  <a:cubicBezTo>
                    <a:pt x="2710952" y="200982"/>
                    <a:pt x="2716473" y="200982"/>
                    <a:pt x="2721919" y="201729"/>
                  </a:cubicBezTo>
                  <a:cubicBezTo>
                    <a:pt x="2726893" y="201729"/>
                    <a:pt x="2732861" y="201729"/>
                    <a:pt x="2735346" y="201726"/>
                  </a:cubicBezTo>
                  <a:cubicBezTo>
                    <a:pt x="2739664" y="203645"/>
                    <a:pt x="2744303" y="204742"/>
                    <a:pt x="2749023" y="204961"/>
                  </a:cubicBezTo>
                  <a:cubicBezTo>
                    <a:pt x="2752506" y="204961"/>
                    <a:pt x="2760959" y="197750"/>
                    <a:pt x="2764439" y="197750"/>
                  </a:cubicBezTo>
                  <a:cubicBezTo>
                    <a:pt x="2770509" y="194832"/>
                    <a:pt x="2773872" y="188208"/>
                    <a:pt x="2772647" y="181585"/>
                  </a:cubicBezTo>
                  <a:cubicBezTo>
                    <a:pt x="2765941" y="181337"/>
                    <a:pt x="2759236" y="182092"/>
                    <a:pt x="2752754" y="183825"/>
                  </a:cubicBezTo>
                  <a:cubicBezTo>
                    <a:pt x="2748277" y="185564"/>
                    <a:pt x="2734602" y="185316"/>
                    <a:pt x="2731618" y="186806"/>
                  </a:cubicBezTo>
                  <a:cubicBezTo>
                    <a:pt x="2721047" y="190670"/>
                    <a:pt x="2709688" y="191866"/>
                    <a:pt x="2698543" y="190289"/>
                  </a:cubicBezTo>
                  <a:cubicBezTo>
                    <a:pt x="2692792" y="190576"/>
                    <a:pt x="2687145" y="191926"/>
                    <a:pt x="2681884" y="194268"/>
                  </a:cubicBezTo>
                  <a:cubicBezTo>
                    <a:pt x="2676446" y="195933"/>
                    <a:pt x="2670870" y="197098"/>
                    <a:pt x="2665223" y="197748"/>
                  </a:cubicBezTo>
                  <a:cubicBezTo>
                    <a:pt x="2656133" y="198421"/>
                    <a:pt x="2647084" y="199583"/>
                    <a:pt x="2638119" y="201230"/>
                  </a:cubicBezTo>
                  <a:cubicBezTo>
                    <a:pt x="2633393" y="202225"/>
                    <a:pt x="2623447" y="203716"/>
                    <a:pt x="2617479" y="205457"/>
                  </a:cubicBezTo>
                  <a:cubicBezTo>
                    <a:pt x="2608790" y="207559"/>
                    <a:pt x="2600426" y="210819"/>
                    <a:pt x="2592612" y="215156"/>
                  </a:cubicBezTo>
                  <a:cubicBezTo>
                    <a:pt x="2586474" y="221043"/>
                    <a:pt x="2581274" y="227836"/>
                    <a:pt x="2577193" y="235297"/>
                  </a:cubicBezTo>
                  <a:cubicBezTo>
                    <a:pt x="2574951" y="238328"/>
                    <a:pt x="2572544" y="241234"/>
                    <a:pt x="2569983" y="244001"/>
                  </a:cubicBezTo>
                  <a:cubicBezTo>
                    <a:pt x="2557798" y="254447"/>
                    <a:pt x="2550089" y="266631"/>
                    <a:pt x="2538401" y="268868"/>
                  </a:cubicBezTo>
                  <a:cubicBezTo>
                    <a:pt x="2533741" y="270374"/>
                    <a:pt x="2528676" y="268265"/>
                    <a:pt x="2526465" y="263895"/>
                  </a:cubicBezTo>
                  <a:cubicBezTo>
                    <a:pt x="2521171" y="255120"/>
                    <a:pt x="2517941" y="245257"/>
                    <a:pt x="2517017" y="235049"/>
                  </a:cubicBezTo>
                  <a:cubicBezTo>
                    <a:pt x="2517017" y="225849"/>
                    <a:pt x="2522486" y="223609"/>
                    <a:pt x="2517017" y="206204"/>
                  </a:cubicBezTo>
                  <a:cubicBezTo>
                    <a:pt x="2516354" y="201740"/>
                    <a:pt x="2518160" y="197265"/>
                    <a:pt x="2521742" y="194516"/>
                  </a:cubicBezTo>
                  <a:cubicBezTo>
                    <a:pt x="2524755" y="193153"/>
                    <a:pt x="2527528" y="191305"/>
                    <a:pt x="2529948" y="189046"/>
                  </a:cubicBezTo>
                  <a:cubicBezTo>
                    <a:pt x="2537232" y="178293"/>
                    <a:pt x="2543954" y="167171"/>
                    <a:pt x="2550089" y="155724"/>
                  </a:cubicBezTo>
                  <a:cubicBezTo>
                    <a:pt x="2550089" y="155724"/>
                    <a:pt x="2553321" y="153734"/>
                    <a:pt x="2555807" y="155724"/>
                  </a:cubicBezTo>
                  <a:cubicBezTo>
                    <a:pt x="2558297" y="163793"/>
                    <a:pt x="2559717" y="172153"/>
                    <a:pt x="2560036" y="180590"/>
                  </a:cubicBezTo>
                  <a:cubicBezTo>
                    <a:pt x="2559934" y="181585"/>
                    <a:pt x="2560062" y="182588"/>
                    <a:pt x="2560414" y="183522"/>
                  </a:cubicBezTo>
                  <a:cubicBezTo>
                    <a:pt x="2561668" y="186866"/>
                    <a:pt x="2565396" y="188558"/>
                    <a:pt x="2568740" y="187305"/>
                  </a:cubicBezTo>
                  <a:cubicBezTo>
                    <a:pt x="2574854" y="185981"/>
                    <a:pt x="2580726" y="183718"/>
                    <a:pt x="2586145" y="180590"/>
                  </a:cubicBezTo>
                  <a:cubicBezTo>
                    <a:pt x="2587140" y="179846"/>
                    <a:pt x="2591865" y="177606"/>
                    <a:pt x="2591865" y="174622"/>
                  </a:cubicBezTo>
                  <a:cubicBezTo>
                    <a:pt x="2590855" y="170479"/>
                    <a:pt x="2589351" y="166472"/>
                    <a:pt x="2587388" y="162686"/>
                  </a:cubicBezTo>
                  <a:cubicBezTo>
                    <a:pt x="2585670" y="156948"/>
                    <a:pt x="2584668" y="151017"/>
                    <a:pt x="2584404" y="145033"/>
                  </a:cubicBezTo>
                  <a:cubicBezTo>
                    <a:pt x="2584404" y="142046"/>
                    <a:pt x="2585649" y="123150"/>
                    <a:pt x="2587140" y="109473"/>
                  </a:cubicBezTo>
                  <a:cubicBezTo>
                    <a:pt x="2587887" y="101017"/>
                    <a:pt x="2584404" y="92313"/>
                    <a:pt x="2584404" y="71425"/>
                  </a:cubicBezTo>
                  <a:cubicBezTo>
                    <a:pt x="2584730" y="64073"/>
                    <a:pt x="2583631" y="56729"/>
                    <a:pt x="2581172" y="49792"/>
                  </a:cubicBezTo>
                  <a:cubicBezTo>
                    <a:pt x="2577441" y="47552"/>
                    <a:pt x="2582415" y="37358"/>
                    <a:pt x="2588135" y="37358"/>
                  </a:cubicBezTo>
                  <a:cubicBezTo>
                    <a:pt x="2591612" y="37115"/>
                    <a:pt x="2595103" y="37115"/>
                    <a:pt x="2598580" y="37358"/>
                  </a:cubicBezTo>
                  <a:cubicBezTo>
                    <a:pt x="2601065" y="37358"/>
                    <a:pt x="2599327" y="32632"/>
                    <a:pt x="2603801" y="33878"/>
                  </a:cubicBezTo>
                  <a:cubicBezTo>
                    <a:pt x="2608276" y="35120"/>
                    <a:pt x="2606289" y="36115"/>
                    <a:pt x="2608276" y="40840"/>
                  </a:cubicBezTo>
                  <a:cubicBezTo>
                    <a:pt x="2610268" y="45566"/>
                    <a:pt x="2609023" y="47803"/>
                    <a:pt x="2610268" y="53024"/>
                  </a:cubicBezTo>
                  <a:cubicBezTo>
                    <a:pt x="2611511" y="58246"/>
                    <a:pt x="2609521" y="65457"/>
                    <a:pt x="2611511" y="68193"/>
                  </a:cubicBezTo>
                  <a:cubicBezTo>
                    <a:pt x="2612905" y="71187"/>
                    <a:pt x="2612905" y="74646"/>
                    <a:pt x="2611511" y="77643"/>
                  </a:cubicBezTo>
                  <a:cubicBezTo>
                    <a:pt x="2610863" y="81095"/>
                    <a:pt x="2610863" y="84635"/>
                    <a:pt x="2611511" y="88086"/>
                  </a:cubicBezTo>
                  <a:cubicBezTo>
                    <a:pt x="2611511" y="92065"/>
                    <a:pt x="2611260" y="96542"/>
                    <a:pt x="2611511" y="101017"/>
                  </a:cubicBezTo>
                  <a:cubicBezTo>
                    <a:pt x="2611759" y="105494"/>
                    <a:pt x="2613001" y="122153"/>
                    <a:pt x="2613001" y="125883"/>
                  </a:cubicBezTo>
                  <a:cubicBezTo>
                    <a:pt x="2614816" y="131439"/>
                    <a:pt x="2615902" y="137206"/>
                    <a:pt x="2616233" y="143041"/>
                  </a:cubicBezTo>
                  <a:cubicBezTo>
                    <a:pt x="2616233" y="146276"/>
                    <a:pt x="2616980" y="149260"/>
                    <a:pt x="2616233" y="155724"/>
                  </a:cubicBezTo>
                  <a:cubicBezTo>
                    <a:pt x="2615489" y="162190"/>
                    <a:pt x="2609769" y="167164"/>
                    <a:pt x="2611260" y="170892"/>
                  </a:cubicBezTo>
                  <a:cubicBezTo>
                    <a:pt x="2612623" y="174152"/>
                    <a:pt x="2615215" y="176742"/>
                    <a:pt x="2618473" y="178105"/>
                  </a:cubicBezTo>
                  <a:cubicBezTo>
                    <a:pt x="2622452" y="179100"/>
                    <a:pt x="2629415" y="174374"/>
                    <a:pt x="2632647" y="174374"/>
                  </a:cubicBezTo>
                  <a:cubicBezTo>
                    <a:pt x="2636787" y="174601"/>
                    <a:pt x="2640938" y="174601"/>
                    <a:pt x="2645082" y="174374"/>
                  </a:cubicBezTo>
                  <a:cubicBezTo>
                    <a:pt x="2651676" y="172604"/>
                    <a:pt x="2658417" y="171440"/>
                    <a:pt x="2665223" y="170892"/>
                  </a:cubicBezTo>
                  <a:cubicBezTo>
                    <a:pt x="2668207" y="170644"/>
                    <a:pt x="2673428" y="167164"/>
                    <a:pt x="2676164" y="167164"/>
                  </a:cubicBezTo>
                  <a:cubicBezTo>
                    <a:pt x="2679399" y="165822"/>
                    <a:pt x="2682352" y="163882"/>
                    <a:pt x="2684868" y="161444"/>
                  </a:cubicBezTo>
                  <a:cubicBezTo>
                    <a:pt x="2686539" y="159734"/>
                    <a:pt x="2687030" y="157188"/>
                    <a:pt x="2686111" y="154980"/>
                  </a:cubicBezTo>
                  <a:cubicBezTo>
                    <a:pt x="2683871" y="149756"/>
                    <a:pt x="2676908" y="152492"/>
                    <a:pt x="2673927" y="153734"/>
                  </a:cubicBezTo>
                  <a:cubicBezTo>
                    <a:pt x="2670940" y="154980"/>
                    <a:pt x="2666218" y="161692"/>
                    <a:pt x="2662986" y="158212"/>
                  </a:cubicBezTo>
                  <a:cubicBezTo>
                    <a:pt x="2659751" y="154729"/>
                    <a:pt x="2659004" y="151497"/>
                    <a:pt x="2659751" y="148265"/>
                  </a:cubicBezTo>
                  <a:cubicBezTo>
                    <a:pt x="2660498" y="145033"/>
                    <a:pt x="2657762" y="138318"/>
                    <a:pt x="2653287" y="139809"/>
                  </a:cubicBezTo>
                  <a:cubicBezTo>
                    <a:pt x="2648810" y="141302"/>
                    <a:pt x="2648562" y="147518"/>
                    <a:pt x="2648810" y="152244"/>
                  </a:cubicBezTo>
                  <a:cubicBezTo>
                    <a:pt x="2649060" y="156966"/>
                    <a:pt x="2645578" y="157713"/>
                    <a:pt x="2643588" y="159454"/>
                  </a:cubicBezTo>
                  <a:cubicBezTo>
                    <a:pt x="2641599" y="161196"/>
                    <a:pt x="2639610" y="163681"/>
                    <a:pt x="2636127" y="163681"/>
                  </a:cubicBezTo>
                  <a:cubicBezTo>
                    <a:pt x="2631005" y="160898"/>
                    <a:pt x="2628062" y="155306"/>
                    <a:pt x="2628668" y="149508"/>
                  </a:cubicBezTo>
                  <a:cubicBezTo>
                    <a:pt x="2628668" y="145033"/>
                    <a:pt x="2627921" y="126382"/>
                    <a:pt x="2628668" y="120166"/>
                  </a:cubicBezTo>
                  <a:cubicBezTo>
                    <a:pt x="2629415" y="113947"/>
                    <a:pt x="2625436" y="105494"/>
                    <a:pt x="2625434" y="100521"/>
                  </a:cubicBezTo>
                  <a:cubicBezTo>
                    <a:pt x="2625992" y="91078"/>
                    <a:pt x="2625992" y="81611"/>
                    <a:pt x="2625434" y="72171"/>
                  </a:cubicBezTo>
                  <a:cubicBezTo>
                    <a:pt x="2624964" y="68984"/>
                    <a:pt x="2624300" y="65830"/>
                    <a:pt x="2623447" y="62723"/>
                  </a:cubicBezTo>
                  <a:cubicBezTo>
                    <a:pt x="2623799" y="57658"/>
                    <a:pt x="2625809" y="52855"/>
                    <a:pt x="2629164" y="49046"/>
                  </a:cubicBezTo>
                  <a:cubicBezTo>
                    <a:pt x="2631503" y="45999"/>
                    <a:pt x="2635033" y="44099"/>
                    <a:pt x="2638863" y="43824"/>
                  </a:cubicBezTo>
                  <a:cubicBezTo>
                    <a:pt x="2643340" y="43326"/>
                    <a:pt x="2643340" y="52528"/>
                    <a:pt x="2643340" y="59240"/>
                  </a:cubicBezTo>
                  <a:cubicBezTo>
                    <a:pt x="2643176" y="62611"/>
                    <a:pt x="2644335" y="65913"/>
                    <a:pt x="2646572" y="68441"/>
                  </a:cubicBezTo>
                  <a:cubicBezTo>
                    <a:pt x="2649483" y="78802"/>
                    <a:pt x="2650989" y="89509"/>
                    <a:pt x="2651047" y="100270"/>
                  </a:cubicBezTo>
                  <a:cubicBezTo>
                    <a:pt x="2650799" y="106241"/>
                    <a:pt x="2651794" y="105742"/>
                    <a:pt x="2655276" y="107731"/>
                  </a:cubicBezTo>
                  <a:cubicBezTo>
                    <a:pt x="2658756" y="109721"/>
                    <a:pt x="2669202" y="105742"/>
                    <a:pt x="2671687" y="107731"/>
                  </a:cubicBezTo>
                  <a:cubicBezTo>
                    <a:pt x="2674175" y="109721"/>
                    <a:pt x="2675418" y="115441"/>
                    <a:pt x="2677906" y="115441"/>
                  </a:cubicBezTo>
                  <a:cubicBezTo>
                    <a:pt x="2684868" y="116931"/>
                    <a:pt x="2690338" y="104499"/>
                    <a:pt x="2692327" y="101515"/>
                  </a:cubicBezTo>
                  <a:cubicBezTo>
                    <a:pt x="2698047" y="93558"/>
                    <a:pt x="2686111" y="82617"/>
                    <a:pt x="2684370" y="82366"/>
                  </a:cubicBezTo>
                  <a:cubicBezTo>
                    <a:pt x="2682628" y="82118"/>
                    <a:pt x="2677655" y="86595"/>
                    <a:pt x="2670940" y="87590"/>
                  </a:cubicBezTo>
                  <a:cubicBezTo>
                    <a:pt x="2664228" y="88585"/>
                    <a:pt x="2667212" y="93307"/>
                    <a:pt x="2661740" y="91817"/>
                  </a:cubicBezTo>
                  <a:cubicBezTo>
                    <a:pt x="2656271" y="90323"/>
                    <a:pt x="2658756" y="78638"/>
                    <a:pt x="2661740" y="73166"/>
                  </a:cubicBezTo>
                  <a:cubicBezTo>
                    <a:pt x="2664964" y="68524"/>
                    <a:pt x="2666936" y="63128"/>
                    <a:pt x="2667460" y="57499"/>
                  </a:cubicBezTo>
                  <a:cubicBezTo>
                    <a:pt x="2666964" y="50787"/>
                    <a:pt x="2661492" y="42830"/>
                    <a:pt x="2661244" y="40590"/>
                  </a:cubicBezTo>
                  <a:cubicBezTo>
                    <a:pt x="2660994" y="38352"/>
                    <a:pt x="2668455" y="30395"/>
                    <a:pt x="2671687" y="30147"/>
                  </a:cubicBezTo>
                  <a:cubicBezTo>
                    <a:pt x="2674919" y="29899"/>
                    <a:pt x="2679892" y="39595"/>
                    <a:pt x="2683127" y="39595"/>
                  </a:cubicBezTo>
                  <a:cubicBezTo>
                    <a:pt x="2686359" y="39595"/>
                    <a:pt x="2695063" y="25422"/>
                    <a:pt x="2697300" y="21195"/>
                  </a:cubicBezTo>
                  <a:cubicBezTo>
                    <a:pt x="2699538" y="16968"/>
                    <a:pt x="2700780" y="4782"/>
                    <a:pt x="2707743" y="1800"/>
                  </a:cubicBezTo>
                  <a:cubicBezTo>
                    <a:pt x="2710479" y="1800"/>
                    <a:pt x="2714210" y="3043"/>
                    <a:pt x="2716199" y="1800"/>
                  </a:cubicBezTo>
                  <a:cubicBezTo>
                    <a:pt x="2718695" y="403"/>
                    <a:pt x="2721556" y="-202"/>
                    <a:pt x="2724405" y="59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98" name="组合 97"/>
            <p:cNvGrpSpPr>
              <a:grpSpLocks noChangeAspect="1"/>
            </p:cNvGrpSpPr>
            <p:nvPr/>
          </p:nvGrpSpPr>
          <p:grpSpPr>
            <a:xfrm>
              <a:off x="1825960" y="2343600"/>
              <a:ext cx="1411200" cy="1411200"/>
              <a:chOff x="2216986" y="864164"/>
              <a:chExt cx="5847244" cy="5847244"/>
            </a:xfrm>
          </p:grpSpPr>
          <p:sp>
            <p:nvSpPr>
              <p:cNvPr id="99" name="任意多边形: 形状 98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0" name="任意多边形: 形状 99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1" name="任意多边形: 形状 100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2" name="任意多边形: 形状 101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3" name="任意多边形: 形状 102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4" name="任意多边形: 形状 103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5" name="任意多边形: 形状 104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6" name="任意多边形: 形状 105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7" name="任意多边形: 形状 106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8" name="任意多边形: 形状 107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9" name="任意多边形: 形状 108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0" name="任意多边形: 形状 109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1" name="任意多边形: 形状 110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2" name="任意多边形: 形状 111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35" name="任意多边形: 形状 34"/>
          <p:cNvSpPr/>
          <p:nvPr userDrawn="1"/>
        </p:nvSpPr>
        <p:spPr>
          <a:xfrm>
            <a:off x="708895" y="3289687"/>
            <a:ext cx="5362052" cy="1683885"/>
          </a:xfrm>
          <a:custGeom>
            <a:avLst/>
            <a:gdLst>
              <a:gd name="connsiteX0" fmla="*/ 5007126 w 5362052"/>
              <a:gd name="connsiteY0" fmla="*/ 38730 h 1683885"/>
              <a:gd name="connsiteX1" fmla="*/ 4868392 w 5362052"/>
              <a:gd name="connsiteY1" fmla="*/ 45089 h 1683885"/>
              <a:gd name="connsiteX2" fmla="*/ 4216922 w 5362052"/>
              <a:gd name="connsiteY2" fmla="*/ 79194 h 1683885"/>
              <a:gd name="connsiteX3" fmla="*/ 4143509 w 5362052"/>
              <a:gd name="connsiteY3" fmla="*/ 117924 h 1683885"/>
              <a:gd name="connsiteX4" fmla="*/ 3407065 w 5362052"/>
              <a:gd name="connsiteY4" fmla="*/ 353194 h 1683885"/>
              <a:gd name="connsiteX5" fmla="*/ 3275268 w 5362052"/>
              <a:gd name="connsiteY5" fmla="*/ 361865 h 1683885"/>
              <a:gd name="connsiteX6" fmla="*/ 3113412 w 5362052"/>
              <a:gd name="connsiteY6" fmla="*/ 353194 h 1683885"/>
              <a:gd name="connsiteX7" fmla="*/ 3240585 w 5362052"/>
              <a:gd name="connsiteY7" fmla="*/ 882696 h 1683885"/>
              <a:gd name="connsiteX8" fmla="*/ 2682182 w 5362052"/>
              <a:gd name="connsiteY8" fmla="*/ 919692 h 1683885"/>
              <a:gd name="connsiteX9" fmla="*/ 2124358 w 5362052"/>
              <a:gd name="connsiteY9" fmla="*/ 885008 h 1683885"/>
              <a:gd name="connsiteX10" fmla="*/ 2250952 w 5362052"/>
              <a:gd name="connsiteY10" fmla="*/ 355506 h 1683885"/>
              <a:gd name="connsiteX11" fmla="*/ 2089674 w 5362052"/>
              <a:gd name="connsiteY11" fmla="*/ 364177 h 1683885"/>
              <a:gd name="connsiteX12" fmla="*/ 1957877 w 5362052"/>
              <a:gd name="connsiteY12" fmla="*/ 355506 h 1683885"/>
              <a:gd name="connsiteX13" fmla="*/ 1220855 w 5362052"/>
              <a:gd name="connsiteY13" fmla="*/ 120236 h 1683885"/>
              <a:gd name="connsiteX14" fmla="*/ 1148020 w 5362052"/>
              <a:gd name="connsiteY14" fmla="*/ 81506 h 1683885"/>
              <a:gd name="connsiteX15" fmla="*/ 496551 w 5362052"/>
              <a:gd name="connsiteY15" fmla="*/ 47401 h 1683885"/>
              <a:gd name="connsiteX16" fmla="*/ 357817 w 5362052"/>
              <a:gd name="connsiteY16" fmla="*/ 41042 h 1683885"/>
              <a:gd name="connsiteX17" fmla="*/ 0 w 5362052"/>
              <a:gd name="connsiteY17" fmla="*/ 578 h 1683885"/>
              <a:gd name="connsiteX18" fmla="*/ 340475 w 5362052"/>
              <a:gd name="connsiteY18" fmla="*/ 375160 h 1683885"/>
              <a:gd name="connsiteX19" fmla="*/ 845119 w 5362052"/>
              <a:gd name="connsiteY19" fmla="*/ 701764 h 1683885"/>
              <a:gd name="connsiteX20" fmla="*/ 1837642 w 5362052"/>
              <a:gd name="connsiteY20" fmla="*/ 990793 h 1683885"/>
              <a:gd name="connsiteX21" fmla="*/ 2265982 w 5362052"/>
              <a:gd name="connsiteY21" fmla="*/ 1017961 h 1683885"/>
              <a:gd name="connsiteX22" fmla="*/ 2294884 w 5362052"/>
              <a:gd name="connsiteY22" fmla="*/ 1017961 h 1683885"/>
              <a:gd name="connsiteX23" fmla="*/ 2352690 w 5362052"/>
              <a:gd name="connsiteY23" fmla="*/ 1017961 h 1683885"/>
              <a:gd name="connsiteX24" fmla="*/ 2211066 w 5362052"/>
              <a:gd name="connsiteY24" fmla="*/ 1626079 h 1683885"/>
              <a:gd name="connsiteX25" fmla="*/ 2673511 w 5362052"/>
              <a:gd name="connsiteY25" fmla="*/ 1683885 h 1683885"/>
              <a:gd name="connsiteX26" fmla="*/ 2679292 w 5362052"/>
              <a:gd name="connsiteY26" fmla="*/ 1683885 h 1683885"/>
              <a:gd name="connsiteX27" fmla="*/ 2685651 w 5362052"/>
              <a:gd name="connsiteY27" fmla="*/ 1683885 h 1683885"/>
              <a:gd name="connsiteX28" fmla="*/ 3150986 w 5362052"/>
              <a:gd name="connsiteY28" fmla="*/ 1626079 h 1683885"/>
              <a:gd name="connsiteX29" fmla="*/ 3009940 w 5362052"/>
              <a:gd name="connsiteY29" fmla="*/ 1017384 h 1683885"/>
              <a:gd name="connsiteX30" fmla="*/ 3067746 w 5362052"/>
              <a:gd name="connsiteY30" fmla="*/ 1017384 h 1683885"/>
              <a:gd name="connsiteX31" fmla="*/ 3096071 w 5362052"/>
              <a:gd name="connsiteY31" fmla="*/ 1017384 h 1683885"/>
              <a:gd name="connsiteX32" fmla="*/ 3524411 w 5362052"/>
              <a:gd name="connsiteY32" fmla="*/ 990215 h 1683885"/>
              <a:gd name="connsiteX33" fmla="*/ 4516934 w 5362052"/>
              <a:gd name="connsiteY33" fmla="*/ 701185 h 1683885"/>
              <a:gd name="connsiteX34" fmla="*/ 5020999 w 5362052"/>
              <a:gd name="connsiteY34" fmla="*/ 375160 h 1683885"/>
              <a:gd name="connsiteX35" fmla="*/ 5362052 w 5362052"/>
              <a:gd name="connsiteY35" fmla="*/ 0 h 1683885"/>
              <a:gd name="connsiteX36" fmla="*/ 5004813 w 5362052"/>
              <a:gd name="connsiteY36" fmla="*/ 40464 h 1683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362052" h="1683885">
                <a:moveTo>
                  <a:pt x="5007126" y="38730"/>
                </a:moveTo>
                <a:lnTo>
                  <a:pt x="4868392" y="45089"/>
                </a:lnTo>
                <a:cubicBezTo>
                  <a:pt x="4700177" y="53181"/>
                  <a:pt x="4481672" y="63008"/>
                  <a:pt x="4216922" y="79194"/>
                </a:cubicBezTo>
                <a:lnTo>
                  <a:pt x="4143509" y="117924"/>
                </a:lnTo>
                <a:cubicBezTo>
                  <a:pt x="3912130" y="235079"/>
                  <a:pt x="3663514" y="314504"/>
                  <a:pt x="3407065" y="353194"/>
                </a:cubicBezTo>
                <a:cubicBezTo>
                  <a:pt x="3363410" y="359350"/>
                  <a:pt x="3319356" y="362246"/>
                  <a:pt x="3275268" y="361865"/>
                </a:cubicBezTo>
                <a:cubicBezTo>
                  <a:pt x="3221203" y="361778"/>
                  <a:pt x="3167177" y="358888"/>
                  <a:pt x="3113412" y="353194"/>
                </a:cubicBezTo>
                <a:lnTo>
                  <a:pt x="3240585" y="882696"/>
                </a:lnTo>
                <a:lnTo>
                  <a:pt x="2682182" y="919692"/>
                </a:lnTo>
                <a:lnTo>
                  <a:pt x="2124358" y="885008"/>
                </a:lnTo>
                <a:lnTo>
                  <a:pt x="2250952" y="355506"/>
                </a:lnTo>
                <a:cubicBezTo>
                  <a:pt x="2197384" y="361217"/>
                  <a:pt x="2143549" y="364108"/>
                  <a:pt x="2089674" y="364177"/>
                </a:cubicBezTo>
                <a:cubicBezTo>
                  <a:pt x="2045586" y="364558"/>
                  <a:pt x="2001532" y="361662"/>
                  <a:pt x="1957877" y="355506"/>
                </a:cubicBezTo>
                <a:cubicBezTo>
                  <a:pt x="1701267" y="316730"/>
                  <a:pt x="1452471" y="237311"/>
                  <a:pt x="1220855" y="120236"/>
                </a:cubicBezTo>
                <a:lnTo>
                  <a:pt x="1148020" y="81506"/>
                </a:lnTo>
                <a:cubicBezTo>
                  <a:pt x="882692" y="65321"/>
                  <a:pt x="664765" y="55494"/>
                  <a:pt x="496551" y="47401"/>
                </a:cubicBezTo>
                <a:lnTo>
                  <a:pt x="357817" y="41042"/>
                </a:lnTo>
                <a:cubicBezTo>
                  <a:pt x="311572" y="41042"/>
                  <a:pt x="126594" y="19654"/>
                  <a:pt x="0" y="578"/>
                </a:cubicBezTo>
                <a:cubicBezTo>
                  <a:pt x="94460" y="141497"/>
                  <a:pt x="209187" y="267716"/>
                  <a:pt x="340475" y="375160"/>
                </a:cubicBezTo>
                <a:cubicBezTo>
                  <a:pt x="493764" y="505524"/>
                  <a:pt x="663407" y="615320"/>
                  <a:pt x="845119" y="701764"/>
                </a:cubicBezTo>
                <a:cubicBezTo>
                  <a:pt x="1161558" y="842024"/>
                  <a:pt x="1495374" y="939235"/>
                  <a:pt x="1837642" y="990793"/>
                </a:cubicBezTo>
                <a:cubicBezTo>
                  <a:pt x="1979578" y="1010164"/>
                  <a:pt x="2122733" y="1019245"/>
                  <a:pt x="2265982" y="1017961"/>
                </a:cubicBezTo>
                <a:lnTo>
                  <a:pt x="2294884" y="1017961"/>
                </a:lnTo>
                <a:lnTo>
                  <a:pt x="2352690" y="1017961"/>
                </a:lnTo>
                <a:lnTo>
                  <a:pt x="2211066" y="1626079"/>
                </a:lnTo>
                <a:lnTo>
                  <a:pt x="2673511" y="1683885"/>
                </a:lnTo>
                <a:lnTo>
                  <a:pt x="2679292" y="1683885"/>
                </a:lnTo>
                <a:lnTo>
                  <a:pt x="2685651" y="1683885"/>
                </a:lnTo>
                <a:lnTo>
                  <a:pt x="3150986" y="1626079"/>
                </a:lnTo>
                <a:lnTo>
                  <a:pt x="3009940" y="1017384"/>
                </a:lnTo>
                <a:lnTo>
                  <a:pt x="3067746" y="1017384"/>
                </a:lnTo>
                <a:lnTo>
                  <a:pt x="3096071" y="1017384"/>
                </a:lnTo>
                <a:cubicBezTo>
                  <a:pt x="3239319" y="1018701"/>
                  <a:pt x="3382475" y="1009620"/>
                  <a:pt x="3524411" y="990215"/>
                </a:cubicBezTo>
                <a:cubicBezTo>
                  <a:pt x="3866713" y="938802"/>
                  <a:pt x="4200546" y="841584"/>
                  <a:pt x="4516934" y="701185"/>
                </a:cubicBezTo>
                <a:cubicBezTo>
                  <a:pt x="4698547" y="615118"/>
                  <a:pt x="4868028" y="505501"/>
                  <a:pt x="5020999" y="375160"/>
                </a:cubicBezTo>
                <a:cubicBezTo>
                  <a:pt x="5152622" y="267699"/>
                  <a:pt x="5267598" y="141266"/>
                  <a:pt x="5362052" y="0"/>
                </a:cubicBezTo>
                <a:cubicBezTo>
                  <a:pt x="5236036" y="19076"/>
                  <a:pt x="5051058" y="38152"/>
                  <a:pt x="5004813" y="40464"/>
                </a:cubicBezTo>
              </a:path>
            </a:pathLst>
          </a:custGeom>
          <a:solidFill>
            <a:schemeClr val="bg1">
              <a:alpha val="3000"/>
            </a:schemeClr>
          </a:solidFill>
          <a:ln w="32772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3" name="任意多边形: 形状 52"/>
          <p:cNvSpPr/>
          <p:nvPr userDrawn="1"/>
        </p:nvSpPr>
        <p:spPr>
          <a:xfrm rot="2885786">
            <a:off x="1389454" y="-3104147"/>
            <a:ext cx="10240698" cy="11614001"/>
          </a:xfrm>
          <a:custGeom>
            <a:avLst/>
            <a:gdLst>
              <a:gd name="connsiteX0" fmla="*/ 6051751 w 10240698"/>
              <a:gd name="connsiteY0" fmla="*/ 1433305 h 11614001"/>
              <a:gd name="connsiteX1" fmla="*/ 6837805 w 10240698"/>
              <a:gd name="connsiteY1" fmla="*/ 587393 h 11614001"/>
              <a:gd name="connsiteX2" fmla="*/ 7410328 w 10240698"/>
              <a:gd name="connsiteY2" fmla="*/ 0 h 11614001"/>
              <a:gd name="connsiteX3" fmla="*/ 10240698 w 10240698"/>
              <a:gd name="connsiteY3" fmla="*/ 2539861 h 11614001"/>
              <a:gd name="connsiteX4" fmla="*/ 2097918 w 10240698"/>
              <a:gd name="connsiteY4" fmla="*/ 11614001 h 11614001"/>
              <a:gd name="connsiteX5" fmla="*/ 0 w 10240698"/>
              <a:gd name="connsiteY5" fmla="*/ 9731411 h 11614001"/>
              <a:gd name="connsiteX6" fmla="*/ 261077 w 10240698"/>
              <a:gd name="connsiteY6" fmla="*/ 9278934 h 11614001"/>
              <a:gd name="connsiteX7" fmla="*/ 6051751 w 10240698"/>
              <a:gd name="connsiteY7" fmla="*/ 1433305 h 1161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40698" h="11614001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240698" y="2539861"/>
                </a:lnTo>
                <a:lnTo>
                  <a:pt x="2097918" y="11614001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2" name="任意多边形: 形状 51"/>
          <p:cNvSpPr/>
          <p:nvPr userDrawn="1"/>
        </p:nvSpPr>
        <p:spPr>
          <a:xfrm rot="1846855">
            <a:off x="713178" y="-661517"/>
            <a:ext cx="11127408" cy="8042323"/>
          </a:xfrm>
          <a:custGeom>
            <a:avLst/>
            <a:gdLst>
              <a:gd name="connsiteX0" fmla="*/ 7928069 w 11127408"/>
              <a:gd name="connsiteY0" fmla="*/ 1186500 h 8042323"/>
              <a:gd name="connsiteX1" fmla="*/ 9950212 w 11127408"/>
              <a:gd name="connsiteY1" fmla="*/ 53263 h 8042323"/>
              <a:gd name="connsiteX2" fmla="*/ 10053427 w 11127408"/>
              <a:gd name="connsiteY2" fmla="*/ 0 h 8042323"/>
              <a:gd name="connsiteX3" fmla="*/ 11127408 w 11127408"/>
              <a:gd name="connsiteY3" fmla="*/ 1802985 h 8042323"/>
              <a:gd name="connsiteX4" fmla="*/ 652892 w 11127408"/>
              <a:gd name="connsiteY4" fmla="*/ 8042323 h 8042323"/>
              <a:gd name="connsiteX5" fmla="*/ 0 w 11127408"/>
              <a:gd name="connsiteY5" fmla="*/ 6946257 h 8042323"/>
              <a:gd name="connsiteX6" fmla="*/ 555484 w 11127408"/>
              <a:gd name="connsiteY6" fmla="*/ 6462535 h 8042323"/>
              <a:gd name="connsiteX7" fmla="*/ 4689797 w 11127408"/>
              <a:gd name="connsiteY7" fmla="*/ 3264251 h 8042323"/>
              <a:gd name="connsiteX8" fmla="*/ 7928069 w 11127408"/>
              <a:gd name="connsiteY8" fmla="*/ 1186500 h 8042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27408" h="8042323">
                <a:moveTo>
                  <a:pt x="7928069" y="1186500"/>
                </a:moveTo>
                <a:cubicBezTo>
                  <a:pt x="8592467" y="794335"/>
                  <a:pt x="9266662" y="416446"/>
                  <a:pt x="9950212" y="53263"/>
                </a:cubicBezTo>
                <a:lnTo>
                  <a:pt x="10053427" y="0"/>
                </a:lnTo>
                <a:lnTo>
                  <a:pt x="11127408" y="1802985"/>
                </a:lnTo>
                <a:lnTo>
                  <a:pt x="652892" y="8042323"/>
                </a:lnTo>
                <a:lnTo>
                  <a:pt x="0" y="6946257"/>
                </a:lnTo>
                <a:lnTo>
                  <a:pt x="555484" y="6462535"/>
                </a:lnTo>
                <a:cubicBezTo>
                  <a:pt x="1875560" y="5329720"/>
                  <a:pt x="3255407" y="4261921"/>
                  <a:pt x="4689797" y="3264251"/>
                </a:cubicBezTo>
                <a:cubicBezTo>
                  <a:pt x="5740634" y="2533357"/>
                  <a:pt x="6820742" y="1840104"/>
                  <a:pt x="7928069" y="118650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1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8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  <a:endParaRPr lang="zh-CN" altLang="en-US" dirty="0"/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141362" y="5528219"/>
            <a:ext cx="7909277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54" name="文本框 53"/>
          <p:cNvSpPr txBox="1"/>
          <p:nvPr userDrawn="1"/>
        </p:nvSpPr>
        <p:spPr>
          <a:xfrm>
            <a:off x="346663" y="6328722"/>
            <a:ext cx="1660787" cy="195379"/>
          </a:xfrm>
          <a:custGeom>
            <a:avLst/>
            <a:gdLst/>
            <a:ahLst/>
            <a:cxnLst/>
            <a:rect l="l" t="t" r="r" b="b"/>
            <a:pathLst>
              <a:path w="1660787" h="195379">
                <a:moveTo>
                  <a:pt x="29161" y="90222"/>
                </a:moveTo>
                <a:lnTo>
                  <a:pt x="29161" y="127778"/>
                </a:lnTo>
                <a:lnTo>
                  <a:pt x="46481" y="127778"/>
                </a:lnTo>
                <a:cubicBezTo>
                  <a:pt x="53844" y="127778"/>
                  <a:pt x="59603" y="126070"/>
                  <a:pt x="63756" y="122653"/>
                </a:cubicBezTo>
                <a:cubicBezTo>
                  <a:pt x="67910" y="119236"/>
                  <a:pt x="69986" y="114494"/>
                  <a:pt x="69986" y="108426"/>
                </a:cubicBezTo>
                <a:cubicBezTo>
                  <a:pt x="69986" y="102652"/>
                  <a:pt x="67924" y="98175"/>
                  <a:pt x="63800" y="94994"/>
                </a:cubicBezTo>
                <a:cubicBezTo>
                  <a:pt x="59677" y="91813"/>
                  <a:pt x="53815" y="90222"/>
                  <a:pt x="46216" y="90222"/>
                </a:cubicBezTo>
                <a:close/>
                <a:moveTo>
                  <a:pt x="1496048" y="49397"/>
                </a:moveTo>
                <a:cubicBezTo>
                  <a:pt x="1493220" y="54699"/>
                  <a:pt x="1489170" y="61120"/>
                  <a:pt x="1483898" y="68661"/>
                </a:cubicBezTo>
                <a:cubicBezTo>
                  <a:pt x="1478625" y="76201"/>
                  <a:pt x="1470716" y="86511"/>
                  <a:pt x="1460171" y="99589"/>
                </a:cubicBezTo>
                <a:lnTo>
                  <a:pt x="1496048" y="99589"/>
                </a:lnTo>
                <a:close/>
                <a:moveTo>
                  <a:pt x="29161" y="34374"/>
                </a:moveTo>
                <a:lnTo>
                  <a:pt x="29161" y="68219"/>
                </a:lnTo>
                <a:lnTo>
                  <a:pt x="43034" y="68219"/>
                </a:lnTo>
                <a:cubicBezTo>
                  <a:pt x="49691" y="68219"/>
                  <a:pt x="54934" y="66628"/>
                  <a:pt x="58764" y="63447"/>
                </a:cubicBezTo>
                <a:cubicBezTo>
                  <a:pt x="62593" y="60266"/>
                  <a:pt x="64507" y="55818"/>
                  <a:pt x="64507" y="50104"/>
                </a:cubicBezTo>
                <a:cubicBezTo>
                  <a:pt x="64507" y="39618"/>
                  <a:pt x="56849" y="34374"/>
                  <a:pt x="41532" y="34374"/>
                </a:cubicBezTo>
                <a:close/>
                <a:moveTo>
                  <a:pt x="1612362" y="32254"/>
                </a:moveTo>
                <a:cubicBezTo>
                  <a:pt x="1598518" y="32254"/>
                  <a:pt x="1591596" y="49043"/>
                  <a:pt x="1591596" y="82623"/>
                </a:cubicBezTo>
                <a:cubicBezTo>
                  <a:pt x="1591596" y="114199"/>
                  <a:pt x="1598341" y="129987"/>
                  <a:pt x="1611832" y="129987"/>
                </a:cubicBezTo>
                <a:cubicBezTo>
                  <a:pt x="1625087" y="129987"/>
                  <a:pt x="1631714" y="113728"/>
                  <a:pt x="1631714" y="81209"/>
                </a:cubicBezTo>
                <a:cubicBezTo>
                  <a:pt x="1631714" y="48572"/>
                  <a:pt x="1625263" y="32254"/>
                  <a:pt x="1612362" y="32254"/>
                </a:cubicBezTo>
                <a:close/>
                <a:moveTo>
                  <a:pt x="1362679" y="32254"/>
                </a:moveTo>
                <a:cubicBezTo>
                  <a:pt x="1356965" y="32254"/>
                  <a:pt x="1352385" y="34522"/>
                  <a:pt x="1348938" y="39058"/>
                </a:cubicBezTo>
                <a:cubicBezTo>
                  <a:pt x="1345492" y="43594"/>
                  <a:pt x="1343769" y="49191"/>
                  <a:pt x="1343769" y="55848"/>
                </a:cubicBezTo>
                <a:cubicBezTo>
                  <a:pt x="1343769" y="63094"/>
                  <a:pt x="1345521" y="68779"/>
                  <a:pt x="1349027" y="72902"/>
                </a:cubicBezTo>
                <a:cubicBezTo>
                  <a:pt x="1352532" y="77026"/>
                  <a:pt x="1357318" y="79088"/>
                  <a:pt x="1363386" y="79088"/>
                </a:cubicBezTo>
                <a:cubicBezTo>
                  <a:pt x="1368806" y="79088"/>
                  <a:pt x="1373269" y="77114"/>
                  <a:pt x="1376774" y="73167"/>
                </a:cubicBezTo>
                <a:cubicBezTo>
                  <a:pt x="1380279" y="69220"/>
                  <a:pt x="1382032" y="64331"/>
                  <a:pt x="1382032" y="58499"/>
                </a:cubicBezTo>
                <a:cubicBezTo>
                  <a:pt x="1382032" y="51488"/>
                  <a:pt x="1380279" y="45361"/>
                  <a:pt x="1376774" y="40118"/>
                </a:cubicBezTo>
                <a:cubicBezTo>
                  <a:pt x="1373269" y="34875"/>
                  <a:pt x="1368570" y="32254"/>
                  <a:pt x="1362679" y="32254"/>
                </a:cubicBezTo>
                <a:close/>
                <a:moveTo>
                  <a:pt x="1495606" y="12636"/>
                </a:moveTo>
                <a:lnTo>
                  <a:pt x="1522028" y="12636"/>
                </a:lnTo>
                <a:lnTo>
                  <a:pt x="1522028" y="99589"/>
                </a:lnTo>
                <a:lnTo>
                  <a:pt x="1541380" y="99589"/>
                </a:lnTo>
                <a:lnTo>
                  <a:pt x="1541380" y="120355"/>
                </a:lnTo>
                <a:lnTo>
                  <a:pt x="1522028" y="120355"/>
                </a:lnTo>
                <a:lnTo>
                  <a:pt x="1522028" y="149516"/>
                </a:lnTo>
                <a:lnTo>
                  <a:pt x="1496048" y="149516"/>
                </a:lnTo>
                <a:lnTo>
                  <a:pt x="1496048" y="120355"/>
                </a:lnTo>
                <a:lnTo>
                  <a:pt x="1434898" y="120355"/>
                </a:lnTo>
                <a:lnTo>
                  <a:pt x="1434898" y="99412"/>
                </a:lnTo>
                <a:cubicBezTo>
                  <a:pt x="1447564" y="85274"/>
                  <a:pt x="1459435" y="70310"/>
                  <a:pt x="1470510" y="54522"/>
                </a:cubicBezTo>
                <a:cubicBezTo>
                  <a:pt x="1481585" y="38734"/>
                  <a:pt x="1489951" y="24772"/>
                  <a:pt x="1495606" y="12636"/>
                </a:cubicBezTo>
                <a:close/>
                <a:moveTo>
                  <a:pt x="1009650" y="12636"/>
                </a:moveTo>
                <a:lnTo>
                  <a:pt x="1087501" y="12636"/>
                </a:lnTo>
                <a:lnTo>
                  <a:pt x="1087501" y="36495"/>
                </a:lnTo>
                <a:lnTo>
                  <a:pt x="1038811" y="36495"/>
                </a:lnTo>
                <a:lnTo>
                  <a:pt x="1038811" y="68749"/>
                </a:lnTo>
                <a:lnTo>
                  <a:pt x="1084055" y="68749"/>
                </a:lnTo>
                <a:lnTo>
                  <a:pt x="1084055" y="92520"/>
                </a:lnTo>
                <a:lnTo>
                  <a:pt x="1038811" y="92520"/>
                </a:lnTo>
                <a:lnTo>
                  <a:pt x="1038811" y="125657"/>
                </a:lnTo>
                <a:lnTo>
                  <a:pt x="1090682" y="125657"/>
                </a:lnTo>
                <a:lnTo>
                  <a:pt x="1090682" y="149516"/>
                </a:lnTo>
                <a:lnTo>
                  <a:pt x="1009650" y="149516"/>
                </a:lnTo>
                <a:close/>
                <a:moveTo>
                  <a:pt x="714375" y="12636"/>
                </a:moveTo>
                <a:lnTo>
                  <a:pt x="746187" y="12636"/>
                </a:lnTo>
                <a:lnTo>
                  <a:pt x="802034" y="98705"/>
                </a:lnTo>
                <a:cubicBezTo>
                  <a:pt x="805746" y="104420"/>
                  <a:pt x="808014" y="108043"/>
                  <a:pt x="808839" y="109574"/>
                </a:cubicBezTo>
                <a:lnTo>
                  <a:pt x="809281" y="109574"/>
                </a:lnTo>
                <a:cubicBezTo>
                  <a:pt x="808691" y="106275"/>
                  <a:pt x="808397" y="99972"/>
                  <a:pt x="808397" y="90664"/>
                </a:cubicBezTo>
                <a:lnTo>
                  <a:pt x="808397" y="12636"/>
                </a:lnTo>
                <a:lnTo>
                  <a:pt x="836056" y="12636"/>
                </a:lnTo>
                <a:lnTo>
                  <a:pt x="836056" y="149516"/>
                </a:lnTo>
                <a:lnTo>
                  <a:pt x="806188" y="149516"/>
                </a:lnTo>
                <a:lnTo>
                  <a:pt x="748219" y="60973"/>
                </a:lnTo>
                <a:cubicBezTo>
                  <a:pt x="745215" y="56378"/>
                  <a:pt x="743035" y="52666"/>
                  <a:pt x="741680" y="49839"/>
                </a:cubicBezTo>
                <a:lnTo>
                  <a:pt x="741238" y="49839"/>
                </a:lnTo>
                <a:cubicBezTo>
                  <a:pt x="741768" y="54551"/>
                  <a:pt x="742033" y="61827"/>
                  <a:pt x="742033" y="71665"/>
                </a:cubicBezTo>
                <a:lnTo>
                  <a:pt x="742033" y="149516"/>
                </a:lnTo>
                <a:lnTo>
                  <a:pt x="714375" y="149516"/>
                </a:lnTo>
                <a:close/>
                <a:moveTo>
                  <a:pt x="647611" y="12636"/>
                </a:moveTo>
                <a:lnTo>
                  <a:pt x="676772" y="12636"/>
                </a:lnTo>
                <a:lnTo>
                  <a:pt x="676772" y="149516"/>
                </a:lnTo>
                <a:lnTo>
                  <a:pt x="647611" y="149516"/>
                </a:lnTo>
                <a:close/>
                <a:moveTo>
                  <a:pt x="187212" y="12636"/>
                </a:moveTo>
                <a:lnTo>
                  <a:pt x="294489" y="12636"/>
                </a:lnTo>
                <a:lnTo>
                  <a:pt x="294489" y="36495"/>
                </a:lnTo>
                <a:lnTo>
                  <a:pt x="255431" y="36495"/>
                </a:lnTo>
                <a:lnTo>
                  <a:pt x="255431" y="149516"/>
                </a:lnTo>
                <a:lnTo>
                  <a:pt x="226181" y="149516"/>
                </a:lnTo>
                <a:lnTo>
                  <a:pt x="226181" y="36495"/>
                </a:lnTo>
                <a:lnTo>
                  <a:pt x="187212" y="36495"/>
                </a:lnTo>
                <a:close/>
                <a:moveTo>
                  <a:pt x="133261" y="12636"/>
                </a:moveTo>
                <a:lnTo>
                  <a:pt x="162422" y="12636"/>
                </a:lnTo>
                <a:lnTo>
                  <a:pt x="162422" y="149516"/>
                </a:lnTo>
                <a:lnTo>
                  <a:pt x="133261" y="149516"/>
                </a:lnTo>
                <a:close/>
                <a:moveTo>
                  <a:pt x="0" y="12636"/>
                </a:moveTo>
                <a:lnTo>
                  <a:pt x="48601" y="12636"/>
                </a:lnTo>
                <a:cubicBezTo>
                  <a:pt x="63506" y="12636"/>
                  <a:pt x="74994" y="15464"/>
                  <a:pt x="83064" y="21119"/>
                </a:cubicBezTo>
                <a:cubicBezTo>
                  <a:pt x="91135" y="26775"/>
                  <a:pt x="95171" y="34610"/>
                  <a:pt x="95171" y="44625"/>
                </a:cubicBezTo>
                <a:cubicBezTo>
                  <a:pt x="95171" y="52048"/>
                  <a:pt x="92667" y="58557"/>
                  <a:pt x="87659" y="64154"/>
                </a:cubicBezTo>
                <a:cubicBezTo>
                  <a:pt x="82652" y="69751"/>
                  <a:pt x="76349" y="73609"/>
                  <a:pt x="68749" y="75730"/>
                </a:cubicBezTo>
                <a:lnTo>
                  <a:pt x="68749" y="76083"/>
                </a:lnTo>
                <a:cubicBezTo>
                  <a:pt x="78293" y="77262"/>
                  <a:pt x="85995" y="80796"/>
                  <a:pt x="91857" y="86687"/>
                </a:cubicBezTo>
                <a:cubicBezTo>
                  <a:pt x="97719" y="92579"/>
                  <a:pt x="100649" y="99972"/>
                  <a:pt x="100649" y="108868"/>
                </a:cubicBezTo>
                <a:cubicBezTo>
                  <a:pt x="100649" y="121298"/>
                  <a:pt x="96231" y="131180"/>
                  <a:pt x="87394" y="138515"/>
                </a:cubicBezTo>
                <a:cubicBezTo>
                  <a:pt x="78558" y="145849"/>
                  <a:pt x="66481" y="149516"/>
                  <a:pt x="51164" y="149516"/>
                </a:cubicBezTo>
                <a:lnTo>
                  <a:pt x="0" y="149516"/>
                </a:lnTo>
                <a:close/>
                <a:moveTo>
                  <a:pt x="1613599" y="10339"/>
                </a:moveTo>
                <a:cubicBezTo>
                  <a:pt x="1645057" y="10339"/>
                  <a:pt x="1660787" y="33609"/>
                  <a:pt x="1660787" y="80148"/>
                </a:cubicBezTo>
                <a:cubicBezTo>
                  <a:pt x="1660787" y="103065"/>
                  <a:pt x="1656516" y="120753"/>
                  <a:pt x="1647974" y="133213"/>
                </a:cubicBezTo>
                <a:cubicBezTo>
                  <a:pt x="1639431" y="145672"/>
                  <a:pt x="1627090" y="151902"/>
                  <a:pt x="1610948" y="151902"/>
                </a:cubicBezTo>
                <a:cubicBezTo>
                  <a:pt x="1578782" y="151902"/>
                  <a:pt x="1562700" y="129045"/>
                  <a:pt x="1562700" y="83330"/>
                </a:cubicBezTo>
                <a:cubicBezTo>
                  <a:pt x="1562700" y="59647"/>
                  <a:pt x="1567059" y="41562"/>
                  <a:pt x="1575778" y="29072"/>
                </a:cubicBezTo>
                <a:cubicBezTo>
                  <a:pt x="1584497" y="16583"/>
                  <a:pt x="1597104" y="10339"/>
                  <a:pt x="1613599" y="10339"/>
                </a:cubicBezTo>
                <a:close/>
                <a:moveTo>
                  <a:pt x="1363563" y="10339"/>
                </a:moveTo>
                <a:cubicBezTo>
                  <a:pt x="1378350" y="10339"/>
                  <a:pt x="1389955" y="15965"/>
                  <a:pt x="1398380" y="27217"/>
                </a:cubicBezTo>
                <a:cubicBezTo>
                  <a:pt x="1406804" y="38469"/>
                  <a:pt x="1411016" y="54169"/>
                  <a:pt x="1411016" y="74316"/>
                </a:cubicBezTo>
                <a:cubicBezTo>
                  <a:pt x="1411016" y="98234"/>
                  <a:pt x="1405935" y="117145"/>
                  <a:pt x="1395773" y="131048"/>
                </a:cubicBezTo>
                <a:cubicBezTo>
                  <a:pt x="1385611" y="144951"/>
                  <a:pt x="1370986" y="151902"/>
                  <a:pt x="1351899" y="151902"/>
                </a:cubicBezTo>
                <a:cubicBezTo>
                  <a:pt x="1341118" y="151902"/>
                  <a:pt x="1331663" y="150164"/>
                  <a:pt x="1323533" y="146688"/>
                </a:cubicBezTo>
                <a:lnTo>
                  <a:pt x="1323533" y="122918"/>
                </a:lnTo>
                <a:cubicBezTo>
                  <a:pt x="1330838" y="127631"/>
                  <a:pt x="1339439" y="129987"/>
                  <a:pt x="1349336" y="129987"/>
                </a:cubicBezTo>
                <a:cubicBezTo>
                  <a:pt x="1371428" y="129987"/>
                  <a:pt x="1382709" y="115613"/>
                  <a:pt x="1383180" y="86864"/>
                </a:cubicBezTo>
                <a:lnTo>
                  <a:pt x="1382650" y="86687"/>
                </a:lnTo>
                <a:cubicBezTo>
                  <a:pt x="1376641" y="95937"/>
                  <a:pt x="1367363" y="100561"/>
                  <a:pt x="1354815" y="100561"/>
                </a:cubicBezTo>
                <a:cubicBezTo>
                  <a:pt x="1343445" y="100561"/>
                  <a:pt x="1334093" y="96570"/>
                  <a:pt x="1326758" y="88587"/>
                </a:cubicBezTo>
                <a:cubicBezTo>
                  <a:pt x="1319424" y="80605"/>
                  <a:pt x="1315757" y="70546"/>
                  <a:pt x="1315757" y="58410"/>
                </a:cubicBezTo>
                <a:cubicBezTo>
                  <a:pt x="1315757" y="44154"/>
                  <a:pt x="1320175" y="32578"/>
                  <a:pt x="1329012" y="23682"/>
                </a:cubicBezTo>
                <a:cubicBezTo>
                  <a:pt x="1337848" y="14786"/>
                  <a:pt x="1349365" y="10339"/>
                  <a:pt x="1363563" y="10339"/>
                </a:cubicBezTo>
                <a:close/>
                <a:moveTo>
                  <a:pt x="940366" y="10339"/>
                </a:moveTo>
                <a:cubicBezTo>
                  <a:pt x="953738" y="10339"/>
                  <a:pt x="964932" y="12077"/>
                  <a:pt x="973945" y="15552"/>
                </a:cubicBezTo>
                <a:lnTo>
                  <a:pt x="973945" y="43741"/>
                </a:lnTo>
                <a:cubicBezTo>
                  <a:pt x="964696" y="38321"/>
                  <a:pt x="954210" y="35612"/>
                  <a:pt x="942486" y="35612"/>
                </a:cubicBezTo>
                <a:cubicBezTo>
                  <a:pt x="929114" y="35612"/>
                  <a:pt x="918421" y="39883"/>
                  <a:pt x="910409" y="48425"/>
                </a:cubicBezTo>
                <a:cubicBezTo>
                  <a:pt x="902397" y="56967"/>
                  <a:pt x="898391" y="68130"/>
                  <a:pt x="898391" y="81916"/>
                </a:cubicBezTo>
                <a:cubicBezTo>
                  <a:pt x="898391" y="95347"/>
                  <a:pt x="902191" y="106158"/>
                  <a:pt x="909791" y="114346"/>
                </a:cubicBezTo>
                <a:cubicBezTo>
                  <a:pt x="917390" y="122535"/>
                  <a:pt x="927670" y="126629"/>
                  <a:pt x="940631" y="126629"/>
                </a:cubicBezTo>
                <a:cubicBezTo>
                  <a:pt x="952825" y="126629"/>
                  <a:pt x="963930" y="123684"/>
                  <a:pt x="973945" y="117793"/>
                </a:cubicBezTo>
                <a:lnTo>
                  <a:pt x="973945" y="144568"/>
                </a:lnTo>
                <a:cubicBezTo>
                  <a:pt x="963989" y="149457"/>
                  <a:pt x="950999" y="151902"/>
                  <a:pt x="934975" y="151902"/>
                </a:cubicBezTo>
                <a:cubicBezTo>
                  <a:pt x="914356" y="151902"/>
                  <a:pt x="897994" y="145731"/>
                  <a:pt x="885887" y="133389"/>
                </a:cubicBezTo>
                <a:cubicBezTo>
                  <a:pt x="873781" y="121047"/>
                  <a:pt x="867728" y="104597"/>
                  <a:pt x="867728" y="84036"/>
                </a:cubicBezTo>
                <a:cubicBezTo>
                  <a:pt x="867728" y="62416"/>
                  <a:pt x="874488" y="44728"/>
                  <a:pt x="888008" y="30972"/>
                </a:cubicBezTo>
                <a:cubicBezTo>
                  <a:pt x="901528" y="17217"/>
                  <a:pt x="918981" y="10339"/>
                  <a:pt x="940366" y="10339"/>
                </a:cubicBezTo>
                <a:close/>
                <a:moveTo>
                  <a:pt x="579616" y="10339"/>
                </a:moveTo>
                <a:cubicBezTo>
                  <a:pt x="592988" y="10339"/>
                  <a:pt x="604211" y="12077"/>
                  <a:pt x="613283" y="15552"/>
                </a:cubicBezTo>
                <a:lnTo>
                  <a:pt x="613283" y="42946"/>
                </a:lnTo>
                <a:cubicBezTo>
                  <a:pt x="604093" y="36701"/>
                  <a:pt x="593342" y="33579"/>
                  <a:pt x="581029" y="33579"/>
                </a:cubicBezTo>
                <a:cubicBezTo>
                  <a:pt x="573842" y="33579"/>
                  <a:pt x="568098" y="34890"/>
                  <a:pt x="563798" y="37511"/>
                </a:cubicBezTo>
                <a:cubicBezTo>
                  <a:pt x="559497" y="40133"/>
                  <a:pt x="557347" y="43653"/>
                  <a:pt x="557347" y="48071"/>
                </a:cubicBezTo>
                <a:cubicBezTo>
                  <a:pt x="557347" y="51606"/>
                  <a:pt x="558820" y="54861"/>
                  <a:pt x="561765" y="57836"/>
                </a:cubicBezTo>
                <a:cubicBezTo>
                  <a:pt x="564711" y="60811"/>
                  <a:pt x="571986" y="64831"/>
                  <a:pt x="583592" y="69898"/>
                </a:cubicBezTo>
                <a:cubicBezTo>
                  <a:pt x="597200" y="75730"/>
                  <a:pt x="606553" y="81886"/>
                  <a:pt x="611648" y="88366"/>
                </a:cubicBezTo>
                <a:cubicBezTo>
                  <a:pt x="616744" y="94847"/>
                  <a:pt x="619292" y="102564"/>
                  <a:pt x="619292" y="111519"/>
                </a:cubicBezTo>
                <a:cubicBezTo>
                  <a:pt x="619292" y="124656"/>
                  <a:pt x="614638" y="134671"/>
                  <a:pt x="605330" y="141563"/>
                </a:cubicBezTo>
                <a:cubicBezTo>
                  <a:pt x="596022" y="148456"/>
                  <a:pt x="582797" y="151902"/>
                  <a:pt x="565654" y="151902"/>
                </a:cubicBezTo>
                <a:cubicBezTo>
                  <a:pt x="549983" y="151902"/>
                  <a:pt x="537141" y="149369"/>
                  <a:pt x="527126" y="144303"/>
                </a:cubicBezTo>
                <a:lnTo>
                  <a:pt x="527126" y="115053"/>
                </a:lnTo>
                <a:cubicBezTo>
                  <a:pt x="538142" y="124184"/>
                  <a:pt x="550661" y="128750"/>
                  <a:pt x="564682" y="128750"/>
                </a:cubicBezTo>
                <a:cubicBezTo>
                  <a:pt x="572634" y="128750"/>
                  <a:pt x="578614" y="127380"/>
                  <a:pt x="582620" y="124641"/>
                </a:cubicBezTo>
                <a:cubicBezTo>
                  <a:pt x="586626" y="121902"/>
                  <a:pt x="588629" y="118382"/>
                  <a:pt x="588629" y="114081"/>
                </a:cubicBezTo>
                <a:cubicBezTo>
                  <a:pt x="588629" y="110370"/>
                  <a:pt x="587038" y="106865"/>
                  <a:pt x="583857" y="103566"/>
                </a:cubicBezTo>
                <a:cubicBezTo>
                  <a:pt x="580676" y="100267"/>
                  <a:pt x="572281" y="95789"/>
                  <a:pt x="558673" y="90134"/>
                </a:cubicBezTo>
                <a:cubicBezTo>
                  <a:pt x="537288" y="81061"/>
                  <a:pt x="526595" y="67865"/>
                  <a:pt x="526595" y="50546"/>
                </a:cubicBezTo>
                <a:cubicBezTo>
                  <a:pt x="526595" y="37821"/>
                  <a:pt x="531441" y="27938"/>
                  <a:pt x="541132" y="20899"/>
                </a:cubicBezTo>
                <a:cubicBezTo>
                  <a:pt x="550823" y="13859"/>
                  <a:pt x="563651" y="10339"/>
                  <a:pt x="579616" y="10339"/>
                </a:cubicBezTo>
                <a:close/>
                <a:moveTo>
                  <a:pt x="1242919" y="9632"/>
                </a:moveTo>
                <a:lnTo>
                  <a:pt x="1261123" y="9632"/>
                </a:lnTo>
                <a:lnTo>
                  <a:pt x="1261123" y="149516"/>
                </a:lnTo>
                <a:lnTo>
                  <a:pt x="1232404" y="149516"/>
                </a:lnTo>
                <a:lnTo>
                  <a:pt x="1232404" y="41797"/>
                </a:lnTo>
                <a:cubicBezTo>
                  <a:pt x="1228869" y="44861"/>
                  <a:pt x="1224038" y="47615"/>
                  <a:pt x="1217911" y="50060"/>
                </a:cubicBezTo>
                <a:cubicBezTo>
                  <a:pt x="1211785" y="52504"/>
                  <a:pt x="1206159" y="54021"/>
                  <a:pt x="1201033" y="54610"/>
                </a:cubicBezTo>
                <a:lnTo>
                  <a:pt x="1201033" y="30133"/>
                </a:lnTo>
                <a:cubicBezTo>
                  <a:pt x="1217175" y="25420"/>
                  <a:pt x="1231137" y="18586"/>
                  <a:pt x="1242919" y="9632"/>
                </a:cubicBezTo>
                <a:close/>
                <a:moveTo>
                  <a:pt x="403761" y="0"/>
                </a:moveTo>
                <a:lnTo>
                  <a:pt x="426648" y="0"/>
                </a:lnTo>
                <a:lnTo>
                  <a:pt x="426648" y="195379"/>
                </a:lnTo>
                <a:lnTo>
                  <a:pt x="403761" y="195379"/>
                </a:lnTo>
                <a:close/>
              </a:path>
            </a:pathLst>
          </a:custGeom>
          <a:solidFill>
            <a:srgbClr val="A2A2A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34" name="任意多边形: 形状 133"/>
          <p:cNvSpPr/>
          <p:nvPr/>
        </p:nvSpPr>
        <p:spPr>
          <a:xfrm>
            <a:off x="4192544" y="1172575"/>
            <a:ext cx="3805936" cy="856262"/>
          </a:xfrm>
          <a:custGeom>
            <a:avLst/>
            <a:gdLst>
              <a:gd name="connsiteX0" fmla="*/ 500865 w 3805936"/>
              <a:gd name="connsiteY0" fmla="*/ 773446 h 856262"/>
              <a:gd name="connsiteX1" fmla="*/ 505632 w 3805936"/>
              <a:gd name="connsiteY1" fmla="*/ 783571 h 856262"/>
              <a:gd name="connsiteX2" fmla="*/ 504957 w 3805936"/>
              <a:gd name="connsiteY2" fmla="*/ 794456 h 856262"/>
              <a:gd name="connsiteX3" fmla="*/ 503480 w 3805936"/>
              <a:gd name="connsiteY3" fmla="*/ 796658 h 856262"/>
              <a:gd name="connsiteX4" fmla="*/ 489895 w 3805936"/>
              <a:gd name="connsiteY4" fmla="*/ 797409 h 856262"/>
              <a:gd name="connsiteX5" fmla="*/ 485170 w 3805936"/>
              <a:gd name="connsiteY5" fmla="*/ 787537 h 856262"/>
              <a:gd name="connsiteX6" fmla="*/ 485846 w 3805936"/>
              <a:gd name="connsiteY6" fmla="*/ 776357 h 856262"/>
              <a:gd name="connsiteX7" fmla="*/ 487508 w 3805936"/>
              <a:gd name="connsiteY7" fmla="*/ 773897 h 856262"/>
              <a:gd name="connsiteX8" fmla="*/ 500865 w 3805936"/>
              <a:gd name="connsiteY8" fmla="*/ 773446 h 856262"/>
              <a:gd name="connsiteX9" fmla="*/ 443488 w 3805936"/>
              <a:gd name="connsiteY9" fmla="*/ 770703 h 856262"/>
              <a:gd name="connsiteX10" fmla="*/ 415264 w 3805936"/>
              <a:gd name="connsiteY10" fmla="*/ 771209 h 856262"/>
              <a:gd name="connsiteX11" fmla="*/ 416023 w 3805936"/>
              <a:gd name="connsiteY11" fmla="*/ 812892 h 856262"/>
              <a:gd name="connsiteX12" fmla="*/ 444374 w 3805936"/>
              <a:gd name="connsiteY12" fmla="*/ 812343 h 856262"/>
              <a:gd name="connsiteX13" fmla="*/ 444374 w 3805936"/>
              <a:gd name="connsiteY13" fmla="*/ 808631 h 856262"/>
              <a:gd name="connsiteX14" fmla="*/ 444374 w 3805936"/>
              <a:gd name="connsiteY14" fmla="*/ 804960 h 856262"/>
              <a:gd name="connsiteX15" fmla="*/ 423280 w 3805936"/>
              <a:gd name="connsiteY15" fmla="*/ 805340 h 856262"/>
              <a:gd name="connsiteX16" fmla="*/ 423280 w 3805936"/>
              <a:gd name="connsiteY16" fmla="*/ 794497 h 856262"/>
              <a:gd name="connsiteX17" fmla="*/ 442012 w 3805936"/>
              <a:gd name="connsiteY17" fmla="*/ 794160 h 856262"/>
              <a:gd name="connsiteX18" fmla="*/ 442012 w 3805936"/>
              <a:gd name="connsiteY18" fmla="*/ 790574 h 856262"/>
              <a:gd name="connsiteX19" fmla="*/ 442012 w 3805936"/>
              <a:gd name="connsiteY19" fmla="*/ 786988 h 856262"/>
              <a:gd name="connsiteX20" fmla="*/ 423280 w 3805936"/>
              <a:gd name="connsiteY20" fmla="*/ 787325 h 856262"/>
              <a:gd name="connsiteX21" fmla="*/ 423280 w 3805936"/>
              <a:gd name="connsiteY21" fmla="*/ 778466 h 856262"/>
              <a:gd name="connsiteX22" fmla="*/ 443488 w 3805936"/>
              <a:gd name="connsiteY22" fmla="*/ 778128 h 856262"/>
              <a:gd name="connsiteX23" fmla="*/ 443488 w 3805936"/>
              <a:gd name="connsiteY23" fmla="*/ 774416 h 856262"/>
              <a:gd name="connsiteX24" fmla="*/ 374299 w 3805936"/>
              <a:gd name="connsiteY24" fmla="*/ 767497 h 856262"/>
              <a:gd name="connsiteX25" fmla="*/ 373834 w 3805936"/>
              <a:gd name="connsiteY25" fmla="*/ 771167 h 856262"/>
              <a:gd name="connsiteX26" fmla="*/ 373413 w 3805936"/>
              <a:gd name="connsiteY26" fmla="*/ 774838 h 856262"/>
              <a:gd name="connsiteX27" fmla="*/ 384888 w 3805936"/>
              <a:gd name="connsiteY27" fmla="*/ 776230 h 856262"/>
              <a:gd name="connsiteX28" fmla="*/ 380669 w 3805936"/>
              <a:gd name="connsiteY28" fmla="*/ 810234 h 856262"/>
              <a:gd name="connsiteX29" fmla="*/ 384888 w 3805936"/>
              <a:gd name="connsiteY29" fmla="*/ 810740 h 856262"/>
              <a:gd name="connsiteX30" fmla="*/ 388812 w 3805936"/>
              <a:gd name="connsiteY30" fmla="*/ 811204 h 856262"/>
              <a:gd name="connsiteX31" fmla="*/ 393030 w 3805936"/>
              <a:gd name="connsiteY31" fmla="*/ 777200 h 856262"/>
              <a:gd name="connsiteX32" fmla="*/ 404548 w 3805936"/>
              <a:gd name="connsiteY32" fmla="*/ 778635 h 856262"/>
              <a:gd name="connsiteX33" fmla="*/ 404970 w 3805936"/>
              <a:gd name="connsiteY33" fmla="*/ 774922 h 856262"/>
              <a:gd name="connsiteX34" fmla="*/ 405223 w 3805936"/>
              <a:gd name="connsiteY34" fmla="*/ 771294 h 856262"/>
              <a:gd name="connsiteX35" fmla="*/ 490436 w 3805936"/>
              <a:gd name="connsiteY35" fmla="*/ 764143 h 856262"/>
              <a:gd name="connsiteX36" fmla="*/ 479306 w 3805936"/>
              <a:gd name="connsiteY36" fmla="*/ 772391 h 856262"/>
              <a:gd name="connsiteX37" fmla="*/ 477492 w 3805936"/>
              <a:gd name="connsiteY37" fmla="*/ 789266 h 856262"/>
              <a:gd name="connsiteX38" fmla="*/ 485424 w 3805936"/>
              <a:gd name="connsiteY38" fmla="*/ 803906 h 856262"/>
              <a:gd name="connsiteX39" fmla="*/ 486634 w 3805936"/>
              <a:gd name="connsiteY39" fmla="*/ 804724 h 856262"/>
              <a:gd name="connsiteX40" fmla="*/ 511834 w 3805936"/>
              <a:gd name="connsiteY40" fmla="*/ 798759 h 856262"/>
              <a:gd name="connsiteX41" fmla="*/ 513648 w 3805936"/>
              <a:gd name="connsiteY41" fmla="*/ 782221 h 856262"/>
              <a:gd name="connsiteX42" fmla="*/ 505716 w 3805936"/>
              <a:gd name="connsiteY42" fmla="*/ 767244 h 856262"/>
              <a:gd name="connsiteX43" fmla="*/ 504139 w 3805936"/>
              <a:gd name="connsiteY43" fmla="*/ 766181 h 856262"/>
              <a:gd name="connsiteX44" fmla="*/ 490436 w 3805936"/>
              <a:gd name="connsiteY44" fmla="*/ 764143 h 856262"/>
              <a:gd name="connsiteX45" fmla="*/ 335316 w 3805936"/>
              <a:gd name="connsiteY45" fmla="*/ 758553 h 856262"/>
              <a:gd name="connsiteX46" fmla="*/ 329030 w 3805936"/>
              <a:gd name="connsiteY46" fmla="*/ 783866 h 856262"/>
              <a:gd name="connsiteX47" fmla="*/ 329663 w 3805936"/>
              <a:gd name="connsiteY47" fmla="*/ 797113 h 856262"/>
              <a:gd name="connsiteX48" fmla="*/ 339999 w 3805936"/>
              <a:gd name="connsiteY48" fmla="*/ 803948 h 856262"/>
              <a:gd name="connsiteX49" fmla="*/ 352445 w 3805936"/>
              <a:gd name="connsiteY49" fmla="*/ 802977 h 856262"/>
              <a:gd name="connsiteX50" fmla="*/ 359068 w 3805936"/>
              <a:gd name="connsiteY50" fmla="*/ 791333 h 856262"/>
              <a:gd name="connsiteX51" fmla="*/ 365186 w 3805936"/>
              <a:gd name="connsiteY51" fmla="*/ 766020 h 856262"/>
              <a:gd name="connsiteX52" fmla="*/ 361304 w 3805936"/>
              <a:gd name="connsiteY52" fmla="*/ 765050 h 856262"/>
              <a:gd name="connsiteX53" fmla="*/ 357423 w 3805936"/>
              <a:gd name="connsiteY53" fmla="*/ 764122 h 856262"/>
              <a:gd name="connsiteX54" fmla="*/ 351053 w 3805936"/>
              <a:gd name="connsiteY54" fmla="*/ 789435 h 856262"/>
              <a:gd name="connsiteX55" fmla="*/ 347720 w 3805936"/>
              <a:gd name="connsiteY55" fmla="*/ 795721 h 856262"/>
              <a:gd name="connsiteX56" fmla="*/ 341644 w 3805936"/>
              <a:gd name="connsiteY56" fmla="*/ 796312 h 856262"/>
              <a:gd name="connsiteX57" fmla="*/ 336751 w 3805936"/>
              <a:gd name="connsiteY57" fmla="*/ 792810 h 856262"/>
              <a:gd name="connsiteX58" fmla="*/ 336751 w 3805936"/>
              <a:gd name="connsiteY58" fmla="*/ 785807 h 856262"/>
              <a:gd name="connsiteX59" fmla="*/ 343079 w 3805936"/>
              <a:gd name="connsiteY59" fmla="*/ 760493 h 856262"/>
              <a:gd name="connsiteX60" fmla="*/ 339198 w 3805936"/>
              <a:gd name="connsiteY60" fmla="*/ 759523 h 856262"/>
              <a:gd name="connsiteX61" fmla="*/ 547019 w 3805936"/>
              <a:gd name="connsiteY61" fmla="*/ 750284 h 856262"/>
              <a:gd name="connsiteX62" fmla="*/ 521073 w 3805936"/>
              <a:gd name="connsiteY62" fmla="*/ 758722 h 856262"/>
              <a:gd name="connsiteX63" fmla="*/ 533730 w 3805936"/>
              <a:gd name="connsiteY63" fmla="*/ 798337 h 856262"/>
              <a:gd name="connsiteX64" fmla="*/ 537569 w 3805936"/>
              <a:gd name="connsiteY64" fmla="*/ 797071 h 856262"/>
              <a:gd name="connsiteX65" fmla="*/ 541366 w 3805936"/>
              <a:gd name="connsiteY65" fmla="*/ 795848 h 856262"/>
              <a:gd name="connsiteX66" fmla="*/ 536092 w 3805936"/>
              <a:gd name="connsiteY66" fmla="*/ 779099 h 856262"/>
              <a:gd name="connsiteX67" fmla="*/ 552082 w 3805936"/>
              <a:gd name="connsiteY67" fmla="*/ 773909 h 856262"/>
              <a:gd name="connsiteX68" fmla="*/ 550985 w 3805936"/>
              <a:gd name="connsiteY68" fmla="*/ 770492 h 856262"/>
              <a:gd name="connsiteX69" fmla="*/ 549846 w 3805936"/>
              <a:gd name="connsiteY69" fmla="*/ 767075 h 856262"/>
              <a:gd name="connsiteX70" fmla="*/ 533898 w 3805936"/>
              <a:gd name="connsiteY70" fmla="*/ 772264 h 856262"/>
              <a:gd name="connsiteX71" fmla="*/ 530987 w 3805936"/>
              <a:gd name="connsiteY71" fmla="*/ 763278 h 856262"/>
              <a:gd name="connsiteX72" fmla="*/ 549297 w 3805936"/>
              <a:gd name="connsiteY72" fmla="*/ 757329 h 856262"/>
              <a:gd name="connsiteX73" fmla="*/ 548158 w 3805936"/>
              <a:gd name="connsiteY73" fmla="*/ 753785 h 856262"/>
              <a:gd name="connsiteX74" fmla="*/ 297051 w 3805936"/>
              <a:gd name="connsiteY74" fmla="*/ 745516 h 856262"/>
              <a:gd name="connsiteX75" fmla="*/ 295827 w 3805936"/>
              <a:gd name="connsiteY75" fmla="*/ 749018 h 856262"/>
              <a:gd name="connsiteX76" fmla="*/ 294646 w 3805936"/>
              <a:gd name="connsiteY76" fmla="*/ 752520 h 856262"/>
              <a:gd name="connsiteX77" fmla="*/ 305573 w 3805936"/>
              <a:gd name="connsiteY77" fmla="*/ 756275 h 856262"/>
              <a:gd name="connsiteX78" fmla="*/ 294435 w 3805936"/>
              <a:gd name="connsiteY78" fmla="*/ 788675 h 856262"/>
              <a:gd name="connsiteX79" fmla="*/ 298232 w 3805936"/>
              <a:gd name="connsiteY79" fmla="*/ 789983 h 856262"/>
              <a:gd name="connsiteX80" fmla="*/ 301987 w 3805936"/>
              <a:gd name="connsiteY80" fmla="*/ 791291 h 856262"/>
              <a:gd name="connsiteX81" fmla="*/ 313125 w 3805936"/>
              <a:gd name="connsiteY81" fmla="*/ 758890 h 856262"/>
              <a:gd name="connsiteX82" fmla="*/ 324094 w 3805936"/>
              <a:gd name="connsiteY82" fmla="*/ 762645 h 856262"/>
              <a:gd name="connsiteX83" fmla="*/ 325317 w 3805936"/>
              <a:gd name="connsiteY83" fmla="*/ 759143 h 856262"/>
              <a:gd name="connsiteX84" fmla="*/ 326583 w 3805936"/>
              <a:gd name="connsiteY84" fmla="*/ 755684 h 856262"/>
              <a:gd name="connsiteX85" fmla="*/ 281905 w 3805936"/>
              <a:gd name="connsiteY85" fmla="*/ 738091 h 856262"/>
              <a:gd name="connsiteX86" fmla="*/ 264313 w 3805936"/>
              <a:gd name="connsiteY86" fmla="*/ 775850 h 856262"/>
              <a:gd name="connsiteX87" fmla="*/ 267941 w 3805936"/>
              <a:gd name="connsiteY87" fmla="*/ 777538 h 856262"/>
              <a:gd name="connsiteX88" fmla="*/ 271527 w 3805936"/>
              <a:gd name="connsiteY88" fmla="*/ 779225 h 856262"/>
              <a:gd name="connsiteX89" fmla="*/ 289162 w 3805936"/>
              <a:gd name="connsiteY89" fmla="*/ 741466 h 856262"/>
              <a:gd name="connsiteX90" fmla="*/ 285491 w 3805936"/>
              <a:gd name="connsiteY90" fmla="*/ 739779 h 856262"/>
              <a:gd name="connsiteX91" fmla="*/ 597941 w 3805936"/>
              <a:gd name="connsiteY91" fmla="*/ 725603 h 856262"/>
              <a:gd name="connsiteX92" fmla="*/ 570434 w 3805936"/>
              <a:gd name="connsiteY92" fmla="*/ 740201 h 856262"/>
              <a:gd name="connsiteX93" fmla="*/ 572164 w 3805936"/>
              <a:gd name="connsiteY93" fmla="*/ 743491 h 856262"/>
              <a:gd name="connsiteX94" fmla="*/ 573893 w 3805936"/>
              <a:gd name="connsiteY94" fmla="*/ 746740 h 856262"/>
              <a:gd name="connsiteX95" fmla="*/ 584103 w 3805936"/>
              <a:gd name="connsiteY95" fmla="*/ 741298 h 856262"/>
              <a:gd name="connsiteX96" fmla="*/ 600219 w 3805936"/>
              <a:gd name="connsiteY96" fmla="*/ 771547 h 856262"/>
              <a:gd name="connsiteX97" fmla="*/ 603763 w 3805936"/>
              <a:gd name="connsiteY97" fmla="*/ 769690 h 856262"/>
              <a:gd name="connsiteX98" fmla="*/ 607265 w 3805936"/>
              <a:gd name="connsiteY98" fmla="*/ 767792 h 856262"/>
              <a:gd name="connsiteX99" fmla="*/ 591191 w 3805936"/>
              <a:gd name="connsiteY99" fmla="*/ 737543 h 856262"/>
              <a:gd name="connsiteX100" fmla="*/ 601400 w 3805936"/>
              <a:gd name="connsiteY100" fmla="*/ 732100 h 856262"/>
              <a:gd name="connsiteX101" fmla="*/ 599671 w 3805936"/>
              <a:gd name="connsiteY101" fmla="*/ 728852 h 856262"/>
              <a:gd name="connsiteX102" fmla="*/ 246045 w 3805936"/>
              <a:gd name="connsiteY102" fmla="*/ 718600 h 856262"/>
              <a:gd name="connsiteX103" fmla="*/ 244399 w 3805936"/>
              <a:gd name="connsiteY103" fmla="*/ 722060 h 856262"/>
              <a:gd name="connsiteX104" fmla="*/ 242628 w 3805936"/>
              <a:gd name="connsiteY104" fmla="*/ 725308 h 856262"/>
              <a:gd name="connsiteX105" fmla="*/ 252753 w 3805936"/>
              <a:gd name="connsiteY105" fmla="*/ 730919 h 856262"/>
              <a:gd name="connsiteX106" fmla="*/ 236130 w 3805936"/>
              <a:gd name="connsiteY106" fmla="*/ 760873 h 856262"/>
              <a:gd name="connsiteX107" fmla="*/ 239632 w 3805936"/>
              <a:gd name="connsiteY107" fmla="*/ 762814 h 856262"/>
              <a:gd name="connsiteX108" fmla="*/ 243134 w 3805936"/>
              <a:gd name="connsiteY108" fmla="*/ 764754 h 856262"/>
              <a:gd name="connsiteX109" fmla="*/ 259588 w 3805936"/>
              <a:gd name="connsiteY109" fmla="*/ 734547 h 856262"/>
              <a:gd name="connsiteX110" fmla="*/ 269713 w 3805936"/>
              <a:gd name="connsiteY110" fmla="*/ 740158 h 856262"/>
              <a:gd name="connsiteX111" fmla="*/ 271485 w 3805936"/>
              <a:gd name="connsiteY111" fmla="*/ 736952 h 856262"/>
              <a:gd name="connsiteX112" fmla="*/ 273299 w 3805936"/>
              <a:gd name="connsiteY112" fmla="*/ 733704 h 856262"/>
              <a:gd name="connsiteX113" fmla="*/ 507994 w 3805936"/>
              <a:gd name="connsiteY113" fmla="*/ 712525 h 856262"/>
              <a:gd name="connsiteX114" fmla="*/ 507994 w 3805936"/>
              <a:gd name="connsiteY114" fmla="*/ 712652 h 856262"/>
              <a:gd name="connsiteX115" fmla="*/ 509639 w 3805936"/>
              <a:gd name="connsiteY115" fmla="*/ 716238 h 856262"/>
              <a:gd name="connsiteX116" fmla="*/ 507952 w 3805936"/>
              <a:gd name="connsiteY116" fmla="*/ 726869 h 856262"/>
              <a:gd name="connsiteX117" fmla="*/ 506939 w 3805936"/>
              <a:gd name="connsiteY117" fmla="*/ 716744 h 856262"/>
              <a:gd name="connsiteX118" fmla="*/ 507994 w 3805936"/>
              <a:gd name="connsiteY118" fmla="*/ 712525 h 856262"/>
              <a:gd name="connsiteX119" fmla="*/ 436738 w 3805936"/>
              <a:gd name="connsiteY119" fmla="*/ 712525 h 856262"/>
              <a:gd name="connsiteX120" fmla="*/ 436738 w 3805936"/>
              <a:gd name="connsiteY120" fmla="*/ 712652 h 856262"/>
              <a:gd name="connsiteX121" fmla="*/ 438383 w 3805936"/>
              <a:gd name="connsiteY121" fmla="*/ 716238 h 856262"/>
              <a:gd name="connsiteX122" fmla="*/ 436696 w 3805936"/>
              <a:gd name="connsiteY122" fmla="*/ 726869 h 856262"/>
              <a:gd name="connsiteX123" fmla="*/ 435683 w 3805936"/>
              <a:gd name="connsiteY123" fmla="*/ 716744 h 856262"/>
              <a:gd name="connsiteX124" fmla="*/ 436738 w 3805936"/>
              <a:gd name="connsiteY124" fmla="*/ 712525 h 856262"/>
              <a:gd name="connsiteX125" fmla="*/ 352191 w 3805936"/>
              <a:gd name="connsiteY125" fmla="*/ 712103 h 856262"/>
              <a:gd name="connsiteX126" fmla="*/ 354470 w 3805936"/>
              <a:gd name="connsiteY126" fmla="*/ 712441 h 856262"/>
              <a:gd name="connsiteX127" fmla="*/ 354765 w 3805936"/>
              <a:gd name="connsiteY127" fmla="*/ 726110 h 856262"/>
              <a:gd name="connsiteX128" fmla="*/ 352191 w 3805936"/>
              <a:gd name="connsiteY128" fmla="*/ 726110 h 856262"/>
              <a:gd name="connsiteX129" fmla="*/ 352191 w 3805936"/>
              <a:gd name="connsiteY129" fmla="*/ 712188 h 856262"/>
              <a:gd name="connsiteX130" fmla="*/ 496181 w 3805936"/>
              <a:gd name="connsiteY130" fmla="*/ 711892 h 856262"/>
              <a:gd name="connsiteX131" fmla="*/ 497742 w 3805936"/>
              <a:gd name="connsiteY131" fmla="*/ 716111 h 856262"/>
              <a:gd name="connsiteX132" fmla="*/ 496392 w 3805936"/>
              <a:gd name="connsiteY132" fmla="*/ 726532 h 856262"/>
              <a:gd name="connsiteX133" fmla="*/ 494409 w 3805936"/>
              <a:gd name="connsiteY133" fmla="*/ 716449 h 856262"/>
              <a:gd name="connsiteX134" fmla="*/ 496181 w 3805936"/>
              <a:gd name="connsiteY134" fmla="*/ 712019 h 856262"/>
              <a:gd name="connsiteX135" fmla="*/ 424924 w 3805936"/>
              <a:gd name="connsiteY135" fmla="*/ 711892 h 856262"/>
              <a:gd name="connsiteX136" fmla="*/ 426485 w 3805936"/>
              <a:gd name="connsiteY136" fmla="*/ 716111 h 856262"/>
              <a:gd name="connsiteX137" fmla="*/ 425178 w 3805936"/>
              <a:gd name="connsiteY137" fmla="*/ 726743 h 856262"/>
              <a:gd name="connsiteX138" fmla="*/ 423152 w 3805936"/>
              <a:gd name="connsiteY138" fmla="*/ 716449 h 856262"/>
              <a:gd name="connsiteX139" fmla="*/ 424924 w 3805936"/>
              <a:gd name="connsiteY139" fmla="*/ 712019 h 856262"/>
              <a:gd name="connsiteX140" fmla="*/ 364595 w 3805936"/>
              <a:gd name="connsiteY140" fmla="*/ 711134 h 856262"/>
              <a:gd name="connsiteX141" fmla="*/ 365776 w 3805936"/>
              <a:gd name="connsiteY141" fmla="*/ 716112 h 856262"/>
              <a:gd name="connsiteX142" fmla="*/ 364595 w 3805936"/>
              <a:gd name="connsiteY142" fmla="*/ 726026 h 856262"/>
              <a:gd name="connsiteX143" fmla="*/ 363329 w 3805936"/>
              <a:gd name="connsiteY143" fmla="*/ 716112 h 856262"/>
              <a:gd name="connsiteX144" fmla="*/ 364595 w 3805936"/>
              <a:gd name="connsiteY144" fmla="*/ 711134 h 856262"/>
              <a:gd name="connsiteX145" fmla="*/ 1056064 w 3805936"/>
              <a:gd name="connsiteY145" fmla="*/ 711050 h 856262"/>
              <a:gd name="connsiteX146" fmla="*/ 1056212 w 3805936"/>
              <a:gd name="connsiteY146" fmla="*/ 740318 h 856262"/>
              <a:gd name="connsiteX147" fmla="*/ 1081950 w 3805936"/>
              <a:gd name="connsiteY147" fmla="*/ 740318 h 856262"/>
              <a:gd name="connsiteX148" fmla="*/ 1094453 w 3805936"/>
              <a:gd name="connsiteY148" fmla="*/ 736495 h 856262"/>
              <a:gd name="connsiteX149" fmla="*/ 1098572 w 3805936"/>
              <a:gd name="connsiteY149" fmla="*/ 724728 h 856262"/>
              <a:gd name="connsiteX150" fmla="*/ 1094305 w 3805936"/>
              <a:gd name="connsiteY150" fmla="*/ 714432 h 856262"/>
              <a:gd name="connsiteX151" fmla="*/ 1081510 w 3805936"/>
              <a:gd name="connsiteY151" fmla="*/ 711050 h 856262"/>
              <a:gd name="connsiteX152" fmla="*/ 357676 w 3805936"/>
              <a:gd name="connsiteY152" fmla="*/ 710162 h 856262"/>
              <a:gd name="connsiteX153" fmla="*/ 357686 w 3805936"/>
              <a:gd name="connsiteY153" fmla="*/ 710447 h 856262"/>
              <a:gd name="connsiteX154" fmla="*/ 357676 w 3805936"/>
              <a:gd name="connsiteY154" fmla="*/ 710458 h 856262"/>
              <a:gd name="connsiteX155" fmla="*/ 358368 w 3805936"/>
              <a:gd name="connsiteY155" fmla="*/ 709610 h 856262"/>
              <a:gd name="connsiteX156" fmla="*/ 360629 w 3805936"/>
              <a:gd name="connsiteY156" fmla="*/ 710162 h 856262"/>
              <a:gd name="connsiteX157" fmla="*/ 361136 w 3805936"/>
              <a:gd name="connsiteY157" fmla="*/ 727038 h 856262"/>
              <a:gd name="connsiteX158" fmla="*/ 358225 w 3805936"/>
              <a:gd name="connsiteY158" fmla="*/ 727038 h 856262"/>
              <a:gd name="connsiteX159" fmla="*/ 357686 w 3805936"/>
              <a:gd name="connsiteY159" fmla="*/ 710447 h 856262"/>
              <a:gd name="connsiteX160" fmla="*/ 502594 w 3805936"/>
              <a:gd name="connsiteY160" fmla="*/ 708981 h 856262"/>
              <a:gd name="connsiteX161" fmla="*/ 504113 w 3805936"/>
              <a:gd name="connsiteY161" fmla="*/ 715310 h 856262"/>
              <a:gd name="connsiteX162" fmla="*/ 502341 w 3805936"/>
              <a:gd name="connsiteY162" fmla="*/ 727587 h 856262"/>
              <a:gd name="connsiteX163" fmla="*/ 500527 w 3805936"/>
              <a:gd name="connsiteY163" fmla="*/ 715141 h 856262"/>
              <a:gd name="connsiteX164" fmla="*/ 502594 w 3805936"/>
              <a:gd name="connsiteY164" fmla="*/ 708981 h 856262"/>
              <a:gd name="connsiteX165" fmla="*/ 431337 w 3805936"/>
              <a:gd name="connsiteY165" fmla="*/ 708981 h 856262"/>
              <a:gd name="connsiteX166" fmla="*/ 432856 w 3805936"/>
              <a:gd name="connsiteY166" fmla="*/ 715310 h 856262"/>
              <a:gd name="connsiteX167" fmla="*/ 431084 w 3805936"/>
              <a:gd name="connsiteY167" fmla="*/ 727587 h 856262"/>
              <a:gd name="connsiteX168" fmla="*/ 429270 w 3805936"/>
              <a:gd name="connsiteY168" fmla="*/ 715141 h 856262"/>
              <a:gd name="connsiteX169" fmla="*/ 431337 w 3805936"/>
              <a:gd name="connsiteY169" fmla="*/ 708981 h 856262"/>
              <a:gd name="connsiteX170" fmla="*/ 317470 w 3805936"/>
              <a:gd name="connsiteY170" fmla="*/ 707673 h 856262"/>
              <a:gd name="connsiteX171" fmla="*/ 317724 w 3805936"/>
              <a:gd name="connsiteY171" fmla="*/ 707907 h 856262"/>
              <a:gd name="connsiteX172" fmla="*/ 317343 w 3805936"/>
              <a:gd name="connsiteY172" fmla="*/ 707842 h 856262"/>
              <a:gd name="connsiteX173" fmla="*/ 630047 w 3805936"/>
              <a:gd name="connsiteY173" fmla="*/ 705395 h 856262"/>
              <a:gd name="connsiteX174" fmla="*/ 606379 w 3805936"/>
              <a:gd name="connsiteY174" fmla="*/ 720752 h 856262"/>
              <a:gd name="connsiteX175" fmla="*/ 629076 w 3805936"/>
              <a:gd name="connsiteY175" fmla="*/ 755684 h 856262"/>
              <a:gd name="connsiteX176" fmla="*/ 653377 w 3805936"/>
              <a:gd name="connsiteY176" fmla="*/ 739737 h 856262"/>
              <a:gd name="connsiteX177" fmla="*/ 651352 w 3805936"/>
              <a:gd name="connsiteY177" fmla="*/ 736615 h 856262"/>
              <a:gd name="connsiteX178" fmla="*/ 649369 w 3805936"/>
              <a:gd name="connsiteY178" fmla="*/ 733535 h 856262"/>
              <a:gd name="connsiteX179" fmla="*/ 631692 w 3805936"/>
              <a:gd name="connsiteY179" fmla="*/ 745010 h 856262"/>
              <a:gd name="connsiteX180" fmla="*/ 625743 w 3805936"/>
              <a:gd name="connsiteY180" fmla="*/ 735940 h 856262"/>
              <a:gd name="connsiteX181" fmla="*/ 641606 w 3805936"/>
              <a:gd name="connsiteY181" fmla="*/ 725814 h 856262"/>
              <a:gd name="connsiteX182" fmla="*/ 639666 w 3805936"/>
              <a:gd name="connsiteY182" fmla="*/ 722777 h 856262"/>
              <a:gd name="connsiteX183" fmla="*/ 637725 w 3805936"/>
              <a:gd name="connsiteY183" fmla="*/ 719781 h 856262"/>
              <a:gd name="connsiteX184" fmla="*/ 621988 w 3805936"/>
              <a:gd name="connsiteY184" fmla="*/ 729991 h 856262"/>
              <a:gd name="connsiteX185" fmla="*/ 617179 w 3805936"/>
              <a:gd name="connsiteY185" fmla="*/ 722566 h 856262"/>
              <a:gd name="connsiteX186" fmla="*/ 634054 w 3805936"/>
              <a:gd name="connsiteY186" fmla="*/ 711597 h 856262"/>
              <a:gd name="connsiteX187" fmla="*/ 632072 w 3805936"/>
              <a:gd name="connsiteY187" fmla="*/ 708475 h 856262"/>
              <a:gd name="connsiteX188" fmla="*/ 216724 w 3805936"/>
              <a:gd name="connsiteY188" fmla="*/ 701176 h 856262"/>
              <a:gd name="connsiteX189" fmla="*/ 207822 w 3805936"/>
              <a:gd name="connsiteY189" fmla="*/ 706576 h 856262"/>
              <a:gd name="connsiteX190" fmla="*/ 205586 w 3805936"/>
              <a:gd name="connsiteY190" fmla="*/ 714803 h 856262"/>
              <a:gd name="connsiteX191" fmla="*/ 212631 w 3805936"/>
              <a:gd name="connsiteY191" fmla="*/ 725857 h 856262"/>
              <a:gd name="connsiteX192" fmla="*/ 216513 w 3805936"/>
              <a:gd name="connsiteY192" fmla="*/ 731510 h 856262"/>
              <a:gd name="connsiteX193" fmla="*/ 215753 w 3805936"/>
              <a:gd name="connsiteY193" fmla="*/ 735222 h 856262"/>
              <a:gd name="connsiteX194" fmla="*/ 211830 w 3805936"/>
              <a:gd name="connsiteY194" fmla="*/ 736994 h 856262"/>
              <a:gd name="connsiteX195" fmla="*/ 206176 w 3805936"/>
              <a:gd name="connsiteY195" fmla="*/ 734547 h 856262"/>
              <a:gd name="connsiteX196" fmla="*/ 202548 w 3805936"/>
              <a:gd name="connsiteY196" fmla="*/ 729696 h 856262"/>
              <a:gd name="connsiteX197" fmla="*/ 203730 w 3805936"/>
              <a:gd name="connsiteY197" fmla="*/ 724253 h 856262"/>
              <a:gd name="connsiteX198" fmla="*/ 197486 w 3805936"/>
              <a:gd name="connsiteY198" fmla="*/ 719739 h 856262"/>
              <a:gd name="connsiteX199" fmla="*/ 194912 w 3805936"/>
              <a:gd name="connsiteY199" fmla="*/ 730708 h 856262"/>
              <a:gd name="connsiteX200" fmla="*/ 201958 w 3805936"/>
              <a:gd name="connsiteY200" fmla="*/ 740369 h 856262"/>
              <a:gd name="connsiteX201" fmla="*/ 213306 w 3805936"/>
              <a:gd name="connsiteY201" fmla="*/ 744335 h 856262"/>
              <a:gd name="connsiteX202" fmla="*/ 222208 w 3805936"/>
              <a:gd name="connsiteY202" fmla="*/ 739272 h 856262"/>
              <a:gd name="connsiteX203" fmla="*/ 224908 w 3805936"/>
              <a:gd name="connsiteY203" fmla="*/ 730835 h 856262"/>
              <a:gd name="connsiteX204" fmla="*/ 218622 w 3805936"/>
              <a:gd name="connsiteY204" fmla="*/ 720456 h 856262"/>
              <a:gd name="connsiteX205" fmla="*/ 213939 w 3805936"/>
              <a:gd name="connsiteY205" fmla="*/ 714044 h 856262"/>
              <a:gd name="connsiteX206" fmla="*/ 214192 w 3805936"/>
              <a:gd name="connsiteY206" fmla="*/ 710669 h 856262"/>
              <a:gd name="connsiteX207" fmla="*/ 217947 w 3805936"/>
              <a:gd name="connsiteY207" fmla="*/ 708390 h 856262"/>
              <a:gd name="connsiteX208" fmla="*/ 222672 w 3805936"/>
              <a:gd name="connsiteY208" fmla="*/ 709994 h 856262"/>
              <a:gd name="connsiteX209" fmla="*/ 226258 w 3805936"/>
              <a:gd name="connsiteY209" fmla="*/ 714761 h 856262"/>
              <a:gd name="connsiteX210" fmla="*/ 225457 w 3805936"/>
              <a:gd name="connsiteY210" fmla="*/ 719992 h 856262"/>
              <a:gd name="connsiteX211" fmla="*/ 231743 w 3805936"/>
              <a:gd name="connsiteY211" fmla="*/ 724591 h 856262"/>
              <a:gd name="connsiteX212" fmla="*/ 231743 w 3805936"/>
              <a:gd name="connsiteY212" fmla="*/ 724506 h 856262"/>
              <a:gd name="connsiteX213" fmla="*/ 233979 w 3805936"/>
              <a:gd name="connsiteY213" fmla="*/ 713875 h 856262"/>
              <a:gd name="connsiteX214" fmla="*/ 227651 w 3805936"/>
              <a:gd name="connsiteY214" fmla="*/ 704720 h 856262"/>
              <a:gd name="connsiteX215" fmla="*/ 216724 w 3805936"/>
              <a:gd name="connsiteY215" fmla="*/ 701176 h 856262"/>
              <a:gd name="connsiteX216" fmla="*/ 662152 w 3805936"/>
              <a:gd name="connsiteY216" fmla="*/ 682444 h 856262"/>
              <a:gd name="connsiteX217" fmla="*/ 650930 w 3805936"/>
              <a:gd name="connsiteY217" fmla="*/ 686663 h 856262"/>
              <a:gd name="connsiteX218" fmla="*/ 644939 w 3805936"/>
              <a:gd name="connsiteY218" fmla="*/ 699320 h 856262"/>
              <a:gd name="connsiteX219" fmla="*/ 651690 w 3805936"/>
              <a:gd name="connsiteY219" fmla="*/ 714803 h 856262"/>
              <a:gd name="connsiteX220" fmla="*/ 665569 w 3805936"/>
              <a:gd name="connsiteY220" fmla="*/ 723874 h 856262"/>
              <a:gd name="connsiteX221" fmla="*/ 685145 w 3805936"/>
              <a:gd name="connsiteY221" fmla="*/ 709572 h 856262"/>
              <a:gd name="connsiteX222" fmla="*/ 685061 w 3805936"/>
              <a:gd name="connsiteY222" fmla="*/ 709487 h 856262"/>
              <a:gd name="connsiteX223" fmla="*/ 681559 w 3805936"/>
              <a:gd name="connsiteY223" fmla="*/ 697590 h 856262"/>
              <a:gd name="connsiteX224" fmla="*/ 675400 w 3805936"/>
              <a:gd name="connsiteY224" fmla="*/ 702737 h 856262"/>
              <a:gd name="connsiteX225" fmla="*/ 677214 w 3805936"/>
              <a:gd name="connsiteY225" fmla="*/ 709065 h 856262"/>
              <a:gd name="connsiteX226" fmla="*/ 676910 w 3805936"/>
              <a:gd name="connsiteY226" fmla="*/ 710475 h 856262"/>
              <a:gd name="connsiteX227" fmla="*/ 666371 w 3805936"/>
              <a:gd name="connsiteY227" fmla="*/ 716069 h 856262"/>
              <a:gd name="connsiteX228" fmla="*/ 657933 w 3805936"/>
              <a:gd name="connsiteY228" fmla="*/ 709656 h 856262"/>
              <a:gd name="connsiteX229" fmla="*/ 652955 w 3805936"/>
              <a:gd name="connsiteY229" fmla="*/ 699826 h 856262"/>
              <a:gd name="connsiteX230" fmla="*/ 655824 w 3805936"/>
              <a:gd name="connsiteY230" fmla="*/ 692359 h 856262"/>
              <a:gd name="connsiteX231" fmla="*/ 661562 w 3805936"/>
              <a:gd name="connsiteY231" fmla="*/ 690165 h 856262"/>
              <a:gd name="connsiteX232" fmla="*/ 667046 w 3805936"/>
              <a:gd name="connsiteY232" fmla="*/ 692528 h 856262"/>
              <a:gd name="connsiteX233" fmla="*/ 673206 w 3805936"/>
              <a:gd name="connsiteY233" fmla="*/ 687380 h 856262"/>
              <a:gd name="connsiteX234" fmla="*/ 662152 w 3805936"/>
              <a:gd name="connsiteY234" fmla="*/ 682444 h 856262"/>
              <a:gd name="connsiteX235" fmla="*/ 442043 w 3805936"/>
              <a:gd name="connsiteY235" fmla="*/ 681127 h 856262"/>
              <a:gd name="connsiteX236" fmla="*/ 442128 w 3805936"/>
              <a:gd name="connsiteY236" fmla="*/ 681127 h 856262"/>
              <a:gd name="connsiteX237" fmla="*/ 442128 w 3805936"/>
              <a:gd name="connsiteY237" fmla="*/ 692391 h 856262"/>
              <a:gd name="connsiteX238" fmla="*/ 432551 w 3805936"/>
              <a:gd name="connsiteY238" fmla="*/ 692391 h 856262"/>
              <a:gd name="connsiteX239" fmla="*/ 465173 w 3805936"/>
              <a:gd name="connsiteY239" fmla="*/ 678858 h 856262"/>
              <a:gd name="connsiteX240" fmla="*/ 471417 w 3805936"/>
              <a:gd name="connsiteY240" fmla="*/ 688815 h 856262"/>
              <a:gd name="connsiteX241" fmla="*/ 465173 w 3805936"/>
              <a:gd name="connsiteY241" fmla="*/ 698771 h 856262"/>
              <a:gd name="connsiteX242" fmla="*/ 458929 w 3805936"/>
              <a:gd name="connsiteY242" fmla="*/ 688815 h 856262"/>
              <a:gd name="connsiteX243" fmla="*/ 465173 w 3805936"/>
              <a:gd name="connsiteY243" fmla="*/ 678858 h 856262"/>
              <a:gd name="connsiteX244" fmla="*/ 413238 w 3805936"/>
              <a:gd name="connsiteY244" fmla="*/ 678858 h 856262"/>
              <a:gd name="connsiteX245" fmla="*/ 419271 w 3805936"/>
              <a:gd name="connsiteY245" fmla="*/ 684174 h 856262"/>
              <a:gd name="connsiteX246" fmla="*/ 419263 w 3805936"/>
              <a:gd name="connsiteY246" fmla="*/ 685149 h 856262"/>
              <a:gd name="connsiteX247" fmla="*/ 413534 w 3805936"/>
              <a:gd name="connsiteY247" fmla="*/ 689827 h 856262"/>
              <a:gd name="connsiteX248" fmla="*/ 407501 w 3805936"/>
              <a:gd name="connsiteY248" fmla="*/ 684427 h 856262"/>
              <a:gd name="connsiteX249" fmla="*/ 407509 w 3805936"/>
              <a:gd name="connsiteY249" fmla="*/ 683820 h 856262"/>
              <a:gd name="connsiteX250" fmla="*/ 413238 w 3805936"/>
              <a:gd name="connsiteY250" fmla="*/ 678858 h 856262"/>
              <a:gd name="connsiteX251" fmla="*/ 412066 w 3805936"/>
              <a:gd name="connsiteY251" fmla="*/ 676294 h 856262"/>
              <a:gd name="connsiteX252" fmla="*/ 403704 w 3805936"/>
              <a:gd name="connsiteY252" fmla="*/ 684808 h 856262"/>
              <a:gd name="connsiteX253" fmla="*/ 403746 w 3805936"/>
              <a:gd name="connsiteY253" fmla="*/ 685373 h 856262"/>
              <a:gd name="connsiteX254" fmla="*/ 413070 w 3805936"/>
              <a:gd name="connsiteY254" fmla="*/ 692824 h 856262"/>
              <a:gd name="connsiteX255" fmla="*/ 419905 w 3805936"/>
              <a:gd name="connsiteY255" fmla="*/ 689870 h 856262"/>
              <a:gd name="connsiteX256" fmla="*/ 412733 w 3805936"/>
              <a:gd name="connsiteY256" fmla="*/ 699152 h 856262"/>
              <a:gd name="connsiteX257" fmla="*/ 411855 w 3805936"/>
              <a:gd name="connsiteY257" fmla="*/ 699228 h 856262"/>
              <a:gd name="connsiteX258" fmla="*/ 407712 w 3805936"/>
              <a:gd name="connsiteY258" fmla="*/ 694933 h 856262"/>
              <a:gd name="connsiteX259" fmla="*/ 403957 w 3805936"/>
              <a:gd name="connsiteY259" fmla="*/ 694933 h 856262"/>
              <a:gd name="connsiteX260" fmla="*/ 412817 w 3805936"/>
              <a:gd name="connsiteY260" fmla="*/ 701599 h 856262"/>
              <a:gd name="connsiteX261" fmla="*/ 412817 w 3805936"/>
              <a:gd name="connsiteY261" fmla="*/ 701725 h 856262"/>
              <a:gd name="connsiteX262" fmla="*/ 423744 w 3805936"/>
              <a:gd name="connsiteY262" fmla="*/ 687887 h 856262"/>
              <a:gd name="connsiteX263" fmla="*/ 413281 w 3805936"/>
              <a:gd name="connsiteY263" fmla="*/ 676370 h 856262"/>
              <a:gd name="connsiteX264" fmla="*/ 412066 w 3805936"/>
              <a:gd name="connsiteY264" fmla="*/ 676294 h 856262"/>
              <a:gd name="connsiteX265" fmla="*/ 465173 w 3805936"/>
              <a:gd name="connsiteY265" fmla="*/ 676243 h 856262"/>
              <a:gd name="connsiteX266" fmla="*/ 454964 w 3805936"/>
              <a:gd name="connsiteY266" fmla="*/ 688900 h 856262"/>
              <a:gd name="connsiteX267" fmla="*/ 465173 w 3805936"/>
              <a:gd name="connsiteY267" fmla="*/ 701557 h 856262"/>
              <a:gd name="connsiteX268" fmla="*/ 465173 w 3805936"/>
              <a:gd name="connsiteY268" fmla="*/ 701725 h 856262"/>
              <a:gd name="connsiteX269" fmla="*/ 475383 w 3805936"/>
              <a:gd name="connsiteY269" fmla="*/ 688900 h 856262"/>
              <a:gd name="connsiteX270" fmla="*/ 465173 w 3805936"/>
              <a:gd name="connsiteY270" fmla="*/ 676243 h 856262"/>
              <a:gd name="connsiteX271" fmla="*/ 442433 w 3805936"/>
              <a:gd name="connsiteY271" fmla="*/ 676075 h 856262"/>
              <a:gd name="connsiteX272" fmla="*/ 428807 w 3805936"/>
              <a:gd name="connsiteY272" fmla="*/ 691811 h 856262"/>
              <a:gd name="connsiteX273" fmla="*/ 428807 w 3805936"/>
              <a:gd name="connsiteY273" fmla="*/ 694849 h 856262"/>
              <a:gd name="connsiteX274" fmla="*/ 441801 w 3805936"/>
              <a:gd name="connsiteY274" fmla="*/ 694849 h 856262"/>
              <a:gd name="connsiteX275" fmla="*/ 441801 w 3805936"/>
              <a:gd name="connsiteY275" fmla="*/ 700924 h 856262"/>
              <a:gd name="connsiteX276" fmla="*/ 445555 w 3805936"/>
              <a:gd name="connsiteY276" fmla="*/ 700924 h 856262"/>
              <a:gd name="connsiteX277" fmla="*/ 445555 w 3805936"/>
              <a:gd name="connsiteY277" fmla="*/ 694849 h 856262"/>
              <a:gd name="connsiteX278" fmla="*/ 449774 w 3805936"/>
              <a:gd name="connsiteY278" fmla="*/ 694849 h 856262"/>
              <a:gd name="connsiteX279" fmla="*/ 449774 w 3805936"/>
              <a:gd name="connsiteY279" fmla="*/ 692191 h 856262"/>
              <a:gd name="connsiteX280" fmla="*/ 445555 w 3805936"/>
              <a:gd name="connsiteY280" fmla="*/ 692191 h 856262"/>
              <a:gd name="connsiteX281" fmla="*/ 445555 w 3805936"/>
              <a:gd name="connsiteY281" fmla="*/ 676075 h 856262"/>
              <a:gd name="connsiteX282" fmla="*/ 388390 w 3805936"/>
              <a:gd name="connsiteY282" fmla="*/ 675906 h 856262"/>
              <a:gd name="connsiteX283" fmla="*/ 380374 w 3805936"/>
              <a:gd name="connsiteY283" fmla="*/ 680631 h 856262"/>
              <a:gd name="connsiteX284" fmla="*/ 380374 w 3805936"/>
              <a:gd name="connsiteY284" fmla="*/ 683289 h 856262"/>
              <a:gd name="connsiteX285" fmla="*/ 387335 w 3805936"/>
              <a:gd name="connsiteY285" fmla="*/ 683289 h 856262"/>
              <a:gd name="connsiteX286" fmla="*/ 387335 w 3805936"/>
              <a:gd name="connsiteY286" fmla="*/ 700924 h 856262"/>
              <a:gd name="connsiteX287" fmla="*/ 391301 w 3805936"/>
              <a:gd name="connsiteY287" fmla="*/ 700924 h 856262"/>
              <a:gd name="connsiteX288" fmla="*/ 391301 w 3805936"/>
              <a:gd name="connsiteY288" fmla="*/ 675906 h 856262"/>
              <a:gd name="connsiteX289" fmla="*/ 183141 w 3805936"/>
              <a:gd name="connsiteY289" fmla="*/ 668691 h 856262"/>
              <a:gd name="connsiteX290" fmla="*/ 154706 w 3805936"/>
              <a:gd name="connsiteY290" fmla="*/ 699151 h 856262"/>
              <a:gd name="connsiteX291" fmla="*/ 157449 w 3805936"/>
              <a:gd name="connsiteY291" fmla="*/ 701725 h 856262"/>
              <a:gd name="connsiteX292" fmla="*/ 160191 w 3805936"/>
              <a:gd name="connsiteY292" fmla="*/ 704425 h 856262"/>
              <a:gd name="connsiteX293" fmla="*/ 180652 w 3805936"/>
              <a:gd name="connsiteY293" fmla="*/ 682444 h 856262"/>
              <a:gd name="connsiteX294" fmla="*/ 171751 w 3805936"/>
              <a:gd name="connsiteY294" fmla="*/ 715225 h 856262"/>
              <a:gd name="connsiteX295" fmla="*/ 174661 w 3805936"/>
              <a:gd name="connsiteY295" fmla="*/ 717925 h 856262"/>
              <a:gd name="connsiteX296" fmla="*/ 177573 w 3805936"/>
              <a:gd name="connsiteY296" fmla="*/ 720499 h 856262"/>
              <a:gd name="connsiteX297" fmla="*/ 205966 w 3805936"/>
              <a:gd name="connsiteY297" fmla="*/ 689996 h 856262"/>
              <a:gd name="connsiteX298" fmla="*/ 203223 w 3805936"/>
              <a:gd name="connsiteY298" fmla="*/ 687465 h 856262"/>
              <a:gd name="connsiteX299" fmla="*/ 200523 w 3805936"/>
              <a:gd name="connsiteY299" fmla="*/ 684933 h 856262"/>
              <a:gd name="connsiteX300" fmla="*/ 180568 w 3805936"/>
              <a:gd name="connsiteY300" fmla="*/ 706323 h 856262"/>
              <a:gd name="connsiteX301" fmla="*/ 189259 w 3805936"/>
              <a:gd name="connsiteY301" fmla="*/ 674429 h 856262"/>
              <a:gd name="connsiteX302" fmla="*/ 186179 w 3805936"/>
              <a:gd name="connsiteY302" fmla="*/ 671560 h 856262"/>
              <a:gd name="connsiteX303" fmla="*/ 1056064 w 3805936"/>
              <a:gd name="connsiteY303" fmla="*/ 668248 h 856262"/>
              <a:gd name="connsiteX304" fmla="*/ 1056212 w 3805936"/>
              <a:gd name="connsiteY304" fmla="*/ 692517 h 856262"/>
              <a:gd name="connsiteX305" fmla="*/ 1080480 w 3805936"/>
              <a:gd name="connsiteY305" fmla="*/ 692517 h 856262"/>
              <a:gd name="connsiteX306" fmla="*/ 1092394 w 3805936"/>
              <a:gd name="connsiteY306" fmla="*/ 689282 h 856262"/>
              <a:gd name="connsiteX307" fmla="*/ 1096218 w 3805936"/>
              <a:gd name="connsiteY307" fmla="*/ 679427 h 856262"/>
              <a:gd name="connsiteX308" fmla="*/ 1092100 w 3805936"/>
              <a:gd name="connsiteY308" fmla="*/ 671043 h 856262"/>
              <a:gd name="connsiteX309" fmla="*/ 1079597 w 3805936"/>
              <a:gd name="connsiteY309" fmla="*/ 668248 h 856262"/>
              <a:gd name="connsiteX310" fmla="*/ 3533537 w 3805936"/>
              <a:gd name="connsiteY310" fmla="*/ 665167 h 856262"/>
              <a:gd name="connsiteX311" fmla="*/ 3514930 w 3805936"/>
              <a:gd name="connsiteY311" fmla="*/ 669641 h 856262"/>
              <a:gd name="connsiteX312" fmla="*/ 3509410 w 3805936"/>
              <a:gd name="connsiteY312" fmla="*/ 675160 h 856262"/>
              <a:gd name="connsiteX313" fmla="*/ 3502055 w 3805936"/>
              <a:gd name="connsiteY313" fmla="*/ 704576 h 856262"/>
              <a:gd name="connsiteX314" fmla="*/ 3509263 w 3805936"/>
              <a:gd name="connsiteY314" fmla="*/ 732523 h 856262"/>
              <a:gd name="connsiteX315" fmla="*/ 3544661 w 3805936"/>
              <a:gd name="connsiteY315" fmla="*/ 737721 h 856262"/>
              <a:gd name="connsiteX316" fmla="*/ 3549857 w 3805936"/>
              <a:gd name="connsiteY316" fmla="*/ 732523 h 856262"/>
              <a:gd name="connsiteX317" fmla="*/ 3549858 w 3805936"/>
              <a:gd name="connsiteY317" fmla="*/ 732523 h 856262"/>
              <a:gd name="connsiteX318" fmla="*/ 3557212 w 3805936"/>
              <a:gd name="connsiteY318" fmla="*/ 704576 h 856262"/>
              <a:gd name="connsiteX319" fmla="*/ 3549858 w 3805936"/>
              <a:gd name="connsiteY319" fmla="*/ 675160 h 856262"/>
              <a:gd name="connsiteX320" fmla="*/ 3533537 w 3805936"/>
              <a:gd name="connsiteY320" fmla="*/ 665167 h 856262"/>
              <a:gd name="connsiteX321" fmla="*/ 3326023 w 3805936"/>
              <a:gd name="connsiteY321" fmla="*/ 665160 h 856262"/>
              <a:gd name="connsiteX322" fmla="*/ 3307320 w 3805936"/>
              <a:gd name="connsiteY322" fmla="*/ 669718 h 856262"/>
              <a:gd name="connsiteX323" fmla="*/ 3301876 w 3805936"/>
              <a:gd name="connsiteY323" fmla="*/ 675162 h 856262"/>
              <a:gd name="connsiteX324" fmla="*/ 3294669 w 3805936"/>
              <a:gd name="connsiteY324" fmla="*/ 704579 h 856262"/>
              <a:gd name="connsiteX325" fmla="*/ 3301876 w 3805936"/>
              <a:gd name="connsiteY325" fmla="*/ 732526 h 856262"/>
              <a:gd name="connsiteX326" fmla="*/ 3337273 w 3805936"/>
              <a:gd name="connsiteY326" fmla="*/ 737722 h 856262"/>
              <a:gd name="connsiteX327" fmla="*/ 3342471 w 3805936"/>
              <a:gd name="connsiteY327" fmla="*/ 732526 h 856262"/>
              <a:gd name="connsiteX328" fmla="*/ 3349677 w 3805936"/>
              <a:gd name="connsiteY328" fmla="*/ 704579 h 856262"/>
              <a:gd name="connsiteX329" fmla="*/ 3342471 w 3805936"/>
              <a:gd name="connsiteY329" fmla="*/ 675162 h 856262"/>
              <a:gd name="connsiteX330" fmla="*/ 3326023 w 3805936"/>
              <a:gd name="connsiteY330" fmla="*/ 665160 h 856262"/>
              <a:gd name="connsiteX331" fmla="*/ 2558985 w 3805936"/>
              <a:gd name="connsiteY331" fmla="*/ 665160 h 856262"/>
              <a:gd name="connsiteX332" fmla="*/ 2540281 w 3805936"/>
              <a:gd name="connsiteY332" fmla="*/ 669718 h 856262"/>
              <a:gd name="connsiteX333" fmla="*/ 2534837 w 3805936"/>
              <a:gd name="connsiteY333" fmla="*/ 675162 h 856262"/>
              <a:gd name="connsiteX334" fmla="*/ 2527630 w 3805936"/>
              <a:gd name="connsiteY334" fmla="*/ 704579 h 856262"/>
              <a:gd name="connsiteX335" fmla="*/ 2534837 w 3805936"/>
              <a:gd name="connsiteY335" fmla="*/ 732526 h 856262"/>
              <a:gd name="connsiteX336" fmla="*/ 2570234 w 3805936"/>
              <a:gd name="connsiteY336" fmla="*/ 737722 h 856262"/>
              <a:gd name="connsiteX337" fmla="*/ 2575432 w 3805936"/>
              <a:gd name="connsiteY337" fmla="*/ 732526 h 856262"/>
              <a:gd name="connsiteX338" fmla="*/ 2582638 w 3805936"/>
              <a:gd name="connsiteY338" fmla="*/ 704579 h 856262"/>
              <a:gd name="connsiteX339" fmla="*/ 2575432 w 3805936"/>
              <a:gd name="connsiteY339" fmla="*/ 675162 h 856262"/>
              <a:gd name="connsiteX340" fmla="*/ 2558985 w 3805936"/>
              <a:gd name="connsiteY340" fmla="*/ 665160 h 856262"/>
              <a:gd name="connsiteX341" fmla="*/ 169683 w 3805936"/>
              <a:gd name="connsiteY341" fmla="*/ 654009 h 856262"/>
              <a:gd name="connsiteX342" fmla="*/ 138717 w 3805936"/>
              <a:gd name="connsiteY342" fmla="*/ 681896 h 856262"/>
              <a:gd name="connsiteX343" fmla="*/ 141417 w 3805936"/>
              <a:gd name="connsiteY343" fmla="*/ 684849 h 856262"/>
              <a:gd name="connsiteX344" fmla="*/ 144075 w 3805936"/>
              <a:gd name="connsiteY344" fmla="*/ 687844 h 856262"/>
              <a:gd name="connsiteX345" fmla="*/ 175041 w 3805936"/>
              <a:gd name="connsiteY345" fmla="*/ 659958 h 856262"/>
              <a:gd name="connsiteX346" fmla="*/ 172383 w 3805936"/>
              <a:gd name="connsiteY346" fmla="*/ 656962 h 856262"/>
              <a:gd name="connsiteX347" fmla="*/ 3708388 w 3805936"/>
              <a:gd name="connsiteY347" fmla="*/ 649485 h 856262"/>
              <a:gd name="connsiteX348" fmla="*/ 3720890 w 3805936"/>
              <a:gd name="connsiteY348" fmla="*/ 649485 h 856262"/>
              <a:gd name="connsiteX349" fmla="*/ 3733540 w 3805936"/>
              <a:gd name="connsiteY349" fmla="*/ 649485 h 856262"/>
              <a:gd name="connsiteX350" fmla="*/ 3754644 w 3805936"/>
              <a:gd name="connsiteY350" fmla="*/ 697116 h 856262"/>
              <a:gd name="connsiteX351" fmla="*/ 3754573 w 3805936"/>
              <a:gd name="connsiteY351" fmla="*/ 697286 h 856262"/>
              <a:gd name="connsiteX352" fmla="*/ 3754720 w 3805936"/>
              <a:gd name="connsiteY352" fmla="*/ 697286 h 856262"/>
              <a:gd name="connsiteX353" fmla="*/ 3754644 w 3805936"/>
              <a:gd name="connsiteY353" fmla="*/ 697116 h 856262"/>
              <a:gd name="connsiteX354" fmla="*/ 3774428 w 3805936"/>
              <a:gd name="connsiteY354" fmla="*/ 649485 h 856262"/>
              <a:gd name="connsiteX355" fmla="*/ 3786490 w 3805936"/>
              <a:gd name="connsiteY355" fmla="*/ 649485 h 856262"/>
              <a:gd name="connsiteX356" fmla="*/ 3798403 w 3805936"/>
              <a:gd name="connsiteY356" fmla="*/ 649485 h 856262"/>
              <a:gd name="connsiteX357" fmla="*/ 3764868 w 3805936"/>
              <a:gd name="connsiteY357" fmla="*/ 717878 h 856262"/>
              <a:gd name="connsiteX358" fmla="*/ 3764868 w 3805936"/>
              <a:gd name="connsiteY358" fmla="*/ 759798 h 856262"/>
              <a:gd name="connsiteX359" fmla="*/ 3754425 w 3805936"/>
              <a:gd name="connsiteY359" fmla="*/ 759798 h 856262"/>
              <a:gd name="connsiteX360" fmla="*/ 3743688 w 3805936"/>
              <a:gd name="connsiteY360" fmla="*/ 759798 h 856262"/>
              <a:gd name="connsiteX361" fmla="*/ 3743688 w 3805936"/>
              <a:gd name="connsiteY361" fmla="*/ 718320 h 856262"/>
              <a:gd name="connsiteX362" fmla="*/ 3394072 w 3805936"/>
              <a:gd name="connsiteY362" fmla="*/ 649485 h 856262"/>
              <a:gd name="connsiteX363" fmla="*/ 3404662 w 3805936"/>
              <a:gd name="connsiteY363" fmla="*/ 649485 h 856262"/>
              <a:gd name="connsiteX364" fmla="*/ 3415252 w 3805936"/>
              <a:gd name="connsiteY364" fmla="*/ 649485 h 856262"/>
              <a:gd name="connsiteX365" fmla="*/ 3415252 w 3805936"/>
              <a:gd name="connsiteY365" fmla="*/ 740088 h 856262"/>
              <a:gd name="connsiteX366" fmla="*/ 3465555 w 3805936"/>
              <a:gd name="connsiteY366" fmla="*/ 740088 h 856262"/>
              <a:gd name="connsiteX367" fmla="*/ 3465555 w 3805936"/>
              <a:gd name="connsiteY367" fmla="*/ 749943 h 856262"/>
              <a:gd name="connsiteX368" fmla="*/ 3465555 w 3805936"/>
              <a:gd name="connsiteY368" fmla="*/ 759650 h 856262"/>
              <a:gd name="connsiteX369" fmla="*/ 3394072 w 3805936"/>
              <a:gd name="connsiteY369" fmla="*/ 759650 h 856262"/>
              <a:gd name="connsiteX370" fmla="*/ 3169917 w 3805936"/>
              <a:gd name="connsiteY370" fmla="*/ 649485 h 856262"/>
              <a:gd name="connsiteX371" fmla="*/ 3180949 w 3805936"/>
              <a:gd name="connsiteY371" fmla="*/ 649485 h 856262"/>
              <a:gd name="connsiteX372" fmla="*/ 3191981 w 3805936"/>
              <a:gd name="connsiteY372" fmla="*/ 649485 h 856262"/>
              <a:gd name="connsiteX373" fmla="*/ 3232722 w 3805936"/>
              <a:gd name="connsiteY373" fmla="*/ 726852 h 856262"/>
              <a:gd name="connsiteX374" fmla="*/ 3232722 w 3805936"/>
              <a:gd name="connsiteY374" fmla="*/ 649485 h 856262"/>
              <a:gd name="connsiteX375" fmla="*/ 3242577 w 3805936"/>
              <a:gd name="connsiteY375" fmla="*/ 649485 h 856262"/>
              <a:gd name="connsiteX376" fmla="*/ 3252577 w 3805936"/>
              <a:gd name="connsiteY376" fmla="*/ 649485 h 856262"/>
              <a:gd name="connsiteX377" fmla="*/ 3252577 w 3805936"/>
              <a:gd name="connsiteY377" fmla="*/ 759650 h 856262"/>
              <a:gd name="connsiteX378" fmla="*/ 3241987 w 3805936"/>
              <a:gd name="connsiteY378" fmla="*/ 759650 h 856262"/>
              <a:gd name="connsiteX379" fmla="*/ 3231397 w 3805936"/>
              <a:gd name="connsiteY379" fmla="*/ 759650 h 856262"/>
              <a:gd name="connsiteX380" fmla="*/ 3189626 w 3805936"/>
              <a:gd name="connsiteY380" fmla="*/ 680225 h 856262"/>
              <a:gd name="connsiteX381" fmla="*/ 3189626 w 3805936"/>
              <a:gd name="connsiteY381" fmla="*/ 759650 h 856262"/>
              <a:gd name="connsiteX382" fmla="*/ 3179772 w 3805936"/>
              <a:gd name="connsiteY382" fmla="*/ 759650 h 856262"/>
              <a:gd name="connsiteX383" fmla="*/ 3169917 w 3805936"/>
              <a:gd name="connsiteY383" fmla="*/ 759650 h 856262"/>
              <a:gd name="connsiteX384" fmla="*/ 3062546 w 3805936"/>
              <a:gd name="connsiteY384" fmla="*/ 649485 h 856262"/>
              <a:gd name="connsiteX385" fmla="*/ 3072990 w 3805936"/>
              <a:gd name="connsiteY385" fmla="*/ 649485 h 856262"/>
              <a:gd name="connsiteX386" fmla="*/ 3083580 w 3805936"/>
              <a:gd name="connsiteY386" fmla="*/ 649485 h 856262"/>
              <a:gd name="connsiteX387" fmla="*/ 3083580 w 3805936"/>
              <a:gd name="connsiteY387" fmla="*/ 690815 h 856262"/>
              <a:gd name="connsiteX388" fmla="*/ 3123291 w 3805936"/>
              <a:gd name="connsiteY388" fmla="*/ 690815 h 856262"/>
              <a:gd name="connsiteX389" fmla="*/ 3123291 w 3805936"/>
              <a:gd name="connsiteY389" fmla="*/ 649485 h 856262"/>
              <a:gd name="connsiteX390" fmla="*/ 3133881 w 3805936"/>
              <a:gd name="connsiteY390" fmla="*/ 649485 h 856262"/>
              <a:gd name="connsiteX391" fmla="*/ 3144471 w 3805936"/>
              <a:gd name="connsiteY391" fmla="*/ 649485 h 856262"/>
              <a:gd name="connsiteX392" fmla="*/ 3144471 w 3805936"/>
              <a:gd name="connsiteY392" fmla="*/ 759650 h 856262"/>
              <a:gd name="connsiteX393" fmla="*/ 3133881 w 3805936"/>
              <a:gd name="connsiteY393" fmla="*/ 759650 h 856262"/>
              <a:gd name="connsiteX394" fmla="*/ 3123291 w 3805936"/>
              <a:gd name="connsiteY394" fmla="*/ 759650 h 856262"/>
              <a:gd name="connsiteX395" fmla="*/ 3123291 w 3805936"/>
              <a:gd name="connsiteY395" fmla="*/ 709790 h 856262"/>
              <a:gd name="connsiteX396" fmla="*/ 3083580 w 3805936"/>
              <a:gd name="connsiteY396" fmla="*/ 709790 h 856262"/>
              <a:gd name="connsiteX397" fmla="*/ 3083580 w 3805936"/>
              <a:gd name="connsiteY397" fmla="*/ 759650 h 856262"/>
              <a:gd name="connsiteX398" fmla="*/ 3073136 w 3805936"/>
              <a:gd name="connsiteY398" fmla="*/ 759650 h 856262"/>
              <a:gd name="connsiteX399" fmla="*/ 3062546 w 3805936"/>
              <a:gd name="connsiteY399" fmla="*/ 759650 h 856262"/>
              <a:gd name="connsiteX400" fmla="*/ 2855748 w 3805936"/>
              <a:gd name="connsiteY400" fmla="*/ 649485 h 856262"/>
              <a:gd name="connsiteX401" fmla="*/ 2930319 w 3805936"/>
              <a:gd name="connsiteY401" fmla="*/ 649485 h 856262"/>
              <a:gd name="connsiteX402" fmla="*/ 2930319 w 3805936"/>
              <a:gd name="connsiteY402" fmla="*/ 659192 h 856262"/>
              <a:gd name="connsiteX403" fmla="*/ 2930319 w 3805936"/>
              <a:gd name="connsiteY403" fmla="*/ 669047 h 856262"/>
              <a:gd name="connsiteX404" fmla="*/ 2876928 w 3805936"/>
              <a:gd name="connsiteY404" fmla="*/ 669047 h 856262"/>
              <a:gd name="connsiteX405" fmla="*/ 2876928 w 3805936"/>
              <a:gd name="connsiteY405" fmla="*/ 692433 h 856262"/>
              <a:gd name="connsiteX406" fmla="*/ 2926495 w 3805936"/>
              <a:gd name="connsiteY406" fmla="*/ 692433 h 856262"/>
              <a:gd name="connsiteX407" fmla="*/ 2926495 w 3805936"/>
              <a:gd name="connsiteY407" fmla="*/ 701847 h 856262"/>
              <a:gd name="connsiteX408" fmla="*/ 2926495 w 3805936"/>
              <a:gd name="connsiteY408" fmla="*/ 711407 h 856262"/>
              <a:gd name="connsiteX409" fmla="*/ 2876928 w 3805936"/>
              <a:gd name="connsiteY409" fmla="*/ 711407 h 856262"/>
              <a:gd name="connsiteX410" fmla="*/ 2876928 w 3805936"/>
              <a:gd name="connsiteY410" fmla="*/ 740088 h 856262"/>
              <a:gd name="connsiteX411" fmla="*/ 2932673 w 3805936"/>
              <a:gd name="connsiteY411" fmla="*/ 740088 h 856262"/>
              <a:gd name="connsiteX412" fmla="*/ 2932673 w 3805936"/>
              <a:gd name="connsiteY412" fmla="*/ 749943 h 856262"/>
              <a:gd name="connsiteX413" fmla="*/ 2932673 w 3805936"/>
              <a:gd name="connsiteY413" fmla="*/ 759650 h 856262"/>
              <a:gd name="connsiteX414" fmla="*/ 2855748 w 3805936"/>
              <a:gd name="connsiteY414" fmla="*/ 759650 h 856262"/>
              <a:gd name="connsiteX415" fmla="*/ 2754995 w 3805936"/>
              <a:gd name="connsiteY415" fmla="*/ 649485 h 856262"/>
              <a:gd name="connsiteX416" fmla="*/ 2837508 w 3805936"/>
              <a:gd name="connsiteY416" fmla="*/ 649485 h 856262"/>
              <a:gd name="connsiteX417" fmla="*/ 2837508 w 3805936"/>
              <a:gd name="connsiteY417" fmla="*/ 659192 h 856262"/>
              <a:gd name="connsiteX418" fmla="*/ 2837508 w 3805936"/>
              <a:gd name="connsiteY418" fmla="*/ 669047 h 856262"/>
              <a:gd name="connsiteX419" fmla="*/ 2806768 w 3805936"/>
              <a:gd name="connsiteY419" fmla="*/ 669047 h 856262"/>
              <a:gd name="connsiteX420" fmla="*/ 2806768 w 3805936"/>
              <a:gd name="connsiteY420" fmla="*/ 759650 h 856262"/>
              <a:gd name="connsiteX421" fmla="*/ 2796325 w 3805936"/>
              <a:gd name="connsiteY421" fmla="*/ 759650 h 856262"/>
              <a:gd name="connsiteX422" fmla="*/ 2785735 w 3805936"/>
              <a:gd name="connsiteY422" fmla="*/ 759650 h 856262"/>
              <a:gd name="connsiteX423" fmla="*/ 2785735 w 3805936"/>
              <a:gd name="connsiteY423" fmla="*/ 669047 h 856262"/>
              <a:gd name="connsiteX424" fmla="*/ 2754995 w 3805936"/>
              <a:gd name="connsiteY424" fmla="*/ 669047 h 856262"/>
              <a:gd name="connsiteX425" fmla="*/ 2754995 w 3805936"/>
              <a:gd name="connsiteY425" fmla="*/ 659340 h 856262"/>
              <a:gd name="connsiteX426" fmla="*/ 2627033 w 3805936"/>
              <a:gd name="connsiteY426" fmla="*/ 649485 h 856262"/>
              <a:gd name="connsiteX427" fmla="*/ 2699103 w 3805936"/>
              <a:gd name="connsiteY427" fmla="*/ 649485 h 856262"/>
              <a:gd name="connsiteX428" fmla="*/ 2699103 w 3805936"/>
              <a:gd name="connsiteY428" fmla="*/ 659192 h 856262"/>
              <a:gd name="connsiteX429" fmla="*/ 2699103 w 3805936"/>
              <a:gd name="connsiteY429" fmla="*/ 669047 h 856262"/>
              <a:gd name="connsiteX430" fmla="*/ 2648213 w 3805936"/>
              <a:gd name="connsiteY430" fmla="*/ 669047 h 856262"/>
              <a:gd name="connsiteX431" fmla="*/ 2648213 w 3805936"/>
              <a:gd name="connsiteY431" fmla="*/ 694052 h 856262"/>
              <a:gd name="connsiteX432" fmla="*/ 2692633 w 3805936"/>
              <a:gd name="connsiteY432" fmla="*/ 694052 h 856262"/>
              <a:gd name="connsiteX433" fmla="*/ 2692633 w 3805936"/>
              <a:gd name="connsiteY433" fmla="*/ 703612 h 856262"/>
              <a:gd name="connsiteX434" fmla="*/ 2692633 w 3805936"/>
              <a:gd name="connsiteY434" fmla="*/ 713025 h 856262"/>
              <a:gd name="connsiteX435" fmla="*/ 2648213 w 3805936"/>
              <a:gd name="connsiteY435" fmla="*/ 713025 h 856262"/>
              <a:gd name="connsiteX436" fmla="*/ 2648213 w 3805936"/>
              <a:gd name="connsiteY436" fmla="*/ 759650 h 856262"/>
              <a:gd name="connsiteX437" fmla="*/ 2637623 w 3805936"/>
              <a:gd name="connsiteY437" fmla="*/ 759650 h 856262"/>
              <a:gd name="connsiteX438" fmla="*/ 2627033 w 3805936"/>
              <a:gd name="connsiteY438" fmla="*/ 759650 h 856262"/>
              <a:gd name="connsiteX439" fmla="*/ 2366697 w 3805936"/>
              <a:gd name="connsiteY439" fmla="*/ 649485 h 856262"/>
              <a:gd name="connsiteX440" fmla="*/ 2441416 w 3805936"/>
              <a:gd name="connsiteY440" fmla="*/ 649485 h 856262"/>
              <a:gd name="connsiteX441" fmla="*/ 2441416 w 3805936"/>
              <a:gd name="connsiteY441" fmla="*/ 659192 h 856262"/>
              <a:gd name="connsiteX442" fmla="*/ 2441416 w 3805936"/>
              <a:gd name="connsiteY442" fmla="*/ 669047 h 856262"/>
              <a:gd name="connsiteX443" fmla="*/ 2387877 w 3805936"/>
              <a:gd name="connsiteY443" fmla="*/ 669047 h 856262"/>
              <a:gd name="connsiteX444" fmla="*/ 2387877 w 3805936"/>
              <a:gd name="connsiteY444" fmla="*/ 692433 h 856262"/>
              <a:gd name="connsiteX445" fmla="*/ 2437444 w 3805936"/>
              <a:gd name="connsiteY445" fmla="*/ 692433 h 856262"/>
              <a:gd name="connsiteX446" fmla="*/ 2437444 w 3805936"/>
              <a:gd name="connsiteY446" fmla="*/ 701847 h 856262"/>
              <a:gd name="connsiteX447" fmla="*/ 2437444 w 3805936"/>
              <a:gd name="connsiteY447" fmla="*/ 711407 h 856262"/>
              <a:gd name="connsiteX448" fmla="*/ 2387877 w 3805936"/>
              <a:gd name="connsiteY448" fmla="*/ 711407 h 856262"/>
              <a:gd name="connsiteX449" fmla="*/ 2387877 w 3805936"/>
              <a:gd name="connsiteY449" fmla="*/ 740088 h 856262"/>
              <a:gd name="connsiteX450" fmla="*/ 2443769 w 3805936"/>
              <a:gd name="connsiteY450" fmla="*/ 740088 h 856262"/>
              <a:gd name="connsiteX451" fmla="*/ 2443769 w 3805936"/>
              <a:gd name="connsiteY451" fmla="*/ 749943 h 856262"/>
              <a:gd name="connsiteX452" fmla="*/ 2443769 w 3805936"/>
              <a:gd name="connsiteY452" fmla="*/ 759650 h 856262"/>
              <a:gd name="connsiteX453" fmla="*/ 2366697 w 3805936"/>
              <a:gd name="connsiteY453" fmla="*/ 759650 h 856262"/>
              <a:gd name="connsiteX454" fmla="*/ 2266092 w 3805936"/>
              <a:gd name="connsiteY454" fmla="*/ 649485 h 856262"/>
              <a:gd name="connsiteX455" fmla="*/ 2348459 w 3805936"/>
              <a:gd name="connsiteY455" fmla="*/ 649485 h 856262"/>
              <a:gd name="connsiteX456" fmla="*/ 2348459 w 3805936"/>
              <a:gd name="connsiteY456" fmla="*/ 659192 h 856262"/>
              <a:gd name="connsiteX457" fmla="*/ 2348459 w 3805936"/>
              <a:gd name="connsiteY457" fmla="*/ 669047 h 856262"/>
              <a:gd name="connsiteX458" fmla="*/ 2317866 w 3805936"/>
              <a:gd name="connsiteY458" fmla="*/ 669047 h 856262"/>
              <a:gd name="connsiteX459" fmla="*/ 2317866 w 3805936"/>
              <a:gd name="connsiteY459" fmla="*/ 759650 h 856262"/>
              <a:gd name="connsiteX460" fmla="*/ 2307276 w 3805936"/>
              <a:gd name="connsiteY460" fmla="*/ 759650 h 856262"/>
              <a:gd name="connsiteX461" fmla="*/ 2296686 w 3805936"/>
              <a:gd name="connsiteY461" fmla="*/ 759650 h 856262"/>
              <a:gd name="connsiteX462" fmla="*/ 2296686 w 3805936"/>
              <a:gd name="connsiteY462" fmla="*/ 669047 h 856262"/>
              <a:gd name="connsiteX463" fmla="*/ 2266092 w 3805936"/>
              <a:gd name="connsiteY463" fmla="*/ 669047 h 856262"/>
              <a:gd name="connsiteX464" fmla="*/ 2266092 w 3805936"/>
              <a:gd name="connsiteY464" fmla="*/ 659340 h 856262"/>
              <a:gd name="connsiteX465" fmla="*/ 2066499 w 3805936"/>
              <a:gd name="connsiteY465" fmla="*/ 649485 h 856262"/>
              <a:gd name="connsiteX466" fmla="*/ 2148866 w 3805936"/>
              <a:gd name="connsiteY466" fmla="*/ 649485 h 856262"/>
              <a:gd name="connsiteX467" fmla="*/ 2148866 w 3805936"/>
              <a:gd name="connsiteY467" fmla="*/ 659192 h 856262"/>
              <a:gd name="connsiteX468" fmla="*/ 2148866 w 3805936"/>
              <a:gd name="connsiteY468" fmla="*/ 669047 h 856262"/>
              <a:gd name="connsiteX469" fmla="*/ 2118273 w 3805936"/>
              <a:gd name="connsiteY469" fmla="*/ 669047 h 856262"/>
              <a:gd name="connsiteX470" fmla="*/ 2118273 w 3805936"/>
              <a:gd name="connsiteY470" fmla="*/ 759650 h 856262"/>
              <a:gd name="connsiteX471" fmla="*/ 2107683 w 3805936"/>
              <a:gd name="connsiteY471" fmla="*/ 759650 h 856262"/>
              <a:gd name="connsiteX472" fmla="*/ 2097093 w 3805936"/>
              <a:gd name="connsiteY472" fmla="*/ 759650 h 856262"/>
              <a:gd name="connsiteX473" fmla="*/ 2097093 w 3805936"/>
              <a:gd name="connsiteY473" fmla="*/ 669047 h 856262"/>
              <a:gd name="connsiteX474" fmla="*/ 2066499 w 3805936"/>
              <a:gd name="connsiteY474" fmla="*/ 669047 h 856262"/>
              <a:gd name="connsiteX475" fmla="*/ 2066499 w 3805936"/>
              <a:gd name="connsiteY475" fmla="*/ 659340 h 856262"/>
              <a:gd name="connsiteX476" fmla="*/ 2028553 w 3805936"/>
              <a:gd name="connsiteY476" fmla="*/ 649485 h 856262"/>
              <a:gd name="connsiteX477" fmla="*/ 2039143 w 3805936"/>
              <a:gd name="connsiteY477" fmla="*/ 649485 h 856262"/>
              <a:gd name="connsiteX478" fmla="*/ 2049733 w 3805936"/>
              <a:gd name="connsiteY478" fmla="*/ 649485 h 856262"/>
              <a:gd name="connsiteX479" fmla="*/ 2049733 w 3805936"/>
              <a:gd name="connsiteY479" fmla="*/ 759650 h 856262"/>
              <a:gd name="connsiteX480" fmla="*/ 2039290 w 3805936"/>
              <a:gd name="connsiteY480" fmla="*/ 759650 h 856262"/>
              <a:gd name="connsiteX481" fmla="*/ 2028553 w 3805936"/>
              <a:gd name="connsiteY481" fmla="*/ 759650 h 856262"/>
              <a:gd name="connsiteX482" fmla="*/ 1929713 w 3805936"/>
              <a:gd name="connsiteY482" fmla="*/ 649485 h 856262"/>
              <a:gd name="connsiteX483" fmla="*/ 2012080 w 3805936"/>
              <a:gd name="connsiteY483" fmla="*/ 649485 h 856262"/>
              <a:gd name="connsiteX484" fmla="*/ 2012080 w 3805936"/>
              <a:gd name="connsiteY484" fmla="*/ 659192 h 856262"/>
              <a:gd name="connsiteX485" fmla="*/ 2012080 w 3805936"/>
              <a:gd name="connsiteY485" fmla="*/ 669047 h 856262"/>
              <a:gd name="connsiteX486" fmla="*/ 1981487 w 3805936"/>
              <a:gd name="connsiteY486" fmla="*/ 669047 h 856262"/>
              <a:gd name="connsiteX487" fmla="*/ 1981487 w 3805936"/>
              <a:gd name="connsiteY487" fmla="*/ 759650 h 856262"/>
              <a:gd name="connsiteX488" fmla="*/ 1970897 w 3805936"/>
              <a:gd name="connsiteY488" fmla="*/ 759650 h 856262"/>
              <a:gd name="connsiteX489" fmla="*/ 1960307 w 3805936"/>
              <a:gd name="connsiteY489" fmla="*/ 759650 h 856262"/>
              <a:gd name="connsiteX490" fmla="*/ 1960307 w 3805936"/>
              <a:gd name="connsiteY490" fmla="*/ 669047 h 856262"/>
              <a:gd name="connsiteX491" fmla="*/ 1929713 w 3805936"/>
              <a:gd name="connsiteY491" fmla="*/ 669047 h 856262"/>
              <a:gd name="connsiteX492" fmla="*/ 1929713 w 3805936"/>
              <a:gd name="connsiteY492" fmla="*/ 659340 h 856262"/>
              <a:gd name="connsiteX493" fmla="*/ 1729826 w 3805936"/>
              <a:gd name="connsiteY493" fmla="*/ 649485 h 856262"/>
              <a:gd name="connsiteX494" fmla="*/ 1741005 w 3805936"/>
              <a:gd name="connsiteY494" fmla="*/ 649485 h 856262"/>
              <a:gd name="connsiteX495" fmla="*/ 1752036 w 3805936"/>
              <a:gd name="connsiteY495" fmla="*/ 649485 h 856262"/>
              <a:gd name="connsiteX496" fmla="*/ 1792778 w 3805936"/>
              <a:gd name="connsiteY496" fmla="*/ 726852 h 856262"/>
              <a:gd name="connsiteX497" fmla="*/ 1792778 w 3805936"/>
              <a:gd name="connsiteY497" fmla="*/ 649485 h 856262"/>
              <a:gd name="connsiteX498" fmla="*/ 1802633 w 3805936"/>
              <a:gd name="connsiteY498" fmla="*/ 649485 h 856262"/>
              <a:gd name="connsiteX499" fmla="*/ 1812635 w 3805936"/>
              <a:gd name="connsiteY499" fmla="*/ 649485 h 856262"/>
              <a:gd name="connsiteX500" fmla="*/ 1812635 w 3805936"/>
              <a:gd name="connsiteY500" fmla="*/ 759650 h 856262"/>
              <a:gd name="connsiteX501" fmla="*/ 1802045 w 3805936"/>
              <a:gd name="connsiteY501" fmla="*/ 759650 h 856262"/>
              <a:gd name="connsiteX502" fmla="*/ 1791455 w 3805936"/>
              <a:gd name="connsiteY502" fmla="*/ 759650 h 856262"/>
              <a:gd name="connsiteX503" fmla="*/ 1749683 w 3805936"/>
              <a:gd name="connsiteY503" fmla="*/ 680225 h 856262"/>
              <a:gd name="connsiteX504" fmla="*/ 1749683 w 3805936"/>
              <a:gd name="connsiteY504" fmla="*/ 759650 h 856262"/>
              <a:gd name="connsiteX505" fmla="*/ 1739828 w 3805936"/>
              <a:gd name="connsiteY505" fmla="*/ 759650 h 856262"/>
              <a:gd name="connsiteX506" fmla="*/ 1729826 w 3805936"/>
              <a:gd name="connsiteY506" fmla="*/ 759650 h 856262"/>
              <a:gd name="connsiteX507" fmla="*/ 1684378 w 3805936"/>
              <a:gd name="connsiteY507" fmla="*/ 649485 h 856262"/>
              <a:gd name="connsiteX508" fmla="*/ 1694821 w 3805936"/>
              <a:gd name="connsiteY508" fmla="*/ 649485 h 856262"/>
              <a:gd name="connsiteX509" fmla="*/ 1705558 w 3805936"/>
              <a:gd name="connsiteY509" fmla="*/ 649485 h 856262"/>
              <a:gd name="connsiteX510" fmla="*/ 1705558 w 3805936"/>
              <a:gd name="connsiteY510" fmla="*/ 759650 h 856262"/>
              <a:gd name="connsiteX511" fmla="*/ 1694968 w 3805936"/>
              <a:gd name="connsiteY511" fmla="*/ 759650 h 856262"/>
              <a:gd name="connsiteX512" fmla="*/ 1684378 w 3805936"/>
              <a:gd name="connsiteY512" fmla="*/ 759650 h 856262"/>
              <a:gd name="connsiteX513" fmla="*/ 1416980 w 3805936"/>
              <a:gd name="connsiteY513" fmla="*/ 649485 h 856262"/>
              <a:gd name="connsiteX514" fmla="*/ 1428012 w 3805936"/>
              <a:gd name="connsiteY514" fmla="*/ 649485 h 856262"/>
              <a:gd name="connsiteX515" fmla="*/ 1439190 w 3805936"/>
              <a:gd name="connsiteY515" fmla="*/ 649485 h 856262"/>
              <a:gd name="connsiteX516" fmla="*/ 1479785 w 3805936"/>
              <a:gd name="connsiteY516" fmla="*/ 726852 h 856262"/>
              <a:gd name="connsiteX517" fmla="*/ 1479785 w 3805936"/>
              <a:gd name="connsiteY517" fmla="*/ 649485 h 856262"/>
              <a:gd name="connsiteX518" fmla="*/ 1489639 w 3805936"/>
              <a:gd name="connsiteY518" fmla="*/ 649485 h 856262"/>
              <a:gd name="connsiteX519" fmla="*/ 1499640 w 3805936"/>
              <a:gd name="connsiteY519" fmla="*/ 649485 h 856262"/>
              <a:gd name="connsiteX520" fmla="*/ 1499640 w 3805936"/>
              <a:gd name="connsiteY520" fmla="*/ 759650 h 856262"/>
              <a:gd name="connsiteX521" fmla="*/ 1489052 w 3805936"/>
              <a:gd name="connsiteY521" fmla="*/ 759650 h 856262"/>
              <a:gd name="connsiteX522" fmla="*/ 1478462 w 3805936"/>
              <a:gd name="connsiteY522" fmla="*/ 759650 h 856262"/>
              <a:gd name="connsiteX523" fmla="*/ 1436689 w 3805936"/>
              <a:gd name="connsiteY523" fmla="*/ 680225 h 856262"/>
              <a:gd name="connsiteX524" fmla="*/ 1436689 w 3805936"/>
              <a:gd name="connsiteY524" fmla="*/ 759650 h 856262"/>
              <a:gd name="connsiteX525" fmla="*/ 1426835 w 3805936"/>
              <a:gd name="connsiteY525" fmla="*/ 759650 h 856262"/>
              <a:gd name="connsiteX526" fmla="*/ 1416980 w 3805936"/>
              <a:gd name="connsiteY526" fmla="*/ 759650 h 856262"/>
              <a:gd name="connsiteX527" fmla="*/ 1371385 w 3805936"/>
              <a:gd name="connsiteY527" fmla="*/ 649485 h 856262"/>
              <a:gd name="connsiteX528" fmla="*/ 1381975 w 3805936"/>
              <a:gd name="connsiteY528" fmla="*/ 649485 h 856262"/>
              <a:gd name="connsiteX529" fmla="*/ 1392565 w 3805936"/>
              <a:gd name="connsiteY529" fmla="*/ 649485 h 856262"/>
              <a:gd name="connsiteX530" fmla="*/ 1392565 w 3805936"/>
              <a:gd name="connsiteY530" fmla="*/ 759650 h 856262"/>
              <a:gd name="connsiteX531" fmla="*/ 1381975 w 3805936"/>
              <a:gd name="connsiteY531" fmla="*/ 759650 h 856262"/>
              <a:gd name="connsiteX532" fmla="*/ 1371385 w 3805936"/>
              <a:gd name="connsiteY532" fmla="*/ 759650 h 856262"/>
              <a:gd name="connsiteX533" fmla="*/ 1242246 w 3805936"/>
              <a:gd name="connsiteY533" fmla="*/ 649485 h 856262"/>
              <a:gd name="connsiteX534" fmla="*/ 1252836 w 3805936"/>
              <a:gd name="connsiteY534" fmla="*/ 649485 h 856262"/>
              <a:gd name="connsiteX535" fmla="*/ 1263426 w 3805936"/>
              <a:gd name="connsiteY535" fmla="*/ 649485 h 856262"/>
              <a:gd name="connsiteX536" fmla="*/ 1263426 w 3805936"/>
              <a:gd name="connsiteY536" fmla="*/ 759650 h 856262"/>
              <a:gd name="connsiteX537" fmla="*/ 1252983 w 3805936"/>
              <a:gd name="connsiteY537" fmla="*/ 759650 h 856262"/>
              <a:gd name="connsiteX538" fmla="*/ 1242246 w 3805936"/>
              <a:gd name="connsiteY538" fmla="*/ 759650 h 856262"/>
              <a:gd name="connsiteX539" fmla="*/ 1144141 w 3805936"/>
              <a:gd name="connsiteY539" fmla="*/ 649485 h 856262"/>
              <a:gd name="connsiteX540" fmla="*/ 1218712 w 3805936"/>
              <a:gd name="connsiteY540" fmla="*/ 649485 h 856262"/>
              <a:gd name="connsiteX541" fmla="*/ 1218712 w 3805936"/>
              <a:gd name="connsiteY541" fmla="*/ 659192 h 856262"/>
              <a:gd name="connsiteX542" fmla="*/ 1218712 w 3805936"/>
              <a:gd name="connsiteY542" fmla="*/ 669047 h 856262"/>
              <a:gd name="connsiteX543" fmla="*/ 1165321 w 3805936"/>
              <a:gd name="connsiteY543" fmla="*/ 669047 h 856262"/>
              <a:gd name="connsiteX544" fmla="*/ 1165321 w 3805936"/>
              <a:gd name="connsiteY544" fmla="*/ 692433 h 856262"/>
              <a:gd name="connsiteX545" fmla="*/ 1214888 w 3805936"/>
              <a:gd name="connsiteY545" fmla="*/ 692433 h 856262"/>
              <a:gd name="connsiteX546" fmla="*/ 1214888 w 3805936"/>
              <a:gd name="connsiteY546" fmla="*/ 701847 h 856262"/>
              <a:gd name="connsiteX547" fmla="*/ 1214888 w 3805936"/>
              <a:gd name="connsiteY547" fmla="*/ 711407 h 856262"/>
              <a:gd name="connsiteX548" fmla="*/ 1165321 w 3805936"/>
              <a:gd name="connsiteY548" fmla="*/ 711407 h 856262"/>
              <a:gd name="connsiteX549" fmla="*/ 1165321 w 3805936"/>
              <a:gd name="connsiteY549" fmla="*/ 740088 h 856262"/>
              <a:gd name="connsiteX550" fmla="*/ 1221066 w 3805936"/>
              <a:gd name="connsiteY550" fmla="*/ 740088 h 856262"/>
              <a:gd name="connsiteX551" fmla="*/ 1221066 w 3805936"/>
              <a:gd name="connsiteY551" fmla="*/ 749943 h 856262"/>
              <a:gd name="connsiteX552" fmla="*/ 1221066 w 3805936"/>
              <a:gd name="connsiteY552" fmla="*/ 759650 h 856262"/>
              <a:gd name="connsiteX553" fmla="*/ 1144141 w 3805936"/>
              <a:gd name="connsiteY553" fmla="*/ 759650 h 856262"/>
              <a:gd name="connsiteX554" fmla="*/ 1324932 w 3805936"/>
              <a:gd name="connsiteY554" fmla="*/ 649275 h 856262"/>
              <a:gd name="connsiteX555" fmla="*/ 1345965 w 3805936"/>
              <a:gd name="connsiteY555" fmla="*/ 649275 h 856262"/>
              <a:gd name="connsiteX556" fmla="*/ 1345965 w 3805936"/>
              <a:gd name="connsiteY556" fmla="*/ 728553 h 856262"/>
              <a:gd name="connsiteX557" fmla="*/ 1337728 w 3805936"/>
              <a:gd name="connsiteY557" fmla="*/ 753852 h 856262"/>
              <a:gd name="connsiteX558" fmla="*/ 1313312 w 3805936"/>
              <a:gd name="connsiteY558" fmla="*/ 762530 h 856262"/>
              <a:gd name="connsiteX559" fmla="*/ 1288162 w 3805936"/>
              <a:gd name="connsiteY559" fmla="*/ 752968 h 856262"/>
              <a:gd name="connsiteX560" fmla="*/ 1280661 w 3805936"/>
              <a:gd name="connsiteY560" fmla="*/ 723552 h 856262"/>
              <a:gd name="connsiteX561" fmla="*/ 1280661 w 3805936"/>
              <a:gd name="connsiteY561" fmla="*/ 717817 h 856262"/>
              <a:gd name="connsiteX562" fmla="*/ 1300810 w 3805936"/>
              <a:gd name="connsiteY562" fmla="*/ 717817 h 856262"/>
              <a:gd name="connsiteX563" fmla="*/ 1300810 w 3805936"/>
              <a:gd name="connsiteY563" fmla="*/ 724435 h 856262"/>
              <a:gd name="connsiteX564" fmla="*/ 1303605 w 3805936"/>
              <a:gd name="connsiteY564" fmla="*/ 739143 h 856262"/>
              <a:gd name="connsiteX565" fmla="*/ 1313165 w 3805936"/>
              <a:gd name="connsiteY565" fmla="*/ 743997 h 856262"/>
              <a:gd name="connsiteX566" fmla="*/ 1322137 w 3805936"/>
              <a:gd name="connsiteY566" fmla="*/ 740467 h 856262"/>
              <a:gd name="connsiteX567" fmla="*/ 1324932 w 3805936"/>
              <a:gd name="connsiteY567" fmla="*/ 728995 h 856262"/>
              <a:gd name="connsiteX568" fmla="*/ 1035913 w 3805936"/>
              <a:gd name="connsiteY568" fmla="*/ 649275 h 856262"/>
              <a:gd name="connsiteX569" fmla="*/ 1085480 w 3805936"/>
              <a:gd name="connsiteY569" fmla="*/ 649275 h 856262"/>
              <a:gd name="connsiteX570" fmla="*/ 1108425 w 3805936"/>
              <a:gd name="connsiteY570" fmla="*/ 656628 h 856262"/>
              <a:gd name="connsiteX571" fmla="*/ 1116810 w 3805936"/>
              <a:gd name="connsiteY571" fmla="*/ 677220 h 856262"/>
              <a:gd name="connsiteX572" fmla="*/ 1107395 w 3805936"/>
              <a:gd name="connsiteY572" fmla="*/ 697958 h 856262"/>
              <a:gd name="connsiteX573" fmla="*/ 1104013 w 3805936"/>
              <a:gd name="connsiteY573" fmla="*/ 700165 h 856262"/>
              <a:gd name="connsiteX574" fmla="*/ 1110485 w 3805936"/>
              <a:gd name="connsiteY574" fmla="*/ 703842 h 856262"/>
              <a:gd name="connsiteX575" fmla="*/ 1120192 w 3805936"/>
              <a:gd name="connsiteY575" fmla="*/ 725022 h 856262"/>
              <a:gd name="connsiteX576" fmla="*/ 1110485 w 3805936"/>
              <a:gd name="connsiteY576" fmla="*/ 750615 h 856262"/>
              <a:gd name="connsiteX577" fmla="*/ 1082392 w 3805936"/>
              <a:gd name="connsiteY577" fmla="*/ 759440 h 856262"/>
              <a:gd name="connsiteX578" fmla="*/ 1036355 w 3805936"/>
              <a:gd name="connsiteY578" fmla="*/ 759440 h 856262"/>
              <a:gd name="connsiteX579" fmla="*/ 2165513 w 3805936"/>
              <a:gd name="connsiteY579" fmla="*/ 649128 h 856262"/>
              <a:gd name="connsiteX580" fmla="*/ 2186693 w 3805936"/>
              <a:gd name="connsiteY580" fmla="*/ 649128 h 856262"/>
              <a:gd name="connsiteX581" fmla="*/ 2186693 w 3805936"/>
              <a:gd name="connsiteY581" fmla="*/ 718551 h 856262"/>
              <a:gd name="connsiteX582" fmla="*/ 2191693 w 3805936"/>
              <a:gd name="connsiteY582" fmla="*/ 736348 h 856262"/>
              <a:gd name="connsiteX583" fmla="*/ 2206401 w 3805936"/>
              <a:gd name="connsiteY583" fmla="*/ 742231 h 856262"/>
              <a:gd name="connsiteX584" fmla="*/ 2221109 w 3805936"/>
              <a:gd name="connsiteY584" fmla="*/ 736790 h 856262"/>
              <a:gd name="connsiteX585" fmla="*/ 2225669 w 3805936"/>
              <a:gd name="connsiteY585" fmla="*/ 718551 h 856262"/>
              <a:gd name="connsiteX586" fmla="*/ 2225669 w 3805936"/>
              <a:gd name="connsiteY586" fmla="*/ 649128 h 856262"/>
              <a:gd name="connsiteX587" fmla="*/ 2247438 w 3805936"/>
              <a:gd name="connsiteY587" fmla="*/ 649128 h 856262"/>
              <a:gd name="connsiteX588" fmla="*/ 2247438 w 3805936"/>
              <a:gd name="connsiteY588" fmla="*/ 717816 h 856262"/>
              <a:gd name="connsiteX589" fmla="*/ 2237876 w 3805936"/>
              <a:gd name="connsiteY589" fmla="*/ 751939 h 856262"/>
              <a:gd name="connsiteX590" fmla="*/ 2206548 w 3805936"/>
              <a:gd name="connsiteY590" fmla="*/ 762383 h 856262"/>
              <a:gd name="connsiteX591" fmla="*/ 2175661 w 3805936"/>
              <a:gd name="connsiteY591" fmla="*/ 751498 h 856262"/>
              <a:gd name="connsiteX592" fmla="*/ 2165513 w 3805936"/>
              <a:gd name="connsiteY592" fmla="*/ 717816 h 856262"/>
              <a:gd name="connsiteX593" fmla="*/ 3526982 w 3805936"/>
              <a:gd name="connsiteY593" fmla="*/ 646699 h 856262"/>
              <a:gd name="connsiteX594" fmla="*/ 3561404 w 3805936"/>
              <a:gd name="connsiteY594" fmla="*/ 658759 h 856262"/>
              <a:gd name="connsiteX595" fmla="*/ 3565155 w 3805936"/>
              <a:gd name="connsiteY595" fmla="*/ 662512 h 856262"/>
              <a:gd name="connsiteX596" fmla="*/ 3578393 w 3805936"/>
              <a:gd name="connsiteY596" fmla="*/ 705313 h 856262"/>
              <a:gd name="connsiteX597" fmla="*/ 3565155 w 3805936"/>
              <a:gd name="connsiteY597" fmla="*/ 747231 h 856262"/>
              <a:gd name="connsiteX598" fmla="*/ 3496989 w 3805936"/>
              <a:gd name="connsiteY598" fmla="*/ 750107 h 856262"/>
              <a:gd name="connsiteX599" fmla="*/ 3494113 w 3805936"/>
              <a:gd name="connsiteY599" fmla="*/ 747231 h 856262"/>
              <a:gd name="connsiteX600" fmla="*/ 3480875 w 3805936"/>
              <a:gd name="connsiteY600" fmla="*/ 705313 h 856262"/>
              <a:gd name="connsiteX601" fmla="*/ 3494113 w 3805936"/>
              <a:gd name="connsiteY601" fmla="*/ 662512 h 856262"/>
              <a:gd name="connsiteX602" fmla="*/ 3526982 w 3805936"/>
              <a:gd name="connsiteY602" fmla="*/ 646699 h 856262"/>
              <a:gd name="connsiteX603" fmla="*/ 3319566 w 3805936"/>
              <a:gd name="connsiteY603" fmla="*/ 646689 h 856262"/>
              <a:gd name="connsiteX604" fmla="*/ 3354081 w 3805936"/>
              <a:gd name="connsiteY604" fmla="*/ 658826 h 856262"/>
              <a:gd name="connsiteX605" fmla="*/ 3357767 w 3805936"/>
              <a:gd name="connsiteY605" fmla="*/ 662512 h 856262"/>
              <a:gd name="connsiteX606" fmla="*/ 3370859 w 3805936"/>
              <a:gd name="connsiteY606" fmla="*/ 705314 h 856262"/>
              <a:gd name="connsiteX607" fmla="*/ 3357767 w 3805936"/>
              <a:gd name="connsiteY607" fmla="*/ 747234 h 856262"/>
              <a:gd name="connsiteX608" fmla="*/ 3289392 w 3805936"/>
              <a:gd name="connsiteY608" fmla="*/ 750044 h 856262"/>
              <a:gd name="connsiteX609" fmla="*/ 3286580 w 3805936"/>
              <a:gd name="connsiteY609" fmla="*/ 747234 h 856262"/>
              <a:gd name="connsiteX610" fmla="*/ 3286579 w 3805936"/>
              <a:gd name="connsiteY610" fmla="*/ 747234 h 856262"/>
              <a:gd name="connsiteX611" fmla="*/ 3273489 w 3805936"/>
              <a:gd name="connsiteY611" fmla="*/ 705314 h 856262"/>
              <a:gd name="connsiteX612" fmla="*/ 3286579 w 3805936"/>
              <a:gd name="connsiteY612" fmla="*/ 662512 h 856262"/>
              <a:gd name="connsiteX613" fmla="*/ 3319566 w 3805936"/>
              <a:gd name="connsiteY613" fmla="*/ 646689 h 856262"/>
              <a:gd name="connsiteX614" fmla="*/ 2552527 w 3805936"/>
              <a:gd name="connsiteY614" fmla="*/ 646689 h 856262"/>
              <a:gd name="connsiteX615" fmla="*/ 2587042 w 3805936"/>
              <a:gd name="connsiteY615" fmla="*/ 658826 h 856262"/>
              <a:gd name="connsiteX616" fmla="*/ 2590728 w 3805936"/>
              <a:gd name="connsiteY616" fmla="*/ 662512 h 856262"/>
              <a:gd name="connsiteX617" fmla="*/ 2603820 w 3805936"/>
              <a:gd name="connsiteY617" fmla="*/ 705314 h 856262"/>
              <a:gd name="connsiteX618" fmla="*/ 2590728 w 3805936"/>
              <a:gd name="connsiteY618" fmla="*/ 747234 h 856262"/>
              <a:gd name="connsiteX619" fmla="*/ 2522353 w 3805936"/>
              <a:gd name="connsiteY619" fmla="*/ 750044 h 856262"/>
              <a:gd name="connsiteX620" fmla="*/ 2519541 w 3805936"/>
              <a:gd name="connsiteY620" fmla="*/ 747234 h 856262"/>
              <a:gd name="connsiteX621" fmla="*/ 2519540 w 3805936"/>
              <a:gd name="connsiteY621" fmla="*/ 747234 h 856262"/>
              <a:gd name="connsiteX622" fmla="*/ 2506450 w 3805936"/>
              <a:gd name="connsiteY622" fmla="*/ 705314 h 856262"/>
              <a:gd name="connsiteX623" fmla="*/ 2519540 w 3805936"/>
              <a:gd name="connsiteY623" fmla="*/ 662512 h 856262"/>
              <a:gd name="connsiteX624" fmla="*/ 2552527 w 3805936"/>
              <a:gd name="connsiteY624" fmla="*/ 646689 h 856262"/>
              <a:gd name="connsiteX625" fmla="*/ 3646050 w 3805936"/>
              <a:gd name="connsiteY625" fmla="*/ 646626 h 856262"/>
              <a:gd name="connsiteX626" fmla="*/ 3676497 w 3805936"/>
              <a:gd name="connsiteY626" fmla="*/ 656628 h 856262"/>
              <a:gd name="connsiteX627" fmla="*/ 3690470 w 3805936"/>
              <a:gd name="connsiteY627" fmla="*/ 683691 h 856262"/>
              <a:gd name="connsiteX628" fmla="*/ 3669732 w 3805936"/>
              <a:gd name="connsiteY628" fmla="*/ 683691 h 856262"/>
              <a:gd name="connsiteX629" fmla="*/ 3662230 w 3805936"/>
              <a:gd name="connsiteY629" fmla="*/ 671190 h 856262"/>
              <a:gd name="connsiteX630" fmla="*/ 3647522 w 3805936"/>
              <a:gd name="connsiteY630" fmla="*/ 665748 h 856262"/>
              <a:gd name="connsiteX631" fmla="*/ 3625900 w 3805936"/>
              <a:gd name="connsiteY631" fmla="*/ 676043 h 856262"/>
              <a:gd name="connsiteX632" fmla="*/ 3625900 w 3805936"/>
              <a:gd name="connsiteY632" fmla="*/ 733405 h 856262"/>
              <a:gd name="connsiteX633" fmla="*/ 3647817 w 3805936"/>
              <a:gd name="connsiteY633" fmla="*/ 743259 h 856262"/>
              <a:gd name="connsiteX634" fmla="*/ 3666937 w 3805936"/>
              <a:gd name="connsiteY634" fmla="*/ 732964 h 856262"/>
              <a:gd name="connsiteX635" fmla="*/ 3672525 w 3805936"/>
              <a:gd name="connsiteY635" fmla="*/ 719433 h 856262"/>
              <a:gd name="connsiteX636" fmla="*/ 3648698 w 3805936"/>
              <a:gd name="connsiteY636" fmla="*/ 719433 h 856262"/>
              <a:gd name="connsiteX637" fmla="*/ 3648698 w 3805936"/>
              <a:gd name="connsiteY637" fmla="*/ 700459 h 856262"/>
              <a:gd name="connsiteX638" fmla="*/ 3691205 w 3805936"/>
              <a:gd name="connsiteY638" fmla="*/ 700459 h 856262"/>
              <a:gd name="connsiteX639" fmla="*/ 3691205 w 3805936"/>
              <a:gd name="connsiteY639" fmla="*/ 759293 h 856262"/>
              <a:gd name="connsiteX640" fmla="*/ 3676497 w 3805936"/>
              <a:gd name="connsiteY640" fmla="*/ 759293 h 856262"/>
              <a:gd name="connsiteX641" fmla="*/ 3674438 w 3805936"/>
              <a:gd name="connsiteY641" fmla="*/ 744584 h 856262"/>
              <a:gd name="connsiteX642" fmla="*/ 3674143 w 3805936"/>
              <a:gd name="connsiteY642" fmla="*/ 747231 h 856262"/>
              <a:gd name="connsiteX643" fmla="*/ 3644727 w 3805936"/>
              <a:gd name="connsiteY643" fmla="*/ 762823 h 856262"/>
              <a:gd name="connsiteX644" fmla="*/ 3644727 w 3805936"/>
              <a:gd name="connsiteY644" fmla="*/ 761939 h 856262"/>
              <a:gd name="connsiteX645" fmla="*/ 3609427 w 3805936"/>
              <a:gd name="connsiteY645" fmla="*/ 747231 h 856262"/>
              <a:gd name="connsiteX646" fmla="*/ 3609427 w 3805936"/>
              <a:gd name="connsiteY646" fmla="*/ 662511 h 856262"/>
              <a:gd name="connsiteX647" fmla="*/ 3646050 w 3805936"/>
              <a:gd name="connsiteY647" fmla="*/ 646626 h 856262"/>
              <a:gd name="connsiteX648" fmla="*/ 2998443 w 3805936"/>
              <a:gd name="connsiteY648" fmla="*/ 646333 h 856262"/>
              <a:gd name="connsiteX649" fmla="*/ 3027859 w 3805936"/>
              <a:gd name="connsiteY649" fmla="*/ 656923 h 856262"/>
              <a:gd name="connsiteX650" fmla="*/ 3042568 w 3805936"/>
              <a:gd name="connsiteY650" fmla="*/ 685603 h 856262"/>
              <a:gd name="connsiteX651" fmla="*/ 3021388 w 3805936"/>
              <a:gd name="connsiteY651" fmla="*/ 685603 h 856262"/>
              <a:gd name="connsiteX652" fmla="*/ 3014328 w 3805936"/>
              <a:gd name="connsiteY652" fmla="*/ 670895 h 856262"/>
              <a:gd name="connsiteX653" fmla="*/ 2999619 w 3805936"/>
              <a:gd name="connsiteY653" fmla="*/ 665600 h 856262"/>
              <a:gd name="connsiteX654" fmla="*/ 2981088 w 3805936"/>
              <a:gd name="connsiteY654" fmla="*/ 675897 h 856262"/>
              <a:gd name="connsiteX655" fmla="*/ 2974468 w 3805936"/>
              <a:gd name="connsiteY655" fmla="*/ 704283 h 856262"/>
              <a:gd name="connsiteX656" fmla="*/ 2981088 w 3805936"/>
              <a:gd name="connsiteY656" fmla="*/ 731935 h 856262"/>
              <a:gd name="connsiteX657" fmla="*/ 3012533 w 3805936"/>
              <a:gd name="connsiteY657" fmla="*/ 738036 h 856262"/>
              <a:gd name="connsiteX658" fmla="*/ 3015063 w 3805936"/>
              <a:gd name="connsiteY658" fmla="*/ 736053 h 856262"/>
              <a:gd name="connsiteX659" fmla="*/ 3022123 w 3805936"/>
              <a:gd name="connsiteY659" fmla="*/ 720315 h 856262"/>
              <a:gd name="connsiteX660" fmla="*/ 3041686 w 3805936"/>
              <a:gd name="connsiteY660" fmla="*/ 720903 h 856262"/>
              <a:gd name="connsiteX661" fmla="*/ 3027859 w 3805936"/>
              <a:gd name="connsiteY661" fmla="*/ 751203 h 856262"/>
              <a:gd name="connsiteX662" fmla="*/ 2998443 w 3805936"/>
              <a:gd name="connsiteY662" fmla="*/ 762528 h 856262"/>
              <a:gd name="connsiteX663" fmla="*/ 2964466 w 3805936"/>
              <a:gd name="connsiteY663" fmla="*/ 746938 h 856262"/>
              <a:gd name="connsiteX664" fmla="*/ 2951818 w 3805936"/>
              <a:gd name="connsiteY664" fmla="*/ 705018 h 856262"/>
              <a:gd name="connsiteX665" fmla="*/ 2964466 w 3805936"/>
              <a:gd name="connsiteY665" fmla="*/ 662218 h 856262"/>
              <a:gd name="connsiteX666" fmla="*/ 2998443 w 3805936"/>
              <a:gd name="connsiteY666" fmla="*/ 646333 h 856262"/>
              <a:gd name="connsiteX667" fmla="*/ 1874874 w 3805936"/>
              <a:gd name="connsiteY667" fmla="*/ 646332 h 856262"/>
              <a:gd name="connsiteX668" fmla="*/ 1902674 w 3805936"/>
              <a:gd name="connsiteY668" fmla="*/ 656040 h 856262"/>
              <a:gd name="connsiteX669" fmla="*/ 1914441 w 3805936"/>
              <a:gd name="connsiteY669" fmla="*/ 682369 h 856262"/>
              <a:gd name="connsiteX670" fmla="*/ 1892966 w 3805936"/>
              <a:gd name="connsiteY670" fmla="*/ 682369 h 856262"/>
              <a:gd name="connsiteX671" fmla="*/ 1886641 w 3805936"/>
              <a:gd name="connsiteY671" fmla="*/ 669865 h 856262"/>
              <a:gd name="connsiteX672" fmla="*/ 1871933 w 3805936"/>
              <a:gd name="connsiteY672" fmla="*/ 665307 h 856262"/>
              <a:gd name="connsiteX673" fmla="*/ 1859431 w 3805936"/>
              <a:gd name="connsiteY673" fmla="*/ 669130 h 856262"/>
              <a:gd name="connsiteX674" fmla="*/ 1854871 w 3805936"/>
              <a:gd name="connsiteY674" fmla="*/ 679867 h 856262"/>
              <a:gd name="connsiteX675" fmla="*/ 1859578 w 3805936"/>
              <a:gd name="connsiteY675" fmla="*/ 687515 h 856262"/>
              <a:gd name="connsiteX676" fmla="*/ 1879581 w 3805936"/>
              <a:gd name="connsiteY676" fmla="*/ 693840 h 856262"/>
              <a:gd name="connsiteX677" fmla="*/ 1908998 w 3805936"/>
              <a:gd name="connsiteY677" fmla="*/ 706342 h 856262"/>
              <a:gd name="connsiteX678" fmla="*/ 1916352 w 3805936"/>
              <a:gd name="connsiteY678" fmla="*/ 728699 h 856262"/>
              <a:gd name="connsiteX679" fmla="*/ 1905173 w 3805936"/>
              <a:gd name="connsiteY679" fmla="*/ 753409 h 856262"/>
              <a:gd name="connsiteX680" fmla="*/ 1874728 w 3805936"/>
              <a:gd name="connsiteY680" fmla="*/ 762529 h 856262"/>
              <a:gd name="connsiteX681" fmla="*/ 1845311 w 3805936"/>
              <a:gd name="connsiteY681" fmla="*/ 752820 h 856262"/>
              <a:gd name="connsiteX682" fmla="*/ 1833691 w 3805936"/>
              <a:gd name="connsiteY682" fmla="*/ 725315 h 856262"/>
              <a:gd name="connsiteX683" fmla="*/ 1854136 w 3805936"/>
              <a:gd name="connsiteY683" fmla="*/ 725317 h 856262"/>
              <a:gd name="connsiteX684" fmla="*/ 1860019 w 3805936"/>
              <a:gd name="connsiteY684" fmla="*/ 738849 h 856262"/>
              <a:gd name="connsiteX685" fmla="*/ 1874728 w 3805936"/>
              <a:gd name="connsiteY685" fmla="*/ 743555 h 856262"/>
              <a:gd name="connsiteX686" fmla="*/ 1890613 w 3805936"/>
              <a:gd name="connsiteY686" fmla="*/ 740025 h 856262"/>
              <a:gd name="connsiteX687" fmla="*/ 1896349 w 3805936"/>
              <a:gd name="connsiteY687" fmla="*/ 730170 h 856262"/>
              <a:gd name="connsiteX688" fmla="*/ 1892231 w 3805936"/>
              <a:gd name="connsiteY688" fmla="*/ 720904 h 856262"/>
              <a:gd name="connsiteX689" fmla="*/ 1875021 w 3805936"/>
              <a:gd name="connsiteY689" fmla="*/ 714874 h 856262"/>
              <a:gd name="connsiteX690" fmla="*/ 1842811 w 3805936"/>
              <a:gd name="connsiteY690" fmla="*/ 702224 h 856262"/>
              <a:gd name="connsiteX691" fmla="*/ 1834721 w 3805936"/>
              <a:gd name="connsiteY691" fmla="*/ 681192 h 856262"/>
              <a:gd name="connsiteX692" fmla="*/ 1845458 w 3805936"/>
              <a:gd name="connsiteY692" fmla="*/ 655745 h 856262"/>
              <a:gd name="connsiteX693" fmla="*/ 1874874 w 3805936"/>
              <a:gd name="connsiteY693" fmla="*/ 646332 h 856262"/>
              <a:gd name="connsiteX694" fmla="*/ 1565835 w 3805936"/>
              <a:gd name="connsiteY694" fmla="*/ 645928 h 856262"/>
              <a:gd name="connsiteX695" fmla="*/ 1600418 w 3805936"/>
              <a:gd name="connsiteY695" fmla="*/ 655746 h 856262"/>
              <a:gd name="connsiteX696" fmla="*/ 1614391 w 3805936"/>
              <a:gd name="connsiteY696" fmla="*/ 682810 h 856262"/>
              <a:gd name="connsiteX697" fmla="*/ 1593211 w 3805936"/>
              <a:gd name="connsiteY697" fmla="*/ 682810 h 856262"/>
              <a:gd name="connsiteX698" fmla="*/ 1585857 w 3805936"/>
              <a:gd name="connsiteY698" fmla="*/ 670308 h 856262"/>
              <a:gd name="connsiteX699" fmla="*/ 1571148 w 3805936"/>
              <a:gd name="connsiteY699" fmla="*/ 664865 h 856262"/>
              <a:gd name="connsiteX700" fmla="*/ 1549528 w 3805936"/>
              <a:gd name="connsiteY700" fmla="*/ 675161 h 856262"/>
              <a:gd name="connsiteX701" fmla="*/ 1541732 w 3805936"/>
              <a:gd name="connsiteY701" fmla="*/ 704578 h 856262"/>
              <a:gd name="connsiteX702" fmla="*/ 1549233 w 3805936"/>
              <a:gd name="connsiteY702" fmla="*/ 733111 h 856262"/>
              <a:gd name="connsiteX703" fmla="*/ 1571148 w 3805936"/>
              <a:gd name="connsiteY703" fmla="*/ 742966 h 856262"/>
              <a:gd name="connsiteX704" fmla="*/ 1590270 w 3805936"/>
              <a:gd name="connsiteY704" fmla="*/ 732671 h 856262"/>
              <a:gd name="connsiteX705" fmla="*/ 1595858 w 3805936"/>
              <a:gd name="connsiteY705" fmla="*/ 719139 h 856262"/>
              <a:gd name="connsiteX706" fmla="*/ 1572032 w 3805936"/>
              <a:gd name="connsiteY706" fmla="*/ 719139 h 856262"/>
              <a:gd name="connsiteX707" fmla="*/ 1572032 w 3805936"/>
              <a:gd name="connsiteY707" fmla="*/ 700165 h 856262"/>
              <a:gd name="connsiteX708" fmla="*/ 1614980 w 3805936"/>
              <a:gd name="connsiteY708" fmla="*/ 700165 h 856262"/>
              <a:gd name="connsiteX709" fmla="*/ 1614980 w 3805936"/>
              <a:gd name="connsiteY709" fmla="*/ 758998 h 856262"/>
              <a:gd name="connsiteX710" fmla="*/ 1600271 w 3805936"/>
              <a:gd name="connsiteY710" fmla="*/ 758998 h 856262"/>
              <a:gd name="connsiteX711" fmla="*/ 1598211 w 3805936"/>
              <a:gd name="connsiteY711" fmla="*/ 744289 h 856262"/>
              <a:gd name="connsiteX712" fmla="*/ 1597036 w 3805936"/>
              <a:gd name="connsiteY712" fmla="*/ 746054 h 856262"/>
              <a:gd name="connsiteX713" fmla="*/ 1567620 w 3805936"/>
              <a:gd name="connsiteY713" fmla="*/ 761646 h 856262"/>
              <a:gd name="connsiteX714" fmla="*/ 1568648 w 3805936"/>
              <a:gd name="connsiteY714" fmla="*/ 761939 h 856262"/>
              <a:gd name="connsiteX715" fmla="*/ 1533495 w 3805936"/>
              <a:gd name="connsiteY715" fmla="*/ 746349 h 856262"/>
              <a:gd name="connsiteX716" fmla="*/ 1533495 w 3805936"/>
              <a:gd name="connsiteY716" fmla="*/ 661630 h 856262"/>
              <a:gd name="connsiteX717" fmla="*/ 1565835 w 3805936"/>
              <a:gd name="connsiteY717" fmla="*/ 645928 h 856262"/>
              <a:gd name="connsiteX718" fmla="*/ 692865 w 3805936"/>
              <a:gd name="connsiteY718" fmla="*/ 645867 h 856262"/>
              <a:gd name="connsiteX719" fmla="*/ 690208 w 3805936"/>
              <a:gd name="connsiteY719" fmla="*/ 648862 h 856262"/>
              <a:gd name="connsiteX720" fmla="*/ 687508 w 3805936"/>
              <a:gd name="connsiteY720" fmla="*/ 651815 h 856262"/>
              <a:gd name="connsiteX721" fmla="*/ 699110 w 3805936"/>
              <a:gd name="connsiteY721" fmla="*/ 662278 h 856262"/>
              <a:gd name="connsiteX722" fmla="*/ 689111 w 3805936"/>
              <a:gd name="connsiteY722" fmla="*/ 673416 h 856262"/>
              <a:gd name="connsiteX723" fmla="*/ 677509 w 3805936"/>
              <a:gd name="connsiteY723" fmla="*/ 662953 h 856262"/>
              <a:gd name="connsiteX724" fmla="*/ 674809 w 3805936"/>
              <a:gd name="connsiteY724" fmla="*/ 665949 h 856262"/>
              <a:gd name="connsiteX725" fmla="*/ 672151 w 3805936"/>
              <a:gd name="connsiteY725" fmla="*/ 668902 h 856262"/>
              <a:gd name="connsiteX726" fmla="*/ 703033 w 3805936"/>
              <a:gd name="connsiteY726" fmla="*/ 696873 h 856262"/>
              <a:gd name="connsiteX727" fmla="*/ 705691 w 3805936"/>
              <a:gd name="connsiteY727" fmla="*/ 693878 h 856262"/>
              <a:gd name="connsiteX728" fmla="*/ 708391 w 3805936"/>
              <a:gd name="connsiteY728" fmla="*/ 690924 h 856262"/>
              <a:gd name="connsiteX729" fmla="*/ 694342 w 3805936"/>
              <a:gd name="connsiteY729" fmla="*/ 678268 h 856262"/>
              <a:gd name="connsiteX730" fmla="*/ 704383 w 3805936"/>
              <a:gd name="connsiteY730" fmla="*/ 667130 h 856262"/>
              <a:gd name="connsiteX731" fmla="*/ 718390 w 3805936"/>
              <a:gd name="connsiteY731" fmla="*/ 679786 h 856262"/>
              <a:gd name="connsiteX732" fmla="*/ 721090 w 3805936"/>
              <a:gd name="connsiteY732" fmla="*/ 676791 h 856262"/>
              <a:gd name="connsiteX733" fmla="*/ 723832 w 3805936"/>
              <a:gd name="connsiteY733" fmla="*/ 673753 h 856262"/>
              <a:gd name="connsiteX734" fmla="*/ 427625 w 3805936"/>
              <a:gd name="connsiteY734" fmla="*/ 625026 h 856262"/>
              <a:gd name="connsiteX735" fmla="*/ 430705 w 3805936"/>
              <a:gd name="connsiteY735" fmla="*/ 628908 h 856262"/>
              <a:gd name="connsiteX736" fmla="*/ 434080 w 3805936"/>
              <a:gd name="connsiteY736" fmla="*/ 632156 h 856262"/>
              <a:gd name="connsiteX737" fmla="*/ 433152 w 3805936"/>
              <a:gd name="connsiteY737" fmla="*/ 633169 h 856262"/>
              <a:gd name="connsiteX738" fmla="*/ 433152 w 3805936"/>
              <a:gd name="connsiteY738" fmla="*/ 659157 h 856262"/>
              <a:gd name="connsiteX739" fmla="*/ 446231 w 3805936"/>
              <a:gd name="connsiteY739" fmla="*/ 661435 h 856262"/>
              <a:gd name="connsiteX740" fmla="*/ 456398 w 3805936"/>
              <a:gd name="connsiteY740" fmla="*/ 667637 h 856262"/>
              <a:gd name="connsiteX741" fmla="*/ 466270 w 3805936"/>
              <a:gd name="connsiteY741" fmla="*/ 670379 h 856262"/>
              <a:gd name="connsiteX742" fmla="*/ 471291 w 3805936"/>
              <a:gd name="connsiteY742" fmla="*/ 675273 h 856262"/>
              <a:gd name="connsiteX743" fmla="*/ 476902 w 3805936"/>
              <a:gd name="connsiteY743" fmla="*/ 675779 h 856262"/>
              <a:gd name="connsiteX744" fmla="*/ 484749 w 3805936"/>
              <a:gd name="connsiteY744" fmla="*/ 681643 h 856262"/>
              <a:gd name="connsiteX745" fmla="*/ 490824 w 3805936"/>
              <a:gd name="connsiteY745" fmla="*/ 685398 h 856262"/>
              <a:gd name="connsiteX746" fmla="*/ 493861 w 3805936"/>
              <a:gd name="connsiteY746" fmla="*/ 689195 h 856262"/>
              <a:gd name="connsiteX747" fmla="*/ 499515 w 3805936"/>
              <a:gd name="connsiteY747" fmla="*/ 691473 h 856262"/>
              <a:gd name="connsiteX748" fmla="*/ 505927 w 3805936"/>
              <a:gd name="connsiteY748" fmla="*/ 692233 h 856262"/>
              <a:gd name="connsiteX749" fmla="*/ 514365 w 3805936"/>
              <a:gd name="connsiteY749" fmla="*/ 695608 h 856262"/>
              <a:gd name="connsiteX750" fmla="*/ 526558 w 3805936"/>
              <a:gd name="connsiteY750" fmla="*/ 702400 h 856262"/>
              <a:gd name="connsiteX751" fmla="*/ 550226 w 3805936"/>
              <a:gd name="connsiteY751" fmla="*/ 706408 h 856262"/>
              <a:gd name="connsiteX752" fmla="*/ 308273 w 3805936"/>
              <a:gd name="connsiteY752" fmla="*/ 706661 h 856262"/>
              <a:gd name="connsiteX753" fmla="*/ 337173 w 3805936"/>
              <a:gd name="connsiteY753" fmla="*/ 703286 h 856262"/>
              <a:gd name="connsiteX754" fmla="*/ 349829 w 3805936"/>
              <a:gd name="connsiteY754" fmla="*/ 696494 h 856262"/>
              <a:gd name="connsiteX755" fmla="*/ 356622 w 3805936"/>
              <a:gd name="connsiteY755" fmla="*/ 690081 h 856262"/>
              <a:gd name="connsiteX756" fmla="*/ 363414 w 3805936"/>
              <a:gd name="connsiteY756" fmla="*/ 686664 h 856262"/>
              <a:gd name="connsiteX757" fmla="*/ 369489 w 3805936"/>
              <a:gd name="connsiteY757" fmla="*/ 683247 h 856262"/>
              <a:gd name="connsiteX758" fmla="*/ 374763 w 3805936"/>
              <a:gd name="connsiteY758" fmla="*/ 676454 h 856262"/>
              <a:gd name="connsiteX759" fmla="*/ 382694 w 3805936"/>
              <a:gd name="connsiteY759" fmla="*/ 673417 h 856262"/>
              <a:gd name="connsiteX760" fmla="*/ 390246 w 3805936"/>
              <a:gd name="connsiteY760" fmla="*/ 668143 h 856262"/>
              <a:gd name="connsiteX761" fmla="*/ 400076 w 3805936"/>
              <a:gd name="connsiteY761" fmla="*/ 665485 h 856262"/>
              <a:gd name="connsiteX762" fmla="*/ 408767 w 3805936"/>
              <a:gd name="connsiteY762" fmla="*/ 660212 h 856262"/>
              <a:gd name="connsiteX763" fmla="*/ 422563 w 3805936"/>
              <a:gd name="connsiteY763" fmla="*/ 659537 h 856262"/>
              <a:gd name="connsiteX764" fmla="*/ 422563 w 3805936"/>
              <a:gd name="connsiteY764" fmla="*/ 633717 h 856262"/>
              <a:gd name="connsiteX765" fmla="*/ 421297 w 3805936"/>
              <a:gd name="connsiteY765" fmla="*/ 632536 h 856262"/>
              <a:gd name="connsiteX766" fmla="*/ 424630 w 3805936"/>
              <a:gd name="connsiteY766" fmla="*/ 628908 h 856262"/>
              <a:gd name="connsiteX767" fmla="*/ 427625 w 3805936"/>
              <a:gd name="connsiteY767" fmla="*/ 625026 h 856262"/>
              <a:gd name="connsiteX768" fmla="*/ 718348 w 3805936"/>
              <a:gd name="connsiteY768" fmla="*/ 611019 h 856262"/>
              <a:gd name="connsiteX769" fmla="*/ 716196 w 3805936"/>
              <a:gd name="connsiteY769" fmla="*/ 614099 h 856262"/>
              <a:gd name="connsiteX770" fmla="*/ 714044 w 3805936"/>
              <a:gd name="connsiteY770" fmla="*/ 617178 h 856262"/>
              <a:gd name="connsiteX771" fmla="*/ 738007 w 3805936"/>
              <a:gd name="connsiteY771" fmla="*/ 634054 h 856262"/>
              <a:gd name="connsiteX772" fmla="*/ 705227 w 3805936"/>
              <a:gd name="connsiteY772" fmla="*/ 629835 h 856262"/>
              <a:gd name="connsiteX773" fmla="*/ 702822 w 3805936"/>
              <a:gd name="connsiteY773" fmla="*/ 633295 h 856262"/>
              <a:gd name="connsiteX774" fmla="*/ 700417 w 3805936"/>
              <a:gd name="connsiteY774" fmla="*/ 636712 h 856262"/>
              <a:gd name="connsiteX775" fmla="*/ 734548 w 3805936"/>
              <a:gd name="connsiteY775" fmla="*/ 660633 h 856262"/>
              <a:gd name="connsiteX776" fmla="*/ 736700 w 3805936"/>
              <a:gd name="connsiteY776" fmla="*/ 657553 h 856262"/>
              <a:gd name="connsiteX777" fmla="*/ 738809 w 3805936"/>
              <a:gd name="connsiteY777" fmla="*/ 654473 h 856262"/>
              <a:gd name="connsiteX778" fmla="*/ 714213 w 3805936"/>
              <a:gd name="connsiteY778" fmla="*/ 637260 h 856262"/>
              <a:gd name="connsiteX779" fmla="*/ 747964 w 3805936"/>
              <a:gd name="connsiteY779" fmla="*/ 641479 h 856262"/>
              <a:gd name="connsiteX780" fmla="*/ 750285 w 3805936"/>
              <a:gd name="connsiteY780" fmla="*/ 638188 h 856262"/>
              <a:gd name="connsiteX781" fmla="*/ 752478 w 3805936"/>
              <a:gd name="connsiteY781" fmla="*/ 634940 h 856262"/>
              <a:gd name="connsiteX782" fmla="*/ 129688 w 3805936"/>
              <a:gd name="connsiteY782" fmla="*/ 607349 h 856262"/>
              <a:gd name="connsiteX783" fmla="*/ 102688 w 3805936"/>
              <a:gd name="connsiteY783" fmla="*/ 624646 h 856262"/>
              <a:gd name="connsiteX784" fmla="*/ 105008 w 3805936"/>
              <a:gd name="connsiteY784" fmla="*/ 638948 h 856262"/>
              <a:gd name="connsiteX785" fmla="*/ 115893 w 3805936"/>
              <a:gd name="connsiteY785" fmla="*/ 644939 h 856262"/>
              <a:gd name="connsiteX786" fmla="*/ 116694 w 3805936"/>
              <a:gd name="connsiteY786" fmla="*/ 644939 h 856262"/>
              <a:gd name="connsiteX787" fmla="*/ 112475 w 3805936"/>
              <a:gd name="connsiteY787" fmla="*/ 648525 h 856262"/>
              <a:gd name="connsiteX788" fmla="*/ 115386 w 3805936"/>
              <a:gd name="connsiteY788" fmla="*/ 653039 h 856262"/>
              <a:gd name="connsiteX789" fmla="*/ 134245 w 3805936"/>
              <a:gd name="connsiteY789" fmla="*/ 640804 h 856262"/>
              <a:gd name="connsiteX790" fmla="*/ 125512 w 3805936"/>
              <a:gd name="connsiteY790" fmla="*/ 627304 h 856262"/>
              <a:gd name="connsiteX791" fmla="*/ 119479 w 3805936"/>
              <a:gd name="connsiteY791" fmla="*/ 631227 h 856262"/>
              <a:gd name="connsiteX792" fmla="*/ 124162 w 3805936"/>
              <a:gd name="connsiteY792" fmla="*/ 638948 h 856262"/>
              <a:gd name="connsiteX793" fmla="*/ 118719 w 3805936"/>
              <a:gd name="connsiteY793" fmla="*/ 640003 h 856262"/>
              <a:gd name="connsiteX794" fmla="*/ 111547 w 3805936"/>
              <a:gd name="connsiteY794" fmla="*/ 636037 h 856262"/>
              <a:gd name="connsiteX795" fmla="*/ 110155 w 3805936"/>
              <a:gd name="connsiteY795" fmla="*/ 627051 h 856262"/>
              <a:gd name="connsiteX796" fmla="*/ 117665 w 3805936"/>
              <a:gd name="connsiteY796" fmla="*/ 618824 h 856262"/>
              <a:gd name="connsiteX797" fmla="*/ 128380 w 3805936"/>
              <a:gd name="connsiteY797" fmla="*/ 615364 h 856262"/>
              <a:gd name="connsiteX798" fmla="*/ 136143 w 3805936"/>
              <a:gd name="connsiteY798" fmla="*/ 620090 h 856262"/>
              <a:gd name="connsiteX799" fmla="*/ 137409 w 3805936"/>
              <a:gd name="connsiteY799" fmla="*/ 625827 h 856262"/>
              <a:gd name="connsiteX800" fmla="*/ 134962 w 3805936"/>
              <a:gd name="connsiteY800" fmla="*/ 630805 h 856262"/>
              <a:gd name="connsiteX801" fmla="*/ 139687 w 3805936"/>
              <a:gd name="connsiteY801" fmla="*/ 637513 h 856262"/>
              <a:gd name="connsiteX802" fmla="*/ 145425 w 3805936"/>
              <a:gd name="connsiteY802" fmla="*/ 627515 h 856262"/>
              <a:gd name="connsiteX803" fmla="*/ 142345 w 3805936"/>
              <a:gd name="connsiteY803" fmla="*/ 615786 h 856262"/>
              <a:gd name="connsiteX804" fmla="*/ 129688 w 3805936"/>
              <a:gd name="connsiteY804" fmla="*/ 607349 h 856262"/>
              <a:gd name="connsiteX805" fmla="*/ 745053 w 3805936"/>
              <a:gd name="connsiteY805" fmla="*/ 583090 h 856262"/>
              <a:gd name="connsiteX806" fmla="*/ 755895 w 3805936"/>
              <a:gd name="connsiteY806" fmla="*/ 585748 h 856262"/>
              <a:gd name="connsiteX807" fmla="*/ 764291 w 3805936"/>
              <a:gd name="connsiteY807" fmla="*/ 593005 h 856262"/>
              <a:gd name="connsiteX808" fmla="*/ 765038 w 3805936"/>
              <a:gd name="connsiteY808" fmla="*/ 595443 h 856262"/>
              <a:gd name="connsiteX809" fmla="*/ 757119 w 3805936"/>
              <a:gd name="connsiteY809" fmla="*/ 606505 h 856262"/>
              <a:gd name="connsiteX810" fmla="*/ 746445 w 3805936"/>
              <a:gd name="connsiteY810" fmla="*/ 603974 h 856262"/>
              <a:gd name="connsiteX811" fmla="*/ 738007 w 3805936"/>
              <a:gd name="connsiteY811" fmla="*/ 596464 h 856262"/>
              <a:gd name="connsiteX812" fmla="*/ 738007 w 3805936"/>
              <a:gd name="connsiteY812" fmla="*/ 588026 h 856262"/>
              <a:gd name="connsiteX813" fmla="*/ 745053 w 3805936"/>
              <a:gd name="connsiteY813" fmla="*/ 583090 h 856262"/>
              <a:gd name="connsiteX814" fmla="*/ 743197 w 3805936"/>
              <a:gd name="connsiteY814" fmla="*/ 575581 h 856262"/>
              <a:gd name="connsiteX815" fmla="*/ 741366 w 3805936"/>
              <a:gd name="connsiteY815" fmla="*/ 576137 h 856262"/>
              <a:gd name="connsiteX816" fmla="*/ 730540 w 3805936"/>
              <a:gd name="connsiteY816" fmla="*/ 599333 h 856262"/>
              <a:gd name="connsiteX817" fmla="*/ 742479 w 3805936"/>
              <a:gd name="connsiteY817" fmla="*/ 611314 h 856262"/>
              <a:gd name="connsiteX818" fmla="*/ 758849 w 3805936"/>
              <a:gd name="connsiteY818" fmla="*/ 614352 h 856262"/>
              <a:gd name="connsiteX819" fmla="*/ 770324 w 3805936"/>
              <a:gd name="connsiteY819" fmla="*/ 605281 h 856262"/>
              <a:gd name="connsiteX820" fmla="*/ 770240 w 3805936"/>
              <a:gd name="connsiteY820" fmla="*/ 605197 h 856262"/>
              <a:gd name="connsiteX821" fmla="*/ 771505 w 3805936"/>
              <a:gd name="connsiteY821" fmla="*/ 590642 h 856262"/>
              <a:gd name="connsiteX822" fmla="*/ 759819 w 3805936"/>
              <a:gd name="connsiteY822" fmla="*/ 578787 h 856262"/>
              <a:gd name="connsiteX823" fmla="*/ 743197 w 3805936"/>
              <a:gd name="connsiteY823" fmla="*/ 575581 h 856262"/>
              <a:gd name="connsiteX824" fmla="*/ 112560 w 3805936"/>
              <a:gd name="connsiteY824" fmla="*/ 562375 h 856262"/>
              <a:gd name="connsiteX825" fmla="*/ 74801 w 3805936"/>
              <a:gd name="connsiteY825" fmla="*/ 580010 h 856262"/>
              <a:gd name="connsiteX826" fmla="*/ 76362 w 3805936"/>
              <a:gd name="connsiteY826" fmla="*/ 583385 h 856262"/>
              <a:gd name="connsiteX827" fmla="*/ 77965 w 3805936"/>
              <a:gd name="connsiteY827" fmla="*/ 586760 h 856262"/>
              <a:gd name="connsiteX828" fmla="*/ 105177 w 3805936"/>
              <a:gd name="connsiteY828" fmla="*/ 574104 h 856262"/>
              <a:gd name="connsiteX829" fmla="*/ 84631 w 3805936"/>
              <a:gd name="connsiteY829" fmla="*/ 601147 h 856262"/>
              <a:gd name="connsiteX830" fmla="*/ 86318 w 3805936"/>
              <a:gd name="connsiteY830" fmla="*/ 604733 h 856262"/>
              <a:gd name="connsiteX831" fmla="*/ 88006 w 3805936"/>
              <a:gd name="connsiteY831" fmla="*/ 608277 h 856262"/>
              <a:gd name="connsiteX832" fmla="*/ 125765 w 3805936"/>
              <a:gd name="connsiteY832" fmla="*/ 590684 h 856262"/>
              <a:gd name="connsiteX833" fmla="*/ 124162 w 3805936"/>
              <a:gd name="connsiteY833" fmla="*/ 587267 h 856262"/>
              <a:gd name="connsiteX834" fmla="*/ 122601 w 3805936"/>
              <a:gd name="connsiteY834" fmla="*/ 583892 h 856262"/>
              <a:gd name="connsiteX835" fmla="*/ 96106 w 3805936"/>
              <a:gd name="connsiteY835" fmla="*/ 596253 h 856262"/>
              <a:gd name="connsiteX836" fmla="*/ 116104 w 3805936"/>
              <a:gd name="connsiteY836" fmla="*/ 570012 h 856262"/>
              <a:gd name="connsiteX837" fmla="*/ 114332 w 3805936"/>
              <a:gd name="connsiteY837" fmla="*/ 566215 h 856262"/>
              <a:gd name="connsiteX838" fmla="*/ 786440 w 3805936"/>
              <a:gd name="connsiteY838" fmla="*/ 545289 h 856262"/>
              <a:gd name="connsiteX839" fmla="*/ 779605 w 3805936"/>
              <a:gd name="connsiteY839" fmla="*/ 563093 h 856262"/>
              <a:gd name="connsiteX840" fmla="*/ 747627 w 3805936"/>
              <a:gd name="connsiteY840" fmla="*/ 550816 h 856262"/>
              <a:gd name="connsiteX841" fmla="*/ 746192 w 3805936"/>
              <a:gd name="connsiteY841" fmla="*/ 554571 h 856262"/>
              <a:gd name="connsiteX842" fmla="*/ 744758 w 3805936"/>
              <a:gd name="connsiteY842" fmla="*/ 558283 h 856262"/>
              <a:gd name="connsiteX843" fmla="*/ 783740 w 3805936"/>
              <a:gd name="connsiteY843" fmla="*/ 573260 h 856262"/>
              <a:gd name="connsiteX844" fmla="*/ 793359 w 3805936"/>
              <a:gd name="connsiteY844" fmla="*/ 547947 h 856262"/>
              <a:gd name="connsiteX845" fmla="*/ 789900 w 3805936"/>
              <a:gd name="connsiteY845" fmla="*/ 546639 h 856262"/>
              <a:gd name="connsiteX846" fmla="*/ 105219 w 3805936"/>
              <a:gd name="connsiteY846" fmla="*/ 543855 h 856262"/>
              <a:gd name="connsiteX847" fmla="*/ 66321 w 3805936"/>
              <a:gd name="connsiteY847" fmla="*/ 558789 h 856262"/>
              <a:gd name="connsiteX848" fmla="*/ 67755 w 3805936"/>
              <a:gd name="connsiteY848" fmla="*/ 562544 h 856262"/>
              <a:gd name="connsiteX849" fmla="*/ 69190 w 3805936"/>
              <a:gd name="connsiteY849" fmla="*/ 566257 h 856262"/>
              <a:gd name="connsiteX850" fmla="*/ 108088 w 3805936"/>
              <a:gd name="connsiteY850" fmla="*/ 551322 h 856262"/>
              <a:gd name="connsiteX851" fmla="*/ 106653 w 3805936"/>
              <a:gd name="connsiteY851" fmla="*/ 547609 h 856262"/>
              <a:gd name="connsiteX852" fmla="*/ 69569 w 3805936"/>
              <a:gd name="connsiteY852" fmla="*/ 515462 h 856262"/>
              <a:gd name="connsiteX853" fmla="*/ 67165 w 3805936"/>
              <a:gd name="connsiteY853" fmla="*/ 516094 h 856262"/>
              <a:gd name="connsiteX854" fmla="*/ 57208 w 3805936"/>
              <a:gd name="connsiteY854" fmla="*/ 521748 h 856262"/>
              <a:gd name="connsiteX855" fmla="*/ 56238 w 3805936"/>
              <a:gd name="connsiteY855" fmla="*/ 531873 h 856262"/>
              <a:gd name="connsiteX856" fmla="*/ 61765 w 3805936"/>
              <a:gd name="connsiteY856" fmla="*/ 539931 h 856262"/>
              <a:gd name="connsiteX857" fmla="*/ 61765 w 3805936"/>
              <a:gd name="connsiteY857" fmla="*/ 539847 h 856262"/>
              <a:gd name="connsiteX858" fmla="*/ 71848 w 3805936"/>
              <a:gd name="connsiteY858" fmla="*/ 540522 h 856262"/>
              <a:gd name="connsiteX859" fmla="*/ 100789 w 3805936"/>
              <a:gd name="connsiteY859" fmla="*/ 532759 h 856262"/>
              <a:gd name="connsiteX860" fmla="*/ 99734 w 3805936"/>
              <a:gd name="connsiteY860" fmla="*/ 528878 h 856262"/>
              <a:gd name="connsiteX861" fmla="*/ 98722 w 3805936"/>
              <a:gd name="connsiteY861" fmla="*/ 525038 h 856262"/>
              <a:gd name="connsiteX862" fmla="*/ 69780 w 3805936"/>
              <a:gd name="connsiteY862" fmla="*/ 532801 h 856262"/>
              <a:gd name="connsiteX863" fmla="*/ 65266 w 3805936"/>
              <a:gd name="connsiteY863" fmla="*/ 532801 h 856262"/>
              <a:gd name="connsiteX864" fmla="*/ 64836 w 3805936"/>
              <a:gd name="connsiteY864" fmla="*/ 532506 h 856262"/>
              <a:gd name="connsiteX865" fmla="*/ 63958 w 3805936"/>
              <a:gd name="connsiteY865" fmla="*/ 525882 h 856262"/>
              <a:gd name="connsiteX866" fmla="*/ 69105 w 3805936"/>
              <a:gd name="connsiteY866" fmla="*/ 523435 h 856262"/>
              <a:gd name="connsiteX867" fmla="*/ 71510 w 3805936"/>
              <a:gd name="connsiteY867" fmla="*/ 522802 h 856262"/>
              <a:gd name="connsiteX868" fmla="*/ 1640278 w 3805936"/>
              <a:gd name="connsiteY868" fmla="*/ 506603 h 856262"/>
              <a:gd name="connsiteX869" fmla="*/ 1640130 w 3805936"/>
              <a:gd name="connsiteY869" fmla="*/ 506898 h 856262"/>
              <a:gd name="connsiteX870" fmla="*/ 1640155 w 3805936"/>
              <a:gd name="connsiteY870" fmla="*/ 506738 h 856262"/>
              <a:gd name="connsiteX871" fmla="*/ 773235 w 3805936"/>
              <a:gd name="connsiteY871" fmla="*/ 502046 h 856262"/>
              <a:gd name="connsiteX872" fmla="*/ 784415 w 3805936"/>
              <a:gd name="connsiteY872" fmla="*/ 502046 h 856262"/>
              <a:gd name="connsiteX873" fmla="*/ 794034 w 3805936"/>
              <a:gd name="connsiteY873" fmla="*/ 507320 h 856262"/>
              <a:gd name="connsiteX874" fmla="*/ 795350 w 3805936"/>
              <a:gd name="connsiteY874" fmla="*/ 509509 h 856262"/>
              <a:gd name="connsiteX875" fmla="*/ 790321 w 3805936"/>
              <a:gd name="connsiteY875" fmla="*/ 522213 h 856262"/>
              <a:gd name="connsiteX876" fmla="*/ 779352 w 3805936"/>
              <a:gd name="connsiteY876" fmla="*/ 522213 h 856262"/>
              <a:gd name="connsiteX877" fmla="*/ 769522 w 3805936"/>
              <a:gd name="connsiteY877" fmla="*/ 516897 h 856262"/>
              <a:gd name="connsiteX878" fmla="*/ 767986 w 3805936"/>
              <a:gd name="connsiteY878" fmla="*/ 514336 h 856262"/>
              <a:gd name="connsiteX879" fmla="*/ 773235 w 3805936"/>
              <a:gd name="connsiteY879" fmla="*/ 502046 h 856262"/>
              <a:gd name="connsiteX880" fmla="*/ 786271 w 3805936"/>
              <a:gd name="connsiteY880" fmla="*/ 494283 h 856262"/>
              <a:gd name="connsiteX881" fmla="*/ 769396 w 3805936"/>
              <a:gd name="connsiteY881" fmla="*/ 495211 h 856262"/>
              <a:gd name="connsiteX882" fmla="*/ 767734 w 3805936"/>
              <a:gd name="connsiteY882" fmla="*/ 496211 h 856262"/>
              <a:gd name="connsiteX883" fmla="*/ 762899 w 3805936"/>
              <a:gd name="connsiteY883" fmla="*/ 521284 h 856262"/>
              <a:gd name="connsiteX884" fmla="*/ 777412 w 3805936"/>
              <a:gd name="connsiteY884" fmla="*/ 530059 h 856262"/>
              <a:gd name="connsiteX885" fmla="*/ 794034 w 3805936"/>
              <a:gd name="connsiteY885" fmla="*/ 529046 h 856262"/>
              <a:gd name="connsiteX886" fmla="*/ 802936 w 3805936"/>
              <a:gd name="connsiteY886" fmla="*/ 517445 h 856262"/>
              <a:gd name="connsiteX887" fmla="*/ 800489 w 3805936"/>
              <a:gd name="connsiteY887" fmla="*/ 502974 h 856262"/>
              <a:gd name="connsiteX888" fmla="*/ 786271 w 3805936"/>
              <a:gd name="connsiteY888" fmla="*/ 494283 h 856262"/>
              <a:gd name="connsiteX889" fmla="*/ 90833 w 3805936"/>
              <a:gd name="connsiteY889" fmla="*/ 491541 h 856262"/>
              <a:gd name="connsiteX890" fmla="*/ 49952 w 3805936"/>
              <a:gd name="connsiteY890" fmla="*/ 499514 h 856262"/>
              <a:gd name="connsiteX891" fmla="*/ 50711 w 3805936"/>
              <a:gd name="connsiteY891" fmla="*/ 503438 h 856262"/>
              <a:gd name="connsiteX892" fmla="*/ 51470 w 3805936"/>
              <a:gd name="connsiteY892" fmla="*/ 507361 h 856262"/>
              <a:gd name="connsiteX893" fmla="*/ 92351 w 3805936"/>
              <a:gd name="connsiteY893" fmla="*/ 499430 h 856262"/>
              <a:gd name="connsiteX894" fmla="*/ 91592 w 3805936"/>
              <a:gd name="connsiteY894" fmla="*/ 495464 h 856262"/>
              <a:gd name="connsiteX895" fmla="*/ 179597 w 3805936"/>
              <a:gd name="connsiteY895" fmla="*/ 491119 h 856262"/>
              <a:gd name="connsiteX896" fmla="*/ 227228 w 3805936"/>
              <a:gd name="connsiteY896" fmla="*/ 498671 h 856262"/>
              <a:gd name="connsiteX897" fmla="*/ 341560 w 3805936"/>
              <a:gd name="connsiteY897" fmla="*/ 497743 h 856262"/>
              <a:gd name="connsiteX898" fmla="*/ 358140 w 3805936"/>
              <a:gd name="connsiteY898" fmla="*/ 500443 h 856262"/>
              <a:gd name="connsiteX899" fmla="*/ 394549 w 3805936"/>
              <a:gd name="connsiteY899" fmla="*/ 504662 h 856262"/>
              <a:gd name="connsiteX900" fmla="*/ 383369 w 3805936"/>
              <a:gd name="connsiteY900" fmla="*/ 549846 h 856262"/>
              <a:gd name="connsiteX901" fmla="*/ 428131 w 3805936"/>
              <a:gd name="connsiteY901" fmla="*/ 557440 h 856262"/>
              <a:gd name="connsiteX902" fmla="*/ 472851 w 3805936"/>
              <a:gd name="connsiteY902" fmla="*/ 549846 h 856262"/>
              <a:gd name="connsiteX903" fmla="*/ 461671 w 3805936"/>
              <a:gd name="connsiteY903" fmla="*/ 504704 h 856262"/>
              <a:gd name="connsiteX904" fmla="*/ 498080 w 3805936"/>
              <a:gd name="connsiteY904" fmla="*/ 500485 h 856262"/>
              <a:gd name="connsiteX905" fmla="*/ 514702 w 3805936"/>
              <a:gd name="connsiteY905" fmla="*/ 497785 h 856262"/>
              <a:gd name="connsiteX906" fmla="*/ 629034 w 3805936"/>
              <a:gd name="connsiteY906" fmla="*/ 498713 h 856262"/>
              <a:gd name="connsiteX907" fmla="*/ 629203 w 3805936"/>
              <a:gd name="connsiteY907" fmla="*/ 498671 h 856262"/>
              <a:gd name="connsiteX908" fmla="*/ 676791 w 3805936"/>
              <a:gd name="connsiteY908" fmla="*/ 491119 h 856262"/>
              <a:gd name="connsiteX909" fmla="*/ 646837 w 3805936"/>
              <a:gd name="connsiteY909" fmla="*/ 524533 h 856262"/>
              <a:gd name="connsiteX910" fmla="*/ 458085 w 3805936"/>
              <a:gd name="connsiteY910" fmla="*/ 559128 h 856262"/>
              <a:gd name="connsiteX911" fmla="*/ 470193 w 3805936"/>
              <a:gd name="connsiteY911" fmla="*/ 607560 h 856262"/>
              <a:gd name="connsiteX912" fmla="*/ 428005 w 3805936"/>
              <a:gd name="connsiteY912" fmla="*/ 616673 h 856262"/>
              <a:gd name="connsiteX913" fmla="*/ 385816 w 3805936"/>
              <a:gd name="connsiteY913" fmla="*/ 607560 h 856262"/>
              <a:gd name="connsiteX914" fmla="*/ 397924 w 3805936"/>
              <a:gd name="connsiteY914" fmla="*/ 559128 h 856262"/>
              <a:gd name="connsiteX915" fmla="*/ 209551 w 3805936"/>
              <a:gd name="connsiteY915" fmla="*/ 524533 h 856262"/>
              <a:gd name="connsiteX916" fmla="*/ 179597 w 3805936"/>
              <a:gd name="connsiteY916" fmla="*/ 491119 h 856262"/>
              <a:gd name="connsiteX917" fmla="*/ 1588652 w 3805936"/>
              <a:gd name="connsiteY917" fmla="*/ 467627 h 856262"/>
              <a:gd name="connsiteX918" fmla="*/ 1603360 w 3805936"/>
              <a:gd name="connsiteY918" fmla="*/ 486012 h 856262"/>
              <a:gd name="connsiteX919" fmla="*/ 1618950 w 3805936"/>
              <a:gd name="connsiteY919" fmla="*/ 482188 h 856262"/>
              <a:gd name="connsiteX920" fmla="*/ 1637042 w 3805936"/>
              <a:gd name="connsiteY920" fmla="*/ 482188 h 856262"/>
              <a:gd name="connsiteX921" fmla="*/ 1643367 w 3805936"/>
              <a:gd name="connsiteY921" fmla="*/ 485130 h 856262"/>
              <a:gd name="connsiteX922" fmla="*/ 1641895 w 3805936"/>
              <a:gd name="connsiteY922" fmla="*/ 495425 h 856262"/>
              <a:gd name="connsiteX923" fmla="*/ 1640155 w 3805936"/>
              <a:gd name="connsiteY923" fmla="*/ 506738 h 856262"/>
              <a:gd name="connsiteX924" fmla="*/ 1632335 w 3805936"/>
              <a:gd name="connsiteY924" fmla="*/ 515282 h 856262"/>
              <a:gd name="connsiteX925" fmla="*/ 1624245 w 3805936"/>
              <a:gd name="connsiteY925" fmla="*/ 521311 h 856262"/>
              <a:gd name="connsiteX926" fmla="*/ 1618510 w 3805936"/>
              <a:gd name="connsiteY926" fmla="*/ 537638 h 856262"/>
              <a:gd name="connsiteX927" fmla="*/ 1607037 w 3805936"/>
              <a:gd name="connsiteY927" fmla="*/ 545433 h 856262"/>
              <a:gd name="connsiteX928" fmla="*/ 1593800 w 3805936"/>
              <a:gd name="connsiteY928" fmla="*/ 546610 h 856262"/>
              <a:gd name="connsiteX929" fmla="*/ 1576297 w 3805936"/>
              <a:gd name="connsiteY929" fmla="*/ 553964 h 856262"/>
              <a:gd name="connsiteX930" fmla="*/ 1555410 w 3805936"/>
              <a:gd name="connsiteY930" fmla="*/ 536756 h 856262"/>
              <a:gd name="connsiteX931" fmla="*/ 1557617 w 3805936"/>
              <a:gd name="connsiteY931" fmla="*/ 523811 h 856262"/>
              <a:gd name="connsiteX932" fmla="*/ 1554529 w 3805936"/>
              <a:gd name="connsiteY932" fmla="*/ 513517 h 856262"/>
              <a:gd name="connsiteX933" fmla="*/ 1560854 w 3805936"/>
              <a:gd name="connsiteY933" fmla="*/ 501455 h 856262"/>
              <a:gd name="connsiteX934" fmla="*/ 1576885 w 3805936"/>
              <a:gd name="connsiteY934" fmla="*/ 473952 h 856262"/>
              <a:gd name="connsiteX935" fmla="*/ 1588652 w 3805936"/>
              <a:gd name="connsiteY935" fmla="*/ 467627 h 856262"/>
              <a:gd name="connsiteX936" fmla="*/ 85981 w 3805936"/>
              <a:gd name="connsiteY936" fmla="*/ 452094 h 856262"/>
              <a:gd name="connsiteX937" fmla="*/ 44636 w 3805936"/>
              <a:gd name="connsiteY937" fmla="*/ 457199 h 856262"/>
              <a:gd name="connsiteX938" fmla="*/ 48180 w 3805936"/>
              <a:gd name="connsiteY938" fmla="*/ 486225 h 856262"/>
              <a:gd name="connsiteX939" fmla="*/ 51850 w 3805936"/>
              <a:gd name="connsiteY939" fmla="*/ 485803 h 856262"/>
              <a:gd name="connsiteX940" fmla="*/ 55521 w 3805936"/>
              <a:gd name="connsiteY940" fmla="*/ 485339 h 856262"/>
              <a:gd name="connsiteX941" fmla="*/ 52947 w 3805936"/>
              <a:gd name="connsiteY941" fmla="*/ 464245 h 856262"/>
              <a:gd name="connsiteX942" fmla="*/ 63705 w 3805936"/>
              <a:gd name="connsiteY942" fmla="*/ 462895 h 856262"/>
              <a:gd name="connsiteX943" fmla="*/ 65983 w 3805936"/>
              <a:gd name="connsiteY943" fmla="*/ 481500 h 856262"/>
              <a:gd name="connsiteX944" fmla="*/ 69569 w 3805936"/>
              <a:gd name="connsiteY944" fmla="*/ 481078 h 856262"/>
              <a:gd name="connsiteX945" fmla="*/ 73113 w 3805936"/>
              <a:gd name="connsiteY945" fmla="*/ 480656 h 856262"/>
              <a:gd name="connsiteX946" fmla="*/ 70835 w 3805936"/>
              <a:gd name="connsiteY946" fmla="*/ 462051 h 856262"/>
              <a:gd name="connsiteX947" fmla="*/ 79610 w 3805936"/>
              <a:gd name="connsiteY947" fmla="*/ 460954 h 856262"/>
              <a:gd name="connsiteX948" fmla="*/ 82057 w 3805936"/>
              <a:gd name="connsiteY948" fmla="*/ 480993 h 856262"/>
              <a:gd name="connsiteX949" fmla="*/ 85770 w 3805936"/>
              <a:gd name="connsiteY949" fmla="*/ 480572 h 856262"/>
              <a:gd name="connsiteX950" fmla="*/ 89398 w 3805936"/>
              <a:gd name="connsiteY950" fmla="*/ 480108 h 856262"/>
              <a:gd name="connsiteX951" fmla="*/ 783234 w 3805936"/>
              <a:gd name="connsiteY951" fmla="*/ 445049 h 856262"/>
              <a:gd name="connsiteX952" fmla="*/ 772560 w 3805936"/>
              <a:gd name="connsiteY952" fmla="*/ 449268 h 856262"/>
              <a:gd name="connsiteX953" fmla="*/ 772560 w 3805936"/>
              <a:gd name="connsiteY953" fmla="*/ 474581 h 856262"/>
              <a:gd name="connsiteX954" fmla="*/ 804455 w 3805936"/>
              <a:gd name="connsiteY954" fmla="*/ 477576 h 856262"/>
              <a:gd name="connsiteX955" fmla="*/ 811458 w 3805936"/>
              <a:gd name="connsiteY955" fmla="*/ 464920 h 856262"/>
              <a:gd name="connsiteX956" fmla="*/ 806564 w 3805936"/>
              <a:gd name="connsiteY956" fmla="*/ 453486 h 856262"/>
              <a:gd name="connsiteX957" fmla="*/ 805931 w 3805936"/>
              <a:gd name="connsiteY957" fmla="*/ 453149 h 856262"/>
              <a:gd name="connsiteX958" fmla="*/ 811374 w 3805936"/>
              <a:gd name="connsiteY958" fmla="*/ 452811 h 856262"/>
              <a:gd name="connsiteX959" fmla="*/ 811754 w 3805936"/>
              <a:gd name="connsiteY959" fmla="*/ 447538 h 856262"/>
              <a:gd name="connsiteX960" fmla="*/ 789351 w 3805936"/>
              <a:gd name="connsiteY960" fmla="*/ 445597 h 856262"/>
              <a:gd name="connsiteX961" fmla="*/ 787959 w 3805936"/>
              <a:gd name="connsiteY961" fmla="*/ 461587 h 856262"/>
              <a:gd name="connsiteX962" fmla="*/ 795131 w 3805936"/>
              <a:gd name="connsiteY962" fmla="*/ 462220 h 856262"/>
              <a:gd name="connsiteX963" fmla="*/ 795891 w 3805936"/>
              <a:gd name="connsiteY963" fmla="*/ 453191 h 856262"/>
              <a:gd name="connsiteX964" fmla="*/ 800827 w 3805936"/>
              <a:gd name="connsiteY964" fmla="*/ 455722 h 856262"/>
              <a:gd name="connsiteX965" fmla="*/ 804033 w 3805936"/>
              <a:gd name="connsiteY965" fmla="*/ 463274 h 856262"/>
              <a:gd name="connsiteX966" fmla="*/ 799814 w 3805936"/>
              <a:gd name="connsiteY966" fmla="*/ 471206 h 856262"/>
              <a:gd name="connsiteX967" fmla="*/ 788803 w 3805936"/>
              <a:gd name="connsiteY967" fmla="*/ 473062 h 856262"/>
              <a:gd name="connsiteX968" fmla="*/ 778213 w 3805936"/>
              <a:gd name="connsiteY968" fmla="*/ 469181 h 856262"/>
              <a:gd name="connsiteX969" fmla="*/ 775007 w 3805936"/>
              <a:gd name="connsiteY969" fmla="*/ 460743 h 856262"/>
              <a:gd name="connsiteX970" fmla="*/ 777538 w 3805936"/>
              <a:gd name="connsiteY970" fmla="*/ 455385 h 856262"/>
              <a:gd name="connsiteX971" fmla="*/ 782559 w 3805936"/>
              <a:gd name="connsiteY971" fmla="*/ 453022 h 856262"/>
              <a:gd name="connsiteX972" fmla="*/ 206978 w 3805936"/>
              <a:gd name="connsiteY972" fmla="*/ 432097 h 856262"/>
              <a:gd name="connsiteX973" fmla="*/ 233389 w 3805936"/>
              <a:gd name="connsiteY973" fmla="*/ 434966 h 856262"/>
              <a:gd name="connsiteX974" fmla="*/ 256297 w 3805936"/>
              <a:gd name="connsiteY974" fmla="*/ 434966 h 856262"/>
              <a:gd name="connsiteX975" fmla="*/ 282538 w 3805936"/>
              <a:gd name="connsiteY975" fmla="*/ 434713 h 856262"/>
              <a:gd name="connsiteX976" fmla="*/ 322153 w 3805936"/>
              <a:gd name="connsiteY976" fmla="*/ 435726 h 856262"/>
              <a:gd name="connsiteX977" fmla="*/ 364975 w 3805936"/>
              <a:gd name="connsiteY977" fmla="*/ 445682 h 856262"/>
              <a:gd name="connsiteX978" fmla="*/ 395224 w 3805936"/>
              <a:gd name="connsiteY978" fmla="*/ 447749 h 856262"/>
              <a:gd name="connsiteX979" fmla="*/ 385015 w 3805936"/>
              <a:gd name="connsiteY979" fmla="*/ 491161 h 856262"/>
              <a:gd name="connsiteX980" fmla="*/ 427204 w 3805936"/>
              <a:gd name="connsiteY980" fmla="*/ 496140 h 856262"/>
              <a:gd name="connsiteX981" fmla="*/ 427668 w 3805936"/>
              <a:gd name="connsiteY981" fmla="*/ 496140 h 856262"/>
              <a:gd name="connsiteX982" fmla="*/ 428216 w 3805936"/>
              <a:gd name="connsiteY982" fmla="*/ 496140 h 856262"/>
              <a:gd name="connsiteX983" fmla="*/ 470700 w 3805936"/>
              <a:gd name="connsiteY983" fmla="*/ 491077 h 856262"/>
              <a:gd name="connsiteX984" fmla="*/ 460490 w 3805936"/>
              <a:gd name="connsiteY984" fmla="*/ 447665 h 856262"/>
              <a:gd name="connsiteX985" fmla="*/ 490740 w 3805936"/>
              <a:gd name="connsiteY985" fmla="*/ 445598 h 856262"/>
              <a:gd name="connsiteX986" fmla="*/ 533730 w 3805936"/>
              <a:gd name="connsiteY986" fmla="*/ 435768 h 856262"/>
              <a:gd name="connsiteX987" fmla="*/ 573345 w 3805936"/>
              <a:gd name="connsiteY987" fmla="*/ 434755 h 856262"/>
              <a:gd name="connsiteX988" fmla="*/ 599587 w 3805936"/>
              <a:gd name="connsiteY988" fmla="*/ 435008 h 856262"/>
              <a:gd name="connsiteX989" fmla="*/ 622495 w 3805936"/>
              <a:gd name="connsiteY989" fmla="*/ 435008 h 856262"/>
              <a:gd name="connsiteX990" fmla="*/ 622495 w 3805936"/>
              <a:gd name="connsiteY990" fmla="*/ 434966 h 856262"/>
              <a:gd name="connsiteX991" fmla="*/ 648905 w 3805936"/>
              <a:gd name="connsiteY991" fmla="*/ 432097 h 856262"/>
              <a:gd name="connsiteX992" fmla="*/ 623592 w 3805936"/>
              <a:gd name="connsiteY992" fmla="*/ 457031 h 856262"/>
              <a:gd name="connsiteX993" fmla="*/ 586761 w 3805936"/>
              <a:gd name="connsiteY993" fmla="*/ 473906 h 856262"/>
              <a:gd name="connsiteX994" fmla="*/ 496857 w 3805936"/>
              <a:gd name="connsiteY994" fmla="*/ 493777 h 856262"/>
              <a:gd name="connsiteX995" fmla="*/ 456736 w 3805936"/>
              <a:gd name="connsiteY995" fmla="*/ 498291 h 856262"/>
              <a:gd name="connsiteX996" fmla="*/ 452854 w 3805936"/>
              <a:gd name="connsiteY996" fmla="*/ 498671 h 856262"/>
              <a:gd name="connsiteX997" fmla="*/ 464119 w 3805936"/>
              <a:gd name="connsiteY997" fmla="*/ 544361 h 856262"/>
              <a:gd name="connsiteX998" fmla="*/ 427794 w 3805936"/>
              <a:gd name="connsiteY998" fmla="*/ 550521 h 856262"/>
              <a:gd name="connsiteX999" fmla="*/ 391428 w 3805936"/>
              <a:gd name="connsiteY999" fmla="*/ 544361 h 856262"/>
              <a:gd name="connsiteX1000" fmla="*/ 402734 w 3805936"/>
              <a:gd name="connsiteY1000" fmla="*/ 498671 h 856262"/>
              <a:gd name="connsiteX1001" fmla="*/ 398811 w 3805936"/>
              <a:gd name="connsiteY1001" fmla="*/ 498291 h 856262"/>
              <a:gd name="connsiteX1002" fmla="*/ 358689 w 3805936"/>
              <a:gd name="connsiteY1002" fmla="*/ 493777 h 856262"/>
              <a:gd name="connsiteX1003" fmla="*/ 269122 w 3805936"/>
              <a:gd name="connsiteY1003" fmla="*/ 473906 h 856262"/>
              <a:gd name="connsiteX1004" fmla="*/ 232292 w 3805936"/>
              <a:gd name="connsiteY1004" fmla="*/ 457031 h 856262"/>
              <a:gd name="connsiteX1005" fmla="*/ 206978 w 3805936"/>
              <a:gd name="connsiteY1005" fmla="*/ 432097 h 856262"/>
              <a:gd name="connsiteX1006" fmla="*/ 1784860 w 3805936"/>
              <a:gd name="connsiteY1006" fmla="*/ 431444 h 856262"/>
              <a:gd name="connsiteX1007" fmla="*/ 1796628 w 3805936"/>
              <a:gd name="connsiteY1007" fmla="*/ 434092 h 856262"/>
              <a:gd name="connsiteX1008" fmla="*/ 1808542 w 3805936"/>
              <a:gd name="connsiteY1008" fmla="*/ 440268 h 856262"/>
              <a:gd name="connsiteX1009" fmla="*/ 1820455 w 3805936"/>
              <a:gd name="connsiteY1009" fmla="*/ 441298 h 856262"/>
              <a:gd name="connsiteX1010" fmla="*/ 1832222 w 3805936"/>
              <a:gd name="connsiteY1010" fmla="*/ 444975 h 856262"/>
              <a:gd name="connsiteX1011" fmla="*/ 1842370 w 3805936"/>
              <a:gd name="connsiteY1011" fmla="*/ 443358 h 856262"/>
              <a:gd name="connsiteX1012" fmla="*/ 1866492 w 3805936"/>
              <a:gd name="connsiteY1012" fmla="*/ 464685 h 856262"/>
              <a:gd name="connsiteX1013" fmla="*/ 1865169 w 3805936"/>
              <a:gd name="connsiteY1013" fmla="*/ 464978 h 856262"/>
              <a:gd name="connsiteX1014" fmla="*/ 1871494 w 3805936"/>
              <a:gd name="connsiteY1014" fmla="*/ 474245 h 856262"/>
              <a:gd name="connsiteX1015" fmla="*/ 1871494 w 3805936"/>
              <a:gd name="connsiteY1015" fmla="*/ 486305 h 856262"/>
              <a:gd name="connsiteX1016" fmla="*/ 1862962 w 3805936"/>
              <a:gd name="connsiteY1016" fmla="*/ 497485 h 856262"/>
              <a:gd name="connsiteX1017" fmla="*/ 1856344 w 3805936"/>
              <a:gd name="connsiteY1017" fmla="*/ 511016 h 856262"/>
              <a:gd name="connsiteX1018" fmla="*/ 1848549 w 3805936"/>
              <a:gd name="connsiteY1018" fmla="*/ 520135 h 856262"/>
              <a:gd name="connsiteX1019" fmla="*/ 1835017 w 3805936"/>
              <a:gd name="connsiteY1019" fmla="*/ 525576 h 856262"/>
              <a:gd name="connsiteX1020" fmla="*/ 1823544 w 3805936"/>
              <a:gd name="connsiteY1020" fmla="*/ 525576 h 856262"/>
              <a:gd name="connsiteX1021" fmla="*/ 1811483 w 3805936"/>
              <a:gd name="connsiteY1021" fmla="*/ 531313 h 856262"/>
              <a:gd name="connsiteX1022" fmla="*/ 1802070 w 3805936"/>
              <a:gd name="connsiteY1022" fmla="*/ 521311 h 856262"/>
              <a:gd name="connsiteX1023" fmla="*/ 1802070 w 3805936"/>
              <a:gd name="connsiteY1023" fmla="*/ 508075 h 856262"/>
              <a:gd name="connsiteX1024" fmla="*/ 1792362 w 3805936"/>
              <a:gd name="connsiteY1024" fmla="*/ 490277 h 856262"/>
              <a:gd name="connsiteX1025" fmla="*/ 1784567 w 3805936"/>
              <a:gd name="connsiteY1025" fmla="*/ 474833 h 856262"/>
              <a:gd name="connsiteX1026" fmla="*/ 1780007 w 3805936"/>
              <a:gd name="connsiteY1026" fmla="*/ 457625 h 856262"/>
              <a:gd name="connsiteX1027" fmla="*/ 1780890 w 3805936"/>
              <a:gd name="connsiteY1027" fmla="*/ 447035 h 856262"/>
              <a:gd name="connsiteX1028" fmla="*/ 1784860 w 3805936"/>
              <a:gd name="connsiteY1028" fmla="*/ 431444 h 856262"/>
              <a:gd name="connsiteX1029" fmla="*/ 68936 w 3805936"/>
              <a:gd name="connsiteY1029" fmla="*/ 416656 h 856262"/>
              <a:gd name="connsiteX1030" fmla="*/ 78091 w 3805936"/>
              <a:gd name="connsiteY1030" fmla="*/ 416656 h 856262"/>
              <a:gd name="connsiteX1031" fmla="*/ 78091 w 3805936"/>
              <a:gd name="connsiteY1031" fmla="*/ 425516 h 856262"/>
              <a:gd name="connsiteX1032" fmla="*/ 76952 w 3805936"/>
              <a:gd name="connsiteY1032" fmla="*/ 430199 h 856262"/>
              <a:gd name="connsiteX1033" fmla="*/ 73746 w 3805936"/>
              <a:gd name="connsiteY1033" fmla="*/ 431718 h 856262"/>
              <a:gd name="connsiteX1034" fmla="*/ 70075 w 3805936"/>
              <a:gd name="connsiteY1034" fmla="*/ 430326 h 856262"/>
              <a:gd name="connsiteX1035" fmla="*/ 68936 w 3805936"/>
              <a:gd name="connsiteY1035" fmla="*/ 425811 h 856262"/>
              <a:gd name="connsiteX1036" fmla="*/ 50838 w 3805936"/>
              <a:gd name="connsiteY1036" fmla="*/ 416107 h 856262"/>
              <a:gd name="connsiteX1037" fmla="*/ 61933 w 3805936"/>
              <a:gd name="connsiteY1037" fmla="*/ 416318 h 856262"/>
              <a:gd name="connsiteX1038" fmla="*/ 61933 w 3805936"/>
              <a:gd name="connsiteY1038" fmla="*/ 425853 h 856262"/>
              <a:gd name="connsiteX1039" fmla="*/ 60583 w 3805936"/>
              <a:gd name="connsiteY1039" fmla="*/ 430662 h 856262"/>
              <a:gd name="connsiteX1040" fmla="*/ 56660 w 3805936"/>
              <a:gd name="connsiteY1040" fmla="*/ 432181 h 856262"/>
              <a:gd name="connsiteX1041" fmla="*/ 52230 w 3805936"/>
              <a:gd name="connsiteY1041" fmla="*/ 430536 h 856262"/>
              <a:gd name="connsiteX1042" fmla="*/ 50838 w 3805936"/>
              <a:gd name="connsiteY1042" fmla="*/ 425811 h 856262"/>
              <a:gd name="connsiteX1043" fmla="*/ 43876 w 3805936"/>
              <a:gd name="connsiteY1043" fmla="*/ 408302 h 856262"/>
              <a:gd name="connsiteX1044" fmla="*/ 43876 w 3805936"/>
              <a:gd name="connsiteY1044" fmla="*/ 412141 h 856262"/>
              <a:gd name="connsiteX1045" fmla="*/ 43834 w 3805936"/>
              <a:gd name="connsiteY1045" fmla="*/ 425684 h 856262"/>
              <a:gd name="connsiteX1046" fmla="*/ 46956 w 3805936"/>
              <a:gd name="connsiteY1046" fmla="*/ 436400 h 856262"/>
              <a:gd name="connsiteX1047" fmla="*/ 56618 w 3805936"/>
              <a:gd name="connsiteY1047" fmla="*/ 440197 h 856262"/>
              <a:gd name="connsiteX1048" fmla="*/ 64676 w 3805936"/>
              <a:gd name="connsiteY1048" fmla="*/ 436653 h 856262"/>
              <a:gd name="connsiteX1049" fmla="*/ 66068 w 3805936"/>
              <a:gd name="connsiteY1049" fmla="*/ 434291 h 856262"/>
              <a:gd name="connsiteX1050" fmla="*/ 74505 w 3805936"/>
              <a:gd name="connsiteY1050" fmla="*/ 439227 h 856262"/>
              <a:gd name="connsiteX1051" fmla="*/ 82310 w 3805936"/>
              <a:gd name="connsiteY1051" fmla="*/ 436231 h 856262"/>
              <a:gd name="connsiteX1052" fmla="*/ 85221 w 3805936"/>
              <a:gd name="connsiteY1052" fmla="*/ 427583 h 856262"/>
              <a:gd name="connsiteX1053" fmla="*/ 85517 w 3805936"/>
              <a:gd name="connsiteY1053" fmla="*/ 412859 h 856262"/>
              <a:gd name="connsiteX1054" fmla="*/ 85517 w 3805936"/>
              <a:gd name="connsiteY1054" fmla="*/ 409062 h 856262"/>
              <a:gd name="connsiteX1055" fmla="*/ 770746 w 3805936"/>
              <a:gd name="connsiteY1055" fmla="*/ 400877 h 856262"/>
              <a:gd name="connsiteX1056" fmla="*/ 770746 w 3805936"/>
              <a:gd name="connsiteY1056" fmla="*/ 405434 h 856262"/>
              <a:gd name="connsiteX1057" fmla="*/ 770746 w 3805936"/>
              <a:gd name="connsiteY1057" fmla="*/ 409948 h 856262"/>
              <a:gd name="connsiteX1058" fmla="*/ 789014 w 3805936"/>
              <a:gd name="connsiteY1058" fmla="*/ 416782 h 856262"/>
              <a:gd name="connsiteX1059" fmla="*/ 771252 w 3805936"/>
              <a:gd name="connsiteY1059" fmla="*/ 425220 h 856262"/>
              <a:gd name="connsiteX1060" fmla="*/ 771252 w 3805936"/>
              <a:gd name="connsiteY1060" fmla="*/ 429987 h 856262"/>
              <a:gd name="connsiteX1061" fmla="*/ 771252 w 3805936"/>
              <a:gd name="connsiteY1061" fmla="*/ 434755 h 856262"/>
              <a:gd name="connsiteX1062" fmla="*/ 796565 w 3805936"/>
              <a:gd name="connsiteY1062" fmla="*/ 420453 h 856262"/>
              <a:gd name="connsiteX1063" fmla="*/ 812218 w 3805936"/>
              <a:gd name="connsiteY1063" fmla="*/ 419904 h 856262"/>
              <a:gd name="connsiteX1064" fmla="*/ 812218 w 3805936"/>
              <a:gd name="connsiteY1064" fmla="*/ 415896 h 856262"/>
              <a:gd name="connsiteX1065" fmla="*/ 812218 w 3805936"/>
              <a:gd name="connsiteY1065" fmla="*/ 411931 h 856262"/>
              <a:gd name="connsiteX1066" fmla="*/ 796397 w 3805936"/>
              <a:gd name="connsiteY1066" fmla="*/ 412479 h 856262"/>
              <a:gd name="connsiteX1067" fmla="*/ 623465 w 3805936"/>
              <a:gd name="connsiteY1067" fmla="*/ 366325 h 856262"/>
              <a:gd name="connsiteX1068" fmla="*/ 598531 w 3805936"/>
              <a:gd name="connsiteY1068" fmla="*/ 393706 h 856262"/>
              <a:gd name="connsiteX1069" fmla="*/ 561785 w 3805936"/>
              <a:gd name="connsiteY1069" fmla="*/ 417500 h 856262"/>
              <a:gd name="connsiteX1070" fmla="*/ 489347 w 3805936"/>
              <a:gd name="connsiteY1070" fmla="*/ 438805 h 856262"/>
              <a:gd name="connsiteX1071" fmla="*/ 458085 w 3805936"/>
              <a:gd name="connsiteY1071" fmla="*/ 440788 h 856262"/>
              <a:gd name="connsiteX1072" fmla="*/ 451630 w 3805936"/>
              <a:gd name="connsiteY1072" fmla="*/ 440788 h 856262"/>
              <a:gd name="connsiteX1073" fmla="*/ 462093 w 3805936"/>
              <a:gd name="connsiteY1073" fmla="*/ 485213 h 856262"/>
              <a:gd name="connsiteX1074" fmla="*/ 428342 w 3805936"/>
              <a:gd name="connsiteY1074" fmla="*/ 489432 h 856262"/>
              <a:gd name="connsiteX1075" fmla="*/ 427920 w 3805936"/>
              <a:gd name="connsiteY1075" fmla="*/ 489432 h 856262"/>
              <a:gd name="connsiteX1076" fmla="*/ 427456 w 3805936"/>
              <a:gd name="connsiteY1076" fmla="*/ 489432 h 856262"/>
              <a:gd name="connsiteX1077" fmla="*/ 393705 w 3805936"/>
              <a:gd name="connsiteY1077" fmla="*/ 485213 h 856262"/>
              <a:gd name="connsiteX1078" fmla="*/ 404210 w 3805936"/>
              <a:gd name="connsiteY1078" fmla="*/ 440873 h 856262"/>
              <a:gd name="connsiteX1079" fmla="*/ 397755 w 3805936"/>
              <a:gd name="connsiteY1079" fmla="*/ 440873 h 856262"/>
              <a:gd name="connsiteX1080" fmla="*/ 366493 w 3805936"/>
              <a:gd name="connsiteY1080" fmla="*/ 438890 h 856262"/>
              <a:gd name="connsiteX1081" fmla="*/ 294055 w 3805936"/>
              <a:gd name="connsiteY1081" fmla="*/ 417585 h 856262"/>
              <a:gd name="connsiteX1082" fmla="*/ 257225 w 3805936"/>
              <a:gd name="connsiteY1082" fmla="*/ 393748 h 856262"/>
              <a:gd name="connsiteX1083" fmla="*/ 232375 w 3805936"/>
              <a:gd name="connsiteY1083" fmla="*/ 366410 h 856262"/>
              <a:gd name="connsiteX1084" fmla="*/ 258448 w 3805936"/>
              <a:gd name="connsiteY1084" fmla="*/ 369363 h 856262"/>
              <a:gd name="connsiteX1085" fmla="*/ 268573 w 3805936"/>
              <a:gd name="connsiteY1085" fmla="*/ 369827 h 856262"/>
              <a:gd name="connsiteX1086" fmla="*/ 316162 w 3805936"/>
              <a:gd name="connsiteY1086" fmla="*/ 372316 h 856262"/>
              <a:gd name="connsiteX1087" fmla="*/ 321478 w 3805936"/>
              <a:gd name="connsiteY1087" fmla="*/ 375143 h 856262"/>
              <a:gd name="connsiteX1088" fmla="*/ 375226 w 3805936"/>
              <a:gd name="connsiteY1088" fmla="*/ 392314 h 856262"/>
              <a:gd name="connsiteX1089" fmla="*/ 384845 w 3805936"/>
              <a:gd name="connsiteY1089" fmla="*/ 392946 h 856262"/>
              <a:gd name="connsiteX1090" fmla="*/ 396658 w 3805936"/>
              <a:gd name="connsiteY1090" fmla="*/ 392314 h 856262"/>
              <a:gd name="connsiteX1091" fmla="*/ 387377 w 3805936"/>
              <a:gd name="connsiteY1091" fmla="*/ 430916 h 856262"/>
              <a:gd name="connsiteX1092" fmla="*/ 428131 w 3805936"/>
              <a:gd name="connsiteY1092" fmla="*/ 433490 h 856262"/>
              <a:gd name="connsiteX1093" fmla="*/ 468843 w 3805936"/>
              <a:gd name="connsiteY1093" fmla="*/ 430916 h 856262"/>
              <a:gd name="connsiteX1094" fmla="*/ 459604 w 3805936"/>
              <a:gd name="connsiteY1094" fmla="*/ 392314 h 856262"/>
              <a:gd name="connsiteX1095" fmla="*/ 471374 w 3805936"/>
              <a:gd name="connsiteY1095" fmla="*/ 392946 h 856262"/>
              <a:gd name="connsiteX1096" fmla="*/ 480993 w 3805936"/>
              <a:gd name="connsiteY1096" fmla="*/ 392314 h 856262"/>
              <a:gd name="connsiteX1097" fmla="*/ 534784 w 3805936"/>
              <a:gd name="connsiteY1097" fmla="*/ 375143 h 856262"/>
              <a:gd name="connsiteX1098" fmla="*/ 540100 w 3805936"/>
              <a:gd name="connsiteY1098" fmla="*/ 372316 h 856262"/>
              <a:gd name="connsiteX1099" fmla="*/ 587689 w 3805936"/>
              <a:gd name="connsiteY1099" fmla="*/ 369827 h 856262"/>
              <a:gd name="connsiteX1100" fmla="*/ 597772 w 3805936"/>
              <a:gd name="connsiteY1100" fmla="*/ 369363 h 856262"/>
              <a:gd name="connsiteX1101" fmla="*/ 597350 w 3805936"/>
              <a:gd name="connsiteY1101" fmla="*/ 369279 h 856262"/>
              <a:gd name="connsiteX1102" fmla="*/ 623465 w 3805936"/>
              <a:gd name="connsiteY1102" fmla="*/ 366325 h 856262"/>
              <a:gd name="connsiteX1103" fmla="*/ 1742648 w 3805936"/>
              <a:gd name="connsiteY1103" fmla="*/ 346138 h 856262"/>
              <a:gd name="connsiteX1104" fmla="*/ 1731763 w 3805936"/>
              <a:gd name="connsiteY1104" fmla="*/ 347608 h 856262"/>
              <a:gd name="connsiteX1105" fmla="*/ 1720587 w 3805936"/>
              <a:gd name="connsiteY1105" fmla="*/ 351284 h 856262"/>
              <a:gd name="connsiteX1106" fmla="*/ 1712202 w 3805936"/>
              <a:gd name="connsiteY1106" fmla="*/ 356579 h 856262"/>
              <a:gd name="connsiteX1107" fmla="*/ 1690433 w 3805936"/>
              <a:gd name="connsiteY1107" fmla="*/ 365993 h 856262"/>
              <a:gd name="connsiteX1108" fmla="*/ 1683815 w 3805936"/>
              <a:gd name="connsiteY1108" fmla="*/ 377171 h 856262"/>
              <a:gd name="connsiteX1109" fmla="*/ 1693228 w 3805936"/>
              <a:gd name="connsiteY1109" fmla="*/ 386584 h 856262"/>
              <a:gd name="connsiteX1110" fmla="*/ 1709848 w 3805936"/>
              <a:gd name="connsiteY1110" fmla="*/ 381438 h 856262"/>
              <a:gd name="connsiteX1111" fmla="*/ 1725440 w 3805936"/>
              <a:gd name="connsiteY1111" fmla="*/ 369376 h 856262"/>
              <a:gd name="connsiteX1112" fmla="*/ 1738383 w 3805936"/>
              <a:gd name="connsiteY1112" fmla="*/ 357904 h 856262"/>
              <a:gd name="connsiteX1113" fmla="*/ 1742648 w 3805936"/>
              <a:gd name="connsiteY1113" fmla="*/ 346138 h 856262"/>
              <a:gd name="connsiteX1114" fmla="*/ 2259351 w 3805936"/>
              <a:gd name="connsiteY1114" fmla="*/ 322457 h 856262"/>
              <a:gd name="connsiteX1115" fmla="*/ 2242141 w 3805936"/>
              <a:gd name="connsiteY1115" fmla="*/ 325399 h 856262"/>
              <a:gd name="connsiteX1116" fmla="*/ 2238023 w 3805936"/>
              <a:gd name="connsiteY1116" fmla="*/ 334517 h 856262"/>
              <a:gd name="connsiteX1117" fmla="*/ 2239348 w 3805936"/>
              <a:gd name="connsiteY1117" fmla="*/ 343049 h 856262"/>
              <a:gd name="connsiteX1118" fmla="*/ 2254056 w 3805936"/>
              <a:gd name="connsiteY1118" fmla="*/ 344666 h 856262"/>
              <a:gd name="connsiteX1119" fmla="*/ 2254203 w 3805936"/>
              <a:gd name="connsiteY1119" fmla="*/ 344666 h 856262"/>
              <a:gd name="connsiteX1120" fmla="*/ 2264058 w 3805936"/>
              <a:gd name="connsiteY1120" fmla="*/ 327604 h 856262"/>
              <a:gd name="connsiteX1121" fmla="*/ 2264092 w 3805936"/>
              <a:gd name="connsiteY1121" fmla="*/ 326827 h 856262"/>
              <a:gd name="connsiteX1122" fmla="*/ 2259351 w 3805936"/>
              <a:gd name="connsiteY1122" fmla="*/ 322457 h 856262"/>
              <a:gd name="connsiteX1123" fmla="*/ 2310829 w 3805936"/>
              <a:gd name="connsiteY1123" fmla="*/ 307159 h 856262"/>
              <a:gd name="connsiteX1124" fmla="*/ 2297446 w 3805936"/>
              <a:gd name="connsiteY1124" fmla="*/ 311573 h 856262"/>
              <a:gd name="connsiteX1125" fmla="*/ 2295826 w 3805936"/>
              <a:gd name="connsiteY1125" fmla="*/ 324957 h 856262"/>
              <a:gd name="connsiteX1126" fmla="*/ 2304063 w 3805936"/>
              <a:gd name="connsiteY1126" fmla="*/ 332458 h 856262"/>
              <a:gd name="connsiteX1127" fmla="*/ 2318771 w 3805936"/>
              <a:gd name="connsiteY1127" fmla="*/ 321427 h 856262"/>
              <a:gd name="connsiteX1128" fmla="*/ 2319361 w 3805936"/>
              <a:gd name="connsiteY1128" fmla="*/ 321427 h 856262"/>
              <a:gd name="connsiteX1129" fmla="*/ 2319361 w 3805936"/>
              <a:gd name="connsiteY1129" fmla="*/ 310249 h 856262"/>
              <a:gd name="connsiteX1130" fmla="*/ 2310829 w 3805936"/>
              <a:gd name="connsiteY1130" fmla="*/ 307159 h 856262"/>
              <a:gd name="connsiteX1131" fmla="*/ 1772948 w 3805936"/>
              <a:gd name="connsiteY1131" fmla="*/ 290245 h 856262"/>
              <a:gd name="connsiteX1132" fmla="*/ 1785597 w 3805936"/>
              <a:gd name="connsiteY1132" fmla="*/ 295100 h 856262"/>
              <a:gd name="connsiteX1133" fmla="*/ 1800305 w 3805936"/>
              <a:gd name="connsiteY1133" fmla="*/ 295100 h 856262"/>
              <a:gd name="connsiteX1134" fmla="*/ 1821043 w 3805936"/>
              <a:gd name="connsiteY1134" fmla="*/ 308631 h 856262"/>
              <a:gd name="connsiteX1135" fmla="*/ 1826780 w 3805936"/>
              <a:gd name="connsiteY1135" fmla="*/ 325840 h 856262"/>
              <a:gd name="connsiteX1136" fmla="*/ 1826780 w 3805936"/>
              <a:gd name="connsiteY1136" fmla="*/ 339224 h 856262"/>
              <a:gd name="connsiteX1137" fmla="*/ 1809277 w 3805936"/>
              <a:gd name="connsiteY1137" fmla="*/ 357021 h 856262"/>
              <a:gd name="connsiteX1138" fmla="*/ 1808688 w 3805936"/>
              <a:gd name="connsiteY1138" fmla="*/ 357021 h 856262"/>
              <a:gd name="connsiteX1139" fmla="*/ 1800305 w 3805936"/>
              <a:gd name="connsiteY1139" fmla="*/ 371729 h 856262"/>
              <a:gd name="connsiteX1140" fmla="*/ 1772800 w 3805936"/>
              <a:gd name="connsiteY1140" fmla="*/ 419679 h 856262"/>
              <a:gd name="connsiteX1141" fmla="*/ 1760738 w 3805936"/>
              <a:gd name="connsiteY1141" fmla="*/ 435123 h 856262"/>
              <a:gd name="connsiteX1142" fmla="*/ 1751767 w 3805936"/>
              <a:gd name="connsiteY1142" fmla="*/ 436299 h 856262"/>
              <a:gd name="connsiteX1143" fmla="*/ 1743237 w 3805936"/>
              <a:gd name="connsiteY1143" fmla="*/ 445859 h 856262"/>
              <a:gd name="connsiteX1144" fmla="*/ 1746032 w 3805936"/>
              <a:gd name="connsiteY1144" fmla="*/ 463362 h 856262"/>
              <a:gd name="connsiteX1145" fmla="*/ 1746032 w 3805936"/>
              <a:gd name="connsiteY1145" fmla="*/ 541169 h 856262"/>
              <a:gd name="connsiteX1146" fmla="*/ 1731323 w 3805936"/>
              <a:gd name="connsiteY1146" fmla="*/ 563232 h 856262"/>
              <a:gd name="connsiteX1147" fmla="*/ 1715585 w 3805936"/>
              <a:gd name="connsiteY1147" fmla="*/ 578969 h 856262"/>
              <a:gd name="connsiteX1148" fmla="*/ 1700877 w 3805936"/>
              <a:gd name="connsiteY1148" fmla="*/ 586470 h 856262"/>
              <a:gd name="connsiteX1149" fmla="*/ 1694258 w 3805936"/>
              <a:gd name="connsiteY1149" fmla="*/ 581911 h 856262"/>
              <a:gd name="connsiteX1150" fmla="*/ 1683962 w 3805936"/>
              <a:gd name="connsiteY1150" fmla="*/ 577352 h 856262"/>
              <a:gd name="connsiteX1151" fmla="*/ 1675872 w 3805936"/>
              <a:gd name="connsiteY1151" fmla="*/ 571027 h 856262"/>
              <a:gd name="connsiteX1152" fmla="*/ 1662340 w 3805936"/>
              <a:gd name="connsiteY1152" fmla="*/ 564409 h 856262"/>
              <a:gd name="connsiteX1153" fmla="*/ 1654987 w 3805936"/>
              <a:gd name="connsiteY1153" fmla="*/ 550582 h 856262"/>
              <a:gd name="connsiteX1154" fmla="*/ 1634248 w 3805936"/>
              <a:gd name="connsiteY1154" fmla="*/ 529402 h 856262"/>
              <a:gd name="connsiteX1155" fmla="*/ 1647485 w 3805936"/>
              <a:gd name="connsiteY1155" fmla="*/ 523961 h 856262"/>
              <a:gd name="connsiteX1156" fmla="*/ 1667047 w 3805936"/>
              <a:gd name="connsiteY1156" fmla="*/ 530726 h 856262"/>
              <a:gd name="connsiteX1157" fmla="*/ 1682785 w 3805936"/>
              <a:gd name="connsiteY1157" fmla="*/ 512341 h 856262"/>
              <a:gd name="connsiteX1158" fmla="*/ 1682785 w 3805936"/>
              <a:gd name="connsiteY1158" fmla="*/ 499544 h 856262"/>
              <a:gd name="connsiteX1159" fmla="*/ 1682785 w 3805936"/>
              <a:gd name="connsiteY1159" fmla="*/ 482042 h 856262"/>
              <a:gd name="connsiteX1160" fmla="*/ 1685580 w 3805936"/>
              <a:gd name="connsiteY1160" fmla="*/ 458656 h 856262"/>
              <a:gd name="connsiteX1161" fmla="*/ 1681315 w 3805936"/>
              <a:gd name="connsiteY1161" fmla="*/ 450713 h 856262"/>
              <a:gd name="connsiteX1162" fmla="*/ 1668665 w 3805936"/>
              <a:gd name="connsiteY1162" fmla="*/ 447183 h 856262"/>
              <a:gd name="connsiteX1163" fmla="*/ 1658663 w 3805936"/>
              <a:gd name="connsiteY1163" fmla="*/ 448948 h 856262"/>
              <a:gd name="connsiteX1164" fmla="*/ 1642632 w 3805936"/>
              <a:gd name="connsiteY1164" fmla="*/ 447477 h 856262"/>
              <a:gd name="connsiteX1165" fmla="*/ 1636895 w 3805936"/>
              <a:gd name="connsiteY1165" fmla="*/ 442329 h 856262"/>
              <a:gd name="connsiteX1166" fmla="*/ 1633658 w 3805936"/>
              <a:gd name="connsiteY1166" fmla="*/ 430563 h 856262"/>
              <a:gd name="connsiteX1167" fmla="*/ 1630865 w 3805936"/>
              <a:gd name="connsiteY1167" fmla="*/ 424238 h 856262"/>
              <a:gd name="connsiteX1168" fmla="*/ 1629393 w 3805936"/>
              <a:gd name="connsiteY1168" fmla="*/ 411883 h 856262"/>
              <a:gd name="connsiteX1169" fmla="*/ 1625422 w 3805936"/>
              <a:gd name="connsiteY1169" fmla="*/ 393793 h 856262"/>
              <a:gd name="connsiteX1170" fmla="*/ 1621598 w 3805936"/>
              <a:gd name="connsiteY1170" fmla="*/ 370553 h 856262"/>
              <a:gd name="connsiteX1171" fmla="*/ 1620422 w 3805936"/>
              <a:gd name="connsiteY1171" fmla="*/ 347019 h 856262"/>
              <a:gd name="connsiteX1172" fmla="*/ 1635130 w 3805936"/>
              <a:gd name="connsiteY1172" fmla="*/ 320398 h 856262"/>
              <a:gd name="connsiteX1173" fmla="*/ 1648662 w 3805936"/>
              <a:gd name="connsiteY1173" fmla="*/ 314368 h 856262"/>
              <a:gd name="connsiteX1174" fmla="*/ 1660722 w 3805936"/>
              <a:gd name="connsiteY1174" fmla="*/ 320691 h 856262"/>
              <a:gd name="connsiteX1175" fmla="*/ 1666458 w 3805936"/>
              <a:gd name="connsiteY1175" fmla="*/ 328340 h 856262"/>
              <a:gd name="connsiteX1176" fmla="*/ 1691463 w 3805936"/>
              <a:gd name="connsiteY1176" fmla="*/ 320986 h 856262"/>
              <a:gd name="connsiteX1177" fmla="*/ 1709995 w 3805936"/>
              <a:gd name="connsiteY1177" fmla="*/ 315985 h 856262"/>
              <a:gd name="connsiteX1178" fmla="*/ 1723527 w 3805936"/>
              <a:gd name="connsiteY1178" fmla="*/ 311131 h 856262"/>
              <a:gd name="connsiteX1179" fmla="*/ 1734117 w 3805936"/>
              <a:gd name="connsiteY1179" fmla="*/ 308043 h 856262"/>
              <a:gd name="connsiteX1180" fmla="*/ 1748825 w 3805936"/>
              <a:gd name="connsiteY1180" fmla="*/ 302306 h 856262"/>
              <a:gd name="connsiteX1181" fmla="*/ 1757210 w 3805936"/>
              <a:gd name="connsiteY1181" fmla="*/ 296865 h 856262"/>
              <a:gd name="connsiteX1182" fmla="*/ 1764563 w 3805936"/>
              <a:gd name="connsiteY1182" fmla="*/ 293040 h 856262"/>
              <a:gd name="connsiteX1183" fmla="*/ 1772948 w 3805936"/>
              <a:gd name="connsiteY1183" fmla="*/ 290245 h 856262"/>
              <a:gd name="connsiteX1184" fmla="*/ 2254938 w 3805936"/>
              <a:gd name="connsiteY1184" fmla="*/ 266124 h 856262"/>
              <a:gd name="connsiteX1185" fmla="*/ 2240230 w 3805936"/>
              <a:gd name="connsiteY1185" fmla="*/ 276273 h 856262"/>
              <a:gd name="connsiteX1186" fmla="*/ 2241848 w 3805936"/>
              <a:gd name="connsiteY1186" fmla="*/ 290981 h 856262"/>
              <a:gd name="connsiteX1187" fmla="*/ 2248171 w 3805936"/>
              <a:gd name="connsiteY1187" fmla="*/ 294806 h 856262"/>
              <a:gd name="connsiteX1188" fmla="*/ 2264940 w 3805936"/>
              <a:gd name="connsiteY1188" fmla="*/ 278921 h 856262"/>
              <a:gd name="connsiteX1189" fmla="*/ 2265675 w 3805936"/>
              <a:gd name="connsiteY1189" fmla="*/ 278479 h 856262"/>
              <a:gd name="connsiteX1190" fmla="*/ 2254938 w 3805936"/>
              <a:gd name="connsiteY1190" fmla="*/ 266124 h 856262"/>
              <a:gd name="connsiteX1191" fmla="*/ 2334363 w 3805936"/>
              <a:gd name="connsiteY1191" fmla="*/ 244503 h 856262"/>
              <a:gd name="connsiteX1192" fmla="*/ 2300681 w 3805936"/>
              <a:gd name="connsiteY1192" fmla="*/ 257739 h 856262"/>
              <a:gd name="connsiteX1193" fmla="*/ 2305534 w 3805936"/>
              <a:gd name="connsiteY1193" fmla="*/ 273624 h 856262"/>
              <a:gd name="connsiteX1194" fmla="*/ 2323626 w 3805936"/>
              <a:gd name="connsiteY1194" fmla="*/ 274654 h 856262"/>
              <a:gd name="connsiteX1195" fmla="*/ 2335686 w 3805936"/>
              <a:gd name="connsiteY1195" fmla="*/ 257446 h 856262"/>
              <a:gd name="connsiteX1196" fmla="*/ 2334363 w 3805936"/>
              <a:gd name="connsiteY1196" fmla="*/ 244503 h 856262"/>
              <a:gd name="connsiteX1197" fmla="*/ 2815030 w 3805936"/>
              <a:gd name="connsiteY1197" fmla="*/ 241119 h 856262"/>
              <a:gd name="connsiteX1198" fmla="*/ 2824885 w 3805936"/>
              <a:gd name="connsiteY1198" fmla="*/ 246856 h 856262"/>
              <a:gd name="connsiteX1199" fmla="*/ 2839593 w 3805936"/>
              <a:gd name="connsiteY1199" fmla="*/ 260534 h 856262"/>
              <a:gd name="connsiteX1200" fmla="*/ 2844005 w 3805936"/>
              <a:gd name="connsiteY1200" fmla="*/ 274066 h 856262"/>
              <a:gd name="connsiteX1201" fmla="*/ 2849742 w 3805936"/>
              <a:gd name="connsiteY1201" fmla="*/ 283037 h 856262"/>
              <a:gd name="connsiteX1202" fmla="*/ 2826943 w 3805936"/>
              <a:gd name="connsiteY1202" fmla="*/ 304217 h 856262"/>
              <a:gd name="connsiteX1203" fmla="*/ 2809000 w 3805936"/>
              <a:gd name="connsiteY1203" fmla="*/ 318926 h 856262"/>
              <a:gd name="connsiteX1204" fmla="*/ 2795173 w 3805936"/>
              <a:gd name="connsiteY1204" fmla="*/ 328192 h 856262"/>
              <a:gd name="connsiteX1205" fmla="*/ 2767670 w 3805936"/>
              <a:gd name="connsiteY1205" fmla="*/ 347460 h 856262"/>
              <a:gd name="connsiteX1206" fmla="*/ 2774288 w 3805936"/>
              <a:gd name="connsiteY1206" fmla="*/ 370405 h 856262"/>
              <a:gd name="connsiteX1207" fmla="*/ 2769728 w 3805936"/>
              <a:gd name="connsiteY1207" fmla="*/ 380995 h 856262"/>
              <a:gd name="connsiteX1208" fmla="*/ 2766052 w 3805936"/>
              <a:gd name="connsiteY1208" fmla="*/ 390702 h 856262"/>
              <a:gd name="connsiteX1209" fmla="*/ 2763257 w 3805936"/>
              <a:gd name="connsiteY1209" fmla="*/ 400999 h 856262"/>
              <a:gd name="connsiteX1210" fmla="*/ 2761345 w 3805936"/>
              <a:gd name="connsiteY1210" fmla="*/ 411882 h 856262"/>
              <a:gd name="connsiteX1211" fmla="*/ 2762815 w 3805936"/>
              <a:gd name="connsiteY1211" fmla="*/ 440122 h 856262"/>
              <a:gd name="connsiteX1212" fmla="*/ 2813707 w 3805936"/>
              <a:gd name="connsiteY1212" fmla="*/ 438945 h 856262"/>
              <a:gd name="connsiteX1213" fmla="*/ 2826945 w 3805936"/>
              <a:gd name="connsiteY1213" fmla="*/ 433799 h 856262"/>
              <a:gd name="connsiteX1214" fmla="*/ 2839593 w 3805936"/>
              <a:gd name="connsiteY1214" fmla="*/ 432474 h 856262"/>
              <a:gd name="connsiteX1215" fmla="*/ 2853420 w 3805936"/>
              <a:gd name="connsiteY1215" fmla="*/ 436152 h 856262"/>
              <a:gd name="connsiteX1216" fmla="*/ 2866950 w 3805936"/>
              <a:gd name="connsiteY1216" fmla="*/ 443652 h 856262"/>
              <a:gd name="connsiteX1217" fmla="*/ 2884600 w 3805936"/>
              <a:gd name="connsiteY1217" fmla="*/ 458360 h 856262"/>
              <a:gd name="connsiteX1218" fmla="*/ 2886218 w 3805936"/>
              <a:gd name="connsiteY1218" fmla="*/ 470422 h 856262"/>
              <a:gd name="connsiteX1219" fmla="*/ 2883717 w 3805936"/>
              <a:gd name="connsiteY1219" fmla="*/ 470715 h 856262"/>
              <a:gd name="connsiteX1220" fmla="*/ 2885482 w 3805936"/>
              <a:gd name="connsiteY1220" fmla="*/ 475129 h 856262"/>
              <a:gd name="connsiteX1221" fmla="*/ 2886660 w 3805936"/>
              <a:gd name="connsiteY1221" fmla="*/ 481600 h 856262"/>
              <a:gd name="connsiteX1222" fmla="*/ 2882247 w 3805936"/>
              <a:gd name="connsiteY1222" fmla="*/ 492044 h 856262"/>
              <a:gd name="connsiteX1223" fmla="*/ 2873422 w 3805936"/>
              <a:gd name="connsiteY1223" fmla="*/ 501015 h 856262"/>
              <a:gd name="connsiteX1224" fmla="*/ 2856213 w 3805936"/>
              <a:gd name="connsiteY1224" fmla="*/ 502045 h 856262"/>
              <a:gd name="connsiteX1225" fmla="*/ 2837533 w 3805936"/>
              <a:gd name="connsiteY1225" fmla="*/ 498809 h 856262"/>
              <a:gd name="connsiteX1226" fmla="*/ 2818413 w 3805936"/>
              <a:gd name="connsiteY1226" fmla="*/ 500427 h 856262"/>
              <a:gd name="connsiteX1227" fmla="*/ 2786790 w 3805936"/>
              <a:gd name="connsiteY1227" fmla="*/ 497779 h 856262"/>
              <a:gd name="connsiteX1228" fmla="*/ 2757373 w 3805936"/>
              <a:gd name="connsiteY1228" fmla="*/ 497779 h 856262"/>
              <a:gd name="connsiteX1229" fmla="*/ 2727957 w 3805936"/>
              <a:gd name="connsiteY1229" fmla="*/ 500132 h 856262"/>
              <a:gd name="connsiteX1230" fmla="*/ 2699864 w 3805936"/>
              <a:gd name="connsiteY1230" fmla="*/ 504104 h 856262"/>
              <a:gd name="connsiteX1231" fmla="*/ 2667947 w 3805936"/>
              <a:gd name="connsiteY1231" fmla="*/ 503369 h 856262"/>
              <a:gd name="connsiteX1232" fmla="*/ 2611320 w 3805936"/>
              <a:gd name="connsiteY1232" fmla="*/ 514989 h 856262"/>
              <a:gd name="connsiteX1233" fmla="*/ 2541897 w 3805936"/>
              <a:gd name="connsiteY1233" fmla="*/ 541464 h 856262"/>
              <a:gd name="connsiteX1234" fmla="*/ 2515422 w 3805936"/>
              <a:gd name="connsiteY1234" fmla="*/ 516459 h 856262"/>
              <a:gd name="connsiteX1235" fmla="*/ 2515422 w 3805936"/>
              <a:gd name="connsiteY1235" fmla="*/ 501750 h 856262"/>
              <a:gd name="connsiteX1236" fmla="*/ 2513804 w 3805936"/>
              <a:gd name="connsiteY1236" fmla="*/ 483807 h 856262"/>
              <a:gd name="connsiteX1237" fmla="*/ 2543220 w 3805936"/>
              <a:gd name="connsiteY1237" fmla="*/ 467774 h 856262"/>
              <a:gd name="connsiteX1238" fmla="*/ 2560282 w 3805936"/>
              <a:gd name="connsiteY1238" fmla="*/ 469392 h 856262"/>
              <a:gd name="connsiteX1239" fmla="*/ 2595582 w 3805936"/>
              <a:gd name="connsiteY1239" fmla="*/ 456007 h 856262"/>
              <a:gd name="connsiteX1240" fmla="*/ 2610290 w 3805936"/>
              <a:gd name="connsiteY1240" fmla="*/ 453214 h 856262"/>
              <a:gd name="connsiteX1241" fmla="*/ 2648974 w 3805936"/>
              <a:gd name="connsiteY1241" fmla="*/ 437034 h 856262"/>
              <a:gd name="connsiteX1242" fmla="*/ 2679272 w 3805936"/>
              <a:gd name="connsiteY1242" fmla="*/ 385260 h 856262"/>
              <a:gd name="connsiteX1243" fmla="*/ 2682362 w 3805936"/>
              <a:gd name="connsiteY1243" fmla="*/ 367905 h 856262"/>
              <a:gd name="connsiteX1244" fmla="*/ 2679272 w 3805936"/>
              <a:gd name="connsiteY1244" fmla="*/ 354226 h 856262"/>
              <a:gd name="connsiteX1245" fmla="*/ 2664564 w 3805936"/>
              <a:gd name="connsiteY1245" fmla="*/ 356579 h 856262"/>
              <a:gd name="connsiteX1246" fmla="*/ 2645297 w 3805936"/>
              <a:gd name="connsiteY1246" fmla="*/ 357904 h 856262"/>
              <a:gd name="connsiteX1247" fmla="*/ 2639413 w 3805936"/>
              <a:gd name="connsiteY1247" fmla="*/ 340400 h 856262"/>
              <a:gd name="connsiteX1248" fmla="*/ 2627940 w 3805936"/>
              <a:gd name="connsiteY1248" fmla="*/ 319367 h 856262"/>
              <a:gd name="connsiteX1249" fmla="*/ 2624999 w 3805936"/>
              <a:gd name="connsiteY1249" fmla="*/ 302452 h 856262"/>
              <a:gd name="connsiteX1250" fmla="*/ 2623529 w 3805936"/>
              <a:gd name="connsiteY1250" fmla="*/ 286127 h 856262"/>
              <a:gd name="connsiteX1251" fmla="*/ 2638237 w 3805936"/>
              <a:gd name="connsiteY1251" fmla="*/ 273919 h 856262"/>
              <a:gd name="connsiteX1252" fmla="*/ 2664123 w 3805936"/>
              <a:gd name="connsiteY1252" fmla="*/ 280096 h 856262"/>
              <a:gd name="connsiteX1253" fmla="*/ 2725898 w 3805936"/>
              <a:gd name="connsiteY1253" fmla="*/ 269801 h 856262"/>
              <a:gd name="connsiteX1254" fmla="*/ 2736635 w 3805936"/>
              <a:gd name="connsiteY1254" fmla="*/ 266859 h 856262"/>
              <a:gd name="connsiteX1255" fmla="*/ 2744283 w 3805936"/>
              <a:gd name="connsiteY1255" fmla="*/ 263917 h 856262"/>
              <a:gd name="connsiteX1256" fmla="*/ 2790615 w 3805936"/>
              <a:gd name="connsiteY1256" fmla="*/ 244356 h 856262"/>
              <a:gd name="connsiteX1257" fmla="*/ 2803705 w 3805936"/>
              <a:gd name="connsiteY1257" fmla="*/ 242737 h 856262"/>
              <a:gd name="connsiteX1258" fmla="*/ 2815030 w 3805936"/>
              <a:gd name="connsiteY1258" fmla="*/ 241119 h 856262"/>
              <a:gd name="connsiteX1259" fmla="*/ 2164334 w 3805936"/>
              <a:gd name="connsiteY1259" fmla="*/ 224058 h 856262"/>
              <a:gd name="connsiteX1260" fmla="*/ 2177572 w 3805936"/>
              <a:gd name="connsiteY1260" fmla="*/ 241414 h 856262"/>
              <a:gd name="connsiteX1261" fmla="*/ 2174482 w 3805936"/>
              <a:gd name="connsiteY1261" fmla="*/ 258916 h 856262"/>
              <a:gd name="connsiteX1262" fmla="*/ 2168452 w 3805936"/>
              <a:gd name="connsiteY1262" fmla="*/ 278919 h 856262"/>
              <a:gd name="connsiteX1263" fmla="*/ 2157569 w 3805936"/>
              <a:gd name="connsiteY1263" fmla="*/ 293628 h 856262"/>
              <a:gd name="connsiteX1264" fmla="*/ 2139479 w 3805936"/>
              <a:gd name="connsiteY1264" fmla="*/ 313631 h 856262"/>
              <a:gd name="connsiteX1265" fmla="*/ 2137565 w 3805936"/>
              <a:gd name="connsiteY1265" fmla="*/ 335841 h 856262"/>
              <a:gd name="connsiteX1266" fmla="*/ 2138889 w 3805936"/>
              <a:gd name="connsiteY1266" fmla="*/ 350549 h 856262"/>
              <a:gd name="connsiteX1267" fmla="*/ 2150655 w 3805936"/>
              <a:gd name="connsiteY1267" fmla="*/ 350549 h 856262"/>
              <a:gd name="connsiteX1268" fmla="*/ 2154480 w 3805936"/>
              <a:gd name="connsiteY1268" fmla="*/ 361286 h 856262"/>
              <a:gd name="connsiteX1269" fmla="*/ 2161687 w 3805936"/>
              <a:gd name="connsiteY1269" fmla="*/ 378496 h 856262"/>
              <a:gd name="connsiteX1270" fmla="*/ 2159187 w 3805936"/>
              <a:gd name="connsiteY1270" fmla="*/ 385407 h 856262"/>
              <a:gd name="connsiteX1271" fmla="*/ 2125210 w 3805936"/>
              <a:gd name="connsiteY1271" fmla="*/ 418060 h 856262"/>
              <a:gd name="connsiteX1272" fmla="*/ 2126829 w 3805936"/>
              <a:gd name="connsiteY1272" fmla="*/ 431445 h 856262"/>
              <a:gd name="connsiteX1273" fmla="*/ 2139772 w 3805936"/>
              <a:gd name="connsiteY1273" fmla="*/ 431445 h 856262"/>
              <a:gd name="connsiteX1274" fmla="*/ 2139330 w 3805936"/>
              <a:gd name="connsiteY1274" fmla="*/ 432327 h 856262"/>
              <a:gd name="connsiteX1275" fmla="*/ 2151097 w 3805936"/>
              <a:gd name="connsiteY1275" fmla="*/ 439975 h 856262"/>
              <a:gd name="connsiteX1276" fmla="*/ 2154627 w 3805936"/>
              <a:gd name="connsiteY1276" fmla="*/ 452625 h 856262"/>
              <a:gd name="connsiteX1277" fmla="*/ 2121534 w 3805936"/>
              <a:gd name="connsiteY1277" fmla="*/ 492337 h 856262"/>
              <a:gd name="connsiteX1278" fmla="*/ 2067554 w 3805936"/>
              <a:gd name="connsiteY1278" fmla="*/ 519253 h 856262"/>
              <a:gd name="connsiteX1279" fmla="*/ 2041226 w 3805936"/>
              <a:gd name="connsiteY1279" fmla="*/ 542787 h 856262"/>
              <a:gd name="connsiteX1280" fmla="*/ 2030784 w 3805936"/>
              <a:gd name="connsiteY1280" fmla="*/ 542787 h 856262"/>
              <a:gd name="connsiteX1281" fmla="*/ 2016076 w 3805936"/>
              <a:gd name="connsiteY1281" fmla="*/ 538668 h 856262"/>
              <a:gd name="connsiteX1282" fmla="*/ 2009751 w 3805936"/>
              <a:gd name="connsiteY1282" fmla="*/ 525725 h 856262"/>
              <a:gd name="connsiteX1283" fmla="*/ 2000631 w 3805936"/>
              <a:gd name="connsiteY1283" fmla="*/ 512635 h 856262"/>
              <a:gd name="connsiteX1284" fmla="*/ 1996513 w 3805936"/>
              <a:gd name="connsiteY1284" fmla="*/ 488807 h 856262"/>
              <a:gd name="connsiteX1285" fmla="*/ 2019899 w 3805936"/>
              <a:gd name="connsiteY1285" fmla="*/ 466304 h 856262"/>
              <a:gd name="connsiteX1286" fmla="*/ 2033284 w 3805936"/>
              <a:gd name="connsiteY1286" fmla="*/ 456449 h 856262"/>
              <a:gd name="connsiteX1287" fmla="*/ 2042844 w 3805936"/>
              <a:gd name="connsiteY1287" fmla="*/ 446594 h 856262"/>
              <a:gd name="connsiteX1288" fmla="*/ 2045344 w 3805936"/>
              <a:gd name="connsiteY1288" fmla="*/ 437034 h 856262"/>
              <a:gd name="connsiteX1289" fmla="*/ 2048138 w 3805936"/>
              <a:gd name="connsiteY1289" fmla="*/ 424679 h 856262"/>
              <a:gd name="connsiteX1290" fmla="*/ 2043726 w 3805936"/>
              <a:gd name="connsiteY1290" fmla="*/ 414825 h 856262"/>
              <a:gd name="connsiteX1291" fmla="*/ 2038431 w 3805936"/>
              <a:gd name="connsiteY1291" fmla="*/ 406294 h 856262"/>
              <a:gd name="connsiteX1292" fmla="*/ 2027841 w 3805936"/>
              <a:gd name="connsiteY1292" fmla="*/ 387909 h 856262"/>
              <a:gd name="connsiteX1293" fmla="*/ 2044756 w 3805936"/>
              <a:gd name="connsiteY1293" fmla="*/ 370406 h 856262"/>
              <a:gd name="connsiteX1294" fmla="*/ 2056081 w 3805936"/>
              <a:gd name="connsiteY1294" fmla="*/ 370406 h 856262"/>
              <a:gd name="connsiteX1295" fmla="*/ 2071967 w 3805936"/>
              <a:gd name="connsiteY1295" fmla="*/ 357316 h 856262"/>
              <a:gd name="connsiteX1296" fmla="*/ 2075496 w 3805936"/>
              <a:gd name="connsiteY1296" fmla="*/ 333194 h 856262"/>
              <a:gd name="connsiteX1297" fmla="*/ 2063141 w 3805936"/>
              <a:gd name="connsiteY1297" fmla="*/ 321721 h 856262"/>
              <a:gd name="connsiteX1298" fmla="*/ 2048432 w 3805936"/>
              <a:gd name="connsiteY1298" fmla="*/ 316426 h 856262"/>
              <a:gd name="connsiteX1299" fmla="*/ 2039167 w 3805936"/>
              <a:gd name="connsiteY1299" fmla="*/ 306278 h 856262"/>
              <a:gd name="connsiteX1300" fmla="*/ 2031519 w 3805936"/>
              <a:gd name="connsiteY1300" fmla="*/ 301129 h 856262"/>
              <a:gd name="connsiteX1301" fmla="*/ 2027399 w 3805936"/>
              <a:gd name="connsiteY1301" fmla="*/ 283921 h 856262"/>
              <a:gd name="connsiteX1302" fmla="*/ 2035343 w 3805936"/>
              <a:gd name="connsiteY1302" fmla="*/ 278919 h 856262"/>
              <a:gd name="connsiteX1303" fmla="*/ 2041373 w 3805936"/>
              <a:gd name="connsiteY1303" fmla="*/ 269654 h 856262"/>
              <a:gd name="connsiteX1304" fmla="*/ 2054169 w 3805936"/>
              <a:gd name="connsiteY1304" fmla="*/ 262153 h 856262"/>
              <a:gd name="connsiteX1305" fmla="*/ 2070937 w 3805936"/>
              <a:gd name="connsiteY1305" fmla="*/ 260241 h 856262"/>
              <a:gd name="connsiteX1306" fmla="*/ 2143595 w 3805936"/>
              <a:gd name="connsiteY1306" fmla="*/ 225530 h 856262"/>
              <a:gd name="connsiteX1307" fmla="*/ 2164334 w 3805936"/>
              <a:gd name="connsiteY1307" fmla="*/ 224058 h 856262"/>
              <a:gd name="connsiteX1308" fmla="*/ 3191710 w 3805936"/>
              <a:gd name="connsiteY1308" fmla="*/ 223304 h 856262"/>
              <a:gd name="connsiteX1309" fmla="*/ 3200829 w 3805936"/>
              <a:gd name="connsiteY1309" fmla="*/ 224351 h 856262"/>
              <a:gd name="connsiteX1310" fmla="*/ 3217891 w 3805936"/>
              <a:gd name="connsiteY1310" fmla="*/ 238325 h 856262"/>
              <a:gd name="connsiteX1311" fmla="*/ 3221862 w 3805936"/>
              <a:gd name="connsiteY1311" fmla="*/ 250385 h 856262"/>
              <a:gd name="connsiteX1312" fmla="*/ 3224216 w 3805936"/>
              <a:gd name="connsiteY1312" fmla="*/ 262004 h 856262"/>
              <a:gd name="connsiteX1313" fmla="*/ 3215244 w 3805936"/>
              <a:gd name="connsiteY1313" fmla="*/ 283626 h 856262"/>
              <a:gd name="connsiteX1314" fmla="*/ 3215244 w 3805936"/>
              <a:gd name="connsiteY1314" fmla="*/ 296274 h 856262"/>
              <a:gd name="connsiteX1315" fmla="*/ 3223922 w 3805936"/>
              <a:gd name="connsiteY1315" fmla="*/ 294069 h 856262"/>
              <a:gd name="connsiteX1316" fmla="*/ 3234805 w 3805936"/>
              <a:gd name="connsiteY1316" fmla="*/ 289214 h 856262"/>
              <a:gd name="connsiteX1317" fmla="*/ 3247602 w 3805936"/>
              <a:gd name="connsiteY1317" fmla="*/ 284803 h 856262"/>
              <a:gd name="connsiteX1318" fmla="*/ 3262310 w 3805936"/>
              <a:gd name="connsiteY1318" fmla="*/ 274213 h 856262"/>
              <a:gd name="connsiteX1319" fmla="*/ 3285255 w 3805936"/>
              <a:gd name="connsiteY1319" fmla="*/ 274213 h 856262"/>
              <a:gd name="connsiteX1320" fmla="*/ 3305259 w 3805936"/>
              <a:gd name="connsiteY1320" fmla="*/ 280684 h 856262"/>
              <a:gd name="connsiteX1321" fmla="*/ 3319084 w 3805936"/>
              <a:gd name="connsiteY1321" fmla="*/ 307013 h 856262"/>
              <a:gd name="connsiteX1322" fmla="*/ 3313789 w 3805936"/>
              <a:gd name="connsiteY1322" fmla="*/ 313631 h 856262"/>
              <a:gd name="connsiteX1323" fmla="*/ 3302759 w 3805936"/>
              <a:gd name="connsiteY1323" fmla="*/ 321868 h 856262"/>
              <a:gd name="connsiteX1324" fmla="*/ 3277312 w 3805936"/>
              <a:gd name="connsiteY1324" fmla="*/ 332751 h 856262"/>
              <a:gd name="connsiteX1325" fmla="*/ 3262604 w 3805936"/>
              <a:gd name="connsiteY1325" fmla="*/ 339076 h 856262"/>
              <a:gd name="connsiteX1326" fmla="*/ 3245544 w 3805936"/>
              <a:gd name="connsiteY1326" fmla="*/ 341283 h 856262"/>
              <a:gd name="connsiteX1327" fmla="*/ 3219362 w 3805936"/>
              <a:gd name="connsiteY1327" fmla="*/ 351284 h 856262"/>
              <a:gd name="connsiteX1328" fmla="*/ 3210684 w 3805936"/>
              <a:gd name="connsiteY1328" fmla="*/ 363933 h 856262"/>
              <a:gd name="connsiteX1329" fmla="*/ 3213772 w 3805936"/>
              <a:gd name="connsiteY1329" fmla="*/ 384231 h 856262"/>
              <a:gd name="connsiteX1330" fmla="*/ 3257015 w 3805936"/>
              <a:gd name="connsiteY1330" fmla="*/ 428356 h 856262"/>
              <a:gd name="connsiteX1331" fmla="*/ 3288932 w 3805936"/>
              <a:gd name="connsiteY1331" fmla="*/ 464391 h 856262"/>
              <a:gd name="connsiteX1332" fmla="*/ 3321732 w 3805936"/>
              <a:gd name="connsiteY1332" fmla="*/ 486894 h 856262"/>
              <a:gd name="connsiteX1333" fmla="*/ 3340559 w 3805936"/>
              <a:gd name="connsiteY1333" fmla="*/ 494249 h 856262"/>
              <a:gd name="connsiteX1334" fmla="*/ 3355267 w 3805936"/>
              <a:gd name="connsiteY1334" fmla="*/ 503515 h 856262"/>
              <a:gd name="connsiteX1335" fmla="*/ 3387772 w 3805936"/>
              <a:gd name="connsiteY1335" fmla="*/ 515575 h 856262"/>
              <a:gd name="connsiteX1336" fmla="*/ 3398950 w 3805936"/>
              <a:gd name="connsiteY1336" fmla="*/ 520724 h 856262"/>
              <a:gd name="connsiteX1337" fmla="*/ 3397773 w 3805936"/>
              <a:gd name="connsiteY1337" fmla="*/ 522194 h 856262"/>
              <a:gd name="connsiteX1338" fmla="*/ 3394243 w 3805936"/>
              <a:gd name="connsiteY1338" fmla="*/ 530725 h 856262"/>
              <a:gd name="connsiteX1339" fmla="*/ 3392627 w 3805936"/>
              <a:gd name="connsiteY1339" fmla="*/ 542785 h 856262"/>
              <a:gd name="connsiteX1340" fmla="*/ 3373947 w 3805936"/>
              <a:gd name="connsiteY1340" fmla="*/ 552494 h 856262"/>
              <a:gd name="connsiteX1341" fmla="*/ 3366298 w 3805936"/>
              <a:gd name="connsiteY1341" fmla="*/ 558819 h 856262"/>
              <a:gd name="connsiteX1342" fmla="*/ 3358649 w 3805936"/>
              <a:gd name="connsiteY1342" fmla="*/ 560435 h 856262"/>
              <a:gd name="connsiteX1343" fmla="*/ 3341440 w 3805936"/>
              <a:gd name="connsiteY1343" fmla="*/ 559407 h 856262"/>
              <a:gd name="connsiteX1344" fmla="*/ 3323644 w 3805936"/>
              <a:gd name="connsiteY1344" fmla="*/ 559407 h 856262"/>
              <a:gd name="connsiteX1345" fmla="*/ 3308052 w 3805936"/>
              <a:gd name="connsiteY1345" fmla="*/ 556465 h 856262"/>
              <a:gd name="connsiteX1346" fmla="*/ 3283637 w 3805936"/>
              <a:gd name="connsiteY1346" fmla="*/ 553082 h 856262"/>
              <a:gd name="connsiteX1347" fmla="*/ 3269812 w 3805936"/>
              <a:gd name="connsiteY1347" fmla="*/ 543522 h 856262"/>
              <a:gd name="connsiteX1348" fmla="*/ 3248632 w 3805936"/>
              <a:gd name="connsiteY1348" fmla="*/ 505721 h 856262"/>
              <a:gd name="connsiteX1349" fmla="*/ 3224657 w 3805936"/>
              <a:gd name="connsiteY1349" fmla="*/ 475276 h 856262"/>
              <a:gd name="connsiteX1350" fmla="*/ 3209949 w 3805936"/>
              <a:gd name="connsiteY1350" fmla="*/ 458654 h 856262"/>
              <a:gd name="connsiteX1351" fmla="*/ 3176561 w 3805936"/>
              <a:gd name="connsiteY1351" fmla="*/ 429237 h 856262"/>
              <a:gd name="connsiteX1352" fmla="*/ 3153469 w 3805936"/>
              <a:gd name="connsiteY1352" fmla="*/ 464244 h 856262"/>
              <a:gd name="connsiteX1353" fmla="*/ 3120081 w 3805936"/>
              <a:gd name="connsiteY1353" fmla="*/ 496896 h 856262"/>
              <a:gd name="connsiteX1354" fmla="*/ 3085811 w 3805936"/>
              <a:gd name="connsiteY1354" fmla="*/ 517782 h 856262"/>
              <a:gd name="connsiteX1355" fmla="*/ 3060366 w 3805936"/>
              <a:gd name="connsiteY1355" fmla="*/ 531607 h 856262"/>
              <a:gd name="connsiteX1356" fmla="*/ 3036979 w 3805936"/>
              <a:gd name="connsiteY1356" fmla="*/ 537639 h 856262"/>
              <a:gd name="connsiteX1357" fmla="*/ 3024183 w 3805936"/>
              <a:gd name="connsiteY1357" fmla="*/ 539992 h 856262"/>
              <a:gd name="connsiteX1358" fmla="*/ 3015504 w 3805936"/>
              <a:gd name="connsiteY1358" fmla="*/ 532490 h 856262"/>
              <a:gd name="connsiteX1359" fmla="*/ 3008886 w 3805936"/>
              <a:gd name="connsiteY1359" fmla="*/ 519252 h 856262"/>
              <a:gd name="connsiteX1360" fmla="*/ 2997708 w 3805936"/>
              <a:gd name="connsiteY1360" fmla="*/ 515429 h 856262"/>
              <a:gd name="connsiteX1361" fmla="*/ 3004914 w 3805936"/>
              <a:gd name="connsiteY1361" fmla="*/ 507045 h 856262"/>
              <a:gd name="connsiteX1362" fmla="*/ 3021388 w 3805936"/>
              <a:gd name="connsiteY1362" fmla="*/ 497337 h 856262"/>
              <a:gd name="connsiteX1363" fmla="*/ 3032714 w 3805936"/>
              <a:gd name="connsiteY1363" fmla="*/ 488954 h 856262"/>
              <a:gd name="connsiteX1364" fmla="*/ 3040657 w 3805936"/>
              <a:gd name="connsiteY1364" fmla="*/ 485424 h 856262"/>
              <a:gd name="connsiteX1365" fmla="*/ 3093606 w 3805936"/>
              <a:gd name="connsiteY1365" fmla="*/ 434681 h 856262"/>
              <a:gd name="connsiteX1366" fmla="*/ 3114051 w 3805936"/>
              <a:gd name="connsiteY1366" fmla="*/ 398792 h 856262"/>
              <a:gd name="connsiteX1367" fmla="*/ 3118316 w 3805936"/>
              <a:gd name="connsiteY1367" fmla="*/ 384084 h 856262"/>
              <a:gd name="connsiteX1368" fmla="*/ 3107726 w 3805936"/>
              <a:gd name="connsiteY1368" fmla="*/ 384084 h 856262"/>
              <a:gd name="connsiteX1369" fmla="*/ 3099636 w 3805936"/>
              <a:gd name="connsiteY1369" fmla="*/ 384084 h 856262"/>
              <a:gd name="connsiteX1370" fmla="*/ 3088752 w 3805936"/>
              <a:gd name="connsiteY1370" fmla="*/ 387026 h 856262"/>
              <a:gd name="connsiteX1371" fmla="*/ 3078309 w 3805936"/>
              <a:gd name="connsiteY1371" fmla="*/ 387026 h 856262"/>
              <a:gd name="connsiteX1372" fmla="*/ 3062276 w 3805936"/>
              <a:gd name="connsiteY1372" fmla="*/ 379524 h 856262"/>
              <a:gd name="connsiteX1373" fmla="*/ 3043596 w 3805936"/>
              <a:gd name="connsiteY1373" fmla="*/ 356284 h 856262"/>
              <a:gd name="connsiteX1374" fmla="*/ 3048598 w 3805936"/>
              <a:gd name="connsiteY1374" fmla="*/ 341576 h 856262"/>
              <a:gd name="connsiteX1375" fmla="*/ 3057424 w 3805936"/>
              <a:gd name="connsiteY1375" fmla="*/ 332458 h 856262"/>
              <a:gd name="connsiteX1376" fmla="*/ 3068602 w 3805936"/>
              <a:gd name="connsiteY1376" fmla="*/ 328193 h 856262"/>
              <a:gd name="connsiteX1377" fmla="*/ 3078014 w 3805936"/>
              <a:gd name="connsiteY1377" fmla="*/ 322014 h 856262"/>
              <a:gd name="connsiteX1378" fmla="*/ 3100961 w 3805936"/>
              <a:gd name="connsiteY1378" fmla="*/ 322014 h 856262"/>
              <a:gd name="connsiteX1379" fmla="*/ 3138761 w 3805936"/>
              <a:gd name="connsiteY1379" fmla="*/ 308629 h 856262"/>
              <a:gd name="connsiteX1380" fmla="*/ 3145967 w 3805936"/>
              <a:gd name="connsiteY1380" fmla="*/ 273771 h 856262"/>
              <a:gd name="connsiteX1381" fmla="*/ 3148467 w 3805936"/>
              <a:gd name="connsiteY1381" fmla="*/ 251709 h 856262"/>
              <a:gd name="connsiteX1382" fmla="*/ 3147439 w 3805936"/>
              <a:gd name="connsiteY1382" fmla="*/ 232735 h 856262"/>
              <a:gd name="connsiteX1383" fmla="*/ 3153322 w 3805936"/>
              <a:gd name="connsiteY1383" fmla="*/ 225970 h 856262"/>
              <a:gd name="connsiteX1384" fmla="*/ 3168031 w 3805936"/>
              <a:gd name="connsiteY1384" fmla="*/ 227146 h 856262"/>
              <a:gd name="connsiteX1385" fmla="*/ 3179502 w 3805936"/>
              <a:gd name="connsiteY1385" fmla="*/ 223470 h 856262"/>
              <a:gd name="connsiteX1386" fmla="*/ 3191710 w 3805936"/>
              <a:gd name="connsiteY1386" fmla="*/ 223304 h 856262"/>
              <a:gd name="connsiteX1387" fmla="*/ 1143579 w 3805936"/>
              <a:gd name="connsiteY1387" fmla="*/ 218762 h 856262"/>
              <a:gd name="connsiteX1388" fmla="*/ 1154463 w 3805936"/>
              <a:gd name="connsiteY1388" fmla="*/ 224792 h 856262"/>
              <a:gd name="connsiteX1389" fmla="*/ 1171818 w 3805936"/>
              <a:gd name="connsiteY1389" fmla="*/ 226705 h 856262"/>
              <a:gd name="connsiteX1390" fmla="*/ 1189469 w 3805936"/>
              <a:gd name="connsiteY1390" fmla="*/ 226705 h 856262"/>
              <a:gd name="connsiteX1391" fmla="*/ 1200941 w 3805936"/>
              <a:gd name="connsiteY1391" fmla="*/ 229647 h 856262"/>
              <a:gd name="connsiteX1392" fmla="*/ 1211089 w 3805936"/>
              <a:gd name="connsiteY1392" fmla="*/ 234500 h 856262"/>
              <a:gd name="connsiteX1393" fmla="*/ 1221974 w 3805936"/>
              <a:gd name="connsiteY1393" fmla="*/ 251415 h 856262"/>
              <a:gd name="connsiteX1394" fmla="*/ 1220061 w 3805936"/>
              <a:gd name="connsiteY1394" fmla="*/ 252150 h 856262"/>
              <a:gd name="connsiteX1395" fmla="*/ 1219179 w 3805936"/>
              <a:gd name="connsiteY1395" fmla="*/ 263329 h 856262"/>
              <a:gd name="connsiteX1396" fmla="*/ 1219179 w 3805936"/>
              <a:gd name="connsiteY1396" fmla="*/ 280390 h 856262"/>
              <a:gd name="connsiteX1397" fmla="*/ 1210501 w 3805936"/>
              <a:gd name="connsiteY1397" fmla="*/ 298924 h 856262"/>
              <a:gd name="connsiteX1398" fmla="*/ 1208001 w 3805936"/>
              <a:gd name="connsiteY1398" fmla="*/ 318044 h 856262"/>
              <a:gd name="connsiteX1399" fmla="*/ 1206089 w 3805936"/>
              <a:gd name="connsiteY1399" fmla="*/ 352755 h 856262"/>
              <a:gd name="connsiteX1400" fmla="*/ 1202999 w 3805936"/>
              <a:gd name="connsiteY1400" fmla="*/ 373935 h 856262"/>
              <a:gd name="connsiteX1401" fmla="*/ 1201676 w 3805936"/>
              <a:gd name="connsiteY1401" fmla="*/ 391878 h 856262"/>
              <a:gd name="connsiteX1402" fmla="*/ 1205794 w 3805936"/>
              <a:gd name="connsiteY1402" fmla="*/ 404087 h 856262"/>
              <a:gd name="connsiteX1403" fmla="*/ 1206971 w 3805936"/>
              <a:gd name="connsiteY1403" fmla="*/ 411147 h 856262"/>
              <a:gd name="connsiteX1404" fmla="*/ 1209324 w 3805936"/>
              <a:gd name="connsiteY1404" fmla="*/ 422178 h 856262"/>
              <a:gd name="connsiteX1405" fmla="*/ 1202706 w 3805936"/>
              <a:gd name="connsiteY1405" fmla="*/ 445858 h 856262"/>
              <a:gd name="connsiteX1406" fmla="*/ 1194323 w 3805936"/>
              <a:gd name="connsiteY1406" fmla="*/ 458801 h 856262"/>
              <a:gd name="connsiteX1407" fmla="*/ 1169318 w 3805936"/>
              <a:gd name="connsiteY1407" fmla="*/ 473510 h 856262"/>
              <a:gd name="connsiteX1408" fmla="*/ 1147403 w 3805936"/>
              <a:gd name="connsiteY1408" fmla="*/ 494248 h 856262"/>
              <a:gd name="connsiteX1409" fmla="*/ 1124311 w 3805936"/>
              <a:gd name="connsiteY1409" fmla="*/ 504691 h 856262"/>
              <a:gd name="connsiteX1410" fmla="*/ 1094894 w 3805936"/>
              <a:gd name="connsiteY1410" fmla="*/ 522194 h 856262"/>
              <a:gd name="connsiteX1411" fmla="*/ 1076803 w 3805936"/>
              <a:gd name="connsiteY1411" fmla="*/ 529843 h 856262"/>
              <a:gd name="connsiteX1412" fmla="*/ 1048563 w 3805936"/>
              <a:gd name="connsiteY1412" fmla="*/ 550141 h 856262"/>
              <a:gd name="connsiteX1413" fmla="*/ 1030470 w 3805936"/>
              <a:gd name="connsiteY1413" fmla="*/ 533814 h 856262"/>
              <a:gd name="connsiteX1414" fmla="*/ 1018852 w 3805936"/>
              <a:gd name="connsiteY1414" fmla="*/ 524843 h 856262"/>
              <a:gd name="connsiteX1415" fmla="*/ 1015615 w 3805936"/>
              <a:gd name="connsiteY1415" fmla="*/ 510134 h 856262"/>
              <a:gd name="connsiteX1416" fmla="*/ 1011497 w 3805936"/>
              <a:gd name="connsiteY1416" fmla="*/ 497338 h 856262"/>
              <a:gd name="connsiteX1417" fmla="*/ 1018557 w 3805936"/>
              <a:gd name="connsiteY1417" fmla="*/ 487630 h 856262"/>
              <a:gd name="connsiteX1418" fmla="*/ 1029442 w 3805936"/>
              <a:gd name="connsiteY1418" fmla="*/ 486600 h 856262"/>
              <a:gd name="connsiteX1419" fmla="*/ 1046356 w 3805936"/>
              <a:gd name="connsiteY1419" fmla="*/ 476598 h 856262"/>
              <a:gd name="connsiteX1420" fmla="*/ 1064448 w 3805936"/>
              <a:gd name="connsiteY1420" fmla="*/ 469686 h 856262"/>
              <a:gd name="connsiteX1421" fmla="*/ 1095776 w 3805936"/>
              <a:gd name="connsiteY1421" fmla="*/ 452330 h 856262"/>
              <a:gd name="connsiteX1422" fmla="*/ 1110484 w 3805936"/>
              <a:gd name="connsiteY1422" fmla="*/ 437621 h 856262"/>
              <a:gd name="connsiteX1423" fmla="*/ 1109603 w 3805936"/>
              <a:gd name="connsiteY1423" fmla="*/ 404382 h 856262"/>
              <a:gd name="connsiteX1424" fmla="*/ 1101808 w 3805936"/>
              <a:gd name="connsiteY1424" fmla="*/ 399675 h 856262"/>
              <a:gd name="connsiteX1425" fmla="*/ 1087099 w 3805936"/>
              <a:gd name="connsiteY1425" fmla="*/ 401587 h 856262"/>
              <a:gd name="connsiteX1426" fmla="*/ 1073273 w 3805936"/>
              <a:gd name="connsiteY1426" fmla="*/ 406587 h 856262"/>
              <a:gd name="connsiteX1427" fmla="*/ 1062829 w 3805936"/>
              <a:gd name="connsiteY1427" fmla="*/ 407912 h 856262"/>
              <a:gd name="connsiteX1428" fmla="*/ 1056064 w 3805936"/>
              <a:gd name="connsiteY1428" fmla="*/ 402175 h 856262"/>
              <a:gd name="connsiteX1429" fmla="*/ 1052976 w 3805936"/>
              <a:gd name="connsiteY1429" fmla="*/ 385113 h 856262"/>
              <a:gd name="connsiteX1430" fmla="*/ 1050033 w 3805936"/>
              <a:gd name="connsiteY1430" fmla="*/ 373200 h 856262"/>
              <a:gd name="connsiteX1431" fmla="*/ 1051358 w 3805936"/>
              <a:gd name="connsiteY1431" fmla="*/ 349078 h 856262"/>
              <a:gd name="connsiteX1432" fmla="*/ 1066066 w 3805936"/>
              <a:gd name="connsiteY1432" fmla="*/ 335105 h 856262"/>
              <a:gd name="connsiteX1433" fmla="*/ 1085628 w 3805936"/>
              <a:gd name="connsiteY1433" fmla="*/ 328928 h 856262"/>
              <a:gd name="connsiteX1434" fmla="*/ 1100336 w 3805936"/>
              <a:gd name="connsiteY1434" fmla="*/ 327898 h 856262"/>
              <a:gd name="connsiteX1435" fmla="*/ 1120046 w 3805936"/>
              <a:gd name="connsiteY1435" fmla="*/ 318927 h 856262"/>
              <a:gd name="connsiteX1436" fmla="*/ 1129606 w 3805936"/>
              <a:gd name="connsiteY1436" fmla="*/ 300982 h 856262"/>
              <a:gd name="connsiteX1437" fmla="*/ 1135636 w 3805936"/>
              <a:gd name="connsiteY1437" fmla="*/ 262299 h 856262"/>
              <a:gd name="connsiteX1438" fmla="*/ 1125781 w 3805936"/>
              <a:gd name="connsiteY1438" fmla="*/ 237295 h 856262"/>
              <a:gd name="connsiteX1439" fmla="*/ 1125781 w 3805936"/>
              <a:gd name="connsiteY1439" fmla="*/ 230235 h 856262"/>
              <a:gd name="connsiteX1440" fmla="*/ 1136813 w 3805936"/>
              <a:gd name="connsiteY1440" fmla="*/ 221704 h 856262"/>
              <a:gd name="connsiteX1441" fmla="*/ 1143579 w 3805936"/>
              <a:gd name="connsiteY1441" fmla="*/ 218762 h 856262"/>
              <a:gd name="connsiteX1442" fmla="*/ 1352437 w 3805936"/>
              <a:gd name="connsiteY1442" fmla="*/ 199201 h 856262"/>
              <a:gd name="connsiteX1443" fmla="*/ 1363174 w 3805936"/>
              <a:gd name="connsiteY1443" fmla="*/ 205526 h 856262"/>
              <a:gd name="connsiteX1444" fmla="*/ 1372146 w 3805936"/>
              <a:gd name="connsiteY1444" fmla="*/ 207584 h 856262"/>
              <a:gd name="connsiteX1445" fmla="*/ 1379059 w 3805936"/>
              <a:gd name="connsiteY1445" fmla="*/ 215379 h 856262"/>
              <a:gd name="connsiteX1446" fmla="*/ 1384647 w 3805936"/>
              <a:gd name="connsiteY1446" fmla="*/ 237001 h 856262"/>
              <a:gd name="connsiteX1447" fmla="*/ 1368616 w 3805936"/>
              <a:gd name="connsiteY1447" fmla="*/ 266417 h 856262"/>
              <a:gd name="connsiteX1448" fmla="*/ 1365527 w 3805936"/>
              <a:gd name="connsiteY1448" fmla="*/ 281126 h 856262"/>
              <a:gd name="connsiteX1449" fmla="*/ 1378764 w 3805936"/>
              <a:gd name="connsiteY1449" fmla="*/ 285686 h 856262"/>
              <a:gd name="connsiteX1450" fmla="*/ 1392002 w 3805936"/>
              <a:gd name="connsiteY1450" fmla="*/ 278184 h 856262"/>
              <a:gd name="connsiteX1451" fmla="*/ 1413329 w 3805936"/>
              <a:gd name="connsiteY1451" fmla="*/ 285686 h 856262"/>
              <a:gd name="connsiteX1452" fmla="*/ 1425242 w 3805936"/>
              <a:gd name="connsiteY1452" fmla="*/ 307896 h 856262"/>
              <a:gd name="connsiteX1453" fmla="*/ 1427742 w 3805936"/>
              <a:gd name="connsiteY1453" fmla="*/ 323780 h 856262"/>
              <a:gd name="connsiteX1454" fmla="*/ 1420536 w 3805936"/>
              <a:gd name="connsiteY1454" fmla="*/ 332017 h 856262"/>
              <a:gd name="connsiteX1455" fmla="*/ 1405827 w 3805936"/>
              <a:gd name="connsiteY1455" fmla="*/ 335841 h 856262"/>
              <a:gd name="connsiteX1456" fmla="*/ 1393032 w 3805936"/>
              <a:gd name="connsiteY1456" fmla="*/ 344812 h 856262"/>
              <a:gd name="connsiteX1457" fmla="*/ 1375087 w 3805936"/>
              <a:gd name="connsiteY1457" fmla="*/ 354814 h 856262"/>
              <a:gd name="connsiteX1458" fmla="*/ 1346554 w 3805936"/>
              <a:gd name="connsiteY1458" fmla="*/ 368640 h 856262"/>
              <a:gd name="connsiteX1459" fmla="*/ 1336699 w 3805936"/>
              <a:gd name="connsiteY1459" fmla="*/ 400115 h 856262"/>
              <a:gd name="connsiteX1460" fmla="*/ 1337729 w 3805936"/>
              <a:gd name="connsiteY1460" fmla="*/ 414824 h 856262"/>
              <a:gd name="connsiteX1461" fmla="*/ 1345671 w 3805936"/>
              <a:gd name="connsiteY1461" fmla="*/ 440858 h 856262"/>
              <a:gd name="connsiteX1462" fmla="*/ 1367439 w 3805936"/>
              <a:gd name="connsiteY1462" fmla="*/ 450565 h 856262"/>
              <a:gd name="connsiteX1463" fmla="*/ 1383031 w 3805936"/>
              <a:gd name="connsiteY1463" fmla="*/ 452625 h 856262"/>
              <a:gd name="connsiteX1464" fmla="*/ 1394061 w 3805936"/>
              <a:gd name="connsiteY1464" fmla="*/ 454978 h 856262"/>
              <a:gd name="connsiteX1465" fmla="*/ 1404946 w 3805936"/>
              <a:gd name="connsiteY1465" fmla="*/ 459243 h 856262"/>
              <a:gd name="connsiteX1466" fmla="*/ 1422007 w 3805936"/>
              <a:gd name="connsiteY1466" fmla="*/ 461008 h 856262"/>
              <a:gd name="connsiteX1467" fmla="*/ 1422742 w 3805936"/>
              <a:gd name="connsiteY1467" fmla="*/ 461302 h 856262"/>
              <a:gd name="connsiteX1468" fmla="*/ 1432302 w 3805936"/>
              <a:gd name="connsiteY1468" fmla="*/ 483218 h 856262"/>
              <a:gd name="connsiteX1469" fmla="*/ 1423772 w 3805936"/>
              <a:gd name="connsiteY1469" fmla="*/ 507633 h 856262"/>
              <a:gd name="connsiteX1470" fmla="*/ 1416712 w 3805936"/>
              <a:gd name="connsiteY1470" fmla="*/ 523666 h 856262"/>
              <a:gd name="connsiteX1471" fmla="*/ 1398327 w 3805936"/>
              <a:gd name="connsiteY1471" fmla="*/ 526460 h 856262"/>
              <a:gd name="connsiteX1472" fmla="*/ 1380236 w 3805936"/>
              <a:gd name="connsiteY1472" fmla="*/ 530725 h 856262"/>
              <a:gd name="connsiteX1473" fmla="*/ 1367586 w 3805936"/>
              <a:gd name="connsiteY1473" fmla="*/ 525283 h 856262"/>
              <a:gd name="connsiteX1474" fmla="*/ 1348024 w 3805936"/>
              <a:gd name="connsiteY1474" fmla="*/ 523372 h 856262"/>
              <a:gd name="connsiteX1475" fmla="*/ 1328756 w 3805936"/>
              <a:gd name="connsiteY1475" fmla="*/ 523372 h 856262"/>
              <a:gd name="connsiteX1476" fmla="*/ 1312431 w 3805936"/>
              <a:gd name="connsiteY1476" fmla="*/ 518665 h 856262"/>
              <a:gd name="connsiteX1477" fmla="*/ 1288602 w 3805936"/>
              <a:gd name="connsiteY1477" fmla="*/ 517342 h 856262"/>
              <a:gd name="connsiteX1478" fmla="*/ 1276542 w 3805936"/>
              <a:gd name="connsiteY1478" fmla="*/ 510722 h 856262"/>
              <a:gd name="connsiteX1479" fmla="*/ 1265364 w 3805936"/>
              <a:gd name="connsiteY1479" fmla="*/ 492778 h 856262"/>
              <a:gd name="connsiteX1480" fmla="*/ 1263892 w 3805936"/>
              <a:gd name="connsiteY1480" fmla="*/ 471892 h 856262"/>
              <a:gd name="connsiteX1481" fmla="*/ 1258744 w 3805936"/>
              <a:gd name="connsiteY1481" fmla="*/ 447035 h 856262"/>
              <a:gd name="connsiteX1482" fmla="*/ 1257716 w 3805936"/>
              <a:gd name="connsiteY1482" fmla="*/ 431445 h 856262"/>
              <a:gd name="connsiteX1483" fmla="*/ 1255804 w 3805936"/>
              <a:gd name="connsiteY1483" fmla="*/ 416737 h 856262"/>
              <a:gd name="connsiteX1484" fmla="*/ 1253449 w 3805936"/>
              <a:gd name="connsiteY1484" fmla="*/ 393645 h 856262"/>
              <a:gd name="connsiteX1485" fmla="*/ 1259627 w 3805936"/>
              <a:gd name="connsiteY1485" fmla="*/ 356432 h 856262"/>
              <a:gd name="connsiteX1486" fmla="*/ 1264776 w 3805936"/>
              <a:gd name="connsiteY1486" fmla="*/ 344812 h 856262"/>
              <a:gd name="connsiteX1487" fmla="*/ 1269187 w 3805936"/>
              <a:gd name="connsiteY1487" fmla="*/ 325692 h 856262"/>
              <a:gd name="connsiteX1488" fmla="*/ 1273306 w 3805936"/>
              <a:gd name="connsiteY1488" fmla="*/ 306131 h 856262"/>
              <a:gd name="connsiteX1489" fmla="*/ 1275072 w 3805936"/>
              <a:gd name="connsiteY1489" fmla="*/ 275684 h 856262"/>
              <a:gd name="connsiteX1490" fmla="*/ 1279484 w 3805936"/>
              <a:gd name="connsiteY1490" fmla="*/ 257151 h 856262"/>
              <a:gd name="connsiteX1491" fmla="*/ 1285809 w 3805936"/>
              <a:gd name="connsiteY1491" fmla="*/ 227734 h 856262"/>
              <a:gd name="connsiteX1492" fmla="*/ 1286544 w 3805936"/>
              <a:gd name="connsiteY1492" fmla="*/ 207584 h 856262"/>
              <a:gd name="connsiteX1493" fmla="*/ 1298162 w 3805936"/>
              <a:gd name="connsiteY1493" fmla="*/ 199348 h 856262"/>
              <a:gd name="connsiteX1494" fmla="*/ 1312871 w 3805936"/>
              <a:gd name="connsiteY1494" fmla="*/ 202438 h 856262"/>
              <a:gd name="connsiteX1495" fmla="*/ 1325962 w 3805936"/>
              <a:gd name="connsiteY1495" fmla="*/ 199643 h 856262"/>
              <a:gd name="connsiteX1496" fmla="*/ 1337729 w 3805936"/>
              <a:gd name="connsiteY1496" fmla="*/ 201996 h 856262"/>
              <a:gd name="connsiteX1497" fmla="*/ 1352437 w 3805936"/>
              <a:gd name="connsiteY1497" fmla="*/ 199201 h 856262"/>
              <a:gd name="connsiteX1498" fmla="*/ 427710 w 3805936"/>
              <a:gd name="connsiteY1498" fmla="*/ 198541 h 856262"/>
              <a:gd name="connsiteX1499" fmla="*/ 419272 w 3805936"/>
              <a:gd name="connsiteY1499" fmla="*/ 210480 h 856262"/>
              <a:gd name="connsiteX1500" fmla="*/ 419272 w 3805936"/>
              <a:gd name="connsiteY1500" fmla="*/ 211071 h 856262"/>
              <a:gd name="connsiteX1501" fmla="*/ 412142 w 3805936"/>
              <a:gd name="connsiteY1501" fmla="*/ 247901 h 856262"/>
              <a:gd name="connsiteX1502" fmla="*/ 411594 w 3805936"/>
              <a:gd name="connsiteY1502" fmla="*/ 250644 h 856262"/>
              <a:gd name="connsiteX1503" fmla="*/ 406362 w 3805936"/>
              <a:gd name="connsiteY1503" fmla="*/ 250644 h 856262"/>
              <a:gd name="connsiteX1504" fmla="*/ 278024 w 3805936"/>
              <a:gd name="connsiteY1504" fmla="*/ 232123 h 856262"/>
              <a:gd name="connsiteX1505" fmla="*/ 289204 w 3805936"/>
              <a:gd name="connsiteY1505" fmla="*/ 259672 h 856262"/>
              <a:gd name="connsiteX1506" fmla="*/ 319707 w 3805936"/>
              <a:gd name="connsiteY1506" fmla="*/ 278741 h 856262"/>
              <a:gd name="connsiteX1507" fmla="*/ 322238 w 3805936"/>
              <a:gd name="connsiteY1507" fmla="*/ 279247 h 856262"/>
              <a:gd name="connsiteX1508" fmla="*/ 322238 w 3805936"/>
              <a:gd name="connsiteY1508" fmla="*/ 281821 h 856262"/>
              <a:gd name="connsiteX1509" fmla="*/ 322407 w 3805936"/>
              <a:gd name="connsiteY1509" fmla="*/ 281821 h 856262"/>
              <a:gd name="connsiteX1510" fmla="*/ 333587 w 3805936"/>
              <a:gd name="connsiteY1510" fmla="*/ 304350 h 856262"/>
              <a:gd name="connsiteX1511" fmla="*/ 357170 w 3805936"/>
              <a:gd name="connsiteY1511" fmla="*/ 311817 h 856262"/>
              <a:gd name="connsiteX1512" fmla="*/ 360334 w 3805936"/>
              <a:gd name="connsiteY1512" fmla="*/ 311817 h 856262"/>
              <a:gd name="connsiteX1513" fmla="*/ 362992 w 3805936"/>
              <a:gd name="connsiteY1513" fmla="*/ 311480 h 856262"/>
              <a:gd name="connsiteX1514" fmla="*/ 363920 w 3805936"/>
              <a:gd name="connsiteY1514" fmla="*/ 313969 h 856262"/>
              <a:gd name="connsiteX1515" fmla="*/ 381555 w 3805936"/>
              <a:gd name="connsiteY1515" fmla="*/ 328566 h 856262"/>
              <a:gd name="connsiteX1516" fmla="*/ 390584 w 3805936"/>
              <a:gd name="connsiteY1516" fmla="*/ 329916 h 856262"/>
              <a:gd name="connsiteX1517" fmla="*/ 402270 w 3805936"/>
              <a:gd name="connsiteY1517" fmla="*/ 327891 h 856262"/>
              <a:gd name="connsiteX1518" fmla="*/ 408472 w 3805936"/>
              <a:gd name="connsiteY1518" fmla="*/ 325318 h 856262"/>
              <a:gd name="connsiteX1519" fmla="*/ 399359 w 3805936"/>
              <a:gd name="connsiteY1519" fmla="*/ 362570 h 856262"/>
              <a:gd name="connsiteX1520" fmla="*/ 456736 w 3805936"/>
              <a:gd name="connsiteY1520" fmla="*/ 362570 h 856262"/>
              <a:gd name="connsiteX1521" fmla="*/ 447581 w 3805936"/>
              <a:gd name="connsiteY1521" fmla="*/ 325275 h 856262"/>
              <a:gd name="connsiteX1522" fmla="*/ 453825 w 3805936"/>
              <a:gd name="connsiteY1522" fmla="*/ 327891 h 856262"/>
              <a:gd name="connsiteX1523" fmla="*/ 465469 w 3805936"/>
              <a:gd name="connsiteY1523" fmla="*/ 329916 h 856262"/>
              <a:gd name="connsiteX1524" fmla="*/ 474497 w 3805936"/>
              <a:gd name="connsiteY1524" fmla="*/ 328566 h 856262"/>
              <a:gd name="connsiteX1525" fmla="*/ 492132 w 3805936"/>
              <a:gd name="connsiteY1525" fmla="*/ 313969 h 856262"/>
              <a:gd name="connsiteX1526" fmla="*/ 493060 w 3805936"/>
              <a:gd name="connsiteY1526" fmla="*/ 311480 h 856262"/>
              <a:gd name="connsiteX1527" fmla="*/ 495718 w 3805936"/>
              <a:gd name="connsiteY1527" fmla="*/ 311817 h 856262"/>
              <a:gd name="connsiteX1528" fmla="*/ 498882 w 3805936"/>
              <a:gd name="connsiteY1528" fmla="*/ 311817 h 856262"/>
              <a:gd name="connsiteX1529" fmla="*/ 522466 w 3805936"/>
              <a:gd name="connsiteY1529" fmla="*/ 304350 h 856262"/>
              <a:gd name="connsiteX1530" fmla="*/ 533646 w 3805936"/>
              <a:gd name="connsiteY1530" fmla="*/ 281779 h 856262"/>
              <a:gd name="connsiteX1531" fmla="*/ 533646 w 3805936"/>
              <a:gd name="connsiteY1531" fmla="*/ 279247 h 856262"/>
              <a:gd name="connsiteX1532" fmla="*/ 536177 w 3805936"/>
              <a:gd name="connsiteY1532" fmla="*/ 278741 h 856262"/>
              <a:gd name="connsiteX1533" fmla="*/ 566637 w 3805936"/>
              <a:gd name="connsiteY1533" fmla="*/ 259672 h 856262"/>
              <a:gd name="connsiteX1534" fmla="*/ 577817 w 3805936"/>
              <a:gd name="connsiteY1534" fmla="*/ 232123 h 856262"/>
              <a:gd name="connsiteX1535" fmla="*/ 449606 w 3805936"/>
              <a:gd name="connsiteY1535" fmla="*/ 250644 h 856262"/>
              <a:gd name="connsiteX1536" fmla="*/ 444374 w 3805936"/>
              <a:gd name="connsiteY1536" fmla="*/ 250644 h 856262"/>
              <a:gd name="connsiteX1537" fmla="*/ 443826 w 3805936"/>
              <a:gd name="connsiteY1537" fmla="*/ 247901 h 856262"/>
              <a:gd name="connsiteX1538" fmla="*/ 436696 w 3805936"/>
              <a:gd name="connsiteY1538" fmla="*/ 211071 h 856262"/>
              <a:gd name="connsiteX1539" fmla="*/ 436696 w 3805936"/>
              <a:gd name="connsiteY1539" fmla="*/ 210480 h 856262"/>
              <a:gd name="connsiteX1540" fmla="*/ 428258 w 3805936"/>
              <a:gd name="connsiteY1540" fmla="*/ 198541 h 856262"/>
              <a:gd name="connsiteX1541" fmla="*/ 494072 w 3805936"/>
              <a:gd name="connsiteY1541" fmla="*/ 197065 h 856262"/>
              <a:gd name="connsiteX1542" fmla="*/ 510568 w 3805936"/>
              <a:gd name="connsiteY1542" fmla="*/ 207738 h 856262"/>
              <a:gd name="connsiteX1543" fmla="*/ 490993 w 3805936"/>
              <a:gd name="connsiteY1543" fmla="*/ 208793 h 856262"/>
              <a:gd name="connsiteX1544" fmla="*/ 476395 w 3805936"/>
              <a:gd name="connsiteY1544" fmla="*/ 198161 h 856262"/>
              <a:gd name="connsiteX1545" fmla="*/ 494072 w 3805936"/>
              <a:gd name="connsiteY1545" fmla="*/ 197065 h 856262"/>
              <a:gd name="connsiteX1546" fmla="*/ 2355689 w 3805936"/>
              <a:gd name="connsiteY1546" fmla="*/ 195083 h 856262"/>
              <a:gd name="connsiteX1547" fmla="*/ 2370398 w 3805936"/>
              <a:gd name="connsiteY1547" fmla="*/ 200820 h 856262"/>
              <a:gd name="connsiteX1548" fmla="*/ 2399814 w 3805936"/>
              <a:gd name="connsiteY1548" fmla="*/ 203025 h 856262"/>
              <a:gd name="connsiteX1549" fmla="*/ 2401139 w 3805936"/>
              <a:gd name="connsiteY1549" fmla="*/ 203761 h 856262"/>
              <a:gd name="connsiteX1550" fmla="*/ 2406139 w 3805936"/>
              <a:gd name="connsiteY1550" fmla="*/ 215821 h 856262"/>
              <a:gd name="connsiteX1551" fmla="*/ 2416288 w 3805936"/>
              <a:gd name="connsiteY1551" fmla="*/ 236413 h 856262"/>
              <a:gd name="connsiteX1552" fmla="*/ 2408051 w 3805936"/>
              <a:gd name="connsiteY1552" fmla="*/ 253916 h 856262"/>
              <a:gd name="connsiteX1553" fmla="*/ 2404228 w 3805936"/>
              <a:gd name="connsiteY1553" fmla="*/ 270094 h 856262"/>
              <a:gd name="connsiteX1554" fmla="*/ 2389519 w 3805936"/>
              <a:gd name="connsiteY1554" fmla="*/ 296129 h 856262"/>
              <a:gd name="connsiteX1555" fmla="*/ 2376281 w 3805936"/>
              <a:gd name="connsiteY1555" fmla="*/ 310837 h 856262"/>
              <a:gd name="connsiteX1556" fmla="*/ 2346864 w 3805936"/>
              <a:gd name="connsiteY1556" fmla="*/ 372317 h 856262"/>
              <a:gd name="connsiteX1557" fmla="*/ 2337011 w 3805936"/>
              <a:gd name="connsiteY1557" fmla="*/ 382172 h 856262"/>
              <a:gd name="connsiteX1558" fmla="*/ 2324949 w 3805936"/>
              <a:gd name="connsiteY1558" fmla="*/ 382172 h 856262"/>
              <a:gd name="connsiteX1559" fmla="*/ 2312299 w 3805936"/>
              <a:gd name="connsiteY1559" fmla="*/ 386291 h 856262"/>
              <a:gd name="connsiteX1560" fmla="*/ 2293474 w 3805936"/>
              <a:gd name="connsiteY1560" fmla="*/ 392027 h 856262"/>
              <a:gd name="connsiteX1561" fmla="*/ 2293474 w 3805936"/>
              <a:gd name="connsiteY1561" fmla="*/ 406735 h 856262"/>
              <a:gd name="connsiteX1562" fmla="*/ 2308181 w 3805936"/>
              <a:gd name="connsiteY1562" fmla="*/ 404087 h 856262"/>
              <a:gd name="connsiteX1563" fmla="*/ 2319654 w 3805936"/>
              <a:gd name="connsiteY1563" fmla="*/ 398792 h 856262"/>
              <a:gd name="connsiteX1564" fmla="*/ 2335539 w 3805936"/>
              <a:gd name="connsiteY1564" fmla="*/ 403794 h 856262"/>
              <a:gd name="connsiteX1565" fmla="*/ 2341864 w 3805936"/>
              <a:gd name="connsiteY1565" fmla="*/ 411147 h 856262"/>
              <a:gd name="connsiteX1566" fmla="*/ 2345983 w 3805936"/>
              <a:gd name="connsiteY1566" fmla="*/ 431150 h 856262"/>
              <a:gd name="connsiteX1567" fmla="*/ 2343483 w 3805936"/>
              <a:gd name="connsiteY1567" fmla="*/ 439387 h 856262"/>
              <a:gd name="connsiteX1568" fmla="*/ 2328774 w 3805936"/>
              <a:gd name="connsiteY1568" fmla="*/ 449535 h 856262"/>
              <a:gd name="connsiteX1569" fmla="*/ 2312299 w 3805936"/>
              <a:gd name="connsiteY1569" fmla="*/ 455567 h 856262"/>
              <a:gd name="connsiteX1570" fmla="*/ 2307153 w 3805936"/>
              <a:gd name="connsiteY1570" fmla="*/ 465127 h 856262"/>
              <a:gd name="connsiteX1571" fmla="*/ 2315094 w 3805936"/>
              <a:gd name="connsiteY1571" fmla="*/ 471452 h 856262"/>
              <a:gd name="connsiteX1572" fmla="*/ 2337011 w 3805936"/>
              <a:gd name="connsiteY1572" fmla="*/ 467334 h 856262"/>
              <a:gd name="connsiteX1573" fmla="*/ 2353484 w 3805936"/>
              <a:gd name="connsiteY1573" fmla="*/ 467334 h 856262"/>
              <a:gd name="connsiteX1574" fmla="*/ 2373781 w 3805936"/>
              <a:gd name="connsiteY1574" fmla="*/ 463215 h 856262"/>
              <a:gd name="connsiteX1575" fmla="*/ 2391578 w 3805936"/>
              <a:gd name="connsiteY1575" fmla="*/ 463215 h 856262"/>
              <a:gd name="connsiteX1576" fmla="*/ 2406286 w 3805936"/>
              <a:gd name="connsiteY1576" fmla="*/ 486307 h 856262"/>
              <a:gd name="connsiteX1577" fmla="*/ 2380253 w 3805936"/>
              <a:gd name="connsiteY1577" fmla="*/ 523813 h 856262"/>
              <a:gd name="connsiteX1578" fmla="*/ 2356573 w 3805936"/>
              <a:gd name="connsiteY1578" fmla="*/ 519695 h 856262"/>
              <a:gd name="connsiteX1579" fmla="*/ 2317448 w 3805936"/>
              <a:gd name="connsiteY1579" fmla="*/ 521312 h 856262"/>
              <a:gd name="connsiteX1580" fmla="*/ 2296121 w 3805936"/>
              <a:gd name="connsiteY1580" fmla="*/ 519988 h 856262"/>
              <a:gd name="connsiteX1581" fmla="*/ 2277441 w 3805936"/>
              <a:gd name="connsiteY1581" fmla="*/ 521902 h 856262"/>
              <a:gd name="connsiteX1582" fmla="*/ 2256556 w 3805936"/>
              <a:gd name="connsiteY1582" fmla="*/ 525432 h 856262"/>
              <a:gd name="connsiteX1583" fmla="*/ 2231111 w 3805936"/>
              <a:gd name="connsiteY1583" fmla="*/ 530432 h 856262"/>
              <a:gd name="connsiteX1584" fmla="*/ 2204783 w 3805936"/>
              <a:gd name="connsiteY1584" fmla="*/ 533078 h 856262"/>
              <a:gd name="connsiteX1585" fmla="*/ 2177720 w 3805936"/>
              <a:gd name="connsiteY1585" fmla="*/ 541315 h 856262"/>
              <a:gd name="connsiteX1586" fmla="*/ 2160658 w 3805936"/>
              <a:gd name="connsiteY1586" fmla="*/ 532343 h 856262"/>
              <a:gd name="connsiteX1587" fmla="*/ 2156835 w 3805936"/>
              <a:gd name="connsiteY1587" fmla="*/ 509545 h 856262"/>
              <a:gd name="connsiteX1588" fmla="*/ 2157715 w 3805936"/>
              <a:gd name="connsiteY1588" fmla="*/ 499103 h 856262"/>
              <a:gd name="connsiteX1589" fmla="*/ 2163451 w 3805936"/>
              <a:gd name="connsiteY1589" fmla="*/ 487042 h 856262"/>
              <a:gd name="connsiteX1590" fmla="*/ 2169776 w 3805936"/>
              <a:gd name="connsiteY1590" fmla="*/ 481895 h 856262"/>
              <a:gd name="connsiteX1591" fmla="*/ 2177720 w 3805936"/>
              <a:gd name="connsiteY1591" fmla="*/ 485719 h 856262"/>
              <a:gd name="connsiteX1592" fmla="*/ 2200960 w 3805936"/>
              <a:gd name="connsiteY1592" fmla="*/ 477777 h 856262"/>
              <a:gd name="connsiteX1593" fmla="*/ 2230376 w 3805936"/>
              <a:gd name="connsiteY1593" fmla="*/ 464834 h 856262"/>
              <a:gd name="connsiteX1594" fmla="*/ 2225521 w 3805936"/>
              <a:gd name="connsiteY1594" fmla="*/ 456597 h 856262"/>
              <a:gd name="connsiteX1595" fmla="*/ 2213461 w 3805936"/>
              <a:gd name="connsiteY1595" fmla="*/ 454979 h 856262"/>
              <a:gd name="connsiteX1596" fmla="*/ 2203311 w 3805936"/>
              <a:gd name="connsiteY1596" fmla="*/ 449830 h 856262"/>
              <a:gd name="connsiteX1597" fmla="*/ 2203311 w 3805936"/>
              <a:gd name="connsiteY1597" fmla="*/ 439975 h 856262"/>
              <a:gd name="connsiteX1598" fmla="*/ 2204636 w 3805936"/>
              <a:gd name="connsiteY1598" fmla="*/ 427915 h 856262"/>
              <a:gd name="connsiteX1599" fmla="*/ 2211255 w 3805936"/>
              <a:gd name="connsiteY1599" fmla="*/ 419090 h 856262"/>
              <a:gd name="connsiteX1600" fmla="*/ 2218020 w 3805936"/>
              <a:gd name="connsiteY1600" fmla="*/ 421296 h 856262"/>
              <a:gd name="connsiteX1601" fmla="*/ 2225228 w 3805936"/>
              <a:gd name="connsiteY1601" fmla="*/ 419972 h 856262"/>
              <a:gd name="connsiteX1602" fmla="*/ 2232288 w 3805936"/>
              <a:gd name="connsiteY1602" fmla="*/ 419972 h 856262"/>
              <a:gd name="connsiteX1603" fmla="*/ 2238613 w 3805936"/>
              <a:gd name="connsiteY1603" fmla="*/ 414236 h 856262"/>
              <a:gd name="connsiteX1604" fmla="*/ 2240230 w 3805936"/>
              <a:gd name="connsiteY1604" fmla="*/ 399527 h 856262"/>
              <a:gd name="connsiteX1605" fmla="*/ 2231551 w 3805936"/>
              <a:gd name="connsiteY1605" fmla="*/ 398351 h 856262"/>
              <a:gd name="connsiteX1606" fmla="*/ 2220520 w 3805936"/>
              <a:gd name="connsiteY1606" fmla="*/ 401441 h 856262"/>
              <a:gd name="connsiteX1607" fmla="*/ 2210371 w 3805936"/>
              <a:gd name="connsiteY1607" fmla="*/ 403646 h 856262"/>
              <a:gd name="connsiteX1608" fmla="*/ 2202135 w 3805936"/>
              <a:gd name="connsiteY1608" fmla="*/ 402469 h 856262"/>
              <a:gd name="connsiteX1609" fmla="*/ 2198016 w 3805936"/>
              <a:gd name="connsiteY1609" fmla="*/ 395997 h 856262"/>
              <a:gd name="connsiteX1610" fmla="*/ 2194781 w 3805936"/>
              <a:gd name="connsiteY1610" fmla="*/ 386584 h 856262"/>
              <a:gd name="connsiteX1611" fmla="*/ 2187428 w 3805936"/>
              <a:gd name="connsiteY1611" fmla="*/ 372906 h 856262"/>
              <a:gd name="connsiteX1612" fmla="*/ 2183308 w 3805936"/>
              <a:gd name="connsiteY1612" fmla="*/ 358197 h 856262"/>
              <a:gd name="connsiteX1613" fmla="*/ 2191251 w 3805936"/>
              <a:gd name="connsiteY1613" fmla="*/ 335106 h 856262"/>
              <a:gd name="connsiteX1614" fmla="*/ 2187426 w 3805936"/>
              <a:gd name="connsiteY1614" fmla="*/ 297894 h 856262"/>
              <a:gd name="connsiteX1615" fmla="*/ 2182720 w 3805936"/>
              <a:gd name="connsiteY1615" fmla="*/ 282009 h 856262"/>
              <a:gd name="connsiteX1616" fmla="*/ 2184631 w 3805936"/>
              <a:gd name="connsiteY1616" fmla="*/ 269948 h 856262"/>
              <a:gd name="connsiteX1617" fmla="*/ 2188751 w 3805936"/>
              <a:gd name="connsiteY1617" fmla="*/ 249356 h 856262"/>
              <a:gd name="connsiteX1618" fmla="*/ 2198900 w 3805936"/>
              <a:gd name="connsiteY1618" fmla="*/ 228471 h 856262"/>
              <a:gd name="connsiteX1619" fmla="*/ 2211990 w 3805936"/>
              <a:gd name="connsiteY1619" fmla="*/ 236413 h 856262"/>
              <a:gd name="connsiteX1620" fmla="*/ 2224345 w 3805936"/>
              <a:gd name="connsiteY1620" fmla="*/ 235089 h 856262"/>
              <a:gd name="connsiteX1621" fmla="*/ 2240524 w 3805936"/>
              <a:gd name="connsiteY1621" fmla="*/ 229941 h 856262"/>
              <a:gd name="connsiteX1622" fmla="*/ 2268175 w 3805936"/>
              <a:gd name="connsiteY1622" fmla="*/ 218616 h 856262"/>
              <a:gd name="connsiteX1623" fmla="*/ 2290091 w 3805936"/>
              <a:gd name="connsiteY1623" fmla="*/ 216410 h 856262"/>
              <a:gd name="connsiteX1624" fmla="*/ 2355689 w 3805936"/>
              <a:gd name="connsiteY1624" fmla="*/ 195083 h 856262"/>
              <a:gd name="connsiteX1625" fmla="*/ 139476 w 3805936"/>
              <a:gd name="connsiteY1625" fmla="*/ 178416 h 856262"/>
              <a:gd name="connsiteX1626" fmla="*/ 137746 w 3805936"/>
              <a:gd name="connsiteY1626" fmla="*/ 179091 h 856262"/>
              <a:gd name="connsiteX1627" fmla="*/ 136101 w 3805936"/>
              <a:gd name="connsiteY1627" fmla="*/ 180146 h 856262"/>
              <a:gd name="connsiteX1628" fmla="*/ 134160 w 3805936"/>
              <a:gd name="connsiteY1628" fmla="*/ 182340 h 856262"/>
              <a:gd name="connsiteX1629" fmla="*/ 131967 w 3805936"/>
              <a:gd name="connsiteY1629" fmla="*/ 184196 h 856262"/>
              <a:gd name="connsiteX1630" fmla="*/ 130026 w 3805936"/>
              <a:gd name="connsiteY1630" fmla="*/ 184829 h 856262"/>
              <a:gd name="connsiteX1631" fmla="*/ 129604 w 3805936"/>
              <a:gd name="connsiteY1631" fmla="*/ 185968 h 856262"/>
              <a:gd name="connsiteX1632" fmla="*/ 129562 w 3805936"/>
              <a:gd name="connsiteY1632" fmla="*/ 185968 h 856262"/>
              <a:gd name="connsiteX1633" fmla="*/ 129351 w 3805936"/>
              <a:gd name="connsiteY1633" fmla="*/ 188162 h 856262"/>
              <a:gd name="connsiteX1634" fmla="*/ 130195 w 3805936"/>
              <a:gd name="connsiteY1634" fmla="*/ 189006 h 856262"/>
              <a:gd name="connsiteX1635" fmla="*/ 134414 w 3805936"/>
              <a:gd name="connsiteY1635" fmla="*/ 190609 h 856262"/>
              <a:gd name="connsiteX1636" fmla="*/ 138379 w 3805936"/>
              <a:gd name="connsiteY1636" fmla="*/ 195671 h 856262"/>
              <a:gd name="connsiteX1637" fmla="*/ 139476 w 3805936"/>
              <a:gd name="connsiteY1637" fmla="*/ 198836 h 856262"/>
              <a:gd name="connsiteX1638" fmla="*/ 138337 w 3805936"/>
              <a:gd name="connsiteY1638" fmla="*/ 202253 h 856262"/>
              <a:gd name="connsiteX1639" fmla="*/ 136860 w 3805936"/>
              <a:gd name="connsiteY1639" fmla="*/ 204067 h 856262"/>
              <a:gd name="connsiteX1640" fmla="*/ 135384 w 3805936"/>
              <a:gd name="connsiteY1640" fmla="*/ 207147 h 856262"/>
              <a:gd name="connsiteX1641" fmla="*/ 135384 w 3805936"/>
              <a:gd name="connsiteY1641" fmla="*/ 210438 h 856262"/>
              <a:gd name="connsiteX1642" fmla="*/ 138168 w 3805936"/>
              <a:gd name="connsiteY1642" fmla="*/ 213306 h 856262"/>
              <a:gd name="connsiteX1643" fmla="*/ 139898 w 3805936"/>
              <a:gd name="connsiteY1643" fmla="*/ 214277 h 856262"/>
              <a:gd name="connsiteX1644" fmla="*/ 142303 w 3805936"/>
              <a:gd name="connsiteY1644" fmla="*/ 215838 h 856262"/>
              <a:gd name="connsiteX1645" fmla="*/ 143779 w 3805936"/>
              <a:gd name="connsiteY1645" fmla="*/ 215838 h 856262"/>
              <a:gd name="connsiteX1646" fmla="*/ 144792 w 3805936"/>
              <a:gd name="connsiteY1646" fmla="*/ 214403 h 856262"/>
              <a:gd name="connsiteX1647" fmla="*/ 145720 w 3805936"/>
              <a:gd name="connsiteY1647" fmla="*/ 212167 h 856262"/>
              <a:gd name="connsiteX1648" fmla="*/ 147154 w 3805936"/>
              <a:gd name="connsiteY1648" fmla="*/ 210184 h 856262"/>
              <a:gd name="connsiteX1649" fmla="*/ 148589 w 3805936"/>
              <a:gd name="connsiteY1649" fmla="*/ 209762 h 856262"/>
              <a:gd name="connsiteX1650" fmla="*/ 152808 w 3805936"/>
              <a:gd name="connsiteY1650" fmla="*/ 213391 h 856262"/>
              <a:gd name="connsiteX1651" fmla="*/ 152808 w 3805936"/>
              <a:gd name="connsiteY1651" fmla="*/ 216766 h 856262"/>
              <a:gd name="connsiteX1652" fmla="*/ 151416 w 3805936"/>
              <a:gd name="connsiteY1652" fmla="*/ 222503 h 856262"/>
              <a:gd name="connsiteX1653" fmla="*/ 150192 w 3805936"/>
              <a:gd name="connsiteY1653" fmla="*/ 225457 h 856262"/>
              <a:gd name="connsiteX1654" fmla="*/ 149475 w 3805936"/>
              <a:gd name="connsiteY1654" fmla="*/ 228621 h 856262"/>
              <a:gd name="connsiteX1655" fmla="*/ 148378 w 3805936"/>
              <a:gd name="connsiteY1655" fmla="*/ 230055 h 856262"/>
              <a:gd name="connsiteX1656" fmla="*/ 148800 w 3805936"/>
              <a:gd name="connsiteY1656" fmla="*/ 231996 h 856262"/>
              <a:gd name="connsiteX1657" fmla="*/ 150783 w 3805936"/>
              <a:gd name="connsiteY1657" fmla="*/ 232924 h 856262"/>
              <a:gd name="connsiteX1658" fmla="*/ 152892 w 3805936"/>
              <a:gd name="connsiteY1658" fmla="*/ 234190 h 856262"/>
              <a:gd name="connsiteX1659" fmla="*/ 155297 w 3805936"/>
              <a:gd name="connsiteY1659" fmla="*/ 233768 h 856262"/>
              <a:gd name="connsiteX1660" fmla="*/ 159305 w 3805936"/>
              <a:gd name="connsiteY1660" fmla="*/ 233473 h 856262"/>
              <a:gd name="connsiteX1661" fmla="*/ 160022 w 3805936"/>
              <a:gd name="connsiteY1661" fmla="*/ 227777 h 856262"/>
              <a:gd name="connsiteX1662" fmla="*/ 161119 w 3805936"/>
              <a:gd name="connsiteY1662" fmla="*/ 224697 h 856262"/>
              <a:gd name="connsiteX1663" fmla="*/ 162385 w 3805936"/>
              <a:gd name="connsiteY1663" fmla="*/ 219171 h 856262"/>
              <a:gd name="connsiteX1664" fmla="*/ 163693 w 3805936"/>
              <a:gd name="connsiteY1664" fmla="*/ 215205 h 856262"/>
              <a:gd name="connsiteX1665" fmla="*/ 163693 w 3805936"/>
              <a:gd name="connsiteY1665" fmla="*/ 210227 h 856262"/>
              <a:gd name="connsiteX1666" fmla="*/ 164663 w 3805936"/>
              <a:gd name="connsiteY1666" fmla="*/ 205501 h 856262"/>
              <a:gd name="connsiteX1667" fmla="*/ 164030 w 3805936"/>
              <a:gd name="connsiteY1667" fmla="*/ 203055 h 856262"/>
              <a:gd name="connsiteX1668" fmla="*/ 161921 w 3805936"/>
              <a:gd name="connsiteY1668" fmla="*/ 199553 h 856262"/>
              <a:gd name="connsiteX1669" fmla="*/ 160360 w 3805936"/>
              <a:gd name="connsiteY1669" fmla="*/ 198625 h 856262"/>
              <a:gd name="connsiteX1670" fmla="*/ 159347 w 3805936"/>
              <a:gd name="connsiteY1670" fmla="*/ 197950 h 856262"/>
              <a:gd name="connsiteX1671" fmla="*/ 157449 w 3805936"/>
              <a:gd name="connsiteY1671" fmla="*/ 197064 h 856262"/>
              <a:gd name="connsiteX1672" fmla="*/ 155423 w 3805936"/>
              <a:gd name="connsiteY1672" fmla="*/ 194912 h 856262"/>
              <a:gd name="connsiteX1673" fmla="*/ 153230 w 3805936"/>
              <a:gd name="connsiteY1673" fmla="*/ 192170 h 856262"/>
              <a:gd name="connsiteX1674" fmla="*/ 149264 w 3805936"/>
              <a:gd name="connsiteY1674" fmla="*/ 187951 h 856262"/>
              <a:gd name="connsiteX1675" fmla="*/ 147197 w 3805936"/>
              <a:gd name="connsiteY1675" fmla="*/ 185504 h 856262"/>
              <a:gd name="connsiteX1676" fmla="*/ 145973 w 3805936"/>
              <a:gd name="connsiteY1676" fmla="*/ 182382 h 856262"/>
              <a:gd name="connsiteX1677" fmla="*/ 143990 w 3805936"/>
              <a:gd name="connsiteY1677" fmla="*/ 180357 h 856262"/>
              <a:gd name="connsiteX1678" fmla="*/ 142725 w 3805936"/>
              <a:gd name="connsiteY1678" fmla="*/ 179007 h 856262"/>
              <a:gd name="connsiteX1679" fmla="*/ 139476 w 3805936"/>
              <a:gd name="connsiteY1679" fmla="*/ 178416 h 856262"/>
              <a:gd name="connsiteX1680" fmla="*/ 512202 w 3805936"/>
              <a:gd name="connsiteY1680" fmla="*/ 178252 h 856262"/>
              <a:gd name="connsiteX1681" fmla="*/ 529047 w 3805936"/>
              <a:gd name="connsiteY1681" fmla="*/ 180569 h 856262"/>
              <a:gd name="connsiteX1682" fmla="*/ 513015 w 3805936"/>
              <a:gd name="connsiteY1682" fmla="*/ 189597 h 856262"/>
              <a:gd name="connsiteX1683" fmla="*/ 495886 w 3805936"/>
              <a:gd name="connsiteY1683" fmla="*/ 184197 h 856262"/>
              <a:gd name="connsiteX1684" fmla="*/ 512171 w 3805936"/>
              <a:gd name="connsiteY1684" fmla="*/ 178248 h 856262"/>
              <a:gd name="connsiteX1685" fmla="*/ 512214 w 3805936"/>
              <a:gd name="connsiteY1685" fmla="*/ 178248 h 856262"/>
              <a:gd name="connsiteX1686" fmla="*/ 512202 w 3805936"/>
              <a:gd name="connsiteY1686" fmla="*/ 178252 h 856262"/>
              <a:gd name="connsiteX1687" fmla="*/ 713580 w 3805936"/>
              <a:gd name="connsiteY1687" fmla="*/ 158419 h 856262"/>
              <a:gd name="connsiteX1688" fmla="*/ 711302 w 3805936"/>
              <a:gd name="connsiteY1688" fmla="*/ 158925 h 856262"/>
              <a:gd name="connsiteX1689" fmla="*/ 709108 w 3805936"/>
              <a:gd name="connsiteY1689" fmla="*/ 161710 h 856262"/>
              <a:gd name="connsiteX1690" fmla="*/ 704889 w 3805936"/>
              <a:gd name="connsiteY1690" fmla="*/ 166182 h 856262"/>
              <a:gd name="connsiteX1691" fmla="*/ 700417 w 3805936"/>
              <a:gd name="connsiteY1691" fmla="*/ 169810 h 856262"/>
              <a:gd name="connsiteX1692" fmla="*/ 698646 w 3805936"/>
              <a:gd name="connsiteY1692" fmla="*/ 172088 h 856262"/>
              <a:gd name="connsiteX1693" fmla="*/ 697760 w 3805936"/>
              <a:gd name="connsiteY1693" fmla="*/ 173902 h 856262"/>
              <a:gd name="connsiteX1694" fmla="*/ 696409 w 3805936"/>
              <a:gd name="connsiteY1694" fmla="*/ 173902 h 856262"/>
              <a:gd name="connsiteX1695" fmla="*/ 693709 w 3805936"/>
              <a:gd name="connsiteY1695" fmla="*/ 172636 h 856262"/>
              <a:gd name="connsiteX1696" fmla="*/ 693397 w 3805936"/>
              <a:gd name="connsiteY1696" fmla="*/ 172324 h 856262"/>
              <a:gd name="connsiteX1697" fmla="*/ 693709 w 3805936"/>
              <a:gd name="connsiteY1697" fmla="*/ 170865 h 856262"/>
              <a:gd name="connsiteX1698" fmla="*/ 696283 w 3805936"/>
              <a:gd name="connsiteY1698" fmla="*/ 167532 h 856262"/>
              <a:gd name="connsiteX1699" fmla="*/ 695608 w 3805936"/>
              <a:gd name="connsiteY1699" fmla="*/ 166899 h 856262"/>
              <a:gd name="connsiteX1700" fmla="*/ 689448 w 3805936"/>
              <a:gd name="connsiteY1700" fmla="*/ 168207 h 856262"/>
              <a:gd name="connsiteX1701" fmla="*/ 687929 w 3805936"/>
              <a:gd name="connsiteY1701" fmla="*/ 167827 h 856262"/>
              <a:gd name="connsiteX1702" fmla="*/ 686031 w 3805936"/>
              <a:gd name="connsiteY1702" fmla="*/ 168586 h 856262"/>
              <a:gd name="connsiteX1703" fmla="*/ 682571 w 3805936"/>
              <a:gd name="connsiteY1703" fmla="*/ 171708 h 856262"/>
              <a:gd name="connsiteX1704" fmla="*/ 680209 w 3805936"/>
              <a:gd name="connsiteY1704" fmla="*/ 175927 h 856262"/>
              <a:gd name="connsiteX1705" fmla="*/ 680968 w 3805936"/>
              <a:gd name="connsiteY1705" fmla="*/ 177910 h 856262"/>
              <a:gd name="connsiteX1706" fmla="*/ 687212 w 3805936"/>
              <a:gd name="connsiteY1706" fmla="*/ 178965 h 856262"/>
              <a:gd name="connsiteX1707" fmla="*/ 689026 w 3805936"/>
              <a:gd name="connsiteY1707" fmla="*/ 178965 h 856262"/>
              <a:gd name="connsiteX1708" fmla="*/ 693245 w 3805936"/>
              <a:gd name="connsiteY1708" fmla="*/ 178585 h 856262"/>
              <a:gd name="connsiteX1709" fmla="*/ 696916 w 3805936"/>
              <a:gd name="connsiteY1709" fmla="*/ 180568 h 856262"/>
              <a:gd name="connsiteX1710" fmla="*/ 699658 w 3805936"/>
              <a:gd name="connsiteY1710" fmla="*/ 182551 h 856262"/>
              <a:gd name="connsiteX1711" fmla="*/ 703033 w 3805936"/>
              <a:gd name="connsiteY1711" fmla="*/ 185335 h 856262"/>
              <a:gd name="connsiteX1712" fmla="*/ 705311 w 3805936"/>
              <a:gd name="connsiteY1712" fmla="*/ 186938 h 856262"/>
              <a:gd name="connsiteX1713" fmla="*/ 707590 w 3805936"/>
              <a:gd name="connsiteY1713" fmla="*/ 188457 h 856262"/>
              <a:gd name="connsiteX1714" fmla="*/ 711808 w 3805936"/>
              <a:gd name="connsiteY1714" fmla="*/ 192001 h 856262"/>
              <a:gd name="connsiteX1715" fmla="*/ 714466 w 3805936"/>
              <a:gd name="connsiteY1715" fmla="*/ 194153 h 856262"/>
              <a:gd name="connsiteX1716" fmla="*/ 716955 w 3805936"/>
              <a:gd name="connsiteY1716" fmla="*/ 196262 h 856262"/>
              <a:gd name="connsiteX1717" fmla="*/ 714129 w 3805936"/>
              <a:gd name="connsiteY1717" fmla="*/ 197022 h 856262"/>
              <a:gd name="connsiteX1718" fmla="*/ 711555 w 3805936"/>
              <a:gd name="connsiteY1718" fmla="*/ 196051 h 856262"/>
              <a:gd name="connsiteX1719" fmla="*/ 710458 w 3805936"/>
              <a:gd name="connsiteY1719" fmla="*/ 194026 h 856262"/>
              <a:gd name="connsiteX1720" fmla="*/ 708897 w 3805936"/>
              <a:gd name="connsiteY1720" fmla="*/ 192550 h 856262"/>
              <a:gd name="connsiteX1721" fmla="*/ 707125 w 3805936"/>
              <a:gd name="connsiteY1721" fmla="*/ 190609 h 856262"/>
              <a:gd name="connsiteX1722" fmla="*/ 705775 w 3805936"/>
              <a:gd name="connsiteY1722" fmla="*/ 190314 h 856262"/>
              <a:gd name="connsiteX1723" fmla="*/ 704003 w 3805936"/>
              <a:gd name="connsiteY1723" fmla="*/ 189385 h 856262"/>
              <a:gd name="connsiteX1724" fmla="*/ 702147 w 3805936"/>
              <a:gd name="connsiteY1724" fmla="*/ 188035 h 856262"/>
              <a:gd name="connsiteX1725" fmla="*/ 699574 w 3805936"/>
              <a:gd name="connsiteY1725" fmla="*/ 186306 h 856262"/>
              <a:gd name="connsiteX1726" fmla="*/ 697591 w 3805936"/>
              <a:gd name="connsiteY1726" fmla="*/ 184576 h 856262"/>
              <a:gd name="connsiteX1727" fmla="*/ 696367 w 3805936"/>
              <a:gd name="connsiteY1727" fmla="*/ 184281 h 856262"/>
              <a:gd name="connsiteX1728" fmla="*/ 694258 w 3805936"/>
              <a:gd name="connsiteY1728" fmla="*/ 182298 h 856262"/>
              <a:gd name="connsiteX1729" fmla="*/ 689364 w 3805936"/>
              <a:gd name="connsiteY1729" fmla="*/ 184112 h 856262"/>
              <a:gd name="connsiteX1730" fmla="*/ 687086 w 3805936"/>
              <a:gd name="connsiteY1730" fmla="*/ 185504 h 856262"/>
              <a:gd name="connsiteX1731" fmla="*/ 686284 w 3805936"/>
              <a:gd name="connsiteY1731" fmla="*/ 187234 h 856262"/>
              <a:gd name="connsiteX1732" fmla="*/ 687592 w 3805936"/>
              <a:gd name="connsiteY1732" fmla="*/ 188668 h 856262"/>
              <a:gd name="connsiteX1733" fmla="*/ 690039 w 3805936"/>
              <a:gd name="connsiteY1733" fmla="*/ 189554 h 856262"/>
              <a:gd name="connsiteX1734" fmla="*/ 692401 w 3805936"/>
              <a:gd name="connsiteY1734" fmla="*/ 190103 h 856262"/>
              <a:gd name="connsiteX1735" fmla="*/ 693498 w 3805936"/>
              <a:gd name="connsiteY1735" fmla="*/ 191579 h 856262"/>
              <a:gd name="connsiteX1736" fmla="*/ 691220 w 3805936"/>
              <a:gd name="connsiteY1736" fmla="*/ 192507 h 856262"/>
              <a:gd name="connsiteX1737" fmla="*/ 689280 w 3805936"/>
              <a:gd name="connsiteY1737" fmla="*/ 193857 h 856262"/>
              <a:gd name="connsiteX1738" fmla="*/ 688014 w 3805936"/>
              <a:gd name="connsiteY1738" fmla="*/ 194110 h 856262"/>
              <a:gd name="connsiteX1739" fmla="*/ 685989 w 3805936"/>
              <a:gd name="connsiteY1739" fmla="*/ 193393 h 856262"/>
              <a:gd name="connsiteX1740" fmla="*/ 683204 w 3805936"/>
              <a:gd name="connsiteY1740" fmla="*/ 191664 h 856262"/>
              <a:gd name="connsiteX1741" fmla="*/ 680251 w 3805936"/>
              <a:gd name="connsiteY1741" fmla="*/ 190862 h 856262"/>
              <a:gd name="connsiteX1742" fmla="*/ 678943 w 3805936"/>
              <a:gd name="connsiteY1742" fmla="*/ 188457 h 856262"/>
              <a:gd name="connsiteX1743" fmla="*/ 674724 w 3805936"/>
              <a:gd name="connsiteY1743" fmla="*/ 187360 h 856262"/>
              <a:gd name="connsiteX1744" fmla="*/ 672151 w 3805936"/>
              <a:gd name="connsiteY1744" fmla="*/ 188964 h 856262"/>
              <a:gd name="connsiteX1745" fmla="*/ 670759 w 3805936"/>
              <a:gd name="connsiteY1745" fmla="*/ 190651 h 856262"/>
              <a:gd name="connsiteX1746" fmla="*/ 671265 w 3805936"/>
              <a:gd name="connsiteY1746" fmla="*/ 192085 h 856262"/>
              <a:gd name="connsiteX1747" fmla="*/ 672742 w 3805936"/>
              <a:gd name="connsiteY1747" fmla="*/ 194743 h 856262"/>
              <a:gd name="connsiteX1748" fmla="*/ 675906 w 3805936"/>
              <a:gd name="connsiteY1748" fmla="*/ 196347 h 856262"/>
              <a:gd name="connsiteX1749" fmla="*/ 679154 w 3805936"/>
              <a:gd name="connsiteY1749" fmla="*/ 198836 h 856262"/>
              <a:gd name="connsiteX1750" fmla="*/ 682361 w 3805936"/>
              <a:gd name="connsiteY1750" fmla="*/ 201240 h 856262"/>
              <a:gd name="connsiteX1751" fmla="*/ 681939 w 3805936"/>
              <a:gd name="connsiteY1751" fmla="*/ 203223 h 856262"/>
              <a:gd name="connsiteX1752" fmla="*/ 673796 w 3805936"/>
              <a:gd name="connsiteY1752" fmla="*/ 205037 h 856262"/>
              <a:gd name="connsiteX1753" fmla="*/ 669577 w 3805936"/>
              <a:gd name="connsiteY1753" fmla="*/ 201831 h 856262"/>
              <a:gd name="connsiteX1754" fmla="*/ 667299 w 3805936"/>
              <a:gd name="connsiteY1754" fmla="*/ 200945 h 856262"/>
              <a:gd name="connsiteX1755" fmla="*/ 667299 w 3805936"/>
              <a:gd name="connsiteY1755" fmla="*/ 206641 h 856262"/>
              <a:gd name="connsiteX1756" fmla="*/ 665021 w 3805936"/>
              <a:gd name="connsiteY1756" fmla="*/ 208666 h 856262"/>
              <a:gd name="connsiteX1757" fmla="*/ 667932 w 3805936"/>
              <a:gd name="connsiteY1757" fmla="*/ 211830 h 856262"/>
              <a:gd name="connsiteX1758" fmla="*/ 670421 w 3805936"/>
              <a:gd name="connsiteY1758" fmla="*/ 213349 h 856262"/>
              <a:gd name="connsiteX1759" fmla="*/ 673796 w 3805936"/>
              <a:gd name="connsiteY1759" fmla="*/ 215078 h 856262"/>
              <a:gd name="connsiteX1760" fmla="*/ 678859 w 3805936"/>
              <a:gd name="connsiteY1760" fmla="*/ 213644 h 856262"/>
              <a:gd name="connsiteX1761" fmla="*/ 681306 w 3805936"/>
              <a:gd name="connsiteY1761" fmla="*/ 213095 h 856262"/>
              <a:gd name="connsiteX1762" fmla="*/ 684175 w 3805936"/>
              <a:gd name="connsiteY1762" fmla="*/ 211366 h 856262"/>
              <a:gd name="connsiteX1763" fmla="*/ 686495 w 3805936"/>
              <a:gd name="connsiteY1763" fmla="*/ 209678 h 856262"/>
              <a:gd name="connsiteX1764" fmla="*/ 688773 w 3805936"/>
              <a:gd name="connsiteY1764" fmla="*/ 207231 h 856262"/>
              <a:gd name="connsiteX1765" fmla="*/ 693667 w 3805936"/>
              <a:gd name="connsiteY1765" fmla="*/ 209256 h 856262"/>
              <a:gd name="connsiteX1766" fmla="*/ 695608 w 3805936"/>
              <a:gd name="connsiteY1766" fmla="*/ 210311 h 856262"/>
              <a:gd name="connsiteX1767" fmla="*/ 698139 w 3805936"/>
              <a:gd name="connsiteY1767" fmla="*/ 212167 h 856262"/>
              <a:gd name="connsiteX1768" fmla="*/ 700417 w 3805936"/>
              <a:gd name="connsiteY1768" fmla="*/ 212420 h 856262"/>
              <a:gd name="connsiteX1769" fmla="*/ 703160 w 3805936"/>
              <a:gd name="connsiteY1769" fmla="*/ 210902 h 856262"/>
              <a:gd name="connsiteX1770" fmla="*/ 703160 w 3805936"/>
              <a:gd name="connsiteY1770" fmla="*/ 209256 h 856262"/>
              <a:gd name="connsiteX1771" fmla="*/ 702021 w 3805936"/>
              <a:gd name="connsiteY1771" fmla="*/ 206261 h 856262"/>
              <a:gd name="connsiteX1772" fmla="*/ 701092 w 3805936"/>
              <a:gd name="connsiteY1772" fmla="*/ 203055 h 856262"/>
              <a:gd name="connsiteX1773" fmla="*/ 699278 w 3805936"/>
              <a:gd name="connsiteY1773" fmla="*/ 202422 h 856262"/>
              <a:gd name="connsiteX1774" fmla="*/ 696705 w 3805936"/>
              <a:gd name="connsiteY1774" fmla="*/ 201198 h 856262"/>
              <a:gd name="connsiteX1775" fmla="*/ 695903 w 3805936"/>
              <a:gd name="connsiteY1775" fmla="*/ 199933 h 856262"/>
              <a:gd name="connsiteX1776" fmla="*/ 698350 w 3805936"/>
              <a:gd name="connsiteY1776" fmla="*/ 198329 h 856262"/>
              <a:gd name="connsiteX1777" fmla="*/ 702063 w 3805936"/>
              <a:gd name="connsiteY1777" fmla="*/ 198329 h 856262"/>
              <a:gd name="connsiteX1778" fmla="*/ 704805 w 3805936"/>
              <a:gd name="connsiteY1778" fmla="*/ 198329 h 856262"/>
              <a:gd name="connsiteX1779" fmla="*/ 711091 w 3805936"/>
              <a:gd name="connsiteY1779" fmla="*/ 199637 h 856262"/>
              <a:gd name="connsiteX1780" fmla="*/ 713200 w 3805936"/>
              <a:gd name="connsiteY1780" fmla="*/ 201831 h 856262"/>
              <a:gd name="connsiteX1781" fmla="*/ 714635 w 3805936"/>
              <a:gd name="connsiteY1781" fmla="*/ 203687 h 856262"/>
              <a:gd name="connsiteX1782" fmla="*/ 716534 w 3805936"/>
              <a:gd name="connsiteY1782" fmla="*/ 204531 h 856262"/>
              <a:gd name="connsiteX1783" fmla="*/ 721891 w 3805936"/>
              <a:gd name="connsiteY1783" fmla="*/ 207906 h 856262"/>
              <a:gd name="connsiteX1784" fmla="*/ 725604 w 3805936"/>
              <a:gd name="connsiteY1784" fmla="*/ 205966 h 856262"/>
              <a:gd name="connsiteX1785" fmla="*/ 728178 w 3805936"/>
              <a:gd name="connsiteY1785" fmla="*/ 202126 h 856262"/>
              <a:gd name="connsiteX1786" fmla="*/ 727334 w 3805936"/>
              <a:gd name="connsiteY1786" fmla="*/ 200228 h 856262"/>
              <a:gd name="connsiteX1787" fmla="*/ 726532 w 3805936"/>
              <a:gd name="connsiteY1787" fmla="*/ 198625 h 856262"/>
              <a:gd name="connsiteX1788" fmla="*/ 726532 w 3805936"/>
              <a:gd name="connsiteY1788" fmla="*/ 196726 h 856262"/>
              <a:gd name="connsiteX1789" fmla="*/ 725182 w 3805936"/>
              <a:gd name="connsiteY1789" fmla="*/ 195418 h 856262"/>
              <a:gd name="connsiteX1790" fmla="*/ 722187 w 3805936"/>
              <a:gd name="connsiteY1790" fmla="*/ 194448 h 856262"/>
              <a:gd name="connsiteX1791" fmla="*/ 721554 w 3805936"/>
              <a:gd name="connsiteY1791" fmla="*/ 193098 h 856262"/>
              <a:gd name="connsiteX1792" fmla="*/ 724127 w 3805936"/>
              <a:gd name="connsiteY1792" fmla="*/ 191410 h 856262"/>
              <a:gd name="connsiteX1793" fmla="*/ 726279 w 3805936"/>
              <a:gd name="connsiteY1793" fmla="*/ 190229 h 856262"/>
              <a:gd name="connsiteX1794" fmla="*/ 728262 w 3805936"/>
              <a:gd name="connsiteY1794" fmla="*/ 189343 h 856262"/>
              <a:gd name="connsiteX1795" fmla="*/ 734211 w 3805936"/>
              <a:gd name="connsiteY1795" fmla="*/ 187149 h 856262"/>
              <a:gd name="connsiteX1796" fmla="*/ 738176 w 3805936"/>
              <a:gd name="connsiteY1796" fmla="*/ 187656 h 856262"/>
              <a:gd name="connsiteX1797" fmla="*/ 740497 w 3805936"/>
              <a:gd name="connsiteY1797" fmla="*/ 185842 h 856262"/>
              <a:gd name="connsiteX1798" fmla="*/ 741341 w 3805936"/>
              <a:gd name="connsiteY1798" fmla="*/ 184281 h 856262"/>
              <a:gd name="connsiteX1799" fmla="*/ 740792 w 3805936"/>
              <a:gd name="connsiteY1799" fmla="*/ 181665 h 856262"/>
              <a:gd name="connsiteX1800" fmla="*/ 739189 w 3805936"/>
              <a:gd name="connsiteY1800" fmla="*/ 180273 h 856262"/>
              <a:gd name="connsiteX1801" fmla="*/ 738092 w 3805936"/>
              <a:gd name="connsiteY1801" fmla="*/ 180273 h 856262"/>
              <a:gd name="connsiteX1802" fmla="*/ 730582 w 3805936"/>
              <a:gd name="connsiteY1802" fmla="*/ 177657 h 856262"/>
              <a:gd name="connsiteX1803" fmla="*/ 729063 w 3805936"/>
              <a:gd name="connsiteY1803" fmla="*/ 180990 h 856262"/>
              <a:gd name="connsiteX1804" fmla="*/ 727376 w 3805936"/>
              <a:gd name="connsiteY1804" fmla="*/ 181876 h 856262"/>
              <a:gd name="connsiteX1805" fmla="*/ 725393 w 3805936"/>
              <a:gd name="connsiteY1805" fmla="*/ 182213 h 856262"/>
              <a:gd name="connsiteX1806" fmla="*/ 723326 w 3805936"/>
              <a:gd name="connsiteY1806" fmla="*/ 181412 h 856262"/>
              <a:gd name="connsiteX1807" fmla="*/ 721765 w 3805936"/>
              <a:gd name="connsiteY1807" fmla="*/ 183141 h 856262"/>
              <a:gd name="connsiteX1808" fmla="*/ 720035 w 3805936"/>
              <a:gd name="connsiteY1808" fmla="*/ 183141 h 856262"/>
              <a:gd name="connsiteX1809" fmla="*/ 718305 w 3805936"/>
              <a:gd name="connsiteY1809" fmla="*/ 182888 h 856262"/>
              <a:gd name="connsiteX1810" fmla="*/ 716913 w 3805936"/>
              <a:gd name="connsiteY1810" fmla="*/ 184829 h 856262"/>
              <a:gd name="connsiteX1811" fmla="*/ 717841 w 3805936"/>
              <a:gd name="connsiteY1811" fmla="*/ 186854 h 856262"/>
              <a:gd name="connsiteX1812" fmla="*/ 714466 w 3805936"/>
              <a:gd name="connsiteY1812" fmla="*/ 186854 h 856262"/>
              <a:gd name="connsiteX1813" fmla="*/ 715141 w 3805936"/>
              <a:gd name="connsiteY1813" fmla="*/ 184491 h 856262"/>
              <a:gd name="connsiteX1814" fmla="*/ 714340 w 3805936"/>
              <a:gd name="connsiteY1814" fmla="*/ 181665 h 856262"/>
              <a:gd name="connsiteX1815" fmla="*/ 718095 w 3805936"/>
              <a:gd name="connsiteY1815" fmla="*/ 181116 h 856262"/>
              <a:gd name="connsiteX1816" fmla="*/ 724296 w 3805936"/>
              <a:gd name="connsiteY1816" fmla="*/ 179260 h 856262"/>
              <a:gd name="connsiteX1817" fmla="*/ 724802 w 3805936"/>
              <a:gd name="connsiteY1817" fmla="*/ 176940 h 856262"/>
              <a:gd name="connsiteX1818" fmla="*/ 726616 w 3805936"/>
              <a:gd name="connsiteY1818" fmla="*/ 175252 h 856262"/>
              <a:gd name="connsiteX1819" fmla="*/ 730076 w 3805936"/>
              <a:gd name="connsiteY1819" fmla="*/ 174915 h 856262"/>
              <a:gd name="connsiteX1820" fmla="*/ 733114 w 3805936"/>
              <a:gd name="connsiteY1820" fmla="*/ 173565 h 856262"/>
              <a:gd name="connsiteX1821" fmla="*/ 732818 w 3805936"/>
              <a:gd name="connsiteY1821" fmla="*/ 170316 h 856262"/>
              <a:gd name="connsiteX1822" fmla="*/ 731721 w 3805936"/>
              <a:gd name="connsiteY1822" fmla="*/ 169515 h 856262"/>
              <a:gd name="connsiteX1823" fmla="*/ 730709 w 3805936"/>
              <a:gd name="connsiteY1823" fmla="*/ 168629 h 856262"/>
              <a:gd name="connsiteX1824" fmla="*/ 727292 w 3805936"/>
              <a:gd name="connsiteY1824" fmla="*/ 169515 h 856262"/>
              <a:gd name="connsiteX1825" fmla="*/ 723579 w 3805936"/>
              <a:gd name="connsiteY1825" fmla="*/ 169894 h 856262"/>
              <a:gd name="connsiteX1826" fmla="*/ 723579 w 3805936"/>
              <a:gd name="connsiteY1826" fmla="*/ 167489 h 856262"/>
              <a:gd name="connsiteX1827" fmla="*/ 721174 w 3805936"/>
              <a:gd name="connsiteY1827" fmla="*/ 167489 h 856262"/>
              <a:gd name="connsiteX1828" fmla="*/ 719909 w 3805936"/>
              <a:gd name="connsiteY1828" fmla="*/ 170063 h 856262"/>
              <a:gd name="connsiteX1829" fmla="*/ 717419 w 3805936"/>
              <a:gd name="connsiteY1829" fmla="*/ 171118 h 856262"/>
              <a:gd name="connsiteX1830" fmla="*/ 715183 w 3805936"/>
              <a:gd name="connsiteY1830" fmla="*/ 173185 h 856262"/>
              <a:gd name="connsiteX1831" fmla="*/ 716744 w 3805936"/>
              <a:gd name="connsiteY1831" fmla="*/ 173818 h 856262"/>
              <a:gd name="connsiteX1832" fmla="*/ 718812 w 3805936"/>
              <a:gd name="connsiteY1832" fmla="*/ 174830 h 856262"/>
              <a:gd name="connsiteX1833" fmla="*/ 717462 w 3805936"/>
              <a:gd name="connsiteY1833" fmla="*/ 177868 h 856262"/>
              <a:gd name="connsiteX1834" fmla="*/ 714213 w 3805936"/>
              <a:gd name="connsiteY1834" fmla="*/ 177657 h 856262"/>
              <a:gd name="connsiteX1835" fmla="*/ 714424 w 3805936"/>
              <a:gd name="connsiteY1835" fmla="*/ 176096 h 856262"/>
              <a:gd name="connsiteX1836" fmla="*/ 712736 w 3805936"/>
              <a:gd name="connsiteY1836" fmla="*/ 174071 h 856262"/>
              <a:gd name="connsiteX1837" fmla="*/ 713116 w 3805936"/>
              <a:gd name="connsiteY1837" fmla="*/ 172805 h 856262"/>
              <a:gd name="connsiteX1838" fmla="*/ 716365 w 3805936"/>
              <a:gd name="connsiteY1838" fmla="*/ 168586 h 856262"/>
              <a:gd name="connsiteX1839" fmla="*/ 717124 w 3805936"/>
              <a:gd name="connsiteY1839" fmla="*/ 167194 h 856262"/>
              <a:gd name="connsiteX1840" fmla="*/ 718432 w 3805936"/>
              <a:gd name="connsiteY1840" fmla="*/ 164958 h 856262"/>
              <a:gd name="connsiteX1841" fmla="*/ 716744 w 3805936"/>
              <a:gd name="connsiteY1841" fmla="*/ 164410 h 856262"/>
              <a:gd name="connsiteX1842" fmla="*/ 714508 w 3805936"/>
              <a:gd name="connsiteY1842" fmla="*/ 165211 h 856262"/>
              <a:gd name="connsiteX1843" fmla="*/ 713623 w 3805936"/>
              <a:gd name="connsiteY1843" fmla="*/ 166519 h 856262"/>
              <a:gd name="connsiteX1844" fmla="*/ 710332 w 3805936"/>
              <a:gd name="connsiteY1844" fmla="*/ 169641 h 856262"/>
              <a:gd name="connsiteX1845" fmla="*/ 708349 w 3805936"/>
              <a:gd name="connsiteY1845" fmla="*/ 172215 h 856262"/>
              <a:gd name="connsiteX1846" fmla="*/ 704805 w 3805936"/>
              <a:gd name="connsiteY1846" fmla="*/ 175294 h 856262"/>
              <a:gd name="connsiteX1847" fmla="*/ 703961 w 3805936"/>
              <a:gd name="connsiteY1847" fmla="*/ 177741 h 856262"/>
              <a:gd name="connsiteX1848" fmla="*/ 705227 w 3805936"/>
              <a:gd name="connsiteY1848" fmla="*/ 178163 h 856262"/>
              <a:gd name="connsiteX1849" fmla="*/ 706661 w 3805936"/>
              <a:gd name="connsiteY1849" fmla="*/ 177952 h 856262"/>
              <a:gd name="connsiteX1850" fmla="*/ 708602 w 3805936"/>
              <a:gd name="connsiteY1850" fmla="*/ 177108 h 856262"/>
              <a:gd name="connsiteX1851" fmla="*/ 708349 w 3805936"/>
              <a:gd name="connsiteY1851" fmla="*/ 178796 h 856262"/>
              <a:gd name="connsiteX1852" fmla="*/ 707547 w 3805936"/>
              <a:gd name="connsiteY1852" fmla="*/ 180273 h 856262"/>
              <a:gd name="connsiteX1853" fmla="*/ 709235 w 3805936"/>
              <a:gd name="connsiteY1853" fmla="*/ 181074 h 856262"/>
              <a:gd name="connsiteX1854" fmla="*/ 710458 w 3805936"/>
              <a:gd name="connsiteY1854" fmla="*/ 182635 h 856262"/>
              <a:gd name="connsiteX1855" fmla="*/ 709530 w 3805936"/>
              <a:gd name="connsiteY1855" fmla="*/ 183226 h 856262"/>
              <a:gd name="connsiteX1856" fmla="*/ 707927 w 3805936"/>
              <a:gd name="connsiteY1856" fmla="*/ 182804 h 856262"/>
              <a:gd name="connsiteX1857" fmla="*/ 706282 w 3805936"/>
              <a:gd name="connsiteY1857" fmla="*/ 181918 h 856262"/>
              <a:gd name="connsiteX1858" fmla="*/ 703666 w 3805936"/>
              <a:gd name="connsiteY1858" fmla="*/ 179977 h 856262"/>
              <a:gd name="connsiteX1859" fmla="*/ 702189 w 3805936"/>
              <a:gd name="connsiteY1859" fmla="*/ 178627 h 856262"/>
              <a:gd name="connsiteX1860" fmla="*/ 700164 w 3805936"/>
              <a:gd name="connsiteY1860" fmla="*/ 177319 h 856262"/>
              <a:gd name="connsiteX1861" fmla="*/ 700164 w 3805936"/>
              <a:gd name="connsiteY1861" fmla="*/ 175674 h 856262"/>
              <a:gd name="connsiteX1862" fmla="*/ 702485 w 3805936"/>
              <a:gd name="connsiteY1862" fmla="*/ 174619 h 856262"/>
              <a:gd name="connsiteX1863" fmla="*/ 704003 w 3805936"/>
              <a:gd name="connsiteY1863" fmla="*/ 173269 h 856262"/>
              <a:gd name="connsiteX1864" fmla="*/ 705649 w 3805936"/>
              <a:gd name="connsiteY1864" fmla="*/ 170991 h 856262"/>
              <a:gd name="connsiteX1865" fmla="*/ 708518 w 3805936"/>
              <a:gd name="connsiteY1865" fmla="*/ 167996 h 856262"/>
              <a:gd name="connsiteX1866" fmla="*/ 710121 w 3805936"/>
              <a:gd name="connsiteY1866" fmla="*/ 166646 h 856262"/>
              <a:gd name="connsiteX1867" fmla="*/ 711429 w 3805936"/>
              <a:gd name="connsiteY1867" fmla="*/ 165591 h 856262"/>
              <a:gd name="connsiteX1868" fmla="*/ 712483 w 3805936"/>
              <a:gd name="connsiteY1868" fmla="*/ 164536 h 856262"/>
              <a:gd name="connsiteX1869" fmla="*/ 714171 w 3805936"/>
              <a:gd name="connsiteY1869" fmla="*/ 162722 h 856262"/>
              <a:gd name="connsiteX1870" fmla="*/ 715394 w 3805936"/>
              <a:gd name="connsiteY1870" fmla="*/ 161119 h 856262"/>
              <a:gd name="connsiteX1871" fmla="*/ 715690 w 3805936"/>
              <a:gd name="connsiteY1871" fmla="*/ 159853 h 856262"/>
              <a:gd name="connsiteX1872" fmla="*/ 714719 w 3805936"/>
              <a:gd name="connsiteY1872" fmla="*/ 159600 h 856262"/>
              <a:gd name="connsiteX1873" fmla="*/ 713580 w 3805936"/>
              <a:gd name="connsiteY1873" fmla="*/ 158419 h 856262"/>
              <a:gd name="connsiteX1874" fmla="*/ 154200 w 3805936"/>
              <a:gd name="connsiteY1874" fmla="*/ 155803 h 856262"/>
              <a:gd name="connsiteX1875" fmla="*/ 152934 w 3805936"/>
              <a:gd name="connsiteY1875" fmla="*/ 156689 h 856262"/>
              <a:gd name="connsiteX1876" fmla="*/ 150951 w 3805936"/>
              <a:gd name="connsiteY1876" fmla="*/ 157238 h 856262"/>
              <a:gd name="connsiteX1877" fmla="*/ 149601 w 3805936"/>
              <a:gd name="connsiteY1877" fmla="*/ 159389 h 856262"/>
              <a:gd name="connsiteX1878" fmla="*/ 147998 w 3805936"/>
              <a:gd name="connsiteY1878" fmla="*/ 160528 h 856262"/>
              <a:gd name="connsiteX1879" fmla="*/ 146901 w 3805936"/>
              <a:gd name="connsiteY1879" fmla="*/ 162427 h 856262"/>
              <a:gd name="connsiteX1880" fmla="*/ 144792 w 3805936"/>
              <a:gd name="connsiteY1880" fmla="*/ 163946 h 856262"/>
              <a:gd name="connsiteX1881" fmla="*/ 144286 w 3805936"/>
              <a:gd name="connsiteY1881" fmla="*/ 166139 h 856262"/>
              <a:gd name="connsiteX1882" fmla="*/ 146648 w 3805936"/>
              <a:gd name="connsiteY1882" fmla="*/ 168502 h 856262"/>
              <a:gd name="connsiteX1883" fmla="*/ 149517 w 3805936"/>
              <a:gd name="connsiteY1883" fmla="*/ 172721 h 856262"/>
              <a:gd name="connsiteX1884" fmla="*/ 151289 w 3805936"/>
              <a:gd name="connsiteY1884" fmla="*/ 175337 h 856262"/>
              <a:gd name="connsiteX1885" fmla="*/ 154748 w 3805936"/>
              <a:gd name="connsiteY1885" fmla="*/ 178965 h 856262"/>
              <a:gd name="connsiteX1886" fmla="*/ 156647 w 3805936"/>
              <a:gd name="connsiteY1886" fmla="*/ 181623 h 856262"/>
              <a:gd name="connsiteX1887" fmla="*/ 158461 w 3805936"/>
              <a:gd name="connsiteY1887" fmla="*/ 184323 h 856262"/>
              <a:gd name="connsiteX1888" fmla="*/ 159263 w 3805936"/>
              <a:gd name="connsiteY1888" fmla="*/ 186263 h 856262"/>
              <a:gd name="connsiteX1889" fmla="*/ 163060 w 3805936"/>
              <a:gd name="connsiteY1889" fmla="*/ 191157 h 856262"/>
              <a:gd name="connsiteX1890" fmla="*/ 166097 w 3805936"/>
              <a:gd name="connsiteY1890" fmla="*/ 193478 h 856262"/>
              <a:gd name="connsiteX1891" fmla="*/ 168122 w 3805936"/>
              <a:gd name="connsiteY1891" fmla="*/ 194912 h 856262"/>
              <a:gd name="connsiteX1892" fmla="*/ 170105 w 3805936"/>
              <a:gd name="connsiteY1892" fmla="*/ 196557 h 856262"/>
              <a:gd name="connsiteX1893" fmla="*/ 173691 w 3805936"/>
              <a:gd name="connsiteY1893" fmla="*/ 198709 h 856262"/>
              <a:gd name="connsiteX1894" fmla="*/ 176349 w 3805936"/>
              <a:gd name="connsiteY1894" fmla="*/ 200903 h 856262"/>
              <a:gd name="connsiteX1895" fmla="*/ 179766 w 3805936"/>
              <a:gd name="connsiteY1895" fmla="*/ 201536 h 856262"/>
              <a:gd name="connsiteX1896" fmla="*/ 181918 w 3805936"/>
              <a:gd name="connsiteY1896" fmla="*/ 200861 h 856262"/>
              <a:gd name="connsiteX1897" fmla="*/ 184787 w 3805936"/>
              <a:gd name="connsiteY1897" fmla="*/ 198118 h 856262"/>
              <a:gd name="connsiteX1898" fmla="*/ 187149 w 3805936"/>
              <a:gd name="connsiteY1898" fmla="*/ 196684 h 856262"/>
              <a:gd name="connsiteX1899" fmla="*/ 189385 w 3805936"/>
              <a:gd name="connsiteY1899" fmla="*/ 194406 h 856262"/>
              <a:gd name="connsiteX1900" fmla="*/ 191790 w 3805936"/>
              <a:gd name="connsiteY1900" fmla="*/ 192254 h 856262"/>
              <a:gd name="connsiteX1901" fmla="*/ 193857 w 3805936"/>
              <a:gd name="connsiteY1901" fmla="*/ 191368 h 856262"/>
              <a:gd name="connsiteX1902" fmla="*/ 195376 w 3805936"/>
              <a:gd name="connsiteY1902" fmla="*/ 188710 h 856262"/>
              <a:gd name="connsiteX1903" fmla="*/ 197106 w 3805936"/>
              <a:gd name="connsiteY1903" fmla="*/ 186179 h 856262"/>
              <a:gd name="connsiteX1904" fmla="*/ 195967 w 3805936"/>
              <a:gd name="connsiteY1904" fmla="*/ 183521 h 856262"/>
              <a:gd name="connsiteX1905" fmla="*/ 193984 w 3805936"/>
              <a:gd name="connsiteY1905" fmla="*/ 179766 h 856262"/>
              <a:gd name="connsiteX1906" fmla="*/ 190271 w 3805936"/>
              <a:gd name="connsiteY1906" fmla="*/ 178459 h 856262"/>
              <a:gd name="connsiteX1907" fmla="*/ 188162 w 3805936"/>
              <a:gd name="connsiteY1907" fmla="*/ 180273 h 856262"/>
              <a:gd name="connsiteX1908" fmla="*/ 186432 w 3805936"/>
              <a:gd name="connsiteY1908" fmla="*/ 181116 h 856262"/>
              <a:gd name="connsiteX1909" fmla="*/ 184871 w 3805936"/>
              <a:gd name="connsiteY1909" fmla="*/ 182171 h 856262"/>
              <a:gd name="connsiteX1910" fmla="*/ 182888 w 3805936"/>
              <a:gd name="connsiteY1910" fmla="*/ 183816 h 856262"/>
              <a:gd name="connsiteX1911" fmla="*/ 179260 w 3805936"/>
              <a:gd name="connsiteY1911" fmla="*/ 185377 h 856262"/>
              <a:gd name="connsiteX1912" fmla="*/ 175252 w 3805936"/>
              <a:gd name="connsiteY1912" fmla="*/ 183395 h 856262"/>
              <a:gd name="connsiteX1913" fmla="*/ 173312 w 3805936"/>
              <a:gd name="connsiteY1913" fmla="*/ 181791 h 856262"/>
              <a:gd name="connsiteX1914" fmla="*/ 170611 w 3805936"/>
              <a:gd name="connsiteY1914" fmla="*/ 177066 h 856262"/>
              <a:gd name="connsiteX1915" fmla="*/ 172172 w 3805936"/>
              <a:gd name="connsiteY1915" fmla="*/ 172088 h 856262"/>
              <a:gd name="connsiteX1916" fmla="*/ 172974 w 3805936"/>
              <a:gd name="connsiteY1916" fmla="*/ 168840 h 856262"/>
              <a:gd name="connsiteX1917" fmla="*/ 173312 w 3805936"/>
              <a:gd name="connsiteY1917" fmla="*/ 166266 h 856262"/>
              <a:gd name="connsiteX1918" fmla="*/ 174535 w 3805936"/>
              <a:gd name="connsiteY1918" fmla="*/ 164030 h 856262"/>
              <a:gd name="connsiteX1919" fmla="*/ 174535 w 3805936"/>
              <a:gd name="connsiteY1919" fmla="*/ 162216 h 856262"/>
              <a:gd name="connsiteX1920" fmla="*/ 172341 w 3805936"/>
              <a:gd name="connsiteY1920" fmla="*/ 160739 h 856262"/>
              <a:gd name="connsiteX1921" fmla="*/ 168333 w 3805936"/>
              <a:gd name="connsiteY1921" fmla="*/ 159685 h 856262"/>
              <a:gd name="connsiteX1922" fmla="*/ 165000 w 3805936"/>
              <a:gd name="connsiteY1922" fmla="*/ 161414 h 856262"/>
              <a:gd name="connsiteX1923" fmla="*/ 164452 w 3805936"/>
              <a:gd name="connsiteY1923" fmla="*/ 163861 h 856262"/>
              <a:gd name="connsiteX1924" fmla="*/ 162385 w 3805936"/>
              <a:gd name="connsiteY1924" fmla="*/ 164916 h 856262"/>
              <a:gd name="connsiteX1925" fmla="*/ 160908 w 3805936"/>
              <a:gd name="connsiteY1925" fmla="*/ 162849 h 856262"/>
              <a:gd name="connsiteX1926" fmla="*/ 159136 w 3805936"/>
              <a:gd name="connsiteY1926" fmla="*/ 157575 h 856262"/>
              <a:gd name="connsiteX1927" fmla="*/ 155930 w 3805936"/>
              <a:gd name="connsiteY1927" fmla="*/ 155803 h 856262"/>
              <a:gd name="connsiteX1928" fmla="*/ 154200 w 3805936"/>
              <a:gd name="connsiteY1928" fmla="*/ 155803 h 856262"/>
              <a:gd name="connsiteX1929" fmla="*/ 523225 w 3805936"/>
              <a:gd name="connsiteY1929" fmla="*/ 138337 h 856262"/>
              <a:gd name="connsiteX1930" fmla="*/ 519976 w 3805936"/>
              <a:gd name="connsiteY1930" fmla="*/ 157238 h 856262"/>
              <a:gd name="connsiteX1931" fmla="*/ 510062 w 3805936"/>
              <a:gd name="connsiteY1931" fmla="*/ 167574 h 856262"/>
              <a:gd name="connsiteX1932" fmla="*/ 506223 w 3805936"/>
              <a:gd name="connsiteY1932" fmla="*/ 173902 h 856262"/>
              <a:gd name="connsiteX1933" fmla="*/ 456355 w 3805936"/>
              <a:gd name="connsiteY1933" fmla="*/ 208370 h 856262"/>
              <a:gd name="connsiteX1934" fmla="*/ 471121 w 3805936"/>
              <a:gd name="connsiteY1934" fmla="*/ 209341 h 856262"/>
              <a:gd name="connsiteX1935" fmla="*/ 471290 w 3805936"/>
              <a:gd name="connsiteY1935" fmla="*/ 209214 h 856262"/>
              <a:gd name="connsiteX1936" fmla="*/ 487448 w 3805936"/>
              <a:gd name="connsiteY1936" fmla="*/ 220858 h 856262"/>
              <a:gd name="connsiteX1937" fmla="*/ 468379 w 3805936"/>
              <a:gd name="connsiteY1937" fmla="*/ 221196 h 856262"/>
              <a:gd name="connsiteX1938" fmla="*/ 454879 w 3805936"/>
              <a:gd name="connsiteY1938" fmla="*/ 208919 h 856262"/>
              <a:gd name="connsiteX1939" fmla="*/ 444293 w 3805936"/>
              <a:gd name="connsiteY1939" fmla="*/ 212807 h 856262"/>
              <a:gd name="connsiteX1940" fmla="*/ 444668 w 3805936"/>
              <a:gd name="connsiteY1940" fmla="*/ 214730 h 856262"/>
              <a:gd name="connsiteX1941" fmla="*/ 450281 w 3805936"/>
              <a:gd name="connsiteY1941" fmla="*/ 243640 h 856262"/>
              <a:gd name="connsiteX1942" fmla="*/ 580644 w 3805936"/>
              <a:gd name="connsiteY1942" fmla="*/ 223980 h 856262"/>
              <a:gd name="connsiteX1943" fmla="*/ 585158 w 3805936"/>
              <a:gd name="connsiteY1943" fmla="*/ 222462 h 856262"/>
              <a:gd name="connsiteX1944" fmla="*/ 585158 w 3805936"/>
              <a:gd name="connsiteY1944" fmla="*/ 227187 h 856262"/>
              <a:gd name="connsiteX1945" fmla="*/ 572248 w 3805936"/>
              <a:gd name="connsiteY1945" fmla="*/ 263764 h 856262"/>
              <a:gd name="connsiteX1946" fmla="*/ 540185 w 3805936"/>
              <a:gd name="connsiteY1946" fmla="*/ 284648 h 856262"/>
              <a:gd name="connsiteX1947" fmla="*/ 526811 w 3805936"/>
              <a:gd name="connsiteY1947" fmla="*/ 309455 h 856262"/>
              <a:gd name="connsiteX1948" fmla="*/ 520652 w 3805936"/>
              <a:gd name="connsiteY1948" fmla="*/ 313673 h 856262"/>
              <a:gd name="connsiteX1949" fmla="*/ 582247 w 3805936"/>
              <a:gd name="connsiteY1949" fmla="*/ 304265 h 856262"/>
              <a:gd name="connsiteX1950" fmla="*/ 587099 w 3805936"/>
              <a:gd name="connsiteY1950" fmla="*/ 303337 h 856262"/>
              <a:gd name="connsiteX1951" fmla="*/ 586846 w 3805936"/>
              <a:gd name="connsiteY1951" fmla="*/ 303337 h 856262"/>
              <a:gd name="connsiteX1952" fmla="*/ 600051 w 3805936"/>
              <a:gd name="connsiteY1952" fmla="*/ 300595 h 856262"/>
              <a:gd name="connsiteX1953" fmla="*/ 579589 w 3805936"/>
              <a:gd name="connsiteY1953" fmla="*/ 330718 h 856262"/>
              <a:gd name="connsiteX1954" fmla="*/ 531410 w 3805936"/>
              <a:gd name="connsiteY1954" fmla="*/ 369067 h 856262"/>
              <a:gd name="connsiteX1955" fmla="*/ 479728 w 3805936"/>
              <a:gd name="connsiteY1955" fmla="*/ 385563 h 856262"/>
              <a:gd name="connsiteX1956" fmla="*/ 471291 w 3805936"/>
              <a:gd name="connsiteY1956" fmla="*/ 386111 h 856262"/>
              <a:gd name="connsiteX1957" fmla="*/ 455554 w 3805936"/>
              <a:gd name="connsiteY1957" fmla="*/ 384972 h 856262"/>
              <a:gd name="connsiteX1958" fmla="*/ 450576 w 3805936"/>
              <a:gd name="connsiteY1958" fmla="*/ 384255 h 856262"/>
              <a:gd name="connsiteX1959" fmla="*/ 460237 w 3805936"/>
              <a:gd name="connsiteY1959" fmla="*/ 424630 h 856262"/>
              <a:gd name="connsiteX1960" fmla="*/ 428047 w 3805936"/>
              <a:gd name="connsiteY1960" fmla="*/ 426697 h 856262"/>
              <a:gd name="connsiteX1961" fmla="*/ 395815 w 3805936"/>
              <a:gd name="connsiteY1961" fmla="*/ 424630 h 856262"/>
              <a:gd name="connsiteX1962" fmla="*/ 405476 w 3805936"/>
              <a:gd name="connsiteY1962" fmla="*/ 384255 h 856262"/>
              <a:gd name="connsiteX1963" fmla="*/ 400498 w 3805936"/>
              <a:gd name="connsiteY1963" fmla="*/ 384972 h 856262"/>
              <a:gd name="connsiteX1964" fmla="*/ 384762 w 3805936"/>
              <a:gd name="connsiteY1964" fmla="*/ 386111 h 856262"/>
              <a:gd name="connsiteX1965" fmla="*/ 376324 w 3805936"/>
              <a:gd name="connsiteY1965" fmla="*/ 385563 h 856262"/>
              <a:gd name="connsiteX1966" fmla="*/ 324600 w 3805936"/>
              <a:gd name="connsiteY1966" fmla="*/ 369067 h 856262"/>
              <a:gd name="connsiteX1967" fmla="*/ 276421 w 3805936"/>
              <a:gd name="connsiteY1967" fmla="*/ 330718 h 856262"/>
              <a:gd name="connsiteX1968" fmla="*/ 255959 w 3805936"/>
              <a:gd name="connsiteY1968" fmla="*/ 300595 h 856262"/>
              <a:gd name="connsiteX1969" fmla="*/ 269164 w 3805936"/>
              <a:gd name="connsiteY1969" fmla="*/ 303337 h 856262"/>
              <a:gd name="connsiteX1970" fmla="*/ 274058 w 3805936"/>
              <a:gd name="connsiteY1970" fmla="*/ 304265 h 856262"/>
              <a:gd name="connsiteX1971" fmla="*/ 335612 w 3805936"/>
              <a:gd name="connsiteY1971" fmla="*/ 313631 h 856262"/>
              <a:gd name="connsiteX1972" fmla="*/ 329452 w 3805936"/>
              <a:gd name="connsiteY1972" fmla="*/ 309623 h 856262"/>
              <a:gd name="connsiteX1973" fmla="*/ 316078 w 3805936"/>
              <a:gd name="connsiteY1973" fmla="*/ 284816 h 856262"/>
              <a:gd name="connsiteX1974" fmla="*/ 284015 w 3805936"/>
              <a:gd name="connsiteY1974" fmla="*/ 263933 h 856262"/>
              <a:gd name="connsiteX1975" fmla="*/ 271105 w 3805936"/>
              <a:gd name="connsiteY1975" fmla="*/ 227355 h 856262"/>
              <a:gd name="connsiteX1976" fmla="*/ 271105 w 3805936"/>
              <a:gd name="connsiteY1976" fmla="*/ 222630 h 856262"/>
              <a:gd name="connsiteX1977" fmla="*/ 275577 w 3805936"/>
              <a:gd name="connsiteY1977" fmla="*/ 224149 h 856262"/>
              <a:gd name="connsiteX1978" fmla="*/ 406151 w 3805936"/>
              <a:gd name="connsiteY1978" fmla="*/ 243640 h 856262"/>
              <a:gd name="connsiteX1979" fmla="*/ 412775 w 3805936"/>
              <a:gd name="connsiteY1979" fmla="*/ 209552 h 856262"/>
              <a:gd name="connsiteX1980" fmla="*/ 412775 w 3805936"/>
              <a:gd name="connsiteY1980" fmla="*/ 209003 h 856262"/>
              <a:gd name="connsiteX1981" fmla="*/ 427921 w 3805936"/>
              <a:gd name="connsiteY1981" fmla="*/ 191537 h 856262"/>
              <a:gd name="connsiteX1982" fmla="*/ 428469 w 3805936"/>
              <a:gd name="connsiteY1982" fmla="*/ 191537 h 856262"/>
              <a:gd name="connsiteX1983" fmla="*/ 440161 w 3805936"/>
              <a:gd name="connsiteY1983" fmla="*/ 198688 h 856262"/>
              <a:gd name="connsiteX1984" fmla="*/ 443187 w 3805936"/>
              <a:gd name="connsiteY1984" fmla="*/ 207616 h 856262"/>
              <a:gd name="connsiteX1985" fmla="*/ 453360 w 3805936"/>
              <a:gd name="connsiteY1985" fmla="*/ 203898 h 856262"/>
              <a:gd name="connsiteX1986" fmla="*/ 449141 w 3805936"/>
              <a:gd name="connsiteY1986" fmla="*/ 185842 h 856262"/>
              <a:gd name="connsiteX1987" fmla="*/ 459140 w 3805936"/>
              <a:gd name="connsiteY1987" fmla="*/ 168502 h 856262"/>
              <a:gd name="connsiteX1988" fmla="*/ 462389 w 3805936"/>
              <a:gd name="connsiteY1988" fmla="*/ 187951 h 856262"/>
              <a:gd name="connsiteX1989" fmla="*/ 453613 w 3805936"/>
              <a:gd name="connsiteY1989" fmla="*/ 203730 h 856262"/>
              <a:gd name="connsiteX1990" fmla="*/ 474065 w 3805936"/>
              <a:gd name="connsiteY1990" fmla="*/ 191678 h 856262"/>
              <a:gd name="connsiteX1991" fmla="*/ 470193 w 3805936"/>
              <a:gd name="connsiteY1991" fmla="*/ 174915 h 856262"/>
              <a:gd name="connsiteX1992" fmla="*/ 479348 w 3805936"/>
              <a:gd name="connsiteY1992" fmla="*/ 157153 h 856262"/>
              <a:gd name="connsiteX1993" fmla="*/ 482723 w 3805936"/>
              <a:gd name="connsiteY1993" fmla="*/ 176813 h 856262"/>
              <a:gd name="connsiteX1994" fmla="*/ 482849 w 3805936"/>
              <a:gd name="connsiteY1994" fmla="*/ 176813 h 856262"/>
              <a:gd name="connsiteX1995" fmla="*/ 478710 w 3805936"/>
              <a:gd name="connsiteY1995" fmla="*/ 188098 h 856262"/>
              <a:gd name="connsiteX1996" fmla="*/ 477291 w 3805936"/>
              <a:gd name="connsiteY1996" fmla="*/ 189777 h 856262"/>
              <a:gd name="connsiteX1997" fmla="*/ 493060 w 3805936"/>
              <a:gd name="connsiteY1997" fmla="*/ 180484 h 856262"/>
              <a:gd name="connsiteX1998" fmla="*/ 489094 w 3805936"/>
              <a:gd name="connsiteY1998" fmla="*/ 162933 h 856262"/>
              <a:gd name="connsiteX1999" fmla="*/ 497532 w 3805936"/>
              <a:gd name="connsiteY1999" fmla="*/ 146058 h 856262"/>
              <a:gd name="connsiteX2000" fmla="*/ 500612 w 3805936"/>
              <a:gd name="connsiteY2000" fmla="*/ 164916 h 856262"/>
              <a:gd name="connsiteX2001" fmla="*/ 493186 w 3805936"/>
              <a:gd name="connsiteY2001" fmla="*/ 180442 h 856262"/>
              <a:gd name="connsiteX2002" fmla="*/ 505421 w 3805936"/>
              <a:gd name="connsiteY2002" fmla="*/ 169219 h 856262"/>
              <a:gd name="connsiteX2003" fmla="*/ 508163 w 3805936"/>
              <a:gd name="connsiteY2003" fmla="*/ 165929 h 856262"/>
              <a:gd name="connsiteX2004" fmla="*/ 510568 w 3805936"/>
              <a:gd name="connsiteY2004" fmla="*/ 150783 h 856262"/>
              <a:gd name="connsiteX2005" fmla="*/ 523225 w 3805936"/>
              <a:gd name="connsiteY2005" fmla="*/ 138337 h 856262"/>
              <a:gd name="connsiteX2006" fmla="*/ 251740 w 3805936"/>
              <a:gd name="connsiteY2006" fmla="*/ 136143 h 856262"/>
              <a:gd name="connsiteX2007" fmla="*/ 249209 w 3805936"/>
              <a:gd name="connsiteY2007" fmla="*/ 137704 h 856262"/>
              <a:gd name="connsiteX2008" fmla="*/ 247310 w 3805936"/>
              <a:gd name="connsiteY2008" fmla="*/ 139603 h 856262"/>
              <a:gd name="connsiteX2009" fmla="*/ 243682 w 3805936"/>
              <a:gd name="connsiteY2009" fmla="*/ 138253 h 856262"/>
              <a:gd name="connsiteX2010" fmla="*/ 242543 w 3805936"/>
              <a:gd name="connsiteY2010" fmla="*/ 140151 h 856262"/>
              <a:gd name="connsiteX2011" fmla="*/ 242543 w 3805936"/>
              <a:gd name="connsiteY2011" fmla="*/ 145383 h 856262"/>
              <a:gd name="connsiteX2012" fmla="*/ 242543 w 3805936"/>
              <a:gd name="connsiteY2012" fmla="*/ 147619 h 856262"/>
              <a:gd name="connsiteX2013" fmla="*/ 243851 w 3805936"/>
              <a:gd name="connsiteY2013" fmla="*/ 148842 h 856262"/>
              <a:gd name="connsiteX2014" fmla="*/ 244653 w 3805936"/>
              <a:gd name="connsiteY2014" fmla="*/ 150825 h 856262"/>
              <a:gd name="connsiteX2015" fmla="*/ 248871 w 3805936"/>
              <a:gd name="connsiteY2015" fmla="*/ 151500 h 856262"/>
              <a:gd name="connsiteX2016" fmla="*/ 250728 w 3805936"/>
              <a:gd name="connsiteY2016" fmla="*/ 148969 h 856262"/>
              <a:gd name="connsiteX2017" fmla="*/ 252500 w 3805936"/>
              <a:gd name="connsiteY2017" fmla="*/ 147703 h 856262"/>
              <a:gd name="connsiteX2018" fmla="*/ 253470 w 3805936"/>
              <a:gd name="connsiteY2018" fmla="*/ 145593 h 856262"/>
              <a:gd name="connsiteX2019" fmla="*/ 253470 w 3805936"/>
              <a:gd name="connsiteY2019" fmla="*/ 145425 h 856262"/>
              <a:gd name="connsiteX2020" fmla="*/ 253259 w 3805936"/>
              <a:gd name="connsiteY2020" fmla="*/ 142936 h 856262"/>
              <a:gd name="connsiteX2021" fmla="*/ 253892 w 3805936"/>
              <a:gd name="connsiteY2021" fmla="*/ 141417 h 856262"/>
              <a:gd name="connsiteX2022" fmla="*/ 254272 w 3805936"/>
              <a:gd name="connsiteY2022" fmla="*/ 139518 h 856262"/>
              <a:gd name="connsiteX2023" fmla="*/ 253555 w 3805936"/>
              <a:gd name="connsiteY2023" fmla="*/ 137746 h 856262"/>
              <a:gd name="connsiteX2024" fmla="*/ 252879 w 3805936"/>
              <a:gd name="connsiteY2024" fmla="*/ 136143 h 856262"/>
              <a:gd name="connsiteX2025" fmla="*/ 251740 w 3805936"/>
              <a:gd name="connsiteY2025" fmla="*/ 136143 h 856262"/>
              <a:gd name="connsiteX2026" fmla="*/ 1734999 w 3805936"/>
              <a:gd name="connsiteY2026" fmla="*/ 132278 h 856262"/>
              <a:gd name="connsiteX2027" fmla="*/ 1746178 w 3805936"/>
              <a:gd name="connsiteY2027" fmla="*/ 133455 h 856262"/>
              <a:gd name="connsiteX2028" fmla="*/ 1760003 w 3805936"/>
              <a:gd name="connsiteY2028" fmla="*/ 133455 h 856262"/>
              <a:gd name="connsiteX2029" fmla="*/ 1767210 w 3805936"/>
              <a:gd name="connsiteY2029" fmla="*/ 139191 h 856262"/>
              <a:gd name="connsiteX2030" fmla="*/ 1780155 w 3805936"/>
              <a:gd name="connsiteY2030" fmla="*/ 143161 h 856262"/>
              <a:gd name="connsiteX2031" fmla="*/ 1784420 w 3805936"/>
              <a:gd name="connsiteY2031" fmla="*/ 157870 h 856262"/>
              <a:gd name="connsiteX2032" fmla="*/ 1794422 w 3805936"/>
              <a:gd name="connsiteY2032" fmla="*/ 179933 h 856262"/>
              <a:gd name="connsiteX2033" fmla="*/ 1782067 w 3805936"/>
              <a:gd name="connsiteY2033" fmla="*/ 202584 h 856262"/>
              <a:gd name="connsiteX2034" fmla="*/ 1784420 w 3805936"/>
              <a:gd name="connsiteY2034" fmla="*/ 210084 h 856262"/>
              <a:gd name="connsiteX2035" fmla="*/ 1828545 w 3805936"/>
              <a:gd name="connsiteY2035" fmla="*/ 199789 h 856262"/>
              <a:gd name="connsiteX2036" fmla="*/ 1853697 w 3805936"/>
              <a:gd name="connsiteY2036" fmla="*/ 194053 h 856262"/>
              <a:gd name="connsiteX2037" fmla="*/ 1864433 w 3805936"/>
              <a:gd name="connsiteY2037" fmla="*/ 198613 h 856262"/>
              <a:gd name="connsiteX2038" fmla="*/ 1875612 w 3805936"/>
              <a:gd name="connsiteY2038" fmla="*/ 202289 h 856262"/>
              <a:gd name="connsiteX2039" fmla="*/ 1888995 w 3805936"/>
              <a:gd name="connsiteY2039" fmla="*/ 214056 h 856262"/>
              <a:gd name="connsiteX2040" fmla="*/ 1888702 w 3805936"/>
              <a:gd name="connsiteY2040" fmla="*/ 214056 h 856262"/>
              <a:gd name="connsiteX2041" fmla="*/ 1894732 w 3805936"/>
              <a:gd name="connsiteY2041" fmla="*/ 220674 h 856262"/>
              <a:gd name="connsiteX2042" fmla="*/ 1893997 w 3805936"/>
              <a:gd name="connsiteY2042" fmla="*/ 234206 h 856262"/>
              <a:gd name="connsiteX2043" fmla="*/ 1869875 w 3805936"/>
              <a:gd name="connsiteY2043" fmla="*/ 254651 h 856262"/>
              <a:gd name="connsiteX2044" fmla="*/ 1856932 w 3805936"/>
              <a:gd name="connsiteY2044" fmla="*/ 250827 h 856262"/>
              <a:gd name="connsiteX2045" fmla="*/ 1835017 w 3805936"/>
              <a:gd name="connsiteY2045" fmla="*/ 252297 h 856262"/>
              <a:gd name="connsiteX2046" fmla="*/ 1817513 w 3805936"/>
              <a:gd name="connsiteY2046" fmla="*/ 254357 h 856262"/>
              <a:gd name="connsiteX2047" fmla="*/ 1801482 w 3805936"/>
              <a:gd name="connsiteY2047" fmla="*/ 259211 h 856262"/>
              <a:gd name="connsiteX2048" fmla="*/ 1785448 w 3805936"/>
              <a:gd name="connsiteY2048" fmla="*/ 264947 h 856262"/>
              <a:gd name="connsiteX2049" fmla="*/ 1770740 w 3805936"/>
              <a:gd name="connsiteY2049" fmla="*/ 264947 h 856262"/>
              <a:gd name="connsiteX2050" fmla="*/ 1748384 w 3805936"/>
              <a:gd name="connsiteY2050" fmla="*/ 274359 h 856262"/>
              <a:gd name="connsiteX2051" fmla="*/ 1696170 w 3805936"/>
              <a:gd name="connsiteY2051" fmla="*/ 287302 h 856262"/>
              <a:gd name="connsiteX2052" fmla="*/ 1681462 w 3805936"/>
              <a:gd name="connsiteY2052" fmla="*/ 291127 h 856262"/>
              <a:gd name="connsiteX2053" fmla="*/ 1666754 w 3805936"/>
              <a:gd name="connsiteY2053" fmla="*/ 294804 h 856262"/>
              <a:gd name="connsiteX2054" fmla="*/ 1653515 w 3805936"/>
              <a:gd name="connsiteY2054" fmla="*/ 298187 h 856262"/>
              <a:gd name="connsiteX2055" fmla="*/ 1642337 w 3805936"/>
              <a:gd name="connsiteY2055" fmla="*/ 299657 h 856262"/>
              <a:gd name="connsiteX2056" fmla="*/ 1630277 w 3805936"/>
              <a:gd name="connsiteY2056" fmla="*/ 302894 h 856262"/>
              <a:gd name="connsiteX2057" fmla="*/ 1619687 w 3805936"/>
              <a:gd name="connsiteY2057" fmla="*/ 302894 h 856262"/>
              <a:gd name="connsiteX2058" fmla="*/ 1611302 w 3805936"/>
              <a:gd name="connsiteY2058" fmla="*/ 302894 h 856262"/>
              <a:gd name="connsiteX2059" fmla="*/ 1597770 w 3805936"/>
              <a:gd name="connsiteY2059" fmla="*/ 306570 h 856262"/>
              <a:gd name="connsiteX2060" fmla="*/ 1586299 w 3805936"/>
              <a:gd name="connsiteY2060" fmla="*/ 310542 h 856262"/>
              <a:gd name="connsiteX2061" fmla="*/ 1576297 w 3805936"/>
              <a:gd name="connsiteY2061" fmla="*/ 316279 h 856262"/>
              <a:gd name="connsiteX2062" fmla="*/ 1568207 w 3805936"/>
              <a:gd name="connsiteY2062" fmla="*/ 310542 h 856262"/>
              <a:gd name="connsiteX2063" fmla="*/ 1553499 w 3805936"/>
              <a:gd name="connsiteY2063" fmla="*/ 309660 h 856262"/>
              <a:gd name="connsiteX2064" fmla="*/ 1549675 w 3805936"/>
              <a:gd name="connsiteY2064" fmla="*/ 293922 h 856262"/>
              <a:gd name="connsiteX2065" fmla="*/ 1548940 w 3805936"/>
              <a:gd name="connsiteY2065" fmla="*/ 280979 h 856262"/>
              <a:gd name="connsiteX2066" fmla="*/ 1551734 w 3805936"/>
              <a:gd name="connsiteY2066" fmla="*/ 270682 h 856262"/>
              <a:gd name="connsiteX2067" fmla="*/ 1581150 w 3805936"/>
              <a:gd name="connsiteY2067" fmla="*/ 255974 h 856262"/>
              <a:gd name="connsiteX2068" fmla="*/ 1588947 w 3805936"/>
              <a:gd name="connsiteY2068" fmla="*/ 260387 h 856262"/>
              <a:gd name="connsiteX2069" fmla="*/ 1605860 w 3805936"/>
              <a:gd name="connsiteY2069" fmla="*/ 254651 h 856262"/>
              <a:gd name="connsiteX2070" fmla="*/ 1646309 w 3805936"/>
              <a:gd name="connsiteY2070" fmla="*/ 246561 h 856262"/>
              <a:gd name="connsiteX2071" fmla="*/ 1663517 w 3805936"/>
              <a:gd name="connsiteY2071" fmla="*/ 244207 h 856262"/>
              <a:gd name="connsiteX2072" fmla="*/ 1695140 w 3805936"/>
              <a:gd name="connsiteY2072" fmla="*/ 234501 h 856262"/>
              <a:gd name="connsiteX2073" fmla="*/ 1708084 w 3805936"/>
              <a:gd name="connsiteY2073" fmla="*/ 226999 h 856262"/>
              <a:gd name="connsiteX2074" fmla="*/ 1706613 w 3805936"/>
              <a:gd name="connsiteY2074" fmla="*/ 218174 h 856262"/>
              <a:gd name="connsiteX2075" fmla="*/ 1697494 w 3805936"/>
              <a:gd name="connsiteY2075" fmla="*/ 215233 h 856262"/>
              <a:gd name="connsiteX2076" fmla="*/ 1688815 w 3805936"/>
              <a:gd name="connsiteY2076" fmla="*/ 208614 h 856262"/>
              <a:gd name="connsiteX2077" fmla="*/ 1690875 w 3805936"/>
              <a:gd name="connsiteY2077" fmla="*/ 199494 h 856262"/>
              <a:gd name="connsiteX2078" fmla="*/ 1694258 w 3805936"/>
              <a:gd name="connsiteY2078" fmla="*/ 190816 h 856262"/>
              <a:gd name="connsiteX2079" fmla="*/ 1697787 w 3805936"/>
              <a:gd name="connsiteY2079" fmla="*/ 179933 h 856262"/>
              <a:gd name="connsiteX2080" fmla="*/ 1686757 w 3805936"/>
              <a:gd name="connsiteY2080" fmla="*/ 152723 h 856262"/>
              <a:gd name="connsiteX2081" fmla="*/ 1689992 w 3805936"/>
              <a:gd name="connsiteY2081" fmla="*/ 143456 h 856262"/>
              <a:gd name="connsiteX2082" fmla="*/ 1706613 w 3805936"/>
              <a:gd name="connsiteY2082" fmla="*/ 140661 h 856262"/>
              <a:gd name="connsiteX2083" fmla="*/ 1716320 w 3805936"/>
              <a:gd name="connsiteY2083" fmla="*/ 136838 h 856262"/>
              <a:gd name="connsiteX2084" fmla="*/ 1725587 w 3805936"/>
              <a:gd name="connsiteY2084" fmla="*/ 135808 h 856262"/>
              <a:gd name="connsiteX2085" fmla="*/ 1734999 w 3805936"/>
              <a:gd name="connsiteY2085" fmla="*/ 132278 h 856262"/>
              <a:gd name="connsiteX2086" fmla="*/ 3676201 w 3805936"/>
              <a:gd name="connsiteY2086" fmla="*/ 129630 h 856262"/>
              <a:gd name="connsiteX2087" fmla="*/ 3691793 w 3805936"/>
              <a:gd name="connsiteY2087" fmla="*/ 141692 h 856262"/>
              <a:gd name="connsiteX2088" fmla="*/ 3685173 w 3805936"/>
              <a:gd name="connsiteY2088" fmla="*/ 160812 h 856262"/>
              <a:gd name="connsiteX2089" fmla="*/ 3672378 w 3805936"/>
              <a:gd name="connsiteY2089" fmla="*/ 177580 h 856262"/>
              <a:gd name="connsiteX2090" fmla="*/ 3672378 w 3805936"/>
              <a:gd name="connsiteY2090" fmla="*/ 192288 h 856262"/>
              <a:gd name="connsiteX2091" fmla="*/ 3680320 w 3805936"/>
              <a:gd name="connsiteY2091" fmla="*/ 204202 h 856262"/>
              <a:gd name="connsiteX2092" fmla="*/ 3662963 w 3805936"/>
              <a:gd name="connsiteY2092" fmla="*/ 239355 h 856262"/>
              <a:gd name="connsiteX2093" fmla="*/ 3649873 w 3805936"/>
              <a:gd name="connsiteY2093" fmla="*/ 258328 h 856262"/>
              <a:gd name="connsiteX2094" fmla="*/ 3665758 w 3805936"/>
              <a:gd name="connsiteY2094" fmla="*/ 266711 h 856262"/>
              <a:gd name="connsiteX2095" fmla="*/ 3673554 w 3805936"/>
              <a:gd name="connsiteY2095" fmla="*/ 279213 h 856262"/>
              <a:gd name="connsiteX2096" fmla="*/ 3688263 w 3805936"/>
              <a:gd name="connsiteY2096" fmla="*/ 264505 h 856262"/>
              <a:gd name="connsiteX2097" fmla="*/ 3675466 w 3805936"/>
              <a:gd name="connsiteY2097" fmla="*/ 260240 h 856262"/>
              <a:gd name="connsiteX2098" fmla="*/ 3672524 w 3805936"/>
              <a:gd name="connsiteY2098" fmla="*/ 245531 h 856262"/>
              <a:gd name="connsiteX2099" fmla="*/ 3680908 w 3805936"/>
              <a:gd name="connsiteY2099" fmla="*/ 238913 h 856262"/>
              <a:gd name="connsiteX2100" fmla="*/ 3687673 w 3805936"/>
              <a:gd name="connsiteY2100" fmla="*/ 230970 h 856262"/>
              <a:gd name="connsiteX2101" fmla="*/ 3686498 w 3805936"/>
              <a:gd name="connsiteY2101" fmla="*/ 216998 h 856262"/>
              <a:gd name="connsiteX2102" fmla="*/ 3698411 w 3805936"/>
              <a:gd name="connsiteY2102" fmla="*/ 210967 h 856262"/>
              <a:gd name="connsiteX2103" fmla="*/ 3705176 w 3805936"/>
              <a:gd name="connsiteY2103" fmla="*/ 200818 h 856262"/>
              <a:gd name="connsiteX2104" fmla="*/ 3708266 w 3805936"/>
              <a:gd name="connsiteY2104" fmla="*/ 189640 h 856262"/>
              <a:gd name="connsiteX2105" fmla="*/ 3699735 w 3805936"/>
              <a:gd name="connsiteY2105" fmla="*/ 169048 h 856262"/>
              <a:gd name="connsiteX2106" fmla="*/ 3742536 w 3805936"/>
              <a:gd name="connsiteY2106" fmla="*/ 146398 h 856262"/>
              <a:gd name="connsiteX2107" fmla="*/ 3746361 w 3805936"/>
              <a:gd name="connsiteY2107" fmla="*/ 140957 h 856262"/>
              <a:gd name="connsiteX2108" fmla="*/ 3759156 w 3805936"/>
              <a:gd name="connsiteY2108" fmla="*/ 139485 h 856262"/>
              <a:gd name="connsiteX2109" fmla="*/ 3772983 w 3805936"/>
              <a:gd name="connsiteY2109" fmla="*/ 148163 h 856262"/>
              <a:gd name="connsiteX2110" fmla="*/ 3776513 w 3805936"/>
              <a:gd name="connsiteY2110" fmla="*/ 158312 h 856262"/>
              <a:gd name="connsiteX2111" fmla="*/ 3774894 w 3805936"/>
              <a:gd name="connsiteY2111" fmla="*/ 176108 h 856262"/>
              <a:gd name="connsiteX2112" fmla="*/ 3756068 w 3805936"/>
              <a:gd name="connsiteY2112" fmla="*/ 190817 h 856262"/>
              <a:gd name="connsiteX2113" fmla="*/ 3741359 w 3805936"/>
              <a:gd name="connsiteY2113" fmla="*/ 226412 h 856262"/>
              <a:gd name="connsiteX2114" fmla="*/ 3736946 w 3805936"/>
              <a:gd name="connsiteY2114" fmla="*/ 238766 h 856262"/>
              <a:gd name="connsiteX2115" fmla="*/ 3733270 w 3805936"/>
              <a:gd name="connsiteY2115" fmla="*/ 253475 h 856262"/>
              <a:gd name="connsiteX2116" fmla="*/ 3730328 w 3805936"/>
              <a:gd name="connsiteY2116" fmla="*/ 272006 h 856262"/>
              <a:gd name="connsiteX2117" fmla="*/ 3738858 w 3805936"/>
              <a:gd name="connsiteY2117" fmla="*/ 274655 h 856262"/>
              <a:gd name="connsiteX2118" fmla="*/ 3755479 w 3805936"/>
              <a:gd name="connsiteY2118" fmla="*/ 265535 h 856262"/>
              <a:gd name="connsiteX2119" fmla="*/ 3766951 w 3805936"/>
              <a:gd name="connsiteY2119" fmla="*/ 265535 h 856262"/>
              <a:gd name="connsiteX2120" fmla="*/ 3776218 w 3805936"/>
              <a:gd name="connsiteY2120" fmla="*/ 272301 h 856262"/>
              <a:gd name="connsiteX2121" fmla="*/ 3786661 w 3805936"/>
              <a:gd name="connsiteY2121" fmla="*/ 275390 h 856262"/>
              <a:gd name="connsiteX2122" fmla="*/ 3798574 w 3805936"/>
              <a:gd name="connsiteY2122" fmla="*/ 279655 h 856262"/>
              <a:gd name="connsiteX2123" fmla="*/ 3799458 w 3805936"/>
              <a:gd name="connsiteY2123" fmla="*/ 279508 h 856262"/>
              <a:gd name="connsiteX2124" fmla="*/ 3805783 w 3805936"/>
              <a:gd name="connsiteY2124" fmla="*/ 306718 h 856262"/>
              <a:gd name="connsiteX2125" fmla="*/ 3799016 w 3805936"/>
              <a:gd name="connsiteY2125" fmla="*/ 331281 h 856262"/>
              <a:gd name="connsiteX2126" fmla="*/ 3761951 w 3805936"/>
              <a:gd name="connsiteY2126" fmla="*/ 341136 h 856262"/>
              <a:gd name="connsiteX2127" fmla="*/ 3750478 w 3805936"/>
              <a:gd name="connsiteY2127" fmla="*/ 345989 h 856262"/>
              <a:gd name="connsiteX2128" fmla="*/ 3735770 w 3805936"/>
              <a:gd name="connsiteY2128" fmla="*/ 344666 h 856262"/>
              <a:gd name="connsiteX2129" fmla="*/ 3717385 w 3805936"/>
              <a:gd name="connsiteY2129" fmla="*/ 344666 h 856262"/>
              <a:gd name="connsiteX2130" fmla="*/ 3685761 w 3805936"/>
              <a:gd name="connsiteY2130" fmla="*/ 367169 h 856262"/>
              <a:gd name="connsiteX2131" fmla="*/ 3674143 w 3805936"/>
              <a:gd name="connsiteY2131" fmla="*/ 379524 h 856262"/>
              <a:gd name="connsiteX2132" fmla="*/ 3655610 w 3805936"/>
              <a:gd name="connsiteY2132" fmla="*/ 396586 h 856262"/>
              <a:gd name="connsiteX2133" fmla="*/ 3652668 w 3805936"/>
              <a:gd name="connsiteY2133" fmla="*/ 414089 h 856262"/>
              <a:gd name="connsiteX2134" fmla="*/ 3661493 w 3805936"/>
              <a:gd name="connsiteY2134" fmla="*/ 415854 h 856262"/>
              <a:gd name="connsiteX2135" fmla="*/ 3677378 w 3805936"/>
              <a:gd name="connsiteY2135" fmla="*/ 409529 h 856262"/>
              <a:gd name="connsiteX2136" fmla="*/ 3687821 w 3805936"/>
              <a:gd name="connsiteY2136" fmla="*/ 403939 h 856262"/>
              <a:gd name="connsiteX2137" fmla="*/ 3706059 w 3805936"/>
              <a:gd name="connsiteY2137" fmla="*/ 413206 h 856262"/>
              <a:gd name="connsiteX2138" fmla="*/ 3723856 w 3805936"/>
              <a:gd name="connsiteY2138" fmla="*/ 420561 h 856262"/>
              <a:gd name="connsiteX2139" fmla="*/ 3730769 w 3805936"/>
              <a:gd name="connsiteY2139" fmla="*/ 427621 h 856262"/>
              <a:gd name="connsiteX2140" fmla="*/ 3726210 w 3805936"/>
              <a:gd name="connsiteY2140" fmla="*/ 446152 h 856262"/>
              <a:gd name="connsiteX2141" fmla="*/ 3715620 w 3805936"/>
              <a:gd name="connsiteY2141" fmla="*/ 455272 h 856262"/>
              <a:gd name="connsiteX2142" fmla="*/ 3696940 w 3805936"/>
              <a:gd name="connsiteY2142" fmla="*/ 458802 h 856262"/>
              <a:gd name="connsiteX2143" fmla="*/ 3684291 w 3805936"/>
              <a:gd name="connsiteY2143" fmla="*/ 463067 h 856262"/>
              <a:gd name="connsiteX2144" fmla="*/ 3654874 w 3805936"/>
              <a:gd name="connsiteY2144" fmla="*/ 476304 h 856262"/>
              <a:gd name="connsiteX2145" fmla="*/ 3656198 w 3805936"/>
              <a:gd name="connsiteY2145" fmla="*/ 496602 h 856262"/>
              <a:gd name="connsiteX2146" fmla="*/ 3653991 w 3805936"/>
              <a:gd name="connsiteY2146" fmla="*/ 513957 h 856262"/>
              <a:gd name="connsiteX2147" fmla="*/ 3649873 w 3805936"/>
              <a:gd name="connsiteY2147" fmla="*/ 533814 h 856262"/>
              <a:gd name="connsiteX2148" fmla="*/ 3642225 w 3805936"/>
              <a:gd name="connsiteY2148" fmla="*/ 547052 h 856262"/>
              <a:gd name="connsiteX2149" fmla="*/ 3627516 w 3805936"/>
              <a:gd name="connsiteY2149" fmla="*/ 575585 h 856262"/>
              <a:gd name="connsiteX2150" fmla="*/ 3606043 w 3805936"/>
              <a:gd name="connsiteY2150" fmla="*/ 583234 h 856262"/>
              <a:gd name="connsiteX2151" fmla="*/ 3588834 w 3805936"/>
              <a:gd name="connsiteY2151" fmla="*/ 587940 h 856262"/>
              <a:gd name="connsiteX2152" fmla="*/ 3562948 w 3805936"/>
              <a:gd name="connsiteY2152" fmla="*/ 587940 h 856262"/>
              <a:gd name="connsiteX2153" fmla="*/ 3561329 w 3805936"/>
              <a:gd name="connsiteY2153" fmla="*/ 572350 h 856262"/>
              <a:gd name="connsiteX2154" fmla="*/ 3536325 w 3805936"/>
              <a:gd name="connsiteY2154" fmla="*/ 548669 h 856262"/>
              <a:gd name="connsiteX2155" fmla="*/ 3549710 w 3805936"/>
              <a:gd name="connsiteY2155" fmla="*/ 542050 h 856262"/>
              <a:gd name="connsiteX2156" fmla="*/ 3582068 w 3805936"/>
              <a:gd name="connsiteY2156" fmla="*/ 536167 h 856262"/>
              <a:gd name="connsiteX2157" fmla="*/ 3607513 w 3805936"/>
              <a:gd name="connsiteY2157" fmla="*/ 492042 h 856262"/>
              <a:gd name="connsiteX2158" fmla="*/ 3600453 w 3805936"/>
              <a:gd name="connsiteY2158" fmla="*/ 482041 h 856262"/>
              <a:gd name="connsiteX2159" fmla="*/ 3576626 w 3805936"/>
              <a:gd name="connsiteY2159" fmla="*/ 486307 h 856262"/>
              <a:gd name="connsiteX2160" fmla="*/ 3552063 w 3805936"/>
              <a:gd name="connsiteY2160" fmla="*/ 490572 h 856262"/>
              <a:gd name="connsiteX2161" fmla="*/ 3531913 w 3805936"/>
              <a:gd name="connsiteY2161" fmla="*/ 497779 h 856262"/>
              <a:gd name="connsiteX2162" fmla="*/ 3513821 w 3805936"/>
              <a:gd name="connsiteY2162" fmla="*/ 493367 h 856262"/>
              <a:gd name="connsiteX2163" fmla="*/ 3505585 w 3805936"/>
              <a:gd name="connsiteY2163" fmla="*/ 489689 h 856262"/>
              <a:gd name="connsiteX2164" fmla="*/ 3503673 w 3805936"/>
              <a:gd name="connsiteY2164" fmla="*/ 476452 h 856262"/>
              <a:gd name="connsiteX2165" fmla="*/ 3507350 w 3805936"/>
              <a:gd name="connsiteY2165" fmla="*/ 458214 h 856262"/>
              <a:gd name="connsiteX2166" fmla="*/ 3529411 w 3805936"/>
              <a:gd name="connsiteY2166" fmla="*/ 444534 h 856262"/>
              <a:gd name="connsiteX2167" fmla="*/ 3545444 w 3805936"/>
              <a:gd name="connsiteY2167" fmla="*/ 448652 h 856262"/>
              <a:gd name="connsiteX2168" fmla="*/ 3561035 w 3805936"/>
              <a:gd name="connsiteY2168" fmla="*/ 438946 h 856262"/>
              <a:gd name="connsiteX2169" fmla="*/ 3580303 w 3805936"/>
              <a:gd name="connsiteY2169" fmla="*/ 433797 h 856262"/>
              <a:gd name="connsiteX2170" fmla="*/ 3591923 w 3805936"/>
              <a:gd name="connsiteY2170" fmla="*/ 427914 h 856262"/>
              <a:gd name="connsiteX2171" fmla="*/ 3596041 w 3805936"/>
              <a:gd name="connsiteY2171" fmla="*/ 421149 h 856262"/>
              <a:gd name="connsiteX2172" fmla="*/ 3598100 w 3805936"/>
              <a:gd name="connsiteY2172" fmla="*/ 406441 h 856262"/>
              <a:gd name="connsiteX2173" fmla="*/ 3603543 w 3805936"/>
              <a:gd name="connsiteY2173" fmla="*/ 391733 h 856262"/>
              <a:gd name="connsiteX2174" fmla="*/ 3592364 w 3805936"/>
              <a:gd name="connsiteY2174" fmla="*/ 390703 h 856262"/>
              <a:gd name="connsiteX2175" fmla="*/ 3580008 w 3805936"/>
              <a:gd name="connsiteY2175" fmla="*/ 398793 h 856262"/>
              <a:gd name="connsiteX2176" fmla="*/ 3566035 w 3805936"/>
              <a:gd name="connsiteY2176" fmla="*/ 405999 h 856262"/>
              <a:gd name="connsiteX2177" fmla="*/ 3554269 w 3805936"/>
              <a:gd name="connsiteY2177" fmla="*/ 405999 h 856262"/>
              <a:gd name="connsiteX2178" fmla="*/ 3549858 w 3805936"/>
              <a:gd name="connsiteY2178" fmla="*/ 395263 h 856262"/>
              <a:gd name="connsiteX2179" fmla="*/ 3553093 w 3805936"/>
              <a:gd name="connsiteY2179" fmla="*/ 379229 h 856262"/>
              <a:gd name="connsiteX2180" fmla="*/ 3565448 w 3805936"/>
              <a:gd name="connsiteY2180" fmla="*/ 349813 h 856262"/>
              <a:gd name="connsiteX2181" fmla="*/ 3582803 w 3805936"/>
              <a:gd name="connsiteY2181" fmla="*/ 348636 h 856262"/>
              <a:gd name="connsiteX2182" fmla="*/ 3589275 w 3805936"/>
              <a:gd name="connsiteY2182" fmla="*/ 344371 h 856262"/>
              <a:gd name="connsiteX2183" fmla="*/ 3605308 w 3805936"/>
              <a:gd name="connsiteY2183" fmla="*/ 342901 h 856262"/>
              <a:gd name="connsiteX2184" fmla="*/ 3623546 w 3805936"/>
              <a:gd name="connsiteY2184" fmla="*/ 338341 h 856262"/>
              <a:gd name="connsiteX2185" fmla="*/ 3637224 w 3805936"/>
              <a:gd name="connsiteY2185" fmla="*/ 335988 h 856262"/>
              <a:gd name="connsiteX2186" fmla="*/ 3648696 w 3805936"/>
              <a:gd name="connsiteY2186" fmla="*/ 331869 h 856262"/>
              <a:gd name="connsiteX2187" fmla="*/ 3655463 w 3805936"/>
              <a:gd name="connsiteY2187" fmla="*/ 327016 h 856262"/>
              <a:gd name="connsiteX2188" fmla="*/ 3671495 w 3805936"/>
              <a:gd name="connsiteY2188" fmla="*/ 327016 h 856262"/>
              <a:gd name="connsiteX2189" fmla="*/ 3684586 w 3805936"/>
              <a:gd name="connsiteY2189" fmla="*/ 327016 h 856262"/>
              <a:gd name="connsiteX2190" fmla="*/ 3698116 w 3805936"/>
              <a:gd name="connsiteY2190" fmla="*/ 330251 h 856262"/>
              <a:gd name="connsiteX2191" fmla="*/ 3712825 w 3805936"/>
              <a:gd name="connsiteY2191" fmla="*/ 323044 h 856262"/>
              <a:gd name="connsiteX2192" fmla="*/ 3721061 w 3805936"/>
              <a:gd name="connsiteY2192" fmla="*/ 307306 h 856262"/>
              <a:gd name="connsiteX2193" fmla="*/ 3701500 w 3805936"/>
              <a:gd name="connsiteY2193" fmla="*/ 309513 h 856262"/>
              <a:gd name="connsiteX2194" fmla="*/ 3680908 w 3805936"/>
              <a:gd name="connsiteY2194" fmla="*/ 312455 h 856262"/>
              <a:gd name="connsiteX2195" fmla="*/ 3648550 w 3805936"/>
              <a:gd name="connsiteY2195" fmla="*/ 315838 h 856262"/>
              <a:gd name="connsiteX2196" fmla="*/ 3632223 w 3805936"/>
              <a:gd name="connsiteY2196" fmla="*/ 319661 h 856262"/>
              <a:gd name="connsiteX2197" fmla="*/ 3615896 w 3805936"/>
              <a:gd name="connsiteY2197" fmla="*/ 323044 h 856262"/>
              <a:gd name="connsiteX2198" fmla="*/ 3589421 w 3805936"/>
              <a:gd name="connsiteY2198" fmla="*/ 326428 h 856262"/>
              <a:gd name="connsiteX2199" fmla="*/ 3569125 w 3805936"/>
              <a:gd name="connsiteY2199" fmla="*/ 330546 h 856262"/>
              <a:gd name="connsiteX2200" fmla="*/ 3545150 w 3805936"/>
              <a:gd name="connsiteY2200" fmla="*/ 340253 h 856262"/>
              <a:gd name="connsiteX2201" fmla="*/ 3530441 w 3805936"/>
              <a:gd name="connsiteY2201" fmla="*/ 359814 h 856262"/>
              <a:gd name="connsiteX2202" fmla="*/ 3523381 w 3805936"/>
              <a:gd name="connsiteY2202" fmla="*/ 368199 h 856262"/>
              <a:gd name="connsiteX2203" fmla="*/ 3492788 w 3805936"/>
              <a:gd name="connsiteY2203" fmla="*/ 391586 h 856262"/>
              <a:gd name="connsiteX2204" fmla="*/ 3480875 w 3805936"/>
              <a:gd name="connsiteY2204" fmla="*/ 386731 h 856262"/>
              <a:gd name="connsiteX2205" fmla="*/ 3471903 w 3805936"/>
              <a:gd name="connsiteY2205" fmla="*/ 358638 h 856262"/>
              <a:gd name="connsiteX2206" fmla="*/ 3471903 w 3805936"/>
              <a:gd name="connsiteY2206" fmla="*/ 330398 h 856262"/>
              <a:gd name="connsiteX2207" fmla="*/ 3476315 w 3805936"/>
              <a:gd name="connsiteY2207" fmla="*/ 318926 h 856262"/>
              <a:gd name="connsiteX2208" fmla="*/ 3484405 w 3805936"/>
              <a:gd name="connsiteY2208" fmla="*/ 313631 h 856262"/>
              <a:gd name="connsiteX2209" fmla="*/ 3504114 w 3805936"/>
              <a:gd name="connsiteY2209" fmla="*/ 280978 h 856262"/>
              <a:gd name="connsiteX2210" fmla="*/ 3509703 w 3805936"/>
              <a:gd name="connsiteY2210" fmla="*/ 280978 h 856262"/>
              <a:gd name="connsiteX2211" fmla="*/ 3513674 w 3805936"/>
              <a:gd name="connsiteY2211" fmla="*/ 306276 h 856262"/>
              <a:gd name="connsiteX2212" fmla="*/ 3514054 w 3805936"/>
              <a:gd name="connsiteY2212" fmla="*/ 308887 h 856262"/>
              <a:gd name="connsiteX2213" fmla="*/ 3522351 w 3805936"/>
              <a:gd name="connsiteY2213" fmla="*/ 312748 h 856262"/>
              <a:gd name="connsiteX2214" fmla="*/ 3539266 w 3805936"/>
              <a:gd name="connsiteY2214" fmla="*/ 306130 h 856262"/>
              <a:gd name="connsiteX2215" fmla="*/ 3545003 w 3805936"/>
              <a:gd name="connsiteY2215" fmla="*/ 300395 h 856262"/>
              <a:gd name="connsiteX2216" fmla="*/ 3540590 w 3805936"/>
              <a:gd name="connsiteY2216" fmla="*/ 288628 h 856262"/>
              <a:gd name="connsiteX2217" fmla="*/ 3537648 w 3805936"/>
              <a:gd name="connsiteY2217" fmla="*/ 271565 h 856262"/>
              <a:gd name="connsiteX2218" fmla="*/ 3540296 w 3805936"/>
              <a:gd name="connsiteY2218" fmla="*/ 236560 h 856262"/>
              <a:gd name="connsiteX2219" fmla="*/ 3537796 w 3805936"/>
              <a:gd name="connsiteY2219" fmla="*/ 199495 h 856262"/>
              <a:gd name="connsiteX2220" fmla="*/ 3534413 w 3805936"/>
              <a:gd name="connsiteY2220" fmla="*/ 178315 h 856262"/>
              <a:gd name="connsiteX2221" fmla="*/ 3541473 w 3805936"/>
              <a:gd name="connsiteY2221" fmla="*/ 166107 h 856262"/>
              <a:gd name="connsiteX2222" fmla="*/ 3551621 w 3805936"/>
              <a:gd name="connsiteY2222" fmla="*/ 166107 h 856262"/>
              <a:gd name="connsiteX2223" fmla="*/ 3556770 w 3805936"/>
              <a:gd name="connsiteY2223" fmla="*/ 162724 h 856262"/>
              <a:gd name="connsiteX2224" fmla="*/ 3561183 w 3805936"/>
              <a:gd name="connsiteY2224" fmla="*/ 169343 h 856262"/>
              <a:gd name="connsiteX2225" fmla="*/ 3562948 w 3805936"/>
              <a:gd name="connsiteY2225" fmla="*/ 181403 h 856262"/>
              <a:gd name="connsiteX2226" fmla="*/ 3564271 w 3805936"/>
              <a:gd name="connsiteY2226" fmla="*/ 196112 h 856262"/>
              <a:gd name="connsiteX2227" fmla="*/ 3564271 w 3805936"/>
              <a:gd name="connsiteY2227" fmla="*/ 205378 h 856262"/>
              <a:gd name="connsiteX2228" fmla="*/ 3564271 w 3805936"/>
              <a:gd name="connsiteY2228" fmla="*/ 215527 h 856262"/>
              <a:gd name="connsiteX2229" fmla="*/ 3564271 w 3805936"/>
              <a:gd name="connsiteY2229" fmla="*/ 228323 h 856262"/>
              <a:gd name="connsiteX2230" fmla="*/ 3565741 w 3805936"/>
              <a:gd name="connsiteY2230" fmla="*/ 253326 h 856262"/>
              <a:gd name="connsiteX2231" fmla="*/ 3568978 w 3805936"/>
              <a:gd name="connsiteY2231" fmla="*/ 270095 h 856262"/>
              <a:gd name="connsiteX2232" fmla="*/ 3568978 w 3805936"/>
              <a:gd name="connsiteY2232" fmla="*/ 282450 h 856262"/>
              <a:gd name="connsiteX2233" fmla="*/ 3563976 w 3805936"/>
              <a:gd name="connsiteY2233" fmla="*/ 297158 h 856262"/>
              <a:gd name="connsiteX2234" fmla="*/ 3571036 w 3805936"/>
              <a:gd name="connsiteY2234" fmla="*/ 304365 h 856262"/>
              <a:gd name="connsiteX2235" fmla="*/ 3585008 w 3805936"/>
              <a:gd name="connsiteY2235" fmla="*/ 300541 h 856262"/>
              <a:gd name="connsiteX2236" fmla="*/ 3597070 w 3805936"/>
              <a:gd name="connsiteY2236" fmla="*/ 299805 h 856262"/>
              <a:gd name="connsiteX2237" fmla="*/ 3616780 w 3805936"/>
              <a:gd name="connsiteY2237" fmla="*/ 296275 h 856262"/>
              <a:gd name="connsiteX2238" fmla="*/ 3627516 w 3805936"/>
              <a:gd name="connsiteY2238" fmla="*/ 292598 h 856262"/>
              <a:gd name="connsiteX2239" fmla="*/ 3635900 w 3805936"/>
              <a:gd name="connsiteY2239" fmla="*/ 287010 h 856262"/>
              <a:gd name="connsiteX2240" fmla="*/ 3637076 w 3805936"/>
              <a:gd name="connsiteY2240" fmla="*/ 280685 h 856262"/>
              <a:gd name="connsiteX2241" fmla="*/ 3625310 w 3805936"/>
              <a:gd name="connsiteY2241" fmla="*/ 279508 h 856262"/>
              <a:gd name="connsiteX2242" fmla="*/ 3614573 w 3805936"/>
              <a:gd name="connsiteY2242" fmla="*/ 283920 h 856262"/>
              <a:gd name="connsiteX2243" fmla="*/ 3611485 w 3805936"/>
              <a:gd name="connsiteY2243" fmla="*/ 274066 h 856262"/>
              <a:gd name="connsiteX2244" fmla="*/ 3605013 w 3805936"/>
              <a:gd name="connsiteY2244" fmla="*/ 265976 h 856262"/>
              <a:gd name="connsiteX2245" fmla="*/ 3600748 w 3805936"/>
              <a:gd name="connsiteY2245" fmla="*/ 278038 h 856262"/>
              <a:gd name="connsiteX2246" fmla="*/ 3595600 w 3805936"/>
              <a:gd name="connsiteY2246" fmla="*/ 285245 h 856262"/>
              <a:gd name="connsiteX2247" fmla="*/ 3588393 w 3805936"/>
              <a:gd name="connsiteY2247" fmla="*/ 289068 h 856262"/>
              <a:gd name="connsiteX2248" fmla="*/ 3581038 w 3805936"/>
              <a:gd name="connsiteY2248" fmla="*/ 275243 h 856262"/>
              <a:gd name="connsiteX2249" fmla="*/ 3582068 w 3805936"/>
              <a:gd name="connsiteY2249" fmla="*/ 246708 h 856262"/>
              <a:gd name="connsiteX2250" fmla="*/ 3578833 w 3805936"/>
              <a:gd name="connsiteY2250" fmla="*/ 227293 h 856262"/>
              <a:gd name="connsiteX2251" fmla="*/ 3578833 w 3805936"/>
              <a:gd name="connsiteY2251" fmla="*/ 199790 h 856262"/>
              <a:gd name="connsiteX2252" fmla="*/ 3576773 w 3805936"/>
              <a:gd name="connsiteY2252" fmla="*/ 190523 h 856262"/>
              <a:gd name="connsiteX2253" fmla="*/ 3582363 w 3805936"/>
              <a:gd name="connsiteY2253" fmla="*/ 177138 h 856262"/>
              <a:gd name="connsiteX2254" fmla="*/ 3591776 w 3805936"/>
              <a:gd name="connsiteY2254" fmla="*/ 171843 h 856262"/>
              <a:gd name="connsiteX2255" fmla="*/ 3596335 w 3805936"/>
              <a:gd name="connsiteY2255" fmla="*/ 186552 h 856262"/>
              <a:gd name="connsiteX2256" fmla="*/ 3599423 w 3805936"/>
              <a:gd name="connsiteY2256" fmla="*/ 195818 h 856262"/>
              <a:gd name="connsiteX2257" fmla="*/ 3603836 w 3805936"/>
              <a:gd name="connsiteY2257" fmla="*/ 226852 h 856262"/>
              <a:gd name="connsiteX2258" fmla="*/ 3607955 w 3805936"/>
              <a:gd name="connsiteY2258" fmla="*/ 234060 h 856262"/>
              <a:gd name="connsiteX2259" fmla="*/ 3623988 w 3805936"/>
              <a:gd name="connsiteY2259" fmla="*/ 234060 h 856262"/>
              <a:gd name="connsiteX2260" fmla="*/ 3630018 w 3805936"/>
              <a:gd name="connsiteY2260" fmla="*/ 241708 h 856262"/>
              <a:gd name="connsiteX2261" fmla="*/ 3644726 w 3805936"/>
              <a:gd name="connsiteY2261" fmla="*/ 228028 h 856262"/>
              <a:gd name="connsiteX2262" fmla="*/ 3636930 w 3805936"/>
              <a:gd name="connsiteY2262" fmla="*/ 209497 h 856262"/>
              <a:gd name="connsiteX2263" fmla="*/ 3623988 w 3805936"/>
              <a:gd name="connsiteY2263" fmla="*/ 214497 h 856262"/>
              <a:gd name="connsiteX2264" fmla="*/ 3614868 w 3805936"/>
              <a:gd name="connsiteY2264" fmla="*/ 218763 h 856262"/>
              <a:gd name="connsiteX2265" fmla="*/ 3614868 w 3805936"/>
              <a:gd name="connsiteY2265" fmla="*/ 200378 h 856262"/>
              <a:gd name="connsiteX2266" fmla="*/ 3620456 w 3805936"/>
              <a:gd name="connsiteY2266" fmla="*/ 185670 h 856262"/>
              <a:gd name="connsiteX2267" fmla="*/ 3614279 w 3805936"/>
              <a:gd name="connsiteY2267" fmla="*/ 169343 h 856262"/>
              <a:gd name="connsiteX2268" fmla="*/ 3624575 w 3805936"/>
              <a:gd name="connsiteY2268" fmla="*/ 159047 h 856262"/>
              <a:gd name="connsiteX2269" fmla="*/ 3635901 w 3805936"/>
              <a:gd name="connsiteY2269" fmla="*/ 168313 h 856262"/>
              <a:gd name="connsiteX2270" fmla="*/ 3649579 w 3805936"/>
              <a:gd name="connsiteY2270" fmla="*/ 150222 h 856262"/>
              <a:gd name="connsiteX2271" fmla="*/ 3659728 w 3805936"/>
              <a:gd name="connsiteY2271" fmla="*/ 131395 h 856262"/>
              <a:gd name="connsiteX2272" fmla="*/ 3667965 w 3805936"/>
              <a:gd name="connsiteY2272" fmla="*/ 131395 h 856262"/>
              <a:gd name="connsiteX2273" fmla="*/ 3676201 w 3805936"/>
              <a:gd name="connsiteY2273" fmla="*/ 129630 h 856262"/>
              <a:gd name="connsiteX2274" fmla="*/ 412522 w 3805936"/>
              <a:gd name="connsiteY2274" fmla="*/ 115391 h 856262"/>
              <a:gd name="connsiteX2275" fmla="*/ 240307 w 3805936"/>
              <a:gd name="connsiteY2275" fmla="*/ 177530 h 856262"/>
              <a:gd name="connsiteX2276" fmla="*/ 240265 w 3805936"/>
              <a:gd name="connsiteY2276" fmla="*/ 177530 h 856262"/>
              <a:gd name="connsiteX2277" fmla="*/ 114964 w 3805936"/>
              <a:gd name="connsiteY2277" fmla="*/ 428215 h 856262"/>
              <a:gd name="connsiteX2278" fmla="*/ 118551 w 3805936"/>
              <a:gd name="connsiteY2278" fmla="*/ 475889 h 856262"/>
              <a:gd name="connsiteX2279" fmla="*/ 119268 w 3805936"/>
              <a:gd name="connsiteY2279" fmla="*/ 479770 h 856262"/>
              <a:gd name="connsiteX2280" fmla="*/ 122643 w 3805936"/>
              <a:gd name="connsiteY2280" fmla="*/ 497152 h 856262"/>
              <a:gd name="connsiteX2281" fmla="*/ 128971 w 3805936"/>
              <a:gd name="connsiteY2281" fmla="*/ 521157 h 856262"/>
              <a:gd name="connsiteX2282" fmla="*/ 138168 w 3805936"/>
              <a:gd name="connsiteY2282" fmla="*/ 546470 h 856262"/>
              <a:gd name="connsiteX2283" fmla="*/ 139518 w 3805936"/>
              <a:gd name="connsiteY2283" fmla="*/ 549845 h 856262"/>
              <a:gd name="connsiteX2284" fmla="*/ 176813 w 3805936"/>
              <a:gd name="connsiteY2284" fmla="*/ 615238 h 856262"/>
              <a:gd name="connsiteX2285" fmla="*/ 177024 w 3805936"/>
              <a:gd name="connsiteY2285" fmla="*/ 615491 h 856262"/>
              <a:gd name="connsiteX2286" fmla="*/ 177340 w 3805936"/>
              <a:gd name="connsiteY2286" fmla="*/ 615917 h 856262"/>
              <a:gd name="connsiteX2287" fmla="*/ 325104 w 3805936"/>
              <a:gd name="connsiteY2287" fmla="*/ 724013 h 856262"/>
              <a:gd name="connsiteX2288" fmla="*/ 338256 w 3805936"/>
              <a:gd name="connsiteY2288" fmla="*/ 727206 h 856262"/>
              <a:gd name="connsiteX2289" fmla="*/ 337647 w 3805936"/>
              <a:gd name="connsiteY2289" fmla="*/ 723932 h 856262"/>
              <a:gd name="connsiteX2290" fmla="*/ 331308 w 3805936"/>
              <a:gd name="connsiteY2290" fmla="*/ 713791 h 856262"/>
              <a:gd name="connsiteX2291" fmla="*/ 319537 w 3805936"/>
              <a:gd name="connsiteY2291" fmla="*/ 709572 h 856262"/>
              <a:gd name="connsiteX2292" fmla="*/ 317724 w 3805936"/>
              <a:gd name="connsiteY2292" fmla="*/ 707907 h 856262"/>
              <a:gd name="connsiteX2293" fmla="*/ 335780 w 3805936"/>
              <a:gd name="connsiteY2293" fmla="*/ 710964 h 856262"/>
              <a:gd name="connsiteX2294" fmla="*/ 347593 w 3805936"/>
              <a:gd name="connsiteY2294" fmla="*/ 729274 h 856262"/>
              <a:gd name="connsiteX2295" fmla="*/ 352951 w 3805936"/>
              <a:gd name="connsiteY2295" fmla="*/ 729274 h 856262"/>
              <a:gd name="connsiteX2296" fmla="*/ 354404 w 3805936"/>
              <a:gd name="connsiteY2296" fmla="*/ 731127 h 856262"/>
              <a:gd name="connsiteX2297" fmla="*/ 355636 w 3805936"/>
              <a:gd name="connsiteY2297" fmla="*/ 731426 h 856262"/>
              <a:gd name="connsiteX2298" fmla="*/ 368856 w 3805936"/>
              <a:gd name="connsiteY2298" fmla="*/ 731426 h 856262"/>
              <a:gd name="connsiteX2299" fmla="*/ 368683 w 3805936"/>
              <a:gd name="connsiteY2299" fmla="*/ 734594 h 856262"/>
              <a:gd name="connsiteX2300" fmla="*/ 383495 w 3805936"/>
              <a:gd name="connsiteY2300" fmla="*/ 738190 h 856262"/>
              <a:gd name="connsiteX2301" fmla="*/ 443515 w 3805936"/>
              <a:gd name="connsiteY2301" fmla="*/ 741019 h 856262"/>
              <a:gd name="connsiteX2302" fmla="*/ 495452 w 3805936"/>
              <a:gd name="connsiteY2302" fmla="*/ 733411 h 856262"/>
              <a:gd name="connsiteX2303" fmla="*/ 495422 w 3805936"/>
              <a:gd name="connsiteY2303" fmla="*/ 733409 h 856262"/>
              <a:gd name="connsiteX2304" fmla="*/ 497827 w 3805936"/>
              <a:gd name="connsiteY2304" fmla="*/ 732649 h 856262"/>
              <a:gd name="connsiteX2305" fmla="*/ 482723 w 3805936"/>
              <a:gd name="connsiteY2305" fmla="*/ 732649 h 856262"/>
              <a:gd name="connsiteX2306" fmla="*/ 474286 w 3805936"/>
              <a:gd name="connsiteY2306" fmla="*/ 713496 h 856262"/>
              <a:gd name="connsiteX2307" fmla="*/ 452770 w 3805936"/>
              <a:gd name="connsiteY2307" fmla="*/ 712610 h 856262"/>
              <a:gd name="connsiteX2308" fmla="*/ 442011 w 3805936"/>
              <a:gd name="connsiteY2308" fmla="*/ 729063 h 856262"/>
              <a:gd name="connsiteX2309" fmla="*/ 441039 w 3805936"/>
              <a:gd name="connsiteY2309" fmla="*/ 731309 h 856262"/>
              <a:gd name="connsiteX2310" fmla="*/ 441041 w 3805936"/>
              <a:gd name="connsiteY2310" fmla="*/ 731257 h 856262"/>
              <a:gd name="connsiteX2311" fmla="*/ 440915 w 3805936"/>
              <a:gd name="connsiteY2311" fmla="*/ 731594 h 856262"/>
              <a:gd name="connsiteX2312" fmla="*/ 441039 w 3805936"/>
              <a:gd name="connsiteY2312" fmla="*/ 731309 h 856262"/>
              <a:gd name="connsiteX2313" fmla="*/ 440704 w 3805936"/>
              <a:gd name="connsiteY2313" fmla="*/ 737796 h 856262"/>
              <a:gd name="connsiteX2314" fmla="*/ 433025 w 3805936"/>
              <a:gd name="connsiteY2314" fmla="*/ 737796 h 856262"/>
              <a:gd name="connsiteX2315" fmla="*/ 436274 w 3805936"/>
              <a:gd name="connsiteY2315" fmla="*/ 736615 h 856262"/>
              <a:gd name="connsiteX2316" fmla="*/ 433574 w 3805936"/>
              <a:gd name="connsiteY2316" fmla="*/ 736151 h 856262"/>
              <a:gd name="connsiteX2317" fmla="*/ 434755 w 3805936"/>
              <a:gd name="connsiteY2317" fmla="*/ 734885 h 856262"/>
              <a:gd name="connsiteX2318" fmla="*/ 430536 w 3805936"/>
              <a:gd name="connsiteY2318" fmla="*/ 734885 h 856262"/>
              <a:gd name="connsiteX2319" fmla="*/ 432181 w 3805936"/>
              <a:gd name="connsiteY2319" fmla="*/ 733788 h 856262"/>
              <a:gd name="connsiteX2320" fmla="*/ 424925 w 3805936"/>
              <a:gd name="connsiteY2320" fmla="*/ 733788 h 856262"/>
              <a:gd name="connsiteX2321" fmla="*/ 426402 w 3805936"/>
              <a:gd name="connsiteY2321" fmla="*/ 732649 h 856262"/>
              <a:gd name="connsiteX2322" fmla="*/ 411509 w 3805936"/>
              <a:gd name="connsiteY2322" fmla="*/ 732649 h 856262"/>
              <a:gd name="connsiteX2323" fmla="*/ 403071 w 3805936"/>
              <a:gd name="connsiteY2323" fmla="*/ 713496 h 856262"/>
              <a:gd name="connsiteX2324" fmla="*/ 381555 w 3805936"/>
              <a:gd name="connsiteY2324" fmla="*/ 712610 h 856262"/>
              <a:gd name="connsiteX2325" fmla="*/ 370797 w 3805936"/>
              <a:gd name="connsiteY2325" fmla="*/ 729063 h 856262"/>
              <a:gd name="connsiteX2326" fmla="*/ 368898 w 3805936"/>
              <a:gd name="connsiteY2326" fmla="*/ 728473 h 856262"/>
              <a:gd name="connsiteX2327" fmla="*/ 373623 w 3805936"/>
              <a:gd name="connsiteY2327" fmla="*/ 714888 h 856262"/>
              <a:gd name="connsiteX2328" fmla="*/ 391680 w 3805936"/>
              <a:gd name="connsiteY2328" fmla="*/ 707631 h 856262"/>
              <a:gd name="connsiteX2329" fmla="*/ 416994 w 3805936"/>
              <a:gd name="connsiteY2329" fmla="*/ 714255 h 856262"/>
              <a:gd name="connsiteX2330" fmla="*/ 421845 w 3805936"/>
              <a:gd name="connsiteY2330" fmla="*/ 730624 h 856262"/>
              <a:gd name="connsiteX2331" fmla="*/ 438721 w 3805936"/>
              <a:gd name="connsiteY2331" fmla="*/ 730202 h 856262"/>
              <a:gd name="connsiteX2332" fmla="*/ 445049 w 3805936"/>
              <a:gd name="connsiteY2332" fmla="*/ 714888 h 856262"/>
              <a:gd name="connsiteX2333" fmla="*/ 463106 w 3805936"/>
              <a:gd name="connsiteY2333" fmla="*/ 707631 h 856262"/>
              <a:gd name="connsiteX2334" fmla="*/ 488419 w 3805936"/>
              <a:gd name="connsiteY2334" fmla="*/ 714255 h 856262"/>
              <a:gd name="connsiteX2335" fmla="*/ 493271 w 3805936"/>
              <a:gd name="connsiteY2335" fmla="*/ 730624 h 856262"/>
              <a:gd name="connsiteX2336" fmla="*/ 509073 w 3805936"/>
              <a:gd name="connsiteY2336" fmla="*/ 730229 h 856262"/>
              <a:gd name="connsiteX2337" fmla="*/ 510277 w 3805936"/>
              <a:gd name="connsiteY2337" fmla="*/ 729801 h 856262"/>
              <a:gd name="connsiteX2338" fmla="*/ 512709 w 3805936"/>
              <a:gd name="connsiteY2338" fmla="*/ 722350 h 856262"/>
              <a:gd name="connsiteX2339" fmla="*/ 519892 w 3805936"/>
              <a:gd name="connsiteY2339" fmla="*/ 710796 h 856262"/>
              <a:gd name="connsiteX2340" fmla="*/ 537569 w 3805936"/>
              <a:gd name="connsiteY2340" fmla="*/ 706788 h 856262"/>
              <a:gd name="connsiteX2341" fmla="*/ 537569 w 3805936"/>
              <a:gd name="connsiteY2341" fmla="*/ 713031 h 856262"/>
              <a:gd name="connsiteX2342" fmla="*/ 520018 w 3805936"/>
              <a:gd name="connsiteY2342" fmla="*/ 715563 h 856262"/>
              <a:gd name="connsiteX2343" fmla="*/ 514645 w 3805936"/>
              <a:gd name="connsiteY2343" fmla="*/ 723800 h 856262"/>
              <a:gd name="connsiteX2344" fmla="*/ 513369 w 3805936"/>
              <a:gd name="connsiteY2344" fmla="*/ 728701 h 856262"/>
              <a:gd name="connsiteX2345" fmla="*/ 561395 w 3805936"/>
              <a:gd name="connsiteY2345" fmla="*/ 711617 h 856262"/>
              <a:gd name="connsiteX2346" fmla="*/ 615728 w 3805936"/>
              <a:gd name="connsiteY2346" fmla="*/ 678879 h 856262"/>
              <a:gd name="connsiteX2347" fmla="*/ 678695 w 3805936"/>
              <a:gd name="connsiteY2347" fmla="*/ 240497 h 856262"/>
              <a:gd name="connsiteX2348" fmla="*/ 412522 w 3805936"/>
              <a:gd name="connsiteY2348" fmla="*/ 115391 h 856262"/>
              <a:gd name="connsiteX2349" fmla="*/ 277180 w 3805936"/>
              <a:gd name="connsiteY2349" fmla="*/ 113446 h 856262"/>
              <a:gd name="connsiteX2350" fmla="*/ 275872 w 3805936"/>
              <a:gd name="connsiteY2350" fmla="*/ 114543 h 856262"/>
              <a:gd name="connsiteX2351" fmla="*/ 273932 w 3805936"/>
              <a:gd name="connsiteY2351" fmla="*/ 115007 h 856262"/>
              <a:gd name="connsiteX2352" fmla="*/ 272117 w 3805936"/>
              <a:gd name="connsiteY2352" fmla="*/ 115851 h 856262"/>
              <a:gd name="connsiteX2353" fmla="*/ 269924 w 3805936"/>
              <a:gd name="connsiteY2353" fmla="*/ 115851 h 856262"/>
              <a:gd name="connsiteX2354" fmla="*/ 268067 w 3805936"/>
              <a:gd name="connsiteY2354" fmla="*/ 116441 h 856262"/>
              <a:gd name="connsiteX2355" fmla="*/ 267941 w 3805936"/>
              <a:gd name="connsiteY2355" fmla="*/ 116272 h 856262"/>
              <a:gd name="connsiteX2356" fmla="*/ 268827 w 3805936"/>
              <a:gd name="connsiteY2356" fmla="*/ 119141 h 856262"/>
              <a:gd name="connsiteX2357" fmla="*/ 269586 w 3805936"/>
              <a:gd name="connsiteY2357" fmla="*/ 120744 h 856262"/>
              <a:gd name="connsiteX2358" fmla="*/ 271696 w 3805936"/>
              <a:gd name="connsiteY2358" fmla="*/ 122769 h 856262"/>
              <a:gd name="connsiteX2359" fmla="*/ 274100 w 3805936"/>
              <a:gd name="connsiteY2359" fmla="*/ 124288 h 856262"/>
              <a:gd name="connsiteX2360" fmla="*/ 276969 w 3805936"/>
              <a:gd name="connsiteY2360" fmla="*/ 125976 h 856262"/>
              <a:gd name="connsiteX2361" fmla="*/ 278193 w 3805936"/>
              <a:gd name="connsiteY2361" fmla="*/ 127790 h 856262"/>
              <a:gd name="connsiteX2362" fmla="*/ 280344 w 3805936"/>
              <a:gd name="connsiteY2362" fmla="*/ 128423 h 856262"/>
              <a:gd name="connsiteX2363" fmla="*/ 281568 w 3805936"/>
              <a:gd name="connsiteY2363" fmla="*/ 126566 h 856262"/>
              <a:gd name="connsiteX2364" fmla="*/ 283171 w 3805936"/>
              <a:gd name="connsiteY2364" fmla="*/ 125554 h 856262"/>
              <a:gd name="connsiteX2365" fmla="*/ 284605 w 3805936"/>
              <a:gd name="connsiteY2365" fmla="*/ 123655 h 856262"/>
              <a:gd name="connsiteX2366" fmla="*/ 284943 w 3805936"/>
              <a:gd name="connsiteY2366" fmla="*/ 121715 h 856262"/>
              <a:gd name="connsiteX2367" fmla="*/ 284732 w 3805936"/>
              <a:gd name="connsiteY2367" fmla="*/ 119226 h 856262"/>
              <a:gd name="connsiteX2368" fmla="*/ 284985 w 3805936"/>
              <a:gd name="connsiteY2368" fmla="*/ 116947 h 856262"/>
              <a:gd name="connsiteX2369" fmla="*/ 284099 w 3805936"/>
              <a:gd name="connsiteY2369" fmla="*/ 115176 h 856262"/>
              <a:gd name="connsiteX2370" fmla="*/ 282369 w 3805936"/>
              <a:gd name="connsiteY2370" fmla="*/ 114374 h 856262"/>
              <a:gd name="connsiteX2371" fmla="*/ 277180 w 3805936"/>
              <a:gd name="connsiteY2371" fmla="*/ 113446 h 856262"/>
              <a:gd name="connsiteX2372" fmla="*/ 254820 w 3805936"/>
              <a:gd name="connsiteY2372" fmla="*/ 107750 h 856262"/>
              <a:gd name="connsiteX2373" fmla="*/ 255200 w 3805936"/>
              <a:gd name="connsiteY2373" fmla="*/ 109776 h 856262"/>
              <a:gd name="connsiteX2374" fmla="*/ 254356 w 3805936"/>
              <a:gd name="connsiteY2374" fmla="*/ 112518 h 856262"/>
              <a:gd name="connsiteX2375" fmla="*/ 253175 w 3805936"/>
              <a:gd name="connsiteY2375" fmla="*/ 115555 h 856262"/>
              <a:gd name="connsiteX2376" fmla="*/ 251234 w 3805936"/>
              <a:gd name="connsiteY2376" fmla="*/ 117665 h 856262"/>
              <a:gd name="connsiteX2377" fmla="*/ 249125 w 3805936"/>
              <a:gd name="connsiteY2377" fmla="*/ 117159 h 856262"/>
              <a:gd name="connsiteX2378" fmla="*/ 249125 w 3805936"/>
              <a:gd name="connsiteY2378" fmla="*/ 115007 h 856262"/>
              <a:gd name="connsiteX2379" fmla="*/ 251403 w 3805936"/>
              <a:gd name="connsiteY2379" fmla="*/ 111843 h 856262"/>
              <a:gd name="connsiteX2380" fmla="*/ 252120 w 3805936"/>
              <a:gd name="connsiteY2380" fmla="*/ 110366 h 856262"/>
              <a:gd name="connsiteX2381" fmla="*/ 253386 w 3805936"/>
              <a:gd name="connsiteY2381" fmla="*/ 108890 h 856262"/>
              <a:gd name="connsiteX2382" fmla="*/ 254820 w 3805936"/>
              <a:gd name="connsiteY2382" fmla="*/ 107750 h 856262"/>
              <a:gd name="connsiteX2383" fmla="*/ 258448 w 3805936"/>
              <a:gd name="connsiteY2383" fmla="*/ 96064 h 856262"/>
              <a:gd name="connsiteX2384" fmla="*/ 256381 w 3805936"/>
              <a:gd name="connsiteY2384" fmla="*/ 97203 h 856262"/>
              <a:gd name="connsiteX2385" fmla="*/ 254187 w 3805936"/>
              <a:gd name="connsiteY2385" fmla="*/ 97583 h 856262"/>
              <a:gd name="connsiteX2386" fmla="*/ 253217 w 3805936"/>
              <a:gd name="connsiteY2386" fmla="*/ 98680 h 856262"/>
              <a:gd name="connsiteX2387" fmla="*/ 252542 w 3805936"/>
              <a:gd name="connsiteY2387" fmla="*/ 99861 h 856262"/>
              <a:gd name="connsiteX2388" fmla="*/ 251825 w 3805936"/>
              <a:gd name="connsiteY2388" fmla="*/ 101338 h 856262"/>
              <a:gd name="connsiteX2389" fmla="*/ 250306 w 3805936"/>
              <a:gd name="connsiteY2389" fmla="*/ 103363 h 856262"/>
              <a:gd name="connsiteX2390" fmla="*/ 249040 w 3805936"/>
              <a:gd name="connsiteY2390" fmla="*/ 104671 h 856262"/>
              <a:gd name="connsiteX2391" fmla="*/ 247564 w 3805936"/>
              <a:gd name="connsiteY2391" fmla="*/ 106527 h 856262"/>
              <a:gd name="connsiteX2392" fmla="*/ 245370 w 3805936"/>
              <a:gd name="connsiteY2392" fmla="*/ 108805 h 856262"/>
              <a:gd name="connsiteX2393" fmla="*/ 242459 w 3805936"/>
              <a:gd name="connsiteY2393" fmla="*/ 111927 h 856262"/>
              <a:gd name="connsiteX2394" fmla="*/ 241024 w 3805936"/>
              <a:gd name="connsiteY2394" fmla="*/ 111379 h 856262"/>
              <a:gd name="connsiteX2395" fmla="*/ 238788 w 3805936"/>
              <a:gd name="connsiteY2395" fmla="*/ 111379 h 856262"/>
              <a:gd name="connsiteX2396" fmla="*/ 237354 w 3805936"/>
              <a:gd name="connsiteY2396" fmla="*/ 113361 h 856262"/>
              <a:gd name="connsiteX2397" fmla="*/ 237607 w 3805936"/>
              <a:gd name="connsiteY2397" fmla="*/ 118297 h 856262"/>
              <a:gd name="connsiteX2398" fmla="*/ 239801 w 3805936"/>
              <a:gd name="connsiteY2398" fmla="*/ 121546 h 856262"/>
              <a:gd name="connsiteX2399" fmla="*/ 242332 w 3805936"/>
              <a:gd name="connsiteY2399" fmla="*/ 124499 h 856262"/>
              <a:gd name="connsiteX2400" fmla="*/ 244399 w 3805936"/>
              <a:gd name="connsiteY2400" fmla="*/ 126693 h 856262"/>
              <a:gd name="connsiteX2401" fmla="*/ 245665 w 3805936"/>
              <a:gd name="connsiteY2401" fmla="*/ 128338 h 856262"/>
              <a:gd name="connsiteX2402" fmla="*/ 246593 w 3805936"/>
              <a:gd name="connsiteY2402" fmla="*/ 128971 h 856262"/>
              <a:gd name="connsiteX2403" fmla="*/ 248070 w 3805936"/>
              <a:gd name="connsiteY2403" fmla="*/ 130363 h 856262"/>
              <a:gd name="connsiteX2404" fmla="*/ 249293 w 3805936"/>
              <a:gd name="connsiteY2404" fmla="*/ 130617 h 856262"/>
              <a:gd name="connsiteX2405" fmla="*/ 251698 w 3805936"/>
              <a:gd name="connsiteY2405" fmla="*/ 129477 h 856262"/>
              <a:gd name="connsiteX2406" fmla="*/ 252922 w 3805936"/>
              <a:gd name="connsiteY2406" fmla="*/ 128381 h 856262"/>
              <a:gd name="connsiteX2407" fmla="*/ 255031 w 3805936"/>
              <a:gd name="connsiteY2407" fmla="*/ 127790 h 856262"/>
              <a:gd name="connsiteX2408" fmla="*/ 256297 w 3805936"/>
              <a:gd name="connsiteY2408" fmla="*/ 128549 h 856262"/>
              <a:gd name="connsiteX2409" fmla="*/ 257900 w 3805936"/>
              <a:gd name="connsiteY2409" fmla="*/ 132093 h 856262"/>
              <a:gd name="connsiteX2410" fmla="*/ 259376 w 3805936"/>
              <a:gd name="connsiteY2410" fmla="*/ 134582 h 856262"/>
              <a:gd name="connsiteX2411" fmla="*/ 260431 w 3805936"/>
              <a:gd name="connsiteY2411" fmla="*/ 136396 h 856262"/>
              <a:gd name="connsiteX2412" fmla="*/ 259714 w 3805936"/>
              <a:gd name="connsiteY2412" fmla="*/ 140236 h 856262"/>
              <a:gd name="connsiteX2413" fmla="*/ 256381 w 3805936"/>
              <a:gd name="connsiteY2413" fmla="*/ 140953 h 856262"/>
              <a:gd name="connsiteX2414" fmla="*/ 254989 w 3805936"/>
              <a:gd name="connsiteY2414" fmla="*/ 142851 h 856262"/>
              <a:gd name="connsiteX2415" fmla="*/ 259714 w 3805936"/>
              <a:gd name="connsiteY2415" fmla="*/ 144075 h 856262"/>
              <a:gd name="connsiteX2416" fmla="*/ 261908 w 3805936"/>
              <a:gd name="connsiteY2416" fmla="*/ 145425 h 856262"/>
              <a:gd name="connsiteX2417" fmla="*/ 264397 w 3805936"/>
              <a:gd name="connsiteY2417" fmla="*/ 145172 h 856262"/>
              <a:gd name="connsiteX2418" fmla="*/ 266084 w 3805936"/>
              <a:gd name="connsiteY2418" fmla="*/ 145383 h 856262"/>
              <a:gd name="connsiteX2419" fmla="*/ 267899 w 3805936"/>
              <a:gd name="connsiteY2419" fmla="*/ 145172 h 856262"/>
              <a:gd name="connsiteX2420" fmla="*/ 269206 w 3805936"/>
              <a:gd name="connsiteY2420" fmla="*/ 145172 h 856262"/>
              <a:gd name="connsiteX2421" fmla="*/ 270641 w 3805936"/>
              <a:gd name="connsiteY2421" fmla="*/ 142851 h 856262"/>
              <a:gd name="connsiteX2422" fmla="*/ 271527 w 3805936"/>
              <a:gd name="connsiteY2422" fmla="*/ 139307 h 856262"/>
              <a:gd name="connsiteX2423" fmla="*/ 271738 w 3805936"/>
              <a:gd name="connsiteY2423" fmla="*/ 135089 h 856262"/>
              <a:gd name="connsiteX2424" fmla="*/ 265114 w 3805936"/>
              <a:gd name="connsiteY2424" fmla="*/ 124077 h 856262"/>
              <a:gd name="connsiteX2425" fmla="*/ 263258 w 3805936"/>
              <a:gd name="connsiteY2425" fmla="*/ 121841 h 856262"/>
              <a:gd name="connsiteX2426" fmla="*/ 263637 w 3805936"/>
              <a:gd name="connsiteY2426" fmla="*/ 119774 h 856262"/>
              <a:gd name="connsiteX2427" fmla="*/ 264819 w 3805936"/>
              <a:gd name="connsiteY2427" fmla="*/ 118846 h 856262"/>
              <a:gd name="connsiteX2428" fmla="*/ 265198 w 3805936"/>
              <a:gd name="connsiteY2428" fmla="*/ 115640 h 856262"/>
              <a:gd name="connsiteX2429" fmla="*/ 265198 w 3805936"/>
              <a:gd name="connsiteY2429" fmla="*/ 106527 h 856262"/>
              <a:gd name="connsiteX2430" fmla="*/ 265198 w 3805936"/>
              <a:gd name="connsiteY2430" fmla="*/ 103827 h 856262"/>
              <a:gd name="connsiteX2431" fmla="*/ 266127 w 3805936"/>
              <a:gd name="connsiteY2431" fmla="*/ 99819 h 856262"/>
              <a:gd name="connsiteX2432" fmla="*/ 264945 w 3805936"/>
              <a:gd name="connsiteY2432" fmla="*/ 98005 h 856262"/>
              <a:gd name="connsiteX2433" fmla="*/ 262667 w 3805936"/>
              <a:gd name="connsiteY2433" fmla="*/ 96064 h 856262"/>
              <a:gd name="connsiteX2434" fmla="*/ 258448 w 3805936"/>
              <a:gd name="connsiteY2434" fmla="*/ 96064 h 856262"/>
              <a:gd name="connsiteX2435" fmla="*/ 619584 w 3805936"/>
              <a:gd name="connsiteY2435" fmla="*/ 90453 h 856262"/>
              <a:gd name="connsiteX2436" fmla="*/ 618192 w 3805936"/>
              <a:gd name="connsiteY2436" fmla="*/ 90917 h 856262"/>
              <a:gd name="connsiteX2437" fmla="*/ 616757 w 3805936"/>
              <a:gd name="connsiteY2437" fmla="*/ 93744 h 856262"/>
              <a:gd name="connsiteX2438" fmla="*/ 614605 w 3805936"/>
              <a:gd name="connsiteY2438" fmla="*/ 96697 h 856262"/>
              <a:gd name="connsiteX2439" fmla="*/ 610682 w 3805936"/>
              <a:gd name="connsiteY2439" fmla="*/ 100916 h 856262"/>
              <a:gd name="connsiteX2440" fmla="*/ 604227 w 3805936"/>
              <a:gd name="connsiteY2440" fmla="*/ 99692 h 856262"/>
              <a:gd name="connsiteX2441" fmla="*/ 600979 w 3805936"/>
              <a:gd name="connsiteY2441" fmla="*/ 97709 h 856262"/>
              <a:gd name="connsiteX2442" fmla="*/ 599122 w 3805936"/>
              <a:gd name="connsiteY2442" fmla="*/ 97709 h 856262"/>
              <a:gd name="connsiteX2443" fmla="*/ 597181 w 3805936"/>
              <a:gd name="connsiteY2443" fmla="*/ 97372 h 856262"/>
              <a:gd name="connsiteX2444" fmla="*/ 595199 w 3805936"/>
              <a:gd name="connsiteY2444" fmla="*/ 97963 h 856262"/>
              <a:gd name="connsiteX2445" fmla="*/ 593300 w 3805936"/>
              <a:gd name="connsiteY2445" fmla="*/ 99608 h 856262"/>
              <a:gd name="connsiteX2446" fmla="*/ 594017 w 3805936"/>
              <a:gd name="connsiteY2446" fmla="*/ 104460 h 856262"/>
              <a:gd name="connsiteX2447" fmla="*/ 595705 w 3805936"/>
              <a:gd name="connsiteY2447" fmla="*/ 106864 h 856262"/>
              <a:gd name="connsiteX2448" fmla="*/ 597181 w 3805936"/>
              <a:gd name="connsiteY2448" fmla="*/ 107708 h 856262"/>
              <a:gd name="connsiteX2449" fmla="*/ 598954 w 3805936"/>
              <a:gd name="connsiteY2449" fmla="*/ 108172 h 856262"/>
              <a:gd name="connsiteX2450" fmla="*/ 600135 w 3805936"/>
              <a:gd name="connsiteY2450" fmla="*/ 108847 h 856262"/>
              <a:gd name="connsiteX2451" fmla="*/ 601696 w 3805936"/>
              <a:gd name="connsiteY2451" fmla="*/ 109649 h 856262"/>
              <a:gd name="connsiteX2452" fmla="*/ 599839 w 3805936"/>
              <a:gd name="connsiteY2452" fmla="*/ 111421 h 856262"/>
              <a:gd name="connsiteX2453" fmla="*/ 593975 w 3805936"/>
              <a:gd name="connsiteY2453" fmla="*/ 114880 h 856262"/>
              <a:gd name="connsiteX2454" fmla="*/ 582247 w 3805936"/>
              <a:gd name="connsiteY2454" fmla="*/ 117749 h 856262"/>
              <a:gd name="connsiteX2455" fmla="*/ 580812 w 3805936"/>
              <a:gd name="connsiteY2455" fmla="*/ 117749 h 856262"/>
              <a:gd name="connsiteX2456" fmla="*/ 578492 w 3805936"/>
              <a:gd name="connsiteY2456" fmla="*/ 118044 h 856262"/>
              <a:gd name="connsiteX2457" fmla="*/ 575370 w 3805936"/>
              <a:gd name="connsiteY2457" fmla="*/ 118044 h 856262"/>
              <a:gd name="connsiteX2458" fmla="*/ 575370 w 3805936"/>
              <a:gd name="connsiteY2458" fmla="*/ 117876 h 856262"/>
              <a:gd name="connsiteX2459" fmla="*/ 573303 w 3805936"/>
              <a:gd name="connsiteY2459" fmla="*/ 118382 h 856262"/>
              <a:gd name="connsiteX2460" fmla="*/ 574568 w 3805936"/>
              <a:gd name="connsiteY2460" fmla="*/ 119858 h 856262"/>
              <a:gd name="connsiteX2461" fmla="*/ 574568 w 3805936"/>
              <a:gd name="connsiteY2461" fmla="*/ 122305 h 856262"/>
              <a:gd name="connsiteX2462" fmla="*/ 575159 w 3805936"/>
              <a:gd name="connsiteY2462" fmla="*/ 124077 h 856262"/>
              <a:gd name="connsiteX2463" fmla="*/ 577226 w 3805936"/>
              <a:gd name="connsiteY2463" fmla="*/ 124795 h 856262"/>
              <a:gd name="connsiteX2464" fmla="*/ 581023 w 3805936"/>
              <a:gd name="connsiteY2464" fmla="*/ 125891 h 856262"/>
              <a:gd name="connsiteX2465" fmla="*/ 585791 w 3805936"/>
              <a:gd name="connsiteY2465" fmla="*/ 125891 h 856262"/>
              <a:gd name="connsiteX2466" fmla="*/ 592414 w 3805936"/>
              <a:gd name="connsiteY2466" fmla="*/ 125891 h 856262"/>
              <a:gd name="connsiteX2467" fmla="*/ 599882 w 3805936"/>
              <a:gd name="connsiteY2467" fmla="*/ 124035 h 856262"/>
              <a:gd name="connsiteX2468" fmla="*/ 606041 w 3805936"/>
              <a:gd name="connsiteY2468" fmla="*/ 120913 h 856262"/>
              <a:gd name="connsiteX2469" fmla="*/ 608404 w 3805936"/>
              <a:gd name="connsiteY2469" fmla="*/ 127832 h 856262"/>
              <a:gd name="connsiteX2470" fmla="*/ 609248 w 3805936"/>
              <a:gd name="connsiteY2470" fmla="*/ 131460 h 856262"/>
              <a:gd name="connsiteX2471" fmla="*/ 610133 w 3805936"/>
              <a:gd name="connsiteY2471" fmla="*/ 137831 h 856262"/>
              <a:gd name="connsiteX2472" fmla="*/ 610133 w 3805936"/>
              <a:gd name="connsiteY2472" fmla="*/ 144919 h 856262"/>
              <a:gd name="connsiteX2473" fmla="*/ 611315 w 3805936"/>
              <a:gd name="connsiteY2473" fmla="*/ 147450 h 856262"/>
              <a:gd name="connsiteX2474" fmla="*/ 614521 w 3805936"/>
              <a:gd name="connsiteY2474" fmla="*/ 149939 h 856262"/>
              <a:gd name="connsiteX2475" fmla="*/ 616504 w 3805936"/>
              <a:gd name="connsiteY2475" fmla="*/ 151627 h 856262"/>
              <a:gd name="connsiteX2476" fmla="*/ 619077 w 3805936"/>
              <a:gd name="connsiteY2476" fmla="*/ 153061 h 856262"/>
              <a:gd name="connsiteX2477" fmla="*/ 621440 w 3805936"/>
              <a:gd name="connsiteY2477" fmla="*/ 154622 h 856262"/>
              <a:gd name="connsiteX2478" fmla="*/ 622664 w 3805936"/>
              <a:gd name="connsiteY2478" fmla="*/ 155044 h 856262"/>
              <a:gd name="connsiteX2479" fmla="*/ 624267 w 3805936"/>
              <a:gd name="connsiteY2479" fmla="*/ 154749 h 856262"/>
              <a:gd name="connsiteX2480" fmla="*/ 627726 w 3805936"/>
              <a:gd name="connsiteY2480" fmla="*/ 154749 h 856262"/>
              <a:gd name="connsiteX2481" fmla="*/ 628950 w 3805936"/>
              <a:gd name="connsiteY2481" fmla="*/ 153145 h 856262"/>
              <a:gd name="connsiteX2482" fmla="*/ 630173 w 3805936"/>
              <a:gd name="connsiteY2482" fmla="*/ 152217 h 856262"/>
              <a:gd name="connsiteX2483" fmla="*/ 628992 w 3805936"/>
              <a:gd name="connsiteY2483" fmla="*/ 150572 h 856262"/>
              <a:gd name="connsiteX2484" fmla="*/ 625364 w 3805936"/>
              <a:gd name="connsiteY2484" fmla="*/ 146353 h 856262"/>
              <a:gd name="connsiteX2485" fmla="*/ 624098 w 3805936"/>
              <a:gd name="connsiteY2485" fmla="*/ 143864 h 856262"/>
              <a:gd name="connsiteX2486" fmla="*/ 622031 w 3805936"/>
              <a:gd name="connsiteY2486" fmla="*/ 141248 h 856262"/>
              <a:gd name="connsiteX2487" fmla="*/ 619204 w 3805936"/>
              <a:gd name="connsiteY2487" fmla="*/ 135342 h 856262"/>
              <a:gd name="connsiteX2488" fmla="*/ 617601 w 3805936"/>
              <a:gd name="connsiteY2488" fmla="*/ 127579 h 856262"/>
              <a:gd name="connsiteX2489" fmla="*/ 615069 w 3805936"/>
              <a:gd name="connsiteY2489" fmla="*/ 117707 h 856262"/>
              <a:gd name="connsiteX2490" fmla="*/ 616335 w 3805936"/>
              <a:gd name="connsiteY2490" fmla="*/ 114585 h 856262"/>
              <a:gd name="connsiteX2491" fmla="*/ 618571 w 3805936"/>
              <a:gd name="connsiteY2491" fmla="*/ 113488 h 856262"/>
              <a:gd name="connsiteX2492" fmla="*/ 623128 w 3805936"/>
              <a:gd name="connsiteY2492" fmla="*/ 114205 h 856262"/>
              <a:gd name="connsiteX2493" fmla="*/ 625743 w 3805936"/>
              <a:gd name="connsiteY2493" fmla="*/ 115302 h 856262"/>
              <a:gd name="connsiteX2494" fmla="*/ 628739 w 3805936"/>
              <a:gd name="connsiteY2494" fmla="*/ 115935 h 856262"/>
              <a:gd name="connsiteX2495" fmla="*/ 633295 w 3805936"/>
              <a:gd name="connsiteY2495" fmla="*/ 116483 h 856262"/>
              <a:gd name="connsiteX2496" fmla="*/ 635531 w 3805936"/>
              <a:gd name="connsiteY2496" fmla="*/ 116230 h 856262"/>
              <a:gd name="connsiteX2497" fmla="*/ 636839 w 3805936"/>
              <a:gd name="connsiteY2497" fmla="*/ 115682 h 856262"/>
              <a:gd name="connsiteX2498" fmla="*/ 636839 w 3805936"/>
              <a:gd name="connsiteY2498" fmla="*/ 110788 h 856262"/>
              <a:gd name="connsiteX2499" fmla="*/ 634519 w 3805936"/>
              <a:gd name="connsiteY2499" fmla="*/ 108257 h 856262"/>
              <a:gd name="connsiteX2500" fmla="*/ 631228 w 3805936"/>
              <a:gd name="connsiteY2500" fmla="*/ 106358 h 856262"/>
              <a:gd name="connsiteX2501" fmla="*/ 628190 w 3805936"/>
              <a:gd name="connsiteY2501" fmla="*/ 106611 h 856262"/>
              <a:gd name="connsiteX2502" fmla="*/ 625996 w 3805936"/>
              <a:gd name="connsiteY2502" fmla="*/ 106189 h 856262"/>
              <a:gd name="connsiteX2503" fmla="*/ 624056 w 3805936"/>
              <a:gd name="connsiteY2503" fmla="*/ 105978 h 856262"/>
              <a:gd name="connsiteX2504" fmla="*/ 622621 w 3805936"/>
              <a:gd name="connsiteY2504" fmla="*/ 105599 h 856262"/>
              <a:gd name="connsiteX2505" fmla="*/ 623718 w 3805936"/>
              <a:gd name="connsiteY2505" fmla="*/ 103827 h 856262"/>
              <a:gd name="connsiteX2506" fmla="*/ 626756 w 3805936"/>
              <a:gd name="connsiteY2506" fmla="*/ 101464 h 856262"/>
              <a:gd name="connsiteX2507" fmla="*/ 627389 w 3805936"/>
              <a:gd name="connsiteY2507" fmla="*/ 99608 h 856262"/>
              <a:gd name="connsiteX2508" fmla="*/ 627811 w 3805936"/>
              <a:gd name="connsiteY2508" fmla="*/ 97583 h 856262"/>
              <a:gd name="connsiteX2509" fmla="*/ 626545 w 3805936"/>
              <a:gd name="connsiteY2509" fmla="*/ 94166 h 856262"/>
              <a:gd name="connsiteX2510" fmla="*/ 623549 w 3805936"/>
              <a:gd name="connsiteY2510" fmla="*/ 92267 h 856262"/>
              <a:gd name="connsiteX2511" fmla="*/ 621609 w 3805936"/>
              <a:gd name="connsiteY2511" fmla="*/ 91845 h 856262"/>
              <a:gd name="connsiteX2512" fmla="*/ 619584 w 3805936"/>
              <a:gd name="connsiteY2512" fmla="*/ 90453 h 856262"/>
              <a:gd name="connsiteX2513" fmla="*/ 343501 w 3805936"/>
              <a:gd name="connsiteY2513" fmla="*/ 83914 h 856262"/>
              <a:gd name="connsiteX2514" fmla="*/ 343627 w 3805936"/>
              <a:gd name="connsiteY2514" fmla="*/ 84082 h 856262"/>
              <a:gd name="connsiteX2515" fmla="*/ 343532 w 3805936"/>
              <a:gd name="connsiteY2515" fmla="*/ 83972 h 856262"/>
              <a:gd name="connsiteX2516" fmla="*/ 242838 w 3805936"/>
              <a:gd name="connsiteY2516" fmla="*/ 75898 h 856262"/>
              <a:gd name="connsiteX2517" fmla="*/ 240687 w 3805936"/>
              <a:gd name="connsiteY2517" fmla="*/ 76446 h 856262"/>
              <a:gd name="connsiteX2518" fmla="*/ 239168 w 3805936"/>
              <a:gd name="connsiteY2518" fmla="*/ 76446 h 856262"/>
              <a:gd name="connsiteX2519" fmla="*/ 237185 w 3805936"/>
              <a:gd name="connsiteY2519" fmla="*/ 77628 h 856262"/>
              <a:gd name="connsiteX2520" fmla="*/ 235540 w 3805936"/>
              <a:gd name="connsiteY2520" fmla="*/ 78429 h 856262"/>
              <a:gd name="connsiteX2521" fmla="*/ 234527 w 3805936"/>
              <a:gd name="connsiteY2521" fmla="*/ 79695 h 856262"/>
              <a:gd name="connsiteX2522" fmla="*/ 233262 w 3805936"/>
              <a:gd name="connsiteY2522" fmla="*/ 80623 h 856262"/>
              <a:gd name="connsiteX2523" fmla="*/ 232249 w 3805936"/>
              <a:gd name="connsiteY2523" fmla="*/ 82015 h 856262"/>
              <a:gd name="connsiteX2524" fmla="*/ 230140 w 3805936"/>
              <a:gd name="connsiteY2524" fmla="*/ 83787 h 856262"/>
              <a:gd name="connsiteX2525" fmla="*/ 230435 w 3805936"/>
              <a:gd name="connsiteY2525" fmla="*/ 85390 h 856262"/>
              <a:gd name="connsiteX2526" fmla="*/ 234316 w 3805936"/>
              <a:gd name="connsiteY2526" fmla="*/ 88301 h 856262"/>
              <a:gd name="connsiteX2527" fmla="*/ 234738 w 3805936"/>
              <a:gd name="connsiteY2527" fmla="*/ 90115 h 856262"/>
              <a:gd name="connsiteX2528" fmla="*/ 235034 w 3805936"/>
              <a:gd name="connsiteY2528" fmla="*/ 91634 h 856262"/>
              <a:gd name="connsiteX2529" fmla="*/ 235498 w 3805936"/>
              <a:gd name="connsiteY2529" fmla="*/ 93111 h 856262"/>
              <a:gd name="connsiteX2530" fmla="*/ 237270 w 3805936"/>
              <a:gd name="connsiteY2530" fmla="*/ 93111 h 856262"/>
              <a:gd name="connsiteX2531" fmla="*/ 238831 w 3805936"/>
              <a:gd name="connsiteY2531" fmla="*/ 92773 h 856262"/>
              <a:gd name="connsiteX2532" fmla="*/ 239759 w 3805936"/>
              <a:gd name="connsiteY2532" fmla="*/ 93870 h 856262"/>
              <a:gd name="connsiteX2533" fmla="*/ 238577 w 3805936"/>
              <a:gd name="connsiteY2533" fmla="*/ 96064 h 856262"/>
              <a:gd name="connsiteX2534" fmla="*/ 234907 w 3805936"/>
              <a:gd name="connsiteY2534" fmla="*/ 100283 h 856262"/>
              <a:gd name="connsiteX2535" fmla="*/ 232713 w 3805936"/>
              <a:gd name="connsiteY2535" fmla="*/ 102055 h 856262"/>
              <a:gd name="connsiteX2536" fmla="*/ 227693 w 3805936"/>
              <a:gd name="connsiteY2536" fmla="*/ 106653 h 856262"/>
              <a:gd name="connsiteX2537" fmla="*/ 225794 w 3805936"/>
              <a:gd name="connsiteY2537" fmla="*/ 108889 h 856262"/>
              <a:gd name="connsiteX2538" fmla="*/ 224318 w 3805936"/>
              <a:gd name="connsiteY2538" fmla="*/ 108889 h 856262"/>
              <a:gd name="connsiteX2539" fmla="*/ 224318 w 3805936"/>
              <a:gd name="connsiteY2539" fmla="*/ 108721 h 856262"/>
              <a:gd name="connsiteX2540" fmla="*/ 221238 w 3805936"/>
              <a:gd name="connsiteY2540" fmla="*/ 113446 h 856262"/>
              <a:gd name="connsiteX2541" fmla="*/ 221702 w 3805936"/>
              <a:gd name="connsiteY2541" fmla="*/ 115091 h 856262"/>
              <a:gd name="connsiteX2542" fmla="*/ 222925 w 3805936"/>
              <a:gd name="connsiteY2542" fmla="*/ 116905 h 856262"/>
              <a:gd name="connsiteX2543" fmla="*/ 224782 w 3805936"/>
              <a:gd name="connsiteY2543" fmla="*/ 118762 h 856262"/>
              <a:gd name="connsiteX2544" fmla="*/ 226976 w 3805936"/>
              <a:gd name="connsiteY2544" fmla="*/ 117665 h 856262"/>
              <a:gd name="connsiteX2545" fmla="*/ 228579 w 3805936"/>
              <a:gd name="connsiteY2545" fmla="*/ 117665 h 856262"/>
              <a:gd name="connsiteX2546" fmla="*/ 229507 w 3805936"/>
              <a:gd name="connsiteY2546" fmla="*/ 116019 h 856262"/>
              <a:gd name="connsiteX2547" fmla="*/ 230815 w 3805936"/>
              <a:gd name="connsiteY2547" fmla="*/ 114500 h 856262"/>
              <a:gd name="connsiteX2548" fmla="*/ 232418 w 3805936"/>
              <a:gd name="connsiteY2548" fmla="*/ 112855 h 856262"/>
              <a:gd name="connsiteX2549" fmla="*/ 233557 w 3805936"/>
              <a:gd name="connsiteY2549" fmla="*/ 112096 h 856262"/>
              <a:gd name="connsiteX2550" fmla="*/ 235034 w 3805936"/>
              <a:gd name="connsiteY2550" fmla="*/ 111125 h 856262"/>
              <a:gd name="connsiteX2551" fmla="*/ 236468 w 3805936"/>
              <a:gd name="connsiteY2551" fmla="*/ 109649 h 856262"/>
              <a:gd name="connsiteX2552" fmla="*/ 237902 w 3805936"/>
              <a:gd name="connsiteY2552" fmla="*/ 108468 h 856262"/>
              <a:gd name="connsiteX2553" fmla="*/ 239506 w 3805936"/>
              <a:gd name="connsiteY2553" fmla="*/ 106906 h 856262"/>
              <a:gd name="connsiteX2554" fmla="*/ 241193 w 3805936"/>
              <a:gd name="connsiteY2554" fmla="*/ 105177 h 856262"/>
              <a:gd name="connsiteX2555" fmla="*/ 242923 w 3805936"/>
              <a:gd name="connsiteY2555" fmla="*/ 103405 h 856262"/>
              <a:gd name="connsiteX2556" fmla="*/ 249167 w 3805936"/>
              <a:gd name="connsiteY2556" fmla="*/ 97119 h 856262"/>
              <a:gd name="connsiteX2557" fmla="*/ 251529 w 3805936"/>
              <a:gd name="connsiteY2557" fmla="*/ 93912 h 856262"/>
              <a:gd name="connsiteX2558" fmla="*/ 253765 w 3805936"/>
              <a:gd name="connsiteY2558" fmla="*/ 92689 h 856262"/>
              <a:gd name="connsiteX2559" fmla="*/ 255537 w 3805936"/>
              <a:gd name="connsiteY2559" fmla="*/ 90537 h 856262"/>
              <a:gd name="connsiteX2560" fmla="*/ 257394 w 3805936"/>
              <a:gd name="connsiteY2560" fmla="*/ 88512 h 856262"/>
              <a:gd name="connsiteX2561" fmla="*/ 259672 w 3805936"/>
              <a:gd name="connsiteY2561" fmla="*/ 86740 h 856262"/>
              <a:gd name="connsiteX2562" fmla="*/ 262625 w 3805936"/>
              <a:gd name="connsiteY2562" fmla="*/ 84631 h 856262"/>
              <a:gd name="connsiteX2563" fmla="*/ 264819 w 3805936"/>
              <a:gd name="connsiteY2563" fmla="*/ 84082 h 856262"/>
              <a:gd name="connsiteX2564" fmla="*/ 266464 w 3805936"/>
              <a:gd name="connsiteY2564" fmla="*/ 79146 h 856262"/>
              <a:gd name="connsiteX2565" fmla="*/ 265410 w 3805936"/>
              <a:gd name="connsiteY2565" fmla="*/ 77164 h 856262"/>
              <a:gd name="connsiteX2566" fmla="*/ 264017 w 3805936"/>
              <a:gd name="connsiteY2566" fmla="*/ 76742 h 856262"/>
              <a:gd name="connsiteX2567" fmla="*/ 261106 w 3805936"/>
              <a:gd name="connsiteY2567" fmla="*/ 76235 h 856262"/>
              <a:gd name="connsiteX2568" fmla="*/ 259250 w 3805936"/>
              <a:gd name="connsiteY2568" fmla="*/ 76657 h 856262"/>
              <a:gd name="connsiteX2569" fmla="*/ 257309 w 3805936"/>
              <a:gd name="connsiteY2569" fmla="*/ 76953 h 856262"/>
              <a:gd name="connsiteX2570" fmla="*/ 254272 w 3805936"/>
              <a:gd name="connsiteY2570" fmla="*/ 79864 h 856262"/>
              <a:gd name="connsiteX2571" fmla="*/ 248956 w 3805936"/>
              <a:gd name="connsiteY2571" fmla="*/ 85011 h 856262"/>
              <a:gd name="connsiteX2572" fmla="*/ 247986 w 3805936"/>
              <a:gd name="connsiteY2572" fmla="*/ 84167 h 856262"/>
              <a:gd name="connsiteX2573" fmla="*/ 247986 w 3805936"/>
              <a:gd name="connsiteY2573" fmla="*/ 79948 h 856262"/>
              <a:gd name="connsiteX2574" fmla="*/ 244695 w 3805936"/>
              <a:gd name="connsiteY2574" fmla="*/ 77670 h 856262"/>
              <a:gd name="connsiteX2575" fmla="*/ 242838 w 3805936"/>
              <a:gd name="connsiteY2575" fmla="*/ 75898 h 856262"/>
              <a:gd name="connsiteX2576" fmla="*/ 376344 w 3805936"/>
              <a:gd name="connsiteY2576" fmla="*/ 63980 h 856262"/>
              <a:gd name="connsiteX2577" fmla="*/ 377040 w 3805936"/>
              <a:gd name="connsiteY2577" fmla="*/ 64719 h 856262"/>
              <a:gd name="connsiteX2578" fmla="*/ 375859 w 3805936"/>
              <a:gd name="connsiteY2578" fmla="*/ 67714 h 856262"/>
              <a:gd name="connsiteX2579" fmla="*/ 373370 w 3805936"/>
              <a:gd name="connsiteY2579" fmla="*/ 67714 h 856262"/>
              <a:gd name="connsiteX2580" fmla="*/ 372990 w 3805936"/>
              <a:gd name="connsiteY2580" fmla="*/ 66364 h 856262"/>
              <a:gd name="connsiteX2581" fmla="*/ 373454 w 3805936"/>
              <a:gd name="connsiteY2581" fmla="*/ 64845 h 856262"/>
              <a:gd name="connsiteX2582" fmla="*/ 376155 w 3805936"/>
              <a:gd name="connsiteY2582" fmla="*/ 64001 h 856262"/>
              <a:gd name="connsiteX2583" fmla="*/ 376344 w 3805936"/>
              <a:gd name="connsiteY2583" fmla="*/ 63980 h 856262"/>
              <a:gd name="connsiteX2584" fmla="*/ 384044 w 3805936"/>
              <a:gd name="connsiteY2584" fmla="*/ 60458 h 856262"/>
              <a:gd name="connsiteX2585" fmla="*/ 385478 w 3805936"/>
              <a:gd name="connsiteY2585" fmla="*/ 60753 h 856262"/>
              <a:gd name="connsiteX2586" fmla="*/ 385689 w 3805936"/>
              <a:gd name="connsiteY2586" fmla="*/ 62567 h 856262"/>
              <a:gd name="connsiteX2587" fmla="*/ 383495 w 3805936"/>
              <a:gd name="connsiteY2587" fmla="*/ 64719 h 856262"/>
              <a:gd name="connsiteX2588" fmla="*/ 381976 w 3805936"/>
              <a:gd name="connsiteY2588" fmla="*/ 63664 h 856262"/>
              <a:gd name="connsiteX2589" fmla="*/ 381976 w 3805936"/>
              <a:gd name="connsiteY2589" fmla="*/ 61470 h 856262"/>
              <a:gd name="connsiteX2590" fmla="*/ 384044 w 3805936"/>
              <a:gd name="connsiteY2590" fmla="*/ 60458 h 856262"/>
              <a:gd name="connsiteX2591" fmla="*/ 374045 w 3805936"/>
              <a:gd name="connsiteY2591" fmla="*/ 54888 h 856262"/>
              <a:gd name="connsiteX2592" fmla="*/ 376112 w 3805936"/>
              <a:gd name="connsiteY2592" fmla="*/ 56660 h 856262"/>
              <a:gd name="connsiteX2593" fmla="*/ 373707 w 3805936"/>
              <a:gd name="connsiteY2593" fmla="*/ 59656 h 856262"/>
              <a:gd name="connsiteX2594" fmla="*/ 372610 w 3805936"/>
              <a:gd name="connsiteY2594" fmla="*/ 59192 h 856262"/>
              <a:gd name="connsiteX2595" fmla="*/ 372020 w 3805936"/>
              <a:gd name="connsiteY2595" fmla="*/ 56871 h 856262"/>
              <a:gd name="connsiteX2596" fmla="*/ 374045 w 3805936"/>
              <a:gd name="connsiteY2596" fmla="*/ 54888 h 856262"/>
              <a:gd name="connsiteX2597" fmla="*/ 492596 w 3805936"/>
              <a:gd name="connsiteY2597" fmla="*/ 53158 h 856262"/>
              <a:gd name="connsiteX2598" fmla="*/ 489811 w 3805936"/>
              <a:gd name="connsiteY2598" fmla="*/ 54550 h 856262"/>
              <a:gd name="connsiteX2599" fmla="*/ 489389 w 3805936"/>
              <a:gd name="connsiteY2599" fmla="*/ 57208 h 856262"/>
              <a:gd name="connsiteX2600" fmla="*/ 489389 w 3805936"/>
              <a:gd name="connsiteY2600" fmla="*/ 60035 h 856262"/>
              <a:gd name="connsiteX2601" fmla="*/ 490402 w 3805936"/>
              <a:gd name="connsiteY2601" fmla="*/ 63832 h 856262"/>
              <a:gd name="connsiteX2602" fmla="*/ 490613 w 3805936"/>
              <a:gd name="connsiteY2602" fmla="*/ 66869 h 856262"/>
              <a:gd name="connsiteX2603" fmla="*/ 493735 w 3805936"/>
              <a:gd name="connsiteY2603" fmla="*/ 67418 h 856262"/>
              <a:gd name="connsiteX2604" fmla="*/ 496224 w 3805936"/>
              <a:gd name="connsiteY2604" fmla="*/ 67418 h 856262"/>
              <a:gd name="connsiteX2605" fmla="*/ 496224 w 3805936"/>
              <a:gd name="connsiteY2605" fmla="*/ 69738 h 856262"/>
              <a:gd name="connsiteX2606" fmla="*/ 495043 w 3805936"/>
              <a:gd name="connsiteY2606" fmla="*/ 72396 h 856262"/>
              <a:gd name="connsiteX2607" fmla="*/ 488166 w 3805936"/>
              <a:gd name="connsiteY2607" fmla="*/ 79484 h 856262"/>
              <a:gd name="connsiteX2608" fmla="*/ 481331 w 3805936"/>
              <a:gd name="connsiteY2608" fmla="*/ 80496 h 856262"/>
              <a:gd name="connsiteX2609" fmla="*/ 478969 w 3805936"/>
              <a:gd name="connsiteY2609" fmla="*/ 80496 h 856262"/>
              <a:gd name="connsiteX2610" fmla="*/ 472767 w 3805936"/>
              <a:gd name="connsiteY2610" fmla="*/ 81214 h 856262"/>
              <a:gd name="connsiteX2611" fmla="*/ 470109 w 3805936"/>
              <a:gd name="connsiteY2611" fmla="*/ 80285 h 856262"/>
              <a:gd name="connsiteX2612" fmla="*/ 464878 w 3805936"/>
              <a:gd name="connsiteY2612" fmla="*/ 81678 h 856262"/>
              <a:gd name="connsiteX2613" fmla="*/ 464414 w 3805936"/>
              <a:gd name="connsiteY2613" fmla="*/ 84631 h 856262"/>
              <a:gd name="connsiteX2614" fmla="*/ 464414 w 3805936"/>
              <a:gd name="connsiteY2614" fmla="*/ 84462 h 856262"/>
              <a:gd name="connsiteX2615" fmla="*/ 463570 w 3805936"/>
              <a:gd name="connsiteY2615" fmla="*/ 87078 h 856262"/>
              <a:gd name="connsiteX2616" fmla="*/ 466818 w 3805936"/>
              <a:gd name="connsiteY2616" fmla="*/ 92140 h 856262"/>
              <a:gd name="connsiteX2617" fmla="*/ 478927 w 3805936"/>
              <a:gd name="connsiteY2617" fmla="*/ 90706 h 856262"/>
              <a:gd name="connsiteX2618" fmla="*/ 488461 w 3805936"/>
              <a:gd name="connsiteY2618" fmla="*/ 91086 h 856262"/>
              <a:gd name="connsiteX2619" fmla="*/ 493566 w 3805936"/>
              <a:gd name="connsiteY2619" fmla="*/ 92478 h 856262"/>
              <a:gd name="connsiteX2620" fmla="*/ 498207 w 3805936"/>
              <a:gd name="connsiteY2620" fmla="*/ 92942 h 856262"/>
              <a:gd name="connsiteX2621" fmla="*/ 502974 w 3805936"/>
              <a:gd name="connsiteY2621" fmla="*/ 93744 h 856262"/>
              <a:gd name="connsiteX2622" fmla="*/ 507573 w 3805936"/>
              <a:gd name="connsiteY2622" fmla="*/ 94883 h 856262"/>
              <a:gd name="connsiteX2623" fmla="*/ 512509 w 3805936"/>
              <a:gd name="connsiteY2623" fmla="*/ 96570 h 856262"/>
              <a:gd name="connsiteX2624" fmla="*/ 515631 w 3805936"/>
              <a:gd name="connsiteY2624" fmla="*/ 97077 h 856262"/>
              <a:gd name="connsiteX2625" fmla="*/ 518500 w 3805936"/>
              <a:gd name="connsiteY2625" fmla="*/ 98342 h 856262"/>
              <a:gd name="connsiteX2626" fmla="*/ 521284 w 3805936"/>
              <a:gd name="connsiteY2626" fmla="*/ 98849 h 856262"/>
              <a:gd name="connsiteX2627" fmla="*/ 523056 w 3805936"/>
              <a:gd name="connsiteY2627" fmla="*/ 97752 h 856262"/>
              <a:gd name="connsiteX2628" fmla="*/ 524195 w 3805936"/>
              <a:gd name="connsiteY2628" fmla="*/ 96275 h 856262"/>
              <a:gd name="connsiteX2629" fmla="*/ 524195 w 3805936"/>
              <a:gd name="connsiteY2629" fmla="*/ 95178 h 856262"/>
              <a:gd name="connsiteX2630" fmla="*/ 524195 w 3805936"/>
              <a:gd name="connsiteY2630" fmla="*/ 94419 h 856262"/>
              <a:gd name="connsiteX2631" fmla="*/ 524195 w 3805936"/>
              <a:gd name="connsiteY2631" fmla="*/ 92436 h 856262"/>
              <a:gd name="connsiteX2632" fmla="*/ 521917 w 3805936"/>
              <a:gd name="connsiteY2632" fmla="*/ 89440 h 856262"/>
              <a:gd name="connsiteX2633" fmla="*/ 520061 w 3805936"/>
              <a:gd name="connsiteY2633" fmla="*/ 87711 h 856262"/>
              <a:gd name="connsiteX2634" fmla="*/ 517993 w 3805936"/>
              <a:gd name="connsiteY2634" fmla="*/ 86572 h 856262"/>
              <a:gd name="connsiteX2635" fmla="*/ 515926 w 3805936"/>
              <a:gd name="connsiteY2635" fmla="*/ 86276 h 856262"/>
              <a:gd name="connsiteX2636" fmla="*/ 513606 w 3805936"/>
              <a:gd name="connsiteY2636" fmla="*/ 86572 h 856262"/>
              <a:gd name="connsiteX2637" fmla="*/ 505421 w 3805936"/>
              <a:gd name="connsiteY2637" fmla="*/ 84757 h 856262"/>
              <a:gd name="connsiteX2638" fmla="*/ 506307 w 3805936"/>
              <a:gd name="connsiteY2638" fmla="*/ 80159 h 856262"/>
              <a:gd name="connsiteX2639" fmla="*/ 507066 w 3805936"/>
              <a:gd name="connsiteY2639" fmla="*/ 78514 h 856262"/>
              <a:gd name="connsiteX2640" fmla="*/ 507910 w 3805936"/>
              <a:gd name="connsiteY2640" fmla="*/ 76995 h 856262"/>
              <a:gd name="connsiteX2641" fmla="*/ 508923 w 3805936"/>
              <a:gd name="connsiteY2641" fmla="*/ 75560 h 856262"/>
              <a:gd name="connsiteX2642" fmla="*/ 510020 w 3805936"/>
              <a:gd name="connsiteY2642" fmla="*/ 74084 h 856262"/>
              <a:gd name="connsiteX2643" fmla="*/ 510020 w 3805936"/>
              <a:gd name="connsiteY2643" fmla="*/ 70118 h 856262"/>
              <a:gd name="connsiteX2644" fmla="*/ 515209 w 3805936"/>
              <a:gd name="connsiteY2644" fmla="*/ 68135 h 856262"/>
              <a:gd name="connsiteX2645" fmla="*/ 517782 w 3805936"/>
              <a:gd name="connsiteY2645" fmla="*/ 67207 h 856262"/>
              <a:gd name="connsiteX2646" fmla="*/ 521242 w 3805936"/>
              <a:gd name="connsiteY2646" fmla="*/ 65477 h 856262"/>
              <a:gd name="connsiteX2647" fmla="*/ 525714 w 3805936"/>
              <a:gd name="connsiteY2647" fmla="*/ 63030 h 856262"/>
              <a:gd name="connsiteX2648" fmla="*/ 525208 w 3805936"/>
              <a:gd name="connsiteY2648" fmla="*/ 61343 h 856262"/>
              <a:gd name="connsiteX2649" fmla="*/ 525208 w 3805936"/>
              <a:gd name="connsiteY2649" fmla="*/ 59022 h 856262"/>
              <a:gd name="connsiteX2650" fmla="*/ 523520 w 3805936"/>
              <a:gd name="connsiteY2650" fmla="*/ 56238 h 856262"/>
              <a:gd name="connsiteX2651" fmla="*/ 522170 w 3805936"/>
              <a:gd name="connsiteY2651" fmla="*/ 54972 h 856262"/>
              <a:gd name="connsiteX2652" fmla="*/ 520272 w 3805936"/>
              <a:gd name="connsiteY2652" fmla="*/ 54972 h 856262"/>
              <a:gd name="connsiteX2653" fmla="*/ 518120 w 3805936"/>
              <a:gd name="connsiteY2653" fmla="*/ 54719 h 856262"/>
              <a:gd name="connsiteX2654" fmla="*/ 509935 w 3805936"/>
              <a:gd name="connsiteY2654" fmla="*/ 55985 h 856262"/>
              <a:gd name="connsiteX2655" fmla="*/ 508627 w 3805936"/>
              <a:gd name="connsiteY2655" fmla="*/ 55985 h 856262"/>
              <a:gd name="connsiteX2656" fmla="*/ 506771 w 3805936"/>
              <a:gd name="connsiteY2656" fmla="*/ 55985 h 856262"/>
              <a:gd name="connsiteX2657" fmla="*/ 496477 w 3805936"/>
              <a:gd name="connsiteY2657" fmla="*/ 55183 h 856262"/>
              <a:gd name="connsiteX2658" fmla="*/ 492596 w 3805936"/>
              <a:gd name="connsiteY2658" fmla="*/ 53158 h 856262"/>
              <a:gd name="connsiteX2659" fmla="*/ 358942 w 3805936"/>
              <a:gd name="connsiteY2659" fmla="*/ 50247 h 856262"/>
              <a:gd name="connsiteX2660" fmla="*/ 355609 w 3805936"/>
              <a:gd name="connsiteY2660" fmla="*/ 50964 h 856262"/>
              <a:gd name="connsiteX2661" fmla="*/ 344555 w 3805936"/>
              <a:gd name="connsiteY2661" fmla="*/ 58305 h 856262"/>
              <a:gd name="connsiteX2662" fmla="*/ 341856 w 3805936"/>
              <a:gd name="connsiteY2662" fmla="*/ 58980 h 856262"/>
              <a:gd name="connsiteX2663" fmla="*/ 339957 w 3805936"/>
              <a:gd name="connsiteY2663" fmla="*/ 60541 h 856262"/>
              <a:gd name="connsiteX2664" fmla="*/ 339198 w 3805936"/>
              <a:gd name="connsiteY2664" fmla="*/ 62187 h 856262"/>
              <a:gd name="connsiteX2665" fmla="*/ 338016 w 3805936"/>
              <a:gd name="connsiteY2665" fmla="*/ 63157 h 856262"/>
              <a:gd name="connsiteX2666" fmla="*/ 339071 w 3805936"/>
              <a:gd name="connsiteY2666" fmla="*/ 65899 h 856262"/>
              <a:gd name="connsiteX2667" fmla="*/ 340421 w 3805936"/>
              <a:gd name="connsiteY2667" fmla="*/ 66532 h 856262"/>
              <a:gd name="connsiteX2668" fmla="*/ 342151 w 3805936"/>
              <a:gd name="connsiteY2668" fmla="*/ 67966 h 856262"/>
              <a:gd name="connsiteX2669" fmla="*/ 344640 w 3805936"/>
              <a:gd name="connsiteY2669" fmla="*/ 68515 h 856262"/>
              <a:gd name="connsiteX2670" fmla="*/ 346918 w 3805936"/>
              <a:gd name="connsiteY2670" fmla="*/ 70118 h 856262"/>
              <a:gd name="connsiteX2671" fmla="*/ 346918 w 3805936"/>
              <a:gd name="connsiteY2671" fmla="*/ 74337 h 856262"/>
              <a:gd name="connsiteX2672" fmla="*/ 344640 w 3805936"/>
              <a:gd name="connsiteY2672" fmla="*/ 76826 h 856262"/>
              <a:gd name="connsiteX2673" fmla="*/ 342741 w 3805936"/>
              <a:gd name="connsiteY2673" fmla="*/ 76826 h 856262"/>
              <a:gd name="connsiteX2674" fmla="*/ 340421 w 3805936"/>
              <a:gd name="connsiteY2674" fmla="*/ 80032 h 856262"/>
              <a:gd name="connsiteX2675" fmla="*/ 342530 w 3805936"/>
              <a:gd name="connsiteY2675" fmla="*/ 82817 h 856262"/>
              <a:gd name="connsiteX2676" fmla="*/ 343532 w 3805936"/>
              <a:gd name="connsiteY2676" fmla="*/ 83972 h 856262"/>
              <a:gd name="connsiteX2677" fmla="*/ 344260 w 3805936"/>
              <a:gd name="connsiteY2677" fmla="*/ 85348 h 856262"/>
              <a:gd name="connsiteX2678" fmla="*/ 344260 w 3805936"/>
              <a:gd name="connsiteY2678" fmla="*/ 87415 h 856262"/>
              <a:gd name="connsiteX2679" fmla="*/ 344260 w 3805936"/>
              <a:gd name="connsiteY2679" fmla="*/ 89019 h 856262"/>
              <a:gd name="connsiteX2680" fmla="*/ 342952 w 3805936"/>
              <a:gd name="connsiteY2680" fmla="*/ 90875 h 856262"/>
              <a:gd name="connsiteX2681" fmla="*/ 341012 w 3805936"/>
              <a:gd name="connsiteY2681" fmla="*/ 92773 h 856262"/>
              <a:gd name="connsiteX2682" fmla="*/ 337679 w 3805936"/>
              <a:gd name="connsiteY2682" fmla="*/ 96992 h 856262"/>
              <a:gd name="connsiteX2683" fmla="*/ 338902 w 3805936"/>
              <a:gd name="connsiteY2683" fmla="*/ 100789 h 856262"/>
              <a:gd name="connsiteX2684" fmla="*/ 340716 w 3805936"/>
              <a:gd name="connsiteY2684" fmla="*/ 102688 h 856262"/>
              <a:gd name="connsiteX2685" fmla="*/ 342024 w 3805936"/>
              <a:gd name="connsiteY2685" fmla="*/ 104671 h 856262"/>
              <a:gd name="connsiteX2686" fmla="*/ 344555 w 3805936"/>
              <a:gd name="connsiteY2686" fmla="*/ 105008 h 856262"/>
              <a:gd name="connsiteX2687" fmla="*/ 346285 w 3805936"/>
              <a:gd name="connsiteY2687" fmla="*/ 104713 h 856262"/>
              <a:gd name="connsiteX2688" fmla="*/ 350040 w 3805936"/>
              <a:gd name="connsiteY2688" fmla="*/ 100494 h 856262"/>
              <a:gd name="connsiteX2689" fmla="*/ 358225 w 3805936"/>
              <a:gd name="connsiteY2689" fmla="*/ 94841 h 856262"/>
              <a:gd name="connsiteX2690" fmla="*/ 362697 w 3805936"/>
              <a:gd name="connsiteY2690" fmla="*/ 87626 h 856262"/>
              <a:gd name="connsiteX2691" fmla="*/ 361811 w 3805936"/>
              <a:gd name="connsiteY2691" fmla="*/ 85601 h 856262"/>
              <a:gd name="connsiteX2692" fmla="*/ 359743 w 3805936"/>
              <a:gd name="connsiteY2692" fmla="*/ 84631 h 856262"/>
              <a:gd name="connsiteX2693" fmla="*/ 357634 w 3805936"/>
              <a:gd name="connsiteY2693" fmla="*/ 84926 h 856262"/>
              <a:gd name="connsiteX2694" fmla="*/ 357043 w 3805936"/>
              <a:gd name="connsiteY2694" fmla="*/ 82817 h 856262"/>
              <a:gd name="connsiteX2695" fmla="*/ 361937 w 3805936"/>
              <a:gd name="connsiteY2695" fmla="*/ 76657 h 856262"/>
              <a:gd name="connsiteX2696" fmla="*/ 362191 w 3805936"/>
              <a:gd name="connsiteY2696" fmla="*/ 75476 h 856262"/>
              <a:gd name="connsiteX2697" fmla="*/ 360629 w 3805936"/>
              <a:gd name="connsiteY2697" fmla="*/ 72860 h 856262"/>
              <a:gd name="connsiteX2698" fmla="*/ 359743 w 3805936"/>
              <a:gd name="connsiteY2698" fmla="*/ 71173 h 856262"/>
              <a:gd name="connsiteX2699" fmla="*/ 357845 w 3805936"/>
              <a:gd name="connsiteY2699" fmla="*/ 71510 h 856262"/>
              <a:gd name="connsiteX2700" fmla="*/ 357296 w 3805936"/>
              <a:gd name="connsiteY2700" fmla="*/ 69021 h 856262"/>
              <a:gd name="connsiteX2701" fmla="*/ 357086 w 3805936"/>
              <a:gd name="connsiteY2701" fmla="*/ 65351 h 856262"/>
              <a:gd name="connsiteX2702" fmla="*/ 359575 w 3805936"/>
              <a:gd name="connsiteY2702" fmla="*/ 61680 h 856262"/>
              <a:gd name="connsiteX2703" fmla="*/ 361009 w 3805936"/>
              <a:gd name="connsiteY2703" fmla="*/ 59107 h 856262"/>
              <a:gd name="connsiteX2704" fmla="*/ 361515 w 3805936"/>
              <a:gd name="connsiteY2704" fmla="*/ 55732 h 856262"/>
              <a:gd name="connsiteX2705" fmla="*/ 361515 w 3805936"/>
              <a:gd name="connsiteY2705" fmla="*/ 52778 h 856262"/>
              <a:gd name="connsiteX2706" fmla="*/ 358942 w 3805936"/>
              <a:gd name="connsiteY2706" fmla="*/ 50247 h 856262"/>
              <a:gd name="connsiteX2707" fmla="*/ 386997 w 3805936"/>
              <a:gd name="connsiteY2707" fmla="*/ 49572 h 856262"/>
              <a:gd name="connsiteX2708" fmla="*/ 387504 w 3805936"/>
              <a:gd name="connsiteY2708" fmla="*/ 51640 h 856262"/>
              <a:gd name="connsiteX2709" fmla="*/ 385900 w 3805936"/>
              <a:gd name="connsiteY2709" fmla="*/ 54719 h 856262"/>
              <a:gd name="connsiteX2710" fmla="*/ 382947 w 3805936"/>
              <a:gd name="connsiteY2710" fmla="*/ 54972 h 856262"/>
              <a:gd name="connsiteX2711" fmla="*/ 381808 w 3805936"/>
              <a:gd name="connsiteY2711" fmla="*/ 52483 h 856262"/>
              <a:gd name="connsiteX2712" fmla="*/ 386997 w 3805936"/>
              <a:gd name="connsiteY2712" fmla="*/ 49572 h 856262"/>
              <a:gd name="connsiteX2713" fmla="*/ 389149 w 3805936"/>
              <a:gd name="connsiteY2713" fmla="*/ 41177 h 856262"/>
              <a:gd name="connsiteX2714" fmla="*/ 378897 w 3805936"/>
              <a:gd name="connsiteY2714" fmla="*/ 46155 h 856262"/>
              <a:gd name="connsiteX2715" fmla="*/ 375395 w 3805936"/>
              <a:gd name="connsiteY2715" fmla="*/ 46999 h 856262"/>
              <a:gd name="connsiteX2716" fmla="*/ 371176 w 3805936"/>
              <a:gd name="connsiteY2716" fmla="*/ 49488 h 856262"/>
              <a:gd name="connsiteX2717" fmla="*/ 368645 w 3805936"/>
              <a:gd name="connsiteY2717" fmla="*/ 50711 h 856262"/>
              <a:gd name="connsiteX2718" fmla="*/ 366663 w 3805936"/>
              <a:gd name="connsiteY2718" fmla="*/ 51217 h 856262"/>
              <a:gd name="connsiteX2719" fmla="*/ 364342 w 3805936"/>
              <a:gd name="connsiteY2719" fmla="*/ 50205 h 856262"/>
              <a:gd name="connsiteX2720" fmla="*/ 363161 w 3805936"/>
              <a:gd name="connsiteY2720" fmla="*/ 53833 h 856262"/>
              <a:gd name="connsiteX2721" fmla="*/ 363161 w 3805936"/>
              <a:gd name="connsiteY2721" fmla="*/ 57335 h 856262"/>
              <a:gd name="connsiteX2722" fmla="*/ 363034 w 3805936"/>
              <a:gd name="connsiteY2722" fmla="*/ 57166 h 856262"/>
              <a:gd name="connsiteX2723" fmla="*/ 363161 w 3805936"/>
              <a:gd name="connsiteY2723" fmla="*/ 59486 h 856262"/>
              <a:gd name="connsiteX2724" fmla="*/ 364300 w 3805936"/>
              <a:gd name="connsiteY2724" fmla="*/ 61976 h 856262"/>
              <a:gd name="connsiteX2725" fmla="*/ 365776 w 3805936"/>
              <a:gd name="connsiteY2725" fmla="*/ 67966 h 856262"/>
              <a:gd name="connsiteX2726" fmla="*/ 365017 w 3805936"/>
              <a:gd name="connsiteY2726" fmla="*/ 71890 h 856262"/>
              <a:gd name="connsiteX2727" fmla="*/ 366030 w 3805936"/>
              <a:gd name="connsiteY2727" fmla="*/ 74295 h 856262"/>
              <a:gd name="connsiteX2728" fmla="*/ 367548 w 3805936"/>
              <a:gd name="connsiteY2728" fmla="*/ 76362 h 856262"/>
              <a:gd name="connsiteX2729" fmla="*/ 368265 w 3805936"/>
              <a:gd name="connsiteY2729" fmla="*/ 77839 h 856262"/>
              <a:gd name="connsiteX2730" fmla="*/ 369067 w 3805936"/>
              <a:gd name="connsiteY2730" fmla="*/ 78767 h 856262"/>
              <a:gd name="connsiteX2731" fmla="*/ 370459 w 3805936"/>
              <a:gd name="connsiteY2731" fmla="*/ 78767 h 856262"/>
              <a:gd name="connsiteX2732" fmla="*/ 372063 w 3805936"/>
              <a:gd name="connsiteY2732" fmla="*/ 78176 h 856262"/>
              <a:gd name="connsiteX2733" fmla="*/ 373792 w 3805936"/>
              <a:gd name="connsiteY2733" fmla="*/ 77374 h 856262"/>
              <a:gd name="connsiteX2734" fmla="*/ 375227 w 3805936"/>
              <a:gd name="connsiteY2734" fmla="*/ 77374 h 856262"/>
              <a:gd name="connsiteX2735" fmla="*/ 375227 w 3805936"/>
              <a:gd name="connsiteY2735" fmla="*/ 79737 h 856262"/>
              <a:gd name="connsiteX2736" fmla="*/ 374299 w 3805936"/>
              <a:gd name="connsiteY2736" fmla="*/ 80792 h 856262"/>
              <a:gd name="connsiteX2737" fmla="*/ 373202 w 3805936"/>
              <a:gd name="connsiteY2737" fmla="*/ 81003 h 856262"/>
              <a:gd name="connsiteX2738" fmla="*/ 372020 w 3805936"/>
              <a:gd name="connsiteY2738" fmla="*/ 81382 h 856262"/>
              <a:gd name="connsiteX2739" fmla="*/ 370881 w 3805936"/>
              <a:gd name="connsiteY2739" fmla="*/ 81171 h 856262"/>
              <a:gd name="connsiteX2740" fmla="*/ 369995 w 3805936"/>
              <a:gd name="connsiteY2740" fmla="*/ 82775 h 856262"/>
              <a:gd name="connsiteX2741" fmla="*/ 369995 w 3805936"/>
              <a:gd name="connsiteY2741" fmla="*/ 84757 h 856262"/>
              <a:gd name="connsiteX2742" fmla="*/ 369995 w 3805936"/>
              <a:gd name="connsiteY2742" fmla="*/ 86403 h 856262"/>
              <a:gd name="connsiteX2743" fmla="*/ 371767 w 3805936"/>
              <a:gd name="connsiteY2743" fmla="*/ 86993 h 856262"/>
              <a:gd name="connsiteX2744" fmla="*/ 373750 w 3805936"/>
              <a:gd name="connsiteY2744" fmla="*/ 86993 h 856262"/>
              <a:gd name="connsiteX2745" fmla="*/ 374720 w 3805936"/>
              <a:gd name="connsiteY2745" fmla="*/ 88259 h 856262"/>
              <a:gd name="connsiteX2746" fmla="*/ 370206 w 3805936"/>
              <a:gd name="connsiteY2746" fmla="*/ 91044 h 856262"/>
              <a:gd name="connsiteX2747" fmla="*/ 366620 w 3805936"/>
              <a:gd name="connsiteY2747" fmla="*/ 92858 h 856262"/>
              <a:gd name="connsiteX2748" fmla="*/ 365228 w 3805936"/>
              <a:gd name="connsiteY2748" fmla="*/ 92436 h 856262"/>
              <a:gd name="connsiteX2749" fmla="*/ 364300 w 3805936"/>
              <a:gd name="connsiteY2749" fmla="*/ 93406 h 856262"/>
              <a:gd name="connsiteX2750" fmla="*/ 363667 w 3805936"/>
              <a:gd name="connsiteY2750" fmla="*/ 95516 h 856262"/>
              <a:gd name="connsiteX2751" fmla="*/ 363667 w 3805936"/>
              <a:gd name="connsiteY2751" fmla="*/ 97245 h 856262"/>
              <a:gd name="connsiteX2752" fmla="*/ 364806 w 3805936"/>
              <a:gd name="connsiteY2752" fmla="*/ 100874 h 856262"/>
              <a:gd name="connsiteX2753" fmla="*/ 367801 w 3805936"/>
              <a:gd name="connsiteY2753" fmla="*/ 101928 h 856262"/>
              <a:gd name="connsiteX2754" fmla="*/ 372020 w 3805936"/>
              <a:gd name="connsiteY2754" fmla="*/ 99988 h 856262"/>
              <a:gd name="connsiteX2755" fmla="*/ 376239 w 3805936"/>
              <a:gd name="connsiteY2755" fmla="*/ 98933 h 856262"/>
              <a:gd name="connsiteX2756" fmla="*/ 380458 w 3805936"/>
              <a:gd name="connsiteY2756" fmla="*/ 97541 h 856262"/>
              <a:gd name="connsiteX2757" fmla="*/ 383791 w 3805936"/>
              <a:gd name="connsiteY2757" fmla="*/ 96486 h 856262"/>
              <a:gd name="connsiteX2758" fmla="*/ 386786 w 3805936"/>
              <a:gd name="connsiteY2758" fmla="*/ 95769 h 856262"/>
              <a:gd name="connsiteX2759" fmla="*/ 390288 w 3805936"/>
              <a:gd name="connsiteY2759" fmla="*/ 95473 h 856262"/>
              <a:gd name="connsiteX2760" fmla="*/ 396616 w 3805936"/>
              <a:gd name="connsiteY2760" fmla="*/ 94334 h 856262"/>
              <a:gd name="connsiteX2761" fmla="*/ 400624 w 3805936"/>
              <a:gd name="connsiteY2761" fmla="*/ 94334 h 856262"/>
              <a:gd name="connsiteX2762" fmla="*/ 403999 w 3805936"/>
              <a:gd name="connsiteY2762" fmla="*/ 87626 h 856262"/>
              <a:gd name="connsiteX2763" fmla="*/ 401131 w 3805936"/>
              <a:gd name="connsiteY2763" fmla="*/ 84167 h 856262"/>
              <a:gd name="connsiteX2764" fmla="*/ 398262 w 3805936"/>
              <a:gd name="connsiteY2764" fmla="*/ 84631 h 856262"/>
              <a:gd name="connsiteX2765" fmla="*/ 395013 w 3805936"/>
              <a:gd name="connsiteY2765" fmla="*/ 85770 h 856262"/>
              <a:gd name="connsiteX2766" fmla="*/ 392313 w 3805936"/>
              <a:gd name="connsiteY2766" fmla="*/ 86023 h 856262"/>
              <a:gd name="connsiteX2767" fmla="*/ 388854 w 3805936"/>
              <a:gd name="connsiteY2767" fmla="*/ 87204 h 856262"/>
              <a:gd name="connsiteX2768" fmla="*/ 387419 w 3805936"/>
              <a:gd name="connsiteY2768" fmla="*/ 86361 h 856262"/>
              <a:gd name="connsiteX2769" fmla="*/ 388010 w 3805936"/>
              <a:gd name="connsiteY2769" fmla="*/ 84673 h 856262"/>
              <a:gd name="connsiteX2770" fmla="*/ 390583 w 3805936"/>
              <a:gd name="connsiteY2770" fmla="*/ 83323 h 856262"/>
              <a:gd name="connsiteX2771" fmla="*/ 392651 w 3805936"/>
              <a:gd name="connsiteY2771" fmla="*/ 81340 h 856262"/>
              <a:gd name="connsiteX2772" fmla="*/ 392904 w 3805936"/>
              <a:gd name="connsiteY2772" fmla="*/ 79948 h 856262"/>
              <a:gd name="connsiteX2773" fmla="*/ 391765 w 3805936"/>
              <a:gd name="connsiteY2773" fmla="*/ 76742 h 856262"/>
              <a:gd name="connsiteX2774" fmla="*/ 390541 w 3805936"/>
              <a:gd name="connsiteY2774" fmla="*/ 75729 h 856262"/>
              <a:gd name="connsiteX2775" fmla="*/ 387841 w 3805936"/>
              <a:gd name="connsiteY2775" fmla="*/ 75265 h 856262"/>
              <a:gd name="connsiteX2776" fmla="*/ 386111 w 3805936"/>
              <a:gd name="connsiteY2776" fmla="*/ 76404 h 856262"/>
              <a:gd name="connsiteX2777" fmla="*/ 383833 w 3805936"/>
              <a:gd name="connsiteY2777" fmla="*/ 77121 h 856262"/>
              <a:gd name="connsiteX2778" fmla="*/ 383496 w 3805936"/>
              <a:gd name="connsiteY2778" fmla="*/ 74759 h 856262"/>
              <a:gd name="connsiteX2779" fmla="*/ 386407 w 3805936"/>
              <a:gd name="connsiteY2779" fmla="*/ 73409 h 856262"/>
              <a:gd name="connsiteX2780" fmla="*/ 388390 w 3805936"/>
              <a:gd name="connsiteY2780" fmla="*/ 72438 h 856262"/>
              <a:gd name="connsiteX2781" fmla="*/ 390373 w 3805936"/>
              <a:gd name="connsiteY2781" fmla="*/ 72101 h 856262"/>
              <a:gd name="connsiteX2782" fmla="*/ 391723 w 3805936"/>
              <a:gd name="connsiteY2782" fmla="*/ 70287 h 856262"/>
              <a:gd name="connsiteX2783" fmla="*/ 395140 w 3805936"/>
              <a:gd name="connsiteY2783" fmla="*/ 59529 h 856262"/>
              <a:gd name="connsiteX2784" fmla="*/ 396954 w 3805936"/>
              <a:gd name="connsiteY2784" fmla="*/ 56744 h 856262"/>
              <a:gd name="connsiteX2785" fmla="*/ 398641 w 3805936"/>
              <a:gd name="connsiteY2785" fmla="*/ 52188 h 856262"/>
              <a:gd name="connsiteX2786" fmla="*/ 398894 w 3805936"/>
              <a:gd name="connsiteY2786" fmla="*/ 49446 h 856262"/>
              <a:gd name="connsiteX2787" fmla="*/ 399865 w 3805936"/>
              <a:gd name="connsiteY2787" fmla="*/ 46408 h 856262"/>
              <a:gd name="connsiteX2788" fmla="*/ 397713 w 3805936"/>
              <a:gd name="connsiteY2788" fmla="*/ 43286 h 856262"/>
              <a:gd name="connsiteX2789" fmla="*/ 396616 w 3805936"/>
              <a:gd name="connsiteY2789" fmla="*/ 41430 h 856262"/>
              <a:gd name="connsiteX2790" fmla="*/ 391765 w 3805936"/>
              <a:gd name="connsiteY2790" fmla="*/ 41767 h 856262"/>
              <a:gd name="connsiteX2791" fmla="*/ 389149 w 3805936"/>
              <a:gd name="connsiteY2791" fmla="*/ 41177 h 856262"/>
              <a:gd name="connsiteX2792" fmla="*/ 428131 w 3805936"/>
              <a:gd name="connsiteY2792" fmla="*/ 15188 h 856262"/>
              <a:gd name="connsiteX2793" fmla="*/ 840906 w 3805936"/>
              <a:gd name="connsiteY2793" fmla="*/ 428131 h 856262"/>
              <a:gd name="connsiteX2794" fmla="*/ 840906 w 3805936"/>
              <a:gd name="connsiteY2794" fmla="*/ 428300 h 856262"/>
              <a:gd name="connsiteX2795" fmla="*/ 427794 w 3805936"/>
              <a:gd name="connsiteY2795" fmla="*/ 841074 h 856262"/>
              <a:gd name="connsiteX2796" fmla="*/ 15019 w 3805936"/>
              <a:gd name="connsiteY2796" fmla="*/ 427962 h 856262"/>
              <a:gd name="connsiteX2797" fmla="*/ 428131 w 3805936"/>
              <a:gd name="connsiteY2797" fmla="*/ 15188 h 856262"/>
              <a:gd name="connsiteX2798" fmla="*/ 428131 w 3805936"/>
              <a:gd name="connsiteY2798" fmla="*/ 9577 h 856262"/>
              <a:gd name="connsiteX2799" fmla="*/ 9577 w 3805936"/>
              <a:gd name="connsiteY2799" fmla="*/ 428131 h 856262"/>
              <a:gd name="connsiteX2800" fmla="*/ 428131 w 3805936"/>
              <a:gd name="connsiteY2800" fmla="*/ 846685 h 856262"/>
              <a:gd name="connsiteX2801" fmla="*/ 846686 w 3805936"/>
              <a:gd name="connsiteY2801" fmla="*/ 428131 h 856262"/>
              <a:gd name="connsiteX2802" fmla="*/ 428131 w 3805936"/>
              <a:gd name="connsiteY2802" fmla="*/ 9577 h 856262"/>
              <a:gd name="connsiteX2803" fmla="*/ 428131 w 3805936"/>
              <a:gd name="connsiteY2803" fmla="*/ 0 h 856262"/>
              <a:gd name="connsiteX2804" fmla="*/ 856263 w 3805936"/>
              <a:gd name="connsiteY2804" fmla="*/ 428131 h 856262"/>
              <a:gd name="connsiteX2805" fmla="*/ 428131 w 3805936"/>
              <a:gd name="connsiteY2805" fmla="*/ 856262 h 856262"/>
              <a:gd name="connsiteX2806" fmla="*/ 0 w 3805936"/>
              <a:gd name="connsiteY2806" fmla="*/ 428131 h 856262"/>
              <a:gd name="connsiteX2807" fmla="*/ 428131 w 3805936"/>
              <a:gd name="connsiteY2807" fmla="*/ 0 h 856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</a:cxnLst>
            <a:rect l="l" t="t" r="r" b="b"/>
            <a:pathLst>
              <a:path w="3805936" h="856262">
                <a:moveTo>
                  <a:pt x="500865" y="773446"/>
                </a:moveTo>
                <a:cubicBezTo>
                  <a:pt x="503455" y="776252"/>
                  <a:pt x="505117" y="779787"/>
                  <a:pt x="505632" y="783571"/>
                </a:cubicBezTo>
                <a:cubicBezTo>
                  <a:pt x="506547" y="787183"/>
                  <a:pt x="506311" y="790988"/>
                  <a:pt x="504957" y="794456"/>
                </a:cubicBezTo>
                <a:cubicBezTo>
                  <a:pt x="504569" y="795253"/>
                  <a:pt x="504071" y="795996"/>
                  <a:pt x="503480" y="796658"/>
                </a:cubicBezTo>
                <a:cubicBezTo>
                  <a:pt x="499936" y="800616"/>
                  <a:pt x="493853" y="800953"/>
                  <a:pt x="489895" y="797409"/>
                </a:cubicBezTo>
                <a:cubicBezTo>
                  <a:pt x="487339" y="794684"/>
                  <a:pt x="485689" y="791237"/>
                  <a:pt x="485170" y="787537"/>
                </a:cubicBezTo>
                <a:cubicBezTo>
                  <a:pt x="484238" y="783829"/>
                  <a:pt x="484474" y="779926"/>
                  <a:pt x="485846" y="776357"/>
                </a:cubicBezTo>
                <a:cubicBezTo>
                  <a:pt x="486267" y="775454"/>
                  <a:pt x="486828" y="774623"/>
                  <a:pt x="487508" y="773897"/>
                </a:cubicBezTo>
                <a:cubicBezTo>
                  <a:pt x="491073" y="770084"/>
                  <a:pt x="497051" y="769881"/>
                  <a:pt x="500865" y="773446"/>
                </a:cubicBezTo>
                <a:close/>
                <a:moveTo>
                  <a:pt x="443488" y="770703"/>
                </a:moveTo>
                <a:lnTo>
                  <a:pt x="415264" y="771209"/>
                </a:lnTo>
                <a:lnTo>
                  <a:pt x="416023" y="812892"/>
                </a:lnTo>
                <a:lnTo>
                  <a:pt x="444374" y="812343"/>
                </a:lnTo>
                <a:lnTo>
                  <a:pt x="444374" y="808631"/>
                </a:lnTo>
                <a:lnTo>
                  <a:pt x="444374" y="804960"/>
                </a:lnTo>
                <a:lnTo>
                  <a:pt x="423280" y="805340"/>
                </a:lnTo>
                <a:lnTo>
                  <a:pt x="423280" y="794497"/>
                </a:lnTo>
                <a:lnTo>
                  <a:pt x="442012" y="794160"/>
                </a:lnTo>
                <a:lnTo>
                  <a:pt x="442012" y="790574"/>
                </a:lnTo>
                <a:lnTo>
                  <a:pt x="442012" y="786988"/>
                </a:lnTo>
                <a:lnTo>
                  <a:pt x="423280" y="787325"/>
                </a:lnTo>
                <a:lnTo>
                  <a:pt x="423280" y="778466"/>
                </a:lnTo>
                <a:lnTo>
                  <a:pt x="443488" y="778128"/>
                </a:lnTo>
                <a:lnTo>
                  <a:pt x="443488" y="774416"/>
                </a:lnTo>
                <a:close/>
                <a:moveTo>
                  <a:pt x="374299" y="767497"/>
                </a:moveTo>
                <a:lnTo>
                  <a:pt x="373834" y="771167"/>
                </a:lnTo>
                <a:lnTo>
                  <a:pt x="373413" y="774838"/>
                </a:lnTo>
                <a:lnTo>
                  <a:pt x="384888" y="776230"/>
                </a:lnTo>
                <a:lnTo>
                  <a:pt x="380669" y="810234"/>
                </a:lnTo>
                <a:lnTo>
                  <a:pt x="384888" y="810740"/>
                </a:lnTo>
                <a:lnTo>
                  <a:pt x="388812" y="811204"/>
                </a:lnTo>
                <a:lnTo>
                  <a:pt x="393030" y="777200"/>
                </a:lnTo>
                <a:lnTo>
                  <a:pt x="404548" y="778635"/>
                </a:lnTo>
                <a:lnTo>
                  <a:pt x="404970" y="774922"/>
                </a:lnTo>
                <a:lnTo>
                  <a:pt x="405223" y="771294"/>
                </a:lnTo>
                <a:close/>
                <a:moveTo>
                  <a:pt x="490436" y="764143"/>
                </a:moveTo>
                <a:cubicBezTo>
                  <a:pt x="485943" y="765266"/>
                  <a:pt x="481878" y="768105"/>
                  <a:pt x="479306" y="772391"/>
                </a:cubicBezTo>
                <a:cubicBezTo>
                  <a:pt x="476733" y="777626"/>
                  <a:pt x="476092" y="783604"/>
                  <a:pt x="477492" y="789266"/>
                </a:cubicBezTo>
                <a:cubicBezTo>
                  <a:pt x="478290" y="794940"/>
                  <a:pt x="481108" y="800138"/>
                  <a:pt x="485424" y="803906"/>
                </a:cubicBezTo>
                <a:cubicBezTo>
                  <a:pt x="485816" y="804192"/>
                  <a:pt x="486221" y="804467"/>
                  <a:pt x="486634" y="804724"/>
                </a:cubicBezTo>
                <a:cubicBezTo>
                  <a:pt x="495241" y="810036"/>
                  <a:pt x="506522" y="807365"/>
                  <a:pt x="511834" y="798759"/>
                </a:cubicBezTo>
                <a:cubicBezTo>
                  <a:pt x="514428" y="793650"/>
                  <a:pt x="515074" y="787773"/>
                  <a:pt x="513648" y="782221"/>
                </a:cubicBezTo>
                <a:cubicBezTo>
                  <a:pt x="512876" y="776441"/>
                  <a:pt x="510062" y="771129"/>
                  <a:pt x="505716" y="767244"/>
                </a:cubicBezTo>
                <a:cubicBezTo>
                  <a:pt x="505210" y="766860"/>
                  <a:pt x="504683" y="766505"/>
                  <a:pt x="504139" y="766181"/>
                </a:cubicBezTo>
                <a:cubicBezTo>
                  <a:pt x="499853" y="763610"/>
                  <a:pt x="494930" y="763019"/>
                  <a:pt x="490436" y="764143"/>
                </a:cubicBezTo>
                <a:close/>
                <a:moveTo>
                  <a:pt x="335316" y="758553"/>
                </a:moveTo>
                <a:lnTo>
                  <a:pt x="329030" y="783866"/>
                </a:lnTo>
                <a:cubicBezTo>
                  <a:pt x="327600" y="788207"/>
                  <a:pt x="327823" y="792928"/>
                  <a:pt x="329663" y="797113"/>
                </a:cubicBezTo>
                <a:cubicBezTo>
                  <a:pt x="331975" y="800763"/>
                  <a:pt x="335738" y="803247"/>
                  <a:pt x="339999" y="803948"/>
                </a:cubicBezTo>
                <a:cubicBezTo>
                  <a:pt x="344100" y="805391"/>
                  <a:pt x="348618" y="805036"/>
                  <a:pt x="352445" y="802977"/>
                </a:cubicBezTo>
                <a:cubicBezTo>
                  <a:pt x="356010" y="800041"/>
                  <a:pt x="358368" y="795898"/>
                  <a:pt x="359068" y="791333"/>
                </a:cubicBezTo>
                <a:lnTo>
                  <a:pt x="365186" y="766020"/>
                </a:lnTo>
                <a:lnTo>
                  <a:pt x="361304" y="765050"/>
                </a:lnTo>
                <a:lnTo>
                  <a:pt x="357423" y="764122"/>
                </a:lnTo>
                <a:lnTo>
                  <a:pt x="351053" y="789435"/>
                </a:lnTo>
                <a:cubicBezTo>
                  <a:pt x="350681" y="791848"/>
                  <a:pt x="349508" y="794063"/>
                  <a:pt x="347720" y="795721"/>
                </a:cubicBezTo>
                <a:cubicBezTo>
                  <a:pt x="345893" y="796835"/>
                  <a:pt x="343653" y="797054"/>
                  <a:pt x="341644" y="796312"/>
                </a:cubicBezTo>
                <a:cubicBezTo>
                  <a:pt x="339560" y="795957"/>
                  <a:pt x="337759" y="794666"/>
                  <a:pt x="336751" y="792810"/>
                </a:cubicBezTo>
                <a:cubicBezTo>
                  <a:pt x="335945" y="790544"/>
                  <a:pt x="335945" y="788072"/>
                  <a:pt x="336751" y="785807"/>
                </a:cubicBezTo>
                <a:lnTo>
                  <a:pt x="343079" y="760493"/>
                </a:lnTo>
                <a:lnTo>
                  <a:pt x="339198" y="759523"/>
                </a:lnTo>
                <a:close/>
                <a:moveTo>
                  <a:pt x="547019" y="750284"/>
                </a:moveTo>
                <a:lnTo>
                  <a:pt x="521073" y="758722"/>
                </a:lnTo>
                <a:lnTo>
                  <a:pt x="533730" y="798337"/>
                </a:lnTo>
                <a:lnTo>
                  <a:pt x="537569" y="797071"/>
                </a:lnTo>
                <a:lnTo>
                  <a:pt x="541366" y="795848"/>
                </a:lnTo>
                <a:lnTo>
                  <a:pt x="536092" y="779099"/>
                </a:lnTo>
                <a:lnTo>
                  <a:pt x="552082" y="773909"/>
                </a:lnTo>
                <a:lnTo>
                  <a:pt x="550985" y="770492"/>
                </a:lnTo>
                <a:lnTo>
                  <a:pt x="549846" y="767075"/>
                </a:lnTo>
                <a:lnTo>
                  <a:pt x="533898" y="772264"/>
                </a:lnTo>
                <a:lnTo>
                  <a:pt x="530987" y="763278"/>
                </a:lnTo>
                <a:lnTo>
                  <a:pt x="549297" y="757329"/>
                </a:lnTo>
                <a:lnTo>
                  <a:pt x="548158" y="753785"/>
                </a:lnTo>
                <a:close/>
                <a:moveTo>
                  <a:pt x="297051" y="745516"/>
                </a:moveTo>
                <a:lnTo>
                  <a:pt x="295827" y="749018"/>
                </a:lnTo>
                <a:lnTo>
                  <a:pt x="294646" y="752520"/>
                </a:lnTo>
                <a:lnTo>
                  <a:pt x="305573" y="756275"/>
                </a:lnTo>
                <a:lnTo>
                  <a:pt x="294435" y="788675"/>
                </a:lnTo>
                <a:lnTo>
                  <a:pt x="298232" y="789983"/>
                </a:lnTo>
                <a:lnTo>
                  <a:pt x="301987" y="791291"/>
                </a:lnTo>
                <a:lnTo>
                  <a:pt x="313125" y="758890"/>
                </a:lnTo>
                <a:lnTo>
                  <a:pt x="324094" y="762645"/>
                </a:lnTo>
                <a:lnTo>
                  <a:pt x="325317" y="759143"/>
                </a:lnTo>
                <a:lnTo>
                  <a:pt x="326583" y="755684"/>
                </a:lnTo>
                <a:close/>
                <a:moveTo>
                  <a:pt x="281905" y="738091"/>
                </a:moveTo>
                <a:lnTo>
                  <a:pt x="264313" y="775850"/>
                </a:lnTo>
                <a:lnTo>
                  <a:pt x="267941" y="777538"/>
                </a:lnTo>
                <a:lnTo>
                  <a:pt x="271527" y="779225"/>
                </a:lnTo>
                <a:lnTo>
                  <a:pt x="289162" y="741466"/>
                </a:lnTo>
                <a:lnTo>
                  <a:pt x="285491" y="739779"/>
                </a:lnTo>
                <a:close/>
                <a:moveTo>
                  <a:pt x="597941" y="725603"/>
                </a:moveTo>
                <a:lnTo>
                  <a:pt x="570434" y="740201"/>
                </a:lnTo>
                <a:lnTo>
                  <a:pt x="572164" y="743491"/>
                </a:lnTo>
                <a:lnTo>
                  <a:pt x="573893" y="746740"/>
                </a:lnTo>
                <a:lnTo>
                  <a:pt x="584103" y="741298"/>
                </a:lnTo>
                <a:lnTo>
                  <a:pt x="600219" y="771547"/>
                </a:lnTo>
                <a:lnTo>
                  <a:pt x="603763" y="769690"/>
                </a:lnTo>
                <a:lnTo>
                  <a:pt x="607265" y="767792"/>
                </a:lnTo>
                <a:lnTo>
                  <a:pt x="591191" y="737543"/>
                </a:lnTo>
                <a:lnTo>
                  <a:pt x="601400" y="732100"/>
                </a:lnTo>
                <a:lnTo>
                  <a:pt x="599671" y="728852"/>
                </a:lnTo>
                <a:close/>
                <a:moveTo>
                  <a:pt x="246045" y="718600"/>
                </a:moveTo>
                <a:lnTo>
                  <a:pt x="244399" y="722060"/>
                </a:lnTo>
                <a:lnTo>
                  <a:pt x="242628" y="725308"/>
                </a:lnTo>
                <a:lnTo>
                  <a:pt x="252753" y="730919"/>
                </a:lnTo>
                <a:lnTo>
                  <a:pt x="236130" y="760873"/>
                </a:lnTo>
                <a:lnTo>
                  <a:pt x="239632" y="762814"/>
                </a:lnTo>
                <a:lnTo>
                  <a:pt x="243134" y="764754"/>
                </a:lnTo>
                <a:lnTo>
                  <a:pt x="259588" y="734547"/>
                </a:lnTo>
                <a:lnTo>
                  <a:pt x="269713" y="740158"/>
                </a:lnTo>
                <a:lnTo>
                  <a:pt x="271485" y="736952"/>
                </a:lnTo>
                <a:lnTo>
                  <a:pt x="273299" y="733704"/>
                </a:lnTo>
                <a:close/>
                <a:moveTo>
                  <a:pt x="507994" y="712525"/>
                </a:moveTo>
                <a:lnTo>
                  <a:pt x="507994" y="712652"/>
                </a:lnTo>
                <a:cubicBezTo>
                  <a:pt x="509639" y="712652"/>
                  <a:pt x="509892" y="714255"/>
                  <a:pt x="509639" y="716238"/>
                </a:cubicBezTo>
                <a:cubicBezTo>
                  <a:pt x="509386" y="718221"/>
                  <a:pt x="509471" y="726869"/>
                  <a:pt x="507952" y="726869"/>
                </a:cubicBezTo>
                <a:cubicBezTo>
                  <a:pt x="506433" y="726869"/>
                  <a:pt x="506939" y="719993"/>
                  <a:pt x="506939" y="716744"/>
                </a:cubicBezTo>
                <a:cubicBezTo>
                  <a:pt x="506939" y="713496"/>
                  <a:pt x="506939" y="712525"/>
                  <a:pt x="507994" y="712525"/>
                </a:cubicBezTo>
                <a:close/>
                <a:moveTo>
                  <a:pt x="436738" y="712525"/>
                </a:moveTo>
                <a:lnTo>
                  <a:pt x="436738" y="712652"/>
                </a:lnTo>
                <a:cubicBezTo>
                  <a:pt x="438383" y="712652"/>
                  <a:pt x="438637" y="714255"/>
                  <a:pt x="438383" y="716238"/>
                </a:cubicBezTo>
                <a:cubicBezTo>
                  <a:pt x="438130" y="718221"/>
                  <a:pt x="438215" y="726869"/>
                  <a:pt x="436696" y="726869"/>
                </a:cubicBezTo>
                <a:cubicBezTo>
                  <a:pt x="435177" y="726869"/>
                  <a:pt x="435683" y="719993"/>
                  <a:pt x="435683" y="716744"/>
                </a:cubicBezTo>
                <a:cubicBezTo>
                  <a:pt x="435683" y="713496"/>
                  <a:pt x="435683" y="712525"/>
                  <a:pt x="436738" y="712525"/>
                </a:cubicBezTo>
                <a:close/>
                <a:moveTo>
                  <a:pt x="352191" y="712103"/>
                </a:moveTo>
                <a:cubicBezTo>
                  <a:pt x="352191" y="712103"/>
                  <a:pt x="353963" y="711302"/>
                  <a:pt x="354470" y="712441"/>
                </a:cubicBezTo>
                <a:cubicBezTo>
                  <a:pt x="354841" y="716989"/>
                  <a:pt x="354938" y="721554"/>
                  <a:pt x="354765" y="726110"/>
                </a:cubicBezTo>
                <a:cubicBezTo>
                  <a:pt x="354765" y="727165"/>
                  <a:pt x="352698" y="727587"/>
                  <a:pt x="352191" y="726110"/>
                </a:cubicBezTo>
                <a:cubicBezTo>
                  <a:pt x="351938" y="721473"/>
                  <a:pt x="351938" y="716824"/>
                  <a:pt x="352191" y="712188"/>
                </a:cubicBezTo>
                <a:close/>
                <a:moveTo>
                  <a:pt x="496181" y="711892"/>
                </a:moveTo>
                <a:cubicBezTo>
                  <a:pt x="497236" y="711892"/>
                  <a:pt x="497742" y="714128"/>
                  <a:pt x="497742" y="716111"/>
                </a:cubicBezTo>
                <a:cubicBezTo>
                  <a:pt x="497742" y="718094"/>
                  <a:pt x="497658" y="726532"/>
                  <a:pt x="496392" y="726532"/>
                </a:cubicBezTo>
                <a:cubicBezTo>
                  <a:pt x="495126" y="726532"/>
                  <a:pt x="494409" y="719571"/>
                  <a:pt x="494409" y="716449"/>
                </a:cubicBezTo>
                <a:cubicBezTo>
                  <a:pt x="494409" y="713327"/>
                  <a:pt x="494409" y="712019"/>
                  <a:pt x="496181" y="712019"/>
                </a:cubicBezTo>
                <a:close/>
                <a:moveTo>
                  <a:pt x="424924" y="711892"/>
                </a:moveTo>
                <a:cubicBezTo>
                  <a:pt x="425979" y="711892"/>
                  <a:pt x="426485" y="714297"/>
                  <a:pt x="426485" y="716111"/>
                </a:cubicBezTo>
                <a:cubicBezTo>
                  <a:pt x="426485" y="717925"/>
                  <a:pt x="426443" y="726743"/>
                  <a:pt x="425178" y="726743"/>
                </a:cubicBezTo>
                <a:cubicBezTo>
                  <a:pt x="423912" y="726743"/>
                  <a:pt x="423152" y="719571"/>
                  <a:pt x="423152" y="716449"/>
                </a:cubicBezTo>
                <a:cubicBezTo>
                  <a:pt x="423152" y="713327"/>
                  <a:pt x="423152" y="712019"/>
                  <a:pt x="424924" y="712019"/>
                </a:cubicBezTo>
                <a:close/>
                <a:moveTo>
                  <a:pt x="364595" y="711134"/>
                </a:moveTo>
                <a:cubicBezTo>
                  <a:pt x="366156" y="710965"/>
                  <a:pt x="365776" y="714973"/>
                  <a:pt x="365776" y="716112"/>
                </a:cubicBezTo>
                <a:cubicBezTo>
                  <a:pt x="365776" y="717251"/>
                  <a:pt x="365861" y="726026"/>
                  <a:pt x="364595" y="726026"/>
                </a:cubicBezTo>
                <a:cubicBezTo>
                  <a:pt x="363329" y="726026"/>
                  <a:pt x="363329" y="718559"/>
                  <a:pt x="363329" y="716112"/>
                </a:cubicBezTo>
                <a:cubicBezTo>
                  <a:pt x="363329" y="713665"/>
                  <a:pt x="363076" y="711134"/>
                  <a:pt x="364595" y="711134"/>
                </a:cubicBezTo>
                <a:close/>
                <a:moveTo>
                  <a:pt x="1056064" y="711050"/>
                </a:moveTo>
                <a:lnTo>
                  <a:pt x="1056212" y="740318"/>
                </a:lnTo>
                <a:lnTo>
                  <a:pt x="1081950" y="740318"/>
                </a:lnTo>
                <a:cubicBezTo>
                  <a:pt x="1086456" y="740708"/>
                  <a:pt x="1090936" y="739336"/>
                  <a:pt x="1094453" y="736495"/>
                </a:cubicBezTo>
                <a:cubicBezTo>
                  <a:pt x="1097372" y="733297"/>
                  <a:pt x="1098859" y="729047"/>
                  <a:pt x="1098572" y="724728"/>
                </a:cubicBezTo>
                <a:cubicBezTo>
                  <a:pt x="1098842" y="720817"/>
                  <a:pt x="1097264" y="717006"/>
                  <a:pt x="1094305" y="714432"/>
                </a:cubicBezTo>
                <a:cubicBezTo>
                  <a:pt x="1090564" y="711853"/>
                  <a:pt x="1086039" y="710656"/>
                  <a:pt x="1081510" y="711050"/>
                </a:cubicBezTo>
                <a:close/>
                <a:moveTo>
                  <a:pt x="357676" y="710162"/>
                </a:moveTo>
                <a:lnTo>
                  <a:pt x="357686" y="710447"/>
                </a:lnTo>
                <a:lnTo>
                  <a:pt x="357676" y="710458"/>
                </a:lnTo>
                <a:close/>
                <a:moveTo>
                  <a:pt x="358368" y="709610"/>
                </a:moveTo>
                <a:cubicBezTo>
                  <a:pt x="359144" y="709137"/>
                  <a:pt x="360157" y="709386"/>
                  <a:pt x="360629" y="710162"/>
                </a:cubicBezTo>
                <a:cubicBezTo>
                  <a:pt x="361136" y="710837"/>
                  <a:pt x="361136" y="726068"/>
                  <a:pt x="361136" y="727038"/>
                </a:cubicBezTo>
                <a:cubicBezTo>
                  <a:pt x="361136" y="728008"/>
                  <a:pt x="358731" y="727840"/>
                  <a:pt x="358225" y="727038"/>
                </a:cubicBezTo>
                <a:lnTo>
                  <a:pt x="357686" y="710447"/>
                </a:lnTo>
                <a:close/>
                <a:moveTo>
                  <a:pt x="502594" y="708981"/>
                </a:moveTo>
                <a:cubicBezTo>
                  <a:pt x="504746" y="708981"/>
                  <a:pt x="504113" y="712061"/>
                  <a:pt x="504113" y="715310"/>
                </a:cubicBezTo>
                <a:cubicBezTo>
                  <a:pt x="504113" y="718558"/>
                  <a:pt x="504661" y="727587"/>
                  <a:pt x="502341" y="727587"/>
                </a:cubicBezTo>
                <a:cubicBezTo>
                  <a:pt x="500021" y="727587"/>
                  <a:pt x="500527" y="718094"/>
                  <a:pt x="500527" y="715141"/>
                </a:cubicBezTo>
                <a:cubicBezTo>
                  <a:pt x="500527" y="712188"/>
                  <a:pt x="500021" y="708981"/>
                  <a:pt x="502594" y="708981"/>
                </a:cubicBezTo>
                <a:close/>
                <a:moveTo>
                  <a:pt x="431337" y="708981"/>
                </a:moveTo>
                <a:cubicBezTo>
                  <a:pt x="433531" y="708981"/>
                  <a:pt x="432856" y="712061"/>
                  <a:pt x="432856" y="715310"/>
                </a:cubicBezTo>
                <a:cubicBezTo>
                  <a:pt x="432856" y="718558"/>
                  <a:pt x="433404" y="727587"/>
                  <a:pt x="431084" y="727587"/>
                </a:cubicBezTo>
                <a:cubicBezTo>
                  <a:pt x="428764" y="727587"/>
                  <a:pt x="429270" y="718094"/>
                  <a:pt x="429270" y="715141"/>
                </a:cubicBezTo>
                <a:cubicBezTo>
                  <a:pt x="429270" y="712188"/>
                  <a:pt x="428764" y="708981"/>
                  <a:pt x="431337" y="708981"/>
                </a:cubicBezTo>
                <a:close/>
                <a:moveTo>
                  <a:pt x="317470" y="707673"/>
                </a:moveTo>
                <a:lnTo>
                  <a:pt x="317724" y="707907"/>
                </a:lnTo>
                <a:lnTo>
                  <a:pt x="317343" y="707842"/>
                </a:lnTo>
                <a:close/>
                <a:moveTo>
                  <a:pt x="630047" y="705395"/>
                </a:moveTo>
                <a:lnTo>
                  <a:pt x="606379" y="720752"/>
                </a:lnTo>
                <a:lnTo>
                  <a:pt x="629076" y="755684"/>
                </a:lnTo>
                <a:lnTo>
                  <a:pt x="653377" y="739737"/>
                </a:lnTo>
                <a:lnTo>
                  <a:pt x="651352" y="736615"/>
                </a:lnTo>
                <a:lnTo>
                  <a:pt x="649369" y="733535"/>
                </a:lnTo>
                <a:lnTo>
                  <a:pt x="631692" y="745010"/>
                </a:lnTo>
                <a:lnTo>
                  <a:pt x="625743" y="735940"/>
                </a:lnTo>
                <a:lnTo>
                  <a:pt x="641606" y="725814"/>
                </a:lnTo>
                <a:lnTo>
                  <a:pt x="639666" y="722777"/>
                </a:lnTo>
                <a:lnTo>
                  <a:pt x="637725" y="719781"/>
                </a:lnTo>
                <a:lnTo>
                  <a:pt x="621988" y="729991"/>
                </a:lnTo>
                <a:lnTo>
                  <a:pt x="617179" y="722566"/>
                </a:lnTo>
                <a:lnTo>
                  <a:pt x="634054" y="711597"/>
                </a:lnTo>
                <a:lnTo>
                  <a:pt x="632072" y="708475"/>
                </a:lnTo>
                <a:close/>
                <a:moveTo>
                  <a:pt x="216724" y="701176"/>
                </a:moveTo>
                <a:cubicBezTo>
                  <a:pt x="213095" y="701547"/>
                  <a:pt x="209830" y="703530"/>
                  <a:pt x="207822" y="706576"/>
                </a:cubicBezTo>
                <a:cubicBezTo>
                  <a:pt x="205852" y="708829"/>
                  <a:pt x="205029" y="711863"/>
                  <a:pt x="205586" y="714803"/>
                </a:cubicBezTo>
                <a:cubicBezTo>
                  <a:pt x="207168" y="718925"/>
                  <a:pt x="209564" y="722684"/>
                  <a:pt x="212631" y="725857"/>
                </a:cubicBezTo>
                <a:cubicBezTo>
                  <a:pt x="214239" y="727502"/>
                  <a:pt x="215555" y="729417"/>
                  <a:pt x="216513" y="731510"/>
                </a:cubicBezTo>
                <a:cubicBezTo>
                  <a:pt x="216922" y="732797"/>
                  <a:pt x="216635" y="734201"/>
                  <a:pt x="215753" y="735222"/>
                </a:cubicBezTo>
                <a:cubicBezTo>
                  <a:pt x="214867" y="736488"/>
                  <a:pt x="213361" y="737167"/>
                  <a:pt x="211830" y="736994"/>
                </a:cubicBezTo>
                <a:cubicBezTo>
                  <a:pt x="209754" y="736716"/>
                  <a:pt x="207797" y="735872"/>
                  <a:pt x="206176" y="734547"/>
                </a:cubicBezTo>
                <a:cubicBezTo>
                  <a:pt x="204409" y="733434"/>
                  <a:pt x="203114" y="731708"/>
                  <a:pt x="202548" y="729696"/>
                </a:cubicBezTo>
                <a:cubicBezTo>
                  <a:pt x="202122" y="727797"/>
                  <a:pt x="202557" y="725806"/>
                  <a:pt x="203730" y="724253"/>
                </a:cubicBezTo>
                <a:lnTo>
                  <a:pt x="197486" y="719739"/>
                </a:lnTo>
                <a:cubicBezTo>
                  <a:pt x="195140" y="722878"/>
                  <a:pt x="194208" y="726852"/>
                  <a:pt x="194912" y="730708"/>
                </a:cubicBezTo>
                <a:cubicBezTo>
                  <a:pt x="195979" y="734691"/>
                  <a:pt x="198494" y="738133"/>
                  <a:pt x="201958" y="740369"/>
                </a:cubicBezTo>
                <a:cubicBezTo>
                  <a:pt x="205172" y="742956"/>
                  <a:pt x="209180" y="744356"/>
                  <a:pt x="213306" y="744335"/>
                </a:cubicBezTo>
                <a:cubicBezTo>
                  <a:pt x="216905" y="744137"/>
                  <a:pt x="220200" y="742264"/>
                  <a:pt x="222208" y="739272"/>
                </a:cubicBezTo>
                <a:cubicBezTo>
                  <a:pt x="224229" y="736948"/>
                  <a:pt x="225204" y="733898"/>
                  <a:pt x="224908" y="730835"/>
                </a:cubicBezTo>
                <a:cubicBezTo>
                  <a:pt x="223668" y="726924"/>
                  <a:pt x="221516" y="723363"/>
                  <a:pt x="218622" y="720456"/>
                </a:cubicBezTo>
                <a:cubicBezTo>
                  <a:pt x="216812" y="718511"/>
                  <a:pt x="215243" y="716360"/>
                  <a:pt x="213939" y="714044"/>
                </a:cubicBezTo>
                <a:cubicBezTo>
                  <a:pt x="213332" y="712972"/>
                  <a:pt x="213433" y="711639"/>
                  <a:pt x="214192" y="710669"/>
                </a:cubicBezTo>
                <a:cubicBezTo>
                  <a:pt x="215036" y="709382"/>
                  <a:pt x="216416" y="708547"/>
                  <a:pt x="217947" y="708390"/>
                </a:cubicBezTo>
                <a:cubicBezTo>
                  <a:pt x="219664" y="708340"/>
                  <a:pt x="221343" y="708909"/>
                  <a:pt x="222672" y="709994"/>
                </a:cubicBezTo>
                <a:cubicBezTo>
                  <a:pt x="224381" y="711120"/>
                  <a:pt x="225651" y="712803"/>
                  <a:pt x="226258" y="714761"/>
                </a:cubicBezTo>
                <a:cubicBezTo>
                  <a:pt x="226773" y="716537"/>
                  <a:pt x="226482" y="718452"/>
                  <a:pt x="225457" y="719992"/>
                </a:cubicBezTo>
                <a:lnTo>
                  <a:pt x="231743" y="724591"/>
                </a:lnTo>
                <a:lnTo>
                  <a:pt x="231743" y="724506"/>
                </a:lnTo>
                <a:cubicBezTo>
                  <a:pt x="233865" y="721397"/>
                  <a:pt x="234671" y="717575"/>
                  <a:pt x="233979" y="713875"/>
                </a:cubicBezTo>
                <a:cubicBezTo>
                  <a:pt x="233106" y="710129"/>
                  <a:pt x="230844" y="706859"/>
                  <a:pt x="227651" y="704720"/>
                </a:cubicBezTo>
                <a:cubicBezTo>
                  <a:pt x="224575" y="702218"/>
                  <a:pt x="220681" y="700957"/>
                  <a:pt x="216724" y="701176"/>
                </a:cubicBezTo>
                <a:close/>
                <a:moveTo>
                  <a:pt x="662152" y="682444"/>
                </a:moveTo>
                <a:cubicBezTo>
                  <a:pt x="658009" y="682364"/>
                  <a:pt x="653993" y="683875"/>
                  <a:pt x="650930" y="686663"/>
                </a:cubicBezTo>
                <a:cubicBezTo>
                  <a:pt x="647036" y="689692"/>
                  <a:pt x="644813" y="694388"/>
                  <a:pt x="644939" y="699320"/>
                </a:cubicBezTo>
                <a:cubicBezTo>
                  <a:pt x="645348" y="705100"/>
                  <a:pt x="647732" y="710567"/>
                  <a:pt x="651690" y="714803"/>
                </a:cubicBezTo>
                <a:cubicBezTo>
                  <a:pt x="655115" y="719351"/>
                  <a:pt x="660026" y="722562"/>
                  <a:pt x="665569" y="723874"/>
                </a:cubicBezTo>
                <a:cubicBezTo>
                  <a:pt x="674919" y="725312"/>
                  <a:pt x="683673" y="718917"/>
                  <a:pt x="685145" y="709572"/>
                </a:cubicBezTo>
                <a:lnTo>
                  <a:pt x="685061" y="709487"/>
                </a:lnTo>
                <a:cubicBezTo>
                  <a:pt x="685356" y="705230"/>
                  <a:pt x="684116" y="701007"/>
                  <a:pt x="681559" y="697590"/>
                </a:cubicBezTo>
                <a:lnTo>
                  <a:pt x="675400" y="702737"/>
                </a:lnTo>
                <a:cubicBezTo>
                  <a:pt x="676745" y="704560"/>
                  <a:pt x="677391" y="706804"/>
                  <a:pt x="677214" y="709065"/>
                </a:cubicBezTo>
                <a:cubicBezTo>
                  <a:pt x="677154" y="709542"/>
                  <a:pt x="677053" y="710015"/>
                  <a:pt x="676910" y="710475"/>
                </a:cubicBezTo>
                <a:cubicBezTo>
                  <a:pt x="675547" y="714930"/>
                  <a:pt x="670826" y="717436"/>
                  <a:pt x="666371" y="716069"/>
                </a:cubicBezTo>
                <a:cubicBezTo>
                  <a:pt x="662996" y="714790"/>
                  <a:pt x="660068" y="712563"/>
                  <a:pt x="657933" y="709656"/>
                </a:cubicBezTo>
                <a:cubicBezTo>
                  <a:pt x="655360" y="706931"/>
                  <a:pt x="653630" y="703513"/>
                  <a:pt x="652955" y="699826"/>
                </a:cubicBezTo>
                <a:cubicBezTo>
                  <a:pt x="652520" y="697004"/>
                  <a:pt x="653613" y="694164"/>
                  <a:pt x="655824" y="692359"/>
                </a:cubicBezTo>
                <a:cubicBezTo>
                  <a:pt x="657393" y="690933"/>
                  <a:pt x="659439" y="690148"/>
                  <a:pt x="661562" y="690165"/>
                </a:cubicBezTo>
                <a:cubicBezTo>
                  <a:pt x="663625" y="690211"/>
                  <a:pt x="665595" y="691059"/>
                  <a:pt x="667046" y="692528"/>
                </a:cubicBezTo>
                <a:lnTo>
                  <a:pt x="673206" y="687380"/>
                </a:lnTo>
                <a:cubicBezTo>
                  <a:pt x="670282" y="684393"/>
                  <a:pt x="666329" y="682630"/>
                  <a:pt x="662152" y="682444"/>
                </a:cubicBezTo>
                <a:close/>
                <a:moveTo>
                  <a:pt x="442043" y="681127"/>
                </a:moveTo>
                <a:lnTo>
                  <a:pt x="442128" y="681127"/>
                </a:lnTo>
                <a:lnTo>
                  <a:pt x="442128" y="692391"/>
                </a:lnTo>
                <a:lnTo>
                  <a:pt x="432551" y="692391"/>
                </a:lnTo>
                <a:close/>
                <a:moveTo>
                  <a:pt x="465173" y="678858"/>
                </a:moveTo>
                <a:cubicBezTo>
                  <a:pt x="469645" y="678858"/>
                  <a:pt x="471417" y="682571"/>
                  <a:pt x="471417" y="688815"/>
                </a:cubicBezTo>
                <a:cubicBezTo>
                  <a:pt x="471417" y="695059"/>
                  <a:pt x="469477" y="698771"/>
                  <a:pt x="465173" y="698771"/>
                </a:cubicBezTo>
                <a:cubicBezTo>
                  <a:pt x="460870" y="698771"/>
                  <a:pt x="458929" y="695017"/>
                  <a:pt x="458929" y="688815"/>
                </a:cubicBezTo>
                <a:cubicBezTo>
                  <a:pt x="458929" y="682613"/>
                  <a:pt x="460954" y="678858"/>
                  <a:pt x="465173" y="678858"/>
                </a:cubicBezTo>
                <a:close/>
                <a:moveTo>
                  <a:pt x="413238" y="678858"/>
                </a:moveTo>
                <a:cubicBezTo>
                  <a:pt x="417542" y="678858"/>
                  <a:pt x="419271" y="681347"/>
                  <a:pt x="419271" y="684174"/>
                </a:cubicBezTo>
                <a:cubicBezTo>
                  <a:pt x="419301" y="684499"/>
                  <a:pt x="419297" y="684824"/>
                  <a:pt x="419263" y="685149"/>
                </a:cubicBezTo>
                <a:cubicBezTo>
                  <a:pt x="418976" y="688022"/>
                  <a:pt x="416407" y="690118"/>
                  <a:pt x="413534" y="689827"/>
                </a:cubicBezTo>
                <a:cubicBezTo>
                  <a:pt x="411045" y="689827"/>
                  <a:pt x="407501" y="689237"/>
                  <a:pt x="407501" y="684427"/>
                </a:cubicBezTo>
                <a:cubicBezTo>
                  <a:pt x="407492" y="684225"/>
                  <a:pt x="407496" y="684022"/>
                  <a:pt x="407509" y="683820"/>
                </a:cubicBezTo>
                <a:cubicBezTo>
                  <a:pt x="407724" y="680866"/>
                  <a:pt x="410285" y="678647"/>
                  <a:pt x="413238" y="678858"/>
                </a:cubicBezTo>
                <a:close/>
                <a:moveTo>
                  <a:pt x="412066" y="676294"/>
                </a:moveTo>
                <a:cubicBezTo>
                  <a:pt x="407404" y="676336"/>
                  <a:pt x="403662" y="680146"/>
                  <a:pt x="403704" y="684808"/>
                </a:cubicBezTo>
                <a:cubicBezTo>
                  <a:pt x="403713" y="684998"/>
                  <a:pt x="403725" y="685187"/>
                  <a:pt x="403746" y="685373"/>
                </a:cubicBezTo>
                <a:cubicBezTo>
                  <a:pt x="404265" y="690005"/>
                  <a:pt x="408438" y="693342"/>
                  <a:pt x="413070" y="692824"/>
                </a:cubicBezTo>
                <a:cubicBezTo>
                  <a:pt x="415694" y="693013"/>
                  <a:pt x="418247" y="691912"/>
                  <a:pt x="419905" y="689870"/>
                </a:cubicBezTo>
                <a:cubicBezTo>
                  <a:pt x="418976" y="696325"/>
                  <a:pt x="416952" y="699152"/>
                  <a:pt x="412733" y="699152"/>
                </a:cubicBezTo>
                <a:cubicBezTo>
                  <a:pt x="412441" y="699207"/>
                  <a:pt x="412146" y="699232"/>
                  <a:pt x="411855" y="699228"/>
                </a:cubicBezTo>
                <a:cubicBezTo>
                  <a:pt x="409522" y="699186"/>
                  <a:pt x="407670" y="697262"/>
                  <a:pt x="407712" y="694933"/>
                </a:cubicBezTo>
                <a:lnTo>
                  <a:pt x="403957" y="694933"/>
                </a:lnTo>
                <a:cubicBezTo>
                  <a:pt x="403957" y="697380"/>
                  <a:pt x="405856" y="701599"/>
                  <a:pt x="412817" y="701599"/>
                </a:cubicBezTo>
                <a:lnTo>
                  <a:pt x="412817" y="701725"/>
                </a:lnTo>
                <a:cubicBezTo>
                  <a:pt x="423238" y="701725"/>
                  <a:pt x="423659" y="690250"/>
                  <a:pt x="423744" y="687887"/>
                </a:cubicBezTo>
                <a:cubicBezTo>
                  <a:pt x="423744" y="683879"/>
                  <a:pt x="422774" y="676370"/>
                  <a:pt x="413281" y="676370"/>
                </a:cubicBezTo>
                <a:cubicBezTo>
                  <a:pt x="412876" y="676315"/>
                  <a:pt x="412471" y="676290"/>
                  <a:pt x="412066" y="676294"/>
                </a:cubicBezTo>
                <a:close/>
                <a:moveTo>
                  <a:pt x="465173" y="676243"/>
                </a:moveTo>
                <a:cubicBezTo>
                  <a:pt x="456609" y="676243"/>
                  <a:pt x="454964" y="683837"/>
                  <a:pt x="454964" y="688900"/>
                </a:cubicBezTo>
                <a:cubicBezTo>
                  <a:pt x="454964" y="693963"/>
                  <a:pt x="456735" y="701557"/>
                  <a:pt x="465173" y="701557"/>
                </a:cubicBezTo>
                <a:lnTo>
                  <a:pt x="465173" y="701725"/>
                </a:lnTo>
                <a:cubicBezTo>
                  <a:pt x="473864" y="701725"/>
                  <a:pt x="475383" y="693963"/>
                  <a:pt x="475383" y="688900"/>
                </a:cubicBezTo>
                <a:cubicBezTo>
                  <a:pt x="475383" y="683837"/>
                  <a:pt x="473737" y="676243"/>
                  <a:pt x="465173" y="676243"/>
                </a:cubicBezTo>
                <a:close/>
                <a:moveTo>
                  <a:pt x="442433" y="676075"/>
                </a:moveTo>
                <a:lnTo>
                  <a:pt x="428807" y="691811"/>
                </a:lnTo>
                <a:lnTo>
                  <a:pt x="428807" y="694849"/>
                </a:lnTo>
                <a:lnTo>
                  <a:pt x="441801" y="694849"/>
                </a:lnTo>
                <a:lnTo>
                  <a:pt x="441801" y="700924"/>
                </a:lnTo>
                <a:lnTo>
                  <a:pt x="445555" y="700924"/>
                </a:lnTo>
                <a:lnTo>
                  <a:pt x="445555" y="694849"/>
                </a:lnTo>
                <a:lnTo>
                  <a:pt x="449774" y="694849"/>
                </a:lnTo>
                <a:lnTo>
                  <a:pt x="449774" y="692191"/>
                </a:lnTo>
                <a:lnTo>
                  <a:pt x="445555" y="692191"/>
                </a:lnTo>
                <a:lnTo>
                  <a:pt x="445555" y="676075"/>
                </a:lnTo>
                <a:close/>
                <a:moveTo>
                  <a:pt x="388390" y="675906"/>
                </a:moveTo>
                <a:cubicBezTo>
                  <a:pt x="387209" y="679956"/>
                  <a:pt x="385183" y="680378"/>
                  <a:pt x="380374" y="680631"/>
                </a:cubicBezTo>
                <a:lnTo>
                  <a:pt x="380374" y="683289"/>
                </a:lnTo>
                <a:lnTo>
                  <a:pt x="387335" y="683289"/>
                </a:lnTo>
                <a:lnTo>
                  <a:pt x="387335" y="700924"/>
                </a:lnTo>
                <a:lnTo>
                  <a:pt x="391301" y="700924"/>
                </a:lnTo>
                <a:lnTo>
                  <a:pt x="391301" y="675906"/>
                </a:lnTo>
                <a:close/>
                <a:moveTo>
                  <a:pt x="183141" y="668691"/>
                </a:moveTo>
                <a:lnTo>
                  <a:pt x="154706" y="699151"/>
                </a:lnTo>
                <a:lnTo>
                  <a:pt x="157449" y="701725"/>
                </a:lnTo>
                <a:lnTo>
                  <a:pt x="160191" y="704425"/>
                </a:lnTo>
                <a:lnTo>
                  <a:pt x="180652" y="682444"/>
                </a:lnTo>
                <a:lnTo>
                  <a:pt x="171751" y="715225"/>
                </a:lnTo>
                <a:lnTo>
                  <a:pt x="174661" y="717925"/>
                </a:lnTo>
                <a:lnTo>
                  <a:pt x="177573" y="720499"/>
                </a:lnTo>
                <a:lnTo>
                  <a:pt x="205966" y="689996"/>
                </a:lnTo>
                <a:lnTo>
                  <a:pt x="203223" y="687465"/>
                </a:lnTo>
                <a:lnTo>
                  <a:pt x="200523" y="684933"/>
                </a:lnTo>
                <a:lnTo>
                  <a:pt x="180568" y="706323"/>
                </a:lnTo>
                <a:lnTo>
                  <a:pt x="189259" y="674429"/>
                </a:lnTo>
                <a:lnTo>
                  <a:pt x="186179" y="671560"/>
                </a:lnTo>
                <a:close/>
                <a:moveTo>
                  <a:pt x="1056064" y="668248"/>
                </a:moveTo>
                <a:lnTo>
                  <a:pt x="1056212" y="692517"/>
                </a:lnTo>
                <a:lnTo>
                  <a:pt x="1080480" y="692517"/>
                </a:lnTo>
                <a:cubicBezTo>
                  <a:pt x="1084699" y="692785"/>
                  <a:pt x="1088890" y="691647"/>
                  <a:pt x="1092394" y="689282"/>
                </a:cubicBezTo>
                <a:cubicBezTo>
                  <a:pt x="1095080" y="686735"/>
                  <a:pt x="1096484" y="683119"/>
                  <a:pt x="1096218" y="679427"/>
                </a:cubicBezTo>
                <a:cubicBezTo>
                  <a:pt x="1096425" y="676100"/>
                  <a:pt x="1094860" y="672912"/>
                  <a:pt x="1092100" y="671043"/>
                </a:cubicBezTo>
                <a:cubicBezTo>
                  <a:pt x="1088297" y="668903"/>
                  <a:pt x="1083948" y="667932"/>
                  <a:pt x="1079597" y="668248"/>
                </a:cubicBezTo>
                <a:close/>
                <a:moveTo>
                  <a:pt x="3533537" y="665167"/>
                </a:moveTo>
                <a:cubicBezTo>
                  <a:pt x="3527217" y="664168"/>
                  <a:pt x="3520515" y="665581"/>
                  <a:pt x="3514930" y="669641"/>
                </a:cubicBezTo>
                <a:cubicBezTo>
                  <a:pt x="3512812" y="671181"/>
                  <a:pt x="3510950" y="673043"/>
                  <a:pt x="3509410" y="675160"/>
                </a:cubicBezTo>
                <a:cubicBezTo>
                  <a:pt x="3503928" y="683949"/>
                  <a:pt x="3501354" y="694243"/>
                  <a:pt x="3502055" y="704576"/>
                </a:cubicBezTo>
                <a:cubicBezTo>
                  <a:pt x="3501541" y="714411"/>
                  <a:pt x="3504056" y="724164"/>
                  <a:pt x="3509263" y="732523"/>
                </a:cubicBezTo>
                <a:cubicBezTo>
                  <a:pt x="3517602" y="743732"/>
                  <a:pt x="3533450" y="746059"/>
                  <a:pt x="3544661" y="737721"/>
                </a:cubicBezTo>
                <a:cubicBezTo>
                  <a:pt x="3546636" y="736249"/>
                  <a:pt x="3548387" y="734500"/>
                  <a:pt x="3549857" y="732523"/>
                </a:cubicBezTo>
                <a:lnTo>
                  <a:pt x="3549858" y="732523"/>
                </a:lnTo>
                <a:cubicBezTo>
                  <a:pt x="3555178" y="724209"/>
                  <a:pt x="3557752" y="714433"/>
                  <a:pt x="3557212" y="704576"/>
                </a:cubicBezTo>
                <a:cubicBezTo>
                  <a:pt x="3557914" y="694243"/>
                  <a:pt x="3555340" y="683949"/>
                  <a:pt x="3549858" y="675160"/>
                </a:cubicBezTo>
                <a:cubicBezTo>
                  <a:pt x="3545798" y="669575"/>
                  <a:pt x="3539858" y="666166"/>
                  <a:pt x="3533537" y="665167"/>
                </a:cubicBezTo>
                <a:close/>
                <a:moveTo>
                  <a:pt x="3326023" y="665160"/>
                </a:moveTo>
                <a:cubicBezTo>
                  <a:pt x="3319663" y="664175"/>
                  <a:pt x="3312926" y="665616"/>
                  <a:pt x="3307320" y="669718"/>
                </a:cubicBezTo>
                <a:cubicBezTo>
                  <a:pt x="3305237" y="671242"/>
                  <a:pt x="3303400" y="673079"/>
                  <a:pt x="3301876" y="675162"/>
                </a:cubicBezTo>
                <a:cubicBezTo>
                  <a:pt x="3296445" y="683969"/>
                  <a:pt x="3293923" y="694261"/>
                  <a:pt x="3294669" y="704579"/>
                </a:cubicBezTo>
                <a:cubicBezTo>
                  <a:pt x="3294085" y="714420"/>
                  <a:pt x="3296605" y="724195"/>
                  <a:pt x="3301876" y="732526"/>
                </a:cubicBezTo>
                <a:cubicBezTo>
                  <a:pt x="3310216" y="743735"/>
                  <a:pt x="3326064" y="746062"/>
                  <a:pt x="3337273" y="737722"/>
                </a:cubicBezTo>
                <a:cubicBezTo>
                  <a:pt x="3339249" y="736252"/>
                  <a:pt x="3341001" y="734501"/>
                  <a:pt x="3342471" y="732526"/>
                </a:cubicBezTo>
                <a:cubicBezTo>
                  <a:pt x="3347741" y="724195"/>
                  <a:pt x="3350261" y="714419"/>
                  <a:pt x="3349677" y="704579"/>
                </a:cubicBezTo>
                <a:cubicBezTo>
                  <a:pt x="3350423" y="694261"/>
                  <a:pt x="3347902" y="683969"/>
                  <a:pt x="3342471" y="675162"/>
                </a:cubicBezTo>
                <a:cubicBezTo>
                  <a:pt x="3338369" y="669558"/>
                  <a:pt x="3332384" y="666146"/>
                  <a:pt x="3326023" y="665160"/>
                </a:cubicBezTo>
                <a:close/>
                <a:moveTo>
                  <a:pt x="2558985" y="665160"/>
                </a:moveTo>
                <a:cubicBezTo>
                  <a:pt x="2552624" y="664175"/>
                  <a:pt x="2545887" y="665616"/>
                  <a:pt x="2540281" y="669718"/>
                </a:cubicBezTo>
                <a:cubicBezTo>
                  <a:pt x="2538198" y="671242"/>
                  <a:pt x="2536361" y="673079"/>
                  <a:pt x="2534837" y="675162"/>
                </a:cubicBezTo>
                <a:cubicBezTo>
                  <a:pt x="2529406" y="683969"/>
                  <a:pt x="2526884" y="694261"/>
                  <a:pt x="2527630" y="704579"/>
                </a:cubicBezTo>
                <a:cubicBezTo>
                  <a:pt x="2527046" y="714420"/>
                  <a:pt x="2529566" y="724195"/>
                  <a:pt x="2534837" y="732526"/>
                </a:cubicBezTo>
                <a:cubicBezTo>
                  <a:pt x="2543177" y="743735"/>
                  <a:pt x="2559025" y="746062"/>
                  <a:pt x="2570234" y="737722"/>
                </a:cubicBezTo>
                <a:cubicBezTo>
                  <a:pt x="2572210" y="736252"/>
                  <a:pt x="2573962" y="734501"/>
                  <a:pt x="2575432" y="732526"/>
                </a:cubicBezTo>
                <a:cubicBezTo>
                  <a:pt x="2580702" y="724195"/>
                  <a:pt x="2583222" y="714419"/>
                  <a:pt x="2582638" y="704579"/>
                </a:cubicBezTo>
                <a:cubicBezTo>
                  <a:pt x="2583384" y="694261"/>
                  <a:pt x="2580863" y="683969"/>
                  <a:pt x="2575432" y="675162"/>
                </a:cubicBezTo>
                <a:cubicBezTo>
                  <a:pt x="2571330" y="669558"/>
                  <a:pt x="2565345" y="666146"/>
                  <a:pt x="2558985" y="665160"/>
                </a:cubicBezTo>
                <a:close/>
                <a:moveTo>
                  <a:pt x="169683" y="654009"/>
                </a:moveTo>
                <a:lnTo>
                  <a:pt x="138717" y="681896"/>
                </a:lnTo>
                <a:lnTo>
                  <a:pt x="141417" y="684849"/>
                </a:lnTo>
                <a:lnTo>
                  <a:pt x="144075" y="687844"/>
                </a:lnTo>
                <a:lnTo>
                  <a:pt x="175041" y="659958"/>
                </a:lnTo>
                <a:lnTo>
                  <a:pt x="172383" y="656962"/>
                </a:lnTo>
                <a:close/>
                <a:moveTo>
                  <a:pt x="3708388" y="649485"/>
                </a:moveTo>
                <a:lnTo>
                  <a:pt x="3720890" y="649485"/>
                </a:lnTo>
                <a:lnTo>
                  <a:pt x="3733540" y="649485"/>
                </a:lnTo>
                <a:lnTo>
                  <a:pt x="3754644" y="697116"/>
                </a:lnTo>
                <a:lnTo>
                  <a:pt x="3754573" y="697286"/>
                </a:lnTo>
                <a:lnTo>
                  <a:pt x="3754720" y="697286"/>
                </a:lnTo>
                <a:lnTo>
                  <a:pt x="3754644" y="697116"/>
                </a:lnTo>
                <a:lnTo>
                  <a:pt x="3774428" y="649485"/>
                </a:lnTo>
                <a:lnTo>
                  <a:pt x="3786490" y="649485"/>
                </a:lnTo>
                <a:lnTo>
                  <a:pt x="3798403" y="649485"/>
                </a:lnTo>
                <a:lnTo>
                  <a:pt x="3764868" y="717878"/>
                </a:lnTo>
                <a:lnTo>
                  <a:pt x="3764868" y="759798"/>
                </a:lnTo>
                <a:lnTo>
                  <a:pt x="3754425" y="759798"/>
                </a:lnTo>
                <a:lnTo>
                  <a:pt x="3743688" y="759798"/>
                </a:lnTo>
                <a:lnTo>
                  <a:pt x="3743688" y="718320"/>
                </a:lnTo>
                <a:close/>
                <a:moveTo>
                  <a:pt x="3394072" y="649485"/>
                </a:moveTo>
                <a:lnTo>
                  <a:pt x="3404662" y="649485"/>
                </a:lnTo>
                <a:lnTo>
                  <a:pt x="3415252" y="649485"/>
                </a:lnTo>
                <a:lnTo>
                  <a:pt x="3415252" y="740088"/>
                </a:lnTo>
                <a:lnTo>
                  <a:pt x="3465555" y="740088"/>
                </a:lnTo>
                <a:lnTo>
                  <a:pt x="3465555" y="749943"/>
                </a:lnTo>
                <a:lnTo>
                  <a:pt x="3465555" y="759650"/>
                </a:lnTo>
                <a:lnTo>
                  <a:pt x="3394072" y="759650"/>
                </a:lnTo>
                <a:close/>
                <a:moveTo>
                  <a:pt x="3169917" y="649485"/>
                </a:moveTo>
                <a:lnTo>
                  <a:pt x="3180949" y="649485"/>
                </a:lnTo>
                <a:lnTo>
                  <a:pt x="3191981" y="649485"/>
                </a:lnTo>
                <a:lnTo>
                  <a:pt x="3232722" y="726852"/>
                </a:lnTo>
                <a:lnTo>
                  <a:pt x="3232722" y="649485"/>
                </a:lnTo>
                <a:lnTo>
                  <a:pt x="3242577" y="649485"/>
                </a:lnTo>
                <a:lnTo>
                  <a:pt x="3252577" y="649485"/>
                </a:lnTo>
                <a:lnTo>
                  <a:pt x="3252577" y="759650"/>
                </a:lnTo>
                <a:lnTo>
                  <a:pt x="3241987" y="759650"/>
                </a:lnTo>
                <a:lnTo>
                  <a:pt x="3231397" y="759650"/>
                </a:lnTo>
                <a:lnTo>
                  <a:pt x="3189626" y="680225"/>
                </a:lnTo>
                <a:lnTo>
                  <a:pt x="3189626" y="759650"/>
                </a:lnTo>
                <a:lnTo>
                  <a:pt x="3179772" y="759650"/>
                </a:lnTo>
                <a:lnTo>
                  <a:pt x="3169917" y="759650"/>
                </a:lnTo>
                <a:close/>
                <a:moveTo>
                  <a:pt x="3062546" y="649485"/>
                </a:moveTo>
                <a:lnTo>
                  <a:pt x="3072990" y="649485"/>
                </a:lnTo>
                <a:lnTo>
                  <a:pt x="3083580" y="649485"/>
                </a:lnTo>
                <a:lnTo>
                  <a:pt x="3083580" y="690815"/>
                </a:lnTo>
                <a:lnTo>
                  <a:pt x="3123291" y="690815"/>
                </a:lnTo>
                <a:lnTo>
                  <a:pt x="3123291" y="649485"/>
                </a:lnTo>
                <a:lnTo>
                  <a:pt x="3133881" y="649485"/>
                </a:lnTo>
                <a:lnTo>
                  <a:pt x="3144471" y="649485"/>
                </a:lnTo>
                <a:lnTo>
                  <a:pt x="3144471" y="759650"/>
                </a:lnTo>
                <a:lnTo>
                  <a:pt x="3133881" y="759650"/>
                </a:lnTo>
                <a:lnTo>
                  <a:pt x="3123291" y="759650"/>
                </a:lnTo>
                <a:lnTo>
                  <a:pt x="3123291" y="709790"/>
                </a:lnTo>
                <a:lnTo>
                  <a:pt x="3083580" y="709790"/>
                </a:lnTo>
                <a:lnTo>
                  <a:pt x="3083580" y="759650"/>
                </a:lnTo>
                <a:lnTo>
                  <a:pt x="3073136" y="759650"/>
                </a:lnTo>
                <a:lnTo>
                  <a:pt x="3062546" y="759650"/>
                </a:lnTo>
                <a:close/>
                <a:moveTo>
                  <a:pt x="2855748" y="649485"/>
                </a:moveTo>
                <a:lnTo>
                  <a:pt x="2930319" y="649485"/>
                </a:lnTo>
                <a:lnTo>
                  <a:pt x="2930319" y="659192"/>
                </a:lnTo>
                <a:lnTo>
                  <a:pt x="2930319" y="669047"/>
                </a:lnTo>
                <a:lnTo>
                  <a:pt x="2876928" y="669047"/>
                </a:lnTo>
                <a:lnTo>
                  <a:pt x="2876928" y="692433"/>
                </a:lnTo>
                <a:lnTo>
                  <a:pt x="2926495" y="692433"/>
                </a:lnTo>
                <a:lnTo>
                  <a:pt x="2926495" y="701847"/>
                </a:lnTo>
                <a:lnTo>
                  <a:pt x="2926495" y="711407"/>
                </a:lnTo>
                <a:lnTo>
                  <a:pt x="2876928" y="711407"/>
                </a:lnTo>
                <a:lnTo>
                  <a:pt x="2876928" y="740088"/>
                </a:lnTo>
                <a:lnTo>
                  <a:pt x="2932673" y="740088"/>
                </a:lnTo>
                <a:lnTo>
                  <a:pt x="2932673" y="749943"/>
                </a:lnTo>
                <a:lnTo>
                  <a:pt x="2932673" y="759650"/>
                </a:lnTo>
                <a:lnTo>
                  <a:pt x="2855748" y="759650"/>
                </a:lnTo>
                <a:close/>
                <a:moveTo>
                  <a:pt x="2754995" y="649485"/>
                </a:moveTo>
                <a:lnTo>
                  <a:pt x="2837508" y="649485"/>
                </a:lnTo>
                <a:lnTo>
                  <a:pt x="2837508" y="659192"/>
                </a:lnTo>
                <a:lnTo>
                  <a:pt x="2837508" y="669047"/>
                </a:lnTo>
                <a:lnTo>
                  <a:pt x="2806768" y="669047"/>
                </a:lnTo>
                <a:lnTo>
                  <a:pt x="2806768" y="759650"/>
                </a:lnTo>
                <a:lnTo>
                  <a:pt x="2796325" y="759650"/>
                </a:lnTo>
                <a:lnTo>
                  <a:pt x="2785735" y="759650"/>
                </a:lnTo>
                <a:lnTo>
                  <a:pt x="2785735" y="669047"/>
                </a:lnTo>
                <a:lnTo>
                  <a:pt x="2754995" y="669047"/>
                </a:lnTo>
                <a:lnTo>
                  <a:pt x="2754995" y="659340"/>
                </a:lnTo>
                <a:close/>
                <a:moveTo>
                  <a:pt x="2627033" y="649485"/>
                </a:moveTo>
                <a:lnTo>
                  <a:pt x="2699103" y="649485"/>
                </a:lnTo>
                <a:lnTo>
                  <a:pt x="2699103" y="659192"/>
                </a:lnTo>
                <a:lnTo>
                  <a:pt x="2699103" y="669047"/>
                </a:lnTo>
                <a:lnTo>
                  <a:pt x="2648213" y="669047"/>
                </a:lnTo>
                <a:lnTo>
                  <a:pt x="2648213" y="694052"/>
                </a:lnTo>
                <a:lnTo>
                  <a:pt x="2692633" y="694052"/>
                </a:lnTo>
                <a:lnTo>
                  <a:pt x="2692633" y="703612"/>
                </a:lnTo>
                <a:lnTo>
                  <a:pt x="2692633" y="713025"/>
                </a:lnTo>
                <a:lnTo>
                  <a:pt x="2648213" y="713025"/>
                </a:lnTo>
                <a:lnTo>
                  <a:pt x="2648213" y="759650"/>
                </a:lnTo>
                <a:lnTo>
                  <a:pt x="2637623" y="759650"/>
                </a:lnTo>
                <a:lnTo>
                  <a:pt x="2627033" y="759650"/>
                </a:lnTo>
                <a:close/>
                <a:moveTo>
                  <a:pt x="2366697" y="649485"/>
                </a:moveTo>
                <a:lnTo>
                  <a:pt x="2441416" y="649485"/>
                </a:lnTo>
                <a:lnTo>
                  <a:pt x="2441416" y="659192"/>
                </a:lnTo>
                <a:lnTo>
                  <a:pt x="2441416" y="669047"/>
                </a:lnTo>
                <a:lnTo>
                  <a:pt x="2387877" y="669047"/>
                </a:lnTo>
                <a:lnTo>
                  <a:pt x="2387877" y="692433"/>
                </a:lnTo>
                <a:lnTo>
                  <a:pt x="2437444" y="692433"/>
                </a:lnTo>
                <a:lnTo>
                  <a:pt x="2437444" y="701847"/>
                </a:lnTo>
                <a:lnTo>
                  <a:pt x="2437444" y="711407"/>
                </a:lnTo>
                <a:lnTo>
                  <a:pt x="2387877" y="711407"/>
                </a:lnTo>
                <a:lnTo>
                  <a:pt x="2387877" y="740088"/>
                </a:lnTo>
                <a:lnTo>
                  <a:pt x="2443769" y="740088"/>
                </a:lnTo>
                <a:lnTo>
                  <a:pt x="2443769" y="749943"/>
                </a:lnTo>
                <a:lnTo>
                  <a:pt x="2443769" y="759650"/>
                </a:lnTo>
                <a:lnTo>
                  <a:pt x="2366697" y="759650"/>
                </a:lnTo>
                <a:close/>
                <a:moveTo>
                  <a:pt x="2266092" y="649485"/>
                </a:moveTo>
                <a:lnTo>
                  <a:pt x="2348459" y="649485"/>
                </a:lnTo>
                <a:lnTo>
                  <a:pt x="2348459" y="659192"/>
                </a:lnTo>
                <a:lnTo>
                  <a:pt x="2348459" y="669047"/>
                </a:lnTo>
                <a:lnTo>
                  <a:pt x="2317866" y="669047"/>
                </a:lnTo>
                <a:lnTo>
                  <a:pt x="2317866" y="759650"/>
                </a:lnTo>
                <a:lnTo>
                  <a:pt x="2307276" y="759650"/>
                </a:lnTo>
                <a:lnTo>
                  <a:pt x="2296686" y="759650"/>
                </a:lnTo>
                <a:lnTo>
                  <a:pt x="2296686" y="669047"/>
                </a:lnTo>
                <a:lnTo>
                  <a:pt x="2266092" y="669047"/>
                </a:lnTo>
                <a:lnTo>
                  <a:pt x="2266092" y="659340"/>
                </a:lnTo>
                <a:close/>
                <a:moveTo>
                  <a:pt x="2066499" y="649485"/>
                </a:moveTo>
                <a:lnTo>
                  <a:pt x="2148866" y="649485"/>
                </a:lnTo>
                <a:lnTo>
                  <a:pt x="2148866" y="659192"/>
                </a:lnTo>
                <a:lnTo>
                  <a:pt x="2148866" y="669047"/>
                </a:lnTo>
                <a:lnTo>
                  <a:pt x="2118273" y="669047"/>
                </a:lnTo>
                <a:lnTo>
                  <a:pt x="2118273" y="759650"/>
                </a:lnTo>
                <a:lnTo>
                  <a:pt x="2107683" y="759650"/>
                </a:lnTo>
                <a:lnTo>
                  <a:pt x="2097093" y="759650"/>
                </a:lnTo>
                <a:lnTo>
                  <a:pt x="2097093" y="669047"/>
                </a:lnTo>
                <a:lnTo>
                  <a:pt x="2066499" y="669047"/>
                </a:lnTo>
                <a:lnTo>
                  <a:pt x="2066499" y="659340"/>
                </a:lnTo>
                <a:close/>
                <a:moveTo>
                  <a:pt x="2028553" y="649485"/>
                </a:moveTo>
                <a:lnTo>
                  <a:pt x="2039143" y="649485"/>
                </a:lnTo>
                <a:lnTo>
                  <a:pt x="2049733" y="649485"/>
                </a:lnTo>
                <a:lnTo>
                  <a:pt x="2049733" y="759650"/>
                </a:lnTo>
                <a:lnTo>
                  <a:pt x="2039290" y="759650"/>
                </a:lnTo>
                <a:lnTo>
                  <a:pt x="2028553" y="759650"/>
                </a:lnTo>
                <a:close/>
                <a:moveTo>
                  <a:pt x="1929713" y="649485"/>
                </a:moveTo>
                <a:lnTo>
                  <a:pt x="2012080" y="649485"/>
                </a:lnTo>
                <a:lnTo>
                  <a:pt x="2012080" y="659192"/>
                </a:lnTo>
                <a:lnTo>
                  <a:pt x="2012080" y="669047"/>
                </a:lnTo>
                <a:lnTo>
                  <a:pt x="1981487" y="669047"/>
                </a:lnTo>
                <a:lnTo>
                  <a:pt x="1981487" y="759650"/>
                </a:lnTo>
                <a:lnTo>
                  <a:pt x="1970897" y="759650"/>
                </a:lnTo>
                <a:lnTo>
                  <a:pt x="1960307" y="759650"/>
                </a:lnTo>
                <a:lnTo>
                  <a:pt x="1960307" y="669047"/>
                </a:lnTo>
                <a:lnTo>
                  <a:pt x="1929713" y="669047"/>
                </a:lnTo>
                <a:lnTo>
                  <a:pt x="1929713" y="659340"/>
                </a:lnTo>
                <a:close/>
                <a:moveTo>
                  <a:pt x="1729826" y="649485"/>
                </a:moveTo>
                <a:lnTo>
                  <a:pt x="1741005" y="649485"/>
                </a:lnTo>
                <a:lnTo>
                  <a:pt x="1752036" y="649485"/>
                </a:lnTo>
                <a:lnTo>
                  <a:pt x="1792778" y="726852"/>
                </a:lnTo>
                <a:lnTo>
                  <a:pt x="1792778" y="649485"/>
                </a:lnTo>
                <a:lnTo>
                  <a:pt x="1802633" y="649485"/>
                </a:lnTo>
                <a:lnTo>
                  <a:pt x="1812635" y="649485"/>
                </a:lnTo>
                <a:lnTo>
                  <a:pt x="1812635" y="759650"/>
                </a:lnTo>
                <a:lnTo>
                  <a:pt x="1802045" y="759650"/>
                </a:lnTo>
                <a:lnTo>
                  <a:pt x="1791455" y="759650"/>
                </a:lnTo>
                <a:lnTo>
                  <a:pt x="1749683" y="680225"/>
                </a:lnTo>
                <a:lnTo>
                  <a:pt x="1749683" y="759650"/>
                </a:lnTo>
                <a:lnTo>
                  <a:pt x="1739828" y="759650"/>
                </a:lnTo>
                <a:lnTo>
                  <a:pt x="1729826" y="759650"/>
                </a:lnTo>
                <a:close/>
                <a:moveTo>
                  <a:pt x="1684378" y="649485"/>
                </a:moveTo>
                <a:lnTo>
                  <a:pt x="1694821" y="649485"/>
                </a:lnTo>
                <a:lnTo>
                  <a:pt x="1705558" y="649485"/>
                </a:lnTo>
                <a:lnTo>
                  <a:pt x="1705558" y="759650"/>
                </a:lnTo>
                <a:lnTo>
                  <a:pt x="1694968" y="759650"/>
                </a:lnTo>
                <a:lnTo>
                  <a:pt x="1684378" y="759650"/>
                </a:lnTo>
                <a:close/>
                <a:moveTo>
                  <a:pt x="1416980" y="649485"/>
                </a:moveTo>
                <a:lnTo>
                  <a:pt x="1428012" y="649485"/>
                </a:lnTo>
                <a:lnTo>
                  <a:pt x="1439190" y="649485"/>
                </a:lnTo>
                <a:lnTo>
                  <a:pt x="1479785" y="726852"/>
                </a:lnTo>
                <a:lnTo>
                  <a:pt x="1479785" y="649485"/>
                </a:lnTo>
                <a:lnTo>
                  <a:pt x="1489639" y="649485"/>
                </a:lnTo>
                <a:lnTo>
                  <a:pt x="1499640" y="649485"/>
                </a:lnTo>
                <a:lnTo>
                  <a:pt x="1499640" y="759650"/>
                </a:lnTo>
                <a:lnTo>
                  <a:pt x="1489052" y="759650"/>
                </a:lnTo>
                <a:lnTo>
                  <a:pt x="1478462" y="759650"/>
                </a:lnTo>
                <a:lnTo>
                  <a:pt x="1436689" y="680225"/>
                </a:lnTo>
                <a:lnTo>
                  <a:pt x="1436689" y="759650"/>
                </a:lnTo>
                <a:lnTo>
                  <a:pt x="1426835" y="759650"/>
                </a:lnTo>
                <a:lnTo>
                  <a:pt x="1416980" y="759650"/>
                </a:lnTo>
                <a:close/>
                <a:moveTo>
                  <a:pt x="1371385" y="649485"/>
                </a:moveTo>
                <a:lnTo>
                  <a:pt x="1381975" y="649485"/>
                </a:lnTo>
                <a:lnTo>
                  <a:pt x="1392565" y="649485"/>
                </a:lnTo>
                <a:lnTo>
                  <a:pt x="1392565" y="759650"/>
                </a:lnTo>
                <a:lnTo>
                  <a:pt x="1381975" y="759650"/>
                </a:lnTo>
                <a:lnTo>
                  <a:pt x="1371385" y="759650"/>
                </a:lnTo>
                <a:close/>
                <a:moveTo>
                  <a:pt x="1242246" y="649485"/>
                </a:moveTo>
                <a:lnTo>
                  <a:pt x="1252836" y="649485"/>
                </a:lnTo>
                <a:lnTo>
                  <a:pt x="1263426" y="649485"/>
                </a:lnTo>
                <a:lnTo>
                  <a:pt x="1263426" y="759650"/>
                </a:lnTo>
                <a:lnTo>
                  <a:pt x="1252983" y="759650"/>
                </a:lnTo>
                <a:lnTo>
                  <a:pt x="1242246" y="759650"/>
                </a:lnTo>
                <a:close/>
                <a:moveTo>
                  <a:pt x="1144141" y="649485"/>
                </a:moveTo>
                <a:lnTo>
                  <a:pt x="1218712" y="649485"/>
                </a:lnTo>
                <a:lnTo>
                  <a:pt x="1218712" y="659192"/>
                </a:lnTo>
                <a:lnTo>
                  <a:pt x="1218712" y="669047"/>
                </a:lnTo>
                <a:lnTo>
                  <a:pt x="1165321" y="669047"/>
                </a:lnTo>
                <a:lnTo>
                  <a:pt x="1165321" y="692433"/>
                </a:lnTo>
                <a:lnTo>
                  <a:pt x="1214888" y="692433"/>
                </a:lnTo>
                <a:lnTo>
                  <a:pt x="1214888" y="701847"/>
                </a:lnTo>
                <a:lnTo>
                  <a:pt x="1214888" y="711407"/>
                </a:lnTo>
                <a:lnTo>
                  <a:pt x="1165321" y="711407"/>
                </a:lnTo>
                <a:lnTo>
                  <a:pt x="1165321" y="740088"/>
                </a:lnTo>
                <a:lnTo>
                  <a:pt x="1221066" y="740088"/>
                </a:lnTo>
                <a:lnTo>
                  <a:pt x="1221066" y="749943"/>
                </a:lnTo>
                <a:lnTo>
                  <a:pt x="1221066" y="759650"/>
                </a:lnTo>
                <a:lnTo>
                  <a:pt x="1144141" y="759650"/>
                </a:lnTo>
                <a:close/>
                <a:moveTo>
                  <a:pt x="1324932" y="649275"/>
                </a:moveTo>
                <a:lnTo>
                  <a:pt x="1345965" y="649275"/>
                </a:lnTo>
                <a:lnTo>
                  <a:pt x="1345965" y="728553"/>
                </a:lnTo>
                <a:cubicBezTo>
                  <a:pt x="1346688" y="737744"/>
                  <a:pt x="1343724" y="746847"/>
                  <a:pt x="1337728" y="753852"/>
                </a:cubicBezTo>
                <a:cubicBezTo>
                  <a:pt x="1331153" y="760019"/>
                  <a:pt x="1322305" y="763165"/>
                  <a:pt x="1313312" y="762530"/>
                </a:cubicBezTo>
                <a:cubicBezTo>
                  <a:pt x="1303911" y="763331"/>
                  <a:pt x="1294657" y="759814"/>
                  <a:pt x="1288162" y="752968"/>
                </a:cubicBezTo>
                <a:cubicBezTo>
                  <a:pt x="1282138" y="744415"/>
                  <a:pt x="1279468" y="733946"/>
                  <a:pt x="1280661" y="723552"/>
                </a:cubicBezTo>
                <a:lnTo>
                  <a:pt x="1280661" y="717817"/>
                </a:lnTo>
                <a:lnTo>
                  <a:pt x="1300810" y="717817"/>
                </a:lnTo>
                <a:lnTo>
                  <a:pt x="1300810" y="724435"/>
                </a:lnTo>
                <a:cubicBezTo>
                  <a:pt x="1300333" y="729503"/>
                  <a:pt x="1301302" y="734603"/>
                  <a:pt x="1303605" y="739143"/>
                </a:cubicBezTo>
                <a:cubicBezTo>
                  <a:pt x="1305633" y="742423"/>
                  <a:pt x="1309322" y="744296"/>
                  <a:pt x="1313165" y="743997"/>
                </a:cubicBezTo>
                <a:cubicBezTo>
                  <a:pt x="1316550" y="744329"/>
                  <a:pt x="1319887" y="743016"/>
                  <a:pt x="1322137" y="740467"/>
                </a:cubicBezTo>
                <a:cubicBezTo>
                  <a:pt x="1324246" y="737029"/>
                  <a:pt x="1325224" y="733016"/>
                  <a:pt x="1324932" y="728995"/>
                </a:cubicBezTo>
                <a:close/>
                <a:moveTo>
                  <a:pt x="1035913" y="649275"/>
                </a:moveTo>
                <a:lnTo>
                  <a:pt x="1085480" y="649275"/>
                </a:lnTo>
                <a:cubicBezTo>
                  <a:pt x="1093777" y="648784"/>
                  <a:pt x="1101960" y="651407"/>
                  <a:pt x="1108425" y="656628"/>
                </a:cubicBezTo>
                <a:cubicBezTo>
                  <a:pt x="1114157" y="661894"/>
                  <a:pt x="1117233" y="669448"/>
                  <a:pt x="1116810" y="677220"/>
                </a:cubicBezTo>
                <a:cubicBezTo>
                  <a:pt x="1117338" y="685273"/>
                  <a:pt x="1113805" y="693055"/>
                  <a:pt x="1107395" y="697958"/>
                </a:cubicBezTo>
                <a:cubicBezTo>
                  <a:pt x="1106412" y="698894"/>
                  <a:pt x="1105266" y="699641"/>
                  <a:pt x="1104013" y="700165"/>
                </a:cubicBezTo>
                <a:cubicBezTo>
                  <a:pt x="1106327" y="701091"/>
                  <a:pt x="1108504" y="702328"/>
                  <a:pt x="1110485" y="703842"/>
                </a:cubicBezTo>
                <a:cubicBezTo>
                  <a:pt x="1117034" y="708854"/>
                  <a:pt x="1120671" y="716790"/>
                  <a:pt x="1120192" y="725022"/>
                </a:cubicBezTo>
                <a:cubicBezTo>
                  <a:pt x="1120860" y="734563"/>
                  <a:pt x="1117312" y="743918"/>
                  <a:pt x="1110485" y="750615"/>
                </a:cubicBezTo>
                <a:cubicBezTo>
                  <a:pt x="1102582" y="757020"/>
                  <a:pt x="1092537" y="760177"/>
                  <a:pt x="1082392" y="759440"/>
                </a:cubicBezTo>
                <a:lnTo>
                  <a:pt x="1036355" y="759440"/>
                </a:lnTo>
                <a:close/>
                <a:moveTo>
                  <a:pt x="2165513" y="649128"/>
                </a:moveTo>
                <a:lnTo>
                  <a:pt x="2186693" y="649128"/>
                </a:lnTo>
                <a:lnTo>
                  <a:pt x="2186693" y="718551"/>
                </a:lnTo>
                <a:cubicBezTo>
                  <a:pt x="2186268" y="724882"/>
                  <a:pt x="2188033" y="731166"/>
                  <a:pt x="2191693" y="736348"/>
                </a:cubicBezTo>
                <a:cubicBezTo>
                  <a:pt x="2195431" y="740466"/>
                  <a:pt x="2200856" y="742636"/>
                  <a:pt x="2206401" y="742231"/>
                </a:cubicBezTo>
                <a:cubicBezTo>
                  <a:pt x="2211867" y="742684"/>
                  <a:pt x="2217253" y="740692"/>
                  <a:pt x="2221109" y="736790"/>
                </a:cubicBezTo>
                <a:cubicBezTo>
                  <a:pt x="2224679" y="731414"/>
                  <a:pt x="2226288" y="724973"/>
                  <a:pt x="2225669" y="718551"/>
                </a:cubicBezTo>
                <a:lnTo>
                  <a:pt x="2225669" y="649128"/>
                </a:lnTo>
                <a:lnTo>
                  <a:pt x="2247438" y="649128"/>
                </a:lnTo>
                <a:lnTo>
                  <a:pt x="2247438" y="717816"/>
                </a:lnTo>
                <a:cubicBezTo>
                  <a:pt x="2248563" y="729980"/>
                  <a:pt x="2245160" y="742131"/>
                  <a:pt x="2237876" y="751939"/>
                </a:cubicBezTo>
                <a:cubicBezTo>
                  <a:pt x="2229348" y="759637"/>
                  <a:pt x="2217990" y="763424"/>
                  <a:pt x="2206548" y="762383"/>
                </a:cubicBezTo>
                <a:cubicBezTo>
                  <a:pt x="2195178" y="763271"/>
                  <a:pt x="2183961" y="759318"/>
                  <a:pt x="2175661" y="751498"/>
                </a:cubicBezTo>
                <a:cubicBezTo>
                  <a:pt x="2168286" y="741882"/>
                  <a:pt x="2164677" y="729906"/>
                  <a:pt x="2165513" y="717816"/>
                </a:cubicBezTo>
                <a:close/>
                <a:moveTo>
                  <a:pt x="3526982" y="646699"/>
                </a:moveTo>
                <a:cubicBezTo>
                  <a:pt x="3539159" y="646020"/>
                  <a:pt x="3551595" y="649987"/>
                  <a:pt x="3561404" y="658759"/>
                </a:cubicBezTo>
                <a:cubicBezTo>
                  <a:pt x="3562723" y="659940"/>
                  <a:pt x="3563975" y="661193"/>
                  <a:pt x="3565155" y="662512"/>
                </a:cubicBezTo>
                <a:cubicBezTo>
                  <a:pt x="3574557" y="674729"/>
                  <a:pt x="3579255" y="689919"/>
                  <a:pt x="3578393" y="705313"/>
                </a:cubicBezTo>
                <a:cubicBezTo>
                  <a:pt x="3579227" y="720431"/>
                  <a:pt x="3574522" y="735335"/>
                  <a:pt x="3565155" y="747231"/>
                </a:cubicBezTo>
                <a:cubicBezTo>
                  <a:pt x="3547127" y="766849"/>
                  <a:pt x="3516607" y="768136"/>
                  <a:pt x="3496989" y="750107"/>
                </a:cubicBezTo>
                <a:cubicBezTo>
                  <a:pt x="3495991" y="749189"/>
                  <a:pt x="3495031" y="748230"/>
                  <a:pt x="3494113" y="747231"/>
                </a:cubicBezTo>
                <a:cubicBezTo>
                  <a:pt x="3484748" y="735335"/>
                  <a:pt x="3480041" y="720431"/>
                  <a:pt x="3480875" y="705313"/>
                </a:cubicBezTo>
                <a:cubicBezTo>
                  <a:pt x="3480012" y="689919"/>
                  <a:pt x="3484709" y="674729"/>
                  <a:pt x="3494113" y="662512"/>
                </a:cubicBezTo>
                <a:cubicBezTo>
                  <a:pt x="3502887" y="652703"/>
                  <a:pt x="3514805" y="647379"/>
                  <a:pt x="3526982" y="646699"/>
                </a:cubicBezTo>
                <a:close/>
                <a:moveTo>
                  <a:pt x="3319566" y="646689"/>
                </a:moveTo>
                <a:cubicBezTo>
                  <a:pt x="3331782" y="646022"/>
                  <a:pt x="3344252" y="650015"/>
                  <a:pt x="3354081" y="658826"/>
                </a:cubicBezTo>
                <a:cubicBezTo>
                  <a:pt x="3355377" y="659988"/>
                  <a:pt x="3356606" y="661218"/>
                  <a:pt x="3357767" y="662512"/>
                </a:cubicBezTo>
                <a:cubicBezTo>
                  <a:pt x="3367130" y="674745"/>
                  <a:pt x="3371778" y="689939"/>
                  <a:pt x="3370859" y="705314"/>
                </a:cubicBezTo>
                <a:cubicBezTo>
                  <a:pt x="3371736" y="720415"/>
                  <a:pt x="3367082" y="735316"/>
                  <a:pt x="3357767" y="747234"/>
                </a:cubicBezTo>
                <a:cubicBezTo>
                  <a:pt x="3339663" y="766891"/>
                  <a:pt x="3309050" y="768150"/>
                  <a:pt x="3289392" y="750044"/>
                </a:cubicBezTo>
                <a:cubicBezTo>
                  <a:pt x="3288417" y="749147"/>
                  <a:pt x="3287479" y="748208"/>
                  <a:pt x="3286580" y="747234"/>
                </a:cubicBezTo>
                <a:lnTo>
                  <a:pt x="3286579" y="747234"/>
                </a:lnTo>
                <a:cubicBezTo>
                  <a:pt x="3277326" y="735285"/>
                  <a:pt x="3272678" y="720405"/>
                  <a:pt x="3273489" y="705314"/>
                </a:cubicBezTo>
                <a:cubicBezTo>
                  <a:pt x="3272649" y="689948"/>
                  <a:pt x="3277288" y="674781"/>
                  <a:pt x="3286579" y="662512"/>
                </a:cubicBezTo>
                <a:cubicBezTo>
                  <a:pt x="3295390" y="652684"/>
                  <a:pt x="3307351" y="647356"/>
                  <a:pt x="3319566" y="646689"/>
                </a:cubicBezTo>
                <a:close/>
                <a:moveTo>
                  <a:pt x="2552527" y="646689"/>
                </a:moveTo>
                <a:cubicBezTo>
                  <a:pt x="2564743" y="646022"/>
                  <a:pt x="2577213" y="650015"/>
                  <a:pt x="2587042" y="658826"/>
                </a:cubicBezTo>
                <a:cubicBezTo>
                  <a:pt x="2588338" y="659988"/>
                  <a:pt x="2589567" y="661218"/>
                  <a:pt x="2590728" y="662512"/>
                </a:cubicBezTo>
                <a:cubicBezTo>
                  <a:pt x="2600091" y="674745"/>
                  <a:pt x="2604739" y="689939"/>
                  <a:pt x="2603820" y="705314"/>
                </a:cubicBezTo>
                <a:cubicBezTo>
                  <a:pt x="2604697" y="720415"/>
                  <a:pt x="2600043" y="735316"/>
                  <a:pt x="2590728" y="747234"/>
                </a:cubicBezTo>
                <a:cubicBezTo>
                  <a:pt x="2572624" y="766891"/>
                  <a:pt x="2542011" y="768150"/>
                  <a:pt x="2522353" y="750044"/>
                </a:cubicBezTo>
                <a:cubicBezTo>
                  <a:pt x="2521378" y="749147"/>
                  <a:pt x="2520440" y="748208"/>
                  <a:pt x="2519541" y="747234"/>
                </a:cubicBezTo>
                <a:lnTo>
                  <a:pt x="2519540" y="747234"/>
                </a:lnTo>
                <a:cubicBezTo>
                  <a:pt x="2510287" y="735285"/>
                  <a:pt x="2505639" y="720405"/>
                  <a:pt x="2506450" y="705314"/>
                </a:cubicBezTo>
                <a:cubicBezTo>
                  <a:pt x="2505610" y="689948"/>
                  <a:pt x="2510249" y="674781"/>
                  <a:pt x="2519540" y="662512"/>
                </a:cubicBezTo>
                <a:cubicBezTo>
                  <a:pt x="2528351" y="652684"/>
                  <a:pt x="2540312" y="647356"/>
                  <a:pt x="2552527" y="646689"/>
                </a:cubicBezTo>
                <a:close/>
                <a:moveTo>
                  <a:pt x="3646050" y="646626"/>
                </a:moveTo>
                <a:cubicBezTo>
                  <a:pt x="3657080" y="646126"/>
                  <a:pt x="3667911" y="649684"/>
                  <a:pt x="3676497" y="656628"/>
                </a:cubicBezTo>
                <a:cubicBezTo>
                  <a:pt x="3684540" y="663453"/>
                  <a:pt x="3689562" y="673180"/>
                  <a:pt x="3690470" y="683691"/>
                </a:cubicBezTo>
                <a:lnTo>
                  <a:pt x="3669732" y="683691"/>
                </a:lnTo>
                <a:cubicBezTo>
                  <a:pt x="3668997" y="678691"/>
                  <a:pt x="3666296" y="674191"/>
                  <a:pt x="3662230" y="671190"/>
                </a:cubicBezTo>
                <a:cubicBezTo>
                  <a:pt x="3658152" y="667647"/>
                  <a:pt x="3652923" y="665712"/>
                  <a:pt x="3647522" y="665748"/>
                </a:cubicBezTo>
                <a:cubicBezTo>
                  <a:pt x="3639043" y="665334"/>
                  <a:pt x="3630923" y="669201"/>
                  <a:pt x="3625900" y="676043"/>
                </a:cubicBezTo>
                <a:cubicBezTo>
                  <a:pt x="3615715" y="693807"/>
                  <a:pt x="3615715" y="715642"/>
                  <a:pt x="3625900" y="733405"/>
                </a:cubicBezTo>
                <a:cubicBezTo>
                  <a:pt x="3631163" y="740066"/>
                  <a:pt x="3639341" y="743744"/>
                  <a:pt x="3647817" y="743259"/>
                </a:cubicBezTo>
                <a:cubicBezTo>
                  <a:pt x="3655582" y="743540"/>
                  <a:pt x="3662896" y="739603"/>
                  <a:pt x="3666937" y="732964"/>
                </a:cubicBezTo>
                <a:cubicBezTo>
                  <a:pt x="3669644" y="728851"/>
                  <a:pt x="3671542" y="724258"/>
                  <a:pt x="3672525" y="719433"/>
                </a:cubicBezTo>
                <a:lnTo>
                  <a:pt x="3648698" y="719433"/>
                </a:lnTo>
                <a:lnTo>
                  <a:pt x="3648698" y="700459"/>
                </a:lnTo>
                <a:lnTo>
                  <a:pt x="3691205" y="700459"/>
                </a:lnTo>
                <a:lnTo>
                  <a:pt x="3691205" y="759293"/>
                </a:lnTo>
                <a:lnTo>
                  <a:pt x="3676497" y="759293"/>
                </a:lnTo>
                <a:lnTo>
                  <a:pt x="3674438" y="744584"/>
                </a:lnTo>
                <a:lnTo>
                  <a:pt x="3674143" y="747231"/>
                </a:lnTo>
                <a:cubicBezTo>
                  <a:pt x="3667792" y="757273"/>
                  <a:pt x="3656602" y="763202"/>
                  <a:pt x="3644727" y="762823"/>
                </a:cubicBezTo>
                <a:lnTo>
                  <a:pt x="3644727" y="761939"/>
                </a:lnTo>
                <a:cubicBezTo>
                  <a:pt x="3631336" y="762656"/>
                  <a:pt x="3618348" y="757244"/>
                  <a:pt x="3609427" y="747231"/>
                </a:cubicBezTo>
                <a:cubicBezTo>
                  <a:pt x="3591527" y="721828"/>
                  <a:pt x="3591527" y="687915"/>
                  <a:pt x="3609427" y="662511"/>
                </a:cubicBezTo>
                <a:cubicBezTo>
                  <a:pt x="3618558" y="651887"/>
                  <a:pt x="3632054" y="646035"/>
                  <a:pt x="3646050" y="646626"/>
                </a:cubicBezTo>
                <a:close/>
                <a:moveTo>
                  <a:pt x="2998443" y="646333"/>
                </a:moveTo>
                <a:cubicBezTo>
                  <a:pt x="3009229" y="646055"/>
                  <a:pt x="3019725" y="649836"/>
                  <a:pt x="3027859" y="656923"/>
                </a:cubicBezTo>
                <a:cubicBezTo>
                  <a:pt x="3036204" y="664286"/>
                  <a:pt x="3041457" y="674530"/>
                  <a:pt x="3042568" y="685603"/>
                </a:cubicBezTo>
                <a:lnTo>
                  <a:pt x="3021388" y="685603"/>
                </a:lnTo>
                <a:cubicBezTo>
                  <a:pt x="3021031" y="679972"/>
                  <a:pt x="3018499" y="674697"/>
                  <a:pt x="3014328" y="670895"/>
                </a:cubicBezTo>
                <a:cubicBezTo>
                  <a:pt x="3010209" y="667441"/>
                  <a:pt x="3004996" y="665565"/>
                  <a:pt x="2999619" y="665600"/>
                </a:cubicBezTo>
                <a:cubicBezTo>
                  <a:pt x="2992038" y="665441"/>
                  <a:pt x="2984958" y="669374"/>
                  <a:pt x="2981088" y="675897"/>
                </a:cubicBezTo>
                <a:cubicBezTo>
                  <a:pt x="2976216" y="684533"/>
                  <a:pt x="2973920" y="694384"/>
                  <a:pt x="2974468" y="704283"/>
                </a:cubicBezTo>
                <a:cubicBezTo>
                  <a:pt x="2973927" y="713948"/>
                  <a:pt x="2976228" y="723562"/>
                  <a:pt x="2981088" y="731935"/>
                </a:cubicBezTo>
                <a:cubicBezTo>
                  <a:pt x="2988086" y="742304"/>
                  <a:pt x="3002166" y="745034"/>
                  <a:pt x="3012533" y="738036"/>
                </a:cubicBezTo>
                <a:cubicBezTo>
                  <a:pt x="3013423" y="737435"/>
                  <a:pt x="3014268" y="736773"/>
                  <a:pt x="3015063" y="736053"/>
                </a:cubicBezTo>
                <a:cubicBezTo>
                  <a:pt x="3019220" y="731817"/>
                  <a:pt x="3021724" y="726235"/>
                  <a:pt x="3022123" y="720315"/>
                </a:cubicBezTo>
                <a:lnTo>
                  <a:pt x="3041686" y="720903"/>
                </a:lnTo>
                <a:cubicBezTo>
                  <a:pt x="3040951" y="732358"/>
                  <a:pt x="3036030" y="743142"/>
                  <a:pt x="3027859" y="751203"/>
                </a:cubicBezTo>
                <a:cubicBezTo>
                  <a:pt x="3019910" y="758675"/>
                  <a:pt x="3009351" y="762740"/>
                  <a:pt x="2998443" y="762528"/>
                </a:cubicBezTo>
                <a:cubicBezTo>
                  <a:pt x="2985276" y="763067"/>
                  <a:pt x="2972646" y="757272"/>
                  <a:pt x="2964466" y="746938"/>
                </a:cubicBezTo>
                <a:cubicBezTo>
                  <a:pt x="2955487" y="734870"/>
                  <a:pt x="2951010" y="720040"/>
                  <a:pt x="2951818" y="705018"/>
                </a:cubicBezTo>
                <a:cubicBezTo>
                  <a:pt x="2950976" y="689720"/>
                  <a:pt x="2955445" y="674601"/>
                  <a:pt x="2964466" y="662218"/>
                </a:cubicBezTo>
                <a:cubicBezTo>
                  <a:pt x="2972569" y="651753"/>
                  <a:pt x="2985219" y="645839"/>
                  <a:pt x="2998443" y="646333"/>
                </a:cubicBezTo>
                <a:close/>
                <a:moveTo>
                  <a:pt x="1874874" y="646332"/>
                </a:moveTo>
                <a:cubicBezTo>
                  <a:pt x="1885043" y="645887"/>
                  <a:pt x="1894993" y="649361"/>
                  <a:pt x="1902674" y="656040"/>
                </a:cubicBezTo>
                <a:cubicBezTo>
                  <a:pt x="1909935" y="662907"/>
                  <a:pt x="1914167" y="672378"/>
                  <a:pt x="1914441" y="682369"/>
                </a:cubicBezTo>
                <a:lnTo>
                  <a:pt x="1892966" y="682369"/>
                </a:lnTo>
                <a:cubicBezTo>
                  <a:pt x="1892802" y="677472"/>
                  <a:pt x="1890489" y="672898"/>
                  <a:pt x="1886641" y="669865"/>
                </a:cubicBezTo>
                <a:cubicBezTo>
                  <a:pt x="1882399" y="666718"/>
                  <a:pt x="1877212" y="665111"/>
                  <a:pt x="1871933" y="665307"/>
                </a:cubicBezTo>
                <a:cubicBezTo>
                  <a:pt x="1867436" y="664992"/>
                  <a:pt x="1862983" y="666354"/>
                  <a:pt x="1859431" y="669130"/>
                </a:cubicBezTo>
                <a:cubicBezTo>
                  <a:pt x="1856312" y="671797"/>
                  <a:pt x="1854624" y="675772"/>
                  <a:pt x="1854871" y="679867"/>
                </a:cubicBezTo>
                <a:cubicBezTo>
                  <a:pt x="1854863" y="683104"/>
                  <a:pt x="1856685" y="686065"/>
                  <a:pt x="1859578" y="687515"/>
                </a:cubicBezTo>
                <a:cubicBezTo>
                  <a:pt x="1865961" y="690435"/>
                  <a:pt x="1872680" y="692560"/>
                  <a:pt x="1879581" y="693840"/>
                </a:cubicBezTo>
                <a:cubicBezTo>
                  <a:pt x="1890211" y="695709"/>
                  <a:pt x="1900274" y="699986"/>
                  <a:pt x="1908998" y="706342"/>
                </a:cubicBezTo>
                <a:cubicBezTo>
                  <a:pt x="1914453" y="712446"/>
                  <a:pt x="1917118" y="720549"/>
                  <a:pt x="1916352" y="728699"/>
                </a:cubicBezTo>
                <a:cubicBezTo>
                  <a:pt x="1916871" y="738265"/>
                  <a:pt x="1912700" y="747484"/>
                  <a:pt x="1905173" y="753409"/>
                </a:cubicBezTo>
                <a:cubicBezTo>
                  <a:pt x="1896383" y="759876"/>
                  <a:pt x="1885625" y="763099"/>
                  <a:pt x="1874728" y="762529"/>
                </a:cubicBezTo>
                <a:cubicBezTo>
                  <a:pt x="1864059" y="763037"/>
                  <a:pt x="1853580" y="759578"/>
                  <a:pt x="1845311" y="752820"/>
                </a:cubicBezTo>
                <a:cubicBezTo>
                  <a:pt x="1837813" y="745646"/>
                  <a:pt x="1833608" y="735694"/>
                  <a:pt x="1833691" y="725315"/>
                </a:cubicBezTo>
                <a:lnTo>
                  <a:pt x="1854136" y="725317"/>
                </a:lnTo>
                <a:cubicBezTo>
                  <a:pt x="1854028" y="730470"/>
                  <a:pt x="1856176" y="735413"/>
                  <a:pt x="1860019" y="738849"/>
                </a:cubicBezTo>
                <a:cubicBezTo>
                  <a:pt x="1864243" y="742048"/>
                  <a:pt x="1869431" y="743708"/>
                  <a:pt x="1874728" y="743555"/>
                </a:cubicBezTo>
                <a:cubicBezTo>
                  <a:pt x="1880245" y="743849"/>
                  <a:pt x="1885739" y="742627"/>
                  <a:pt x="1890613" y="740025"/>
                </a:cubicBezTo>
                <a:cubicBezTo>
                  <a:pt x="1894160" y="738012"/>
                  <a:pt x="1896351" y="734249"/>
                  <a:pt x="1896349" y="730170"/>
                </a:cubicBezTo>
                <a:cubicBezTo>
                  <a:pt x="1896587" y="726591"/>
                  <a:pt x="1895046" y="723126"/>
                  <a:pt x="1892231" y="720904"/>
                </a:cubicBezTo>
                <a:cubicBezTo>
                  <a:pt x="1886868" y="717953"/>
                  <a:pt x="1881053" y="715914"/>
                  <a:pt x="1875021" y="714874"/>
                </a:cubicBezTo>
                <a:cubicBezTo>
                  <a:pt x="1863528" y="712919"/>
                  <a:pt x="1852563" y="708612"/>
                  <a:pt x="1842811" y="702224"/>
                </a:cubicBezTo>
                <a:cubicBezTo>
                  <a:pt x="1837081" y="696791"/>
                  <a:pt x="1834108" y="689063"/>
                  <a:pt x="1834721" y="681192"/>
                </a:cubicBezTo>
                <a:cubicBezTo>
                  <a:pt x="1834233" y="671516"/>
                  <a:pt x="1838186" y="662147"/>
                  <a:pt x="1845458" y="655745"/>
                </a:cubicBezTo>
                <a:cubicBezTo>
                  <a:pt x="1853701" y="648965"/>
                  <a:pt x="1864227" y="645597"/>
                  <a:pt x="1874874" y="646332"/>
                </a:cubicBezTo>
                <a:close/>
                <a:moveTo>
                  <a:pt x="1565835" y="645928"/>
                </a:moveTo>
                <a:cubicBezTo>
                  <a:pt x="1577800" y="644877"/>
                  <a:pt x="1590139" y="648078"/>
                  <a:pt x="1600418" y="655746"/>
                </a:cubicBezTo>
                <a:cubicBezTo>
                  <a:pt x="1608514" y="662532"/>
                  <a:pt x="1613547" y="672282"/>
                  <a:pt x="1614391" y="682810"/>
                </a:cubicBezTo>
                <a:lnTo>
                  <a:pt x="1593211" y="682810"/>
                </a:lnTo>
                <a:cubicBezTo>
                  <a:pt x="1592611" y="677799"/>
                  <a:pt x="1589945" y="673267"/>
                  <a:pt x="1585857" y="670308"/>
                </a:cubicBezTo>
                <a:cubicBezTo>
                  <a:pt x="1581780" y="666766"/>
                  <a:pt x="1576550" y="664831"/>
                  <a:pt x="1571148" y="664865"/>
                </a:cubicBezTo>
                <a:cubicBezTo>
                  <a:pt x="1562688" y="664531"/>
                  <a:pt x="1554602" y="668381"/>
                  <a:pt x="1549528" y="675161"/>
                </a:cubicBezTo>
                <a:cubicBezTo>
                  <a:pt x="1543784" y="683850"/>
                  <a:pt x="1541046" y="694184"/>
                  <a:pt x="1541732" y="704578"/>
                </a:cubicBezTo>
                <a:cubicBezTo>
                  <a:pt x="1541046" y="714654"/>
                  <a:pt x="1543680" y="724677"/>
                  <a:pt x="1549233" y="733111"/>
                </a:cubicBezTo>
                <a:cubicBezTo>
                  <a:pt x="1554511" y="739753"/>
                  <a:pt x="1562678" y="743426"/>
                  <a:pt x="1571148" y="742966"/>
                </a:cubicBezTo>
                <a:cubicBezTo>
                  <a:pt x="1578902" y="743185"/>
                  <a:pt x="1586185" y="739263"/>
                  <a:pt x="1590270" y="732671"/>
                </a:cubicBezTo>
                <a:cubicBezTo>
                  <a:pt x="1592918" y="728527"/>
                  <a:pt x="1594810" y="723945"/>
                  <a:pt x="1595858" y="719139"/>
                </a:cubicBezTo>
                <a:lnTo>
                  <a:pt x="1572032" y="719139"/>
                </a:lnTo>
                <a:lnTo>
                  <a:pt x="1572032" y="700165"/>
                </a:lnTo>
                <a:lnTo>
                  <a:pt x="1614980" y="700165"/>
                </a:lnTo>
                <a:lnTo>
                  <a:pt x="1614980" y="758998"/>
                </a:lnTo>
                <a:lnTo>
                  <a:pt x="1600271" y="758998"/>
                </a:lnTo>
                <a:lnTo>
                  <a:pt x="1598211" y="744289"/>
                </a:lnTo>
                <a:lnTo>
                  <a:pt x="1597036" y="746054"/>
                </a:lnTo>
                <a:cubicBezTo>
                  <a:pt x="1590664" y="756073"/>
                  <a:pt x="1579487" y="761996"/>
                  <a:pt x="1567620" y="761646"/>
                </a:cubicBezTo>
                <a:lnTo>
                  <a:pt x="1568648" y="761939"/>
                </a:lnTo>
                <a:cubicBezTo>
                  <a:pt x="1555163" y="762390"/>
                  <a:pt x="1542214" y="756647"/>
                  <a:pt x="1533495" y="746349"/>
                </a:cubicBezTo>
                <a:cubicBezTo>
                  <a:pt x="1515854" y="720864"/>
                  <a:pt x="1515854" y="687115"/>
                  <a:pt x="1533495" y="661630"/>
                </a:cubicBezTo>
                <a:cubicBezTo>
                  <a:pt x="1542280" y="652285"/>
                  <a:pt x="1553871" y="646980"/>
                  <a:pt x="1565835" y="645928"/>
                </a:cubicBezTo>
                <a:close/>
                <a:moveTo>
                  <a:pt x="692865" y="645867"/>
                </a:moveTo>
                <a:lnTo>
                  <a:pt x="690208" y="648862"/>
                </a:lnTo>
                <a:lnTo>
                  <a:pt x="687508" y="651815"/>
                </a:lnTo>
                <a:lnTo>
                  <a:pt x="699110" y="662278"/>
                </a:lnTo>
                <a:lnTo>
                  <a:pt x="689111" y="673416"/>
                </a:lnTo>
                <a:lnTo>
                  <a:pt x="677509" y="662953"/>
                </a:lnTo>
                <a:lnTo>
                  <a:pt x="674809" y="665949"/>
                </a:lnTo>
                <a:lnTo>
                  <a:pt x="672151" y="668902"/>
                </a:lnTo>
                <a:lnTo>
                  <a:pt x="703033" y="696873"/>
                </a:lnTo>
                <a:lnTo>
                  <a:pt x="705691" y="693878"/>
                </a:lnTo>
                <a:lnTo>
                  <a:pt x="708391" y="690924"/>
                </a:lnTo>
                <a:lnTo>
                  <a:pt x="694342" y="678268"/>
                </a:lnTo>
                <a:lnTo>
                  <a:pt x="704383" y="667130"/>
                </a:lnTo>
                <a:lnTo>
                  <a:pt x="718390" y="679786"/>
                </a:lnTo>
                <a:lnTo>
                  <a:pt x="721090" y="676791"/>
                </a:lnTo>
                <a:lnTo>
                  <a:pt x="723832" y="673753"/>
                </a:lnTo>
                <a:close/>
                <a:moveTo>
                  <a:pt x="427625" y="625026"/>
                </a:moveTo>
                <a:cubicBezTo>
                  <a:pt x="428549" y="626397"/>
                  <a:pt x="429579" y="627697"/>
                  <a:pt x="430705" y="628908"/>
                </a:cubicBezTo>
                <a:cubicBezTo>
                  <a:pt x="432013" y="630215"/>
                  <a:pt x="433953" y="631397"/>
                  <a:pt x="434080" y="632156"/>
                </a:cubicBezTo>
                <a:cubicBezTo>
                  <a:pt x="434207" y="632916"/>
                  <a:pt x="433152" y="633169"/>
                  <a:pt x="433152" y="633169"/>
                </a:cubicBezTo>
                <a:lnTo>
                  <a:pt x="433152" y="659157"/>
                </a:lnTo>
                <a:cubicBezTo>
                  <a:pt x="433152" y="659157"/>
                  <a:pt x="443024" y="658988"/>
                  <a:pt x="446231" y="661435"/>
                </a:cubicBezTo>
                <a:cubicBezTo>
                  <a:pt x="449437" y="663882"/>
                  <a:pt x="454964" y="665949"/>
                  <a:pt x="456398" y="667637"/>
                </a:cubicBezTo>
                <a:cubicBezTo>
                  <a:pt x="457832" y="669324"/>
                  <a:pt x="463823" y="669704"/>
                  <a:pt x="466270" y="670379"/>
                </a:cubicBezTo>
                <a:cubicBezTo>
                  <a:pt x="468717" y="671054"/>
                  <a:pt x="469898" y="674218"/>
                  <a:pt x="471291" y="675273"/>
                </a:cubicBezTo>
                <a:cubicBezTo>
                  <a:pt x="472683" y="676328"/>
                  <a:pt x="474834" y="675146"/>
                  <a:pt x="476902" y="675779"/>
                </a:cubicBezTo>
                <a:cubicBezTo>
                  <a:pt x="478969" y="676412"/>
                  <a:pt x="482470" y="680547"/>
                  <a:pt x="484749" y="681643"/>
                </a:cubicBezTo>
                <a:cubicBezTo>
                  <a:pt x="487027" y="682740"/>
                  <a:pt x="489812" y="682951"/>
                  <a:pt x="490824" y="685398"/>
                </a:cubicBezTo>
                <a:cubicBezTo>
                  <a:pt x="491836" y="687845"/>
                  <a:pt x="491246" y="689195"/>
                  <a:pt x="493861" y="689195"/>
                </a:cubicBezTo>
                <a:cubicBezTo>
                  <a:pt x="495988" y="689107"/>
                  <a:pt x="498047" y="689934"/>
                  <a:pt x="499515" y="691473"/>
                </a:cubicBezTo>
                <a:cubicBezTo>
                  <a:pt x="500401" y="692233"/>
                  <a:pt x="503269" y="691305"/>
                  <a:pt x="505927" y="692233"/>
                </a:cubicBezTo>
                <a:cubicBezTo>
                  <a:pt x="507277" y="692613"/>
                  <a:pt x="511665" y="694849"/>
                  <a:pt x="514365" y="695608"/>
                </a:cubicBezTo>
                <a:cubicBezTo>
                  <a:pt x="518647" y="697452"/>
                  <a:pt x="522735" y="699730"/>
                  <a:pt x="526558" y="702400"/>
                </a:cubicBezTo>
                <a:cubicBezTo>
                  <a:pt x="534561" y="702949"/>
                  <a:pt x="542488" y="704290"/>
                  <a:pt x="550226" y="706408"/>
                </a:cubicBezTo>
                <a:lnTo>
                  <a:pt x="308273" y="706661"/>
                </a:lnTo>
                <a:cubicBezTo>
                  <a:pt x="308273" y="706661"/>
                  <a:pt x="316078" y="705100"/>
                  <a:pt x="337173" y="703286"/>
                </a:cubicBezTo>
                <a:cubicBezTo>
                  <a:pt x="340890" y="700194"/>
                  <a:pt x="345197" y="697882"/>
                  <a:pt x="349829" y="696494"/>
                </a:cubicBezTo>
                <a:cubicBezTo>
                  <a:pt x="351348" y="696367"/>
                  <a:pt x="356031" y="690967"/>
                  <a:pt x="356622" y="690081"/>
                </a:cubicBezTo>
                <a:cubicBezTo>
                  <a:pt x="357212" y="689195"/>
                  <a:pt x="362275" y="689870"/>
                  <a:pt x="363414" y="686664"/>
                </a:cubicBezTo>
                <a:cubicBezTo>
                  <a:pt x="364553" y="683458"/>
                  <a:pt x="367717" y="683879"/>
                  <a:pt x="369489" y="683247"/>
                </a:cubicBezTo>
                <a:cubicBezTo>
                  <a:pt x="371261" y="682614"/>
                  <a:pt x="371514" y="678142"/>
                  <a:pt x="374763" y="676454"/>
                </a:cubicBezTo>
                <a:cubicBezTo>
                  <a:pt x="376239" y="675695"/>
                  <a:pt x="379994" y="674471"/>
                  <a:pt x="382694" y="673417"/>
                </a:cubicBezTo>
                <a:cubicBezTo>
                  <a:pt x="385394" y="672362"/>
                  <a:pt x="388263" y="668438"/>
                  <a:pt x="390246" y="668143"/>
                </a:cubicBezTo>
                <a:cubicBezTo>
                  <a:pt x="393676" y="667974"/>
                  <a:pt x="397030" y="667067"/>
                  <a:pt x="400076" y="665485"/>
                </a:cubicBezTo>
                <a:cubicBezTo>
                  <a:pt x="402945" y="663545"/>
                  <a:pt x="406278" y="661646"/>
                  <a:pt x="408767" y="660212"/>
                </a:cubicBezTo>
                <a:cubicBezTo>
                  <a:pt x="411256" y="658777"/>
                  <a:pt x="422563" y="659537"/>
                  <a:pt x="422563" y="659537"/>
                </a:cubicBezTo>
                <a:lnTo>
                  <a:pt x="422563" y="633717"/>
                </a:lnTo>
                <a:lnTo>
                  <a:pt x="421297" y="632536"/>
                </a:lnTo>
                <a:cubicBezTo>
                  <a:pt x="420748" y="632030"/>
                  <a:pt x="423069" y="630469"/>
                  <a:pt x="424630" y="628908"/>
                </a:cubicBezTo>
                <a:cubicBezTo>
                  <a:pt x="425761" y="627722"/>
                  <a:pt x="426765" y="626423"/>
                  <a:pt x="427625" y="625026"/>
                </a:cubicBezTo>
                <a:close/>
                <a:moveTo>
                  <a:pt x="718348" y="611019"/>
                </a:moveTo>
                <a:lnTo>
                  <a:pt x="716196" y="614099"/>
                </a:lnTo>
                <a:lnTo>
                  <a:pt x="714044" y="617178"/>
                </a:lnTo>
                <a:lnTo>
                  <a:pt x="738007" y="634054"/>
                </a:lnTo>
                <a:lnTo>
                  <a:pt x="705227" y="629835"/>
                </a:lnTo>
                <a:lnTo>
                  <a:pt x="702822" y="633295"/>
                </a:lnTo>
                <a:lnTo>
                  <a:pt x="700417" y="636712"/>
                </a:lnTo>
                <a:lnTo>
                  <a:pt x="734548" y="660633"/>
                </a:lnTo>
                <a:lnTo>
                  <a:pt x="736700" y="657553"/>
                </a:lnTo>
                <a:lnTo>
                  <a:pt x="738809" y="654473"/>
                </a:lnTo>
                <a:lnTo>
                  <a:pt x="714213" y="637260"/>
                </a:lnTo>
                <a:lnTo>
                  <a:pt x="747964" y="641479"/>
                </a:lnTo>
                <a:lnTo>
                  <a:pt x="750285" y="638188"/>
                </a:lnTo>
                <a:lnTo>
                  <a:pt x="752478" y="634940"/>
                </a:lnTo>
                <a:close/>
                <a:moveTo>
                  <a:pt x="129688" y="607349"/>
                </a:moveTo>
                <a:cubicBezTo>
                  <a:pt x="117956" y="606897"/>
                  <a:pt x="107181" y="613799"/>
                  <a:pt x="102688" y="624646"/>
                </a:cubicBezTo>
                <a:cubicBezTo>
                  <a:pt x="101207" y="629514"/>
                  <a:pt x="102063" y="634796"/>
                  <a:pt x="105008" y="638948"/>
                </a:cubicBezTo>
                <a:cubicBezTo>
                  <a:pt x="107341" y="642711"/>
                  <a:pt x="111467" y="644981"/>
                  <a:pt x="115893" y="644939"/>
                </a:cubicBezTo>
                <a:lnTo>
                  <a:pt x="116694" y="644939"/>
                </a:lnTo>
                <a:lnTo>
                  <a:pt x="112475" y="648525"/>
                </a:lnTo>
                <a:lnTo>
                  <a:pt x="115386" y="653039"/>
                </a:lnTo>
                <a:lnTo>
                  <a:pt x="134245" y="640804"/>
                </a:lnTo>
                <a:lnTo>
                  <a:pt x="125512" y="627304"/>
                </a:lnTo>
                <a:lnTo>
                  <a:pt x="119479" y="631227"/>
                </a:lnTo>
                <a:lnTo>
                  <a:pt x="124162" y="638948"/>
                </a:lnTo>
                <a:cubicBezTo>
                  <a:pt x="122428" y="639627"/>
                  <a:pt x="120584" y="639986"/>
                  <a:pt x="118719" y="640003"/>
                </a:cubicBezTo>
                <a:cubicBezTo>
                  <a:pt x="115804" y="640007"/>
                  <a:pt x="113091" y="638509"/>
                  <a:pt x="111547" y="636037"/>
                </a:cubicBezTo>
                <a:cubicBezTo>
                  <a:pt x="109628" y="633455"/>
                  <a:pt x="109109" y="630092"/>
                  <a:pt x="110155" y="627051"/>
                </a:cubicBezTo>
                <a:cubicBezTo>
                  <a:pt x="111686" y="623557"/>
                  <a:pt x="114327" y="620667"/>
                  <a:pt x="117665" y="618824"/>
                </a:cubicBezTo>
                <a:cubicBezTo>
                  <a:pt x="120770" y="616541"/>
                  <a:pt x="124529" y="615326"/>
                  <a:pt x="128380" y="615364"/>
                </a:cubicBezTo>
                <a:cubicBezTo>
                  <a:pt x="131599" y="615525"/>
                  <a:pt x="134519" y="617305"/>
                  <a:pt x="136143" y="620090"/>
                </a:cubicBezTo>
                <a:cubicBezTo>
                  <a:pt x="137240" y="621790"/>
                  <a:pt x="137687" y="623823"/>
                  <a:pt x="137409" y="625827"/>
                </a:cubicBezTo>
                <a:cubicBezTo>
                  <a:pt x="137295" y="627747"/>
                  <a:pt x="136413" y="629540"/>
                  <a:pt x="134962" y="630805"/>
                </a:cubicBezTo>
                <a:lnTo>
                  <a:pt x="139687" y="637513"/>
                </a:lnTo>
                <a:cubicBezTo>
                  <a:pt x="142830" y="635054"/>
                  <a:pt x="144889" y="631468"/>
                  <a:pt x="145425" y="627515"/>
                </a:cubicBezTo>
                <a:cubicBezTo>
                  <a:pt x="145838" y="623363"/>
                  <a:pt x="144746" y="619199"/>
                  <a:pt x="142345" y="615786"/>
                </a:cubicBezTo>
                <a:cubicBezTo>
                  <a:pt x="139674" y="611150"/>
                  <a:pt x="134991" y="608032"/>
                  <a:pt x="129688" y="607349"/>
                </a:cubicBezTo>
                <a:close/>
                <a:moveTo>
                  <a:pt x="745053" y="583090"/>
                </a:moveTo>
                <a:cubicBezTo>
                  <a:pt x="748854" y="582854"/>
                  <a:pt x="752634" y="583782"/>
                  <a:pt x="755895" y="585748"/>
                </a:cubicBezTo>
                <a:cubicBezTo>
                  <a:pt x="759401" y="587204"/>
                  <a:pt x="762346" y="589748"/>
                  <a:pt x="764291" y="593005"/>
                </a:cubicBezTo>
                <a:cubicBezTo>
                  <a:pt x="764645" y="593781"/>
                  <a:pt x="764898" y="594604"/>
                  <a:pt x="765038" y="595443"/>
                </a:cubicBezTo>
                <a:cubicBezTo>
                  <a:pt x="765907" y="600687"/>
                  <a:pt x="762359" y="605636"/>
                  <a:pt x="757119" y="606505"/>
                </a:cubicBezTo>
                <a:cubicBezTo>
                  <a:pt x="753385" y="606792"/>
                  <a:pt x="749651" y="605906"/>
                  <a:pt x="746445" y="603974"/>
                </a:cubicBezTo>
                <a:cubicBezTo>
                  <a:pt x="742922" y="602404"/>
                  <a:pt x="739977" y="599780"/>
                  <a:pt x="738007" y="596464"/>
                </a:cubicBezTo>
                <a:cubicBezTo>
                  <a:pt x="736573" y="593836"/>
                  <a:pt x="736573" y="590655"/>
                  <a:pt x="738007" y="588026"/>
                </a:cubicBezTo>
                <a:cubicBezTo>
                  <a:pt x="739353" y="585280"/>
                  <a:pt x="742011" y="583415"/>
                  <a:pt x="745053" y="583090"/>
                </a:cubicBezTo>
                <a:close/>
                <a:moveTo>
                  <a:pt x="743197" y="575581"/>
                </a:moveTo>
                <a:cubicBezTo>
                  <a:pt x="742577" y="575732"/>
                  <a:pt x="741965" y="575922"/>
                  <a:pt x="741366" y="576137"/>
                </a:cubicBezTo>
                <a:cubicBezTo>
                  <a:pt x="731970" y="579555"/>
                  <a:pt x="727123" y="589937"/>
                  <a:pt x="730540" y="599333"/>
                </a:cubicBezTo>
                <a:cubicBezTo>
                  <a:pt x="732983" y="604610"/>
                  <a:pt x="737210" y="608855"/>
                  <a:pt x="742479" y="611314"/>
                </a:cubicBezTo>
                <a:cubicBezTo>
                  <a:pt x="747390" y="614263"/>
                  <a:pt x="753204" y="615343"/>
                  <a:pt x="758849" y="614352"/>
                </a:cubicBezTo>
                <a:cubicBezTo>
                  <a:pt x="763874" y="613272"/>
                  <a:pt x="768113" y="609922"/>
                  <a:pt x="770324" y="605281"/>
                </a:cubicBezTo>
                <a:lnTo>
                  <a:pt x="770240" y="605197"/>
                </a:lnTo>
                <a:cubicBezTo>
                  <a:pt x="772847" y="600788"/>
                  <a:pt x="773315" y="595434"/>
                  <a:pt x="771505" y="590642"/>
                </a:cubicBezTo>
                <a:cubicBezTo>
                  <a:pt x="769172" y="585406"/>
                  <a:pt x="765021" y="581192"/>
                  <a:pt x="759819" y="578787"/>
                </a:cubicBezTo>
                <a:cubicBezTo>
                  <a:pt x="754837" y="575770"/>
                  <a:pt x="748943" y="574635"/>
                  <a:pt x="743197" y="575581"/>
                </a:cubicBezTo>
                <a:close/>
                <a:moveTo>
                  <a:pt x="112560" y="562375"/>
                </a:moveTo>
                <a:lnTo>
                  <a:pt x="74801" y="580010"/>
                </a:lnTo>
                <a:lnTo>
                  <a:pt x="76362" y="583385"/>
                </a:lnTo>
                <a:lnTo>
                  <a:pt x="77965" y="586760"/>
                </a:lnTo>
                <a:lnTo>
                  <a:pt x="105177" y="574104"/>
                </a:lnTo>
                <a:lnTo>
                  <a:pt x="84631" y="601147"/>
                </a:lnTo>
                <a:lnTo>
                  <a:pt x="86318" y="604733"/>
                </a:lnTo>
                <a:lnTo>
                  <a:pt x="88006" y="608277"/>
                </a:lnTo>
                <a:lnTo>
                  <a:pt x="125765" y="590684"/>
                </a:lnTo>
                <a:lnTo>
                  <a:pt x="124162" y="587267"/>
                </a:lnTo>
                <a:lnTo>
                  <a:pt x="122601" y="583892"/>
                </a:lnTo>
                <a:lnTo>
                  <a:pt x="96106" y="596253"/>
                </a:lnTo>
                <a:lnTo>
                  <a:pt x="116104" y="570012"/>
                </a:lnTo>
                <a:lnTo>
                  <a:pt x="114332" y="566215"/>
                </a:lnTo>
                <a:close/>
                <a:moveTo>
                  <a:pt x="786440" y="545289"/>
                </a:moveTo>
                <a:lnTo>
                  <a:pt x="779605" y="563093"/>
                </a:lnTo>
                <a:lnTo>
                  <a:pt x="747627" y="550816"/>
                </a:lnTo>
                <a:lnTo>
                  <a:pt x="746192" y="554571"/>
                </a:lnTo>
                <a:lnTo>
                  <a:pt x="744758" y="558283"/>
                </a:lnTo>
                <a:lnTo>
                  <a:pt x="783740" y="573260"/>
                </a:lnTo>
                <a:lnTo>
                  <a:pt x="793359" y="547947"/>
                </a:lnTo>
                <a:lnTo>
                  <a:pt x="789900" y="546639"/>
                </a:lnTo>
                <a:close/>
                <a:moveTo>
                  <a:pt x="105219" y="543855"/>
                </a:moveTo>
                <a:lnTo>
                  <a:pt x="66321" y="558789"/>
                </a:lnTo>
                <a:lnTo>
                  <a:pt x="67755" y="562544"/>
                </a:lnTo>
                <a:lnTo>
                  <a:pt x="69190" y="566257"/>
                </a:lnTo>
                <a:lnTo>
                  <a:pt x="108088" y="551322"/>
                </a:lnTo>
                <a:lnTo>
                  <a:pt x="106653" y="547609"/>
                </a:lnTo>
                <a:close/>
                <a:moveTo>
                  <a:pt x="69569" y="515462"/>
                </a:moveTo>
                <a:lnTo>
                  <a:pt x="67165" y="516094"/>
                </a:lnTo>
                <a:cubicBezTo>
                  <a:pt x="63266" y="516698"/>
                  <a:pt x="59723" y="518710"/>
                  <a:pt x="57208" y="521748"/>
                </a:cubicBezTo>
                <a:cubicBezTo>
                  <a:pt x="55390" y="524811"/>
                  <a:pt x="55035" y="528523"/>
                  <a:pt x="56238" y="531873"/>
                </a:cubicBezTo>
                <a:cubicBezTo>
                  <a:pt x="56879" y="535210"/>
                  <a:pt x="58883" y="538130"/>
                  <a:pt x="61765" y="539931"/>
                </a:cubicBezTo>
                <a:lnTo>
                  <a:pt x="61765" y="539847"/>
                </a:lnTo>
                <a:cubicBezTo>
                  <a:pt x="64903" y="541399"/>
                  <a:pt x="68532" y="541644"/>
                  <a:pt x="71848" y="540522"/>
                </a:cubicBezTo>
                <a:lnTo>
                  <a:pt x="100789" y="532759"/>
                </a:lnTo>
                <a:lnTo>
                  <a:pt x="99734" y="528878"/>
                </a:lnTo>
                <a:lnTo>
                  <a:pt x="98722" y="525038"/>
                </a:lnTo>
                <a:lnTo>
                  <a:pt x="69780" y="532801"/>
                </a:lnTo>
                <a:cubicBezTo>
                  <a:pt x="68312" y="533265"/>
                  <a:pt x="66734" y="533265"/>
                  <a:pt x="65266" y="532801"/>
                </a:cubicBezTo>
                <a:cubicBezTo>
                  <a:pt x="65118" y="532713"/>
                  <a:pt x="64975" y="532611"/>
                  <a:pt x="64836" y="532506"/>
                </a:cubicBezTo>
                <a:cubicBezTo>
                  <a:pt x="62764" y="530920"/>
                  <a:pt x="62372" y="527954"/>
                  <a:pt x="63958" y="525882"/>
                </a:cubicBezTo>
                <a:cubicBezTo>
                  <a:pt x="65418" y="524612"/>
                  <a:pt x="67198" y="523769"/>
                  <a:pt x="69105" y="523435"/>
                </a:cubicBezTo>
                <a:lnTo>
                  <a:pt x="71510" y="522802"/>
                </a:lnTo>
                <a:close/>
                <a:moveTo>
                  <a:pt x="1640278" y="506603"/>
                </a:moveTo>
                <a:lnTo>
                  <a:pt x="1640130" y="506898"/>
                </a:lnTo>
                <a:lnTo>
                  <a:pt x="1640155" y="506738"/>
                </a:lnTo>
                <a:close/>
                <a:moveTo>
                  <a:pt x="773235" y="502046"/>
                </a:moveTo>
                <a:cubicBezTo>
                  <a:pt x="776876" y="500916"/>
                  <a:pt x="780774" y="500916"/>
                  <a:pt x="784415" y="502046"/>
                </a:cubicBezTo>
                <a:cubicBezTo>
                  <a:pt x="788098" y="502747"/>
                  <a:pt x="791460" y="504594"/>
                  <a:pt x="794034" y="507320"/>
                </a:cubicBezTo>
                <a:cubicBezTo>
                  <a:pt x="794565" y="507986"/>
                  <a:pt x="795008" y="508725"/>
                  <a:pt x="795350" y="509509"/>
                </a:cubicBezTo>
                <a:cubicBezTo>
                  <a:pt x="797468" y="514403"/>
                  <a:pt x="795219" y="520095"/>
                  <a:pt x="790321" y="522213"/>
                </a:cubicBezTo>
                <a:cubicBezTo>
                  <a:pt x="786752" y="523347"/>
                  <a:pt x="782921" y="523347"/>
                  <a:pt x="779352" y="522213"/>
                </a:cubicBezTo>
                <a:cubicBezTo>
                  <a:pt x="775606" y="521500"/>
                  <a:pt x="772172" y="519643"/>
                  <a:pt x="769522" y="516897"/>
                </a:cubicBezTo>
                <a:cubicBezTo>
                  <a:pt x="768877" y="516129"/>
                  <a:pt x="768358" y="515268"/>
                  <a:pt x="767986" y="514336"/>
                </a:cubicBezTo>
                <a:cubicBezTo>
                  <a:pt x="766042" y="509493"/>
                  <a:pt x="768391" y="503991"/>
                  <a:pt x="773235" y="502046"/>
                </a:cubicBezTo>
                <a:close/>
                <a:moveTo>
                  <a:pt x="786271" y="494283"/>
                </a:moveTo>
                <a:cubicBezTo>
                  <a:pt x="780715" y="492574"/>
                  <a:pt x="774733" y="492903"/>
                  <a:pt x="769396" y="495211"/>
                </a:cubicBezTo>
                <a:cubicBezTo>
                  <a:pt x="768826" y="495515"/>
                  <a:pt x="768270" y="495848"/>
                  <a:pt x="767734" y="496211"/>
                </a:cubicBezTo>
                <a:cubicBezTo>
                  <a:pt x="759473" y="501797"/>
                  <a:pt x="757309" y="513023"/>
                  <a:pt x="762899" y="521284"/>
                </a:cubicBezTo>
                <a:cubicBezTo>
                  <a:pt x="766561" y="525815"/>
                  <a:pt x="771699" y="528920"/>
                  <a:pt x="777412" y="530059"/>
                </a:cubicBezTo>
                <a:cubicBezTo>
                  <a:pt x="782896" y="531730"/>
                  <a:pt x="788794" y="531371"/>
                  <a:pt x="794034" y="529046"/>
                </a:cubicBezTo>
                <a:cubicBezTo>
                  <a:pt x="798612" y="526734"/>
                  <a:pt x="801885" y="522465"/>
                  <a:pt x="802936" y="517445"/>
                </a:cubicBezTo>
                <a:cubicBezTo>
                  <a:pt x="804408" y="512504"/>
                  <a:pt x="803506" y="507155"/>
                  <a:pt x="800489" y="502974"/>
                </a:cubicBezTo>
                <a:cubicBezTo>
                  <a:pt x="796958" y="498451"/>
                  <a:pt x="791908" y="495359"/>
                  <a:pt x="786271" y="494283"/>
                </a:cubicBezTo>
                <a:close/>
                <a:moveTo>
                  <a:pt x="90833" y="491541"/>
                </a:moveTo>
                <a:lnTo>
                  <a:pt x="49952" y="499514"/>
                </a:lnTo>
                <a:lnTo>
                  <a:pt x="50711" y="503438"/>
                </a:lnTo>
                <a:lnTo>
                  <a:pt x="51470" y="507361"/>
                </a:lnTo>
                <a:lnTo>
                  <a:pt x="92351" y="499430"/>
                </a:lnTo>
                <a:lnTo>
                  <a:pt x="91592" y="495464"/>
                </a:lnTo>
                <a:close/>
                <a:moveTo>
                  <a:pt x="179597" y="491119"/>
                </a:moveTo>
                <a:cubicBezTo>
                  <a:pt x="195237" y="494946"/>
                  <a:pt x="211171" y="497473"/>
                  <a:pt x="227228" y="498671"/>
                </a:cubicBezTo>
                <a:cubicBezTo>
                  <a:pt x="258026" y="499895"/>
                  <a:pt x="301649" y="497279"/>
                  <a:pt x="341560" y="497743"/>
                </a:cubicBezTo>
                <a:cubicBezTo>
                  <a:pt x="347930" y="498924"/>
                  <a:pt x="353668" y="499895"/>
                  <a:pt x="358140" y="500443"/>
                </a:cubicBezTo>
                <a:cubicBezTo>
                  <a:pt x="368856" y="501920"/>
                  <a:pt x="386702" y="503818"/>
                  <a:pt x="394549" y="504662"/>
                </a:cubicBezTo>
                <a:lnTo>
                  <a:pt x="383369" y="549846"/>
                </a:lnTo>
                <a:lnTo>
                  <a:pt x="428131" y="557440"/>
                </a:lnTo>
                <a:lnTo>
                  <a:pt x="472851" y="549846"/>
                </a:lnTo>
                <a:lnTo>
                  <a:pt x="461671" y="504704"/>
                </a:lnTo>
                <a:cubicBezTo>
                  <a:pt x="469518" y="503776"/>
                  <a:pt x="487364" y="501878"/>
                  <a:pt x="498080" y="500485"/>
                </a:cubicBezTo>
                <a:cubicBezTo>
                  <a:pt x="502552" y="499937"/>
                  <a:pt x="508290" y="498966"/>
                  <a:pt x="514702" y="497785"/>
                </a:cubicBezTo>
                <a:cubicBezTo>
                  <a:pt x="554613" y="497321"/>
                  <a:pt x="598194" y="499937"/>
                  <a:pt x="629034" y="498713"/>
                </a:cubicBezTo>
                <a:lnTo>
                  <a:pt x="629203" y="498671"/>
                </a:lnTo>
                <a:cubicBezTo>
                  <a:pt x="645247" y="497469"/>
                  <a:pt x="661165" y="494946"/>
                  <a:pt x="676791" y="491119"/>
                </a:cubicBezTo>
                <a:cubicBezTo>
                  <a:pt x="676791" y="491119"/>
                  <a:pt x="662827" y="513564"/>
                  <a:pt x="646837" y="524533"/>
                </a:cubicBezTo>
                <a:cubicBezTo>
                  <a:pt x="585233" y="542341"/>
                  <a:pt x="522001" y="553930"/>
                  <a:pt x="458085" y="559128"/>
                </a:cubicBezTo>
                <a:lnTo>
                  <a:pt x="470193" y="607560"/>
                </a:lnTo>
                <a:lnTo>
                  <a:pt x="428005" y="616673"/>
                </a:lnTo>
                <a:lnTo>
                  <a:pt x="385816" y="607560"/>
                </a:lnTo>
                <a:lnTo>
                  <a:pt x="397924" y="559128"/>
                </a:lnTo>
                <a:cubicBezTo>
                  <a:pt x="334135" y="553905"/>
                  <a:pt x="271033" y="542315"/>
                  <a:pt x="209551" y="524533"/>
                </a:cubicBezTo>
                <a:cubicBezTo>
                  <a:pt x="193562" y="513564"/>
                  <a:pt x="179597" y="491119"/>
                  <a:pt x="179597" y="491119"/>
                </a:cubicBezTo>
                <a:close/>
                <a:moveTo>
                  <a:pt x="1588652" y="467627"/>
                </a:moveTo>
                <a:cubicBezTo>
                  <a:pt x="1599095" y="467627"/>
                  <a:pt x="1599684" y="486012"/>
                  <a:pt x="1603360" y="486012"/>
                </a:cubicBezTo>
                <a:cubicBezTo>
                  <a:pt x="1608728" y="485578"/>
                  <a:pt x="1613992" y="484287"/>
                  <a:pt x="1618950" y="482188"/>
                </a:cubicBezTo>
                <a:cubicBezTo>
                  <a:pt x="1624976" y="481832"/>
                  <a:pt x="1631016" y="481832"/>
                  <a:pt x="1637042" y="482188"/>
                </a:cubicBezTo>
                <a:cubicBezTo>
                  <a:pt x="1639984" y="482188"/>
                  <a:pt x="1643367" y="482777"/>
                  <a:pt x="1643367" y="485130"/>
                </a:cubicBezTo>
                <a:cubicBezTo>
                  <a:pt x="1643960" y="488631"/>
                  <a:pt x="1643446" y="492230"/>
                  <a:pt x="1641895" y="495425"/>
                </a:cubicBezTo>
                <a:lnTo>
                  <a:pt x="1640155" y="506738"/>
                </a:lnTo>
                <a:lnTo>
                  <a:pt x="1632335" y="515282"/>
                </a:lnTo>
                <a:cubicBezTo>
                  <a:pt x="1631159" y="517193"/>
                  <a:pt x="1625422" y="518517"/>
                  <a:pt x="1624245" y="521311"/>
                </a:cubicBezTo>
                <a:cubicBezTo>
                  <a:pt x="1621599" y="527930"/>
                  <a:pt x="1621599" y="533961"/>
                  <a:pt x="1618510" y="537638"/>
                </a:cubicBezTo>
                <a:cubicBezTo>
                  <a:pt x="1615420" y="541315"/>
                  <a:pt x="1611890" y="542345"/>
                  <a:pt x="1607037" y="545433"/>
                </a:cubicBezTo>
                <a:cubicBezTo>
                  <a:pt x="1602184" y="548523"/>
                  <a:pt x="1597035" y="545728"/>
                  <a:pt x="1593800" y="546610"/>
                </a:cubicBezTo>
                <a:cubicBezTo>
                  <a:pt x="1588329" y="549849"/>
                  <a:pt x="1582440" y="552325"/>
                  <a:pt x="1576297" y="553964"/>
                </a:cubicBezTo>
                <a:cubicBezTo>
                  <a:pt x="1565560" y="553964"/>
                  <a:pt x="1555410" y="549110"/>
                  <a:pt x="1555410" y="536756"/>
                </a:cubicBezTo>
                <a:cubicBezTo>
                  <a:pt x="1555410" y="533815"/>
                  <a:pt x="1557617" y="526753"/>
                  <a:pt x="1557617" y="523811"/>
                </a:cubicBezTo>
                <a:cubicBezTo>
                  <a:pt x="1557617" y="520870"/>
                  <a:pt x="1554529" y="516458"/>
                  <a:pt x="1554529" y="513517"/>
                </a:cubicBezTo>
                <a:cubicBezTo>
                  <a:pt x="1554529" y="510575"/>
                  <a:pt x="1559970" y="504985"/>
                  <a:pt x="1560854" y="501455"/>
                </a:cubicBezTo>
                <a:cubicBezTo>
                  <a:pt x="1562588" y="490612"/>
                  <a:pt x="1568304" y="480805"/>
                  <a:pt x="1576885" y="473952"/>
                </a:cubicBezTo>
                <a:cubicBezTo>
                  <a:pt x="1580857" y="471892"/>
                  <a:pt x="1585710" y="467627"/>
                  <a:pt x="1588652" y="467627"/>
                </a:cubicBezTo>
                <a:close/>
                <a:moveTo>
                  <a:pt x="85981" y="452094"/>
                </a:moveTo>
                <a:lnTo>
                  <a:pt x="44636" y="457199"/>
                </a:lnTo>
                <a:lnTo>
                  <a:pt x="48180" y="486225"/>
                </a:lnTo>
                <a:lnTo>
                  <a:pt x="51850" y="485803"/>
                </a:lnTo>
                <a:lnTo>
                  <a:pt x="55521" y="485339"/>
                </a:lnTo>
                <a:lnTo>
                  <a:pt x="52947" y="464245"/>
                </a:lnTo>
                <a:lnTo>
                  <a:pt x="63705" y="462895"/>
                </a:lnTo>
                <a:lnTo>
                  <a:pt x="65983" y="481500"/>
                </a:lnTo>
                <a:lnTo>
                  <a:pt x="69569" y="481078"/>
                </a:lnTo>
                <a:lnTo>
                  <a:pt x="73113" y="480656"/>
                </a:lnTo>
                <a:lnTo>
                  <a:pt x="70835" y="462051"/>
                </a:lnTo>
                <a:lnTo>
                  <a:pt x="79610" y="460954"/>
                </a:lnTo>
                <a:lnTo>
                  <a:pt x="82057" y="480993"/>
                </a:lnTo>
                <a:lnTo>
                  <a:pt x="85770" y="480572"/>
                </a:lnTo>
                <a:lnTo>
                  <a:pt x="89398" y="480108"/>
                </a:lnTo>
                <a:close/>
                <a:moveTo>
                  <a:pt x="783234" y="445049"/>
                </a:moveTo>
                <a:cubicBezTo>
                  <a:pt x="779260" y="444990"/>
                  <a:pt x="775421" y="446508"/>
                  <a:pt x="772560" y="449268"/>
                </a:cubicBezTo>
                <a:cubicBezTo>
                  <a:pt x="766189" y="456503"/>
                  <a:pt x="766189" y="467345"/>
                  <a:pt x="772560" y="474581"/>
                </a:cubicBezTo>
                <a:cubicBezTo>
                  <a:pt x="781530" y="482124"/>
                  <a:pt x="794237" y="483318"/>
                  <a:pt x="804455" y="477576"/>
                </a:cubicBezTo>
                <a:cubicBezTo>
                  <a:pt x="808631" y="474678"/>
                  <a:pt x="811222" y="469999"/>
                  <a:pt x="811458" y="464920"/>
                </a:cubicBezTo>
                <a:cubicBezTo>
                  <a:pt x="811939" y="460515"/>
                  <a:pt x="810083" y="456178"/>
                  <a:pt x="806564" y="453486"/>
                </a:cubicBezTo>
                <a:lnTo>
                  <a:pt x="805931" y="453149"/>
                </a:lnTo>
                <a:lnTo>
                  <a:pt x="811374" y="452811"/>
                </a:lnTo>
                <a:lnTo>
                  <a:pt x="811754" y="447538"/>
                </a:lnTo>
                <a:lnTo>
                  <a:pt x="789351" y="445597"/>
                </a:lnTo>
                <a:lnTo>
                  <a:pt x="787959" y="461587"/>
                </a:lnTo>
                <a:lnTo>
                  <a:pt x="795131" y="462220"/>
                </a:lnTo>
                <a:lnTo>
                  <a:pt x="795891" y="453191"/>
                </a:lnTo>
                <a:cubicBezTo>
                  <a:pt x="797679" y="453723"/>
                  <a:pt x="799350" y="454583"/>
                  <a:pt x="800827" y="455722"/>
                </a:cubicBezTo>
                <a:cubicBezTo>
                  <a:pt x="803130" y="457515"/>
                  <a:pt x="804341" y="460372"/>
                  <a:pt x="804033" y="463274"/>
                </a:cubicBezTo>
                <a:cubicBezTo>
                  <a:pt x="803987" y="466443"/>
                  <a:pt x="802417" y="469396"/>
                  <a:pt x="799814" y="471206"/>
                </a:cubicBezTo>
                <a:cubicBezTo>
                  <a:pt x="796443" y="472999"/>
                  <a:pt x="792579" y="473653"/>
                  <a:pt x="788803" y="473062"/>
                </a:cubicBezTo>
                <a:cubicBezTo>
                  <a:pt x="784947" y="472948"/>
                  <a:pt x="781230" y="471585"/>
                  <a:pt x="778213" y="469181"/>
                </a:cubicBezTo>
                <a:cubicBezTo>
                  <a:pt x="775817" y="467071"/>
                  <a:pt x="774615" y="463911"/>
                  <a:pt x="775007" y="460743"/>
                </a:cubicBezTo>
                <a:cubicBezTo>
                  <a:pt x="775176" y="458709"/>
                  <a:pt x="776074" y="456807"/>
                  <a:pt x="777538" y="455385"/>
                </a:cubicBezTo>
                <a:cubicBezTo>
                  <a:pt x="778829" y="453959"/>
                  <a:pt x="780639" y="453111"/>
                  <a:pt x="782559" y="453022"/>
                </a:cubicBezTo>
                <a:close/>
                <a:moveTo>
                  <a:pt x="206978" y="432097"/>
                </a:moveTo>
                <a:cubicBezTo>
                  <a:pt x="215695" y="433722"/>
                  <a:pt x="224525" y="434679"/>
                  <a:pt x="233389" y="434966"/>
                </a:cubicBezTo>
                <a:cubicBezTo>
                  <a:pt x="239675" y="435219"/>
                  <a:pt x="247437" y="434966"/>
                  <a:pt x="256297" y="434966"/>
                </a:cubicBezTo>
                <a:cubicBezTo>
                  <a:pt x="264186" y="434713"/>
                  <a:pt x="273130" y="434713"/>
                  <a:pt x="282538" y="434713"/>
                </a:cubicBezTo>
                <a:cubicBezTo>
                  <a:pt x="293465" y="434713"/>
                  <a:pt x="307261" y="434840"/>
                  <a:pt x="322153" y="435726"/>
                </a:cubicBezTo>
                <a:cubicBezTo>
                  <a:pt x="336211" y="439923"/>
                  <a:pt x="350509" y="443248"/>
                  <a:pt x="364975" y="445682"/>
                </a:cubicBezTo>
                <a:cubicBezTo>
                  <a:pt x="374995" y="447104"/>
                  <a:pt x="385103" y="447796"/>
                  <a:pt x="395224" y="447749"/>
                </a:cubicBezTo>
                <a:lnTo>
                  <a:pt x="385015" y="491161"/>
                </a:lnTo>
                <a:lnTo>
                  <a:pt x="427204" y="496140"/>
                </a:lnTo>
                <a:lnTo>
                  <a:pt x="427668" y="496140"/>
                </a:lnTo>
                <a:lnTo>
                  <a:pt x="428216" y="496140"/>
                </a:lnTo>
                <a:lnTo>
                  <a:pt x="470700" y="491077"/>
                </a:lnTo>
                <a:lnTo>
                  <a:pt x="460490" y="447665"/>
                </a:lnTo>
                <a:cubicBezTo>
                  <a:pt x="470611" y="447711"/>
                  <a:pt x="480720" y="447020"/>
                  <a:pt x="490740" y="445598"/>
                </a:cubicBezTo>
                <a:cubicBezTo>
                  <a:pt x="505261" y="443214"/>
                  <a:pt x="519618" y="439928"/>
                  <a:pt x="533730" y="435768"/>
                </a:cubicBezTo>
                <a:cubicBezTo>
                  <a:pt x="548623" y="434755"/>
                  <a:pt x="562418" y="434755"/>
                  <a:pt x="573345" y="434755"/>
                </a:cubicBezTo>
                <a:cubicBezTo>
                  <a:pt x="582711" y="434755"/>
                  <a:pt x="591697" y="435008"/>
                  <a:pt x="599587" y="435008"/>
                </a:cubicBezTo>
                <a:cubicBezTo>
                  <a:pt x="608488" y="435008"/>
                  <a:pt x="616251" y="435008"/>
                  <a:pt x="622495" y="435008"/>
                </a:cubicBezTo>
                <a:lnTo>
                  <a:pt x="622495" y="434966"/>
                </a:lnTo>
                <a:cubicBezTo>
                  <a:pt x="631359" y="434679"/>
                  <a:pt x="640189" y="433722"/>
                  <a:pt x="648905" y="432097"/>
                </a:cubicBezTo>
                <a:cubicBezTo>
                  <a:pt x="641750" y="441615"/>
                  <a:pt x="633219" y="450019"/>
                  <a:pt x="623592" y="457031"/>
                </a:cubicBezTo>
                <a:cubicBezTo>
                  <a:pt x="611834" y="463730"/>
                  <a:pt x="599511" y="469375"/>
                  <a:pt x="586761" y="473906"/>
                </a:cubicBezTo>
                <a:cubicBezTo>
                  <a:pt x="557246" y="482433"/>
                  <a:pt x="527216" y="489069"/>
                  <a:pt x="496857" y="493777"/>
                </a:cubicBezTo>
                <a:cubicBezTo>
                  <a:pt x="483019" y="495549"/>
                  <a:pt x="456989" y="498291"/>
                  <a:pt x="456736" y="498291"/>
                </a:cubicBezTo>
                <a:lnTo>
                  <a:pt x="452854" y="498671"/>
                </a:lnTo>
                <a:lnTo>
                  <a:pt x="464119" y="544361"/>
                </a:lnTo>
                <a:lnTo>
                  <a:pt x="427794" y="550521"/>
                </a:lnTo>
                <a:lnTo>
                  <a:pt x="391428" y="544361"/>
                </a:lnTo>
                <a:lnTo>
                  <a:pt x="402734" y="498671"/>
                </a:lnTo>
                <a:lnTo>
                  <a:pt x="398811" y="498291"/>
                </a:lnTo>
                <a:cubicBezTo>
                  <a:pt x="398557" y="498249"/>
                  <a:pt x="372527" y="495549"/>
                  <a:pt x="358689" y="493777"/>
                </a:cubicBezTo>
                <a:cubicBezTo>
                  <a:pt x="328444" y="489048"/>
                  <a:pt x="298528" y="482412"/>
                  <a:pt x="269122" y="473906"/>
                </a:cubicBezTo>
                <a:cubicBezTo>
                  <a:pt x="256373" y="469375"/>
                  <a:pt x="244050" y="463730"/>
                  <a:pt x="232292" y="457031"/>
                </a:cubicBezTo>
                <a:cubicBezTo>
                  <a:pt x="222664" y="450019"/>
                  <a:pt x="214134" y="441615"/>
                  <a:pt x="206978" y="432097"/>
                </a:cubicBezTo>
                <a:close/>
                <a:moveTo>
                  <a:pt x="1784860" y="431444"/>
                </a:moveTo>
                <a:cubicBezTo>
                  <a:pt x="1788685" y="430855"/>
                  <a:pt x="1790597" y="435122"/>
                  <a:pt x="1796628" y="434092"/>
                </a:cubicBezTo>
                <a:cubicBezTo>
                  <a:pt x="1798540" y="433945"/>
                  <a:pt x="1805747" y="440268"/>
                  <a:pt x="1808542" y="440268"/>
                </a:cubicBezTo>
                <a:cubicBezTo>
                  <a:pt x="1812408" y="441380"/>
                  <a:pt x="1816454" y="441731"/>
                  <a:pt x="1820455" y="441298"/>
                </a:cubicBezTo>
                <a:cubicBezTo>
                  <a:pt x="1823985" y="440857"/>
                  <a:pt x="1829427" y="444975"/>
                  <a:pt x="1832222" y="444975"/>
                </a:cubicBezTo>
                <a:cubicBezTo>
                  <a:pt x="1835644" y="444723"/>
                  <a:pt x="1839040" y="444183"/>
                  <a:pt x="1842370" y="443358"/>
                </a:cubicBezTo>
                <a:cubicBezTo>
                  <a:pt x="1848400" y="442180"/>
                  <a:pt x="1861934" y="458507"/>
                  <a:pt x="1866492" y="464685"/>
                </a:cubicBezTo>
                <a:lnTo>
                  <a:pt x="1865169" y="464978"/>
                </a:lnTo>
                <a:cubicBezTo>
                  <a:pt x="1867605" y="467830"/>
                  <a:pt x="1869726" y="470937"/>
                  <a:pt x="1871494" y="474245"/>
                </a:cubicBezTo>
                <a:cubicBezTo>
                  <a:pt x="1872352" y="478220"/>
                  <a:pt x="1872352" y="482332"/>
                  <a:pt x="1871494" y="486305"/>
                </a:cubicBezTo>
                <a:cubicBezTo>
                  <a:pt x="1869434" y="492778"/>
                  <a:pt x="1865610" y="494543"/>
                  <a:pt x="1862962" y="497485"/>
                </a:cubicBezTo>
                <a:cubicBezTo>
                  <a:pt x="1860315" y="500426"/>
                  <a:pt x="1859285" y="507486"/>
                  <a:pt x="1856344" y="511016"/>
                </a:cubicBezTo>
                <a:cubicBezTo>
                  <a:pt x="1854077" y="514324"/>
                  <a:pt x="1851464" y="517381"/>
                  <a:pt x="1848549" y="520135"/>
                </a:cubicBezTo>
                <a:cubicBezTo>
                  <a:pt x="1844492" y="522919"/>
                  <a:pt x="1839872" y="524778"/>
                  <a:pt x="1835017" y="525576"/>
                </a:cubicBezTo>
                <a:cubicBezTo>
                  <a:pt x="1831780" y="525576"/>
                  <a:pt x="1826780" y="524695"/>
                  <a:pt x="1823544" y="525576"/>
                </a:cubicBezTo>
                <a:cubicBezTo>
                  <a:pt x="1817955" y="527048"/>
                  <a:pt x="1815455" y="531313"/>
                  <a:pt x="1811483" y="531313"/>
                </a:cubicBezTo>
                <a:cubicBezTo>
                  <a:pt x="1807512" y="531313"/>
                  <a:pt x="1803540" y="527636"/>
                  <a:pt x="1802070" y="521311"/>
                </a:cubicBezTo>
                <a:cubicBezTo>
                  <a:pt x="1802070" y="518076"/>
                  <a:pt x="1803687" y="512045"/>
                  <a:pt x="1802070" y="508075"/>
                </a:cubicBezTo>
                <a:cubicBezTo>
                  <a:pt x="1798503" y="502329"/>
                  <a:pt x="1795262" y="496387"/>
                  <a:pt x="1792362" y="490277"/>
                </a:cubicBezTo>
                <a:cubicBezTo>
                  <a:pt x="1792068" y="483070"/>
                  <a:pt x="1784567" y="479540"/>
                  <a:pt x="1784567" y="474833"/>
                </a:cubicBezTo>
                <a:cubicBezTo>
                  <a:pt x="1784588" y="468796"/>
                  <a:pt x="1783016" y="462860"/>
                  <a:pt x="1780007" y="457625"/>
                </a:cubicBezTo>
                <a:cubicBezTo>
                  <a:pt x="1778971" y="454107"/>
                  <a:pt x="1779286" y="450332"/>
                  <a:pt x="1780890" y="447035"/>
                </a:cubicBezTo>
                <a:cubicBezTo>
                  <a:pt x="1783243" y="443798"/>
                  <a:pt x="1780007" y="435122"/>
                  <a:pt x="1784860" y="431444"/>
                </a:cubicBezTo>
                <a:close/>
                <a:moveTo>
                  <a:pt x="68936" y="416656"/>
                </a:moveTo>
                <a:lnTo>
                  <a:pt x="78091" y="416656"/>
                </a:lnTo>
                <a:lnTo>
                  <a:pt x="78091" y="425516"/>
                </a:lnTo>
                <a:cubicBezTo>
                  <a:pt x="78176" y="427153"/>
                  <a:pt x="77779" y="428781"/>
                  <a:pt x="76952" y="430199"/>
                </a:cubicBezTo>
                <a:cubicBezTo>
                  <a:pt x="76231" y="431241"/>
                  <a:pt x="75011" y="431823"/>
                  <a:pt x="73746" y="431718"/>
                </a:cubicBezTo>
                <a:cubicBezTo>
                  <a:pt x="72375" y="431832"/>
                  <a:pt x="71025" y="431321"/>
                  <a:pt x="70075" y="430326"/>
                </a:cubicBezTo>
                <a:cubicBezTo>
                  <a:pt x="69181" y="429001"/>
                  <a:pt x="68780" y="427402"/>
                  <a:pt x="68936" y="425811"/>
                </a:cubicBezTo>
                <a:close/>
                <a:moveTo>
                  <a:pt x="50838" y="416107"/>
                </a:moveTo>
                <a:lnTo>
                  <a:pt x="61933" y="416318"/>
                </a:lnTo>
                <a:lnTo>
                  <a:pt x="61933" y="425853"/>
                </a:lnTo>
                <a:cubicBezTo>
                  <a:pt x="62018" y="427562"/>
                  <a:pt x="61541" y="429249"/>
                  <a:pt x="60583" y="430662"/>
                </a:cubicBezTo>
                <a:cubicBezTo>
                  <a:pt x="59587" y="431759"/>
                  <a:pt x="58132" y="432325"/>
                  <a:pt x="56660" y="432181"/>
                </a:cubicBezTo>
                <a:cubicBezTo>
                  <a:pt x="55018" y="432274"/>
                  <a:pt x="53411" y="431675"/>
                  <a:pt x="52230" y="430536"/>
                </a:cubicBezTo>
                <a:cubicBezTo>
                  <a:pt x="51167" y="429203"/>
                  <a:pt x="50669" y="427507"/>
                  <a:pt x="50838" y="425811"/>
                </a:cubicBezTo>
                <a:close/>
                <a:moveTo>
                  <a:pt x="43876" y="408302"/>
                </a:moveTo>
                <a:lnTo>
                  <a:pt x="43876" y="412141"/>
                </a:lnTo>
                <a:lnTo>
                  <a:pt x="43834" y="425684"/>
                </a:lnTo>
                <a:cubicBezTo>
                  <a:pt x="43480" y="429523"/>
                  <a:pt x="44598" y="433350"/>
                  <a:pt x="46956" y="436400"/>
                </a:cubicBezTo>
                <a:cubicBezTo>
                  <a:pt x="49488" y="438990"/>
                  <a:pt x="53002" y="440370"/>
                  <a:pt x="56618" y="440197"/>
                </a:cubicBezTo>
                <a:cubicBezTo>
                  <a:pt x="59723" y="440421"/>
                  <a:pt x="62743" y="439096"/>
                  <a:pt x="64676" y="436653"/>
                </a:cubicBezTo>
                <a:cubicBezTo>
                  <a:pt x="65245" y="435932"/>
                  <a:pt x="65713" y="435139"/>
                  <a:pt x="66068" y="434291"/>
                </a:cubicBezTo>
                <a:cubicBezTo>
                  <a:pt x="67709" y="437413"/>
                  <a:pt x="70983" y="439324"/>
                  <a:pt x="74505" y="439227"/>
                </a:cubicBezTo>
                <a:cubicBezTo>
                  <a:pt x="77421" y="439433"/>
                  <a:pt x="80281" y="438337"/>
                  <a:pt x="82310" y="436231"/>
                </a:cubicBezTo>
                <a:cubicBezTo>
                  <a:pt x="84323" y="433810"/>
                  <a:pt x="85361" y="430726"/>
                  <a:pt x="85221" y="427583"/>
                </a:cubicBezTo>
                <a:lnTo>
                  <a:pt x="85517" y="412859"/>
                </a:lnTo>
                <a:lnTo>
                  <a:pt x="85517" y="409062"/>
                </a:lnTo>
                <a:close/>
                <a:moveTo>
                  <a:pt x="770746" y="400877"/>
                </a:moveTo>
                <a:lnTo>
                  <a:pt x="770746" y="405434"/>
                </a:lnTo>
                <a:lnTo>
                  <a:pt x="770746" y="409948"/>
                </a:lnTo>
                <a:lnTo>
                  <a:pt x="789014" y="416782"/>
                </a:lnTo>
                <a:lnTo>
                  <a:pt x="771252" y="425220"/>
                </a:lnTo>
                <a:lnTo>
                  <a:pt x="771252" y="429987"/>
                </a:lnTo>
                <a:lnTo>
                  <a:pt x="771252" y="434755"/>
                </a:lnTo>
                <a:lnTo>
                  <a:pt x="796565" y="420453"/>
                </a:lnTo>
                <a:lnTo>
                  <a:pt x="812218" y="419904"/>
                </a:lnTo>
                <a:lnTo>
                  <a:pt x="812218" y="415896"/>
                </a:lnTo>
                <a:lnTo>
                  <a:pt x="812218" y="411931"/>
                </a:lnTo>
                <a:lnTo>
                  <a:pt x="796397" y="412479"/>
                </a:lnTo>
                <a:close/>
                <a:moveTo>
                  <a:pt x="623465" y="366325"/>
                </a:moveTo>
                <a:cubicBezTo>
                  <a:pt x="616541" y="376624"/>
                  <a:pt x="608142" y="385850"/>
                  <a:pt x="598531" y="393706"/>
                </a:cubicBezTo>
                <a:cubicBezTo>
                  <a:pt x="587377" y="403211"/>
                  <a:pt x="575019" y="411210"/>
                  <a:pt x="561785" y="417500"/>
                </a:cubicBezTo>
                <a:cubicBezTo>
                  <a:pt x="538691" y="427790"/>
                  <a:pt x="514331" y="434954"/>
                  <a:pt x="489347" y="438805"/>
                </a:cubicBezTo>
                <a:cubicBezTo>
                  <a:pt x="478990" y="440219"/>
                  <a:pt x="468539" y="440881"/>
                  <a:pt x="458085" y="440788"/>
                </a:cubicBezTo>
                <a:lnTo>
                  <a:pt x="451630" y="440788"/>
                </a:lnTo>
                <a:lnTo>
                  <a:pt x="462093" y="485213"/>
                </a:lnTo>
                <a:lnTo>
                  <a:pt x="428342" y="489432"/>
                </a:lnTo>
                <a:lnTo>
                  <a:pt x="427920" y="489432"/>
                </a:lnTo>
                <a:lnTo>
                  <a:pt x="427456" y="489432"/>
                </a:lnTo>
                <a:lnTo>
                  <a:pt x="393705" y="485213"/>
                </a:lnTo>
                <a:lnTo>
                  <a:pt x="404210" y="440873"/>
                </a:lnTo>
                <a:lnTo>
                  <a:pt x="397755" y="440873"/>
                </a:lnTo>
                <a:cubicBezTo>
                  <a:pt x="387301" y="440970"/>
                  <a:pt x="376851" y="440307"/>
                  <a:pt x="366493" y="438890"/>
                </a:cubicBezTo>
                <a:cubicBezTo>
                  <a:pt x="341505" y="435051"/>
                  <a:pt x="317145" y="427883"/>
                  <a:pt x="294055" y="417585"/>
                </a:cubicBezTo>
                <a:cubicBezTo>
                  <a:pt x="280783" y="411294"/>
                  <a:pt x="268400" y="403278"/>
                  <a:pt x="257225" y="393748"/>
                </a:cubicBezTo>
                <a:cubicBezTo>
                  <a:pt x="247631" y="385918"/>
                  <a:pt x="239256" y="376704"/>
                  <a:pt x="232375" y="366410"/>
                </a:cubicBezTo>
                <a:cubicBezTo>
                  <a:pt x="241572" y="367802"/>
                  <a:pt x="255115" y="369363"/>
                  <a:pt x="258448" y="369363"/>
                </a:cubicBezTo>
                <a:lnTo>
                  <a:pt x="268573" y="369827"/>
                </a:lnTo>
                <a:cubicBezTo>
                  <a:pt x="280850" y="370375"/>
                  <a:pt x="296798" y="371135"/>
                  <a:pt x="316162" y="372316"/>
                </a:cubicBezTo>
                <a:cubicBezTo>
                  <a:pt x="317892" y="373286"/>
                  <a:pt x="319664" y="374215"/>
                  <a:pt x="321478" y="375143"/>
                </a:cubicBezTo>
                <a:cubicBezTo>
                  <a:pt x="338366" y="383694"/>
                  <a:pt x="356511" y="389491"/>
                  <a:pt x="375226" y="392314"/>
                </a:cubicBezTo>
                <a:cubicBezTo>
                  <a:pt x="378412" y="392761"/>
                  <a:pt x="381626" y="392972"/>
                  <a:pt x="384845" y="392946"/>
                </a:cubicBezTo>
                <a:cubicBezTo>
                  <a:pt x="389275" y="392946"/>
                  <a:pt x="393536" y="392609"/>
                  <a:pt x="396658" y="392314"/>
                </a:cubicBezTo>
                <a:lnTo>
                  <a:pt x="387377" y="430916"/>
                </a:lnTo>
                <a:lnTo>
                  <a:pt x="428131" y="433490"/>
                </a:lnTo>
                <a:lnTo>
                  <a:pt x="468843" y="430916"/>
                </a:lnTo>
                <a:lnTo>
                  <a:pt x="459604" y="392314"/>
                </a:lnTo>
                <a:cubicBezTo>
                  <a:pt x="462683" y="392609"/>
                  <a:pt x="467155" y="392946"/>
                  <a:pt x="471374" y="392946"/>
                </a:cubicBezTo>
                <a:cubicBezTo>
                  <a:pt x="474593" y="392976"/>
                  <a:pt x="477808" y="392765"/>
                  <a:pt x="480993" y="392314"/>
                </a:cubicBezTo>
                <a:cubicBezTo>
                  <a:pt x="499721" y="389483"/>
                  <a:pt x="517879" y="383686"/>
                  <a:pt x="534784" y="375143"/>
                </a:cubicBezTo>
                <a:lnTo>
                  <a:pt x="540100" y="372316"/>
                </a:lnTo>
                <a:cubicBezTo>
                  <a:pt x="559464" y="371135"/>
                  <a:pt x="575370" y="370375"/>
                  <a:pt x="587689" y="369827"/>
                </a:cubicBezTo>
                <a:lnTo>
                  <a:pt x="597772" y="369363"/>
                </a:lnTo>
                <a:lnTo>
                  <a:pt x="597350" y="369279"/>
                </a:lnTo>
                <a:cubicBezTo>
                  <a:pt x="600725" y="369110"/>
                  <a:pt x="614225" y="367717"/>
                  <a:pt x="623465" y="366325"/>
                </a:cubicBezTo>
                <a:close/>
                <a:moveTo>
                  <a:pt x="1742648" y="346138"/>
                </a:moveTo>
                <a:cubicBezTo>
                  <a:pt x="1738958" y="345874"/>
                  <a:pt x="1735252" y="346374"/>
                  <a:pt x="1731763" y="347608"/>
                </a:cubicBezTo>
                <a:cubicBezTo>
                  <a:pt x="1727498" y="350256"/>
                  <a:pt x="1723380" y="348784"/>
                  <a:pt x="1720587" y="351284"/>
                </a:cubicBezTo>
                <a:cubicBezTo>
                  <a:pt x="1718032" y="353406"/>
                  <a:pt x="1715214" y="355187"/>
                  <a:pt x="1712202" y="356579"/>
                </a:cubicBezTo>
                <a:cubicBezTo>
                  <a:pt x="1704737" y="359214"/>
                  <a:pt x="1697464" y="362359"/>
                  <a:pt x="1690433" y="365993"/>
                </a:cubicBezTo>
                <a:cubicBezTo>
                  <a:pt x="1686238" y="368111"/>
                  <a:pt x="1683654" y="372474"/>
                  <a:pt x="1683815" y="377171"/>
                </a:cubicBezTo>
                <a:cubicBezTo>
                  <a:pt x="1683968" y="382305"/>
                  <a:pt x="1688094" y="386432"/>
                  <a:pt x="1693228" y="386584"/>
                </a:cubicBezTo>
                <a:cubicBezTo>
                  <a:pt x="1699010" y="385780"/>
                  <a:pt x="1704623" y="384041"/>
                  <a:pt x="1709848" y="381438"/>
                </a:cubicBezTo>
                <a:cubicBezTo>
                  <a:pt x="1715437" y="378054"/>
                  <a:pt x="1718232" y="373789"/>
                  <a:pt x="1725440" y="369376"/>
                </a:cubicBezTo>
                <a:cubicBezTo>
                  <a:pt x="1730296" y="366211"/>
                  <a:pt x="1734657" y="362344"/>
                  <a:pt x="1738383" y="357904"/>
                </a:cubicBezTo>
                <a:cubicBezTo>
                  <a:pt x="1741177" y="353049"/>
                  <a:pt x="1744853" y="346138"/>
                  <a:pt x="1742648" y="346138"/>
                </a:cubicBezTo>
                <a:close/>
                <a:moveTo>
                  <a:pt x="2259351" y="322457"/>
                </a:moveTo>
                <a:cubicBezTo>
                  <a:pt x="2253547" y="322989"/>
                  <a:pt x="2247793" y="323972"/>
                  <a:pt x="2242141" y="325399"/>
                </a:cubicBezTo>
                <a:cubicBezTo>
                  <a:pt x="2239745" y="327864"/>
                  <a:pt x="2238289" y="331089"/>
                  <a:pt x="2238023" y="334517"/>
                </a:cubicBezTo>
                <a:cubicBezTo>
                  <a:pt x="2237601" y="337430"/>
                  <a:pt x="2238063" y="340401"/>
                  <a:pt x="2239348" y="343049"/>
                </a:cubicBezTo>
                <a:cubicBezTo>
                  <a:pt x="2244201" y="344666"/>
                  <a:pt x="2251114" y="346284"/>
                  <a:pt x="2254056" y="344666"/>
                </a:cubicBezTo>
                <a:lnTo>
                  <a:pt x="2254203" y="344666"/>
                </a:lnTo>
                <a:cubicBezTo>
                  <a:pt x="2259887" y="340751"/>
                  <a:pt x="2263507" y="334485"/>
                  <a:pt x="2264058" y="327604"/>
                </a:cubicBezTo>
                <a:cubicBezTo>
                  <a:pt x="2264092" y="327346"/>
                  <a:pt x="2264103" y="327087"/>
                  <a:pt x="2264092" y="326827"/>
                </a:cubicBezTo>
                <a:cubicBezTo>
                  <a:pt x="2263988" y="324310"/>
                  <a:pt x="2261867" y="322354"/>
                  <a:pt x="2259351" y="322457"/>
                </a:cubicBezTo>
                <a:close/>
                <a:moveTo>
                  <a:pt x="2310829" y="307159"/>
                </a:moveTo>
                <a:cubicBezTo>
                  <a:pt x="2306711" y="308337"/>
                  <a:pt x="2303769" y="311573"/>
                  <a:pt x="2297446" y="311573"/>
                </a:cubicBezTo>
                <a:cubicBezTo>
                  <a:pt x="2294356" y="315103"/>
                  <a:pt x="2295681" y="321868"/>
                  <a:pt x="2295826" y="324957"/>
                </a:cubicBezTo>
                <a:cubicBezTo>
                  <a:pt x="2295974" y="328046"/>
                  <a:pt x="2302151" y="332458"/>
                  <a:pt x="2304063" y="332458"/>
                </a:cubicBezTo>
                <a:cubicBezTo>
                  <a:pt x="2310446" y="331340"/>
                  <a:pt x="2315911" y="327241"/>
                  <a:pt x="2318771" y="321427"/>
                </a:cubicBezTo>
                <a:lnTo>
                  <a:pt x="2319361" y="321427"/>
                </a:lnTo>
                <a:cubicBezTo>
                  <a:pt x="2319736" y="317711"/>
                  <a:pt x="2319736" y="313964"/>
                  <a:pt x="2319361" y="310249"/>
                </a:cubicBezTo>
                <a:cubicBezTo>
                  <a:pt x="2318771" y="306424"/>
                  <a:pt x="2314948" y="305983"/>
                  <a:pt x="2310829" y="307159"/>
                </a:cubicBezTo>
                <a:close/>
                <a:moveTo>
                  <a:pt x="1772948" y="290245"/>
                </a:moveTo>
                <a:cubicBezTo>
                  <a:pt x="1777348" y="291335"/>
                  <a:pt x="1781597" y="292966"/>
                  <a:pt x="1785597" y="295100"/>
                </a:cubicBezTo>
                <a:cubicBezTo>
                  <a:pt x="1788538" y="295100"/>
                  <a:pt x="1797363" y="293188"/>
                  <a:pt x="1800305" y="295100"/>
                </a:cubicBezTo>
                <a:cubicBezTo>
                  <a:pt x="1807654" y="298904"/>
                  <a:pt x="1814601" y="303437"/>
                  <a:pt x="1821043" y="308631"/>
                </a:cubicBezTo>
                <a:cubicBezTo>
                  <a:pt x="1823443" y="314193"/>
                  <a:pt x="1825361" y="319950"/>
                  <a:pt x="1826780" y="325840"/>
                </a:cubicBezTo>
                <a:cubicBezTo>
                  <a:pt x="1828281" y="330174"/>
                  <a:pt x="1828281" y="334888"/>
                  <a:pt x="1826780" y="339224"/>
                </a:cubicBezTo>
                <a:cubicBezTo>
                  <a:pt x="1820623" y="344831"/>
                  <a:pt x="1814780" y="350772"/>
                  <a:pt x="1809277" y="357021"/>
                </a:cubicBezTo>
                <a:lnTo>
                  <a:pt x="1808688" y="357021"/>
                </a:lnTo>
                <a:cubicBezTo>
                  <a:pt x="1806210" y="362098"/>
                  <a:pt x="1803410" y="367010"/>
                  <a:pt x="1800305" y="371729"/>
                </a:cubicBezTo>
                <a:cubicBezTo>
                  <a:pt x="1790241" y="387182"/>
                  <a:pt x="1781058" y="403190"/>
                  <a:pt x="1772800" y="419679"/>
                </a:cubicBezTo>
                <a:cubicBezTo>
                  <a:pt x="1769099" y="425067"/>
                  <a:pt x="1765070" y="430224"/>
                  <a:pt x="1760738" y="435123"/>
                </a:cubicBezTo>
                <a:cubicBezTo>
                  <a:pt x="1758192" y="437135"/>
                  <a:pt x="1754747" y="437587"/>
                  <a:pt x="1751767" y="436299"/>
                </a:cubicBezTo>
                <a:cubicBezTo>
                  <a:pt x="1749562" y="435416"/>
                  <a:pt x="1743237" y="439829"/>
                  <a:pt x="1743237" y="445859"/>
                </a:cubicBezTo>
                <a:cubicBezTo>
                  <a:pt x="1742974" y="451823"/>
                  <a:pt x="1743925" y="457777"/>
                  <a:pt x="1746032" y="463362"/>
                </a:cubicBezTo>
                <a:cubicBezTo>
                  <a:pt x="1747798" y="489268"/>
                  <a:pt x="1747798" y="515264"/>
                  <a:pt x="1746032" y="541169"/>
                </a:cubicBezTo>
                <a:cubicBezTo>
                  <a:pt x="1744756" y="550385"/>
                  <a:pt x="1739339" y="558510"/>
                  <a:pt x="1731323" y="563232"/>
                </a:cubicBezTo>
                <a:cubicBezTo>
                  <a:pt x="1727057" y="565291"/>
                  <a:pt x="1721027" y="576469"/>
                  <a:pt x="1715585" y="578969"/>
                </a:cubicBezTo>
                <a:cubicBezTo>
                  <a:pt x="1710143" y="581470"/>
                  <a:pt x="1703818" y="586470"/>
                  <a:pt x="1700877" y="586470"/>
                </a:cubicBezTo>
                <a:cubicBezTo>
                  <a:pt x="1698038" y="586176"/>
                  <a:pt x="1695545" y="584458"/>
                  <a:pt x="1694258" y="581911"/>
                </a:cubicBezTo>
                <a:cubicBezTo>
                  <a:pt x="1692933" y="580146"/>
                  <a:pt x="1687198" y="579264"/>
                  <a:pt x="1683962" y="577352"/>
                </a:cubicBezTo>
                <a:cubicBezTo>
                  <a:pt x="1680727" y="575439"/>
                  <a:pt x="1679255" y="572792"/>
                  <a:pt x="1675872" y="571027"/>
                </a:cubicBezTo>
                <a:cubicBezTo>
                  <a:pt x="1670969" y="569736"/>
                  <a:pt x="1666369" y="567486"/>
                  <a:pt x="1662340" y="564409"/>
                </a:cubicBezTo>
                <a:cubicBezTo>
                  <a:pt x="1658957" y="561172"/>
                  <a:pt x="1658370" y="556466"/>
                  <a:pt x="1654987" y="550582"/>
                </a:cubicBezTo>
                <a:cubicBezTo>
                  <a:pt x="1650280" y="542199"/>
                  <a:pt x="1634542" y="534109"/>
                  <a:pt x="1634248" y="529402"/>
                </a:cubicBezTo>
                <a:cubicBezTo>
                  <a:pt x="1633953" y="524696"/>
                  <a:pt x="1646013" y="523961"/>
                  <a:pt x="1647485" y="523961"/>
                </a:cubicBezTo>
                <a:cubicBezTo>
                  <a:pt x="1657487" y="523666"/>
                  <a:pt x="1664253" y="530726"/>
                  <a:pt x="1667047" y="530726"/>
                </a:cubicBezTo>
                <a:cubicBezTo>
                  <a:pt x="1677048" y="530726"/>
                  <a:pt x="1681902" y="527049"/>
                  <a:pt x="1682785" y="512341"/>
                </a:cubicBezTo>
                <a:cubicBezTo>
                  <a:pt x="1682785" y="509399"/>
                  <a:pt x="1682785" y="502486"/>
                  <a:pt x="1682785" y="499544"/>
                </a:cubicBezTo>
                <a:cubicBezTo>
                  <a:pt x="1682187" y="493726"/>
                  <a:pt x="1682187" y="487861"/>
                  <a:pt x="1682785" y="482042"/>
                </a:cubicBezTo>
                <a:cubicBezTo>
                  <a:pt x="1683066" y="474182"/>
                  <a:pt x="1684000" y="466360"/>
                  <a:pt x="1685580" y="458656"/>
                </a:cubicBezTo>
                <a:cubicBezTo>
                  <a:pt x="1685580" y="456302"/>
                  <a:pt x="1683373" y="450713"/>
                  <a:pt x="1681315" y="450713"/>
                </a:cubicBezTo>
                <a:cubicBezTo>
                  <a:pt x="1676460" y="451889"/>
                  <a:pt x="1671607" y="447183"/>
                  <a:pt x="1668665" y="447183"/>
                </a:cubicBezTo>
                <a:cubicBezTo>
                  <a:pt x="1665723" y="447183"/>
                  <a:pt x="1661605" y="448948"/>
                  <a:pt x="1658663" y="448948"/>
                </a:cubicBezTo>
                <a:cubicBezTo>
                  <a:pt x="1653282" y="449062"/>
                  <a:pt x="1647903" y="448569"/>
                  <a:pt x="1642632" y="447477"/>
                </a:cubicBezTo>
                <a:cubicBezTo>
                  <a:pt x="1640397" y="446159"/>
                  <a:pt x="1638447" y="444409"/>
                  <a:pt x="1636895" y="442329"/>
                </a:cubicBezTo>
                <a:cubicBezTo>
                  <a:pt x="1635354" y="438549"/>
                  <a:pt x="1634267" y="434599"/>
                  <a:pt x="1633658" y="430563"/>
                </a:cubicBezTo>
                <a:cubicBezTo>
                  <a:pt x="1632923" y="429533"/>
                  <a:pt x="1632042" y="424238"/>
                  <a:pt x="1630865" y="424238"/>
                </a:cubicBezTo>
                <a:cubicBezTo>
                  <a:pt x="1630570" y="420856"/>
                  <a:pt x="1629393" y="415266"/>
                  <a:pt x="1629393" y="411883"/>
                </a:cubicBezTo>
                <a:cubicBezTo>
                  <a:pt x="1629393" y="408501"/>
                  <a:pt x="1626452" y="402323"/>
                  <a:pt x="1625422" y="393793"/>
                </a:cubicBezTo>
                <a:cubicBezTo>
                  <a:pt x="1624393" y="385261"/>
                  <a:pt x="1621598" y="379819"/>
                  <a:pt x="1621598" y="370553"/>
                </a:cubicBezTo>
                <a:cubicBezTo>
                  <a:pt x="1620422" y="356579"/>
                  <a:pt x="1620422" y="349814"/>
                  <a:pt x="1620422" y="347019"/>
                </a:cubicBezTo>
                <a:cubicBezTo>
                  <a:pt x="1621303" y="330399"/>
                  <a:pt x="1631158" y="326723"/>
                  <a:pt x="1635130" y="320398"/>
                </a:cubicBezTo>
                <a:cubicBezTo>
                  <a:pt x="1639395" y="318045"/>
                  <a:pt x="1643513" y="313780"/>
                  <a:pt x="1648662" y="314368"/>
                </a:cubicBezTo>
                <a:cubicBezTo>
                  <a:pt x="1653810" y="314956"/>
                  <a:pt x="1655280" y="316868"/>
                  <a:pt x="1660722" y="320691"/>
                </a:cubicBezTo>
                <a:cubicBezTo>
                  <a:pt x="1662775" y="323133"/>
                  <a:pt x="1664690" y="325685"/>
                  <a:pt x="1666458" y="328340"/>
                </a:cubicBezTo>
                <a:cubicBezTo>
                  <a:pt x="1675223" y="327699"/>
                  <a:pt x="1683749" y="325193"/>
                  <a:pt x="1691463" y="320986"/>
                </a:cubicBezTo>
                <a:cubicBezTo>
                  <a:pt x="1695287" y="318926"/>
                  <a:pt x="1703523" y="318926"/>
                  <a:pt x="1709995" y="315985"/>
                </a:cubicBezTo>
                <a:cubicBezTo>
                  <a:pt x="1714243" y="313710"/>
                  <a:pt x="1718803" y="312075"/>
                  <a:pt x="1723527" y="311131"/>
                </a:cubicBezTo>
                <a:cubicBezTo>
                  <a:pt x="1726468" y="311131"/>
                  <a:pt x="1727352" y="309955"/>
                  <a:pt x="1734117" y="308043"/>
                </a:cubicBezTo>
                <a:cubicBezTo>
                  <a:pt x="1739385" y="307246"/>
                  <a:pt x="1744409" y="305287"/>
                  <a:pt x="1748825" y="302306"/>
                </a:cubicBezTo>
                <a:cubicBezTo>
                  <a:pt x="1751915" y="300100"/>
                  <a:pt x="1754708" y="298335"/>
                  <a:pt x="1757210" y="296865"/>
                </a:cubicBezTo>
                <a:cubicBezTo>
                  <a:pt x="1759568" y="295418"/>
                  <a:pt x="1762025" y="294141"/>
                  <a:pt x="1764563" y="293040"/>
                </a:cubicBezTo>
                <a:cubicBezTo>
                  <a:pt x="1766818" y="290932"/>
                  <a:pt x="1769878" y="289911"/>
                  <a:pt x="1772948" y="290245"/>
                </a:cubicBezTo>
                <a:close/>
                <a:moveTo>
                  <a:pt x="2254938" y="266124"/>
                </a:moveTo>
                <a:cubicBezTo>
                  <a:pt x="2251408" y="269654"/>
                  <a:pt x="2240230" y="266124"/>
                  <a:pt x="2240230" y="276273"/>
                </a:cubicBezTo>
                <a:cubicBezTo>
                  <a:pt x="2240376" y="281274"/>
                  <a:pt x="2238318" y="287893"/>
                  <a:pt x="2241848" y="290981"/>
                </a:cubicBezTo>
                <a:cubicBezTo>
                  <a:pt x="2241848" y="290981"/>
                  <a:pt x="2244643" y="297599"/>
                  <a:pt x="2248171" y="294806"/>
                </a:cubicBezTo>
                <a:cubicBezTo>
                  <a:pt x="2255233" y="289511"/>
                  <a:pt x="2264058" y="287304"/>
                  <a:pt x="2264940" y="278921"/>
                </a:cubicBezTo>
                <a:lnTo>
                  <a:pt x="2265675" y="278479"/>
                </a:lnTo>
                <a:cubicBezTo>
                  <a:pt x="2266999" y="267153"/>
                  <a:pt x="2264204" y="263918"/>
                  <a:pt x="2254938" y="266124"/>
                </a:cubicBezTo>
                <a:close/>
                <a:moveTo>
                  <a:pt x="2334363" y="244503"/>
                </a:moveTo>
                <a:cubicBezTo>
                  <a:pt x="2321861" y="248474"/>
                  <a:pt x="2301711" y="247886"/>
                  <a:pt x="2300681" y="257739"/>
                </a:cubicBezTo>
                <a:cubicBezTo>
                  <a:pt x="2300239" y="262888"/>
                  <a:pt x="2300239" y="271713"/>
                  <a:pt x="2305534" y="273624"/>
                </a:cubicBezTo>
                <a:cubicBezTo>
                  <a:pt x="2311446" y="275111"/>
                  <a:pt x="2317585" y="275460"/>
                  <a:pt x="2323626" y="274654"/>
                </a:cubicBezTo>
                <a:cubicBezTo>
                  <a:pt x="2329341" y="270315"/>
                  <a:pt x="2333558" y="264299"/>
                  <a:pt x="2335686" y="257446"/>
                </a:cubicBezTo>
                <a:cubicBezTo>
                  <a:pt x="2335686" y="254358"/>
                  <a:pt x="2335834" y="245826"/>
                  <a:pt x="2334363" y="244503"/>
                </a:cubicBezTo>
                <a:close/>
                <a:moveTo>
                  <a:pt x="2815030" y="241119"/>
                </a:moveTo>
                <a:cubicBezTo>
                  <a:pt x="2818875" y="241845"/>
                  <a:pt x="2822356" y="243869"/>
                  <a:pt x="2824885" y="246856"/>
                </a:cubicBezTo>
                <a:cubicBezTo>
                  <a:pt x="2830033" y="252297"/>
                  <a:pt x="2835622" y="254946"/>
                  <a:pt x="2839593" y="260534"/>
                </a:cubicBezTo>
                <a:cubicBezTo>
                  <a:pt x="2841870" y="264740"/>
                  <a:pt x="2843364" y="269325"/>
                  <a:pt x="2844005" y="274066"/>
                </a:cubicBezTo>
                <a:cubicBezTo>
                  <a:pt x="2844888" y="277302"/>
                  <a:pt x="2849742" y="281272"/>
                  <a:pt x="2849742" y="283037"/>
                </a:cubicBezTo>
                <a:cubicBezTo>
                  <a:pt x="2848712" y="295687"/>
                  <a:pt x="2839447" y="295392"/>
                  <a:pt x="2826943" y="304217"/>
                </a:cubicBezTo>
                <a:cubicBezTo>
                  <a:pt x="2820092" y="307950"/>
                  <a:pt x="2814003" y="312939"/>
                  <a:pt x="2809000" y="318926"/>
                </a:cubicBezTo>
                <a:cubicBezTo>
                  <a:pt x="2805064" y="322917"/>
                  <a:pt x="2800360" y="326069"/>
                  <a:pt x="2795173" y="328192"/>
                </a:cubicBezTo>
                <a:cubicBezTo>
                  <a:pt x="2781200" y="334222"/>
                  <a:pt x="2768699" y="333634"/>
                  <a:pt x="2767670" y="347460"/>
                </a:cubicBezTo>
                <a:cubicBezTo>
                  <a:pt x="2766640" y="361286"/>
                  <a:pt x="2774288" y="355697"/>
                  <a:pt x="2774288" y="370405"/>
                </a:cubicBezTo>
                <a:cubicBezTo>
                  <a:pt x="2773631" y="374247"/>
                  <a:pt x="2772068" y="377876"/>
                  <a:pt x="2769728" y="380995"/>
                </a:cubicBezTo>
                <a:cubicBezTo>
                  <a:pt x="2767550" y="383784"/>
                  <a:pt x="2766268" y="387169"/>
                  <a:pt x="2766052" y="390702"/>
                </a:cubicBezTo>
                <a:cubicBezTo>
                  <a:pt x="2766015" y="394317"/>
                  <a:pt x="2765051" y="397861"/>
                  <a:pt x="2763257" y="400999"/>
                </a:cubicBezTo>
                <a:cubicBezTo>
                  <a:pt x="2761646" y="404387"/>
                  <a:pt x="2760985" y="408148"/>
                  <a:pt x="2761345" y="411882"/>
                </a:cubicBezTo>
                <a:cubicBezTo>
                  <a:pt x="2761050" y="425414"/>
                  <a:pt x="2758845" y="436740"/>
                  <a:pt x="2762815" y="440122"/>
                </a:cubicBezTo>
                <a:cubicBezTo>
                  <a:pt x="2779742" y="438755"/>
                  <a:pt x="2796735" y="438363"/>
                  <a:pt x="2813707" y="438945"/>
                </a:cubicBezTo>
                <a:cubicBezTo>
                  <a:pt x="2819883" y="438945"/>
                  <a:pt x="2822385" y="434827"/>
                  <a:pt x="2826945" y="433799"/>
                </a:cubicBezTo>
                <a:cubicBezTo>
                  <a:pt x="2831096" y="432878"/>
                  <a:pt x="2835341" y="432434"/>
                  <a:pt x="2839593" y="432474"/>
                </a:cubicBezTo>
                <a:cubicBezTo>
                  <a:pt x="2844305" y="433277"/>
                  <a:pt x="2848933" y="434507"/>
                  <a:pt x="2853420" y="436152"/>
                </a:cubicBezTo>
                <a:cubicBezTo>
                  <a:pt x="2858124" y="438285"/>
                  <a:pt x="2862648" y="440794"/>
                  <a:pt x="2866950" y="443652"/>
                </a:cubicBezTo>
                <a:cubicBezTo>
                  <a:pt x="2871952" y="447182"/>
                  <a:pt x="2880923" y="449095"/>
                  <a:pt x="2884600" y="458360"/>
                </a:cubicBezTo>
                <a:cubicBezTo>
                  <a:pt x="2885724" y="462281"/>
                  <a:pt x="2886269" y="466344"/>
                  <a:pt x="2886218" y="470422"/>
                </a:cubicBezTo>
                <a:lnTo>
                  <a:pt x="2883717" y="470715"/>
                </a:lnTo>
                <a:cubicBezTo>
                  <a:pt x="2883725" y="472357"/>
                  <a:pt x="2884356" y="473935"/>
                  <a:pt x="2885482" y="475129"/>
                </a:cubicBezTo>
                <a:cubicBezTo>
                  <a:pt x="2886572" y="477099"/>
                  <a:pt x="2886986" y="479372"/>
                  <a:pt x="2886660" y="481600"/>
                </a:cubicBezTo>
                <a:cubicBezTo>
                  <a:pt x="2885973" y="485363"/>
                  <a:pt x="2884467" y="488927"/>
                  <a:pt x="2882247" y="492044"/>
                </a:cubicBezTo>
                <a:cubicBezTo>
                  <a:pt x="2879893" y="495720"/>
                  <a:pt x="2876952" y="501015"/>
                  <a:pt x="2873422" y="501015"/>
                </a:cubicBezTo>
                <a:cubicBezTo>
                  <a:pt x="2864008" y="501309"/>
                  <a:pt x="2859302" y="502192"/>
                  <a:pt x="2856213" y="502045"/>
                </a:cubicBezTo>
                <a:cubicBezTo>
                  <a:pt x="2853125" y="501897"/>
                  <a:pt x="2844005" y="498809"/>
                  <a:pt x="2837533" y="498809"/>
                </a:cubicBezTo>
                <a:cubicBezTo>
                  <a:pt x="2831062" y="498809"/>
                  <a:pt x="2826503" y="500574"/>
                  <a:pt x="2818413" y="500427"/>
                </a:cubicBezTo>
                <a:cubicBezTo>
                  <a:pt x="2810323" y="500280"/>
                  <a:pt x="2795763" y="498809"/>
                  <a:pt x="2786790" y="497779"/>
                </a:cubicBezTo>
                <a:cubicBezTo>
                  <a:pt x="2781055" y="497044"/>
                  <a:pt x="2763110" y="498515"/>
                  <a:pt x="2757373" y="497779"/>
                </a:cubicBezTo>
                <a:cubicBezTo>
                  <a:pt x="2747506" y="496855"/>
                  <a:pt x="2737552" y="497651"/>
                  <a:pt x="2727957" y="500132"/>
                </a:cubicBezTo>
                <a:lnTo>
                  <a:pt x="2699864" y="504104"/>
                </a:lnTo>
                <a:cubicBezTo>
                  <a:pt x="2689863" y="505575"/>
                  <a:pt x="2676920" y="503369"/>
                  <a:pt x="2667947" y="503369"/>
                </a:cubicBezTo>
                <a:cubicBezTo>
                  <a:pt x="2648703" y="505163"/>
                  <a:pt x="2629714" y="509059"/>
                  <a:pt x="2611320" y="514989"/>
                </a:cubicBezTo>
                <a:cubicBezTo>
                  <a:pt x="2587934" y="523077"/>
                  <a:pt x="2547045" y="542052"/>
                  <a:pt x="2541897" y="541464"/>
                </a:cubicBezTo>
                <a:cubicBezTo>
                  <a:pt x="2536749" y="540875"/>
                  <a:pt x="2525865" y="526314"/>
                  <a:pt x="2515422" y="516459"/>
                </a:cubicBezTo>
                <a:cubicBezTo>
                  <a:pt x="2514539" y="511596"/>
                  <a:pt x="2514539" y="506613"/>
                  <a:pt x="2515422" y="501750"/>
                </a:cubicBezTo>
                <a:cubicBezTo>
                  <a:pt x="2516390" y="495728"/>
                  <a:pt x="2515836" y="489557"/>
                  <a:pt x="2513804" y="483807"/>
                </a:cubicBezTo>
                <a:cubicBezTo>
                  <a:pt x="2517775" y="476894"/>
                  <a:pt x="2540867" y="468362"/>
                  <a:pt x="2543220" y="467774"/>
                </a:cubicBezTo>
                <a:cubicBezTo>
                  <a:pt x="2545574" y="467185"/>
                  <a:pt x="2554694" y="470715"/>
                  <a:pt x="2560282" y="469392"/>
                </a:cubicBezTo>
                <a:cubicBezTo>
                  <a:pt x="2563224" y="468657"/>
                  <a:pt x="2584110" y="460125"/>
                  <a:pt x="2595582" y="456007"/>
                </a:cubicBezTo>
                <a:cubicBezTo>
                  <a:pt x="2600142" y="454537"/>
                  <a:pt x="2606760" y="454242"/>
                  <a:pt x="2610290" y="453214"/>
                </a:cubicBezTo>
                <a:cubicBezTo>
                  <a:pt x="2621174" y="449830"/>
                  <a:pt x="2637207" y="441740"/>
                  <a:pt x="2648974" y="437034"/>
                </a:cubicBezTo>
                <a:cubicBezTo>
                  <a:pt x="2674125" y="427032"/>
                  <a:pt x="2675449" y="396734"/>
                  <a:pt x="2679272" y="385260"/>
                </a:cubicBezTo>
                <a:cubicBezTo>
                  <a:pt x="2681290" y="379695"/>
                  <a:pt x="2682334" y="373824"/>
                  <a:pt x="2682362" y="367905"/>
                </a:cubicBezTo>
                <a:cubicBezTo>
                  <a:pt x="2682509" y="362169"/>
                  <a:pt x="2682067" y="355255"/>
                  <a:pt x="2679272" y="354226"/>
                </a:cubicBezTo>
                <a:cubicBezTo>
                  <a:pt x="2674318" y="354647"/>
                  <a:pt x="2669401" y="355435"/>
                  <a:pt x="2664564" y="356579"/>
                </a:cubicBezTo>
                <a:cubicBezTo>
                  <a:pt x="2658370" y="358708"/>
                  <a:pt x="2651722" y="359165"/>
                  <a:pt x="2645297" y="357904"/>
                </a:cubicBezTo>
                <a:cubicBezTo>
                  <a:pt x="2639413" y="355109"/>
                  <a:pt x="2640295" y="348195"/>
                  <a:pt x="2639413" y="340400"/>
                </a:cubicBezTo>
                <a:cubicBezTo>
                  <a:pt x="2637531" y="332491"/>
                  <a:pt x="2633570" y="325230"/>
                  <a:pt x="2627940" y="319367"/>
                </a:cubicBezTo>
                <a:cubicBezTo>
                  <a:pt x="2625734" y="314012"/>
                  <a:pt x="2624730" y="308238"/>
                  <a:pt x="2624999" y="302452"/>
                </a:cubicBezTo>
                <a:cubicBezTo>
                  <a:pt x="2625145" y="299364"/>
                  <a:pt x="2623529" y="289216"/>
                  <a:pt x="2623529" y="286127"/>
                </a:cubicBezTo>
                <a:cubicBezTo>
                  <a:pt x="2623529" y="278037"/>
                  <a:pt x="2631177" y="277449"/>
                  <a:pt x="2638237" y="273919"/>
                </a:cubicBezTo>
                <a:cubicBezTo>
                  <a:pt x="2646983" y="275446"/>
                  <a:pt x="2655629" y="277509"/>
                  <a:pt x="2664123" y="280096"/>
                </a:cubicBezTo>
                <a:cubicBezTo>
                  <a:pt x="2684894" y="277846"/>
                  <a:pt x="2705520" y="274408"/>
                  <a:pt x="2725898" y="269801"/>
                </a:cubicBezTo>
                <a:cubicBezTo>
                  <a:pt x="2730458" y="268771"/>
                  <a:pt x="2735458" y="267152"/>
                  <a:pt x="2736635" y="266859"/>
                </a:cubicBezTo>
                <a:cubicBezTo>
                  <a:pt x="2737812" y="266564"/>
                  <a:pt x="2742077" y="264652"/>
                  <a:pt x="2744283" y="263917"/>
                </a:cubicBezTo>
                <a:cubicBezTo>
                  <a:pt x="2760422" y="259183"/>
                  <a:pt x="2775967" y="252620"/>
                  <a:pt x="2790615" y="244356"/>
                </a:cubicBezTo>
                <a:cubicBezTo>
                  <a:pt x="2794818" y="242910"/>
                  <a:pt x="2799276" y="242359"/>
                  <a:pt x="2803705" y="242737"/>
                </a:cubicBezTo>
                <a:cubicBezTo>
                  <a:pt x="2807508" y="242411"/>
                  <a:pt x="2811289" y="241871"/>
                  <a:pt x="2815030" y="241119"/>
                </a:cubicBezTo>
                <a:close/>
                <a:moveTo>
                  <a:pt x="2164334" y="224058"/>
                </a:moveTo>
                <a:cubicBezTo>
                  <a:pt x="2171542" y="219793"/>
                  <a:pt x="2175219" y="235678"/>
                  <a:pt x="2177572" y="241414"/>
                </a:cubicBezTo>
                <a:cubicBezTo>
                  <a:pt x="2178895" y="244208"/>
                  <a:pt x="2174925" y="255093"/>
                  <a:pt x="2174482" y="258916"/>
                </a:cubicBezTo>
                <a:cubicBezTo>
                  <a:pt x="2174042" y="262741"/>
                  <a:pt x="2168452" y="267448"/>
                  <a:pt x="2168452" y="278919"/>
                </a:cubicBezTo>
                <a:cubicBezTo>
                  <a:pt x="2168600" y="284068"/>
                  <a:pt x="2163894" y="287893"/>
                  <a:pt x="2157569" y="293628"/>
                </a:cubicBezTo>
                <a:cubicBezTo>
                  <a:pt x="2151099" y="299885"/>
                  <a:pt x="2145056" y="306568"/>
                  <a:pt x="2139479" y="313631"/>
                </a:cubicBezTo>
                <a:cubicBezTo>
                  <a:pt x="2136529" y="320651"/>
                  <a:pt x="2135861" y="328421"/>
                  <a:pt x="2137565" y="335841"/>
                </a:cubicBezTo>
                <a:cubicBezTo>
                  <a:pt x="2137565" y="338341"/>
                  <a:pt x="2134477" y="346284"/>
                  <a:pt x="2138889" y="350549"/>
                </a:cubicBezTo>
                <a:cubicBezTo>
                  <a:pt x="2143302" y="354816"/>
                  <a:pt x="2148155" y="350256"/>
                  <a:pt x="2150655" y="350549"/>
                </a:cubicBezTo>
                <a:cubicBezTo>
                  <a:pt x="2153157" y="350844"/>
                  <a:pt x="2151539" y="355844"/>
                  <a:pt x="2154480" y="361286"/>
                </a:cubicBezTo>
                <a:cubicBezTo>
                  <a:pt x="2159922" y="371729"/>
                  <a:pt x="2161687" y="373347"/>
                  <a:pt x="2161687" y="378496"/>
                </a:cubicBezTo>
                <a:cubicBezTo>
                  <a:pt x="2161539" y="381437"/>
                  <a:pt x="2161539" y="383937"/>
                  <a:pt x="2159187" y="385407"/>
                </a:cubicBezTo>
                <a:cubicBezTo>
                  <a:pt x="2145564" y="393618"/>
                  <a:pt x="2133955" y="404776"/>
                  <a:pt x="2125210" y="418060"/>
                </a:cubicBezTo>
                <a:cubicBezTo>
                  <a:pt x="2124244" y="422577"/>
                  <a:pt x="2124814" y="427288"/>
                  <a:pt x="2126829" y="431445"/>
                </a:cubicBezTo>
                <a:cubicBezTo>
                  <a:pt x="2129622" y="431445"/>
                  <a:pt x="2136682" y="431445"/>
                  <a:pt x="2139772" y="431445"/>
                </a:cubicBezTo>
                <a:lnTo>
                  <a:pt x="2139330" y="432327"/>
                </a:lnTo>
                <a:cubicBezTo>
                  <a:pt x="2143947" y="433603"/>
                  <a:pt x="2148057" y="436274"/>
                  <a:pt x="2151097" y="439975"/>
                </a:cubicBezTo>
                <a:cubicBezTo>
                  <a:pt x="2153213" y="443873"/>
                  <a:pt x="2154419" y="448197"/>
                  <a:pt x="2154627" y="452625"/>
                </a:cubicBezTo>
                <a:cubicBezTo>
                  <a:pt x="2152420" y="471305"/>
                  <a:pt x="2136242" y="482923"/>
                  <a:pt x="2121534" y="492337"/>
                </a:cubicBezTo>
                <a:cubicBezTo>
                  <a:pt x="2106826" y="501750"/>
                  <a:pt x="2080202" y="512047"/>
                  <a:pt x="2067554" y="519253"/>
                </a:cubicBezTo>
                <a:cubicBezTo>
                  <a:pt x="2057111" y="525283"/>
                  <a:pt x="2047257" y="540286"/>
                  <a:pt x="2041226" y="542787"/>
                </a:cubicBezTo>
                <a:cubicBezTo>
                  <a:pt x="2041226" y="542787"/>
                  <a:pt x="2034019" y="545140"/>
                  <a:pt x="2030784" y="542787"/>
                </a:cubicBezTo>
                <a:cubicBezTo>
                  <a:pt x="2025989" y="541055"/>
                  <a:pt x="2021071" y="539678"/>
                  <a:pt x="2016076" y="538668"/>
                </a:cubicBezTo>
                <a:cubicBezTo>
                  <a:pt x="2011074" y="537050"/>
                  <a:pt x="2013428" y="529990"/>
                  <a:pt x="2009751" y="525725"/>
                </a:cubicBezTo>
                <a:cubicBezTo>
                  <a:pt x="2005907" y="521980"/>
                  <a:pt x="2002811" y="517538"/>
                  <a:pt x="2000631" y="512635"/>
                </a:cubicBezTo>
                <a:cubicBezTo>
                  <a:pt x="1997560" y="505081"/>
                  <a:pt x="1996154" y="496954"/>
                  <a:pt x="1996513" y="488807"/>
                </a:cubicBezTo>
                <a:cubicBezTo>
                  <a:pt x="2000900" y="478421"/>
                  <a:pt x="2009352" y="470287"/>
                  <a:pt x="2019899" y="466304"/>
                </a:cubicBezTo>
                <a:cubicBezTo>
                  <a:pt x="2024543" y="463274"/>
                  <a:pt x="2029011" y="459983"/>
                  <a:pt x="2033284" y="456449"/>
                </a:cubicBezTo>
                <a:cubicBezTo>
                  <a:pt x="2037373" y="454180"/>
                  <a:pt x="2040701" y="450751"/>
                  <a:pt x="2042844" y="446594"/>
                </a:cubicBezTo>
                <a:cubicBezTo>
                  <a:pt x="2044121" y="443541"/>
                  <a:pt x="2044964" y="440323"/>
                  <a:pt x="2045344" y="437034"/>
                </a:cubicBezTo>
                <a:cubicBezTo>
                  <a:pt x="2045639" y="432034"/>
                  <a:pt x="2048139" y="428357"/>
                  <a:pt x="2048138" y="424679"/>
                </a:cubicBezTo>
                <a:cubicBezTo>
                  <a:pt x="2047733" y="421014"/>
                  <a:pt x="2046190" y="417568"/>
                  <a:pt x="2043726" y="414825"/>
                </a:cubicBezTo>
                <a:cubicBezTo>
                  <a:pt x="2041349" y="412410"/>
                  <a:pt x="2039540" y="409495"/>
                  <a:pt x="2038431" y="406294"/>
                </a:cubicBezTo>
                <a:cubicBezTo>
                  <a:pt x="2038431" y="406147"/>
                  <a:pt x="2027842" y="393939"/>
                  <a:pt x="2027841" y="387909"/>
                </a:cubicBezTo>
                <a:cubicBezTo>
                  <a:pt x="2028191" y="378614"/>
                  <a:pt x="2035480" y="371074"/>
                  <a:pt x="2044756" y="370406"/>
                </a:cubicBezTo>
                <a:cubicBezTo>
                  <a:pt x="2047697" y="369229"/>
                  <a:pt x="2053139" y="370406"/>
                  <a:pt x="2056081" y="370406"/>
                </a:cubicBezTo>
                <a:cubicBezTo>
                  <a:pt x="2063141" y="369817"/>
                  <a:pt x="2068142" y="363051"/>
                  <a:pt x="2071967" y="357316"/>
                </a:cubicBezTo>
                <a:cubicBezTo>
                  <a:pt x="2074010" y="349425"/>
                  <a:pt x="2075193" y="341338"/>
                  <a:pt x="2075496" y="333194"/>
                </a:cubicBezTo>
                <a:cubicBezTo>
                  <a:pt x="2077849" y="324957"/>
                  <a:pt x="2067996" y="323633"/>
                  <a:pt x="2063141" y="321721"/>
                </a:cubicBezTo>
                <a:cubicBezTo>
                  <a:pt x="2058473" y="319364"/>
                  <a:pt x="2053533" y="317587"/>
                  <a:pt x="2048432" y="316426"/>
                </a:cubicBezTo>
                <a:cubicBezTo>
                  <a:pt x="2044462" y="316132"/>
                  <a:pt x="2041079" y="311426"/>
                  <a:pt x="2039167" y="306278"/>
                </a:cubicBezTo>
                <a:cubicBezTo>
                  <a:pt x="2037256" y="301129"/>
                  <a:pt x="2035636" y="302748"/>
                  <a:pt x="2031519" y="301129"/>
                </a:cubicBezTo>
                <a:cubicBezTo>
                  <a:pt x="2027399" y="299511"/>
                  <a:pt x="2027399" y="285539"/>
                  <a:pt x="2027399" y="283921"/>
                </a:cubicBezTo>
                <a:cubicBezTo>
                  <a:pt x="2027399" y="282303"/>
                  <a:pt x="2031666" y="280538"/>
                  <a:pt x="2035343" y="278919"/>
                </a:cubicBezTo>
                <a:cubicBezTo>
                  <a:pt x="2039021" y="277303"/>
                  <a:pt x="2039021" y="274654"/>
                  <a:pt x="2041373" y="269654"/>
                </a:cubicBezTo>
                <a:cubicBezTo>
                  <a:pt x="2043727" y="264653"/>
                  <a:pt x="2049169" y="263476"/>
                  <a:pt x="2054169" y="262153"/>
                </a:cubicBezTo>
                <a:cubicBezTo>
                  <a:pt x="2059788" y="261822"/>
                  <a:pt x="2065388" y="261183"/>
                  <a:pt x="2070937" y="260241"/>
                </a:cubicBezTo>
                <a:cubicBezTo>
                  <a:pt x="2094469" y="250681"/>
                  <a:pt x="2121092" y="224353"/>
                  <a:pt x="2143595" y="225530"/>
                </a:cubicBezTo>
                <a:cubicBezTo>
                  <a:pt x="2155067" y="226265"/>
                  <a:pt x="2159774" y="226560"/>
                  <a:pt x="2164334" y="224058"/>
                </a:cubicBezTo>
                <a:close/>
                <a:moveTo>
                  <a:pt x="3191710" y="223304"/>
                </a:moveTo>
                <a:cubicBezTo>
                  <a:pt x="3196196" y="223101"/>
                  <a:pt x="3200167" y="223101"/>
                  <a:pt x="3200829" y="224351"/>
                </a:cubicBezTo>
                <a:cubicBezTo>
                  <a:pt x="3205058" y="230548"/>
                  <a:pt x="3210980" y="235398"/>
                  <a:pt x="3217891" y="238325"/>
                </a:cubicBezTo>
                <a:cubicBezTo>
                  <a:pt x="3223627" y="241266"/>
                  <a:pt x="3221127" y="245238"/>
                  <a:pt x="3221862" y="250385"/>
                </a:cubicBezTo>
                <a:cubicBezTo>
                  <a:pt x="3222597" y="255533"/>
                  <a:pt x="3225834" y="257593"/>
                  <a:pt x="3224216" y="262004"/>
                </a:cubicBezTo>
                <a:cubicBezTo>
                  <a:pt x="3222597" y="266418"/>
                  <a:pt x="3218627" y="274213"/>
                  <a:pt x="3215244" y="283626"/>
                </a:cubicBezTo>
                <a:cubicBezTo>
                  <a:pt x="3215244" y="285684"/>
                  <a:pt x="3212596" y="296274"/>
                  <a:pt x="3215244" y="296274"/>
                </a:cubicBezTo>
                <a:cubicBezTo>
                  <a:pt x="3218295" y="296460"/>
                  <a:pt x="3221329" y="295688"/>
                  <a:pt x="3223922" y="294069"/>
                </a:cubicBezTo>
                <a:cubicBezTo>
                  <a:pt x="3225245" y="293481"/>
                  <a:pt x="3231129" y="290539"/>
                  <a:pt x="3234805" y="289214"/>
                </a:cubicBezTo>
                <a:cubicBezTo>
                  <a:pt x="3239223" y="288231"/>
                  <a:pt x="3243516" y="286751"/>
                  <a:pt x="3247602" y="284803"/>
                </a:cubicBezTo>
                <a:cubicBezTo>
                  <a:pt x="3252604" y="281273"/>
                  <a:pt x="3259221" y="274213"/>
                  <a:pt x="3262310" y="274213"/>
                </a:cubicBezTo>
                <a:cubicBezTo>
                  <a:pt x="3262310" y="274213"/>
                  <a:pt x="3281872" y="268476"/>
                  <a:pt x="3285255" y="274213"/>
                </a:cubicBezTo>
                <a:cubicBezTo>
                  <a:pt x="3288637" y="279949"/>
                  <a:pt x="3296874" y="279361"/>
                  <a:pt x="3305259" y="280684"/>
                </a:cubicBezTo>
                <a:cubicBezTo>
                  <a:pt x="3313642" y="282008"/>
                  <a:pt x="3319084" y="295539"/>
                  <a:pt x="3319084" y="307013"/>
                </a:cubicBezTo>
                <a:cubicBezTo>
                  <a:pt x="3319230" y="311719"/>
                  <a:pt x="3318937" y="313631"/>
                  <a:pt x="3313789" y="313631"/>
                </a:cubicBezTo>
                <a:cubicBezTo>
                  <a:pt x="3310995" y="313778"/>
                  <a:pt x="3307905" y="318484"/>
                  <a:pt x="3302759" y="321868"/>
                </a:cubicBezTo>
                <a:cubicBezTo>
                  <a:pt x="3294734" y="326483"/>
                  <a:pt x="3286193" y="330137"/>
                  <a:pt x="3277312" y="332751"/>
                </a:cubicBezTo>
                <a:cubicBezTo>
                  <a:pt x="3272837" y="335739"/>
                  <a:pt x="3267852" y="337882"/>
                  <a:pt x="3262604" y="339076"/>
                </a:cubicBezTo>
                <a:cubicBezTo>
                  <a:pt x="3256132" y="339959"/>
                  <a:pt x="3250397" y="340253"/>
                  <a:pt x="3245544" y="341283"/>
                </a:cubicBezTo>
                <a:cubicBezTo>
                  <a:pt x="3236435" y="343519"/>
                  <a:pt x="3227641" y="346877"/>
                  <a:pt x="3219362" y="351284"/>
                </a:cubicBezTo>
                <a:cubicBezTo>
                  <a:pt x="3215832" y="355026"/>
                  <a:pt x="3212904" y="359294"/>
                  <a:pt x="3210684" y="363933"/>
                </a:cubicBezTo>
                <a:cubicBezTo>
                  <a:pt x="3208639" y="370821"/>
                  <a:pt x="3209771" y="378263"/>
                  <a:pt x="3213772" y="384231"/>
                </a:cubicBezTo>
                <a:cubicBezTo>
                  <a:pt x="3226022" y="400914"/>
                  <a:pt x="3240582" y="415772"/>
                  <a:pt x="3257015" y="428356"/>
                </a:cubicBezTo>
                <a:cubicBezTo>
                  <a:pt x="3264810" y="434974"/>
                  <a:pt x="3275842" y="457772"/>
                  <a:pt x="3288932" y="464391"/>
                </a:cubicBezTo>
                <a:cubicBezTo>
                  <a:pt x="3300609" y="470743"/>
                  <a:pt x="3311602" y="478285"/>
                  <a:pt x="3321732" y="486894"/>
                </a:cubicBezTo>
                <a:cubicBezTo>
                  <a:pt x="3327705" y="490058"/>
                  <a:pt x="3334022" y="492527"/>
                  <a:pt x="3340559" y="494249"/>
                </a:cubicBezTo>
                <a:cubicBezTo>
                  <a:pt x="3346442" y="496749"/>
                  <a:pt x="3351590" y="502191"/>
                  <a:pt x="3355267" y="503515"/>
                </a:cubicBezTo>
                <a:cubicBezTo>
                  <a:pt x="3364827" y="506750"/>
                  <a:pt x="3373064" y="509692"/>
                  <a:pt x="3387772" y="515575"/>
                </a:cubicBezTo>
                <a:cubicBezTo>
                  <a:pt x="3391302" y="517047"/>
                  <a:pt x="3397185" y="517487"/>
                  <a:pt x="3398950" y="520724"/>
                </a:cubicBezTo>
                <a:lnTo>
                  <a:pt x="3397773" y="522194"/>
                </a:lnTo>
                <a:cubicBezTo>
                  <a:pt x="3399245" y="524989"/>
                  <a:pt x="3394537" y="527489"/>
                  <a:pt x="3394243" y="530725"/>
                </a:cubicBezTo>
                <a:cubicBezTo>
                  <a:pt x="3393950" y="533960"/>
                  <a:pt x="3395420" y="539404"/>
                  <a:pt x="3392627" y="542785"/>
                </a:cubicBezTo>
                <a:cubicBezTo>
                  <a:pt x="3388105" y="548582"/>
                  <a:pt x="3381288" y="552125"/>
                  <a:pt x="3373947" y="552494"/>
                </a:cubicBezTo>
                <a:cubicBezTo>
                  <a:pt x="3370857" y="552787"/>
                  <a:pt x="3368504" y="557200"/>
                  <a:pt x="3366298" y="558819"/>
                </a:cubicBezTo>
                <a:cubicBezTo>
                  <a:pt x="3364092" y="560435"/>
                  <a:pt x="3360855" y="560435"/>
                  <a:pt x="3358649" y="560435"/>
                </a:cubicBezTo>
                <a:cubicBezTo>
                  <a:pt x="3352898" y="560459"/>
                  <a:pt x="3347149" y="560114"/>
                  <a:pt x="3341440" y="559407"/>
                </a:cubicBezTo>
                <a:cubicBezTo>
                  <a:pt x="3335512" y="559731"/>
                  <a:pt x="3329572" y="559731"/>
                  <a:pt x="3323644" y="559407"/>
                </a:cubicBezTo>
                <a:cubicBezTo>
                  <a:pt x="3318313" y="559359"/>
                  <a:pt x="3313034" y="558363"/>
                  <a:pt x="3308052" y="556465"/>
                </a:cubicBezTo>
                <a:cubicBezTo>
                  <a:pt x="3298345" y="550875"/>
                  <a:pt x="3290992" y="554994"/>
                  <a:pt x="3283637" y="553082"/>
                </a:cubicBezTo>
                <a:cubicBezTo>
                  <a:pt x="3277863" y="552043"/>
                  <a:pt x="3272822" y="548556"/>
                  <a:pt x="3269812" y="543522"/>
                </a:cubicBezTo>
                <a:cubicBezTo>
                  <a:pt x="3265105" y="530430"/>
                  <a:pt x="3271429" y="526607"/>
                  <a:pt x="3248632" y="505721"/>
                </a:cubicBezTo>
                <a:cubicBezTo>
                  <a:pt x="3240031" y="496068"/>
                  <a:pt x="3232024" y="485899"/>
                  <a:pt x="3224657" y="475276"/>
                </a:cubicBezTo>
                <a:cubicBezTo>
                  <a:pt x="3220171" y="469378"/>
                  <a:pt x="3215256" y="463824"/>
                  <a:pt x="3209949" y="458654"/>
                </a:cubicBezTo>
                <a:cubicBezTo>
                  <a:pt x="3194946" y="447624"/>
                  <a:pt x="3181562" y="432327"/>
                  <a:pt x="3176561" y="429237"/>
                </a:cubicBezTo>
                <a:cubicBezTo>
                  <a:pt x="3174796" y="428209"/>
                  <a:pt x="3164794" y="452036"/>
                  <a:pt x="3153469" y="464244"/>
                </a:cubicBezTo>
                <a:cubicBezTo>
                  <a:pt x="3142144" y="476452"/>
                  <a:pt x="3133907" y="482187"/>
                  <a:pt x="3120081" y="496896"/>
                </a:cubicBezTo>
                <a:cubicBezTo>
                  <a:pt x="3109990" y="505839"/>
                  <a:pt x="3098385" y="512913"/>
                  <a:pt x="3085811" y="517782"/>
                </a:cubicBezTo>
                <a:cubicBezTo>
                  <a:pt x="3080074" y="521605"/>
                  <a:pt x="3066984" y="527489"/>
                  <a:pt x="3060366" y="531607"/>
                </a:cubicBezTo>
                <a:cubicBezTo>
                  <a:pt x="3053746" y="535725"/>
                  <a:pt x="3042128" y="535137"/>
                  <a:pt x="3036979" y="537639"/>
                </a:cubicBezTo>
                <a:cubicBezTo>
                  <a:pt x="3032903" y="539232"/>
                  <a:pt x="3028559" y="540031"/>
                  <a:pt x="3024183" y="539992"/>
                </a:cubicBezTo>
                <a:cubicBezTo>
                  <a:pt x="3020653" y="539404"/>
                  <a:pt x="3018153" y="534402"/>
                  <a:pt x="3015504" y="532490"/>
                </a:cubicBezTo>
                <a:cubicBezTo>
                  <a:pt x="3012858" y="530579"/>
                  <a:pt x="3012858" y="521017"/>
                  <a:pt x="3008886" y="519252"/>
                </a:cubicBezTo>
                <a:cubicBezTo>
                  <a:pt x="3005053" y="518312"/>
                  <a:pt x="3001313" y="517032"/>
                  <a:pt x="2997708" y="515429"/>
                </a:cubicBezTo>
                <a:cubicBezTo>
                  <a:pt x="2995354" y="513222"/>
                  <a:pt x="2997266" y="509545"/>
                  <a:pt x="3004914" y="507045"/>
                </a:cubicBezTo>
                <a:cubicBezTo>
                  <a:pt x="3011014" y="504975"/>
                  <a:pt x="3016621" y="501670"/>
                  <a:pt x="3021388" y="497337"/>
                </a:cubicBezTo>
                <a:cubicBezTo>
                  <a:pt x="3025432" y="494925"/>
                  <a:pt x="3029226" y="492116"/>
                  <a:pt x="3032714" y="488954"/>
                </a:cubicBezTo>
                <a:cubicBezTo>
                  <a:pt x="3034038" y="487336"/>
                  <a:pt x="3038744" y="486601"/>
                  <a:pt x="3040657" y="485424"/>
                </a:cubicBezTo>
                <a:cubicBezTo>
                  <a:pt x="3059323" y="469602"/>
                  <a:pt x="3077006" y="452656"/>
                  <a:pt x="3093606" y="434681"/>
                </a:cubicBezTo>
                <a:cubicBezTo>
                  <a:pt x="3103098" y="424454"/>
                  <a:pt x="3110095" y="412171"/>
                  <a:pt x="3114051" y="398792"/>
                </a:cubicBezTo>
                <a:cubicBezTo>
                  <a:pt x="3116555" y="394269"/>
                  <a:pt x="3118012" y="389243"/>
                  <a:pt x="3118316" y="384084"/>
                </a:cubicBezTo>
                <a:cubicBezTo>
                  <a:pt x="3117874" y="381731"/>
                  <a:pt x="3110814" y="384084"/>
                  <a:pt x="3107726" y="384084"/>
                </a:cubicBezTo>
                <a:cubicBezTo>
                  <a:pt x="3104637" y="384084"/>
                  <a:pt x="3102726" y="383936"/>
                  <a:pt x="3099636" y="384084"/>
                </a:cubicBezTo>
                <a:cubicBezTo>
                  <a:pt x="3096547" y="384231"/>
                  <a:pt x="3092282" y="387026"/>
                  <a:pt x="3088752" y="387026"/>
                </a:cubicBezTo>
                <a:cubicBezTo>
                  <a:pt x="3085371" y="388202"/>
                  <a:pt x="3081691" y="388202"/>
                  <a:pt x="3078309" y="387026"/>
                </a:cubicBezTo>
                <a:cubicBezTo>
                  <a:pt x="3072719" y="385261"/>
                  <a:pt x="3069778" y="380554"/>
                  <a:pt x="3062276" y="379524"/>
                </a:cubicBezTo>
                <a:cubicBezTo>
                  <a:pt x="3052155" y="375934"/>
                  <a:pt x="3044926" y="366941"/>
                  <a:pt x="3043596" y="356284"/>
                </a:cubicBezTo>
                <a:cubicBezTo>
                  <a:pt x="3042327" y="350830"/>
                  <a:pt x="3044266" y="345128"/>
                  <a:pt x="3048598" y="341576"/>
                </a:cubicBezTo>
                <a:cubicBezTo>
                  <a:pt x="3052423" y="338783"/>
                  <a:pt x="3054334" y="334811"/>
                  <a:pt x="3057424" y="332458"/>
                </a:cubicBezTo>
                <a:cubicBezTo>
                  <a:pt x="3060513" y="330104"/>
                  <a:pt x="3066101" y="329809"/>
                  <a:pt x="3068602" y="328193"/>
                </a:cubicBezTo>
                <a:cubicBezTo>
                  <a:pt x="3071102" y="326574"/>
                  <a:pt x="3073749" y="323633"/>
                  <a:pt x="3078014" y="322014"/>
                </a:cubicBezTo>
                <a:cubicBezTo>
                  <a:pt x="3082281" y="320396"/>
                  <a:pt x="3093164" y="322014"/>
                  <a:pt x="3100961" y="322014"/>
                </a:cubicBezTo>
                <a:cubicBezTo>
                  <a:pt x="3114360" y="320254"/>
                  <a:pt x="3127238" y="315694"/>
                  <a:pt x="3138761" y="308629"/>
                </a:cubicBezTo>
                <a:cubicBezTo>
                  <a:pt x="3138361" y="296603"/>
                  <a:pt x="3140831" y="284653"/>
                  <a:pt x="3145967" y="273771"/>
                </a:cubicBezTo>
                <a:cubicBezTo>
                  <a:pt x="3147706" y="266547"/>
                  <a:pt x="3148548" y="259138"/>
                  <a:pt x="3148467" y="251709"/>
                </a:cubicBezTo>
                <a:cubicBezTo>
                  <a:pt x="3149275" y="245374"/>
                  <a:pt x="3148926" y="238945"/>
                  <a:pt x="3147439" y="232735"/>
                </a:cubicBezTo>
                <a:cubicBezTo>
                  <a:pt x="3147291" y="227440"/>
                  <a:pt x="3150232" y="226851"/>
                  <a:pt x="3153322" y="225970"/>
                </a:cubicBezTo>
                <a:cubicBezTo>
                  <a:pt x="3163029" y="223321"/>
                  <a:pt x="3162882" y="227000"/>
                  <a:pt x="3168031" y="227146"/>
                </a:cubicBezTo>
                <a:cubicBezTo>
                  <a:pt x="3173177" y="227293"/>
                  <a:pt x="3174061" y="222586"/>
                  <a:pt x="3179502" y="223470"/>
                </a:cubicBezTo>
                <a:cubicBezTo>
                  <a:pt x="3182223" y="223910"/>
                  <a:pt x="3187224" y="223506"/>
                  <a:pt x="3191710" y="223304"/>
                </a:cubicBezTo>
                <a:close/>
                <a:moveTo>
                  <a:pt x="1143579" y="218762"/>
                </a:moveTo>
                <a:cubicBezTo>
                  <a:pt x="1146373" y="219057"/>
                  <a:pt x="1149609" y="223764"/>
                  <a:pt x="1154463" y="224792"/>
                </a:cubicBezTo>
                <a:cubicBezTo>
                  <a:pt x="1159316" y="225822"/>
                  <a:pt x="1166229" y="225676"/>
                  <a:pt x="1171818" y="226705"/>
                </a:cubicBezTo>
                <a:cubicBezTo>
                  <a:pt x="1174761" y="226705"/>
                  <a:pt x="1186526" y="226705"/>
                  <a:pt x="1189469" y="226705"/>
                </a:cubicBezTo>
                <a:cubicBezTo>
                  <a:pt x="1193445" y="226948"/>
                  <a:pt x="1197338" y="227945"/>
                  <a:pt x="1200941" y="229647"/>
                </a:cubicBezTo>
                <a:cubicBezTo>
                  <a:pt x="1202706" y="230677"/>
                  <a:pt x="1208884" y="232000"/>
                  <a:pt x="1211089" y="234500"/>
                </a:cubicBezTo>
                <a:cubicBezTo>
                  <a:pt x="1216085" y="239131"/>
                  <a:pt x="1219828" y="244950"/>
                  <a:pt x="1221974" y="251415"/>
                </a:cubicBezTo>
                <a:lnTo>
                  <a:pt x="1220061" y="252150"/>
                </a:lnTo>
                <a:cubicBezTo>
                  <a:pt x="1220797" y="257445"/>
                  <a:pt x="1219179" y="259210"/>
                  <a:pt x="1219179" y="263329"/>
                </a:cubicBezTo>
                <a:cubicBezTo>
                  <a:pt x="1219828" y="268997"/>
                  <a:pt x="1219828" y="274722"/>
                  <a:pt x="1219179" y="280390"/>
                </a:cubicBezTo>
                <a:cubicBezTo>
                  <a:pt x="1218444" y="283332"/>
                  <a:pt x="1214031" y="290539"/>
                  <a:pt x="1210501" y="298924"/>
                </a:cubicBezTo>
                <a:cubicBezTo>
                  <a:pt x="1209245" y="305235"/>
                  <a:pt x="1208412" y="311621"/>
                  <a:pt x="1208001" y="318044"/>
                </a:cubicBezTo>
                <a:cubicBezTo>
                  <a:pt x="1207854" y="327015"/>
                  <a:pt x="1207413" y="333635"/>
                  <a:pt x="1206089" y="352755"/>
                </a:cubicBezTo>
                <a:cubicBezTo>
                  <a:pt x="1205794" y="359227"/>
                  <a:pt x="1204029" y="365257"/>
                  <a:pt x="1202999" y="373935"/>
                </a:cubicBezTo>
                <a:cubicBezTo>
                  <a:pt x="1202559" y="377170"/>
                  <a:pt x="1201676" y="386290"/>
                  <a:pt x="1201676" y="391878"/>
                </a:cubicBezTo>
                <a:cubicBezTo>
                  <a:pt x="1201529" y="400263"/>
                  <a:pt x="1205353" y="401882"/>
                  <a:pt x="1205794" y="404087"/>
                </a:cubicBezTo>
                <a:cubicBezTo>
                  <a:pt x="1206236" y="406293"/>
                  <a:pt x="1206383" y="406735"/>
                  <a:pt x="1206971" y="411147"/>
                </a:cubicBezTo>
                <a:cubicBezTo>
                  <a:pt x="1207559" y="415560"/>
                  <a:pt x="1210061" y="417618"/>
                  <a:pt x="1209324" y="422178"/>
                </a:cubicBezTo>
                <a:cubicBezTo>
                  <a:pt x="1208589" y="426738"/>
                  <a:pt x="1204764" y="434386"/>
                  <a:pt x="1202706" y="445858"/>
                </a:cubicBezTo>
                <a:cubicBezTo>
                  <a:pt x="1201637" y="451073"/>
                  <a:pt x="1198645" y="455695"/>
                  <a:pt x="1194323" y="458801"/>
                </a:cubicBezTo>
                <a:cubicBezTo>
                  <a:pt x="1186856" y="465051"/>
                  <a:pt x="1178407" y="470020"/>
                  <a:pt x="1169318" y="473510"/>
                </a:cubicBezTo>
                <a:cubicBezTo>
                  <a:pt x="1159316" y="476746"/>
                  <a:pt x="1153139" y="490571"/>
                  <a:pt x="1147403" y="494248"/>
                </a:cubicBezTo>
                <a:cubicBezTo>
                  <a:pt x="1139918" y="498181"/>
                  <a:pt x="1132206" y="501668"/>
                  <a:pt x="1124311" y="504691"/>
                </a:cubicBezTo>
                <a:cubicBezTo>
                  <a:pt x="1113789" y="509228"/>
                  <a:pt x="1103901" y="515111"/>
                  <a:pt x="1094894" y="522194"/>
                </a:cubicBezTo>
                <a:cubicBezTo>
                  <a:pt x="1089113" y="525298"/>
                  <a:pt x="1083057" y="527859"/>
                  <a:pt x="1076803" y="529843"/>
                </a:cubicBezTo>
                <a:cubicBezTo>
                  <a:pt x="1067950" y="537357"/>
                  <a:pt x="1058506" y="544143"/>
                  <a:pt x="1048563" y="550141"/>
                </a:cubicBezTo>
                <a:cubicBezTo>
                  <a:pt x="1042826" y="552641"/>
                  <a:pt x="1035914" y="539551"/>
                  <a:pt x="1030470" y="533814"/>
                </a:cubicBezTo>
                <a:cubicBezTo>
                  <a:pt x="1026832" y="530530"/>
                  <a:pt x="1022949" y="527531"/>
                  <a:pt x="1018852" y="524843"/>
                </a:cubicBezTo>
                <a:cubicBezTo>
                  <a:pt x="1015615" y="522194"/>
                  <a:pt x="1016792" y="514693"/>
                  <a:pt x="1015615" y="510134"/>
                </a:cubicBezTo>
                <a:cubicBezTo>
                  <a:pt x="1014439" y="505575"/>
                  <a:pt x="1011497" y="499396"/>
                  <a:pt x="1011497" y="497338"/>
                </a:cubicBezTo>
                <a:cubicBezTo>
                  <a:pt x="1011801" y="493019"/>
                  <a:pt x="1014542" y="489251"/>
                  <a:pt x="1018557" y="487630"/>
                </a:cubicBezTo>
                <a:cubicBezTo>
                  <a:pt x="1021794" y="486600"/>
                  <a:pt x="1026352" y="488071"/>
                  <a:pt x="1029442" y="486600"/>
                </a:cubicBezTo>
                <a:cubicBezTo>
                  <a:pt x="1035347" y="483740"/>
                  <a:pt x="1041004" y="480395"/>
                  <a:pt x="1046356" y="476598"/>
                </a:cubicBezTo>
                <a:cubicBezTo>
                  <a:pt x="1051988" y="473361"/>
                  <a:pt x="1058093" y="471030"/>
                  <a:pt x="1064448" y="469686"/>
                </a:cubicBezTo>
                <a:cubicBezTo>
                  <a:pt x="1075286" y="464646"/>
                  <a:pt x="1085756" y="458846"/>
                  <a:pt x="1095776" y="452330"/>
                </a:cubicBezTo>
                <a:cubicBezTo>
                  <a:pt x="1100924" y="449535"/>
                  <a:pt x="1110484" y="444830"/>
                  <a:pt x="1110484" y="437621"/>
                </a:cubicBezTo>
                <a:cubicBezTo>
                  <a:pt x="1110887" y="426534"/>
                  <a:pt x="1110592" y="415432"/>
                  <a:pt x="1109603" y="404382"/>
                </a:cubicBezTo>
                <a:cubicBezTo>
                  <a:pt x="1107984" y="400998"/>
                  <a:pt x="1101806" y="399675"/>
                  <a:pt x="1101808" y="399675"/>
                </a:cubicBezTo>
                <a:cubicBezTo>
                  <a:pt x="1097031" y="401063"/>
                  <a:pt x="1092071" y="401709"/>
                  <a:pt x="1087099" y="401587"/>
                </a:cubicBezTo>
                <a:cubicBezTo>
                  <a:pt x="1082369" y="402898"/>
                  <a:pt x="1077748" y="404570"/>
                  <a:pt x="1073273" y="406587"/>
                </a:cubicBezTo>
                <a:cubicBezTo>
                  <a:pt x="1070478" y="407912"/>
                  <a:pt x="1065478" y="409235"/>
                  <a:pt x="1062829" y="407912"/>
                </a:cubicBezTo>
                <a:cubicBezTo>
                  <a:pt x="1059824" y="407118"/>
                  <a:pt x="1057338" y="405010"/>
                  <a:pt x="1056064" y="402175"/>
                </a:cubicBezTo>
                <a:cubicBezTo>
                  <a:pt x="1054142" y="396685"/>
                  <a:pt x="1053099" y="390927"/>
                  <a:pt x="1052976" y="385113"/>
                </a:cubicBezTo>
                <a:cubicBezTo>
                  <a:pt x="1051216" y="381376"/>
                  <a:pt x="1050215" y="377326"/>
                  <a:pt x="1050033" y="373200"/>
                </a:cubicBezTo>
                <a:cubicBezTo>
                  <a:pt x="1051381" y="365235"/>
                  <a:pt x="1051825" y="357142"/>
                  <a:pt x="1051358" y="349078"/>
                </a:cubicBezTo>
                <a:cubicBezTo>
                  <a:pt x="1051358" y="339517"/>
                  <a:pt x="1059299" y="336282"/>
                  <a:pt x="1066066" y="335105"/>
                </a:cubicBezTo>
                <a:cubicBezTo>
                  <a:pt x="1072831" y="333928"/>
                  <a:pt x="1078861" y="328927"/>
                  <a:pt x="1085628" y="328928"/>
                </a:cubicBezTo>
                <a:cubicBezTo>
                  <a:pt x="1090552" y="329078"/>
                  <a:pt x="1095481" y="328734"/>
                  <a:pt x="1100336" y="327898"/>
                </a:cubicBezTo>
                <a:cubicBezTo>
                  <a:pt x="1107308" y="325882"/>
                  <a:pt x="1113946" y="322860"/>
                  <a:pt x="1120046" y="318927"/>
                </a:cubicBezTo>
                <a:cubicBezTo>
                  <a:pt x="1123869" y="313337"/>
                  <a:pt x="1129606" y="309807"/>
                  <a:pt x="1129606" y="300982"/>
                </a:cubicBezTo>
                <a:cubicBezTo>
                  <a:pt x="1130488" y="284362"/>
                  <a:pt x="1135636" y="277007"/>
                  <a:pt x="1135636" y="262299"/>
                </a:cubicBezTo>
                <a:cubicBezTo>
                  <a:pt x="1136297" y="252904"/>
                  <a:pt x="1132674" y="243713"/>
                  <a:pt x="1125781" y="237295"/>
                </a:cubicBezTo>
                <a:cubicBezTo>
                  <a:pt x="1124385" y="235149"/>
                  <a:pt x="1124385" y="232382"/>
                  <a:pt x="1125781" y="230235"/>
                </a:cubicBezTo>
                <a:cubicBezTo>
                  <a:pt x="1129867" y="227962"/>
                  <a:pt x="1133585" y="225087"/>
                  <a:pt x="1136813" y="221704"/>
                </a:cubicBezTo>
                <a:cubicBezTo>
                  <a:pt x="1138312" y="219502"/>
                  <a:pt x="1140945" y="218358"/>
                  <a:pt x="1143579" y="218762"/>
                </a:cubicBezTo>
                <a:close/>
                <a:moveTo>
                  <a:pt x="1352437" y="199201"/>
                </a:moveTo>
                <a:cubicBezTo>
                  <a:pt x="1359202" y="199494"/>
                  <a:pt x="1360086" y="203319"/>
                  <a:pt x="1363174" y="205526"/>
                </a:cubicBezTo>
                <a:cubicBezTo>
                  <a:pt x="1365995" y="206811"/>
                  <a:pt x="1369047" y="207512"/>
                  <a:pt x="1372146" y="207584"/>
                </a:cubicBezTo>
                <a:cubicBezTo>
                  <a:pt x="1374941" y="208026"/>
                  <a:pt x="1377587" y="211998"/>
                  <a:pt x="1379059" y="215379"/>
                </a:cubicBezTo>
                <a:cubicBezTo>
                  <a:pt x="1382331" y="222147"/>
                  <a:pt x="1384230" y="229496"/>
                  <a:pt x="1384647" y="237001"/>
                </a:cubicBezTo>
                <a:cubicBezTo>
                  <a:pt x="1384059" y="253032"/>
                  <a:pt x="1372734" y="256562"/>
                  <a:pt x="1368616" y="266417"/>
                </a:cubicBezTo>
                <a:cubicBezTo>
                  <a:pt x="1366997" y="271178"/>
                  <a:pt x="1365960" y="276116"/>
                  <a:pt x="1365527" y="281126"/>
                </a:cubicBezTo>
                <a:cubicBezTo>
                  <a:pt x="1366997" y="289216"/>
                  <a:pt x="1375234" y="291422"/>
                  <a:pt x="1378764" y="285686"/>
                </a:cubicBezTo>
                <a:cubicBezTo>
                  <a:pt x="1385384" y="284216"/>
                  <a:pt x="1387442" y="280391"/>
                  <a:pt x="1392002" y="278184"/>
                </a:cubicBezTo>
                <a:cubicBezTo>
                  <a:pt x="1396562" y="275979"/>
                  <a:pt x="1403034" y="283332"/>
                  <a:pt x="1413329" y="285686"/>
                </a:cubicBezTo>
                <a:cubicBezTo>
                  <a:pt x="1419066" y="287009"/>
                  <a:pt x="1421419" y="301276"/>
                  <a:pt x="1425242" y="307896"/>
                </a:cubicBezTo>
                <a:cubicBezTo>
                  <a:pt x="1426970" y="313010"/>
                  <a:pt x="1427815" y="318382"/>
                  <a:pt x="1427742" y="323780"/>
                </a:cubicBezTo>
                <a:cubicBezTo>
                  <a:pt x="1427539" y="327863"/>
                  <a:pt x="1424557" y="331273"/>
                  <a:pt x="1420536" y="332017"/>
                </a:cubicBezTo>
                <a:cubicBezTo>
                  <a:pt x="1415389" y="333194"/>
                  <a:pt x="1412299" y="333929"/>
                  <a:pt x="1405827" y="335841"/>
                </a:cubicBezTo>
                <a:cubicBezTo>
                  <a:pt x="1400994" y="337927"/>
                  <a:pt x="1396640" y="340980"/>
                  <a:pt x="1393032" y="344812"/>
                </a:cubicBezTo>
                <a:cubicBezTo>
                  <a:pt x="1387296" y="348931"/>
                  <a:pt x="1381264" y="349814"/>
                  <a:pt x="1375087" y="354814"/>
                </a:cubicBezTo>
                <a:cubicBezTo>
                  <a:pt x="1366591" y="361276"/>
                  <a:pt x="1356891" y="365977"/>
                  <a:pt x="1346554" y="368640"/>
                </a:cubicBezTo>
                <a:cubicBezTo>
                  <a:pt x="1341273" y="378400"/>
                  <a:pt x="1337927" y="389087"/>
                  <a:pt x="1336699" y="400115"/>
                </a:cubicBezTo>
                <a:cubicBezTo>
                  <a:pt x="1336037" y="405038"/>
                  <a:pt x="1336387" y="410043"/>
                  <a:pt x="1337729" y="414824"/>
                </a:cubicBezTo>
                <a:cubicBezTo>
                  <a:pt x="1340229" y="423649"/>
                  <a:pt x="1338022" y="432033"/>
                  <a:pt x="1345671" y="440858"/>
                </a:cubicBezTo>
                <a:cubicBezTo>
                  <a:pt x="1351616" y="446470"/>
                  <a:pt x="1359292" y="449892"/>
                  <a:pt x="1367439" y="450565"/>
                </a:cubicBezTo>
                <a:cubicBezTo>
                  <a:pt x="1372699" y="450656"/>
                  <a:pt x="1377929" y="451348"/>
                  <a:pt x="1383031" y="452625"/>
                </a:cubicBezTo>
                <a:cubicBezTo>
                  <a:pt x="1386610" y="453813"/>
                  <a:pt x="1390308" y="454602"/>
                  <a:pt x="1394061" y="454978"/>
                </a:cubicBezTo>
                <a:cubicBezTo>
                  <a:pt x="1397328" y="457188"/>
                  <a:pt x="1401047" y="458646"/>
                  <a:pt x="1404946" y="459243"/>
                </a:cubicBezTo>
                <a:cubicBezTo>
                  <a:pt x="1410688" y="459006"/>
                  <a:pt x="1416434" y="459600"/>
                  <a:pt x="1422007" y="461008"/>
                </a:cubicBezTo>
                <a:lnTo>
                  <a:pt x="1422742" y="461302"/>
                </a:lnTo>
                <a:cubicBezTo>
                  <a:pt x="1430244" y="465851"/>
                  <a:pt x="1434072" y="474627"/>
                  <a:pt x="1432302" y="483218"/>
                </a:cubicBezTo>
                <a:cubicBezTo>
                  <a:pt x="1429915" y="491509"/>
                  <a:pt x="1427066" y="499659"/>
                  <a:pt x="1423772" y="507633"/>
                </a:cubicBezTo>
                <a:cubicBezTo>
                  <a:pt x="1421712" y="514105"/>
                  <a:pt x="1420389" y="520872"/>
                  <a:pt x="1416712" y="523666"/>
                </a:cubicBezTo>
                <a:cubicBezTo>
                  <a:pt x="1413034" y="526460"/>
                  <a:pt x="1403622" y="524402"/>
                  <a:pt x="1398327" y="526460"/>
                </a:cubicBezTo>
                <a:cubicBezTo>
                  <a:pt x="1392588" y="528917"/>
                  <a:pt x="1386466" y="530360"/>
                  <a:pt x="1380236" y="530725"/>
                </a:cubicBezTo>
                <a:cubicBezTo>
                  <a:pt x="1375822" y="530725"/>
                  <a:pt x="1370381" y="526460"/>
                  <a:pt x="1367586" y="525283"/>
                </a:cubicBezTo>
                <a:cubicBezTo>
                  <a:pt x="1361248" y="523396"/>
                  <a:pt x="1354607" y="522746"/>
                  <a:pt x="1348024" y="523372"/>
                </a:cubicBezTo>
                <a:cubicBezTo>
                  <a:pt x="1342729" y="523372"/>
                  <a:pt x="1328756" y="523372"/>
                  <a:pt x="1328756" y="523372"/>
                </a:cubicBezTo>
                <a:cubicBezTo>
                  <a:pt x="1325814" y="523372"/>
                  <a:pt x="1319491" y="519988"/>
                  <a:pt x="1312431" y="518665"/>
                </a:cubicBezTo>
                <a:cubicBezTo>
                  <a:pt x="1305371" y="517342"/>
                  <a:pt x="1293751" y="518958"/>
                  <a:pt x="1288602" y="517342"/>
                </a:cubicBezTo>
                <a:cubicBezTo>
                  <a:pt x="1284262" y="515779"/>
                  <a:pt x="1280191" y="513546"/>
                  <a:pt x="1276542" y="510722"/>
                </a:cubicBezTo>
                <a:cubicBezTo>
                  <a:pt x="1271972" y="505311"/>
                  <a:pt x="1268207" y="499267"/>
                  <a:pt x="1265364" y="492778"/>
                </a:cubicBezTo>
                <a:cubicBezTo>
                  <a:pt x="1264294" y="485870"/>
                  <a:pt x="1263801" y="478884"/>
                  <a:pt x="1263892" y="471892"/>
                </a:cubicBezTo>
                <a:cubicBezTo>
                  <a:pt x="1263304" y="467922"/>
                  <a:pt x="1258744" y="449977"/>
                  <a:pt x="1258744" y="447035"/>
                </a:cubicBezTo>
                <a:lnTo>
                  <a:pt x="1257716" y="431445"/>
                </a:lnTo>
                <a:cubicBezTo>
                  <a:pt x="1257700" y="426481"/>
                  <a:pt x="1257059" y="421539"/>
                  <a:pt x="1255804" y="416737"/>
                </a:cubicBezTo>
                <a:cubicBezTo>
                  <a:pt x="1253976" y="409181"/>
                  <a:pt x="1253183" y="401412"/>
                  <a:pt x="1253449" y="393645"/>
                </a:cubicBezTo>
                <a:cubicBezTo>
                  <a:pt x="1253302" y="381584"/>
                  <a:pt x="1256832" y="379672"/>
                  <a:pt x="1259627" y="356432"/>
                </a:cubicBezTo>
                <a:cubicBezTo>
                  <a:pt x="1259921" y="354079"/>
                  <a:pt x="1264776" y="347019"/>
                  <a:pt x="1264776" y="344812"/>
                </a:cubicBezTo>
                <a:cubicBezTo>
                  <a:pt x="1265657" y="333340"/>
                  <a:pt x="1268157" y="333487"/>
                  <a:pt x="1269187" y="325692"/>
                </a:cubicBezTo>
                <a:cubicBezTo>
                  <a:pt x="1270217" y="317897"/>
                  <a:pt x="1273306" y="308484"/>
                  <a:pt x="1273306" y="306131"/>
                </a:cubicBezTo>
                <a:cubicBezTo>
                  <a:pt x="1275071" y="294216"/>
                  <a:pt x="1275071" y="278772"/>
                  <a:pt x="1275072" y="275684"/>
                </a:cubicBezTo>
                <a:cubicBezTo>
                  <a:pt x="1275662" y="269330"/>
                  <a:pt x="1277148" y="263091"/>
                  <a:pt x="1279484" y="257151"/>
                </a:cubicBezTo>
                <a:cubicBezTo>
                  <a:pt x="1282214" y="247490"/>
                  <a:pt x="1284325" y="237665"/>
                  <a:pt x="1285809" y="227734"/>
                </a:cubicBezTo>
                <a:cubicBezTo>
                  <a:pt x="1285313" y="221011"/>
                  <a:pt x="1285560" y="214254"/>
                  <a:pt x="1286544" y="207584"/>
                </a:cubicBezTo>
                <a:cubicBezTo>
                  <a:pt x="1288602" y="200524"/>
                  <a:pt x="1292279" y="199348"/>
                  <a:pt x="1298162" y="199348"/>
                </a:cubicBezTo>
                <a:cubicBezTo>
                  <a:pt x="1300811" y="199201"/>
                  <a:pt x="1308606" y="202289"/>
                  <a:pt x="1312871" y="202438"/>
                </a:cubicBezTo>
                <a:cubicBezTo>
                  <a:pt x="1317137" y="202584"/>
                  <a:pt x="1323021" y="199643"/>
                  <a:pt x="1325962" y="199643"/>
                </a:cubicBezTo>
                <a:cubicBezTo>
                  <a:pt x="1329929" y="200183"/>
                  <a:pt x="1333859" y="200969"/>
                  <a:pt x="1337729" y="201996"/>
                </a:cubicBezTo>
                <a:cubicBezTo>
                  <a:pt x="1342550" y="200679"/>
                  <a:pt x="1347468" y="199744"/>
                  <a:pt x="1352437" y="199201"/>
                </a:cubicBezTo>
                <a:close/>
                <a:moveTo>
                  <a:pt x="427710" y="198541"/>
                </a:moveTo>
                <a:cubicBezTo>
                  <a:pt x="422352" y="198541"/>
                  <a:pt x="420411" y="204574"/>
                  <a:pt x="419272" y="210480"/>
                </a:cubicBezTo>
                <a:lnTo>
                  <a:pt x="419272" y="211071"/>
                </a:lnTo>
                <a:cubicBezTo>
                  <a:pt x="418723" y="214150"/>
                  <a:pt x="412142" y="247901"/>
                  <a:pt x="412142" y="247901"/>
                </a:cubicBezTo>
                <a:lnTo>
                  <a:pt x="411594" y="250644"/>
                </a:lnTo>
                <a:lnTo>
                  <a:pt x="406362" y="250644"/>
                </a:lnTo>
                <a:cubicBezTo>
                  <a:pt x="362904" y="250821"/>
                  <a:pt x="319660" y="244581"/>
                  <a:pt x="278024" y="232123"/>
                </a:cubicBezTo>
                <a:cubicBezTo>
                  <a:pt x="278982" y="242202"/>
                  <a:pt x="282868" y="251778"/>
                  <a:pt x="289204" y="259672"/>
                </a:cubicBezTo>
                <a:cubicBezTo>
                  <a:pt x="297102" y="269093"/>
                  <a:pt x="307780" y="275767"/>
                  <a:pt x="319707" y="278741"/>
                </a:cubicBezTo>
                <a:lnTo>
                  <a:pt x="322238" y="279247"/>
                </a:lnTo>
                <a:lnTo>
                  <a:pt x="322238" y="281821"/>
                </a:lnTo>
                <a:lnTo>
                  <a:pt x="322407" y="281821"/>
                </a:lnTo>
                <a:cubicBezTo>
                  <a:pt x="323339" y="290419"/>
                  <a:pt x="327301" y="298405"/>
                  <a:pt x="333587" y="304350"/>
                </a:cubicBezTo>
                <a:cubicBezTo>
                  <a:pt x="340404" y="309383"/>
                  <a:pt x="348699" y="312007"/>
                  <a:pt x="357170" y="311817"/>
                </a:cubicBezTo>
                <a:cubicBezTo>
                  <a:pt x="359111" y="311817"/>
                  <a:pt x="360334" y="311817"/>
                  <a:pt x="360334" y="311817"/>
                </a:cubicBezTo>
                <a:lnTo>
                  <a:pt x="362992" y="311480"/>
                </a:lnTo>
                <a:lnTo>
                  <a:pt x="363920" y="313969"/>
                </a:lnTo>
                <a:cubicBezTo>
                  <a:pt x="367439" y="321132"/>
                  <a:pt x="373860" y="326448"/>
                  <a:pt x="381555" y="328566"/>
                </a:cubicBezTo>
                <a:cubicBezTo>
                  <a:pt x="384479" y="329473"/>
                  <a:pt x="387525" y="329929"/>
                  <a:pt x="390584" y="329916"/>
                </a:cubicBezTo>
                <a:cubicBezTo>
                  <a:pt x="394566" y="329912"/>
                  <a:pt x="398519" y="329224"/>
                  <a:pt x="402270" y="327891"/>
                </a:cubicBezTo>
                <a:lnTo>
                  <a:pt x="408472" y="325318"/>
                </a:lnTo>
                <a:lnTo>
                  <a:pt x="399359" y="362570"/>
                </a:lnTo>
                <a:lnTo>
                  <a:pt x="456736" y="362570"/>
                </a:lnTo>
                <a:lnTo>
                  <a:pt x="447581" y="325275"/>
                </a:lnTo>
                <a:lnTo>
                  <a:pt x="453825" y="327891"/>
                </a:lnTo>
                <a:cubicBezTo>
                  <a:pt x="457562" y="329228"/>
                  <a:pt x="461499" y="329916"/>
                  <a:pt x="465469" y="329916"/>
                </a:cubicBezTo>
                <a:cubicBezTo>
                  <a:pt x="468527" y="329925"/>
                  <a:pt x="471573" y="329473"/>
                  <a:pt x="474497" y="328566"/>
                </a:cubicBezTo>
                <a:cubicBezTo>
                  <a:pt x="482196" y="326453"/>
                  <a:pt x="488618" y="321137"/>
                  <a:pt x="492132" y="313969"/>
                </a:cubicBezTo>
                <a:lnTo>
                  <a:pt x="493060" y="311480"/>
                </a:lnTo>
                <a:lnTo>
                  <a:pt x="495718" y="311817"/>
                </a:lnTo>
                <a:cubicBezTo>
                  <a:pt x="495718" y="311817"/>
                  <a:pt x="496941" y="311817"/>
                  <a:pt x="498882" y="311817"/>
                </a:cubicBezTo>
                <a:cubicBezTo>
                  <a:pt x="507354" y="312007"/>
                  <a:pt x="515648" y="309383"/>
                  <a:pt x="522466" y="304350"/>
                </a:cubicBezTo>
                <a:cubicBezTo>
                  <a:pt x="528794" y="298422"/>
                  <a:pt x="532768" y="290406"/>
                  <a:pt x="533646" y="281779"/>
                </a:cubicBezTo>
                <a:lnTo>
                  <a:pt x="533646" y="279247"/>
                </a:lnTo>
                <a:lnTo>
                  <a:pt x="536177" y="278741"/>
                </a:lnTo>
                <a:cubicBezTo>
                  <a:pt x="548070" y="275721"/>
                  <a:pt x="558723" y="269051"/>
                  <a:pt x="566637" y="259672"/>
                </a:cubicBezTo>
                <a:cubicBezTo>
                  <a:pt x="572974" y="251778"/>
                  <a:pt x="576860" y="242202"/>
                  <a:pt x="577817" y="232123"/>
                </a:cubicBezTo>
                <a:cubicBezTo>
                  <a:pt x="536223" y="244569"/>
                  <a:pt x="493022" y="250808"/>
                  <a:pt x="449606" y="250644"/>
                </a:cubicBezTo>
                <a:lnTo>
                  <a:pt x="444374" y="250644"/>
                </a:lnTo>
                <a:lnTo>
                  <a:pt x="443826" y="247901"/>
                </a:lnTo>
                <a:cubicBezTo>
                  <a:pt x="443826" y="247901"/>
                  <a:pt x="437287" y="213982"/>
                  <a:pt x="436696" y="211071"/>
                </a:cubicBezTo>
                <a:lnTo>
                  <a:pt x="436696" y="210480"/>
                </a:lnTo>
                <a:cubicBezTo>
                  <a:pt x="435599" y="204574"/>
                  <a:pt x="433700" y="198541"/>
                  <a:pt x="428258" y="198541"/>
                </a:cubicBezTo>
                <a:close/>
                <a:moveTo>
                  <a:pt x="494072" y="197065"/>
                </a:moveTo>
                <a:cubicBezTo>
                  <a:pt x="500350" y="199246"/>
                  <a:pt x="506008" y="202908"/>
                  <a:pt x="510568" y="207738"/>
                </a:cubicBezTo>
                <a:cubicBezTo>
                  <a:pt x="504143" y="209131"/>
                  <a:pt x="497532" y="209489"/>
                  <a:pt x="490993" y="208793"/>
                </a:cubicBezTo>
                <a:cubicBezTo>
                  <a:pt x="482893" y="207949"/>
                  <a:pt x="476395" y="198161"/>
                  <a:pt x="476395" y="198161"/>
                </a:cubicBezTo>
                <a:cubicBezTo>
                  <a:pt x="482007" y="195871"/>
                  <a:pt x="488221" y="195482"/>
                  <a:pt x="494072" y="197065"/>
                </a:cubicBezTo>
                <a:close/>
                <a:moveTo>
                  <a:pt x="2355689" y="195083"/>
                </a:moveTo>
                <a:cubicBezTo>
                  <a:pt x="2361131" y="195083"/>
                  <a:pt x="2365544" y="200820"/>
                  <a:pt x="2370398" y="200820"/>
                </a:cubicBezTo>
                <a:cubicBezTo>
                  <a:pt x="2380259" y="200102"/>
                  <a:pt x="2390171" y="200844"/>
                  <a:pt x="2399814" y="203025"/>
                </a:cubicBezTo>
                <a:lnTo>
                  <a:pt x="2401139" y="203761"/>
                </a:lnTo>
                <a:cubicBezTo>
                  <a:pt x="2402904" y="205231"/>
                  <a:pt x="2404081" y="213910"/>
                  <a:pt x="2406139" y="215821"/>
                </a:cubicBezTo>
                <a:cubicBezTo>
                  <a:pt x="2411891" y="221238"/>
                  <a:pt x="2415495" y="228551"/>
                  <a:pt x="2416288" y="236413"/>
                </a:cubicBezTo>
                <a:cubicBezTo>
                  <a:pt x="2415848" y="242296"/>
                  <a:pt x="2408051" y="251709"/>
                  <a:pt x="2408051" y="253916"/>
                </a:cubicBezTo>
                <a:cubicBezTo>
                  <a:pt x="2408486" y="259575"/>
                  <a:pt x="2407149" y="265229"/>
                  <a:pt x="2404228" y="270094"/>
                </a:cubicBezTo>
                <a:cubicBezTo>
                  <a:pt x="2398312" y="278161"/>
                  <a:pt x="2393375" y="286900"/>
                  <a:pt x="2389519" y="296129"/>
                </a:cubicBezTo>
                <a:cubicBezTo>
                  <a:pt x="2387901" y="299218"/>
                  <a:pt x="2377899" y="307159"/>
                  <a:pt x="2376281" y="310837"/>
                </a:cubicBezTo>
                <a:cubicBezTo>
                  <a:pt x="2366279" y="333636"/>
                  <a:pt x="2355101" y="349521"/>
                  <a:pt x="2346864" y="372317"/>
                </a:cubicBezTo>
                <a:cubicBezTo>
                  <a:pt x="2345541" y="375994"/>
                  <a:pt x="2339806" y="383496"/>
                  <a:pt x="2337011" y="382172"/>
                </a:cubicBezTo>
                <a:cubicBezTo>
                  <a:pt x="2333175" y="380447"/>
                  <a:pt x="2328785" y="380447"/>
                  <a:pt x="2324949" y="382172"/>
                </a:cubicBezTo>
                <a:cubicBezTo>
                  <a:pt x="2323038" y="383791"/>
                  <a:pt x="2314948" y="383642"/>
                  <a:pt x="2312299" y="386291"/>
                </a:cubicBezTo>
                <a:cubicBezTo>
                  <a:pt x="2309653" y="388937"/>
                  <a:pt x="2296121" y="386879"/>
                  <a:pt x="2293474" y="392027"/>
                </a:cubicBezTo>
                <a:cubicBezTo>
                  <a:pt x="2291561" y="396743"/>
                  <a:pt x="2291561" y="402020"/>
                  <a:pt x="2293474" y="406735"/>
                </a:cubicBezTo>
                <a:cubicBezTo>
                  <a:pt x="2297739" y="411736"/>
                  <a:pt x="2306418" y="406735"/>
                  <a:pt x="2308181" y="404087"/>
                </a:cubicBezTo>
                <a:cubicBezTo>
                  <a:pt x="2311015" y="400685"/>
                  <a:pt x="2315229" y="398741"/>
                  <a:pt x="2319654" y="398792"/>
                </a:cubicBezTo>
                <a:cubicBezTo>
                  <a:pt x="2324756" y="401020"/>
                  <a:pt x="2330081" y="402697"/>
                  <a:pt x="2335539" y="403794"/>
                </a:cubicBezTo>
                <a:cubicBezTo>
                  <a:pt x="2339162" y="404368"/>
                  <a:pt x="2341837" y="407480"/>
                  <a:pt x="2341864" y="411147"/>
                </a:cubicBezTo>
                <a:cubicBezTo>
                  <a:pt x="2341955" y="418016"/>
                  <a:pt x="2343353" y="424805"/>
                  <a:pt x="2345983" y="431150"/>
                </a:cubicBezTo>
                <a:cubicBezTo>
                  <a:pt x="2346102" y="434100"/>
                  <a:pt x="2345220" y="437001"/>
                  <a:pt x="2343483" y="439387"/>
                </a:cubicBezTo>
                <a:cubicBezTo>
                  <a:pt x="2339028" y="443379"/>
                  <a:pt x="2334086" y="446788"/>
                  <a:pt x="2328774" y="449535"/>
                </a:cubicBezTo>
                <a:cubicBezTo>
                  <a:pt x="2325243" y="451742"/>
                  <a:pt x="2317301" y="452330"/>
                  <a:pt x="2312299" y="455567"/>
                </a:cubicBezTo>
                <a:cubicBezTo>
                  <a:pt x="2309265" y="457845"/>
                  <a:pt x="2307384" y="461339"/>
                  <a:pt x="2307153" y="465127"/>
                </a:cubicBezTo>
                <a:cubicBezTo>
                  <a:pt x="2307153" y="471452"/>
                  <a:pt x="2312006" y="471452"/>
                  <a:pt x="2315094" y="471452"/>
                </a:cubicBezTo>
                <a:cubicBezTo>
                  <a:pt x="2318184" y="471452"/>
                  <a:pt x="2330979" y="467334"/>
                  <a:pt x="2337011" y="467334"/>
                </a:cubicBezTo>
                <a:cubicBezTo>
                  <a:pt x="2342499" y="467610"/>
                  <a:pt x="2347996" y="467610"/>
                  <a:pt x="2353484" y="467334"/>
                </a:cubicBezTo>
                <a:cubicBezTo>
                  <a:pt x="2360050" y="465115"/>
                  <a:pt x="2366869" y="463731"/>
                  <a:pt x="2373781" y="463215"/>
                </a:cubicBezTo>
                <a:cubicBezTo>
                  <a:pt x="2380253" y="464834"/>
                  <a:pt x="2387459" y="458802"/>
                  <a:pt x="2391578" y="463215"/>
                </a:cubicBezTo>
                <a:cubicBezTo>
                  <a:pt x="2391578" y="470864"/>
                  <a:pt x="2406286" y="474394"/>
                  <a:pt x="2406286" y="486307"/>
                </a:cubicBezTo>
                <a:cubicBezTo>
                  <a:pt x="2406286" y="503369"/>
                  <a:pt x="2394961" y="522637"/>
                  <a:pt x="2380253" y="523813"/>
                </a:cubicBezTo>
                <a:cubicBezTo>
                  <a:pt x="2374074" y="524402"/>
                  <a:pt x="2378341" y="519695"/>
                  <a:pt x="2356573" y="519695"/>
                </a:cubicBezTo>
                <a:cubicBezTo>
                  <a:pt x="2337158" y="519988"/>
                  <a:pt x="2320536" y="521312"/>
                  <a:pt x="2317448" y="521312"/>
                </a:cubicBezTo>
                <a:cubicBezTo>
                  <a:pt x="2310315" y="521401"/>
                  <a:pt x="2303187" y="520958"/>
                  <a:pt x="2296121" y="519988"/>
                </a:cubicBezTo>
                <a:cubicBezTo>
                  <a:pt x="2289853" y="520121"/>
                  <a:pt x="2283606" y="520761"/>
                  <a:pt x="2277441" y="521902"/>
                </a:cubicBezTo>
                <a:cubicBezTo>
                  <a:pt x="2270591" y="523664"/>
                  <a:pt x="2263605" y="524845"/>
                  <a:pt x="2256556" y="525432"/>
                </a:cubicBezTo>
                <a:cubicBezTo>
                  <a:pt x="2247818" y="525305"/>
                  <a:pt x="2239150" y="527008"/>
                  <a:pt x="2231111" y="530432"/>
                </a:cubicBezTo>
                <a:cubicBezTo>
                  <a:pt x="2222447" y="532203"/>
                  <a:pt x="2213626" y="533089"/>
                  <a:pt x="2204783" y="533078"/>
                </a:cubicBezTo>
                <a:cubicBezTo>
                  <a:pt x="2196081" y="536783"/>
                  <a:pt x="2187009" y="539545"/>
                  <a:pt x="2177720" y="541315"/>
                </a:cubicBezTo>
                <a:cubicBezTo>
                  <a:pt x="2172718" y="541903"/>
                  <a:pt x="2161100" y="540433"/>
                  <a:pt x="2160658" y="532343"/>
                </a:cubicBezTo>
                <a:cubicBezTo>
                  <a:pt x="2160216" y="524253"/>
                  <a:pt x="2155805" y="519988"/>
                  <a:pt x="2156835" y="509545"/>
                </a:cubicBezTo>
                <a:cubicBezTo>
                  <a:pt x="2157716" y="506457"/>
                  <a:pt x="2157716" y="501457"/>
                  <a:pt x="2157715" y="499103"/>
                </a:cubicBezTo>
                <a:cubicBezTo>
                  <a:pt x="2157743" y="494431"/>
                  <a:pt x="2159844" y="490011"/>
                  <a:pt x="2163451" y="487042"/>
                </a:cubicBezTo>
                <a:cubicBezTo>
                  <a:pt x="2164481" y="486749"/>
                  <a:pt x="2166835" y="481600"/>
                  <a:pt x="2169776" y="481895"/>
                </a:cubicBezTo>
                <a:cubicBezTo>
                  <a:pt x="2172718" y="482189"/>
                  <a:pt x="2173308" y="485719"/>
                  <a:pt x="2177720" y="485719"/>
                </a:cubicBezTo>
                <a:cubicBezTo>
                  <a:pt x="2185748" y="483981"/>
                  <a:pt x="2193546" y="481316"/>
                  <a:pt x="2200960" y="477777"/>
                </a:cubicBezTo>
                <a:cubicBezTo>
                  <a:pt x="2210507" y="472899"/>
                  <a:pt x="2220330" y="468578"/>
                  <a:pt x="2230376" y="464834"/>
                </a:cubicBezTo>
                <a:cubicBezTo>
                  <a:pt x="2234200" y="459390"/>
                  <a:pt x="2227875" y="456597"/>
                  <a:pt x="2225521" y="456597"/>
                </a:cubicBezTo>
                <a:cubicBezTo>
                  <a:pt x="2221446" y="457696"/>
                  <a:pt x="2217101" y="457113"/>
                  <a:pt x="2213461" y="454979"/>
                </a:cubicBezTo>
                <a:cubicBezTo>
                  <a:pt x="2207431" y="453949"/>
                  <a:pt x="2204930" y="452479"/>
                  <a:pt x="2203311" y="449830"/>
                </a:cubicBezTo>
                <a:cubicBezTo>
                  <a:pt x="2201695" y="447184"/>
                  <a:pt x="2202870" y="444094"/>
                  <a:pt x="2203311" y="439975"/>
                </a:cubicBezTo>
                <a:cubicBezTo>
                  <a:pt x="2203753" y="435857"/>
                  <a:pt x="2204046" y="431445"/>
                  <a:pt x="2204636" y="427915"/>
                </a:cubicBezTo>
                <a:cubicBezTo>
                  <a:pt x="2205225" y="424385"/>
                  <a:pt x="2205665" y="419090"/>
                  <a:pt x="2211255" y="419090"/>
                </a:cubicBezTo>
                <a:cubicBezTo>
                  <a:pt x="2214343" y="419090"/>
                  <a:pt x="2215078" y="421296"/>
                  <a:pt x="2218020" y="421296"/>
                </a:cubicBezTo>
                <a:cubicBezTo>
                  <a:pt x="2220961" y="421296"/>
                  <a:pt x="2222285" y="419972"/>
                  <a:pt x="2225228" y="419972"/>
                </a:cubicBezTo>
                <a:cubicBezTo>
                  <a:pt x="2227564" y="420361"/>
                  <a:pt x="2229951" y="420361"/>
                  <a:pt x="2232288" y="419972"/>
                </a:cubicBezTo>
                <a:cubicBezTo>
                  <a:pt x="2234893" y="418692"/>
                  <a:pt x="2237086" y="416705"/>
                  <a:pt x="2238613" y="414236"/>
                </a:cubicBezTo>
                <a:cubicBezTo>
                  <a:pt x="2239935" y="409452"/>
                  <a:pt x="2240483" y="404486"/>
                  <a:pt x="2240230" y="399527"/>
                </a:cubicBezTo>
                <a:cubicBezTo>
                  <a:pt x="2239641" y="395557"/>
                  <a:pt x="2236111" y="396146"/>
                  <a:pt x="2231551" y="398351"/>
                </a:cubicBezTo>
                <a:cubicBezTo>
                  <a:pt x="2227959" y="399660"/>
                  <a:pt x="2224270" y="400693"/>
                  <a:pt x="2220520" y="401441"/>
                </a:cubicBezTo>
                <a:cubicBezTo>
                  <a:pt x="2217178" y="402353"/>
                  <a:pt x="2213792" y="403090"/>
                  <a:pt x="2210371" y="403646"/>
                </a:cubicBezTo>
                <a:cubicBezTo>
                  <a:pt x="2207582" y="403658"/>
                  <a:pt x="2204808" y="403263"/>
                  <a:pt x="2202135" y="402469"/>
                </a:cubicBezTo>
                <a:cubicBezTo>
                  <a:pt x="2198016" y="401441"/>
                  <a:pt x="2199046" y="398940"/>
                  <a:pt x="2198016" y="395997"/>
                </a:cubicBezTo>
                <a:cubicBezTo>
                  <a:pt x="2196353" y="393093"/>
                  <a:pt x="2195255" y="389899"/>
                  <a:pt x="2194781" y="386584"/>
                </a:cubicBezTo>
                <a:cubicBezTo>
                  <a:pt x="2195370" y="378201"/>
                  <a:pt x="2188603" y="375112"/>
                  <a:pt x="2187428" y="372906"/>
                </a:cubicBezTo>
                <a:cubicBezTo>
                  <a:pt x="2185210" y="368279"/>
                  <a:pt x="2183816" y="363302"/>
                  <a:pt x="2183308" y="358197"/>
                </a:cubicBezTo>
                <a:cubicBezTo>
                  <a:pt x="2183308" y="348637"/>
                  <a:pt x="2192281" y="341136"/>
                  <a:pt x="2191251" y="335106"/>
                </a:cubicBezTo>
                <a:cubicBezTo>
                  <a:pt x="2188580" y="322885"/>
                  <a:pt x="2187297" y="310402"/>
                  <a:pt x="2187426" y="297894"/>
                </a:cubicBezTo>
                <a:cubicBezTo>
                  <a:pt x="2187868" y="294511"/>
                  <a:pt x="2182720" y="288774"/>
                  <a:pt x="2182720" y="282009"/>
                </a:cubicBezTo>
                <a:cubicBezTo>
                  <a:pt x="2182937" y="277933"/>
                  <a:pt x="2183578" y="273892"/>
                  <a:pt x="2184631" y="269948"/>
                </a:cubicBezTo>
                <a:cubicBezTo>
                  <a:pt x="2186742" y="263252"/>
                  <a:pt x="2188123" y="256348"/>
                  <a:pt x="2188751" y="249356"/>
                </a:cubicBezTo>
                <a:cubicBezTo>
                  <a:pt x="2187868" y="240091"/>
                  <a:pt x="2192575" y="228471"/>
                  <a:pt x="2198900" y="228471"/>
                </a:cubicBezTo>
                <a:cubicBezTo>
                  <a:pt x="2205225" y="228471"/>
                  <a:pt x="2205076" y="236413"/>
                  <a:pt x="2211990" y="236413"/>
                </a:cubicBezTo>
                <a:cubicBezTo>
                  <a:pt x="2216151" y="236627"/>
                  <a:pt x="2220322" y="236181"/>
                  <a:pt x="2224345" y="235089"/>
                </a:cubicBezTo>
                <a:cubicBezTo>
                  <a:pt x="2225816" y="234059"/>
                  <a:pt x="2237141" y="231265"/>
                  <a:pt x="2240524" y="229941"/>
                </a:cubicBezTo>
                <a:cubicBezTo>
                  <a:pt x="2250378" y="226411"/>
                  <a:pt x="2257438" y="221999"/>
                  <a:pt x="2268175" y="218616"/>
                </a:cubicBezTo>
                <a:cubicBezTo>
                  <a:pt x="2275383" y="216410"/>
                  <a:pt x="2284354" y="218321"/>
                  <a:pt x="2290091" y="216410"/>
                </a:cubicBezTo>
                <a:cubicBezTo>
                  <a:pt x="2305976" y="210968"/>
                  <a:pt x="2350248" y="195083"/>
                  <a:pt x="2355689" y="195083"/>
                </a:cubicBezTo>
                <a:close/>
                <a:moveTo>
                  <a:pt x="139476" y="178416"/>
                </a:moveTo>
                <a:cubicBezTo>
                  <a:pt x="138928" y="178416"/>
                  <a:pt x="138084" y="179091"/>
                  <a:pt x="137746" y="179091"/>
                </a:cubicBezTo>
                <a:cubicBezTo>
                  <a:pt x="137139" y="179344"/>
                  <a:pt x="136582" y="179699"/>
                  <a:pt x="136101" y="180146"/>
                </a:cubicBezTo>
                <a:cubicBezTo>
                  <a:pt x="135763" y="180526"/>
                  <a:pt x="134920" y="181791"/>
                  <a:pt x="134160" y="182340"/>
                </a:cubicBezTo>
                <a:cubicBezTo>
                  <a:pt x="133401" y="182888"/>
                  <a:pt x="132473" y="183816"/>
                  <a:pt x="131967" y="184196"/>
                </a:cubicBezTo>
                <a:cubicBezTo>
                  <a:pt x="131460" y="184576"/>
                  <a:pt x="130363" y="184534"/>
                  <a:pt x="130026" y="184829"/>
                </a:cubicBezTo>
                <a:cubicBezTo>
                  <a:pt x="129684" y="185103"/>
                  <a:pt x="129524" y="185538"/>
                  <a:pt x="129604" y="185968"/>
                </a:cubicBezTo>
                <a:lnTo>
                  <a:pt x="129562" y="185968"/>
                </a:lnTo>
                <a:cubicBezTo>
                  <a:pt x="129600" y="186706"/>
                  <a:pt x="129528" y="187445"/>
                  <a:pt x="129351" y="188162"/>
                </a:cubicBezTo>
                <a:cubicBezTo>
                  <a:pt x="129452" y="188580"/>
                  <a:pt x="129777" y="188904"/>
                  <a:pt x="130195" y="189006"/>
                </a:cubicBezTo>
                <a:cubicBezTo>
                  <a:pt x="131772" y="188850"/>
                  <a:pt x="133338" y="189444"/>
                  <a:pt x="134414" y="190609"/>
                </a:cubicBezTo>
                <a:cubicBezTo>
                  <a:pt x="136059" y="192296"/>
                  <a:pt x="136481" y="193689"/>
                  <a:pt x="138379" y="195671"/>
                </a:cubicBezTo>
                <a:cubicBezTo>
                  <a:pt x="139476" y="196726"/>
                  <a:pt x="139223" y="197781"/>
                  <a:pt x="139476" y="198836"/>
                </a:cubicBezTo>
                <a:cubicBezTo>
                  <a:pt x="139244" y="200017"/>
                  <a:pt x="138860" y="201169"/>
                  <a:pt x="138337" y="202253"/>
                </a:cubicBezTo>
                <a:cubicBezTo>
                  <a:pt x="137886" y="202890"/>
                  <a:pt x="137392" y="203497"/>
                  <a:pt x="136860" y="204067"/>
                </a:cubicBezTo>
                <a:cubicBezTo>
                  <a:pt x="136101" y="204911"/>
                  <a:pt x="136017" y="206176"/>
                  <a:pt x="135384" y="207147"/>
                </a:cubicBezTo>
                <a:cubicBezTo>
                  <a:pt x="134515" y="208071"/>
                  <a:pt x="134515" y="209514"/>
                  <a:pt x="135384" y="210438"/>
                </a:cubicBezTo>
                <a:cubicBezTo>
                  <a:pt x="136409" y="211294"/>
                  <a:pt x="137346" y="212256"/>
                  <a:pt x="138168" y="213306"/>
                </a:cubicBezTo>
                <a:cubicBezTo>
                  <a:pt x="138886" y="214024"/>
                  <a:pt x="139054" y="213770"/>
                  <a:pt x="139898" y="214277"/>
                </a:cubicBezTo>
                <a:cubicBezTo>
                  <a:pt x="140742" y="214783"/>
                  <a:pt x="141206" y="215500"/>
                  <a:pt x="142303" y="215838"/>
                </a:cubicBezTo>
                <a:cubicBezTo>
                  <a:pt x="142771" y="216053"/>
                  <a:pt x="143311" y="216053"/>
                  <a:pt x="143779" y="215838"/>
                </a:cubicBezTo>
                <a:cubicBezTo>
                  <a:pt x="144243" y="215627"/>
                  <a:pt x="144539" y="214825"/>
                  <a:pt x="144792" y="214403"/>
                </a:cubicBezTo>
                <a:cubicBezTo>
                  <a:pt x="145049" y="213635"/>
                  <a:pt x="145357" y="212889"/>
                  <a:pt x="145720" y="212167"/>
                </a:cubicBezTo>
                <a:cubicBezTo>
                  <a:pt x="146311" y="211594"/>
                  <a:pt x="146796" y="210923"/>
                  <a:pt x="147154" y="210184"/>
                </a:cubicBezTo>
                <a:cubicBezTo>
                  <a:pt x="147154" y="210184"/>
                  <a:pt x="147998" y="209762"/>
                  <a:pt x="148589" y="209762"/>
                </a:cubicBezTo>
                <a:cubicBezTo>
                  <a:pt x="150061" y="210893"/>
                  <a:pt x="151470" y="212104"/>
                  <a:pt x="152808" y="213391"/>
                </a:cubicBezTo>
                <a:cubicBezTo>
                  <a:pt x="153525" y="214234"/>
                  <a:pt x="153061" y="215922"/>
                  <a:pt x="152808" y="216766"/>
                </a:cubicBezTo>
                <a:cubicBezTo>
                  <a:pt x="152491" y="218711"/>
                  <a:pt x="152023" y="220630"/>
                  <a:pt x="151416" y="222503"/>
                </a:cubicBezTo>
                <a:cubicBezTo>
                  <a:pt x="150842" y="223411"/>
                  <a:pt x="150428" y="224410"/>
                  <a:pt x="150192" y="225457"/>
                </a:cubicBezTo>
                <a:cubicBezTo>
                  <a:pt x="150044" y="226528"/>
                  <a:pt x="149804" y="227587"/>
                  <a:pt x="149475" y="228621"/>
                </a:cubicBezTo>
                <a:cubicBezTo>
                  <a:pt x="149306" y="229169"/>
                  <a:pt x="148631" y="229507"/>
                  <a:pt x="148378" y="230055"/>
                </a:cubicBezTo>
                <a:cubicBezTo>
                  <a:pt x="148142" y="230730"/>
                  <a:pt x="148306" y="231481"/>
                  <a:pt x="148800" y="231996"/>
                </a:cubicBezTo>
                <a:cubicBezTo>
                  <a:pt x="149011" y="232207"/>
                  <a:pt x="150192" y="232587"/>
                  <a:pt x="150783" y="232924"/>
                </a:cubicBezTo>
                <a:cubicBezTo>
                  <a:pt x="151373" y="233262"/>
                  <a:pt x="152217" y="234190"/>
                  <a:pt x="152892" y="234190"/>
                </a:cubicBezTo>
                <a:cubicBezTo>
                  <a:pt x="153685" y="234000"/>
                  <a:pt x="154487" y="233857"/>
                  <a:pt x="155297" y="233768"/>
                </a:cubicBezTo>
                <a:cubicBezTo>
                  <a:pt x="156605" y="233768"/>
                  <a:pt x="158967" y="234401"/>
                  <a:pt x="159305" y="233473"/>
                </a:cubicBezTo>
                <a:cubicBezTo>
                  <a:pt x="159697" y="231595"/>
                  <a:pt x="159938" y="229692"/>
                  <a:pt x="160022" y="227777"/>
                </a:cubicBezTo>
                <a:cubicBezTo>
                  <a:pt x="160482" y="226786"/>
                  <a:pt x="160849" y="225756"/>
                  <a:pt x="161119" y="224697"/>
                </a:cubicBezTo>
                <a:cubicBezTo>
                  <a:pt x="161305" y="222807"/>
                  <a:pt x="161731" y="220951"/>
                  <a:pt x="162385" y="219171"/>
                </a:cubicBezTo>
                <a:cubicBezTo>
                  <a:pt x="162908" y="217880"/>
                  <a:pt x="163347" y="216555"/>
                  <a:pt x="163693" y="215205"/>
                </a:cubicBezTo>
                <a:cubicBezTo>
                  <a:pt x="163946" y="214108"/>
                  <a:pt x="162975" y="211830"/>
                  <a:pt x="163693" y="210227"/>
                </a:cubicBezTo>
                <a:cubicBezTo>
                  <a:pt x="164287" y="208720"/>
                  <a:pt x="164616" y="207122"/>
                  <a:pt x="164663" y="205501"/>
                </a:cubicBezTo>
                <a:cubicBezTo>
                  <a:pt x="164785" y="204632"/>
                  <a:pt x="164557" y="203755"/>
                  <a:pt x="164030" y="203055"/>
                </a:cubicBezTo>
                <a:cubicBezTo>
                  <a:pt x="162891" y="201493"/>
                  <a:pt x="162216" y="199933"/>
                  <a:pt x="161921" y="199553"/>
                </a:cubicBezTo>
                <a:cubicBezTo>
                  <a:pt x="161625" y="199173"/>
                  <a:pt x="160950" y="199047"/>
                  <a:pt x="160360" y="198625"/>
                </a:cubicBezTo>
                <a:lnTo>
                  <a:pt x="159347" y="197950"/>
                </a:lnTo>
                <a:cubicBezTo>
                  <a:pt x="159052" y="197739"/>
                  <a:pt x="158419" y="198034"/>
                  <a:pt x="157449" y="197064"/>
                </a:cubicBezTo>
                <a:cubicBezTo>
                  <a:pt x="156736" y="196384"/>
                  <a:pt x="156060" y="195663"/>
                  <a:pt x="155423" y="194912"/>
                </a:cubicBezTo>
                <a:cubicBezTo>
                  <a:pt x="154495" y="193815"/>
                  <a:pt x="153905" y="192887"/>
                  <a:pt x="153230" y="192170"/>
                </a:cubicBezTo>
                <a:cubicBezTo>
                  <a:pt x="151036" y="189765"/>
                  <a:pt x="150319" y="188964"/>
                  <a:pt x="149264" y="187951"/>
                </a:cubicBezTo>
                <a:cubicBezTo>
                  <a:pt x="148526" y="187179"/>
                  <a:pt x="147834" y="186360"/>
                  <a:pt x="147197" y="185504"/>
                </a:cubicBezTo>
                <a:cubicBezTo>
                  <a:pt x="146606" y="184112"/>
                  <a:pt x="146226" y="182804"/>
                  <a:pt x="145973" y="182382"/>
                </a:cubicBezTo>
                <a:cubicBezTo>
                  <a:pt x="145378" y="181648"/>
                  <a:pt x="144712" y="180969"/>
                  <a:pt x="143990" y="180357"/>
                </a:cubicBezTo>
                <a:cubicBezTo>
                  <a:pt x="143442" y="179935"/>
                  <a:pt x="143442" y="179513"/>
                  <a:pt x="142725" y="179007"/>
                </a:cubicBezTo>
                <a:cubicBezTo>
                  <a:pt x="141704" y="178556"/>
                  <a:pt x="140590" y="178353"/>
                  <a:pt x="139476" y="178416"/>
                </a:cubicBezTo>
                <a:close/>
                <a:moveTo>
                  <a:pt x="512202" y="178252"/>
                </a:moveTo>
                <a:lnTo>
                  <a:pt x="529047" y="180569"/>
                </a:lnTo>
                <a:cubicBezTo>
                  <a:pt x="524689" y="185066"/>
                  <a:pt x="519120" y="188201"/>
                  <a:pt x="513015" y="189597"/>
                </a:cubicBezTo>
                <a:cubicBezTo>
                  <a:pt x="505505" y="191200"/>
                  <a:pt x="495886" y="184197"/>
                  <a:pt x="495886" y="184197"/>
                </a:cubicBezTo>
                <a:close/>
                <a:moveTo>
                  <a:pt x="512171" y="178248"/>
                </a:moveTo>
                <a:lnTo>
                  <a:pt x="512214" y="178248"/>
                </a:lnTo>
                <a:lnTo>
                  <a:pt x="512202" y="178252"/>
                </a:lnTo>
                <a:close/>
                <a:moveTo>
                  <a:pt x="713580" y="158419"/>
                </a:moveTo>
                <a:cubicBezTo>
                  <a:pt x="712779" y="157870"/>
                  <a:pt x="711218" y="158588"/>
                  <a:pt x="711302" y="158925"/>
                </a:cubicBezTo>
                <a:cubicBezTo>
                  <a:pt x="711386" y="159263"/>
                  <a:pt x="709868" y="161035"/>
                  <a:pt x="709108" y="161710"/>
                </a:cubicBezTo>
                <a:cubicBezTo>
                  <a:pt x="706577" y="163903"/>
                  <a:pt x="705986" y="165380"/>
                  <a:pt x="704889" y="166182"/>
                </a:cubicBezTo>
                <a:cubicBezTo>
                  <a:pt x="703118" y="167574"/>
                  <a:pt x="700755" y="169430"/>
                  <a:pt x="700417" y="169810"/>
                </a:cubicBezTo>
                <a:cubicBezTo>
                  <a:pt x="699738" y="170493"/>
                  <a:pt x="699143" y="171261"/>
                  <a:pt x="698646" y="172088"/>
                </a:cubicBezTo>
                <a:cubicBezTo>
                  <a:pt x="698426" y="172729"/>
                  <a:pt x="698131" y="173337"/>
                  <a:pt x="697760" y="173902"/>
                </a:cubicBezTo>
                <a:cubicBezTo>
                  <a:pt x="697422" y="174324"/>
                  <a:pt x="696409" y="173902"/>
                  <a:pt x="696409" y="173902"/>
                </a:cubicBezTo>
                <a:cubicBezTo>
                  <a:pt x="695443" y="173636"/>
                  <a:pt x="694532" y="173210"/>
                  <a:pt x="693709" y="172636"/>
                </a:cubicBezTo>
                <a:cubicBezTo>
                  <a:pt x="693583" y="172556"/>
                  <a:pt x="693477" y="172447"/>
                  <a:pt x="693397" y="172324"/>
                </a:cubicBezTo>
                <a:cubicBezTo>
                  <a:pt x="693081" y="171835"/>
                  <a:pt x="693220" y="171181"/>
                  <a:pt x="693709" y="170865"/>
                </a:cubicBezTo>
                <a:cubicBezTo>
                  <a:pt x="694709" y="169869"/>
                  <a:pt x="695574" y="168751"/>
                  <a:pt x="696283" y="167532"/>
                </a:cubicBezTo>
                <a:cubicBezTo>
                  <a:pt x="696241" y="166899"/>
                  <a:pt x="695608" y="166899"/>
                  <a:pt x="695608" y="166899"/>
                </a:cubicBezTo>
                <a:cubicBezTo>
                  <a:pt x="693583" y="167456"/>
                  <a:pt x="691524" y="167894"/>
                  <a:pt x="689448" y="168207"/>
                </a:cubicBezTo>
                <a:cubicBezTo>
                  <a:pt x="688921" y="168177"/>
                  <a:pt x="688406" y="168046"/>
                  <a:pt x="687929" y="167827"/>
                </a:cubicBezTo>
                <a:cubicBezTo>
                  <a:pt x="687204" y="167717"/>
                  <a:pt x="686478" y="168008"/>
                  <a:pt x="686031" y="168586"/>
                </a:cubicBezTo>
                <a:cubicBezTo>
                  <a:pt x="684554" y="171118"/>
                  <a:pt x="683668" y="170654"/>
                  <a:pt x="682571" y="171708"/>
                </a:cubicBezTo>
                <a:cubicBezTo>
                  <a:pt x="681466" y="172911"/>
                  <a:pt x="680661" y="174358"/>
                  <a:pt x="680209" y="175927"/>
                </a:cubicBezTo>
                <a:cubicBezTo>
                  <a:pt x="679943" y="176687"/>
                  <a:pt x="680264" y="177522"/>
                  <a:pt x="680968" y="177910"/>
                </a:cubicBezTo>
                <a:cubicBezTo>
                  <a:pt x="682487" y="178965"/>
                  <a:pt x="684723" y="178585"/>
                  <a:pt x="687212" y="178965"/>
                </a:cubicBezTo>
                <a:cubicBezTo>
                  <a:pt x="687816" y="179028"/>
                  <a:pt x="688423" y="179028"/>
                  <a:pt x="689026" y="178965"/>
                </a:cubicBezTo>
                <a:cubicBezTo>
                  <a:pt x="690406" y="178623"/>
                  <a:pt x="691828" y="178496"/>
                  <a:pt x="693245" y="178585"/>
                </a:cubicBezTo>
                <a:cubicBezTo>
                  <a:pt x="694557" y="179066"/>
                  <a:pt x="695794" y="179733"/>
                  <a:pt x="696916" y="180568"/>
                </a:cubicBezTo>
                <a:cubicBezTo>
                  <a:pt x="697760" y="181116"/>
                  <a:pt x="699025" y="182087"/>
                  <a:pt x="699658" y="182551"/>
                </a:cubicBezTo>
                <a:cubicBezTo>
                  <a:pt x="700835" y="183411"/>
                  <a:pt x="701966" y="184340"/>
                  <a:pt x="703033" y="185335"/>
                </a:cubicBezTo>
                <a:cubicBezTo>
                  <a:pt x="703742" y="185939"/>
                  <a:pt x="704505" y="186474"/>
                  <a:pt x="705311" y="186938"/>
                </a:cubicBezTo>
                <a:cubicBezTo>
                  <a:pt x="706159" y="187297"/>
                  <a:pt x="706931" y="187816"/>
                  <a:pt x="707590" y="188457"/>
                </a:cubicBezTo>
                <a:cubicBezTo>
                  <a:pt x="708686" y="189963"/>
                  <a:pt x="710133" y="191183"/>
                  <a:pt x="711808" y="192001"/>
                </a:cubicBezTo>
                <a:cubicBezTo>
                  <a:pt x="712315" y="192170"/>
                  <a:pt x="713749" y="193815"/>
                  <a:pt x="714466" y="194153"/>
                </a:cubicBezTo>
                <a:cubicBezTo>
                  <a:pt x="715398" y="194726"/>
                  <a:pt x="716238" y="195435"/>
                  <a:pt x="716955" y="196262"/>
                </a:cubicBezTo>
                <a:cubicBezTo>
                  <a:pt x="716285" y="197114"/>
                  <a:pt x="715137" y="197422"/>
                  <a:pt x="714129" y="197022"/>
                </a:cubicBezTo>
                <a:cubicBezTo>
                  <a:pt x="713665" y="196726"/>
                  <a:pt x="711935" y="196431"/>
                  <a:pt x="711555" y="196051"/>
                </a:cubicBezTo>
                <a:cubicBezTo>
                  <a:pt x="711095" y="195431"/>
                  <a:pt x="710724" y="194752"/>
                  <a:pt x="710458" y="194026"/>
                </a:cubicBezTo>
                <a:cubicBezTo>
                  <a:pt x="710247" y="193689"/>
                  <a:pt x="709404" y="193182"/>
                  <a:pt x="708897" y="192550"/>
                </a:cubicBezTo>
                <a:cubicBezTo>
                  <a:pt x="708429" y="191799"/>
                  <a:pt x="707830" y="191140"/>
                  <a:pt x="707125" y="190609"/>
                </a:cubicBezTo>
                <a:cubicBezTo>
                  <a:pt x="706619" y="190314"/>
                  <a:pt x="705775" y="190314"/>
                  <a:pt x="705775" y="190314"/>
                </a:cubicBezTo>
                <a:cubicBezTo>
                  <a:pt x="704341" y="189385"/>
                  <a:pt x="704679" y="189554"/>
                  <a:pt x="704003" y="189385"/>
                </a:cubicBezTo>
                <a:cubicBezTo>
                  <a:pt x="703328" y="189217"/>
                  <a:pt x="702485" y="188035"/>
                  <a:pt x="702147" y="188035"/>
                </a:cubicBezTo>
                <a:cubicBezTo>
                  <a:pt x="701248" y="187521"/>
                  <a:pt x="700388" y="186943"/>
                  <a:pt x="699574" y="186306"/>
                </a:cubicBezTo>
                <a:cubicBezTo>
                  <a:pt x="698983" y="185926"/>
                  <a:pt x="698097" y="184871"/>
                  <a:pt x="697591" y="184576"/>
                </a:cubicBezTo>
                <a:cubicBezTo>
                  <a:pt x="697190" y="184449"/>
                  <a:pt x="696781" y="184348"/>
                  <a:pt x="696367" y="184281"/>
                </a:cubicBezTo>
                <a:cubicBezTo>
                  <a:pt x="695650" y="184070"/>
                  <a:pt x="695059" y="182298"/>
                  <a:pt x="694258" y="182298"/>
                </a:cubicBezTo>
                <a:cubicBezTo>
                  <a:pt x="691895" y="182129"/>
                  <a:pt x="689997" y="184112"/>
                  <a:pt x="689364" y="184112"/>
                </a:cubicBezTo>
                <a:cubicBezTo>
                  <a:pt x="688482" y="184340"/>
                  <a:pt x="687689" y="184825"/>
                  <a:pt x="687086" y="185504"/>
                </a:cubicBezTo>
                <a:cubicBezTo>
                  <a:pt x="686284" y="186095"/>
                  <a:pt x="685989" y="186390"/>
                  <a:pt x="686284" y="187234"/>
                </a:cubicBezTo>
                <a:cubicBezTo>
                  <a:pt x="686542" y="187846"/>
                  <a:pt x="687006" y="188352"/>
                  <a:pt x="687592" y="188668"/>
                </a:cubicBezTo>
                <a:cubicBezTo>
                  <a:pt x="688322" y="189162"/>
                  <a:pt x="689161" y="189470"/>
                  <a:pt x="690039" y="189554"/>
                </a:cubicBezTo>
                <a:cubicBezTo>
                  <a:pt x="690862" y="189503"/>
                  <a:pt x="691684" y="189693"/>
                  <a:pt x="692401" y="190103"/>
                </a:cubicBezTo>
                <a:cubicBezTo>
                  <a:pt x="692739" y="190482"/>
                  <a:pt x="694089" y="191200"/>
                  <a:pt x="693498" y="191579"/>
                </a:cubicBezTo>
                <a:cubicBezTo>
                  <a:pt x="692773" y="191967"/>
                  <a:pt x="692009" y="192280"/>
                  <a:pt x="691220" y="192507"/>
                </a:cubicBezTo>
                <a:cubicBezTo>
                  <a:pt x="690672" y="192676"/>
                  <a:pt x="689659" y="193604"/>
                  <a:pt x="689280" y="193857"/>
                </a:cubicBezTo>
                <a:cubicBezTo>
                  <a:pt x="688900" y="194110"/>
                  <a:pt x="688605" y="194110"/>
                  <a:pt x="688014" y="194110"/>
                </a:cubicBezTo>
                <a:cubicBezTo>
                  <a:pt x="687305" y="193988"/>
                  <a:pt x="686618" y="193743"/>
                  <a:pt x="685989" y="193393"/>
                </a:cubicBezTo>
                <a:cubicBezTo>
                  <a:pt x="685111" y="192739"/>
                  <a:pt x="684179" y="192161"/>
                  <a:pt x="683204" y="191664"/>
                </a:cubicBezTo>
                <a:cubicBezTo>
                  <a:pt x="682276" y="191326"/>
                  <a:pt x="680589" y="191242"/>
                  <a:pt x="680251" y="190862"/>
                </a:cubicBezTo>
                <a:cubicBezTo>
                  <a:pt x="679914" y="190482"/>
                  <a:pt x="679323" y="188837"/>
                  <a:pt x="678943" y="188457"/>
                </a:cubicBezTo>
                <a:cubicBezTo>
                  <a:pt x="677758" y="187504"/>
                  <a:pt x="676222" y="187107"/>
                  <a:pt x="674724" y="187360"/>
                </a:cubicBezTo>
                <a:cubicBezTo>
                  <a:pt x="673792" y="187765"/>
                  <a:pt x="672927" y="188305"/>
                  <a:pt x="672151" y="188964"/>
                </a:cubicBezTo>
                <a:cubicBezTo>
                  <a:pt x="671771" y="189301"/>
                  <a:pt x="670674" y="190229"/>
                  <a:pt x="670759" y="190651"/>
                </a:cubicBezTo>
                <a:cubicBezTo>
                  <a:pt x="670843" y="191073"/>
                  <a:pt x="671265" y="191664"/>
                  <a:pt x="671265" y="192085"/>
                </a:cubicBezTo>
                <a:cubicBezTo>
                  <a:pt x="671223" y="193689"/>
                  <a:pt x="672362" y="194364"/>
                  <a:pt x="672742" y="194743"/>
                </a:cubicBezTo>
                <a:cubicBezTo>
                  <a:pt x="673121" y="195123"/>
                  <a:pt x="675231" y="195714"/>
                  <a:pt x="675906" y="196347"/>
                </a:cubicBezTo>
                <a:cubicBezTo>
                  <a:pt x="676906" y="197279"/>
                  <a:pt x="677994" y="198114"/>
                  <a:pt x="679154" y="198836"/>
                </a:cubicBezTo>
                <a:cubicBezTo>
                  <a:pt x="680298" y="199532"/>
                  <a:pt x="681369" y="200338"/>
                  <a:pt x="682361" y="201240"/>
                </a:cubicBezTo>
                <a:cubicBezTo>
                  <a:pt x="683204" y="202337"/>
                  <a:pt x="682614" y="203012"/>
                  <a:pt x="681939" y="203223"/>
                </a:cubicBezTo>
                <a:cubicBezTo>
                  <a:pt x="679703" y="203772"/>
                  <a:pt x="675821" y="206176"/>
                  <a:pt x="673796" y="205037"/>
                </a:cubicBezTo>
                <a:cubicBezTo>
                  <a:pt x="672995" y="204531"/>
                  <a:pt x="671392" y="203139"/>
                  <a:pt x="669577" y="201831"/>
                </a:cubicBezTo>
                <a:cubicBezTo>
                  <a:pt x="668565" y="200945"/>
                  <a:pt x="667552" y="200270"/>
                  <a:pt x="667299" y="200945"/>
                </a:cubicBezTo>
                <a:cubicBezTo>
                  <a:pt x="667046" y="201620"/>
                  <a:pt x="668438" y="205501"/>
                  <a:pt x="667299" y="206641"/>
                </a:cubicBezTo>
                <a:cubicBezTo>
                  <a:pt x="666709" y="207189"/>
                  <a:pt x="665569" y="208117"/>
                  <a:pt x="665021" y="208666"/>
                </a:cubicBezTo>
                <a:cubicBezTo>
                  <a:pt x="665675" y="209973"/>
                  <a:pt x="666683" y="211070"/>
                  <a:pt x="667932" y="211830"/>
                </a:cubicBezTo>
                <a:cubicBezTo>
                  <a:pt x="668839" y="212201"/>
                  <a:pt x="669679" y="212716"/>
                  <a:pt x="670421" y="213349"/>
                </a:cubicBezTo>
                <a:cubicBezTo>
                  <a:pt x="671501" y="214011"/>
                  <a:pt x="672628" y="214589"/>
                  <a:pt x="673796" y="215078"/>
                </a:cubicBezTo>
                <a:cubicBezTo>
                  <a:pt x="675400" y="216006"/>
                  <a:pt x="677087" y="214234"/>
                  <a:pt x="678859" y="213644"/>
                </a:cubicBezTo>
                <a:cubicBezTo>
                  <a:pt x="679112" y="213602"/>
                  <a:pt x="680589" y="213813"/>
                  <a:pt x="681306" y="213095"/>
                </a:cubicBezTo>
                <a:cubicBezTo>
                  <a:pt x="682137" y="212332"/>
                  <a:pt x="683112" y="211745"/>
                  <a:pt x="684175" y="211366"/>
                </a:cubicBezTo>
                <a:cubicBezTo>
                  <a:pt x="685061" y="210859"/>
                  <a:pt x="685694" y="210269"/>
                  <a:pt x="686495" y="209678"/>
                </a:cubicBezTo>
                <a:cubicBezTo>
                  <a:pt x="687297" y="209087"/>
                  <a:pt x="687761" y="208075"/>
                  <a:pt x="688773" y="207231"/>
                </a:cubicBezTo>
                <a:cubicBezTo>
                  <a:pt x="689786" y="206387"/>
                  <a:pt x="693161" y="208877"/>
                  <a:pt x="693667" y="209256"/>
                </a:cubicBezTo>
                <a:cubicBezTo>
                  <a:pt x="694173" y="209636"/>
                  <a:pt x="694511" y="209636"/>
                  <a:pt x="695608" y="210311"/>
                </a:cubicBezTo>
                <a:cubicBezTo>
                  <a:pt x="696705" y="210986"/>
                  <a:pt x="697169" y="211492"/>
                  <a:pt x="698139" y="212167"/>
                </a:cubicBezTo>
                <a:cubicBezTo>
                  <a:pt x="698856" y="212475"/>
                  <a:pt x="699650" y="212564"/>
                  <a:pt x="700417" y="212420"/>
                </a:cubicBezTo>
                <a:cubicBezTo>
                  <a:pt x="701303" y="212378"/>
                  <a:pt x="702442" y="211366"/>
                  <a:pt x="703160" y="210902"/>
                </a:cubicBezTo>
                <a:cubicBezTo>
                  <a:pt x="703877" y="210438"/>
                  <a:pt x="703160" y="209256"/>
                  <a:pt x="703160" y="209256"/>
                </a:cubicBezTo>
                <a:cubicBezTo>
                  <a:pt x="702485" y="207864"/>
                  <a:pt x="702316" y="206809"/>
                  <a:pt x="702021" y="206261"/>
                </a:cubicBezTo>
                <a:cubicBezTo>
                  <a:pt x="701092" y="204826"/>
                  <a:pt x="701430" y="203434"/>
                  <a:pt x="701092" y="203055"/>
                </a:cubicBezTo>
                <a:cubicBezTo>
                  <a:pt x="700755" y="202675"/>
                  <a:pt x="699953" y="202970"/>
                  <a:pt x="699278" y="202422"/>
                </a:cubicBezTo>
                <a:cubicBezTo>
                  <a:pt x="698603" y="201873"/>
                  <a:pt x="697295" y="201578"/>
                  <a:pt x="696705" y="201198"/>
                </a:cubicBezTo>
                <a:cubicBezTo>
                  <a:pt x="696114" y="200819"/>
                  <a:pt x="695903" y="200270"/>
                  <a:pt x="695903" y="199933"/>
                </a:cubicBezTo>
                <a:cubicBezTo>
                  <a:pt x="696502" y="199123"/>
                  <a:pt x="697367" y="198553"/>
                  <a:pt x="698350" y="198329"/>
                </a:cubicBezTo>
                <a:cubicBezTo>
                  <a:pt x="699582" y="198194"/>
                  <a:pt x="700827" y="198194"/>
                  <a:pt x="702063" y="198329"/>
                </a:cubicBezTo>
                <a:cubicBezTo>
                  <a:pt x="702961" y="198561"/>
                  <a:pt x="703906" y="198561"/>
                  <a:pt x="704805" y="198329"/>
                </a:cubicBezTo>
                <a:cubicBezTo>
                  <a:pt x="706990" y="198021"/>
                  <a:pt x="709209" y="198485"/>
                  <a:pt x="711091" y="199637"/>
                </a:cubicBezTo>
                <a:cubicBezTo>
                  <a:pt x="711977" y="200312"/>
                  <a:pt x="713116" y="201114"/>
                  <a:pt x="713200" y="201831"/>
                </a:cubicBezTo>
                <a:cubicBezTo>
                  <a:pt x="713285" y="202548"/>
                  <a:pt x="714340" y="203687"/>
                  <a:pt x="714635" y="203687"/>
                </a:cubicBezTo>
                <a:cubicBezTo>
                  <a:pt x="715352" y="203717"/>
                  <a:pt x="716031" y="204021"/>
                  <a:pt x="716534" y="204531"/>
                </a:cubicBezTo>
                <a:cubicBezTo>
                  <a:pt x="717968" y="206139"/>
                  <a:pt x="719824" y="207307"/>
                  <a:pt x="721891" y="207906"/>
                </a:cubicBezTo>
                <a:cubicBezTo>
                  <a:pt x="723258" y="207539"/>
                  <a:pt x="724524" y="206877"/>
                  <a:pt x="725604" y="205966"/>
                </a:cubicBezTo>
                <a:cubicBezTo>
                  <a:pt x="726832" y="204978"/>
                  <a:pt x="727730" y="203637"/>
                  <a:pt x="728178" y="202126"/>
                </a:cubicBezTo>
                <a:cubicBezTo>
                  <a:pt x="728262" y="201240"/>
                  <a:pt x="727460" y="201198"/>
                  <a:pt x="727334" y="200228"/>
                </a:cubicBezTo>
                <a:cubicBezTo>
                  <a:pt x="727207" y="199257"/>
                  <a:pt x="726532" y="199047"/>
                  <a:pt x="726532" y="198625"/>
                </a:cubicBezTo>
                <a:cubicBezTo>
                  <a:pt x="726532" y="198203"/>
                  <a:pt x="726532" y="197190"/>
                  <a:pt x="726532" y="196726"/>
                </a:cubicBezTo>
                <a:cubicBezTo>
                  <a:pt x="726148" y="196228"/>
                  <a:pt x="725693" y="195790"/>
                  <a:pt x="725182" y="195418"/>
                </a:cubicBezTo>
                <a:cubicBezTo>
                  <a:pt x="724115" y="195368"/>
                  <a:pt x="723081" y="195034"/>
                  <a:pt x="722187" y="194448"/>
                </a:cubicBezTo>
                <a:cubicBezTo>
                  <a:pt x="721849" y="194068"/>
                  <a:pt x="721132" y="193604"/>
                  <a:pt x="721554" y="193098"/>
                </a:cubicBezTo>
                <a:cubicBezTo>
                  <a:pt x="722313" y="192398"/>
                  <a:pt x="723182" y="191828"/>
                  <a:pt x="724127" y="191410"/>
                </a:cubicBezTo>
                <a:lnTo>
                  <a:pt x="726279" y="190229"/>
                </a:lnTo>
                <a:cubicBezTo>
                  <a:pt x="726616" y="190018"/>
                  <a:pt x="728262" y="189343"/>
                  <a:pt x="728262" y="189343"/>
                </a:cubicBezTo>
                <a:cubicBezTo>
                  <a:pt x="730004" y="188078"/>
                  <a:pt x="732063" y="187318"/>
                  <a:pt x="734211" y="187149"/>
                </a:cubicBezTo>
                <a:cubicBezTo>
                  <a:pt x="735645" y="187192"/>
                  <a:pt x="738050" y="188457"/>
                  <a:pt x="738176" y="187656"/>
                </a:cubicBezTo>
                <a:cubicBezTo>
                  <a:pt x="738303" y="186854"/>
                  <a:pt x="739906" y="186263"/>
                  <a:pt x="740497" y="185842"/>
                </a:cubicBezTo>
                <a:cubicBezTo>
                  <a:pt x="741033" y="185504"/>
                  <a:pt x="741349" y="184913"/>
                  <a:pt x="741341" y="184281"/>
                </a:cubicBezTo>
                <a:cubicBezTo>
                  <a:pt x="741256" y="183390"/>
                  <a:pt x="741070" y="182513"/>
                  <a:pt x="740792" y="181665"/>
                </a:cubicBezTo>
                <a:cubicBezTo>
                  <a:pt x="740539" y="180952"/>
                  <a:pt x="739931" y="180420"/>
                  <a:pt x="739189" y="180273"/>
                </a:cubicBezTo>
                <a:cubicBezTo>
                  <a:pt x="738809" y="180062"/>
                  <a:pt x="738809" y="180441"/>
                  <a:pt x="738092" y="180273"/>
                </a:cubicBezTo>
                <a:cubicBezTo>
                  <a:pt x="737375" y="180104"/>
                  <a:pt x="732734" y="176433"/>
                  <a:pt x="730582" y="177657"/>
                </a:cubicBezTo>
                <a:cubicBezTo>
                  <a:pt x="729527" y="178248"/>
                  <a:pt x="730203" y="179977"/>
                  <a:pt x="729063" y="180990"/>
                </a:cubicBezTo>
                <a:cubicBezTo>
                  <a:pt x="728561" y="181386"/>
                  <a:pt x="727988" y="181686"/>
                  <a:pt x="727376" y="181876"/>
                </a:cubicBezTo>
                <a:cubicBezTo>
                  <a:pt x="726785" y="182213"/>
                  <a:pt x="725857" y="182509"/>
                  <a:pt x="725393" y="182213"/>
                </a:cubicBezTo>
                <a:cubicBezTo>
                  <a:pt x="724929" y="181918"/>
                  <a:pt x="724507" y="181412"/>
                  <a:pt x="723326" y="181412"/>
                </a:cubicBezTo>
                <a:cubicBezTo>
                  <a:pt x="721470" y="181707"/>
                  <a:pt x="722271" y="182720"/>
                  <a:pt x="721765" y="183141"/>
                </a:cubicBezTo>
                <a:cubicBezTo>
                  <a:pt x="721259" y="183563"/>
                  <a:pt x="720415" y="183141"/>
                  <a:pt x="720035" y="183141"/>
                </a:cubicBezTo>
                <a:cubicBezTo>
                  <a:pt x="719445" y="183230"/>
                  <a:pt x="718845" y="183141"/>
                  <a:pt x="718305" y="182888"/>
                </a:cubicBezTo>
                <a:cubicBezTo>
                  <a:pt x="718052" y="182677"/>
                  <a:pt x="716829" y="184238"/>
                  <a:pt x="716913" y="184829"/>
                </a:cubicBezTo>
                <a:cubicBezTo>
                  <a:pt x="716998" y="185420"/>
                  <a:pt x="718390" y="185588"/>
                  <a:pt x="717841" y="186854"/>
                </a:cubicBezTo>
                <a:cubicBezTo>
                  <a:pt x="717293" y="188120"/>
                  <a:pt x="715647" y="188120"/>
                  <a:pt x="714466" y="186854"/>
                </a:cubicBezTo>
                <a:cubicBezTo>
                  <a:pt x="713285" y="185588"/>
                  <a:pt x="716449" y="185293"/>
                  <a:pt x="715141" y="184491"/>
                </a:cubicBezTo>
                <a:cubicBezTo>
                  <a:pt x="713833" y="183690"/>
                  <a:pt x="713876" y="181749"/>
                  <a:pt x="714340" y="181665"/>
                </a:cubicBezTo>
                <a:cubicBezTo>
                  <a:pt x="714804" y="181580"/>
                  <a:pt x="718095" y="181116"/>
                  <a:pt x="718095" y="181116"/>
                </a:cubicBezTo>
                <a:cubicBezTo>
                  <a:pt x="722187" y="179851"/>
                  <a:pt x="723537" y="180062"/>
                  <a:pt x="724296" y="179260"/>
                </a:cubicBezTo>
                <a:cubicBezTo>
                  <a:pt x="724756" y="178581"/>
                  <a:pt x="724938" y="177750"/>
                  <a:pt x="724802" y="176940"/>
                </a:cubicBezTo>
                <a:cubicBezTo>
                  <a:pt x="724802" y="176349"/>
                  <a:pt x="726279" y="175252"/>
                  <a:pt x="726616" y="175252"/>
                </a:cubicBezTo>
                <a:cubicBezTo>
                  <a:pt x="727730" y="174885"/>
                  <a:pt x="728912" y="174771"/>
                  <a:pt x="730076" y="174915"/>
                </a:cubicBezTo>
                <a:cubicBezTo>
                  <a:pt x="731215" y="175041"/>
                  <a:pt x="733114" y="174619"/>
                  <a:pt x="733114" y="173565"/>
                </a:cubicBezTo>
                <a:cubicBezTo>
                  <a:pt x="733455" y="172485"/>
                  <a:pt x="733350" y="171316"/>
                  <a:pt x="732818" y="170316"/>
                </a:cubicBezTo>
                <a:cubicBezTo>
                  <a:pt x="732527" y="169962"/>
                  <a:pt x="732148" y="169688"/>
                  <a:pt x="731721" y="169515"/>
                </a:cubicBezTo>
                <a:cubicBezTo>
                  <a:pt x="731342" y="169430"/>
                  <a:pt x="731131" y="168629"/>
                  <a:pt x="730709" y="168629"/>
                </a:cubicBezTo>
                <a:cubicBezTo>
                  <a:pt x="729570" y="168164"/>
                  <a:pt x="728515" y="169135"/>
                  <a:pt x="727292" y="169515"/>
                </a:cubicBezTo>
                <a:cubicBezTo>
                  <a:pt x="726068" y="169894"/>
                  <a:pt x="723579" y="170400"/>
                  <a:pt x="723579" y="169894"/>
                </a:cubicBezTo>
                <a:cubicBezTo>
                  <a:pt x="723579" y="169388"/>
                  <a:pt x="723959" y="167869"/>
                  <a:pt x="723579" y="167489"/>
                </a:cubicBezTo>
                <a:cubicBezTo>
                  <a:pt x="722807" y="167173"/>
                  <a:pt x="721946" y="167173"/>
                  <a:pt x="721174" y="167489"/>
                </a:cubicBezTo>
                <a:cubicBezTo>
                  <a:pt x="720837" y="167827"/>
                  <a:pt x="720583" y="169304"/>
                  <a:pt x="719909" y="170063"/>
                </a:cubicBezTo>
                <a:cubicBezTo>
                  <a:pt x="719191" y="170637"/>
                  <a:pt x="718331" y="171000"/>
                  <a:pt x="717419" y="171118"/>
                </a:cubicBezTo>
                <a:cubicBezTo>
                  <a:pt x="716449" y="171371"/>
                  <a:pt x="714846" y="172552"/>
                  <a:pt x="715183" y="173185"/>
                </a:cubicBezTo>
                <a:cubicBezTo>
                  <a:pt x="715521" y="173818"/>
                  <a:pt x="716027" y="173269"/>
                  <a:pt x="716744" y="173818"/>
                </a:cubicBezTo>
                <a:cubicBezTo>
                  <a:pt x="717462" y="174366"/>
                  <a:pt x="718516" y="174366"/>
                  <a:pt x="718812" y="174830"/>
                </a:cubicBezTo>
                <a:cubicBezTo>
                  <a:pt x="719107" y="175294"/>
                  <a:pt x="718980" y="177657"/>
                  <a:pt x="717462" y="177868"/>
                </a:cubicBezTo>
                <a:cubicBezTo>
                  <a:pt x="716871" y="177952"/>
                  <a:pt x="714804" y="178669"/>
                  <a:pt x="714213" y="177657"/>
                </a:cubicBezTo>
                <a:cubicBezTo>
                  <a:pt x="714002" y="177319"/>
                  <a:pt x="714466" y="176855"/>
                  <a:pt x="714424" y="176096"/>
                </a:cubicBezTo>
                <a:cubicBezTo>
                  <a:pt x="714382" y="175337"/>
                  <a:pt x="712779" y="174535"/>
                  <a:pt x="712736" y="174071"/>
                </a:cubicBezTo>
                <a:cubicBezTo>
                  <a:pt x="712694" y="173607"/>
                  <a:pt x="712441" y="173396"/>
                  <a:pt x="713116" y="172805"/>
                </a:cubicBezTo>
                <a:cubicBezTo>
                  <a:pt x="714390" y="171556"/>
                  <a:pt x="715483" y="170135"/>
                  <a:pt x="716365" y="168586"/>
                </a:cubicBezTo>
                <a:cubicBezTo>
                  <a:pt x="716436" y="168042"/>
                  <a:pt x="716706" y="167549"/>
                  <a:pt x="717124" y="167194"/>
                </a:cubicBezTo>
                <a:cubicBezTo>
                  <a:pt x="717926" y="166477"/>
                  <a:pt x="718896" y="165338"/>
                  <a:pt x="718432" y="164958"/>
                </a:cubicBezTo>
                <a:cubicBezTo>
                  <a:pt x="717968" y="164549"/>
                  <a:pt x="717360" y="164351"/>
                  <a:pt x="716744" y="164410"/>
                </a:cubicBezTo>
                <a:cubicBezTo>
                  <a:pt x="715939" y="164456"/>
                  <a:pt x="715162" y="164735"/>
                  <a:pt x="714508" y="165211"/>
                </a:cubicBezTo>
                <a:cubicBezTo>
                  <a:pt x="714251" y="165671"/>
                  <a:pt x="713956" y="166110"/>
                  <a:pt x="713623" y="166519"/>
                </a:cubicBezTo>
                <a:cubicBezTo>
                  <a:pt x="712580" y="167616"/>
                  <a:pt x="711479" y="168658"/>
                  <a:pt x="710332" y="169641"/>
                </a:cubicBezTo>
                <a:cubicBezTo>
                  <a:pt x="709699" y="170190"/>
                  <a:pt x="708728" y="171919"/>
                  <a:pt x="708349" y="172215"/>
                </a:cubicBezTo>
                <a:cubicBezTo>
                  <a:pt x="707969" y="172510"/>
                  <a:pt x="705143" y="174915"/>
                  <a:pt x="704805" y="175294"/>
                </a:cubicBezTo>
                <a:cubicBezTo>
                  <a:pt x="704054" y="175864"/>
                  <a:pt x="703721" y="176830"/>
                  <a:pt x="703961" y="177741"/>
                </a:cubicBezTo>
                <a:cubicBezTo>
                  <a:pt x="704172" y="178163"/>
                  <a:pt x="704805" y="178121"/>
                  <a:pt x="705227" y="178163"/>
                </a:cubicBezTo>
                <a:cubicBezTo>
                  <a:pt x="705649" y="178205"/>
                  <a:pt x="706282" y="178374"/>
                  <a:pt x="706661" y="177952"/>
                </a:cubicBezTo>
                <a:cubicBezTo>
                  <a:pt x="707041" y="177530"/>
                  <a:pt x="707800" y="176687"/>
                  <a:pt x="708602" y="177108"/>
                </a:cubicBezTo>
                <a:cubicBezTo>
                  <a:pt x="709404" y="177530"/>
                  <a:pt x="709151" y="178374"/>
                  <a:pt x="708349" y="178796"/>
                </a:cubicBezTo>
                <a:cubicBezTo>
                  <a:pt x="707547" y="179218"/>
                  <a:pt x="707590" y="179809"/>
                  <a:pt x="707547" y="180273"/>
                </a:cubicBezTo>
                <a:cubicBezTo>
                  <a:pt x="707505" y="180737"/>
                  <a:pt x="708349" y="180610"/>
                  <a:pt x="709235" y="181074"/>
                </a:cubicBezTo>
                <a:cubicBezTo>
                  <a:pt x="710121" y="181538"/>
                  <a:pt x="710838" y="181834"/>
                  <a:pt x="710458" y="182635"/>
                </a:cubicBezTo>
                <a:cubicBezTo>
                  <a:pt x="710311" y="183015"/>
                  <a:pt x="709935" y="183255"/>
                  <a:pt x="709530" y="183226"/>
                </a:cubicBezTo>
                <a:cubicBezTo>
                  <a:pt x="708977" y="183171"/>
                  <a:pt x="708438" y="183028"/>
                  <a:pt x="707927" y="182804"/>
                </a:cubicBezTo>
                <a:cubicBezTo>
                  <a:pt x="707357" y="182551"/>
                  <a:pt x="706809" y="182255"/>
                  <a:pt x="706282" y="181918"/>
                </a:cubicBezTo>
                <a:cubicBezTo>
                  <a:pt x="705476" y="181184"/>
                  <a:pt x="704603" y="180534"/>
                  <a:pt x="703666" y="179977"/>
                </a:cubicBezTo>
                <a:cubicBezTo>
                  <a:pt x="703147" y="179560"/>
                  <a:pt x="702653" y="179108"/>
                  <a:pt x="702189" y="178627"/>
                </a:cubicBezTo>
                <a:cubicBezTo>
                  <a:pt x="701767" y="178248"/>
                  <a:pt x="700502" y="177910"/>
                  <a:pt x="700164" y="177319"/>
                </a:cubicBezTo>
                <a:cubicBezTo>
                  <a:pt x="699958" y="176792"/>
                  <a:pt x="699958" y="176201"/>
                  <a:pt x="700164" y="175674"/>
                </a:cubicBezTo>
                <a:cubicBezTo>
                  <a:pt x="700417" y="175126"/>
                  <a:pt x="702063" y="174872"/>
                  <a:pt x="702485" y="174619"/>
                </a:cubicBezTo>
                <a:cubicBezTo>
                  <a:pt x="702906" y="174366"/>
                  <a:pt x="702991" y="174029"/>
                  <a:pt x="704003" y="173269"/>
                </a:cubicBezTo>
                <a:cubicBezTo>
                  <a:pt x="705016" y="172510"/>
                  <a:pt x="705227" y="171413"/>
                  <a:pt x="705649" y="170991"/>
                </a:cubicBezTo>
                <a:cubicBezTo>
                  <a:pt x="706071" y="170569"/>
                  <a:pt x="707969" y="168586"/>
                  <a:pt x="708518" y="167996"/>
                </a:cubicBezTo>
                <a:cubicBezTo>
                  <a:pt x="709066" y="167405"/>
                  <a:pt x="709868" y="166899"/>
                  <a:pt x="710121" y="166646"/>
                </a:cubicBezTo>
                <a:cubicBezTo>
                  <a:pt x="710374" y="166393"/>
                  <a:pt x="711133" y="165591"/>
                  <a:pt x="711429" y="165591"/>
                </a:cubicBezTo>
                <a:cubicBezTo>
                  <a:pt x="711914" y="165405"/>
                  <a:pt x="712298" y="165021"/>
                  <a:pt x="712483" y="164536"/>
                </a:cubicBezTo>
                <a:cubicBezTo>
                  <a:pt x="712610" y="163946"/>
                  <a:pt x="713749" y="163439"/>
                  <a:pt x="714171" y="162722"/>
                </a:cubicBezTo>
                <a:cubicBezTo>
                  <a:pt x="714593" y="162005"/>
                  <a:pt x="715099" y="161752"/>
                  <a:pt x="715394" y="161119"/>
                </a:cubicBezTo>
                <a:cubicBezTo>
                  <a:pt x="715690" y="160486"/>
                  <a:pt x="715858" y="160106"/>
                  <a:pt x="715690" y="159853"/>
                </a:cubicBezTo>
                <a:cubicBezTo>
                  <a:pt x="715521" y="159600"/>
                  <a:pt x="714973" y="159896"/>
                  <a:pt x="714719" y="159600"/>
                </a:cubicBezTo>
                <a:cubicBezTo>
                  <a:pt x="714361" y="159187"/>
                  <a:pt x="713981" y="158790"/>
                  <a:pt x="713580" y="158419"/>
                </a:cubicBezTo>
                <a:close/>
                <a:moveTo>
                  <a:pt x="154200" y="155803"/>
                </a:moveTo>
                <a:cubicBezTo>
                  <a:pt x="153846" y="156187"/>
                  <a:pt x="153415" y="156487"/>
                  <a:pt x="152934" y="156689"/>
                </a:cubicBezTo>
                <a:cubicBezTo>
                  <a:pt x="152302" y="156816"/>
                  <a:pt x="151753" y="156478"/>
                  <a:pt x="150951" y="157238"/>
                </a:cubicBezTo>
                <a:cubicBezTo>
                  <a:pt x="150458" y="157925"/>
                  <a:pt x="150006" y="158647"/>
                  <a:pt x="149601" y="159389"/>
                </a:cubicBezTo>
                <a:cubicBezTo>
                  <a:pt x="149264" y="159727"/>
                  <a:pt x="148336" y="160149"/>
                  <a:pt x="147998" y="160528"/>
                </a:cubicBezTo>
                <a:cubicBezTo>
                  <a:pt x="147661" y="160908"/>
                  <a:pt x="147492" y="161878"/>
                  <a:pt x="146901" y="162427"/>
                </a:cubicBezTo>
                <a:cubicBezTo>
                  <a:pt x="146311" y="162975"/>
                  <a:pt x="145129" y="163524"/>
                  <a:pt x="144792" y="163946"/>
                </a:cubicBezTo>
                <a:cubicBezTo>
                  <a:pt x="144117" y="164705"/>
                  <a:pt x="143779" y="165211"/>
                  <a:pt x="144286" y="166139"/>
                </a:cubicBezTo>
                <a:cubicBezTo>
                  <a:pt x="144994" y="167004"/>
                  <a:pt x="145788" y="167793"/>
                  <a:pt x="146648" y="168502"/>
                </a:cubicBezTo>
                <a:cubicBezTo>
                  <a:pt x="147699" y="169839"/>
                  <a:pt x="148661" y="171248"/>
                  <a:pt x="149517" y="172721"/>
                </a:cubicBezTo>
                <a:cubicBezTo>
                  <a:pt x="149985" y="173670"/>
                  <a:pt x="150580" y="174552"/>
                  <a:pt x="151289" y="175337"/>
                </a:cubicBezTo>
                <a:cubicBezTo>
                  <a:pt x="151626" y="175674"/>
                  <a:pt x="153441" y="177488"/>
                  <a:pt x="154748" y="178965"/>
                </a:cubicBezTo>
                <a:cubicBezTo>
                  <a:pt x="155002" y="179260"/>
                  <a:pt x="155719" y="180484"/>
                  <a:pt x="156647" y="181623"/>
                </a:cubicBezTo>
                <a:cubicBezTo>
                  <a:pt x="157575" y="182762"/>
                  <a:pt x="157153" y="182931"/>
                  <a:pt x="158461" y="184323"/>
                </a:cubicBezTo>
                <a:cubicBezTo>
                  <a:pt x="158714" y="184576"/>
                  <a:pt x="159009" y="185926"/>
                  <a:pt x="159263" y="186263"/>
                </a:cubicBezTo>
                <a:cubicBezTo>
                  <a:pt x="161752" y="189217"/>
                  <a:pt x="161583" y="189807"/>
                  <a:pt x="163060" y="191157"/>
                </a:cubicBezTo>
                <a:cubicBezTo>
                  <a:pt x="163958" y="192069"/>
                  <a:pt x="164979" y="192853"/>
                  <a:pt x="166097" y="193478"/>
                </a:cubicBezTo>
                <a:cubicBezTo>
                  <a:pt x="166819" y="193883"/>
                  <a:pt x="167498" y="194364"/>
                  <a:pt x="168122" y="194912"/>
                </a:cubicBezTo>
                <a:lnTo>
                  <a:pt x="170105" y="196557"/>
                </a:lnTo>
                <a:cubicBezTo>
                  <a:pt x="170443" y="196895"/>
                  <a:pt x="173143" y="198329"/>
                  <a:pt x="173691" y="198709"/>
                </a:cubicBezTo>
                <a:cubicBezTo>
                  <a:pt x="174501" y="199528"/>
                  <a:pt x="175391" y="200262"/>
                  <a:pt x="176349" y="200903"/>
                </a:cubicBezTo>
                <a:cubicBezTo>
                  <a:pt x="177450" y="201287"/>
                  <a:pt x="178602" y="201498"/>
                  <a:pt x="179766" y="201536"/>
                </a:cubicBezTo>
                <a:cubicBezTo>
                  <a:pt x="180517" y="201434"/>
                  <a:pt x="181243" y="201207"/>
                  <a:pt x="181918" y="200861"/>
                </a:cubicBezTo>
                <a:cubicBezTo>
                  <a:pt x="182720" y="200397"/>
                  <a:pt x="183985" y="198709"/>
                  <a:pt x="184787" y="198118"/>
                </a:cubicBezTo>
                <a:cubicBezTo>
                  <a:pt x="185588" y="197528"/>
                  <a:pt x="187149" y="196684"/>
                  <a:pt x="187149" y="196684"/>
                </a:cubicBezTo>
                <a:cubicBezTo>
                  <a:pt x="187149" y="196684"/>
                  <a:pt x="188795" y="195081"/>
                  <a:pt x="189385" y="194406"/>
                </a:cubicBezTo>
                <a:cubicBezTo>
                  <a:pt x="190039" y="193541"/>
                  <a:pt x="190858" y="192811"/>
                  <a:pt x="191790" y="192254"/>
                </a:cubicBezTo>
                <a:cubicBezTo>
                  <a:pt x="192254" y="192043"/>
                  <a:pt x="193393" y="191874"/>
                  <a:pt x="193857" y="191368"/>
                </a:cubicBezTo>
                <a:cubicBezTo>
                  <a:pt x="194507" y="190571"/>
                  <a:pt x="195018" y="189672"/>
                  <a:pt x="195376" y="188710"/>
                </a:cubicBezTo>
                <a:cubicBezTo>
                  <a:pt x="195714" y="187824"/>
                  <a:pt x="197022" y="187107"/>
                  <a:pt x="197106" y="186179"/>
                </a:cubicBezTo>
                <a:cubicBezTo>
                  <a:pt x="197190" y="185251"/>
                  <a:pt x="196557" y="184491"/>
                  <a:pt x="195967" y="183521"/>
                </a:cubicBezTo>
                <a:cubicBezTo>
                  <a:pt x="195402" y="182222"/>
                  <a:pt x="194739" y="180964"/>
                  <a:pt x="193984" y="179766"/>
                </a:cubicBezTo>
                <a:cubicBezTo>
                  <a:pt x="193174" y="178556"/>
                  <a:pt x="191664" y="178024"/>
                  <a:pt x="190271" y="178459"/>
                </a:cubicBezTo>
                <a:cubicBezTo>
                  <a:pt x="189474" y="178944"/>
                  <a:pt x="188761" y="179555"/>
                  <a:pt x="188162" y="180273"/>
                </a:cubicBezTo>
                <a:cubicBezTo>
                  <a:pt x="187660" y="180682"/>
                  <a:pt x="187065" y="180973"/>
                  <a:pt x="186432" y="181116"/>
                </a:cubicBezTo>
                <a:cubicBezTo>
                  <a:pt x="186221" y="181159"/>
                  <a:pt x="185504" y="182171"/>
                  <a:pt x="184871" y="182171"/>
                </a:cubicBezTo>
                <a:cubicBezTo>
                  <a:pt x="184162" y="182661"/>
                  <a:pt x="183500" y="183209"/>
                  <a:pt x="182888" y="183816"/>
                </a:cubicBezTo>
                <a:cubicBezTo>
                  <a:pt x="181897" y="184740"/>
                  <a:pt x="180614" y="185293"/>
                  <a:pt x="179260" y="185377"/>
                </a:cubicBezTo>
                <a:cubicBezTo>
                  <a:pt x="177319" y="185293"/>
                  <a:pt x="176602" y="184070"/>
                  <a:pt x="175252" y="183395"/>
                </a:cubicBezTo>
                <a:cubicBezTo>
                  <a:pt x="174501" y="183002"/>
                  <a:pt x="173839" y="182454"/>
                  <a:pt x="173312" y="181791"/>
                </a:cubicBezTo>
                <a:cubicBezTo>
                  <a:pt x="172118" y="180403"/>
                  <a:pt x="171198" y="178800"/>
                  <a:pt x="170611" y="177066"/>
                </a:cubicBezTo>
                <a:cubicBezTo>
                  <a:pt x="171472" y="175535"/>
                  <a:pt x="172004" y="173839"/>
                  <a:pt x="172172" y="172088"/>
                </a:cubicBezTo>
                <a:cubicBezTo>
                  <a:pt x="172379" y="170991"/>
                  <a:pt x="172649" y="169907"/>
                  <a:pt x="172974" y="168840"/>
                </a:cubicBezTo>
                <a:cubicBezTo>
                  <a:pt x="172911" y="167966"/>
                  <a:pt x="173025" y="167093"/>
                  <a:pt x="173312" y="166266"/>
                </a:cubicBezTo>
                <a:cubicBezTo>
                  <a:pt x="173818" y="165296"/>
                  <a:pt x="174071" y="164832"/>
                  <a:pt x="174535" y="164030"/>
                </a:cubicBezTo>
                <a:cubicBezTo>
                  <a:pt x="174982" y="163507"/>
                  <a:pt x="174982" y="162739"/>
                  <a:pt x="174535" y="162216"/>
                </a:cubicBezTo>
                <a:cubicBezTo>
                  <a:pt x="173885" y="161613"/>
                  <a:pt x="173147" y="161115"/>
                  <a:pt x="172341" y="160739"/>
                </a:cubicBezTo>
                <a:cubicBezTo>
                  <a:pt x="171118" y="160486"/>
                  <a:pt x="169768" y="158714"/>
                  <a:pt x="168333" y="159685"/>
                </a:cubicBezTo>
                <a:cubicBezTo>
                  <a:pt x="166899" y="160655"/>
                  <a:pt x="165253" y="160613"/>
                  <a:pt x="165000" y="161414"/>
                </a:cubicBezTo>
                <a:cubicBezTo>
                  <a:pt x="164971" y="162258"/>
                  <a:pt x="164785" y="163085"/>
                  <a:pt x="164452" y="163861"/>
                </a:cubicBezTo>
                <a:cubicBezTo>
                  <a:pt x="164747" y="164916"/>
                  <a:pt x="163524" y="165675"/>
                  <a:pt x="162385" y="164916"/>
                </a:cubicBezTo>
                <a:cubicBezTo>
                  <a:pt x="161807" y="164292"/>
                  <a:pt x="161313" y="163595"/>
                  <a:pt x="160908" y="162849"/>
                </a:cubicBezTo>
                <a:cubicBezTo>
                  <a:pt x="160191" y="161246"/>
                  <a:pt x="161035" y="159516"/>
                  <a:pt x="159136" y="157575"/>
                </a:cubicBezTo>
                <a:cubicBezTo>
                  <a:pt x="158183" y="156795"/>
                  <a:pt x="157098" y="156191"/>
                  <a:pt x="155930" y="155803"/>
                </a:cubicBezTo>
                <a:cubicBezTo>
                  <a:pt x="155339" y="155803"/>
                  <a:pt x="154537" y="155550"/>
                  <a:pt x="154200" y="155803"/>
                </a:cubicBezTo>
                <a:close/>
                <a:moveTo>
                  <a:pt x="523225" y="138337"/>
                </a:moveTo>
                <a:cubicBezTo>
                  <a:pt x="523098" y="144767"/>
                  <a:pt x="522001" y="151137"/>
                  <a:pt x="519976" y="157238"/>
                </a:cubicBezTo>
                <a:cubicBezTo>
                  <a:pt x="518504" y="162064"/>
                  <a:pt x="514821" y="165903"/>
                  <a:pt x="510062" y="167574"/>
                </a:cubicBezTo>
                <a:cubicBezTo>
                  <a:pt x="509159" y="169890"/>
                  <a:pt x="507859" y="172029"/>
                  <a:pt x="506223" y="173902"/>
                </a:cubicBezTo>
                <a:cubicBezTo>
                  <a:pt x="496013" y="186053"/>
                  <a:pt x="477450" y="199258"/>
                  <a:pt x="456355" y="208370"/>
                </a:cubicBezTo>
                <a:cubicBezTo>
                  <a:pt x="461232" y="206902"/>
                  <a:pt x="466477" y="207244"/>
                  <a:pt x="471121" y="209341"/>
                </a:cubicBezTo>
                <a:lnTo>
                  <a:pt x="471290" y="209214"/>
                </a:lnTo>
                <a:cubicBezTo>
                  <a:pt x="477298" y="212155"/>
                  <a:pt x="482761" y="216091"/>
                  <a:pt x="487448" y="220858"/>
                </a:cubicBezTo>
                <a:cubicBezTo>
                  <a:pt x="487448" y="220858"/>
                  <a:pt x="481289" y="224107"/>
                  <a:pt x="468379" y="221196"/>
                </a:cubicBezTo>
                <a:cubicBezTo>
                  <a:pt x="462173" y="219504"/>
                  <a:pt x="457153" y="214939"/>
                  <a:pt x="454879" y="208919"/>
                </a:cubicBezTo>
                <a:lnTo>
                  <a:pt x="444293" y="212807"/>
                </a:lnTo>
                <a:lnTo>
                  <a:pt x="444668" y="214730"/>
                </a:lnTo>
                <a:cubicBezTo>
                  <a:pt x="446231" y="222741"/>
                  <a:pt x="449111" y="237534"/>
                  <a:pt x="450281" y="243640"/>
                </a:cubicBezTo>
                <a:cubicBezTo>
                  <a:pt x="494490" y="243889"/>
                  <a:pt x="538472" y="237257"/>
                  <a:pt x="580644" y="223980"/>
                </a:cubicBezTo>
                <a:lnTo>
                  <a:pt x="585158" y="222462"/>
                </a:lnTo>
                <a:lnTo>
                  <a:pt x="585158" y="227187"/>
                </a:lnTo>
                <a:cubicBezTo>
                  <a:pt x="585128" y="240489"/>
                  <a:pt x="580576" y="253390"/>
                  <a:pt x="572248" y="263764"/>
                </a:cubicBezTo>
                <a:cubicBezTo>
                  <a:pt x="563912" y="273797"/>
                  <a:pt x="552732" y="281079"/>
                  <a:pt x="540185" y="284648"/>
                </a:cubicBezTo>
                <a:cubicBezTo>
                  <a:pt x="538814" y="294241"/>
                  <a:pt x="534076" y="303038"/>
                  <a:pt x="526811" y="309455"/>
                </a:cubicBezTo>
                <a:cubicBezTo>
                  <a:pt x="524904" y="311066"/>
                  <a:pt x="522841" y="312480"/>
                  <a:pt x="520652" y="313673"/>
                </a:cubicBezTo>
                <a:cubicBezTo>
                  <a:pt x="549635" y="310383"/>
                  <a:pt x="571700" y="306248"/>
                  <a:pt x="582247" y="304265"/>
                </a:cubicBezTo>
                <a:lnTo>
                  <a:pt x="587099" y="303337"/>
                </a:lnTo>
                <a:lnTo>
                  <a:pt x="586846" y="303337"/>
                </a:lnTo>
                <a:cubicBezTo>
                  <a:pt x="591613" y="302536"/>
                  <a:pt x="596254" y="301523"/>
                  <a:pt x="600051" y="300595"/>
                </a:cubicBezTo>
                <a:cubicBezTo>
                  <a:pt x="594355" y="311357"/>
                  <a:pt x="587495" y="321457"/>
                  <a:pt x="579589" y="330718"/>
                </a:cubicBezTo>
                <a:cubicBezTo>
                  <a:pt x="566245" y="346585"/>
                  <a:pt x="549863" y="359621"/>
                  <a:pt x="531410" y="369067"/>
                </a:cubicBezTo>
                <a:cubicBezTo>
                  <a:pt x="515171" y="377286"/>
                  <a:pt x="497726" y="382854"/>
                  <a:pt x="479728" y="385563"/>
                </a:cubicBezTo>
                <a:cubicBezTo>
                  <a:pt x="476931" y="385955"/>
                  <a:pt x="474113" y="386137"/>
                  <a:pt x="471291" y="386111"/>
                </a:cubicBezTo>
                <a:cubicBezTo>
                  <a:pt x="466026" y="386090"/>
                  <a:pt x="460769" y="385711"/>
                  <a:pt x="455554" y="384972"/>
                </a:cubicBezTo>
                <a:lnTo>
                  <a:pt x="450576" y="384255"/>
                </a:lnTo>
                <a:lnTo>
                  <a:pt x="460237" y="424630"/>
                </a:lnTo>
                <a:lnTo>
                  <a:pt x="428047" y="426697"/>
                </a:lnTo>
                <a:lnTo>
                  <a:pt x="395815" y="424630"/>
                </a:lnTo>
                <a:lnTo>
                  <a:pt x="405476" y="384255"/>
                </a:lnTo>
                <a:lnTo>
                  <a:pt x="400498" y="384972"/>
                </a:lnTo>
                <a:cubicBezTo>
                  <a:pt x="395284" y="385711"/>
                  <a:pt x="390027" y="386090"/>
                  <a:pt x="384762" y="386111"/>
                </a:cubicBezTo>
                <a:cubicBezTo>
                  <a:pt x="381939" y="386141"/>
                  <a:pt x="379117" y="385955"/>
                  <a:pt x="376324" y="385563"/>
                </a:cubicBezTo>
                <a:cubicBezTo>
                  <a:pt x="358314" y="382863"/>
                  <a:pt x="340852" y="377294"/>
                  <a:pt x="324600" y="369067"/>
                </a:cubicBezTo>
                <a:cubicBezTo>
                  <a:pt x="306143" y="359625"/>
                  <a:pt x="289765" y="346585"/>
                  <a:pt x="276421" y="330718"/>
                </a:cubicBezTo>
                <a:cubicBezTo>
                  <a:pt x="268515" y="321457"/>
                  <a:pt x="261655" y="311357"/>
                  <a:pt x="255959" y="300595"/>
                </a:cubicBezTo>
                <a:cubicBezTo>
                  <a:pt x="259799" y="301523"/>
                  <a:pt x="264524" y="302536"/>
                  <a:pt x="269164" y="303337"/>
                </a:cubicBezTo>
                <a:lnTo>
                  <a:pt x="274058" y="304265"/>
                </a:lnTo>
                <a:cubicBezTo>
                  <a:pt x="284563" y="306248"/>
                  <a:pt x="306586" y="310383"/>
                  <a:pt x="335612" y="313631"/>
                </a:cubicBezTo>
                <a:cubicBezTo>
                  <a:pt x="333422" y="312522"/>
                  <a:pt x="331355" y="311176"/>
                  <a:pt x="329452" y="309623"/>
                </a:cubicBezTo>
                <a:cubicBezTo>
                  <a:pt x="322208" y="303194"/>
                  <a:pt x="317471" y="294406"/>
                  <a:pt x="316078" y="284816"/>
                </a:cubicBezTo>
                <a:cubicBezTo>
                  <a:pt x="303536" y="281235"/>
                  <a:pt x="292360" y="273957"/>
                  <a:pt x="284015" y="263933"/>
                </a:cubicBezTo>
                <a:cubicBezTo>
                  <a:pt x="275716" y="253542"/>
                  <a:pt x="271169" y="240653"/>
                  <a:pt x="271105" y="227355"/>
                </a:cubicBezTo>
                <a:lnTo>
                  <a:pt x="271105" y="222630"/>
                </a:lnTo>
                <a:lnTo>
                  <a:pt x="275577" y="224149"/>
                </a:lnTo>
                <a:cubicBezTo>
                  <a:pt x="317825" y="237392"/>
                  <a:pt x="361878" y="243965"/>
                  <a:pt x="406151" y="243640"/>
                </a:cubicBezTo>
                <a:cubicBezTo>
                  <a:pt x="407712" y="235498"/>
                  <a:pt x="412311" y="211914"/>
                  <a:pt x="412775" y="209552"/>
                </a:cubicBezTo>
                <a:lnTo>
                  <a:pt x="412775" y="209003"/>
                </a:lnTo>
                <a:cubicBezTo>
                  <a:pt x="413619" y="204658"/>
                  <a:pt x="416150" y="191537"/>
                  <a:pt x="427921" y="191537"/>
                </a:cubicBezTo>
                <a:lnTo>
                  <a:pt x="428469" y="191537"/>
                </a:lnTo>
                <a:cubicBezTo>
                  <a:pt x="434355" y="191537"/>
                  <a:pt x="437941" y="194849"/>
                  <a:pt x="440161" y="198688"/>
                </a:cubicBezTo>
                <a:lnTo>
                  <a:pt x="443187" y="207616"/>
                </a:lnTo>
                <a:lnTo>
                  <a:pt x="453360" y="203898"/>
                </a:lnTo>
                <a:cubicBezTo>
                  <a:pt x="449947" y="198532"/>
                  <a:pt x="448462" y="192166"/>
                  <a:pt x="449141" y="185842"/>
                </a:cubicBezTo>
                <a:cubicBezTo>
                  <a:pt x="450681" y="179201"/>
                  <a:pt x="454162" y="173164"/>
                  <a:pt x="459140" y="168502"/>
                </a:cubicBezTo>
                <a:cubicBezTo>
                  <a:pt x="461043" y="174822"/>
                  <a:pt x="462135" y="181357"/>
                  <a:pt x="462389" y="187951"/>
                </a:cubicBezTo>
                <a:cubicBezTo>
                  <a:pt x="462642" y="195292"/>
                  <a:pt x="455090" y="202422"/>
                  <a:pt x="453613" y="203730"/>
                </a:cubicBezTo>
                <a:lnTo>
                  <a:pt x="474065" y="191678"/>
                </a:lnTo>
                <a:lnTo>
                  <a:pt x="470193" y="174915"/>
                </a:lnTo>
                <a:cubicBezTo>
                  <a:pt x="471475" y="168236"/>
                  <a:pt x="474652" y="162073"/>
                  <a:pt x="479348" y="157153"/>
                </a:cubicBezTo>
                <a:cubicBezTo>
                  <a:pt x="481238" y="163553"/>
                  <a:pt x="482368" y="170152"/>
                  <a:pt x="482723" y="176813"/>
                </a:cubicBezTo>
                <a:lnTo>
                  <a:pt x="482849" y="176813"/>
                </a:lnTo>
                <a:cubicBezTo>
                  <a:pt x="482955" y="180948"/>
                  <a:pt x="480846" y="185040"/>
                  <a:pt x="478710" y="188098"/>
                </a:cubicBezTo>
                <a:lnTo>
                  <a:pt x="477291" y="189777"/>
                </a:lnTo>
                <a:lnTo>
                  <a:pt x="493060" y="180484"/>
                </a:lnTo>
                <a:cubicBezTo>
                  <a:pt x="489946" y="175189"/>
                  <a:pt x="488558" y="169055"/>
                  <a:pt x="489094" y="162933"/>
                </a:cubicBezTo>
                <a:cubicBezTo>
                  <a:pt x="490267" y="156626"/>
                  <a:pt x="493190" y="150779"/>
                  <a:pt x="497532" y="146058"/>
                </a:cubicBezTo>
                <a:cubicBezTo>
                  <a:pt x="499283" y="152205"/>
                  <a:pt x="500316" y="158533"/>
                  <a:pt x="500612" y="164916"/>
                </a:cubicBezTo>
                <a:cubicBezTo>
                  <a:pt x="500991" y="172004"/>
                  <a:pt x="494325" y="179260"/>
                  <a:pt x="493186" y="180442"/>
                </a:cubicBezTo>
                <a:cubicBezTo>
                  <a:pt x="497523" y="176991"/>
                  <a:pt x="501611" y="173244"/>
                  <a:pt x="505421" y="169219"/>
                </a:cubicBezTo>
                <a:cubicBezTo>
                  <a:pt x="506349" y="168207"/>
                  <a:pt x="507404" y="166899"/>
                  <a:pt x="508163" y="165929"/>
                </a:cubicBezTo>
                <a:cubicBezTo>
                  <a:pt x="507146" y="160756"/>
                  <a:pt x="507999" y="155386"/>
                  <a:pt x="510568" y="150783"/>
                </a:cubicBezTo>
                <a:cubicBezTo>
                  <a:pt x="513412" y="145433"/>
                  <a:pt x="517829" y="141088"/>
                  <a:pt x="523225" y="138337"/>
                </a:cubicBezTo>
                <a:close/>
                <a:moveTo>
                  <a:pt x="251740" y="136143"/>
                </a:moveTo>
                <a:cubicBezTo>
                  <a:pt x="251740" y="136143"/>
                  <a:pt x="249209" y="137704"/>
                  <a:pt x="249209" y="137704"/>
                </a:cubicBezTo>
                <a:cubicBezTo>
                  <a:pt x="248686" y="138438"/>
                  <a:pt x="248045" y="139080"/>
                  <a:pt x="247310" y="139603"/>
                </a:cubicBezTo>
                <a:cubicBezTo>
                  <a:pt x="246804" y="139898"/>
                  <a:pt x="245159" y="137367"/>
                  <a:pt x="243682" y="138253"/>
                </a:cubicBezTo>
                <a:cubicBezTo>
                  <a:pt x="243260" y="138506"/>
                  <a:pt x="242923" y="139518"/>
                  <a:pt x="242543" y="140151"/>
                </a:cubicBezTo>
                <a:cubicBezTo>
                  <a:pt x="241889" y="141835"/>
                  <a:pt x="241889" y="143699"/>
                  <a:pt x="242543" y="145383"/>
                </a:cubicBezTo>
                <a:cubicBezTo>
                  <a:pt x="242543" y="145973"/>
                  <a:pt x="242290" y="147197"/>
                  <a:pt x="242543" y="147619"/>
                </a:cubicBezTo>
                <a:cubicBezTo>
                  <a:pt x="242796" y="148040"/>
                  <a:pt x="243640" y="148462"/>
                  <a:pt x="243851" y="148842"/>
                </a:cubicBezTo>
                <a:cubicBezTo>
                  <a:pt x="244062" y="149222"/>
                  <a:pt x="244399" y="150403"/>
                  <a:pt x="244653" y="150825"/>
                </a:cubicBezTo>
                <a:cubicBezTo>
                  <a:pt x="245539" y="152597"/>
                  <a:pt x="247353" y="152386"/>
                  <a:pt x="248871" y="151500"/>
                </a:cubicBezTo>
                <a:cubicBezTo>
                  <a:pt x="249589" y="151036"/>
                  <a:pt x="250348" y="149348"/>
                  <a:pt x="250728" y="148969"/>
                </a:cubicBezTo>
                <a:cubicBezTo>
                  <a:pt x="251108" y="148589"/>
                  <a:pt x="252078" y="148547"/>
                  <a:pt x="252500" y="147703"/>
                </a:cubicBezTo>
                <a:cubicBezTo>
                  <a:pt x="252938" y="147057"/>
                  <a:pt x="253267" y="146344"/>
                  <a:pt x="253470" y="145593"/>
                </a:cubicBezTo>
                <a:lnTo>
                  <a:pt x="253470" y="145425"/>
                </a:lnTo>
                <a:cubicBezTo>
                  <a:pt x="253597" y="144412"/>
                  <a:pt x="253048" y="143822"/>
                  <a:pt x="253259" y="142936"/>
                </a:cubicBezTo>
                <a:cubicBezTo>
                  <a:pt x="253175" y="142472"/>
                  <a:pt x="253892" y="141754"/>
                  <a:pt x="253892" y="141417"/>
                </a:cubicBezTo>
                <a:cubicBezTo>
                  <a:pt x="253968" y="140776"/>
                  <a:pt x="254099" y="140139"/>
                  <a:pt x="254272" y="139518"/>
                </a:cubicBezTo>
                <a:cubicBezTo>
                  <a:pt x="254162" y="138881"/>
                  <a:pt x="253917" y="138278"/>
                  <a:pt x="253555" y="137746"/>
                </a:cubicBezTo>
                <a:cubicBezTo>
                  <a:pt x="253483" y="137160"/>
                  <a:pt x="253251" y="136603"/>
                  <a:pt x="252879" y="136143"/>
                </a:cubicBezTo>
                <a:cubicBezTo>
                  <a:pt x="252584" y="135764"/>
                  <a:pt x="251740" y="136143"/>
                  <a:pt x="251740" y="136143"/>
                </a:cubicBezTo>
                <a:close/>
                <a:moveTo>
                  <a:pt x="1734999" y="132278"/>
                </a:moveTo>
                <a:cubicBezTo>
                  <a:pt x="1738748" y="132417"/>
                  <a:pt x="1742483" y="132809"/>
                  <a:pt x="1746178" y="133455"/>
                </a:cubicBezTo>
                <a:cubicBezTo>
                  <a:pt x="1750782" y="133751"/>
                  <a:pt x="1755400" y="133751"/>
                  <a:pt x="1760003" y="133455"/>
                </a:cubicBezTo>
                <a:cubicBezTo>
                  <a:pt x="1763533" y="133455"/>
                  <a:pt x="1765740" y="138015"/>
                  <a:pt x="1767210" y="139191"/>
                </a:cubicBezTo>
                <a:cubicBezTo>
                  <a:pt x="1768682" y="140368"/>
                  <a:pt x="1777948" y="140809"/>
                  <a:pt x="1780155" y="143161"/>
                </a:cubicBezTo>
                <a:cubicBezTo>
                  <a:pt x="1782360" y="145515"/>
                  <a:pt x="1782067" y="153016"/>
                  <a:pt x="1784420" y="157870"/>
                </a:cubicBezTo>
                <a:cubicBezTo>
                  <a:pt x="1786773" y="162724"/>
                  <a:pt x="1793833" y="165224"/>
                  <a:pt x="1794422" y="179933"/>
                </a:cubicBezTo>
                <a:cubicBezTo>
                  <a:pt x="1795010" y="194641"/>
                  <a:pt x="1791038" y="194934"/>
                  <a:pt x="1782067" y="202584"/>
                </a:cubicBezTo>
                <a:cubicBezTo>
                  <a:pt x="1779565" y="205819"/>
                  <a:pt x="1779860" y="210968"/>
                  <a:pt x="1784420" y="210084"/>
                </a:cubicBezTo>
                <a:cubicBezTo>
                  <a:pt x="1792510" y="208466"/>
                  <a:pt x="1821632" y="201994"/>
                  <a:pt x="1828545" y="199789"/>
                </a:cubicBezTo>
                <a:cubicBezTo>
                  <a:pt x="1836763" y="197214"/>
                  <a:pt x="1845173" y="195296"/>
                  <a:pt x="1853697" y="194053"/>
                </a:cubicBezTo>
                <a:cubicBezTo>
                  <a:pt x="1856490" y="193758"/>
                  <a:pt x="1861050" y="197729"/>
                  <a:pt x="1864433" y="198613"/>
                </a:cubicBezTo>
                <a:cubicBezTo>
                  <a:pt x="1867815" y="199494"/>
                  <a:pt x="1874435" y="199201"/>
                  <a:pt x="1875612" y="202289"/>
                </a:cubicBezTo>
                <a:cubicBezTo>
                  <a:pt x="1877903" y="208148"/>
                  <a:pt x="1882891" y="212533"/>
                  <a:pt x="1888995" y="214056"/>
                </a:cubicBezTo>
                <a:lnTo>
                  <a:pt x="1888702" y="214056"/>
                </a:lnTo>
                <a:cubicBezTo>
                  <a:pt x="1891861" y="214846"/>
                  <a:pt x="1894237" y="217456"/>
                  <a:pt x="1894732" y="220674"/>
                </a:cubicBezTo>
                <a:cubicBezTo>
                  <a:pt x="1894732" y="223469"/>
                  <a:pt x="1893997" y="228176"/>
                  <a:pt x="1893997" y="234206"/>
                </a:cubicBezTo>
                <a:cubicBezTo>
                  <a:pt x="1893113" y="243619"/>
                  <a:pt x="1876935" y="250239"/>
                  <a:pt x="1869875" y="254651"/>
                </a:cubicBezTo>
                <a:cubicBezTo>
                  <a:pt x="1867522" y="256269"/>
                  <a:pt x="1865168" y="250827"/>
                  <a:pt x="1856932" y="250827"/>
                </a:cubicBezTo>
                <a:cubicBezTo>
                  <a:pt x="1854137" y="250974"/>
                  <a:pt x="1837810" y="252297"/>
                  <a:pt x="1835017" y="252297"/>
                </a:cubicBezTo>
                <a:lnTo>
                  <a:pt x="1817513" y="254357"/>
                </a:lnTo>
                <a:cubicBezTo>
                  <a:pt x="1813542" y="255239"/>
                  <a:pt x="1805305" y="258034"/>
                  <a:pt x="1801482" y="259211"/>
                </a:cubicBezTo>
                <a:cubicBezTo>
                  <a:pt x="1796012" y="260752"/>
                  <a:pt x="1790655" y="262670"/>
                  <a:pt x="1785448" y="264947"/>
                </a:cubicBezTo>
                <a:cubicBezTo>
                  <a:pt x="1783095" y="266417"/>
                  <a:pt x="1777360" y="263771"/>
                  <a:pt x="1770740" y="264947"/>
                </a:cubicBezTo>
                <a:cubicBezTo>
                  <a:pt x="1767800" y="265536"/>
                  <a:pt x="1757357" y="271859"/>
                  <a:pt x="1748384" y="274359"/>
                </a:cubicBezTo>
                <a:cubicBezTo>
                  <a:pt x="1730700" y="277453"/>
                  <a:pt x="1713252" y="281779"/>
                  <a:pt x="1696170" y="287302"/>
                </a:cubicBezTo>
                <a:cubicBezTo>
                  <a:pt x="1692345" y="291127"/>
                  <a:pt x="1684404" y="289509"/>
                  <a:pt x="1681462" y="291127"/>
                </a:cubicBezTo>
                <a:cubicBezTo>
                  <a:pt x="1678520" y="292745"/>
                  <a:pt x="1670725" y="292745"/>
                  <a:pt x="1666754" y="294804"/>
                </a:cubicBezTo>
                <a:cubicBezTo>
                  <a:pt x="1660135" y="298187"/>
                  <a:pt x="1657192" y="296275"/>
                  <a:pt x="1653515" y="298187"/>
                </a:cubicBezTo>
                <a:cubicBezTo>
                  <a:pt x="1649948" y="299517"/>
                  <a:pt x="1646126" y="300020"/>
                  <a:pt x="1642337" y="299657"/>
                </a:cubicBezTo>
                <a:cubicBezTo>
                  <a:pt x="1638251" y="300472"/>
                  <a:pt x="1634222" y="301553"/>
                  <a:pt x="1630277" y="302894"/>
                </a:cubicBezTo>
                <a:cubicBezTo>
                  <a:pt x="1626793" y="303698"/>
                  <a:pt x="1623171" y="303698"/>
                  <a:pt x="1619687" y="302894"/>
                </a:cubicBezTo>
                <a:cubicBezTo>
                  <a:pt x="1616907" y="302481"/>
                  <a:pt x="1614082" y="302481"/>
                  <a:pt x="1611302" y="302894"/>
                </a:cubicBezTo>
                <a:cubicBezTo>
                  <a:pt x="1608509" y="306570"/>
                  <a:pt x="1603214" y="306570"/>
                  <a:pt x="1597770" y="306570"/>
                </a:cubicBezTo>
                <a:cubicBezTo>
                  <a:pt x="1593779" y="307349"/>
                  <a:pt x="1589917" y="308686"/>
                  <a:pt x="1586299" y="310542"/>
                </a:cubicBezTo>
                <a:cubicBezTo>
                  <a:pt x="1585415" y="313190"/>
                  <a:pt x="1580710" y="315542"/>
                  <a:pt x="1576297" y="316279"/>
                </a:cubicBezTo>
                <a:cubicBezTo>
                  <a:pt x="1571885" y="317014"/>
                  <a:pt x="1574532" y="313484"/>
                  <a:pt x="1568207" y="310542"/>
                </a:cubicBezTo>
                <a:cubicBezTo>
                  <a:pt x="1565265" y="309660"/>
                  <a:pt x="1558647" y="312160"/>
                  <a:pt x="1553499" y="309660"/>
                </a:cubicBezTo>
                <a:cubicBezTo>
                  <a:pt x="1548351" y="307159"/>
                  <a:pt x="1548645" y="299952"/>
                  <a:pt x="1549675" y="293922"/>
                </a:cubicBezTo>
                <a:cubicBezTo>
                  <a:pt x="1549822" y="292597"/>
                  <a:pt x="1548940" y="287009"/>
                  <a:pt x="1548940" y="280979"/>
                </a:cubicBezTo>
                <a:cubicBezTo>
                  <a:pt x="1548307" y="277302"/>
                  <a:pt x="1549330" y="273534"/>
                  <a:pt x="1551734" y="270682"/>
                </a:cubicBezTo>
                <a:cubicBezTo>
                  <a:pt x="1560610" y="264107"/>
                  <a:pt x="1570565" y="259130"/>
                  <a:pt x="1581150" y="255974"/>
                </a:cubicBezTo>
                <a:cubicBezTo>
                  <a:pt x="1583945" y="255386"/>
                  <a:pt x="1586740" y="260387"/>
                  <a:pt x="1588947" y="260387"/>
                </a:cubicBezTo>
                <a:cubicBezTo>
                  <a:pt x="1591152" y="260387"/>
                  <a:pt x="1601449" y="254651"/>
                  <a:pt x="1605860" y="254651"/>
                </a:cubicBezTo>
                <a:cubicBezTo>
                  <a:pt x="1619533" y="253005"/>
                  <a:pt x="1633055" y="250301"/>
                  <a:pt x="1646309" y="246561"/>
                </a:cubicBezTo>
                <a:cubicBezTo>
                  <a:pt x="1653222" y="244207"/>
                  <a:pt x="1659545" y="247444"/>
                  <a:pt x="1663517" y="244207"/>
                </a:cubicBezTo>
                <a:cubicBezTo>
                  <a:pt x="1673868" y="240379"/>
                  <a:pt x="1684425" y="237138"/>
                  <a:pt x="1695140" y="234501"/>
                </a:cubicBezTo>
                <a:cubicBezTo>
                  <a:pt x="1698964" y="233617"/>
                  <a:pt x="1706024" y="231706"/>
                  <a:pt x="1708084" y="226999"/>
                </a:cubicBezTo>
                <a:cubicBezTo>
                  <a:pt x="1708304" y="223982"/>
                  <a:pt x="1707799" y="220957"/>
                  <a:pt x="1706613" y="218174"/>
                </a:cubicBezTo>
                <a:cubicBezTo>
                  <a:pt x="1704847" y="213614"/>
                  <a:pt x="1701317" y="215233"/>
                  <a:pt x="1697494" y="215233"/>
                </a:cubicBezTo>
                <a:cubicBezTo>
                  <a:pt x="1693859" y="214221"/>
                  <a:pt x="1690752" y="211851"/>
                  <a:pt x="1688815" y="208614"/>
                </a:cubicBezTo>
                <a:cubicBezTo>
                  <a:pt x="1688631" y="205441"/>
                  <a:pt x="1689345" y="202280"/>
                  <a:pt x="1690875" y="199494"/>
                </a:cubicBezTo>
                <a:cubicBezTo>
                  <a:pt x="1692052" y="196259"/>
                  <a:pt x="1692787" y="194934"/>
                  <a:pt x="1694258" y="190816"/>
                </a:cubicBezTo>
                <a:cubicBezTo>
                  <a:pt x="1695628" y="187255"/>
                  <a:pt x="1696806" y="183622"/>
                  <a:pt x="1697787" y="179933"/>
                </a:cubicBezTo>
                <a:cubicBezTo>
                  <a:pt x="1699700" y="173903"/>
                  <a:pt x="1688227" y="157283"/>
                  <a:pt x="1686757" y="152723"/>
                </a:cubicBezTo>
                <a:cubicBezTo>
                  <a:pt x="1686047" y="149273"/>
                  <a:pt x="1687290" y="145714"/>
                  <a:pt x="1689992" y="143456"/>
                </a:cubicBezTo>
                <a:cubicBezTo>
                  <a:pt x="1694994" y="138308"/>
                  <a:pt x="1700729" y="140661"/>
                  <a:pt x="1706613" y="140661"/>
                </a:cubicBezTo>
                <a:cubicBezTo>
                  <a:pt x="1710076" y="140059"/>
                  <a:pt x="1713377" y="138757"/>
                  <a:pt x="1716320" y="136838"/>
                </a:cubicBezTo>
                <a:cubicBezTo>
                  <a:pt x="1718232" y="135808"/>
                  <a:pt x="1721322" y="137278"/>
                  <a:pt x="1725587" y="135808"/>
                </a:cubicBezTo>
                <a:cubicBezTo>
                  <a:pt x="1729852" y="134338"/>
                  <a:pt x="1729852" y="132278"/>
                  <a:pt x="1734999" y="132278"/>
                </a:cubicBezTo>
                <a:close/>
                <a:moveTo>
                  <a:pt x="3676201" y="129630"/>
                </a:moveTo>
                <a:cubicBezTo>
                  <a:pt x="3682966" y="130072"/>
                  <a:pt x="3687821" y="136397"/>
                  <a:pt x="3691793" y="141692"/>
                </a:cubicBezTo>
                <a:cubicBezTo>
                  <a:pt x="3695763" y="146987"/>
                  <a:pt x="3690321" y="156253"/>
                  <a:pt x="3685173" y="160812"/>
                </a:cubicBezTo>
                <a:cubicBezTo>
                  <a:pt x="3679688" y="165355"/>
                  <a:pt x="3675310" y="171090"/>
                  <a:pt x="3672378" y="177580"/>
                </a:cubicBezTo>
                <a:cubicBezTo>
                  <a:pt x="3671495" y="179492"/>
                  <a:pt x="3671495" y="191552"/>
                  <a:pt x="3672378" y="192288"/>
                </a:cubicBezTo>
                <a:cubicBezTo>
                  <a:pt x="3673260" y="193023"/>
                  <a:pt x="3679878" y="197583"/>
                  <a:pt x="3680320" y="204202"/>
                </a:cubicBezTo>
                <a:cubicBezTo>
                  <a:pt x="3680761" y="210820"/>
                  <a:pt x="3674436" y="215968"/>
                  <a:pt x="3662963" y="239355"/>
                </a:cubicBezTo>
                <a:cubicBezTo>
                  <a:pt x="3663405" y="239648"/>
                  <a:pt x="3652668" y="254356"/>
                  <a:pt x="3649873" y="258328"/>
                </a:cubicBezTo>
                <a:cubicBezTo>
                  <a:pt x="3647078" y="262300"/>
                  <a:pt x="3656933" y="269065"/>
                  <a:pt x="3665758" y="266711"/>
                </a:cubicBezTo>
                <a:cubicBezTo>
                  <a:pt x="3670465" y="265388"/>
                  <a:pt x="3662963" y="279213"/>
                  <a:pt x="3673554" y="279213"/>
                </a:cubicBezTo>
                <a:cubicBezTo>
                  <a:pt x="3681643" y="279213"/>
                  <a:pt x="3691351" y="272006"/>
                  <a:pt x="3688263" y="264505"/>
                </a:cubicBezTo>
                <a:cubicBezTo>
                  <a:pt x="3685615" y="262005"/>
                  <a:pt x="3680466" y="264505"/>
                  <a:pt x="3675466" y="260240"/>
                </a:cubicBezTo>
                <a:cubicBezTo>
                  <a:pt x="3670465" y="255975"/>
                  <a:pt x="3670613" y="245531"/>
                  <a:pt x="3672524" y="245531"/>
                </a:cubicBezTo>
                <a:cubicBezTo>
                  <a:pt x="3675917" y="244211"/>
                  <a:pt x="3678837" y="241907"/>
                  <a:pt x="3680908" y="238913"/>
                </a:cubicBezTo>
                <a:cubicBezTo>
                  <a:pt x="3682526" y="237295"/>
                  <a:pt x="3687673" y="233618"/>
                  <a:pt x="3687673" y="230970"/>
                </a:cubicBezTo>
                <a:cubicBezTo>
                  <a:pt x="3687673" y="228323"/>
                  <a:pt x="3680026" y="226412"/>
                  <a:pt x="3686498" y="216998"/>
                </a:cubicBezTo>
                <a:cubicBezTo>
                  <a:pt x="3690616" y="210967"/>
                  <a:pt x="3695763" y="211555"/>
                  <a:pt x="3698411" y="210967"/>
                </a:cubicBezTo>
                <a:cubicBezTo>
                  <a:pt x="3701058" y="210378"/>
                  <a:pt x="3703706" y="204055"/>
                  <a:pt x="3705176" y="200818"/>
                </a:cubicBezTo>
                <a:cubicBezTo>
                  <a:pt x="3706856" y="197304"/>
                  <a:pt x="3707902" y="193519"/>
                  <a:pt x="3708266" y="189640"/>
                </a:cubicBezTo>
                <a:cubicBezTo>
                  <a:pt x="3708413" y="180375"/>
                  <a:pt x="3697970" y="176255"/>
                  <a:pt x="3699735" y="169048"/>
                </a:cubicBezTo>
                <a:cubicBezTo>
                  <a:pt x="3703411" y="154487"/>
                  <a:pt x="3738859" y="148899"/>
                  <a:pt x="3742536" y="146398"/>
                </a:cubicBezTo>
                <a:cubicBezTo>
                  <a:pt x="3743565" y="145663"/>
                  <a:pt x="3744448" y="142427"/>
                  <a:pt x="3746361" y="140957"/>
                </a:cubicBezTo>
                <a:cubicBezTo>
                  <a:pt x="3750038" y="138168"/>
                  <a:pt x="3754942" y="137604"/>
                  <a:pt x="3759156" y="139485"/>
                </a:cubicBezTo>
                <a:cubicBezTo>
                  <a:pt x="3764043" y="141908"/>
                  <a:pt x="3768674" y="144816"/>
                  <a:pt x="3772983" y="148163"/>
                </a:cubicBezTo>
                <a:cubicBezTo>
                  <a:pt x="3775792" y="150738"/>
                  <a:pt x="3777118" y="154550"/>
                  <a:pt x="3776513" y="158312"/>
                </a:cubicBezTo>
                <a:cubicBezTo>
                  <a:pt x="3775923" y="162724"/>
                  <a:pt x="3773571" y="175080"/>
                  <a:pt x="3774894" y="176108"/>
                </a:cubicBezTo>
                <a:cubicBezTo>
                  <a:pt x="3776218" y="177138"/>
                  <a:pt x="3762393" y="184640"/>
                  <a:pt x="3756068" y="190817"/>
                </a:cubicBezTo>
                <a:cubicBezTo>
                  <a:pt x="3748040" y="201135"/>
                  <a:pt x="3742958" y="213436"/>
                  <a:pt x="3741359" y="226412"/>
                </a:cubicBezTo>
                <a:cubicBezTo>
                  <a:pt x="3741065" y="227588"/>
                  <a:pt x="3737388" y="236413"/>
                  <a:pt x="3736946" y="238766"/>
                </a:cubicBezTo>
                <a:cubicBezTo>
                  <a:pt x="3736505" y="241120"/>
                  <a:pt x="3734888" y="247738"/>
                  <a:pt x="3733270" y="253475"/>
                </a:cubicBezTo>
                <a:cubicBezTo>
                  <a:pt x="3731254" y="259443"/>
                  <a:pt x="3730260" y="265708"/>
                  <a:pt x="3730328" y="272006"/>
                </a:cubicBezTo>
                <a:cubicBezTo>
                  <a:pt x="3730769" y="275683"/>
                  <a:pt x="3735770" y="274655"/>
                  <a:pt x="3738858" y="274655"/>
                </a:cubicBezTo>
                <a:cubicBezTo>
                  <a:pt x="3745140" y="273223"/>
                  <a:pt x="3750896" y="270064"/>
                  <a:pt x="3755479" y="265535"/>
                </a:cubicBezTo>
                <a:cubicBezTo>
                  <a:pt x="3759277" y="264895"/>
                  <a:pt x="3763154" y="264895"/>
                  <a:pt x="3766951" y="265535"/>
                </a:cubicBezTo>
                <a:cubicBezTo>
                  <a:pt x="3769893" y="266418"/>
                  <a:pt x="3772981" y="271271"/>
                  <a:pt x="3776218" y="272301"/>
                </a:cubicBezTo>
                <a:cubicBezTo>
                  <a:pt x="3779453" y="273330"/>
                  <a:pt x="3784013" y="273625"/>
                  <a:pt x="3786661" y="275390"/>
                </a:cubicBezTo>
                <a:cubicBezTo>
                  <a:pt x="3789308" y="277155"/>
                  <a:pt x="3795044" y="275390"/>
                  <a:pt x="3798574" y="279655"/>
                </a:cubicBezTo>
                <a:lnTo>
                  <a:pt x="3799458" y="279508"/>
                </a:lnTo>
                <a:cubicBezTo>
                  <a:pt x="3804351" y="287697"/>
                  <a:pt x="3806564" y="297210"/>
                  <a:pt x="3805783" y="306718"/>
                </a:cubicBezTo>
                <a:cubicBezTo>
                  <a:pt x="3805542" y="315331"/>
                  <a:pt x="3803221" y="323759"/>
                  <a:pt x="3799016" y="331281"/>
                </a:cubicBezTo>
                <a:cubicBezTo>
                  <a:pt x="3787870" y="338072"/>
                  <a:pt x="3774998" y="341494"/>
                  <a:pt x="3761951" y="341136"/>
                </a:cubicBezTo>
                <a:cubicBezTo>
                  <a:pt x="3757626" y="341124"/>
                  <a:pt x="3753483" y="342876"/>
                  <a:pt x="3750478" y="345989"/>
                </a:cubicBezTo>
                <a:cubicBezTo>
                  <a:pt x="3745597" y="347535"/>
                  <a:pt x="3740297" y="347060"/>
                  <a:pt x="3735770" y="344666"/>
                </a:cubicBezTo>
                <a:cubicBezTo>
                  <a:pt x="3729732" y="343188"/>
                  <a:pt x="3723424" y="343188"/>
                  <a:pt x="3717385" y="344666"/>
                </a:cubicBezTo>
                <a:cubicBezTo>
                  <a:pt x="3704504" y="348173"/>
                  <a:pt x="3693294" y="356150"/>
                  <a:pt x="3685761" y="367169"/>
                </a:cubicBezTo>
                <a:cubicBezTo>
                  <a:pt x="3682965" y="372182"/>
                  <a:pt x="3678973" y="376425"/>
                  <a:pt x="3674143" y="379524"/>
                </a:cubicBezTo>
                <a:cubicBezTo>
                  <a:pt x="3667134" y="384239"/>
                  <a:pt x="3660886" y="389992"/>
                  <a:pt x="3655610" y="396586"/>
                </a:cubicBezTo>
                <a:cubicBezTo>
                  <a:pt x="3652467" y="401844"/>
                  <a:pt x="3651419" y="408092"/>
                  <a:pt x="3652668" y="414089"/>
                </a:cubicBezTo>
                <a:cubicBezTo>
                  <a:pt x="3653256" y="415854"/>
                  <a:pt x="3657228" y="416883"/>
                  <a:pt x="3661493" y="415854"/>
                </a:cubicBezTo>
                <a:cubicBezTo>
                  <a:pt x="3666672" y="413467"/>
                  <a:pt x="3671975" y="411356"/>
                  <a:pt x="3677378" y="409529"/>
                </a:cubicBezTo>
                <a:cubicBezTo>
                  <a:pt x="3681643" y="408941"/>
                  <a:pt x="3684291" y="403646"/>
                  <a:pt x="3687821" y="403939"/>
                </a:cubicBezTo>
                <a:cubicBezTo>
                  <a:pt x="3691351" y="404234"/>
                  <a:pt x="3696058" y="410853"/>
                  <a:pt x="3706059" y="413206"/>
                </a:cubicBezTo>
                <a:cubicBezTo>
                  <a:pt x="3709148" y="414089"/>
                  <a:pt x="3714884" y="417766"/>
                  <a:pt x="3723856" y="420561"/>
                </a:cubicBezTo>
                <a:cubicBezTo>
                  <a:pt x="3725033" y="420854"/>
                  <a:pt x="3732093" y="422326"/>
                  <a:pt x="3730769" y="427621"/>
                </a:cubicBezTo>
                <a:cubicBezTo>
                  <a:pt x="3730539" y="434046"/>
                  <a:pt x="3728987" y="440354"/>
                  <a:pt x="3726210" y="446152"/>
                </a:cubicBezTo>
                <a:cubicBezTo>
                  <a:pt x="3723121" y="449829"/>
                  <a:pt x="3719444" y="454389"/>
                  <a:pt x="3715620" y="455272"/>
                </a:cubicBezTo>
                <a:cubicBezTo>
                  <a:pt x="3708706" y="456596"/>
                  <a:pt x="3704588" y="456742"/>
                  <a:pt x="3696940" y="458802"/>
                </a:cubicBezTo>
                <a:cubicBezTo>
                  <a:pt x="3693116" y="459832"/>
                  <a:pt x="3690321" y="462037"/>
                  <a:pt x="3684291" y="463067"/>
                </a:cubicBezTo>
                <a:cubicBezTo>
                  <a:pt x="3678261" y="464097"/>
                  <a:pt x="3654874" y="468509"/>
                  <a:pt x="3654874" y="476304"/>
                </a:cubicBezTo>
                <a:cubicBezTo>
                  <a:pt x="3655673" y="483043"/>
                  <a:pt x="3656114" y="489819"/>
                  <a:pt x="3656198" y="496602"/>
                </a:cubicBezTo>
                <a:cubicBezTo>
                  <a:pt x="3655861" y="502431"/>
                  <a:pt x="3655123" y="508230"/>
                  <a:pt x="3653991" y="513957"/>
                </a:cubicBezTo>
                <a:cubicBezTo>
                  <a:pt x="3651480" y="520288"/>
                  <a:pt x="3650086" y="527007"/>
                  <a:pt x="3649873" y="533814"/>
                </a:cubicBezTo>
                <a:cubicBezTo>
                  <a:pt x="3650315" y="539992"/>
                  <a:pt x="3643108" y="545875"/>
                  <a:pt x="3642225" y="547052"/>
                </a:cubicBezTo>
                <a:cubicBezTo>
                  <a:pt x="3637518" y="557200"/>
                  <a:pt x="3638254" y="572203"/>
                  <a:pt x="3627516" y="575585"/>
                </a:cubicBezTo>
                <a:cubicBezTo>
                  <a:pt x="3620532" y="578599"/>
                  <a:pt x="3613359" y="581155"/>
                  <a:pt x="3606043" y="583234"/>
                </a:cubicBezTo>
                <a:cubicBezTo>
                  <a:pt x="3600119" y="584012"/>
                  <a:pt x="3594329" y="585595"/>
                  <a:pt x="3588834" y="587940"/>
                </a:cubicBezTo>
                <a:cubicBezTo>
                  <a:pt x="3580380" y="590400"/>
                  <a:pt x="3571401" y="590400"/>
                  <a:pt x="3562948" y="587940"/>
                </a:cubicBezTo>
                <a:cubicBezTo>
                  <a:pt x="3559858" y="585440"/>
                  <a:pt x="3561329" y="577204"/>
                  <a:pt x="3561329" y="572350"/>
                </a:cubicBezTo>
                <a:cubicBezTo>
                  <a:pt x="3561183" y="563377"/>
                  <a:pt x="3538531" y="553964"/>
                  <a:pt x="3536325" y="548669"/>
                </a:cubicBezTo>
                <a:cubicBezTo>
                  <a:pt x="3534118" y="543374"/>
                  <a:pt x="3541914" y="543522"/>
                  <a:pt x="3549710" y="542050"/>
                </a:cubicBezTo>
                <a:cubicBezTo>
                  <a:pt x="3563094" y="539697"/>
                  <a:pt x="3575743" y="538227"/>
                  <a:pt x="3582068" y="536167"/>
                </a:cubicBezTo>
                <a:cubicBezTo>
                  <a:pt x="3595306" y="531314"/>
                  <a:pt x="3600895" y="504250"/>
                  <a:pt x="3607513" y="492042"/>
                </a:cubicBezTo>
                <a:cubicBezTo>
                  <a:pt x="3609573" y="488219"/>
                  <a:pt x="3608984" y="482041"/>
                  <a:pt x="3600453" y="482041"/>
                </a:cubicBezTo>
                <a:cubicBezTo>
                  <a:pt x="3592397" y="482722"/>
                  <a:pt x="3584420" y="484150"/>
                  <a:pt x="3576626" y="486307"/>
                </a:cubicBezTo>
                <a:cubicBezTo>
                  <a:pt x="3568575" y="488421"/>
                  <a:pt x="3560357" y="489848"/>
                  <a:pt x="3552063" y="490572"/>
                </a:cubicBezTo>
                <a:cubicBezTo>
                  <a:pt x="3546621" y="490866"/>
                  <a:pt x="3535148" y="497779"/>
                  <a:pt x="3531913" y="497779"/>
                </a:cubicBezTo>
                <a:cubicBezTo>
                  <a:pt x="3526029" y="497926"/>
                  <a:pt x="3520881" y="500279"/>
                  <a:pt x="3513821" y="493367"/>
                </a:cubicBezTo>
                <a:cubicBezTo>
                  <a:pt x="3511218" y="491845"/>
                  <a:pt x="3508457" y="490611"/>
                  <a:pt x="3505585" y="489689"/>
                </a:cubicBezTo>
                <a:cubicBezTo>
                  <a:pt x="3501613" y="487630"/>
                  <a:pt x="3503673" y="479541"/>
                  <a:pt x="3503673" y="476452"/>
                </a:cubicBezTo>
                <a:cubicBezTo>
                  <a:pt x="3504104" y="470238"/>
                  <a:pt x="3505339" y="464108"/>
                  <a:pt x="3507350" y="458214"/>
                </a:cubicBezTo>
                <a:cubicBezTo>
                  <a:pt x="3512472" y="450774"/>
                  <a:pt x="3520470" y="445816"/>
                  <a:pt x="3529411" y="444534"/>
                </a:cubicBezTo>
                <a:cubicBezTo>
                  <a:pt x="3532501" y="444534"/>
                  <a:pt x="3542209" y="448652"/>
                  <a:pt x="3545444" y="448652"/>
                </a:cubicBezTo>
                <a:cubicBezTo>
                  <a:pt x="3548680" y="448652"/>
                  <a:pt x="3555888" y="441741"/>
                  <a:pt x="3561035" y="438946"/>
                </a:cubicBezTo>
                <a:cubicBezTo>
                  <a:pt x="3567287" y="436648"/>
                  <a:pt x="3573737" y="434925"/>
                  <a:pt x="3580303" y="433797"/>
                </a:cubicBezTo>
                <a:cubicBezTo>
                  <a:pt x="3584483" y="432513"/>
                  <a:pt x="3588411" y="430522"/>
                  <a:pt x="3591923" y="427914"/>
                </a:cubicBezTo>
                <a:cubicBezTo>
                  <a:pt x="3595158" y="426002"/>
                  <a:pt x="3594864" y="424384"/>
                  <a:pt x="3596041" y="421149"/>
                </a:cubicBezTo>
                <a:cubicBezTo>
                  <a:pt x="3597218" y="417912"/>
                  <a:pt x="3596629" y="409529"/>
                  <a:pt x="3598100" y="406441"/>
                </a:cubicBezTo>
                <a:cubicBezTo>
                  <a:pt x="3600467" y="401760"/>
                  <a:pt x="3602292" y="396825"/>
                  <a:pt x="3603543" y="391733"/>
                </a:cubicBezTo>
                <a:cubicBezTo>
                  <a:pt x="3604278" y="387614"/>
                  <a:pt x="3595453" y="390703"/>
                  <a:pt x="3592364" y="390703"/>
                </a:cubicBezTo>
                <a:cubicBezTo>
                  <a:pt x="3587500" y="392041"/>
                  <a:pt x="3583180" y="394870"/>
                  <a:pt x="3580008" y="398793"/>
                </a:cubicBezTo>
                <a:cubicBezTo>
                  <a:pt x="3576042" y="402349"/>
                  <a:pt x="3571232" y="404830"/>
                  <a:pt x="3566035" y="405999"/>
                </a:cubicBezTo>
                <a:cubicBezTo>
                  <a:pt x="3562225" y="407321"/>
                  <a:pt x="3558079" y="407321"/>
                  <a:pt x="3554269" y="405999"/>
                </a:cubicBezTo>
                <a:cubicBezTo>
                  <a:pt x="3549856" y="403646"/>
                  <a:pt x="3549856" y="400557"/>
                  <a:pt x="3549858" y="395263"/>
                </a:cubicBezTo>
                <a:cubicBezTo>
                  <a:pt x="3549399" y="389719"/>
                  <a:pt x="3550520" y="384161"/>
                  <a:pt x="3553093" y="379229"/>
                </a:cubicBezTo>
                <a:cubicBezTo>
                  <a:pt x="3555740" y="376141"/>
                  <a:pt x="3554711" y="359668"/>
                  <a:pt x="3565448" y="349813"/>
                </a:cubicBezTo>
                <a:cubicBezTo>
                  <a:pt x="3568978" y="346724"/>
                  <a:pt x="3578833" y="350989"/>
                  <a:pt x="3582803" y="348636"/>
                </a:cubicBezTo>
                <a:cubicBezTo>
                  <a:pt x="3584886" y="347107"/>
                  <a:pt x="3587046" y="345684"/>
                  <a:pt x="3589275" y="344371"/>
                </a:cubicBezTo>
                <a:cubicBezTo>
                  <a:pt x="3592805" y="342901"/>
                  <a:pt x="3601043" y="343929"/>
                  <a:pt x="3605308" y="342901"/>
                </a:cubicBezTo>
                <a:cubicBezTo>
                  <a:pt x="3611491" y="341834"/>
                  <a:pt x="3617587" y="340310"/>
                  <a:pt x="3623546" y="338341"/>
                </a:cubicBezTo>
                <a:cubicBezTo>
                  <a:pt x="3625753" y="337606"/>
                  <a:pt x="3634576" y="337606"/>
                  <a:pt x="3637224" y="335988"/>
                </a:cubicBezTo>
                <a:cubicBezTo>
                  <a:pt x="3639871" y="334369"/>
                  <a:pt x="3638989" y="334811"/>
                  <a:pt x="3648696" y="331869"/>
                </a:cubicBezTo>
                <a:cubicBezTo>
                  <a:pt x="3647814" y="331576"/>
                  <a:pt x="3652668" y="328633"/>
                  <a:pt x="3655463" y="327016"/>
                </a:cubicBezTo>
                <a:cubicBezTo>
                  <a:pt x="3660776" y="326207"/>
                  <a:pt x="3666181" y="326207"/>
                  <a:pt x="3671495" y="327016"/>
                </a:cubicBezTo>
                <a:cubicBezTo>
                  <a:pt x="3676349" y="328045"/>
                  <a:pt x="3682231" y="327016"/>
                  <a:pt x="3684586" y="327016"/>
                </a:cubicBezTo>
                <a:cubicBezTo>
                  <a:pt x="3688876" y="328864"/>
                  <a:pt x="3693454" y="329959"/>
                  <a:pt x="3698116" y="330251"/>
                </a:cubicBezTo>
                <a:cubicBezTo>
                  <a:pt x="3701206" y="330104"/>
                  <a:pt x="3709589" y="323044"/>
                  <a:pt x="3712825" y="323044"/>
                </a:cubicBezTo>
                <a:cubicBezTo>
                  <a:pt x="3718787" y="320236"/>
                  <a:pt x="3722151" y="313806"/>
                  <a:pt x="3721061" y="307306"/>
                </a:cubicBezTo>
                <a:cubicBezTo>
                  <a:pt x="3714469" y="307113"/>
                  <a:pt x="3707883" y="307856"/>
                  <a:pt x="3701500" y="309513"/>
                </a:cubicBezTo>
                <a:cubicBezTo>
                  <a:pt x="3697088" y="311278"/>
                  <a:pt x="3683850" y="310983"/>
                  <a:pt x="3680908" y="312455"/>
                </a:cubicBezTo>
                <a:cubicBezTo>
                  <a:pt x="3670523" y="316049"/>
                  <a:pt x="3659451" y="317208"/>
                  <a:pt x="3648550" y="315838"/>
                </a:cubicBezTo>
                <a:cubicBezTo>
                  <a:pt x="3642921" y="316116"/>
                  <a:pt x="3637390" y="317411"/>
                  <a:pt x="3632223" y="319661"/>
                </a:cubicBezTo>
                <a:cubicBezTo>
                  <a:pt x="3626903" y="321317"/>
                  <a:pt x="3621435" y="322450"/>
                  <a:pt x="3615896" y="323044"/>
                </a:cubicBezTo>
                <a:cubicBezTo>
                  <a:pt x="3607020" y="323721"/>
                  <a:pt x="3598184" y="324850"/>
                  <a:pt x="3589421" y="326428"/>
                </a:cubicBezTo>
                <a:cubicBezTo>
                  <a:pt x="3584863" y="327458"/>
                  <a:pt x="3575155" y="328928"/>
                  <a:pt x="3569125" y="330546"/>
                </a:cubicBezTo>
                <a:cubicBezTo>
                  <a:pt x="3560709" y="332617"/>
                  <a:pt x="3552634" y="335886"/>
                  <a:pt x="3545150" y="340253"/>
                </a:cubicBezTo>
                <a:cubicBezTo>
                  <a:pt x="3539313" y="346014"/>
                  <a:pt x="3534356" y="352606"/>
                  <a:pt x="3530441" y="359814"/>
                </a:cubicBezTo>
                <a:cubicBezTo>
                  <a:pt x="3528360" y="362827"/>
                  <a:pt x="3525996" y="365634"/>
                  <a:pt x="3523381" y="368199"/>
                </a:cubicBezTo>
                <a:cubicBezTo>
                  <a:pt x="3511468" y="376878"/>
                  <a:pt x="3504114" y="389526"/>
                  <a:pt x="3492788" y="391586"/>
                </a:cubicBezTo>
                <a:cubicBezTo>
                  <a:pt x="3488168" y="393013"/>
                  <a:pt x="3483183" y="390981"/>
                  <a:pt x="3480875" y="386731"/>
                </a:cubicBezTo>
                <a:cubicBezTo>
                  <a:pt x="3475771" y="378178"/>
                  <a:pt x="3472701" y="368567"/>
                  <a:pt x="3471903" y="358638"/>
                </a:cubicBezTo>
                <a:cubicBezTo>
                  <a:pt x="3471903" y="349666"/>
                  <a:pt x="3477050" y="347461"/>
                  <a:pt x="3471903" y="330398"/>
                </a:cubicBezTo>
                <a:cubicBezTo>
                  <a:pt x="3471135" y="326053"/>
                  <a:pt x="3472832" y="321638"/>
                  <a:pt x="3476315" y="318926"/>
                </a:cubicBezTo>
                <a:cubicBezTo>
                  <a:pt x="3479307" y="317662"/>
                  <a:pt x="3482048" y="315867"/>
                  <a:pt x="3484405" y="313631"/>
                </a:cubicBezTo>
                <a:cubicBezTo>
                  <a:pt x="3491560" y="303112"/>
                  <a:pt x="3498140" y="292212"/>
                  <a:pt x="3504114" y="280978"/>
                </a:cubicBezTo>
                <a:cubicBezTo>
                  <a:pt x="3504114" y="280978"/>
                  <a:pt x="3507350" y="279066"/>
                  <a:pt x="3509703" y="280978"/>
                </a:cubicBezTo>
                <a:cubicBezTo>
                  <a:pt x="3512265" y="289170"/>
                  <a:pt x="3513603" y="297695"/>
                  <a:pt x="3513674" y="306276"/>
                </a:cubicBezTo>
                <a:cubicBezTo>
                  <a:pt x="3513620" y="307164"/>
                  <a:pt x="3513750" y="308052"/>
                  <a:pt x="3514054" y="308887"/>
                </a:cubicBezTo>
                <a:cubicBezTo>
                  <a:pt x="3515279" y="312245"/>
                  <a:pt x="3518994" y="313974"/>
                  <a:pt x="3522351" y="312748"/>
                </a:cubicBezTo>
                <a:cubicBezTo>
                  <a:pt x="3528323" y="311505"/>
                  <a:pt x="3534039" y="309267"/>
                  <a:pt x="3539266" y="306130"/>
                </a:cubicBezTo>
                <a:cubicBezTo>
                  <a:pt x="3540296" y="305395"/>
                  <a:pt x="3545003" y="303336"/>
                  <a:pt x="3545003" y="300395"/>
                </a:cubicBezTo>
                <a:cubicBezTo>
                  <a:pt x="3543988" y="296315"/>
                  <a:pt x="3542507" y="292366"/>
                  <a:pt x="3540590" y="288628"/>
                </a:cubicBezTo>
                <a:cubicBezTo>
                  <a:pt x="3539018" y="283058"/>
                  <a:pt x="3538032" y="277340"/>
                  <a:pt x="3537648" y="271565"/>
                </a:cubicBezTo>
                <a:cubicBezTo>
                  <a:pt x="3537648" y="268476"/>
                  <a:pt x="3538973" y="250238"/>
                  <a:pt x="3540296" y="236560"/>
                </a:cubicBezTo>
                <a:cubicBezTo>
                  <a:pt x="3541179" y="228912"/>
                  <a:pt x="3537796" y="219792"/>
                  <a:pt x="3537796" y="199495"/>
                </a:cubicBezTo>
                <a:cubicBezTo>
                  <a:pt x="3538125" y="192278"/>
                  <a:pt x="3536973" y="185071"/>
                  <a:pt x="3534413" y="178315"/>
                </a:cubicBezTo>
                <a:cubicBezTo>
                  <a:pt x="3530736" y="176108"/>
                  <a:pt x="3535738" y="167430"/>
                  <a:pt x="3541473" y="166107"/>
                </a:cubicBezTo>
                <a:cubicBezTo>
                  <a:pt x="3544848" y="165815"/>
                  <a:pt x="3548246" y="165815"/>
                  <a:pt x="3551621" y="166107"/>
                </a:cubicBezTo>
                <a:cubicBezTo>
                  <a:pt x="3553828" y="165960"/>
                  <a:pt x="3553533" y="161400"/>
                  <a:pt x="3556770" y="162724"/>
                </a:cubicBezTo>
                <a:cubicBezTo>
                  <a:pt x="3560005" y="164048"/>
                  <a:pt x="3559418" y="164637"/>
                  <a:pt x="3561183" y="169343"/>
                </a:cubicBezTo>
                <a:cubicBezTo>
                  <a:pt x="3562948" y="174050"/>
                  <a:pt x="3561623" y="176550"/>
                  <a:pt x="3562948" y="181403"/>
                </a:cubicBezTo>
                <a:cubicBezTo>
                  <a:pt x="3564271" y="186257"/>
                  <a:pt x="3562211" y="193317"/>
                  <a:pt x="3564271" y="196112"/>
                </a:cubicBezTo>
                <a:cubicBezTo>
                  <a:pt x="3565556" y="199067"/>
                  <a:pt x="3565556" y="202423"/>
                  <a:pt x="3564271" y="205378"/>
                </a:cubicBezTo>
                <a:cubicBezTo>
                  <a:pt x="3563658" y="208734"/>
                  <a:pt x="3563658" y="212171"/>
                  <a:pt x="3564271" y="215527"/>
                </a:cubicBezTo>
                <a:cubicBezTo>
                  <a:pt x="3565448" y="219352"/>
                  <a:pt x="3563830" y="223322"/>
                  <a:pt x="3564271" y="228323"/>
                </a:cubicBezTo>
                <a:cubicBezTo>
                  <a:pt x="3564713" y="233323"/>
                  <a:pt x="3565741" y="249797"/>
                  <a:pt x="3565741" y="253326"/>
                </a:cubicBezTo>
                <a:cubicBezTo>
                  <a:pt x="3565741" y="256856"/>
                  <a:pt x="3569860" y="262446"/>
                  <a:pt x="3568978" y="270095"/>
                </a:cubicBezTo>
                <a:cubicBezTo>
                  <a:pt x="3568978" y="273183"/>
                  <a:pt x="3568978" y="279508"/>
                  <a:pt x="3568978" y="282450"/>
                </a:cubicBezTo>
                <a:cubicBezTo>
                  <a:pt x="3568095" y="288775"/>
                  <a:pt x="3562653" y="293628"/>
                  <a:pt x="3563976" y="297158"/>
                </a:cubicBezTo>
                <a:cubicBezTo>
                  <a:pt x="3565258" y="300416"/>
                  <a:pt x="3567806" y="303017"/>
                  <a:pt x="3571036" y="304365"/>
                </a:cubicBezTo>
                <a:cubicBezTo>
                  <a:pt x="3575008" y="305248"/>
                  <a:pt x="3581773" y="300541"/>
                  <a:pt x="3585008" y="300541"/>
                </a:cubicBezTo>
                <a:cubicBezTo>
                  <a:pt x="3589043" y="300645"/>
                  <a:pt x="3593078" y="300399"/>
                  <a:pt x="3597070" y="299805"/>
                </a:cubicBezTo>
                <a:cubicBezTo>
                  <a:pt x="3603489" y="297902"/>
                  <a:pt x="3610099" y="296719"/>
                  <a:pt x="3616780" y="296275"/>
                </a:cubicBezTo>
                <a:cubicBezTo>
                  <a:pt x="3619721" y="296128"/>
                  <a:pt x="3624869" y="292598"/>
                  <a:pt x="3627516" y="292598"/>
                </a:cubicBezTo>
                <a:cubicBezTo>
                  <a:pt x="3630628" y="291261"/>
                  <a:pt x="3633469" y="289368"/>
                  <a:pt x="3635900" y="287010"/>
                </a:cubicBezTo>
                <a:cubicBezTo>
                  <a:pt x="3637675" y="285408"/>
                  <a:pt x="3638157" y="282817"/>
                  <a:pt x="3637076" y="280685"/>
                </a:cubicBezTo>
                <a:cubicBezTo>
                  <a:pt x="3635018" y="275536"/>
                  <a:pt x="3630753" y="277596"/>
                  <a:pt x="3625310" y="279508"/>
                </a:cubicBezTo>
                <a:cubicBezTo>
                  <a:pt x="3622368" y="280685"/>
                  <a:pt x="3616486" y="285833"/>
                  <a:pt x="3614573" y="283920"/>
                </a:cubicBezTo>
                <a:cubicBezTo>
                  <a:pt x="3611203" y="281886"/>
                  <a:pt x="3609879" y="277660"/>
                  <a:pt x="3611485" y="274066"/>
                </a:cubicBezTo>
                <a:cubicBezTo>
                  <a:pt x="3612220" y="270830"/>
                  <a:pt x="3609279" y="264653"/>
                  <a:pt x="3605013" y="265976"/>
                </a:cubicBezTo>
                <a:cubicBezTo>
                  <a:pt x="3600748" y="267300"/>
                  <a:pt x="3600453" y="273478"/>
                  <a:pt x="3600748" y="278038"/>
                </a:cubicBezTo>
                <a:cubicBezTo>
                  <a:pt x="3601043" y="282596"/>
                  <a:pt x="3597658" y="283626"/>
                  <a:pt x="3595600" y="285245"/>
                </a:cubicBezTo>
                <a:cubicBezTo>
                  <a:pt x="3593541" y="286861"/>
                  <a:pt x="3591628" y="290391"/>
                  <a:pt x="3588393" y="289068"/>
                </a:cubicBezTo>
                <a:cubicBezTo>
                  <a:pt x="3583487" y="286256"/>
                  <a:pt x="3580629" y="280882"/>
                  <a:pt x="3581038" y="275243"/>
                </a:cubicBezTo>
                <a:cubicBezTo>
                  <a:pt x="3580891" y="272153"/>
                  <a:pt x="3582068" y="249650"/>
                  <a:pt x="3582068" y="246708"/>
                </a:cubicBezTo>
                <a:cubicBezTo>
                  <a:pt x="3582656" y="240678"/>
                  <a:pt x="3578833" y="232442"/>
                  <a:pt x="3578833" y="227293"/>
                </a:cubicBezTo>
                <a:cubicBezTo>
                  <a:pt x="3579316" y="218132"/>
                  <a:pt x="3579316" y="208952"/>
                  <a:pt x="3578833" y="199790"/>
                </a:cubicBezTo>
                <a:cubicBezTo>
                  <a:pt x="3578326" y="196663"/>
                  <a:pt x="3577641" y="193568"/>
                  <a:pt x="3576773" y="190523"/>
                </a:cubicBezTo>
                <a:cubicBezTo>
                  <a:pt x="3577210" y="185591"/>
                  <a:pt x="3579162" y="180915"/>
                  <a:pt x="3582363" y="177138"/>
                </a:cubicBezTo>
                <a:cubicBezTo>
                  <a:pt x="3584769" y="174308"/>
                  <a:pt x="3588107" y="172430"/>
                  <a:pt x="3591776" y="171843"/>
                </a:cubicBezTo>
                <a:cubicBezTo>
                  <a:pt x="3595306" y="171108"/>
                  <a:pt x="3596336" y="180227"/>
                  <a:pt x="3596335" y="186552"/>
                </a:cubicBezTo>
                <a:cubicBezTo>
                  <a:pt x="3596202" y="189913"/>
                  <a:pt x="3597300" y="193207"/>
                  <a:pt x="3599423" y="195818"/>
                </a:cubicBezTo>
                <a:cubicBezTo>
                  <a:pt x="3602206" y="205933"/>
                  <a:pt x="3603688" y="216362"/>
                  <a:pt x="3603836" y="226852"/>
                </a:cubicBezTo>
                <a:cubicBezTo>
                  <a:pt x="3603689" y="232588"/>
                  <a:pt x="3604571" y="231853"/>
                  <a:pt x="3607955" y="234060"/>
                </a:cubicBezTo>
                <a:cubicBezTo>
                  <a:pt x="3611338" y="236265"/>
                  <a:pt x="3621486" y="232000"/>
                  <a:pt x="3623988" y="234060"/>
                </a:cubicBezTo>
                <a:cubicBezTo>
                  <a:pt x="3626488" y="236118"/>
                  <a:pt x="3627664" y="241708"/>
                  <a:pt x="3630018" y="241708"/>
                </a:cubicBezTo>
                <a:cubicBezTo>
                  <a:pt x="3637518" y="242737"/>
                  <a:pt x="3642666" y="230970"/>
                  <a:pt x="3644726" y="228028"/>
                </a:cubicBezTo>
                <a:cubicBezTo>
                  <a:pt x="3650168" y="220380"/>
                  <a:pt x="3638548" y="209792"/>
                  <a:pt x="3636930" y="209497"/>
                </a:cubicBezTo>
                <a:cubicBezTo>
                  <a:pt x="3635311" y="209202"/>
                  <a:pt x="3630605" y="213468"/>
                  <a:pt x="3623988" y="214497"/>
                </a:cubicBezTo>
                <a:cubicBezTo>
                  <a:pt x="3617368" y="215527"/>
                  <a:pt x="3620163" y="220233"/>
                  <a:pt x="3614868" y="218763"/>
                </a:cubicBezTo>
                <a:cubicBezTo>
                  <a:pt x="3609573" y="217292"/>
                  <a:pt x="3611926" y="205672"/>
                  <a:pt x="3614868" y="200378"/>
                </a:cubicBezTo>
                <a:cubicBezTo>
                  <a:pt x="3617865" y="195985"/>
                  <a:pt x="3619780" y="190945"/>
                  <a:pt x="3620456" y="185670"/>
                </a:cubicBezTo>
                <a:cubicBezTo>
                  <a:pt x="3619868" y="179345"/>
                  <a:pt x="3614279" y="171697"/>
                  <a:pt x="3614279" y="169343"/>
                </a:cubicBezTo>
                <a:cubicBezTo>
                  <a:pt x="3614279" y="166990"/>
                  <a:pt x="3621486" y="159194"/>
                  <a:pt x="3624575" y="159047"/>
                </a:cubicBezTo>
                <a:cubicBezTo>
                  <a:pt x="3627664" y="158900"/>
                  <a:pt x="3632959" y="168313"/>
                  <a:pt x="3635901" y="168313"/>
                </a:cubicBezTo>
                <a:cubicBezTo>
                  <a:pt x="3638841" y="168313"/>
                  <a:pt x="3646196" y="156840"/>
                  <a:pt x="3649579" y="150222"/>
                </a:cubicBezTo>
                <a:cubicBezTo>
                  <a:pt x="3651785" y="146104"/>
                  <a:pt x="3653109" y="134337"/>
                  <a:pt x="3659728" y="131395"/>
                </a:cubicBezTo>
                <a:cubicBezTo>
                  <a:pt x="3662376" y="131395"/>
                  <a:pt x="3666053" y="132719"/>
                  <a:pt x="3667965" y="131395"/>
                </a:cubicBezTo>
                <a:cubicBezTo>
                  <a:pt x="3670520" y="130128"/>
                  <a:pt x="3673351" y="129521"/>
                  <a:pt x="3676201" y="129630"/>
                </a:cubicBezTo>
                <a:close/>
                <a:moveTo>
                  <a:pt x="412522" y="115391"/>
                </a:moveTo>
                <a:cubicBezTo>
                  <a:pt x="352274" y="118321"/>
                  <a:pt x="292225" y="138654"/>
                  <a:pt x="240307" y="177530"/>
                </a:cubicBezTo>
                <a:lnTo>
                  <a:pt x="240265" y="177530"/>
                </a:lnTo>
                <a:cubicBezTo>
                  <a:pt x="161288" y="236645"/>
                  <a:pt x="114846" y="329566"/>
                  <a:pt x="114964" y="428215"/>
                </a:cubicBezTo>
                <a:cubicBezTo>
                  <a:pt x="114956" y="444175"/>
                  <a:pt x="116158" y="460110"/>
                  <a:pt x="118551" y="475889"/>
                </a:cubicBezTo>
                <a:cubicBezTo>
                  <a:pt x="118761" y="477196"/>
                  <a:pt x="119057" y="478462"/>
                  <a:pt x="119268" y="479770"/>
                </a:cubicBezTo>
                <a:cubicBezTo>
                  <a:pt x="120238" y="485634"/>
                  <a:pt x="121377" y="491414"/>
                  <a:pt x="122643" y="497152"/>
                </a:cubicBezTo>
                <a:cubicBezTo>
                  <a:pt x="124499" y="505252"/>
                  <a:pt x="126524" y="513310"/>
                  <a:pt x="128971" y="521157"/>
                </a:cubicBezTo>
                <a:cubicBezTo>
                  <a:pt x="131671" y="529595"/>
                  <a:pt x="134793" y="538033"/>
                  <a:pt x="138168" y="546470"/>
                </a:cubicBezTo>
                <a:cubicBezTo>
                  <a:pt x="138632" y="547567"/>
                  <a:pt x="139054" y="548748"/>
                  <a:pt x="139518" y="549845"/>
                </a:cubicBezTo>
                <a:cubicBezTo>
                  <a:pt x="149281" y="573062"/>
                  <a:pt x="161802" y="595017"/>
                  <a:pt x="176813" y="615238"/>
                </a:cubicBezTo>
                <a:lnTo>
                  <a:pt x="177024" y="615491"/>
                </a:lnTo>
                <a:cubicBezTo>
                  <a:pt x="177130" y="615634"/>
                  <a:pt x="177235" y="615774"/>
                  <a:pt x="177340" y="615917"/>
                </a:cubicBezTo>
                <a:cubicBezTo>
                  <a:pt x="216217" y="667833"/>
                  <a:pt x="268116" y="704245"/>
                  <a:pt x="325104" y="724013"/>
                </a:cubicBezTo>
                <a:lnTo>
                  <a:pt x="338256" y="727206"/>
                </a:lnTo>
                <a:lnTo>
                  <a:pt x="337647" y="723932"/>
                </a:lnTo>
                <a:cubicBezTo>
                  <a:pt x="336560" y="720087"/>
                  <a:pt x="334641" y="715753"/>
                  <a:pt x="331308" y="713791"/>
                </a:cubicBezTo>
                <a:cubicBezTo>
                  <a:pt x="327603" y="711829"/>
                  <a:pt x="323642" y="710411"/>
                  <a:pt x="319537" y="709572"/>
                </a:cubicBezTo>
                <a:lnTo>
                  <a:pt x="317724" y="707907"/>
                </a:lnTo>
                <a:lnTo>
                  <a:pt x="335780" y="710964"/>
                </a:lnTo>
                <a:cubicBezTo>
                  <a:pt x="344766" y="714719"/>
                  <a:pt x="347593" y="729274"/>
                  <a:pt x="347593" y="729274"/>
                </a:cubicBezTo>
                <a:cubicBezTo>
                  <a:pt x="347593" y="729274"/>
                  <a:pt x="351263" y="729105"/>
                  <a:pt x="352951" y="729274"/>
                </a:cubicBezTo>
                <a:lnTo>
                  <a:pt x="354404" y="731127"/>
                </a:lnTo>
                <a:lnTo>
                  <a:pt x="355636" y="731426"/>
                </a:lnTo>
                <a:lnTo>
                  <a:pt x="368856" y="731426"/>
                </a:lnTo>
                <a:lnTo>
                  <a:pt x="368683" y="734594"/>
                </a:lnTo>
                <a:lnTo>
                  <a:pt x="383495" y="738190"/>
                </a:lnTo>
                <a:cubicBezTo>
                  <a:pt x="403328" y="741039"/>
                  <a:pt x="423433" y="741996"/>
                  <a:pt x="443515" y="741019"/>
                </a:cubicBezTo>
                <a:lnTo>
                  <a:pt x="495452" y="733411"/>
                </a:lnTo>
                <a:lnTo>
                  <a:pt x="495422" y="733409"/>
                </a:lnTo>
                <a:lnTo>
                  <a:pt x="497827" y="732649"/>
                </a:lnTo>
                <a:lnTo>
                  <a:pt x="482723" y="732649"/>
                </a:lnTo>
                <a:cubicBezTo>
                  <a:pt x="482723" y="732649"/>
                  <a:pt x="483483" y="717039"/>
                  <a:pt x="474286" y="713496"/>
                </a:cubicBezTo>
                <a:cubicBezTo>
                  <a:pt x="467434" y="710703"/>
                  <a:pt x="459823" y="710386"/>
                  <a:pt x="452770" y="712610"/>
                </a:cubicBezTo>
                <a:cubicBezTo>
                  <a:pt x="445091" y="715225"/>
                  <a:pt x="443150" y="728304"/>
                  <a:pt x="442011" y="729063"/>
                </a:cubicBezTo>
                <a:lnTo>
                  <a:pt x="441039" y="731309"/>
                </a:lnTo>
                <a:lnTo>
                  <a:pt x="441041" y="731257"/>
                </a:lnTo>
                <a:lnTo>
                  <a:pt x="440915" y="731594"/>
                </a:lnTo>
                <a:lnTo>
                  <a:pt x="441039" y="731309"/>
                </a:lnTo>
                <a:lnTo>
                  <a:pt x="440704" y="737796"/>
                </a:lnTo>
                <a:cubicBezTo>
                  <a:pt x="438155" y="738138"/>
                  <a:pt x="435573" y="738138"/>
                  <a:pt x="433025" y="737796"/>
                </a:cubicBezTo>
                <a:cubicBezTo>
                  <a:pt x="431928" y="737417"/>
                  <a:pt x="437244" y="737163"/>
                  <a:pt x="436274" y="736615"/>
                </a:cubicBezTo>
                <a:cubicBezTo>
                  <a:pt x="435303" y="736067"/>
                  <a:pt x="433995" y="736362"/>
                  <a:pt x="433574" y="736151"/>
                </a:cubicBezTo>
                <a:cubicBezTo>
                  <a:pt x="432435" y="735560"/>
                  <a:pt x="434671" y="735560"/>
                  <a:pt x="434755" y="734885"/>
                </a:cubicBezTo>
                <a:cubicBezTo>
                  <a:pt x="434839" y="734210"/>
                  <a:pt x="431042" y="734885"/>
                  <a:pt x="430536" y="734885"/>
                </a:cubicBezTo>
                <a:cubicBezTo>
                  <a:pt x="430030" y="734885"/>
                  <a:pt x="432181" y="733788"/>
                  <a:pt x="432181" y="733788"/>
                </a:cubicBezTo>
                <a:lnTo>
                  <a:pt x="424925" y="733788"/>
                </a:lnTo>
                <a:lnTo>
                  <a:pt x="426402" y="732649"/>
                </a:lnTo>
                <a:lnTo>
                  <a:pt x="411509" y="732649"/>
                </a:lnTo>
                <a:cubicBezTo>
                  <a:pt x="411509" y="732649"/>
                  <a:pt x="412310" y="717039"/>
                  <a:pt x="403071" y="713496"/>
                </a:cubicBezTo>
                <a:cubicBezTo>
                  <a:pt x="396220" y="710703"/>
                  <a:pt x="388609" y="710386"/>
                  <a:pt x="381555" y="712610"/>
                </a:cubicBezTo>
                <a:cubicBezTo>
                  <a:pt x="373877" y="715225"/>
                  <a:pt x="371936" y="728304"/>
                  <a:pt x="370797" y="729063"/>
                </a:cubicBezTo>
                <a:cubicBezTo>
                  <a:pt x="369658" y="729823"/>
                  <a:pt x="368898" y="728473"/>
                  <a:pt x="368898" y="728473"/>
                </a:cubicBezTo>
                <a:cubicBezTo>
                  <a:pt x="368898" y="728473"/>
                  <a:pt x="370544" y="718010"/>
                  <a:pt x="373623" y="714888"/>
                </a:cubicBezTo>
                <a:cubicBezTo>
                  <a:pt x="378378" y="710078"/>
                  <a:pt x="384917" y="707450"/>
                  <a:pt x="391680" y="707631"/>
                </a:cubicBezTo>
                <a:cubicBezTo>
                  <a:pt x="402565" y="706872"/>
                  <a:pt x="412437" y="709656"/>
                  <a:pt x="416994" y="714255"/>
                </a:cubicBezTo>
                <a:cubicBezTo>
                  <a:pt x="421550" y="718854"/>
                  <a:pt x="421845" y="730624"/>
                  <a:pt x="421845" y="730624"/>
                </a:cubicBezTo>
                <a:lnTo>
                  <a:pt x="438721" y="730202"/>
                </a:lnTo>
                <a:cubicBezTo>
                  <a:pt x="438721" y="730202"/>
                  <a:pt x="441969" y="718010"/>
                  <a:pt x="445049" y="714888"/>
                </a:cubicBezTo>
                <a:cubicBezTo>
                  <a:pt x="449800" y="710070"/>
                  <a:pt x="456339" y="707442"/>
                  <a:pt x="463106" y="707631"/>
                </a:cubicBezTo>
                <a:cubicBezTo>
                  <a:pt x="473991" y="706872"/>
                  <a:pt x="483863" y="709656"/>
                  <a:pt x="488419" y="714255"/>
                </a:cubicBezTo>
                <a:cubicBezTo>
                  <a:pt x="492976" y="718854"/>
                  <a:pt x="493271" y="730624"/>
                  <a:pt x="493271" y="730624"/>
                </a:cubicBezTo>
                <a:lnTo>
                  <a:pt x="509073" y="730229"/>
                </a:lnTo>
                <a:lnTo>
                  <a:pt x="510277" y="729801"/>
                </a:lnTo>
                <a:lnTo>
                  <a:pt x="512709" y="722350"/>
                </a:lnTo>
                <a:cubicBezTo>
                  <a:pt x="514376" y="718116"/>
                  <a:pt x="516812" y="713264"/>
                  <a:pt x="519892" y="710796"/>
                </a:cubicBezTo>
                <a:cubicBezTo>
                  <a:pt x="526051" y="705859"/>
                  <a:pt x="537569" y="706788"/>
                  <a:pt x="537569" y="706788"/>
                </a:cubicBezTo>
                <a:lnTo>
                  <a:pt x="537569" y="713031"/>
                </a:lnTo>
                <a:cubicBezTo>
                  <a:pt x="537569" y="713031"/>
                  <a:pt x="524912" y="711977"/>
                  <a:pt x="520018" y="715563"/>
                </a:cubicBezTo>
                <a:cubicBezTo>
                  <a:pt x="517572" y="717356"/>
                  <a:pt x="515810" y="720689"/>
                  <a:pt x="514645" y="723800"/>
                </a:cubicBezTo>
                <a:lnTo>
                  <a:pt x="513369" y="728701"/>
                </a:lnTo>
                <a:lnTo>
                  <a:pt x="561395" y="711617"/>
                </a:lnTo>
                <a:cubicBezTo>
                  <a:pt x="580214" y="702736"/>
                  <a:pt x="598423" y="691838"/>
                  <a:pt x="615728" y="678879"/>
                </a:cubicBezTo>
                <a:cubicBezTo>
                  <a:pt x="754174" y="575213"/>
                  <a:pt x="782365" y="378939"/>
                  <a:pt x="678695" y="240497"/>
                </a:cubicBezTo>
                <a:cubicBezTo>
                  <a:pt x="613901" y="153968"/>
                  <a:pt x="512935" y="110508"/>
                  <a:pt x="412522" y="115391"/>
                </a:cubicBezTo>
                <a:close/>
                <a:moveTo>
                  <a:pt x="277180" y="113446"/>
                </a:moveTo>
                <a:cubicBezTo>
                  <a:pt x="276771" y="113842"/>
                  <a:pt x="276336" y="114209"/>
                  <a:pt x="275872" y="114543"/>
                </a:cubicBezTo>
                <a:cubicBezTo>
                  <a:pt x="275492" y="114754"/>
                  <a:pt x="274354" y="114627"/>
                  <a:pt x="273932" y="115007"/>
                </a:cubicBezTo>
                <a:cubicBezTo>
                  <a:pt x="273379" y="115386"/>
                  <a:pt x="272763" y="115673"/>
                  <a:pt x="272117" y="115851"/>
                </a:cubicBezTo>
                <a:cubicBezTo>
                  <a:pt x="271653" y="115851"/>
                  <a:pt x="270683" y="115260"/>
                  <a:pt x="269924" y="115851"/>
                </a:cubicBezTo>
                <a:cubicBezTo>
                  <a:pt x="269164" y="116441"/>
                  <a:pt x="268531" y="116061"/>
                  <a:pt x="268067" y="116441"/>
                </a:cubicBezTo>
                <a:lnTo>
                  <a:pt x="267941" y="116272"/>
                </a:lnTo>
                <a:cubicBezTo>
                  <a:pt x="267561" y="117201"/>
                  <a:pt x="268742" y="118171"/>
                  <a:pt x="268827" y="119141"/>
                </a:cubicBezTo>
                <a:cubicBezTo>
                  <a:pt x="268844" y="119757"/>
                  <a:pt x="269118" y="120339"/>
                  <a:pt x="269586" y="120744"/>
                </a:cubicBezTo>
                <a:cubicBezTo>
                  <a:pt x="270455" y="121221"/>
                  <a:pt x="271185" y="121917"/>
                  <a:pt x="271696" y="122769"/>
                </a:cubicBezTo>
                <a:cubicBezTo>
                  <a:pt x="272117" y="123402"/>
                  <a:pt x="273847" y="123866"/>
                  <a:pt x="274100" y="124288"/>
                </a:cubicBezTo>
                <a:cubicBezTo>
                  <a:pt x="274354" y="124710"/>
                  <a:pt x="276379" y="125554"/>
                  <a:pt x="276969" y="125976"/>
                </a:cubicBezTo>
                <a:cubicBezTo>
                  <a:pt x="277560" y="126398"/>
                  <a:pt x="277813" y="127410"/>
                  <a:pt x="278193" y="127790"/>
                </a:cubicBezTo>
                <a:cubicBezTo>
                  <a:pt x="278669" y="128486"/>
                  <a:pt x="279568" y="128752"/>
                  <a:pt x="280344" y="128423"/>
                </a:cubicBezTo>
                <a:cubicBezTo>
                  <a:pt x="280766" y="128170"/>
                  <a:pt x="281188" y="126946"/>
                  <a:pt x="281568" y="126566"/>
                </a:cubicBezTo>
                <a:cubicBezTo>
                  <a:pt x="281947" y="126187"/>
                  <a:pt x="282749" y="125934"/>
                  <a:pt x="283171" y="125554"/>
                </a:cubicBezTo>
                <a:cubicBezTo>
                  <a:pt x="283787" y="125039"/>
                  <a:pt x="284276" y="124390"/>
                  <a:pt x="284605" y="123655"/>
                </a:cubicBezTo>
                <a:cubicBezTo>
                  <a:pt x="284783" y="123023"/>
                  <a:pt x="284896" y="122373"/>
                  <a:pt x="284943" y="121715"/>
                </a:cubicBezTo>
                <a:cubicBezTo>
                  <a:pt x="285069" y="120955"/>
                  <a:pt x="284732" y="119901"/>
                  <a:pt x="284732" y="119226"/>
                </a:cubicBezTo>
                <a:cubicBezTo>
                  <a:pt x="285023" y="118504"/>
                  <a:pt x="285112" y="117715"/>
                  <a:pt x="284985" y="116947"/>
                </a:cubicBezTo>
                <a:cubicBezTo>
                  <a:pt x="284833" y="116294"/>
                  <a:pt x="284529" y="115686"/>
                  <a:pt x="284099" y="115176"/>
                </a:cubicBezTo>
                <a:cubicBezTo>
                  <a:pt x="283551" y="114851"/>
                  <a:pt x="282973" y="114585"/>
                  <a:pt x="282369" y="114374"/>
                </a:cubicBezTo>
                <a:cubicBezTo>
                  <a:pt x="281399" y="113910"/>
                  <a:pt x="277940" y="112771"/>
                  <a:pt x="277180" y="113446"/>
                </a:cubicBezTo>
                <a:close/>
                <a:moveTo>
                  <a:pt x="254820" y="107750"/>
                </a:moveTo>
                <a:cubicBezTo>
                  <a:pt x="255158" y="107666"/>
                  <a:pt x="255158" y="108890"/>
                  <a:pt x="255200" y="109776"/>
                </a:cubicBezTo>
                <a:cubicBezTo>
                  <a:pt x="255044" y="110725"/>
                  <a:pt x="254761" y="111644"/>
                  <a:pt x="254356" y="112518"/>
                </a:cubicBezTo>
                <a:cubicBezTo>
                  <a:pt x="253723" y="113741"/>
                  <a:pt x="253681" y="114585"/>
                  <a:pt x="253175" y="115555"/>
                </a:cubicBezTo>
                <a:cubicBezTo>
                  <a:pt x="252652" y="116365"/>
                  <a:pt x="251998" y="117078"/>
                  <a:pt x="251234" y="117665"/>
                </a:cubicBezTo>
                <a:cubicBezTo>
                  <a:pt x="250508" y="118091"/>
                  <a:pt x="249576" y="117867"/>
                  <a:pt x="249125" y="117159"/>
                </a:cubicBezTo>
                <a:cubicBezTo>
                  <a:pt x="248703" y="116505"/>
                  <a:pt x="248703" y="115661"/>
                  <a:pt x="249125" y="115007"/>
                </a:cubicBezTo>
                <a:cubicBezTo>
                  <a:pt x="249804" y="113897"/>
                  <a:pt x="250568" y="112838"/>
                  <a:pt x="251403" y="111843"/>
                </a:cubicBezTo>
                <a:cubicBezTo>
                  <a:pt x="251715" y="111391"/>
                  <a:pt x="251960" y="110894"/>
                  <a:pt x="252120" y="110366"/>
                </a:cubicBezTo>
                <a:cubicBezTo>
                  <a:pt x="252289" y="109776"/>
                  <a:pt x="253006" y="109607"/>
                  <a:pt x="253386" y="108890"/>
                </a:cubicBezTo>
                <a:cubicBezTo>
                  <a:pt x="253782" y="108417"/>
                  <a:pt x="254272" y="108033"/>
                  <a:pt x="254820" y="107750"/>
                </a:cubicBezTo>
                <a:close/>
                <a:moveTo>
                  <a:pt x="258448" y="96064"/>
                </a:moveTo>
                <a:cubicBezTo>
                  <a:pt x="257858" y="96064"/>
                  <a:pt x="256803" y="97203"/>
                  <a:pt x="256381" y="97203"/>
                </a:cubicBezTo>
                <a:cubicBezTo>
                  <a:pt x="255638" y="97250"/>
                  <a:pt x="254904" y="97380"/>
                  <a:pt x="254187" y="97583"/>
                </a:cubicBezTo>
                <a:cubicBezTo>
                  <a:pt x="253727" y="97798"/>
                  <a:pt x="253377" y="98195"/>
                  <a:pt x="253217" y="98680"/>
                </a:cubicBezTo>
                <a:cubicBezTo>
                  <a:pt x="252964" y="99059"/>
                  <a:pt x="252740" y="99452"/>
                  <a:pt x="252542" y="99861"/>
                </a:cubicBezTo>
                <a:cubicBezTo>
                  <a:pt x="252259" y="100334"/>
                  <a:pt x="252023" y="100827"/>
                  <a:pt x="251825" y="101338"/>
                </a:cubicBezTo>
                <a:cubicBezTo>
                  <a:pt x="251453" y="102105"/>
                  <a:pt x="250939" y="102793"/>
                  <a:pt x="250306" y="103363"/>
                </a:cubicBezTo>
                <a:cubicBezTo>
                  <a:pt x="249504" y="104164"/>
                  <a:pt x="249462" y="104417"/>
                  <a:pt x="249040" y="104671"/>
                </a:cubicBezTo>
                <a:cubicBezTo>
                  <a:pt x="248471" y="105223"/>
                  <a:pt x="247973" y="105848"/>
                  <a:pt x="247564" y="106527"/>
                </a:cubicBezTo>
                <a:cubicBezTo>
                  <a:pt x="246889" y="107497"/>
                  <a:pt x="245792" y="108172"/>
                  <a:pt x="245370" y="108805"/>
                </a:cubicBezTo>
                <a:cubicBezTo>
                  <a:pt x="244648" y="110050"/>
                  <a:pt x="243653" y="111117"/>
                  <a:pt x="242459" y="111927"/>
                </a:cubicBezTo>
                <a:cubicBezTo>
                  <a:pt x="241995" y="111712"/>
                  <a:pt x="241514" y="111526"/>
                  <a:pt x="241024" y="111379"/>
                </a:cubicBezTo>
                <a:cubicBezTo>
                  <a:pt x="239927" y="111168"/>
                  <a:pt x="239548" y="110999"/>
                  <a:pt x="238788" y="111379"/>
                </a:cubicBezTo>
                <a:cubicBezTo>
                  <a:pt x="238274" y="112011"/>
                  <a:pt x="237797" y="112674"/>
                  <a:pt x="237354" y="113361"/>
                </a:cubicBezTo>
                <a:cubicBezTo>
                  <a:pt x="237354" y="114585"/>
                  <a:pt x="236257" y="115935"/>
                  <a:pt x="237607" y="118297"/>
                </a:cubicBezTo>
                <a:cubicBezTo>
                  <a:pt x="237860" y="118719"/>
                  <a:pt x="238535" y="119605"/>
                  <a:pt x="239801" y="121546"/>
                </a:cubicBezTo>
                <a:cubicBezTo>
                  <a:pt x="240590" y="122575"/>
                  <a:pt x="241438" y="123558"/>
                  <a:pt x="242332" y="124499"/>
                </a:cubicBezTo>
                <a:cubicBezTo>
                  <a:pt x="243049" y="125385"/>
                  <a:pt x="244146" y="126271"/>
                  <a:pt x="244399" y="126693"/>
                </a:cubicBezTo>
                <a:cubicBezTo>
                  <a:pt x="244653" y="127115"/>
                  <a:pt x="245454" y="128338"/>
                  <a:pt x="245665" y="128338"/>
                </a:cubicBezTo>
                <a:cubicBezTo>
                  <a:pt x="245876" y="128338"/>
                  <a:pt x="246003" y="128465"/>
                  <a:pt x="246593" y="128971"/>
                </a:cubicBezTo>
                <a:cubicBezTo>
                  <a:pt x="247184" y="129477"/>
                  <a:pt x="247353" y="129984"/>
                  <a:pt x="248070" y="130363"/>
                </a:cubicBezTo>
                <a:cubicBezTo>
                  <a:pt x="248454" y="130536"/>
                  <a:pt x="248871" y="130625"/>
                  <a:pt x="249293" y="130617"/>
                </a:cubicBezTo>
                <a:cubicBezTo>
                  <a:pt x="250129" y="130313"/>
                  <a:pt x="250934" y="129929"/>
                  <a:pt x="251698" y="129477"/>
                </a:cubicBezTo>
                <a:cubicBezTo>
                  <a:pt x="252078" y="129224"/>
                  <a:pt x="252331" y="128760"/>
                  <a:pt x="252922" y="128381"/>
                </a:cubicBezTo>
                <a:cubicBezTo>
                  <a:pt x="253512" y="128001"/>
                  <a:pt x="254693" y="127874"/>
                  <a:pt x="255031" y="127790"/>
                </a:cubicBezTo>
                <a:cubicBezTo>
                  <a:pt x="255369" y="127706"/>
                  <a:pt x="256297" y="128212"/>
                  <a:pt x="256297" y="128549"/>
                </a:cubicBezTo>
                <a:cubicBezTo>
                  <a:pt x="256757" y="129764"/>
                  <a:pt x="257292" y="130946"/>
                  <a:pt x="257900" y="132093"/>
                </a:cubicBezTo>
                <a:cubicBezTo>
                  <a:pt x="258309" y="132971"/>
                  <a:pt x="258803" y="133802"/>
                  <a:pt x="259376" y="134582"/>
                </a:cubicBezTo>
                <a:cubicBezTo>
                  <a:pt x="259629" y="134962"/>
                  <a:pt x="260431" y="135974"/>
                  <a:pt x="260431" y="136396"/>
                </a:cubicBezTo>
                <a:cubicBezTo>
                  <a:pt x="261528" y="138337"/>
                  <a:pt x="261191" y="139307"/>
                  <a:pt x="259714" y="140236"/>
                </a:cubicBezTo>
                <a:cubicBezTo>
                  <a:pt x="259292" y="140489"/>
                  <a:pt x="257773" y="140067"/>
                  <a:pt x="256381" y="140953"/>
                </a:cubicBezTo>
                <a:cubicBezTo>
                  <a:pt x="256170" y="141079"/>
                  <a:pt x="254483" y="142429"/>
                  <a:pt x="254989" y="142851"/>
                </a:cubicBezTo>
                <a:cubicBezTo>
                  <a:pt x="255495" y="143273"/>
                  <a:pt x="258744" y="143526"/>
                  <a:pt x="259714" y="144075"/>
                </a:cubicBezTo>
                <a:cubicBezTo>
                  <a:pt x="260684" y="144623"/>
                  <a:pt x="261148" y="145214"/>
                  <a:pt x="261908" y="145425"/>
                </a:cubicBezTo>
                <a:cubicBezTo>
                  <a:pt x="262747" y="145496"/>
                  <a:pt x="263591" y="145412"/>
                  <a:pt x="264397" y="145172"/>
                </a:cubicBezTo>
                <a:cubicBezTo>
                  <a:pt x="265030" y="145129"/>
                  <a:pt x="265663" y="145383"/>
                  <a:pt x="266084" y="145383"/>
                </a:cubicBezTo>
                <a:cubicBezTo>
                  <a:pt x="266506" y="145383"/>
                  <a:pt x="267561" y="145172"/>
                  <a:pt x="267899" y="145172"/>
                </a:cubicBezTo>
                <a:cubicBezTo>
                  <a:pt x="268316" y="145357"/>
                  <a:pt x="268789" y="145357"/>
                  <a:pt x="269206" y="145172"/>
                </a:cubicBezTo>
                <a:cubicBezTo>
                  <a:pt x="269628" y="144919"/>
                  <a:pt x="269755" y="143948"/>
                  <a:pt x="270641" y="142851"/>
                </a:cubicBezTo>
                <a:cubicBezTo>
                  <a:pt x="271527" y="141754"/>
                  <a:pt x="271063" y="139940"/>
                  <a:pt x="271527" y="139307"/>
                </a:cubicBezTo>
                <a:cubicBezTo>
                  <a:pt x="272202" y="138000"/>
                  <a:pt x="272282" y="136460"/>
                  <a:pt x="271738" y="135089"/>
                </a:cubicBezTo>
                <a:cubicBezTo>
                  <a:pt x="269797" y="131262"/>
                  <a:pt x="267582" y="127583"/>
                  <a:pt x="265114" y="124077"/>
                </a:cubicBezTo>
                <a:cubicBezTo>
                  <a:pt x="264350" y="123466"/>
                  <a:pt x="263718" y="122706"/>
                  <a:pt x="263258" y="121841"/>
                </a:cubicBezTo>
                <a:cubicBezTo>
                  <a:pt x="262752" y="120998"/>
                  <a:pt x="263258" y="119774"/>
                  <a:pt x="263637" y="119774"/>
                </a:cubicBezTo>
                <a:cubicBezTo>
                  <a:pt x="264165" y="119685"/>
                  <a:pt x="264608" y="119335"/>
                  <a:pt x="264819" y="118846"/>
                </a:cubicBezTo>
                <a:cubicBezTo>
                  <a:pt x="265017" y="117787"/>
                  <a:pt x="265144" y="116715"/>
                  <a:pt x="265198" y="115640"/>
                </a:cubicBezTo>
                <a:cubicBezTo>
                  <a:pt x="265030" y="112606"/>
                  <a:pt x="265030" y="109560"/>
                  <a:pt x="265198" y="106527"/>
                </a:cubicBezTo>
                <a:cubicBezTo>
                  <a:pt x="265245" y="105628"/>
                  <a:pt x="265245" y="104725"/>
                  <a:pt x="265198" y="103827"/>
                </a:cubicBezTo>
                <a:cubicBezTo>
                  <a:pt x="265410" y="102468"/>
                  <a:pt x="265722" y="101131"/>
                  <a:pt x="266127" y="99819"/>
                </a:cubicBezTo>
                <a:cubicBezTo>
                  <a:pt x="265954" y="99097"/>
                  <a:pt x="265536" y="98456"/>
                  <a:pt x="264945" y="98005"/>
                </a:cubicBezTo>
                <a:cubicBezTo>
                  <a:pt x="264524" y="97752"/>
                  <a:pt x="263511" y="96444"/>
                  <a:pt x="262667" y="96064"/>
                </a:cubicBezTo>
                <a:cubicBezTo>
                  <a:pt x="261262" y="95925"/>
                  <a:pt x="259853" y="95925"/>
                  <a:pt x="258448" y="96064"/>
                </a:cubicBezTo>
                <a:close/>
                <a:moveTo>
                  <a:pt x="619584" y="90453"/>
                </a:moveTo>
                <a:cubicBezTo>
                  <a:pt x="619077" y="90326"/>
                  <a:pt x="618571" y="90200"/>
                  <a:pt x="618192" y="90917"/>
                </a:cubicBezTo>
                <a:cubicBezTo>
                  <a:pt x="617879" y="91934"/>
                  <a:pt x="617394" y="92891"/>
                  <a:pt x="616757" y="93744"/>
                </a:cubicBezTo>
                <a:cubicBezTo>
                  <a:pt x="616162" y="94811"/>
                  <a:pt x="615437" y="95802"/>
                  <a:pt x="614605" y="96697"/>
                </a:cubicBezTo>
                <a:cubicBezTo>
                  <a:pt x="612969" y="97756"/>
                  <a:pt x="611623" y="99207"/>
                  <a:pt x="610682" y="100916"/>
                </a:cubicBezTo>
                <a:cubicBezTo>
                  <a:pt x="608467" y="100962"/>
                  <a:pt x="606269" y="100544"/>
                  <a:pt x="604227" y="99692"/>
                </a:cubicBezTo>
                <a:cubicBezTo>
                  <a:pt x="603046" y="99102"/>
                  <a:pt x="601653" y="97709"/>
                  <a:pt x="600979" y="97709"/>
                </a:cubicBezTo>
                <a:cubicBezTo>
                  <a:pt x="600367" y="97570"/>
                  <a:pt x="599734" y="97570"/>
                  <a:pt x="599122" y="97709"/>
                </a:cubicBezTo>
                <a:cubicBezTo>
                  <a:pt x="598405" y="97752"/>
                  <a:pt x="597814" y="97372"/>
                  <a:pt x="597181" y="97372"/>
                </a:cubicBezTo>
                <a:cubicBezTo>
                  <a:pt x="596532" y="97604"/>
                  <a:pt x="595870" y="97802"/>
                  <a:pt x="595199" y="97963"/>
                </a:cubicBezTo>
                <a:cubicBezTo>
                  <a:pt x="594283" y="98060"/>
                  <a:pt x="593524" y="98713"/>
                  <a:pt x="593300" y="99608"/>
                </a:cubicBezTo>
                <a:cubicBezTo>
                  <a:pt x="592583" y="101228"/>
                  <a:pt x="592866" y="103114"/>
                  <a:pt x="594017" y="104460"/>
                </a:cubicBezTo>
                <a:cubicBezTo>
                  <a:pt x="594988" y="105219"/>
                  <a:pt x="595030" y="106105"/>
                  <a:pt x="595705" y="106864"/>
                </a:cubicBezTo>
                <a:cubicBezTo>
                  <a:pt x="596093" y="107299"/>
                  <a:pt x="596612" y="107594"/>
                  <a:pt x="597181" y="107708"/>
                </a:cubicBezTo>
                <a:cubicBezTo>
                  <a:pt x="597781" y="107826"/>
                  <a:pt x="598371" y="107982"/>
                  <a:pt x="598954" y="108172"/>
                </a:cubicBezTo>
                <a:lnTo>
                  <a:pt x="600135" y="108847"/>
                </a:lnTo>
                <a:cubicBezTo>
                  <a:pt x="600557" y="109100"/>
                  <a:pt x="601865" y="109100"/>
                  <a:pt x="601696" y="109649"/>
                </a:cubicBezTo>
                <a:cubicBezTo>
                  <a:pt x="601527" y="110197"/>
                  <a:pt x="600388" y="111041"/>
                  <a:pt x="599839" y="111421"/>
                </a:cubicBezTo>
                <a:cubicBezTo>
                  <a:pt x="598177" y="113011"/>
                  <a:pt x="596173" y="114197"/>
                  <a:pt x="593975" y="114880"/>
                </a:cubicBezTo>
                <a:cubicBezTo>
                  <a:pt x="590119" y="116045"/>
                  <a:pt x="586204" y="117002"/>
                  <a:pt x="582247" y="117749"/>
                </a:cubicBezTo>
                <a:cubicBezTo>
                  <a:pt x="581867" y="117749"/>
                  <a:pt x="581150" y="117749"/>
                  <a:pt x="580812" y="117749"/>
                </a:cubicBezTo>
                <a:cubicBezTo>
                  <a:pt x="580045" y="117892"/>
                  <a:pt x="579268" y="117989"/>
                  <a:pt x="578492" y="118044"/>
                </a:cubicBezTo>
                <a:cubicBezTo>
                  <a:pt x="577463" y="118255"/>
                  <a:pt x="576399" y="118255"/>
                  <a:pt x="575370" y="118044"/>
                </a:cubicBezTo>
                <a:lnTo>
                  <a:pt x="575370" y="117876"/>
                </a:lnTo>
                <a:cubicBezTo>
                  <a:pt x="574062" y="117622"/>
                  <a:pt x="573176" y="118002"/>
                  <a:pt x="573303" y="118382"/>
                </a:cubicBezTo>
                <a:cubicBezTo>
                  <a:pt x="573429" y="118762"/>
                  <a:pt x="574020" y="119268"/>
                  <a:pt x="574568" y="119858"/>
                </a:cubicBezTo>
                <a:cubicBezTo>
                  <a:pt x="575117" y="120449"/>
                  <a:pt x="574315" y="121673"/>
                  <a:pt x="574568" y="122305"/>
                </a:cubicBezTo>
                <a:cubicBezTo>
                  <a:pt x="574822" y="122938"/>
                  <a:pt x="574737" y="123698"/>
                  <a:pt x="575159" y="124077"/>
                </a:cubicBezTo>
                <a:cubicBezTo>
                  <a:pt x="575796" y="124440"/>
                  <a:pt x="576501" y="124685"/>
                  <a:pt x="577226" y="124795"/>
                </a:cubicBezTo>
                <a:cubicBezTo>
                  <a:pt x="578467" y="125246"/>
                  <a:pt x="579736" y="125613"/>
                  <a:pt x="581023" y="125891"/>
                </a:cubicBezTo>
                <a:cubicBezTo>
                  <a:pt x="582036" y="125891"/>
                  <a:pt x="584694" y="125891"/>
                  <a:pt x="585791" y="125891"/>
                </a:cubicBezTo>
                <a:cubicBezTo>
                  <a:pt x="587980" y="126305"/>
                  <a:pt x="590225" y="126305"/>
                  <a:pt x="592414" y="125891"/>
                </a:cubicBezTo>
                <a:cubicBezTo>
                  <a:pt x="595663" y="124879"/>
                  <a:pt x="597561" y="124752"/>
                  <a:pt x="599882" y="124035"/>
                </a:cubicBezTo>
                <a:cubicBezTo>
                  <a:pt x="602202" y="123318"/>
                  <a:pt x="605577" y="120069"/>
                  <a:pt x="606041" y="120913"/>
                </a:cubicBezTo>
                <a:cubicBezTo>
                  <a:pt x="606505" y="121757"/>
                  <a:pt x="607138" y="125048"/>
                  <a:pt x="608404" y="127832"/>
                </a:cubicBezTo>
                <a:cubicBezTo>
                  <a:pt x="608758" y="129022"/>
                  <a:pt x="609041" y="130237"/>
                  <a:pt x="609248" y="131460"/>
                </a:cubicBezTo>
                <a:cubicBezTo>
                  <a:pt x="609408" y="133599"/>
                  <a:pt x="609703" y="135730"/>
                  <a:pt x="610133" y="137831"/>
                </a:cubicBezTo>
                <a:cubicBezTo>
                  <a:pt x="611176" y="140079"/>
                  <a:pt x="611176" y="142670"/>
                  <a:pt x="610133" y="144919"/>
                </a:cubicBezTo>
                <a:cubicBezTo>
                  <a:pt x="610150" y="145893"/>
                  <a:pt x="610577" y="146813"/>
                  <a:pt x="611315" y="147450"/>
                </a:cubicBezTo>
                <a:cubicBezTo>
                  <a:pt x="612201" y="148336"/>
                  <a:pt x="613677" y="148378"/>
                  <a:pt x="614521" y="149939"/>
                </a:cubicBezTo>
                <a:cubicBezTo>
                  <a:pt x="615074" y="150618"/>
                  <a:pt x="615745" y="151188"/>
                  <a:pt x="616504" y="151627"/>
                </a:cubicBezTo>
                <a:cubicBezTo>
                  <a:pt x="617432" y="152344"/>
                  <a:pt x="618529" y="152639"/>
                  <a:pt x="619077" y="153061"/>
                </a:cubicBezTo>
                <a:cubicBezTo>
                  <a:pt x="619833" y="153631"/>
                  <a:pt x="620622" y="154154"/>
                  <a:pt x="621440" y="154622"/>
                </a:cubicBezTo>
                <a:cubicBezTo>
                  <a:pt x="621778" y="154749"/>
                  <a:pt x="622199" y="155128"/>
                  <a:pt x="622664" y="155044"/>
                </a:cubicBezTo>
                <a:cubicBezTo>
                  <a:pt x="623128" y="154959"/>
                  <a:pt x="623803" y="154749"/>
                  <a:pt x="624267" y="154749"/>
                </a:cubicBezTo>
                <a:cubicBezTo>
                  <a:pt x="625368" y="155242"/>
                  <a:pt x="626625" y="155242"/>
                  <a:pt x="627726" y="154749"/>
                </a:cubicBezTo>
                <a:cubicBezTo>
                  <a:pt x="628401" y="154495"/>
                  <a:pt x="628697" y="153525"/>
                  <a:pt x="628950" y="153145"/>
                </a:cubicBezTo>
                <a:cubicBezTo>
                  <a:pt x="629203" y="152766"/>
                  <a:pt x="630173" y="152808"/>
                  <a:pt x="630173" y="152217"/>
                </a:cubicBezTo>
                <a:cubicBezTo>
                  <a:pt x="630173" y="151627"/>
                  <a:pt x="629372" y="151078"/>
                  <a:pt x="628992" y="150572"/>
                </a:cubicBezTo>
                <a:cubicBezTo>
                  <a:pt x="627431" y="148715"/>
                  <a:pt x="626460" y="147576"/>
                  <a:pt x="625364" y="146353"/>
                </a:cubicBezTo>
                <a:cubicBezTo>
                  <a:pt x="624942" y="145847"/>
                  <a:pt x="624646" y="144623"/>
                  <a:pt x="624098" y="143864"/>
                </a:cubicBezTo>
                <a:cubicBezTo>
                  <a:pt x="623322" y="143062"/>
                  <a:pt x="622630" y="142189"/>
                  <a:pt x="622031" y="141248"/>
                </a:cubicBezTo>
                <a:cubicBezTo>
                  <a:pt x="621275" y="139193"/>
                  <a:pt x="620330" y="137215"/>
                  <a:pt x="619204" y="135342"/>
                </a:cubicBezTo>
                <a:cubicBezTo>
                  <a:pt x="617854" y="133317"/>
                  <a:pt x="618192" y="129098"/>
                  <a:pt x="617601" y="127579"/>
                </a:cubicBezTo>
                <a:cubicBezTo>
                  <a:pt x="616297" y="124423"/>
                  <a:pt x="615445" y="121099"/>
                  <a:pt x="615069" y="117707"/>
                </a:cubicBezTo>
                <a:cubicBezTo>
                  <a:pt x="615002" y="116530"/>
                  <a:pt x="615466" y="115382"/>
                  <a:pt x="616335" y="114585"/>
                </a:cubicBezTo>
                <a:cubicBezTo>
                  <a:pt x="617010" y="114091"/>
                  <a:pt x="617770" y="113720"/>
                  <a:pt x="618571" y="113488"/>
                </a:cubicBezTo>
                <a:cubicBezTo>
                  <a:pt x="620115" y="113530"/>
                  <a:pt x="621647" y="113771"/>
                  <a:pt x="623128" y="114205"/>
                </a:cubicBezTo>
                <a:cubicBezTo>
                  <a:pt x="623929" y="114458"/>
                  <a:pt x="624773" y="114880"/>
                  <a:pt x="625743" y="115302"/>
                </a:cubicBezTo>
                <a:cubicBezTo>
                  <a:pt x="626684" y="115728"/>
                  <a:pt x="627705" y="115943"/>
                  <a:pt x="628739" y="115935"/>
                </a:cubicBezTo>
                <a:cubicBezTo>
                  <a:pt x="630232" y="116277"/>
                  <a:pt x="631760" y="116462"/>
                  <a:pt x="633295" y="116483"/>
                </a:cubicBezTo>
                <a:cubicBezTo>
                  <a:pt x="634308" y="116230"/>
                  <a:pt x="634772" y="115851"/>
                  <a:pt x="635531" y="116230"/>
                </a:cubicBezTo>
                <a:cubicBezTo>
                  <a:pt x="636291" y="116610"/>
                  <a:pt x="636459" y="116357"/>
                  <a:pt x="636839" y="115682"/>
                </a:cubicBezTo>
                <a:cubicBezTo>
                  <a:pt x="637514" y="114036"/>
                  <a:pt x="638062" y="111758"/>
                  <a:pt x="636839" y="110788"/>
                </a:cubicBezTo>
                <a:cubicBezTo>
                  <a:pt x="635616" y="109818"/>
                  <a:pt x="634561" y="109100"/>
                  <a:pt x="634519" y="108257"/>
                </a:cubicBezTo>
                <a:cubicBezTo>
                  <a:pt x="634476" y="107413"/>
                  <a:pt x="631692" y="106611"/>
                  <a:pt x="631228" y="106358"/>
                </a:cubicBezTo>
                <a:cubicBezTo>
                  <a:pt x="630764" y="106105"/>
                  <a:pt x="629245" y="106611"/>
                  <a:pt x="628190" y="106611"/>
                </a:cubicBezTo>
                <a:cubicBezTo>
                  <a:pt x="627444" y="106561"/>
                  <a:pt x="626709" y="106417"/>
                  <a:pt x="625996" y="106189"/>
                </a:cubicBezTo>
                <a:cubicBezTo>
                  <a:pt x="625364" y="105978"/>
                  <a:pt x="624056" y="105978"/>
                  <a:pt x="624056" y="105978"/>
                </a:cubicBezTo>
                <a:cubicBezTo>
                  <a:pt x="623549" y="106008"/>
                  <a:pt x="623048" y="105873"/>
                  <a:pt x="622621" y="105599"/>
                </a:cubicBezTo>
                <a:cubicBezTo>
                  <a:pt x="622284" y="105303"/>
                  <a:pt x="623718" y="104080"/>
                  <a:pt x="623718" y="103827"/>
                </a:cubicBezTo>
                <a:cubicBezTo>
                  <a:pt x="624984" y="102772"/>
                  <a:pt x="626123" y="101928"/>
                  <a:pt x="626756" y="101464"/>
                </a:cubicBezTo>
                <a:cubicBezTo>
                  <a:pt x="627389" y="101000"/>
                  <a:pt x="626967" y="100494"/>
                  <a:pt x="627389" y="99608"/>
                </a:cubicBezTo>
                <a:cubicBezTo>
                  <a:pt x="627811" y="98722"/>
                  <a:pt x="628401" y="98469"/>
                  <a:pt x="627811" y="97583"/>
                </a:cubicBezTo>
                <a:cubicBezTo>
                  <a:pt x="627064" y="96591"/>
                  <a:pt x="626621" y="95406"/>
                  <a:pt x="626545" y="94166"/>
                </a:cubicBezTo>
                <a:cubicBezTo>
                  <a:pt x="626545" y="93701"/>
                  <a:pt x="623971" y="92689"/>
                  <a:pt x="623549" y="92267"/>
                </a:cubicBezTo>
                <a:cubicBezTo>
                  <a:pt x="623128" y="91845"/>
                  <a:pt x="622115" y="92140"/>
                  <a:pt x="621609" y="91845"/>
                </a:cubicBezTo>
                <a:cubicBezTo>
                  <a:pt x="621103" y="91550"/>
                  <a:pt x="621229" y="90917"/>
                  <a:pt x="619584" y="90453"/>
                </a:cubicBezTo>
                <a:close/>
                <a:moveTo>
                  <a:pt x="343501" y="83914"/>
                </a:moveTo>
                <a:lnTo>
                  <a:pt x="343627" y="84082"/>
                </a:lnTo>
                <a:lnTo>
                  <a:pt x="343532" y="83972"/>
                </a:lnTo>
                <a:close/>
                <a:moveTo>
                  <a:pt x="242838" y="75898"/>
                </a:moveTo>
                <a:cubicBezTo>
                  <a:pt x="242290" y="75687"/>
                  <a:pt x="241446" y="76446"/>
                  <a:pt x="240687" y="76446"/>
                </a:cubicBezTo>
                <a:cubicBezTo>
                  <a:pt x="239927" y="76446"/>
                  <a:pt x="239674" y="76151"/>
                  <a:pt x="239168" y="76446"/>
                </a:cubicBezTo>
                <a:cubicBezTo>
                  <a:pt x="238540" y="76889"/>
                  <a:pt x="237877" y="77286"/>
                  <a:pt x="237185" y="77628"/>
                </a:cubicBezTo>
                <a:cubicBezTo>
                  <a:pt x="236616" y="77851"/>
                  <a:pt x="236067" y="78121"/>
                  <a:pt x="235540" y="78429"/>
                </a:cubicBezTo>
                <a:cubicBezTo>
                  <a:pt x="234823" y="78893"/>
                  <a:pt x="234823" y="79357"/>
                  <a:pt x="234527" y="79695"/>
                </a:cubicBezTo>
                <a:cubicBezTo>
                  <a:pt x="234232" y="80032"/>
                  <a:pt x="233473" y="80370"/>
                  <a:pt x="233262" y="80623"/>
                </a:cubicBezTo>
                <a:cubicBezTo>
                  <a:pt x="233051" y="80876"/>
                  <a:pt x="233051" y="81509"/>
                  <a:pt x="232249" y="82015"/>
                </a:cubicBezTo>
                <a:cubicBezTo>
                  <a:pt x="231448" y="82521"/>
                  <a:pt x="230393" y="82648"/>
                  <a:pt x="230140" y="83787"/>
                </a:cubicBezTo>
                <a:cubicBezTo>
                  <a:pt x="229958" y="84336"/>
                  <a:pt x="230068" y="84943"/>
                  <a:pt x="230435" y="85390"/>
                </a:cubicBezTo>
                <a:cubicBezTo>
                  <a:pt x="231068" y="85897"/>
                  <a:pt x="234063" y="87289"/>
                  <a:pt x="234316" y="88301"/>
                </a:cubicBezTo>
                <a:cubicBezTo>
                  <a:pt x="234506" y="88892"/>
                  <a:pt x="234645" y="89499"/>
                  <a:pt x="234738" y="90115"/>
                </a:cubicBezTo>
                <a:cubicBezTo>
                  <a:pt x="235034" y="90833"/>
                  <a:pt x="235034" y="91086"/>
                  <a:pt x="235034" y="91634"/>
                </a:cubicBezTo>
                <a:cubicBezTo>
                  <a:pt x="235013" y="92166"/>
                  <a:pt x="235177" y="92689"/>
                  <a:pt x="235498" y="93111"/>
                </a:cubicBezTo>
                <a:cubicBezTo>
                  <a:pt x="236059" y="93377"/>
                  <a:pt x="236708" y="93377"/>
                  <a:pt x="237270" y="93111"/>
                </a:cubicBezTo>
                <a:cubicBezTo>
                  <a:pt x="237860" y="92773"/>
                  <a:pt x="238577" y="92562"/>
                  <a:pt x="238831" y="92773"/>
                </a:cubicBezTo>
                <a:cubicBezTo>
                  <a:pt x="239084" y="92984"/>
                  <a:pt x="239632" y="92984"/>
                  <a:pt x="239759" y="93870"/>
                </a:cubicBezTo>
                <a:cubicBezTo>
                  <a:pt x="239885" y="94756"/>
                  <a:pt x="239337" y="95136"/>
                  <a:pt x="238577" y="96064"/>
                </a:cubicBezTo>
                <a:cubicBezTo>
                  <a:pt x="237818" y="96992"/>
                  <a:pt x="235160" y="99481"/>
                  <a:pt x="234907" y="100283"/>
                </a:cubicBezTo>
                <a:cubicBezTo>
                  <a:pt x="234654" y="101085"/>
                  <a:pt x="233515" y="101211"/>
                  <a:pt x="232713" y="102055"/>
                </a:cubicBezTo>
                <a:cubicBezTo>
                  <a:pt x="231152" y="103709"/>
                  <a:pt x="229477" y="105244"/>
                  <a:pt x="227693" y="106653"/>
                </a:cubicBezTo>
                <a:cubicBezTo>
                  <a:pt x="227102" y="107075"/>
                  <a:pt x="226216" y="108678"/>
                  <a:pt x="225794" y="108889"/>
                </a:cubicBezTo>
                <a:cubicBezTo>
                  <a:pt x="225372" y="109100"/>
                  <a:pt x="224655" y="108552"/>
                  <a:pt x="224318" y="108889"/>
                </a:cubicBezTo>
                <a:lnTo>
                  <a:pt x="224318" y="108721"/>
                </a:lnTo>
                <a:cubicBezTo>
                  <a:pt x="223001" y="110088"/>
                  <a:pt x="221955" y="111691"/>
                  <a:pt x="221238" y="113446"/>
                </a:cubicBezTo>
                <a:cubicBezTo>
                  <a:pt x="221149" y="114036"/>
                  <a:pt x="221318" y="114635"/>
                  <a:pt x="221702" y="115091"/>
                </a:cubicBezTo>
                <a:cubicBezTo>
                  <a:pt x="222293" y="115935"/>
                  <a:pt x="222925" y="116694"/>
                  <a:pt x="222925" y="116905"/>
                </a:cubicBezTo>
                <a:cubicBezTo>
                  <a:pt x="223305" y="117833"/>
                  <a:pt x="224022" y="118846"/>
                  <a:pt x="224782" y="118762"/>
                </a:cubicBezTo>
                <a:cubicBezTo>
                  <a:pt x="225541" y="118677"/>
                  <a:pt x="225836" y="117876"/>
                  <a:pt x="226976" y="117665"/>
                </a:cubicBezTo>
                <a:cubicBezTo>
                  <a:pt x="228115" y="117454"/>
                  <a:pt x="227946" y="118171"/>
                  <a:pt x="228579" y="117665"/>
                </a:cubicBezTo>
                <a:cubicBezTo>
                  <a:pt x="229212" y="117158"/>
                  <a:pt x="229507" y="116483"/>
                  <a:pt x="229507" y="116019"/>
                </a:cubicBezTo>
                <a:cubicBezTo>
                  <a:pt x="229866" y="115450"/>
                  <a:pt x="230304" y="114939"/>
                  <a:pt x="230815" y="114500"/>
                </a:cubicBezTo>
                <a:cubicBezTo>
                  <a:pt x="231532" y="113994"/>
                  <a:pt x="232418" y="113530"/>
                  <a:pt x="232418" y="112855"/>
                </a:cubicBezTo>
                <a:cubicBezTo>
                  <a:pt x="232755" y="112543"/>
                  <a:pt x="233139" y="112286"/>
                  <a:pt x="233557" y="112096"/>
                </a:cubicBezTo>
                <a:cubicBezTo>
                  <a:pt x="234114" y="111881"/>
                  <a:pt x="234616" y="111551"/>
                  <a:pt x="235034" y="111125"/>
                </a:cubicBezTo>
                <a:cubicBezTo>
                  <a:pt x="235481" y="110602"/>
                  <a:pt x="235958" y="110109"/>
                  <a:pt x="236468" y="109649"/>
                </a:cubicBezTo>
                <a:cubicBezTo>
                  <a:pt x="237038" y="109379"/>
                  <a:pt x="237531" y="108974"/>
                  <a:pt x="237902" y="108468"/>
                </a:cubicBezTo>
                <a:cubicBezTo>
                  <a:pt x="238282" y="107919"/>
                  <a:pt x="239126" y="107539"/>
                  <a:pt x="239506" y="106906"/>
                </a:cubicBezTo>
                <a:cubicBezTo>
                  <a:pt x="239885" y="106274"/>
                  <a:pt x="240771" y="105978"/>
                  <a:pt x="241193" y="105177"/>
                </a:cubicBezTo>
                <a:cubicBezTo>
                  <a:pt x="241615" y="104375"/>
                  <a:pt x="242923" y="104291"/>
                  <a:pt x="242923" y="103405"/>
                </a:cubicBezTo>
                <a:cubicBezTo>
                  <a:pt x="244859" y="101169"/>
                  <a:pt x="246948" y="99072"/>
                  <a:pt x="249167" y="97119"/>
                </a:cubicBezTo>
                <a:cubicBezTo>
                  <a:pt x="250019" y="96102"/>
                  <a:pt x="250812" y="95030"/>
                  <a:pt x="251529" y="93912"/>
                </a:cubicBezTo>
                <a:cubicBezTo>
                  <a:pt x="252373" y="93195"/>
                  <a:pt x="253386" y="93069"/>
                  <a:pt x="253765" y="92689"/>
                </a:cubicBezTo>
                <a:cubicBezTo>
                  <a:pt x="254288" y="91917"/>
                  <a:pt x="254883" y="91200"/>
                  <a:pt x="255537" y="90537"/>
                </a:cubicBezTo>
                <a:cubicBezTo>
                  <a:pt x="255959" y="90031"/>
                  <a:pt x="256887" y="88976"/>
                  <a:pt x="257394" y="88512"/>
                </a:cubicBezTo>
                <a:lnTo>
                  <a:pt x="259672" y="86740"/>
                </a:lnTo>
                <a:cubicBezTo>
                  <a:pt x="260094" y="86487"/>
                  <a:pt x="262245" y="84926"/>
                  <a:pt x="262625" y="84631"/>
                </a:cubicBezTo>
                <a:cubicBezTo>
                  <a:pt x="263764" y="84082"/>
                  <a:pt x="264819" y="84504"/>
                  <a:pt x="264819" y="84082"/>
                </a:cubicBezTo>
                <a:cubicBezTo>
                  <a:pt x="265410" y="82859"/>
                  <a:pt x="266886" y="80032"/>
                  <a:pt x="266464" y="79146"/>
                </a:cubicBezTo>
                <a:cubicBezTo>
                  <a:pt x="266042" y="78260"/>
                  <a:pt x="265663" y="77585"/>
                  <a:pt x="265410" y="77164"/>
                </a:cubicBezTo>
                <a:cubicBezTo>
                  <a:pt x="265051" y="76788"/>
                  <a:pt x="264524" y="76628"/>
                  <a:pt x="264017" y="76742"/>
                </a:cubicBezTo>
                <a:cubicBezTo>
                  <a:pt x="263022" y="77062"/>
                  <a:pt x="261933" y="76877"/>
                  <a:pt x="261106" y="76235"/>
                </a:cubicBezTo>
                <a:cubicBezTo>
                  <a:pt x="260684" y="75898"/>
                  <a:pt x="259967" y="76362"/>
                  <a:pt x="259250" y="76657"/>
                </a:cubicBezTo>
                <a:cubicBezTo>
                  <a:pt x="258533" y="76953"/>
                  <a:pt x="257689" y="76657"/>
                  <a:pt x="257309" y="76953"/>
                </a:cubicBezTo>
                <a:cubicBezTo>
                  <a:pt x="256221" y="77843"/>
                  <a:pt x="255204" y="78813"/>
                  <a:pt x="254272" y="79864"/>
                </a:cubicBezTo>
                <a:cubicBezTo>
                  <a:pt x="253470" y="80792"/>
                  <a:pt x="249504" y="84462"/>
                  <a:pt x="248956" y="85011"/>
                </a:cubicBezTo>
                <a:cubicBezTo>
                  <a:pt x="248407" y="85559"/>
                  <a:pt x="247986" y="84842"/>
                  <a:pt x="247986" y="84167"/>
                </a:cubicBezTo>
                <a:cubicBezTo>
                  <a:pt x="248787" y="82353"/>
                  <a:pt x="249336" y="82226"/>
                  <a:pt x="247986" y="79948"/>
                </a:cubicBezTo>
                <a:cubicBezTo>
                  <a:pt x="246636" y="77670"/>
                  <a:pt x="245159" y="77965"/>
                  <a:pt x="244695" y="77670"/>
                </a:cubicBezTo>
                <a:cubicBezTo>
                  <a:pt x="244231" y="77374"/>
                  <a:pt x="243387" y="76109"/>
                  <a:pt x="242838" y="75898"/>
                </a:cubicBezTo>
                <a:close/>
                <a:moveTo>
                  <a:pt x="376344" y="63980"/>
                </a:moveTo>
                <a:cubicBezTo>
                  <a:pt x="376741" y="63993"/>
                  <a:pt x="377053" y="64322"/>
                  <a:pt x="377040" y="64719"/>
                </a:cubicBezTo>
                <a:cubicBezTo>
                  <a:pt x="377129" y="65845"/>
                  <a:pt x="376695" y="66950"/>
                  <a:pt x="375859" y="67714"/>
                </a:cubicBezTo>
                <a:cubicBezTo>
                  <a:pt x="375049" y="67963"/>
                  <a:pt x="374180" y="67963"/>
                  <a:pt x="373370" y="67714"/>
                </a:cubicBezTo>
                <a:cubicBezTo>
                  <a:pt x="373092" y="67322"/>
                  <a:pt x="372961" y="66845"/>
                  <a:pt x="372990" y="66364"/>
                </a:cubicBezTo>
                <a:cubicBezTo>
                  <a:pt x="372965" y="65820"/>
                  <a:pt x="373129" y="65284"/>
                  <a:pt x="373454" y="64845"/>
                </a:cubicBezTo>
                <a:cubicBezTo>
                  <a:pt x="374336" y="64503"/>
                  <a:pt x="375235" y="64221"/>
                  <a:pt x="376155" y="64001"/>
                </a:cubicBezTo>
                <a:cubicBezTo>
                  <a:pt x="376218" y="63985"/>
                  <a:pt x="376281" y="63980"/>
                  <a:pt x="376344" y="63980"/>
                </a:cubicBezTo>
                <a:close/>
                <a:moveTo>
                  <a:pt x="384044" y="60458"/>
                </a:moveTo>
                <a:cubicBezTo>
                  <a:pt x="384423" y="60162"/>
                  <a:pt x="385267" y="59994"/>
                  <a:pt x="385478" y="60753"/>
                </a:cubicBezTo>
                <a:cubicBezTo>
                  <a:pt x="385617" y="61348"/>
                  <a:pt x="385689" y="61955"/>
                  <a:pt x="385689" y="62567"/>
                </a:cubicBezTo>
                <a:cubicBezTo>
                  <a:pt x="385347" y="63596"/>
                  <a:pt x="384529" y="64394"/>
                  <a:pt x="383495" y="64719"/>
                </a:cubicBezTo>
                <a:cubicBezTo>
                  <a:pt x="383200" y="64845"/>
                  <a:pt x="381976" y="64128"/>
                  <a:pt x="381976" y="63664"/>
                </a:cubicBezTo>
                <a:cubicBezTo>
                  <a:pt x="381976" y="63200"/>
                  <a:pt x="380921" y="61512"/>
                  <a:pt x="381976" y="61470"/>
                </a:cubicBezTo>
                <a:cubicBezTo>
                  <a:pt x="383031" y="61428"/>
                  <a:pt x="383411" y="60753"/>
                  <a:pt x="384044" y="60458"/>
                </a:cubicBezTo>
                <a:close/>
                <a:moveTo>
                  <a:pt x="374045" y="54888"/>
                </a:moveTo>
                <a:cubicBezTo>
                  <a:pt x="375522" y="54340"/>
                  <a:pt x="376070" y="55268"/>
                  <a:pt x="376112" y="56660"/>
                </a:cubicBezTo>
                <a:cubicBezTo>
                  <a:pt x="376154" y="58052"/>
                  <a:pt x="374720" y="58601"/>
                  <a:pt x="373707" y="59656"/>
                </a:cubicBezTo>
                <a:cubicBezTo>
                  <a:pt x="373201" y="60162"/>
                  <a:pt x="373201" y="59656"/>
                  <a:pt x="372610" y="59192"/>
                </a:cubicBezTo>
                <a:cubicBezTo>
                  <a:pt x="372020" y="58727"/>
                  <a:pt x="372020" y="57588"/>
                  <a:pt x="372020" y="56871"/>
                </a:cubicBezTo>
                <a:cubicBezTo>
                  <a:pt x="371724" y="55226"/>
                  <a:pt x="373665" y="55563"/>
                  <a:pt x="374045" y="54888"/>
                </a:cubicBezTo>
                <a:close/>
                <a:moveTo>
                  <a:pt x="492596" y="53158"/>
                </a:moveTo>
                <a:cubicBezTo>
                  <a:pt x="491330" y="53453"/>
                  <a:pt x="490191" y="53243"/>
                  <a:pt x="489811" y="54550"/>
                </a:cubicBezTo>
                <a:cubicBezTo>
                  <a:pt x="489685" y="55014"/>
                  <a:pt x="489389" y="56702"/>
                  <a:pt x="489389" y="57208"/>
                </a:cubicBezTo>
                <a:cubicBezTo>
                  <a:pt x="489200" y="58141"/>
                  <a:pt x="489200" y="59103"/>
                  <a:pt x="489389" y="60035"/>
                </a:cubicBezTo>
                <a:cubicBezTo>
                  <a:pt x="490052" y="61191"/>
                  <a:pt x="490398" y="62499"/>
                  <a:pt x="490402" y="63832"/>
                </a:cubicBezTo>
                <a:cubicBezTo>
                  <a:pt x="490233" y="65140"/>
                  <a:pt x="489769" y="66279"/>
                  <a:pt x="490613" y="66869"/>
                </a:cubicBezTo>
                <a:cubicBezTo>
                  <a:pt x="491587" y="67325"/>
                  <a:pt x="492663" y="67515"/>
                  <a:pt x="493735" y="67418"/>
                </a:cubicBezTo>
                <a:cubicBezTo>
                  <a:pt x="494562" y="67367"/>
                  <a:pt x="495397" y="67367"/>
                  <a:pt x="496224" y="67418"/>
                </a:cubicBezTo>
                <a:cubicBezTo>
                  <a:pt x="496688" y="67713"/>
                  <a:pt x="496477" y="68810"/>
                  <a:pt x="496224" y="69738"/>
                </a:cubicBezTo>
                <a:cubicBezTo>
                  <a:pt x="496000" y="70692"/>
                  <a:pt x="495599" y="71595"/>
                  <a:pt x="495043" y="72396"/>
                </a:cubicBezTo>
                <a:cubicBezTo>
                  <a:pt x="493988" y="74084"/>
                  <a:pt x="492385" y="78893"/>
                  <a:pt x="488166" y="79484"/>
                </a:cubicBezTo>
                <a:cubicBezTo>
                  <a:pt x="486057" y="79737"/>
                  <a:pt x="483188" y="80496"/>
                  <a:pt x="481331" y="80496"/>
                </a:cubicBezTo>
                <a:cubicBezTo>
                  <a:pt x="480698" y="80496"/>
                  <a:pt x="479644" y="80496"/>
                  <a:pt x="478969" y="80496"/>
                </a:cubicBezTo>
                <a:cubicBezTo>
                  <a:pt x="476986" y="80665"/>
                  <a:pt x="473695" y="81214"/>
                  <a:pt x="472767" y="81214"/>
                </a:cubicBezTo>
                <a:cubicBezTo>
                  <a:pt x="471839" y="81214"/>
                  <a:pt x="470615" y="80285"/>
                  <a:pt x="470109" y="80285"/>
                </a:cubicBezTo>
                <a:cubicBezTo>
                  <a:pt x="468274" y="80281"/>
                  <a:pt x="466468" y="80762"/>
                  <a:pt x="464878" y="81678"/>
                </a:cubicBezTo>
                <a:cubicBezTo>
                  <a:pt x="464975" y="82686"/>
                  <a:pt x="464814" y="83703"/>
                  <a:pt x="464414" y="84631"/>
                </a:cubicBezTo>
                <a:lnTo>
                  <a:pt x="464414" y="84462"/>
                </a:lnTo>
                <a:cubicBezTo>
                  <a:pt x="463950" y="85264"/>
                  <a:pt x="463663" y="86154"/>
                  <a:pt x="463570" y="87078"/>
                </a:cubicBezTo>
                <a:cubicBezTo>
                  <a:pt x="464835" y="89103"/>
                  <a:pt x="466354" y="91930"/>
                  <a:pt x="466818" y="92140"/>
                </a:cubicBezTo>
                <a:cubicBezTo>
                  <a:pt x="467283" y="92351"/>
                  <a:pt x="474708" y="91044"/>
                  <a:pt x="478927" y="90706"/>
                </a:cubicBezTo>
                <a:cubicBezTo>
                  <a:pt x="482108" y="90478"/>
                  <a:pt x="485305" y="90605"/>
                  <a:pt x="488461" y="91086"/>
                </a:cubicBezTo>
                <a:cubicBezTo>
                  <a:pt x="489938" y="91339"/>
                  <a:pt x="492174" y="92309"/>
                  <a:pt x="493566" y="92478"/>
                </a:cubicBezTo>
                <a:cubicBezTo>
                  <a:pt x="494958" y="92647"/>
                  <a:pt x="497321" y="92942"/>
                  <a:pt x="498207" y="92942"/>
                </a:cubicBezTo>
                <a:cubicBezTo>
                  <a:pt x="499827" y="92955"/>
                  <a:pt x="501439" y="93225"/>
                  <a:pt x="502974" y="93744"/>
                </a:cubicBezTo>
                <a:cubicBezTo>
                  <a:pt x="503860" y="94081"/>
                  <a:pt x="506180" y="94334"/>
                  <a:pt x="507573" y="94883"/>
                </a:cubicBezTo>
                <a:cubicBezTo>
                  <a:pt x="508965" y="95431"/>
                  <a:pt x="511370" y="96275"/>
                  <a:pt x="512509" y="96570"/>
                </a:cubicBezTo>
                <a:cubicBezTo>
                  <a:pt x="513648" y="96866"/>
                  <a:pt x="514618" y="96823"/>
                  <a:pt x="515631" y="97077"/>
                </a:cubicBezTo>
                <a:cubicBezTo>
                  <a:pt x="516610" y="97444"/>
                  <a:pt x="517567" y="97870"/>
                  <a:pt x="518500" y="98342"/>
                </a:cubicBezTo>
                <a:cubicBezTo>
                  <a:pt x="518964" y="98469"/>
                  <a:pt x="519765" y="98511"/>
                  <a:pt x="521284" y="98849"/>
                </a:cubicBezTo>
                <a:cubicBezTo>
                  <a:pt x="521875" y="98975"/>
                  <a:pt x="522550" y="98258"/>
                  <a:pt x="523056" y="97752"/>
                </a:cubicBezTo>
                <a:cubicBezTo>
                  <a:pt x="523541" y="97351"/>
                  <a:pt x="523929" y="96845"/>
                  <a:pt x="524195" y="96275"/>
                </a:cubicBezTo>
                <a:cubicBezTo>
                  <a:pt x="524296" y="95916"/>
                  <a:pt x="524296" y="95537"/>
                  <a:pt x="524195" y="95178"/>
                </a:cubicBezTo>
                <a:cubicBezTo>
                  <a:pt x="524195" y="95094"/>
                  <a:pt x="524195" y="94630"/>
                  <a:pt x="524195" y="94419"/>
                </a:cubicBezTo>
                <a:cubicBezTo>
                  <a:pt x="524301" y="93761"/>
                  <a:pt x="524301" y="93094"/>
                  <a:pt x="524195" y="92436"/>
                </a:cubicBezTo>
                <a:cubicBezTo>
                  <a:pt x="523984" y="90790"/>
                  <a:pt x="522634" y="90115"/>
                  <a:pt x="521917" y="89440"/>
                </a:cubicBezTo>
                <a:cubicBezTo>
                  <a:pt x="521339" y="88820"/>
                  <a:pt x="520719" y="88242"/>
                  <a:pt x="520061" y="87711"/>
                </a:cubicBezTo>
                <a:cubicBezTo>
                  <a:pt x="519407" y="87272"/>
                  <a:pt x="518715" y="86888"/>
                  <a:pt x="517993" y="86572"/>
                </a:cubicBezTo>
                <a:cubicBezTo>
                  <a:pt x="517314" y="86420"/>
                  <a:pt x="516622" y="86323"/>
                  <a:pt x="515926" y="86276"/>
                </a:cubicBezTo>
                <a:cubicBezTo>
                  <a:pt x="515167" y="86276"/>
                  <a:pt x="514618" y="86825"/>
                  <a:pt x="513606" y="86572"/>
                </a:cubicBezTo>
                <a:cubicBezTo>
                  <a:pt x="510914" y="85804"/>
                  <a:pt x="508184" y="85200"/>
                  <a:pt x="505421" y="84757"/>
                </a:cubicBezTo>
                <a:cubicBezTo>
                  <a:pt x="504915" y="84040"/>
                  <a:pt x="505759" y="82268"/>
                  <a:pt x="506307" y="80159"/>
                </a:cubicBezTo>
                <a:cubicBezTo>
                  <a:pt x="506518" y="79568"/>
                  <a:pt x="506645" y="78809"/>
                  <a:pt x="507066" y="78514"/>
                </a:cubicBezTo>
                <a:cubicBezTo>
                  <a:pt x="507484" y="78096"/>
                  <a:pt x="507775" y="77569"/>
                  <a:pt x="507910" y="76995"/>
                </a:cubicBezTo>
                <a:cubicBezTo>
                  <a:pt x="508104" y="76429"/>
                  <a:pt x="508454" y="75932"/>
                  <a:pt x="508923" y="75560"/>
                </a:cubicBezTo>
                <a:cubicBezTo>
                  <a:pt x="509412" y="75176"/>
                  <a:pt x="509792" y="74666"/>
                  <a:pt x="510020" y="74084"/>
                </a:cubicBezTo>
                <a:cubicBezTo>
                  <a:pt x="510652" y="71721"/>
                  <a:pt x="509345" y="72101"/>
                  <a:pt x="510020" y="70118"/>
                </a:cubicBezTo>
                <a:cubicBezTo>
                  <a:pt x="510695" y="68135"/>
                  <a:pt x="512720" y="68557"/>
                  <a:pt x="515209" y="68135"/>
                </a:cubicBezTo>
                <a:cubicBezTo>
                  <a:pt x="516124" y="68021"/>
                  <a:pt x="517002" y="67705"/>
                  <a:pt x="517782" y="67207"/>
                </a:cubicBezTo>
                <a:cubicBezTo>
                  <a:pt x="518816" y="66418"/>
                  <a:pt x="519989" y="65827"/>
                  <a:pt x="521242" y="65477"/>
                </a:cubicBezTo>
                <a:cubicBezTo>
                  <a:pt x="523604" y="64591"/>
                  <a:pt x="525081" y="64971"/>
                  <a:pt x="525714" y="63030"/>
                </a:cubicBezTo>
                <a:cubicBezTo>
                  <a:pt x="525840" y="62735"/>
                  <a:pt x="525208" y="61891"/>
                  <a:pt x="525208" y="61343"/>
                </a:cubicBezTo>
                <a:cubicBezTo>
                  <a:pt x="525347" y="60575"/>
                  <a:pt x="525347" y="59790"/>
                  <a:pt x="525208" y="59022"/>
                </a:cubicBezTo>
                <a:cubicBezTo>
                  <a:pt x="524828" y="57968"/>
                  <a:pt x="524026" y="57293"/>
                  <a:pt x="523520" y="56238"/>
                </a:cubicBezTo>
                <a:cubicBezTo>
                  <a:pt x="523237" y="55664"/>
                  <a:pt x="522761" y="55217"/>
                  <a:pt x="522170" y="54972"/>
                </a:cubicBezTo>
                <a:cubicBezTo>
                  <a:pt x="521664" y="54972"/>
                  <a:pt x="521242" y="55268"/>
                  <a:pt x="520272" y="54972"/>
                </a:cubicBezTo>
                <a:cubicBezTo>
                  <a:pt x="519584" y="54715"/>
                  <a:pt x="518845" y="54626"/>
                  <a:pt x="518120" y="54719"/>
                </a:cubicBezTo>
                <a:cubicBezTo>
                  <a:pt x="515449" y="55449"/>
                  <a:pt x="512703" y="55875"/>
                  <a:pt x="509935" y="55985"/>
                </a:cubicBezTo>
                <a:lnTo>
                  <a:pt x="508627" y="55985"/>
                </a:lnTo>
                <a:lnTo>
                  <a:pt x="506771" y="55985"/>
                </a:lnTo>
                <a:cubicBezTo>
                  <a:pt x="503227" y="55900"/>
                  <a:pt x="496941" y="55183"/>
                  <a:pt x="496477" y="55183"/>
                </a:cubicBezTo>
                <a:cubicBezTo>
                  <a:pt x="495254" y="54677"/>
                  <a:pt x="493102" y="53158"/>
                  <a:pt x="492596" y="53158"/>
                </a:cubicBezTo>
                <a:close/>
                <a:moveTo>
                  <a:pt x="358942" y="50247"/>
                </a:moveTo>
                <a:cubicBezTo>
                  <a:pt x="358267" y="50753"/>
                  <a:pt x="357507" y="50964"/>
                  <a:pt x="355609" y="50964"/>
                </a:cubicBezTo>
                <a:cubicBezTo>
                  <a:pt x="351896" y="51302"/>
                  <a:pt x="348184" y="56196"/>
                  <a:pt x="344555" y="58305"/>
                </a:cubicBezTo>
                <a:cubicBezTo>
                  <a:pt x="343674" y="58596"/>
                  <a:pt x="342771" y="58820"/>
                  <a:pt x="341856" y="58980"/>
                </a:cubicBezTo>
                <a:cubicBezTo>
                  <a:pt x="341096" y="59318"/>
                  <a:pt x="340126" y="59951"/>
                  <a:pt x="339957" y="60541"/>
                </a:cubicBezTo>
                <a:cubicBezTo>
                  <a:pt x="339788" y="61132"/>
                  <a:pt x="339873" y="61807"/>
                  <a:pt x="339198" y="62187"/>
                </a:cubicBezTo>
                <a:cubicBezTo>
                  <a:pt x="338522" y="62566"/>
                  <a:pt x="337974" y="62651"/>
                  <a:pt x="338016" y="63157"/>
                </a:cubicBezTo>
                <a:cubicBezTo>
                  <a:pt x="338058" y="63663"/>
                  <a:pt x="338438" y="65773"/>
                  <a:pt x="339071" y="65899"/>
                </a:cubicBezTo>
                <a:cubicBezTo>
                  <a:pt x="339704" y="66026"/>
                  <a:pt x="340168" y="65899"/>
                  <a:pt x="340421" y="66532"/>
                </a:cubicBezTo>
                <a:cubicBezTo>
                  <a:pt x="340674" y="67165"/>
                  <a:pt x="341518" y="67966"/>
                  <a:pt x="342151" y="67966"/>
                </a:cubicBezTo>
                <a:cubicBezTo>
                  <a:pt x="342999" y="68042"/>
                  <a:pt x="343838" y="68228"/>
                  <a:pt x="344640" y="68515"/>
                </a:cubicBezTo>
                <a:cubicBezTo>
                  <a:pt x="345441" y="68726"/>
                  <a:pt x="346918" y="68810"/>
                  <a:pt x="346918" y="70118"/>
                </a:cubicBezTo>
                <a:cubicBezTo>
                  <a:pt x="346918" y="71426"/>
                  <a:pt x="347382" y="73324"/>
                  <a:pt x="346918" y="74337"/>
                </a:cubicBezTo>
                <a:cubicBezTo>
                  <a:pt x="346454" y="75349"/>
                  <a:pt x="345146" y="76826"/>
                  <a:pt x="344640" y="76826"/>
                </a:cubicBezTo>
                <a:cubicBezTo>
                  <a:pt x="344134" y="76826"/>
                  <a:pt x="343248" y="76826"/>
                  <a:pt x="342741" y="76826"/>
                </a:cubicBezTo>
                <a:cubicBezTo>
                  <a:pt x="341260" y="77142"/>
                  <a:pt x="340256" y="78526"/>
                  <a:pt x="340421" y="80032"/>
                </a:cubicBezTo>
                <a:cubicBezTo>
                  <a:pt x="340548" y="81045"/>
                  <a:pt x="342530" y="82817"/>
                  <a:pt x="342530" y="82817"/>
                </a:cubicBezTo>
                <a:lnTo>
                  <a:pt x="343532" y="83972"/>
                </a:lnTo>
                <a:lnTo>
                  <a:pt x="344260" y="85348"/>
                </a:lnTo>
                <a:cubicBezTo>
                  <a:pt x="344513" y="85939"/>
                  <a:pt x="344260" y="86572"/>
                  <a:pt x="344260" y="87415"/>
                </a:cubicBezTo>
                <a:cubicBezTo>
                  <a:pt x="344345" y="87947"/>
                  <a:pt x="344345" y="88487"/>
                  <a:pt x="344260" y="89019"/>
                </a:cubicBezTo>
                <a:cubicBezTo>
                  <a:pt x="344020" y="89757"/>
                  <a:pt x="343564" y="90402"/>
                  <a:pt x="342952" y="90875"/>
                </a:cubicBezTo>
                <a:cubicBezTo>
                  <a:pt x="342530" y="91212"/>
                  <a:pt x="341433" y="92562"/>
                  <a:pt x="341012" y="92773"/>
                </a:cubicBezTo>
                <a:cubicBezTo>
                  <a:pt x="339379" y="93672"/>
                  <a:pt x="338177" y="95195"/>
                  <a:pt x="337679" y="96992"/>
                </a:cubicBezTo>
                <a:cubicBezTo>
                  <a:pt x="337835" y="98325"/>
                  <a:pt x="338248" y="99616"/>
                  <a:pt x="338902" y="100789"/>
                </a:cubicBezTo>
                <a:cubicBezTo>
                  <a:pt x="339383" y="101532"/>
                  <a:pt x="339999" y="102173"/>
                  <a:pt x="340716" y="102688"/>
                </a:cubicBezTo>
                <a:cubicBezTo>
                  <a:pt x="341391" y="103278"/>
                  <a:pt x="341180" y="104671"/>
                  <a:pt x="342024" y="104671"/>
                </a:cubicBezTo>
                <a:cubicBezTo>
                  <a:pt x="342877" y="104708"/>
                  <a:pt x="343724" y="104822"/>
                  <a:pt x="344555" y="105008"/>
                </a:cubicBezTo>
                <a:cubicBezTo>
                  <a:pt x="345146" y="105303"/>
                  <a:pt x="346285" y="104713"/>
                  <a:pt x="346285" y="104713"/>
                </a:cubicBezTo>
                <a:cubicBezTo>
                  <a:pt x="347213" y="104375"/>
                  <a:pt x="348184" y="101928"/>
                  <a:pt x="350040" y="100494"/>
                </a:cubicBezTo>
                <a:cubicBezTo>
                  <a:pt x="351896" y="99059"/>
                  <a:pt x="356031" y="96697"/>
                  <a:pt x="358225" y="94841"/>
                </a:cubicBezTo>
                <a:cubicBezTo>
                  <a:pt x="360731" y="93237"/>
                  <a:pt x="362376" y="90584"/>
                  <a:pt x="362697" y="87626"/>
                </a:cubicBezTo>
                <a:cubicBezTo>
                  <a:pt x="362570" y="86888"/>
                  <a:pt x="362266" y="86196"/>
                  <a:pt x="361811" y="85601"/>
                </a:cubicBezTo>
                <a:cubicBezTo>
                  <a:pt x="361224" y="85095"/>
                  <a:pt x="360507" y="84757"/>
                  <a:pt x="359743" y="84631"/>
                </a:cubicBezTo>
                <a:lnTo>
                  <a:pt x="357634" y="84926"/>
                </a:lnTo>
                <a:cubicBezTo>
                  <a:pt x="357339" y="84842"/>
                  <a:pt x="357043" y="83281"/>
                  <a:pt x="357043" y="82817"/>
                </a:cubicBezTo>
                <a:cubicBezTo>
                  <a:pt x="358212" y="80433"/>
                  <a:pt x="359878" y="78332"/>
                  <a:pt x="361937" y="76657"/>
                </a:cubicBezTo>
                <a:cubicBezTo>
                  <a:pt x="362191" y="76404"/>
                  <a:pt x="362232" y="76320"/>
                  <a:pt x="362191" y="75476"/>
                </a:cubicBezTo>
                <a:cubicBezTo>
                  <a:pt x="362148" y="74632"/>
                  <a:pt x="361768" y="74421"/>
                  <a:pt x="360629" y="72860"/>
                </a:cubicBezTo>
                <a:cubicBezTo>
                  <a:pt x="360039" y="72017"/>
                  <a:pt x="360376" y="71173"/>
                  <a:pt x="359743" y="71173"/>
                </a:cubicBezTo>
                <a:cubicBezTo>
                  <a:pt x="359111" y="71173"/>
                  <a:pt x="358393" y="72017"/>
                  <a:pt x="357845" y="71510"/>
                </a:cubicBezTo>
                <a:cubicBezTo>
                  <a:pt x="357296" y="71004"/>
                  <a:pt x="357296" y="69527"/>
                  <a:pt x="357296" y="69021"/>
                </a:cubicBezTo>
                <a:cubicBezTo>
                  <a:pt x="356815" y="67857"/>
                  <a:pt x="356740" y="66562"/>
                  <a:pt x="357086" y="65351"/>
                </a:cubicBezTo>
                <a:cubicBezTo>
                  <a:pt x="357824" y="64068"/>
                  <a:pt x="358655" y="62840"/>
                  <a:pt x="359575" y="61680"/>
                </a:cubicBezTo>
                <a:cubicBezTo>
                  <a:pt x="360461" y="60626"/>
                  <a:pt x="361009" y="59908"/>
                  <a:pt x="361009" y="59107"/>
                </a:cubicBezTo>
                <a:cubicBezTo>
                  <a:pt x="360714" y="57250"/>
                  <a:pt x="361515" y="56575"/>
                  <a:pt x="361515" y="55732"/>
                </a:cubicBezTo>
                <a:cubicBezTo>
                  <a:pt x="361515" y="54888"/>
                  <a:pt x="362022" y="53664"/>
                  <a:pt x="361515" y="52778"/>
                </a:cubicBezTo>
                <a:cubicBezTo>
                  <a:pt x="361009" y="51892"/>
                  <a:pt x="359617" y="49741"/>
                  <a:pt x="358942" y="50247"/>
                </a:cubicBezTo>
                <a:close/>
                <a:moveTo>
                  <a:pt x="386997" y="49572"/>
                </a:moveTo>
                <a:cubicBezTo>
                  <a:pt x="387250" y="49741"/>
                  <a:pt x="387504" y="51133"/>
                  <a:pt x="387504" y="51640"/>
                </a:cubicBezTo>
                <a:cubicBezTo>
                  <a:pt x="387318" y="52812"/>
                  <a:pt x="386752" y="53892"/>
                  <a:pt x="385900" y="54719"/>
                </a:cubicBezTo>
                <a:cubicBezTo>
                  <a:pt x="384942" y="54994"/>
                  <a:pt x="383938" y="55078"/>
                  <a:pt x="382947" y="54972"/>
                </a:cubicBezTo>
                <a:cubicBezTo>
                  <a:pt x="382061" y="54762"/>
                  <a:pt x="381850" y="53327"/>
                  <a:pt x="381808" y="52483"/>
                </a:cubicBezTo>
                <a:cubicBezTo>
                  <a:pt x="381723" y="50880"/>
                  <a:pt x="385014" y="50500"/>
                  <a:pt x="386997" y="49572"/>
                </a:cubicBezTo>
                <a:close/>
                <a:moveTo>
                  <a:pt x="389149" y="41177"/>
                </a:moveTo>
                <a:cubicBezTo>
                  <a:pt x="385652" y="42662"/>
                  <a:pt x="382230" y="44324"/>
                  <a:pt x="378897" y="46155"/>
                </a:cubicBezTo>
                <a:cubicBezTo>
                  <a:pt x="378011" y="46577"/>
                  <a:pt x="377041" y="46197"/>
                  <a:pt x="375395" y="46999"/>
                </a:cubicBezTo>
                <a:cubicBezTo>
                  <a:pt x="373750" y="47800"/>
                  <a:pt x="372695" y="48686"/>
                  <a:pt x="371176" y="49488"/>
                </a:cubicBezTo>
                <a:cubicBezTo>
                  <a:pt x="370670" y="49783"/>
                  <a:pt x="368983" y="50500"/>
                  <a:pt x="368645" y="50711"/>
                </a:cubicBezTo>
                <a:cubicBezTo>
                  <a:pt x="368017" y="50990"/>
                  <a:pt x="367346" y="51158"/>
                  <a:pt x="366663" y="51217"/>
                </a:cubicBezTo>
                <a:cubicBezTo>
                  <a:pt x="365523" y="51344"/>
                  <a:pt x="365144" y="50078"/>
                  <a:pt x="364342" y="50205"/>
                </a:cubicBezTo>
                <a:cubicBezTo>
                  <a:pt x="363540" y="50332"/>
                  <a:pt x="362823" y="52357"/>
                  <a:pt x="363161" y="53833"/>
                </a:cubicBezTo>
                <a:cubicBezTo>
                  <a:pt x="363275" y="54998"/>
                  <a:pt x="363275" y="56170"/>
                  <a:pt x="363161" y="57335"/>
                </a:cubicBezTo>
                <a:lnTo>
                  <a:pt x="363034" y="57166"/>
                </a:lnTo>
                <a:cubicBezTo>
                  <a:pt x="362984" y="57942"/>
                  <a:pt x="363026" y="58723"/>
                  <a:pt x="363161" y="59486"/>
                </a:cubicBezTo>
                <a:cubicBezTo>
                  <a:pt x="363372" y="60583"/>
                  <a:pt x="364300" y="61385"/>
                  <a:pt x="364300" y="61976"/>
                </a:cubicBezTo>
                <a:cubicBezTo>
                  <a:pt x="364549" y="64026"/>
                  <a:pt x="365042" y="66038"/>
                  <a:pt x="365776" y="67966"/>
                </a:cubicBezTo>
                <a:cubicBezTo>
                  <a:pt x="366072" y="68895"/>
                  <a:pt x="365017" y="70329"/>
                  <a:pt x="365017" y="71890"/>
                </a:cubicBezTo>
                <a:cubicBezTo>
                  <a:pt x="365186" y="72751"/>
                  <a:pt x="365532" y="73569"/>
                  <a:pt x="366030" y="74295"/>
                </a:cubicBezTo>
                <a:cubicBezTo>
                  <a:pt x="366240" y="74632"/>
                  <a:pt x="367548" y="74970"/>
                  <a:pt x="367548" y="76362"/>
                </a:cubicBezTo>
                <a:cubicBezTo>
                  <a:pt x="367548" y="76868"/>
                  <a:pt x="368012" y="77417"/>
                  <a:pt x="368265" y="77839"/>
                </a:cubicBezTo>
                <a:cubicBezTo>
                  <a:pt x="368519" y="78260"/>
                  <a:pt x="368477" y="78767"/>
                  <a:pt x="369067" y="78767"/>
                </a:cubicBezTo>
                <a:cubicBezTo>
                  <a:pt x="369531" y="78830"/>
                  <a:pt x="369995" y="78830"/>
                  <a:pt x="370459" y="78767"/>
                </a:cubicBezTo>
                <a:cubicBezTo>
                  <a:pt x="370966" y="78682"/>
                  <a:pt x="371725" y="78176"/>
                  <a:pt x="372063" y="78176"/>
                </a:cubicBezTo>
                <a:cubicBezTo>
                  <a:pt x="372657" y="77948"/>
                  <a:pt x="373235" y="77682"/>
                  <a:pt x="373792" y="77374"/>
                </a:cubicBezTo>
                <a:cubicBezTo>
                  <a:pt x="374467" y="76868"/>
                  <a:pt x="375227" y="76742"/>
                  <a:pt x="375227" y="77374"/>
                </a:cubicBezTo>
                <a:cubicBezTo>
                  <a:pt x="375345" y="78159"/>
                  <a:pt x="375345" y="78952"/>
                  <a:pt x="375227" y="79737"/>
                </a:cubicBezTo>
                <a:cubicBezTo>
                  <a:pt x="375024" y="80167"/>
                  <a:pt x="374699" y="80534"/>
                  <a:pt x="374299" y="80792"/>
                </a:cubicBezTo>
                <a:cubicBezTo>
                  <a:pt x="373953" y="80939"/>
                  <a:pt x="373577" y="81011"/>
                  <a:pt x="373202" y="81003"/>
                </a:cubicBezTo>
                <a:cubicBezTo>
                  <a:pt x="372695" y="81087"/>
                  <a:pt x="372527" y="81298"/>
                  <a:pt x="372020" y="81382"/>
                </a:cubicBezTo>
                <a:cubicBezTo>
                  <a:pt x="371514" y="81467"/>
                  <a:pt x="371767" y="81045"/>
                  <a:pt x="370881" y="81171"/>
                </a:cubicBezTo>
                <a:cubicBezTo>
                  <a:pt x="369995" y="81298"/>
                  <a:pt x="369995" y="81804"/>
                  <a:pt x="369995" y="82775"/>
                </a:cubicBezTo>
                <a:cubicBezTo>
                  <a:pt x="369995" y="83745"/>
                  <a:pt x="369995" y="84378"/>
                  <a:pt x="369995" y="84757"/>
                </a:cubicBezTo>
                <a:cubicBezTo>
                  <a:pt x="369995" y="85137"/>
                  <a:pt x="369742" y="85812"/>
                  <a:pt x="369995" y="86403"/>
                </a:cubicBezTo>
                <a:cubicBezTo>
                  <a:pt x="370248" y="86993"/>
                  <a:pt x="370755" y="86993"/>
                  <a:pt x="371767" y="86993"/>
                </a:cubicBezTo>
                <a:cubicBezTo>
                  <a:pt x="372400" y="87268"/>
                  <a:pt x="373117" y="87268"/>
                  <a:pt x="373750" y="86993"/>
                </a:cubicBezTo>
                <a:cubicBezTo>
                  <a:pt x="374130" y="86909"/>
                  <a:pt x="375227" y="87289"/>
                  <a:pt x="374720" y="88259"/>
                </a:cubicBezTo>
                <a:cubicBezTo>
                  <a:pt x="373155" y="89090"/>
                  <a:pt x="371649" y="90018"/>
                  <a:pt x="370206" y="91044"/>
                </a:cubicBezTo>
                <a:cubicBezTo>
                  <a:pt x="369088" y="91790"/>
                  <a:pt x="367882" y="92398"/>
                  <a:pt x="366620" y="92858"/>
                </a:cubicBezTo>
                <a:cubicBezTo>
                  <a:pt x="365903" y="93069"/>
                  <a:pt x="365734" y="92436"/>
                  <a:pt x="365228" y="92436"/>
                </a:cubicBezTo>
                <a:cubicBezTo>
                  <a:pt x="364722" y="92436"/>
                  <a:pt x="364300" y="93406"/>
                  <a:pt x="364300" y="93406"/>
                </a:cubicBezTo>
                <a:cubicBezTo>
                  <a:pt x="363802" y="93988"/>
                  <a:pt x="363574" y="94756"/>
                  <a:pt x="363667" y="95516"/>
                </a:cubicBezTo>
                <a:cubicBezTo>
                  <a:pt x="363667" y="95895"/>
                  <a:pt x="363667" y="96739"/>
                  <a:pt x="363667" y="97245"/>
                </a:cubicBezTo>
                <a:cubicBezTo>
                  <a:pt x="363751" y="98975"/>
                  <a:pt x="364637" y="99819"/>
                  <a:pt x="364806" y="100874"/>
                </a:cubicBezTo>
                <a:cubicBezTo>
                  <a:pt x="364975" y="101928"/>
                  <a:pt x="367000" y="102139"/>
                  <a:pt x="367801" y="101928"/>
                </a:cubicBezTo>
                <a:cubicBezTo>
                  <a:pt x="369265" y="101414"/>
                  <a:pt x="370679" y="100764"/>
                  <a:pt x="372020" y="99988"/>
                </a:cubicBezTo>
                <a:cubicBezTo>
                  <a:pt x="373459" y="99777"/>
                  <a:pt x="374872" y="99422"/>
                  <a:pt x="376239" y="98933"/>
                </a:cubicBezTo>
                <a:cubicBezTo>
                  <a:pt x="377526" y="98165"/>
                  <a:pt x="378969" y="97693"/>
                  <a:pt x="380458" y="97541"/>
                </a:cubicBezTo>
                <a:cubicBezTo>
                  <a:pt x="381601" y="97296"/>
                  <a:pt x="382715" y="96942"/>
                  <a:pt x="383791" y="96486"/>
                </a:cubicBezTo>
                <a:cubicBezTo>
                  <a:pt x="384761" y="96148"/>
                  <a:pt x="385765" y="95908"/>
                  <a:pt x="386786" y="95769"/>
                </a:cubicBezTo>
                <a:cubicBezTo>
                  <a:pt x="387959" y="95769"/>
                  <a:pt x="389132" y="95672"/>
                  <a:pt x="390288" y="95473"/>
                </a:cubicBezTo>
                <a:cubicBezTo>
                  <a:pt x="390794" y="95305"/>
                  <a:pt x="393030" y="95051"/>
                  <a:pt x="396616" y="94334"/>
                </a:cubicBezTo>
                <a:cubicBezTo>
                  <a:pt x="400202" y="93617"/>
                  <a:pt x="399612" y="94334"/>
                  <a:pt x="400624" y="94334"/>
                </a:cubicBezTo>
                <a:cubicBezTo>
                  <a:pt x="403029" y="93786"/>
                  <a:pt x="404379" y="90411"/>
                  <a:pt x="403999" y="87626"/>
                </a:cubicBezTo>
                <a:cubicBezTo>
                  <a:pt x="403704" y="85643"/>
                  <a:pt x="401890" y="84800"/>
                  <a:pt x="401131" y="84167"/>
                </a:cubicBezTo>
                <a:cubicBezTo>
                  <a:pt x="400371" y="83534"/>
                  <a:pt x="399190" y="84715"/>
                  <a:pt x="398262" y="84631"/>
                </a:cubicBezTo>
                <a:cubicBezTo>
                  <a:pt x="397334" y="84547"/>
                  <a:pt x="395646" y="85770"/>
                  <a:pt x="395013" y="85770"/>
                </a:cubicBezTo>
                <a:cubicBezTo>
                  <a:pt x="394119" y="85905"/>
                  <a:pt x="393216" y="85989"/>
                  <a:pt x="392313" y="86023"/>
                </a:cubicBezTo>
                <a:cubicBezTo>
                  <a:pt x="391140" y="86356"/>
                  <a:pt x="389984" y="86753"/>
                  <a:pt x="388854" y="87204"/>
                </a:cubicBezTo>
                <a:cubicBezTo>
                  <a:pt x="388347" y="87289"/>
                  <a:pt x="387419" y="87289"/>
                  <a:pt x="387419" y="86361"/>
                </a:cubicBezTo>
                <a:cubicBezTo>
                  <a:pt x="387369" y="85740"/>
                  <a:pt x="387584" y="85125"/>
                  <a:pt x="388010" y="84673"/>
                </a:cubicBezTo>
                <a:cubicBezTo>
                  <a:pt x="388769" y="84040"/>
                  <a:pt x="390035" y="83745"/>
                  <a:pt x="390583" y="83323"/>
                </a:cubicBezTo>
                <a:cubicBezTo>
                  <a:pt x="391351" y="82749"/>
                  <a:pt x="392043" y="82083"/>
                  <a:pt x="392651" y="81340"/>
                </a:cubicBezTo>
                <a:cubicBezTo>
                  <a:pt x="392883" y="80914"/>
                  <a:pt x="392971" y="80429"/>
                  <a:pt x="392904" y="79948"/>
                </a:cubicBezTo>
                <a:cubicBezTo>
                  <a:pt x="392309" y="78969"/>
                  <a:pt x="391921" y="77876"/>
                  <a:pt x="391765" y="76742"/>
                </a:cubicBezTo>
                <a:cubicBezTo>
                  <a:pt x="391659" y="76151"/>
                  <a:pt x="391145" y="75721"/>
                  <a:pt x="390541" y="75729"/>
                </a:cubicBezTo>
                <a:cubicBezTo>
                  <a:pt x="389626" y="75670"/>
                  <a:pt x="388723" y="75514"/>
                  <a:pt x="387841" y="75265"/>
                </a:cubicBezTo>
                <a:cubicBezTo>
                  <a:pt x="387166" y="75181"/>
                  <a:pt x="386365" y="75940"/>
                  <a:pt x="386111" y="76404"/>
                </a:cubicBezTo>
                <a:cubicBezTo>
                  <a:pt x="385858" y="76868"/>
                  <a:pt x="384593" y="77881"/>
                  <a:pt x="383833" y="77121"/>
                </a:cubicBezTo>
                <a:cubicBezTo>
                  <a:pt x="383407" y="76413"/>
                  <a:pt x="383285" y="75560"/>
                  <a:pt x="383496" y="74759"/>
                </a:cubicBezTo>
                <a:cubicBezTo>
                  <a:pt x="383791" y="73831"/>
                  <a:pt x="385901" y="74084"/>
                  <a:pt x="386407" y="73409"/>
                </a:cubicBezTo>
                <a:cubicBezTo>
                  <a:pt x="386913" y="72734"/>
                  <a:pt x="388136" y="72734"/>
                  <a:pt x="388390" y="72438"/>
                </a:cubicBezTo>
                <a:cubicBezTo>
                  <a:pt x="388959" y="72017"/>
                  <a:pt x="389693" y="71894"/>
                  <a:pt x="390373" y="72101"/>
                </a:cubicBezTo>
                <a:cubicBezTo>
                  <a:pt x="390837" y="72270"/>
                  <a:pt x="391723" y="70877"/>
                  <a:pt x="391723" y="70287"/>
                </a:cubicBezTo>
                <a:cubicBezTo>
                  <a:pt x="392566" y="66363"/>
                  <a:pt x="394001" y="63494"/>
                  <a:pt x="395140" y="59529"/>
                </a:cubicBezTo>
                <a:cubicBezTo>
                  <a:pt x="395309" y="58938"/>
                  <a:pt x="396954" y="57377"/>
                  <a:pt x="396954" y="56744"/>
                </a:cubicBezTo>
                <a:cubicBezTo>
                  <a:pt x="397338" y="55166"/>
                  <a:pt x="397903" y="53635"/>
                  <a:pt x="398641" y="52188"/>
                </a:cubicBezTo>
                <a:cubicBezTo>
                  <a:pt x="399030" y="51327"/>
                  <a:pt x="399118" y="50361"/>
                  <a:pt x="398894" y="49446"/>
                </a:cubicBezTo>
                <a:cubicBezTo>
                  <a:pt x="398852" y="49108"/>
                  <a:pt x="399865" y="47378"/>
                  <a:pt x="399865" y="46408"/>
                </a:cubicBezTo>
                <a:cubicBezTo>
                  <a:pt x="399527" y="45151"/>
                  <a:pt x="398768" y="44050"/>
                  <a:pt x="397713" y="43286"/>
                </a:cubicBezTo>
                <a:cubicBezTo>
                  <a:pt x="397334" y="43033"/>
                  <a:pt x="396954" y="41641"/>
                  <a:pt x="396616" y="41430"/>
                </a:cubicBezTo>
                <a:cubicBezTo>
                  <a:pt x="394992" y="41290"/>
                  <a:pt x="393355" y="41404"/>
                  <a:pt x="391765" y="41767"/>
                </a:cubicBezTo>
                <a:cubicBezTo>
                  <a:pt x="390963" y="41852"/>
                  <a:pt x="390119" y="41177"/>
                  <a:pt x="389149" y="41177"/>
                </a:cubicBezTo>
                <a:close/>
                <a:moveTo>
                  <a:pt x="428131" y="15188"/>
                </a:moveTo>
                <a:cubicBezTo>
                  <a:pt x="656128" y="15281"/>
                  <a:pt x="840906" y="200135"/>
                  <a:pt x="840906" y="428131"/>
                </a:cubicBezTo>
                <a:cubicBezTo>
                  <a:pt x="840906" y="428186"/>
                  <a:pt x="840906" y="428245"/>
                  <a:pt x="840906" y="428300"/>
                </a:cubicBezTo>
                <a:cubicBezTo>
                  <a:pt x="840813" y="656363"/>
                  <a:pt x="655858" y="841167"/>
                  <a:pt x="427794" y="841074"/>
                </a:cubicBezTo>
                <a:cubicBezTo>
                  <a:pt x="199730" y="840981"/>
                  <a:pt x="14927" y="656026"/>
                  <a:pt x="15019" y="427962"/>
                </a:cubicBezTo>
                <a:cubicBezTo>
                  <a:pt x="15112" y="199899"/>
                  <a:pt x="200068" y="15096"/>
                  <a:pt x="428131" y="15188"/>
                </a:cubicBezTo>
                <a:close/>
                <a:moveTo>
                  <a:pt x="428131" y="9577"/>
                </a:moveTo>
                <a:cubicBezTo>
                  <a:pt x="196971" y="9577"/>
                  <a:pt x="9577" y="196971"/>
                  <a:pt x="9577" y="428131"/>
                </a:cubicBezTo>
                <a:cubicBezTo>
                  <a:pt x="9577" y="659291"/>
                  <a:pt x="196971" y="846685"/>
                  <a:pt x="428131" y="846685"/>
                </a:cubicBezTo>
                <a:cubicBezTo>
                  <a:pt x="659178" y="846406"/>
                  <a:pt x="846407" y="659177"/>
                  <a:pt x="846686" y="428131"/>
                </a:cubicBezTo>
                <a:cubicBezTo>
                  <a:pt x="846686" y="196971"/>
                  <a:pt x="659292" y="9577"/>
                  <a:pt x="428131" y="9577"/>
                </a:cubicBezTo>
                <a:close/>
                <a:moveTo>
                  <a:pt x="428131" y="0"/>
                </a:moveTo>
                <a:cubicBezTo>
                  <a:pt x="664464" y="279"/>
                  <a:pt x="855984" y="191798"/>
                  <a:pt x="856263" y="428131"/>
                </a:cubicBezTo>
                <a:cubicBezTo>
                  <a:pt x="856263" y="664582"/>
                  <a:pt x="664582" y="856262"/>
                  <a:pt x="428131" y="856262"/>
                </a:cubicBezTo>
                <a:cubicBezTo>
                  <a:pt x="191681" y="856262"/>
                  <a:pt x="0" y="664582"/>
                  <a:pt x="0" y="428131"/>
                </a:cubicBezTo>
                <a:cubicBezTo>
                  <a:pt x="0" y="191680"/>
                  <a:pt x="191681" y="0"/>
                  <a:pt x="428131" y="0"/>
                </a:cubicBezTo>
                <a:close/>
              </a:path>
            </a:pathLst>
          </a:custGeom>
          <a:solidFill>
            <a:schemeClr val="bg1"/>
          </a:solidFill>
          <a:ln w="417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107" name="组合 106"/>
          <p:cNvGrpSpPr/>
          <p:nvPr userDrawn="1"/>
        </p:nvGrpSpPr>
        <p:grpSpPr>
          <a:xfrm>
            <a:off x="10272475" y="6306242"/>
            <a:ext cx="1629579" cy="200423"/>
            <a:chOff x="671368" y="6061309"/>
            <a:chExt cx="2479573" cy="304965"/>
          </a:xfrm>
        </p:grpSpPr>
        <p:grpSp>
          <p:nvGrpSpPr>
            <p:cNvPr id="108" name="组合 10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124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25" name="Freeform 6"/>
              <p:cNvSpPr/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grpSp>
            <p:nvGrpSpPr>
              <p:cNvPr id="126" name="组合 125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13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3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27" name="组合 126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128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9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30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  <p:grpSp>
          <p:nvGrpSpPr>
            <p:cNvPr id="109" name="组合 10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110" name="组合 109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12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1" name="组合 110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12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2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2" name="组合 111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1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113" name="组合 112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114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115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8" name="任意多边形: 形状 19"/>
          <p:cNvSpPr/>
          <p:nvPr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 eaLnBrk="0" fontAlgn="base" hangingPunct="0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lnSpc>
                <a:spcPct val="130000"/>
              </a:lnSpc>
            </a:pPr>
            <a:endParaRPr lang="zh-CN" altLang="en-US"/>
          </a:p>
        </p:txBody>
      </p:sp>
      <p:sp>
        <p:nvSpPr>
          <p:cNvPr id="95" name="任意多边形: 形状 94"/>
          <p:cNvSpPr/>
          <p:nvPr/>
        </p:nvSpPr>
        <p:spPr>
          <a:xfrm>
            <a:off x="5118869" y="1507748"/>
            <a:ext cx="1967342" cy="442564"/>
          </a:xfrm>
          <a:custGeom>
            <a:avLst/>
            <a:gdLst>
              <a:gd name="connsiteX0" fmla="*/ 258875 w 1967342"/>
              <a:gd name="connsiteY0" fmla="*/ 399761 h 442564"/>
              <a:gd name="connsiteX1" fmla="*/ 261340 w 1967342"/>
              <a:gd name="connsiteY1" fmla="*/ 404994 h 442564"/>
              <a:gd name="connsiteX2" fmla="*/ 260991 w 1967342"/>
              <a:gd name="connsiteY2" fmla="*/ 410620 h 442564"/>
              <a:gd name="connsiteX3" fmla="*/ 260227 w 1967342"/>
              <a:gd name="connsiteY3" fmla="*/ 411758 h 442564"/>
              <a:gd name="connsiteX4" fmla="*/ 253206 w 1967342"/>
              <a:gd name="connsiteY4" fmla="*/ 412146 h 442564"/>
              <a:gd name="connsiteX5" fmla="*/ 250764 w 1967342"/>
              <a:gd name="connsiteY5" fmla="*/ 407044 h 442564"/>
              <a:gd name="connsiteX6" fmla="*/ 251113 w 1967342"/>
              <a:gd name="connsiteY6" fmla="*/ 401265 h 442564"/>
              <a:gd name="connsiteX7" fmla="*/ 251972 w 1967342"/>
              <a:gd name="connsiteY7" fmla="*/ 399994 h 442564"/>
              <a:gd name="connsiteX8" fmla="*/ 258875 w 1967342"/>
              <a:gd name="connsiteY8" fmla="*/ 399761 h 442564"/>
              <a:gd name="connsiteX9" fmla="*/ 229220 w 1967342"/>
              <a:gd name="connsiteY9" fmla="*/ 398343 h 442564"/>
              <a:gd name="connsiteX10" fmla="*/ 214632 w 1967342"/>
              <a:gd name="connsiteY10" fmla="*/ 398604 h 442564"/>
              <a:gd name="connsiteX11" fmla="*/ 215024 w 1967342"/>
              <a:gd name="connsiteY11" fmla="*/ 420148 h 442564"/>
              <a:gd name="connsiteX12" fmla="*/ 229678 w 1967342"/>
              <a:gd name="connsiteY12" fmla="*/ 419865 h 442564"/>
              <a:gd name="connsiteX13" fmla="*/ 229678 w 1967342"/>
              <a:gd name="connsiteY13" fmla="*/ 417946 h 442564"/>
              <a:gd name="connsiteX14" fmla="*/ 229678 w 1967342"/>
              <a:gd name="connsiteY14" fmla="*/ 416049 h 442564"/>
              <a:gd name="connsiteX15" fmla="*/ 218775 w 1967342"/>
              <a:gd name="connsiteY15" fmla="*/ 416245 h 442564"/>
              <a:gd name="connsiteX16" fmla="*/ 218775 w 1967342"/>
              <a:gd name="connsiteY16" fmla="*/ 410641 h 442564"/>
              <a:gd name="connsiteX17" fmla="*/ 228457 w 1967342"/>
              <a:gd name="connsiteY17" fmla="*/ 410467 h 442564"/>
              <a:gd name="connsiteX18" fmla="*/ 228457 w 1967342"/>
              <a:gd name="connsiteY18" fmla="*/ 408613 h 442564"/>
              <a:gd name="connsiteX19" fmla="*/ 228457 w 1967342"/>
              <a:gd name="connsiteY19" fmla="*/ 406760 h 442564"/>
              <a:gd name="connsiteX20" fmla="*/ 218775 w 1967342"/>
              <a:gd name="connsiteY20" fmla="*/ 406934 h 442564"/>
              <a:gd name="connsiteX21" fmla="*/ 218775 w 1967342"/>
              <a:gd name="connsiteY21" fmla="*/ 402355 h 442564"/>
              <a:gd name="connsiteX22" fmla="*/ 229220 w 1967342"/>
              <a:gd name="connsiteY22" fmla="*/ 402180 h 442564"/>
              <a:gd name="connsiteX23" fmla="*/ 229220 w 1967342"/>
              <a:gd name="connsiteY23" fmla="*/ 400262 h 442564"/>
              <a:gd name="connsiteX24" fmla="*/ 193459 w 1967342"/>
              <a:gd name="connsiteY24" fmla="*/ 396685 h 442564"/>
              <a:gd name="connsiteX25" fmla="*/ 193219 w 1967342"/>
              <a:gd name="connsiteY25" fmla="*/ 398583 h 442564"/>
              <a:gd name="connsiteX26" fmla="*/ 193001 w 1967342"/>
              <a:gd name="connsiteY26" fmla="*/ 400480 h 442564"/>
              <a:gd name="connsiteX27" fmla="*/ 198932 w 1967342"/>
              <a:gd name="connsiteY27" fmla="*/ 401199 h 442564"/>
              <a:gd name="connsiteX28" fmla="*/ 196751 w 1967342"/>
              <a:gd name="connsiteY28" fmla="*/ 418774 h 442564"/>
              <a:gd name="connsiteX29" fmla="*/ 198932 w 1967342"/>
              <a:gd name="connsiteY29" fmla="*/ 419036 h 442564"/>
              <a:gd name="connsiteX30" fmla="*/ 200960 w 1967342"/>
              <a:gd name="connsiteY30" fmla="*/ 419276 h 442564"/>
              <a:gd name="connsiteX31" fmla="*/ 203140 w 1967342"/>
              <a:gd name="connsiteY31" fmla="*/ 401701 h 442564"/>
              <a:gd name="connsiteX32" fmla="*/ 209093 w 1967342"/>
              <a:gd name="connsiteY32" fmla="*/ 402442 h 442564"/>
              <a:gd name="connsiteX33" fmla="*/ 209311 w 1967342"/>
              <a:gd name="connsiteY33" fmla="*/ 400523 h 442564"/>
              <a:gd name="connsiteX34" fmla="*/ 209442 w 1967342"/>
              <a:gd name="connsiteY34" fmla="*/ 398648 h 442564"/>
              <a:gd name="connsiteX35" fmla="*/ 260567 w 1967342"/>
              <a:gd name="connsiteY35" fmla="*/ 396005 h 442564"/>
              <a:gd name="connsiteX36" fmla="*/ 247733 w 1967342"/>
              <a:gd name="connsiteY36" fmla="*/ 399215 h 442564"/>
              <a:gd name="connsiteX37" fmla="*/ 246795 w 1967342"/>
              <a:gd name="connsiteY37" fmla="*/ 407937 h 442564"/>
              <a:gd name="connsiteX38" fmla="*/ 250894 w 1967342"/>
              <a:gd name="connsiteY38" fmla="*/ 415504 h 442564"/>
              <a:gd name="connsiteX39" fmla="*/ 251520 w 1967342"/>
              <a:gd name="connsiteY39" fmla="*/ 415927 h 442564"/>
              <a:gd name="connsiteX40" fmla="*/ 264545 w 1967342"/>
              <a:gd name="connsiteY40" fmla="*/ 412843 h 442564"/>
              <a:gd name="connsiteX41" fmla="*/ 265482 w 1967342"/>
              <a:gd name="connsiteY41" fmla="*/ 404296 h 442564"/>
              <a:gd name="connsiteX42" fmla="*/ 261383 w 1967342"/>
              <a:gd name="connsiteY42" fmla="*/ 396555 h 442564"/>
              <a:gd name="connsiteX43" fmla="*/ 260567 w 1967342"/>
              <a:gd name="connsiteY43" fmla="*/ 396005 h 442564"/>
              <a:gd name="connsiteX44" fmla="*/ 810541 w 1967342"/>
              <a:gd name="connsiteY44" fmla="*/ 393713 h 442564"/>
              <a:gd name="connsiteX45" fmla="*/ 810986 w 1967342"/>
              <a:gd name="connsiteY45" fmla="*/ 393911 h 442564"/>
              <a:gd name="connsiteX46" fmla="*/ 810455 w 1967342"/>
              <a:gd name="connsiteY46" fmla="*/ 393759 h 442564"/>
              <a:gd name="connsiteX47" fmla="*/ 173310 w 1967342"/>
              <a:gd name="connsiteY47" fmla="*/ 392063 h 442564"/>
              <a:gd name="connsiteX48" fmla="*/ 170061 w 1967342"/>
              <a:gd name="connsiteY48" fmla="*/ 405146 h 442564"/>
              <a:gd name="connsiteX49" fmla="*/ 170389 w 1967342"/>
              <a:gd name="connsiteY49" fmla="*/ 411993 h 442564"/>
              <a:gd name="connsiteX50" fmla="*/ 175731 w 1967342"/>
              <a:gd name="connsiteY50" fmla="*/ 415525 h 442564"/>
              <a:gd name="connsiteX51" fmla="*/ 182163 w 1967342"/>
              <a:gd name="connsiteY51" fmla="*/ 415024 h 442564"/>
              <a:gd name="connsiteX52" fmla="*/ 185587 w 1967342"/>
              <a:gd name="connsiteY52" fmla="*/ 409006 h 442564"/>
              <a:gd name="connsiteX53" fmla="*/ 188749 w 1967342"/>
              <a:gd name="connsiteY53" fmla="*/ 395922 h 442564"/>
              <a:gd name="connsiteX54" fmla="*/ 186743 w 1967342"/>
              <a:gd name="connsiteY54" fmla="*/ 395421 h 442564"/>
              <a:gd name="connsiteX55" fmla="*/ 184737 w 1967342"/>
              <a:gd name="connsiteY55" fmla="*/ 394941 h 442564"/>
              <a:gd name="connsiteX56" fmla="*/ 181444 w 1967342"/>
              <a:gd name="connsiteY56" fmla="*/ 408024 h 442564"/>
              <a:gd name="connsiteX57" fmla="*/ 179721 w 1967342"/>
              <a:gd name="connsiteY57" fmla="*/ 411273 h 442564"/>
              <a:gd name="connsiteX58" fmla="*/ 176581 w 1967342"/>
              <a:gd name="connsiteY58" fmla="*/ 411579 h 442564"/>
              <a:gd name="connsiteX59" fmla="*/ 174052 w 1967342"/>
              <a:gd name="connsiteY59" fmla="*/ 409769 h 442564"/>
              <a:gd name="connsiteX60" fmla="*/ 174052 w 1967342"/>
              <a:gd name="connsiteY60" fmla="*/ 406149 h 442564"/>
              <a:gd name="connsiteX61" fmla="*/ 177323 w 1967342"/>
              <a:gd name="connsiteY61" fmla="*/ 393066 h 442564"/>
              <a:gd name="connsiteX62" fmla="*/ 175317 w 1967342"/>
              <a:gd name="connsiteY62" fmla="*/ 392564 h 442564"/>
              <a:gd name="connsiteX63" fmla="*/ 282730 w 1967342"/>
              <a:gd name="connsiteY63" fmla="*/ 387789 h 442564"/>
              <a:gd name="connsiteX64" fmla="*/ 269320 w 1967342"/>
              <a:gd name="connsiteY64" fmla="*/ 392150 h 442564"/>
              <a:gd name="connsiteX65" fmla="*/ 275862 w 1967342"/>
              <a:gd name="connsiteY65" fmla="*/ 412625 h 442564"/>
              <a:gd name="connsiteX66" fmla="*/ 277846 w 1967342"/>
              <a:gd name="connsiteY66" fmla="*/ 411971 h 442564"/>
              <a:gd name="connsiteX67" fmla="*/ 279808 w 1967342"/>
              <a:gd name="connsiteY67" fmla="*/ 411339 h 442564"/>
              <a:gd name="connsiteX68" fmla="*/ 277083 w 1967342"/>
              <a:gd name="connsiteY68" fmla="*/ 402682 h 442564"/>
              <a:gd name="connsiteX69" fmla="*/ 285347 w 1967342"/>
              <a:gd name="connsiteY69" fmla="*/ 400000 h 442564"/>
              <a:gd name="connsiteX70" fmla="*/ 284780 w 1967342"/>
              <a:gd name="connsiteY70" fmla="*/ 398234 h 442564"/>
              <a:gd name="connsiteX71" fmla="*/ 284191 w 1967342"/>
              <a:gd name="connsiteY71" fmla="*/ 396467 h 442564"/>
              <a:gd name="connsiteX72" fmla="*/ 275949 w 1967342"/>
              <a:gd name="connsiteY72" fmla="*/ 399149 h 442564"/>
              <a:gd name="connsiteX73" fmla="*/ 274444 w 1967342"/>
              <a:gd name="connsiteY73" fmla="*/ 394505 h 442564"/>
              <a:gd name="connsiteX74" fmla="*/ 283908 w 1967342"/>
              <a:gd name="connsiteY74" fmla="*/ 391430 h 442564"/>
              <a:gd name="connsiteX75" fmla="*/ 283319 w 1967342"/>
              <a:gd name="connsiteY75" fmla="*/ 389599 h 442564"/>
              <a:gd name="connsiteX76" fmla="*/ 153533 w 1967342"/>
              <a:gd name="connsiteY76" fmla="*/ 385325 h 442564"/>
              <a:gd name="connsiteX77" fmla="*/ 152901 w 1967342"/>
              <a:gd name="connsiteY77" fmla="*/ 387135 h 442564"/>
              <a:gd name="connsiteX78" fmla="*/ 152290 w 1967342"/>
              <a:gd name="connsiteY78" fmla="*/ 388945 h 442564"/>
              <a:gd name="connsiteX79" fmla="*/ 157938 w 1967342"/>
              <a:gd name="connsiteY79" fmla="*/ 390885 h 442564"/>
              <a:gd name="connsiteX80" fmla="*/ 152181 w 1967342"/>
              <a:gd name="connsiteY80" fmla="*/ 407632 h 442564"/>
              <a:gd name="connsiteX81" fmla="*/ 154143 w 1967342"/>
              <a:gd name="connsiteY81" fmla="*/ 408308 h 442564"/>
              <a:gd name="connsiteX82" fmla="*/ 156084 w 1967342"/>
              <a:gd name="connsiteY82" fmla="*/ 408984 h 442564"/>
              <a:gd name="connsiteX83" fmla="*/ 161841 w 1967342"/>
              <a:gd name="connsiteY83" fmla="*/ 392237 h 442564"/>
              <a:gd name="connsiteX84" fmla="*/ 167510 w 1967342"/>
              <a:gd name="connsiteY84" fmla="*/ 394178 h 442564"/>
              <a:gd name="connsiteX85" fmla="*/ 168143 w 1967342"/>
              <a:gd name="connsiteY85" fmla="*/ 392368 h 442564"/>
              <a:gd name="connsiteX86" fmla="*/ 168797 w 1967342"/>
              <a:gd name="connsiteY86" fmla="*/ 390580 h 442564"/>
              <a:gd name="connsiteX87" fmla="*/ 145705 w 1967342"/>
              <a:gd name="connsiteY87" fmla="*/ 381487 h 442564"/>
              <a:gd name="connsiteX88" fmla="*/ 136612 w 1967342"/>
              <a:gd name="connsiteY88" fmla="*/ 401003 h 442564"/>
              <a:gd name="connsiteX89" fmla="*/ 138487 w 1967342"/>
              <a:gd name="connsiteY89" fmla="*/ 401875 h 442564"/>
              <a:gd name="connsiteX90" fmla="*/ 140341 w 1967342"/>
              <a:gd name="connsiteY90" fmla="*/ 402747 h 442564"/>
              <a:gd name="connsiteX91" fmla="*/ 149455 w 1967342"/>
              <a:gd name="connsiteY91" fmla="*/ 383232 h 442564"/>
              <a:gd name="connsiteX92" fmla="*/ 147558 w 1967342"/>
              <a:gd name="connsiteY92" fmla="*/ 382359 h 442564"/>
              <a:gd name="connsiteX93" fmla="*/ 309049 w 1967342"/>
              <a:gd name="connsiteY93" fmla="*/ 375033 h 442564"/>
              <a:gd name="connsiteX94" fmla="*/ 294832 w 1967342"/>
              <a:gd name="connsiteY94" fmla="*/ 382577 h 442564"/>
              <a:gd name="connsiteX95" fmla="*/ 295726 w 1967342"/>
              <a:gd name="connsiteY95" fmla="*/ 384278 h 442564"/>
              <a:gd name="connsiteX96" fmla="*/ 296620 w 1967342"/>
              <a:gd name="connsiteY96" fmla="*/ 385957 h 442564"/>
              <a:gd name="connsiteX97" fmla="*/ 301897 w 1967342"/>
              <a:gd name="connsiteY97" fmla="*/ 383144 h 442564"/>
              <a:gd name="connsiteX98" fmla="*/ 310227 w 1967342"/>
              <a:gd name="connsiteY98" fmla="*/ 398779 h 442564"/>
              <a:gd name="connsiteX99" fmla="*/ 312059 w 1967342"/>
              <a:gd name="connsiteY99" fmla="*/ 397819 h 442564"/>
              <a:gd name="connsiteX100" fmla="*/ 313869 w 1967342"/>
              <a:gd name="connsiteY100" fmla="*/ 396838 h 442564"/>
              <a:gd name="connsiteX101" fmla="*/ 305561 w 1967342"/>
              <a:gd name="connsiteY101" fmla="*/ 381204 h 442564"/>
              <a:gd name="connsiteX102" fmla="*/ 310838 w 1967342"/>
              <a:gd name="connsiteY102" fmla="*/ 378391 h 442564"/>
              <a:gd name="connsiteX103" fmla="*/ 309944 w 1967342"/>
              <a:gd name="connsiteY103" fmla="*/ 376712 h 442564"/>
              <a:gd name="connsiteX104" fmla="*/ 127170 w 1967342"/>
              <a:gd name="connsiteY104" fmla="*/ 371413 h 442564"/>
              <a:gd name="connsiteX105" fmla="*/ 126320 w 1967342"/>
              <a:gd name="connsiteY105" fmla="*/ 373201 h 442564"/>
              <a:gd name="connsiteX106" fmla="*/ 125404 w 1967342"/>
              <a:gd name="connsiteY106" fmla="*/ 374880 h 442564"/>
              <a:gd name="connsiteX107" fmla="*/ 130637 w 1967342"/>
              <a:gd name="connsiteY107" fmla="*/ 377780 h 442564"/>
              <a:gd name="connsiteX108" fmla="*/ 122046 w 1967342"/>
              <a:gd name="connsiteY108" fmla="*/ 393262 h 442564"/>
              <a:gd name="connsiteX109" fmla="*/ 123856 w 1967342"/>
              <a:gd name="connsiteY109" fmla="*/ 394265 h 442564"/>
              <a:gd name="connsiteX110" fmla="*/ 125666 w 1967342"/>
              <a:gd name="connsiteY110" fmla="*/ 395268 h 442564"/>
              <a:gd name="connsiteX111" fmla="*/ 134170 w 1967342"/>
              <a:gd name="connsiteY111" fmla="*/ 379655 h 442564"/>
              <a:gd name="connsiteX112" fmla="*/ 139403 w 1967342"/>
              <a:gd name="connsiteY112" fmla="*/ 382555 h 442564"/>
              <a:gd name="connsiteX113" fmla="*/ 140319 w 1967342"/>
              <a:gd name="connsiteY113" fmla="*/ 380898 h 442564"/>
              <a:gd name="connsiteX114" fmla="*/ 141257 w 1967342"/>
              <a:gd name="connsiteY114" fmla="*/ 379219 h 442564"/>
              <a:gd name="connsiteX115" fmla="*/ 234017 w 1967342"/>
              <a:gd name="connsiteY115" fmla="*/ 368317 h 442564"/>
              <a:gd name="connsiteX116" fmla="*/ 228456 w 1967342"/>
              <a:gd name="connsiteY116" fmla="*/ 376821 h 442564"/>
              <a:gd name="connsiteX117" fmla="*/ 227954 w 1967342"/>
              <a:gd name="connsiteY117" fmla="*/ 377981 h 442564"/>
              <a:gd name="connsiteX118" fmla="*/ 227955 w 1967342"/>
              <a:gd name="connsiteY118" fmla="*/ 377955 h 442564"/>
              <a:gd name="connsiteX119" fmla="*/ 227889 w 1967342"/>
              <a:gd name="connsiteY119" fmla="*/ 378130 h 442564"/>
              <a:gd name="connsiteX120" fmla="*/ 227954 w 1967342"/>
              <a:gd name="connsiteY120" fmla="*/ 377981 h 442564"/>
              <a:gd name="connsiteX121" fmla="*/ 227846 w 1967342"/>
              <a:gd name="connsiteY121" fmla="*/ 380069 h 442564"/>
              <a:gd name="connsiteX122" fmla="*/ 255970 w 1967342"/>
              <a:gd name="connsiteY122" fmla="*/ 378675 h 442564"/>
              <a:gd name="connsiteX123" fmla="*/ 249498 w 1967342"/>
              <a:gd name="connsiteY123" fmla="*/ 378675 h 442564"/>
              <a:gd name="connsiteX124" fmla="*/ 245137 w 1967342"/>
              <a:gd name="connsiteY124" fmla="*/ 368775 h 442564"/>
              <a:gd name="connsiteX125" fmla="*/ 234017 w 1967342"/>
              <a:gd name="connsiteY125" fmla="*/ 368317 h 442564"/>
              <a:gd name="connsiteX126" fmla="*/ 262560 w 1967342"/>
              <a:gd name="connsiteY126" fmla="*/ 368273 h 442564"/>
              <a:gd name="connsiteX127" fmla="*/ 262560 w 1967342"/>
              <a:gd name="connsiteY127" fmla="*/ 368339 h 442564"/>
              <a:gd name="connsiteX128" fmla="*/ 263411 w 1967342"/>
              <a:gd name="connsiteY128" fmla="*/ 370192 h 442564"/>
              <a:gd name="connsiteX129" fmla="*/ 262539 w 1967342"/>
              <a:gd name="connsiteY129" fmla="*/ 375687 h 442564"/>
              <a:gd name="connsiteX130" fmla="*/ 262015 w 1967342"/>
              <a:gd name="connsiteY130" fmla="*/ 370454 h 442564"/>
              <a:gd name="connsiteX131" fmla="*/ 262560 w 1967342"/>
              <a:gd name="connsiteY131" fmla="*/ 368273 h 442564"/>
              <a:gd name="connsiteX132" fmla="*/ 225731 w 1967342"/>
              <a:gd name="connsiteY132" fmla="*/ 368273 h 442564"/>
              <a:gd name="connsiteX133" fmla="*/ 225731 w 1967342"/>
              <a:gd name="connsiteY133" fmla="*/ 368339 h 442564"/>
              <a:gd name="connsiteX134" fmla="*/ 226582 w 1967342"/>
              <a:gd name="connsiteY134" fmla="*/ 370192 h 442564"/>
              <a:gd name="connsiteX135" fmla="*/ 225710 w 1967342"/>
              <a:gd name="connsiteY135" fmla="*/ 375687 h 442564"/>
              <a:gd name="connsiteX136" fmla="*/ 225186 w 1967342"/>
              <a:gd name="connsiteY136" fmla="*/ 370454 h 442564"/>
              <a:gd name="connsiteX137" fmla="*/ 225731 w 1967342"/>
              <a:gd name="connsiteY137" fmla="*/ 368273 h 442564"/>
              <a:gd name="connsiteX138" fmla="*/ 182032 w 1967342"/>
              <a:gd name="connsiteY138" fmla="*/ 368055 h 442564"/>
              <a:gd name="connsiteX139" fmla="*/ 183210 w 1967342"/>
              <a:gd name="connsiteY139" fmla="*/ 368229 h 442564"/>
              <a:gd name="connsiteX140" fmla="*/ 183363 w 1967342"/>
              <a:gd name="connsiteY140" fmla="*/ 375294 h 442564"/>
              <a:gd name="connsiteX141" fmla="*/ 182032 w 1967342"/>
              <a:gd name="connsiteY141" fmla="*/ 375294 h 442564"/>
              <a:gd name="connsiteX142" fmla="*/ 182032 w 1967342"/>
              <a:gd name="connsiteY142" fmla="*/ 368099 h 442564"/>
              <a:gd name="connsiteX143" fmla="*/ 256455 w 1967342"/>
              <a:gd name="connsiteY143" fmla="*/ 367946 h 442564"/>
              <a:gd name="connsiteX144" fmla="*/ 257262 w 1967342"/>
              <a:gd name="connsiteY144" fmla="*/ 370127 h 442564"/>
              <a:gd name="connsiteX145" fmla="*/ 256564 w 1967342"/>
              <a:gd name="connsiteY145" fmla="*/ 375513 h 442564"/>
              <a:gd name="connsiteX146" fmla="*/ 255539 w 1967342"/>
              <a:gd name="connsiteY146" fmla="*/ 370301 h 442564"/>
              <a:gd name="connsiteX147" fmla="*/ 256455 w 1967342"/>
              <a:gd name="connsiteY147" fmla="*/ 368012 h 442564"/>
              <a:gd name="connsiteX148" fmla="*/ 219625 w 1967342"/>
              <a:gd name="connsiteY148" fmla="*/ 367946 h 442564"/>
              <a:gd name="connsiteX149" fmla="*/ 220432 w 1967342"/>
              <a:gd name="connsiteY149" fmla="*/ 370127 h 442564"/>
              <a:gd name="connsiteX150" fmla="*/ 219756 w 1967342"/>
              <a:gd name="connsiteY150" fmla="*/ 375622 h 442564"/>
              <a:gd name="connsiteX151" fmla="*/ 218709 w 1967342"/>
              <a:gd name="connsiteY151" fmla="*/ 370301 h 442564"/>
              <a:gd name="connsiteX152" fmla="*/ 219625 w 1967342"/>
              <a:gd name="connsiteY152" fmla="*/ 368012 h 442564"/>
              <a:gd name="connsiteX153" fmla="*/ 546055 w 1967342"/>
              <a:gd name="connsiteY153" fmla="*/ 367609 h 442564"/>
              <a:gd name="connsiteX154" fmla="*/ 546131 w 1967342"/>
              <a:gd name="connsiteY154" fmla="*/ 382736 h 442564"/>
              <a:gd name="connsiteX155" fmla="*/ 559435 w 1967342"/>
              <a:gd name="connsiteY155" fmla="*/ 382736 h 442564"/>
              <a:gd name="connsiteX156" fmla="*/ 565897 w 1967342"/>
              <a:gd name="connsiteY156" fmla="*/ 380760 h 442564"/>
              <a:gd name="connsiteX157" fmla="*/ 568026 w 1967342"/>
              <a:gd name="connsiteY157" fmla="*/ 374678 h 442564"/>
              <a:gd name="connsiteX158" fmla="*/ 565820 w 1967342"/>
              <a:gd name="connsiteY158" fmla="*/ 369356 h 442564"/>
              <a:gd name="connsiteX159" fmla="*/ 559207 w 1967342"/>
              <a:gd name="connsiteY159" fmla="*/ 367609 h 442564"/>
              <a:gd name="connsiteX160" fmla="*/ 188444 w 1967342"/>
              <a:gd name="connsiteY160" fmla="*/ 367554 h 442564"/>
              <a:gd name="connsiteX161" fmla="*/ 189054 w 1967342"/>
              <a:gd name="connsiteY161" fmla="*/ 370127 h 442564"/>
              <a:gd name="connsiteX162" fmla="*/ 188444 w 1967342"/>
              <a:gd name="connsiteY162" fmla="*/ 375251 h 442564"/>
              <a:gd name="connsiteX163" fmla="*/ 187790 w 1967342"/>
              <a:gd name="connsiteY163" fmla="*/ 370127 h 442564"/>
              <a:gd name="connsiteX164" fmla="*/ 188444 w 1967342"/>
              <a:gd name="connsiteY164" fmla="*/ 367554 h 442564"/>
              <a:gd name="connsiteX165" fmla="*/ 184867 w 1967342"/>
              <a:gd name="connsiteY165" fmla="*/ 367053 h 442564"/>
              <a:gd name="connsiteX166" fmla="*/ 184872 w 1967342"/>
              <a:gd name="connsiteY166" fmla="*/ 367199 h 442564"/>
              <a:gd name="connsiteX167" fmla="*/ 184867 w 1967342"/>
              <a:gd name="connsiteY167" fmla="*/ 367205 h 442564"/>
              <a:gd name="connsiteX168" fmla="*/ 185225 w 1967342"/>
              <a:gd name="connsiteY168" fmla="*/ 366767 h 442564"/>
              <a:gd name="connsiteX169" fmla="*/ 186394 w 1967342"/>
              <a:gd name="connsiteY169" fmla="*/ 367053 h 442564"/>
              <a:gd name="connsiteX170" fmla="*/ 186656 w 1967342"/>
              <a:gd name="connsiteY170" fmla="*/ 375775 h 442564"/>
              <a:gd name="connsiteX171" fmla="*/ 185151 w 1967342"/>
              <a:gd name="connsiteY171" fmla="*/ 375775 h 442564"/>
              <a:gd name="connsiteX172" fmla="*/ 184872 w 1967342"/>
              <a:gd name="connsiteY172" fmla="*/ 367199 h 442564"/>
              <a:gd name="connsiteX173" fmla="*/ 259769 w 1967342"/>
              <a:gd name="connsiteY173" fmla="*/ 366441 h 442564"/>
              <a:gd name="connsiteX174" fmla="*/ 260554 w 1967342"/>
              <a:gd name="connsiteY174" fmla="*/ 369712 h 442564"/>
              <a:gd name="connsiteX175" fmla="*/ 259638 w 1967342"/>
              <a:gd name="connsiteY175" fmla="*/ 376058 h 442564"/>
              <a:gd name="connsiteX176" fmla="*/ 258700 w 1967342"/>
              <a:gd name="connsiteY176" fmla="*/ 369625 h 442564"/>
              <a:gd name="connsiteX177" fmla="*/ 259769 w 1967342"/>
              <a:gd name="connsiteY177" fmla="*/ 366441 h 442564"/>
              <a:gd name="connsiteX178" fmla="*/ 222940 w 1967342"/>
              <a:gd name="connsiteY178" fmla="*/ 366441 h 442564"/>
              <a:gd name="connsiteX179" fmla="*/ 223725 w 1967342"/>
              <a:gd name="connsiteY179" fmla="*/ 369712 h 442564"/>
              <a:gd name="connsiteX180" fmla="*/ 222809 w 1967342"/>
              <a:gd name="connsiteY180" fmla="*/ 376058 h 442564"/>
              <a:gd name="connsiteX181" fmla="*/ 221871 w 1967342"/>
              <a:gd name="connsiteY181" fmla="*/ 369625 h 442564"/>
              <a:gd name="connsiteX182" fmla="*/ 222940 w 1967342"/>
              <a:gd name="connsiteY182" fmla="*/ 366441 h 442564"/>
              <a:gd name="connsiteX183" fmla="*/ 164087 w 1967342"/>
              <a:gd name="connsiteY183" fmla="*/ 365765 h 442564"/>
              <a:gd name="connsiteX184" fmla="*/ 164219 w 1967342"/>
              <a:gd name="connsiteY184" fmla="*/ 365887 h 442564"/>
              <a:gd name="connsiteX185" fmla="*/ 164021 w 1967342"/>
              <a:gd name="connsiteY185" fmla="*/ 365853 h 442564"/>
              <a:gd name="connsiteX186" fmla="*/ 325644 w 1967342"/>
              <a:gd name="connsiteY186" fmla="*/ 364588 h 442564"/>
              <a:gd name="connsiteX187" fmla="*/ 313411 w 1967342"/>
              <a:gd name="connsiteY187" fmla="*/ 372525 h 442564"/>
              <a:gd name="connsiteX188" fmla="*/ 325142 w 1967342"/>
              <a:gd name="connsiteY188" fmla="*/ 390580 h 442564"/>
              <a:gd name="connsiteX189" fmla="*/ 337702 w 1967342"/>
              <a:gd name="connsiteY189" fmla="*/ 382337 h 442564"/>
              <a:gd name="connsiteX190" fmla="*/ 336655 w 1967342"/>
              <a:gd name="connsiteY190" fmla="*/ 380724 h 442564"/>
              <a:gd name="connsiteX191" fmla="*/ 335630 w 1967342"/>
              <a:gd name="connsiteY191" fmla="*/ 379132 h 442564"/>
              <a:gd name="connsiteX192" fmla="*/ 326494 w 1967342"/>
              <a:gd name="connsiteY192" fmla="*/ 385063 h 442564"/>
              <a:gd name="connsiteX193" fmla="*/ 323419 w 1967342"/>
              <a:gd name="connsiteY193" fmla="*/ 380375 h 442564"/>
              <a:gd name="connsiteX194" fmla="*/ 331618 w 1967342"/>
              <a:gd name="connsiteY194" fmla="*/ 375142 h 442564"/>
              <a:gd name="connsiteX195" fmla="*/ 330615 w 1967342"/>
              <a:gd name="connsiteY195" fmla="*/ 373572 h 442564"/>
              <a:gd name="connsiteX196" fmla="*/ 329612 w 1967342"/>
              <a:gd name="connsiteY196" fmla="*/ 372023 h 442564"/>
              <a:gd name="connsiteX197" fmla="*/ 321479 w 1967342"/>
              <a:gd name="connsiteY197" fmla="*/ 377300 h 442564"/>
              <a:gd name="connsiteX198" fmla="*/ 318993 w 1967342"/>
              <a:gd name="connsiteY198" fmla="*/ 373463 h 442564"/>
              <a:gd name="connsiteX199" fmla="*/ 327715 w 1967342"/>
              <a:gd name="connsiteY199" fmla="*/ 367793 h 442564"/>
              <a:gd name="connsiteX200" fmla="*/ 326690 w 1967342"/>
              <a:gd name="connsiteY200" fmla="*/ 366180 h 442564"/>
              <a:gd name="connsiteX201" fmla="*/ 112015 w 1967342"/>
              <a:gd name="connsiteY201" fmla="*/ 362407 h 442564"/>
              <a:gd name="connsiteX202" fmla="*/ 107414 w 1967342"/>
              <a:gd name="connsiteY202" fmla="*/ 365198 h 442564"/>
              <a:gd name="connsiteX203" fmla="*/ 106259 w 1967342"/>
              <a:gd name="connsiteY203" fmla="*/ 369450 h 442564"/>
              <a:gd name="connsiteX204" fmla="*/ 109900 w 1967342"/>
              <a:gd name="connsiteY204" fmla="*/ 375163 h 442564"/>
              <a:gd name="connsiteX205" fmla="*/ 111906 w 1967342"/>
              <a:gd name="connsiteY205" fmla="*/ 378085 h 442564"/>
              <a:gd name="connsiteX206" fmla="*/ 111514 w 1967342"/>
              <a:gd name="connsiteY206" fmla="*/ 380004 h 442564"/>
              <a:gd name="connsiteX207" fmla="*/ 109486 w 1967342"/>
              <a:gd name="connsiteY207" fmla="*/ 380920 h 442564"/>
              <a:gd name="connsiteX208" fmla="*/ 106564 w 1967342"/>
              <a:gd name="connsiteY208" fmla="*/ 379655 h 442564"/>
              <a:gd name="connsiteX209" fmla="*/ 104689 w 1967342"/>
              <a:gd name="connsiteY209" fmla="*/ 377148 h 442564"/>
              <a:gd name="connsiteX210" fmla="*/ 105299 w 1967342"/>
              <a:gd name="connsiteY210" fmla="*/ 374335 h 442564"/>
              <a:gd name="connsiteX211" fmla="*/ 102072 w 1967342"/>
              <a:gd name="connsiteY211" fmla="*/ 372002 h 442564"/>
              <a:gd name="connsiteX212" fmla="*/ 100742 w 1967342"/>
              <a:gd name="connsiteY212" fmla="*/ 377671 h 442564"/>
              <a:gd name="connsiteX213" fmla="*/ 104383 w 1967342"/>
              <a:gd name="connsiteY213" fmla="*/ 382665 h 442564"/>
              <a:gd name="connsiteX214" fmla="*/ 110249 w 1967342"/>
              <a:gd name="connsiteY214" fmla="*/ 384714 h 442564"/>
              <a:gd name="connsiteX215" fmla="*/ 114850 w 1967342"/>
              <a:gd name="connsiteY215" fmla="*/ 382098 h 442564"/>
              <a:gd name="connsiteX216" fmla="*/ 116246 w 1967342"/>
              <a:gd name="connsiteY216" fmla="*/ 377736 h 442564"/>
              <a:gd name="connsiteX217" fmla="*/ 112997 w 1967342"/>
              <a:gd name="connsiteY217" fmla="*/ 372372 h 442564"/>
              <a:gd name="connsiteX218" fmla="*/ 110576 w 1967342"/>
              <a:gd name="connsiteY218" fmla="*/ 369058 h 442564"/>
              <a:gd name="connsiteX219" fmla="*/ 110707 w 1967342"/>
              <a:gd name="connsiteY219" fmla="*/ 367313 h 442564"/>
              <a:gd name="connsiteX220" fmla="*/ 112648 w 1967342"/>
              <a:gd name="connsiteY220" fmla="*/ 366136 h 442564"/>
              <a:gd name="connsiteX221" fmla="*/ 115090 w 1967342"/>
              <a:gd name="connsiteY221" fmla="*/ 366965 h 442564"/>
              <a:gd name="connsiteX222" fmla="*/ 116943 w 1967342"/>
              <a:gd name="connsiteY222" fmla="*/ 369429 h 442564"/>
              <a:gd name="connsiteX223" fmla="*/ 116529 w 1967342"/>
              <a:gd name="connsiteY223" fmla="*/ 372132 h 442564"/>
              <a:gd name="connsiteX224" fmla="*/ 119778 w 1967342"/>
              <a:gd name="connsiteY224" fmla="*/ 374509 h 442564"/>
              <a:gd name="connsiteX225" fmla="*/ 119778 w 1967342"/>
              <a:gd name="connsiteY225" fmla="*/ 374466 h 442564"/>
              <a:gd name="connsiteX226" fmla="*/ 120934 w 1967342"/>
              <a:gd name="connsiteY226" fmla="*/ 368971 h 442564"/>
              <a:gd name="connsiteX227" fmla="*/ 117663 w 1967342"/>
              <a:gd name="connsiteY227" fmla="*/ 364239 h 442564"/>
              <a:gd name="connsiteX228" fmla="*/ 112015 w 1967342"/>
              <a:gd name="connsiteY228" fmla="*/ 362407 h 442564"/>
              <a:gd name="connsiteX229" fmla="*/ 342237 w 1967342"/>
              <a:gd name="connsiteY229" fmla="*/ 352726 h 442564"/>
              <a:gd name="connsiteX230" fmla="*/ 336437 w 1967342"/>
              <a:gd name="connsiteY230" fmla="*/ 354906 h 442564"/>
              <a:gd name="connsiteX231" fmla="*/ 333341 w 1967342"/>
              <a:gd name="connsiteY231" fmla="*/ 361448 h 442564"/>
              <a:gd name="connsiteX232" fmla="*/ 336830 w 1967342"/>
              <a:gd name="connsiteY232" fmla="*/ 369450 h 442564"/>
              <a:gd name="connsiteX233" fmla="*/ 344004 w 1967342"/>
              <a:gd name="connsiteY233" fmla="*/ 374139 h 442564"/>
              <a:gd name="connsiteX234" fmla="*/ 354121 w 1967342"/>
              <a:gd name="connsiteY234" fmla="*/ 366747 h 442564"/>
              <a:gd name="connsiteX235" fmla="*/ 354078 w 1967342"/>
              <a:gd name="connsiteY235" fmla="*/ 366703 h 442564"/>
              <a:gd name="connsiteX236" fmla="*/ 352268 w 1967342"/>
              <a:gd name="connsiteY236" fmla="*/ 360554 h 442564"/>
              <a:gd name="connsiteX237" fmla="*/ 349084 w 1967342"/>
              <a:gd name="connsiteY237" fmla="*/ 363214 h 442564"/>
              <a:gd name="connsiteX238" fmla="*/ 350022 w 1967342"/>
              <a:gd name="connsiteY238" fmla="*/ 366485 h 442564"/>
              <a:gd name="connsiteX239" fmla="*/ 349865 w 1967342"/>
              <a:gd name="connsiteY239" fmla="*/ 367213 h 442564"/>
              <a:gd name="connsiteX240" fmla="*/ 344418 w 1967342"/>
              <a:gd name="connsiteY240" fmla="*/ 370105 h 442564"/>
              <a:gd name="connsiteX241" fmla="*/ 340057 w 1967342"/>
              <a:gd name="connsiteY241" fmla="*/ 366790 h 442564"/>
              <a:gd name="connsiteX242" fmla="*/ 337484 w 1967342"/>
              <a:gd name="connsiteY242" fmla="*/ 361709 h 442564"/>
              <a:gd name="connsiteX243" fmla="*/ 338967 w 1967342"/>
              <a:gd name="connsiteY243" fmla="*/ 357850 h 442564"/>
              <a:gd name="connsiteX244" fmla="*/ 341932 w 1967342"/>
              <a:gd name="connsiteY244" fmla="*/ 356716 h 442564"/>
              <a:gd name="connsiteX245" fmla="*/ 344767 w 1967342"/>
              <a:gd name="connsiteY245" fmla="*/ 357937 h 442564"/>
              <a:gd name="connsiteX246" fmla="*/ 347950 w 1967342"/>
              <a:gd name="connsiteY246" fmla="*/ 355277 h 442564"/>
              <a:gd name="connsiteX247" fmla="*/ 342237 w 1967342"/>
              <a:gd name="connsiteY247" fmla="*/ 352726 h 442564"/>
              <a:gd name="connsiteX248" fmla="*/ 228692 w 1967342"/>
              <a:gd name="connsiteY248" fmla="*/ 352142 h 442564"/>
              <a:gd name="connsiteX249" fmla="*/ 228736 w 1967342"/>
              <a:gd name="connsiteY249" fmla="*/ 352142 h 442564"/>
              <a:gd name="connsiteX250" fmla="*/ 228736 w 1967342"/>
              <a:gd name="connsiteY250" fmla="*/ 357964 h 442564"/>
              <a:gd name="connsiteX251" fmla="*/ 223786 w 1967342"/>
              <a:gd name="connsiteY251" fmla="*/ 357964 h 442564"/>
              <a:gd name="connsiteX252" fmla="*/ 240427 w 1967342"/>
              <a:gd name="connsiteY252" fmla="*/ 350872 h 442564"/>
              <a:gd name="connsiteX253" fmla="*/ 243655 w 1967342"/>
              <a:gd name="connsiteY253" fmla="*/ 356018 h 442564"/>
              <a:gd name="connsiteX254" fmla="*/ 240427 w 1967342"/>
              <a:gd name="connsiteY254" fmla="*/ 361165 h 442564"/>
              <a:gd name="connsiteX255" fmla="*/ 237200 w 1967342"/>
              <a:gd name="connsiteY255" fmla="*/ 356018 h 442564"/>
              <a:gd name="connsiteX256" fmla="*/ 240427 w 1967342"/>
              <a:gd name="connsiteY256" fmla="*/ 350872 h 442564"/>
              <a:gd name="connsiteX257" fmla="*/ 213585 w 1967342"/>
              <a:gd name="connsiteY257" fmla="*/ 350872 h 442564"/>
              <a:gd name="connsiteX258" fmla="*/ 216703 w 1967342"/>
              <a:gd name="connsiteY258" fmla="*/ 353620 h 442564"/>
              <a:gd name="connsiteX259" fmla="*/ 216699 w 1967342"/>
              <a:gd name="connsiteY259" fmla="*/ 354124 h 442564"/>
              <a:gd name="connsiteX260" fmla="*/ 213738 w 1967342"/>
              <a:gd name="connsiteY260" fmla="*/ 356542 h 442564"/>
              <a:gd name="connsiteX261" fmla="*/ 210620 w 1967342"/>
              <a:gd name="connsiteY261" fmla="*/ 353751 h 442564"/>
              <a:gd name="connsiteX262" fmla="*/ 210624 w 1967342"/>
              <a:gd name="connsiteY262" fmla="*/ 353437 h 442564"/>
              <a:gd name="connsiteX263" fmla="*/ 213585 w 1967342"/>
              <a:gd name="connsiteY263" fmla="*/ 350872 h 442564"/>
              <a:gd name="connsiteX264" fmla="*/ 212979 w 1967342"/>
              <a:gd name="connsiteY264" fmla="*/ 349547 h 442564"/>
              <a:gd name="connsiteX265" fmla="*/ 208657 w 1967342"/>
              <a:gd name="connsiteY265" fmla="*/ 353948 h 442564"/>
              <a:gd name="connsiteX266" fmla="*/ 208679 w 1967342"/>
              <a:gd name="connsiteY266" fmla="*/ 354240 h 442564"/>
              <a:gd name="connsiteX267" fmla="*/ 213498 w 1967342"/>
              <a:gd name="connsiteY267" fmla="*/ 358091 h 442564"/>
              <a:gd name="connsiteX268" fmla="*/ 217031 w 1967342"/>
              <a:gd name="connsiteY268" fmla="*/ 356564 h 442564"/>
              <a:gd name="connsiteX269" fmla="*/ 213324 w 1967342"/>
              <a:gd name="connsiteY269" fmla="*/ 361362 h 442564"/>
              <a:gd name="connsiteX270" fmla="*/ 212870 w 1967342"/>
              <a:gd name="connsiteY270" fmla="*/ 361401 h 442564"/>
              <a:gd name="connsiteX271" fmla="*/ 210729 w 1967342"/>
              <a:gd name="connsiteY271" fmla="*/ 359181 h 442564"/>
              <a:gd name="connsiteX272" fmla="*/ 208788 w 1967342"/>
              <a:gd name="connsiteY272" fmla="*/ 359181 h 442564"/>
              <a:gd name="connsiteX273" fmla="*/ 213367 w 1967342"/>
              <a:gd name="connsiteY273" fmla="*/ 362626 h 442564"/>
              <a:gd name="connsiteX274" fmla="*/ 213367 w 1967342"/>
              <a:gd name="connsiteY274" fmla="*/ 362692 h 442564"/>
              <a:gd name="connsiteX275" fmla="*/ 219015 w 1967342"/>
              <a:gd name="connsiteY275" fmla="*/ 355539 h 442564"/>
              <a:gd name="connsiteX276" fmla="*/ 213607 w 1967342"/>
              <a:gd name="connsiteY276" fmla="*/ 349587 h 442564"/>
              <a:gd name="connsiteX277" fmla="*/ 212979 w 1967342"/>
              <a:gd name="connsiteY277" fmla="*/ 349547 h 442564"/>
              <a:gd name="connsiteX278" fmla="*/ 240428 w 1967342"/>
              <a:gd name="connsiteY278" fmla="*/ 349521 h 442564"/>
              <a:gd name="connsiteX279" fmla="*/ 235151 w 1967342"/>
              <a:gd name="connsiteY279" fmla="*/ 356063 h 442564"/>
              <a:gd name="connsiteX280" fmla="*/ 240428 w 1967342"/>
              <a:gd name="connsiteY280" fmla="*/ 362604 h 442564"/>
              <a:gd name="connsiteX281" fmla="*/ 240428 w 1967342"/>
              <a:gd name="connsiteY281" fmla="*/ 362692 h 442564"/>
              <a:gd name="connsiteX282" fmla="*/ 245705 w 1967342"/>
              <a:gd name="connsiteY282" fmla="*/ 356063 h 442564"/>
              <a:gd name="connsiteX283" fmla="*/ 240428 w 1967342"/>
              <a:gd name="connsiteY283" fmla="*/ 349521 h 442564"/>
              <a:gd name="connsiteX284" fmla="*/ 228675 w 1967342"/>
              <a:gd name="connsiteY284" fmla="*/ 349434 h 442564"/>
              <a:gd name="connsiteX285" fmla="*/ 221632 w 1967342"/>
              <a:gd name="connsiteY285" fmla="*/ 357567 h 442564"/>
              <a:gd name="connsiteX286" fmla="*/ 221632 w 1967342"/>
              <a:gd name="connsiteY286" fmla="*/ 359137 h 442564"/>
              <a:gd name="connsiteX287" fmla="*/ 228348 w 1967342"/>
              <a:gd name="connsiteY287" fmla="*/ 359137 h 442564"/>
              <a:gd name="connsiteX288" fmla="*/ 228348 w 1967342"/>
              <a:gd name="connsiteY288" fmla="*/ 362277 h 442564"/>
              <a:gd name="connsiteX289" fmla="*/ 230288 w 1967342"/>
              <a:gd name="connsiteY289" fmla="*/ 362277 h 442564"/>
              <a:gd name="connsiteX290" fmla="*/ 230288 w 1967342"/>
              <a:gd name="connsiteY290" fmla="*/ 359137 h 442564"/>
              <a:gd name="connsiteX291" fmla="*/ 232469 w 1967342"/>
              <a:gd name="connsiteY291" fmla="*/ 359137 h 442564"/>
              <a:gd name="connsiteX292" fmla="*/ 232469 w 1967342"/>
              <a:gd name="connsiteY292" fmla="*/ 357764 h 442564"/>
              <a:gd name="connsiteX293" fmla="*/ 230288 w 1967342"/>
              <a:gd name="connsiteY293" fmla="*/ 357764 h 442564"/>
              <a:gd name="connsiteX294" fmla="*/ 230288 w 1967342"/>
              <a:gd name="connsiteY294" fmla="*/ 349434 h 442564"/>
              <a:gd name="connsiteX295" fmla="*/ 200742 w 1967342"/>
              <a:gd name="connsiteY295" fmla="*/ 349347 h 442564"/>
              <a:gd name="connsiteX296" fmla="*/ 196599 w 1967342"/>
              <a:gd name="connsiteY296" fmla="*/ 351789 h 442564"/>
              <a:gd name="connsiteX297" fmla="*/ 196599 w 1967342"/>
              <a:gd name="connsiteY297" fmla="*/ 353163 h 442564"/>
              <a:gd name="connsiteX298" fmla="*/ 200197 w 1967342"/>
              <a:gd name="connsiteY298" fmla="*/ 353163 h 442564"/>
              <a:gd name="connsiteX299" fmla="*/ 200197 w 1967342"/>
              <a:gd name="connsiteY299" fmla="*/ 362277 h 442564"/>
              <a:gd name="connsiteX300" fmla="*/ 202246 w 1967342"/>
              <a:gd name="connsiteY300" fmla="*/ 362277 h 442564"/>
              <a:gd name="connsiteX301" fmla="*/ 202246 w 1967342"/>
              <a:gd name="connsiteY301" fmla="*/ 349347 h 442564"/>
              <a:gd name="connsiteX302" fmla="*/ 94658 w 1967342"/>
              <a:gd name="connsiteY302" fmla="*/ 345617 h 442564"/>
              <a:gd name="connsiteX303" fmla="*/ 79961 w 1967342"/>
              <a:gd name="connsiteY303" fmla="*/ 361361 h 442564"/>
              <a:gd name="connsiteX304" fmla="*/ 81379 w 1967342"/>
              <a:gd name="connsiteY304" fmla="*/ 362691 h 442564"/>
              <a:gd name="connsiteX305" fmla="*/ 82796 w 1967342"/>
              <a:gd name="connsiteY305" fmla="*/ 364086 h 442564"/>
              <a:gd name="connsiteX306" fmla="*/ 93372 w 1967342"/>
              <a:gd name="connsiteY306" fmla="*/ 352726 h 442564"/>
              <a:gd name="connsiteX307" fmla="*/ 88771 w 1967342"/>
              <a:gd name="connsiteY307" fmla="*/ 369669 h 442564"/>
              <a:gd name="connsiteX308" fmla="*/ 90275 w 1967342"/>
              <a:gd name="connsiteY308" fmla="*/ 371064 h 442564"/>
              <a:gd name="connsiteX309" fmla="*/ 91780 w 1967342"/>
              <a:gd name="connsiteY309" fmla="*/ 372394 h 442564"/>
              <a:gd name="connsiteX310" fmla="*/ 106455 w 1967342"/>
              <a:gd name="connsiteY310" fmla="*/ 356629 h 442564"/>
              <a:gd name="connsiteX311" fmla="*/ 105038 w 1967342"/>
              <a:gd name="connsiteY311" fmla="*/ 355320 h 442564"/>
              <a:gd name="connsiteX312" fmla="*/ 103642 w 1967342"/>
              <a:gd name="connsiteY312" fmla="*/ 354012 h 442564"/>
              <a:gd name="connsiteX313" fmla="*/ 93328 w 1967342"/>
              <a:gd name="connsiteY313" fmla="*/ 365068 h 442564"/>
              <a:gd name="connsiteX314" fmla="*/ 97820 w 1967342"/>
              <a:gd name="connsiteY314" fmla="*/ 348583 h 442564"/>
              <a:gd name="connsiteX315" fmla="*/ 96228 w 1967342"/>
              <a:gd name="connsiteY315" fmla="*/ 347100 h 442564"/>
              <a:gd name="connsiteX316" fmla="*/ 546055 w 1967342"/>
              <a:gd name="connsiteY316" fmla="*/ 345486 h 442564"/>
              <a:gd name="connsiteX317" fmla="*/ 546131 w 1967342"/>
              <a:gd name="connsiteY317" fmla="*/ 358030 h 442564"/>
              <a:gd name="connsiteX318" fmla="*/ 558675 w 1967342"/>
              <a:gd name="connsiteY318" fmla="*/ 358030 h 442564"/>
              <a:gd name="connsiteX319" fmla="*/ 564832 w 1967342"/>
              <a:gd name="connsiteY319" fmla="*/ 356358 h 442564"/>
              <a:gd name="connsiteX320" fmla="*/ 566809 w 1967342"/>
              <a:gd name="connsiteY320" fmla="*/ 351264 h 442564"/>
              <a:gd name="connsiteX321" fmla="*/ 564681 w 1967342"/>
              <a:gd name="connsiteY321" fmla="*/ 346931 h 442564"/>
              <a:gd name="connsiteX322" fmla="*/ 558218 w 1967342"/>
              <a:gd name="connsiteY322" fmla="*/ 345486 h 442564"/>
              <a:gd name="connsiteX323" fmla="*/ 1826552 w 1967342"/>
              <a:gd name="connsiteY323" fmla="*/ 343894 h 442564"/>
              <a:gd name="connsiteX324" fmla="*/ 1816934 w 1967342"/>
              <a:gd name="connsiteY324" fmla="*/ 346207 h 442564"/>
              <a:gd name="connsiteX325" fmla="*/ 1814081 w 1967342"/>
              <a:gd name="connsiteY325" fmla="*/ 349059 h 442564"/>
              <a:gd name="connsiteX326" fmla="*/ 1810280 w 1967342"/>
              <a:gd name="connsiteY326" fmla="*/ 364263 h 442564"/>
              <a:gd name="connsiteX327" fmla="*/ 1814005 w 1967342"/>
              <a:gd name="connsiteY327" fmla="*/ 378708 h 442564"/>
              <a:gd name="connsiteX328" fmla="*/ 1832300 w 1967342"/>
              <a:gd name="connsiteY328" fmla="*/ 381394 h 442564"/>
              <a:gd name="connsiteX329" fmla="*/ 1834986 w 1967342"/>
              <a:gd name="connsiteY329" fmla="*/ 378708 h 442564"/>
              <a:gd name="connsiteX330" fmla="*/ 1834987 w 1967342"/>
              <a:gd name="connsiteY330" fmla="*/ 378708 h 442564"/>
              <a:gd name="connsiteX331" fmla="*/ 1838787 w 1967342"/>
              <a:gd name="connsiteY331" fmla="*/ 364263 h 442564"/>
              <a:gd name="connsiteX332" fmla="*/ 1834987 w 1967342"/>
              <a:gd name="connsiteY332" fmla="*/ 349059 h 442564"/>
              <a:gd name="connsiteX333" fmla="*/ 1826552 w 1967342"/>
              <a:gd name="connsiteY333" fmla="*/ 343894 h 442564"/>
              <a:gd name="connsiteX334" fmla="*/ 1719296 w 1967342"/>
              <a:gd name="connsiteY334" fmla="*/ 343890 h 442564"/>
              <a:gd name="connsiteX335" fmla="*/ 1709629 w 1967342"/>
              <a:gd name="connsiteY335" fmla="*/ 346245 h 442564"/>
              <a:gd name="connsiteX336" fmla="*/ 1706815 w 1967342"/>
              <a:gd name="connsiteY336" fmla="*/ 349060 h 442564"/>
              <a:gd name="connsiteX337" fmla="*/ 1703090 w 1967342"/>
              <a:gd name="connsiteY337" fmla="*/ 364264 h 442564"/>
              <a:gd name="connsiteX338" fmla="*/ 1706815 w 1967342"/>
              <a:gd name="connsiteY338" fmla="*/ 378708 h 442564"/>
              <a:gd name="connsiteX339" fmla="*/ 1725110 w 1967342"/>
              <a:gd name="connsiteY339" fmla="*/ 381394 h 442564"/>
              <a:gd name="connsiteX340" fmla="*/ 1727797 w 1967342"/>
              <a:gd name="connsiteY340" fmla="*/ 378708 h 442564"/>
              <a:gd name="connsiteX341" fmla="*/ 1731522 w 1967342"/>
              <a:gd name="connsiteY341" fmla="*/ 364264 h 442564"/>
              <a:gd name="connsiteX342" fmla="*/ 1727797 w 1967342"/>
              <a:gd name="connsiteY342" fmla="*/ 349060 h 442564"/>
              <a:gd name="connsiteX343" fmla="*/ 1719296 w 1967342"/>
              <a:gd name="connsiteY343" fmla="*/ 343890 h 442564"/>
              <a:gd name="connsiteX344" fmla="*/ 1322848 w 1967342"/>
              <a:gd name="connsiteY344" fmla="*/ 343890 h 442564"/>
              <a:gd name="connsiteX345" fmla="*/ 1313181 w 1967342"/>
              <a:gd name="connsiteY345" fmla="*/ 346245 h 442564"/>
              <a:gd name="connsiteX346" fmla="*/ 1310367 w 1967342"/>
              <a:gd name="connsiteY346" fmla="*/ 349060 h 442564"/>
              <a:gd name="connsiteX347" fmla="*/ 1306642 w 1967342"/>
              <a:gd name="connsiteY347" fmla="*/ 364264 h 442564"/>
              <a:gd name="connsiteX348" fmla="*/ 1310367 w 1967342"/>
              <a:gd name="connsiteY348" fmla="*/ 378708 h 442564"/>
              <a:gd name="connsiteX349" fmla="*/ 1328662 w 1967342"/>
              <a:gd name="connsiteY349" fmla="*/ 381394 h 442564"/>
              <a:gd name="connsiteX350" fmla="*/ 1331349 w 1967342"/>
              <a:gd name="connsiteY350" fmla="*/ 378708 h 442564"/>
              <a:gd name="connsiteX351" fmla="*/ 1335074 w 1967342"/>
              <a:gd name="connsiteY351" fmla="*/ 364264 h 442564"/>
              <a:gd name="connsiteX352" fmla="*/ 1331349 w 1967342"/>
              <a:gd name="connsiteY352" fmla="*/ 349060 h 442564"/>
              <a:gd name="connsiteX353" fmla="*/ 1322848 w 1967342"/>
              <a:gd name="connsiteY353" fmla="*/ 343890 h 442564"/>
              <a:gd name="connsiteX354" fmla="*/ 87702 w 1967342"/>
              <a:gd name="connsiteY354" fmla="*/ 338029 h 442564"/>
              <a:gd name="connsiteX355" fmla="*/ 71697 w 1967342"/>
              <a:gd name="connsiteY355" fmla="*/ 352442 h 442564"/>
              <a:gd name="connsiteX356" fmla="*/ 73093 w 1967342"/>
              <a:gd name="connsiteY356" fmla="*/ 353969 h 442564"/>
              <a:gd name="connsiteX357" fmla="*/ 74466 w 1967342"/>
              <a:gd name="connsiteY357" fmla="*/ 355517 h 442564"/>
              <a:gd name="connsiteX358" fmla="*/ 90472 w 1967342"/>
              <a:gd name="connsiteY358" fmla="*/ 341103 h 442564"/>
              <a:gd name="connsiteX359" fmla="*/ 89098 w 1967342"/>
              <a:gd name="connsiteY359" fmla="*/ 339555 h 442564"/>
              <a:gd name="connsiteX360" fmla="*/ 1916924 w 1967342"/>
              <a:gd name="connsiteY360" fmla="*/ 335788 h 442564"/>
              <a:gd name="connsiteX361" fmla="*/ 1923386 w 1967342"/>
              <a:gd name="connsiteY361" fmla="*/ 335788 h 442564"/>
              <a:gd name="connsiteX362" fmla="*/ 1929924 w 1967342"/>
              <a:gd name="connsiteY362" fmla="*/ 335788 h 442564"/>
              <a:gd name="connsiteX363" fmla="*/ 1940832 w 1967342"/>
              <a:gd name="connsiteY363" fmla="*/ 360406 h 442564"/>
              <a:gd name="connsiteX364" fmla="*/ 1940795 w 1967342"/>
              <a:gd name="connsiteY364" fmla="*/ 360495 h 442564"/>
              <a:gd name="connsiteX365" fmla="*/ 1940871 w 1967342"/>
              <a:gd name="connsiteY365" fmla="*/ 360495 h 442564"/>
              <a:gd name="connsiteX366" fmla="*/ 1940832 w 1967342"/>
              <a:gd name="connsiteY366" fmla="*/ 360406 h 442564"/>
              <a:gd name="connsiteX367" fmla="*/ 1951058 w 1967342"/>
              <a:gd name="connsiteY367" fmla="*/ 335788 h 442564"/>
              <a:gd name="connsiteX368" fmla="*/ 1957292 w 1967342"/>
              <a:gd name="connsiteY368" fmla="*/ 335788 h 442564"/>
              <a:gd name="connsiteX369" fmla="*/ 1963449 w 1967342"/>
              <a:gd name="connsiteY369" fmla="*/ 335788 h 442564"/>
              <a:gd name="connsiteX370" fmla="*/ 1946116 w 1967342"/>
              <a:gd name="connsiteY370" fmla="*/ 371137 h 442564"/>
              <a:gd name="connsiteX371" fmla="*/ 1946116 w 1967342"/>
              <a:gd name="connsiteY371" fmla="*/ 392804 h 442564"/>
              <a:gd name="connsiteX372" fmla="*/ 1940719 w 1967342"/>
              <a:gd name="connsiteY372" fmla="*/ 392804 h 442564"/>
              <a:gd name="connsiteX373" fmla="*/ 1935169 w 1967342"/>
              <a:gd name="connsiteY373" fmla="*/ 392804 h 442564"/>
              <a:gd name="connsiteX374" fmla="*/ 1935169 w 1967342"/>
              <a:gd name="connsiteY374" fmla="*/ 371366 h 442564"/>
              <a:gd name="connsiteX375" fmla="*/ 1754468 w 1967342"/>
              <a:gd name="connsiteY375" fmla="*/ 335788 h 442564"/>
              <a:gd name="connsiteX376" fmla="*/ 1759942 w 1967342"/>
              <a:gd name="connsiteY376" fmla="*/ 335788 h 442564"/>
              <a:gd name="connsiteX377" fmla="*/ 1765415 w 1967342"/>
              <a:gd name="connsiteY377" fmla="*/ 335788 h 442564"/>
              <a:gd name="connsiteX378" fmla="*/ 1765415 w 1967342"/>
              <a:gd name="connsiteY378" fmla="*/ 382617 h 442564"/>
              <a:gd name="connsiteX379" fmla="*/ 1791415 w 1967342"/>
              <a:gd name="connsiteY379" fmla="*/ 382617 h 442564"/>
              <a:gd name="connsiteX380" fmla="*/ 1791415 w 1967342"/>
              <a:gd name="connsiteY380" fmla="*/ 387710 h 442564"/>
              <a:gd name="connsiteX381" fmla="*/ 1791415 w 1967342"/>
              <a:gd name="connsiteY381" fmla="*/ 392727 h 442564"/>
              <a:gd name="connsiteX382" fmla="*/ 1754468 w 1967342"/>
              <a:gd name="connsiteY382" fmla="*/ 392727 h 442564"/>
              <a:gd name="connsiteX383" fmla="*/ 1638612 w 1967342"/>
              <a:gd name="connsiteY383" fmla="*/ 335788 h 442564"/>
              <a:gd name="connsiteX384" fmla="*/ 1644314 w 1967342"/>
              <a:gd name="connsiteY384" fmla="*/ 335788 h 442564"/>
              <a:gd name="connsiteX385" fmla="*/ 1650016 w 1967342"/>
              <a:gd name="connsiteY385" fmla="*/ 335788 h 442564"/>
              <a:gd name="connsiteX386" fmla="*/ 1671073 w 1967342"/>
              <a:gd name="connsiteY386" fmla="*/ 375775 h 442564"/>
              <a:gd name="connsiteX387" fmla="*/ 1671073 w 1967342"/>
              <a:gd name="connsiteY387" fmla="*/ 335788 h 442564"/>
              <a:gd name="connsiteX388" fmla="*/ 1676167 w 1967342"/>
              <a:gd name="connsiteY388" fmla="*/ 335788 h 442564"/>
              <a:gd name="connsiteX389" fmla="*/ 1681335 w 1967342"/>
              <a:gd name="connsiteY389" fmla="*/ 335788 h 442564"/>
              <a:gd name="connsiteX390" fmla="*/ 1681335 w 1967342"/>
              <a:gd name="connsiteY390" fmla="*/ 392727 h 442564"/>
              <a:gd name="connsiteX391" fmla="*/ 1675862 w 1967342"/>
              <a:gd name="connsiteY391" fmla="*/ 392727 h 442564"/>
              <a:gd name="connsiteX392" fmla="*/ 1670388 w 1967342"/>
              <a:gd name="connsiteY392" fmla="*/ 392727 h 442564"/>
              <a:gd name="connsiteX393" fmla="*/ 1648799 w 1967342"/>
              <a:gd name="connsiteY393" fmla="*/ 351676 h 442564"/>
              <a:gd name="connsiteX394" fmla="*/ 1648799 w 1967342"/>
              <a:gd name="connsiteY394" fmla="*/ 392727 h 442564"/>
              <a:gd name="connsiteX395" fmla="*/ 1643706 w 1967342"/>
              <a:gd name="connsiteY395" fmla="*/ 392727 h 442564"/>
              <a:gd name="connsiteX396" fmla="*/ 1638612 w 1967342"/>
              <a:gd name="connsiteY396" fmla="*/ 392727 h 442564"/>
              <a:gd name="connsiteX397" fmla="*/ 1583116 w 1967342"/>
              <a:gd name="connsiteY397" fmla="*/ 335788 h 442564"/>
              <a:gd name="connsiteX398" fmla="*/ 1588514 w 1967342"/>
              <a:gd name="connsiteY398" fmla="*/ 335788 h 442564"/>
              <a:gd name="connsiteX399" fmla="*/ 1593987 w 1967342"/>
              <a:gd name="connsiteY399" fmla="*/ 335788 h 442564"/>
              <a:gd name="connsiteX400" fmla="*/ 1593987 w 1967342"/>
              <a:gd name="connsiteY400" fmla="*/ 357150 h 442564"/>
              <a:gd name="connsiteX401" fmla="*/ 1614512 w 1967342"/>
              <a:gd name="connsiteY401" fmla="*/ 357150 h 442564"/>
              <a:gd name="connsiteX402" fmla="*/ 1614512 w 1967342"/>
              <a:gd name="connsiteY402" fmla="*/ 335788 h 442564"/>
              <a:gd name="connsiteX403" fmla="*/ 1619986 w 1967342"/>
              <a:gd name="connsiteY403" fmla="*/ 335788 h 442564"/>
              <a:gd name="connsiteX404" fmla="*/ 1625459 w 1967342"/>
              <a:gd name="connsiteY404" fmla="*/ 335788 h 442564"/>
              <a:gd name="connsiteX405" fmla="*/ 1625459 w 1967342"/>
              <a:gd name="connsiteY405" fmla="*/ 392727 h 442564"/>
              <a:gd name="connsiteX406" fmla="*/ 1619986 w 1967342"/>
              <a:gd name="connsiteY406" fmla="*/ 392727 h 442564"/>
              <a:gd name="connsiteX407" fmla="*/ 1614512 w 1967342"/>
              <a:gd name="connsiteY407" fmla="*/ 392727 h 442564"/>
              <a:gd name="connsiteX408" fmla="*/ 1614512 w 1967342"/>
              <a:gd name="connsiteY408" fmla="*/ 366957 h 442564"/>
              <a:gd name="connsiteX409" fmla="*/ 1593987 w 1967342"/>
              <a:gd name="connsiteY409" fmla="*/ 366957 h 442564"/>
              <a:gd name="connsiteX410" fmla="*/ 1593987 w 1967342"/>
              <a:gd name="connsiteY410" fmla="*/ 392727 h 442564"/>
              <a:gd name="connsiteX411" fmla="*/ 1588590 w 1967342"/>
              <a:gd name="connsiteY411" fmla="*/ 392727 h 442564"/>
              <a:gd name="connsiteX412" fmla="*/ 1583116 w 1967342"/>
              <a:gd name="connsiteY412" fmla="*/ 392727 h 442564"/>
              <a:gd name="connsiteX413" fmla="*/ 1476232 w 1967342"/>
              <a:gd name="connsiteY413" fmla="*/ 335788 h 442564"/>
              <a:gd name="connsiteX414" fmla="*/ 1514775 w 1967342"/>
              <a:gd name="connsiteY414" fmla="*/ 335788 h 442564"/>
              <a:gd name="connsiteX415" fmla="*/ 1514775 w 1967342"/>
              <a:gd name="connsiteY415" fmla="*/ 340805 h 442564"/>
              <a:gd name="connsiteX416" fmla="*/ 1514775 w 1967342"/>
              <a:gd name="connsiteY416" fmla="*/ 345899 h 442564"/>
              <a:gd name="connsiteX417" fmla="*/ 1487179 w 1967342"/>
              <a:gd name="connsiteY417" fmla="*/ 345899 h 442564"/>
              <a:gd name="connsiteX418" fmla="*/ 1487179 w 1967342"/>
              <a:gd name="connsiteY418" fmla="*/ 357986 h 442564"/>
              <a:gd name="connsiteX419" fmla="*/ 1512798 w 1967342"/>
              <a:gd name="connsiteY419" fmla="*/ 357986 h 442564"/>
              <a:gd name="connsiteX420" fmla="*/ 1512798 w 1967342"/>
              <a:gd name="connsiteY420" fmla="*/ 362851 h 442564"/>
              <a:gd name="connsiteX421" fmla="*/ 1512798 w 1967342"/>
              <a:gd name="connsiteY421" fmla="*/ 367792 h 442564"/>
              <a:gd name="connsiteX422" fmla="*/ 1487179 w 1967342"/>
              <a:gd name="connsiteY422" fmla="*/ 367792 h 442564"/>
              <a:gd name="connsiteX423" fmla="*/ 1487179 w 1967342"/>
              <a:gd name="connsiteY423" fmla="*/ 382617 h 442564"/>
              <a:gd name="connsiteX424" fmla="*/ 1515991 w 1967342"/>
              <a:gd name="connsiteY424" fmla="*/ 382617 h 442564"/>
              <a:gd name="connsiteX425" fmla="*/ 1515991 w 1967342"/>
              <a:gd name="connsiteY425" fmla="*/ 387710 h 442564"/>
              <a:gd name="connsiteX426" fmla="*/ 1515991 w 1967342"/>
              <a:gd name="connsiteY426" fmla="*/ 392727 h 442564"/>
              <a:gd name="connsiteX427" fmla="*/ 1476232 w 1967342"/>
              <a:gd name="connsiteY427" fmla="*/ 392727 h 442564"/>
              <a:gd name="connsiteX428" fmla="*/ 1424157 w 1967342"/>
              <a:gd name="connsiteY428" fmla="*/ 335788 h 442564"/>
              <a:gd name="connsiteX429" fmla="*/ 1466805 w 1967342"/>
              <a:gd name="connsiteY429" fmla="*/ 335788 h 442564"/>
              <a:gd name="connsiteX430" fmla="*/ 1466805 w 1967342"/>
              <a:gd name="connsiteY430" fmla="*/ 340805 h 442564"/>
              <a:gd name="connsiteX431" fmla="*/ 1466805 w 1967342"/>
              <a:gd name="connsiteY431" fmla="*/ 345899 h 442564"/>
              <a:gd name="connsiteX432" fmla="*/ 1450917 w 1967342"/>
              <a:gd name="connsiteY432" fmla="*/ 345899 h 442564"/>
              <a:gd name="connsiteX433" fmla="*/ 1450917 w 1967342"/>
              <a:gd name="connsiteY433" fmla="*/ 392727 h 442564"/>
              <a:gd name="connsiteX434" fmla="*/ 1445519 w 1967342"/>
              <a:gd name="connsiteY434" fmla="*/ 392727 h 442564"/>
              <a:gd name="connsiteX435" fmla="*/ 1440046 w 1967342"/>
              <a:gd name="connsiteY435" fmla="*/ 392727 h 442564"/>
              <a:gd name="connsiteX436" fmla="*/ 1440046 w 1967342"/>
              <a:gd name="connsiteY436" fmla="*/ 345899 h 442564"/>
              <a:gd name="connsiteX437" fmla="*/ 1424157 w 1967342"/>
              <a:gd name="connsiteY437" fmla="*/ 345899 h 442564"/>
              <a:gd name="connsiteX438" fmla="*/ 1424157 w 1967342"/>
              <a:gd name="connsiteY438" fmla="*/ 340882 h 442564"/>
              <a:gd name="connsiteX439" fmla="*/ 1358019 w 1967342"/>
              <a:gd name="connsiteY439" fmla="*/ 335788 h 442564"/>
              <a:gd name="connsiteX440" fmla="*/ 1395269 w 1967342"/>
              <a:gd name="connsiteY440" fmla="*/ 335788 h 442564"/>
              <a:gd name="connsiteX441" fmla="*/ 1395269 w 1967342"/>
              <a:gd name="connsiteY441" fmla="*/ 340805 h 442564"/>
              <a:gd name="connsiteX442" fmla="*/ 1395269 w 1967342"/>
              <a:gd name="connsiteY442" fmla="*/ 345899 h 442564"/>
              <a:gd name="connsiteX443" fmla="*/ 1368966 w 1967342"/>
              <a:gd name="connsiteY443" fmla="*/ 345899 h 442564"/>
              <a:gd name="connsiteX444" fmla="*/ 1368966 w 1967342"/>
              <a:gd name="connsiteY444" fmla="*/ 358822 h 442564"/>
              <a:gd name="connsiteX445" fmla="*/ 1391925 w 1967342"/>
              <a:gd name="connsiteY445" fmla="*/ 358822 h 442564"/>
              <a:gd name="connsiteX446" fmla="*/ 1391925 w 1967342"/>
              <a:gd name="connsiteY446" fmla="*/ 363764 h 442564"/>
              <a:gd name="connsiteX447" fmla="*/ 1391925 w 1967342"/>
              <a:gd name="connsiteY447" fmla="*/ 368629 h 442564"/>
              <a:gd name="connsiteX448" fmla="*/ 1368966 w 1967342"/>
              <a:gd name="connsiteY448" fmla="*/ 368629 h 442564"/>
              <a:gd name="connsiteX449" fmla="*/ 1368966 w 1967342"/>
              <a:gd name="connsiteY449" fmla="*/ 392727 h 442564"/>
              <a:gd name="connsiteX450" fmla="*/ 1363493 w 1967342"/>
              <a:gd name="connsiteY450" fmla="*/ 392727 h 442564"/>
              <a:gd name="connsiteX451" fmla="*/ 1358019 w 1967342"/>
              <a:gd name="connsiteY451" fmla="*/ 392727 h 442564"/>
              <a:gd name="connsiteX452" fmla="*/ 1223463 w 1967342"/>
              <a:gd name="connsiteY452" fmla="*/ 335788 h 442564"/>
              <a:gd name="connsiteX453" fmla="*/ 1262082 w 1967342"/>
              <a:gd name="connsiteY453" fmla="*/ 335788 h 442564"/>
              <a:gd name="connsiteX454" fmla="*/ 1262082 w 1967342"/>
              <a:gd name="connsiteY454" fmla="*/ 340805 h 442564"/>
              <a:gd name="connsiteX455" fmla="*/ 1262082 w 1967342"/>
              <a:gd name="connsiteY455" fmla="*/ 345899 h 442564"/>
              <a:gd name="connsiteX456" fmla="*/ 1234410 w 1967342"/>
              <a:gd name="connsiteY456" fmla="*/ 345899 h 442564"/>
              <a:gd name="connsiteX457" fmla="*/ 1234410 w 1967342"/>
              <a:gd name="connsiteY457" fmla="*/ 357986 h 442564"/>
              <a:gd name="connsiteX458" fmla="*/ 1260029 w 1967342"/>
              <a:gd name="connsiteY458" fmla="*/ 357986 h 442564"/>
              <a:gd name="connsiteX459" fmla="*/ 1260029 w 1967342"/>
              <a:gd name="connsiteY459" fmla="*/ 362851 h 442564"/>
              <a:gd name="connsiteX460" fmla="*/ 1260029 w 1967342"/>
              <a:gd name="connsiteY460" fmla="*/ 367792 h 442564"/>
              <a:gd name="connsiteX461" fmla="*/ 1234410 w 1967342"/>
              <a:gd name="connsiteY461" fmla="*/ 367792 h 442564"/>
              <a:gd name="connsiteX462" fmla="*/ 1234410 w 1967342"/>
              <a:gd name="connsiteY462" fmla="*/ 382617 h 442564"/>
              <a:gd name="connsiteX463" fmla="*/ 1263298 w 1967342"/>
              <a:gd name="connsiteY463" fmla="*/ 382617 h 442564"/>
              <a:gd name="connsiteX464" fmla="*/ 1263298 w 1967342"/>
              <a:gd name="connsiteY464" fmla="*/ 387710 h 442564"/>
              <a:gd name="connsiteX465" fmla="*/ 1263298 w 1967342"/>
              <a:gd name="connsiteY465" fmla="*/ 392727 h 442564"/>
              <a:gd name="connsiteX466" fmla="*/ 1223463 w 1967342"/>
              <a:gd name="connsiteY466" fmla="*/ 392727 h 442564"/>
              <a:gd name="connsiteX467" fmla="*/ 1171464 w 1967342"/>
              <a:gd name="connsiteY467" fmla="*/ 335788 h 442564"/>
              <a:gd name="connsiteX468" fmla="*/ 1214036 w 1967342"/>
              <a:gd name="connsiteY468" fmla="*/ 335788 h 442564"/>
              <a:gd name="connsiteX469" fmla="*/ 1214036 w 1967342"/>
              <a:gd name="connsiteY469" fmla="*/ 340805 h 442564"/>
              <a:gd name="connsiteX470" fmla="*/ 1214036 w 1967342"/>
              <a:gd name="connsiteY470" fmla="*/ 345899 h 442564"/>
              <a:gd name="connsiteX471" fmla="*/ 1198224 w 1967342"/>
              <a:gd name="connsiteY471" fmla="*/ 345899 h 442564"/>
              <a:gd name="connsiteX472" fmla="*/ 1198224 w 1967342"/>
              <a:gd name="connsiteY472" fmla="*/ 392727 h 442564"/>
              <a:gd name="connsiteX473" fmla="*/ 1192750 w 1967342"/>
              <a:gd name="connsiteY473" fmla="*/ 392727 h 442564"/>
              <a:gd name="connsiteX474" fmla="*/ 1187277 w 1967342"/>
              <a:gd name="connsiteY474" fmla="*/ 392727 h 442564"/>
              <a:gd name="connsiteX475" fmla="*/ 1187277 w 1967342"/>
              <a:gd name="connsiteY475" fmla="*/ 345899 h 442564"/>
              <a:gd name="connsiteX476" fmla="*/ 1171464 w 1967342"/>
              <a:gd name="connsiteY476" fmla="*/ 345899 h 442564"/>
              <a:gd name="connsiteX477" fmla="*/ 1171464 w 1967342"/>
              <a:gd name="connsiteY477" fmla="*/ 340882 h 442564"/>
              <a:gd name="connsiteX478" fmla="*/ 1068304 w 1967342"/>
              <a:gd name="connsiteY478" fmla="*/ 335788 h 442564"/>
              <a:gd name="connsiteX479" fmla="*/ 1110876 w 1967342"/>
              <a:gd name="connsiteY479" fmla="*/ 335788 h 442564"/>
              <a:gd name="connsiteX480" fmla="*/ 1110876 w 1967342"/>
              <a:gd name="connsiteY480" fmla="*/ 340805 h 442564"/>
              <a:gd name="connsiteX481" fmla="*/ 1110876 w 1967342"/>
              <a:gd name="connsiteY481" fmla="*/ 345899 h 442564"/>
              <a:gd name="connsiteX482" fmla="*/ 1095064 w 1967342"/>
              <a:gd name="connsiteY482" fmla="*/ 345899 h 442564"/>
              <a:gd name="connsiteX483" fmla="*/ 1095064 w 1967342"/>
              <a:gd name="connsiteY483" fmla="*/ 392727 h 442564"/>
              <a:gd name="connsiteX484" fmla="*/ 1089590 w 1967342"/>
              <a:gd name="connsiteY484" fmla="*/ 392727 h 442564"/>
              <a:gd name="connsiteX485" fmla="*/ 1084117 w 1967342"/>
              <a:gd name="connsiteY485" fmla="*/ 392727 h 442564"/>
              <a:gd name="connsiteX486" fmla="*/ 1084117 w 1967342"/>
              <a:gd name="connsiteY486" fmla="*/ 345899 h 442564"/>
              <a:gd name="connsiteX487" fmla="*/ 1068304 w 1967342"/>
              <a:gd name="connsiteY487" fmla="*/ 345899 h 442564"/>
              <a:gd name="connsiteX488" fmla="*/ 1068304 w 1967342"/>
              <a:gd name="connsiteY488" fmla="*/ 340882 h 442564"/>
              <a:gd name="connsiteX489" fmla="*/ 1048691 w 1967342"/>
              <a:gd name="connsiteY489" fmla="*/ 335788 h 442564"/>
              <a:gd name="connsiteX490" fmla="*/ 1054165 w 1967342"/>
              <a:gd name="connsiteY490" fmla="*/ 335788 h 442564"/>
              <a:gd name="connsiteX491" fmla="*/ 1059638 w 1967342"/>
              <a:gd name="connsiteY491" fmla="*/ 335788 h 442564"/>
              <a:gd name="connsiteX492" fmla="*/ 1059638 w 1967342"/>
              <a:gd name="connsiteY492" fmla="*/ 392727 h 442564"/>
              <a:gd name="connsiteX493" fmla="*/ 1054241 w 1967342"/>
              <a:gd name="connsiteY493" fmla="*/ 392727 h 442564"/>
              <a:gd name="connsiteX494" fmla="*/ 1048691 w 1967342"/>
              <a:gd name="connsiteY494" fmla="*/ 392727 h 442564"/>
              <a:gd name="connsiteX495" fmla="*/ 997605 w 1967342"/>
              <a:gd name="connsiteY495" fmla="*/ 335788 h 442564"/>
              <a:gd name="connsiteX496" fmla="*/ 1040177 w 1967342"/>
              <a:gd name="connsiteY496" fmla="*/ 335788 h 442564"/>
              <a:gd name="connsiteX497" fmla="*/ 1040177 w 1967342"/>
              <a:gd name="connsiteY497" fmla="*/ 340805 h 442564"/>
              <a:gd name="connsiteX498" fmla="*/ 1040177 w 1967342"/>
              <a:gd name="connsiteY498" fmla="*/ 345899 h 442564"/>
              <a:gd name="connsiteX499" fmla="*/ 1024365 w 1967342"/>
              <a:gd name="connsiteY499" fmla="*/ 345899 h 442564"/>
              <a:gd name="connsiteX500" fmla="*/ 1024365 w 1967342"/>
              <a:gd name="connsiteY500" fmla="*/ 392727 h 442564"/>
              <a:gd name="connsiteX501" fmla="*/ 1018891 w 1967342"/>
              <a:gd name="connsiteY501" fmla="*/ 392727 h 442564"/>
              <a:gd name="connsiteX502" fmla="*/ 1013418 w 1967342"/>
              <a:gd name="connsiteY502" fmla="*/ 392727 h 442564"/>
              <a:gd name="connsiteX503" fmla="*/ 1013418 w 1967342"/>
              <a:gd name="connsiteY503" fmla="*/ 345899 h 442564"/>
              <a:gd name="connsiteX504" fmla="*/ 997605 w 1967342"/>
              <a:gd name="connsiteY504" fmla="*/ 345899 h 442564"/>
              <a:gd name="connsiteX505" fmla="*/ 997605 w 1967342"/>
              <a:gd name="connsiteY505" fmla="*/ 340882 h 442564"/>
              <a:gd name="connsiteX506" fmla="*/ 894292 w 1967342"/>
              <a:gd name="connsiteY506" fmla="*/ 335788 h 442564"/>
              <a:gd name="connsiteX507" fmla="*/ 900070 w 1967342"/>
              <a:gd name="connsiteY507" fmla="*/ 335788 h 442564"/>
              <a:gd name="connsiteX508" fmla="*/ 905772 w 1967342"/>
              <a:gd name="connsiteY508" fmla="*/ 335788 h 442564"/>
              <a:gd name="connsiteX509" fmla="*/ 926829 w 1967342"/>
              <a:gd name="connsiteY509" fmla="*/ 375775 h 442564"/>
              <a:gd name="connsiteX510" fmla="*/ 926829 w 1967342"/>
              <a:gd name="connsiteY510" fmla="*/ 335788 h 442564"/>
              <a:gd name="connsiteX511" fmla="*/ 931923 w 1967342"/>
              <a:gd name="connsiteY511" fmla="*/ 335788 h 442564"/>
              <a:gd name="connsiteX512" fmla="*/ 937092 w 1967342"/>
              <a:gd name="connsiteY512" fmla="*/ 335788 h 442564"/>
              <a:gd name="connsiteX513" fmla="*/ 937092 w 1967342"/>
              <a:gd name="connsiteY513" fmla="*/ 392727 h 442564"/>
              <a:gd name="connsiteX514" fmla="*/ 931619 w 1967342"/>
              <a:gd name="connsiteY514" fmla="*/ 392727 h 442564"/>
              <a:gd name="connsiteX515" fmla="*/ 926145 w 1967342"/>
              <a:gd name="connsiteY515" fmla="*/ 392727 h 442564"/>
              <a:gd name="connsiteX516" fmla="*/ 904555 w 1967342"/>
              <a:gd name="connsiteY516" fmla="*/ 351676 h 442564"/>
              <a:gd name="connsiteX517" fmla="*/ 904555 w 1967342"/>
              <a:gd name="connsiteY517" fmla="*/ 392727 h 442564"/>
              <a:gd name="connsiteX518" fmla="*/ 899462 w 1967342"/>
              <a:gd name="connsiteY518" fmla="*/ 392727 h 442564"/>
              <a:gd name="connsiteX519" fmla="*/ 894292 w 1967342"/>
              <a:gd name="connsiteY519" fmla="*/ 392727 h 442564"/>
              <a:gd name="connsiteX520" fmla="*/ 870802 w 1967342"/>
              <a:gd name="connsiteY520" fmla="*/ 335788 h 442564"/>
              <a:gd name="connsiteX521" fmla="*/ 876200 w 1967342"/>
              <a:gd name="connsiteY521" fmla="*/ 335788 h 442564"/>
              <a:gd name="connsiteX522" fmla="*/ 881749 w 1967342"/>
              <a:gd name="connsiteY522" fmla="*/ 335788 h 442564"/>
              <a:gd name="connsiteX523" fmla="*/ 881749 w 1967342"/>
              <a:gd name="connsiteY523" fmla="*/ 392727 h 442564"/>
              <a:gd name="connsiteX524" fmla="*/ 876276 w 1967342"/>
              <a:gd name="connsiteY524" fmla="*/ 392727 h 442564"/>
              <a:gd name="connsiteX525" fmla="*/ 870802 w 1967342"/>
              <a:gd name="connsiteY525" fmla="*/ 392727 h 442564"/>
              <a:gd name="connsiteX526" fmla="*/ 732596 w 1967342"/>
              <a:gd name="connsiteY526" fmla="*/ 335788 h 442564"/>
              <a:gd name="connsiteX527" fmla="*/ 738298 w 1967342"/>
              <a:gd name="connsiteY527" fmla="*/ 335788 h 442564"/>
              <a:gd name="connsiteX528" fmla="*/ 744076 w 1967342"/>
              <a:gd name="connsiteY528" fmla="*/ 335788 h 442564"/>
              <a:gd name="connsiteX529" fmla="*/ 765057 w 1967342"/>
              <a:gd name="connsiteY529" fmla="*/ 375775 h 442564"/>
              <a:gd name="connsiteX530" fmla="*/ 765057 w 1967342"/>
              <a:gd name="connsiteY530" fmla="*/ 335788 h 442564"/>
              <a:gd name="connsiteX531" fmla="*/ 770150 w 1967342"/>
              <a:gd name="connsiteY531" fmla="*/ 335788 h 442564"/>
              <a:gd name="connsiteX532" fmla="*/ 775319 w 1967342"/>
              <a:gd name="connsiteY532" fmla="*/ 335788 h 442564"/>
              <a:gd name="connsiteX533" fmla="*/ 775319 w 1967342"/>
              <a:gd name="connsiteY533" fmla="*/ 392727 h 442564"/>
              <a:gd name="connsiteX534" fmla="*/ 769847 w 1967342"/>
              <a:gd name="connsiteY534" fmla="*/ 392727 h 442564"/>
              <a:gd name="connsiteX535" fmla="*/ 764373 w 1967342"/>
              <a:gd name="connsiteY535" fmla="*/ 392727 h 442564"/>
              <a:gd name="connsiteX536" fmla="*/ 742783 w 1967342"/>
              <a:gd name="connsiteY536" fmla="*/ 351676 h 442564"/>
              <a:gd name="connsiteX537" fmla="*/ 742783 w 1967342"/>
              <a:gd name="connsiteY537" fmla="*/ 392727 h 442564"/>
              <a:gd name="connsiteX538" fmla="*/ 737690 w 1967342"/>
              <a:gd name="connsiteY538" fmla="*/ 392727 h 442564"/>
              <a:gd name="connsiteX539" fmla="*/ 732596 w 1967342"/>
              <a:gd name="connsiteY539" fmla="*/ 392727 h 442564"/>
              <a:gd name="connsiteX540" fmla="*/ 709030 w 1967342"/>
              <a:gd name="connsiteY540" fmla="*/ 335788 h 442564"/>
              <a:gd name="connsiteX541" fmla="*/ 714504 w 1967342"/>
              <a:gd name="connsiteY541" fmla="*/ 335788 h 442564"/>
              <a:gd name="connsiteX542" fmla="*/ 719977 w 1967342"/>
              <a:gd name="connsiteY542" fmla="*/ 335788 h 442564"/>
              <a:gd name="connsiteX543" fmla="*/ 719977 w 1967342"/>
              <a:gd name="connsiteY543" fmla="*/ 392727 h 442564"/>
              <a:gd name="connsiteX544" fmla="*/ 714504 w 1967342"/>
              <a:gd name="connsiteY544" fmla="*/ 392727 h 442564"/>
              <a:gd name="connsiteX545" fmla="*/ 709030 w 1967342"/>
              <a:gd name="connsiteY545" fmla="*/ 392727 h 442564"/>
              <a:gd name="connsiteX546" fmla="*/ 642283 w 1967342"/>
              <a:gd name="connsiteY546" fmla="*/ 335788 h 442564"/>
              <a:gd name="connsiteX547" fmla="*/ 647757 w 1967342"/>
              <a:gd name="connsiteY547" fmla="*/ 335788 h 442564"/>
              <a:gd name="connsiteX548" fmla="*/ 653230 w 1967342"/>
              <a:gd name="connsiteY548" fmla="*/ 335788 h 442564"/>
              <a:gd name="connsiteX549" fmla="*/ 653230 w 1967342"/>
              <a:gd name="connsiteY549" fmla="*/ 392727 h 442564"/>
              <a:gd name="connsiteX550" fmla="*/ 647833 w 1967342"/>
              <a:gd name="connsiteY550" fmla="*/ 392727 h 442564"/>
              <a:gd name="connsiteX551" fmla="*/ 642283 w 1967342"/>
              <a:gd name="connsiteY551" fmla="*/ 392727 h 442564"/>
              <a:gd name="connsiteX552" fmla="*/ 591577 w 1967342"/>
              <a:gd name="connsiteY552" fmla="*/ 335788 h 442564"/>
              <a:gd name="connsiteX553" fmla="*/ 630120 w 1967342"/>
              <a:gd name="connsiteY553" fmla="*/ 335788 h 442564"/>
              <a:gd name="connsiteX554" fmla="*/ 630120 w 1967342"/>
              <a:gd name="connsiteY554" fmla="*/ 340805 h 442564"/>
              <a:gd name="connsiteX555" fmla="*/ 630120 w 1967342"/>
              <a:gd name="connsiteY555" fmla="*/ 345899 h 442564"/>
              <a:gd name="connsiteX556" fmla="*/ 602524 w 1967342"/>
              <a:gd name="connsiteY556" fmla="*/ 345899 h 442564"/>
              <a:gd name="connsiteX557" fmla="*/ 602524 w 1967342"/>
              <a:gd name="connsiteY557" fmla="*/ 357986 h 442564"/>
              <a:gd name="connsiteX558" fmla="*/ 628143 w 1967342"/>
              <a:gd name="connsiteY558" fmla="*/ 357986 h 442564"/>
              <a:gd name="connsiteX559" fmla="*/ 628143 w 1967342"/>
              <a:gd name="connsiteY559" fmla="*/ 362851 h 442564"/>
              <a:gd name="connsiteX560" fmla="*/ 628143 w 1967342"/>
              <a:gd name="connsiteY560" fmla="*/ 367792 h 442564"/>
              <a:gd name="connsiteX561" fmla="*/ 602524 w 1967342"/>
              <a:gd name="connsiteY561" fmla="*/ 367792 h 442564"/>
              <a:gd name="connsiteX562" fmla="*/ 602524 w 1967342"/>
              <a:gd name="connsiteY562" fmla="*/ 382617 h 442564"/>
              <a:gd name="connsiteX563" fmla="*/ 631336 w 1967342"/>
              <a:gd name="connsiteY563" fmla="*/ 382617 h 442564"/>
              <a:gd name="connsiteX564" fmla="*/ 631336 w 1967342"/>
              <a:gd name="connsiteY564" fmla="*/ 387710 h 442564"/>
              <a:gd name="connsiteX565" fmla="*/ 631336 w 1967342"/>
              <a:gd name="connsiteY565" fmla="*/ 392727 h 442564"/>
              <a:gd name="connsiteX566" fmla="*/ 591577 w 1967342"/>
              <a:gd name="connsiteY566" fmla="*/ 392727 h 442564"/>
              <a:gd name="connsiteX567" fmla="*/ 535639 w 1967342"/>
              <a:gd name="connsiteY567" fmla="*/ 335680 h 442564"/>
              <a:gd name="connsiteX568" fmla="*/ 561259 w 1967342"/>
              <a:gd name="connsiteY568" fmla="*/ 335680 h 442564"/>
              <a:gd name="connsiteX569" fmla="*/ 573118 w 1967342"/>
              <a:gd name="connsiteY569" fmla="*/ 339480 h 442564"/>
              <a:gd name="connsiteX570" fmla="*/ 577452 w 1967342"/>
              <a:gd name="connsiteY570" fmla="*/ 350123 h 442564"/>
              <a:gd name="connsiteX571" fmla="*/ 572586 w 1967342"/>
              <a:gd name="connsiteY571" fmla="*/ 360842 h 442564"/>
              <a:gd name="connsiteX572" fmla="*/ 570838 w 1967342"/>
              <a:gd name="connsiteY572" fmla="*/ 361983 h 442564"/>
              <a:gd name="connsiteX573" fmla="*/ 574183 w 1967342"/>
              <a:gd name="connsiteY573" fmla="*/ 363883 h 442564"/>
              <a:gd name="connsiteX574" fmla="*/ 579200 w 1967342"/>
              <a:gd name="connsiteY574" fmla="*/ 374830 h 442564"/>
              <a:gd name="connsiteX575" fmla="*/ 574183 w 1967342"/>
              <a:gd name="connsiteY575" fmla="*/ 388058 h 442564"/>
              <a:gd name="connsiteX576" fmla="*/ 559663 w 1967342"/>
              <a:gd name="connsiteY576" fmla="*/ 392619 h 442564"/>
              <a:gd name="connsiteX577" fmla="*/ 535868 w 1967342"/>
              <a:gd name="connsiteY577" fmla="*/ 392619 h 442564"/>
              <a:gd name="connsiteX578" fmla="*/ 685021 w 1967342"/>
              <a:gd name="connsiteY578" fmla="*/ 335679 h 442564"/>
              <a:gd name="connsiteX579" fmla="*/ 695892 w 1967342"/>
              <a:gd name="connsiteY579" fmla="*/ 335679 h 442564"/>
              <a:gd name="connsiteX580" fmla="*/ 695892 w 1967342"/>
              <a:gd name="connsiteY580" fmla="*/ 376655 h 442564"/>
              <a:gd name="connsiteX581" fmla="*/ 691635 w 1967342"/>
              <a:gd name="connsiteY581" fmla="*/ 389731 h 442564"/>
              <a:gd name="connsiteX582" fmla="*/ 679015 w 1967342"/>
              <a:gd name="connsiteY582" fmla="*/ 394216 h 442564"/>
              <a:gd name="connsiteX583" fmla="*/ 666016 w 1967342"/>
              <a:gd name="connsiteY583" fmla="*/ 389274 h 442564"/>
              <a:gd name="connsiteX584" fmla="*/ 662139 w 1967342"/>
              <a:gd name="connsiteY584" fmla="*/ 374070 h 442564"/>
              <a:gd name="connsiteX585" fmla="*/ 662139 w 1967342"/>
              <a:gd name="connsiteY585" fmla="*/ 371106 h 442564"/>
              <a:gd name="connsiteX586" fmla="*/ 672553 w 1967342"/>
              <a:gd name="connsiteY586" fmla="*/ 371106 h 442564"/>
              <a:gd name="connsiteX587" fmla="*/ 672553 w 1967342"/>
              <a:gd name="connsiteY587" fmla="*/ 374526 h 442564"/>
              <a:gd name="connsiteX588" fmla="*/ 673998 w 1967342"/>
              <a:gd name="connsiteY588" fmla="*/ 382129 h 442564"/>
              <a:gd name="connsiteX589" fmla="*/ 678939 w 1967342"/>
              <a:gd name="connsiteY589" fmla="*/ 384637 h 442564"/>
              <a:gd name="connsiteX590" fmla="*/ 683576 w 1967342"/>
              <a:gd name="connsiteY590" fmla="*/ 382813 h 442564"/>
              <a:gd name="connsiteX591" fmla="*/ 685021 w 1967342"/>
              <a:gd name="connsiteY591" fmla="*/ 376883 h 442564"/>
              <a:gd name="connsiteX592" fmla="*/ 1119479 w 1967342"/>
              <a:gd name="connsiteY592" fmla="*/ 335603 h 442564"/>
              <a:gd name="connsiteX593" fmla="*/ 1130426 w 1967342"/>
              <a:gd name="connsiteY593" fmla="*/ 335603 h 442564"/>
              <a:gd name="connsiteX594" fmla="*/ 1130426 w 1967342"/>
              <a:gd name="connsiteY594" fmla="*/ 371485 h 442564"/>
              <a:gd name="connsiteX595" fmla="*/ 1133011 w 1967342"/>
              <a:gd name="connsiteY595" fmla="*/ 380683 h 442564"/>
              <a:gd name="connsiteX596" fmla="*/ 1140613 w 1967342"/>
              <a:gd name="connsiteY596" fmla="*/ 383724 h 442564"/>
              <a:gd name="connsiteX597" fmla="*/ 1148215 w 1967342"/>
              <a:gd name="connsiteY597" fmla="*/ 380912 h 442564"/>
              <a:gd name="connsiteX598" fmla="*/ 1150571 w 1967342"/>
              <a:gd name="connsiteY598" fmla="*/ 371485 h 442564"/>
              <a:gd name="connsiteX599" fmla="*/ 1150571 w 1967342"/>
              <a:gd name="connsiteY599" fmla="*/ 335603 h 442564"/>
              <a:gd name="connsiteX600" fmla="*/ 1161822 w 1967342"/>
              <a:gd name="connsiteY600" fmla="*/ 335603 h 442564"/>
              <a:gd name="connsiteX601" fmla="*/ 1161822 w 1967342"/>
              <a:gd name="connsiteY601" fmla="*/ 371105 h 442564"/>
              <a:gd name="connsiteX602" fmla="*/ 1156880 w 1967342"/>
              <a:gd name="connsiteY602" fmla="*/ 388742 h 442564"/>
              <a:gd name="connsiteX603" fmla="*/ 1140688 w 1967342"/>
              <a:gd name="connsiteY603" fmla="*/ 394140 h 442564"/>
              <a:gd name="connsiteX604" fmla="*/ 1124725 w 1967342"/>
              <a:gd name="connsiteY604" fmla="*/ 388514 h 442564"/>
              <a:gd name="connsiteX605" fmla="*/ 1119479 w 1967342"/>
              <a:gd name="connsiteY605" fmla="*/ 371105 h 442564"/>
              <a:gd name="connsiteX606" fmla="*/ 1823163 w 1967342"/>
              <a:gd name="connsiteY606" fmla="*/ 334349 h 442564"/>
              <a:gd name="connsiteX607" fmla="*/ 1840954 w 1967342"/>
              <a:gd name="connsiteY607" fmla="*/ 340582 h 442564"/>
              <a:gd name="connsiteX608" fmla="*/ 1842893 w 1967342"/>
              <a:gd name="connsiteY608" fmla="*/ 342522 h 442564"/>
              <a:gd name="connsiteX609" fmla="*/ 1849735 w 1967342"/>
              <a:gd name="connsiteY609" fmla="*/ 364644 h 442564"/>
              <a:gd name="connsiteX610" fmla="*/ 1842893 w 1967342"/>
              <a:gd name="connsiteY610" fmla="*/ 386310 h 442564"/>
              <a:gd name="connsiteX611" fmla="*/ 1807661 w 1967342"/>
              <a:gd name="connsiteY611" fmla="*/ 387796 h 442564"/>
              <a:gd name="connsiteX612" fmla="*/ 1806175 w 1967342"/>
              <a:gd name="connsiteY612" fmla="*/ 386310 h 442564"/>
              <a:gd name="connsiteX613" fmla="*/ 1799333 w 1967342"/>
              <a:gd name="connsiteY613" fmla="*/ 364644 h 442564"/>
              <a:gd name="connsiteX614" fmla="*/ 1806175 w 1967342"/>
              <a:gd name="connsiteY614" fmla="*/ 342522 h 442564"/>
              <a:gd name="connsiteX615" fmla="*/ 1823163 w 1967342"/>
              <a:gd name="connsiteY615" fmla="*/ 334349 h 442564"/>
              <a:gd name="connsiteX616" fmla="*/ 1715959 w 1967342"/>
              <a:gd name="connsiteY616" fmla="*/ 334343 h 442564"/>
              <a:gd name="connsiteX617" fmla="*/ 1733798 w 1967342"/>
              <a:gd name="connsiteY617" fmla="*/ 340616 h 442564"/>
              <a:gd name="connsiteX618" fmla="*/ 1735703 w 1967342"/>
              <a:gd name="connsiteY618" fmla="*/ 342521 h 442564"/>
              <a:gd name="connsiteX619" fmla="*/ 1742470 w 1967342"/>
              <a:gd name="connsiteY619" fmla="*/ 364644 h 442564"/>
              <a:gd name="connsiteX620" fmla="*/ 1735703 w 1967342"/>
              <a:gd name="connsiteY620" fmla="*/ 386310 h 442564"/>
              <a:gd name="connsiteX621" fmla="*/ 1700363 w 1967342"/>
              <a:gd name="connsiteY621" fmla="*/ 387763 h 442564"/>
              <a:gd name="connsiteX622" fmla="*/ 1698910 w 1967342"/>
              <a:gd name="connsiteY622" fmla="*/ 386310 h 442564"/>
              <a:gd name="connsiteX623" fmla="*/ 1698909 w 1967342"/>
              <a:gd name="connsiteY623" fmla="*/ 386310 h 442564"/>
              <a:gd name="connsiteX624" fmla="*/ 1692143 w 1967342"/>
              <a:gd name="connsiteY624" fmla="*/ 364644 h 442564"/>
              <a:gd name="connsiteX625" fmla="*/ 1698909 w 1967342"/>
              <a:gd name="connsiteY625" fmla="*/ 342521 h 442564"/>
              <a:gd name="connsiteX626" fmla="*/ 1715959 w 1967342"/>
              <a:gd name="connsiteY626" fmla="*/ 334343 h 442564"/>
              <a:gd name="connsiteX627" fmla="*/ 1319511 w 1967342"/>
              <a:gd name="connsiteY627" fmla="*/ 334343 h 442564"/>
              <a:gd name="connsiteX628" fmla="*/ 1337350 w 1967342"/>
              <a:gd name="connsiteY628" fmla="*/ 340616 h 442564"/>
              <a:gd name="connsiteX629" fmla="*/ 1339255 w 1967342"/>
              <a:gd name="connsiteY629" fmla="*/ 342521 h 442564"/>
              <a:gd name="connsiteX630" fmla="*/ 1346022 w 1967342"/>
              <a:gd name="connsiteY630" fmla="*/ 364644 h 442564"/>
              <a:gd name="connsiteX631" fmla="*/ 1339255 w 1967342"/>
              <a:gd name="connsiteY631" fmla="*/ 386310 h 442564"/>
              <a:gd name="connsiteX632" fmla="*/ 1303915 w 1967342"/>
              <a:gd name="connsiteY632" fmla="*/ 387763 h 442564"/>
              <a:gd name="connsiteX633" fmla="*/ 1302462 w 1967342"/>
              <a:gd name="connsiteY633" fmla="*/ 386310 h 442564"/>
              <a:gd name="connsiteX634" fmla="*/ 1302461 w 1967342"/>
              <a:gd name="connsiteY634" fmla="*/ 386310 h 442564"/>
              <a:gd name="connsiteX635" fmla="*/ 1295695 w 1967342"/>
              <a:gd name="connsiteY635" fmla="*/ 364644 h 442564"/>
              <a:gd name="connsiteX636" fmla="*/ 1302461 w 1967342"/>
              <a:gd name="connsiteY636" fmla="*/ 342521 h 442564"/>
              <a:gd name="connsiteX637" fmla="*/ 1319511 w 1967342"/>
              <a:gd name="connsiteY637" fmla="*/ 334343 h 442564"/>
              <a:gd name="connsiteX638" fmla="*/ 1884704 w 1967342"/>
              <a:gd name="connsiteY638" fmla="*/ 334311 h 442564"/>
              <a:gd name="connsiteX639" fmla="*/ 1900441 w 1967342"/>
              <a:gd name="connsiteY639" fmla="*/ 339481 h 442564"/>
              <a:gd name="connsiteX640" fmla="*/ 1907663 w 1967342"/>
              <a:gd name="connsiteY640" fmla="*/ 353469 h 442564"/>
              <a:gd name="connsiteX641" fmla="*/ 1896944 w 1967342"/>
              <a:gd name="connsiteY641" fmla="*/ 353469 h 442564"/>
              <a:gd name="connsiteX642" fmla="*/ 1893067 w 1967342"/>
              <a:gd name="connsiteY642" fmla="*/ 347007 h 442564"/>
              <a:gd name="connsiteX643" fmla="*/ 1885465 w 1967342"/>
              <a:gd name="connsiteY643" fmla="*/ 344195 h 442564"/>
              <a:gd name="connsiteX644" fmla="*/ 1874289 w 1967342"/>
              <a:gd name="connsiteY644" fmla="*/ 349516 h 442564"/>
              <a:gd name="connsiteX645" fmla="*/ 1874289 w 1967342"/>
              <a:gd name="connsiteY645" fmla="*/ 379164 h 442564"/>
              <a:gd name="connsiteX646" fmla="*/ 1885617 w 1967342"/>
              <a:gd name="connsiteY646" fmla="*/ 384257 h 442564"/>
              <a:gd name="connsiteX647" fmla="*/ 1895499 w 1967342"/>
              <a:gd name="connsiteY647" fmla="*/ 378936 h 442564"/>
              <a:gd name="connsiteX648" fmla="*/ 1898388 w 1967342"/>
              <a:gd name="connsiteY648" fmla="*/ 371942 h 442564"/>
              <a:gd name="connsiteX649" fmla="*/ 1886073 w 1967342"/>
              <a:gd name="connsiteY649" fmla="*/ 371942 h 442564"/>
              <a:gd name="connsiteX650" fmla="*/ 1886073 w 1967342"/>
              <a:gd name="connsiteY650" fmla="*/ 362136 h 442564"/>
              <a:gd name="connsiteX651" fmla="*/ 1908043 w 1967342"/>
              <a:gd name="connsiteY651" fmla="*/ 362136 h 442564"/>
              <a:gd name="connsiteX652" fmla="*/ 1908043 w 1967342"/>
              <a:gd name="connsiteY652" fmla="*/ 392544 h 442564"/>
              <a:gd name="connsiteX653" fmla="*/ 1900441 w 1967342"/>
              <a:gd name="connsiteY653" fmla="*/ 392544 h 442564"/>
              <a:gd name="connsiteX654" fmla="*/ 1899377 w 1967342"/>
              <a:gd name="connsiteY654" fmla="*/ 384942 h 442564"/>
              <a:gd name="connsiteX655" fmla="*/ 1899224 w 1967342"/>
              <a:gd name="connsiteY655" fmla="*/ 386310 h 442564"/>
              <a:gd name="connsiteX656" fmla="*/ 1884020 w 1967342"/>
              <a:gd name="connsiteY656" fmla="*/ 394369 h 442564"/>
              <a:gd name="connsiteX657" fmla="*/ 1884020 w 1967342"/>
              <a:gd name="connsiteY657" fmla="*/ 393912 h 442564"/>
              <a:gd name="connsiteX658" fmla="*/ 1865775 w 1967342"/>
              <a:gd name="connsiteY658" fmla="*/ 386310 h 442564"/>
              <a:gd name="connsiteX659" fmla="*/ 1865775 w 1967342"/>
              <a:gd name="connsiteY659" fmla="*/ 342522 h 442564"/>
              <a:gd name="connsiteX660" fmla="*/ 1884704 w 1967342"/>
              <a:gd name="connsiteY660" fmla="*/ 334311 h 442564"/>
              <a:gd name="connsiteX661" fmla="*/ 1549984 w 1967342"/>
              <a:gd name="connsiteY661" fmla="*/ 334160 h 442564"/>
              <a:gd name="connsiteX662" fmla="*/ 1565188 w 1967342"/>
              <a:gd name="connsiteY662" fmla="*/ 339633 h 442564"/>
              <a:gd name="connsiteX663" fmla="*/ 1572790 w 1967342"/>
              <a:gd name="connsiteY663" fmla="*/ 354457 h 442564"/>
              <a:gd name="connsiteX664" fmla="*/ 1561843 w 1967342"/>
              <a:gd name="connsiteY664" fmla="*/ 354457 h 442564"/>
              <a:gd name="connsiteX665" fmla="*/ 1558194 w 1967342"/>
              <a:gd name="connsiteY665" fmla="*/ 346855 h 442564"/>
              <a:gd name="connsiteX666" fmla="*/ 1550592 w 1967342"/>
              <a:gd name="connsiteY666" fmla="*/ 344118 h 442564"/>
              <a:gd name="connsiteX667" fmla="*/ 1541014 w 1967342"/>
              <a:gd name="connsiteY667" fmla="*/ 349440 h 442564"/>
              <a:gd name="connsiteX668" fmla="*/ 1537592 w 1967342"/>
              <a:gd name="connsiteY668" fmla="*/ 364112 h 442564"/>
              <a:gd name="connsiteX669" fmla="*/ 1541014 w 1967342"/>
              <a:gd name="connsiteY669" fmla="*/ 378404 h 442564"/>
              <a:gd name="connsiteX670" fmla="*/ 1557267 w 1967342"/>
              <a:gd name="connsiteY670" fmla="*/ 381557 h 442564"/>
              <a:gd name="connsiteX671" fmla="*/ 1558574 w 1967342"/>
              <a:gd name="connsiteY671" fmla="*/ 380532 h 442564"/>
              <a:gd name="connsiteX672" fmla="*/ 1562223 w 1967342"/>
              <a:gd name="connsiteY672" fmla="*/ 372398 h 442564"/>
              <a:gd name="connsiteX673" fmla="*/ 1572334 w 1967342"/>
              <a:gd name="connsiteY673" fmla="*/ 372702 h 442564"/>
              <a:gd name="connsiteX674" fmla="*/ 1565188 w 1967342"/>
              <a:gd name="connsiteY674" fmla="*/ 388363 h 442564"/>
              <a:gd name="connsiteX675" fmla="*/ 1549984 w 1967342"/>
              <a:gd name="connsiteY675" fmla="*/ 394216 h 442564"/>
              <a:gd name="connsiteX676" fmla="*/ 1532423 w 1967342"/>
              <a:gd name="connsiteY676" fmla="*/ 386158 h 442564"/>
              <a:gd name="connsiteX677" fmla="*/ 1525886 w 1967342"/>
              <a:gd name="connsiteY677" fmla="*/ 364492 h 442564"/>
              <a:gd name="connsiteX678" fmla="*/ 1532423 w 1967342"/>
              <a:gd name="connsiteY678" fmla="*/ 342370 h 442564"/>
              <a:gd name="connsiteX679" fmla="*/ 1549984 w 1967342"/>
              <a:gd name="connsiteY679" fmla="*/ 334160 h 442564"/>
              <a:gd name="connsiteX680" fmla="*/ 969261 w 1967342"/>
              <a:gd name="connsiteY680" fmla="*/ 334158 h 442564"/>
              <a:gd name="connsiteX681" fmla="*/ 983630 w 1967342"/>
              <a:gd name="connsiteY681" fmla="*/ 339176 h 442564"/>
              <a:gd name="connsiteX682" fmla="*/ 989712 w 1967342"/>
              <a:gd name="connsiteY682" fmla="*/ 352784 h 442564"/>
              <a:gd name="connsiteX683" fmla="*/ 978612 w 1967342"/>
              <a:gd name="connsiteY683" fmla="*/ 352784 h 442564"/>
              <a:gd name="connsiteX684" fmla="*/ 975343 w 1967342"/>
              <a:gd name="connsiteY684" fmla="*/ 346322 h 442564"/>
              <a:gd name="connsiteX685" fmla="*/ 967741 w 1967342"/>
              <a:gd name="connsiteY685" fmla="*/ 343966 h 442564"/>
              <a:gd name="connsiteX686" fmla="*/ 961280 w 1967342"/>
              <a:gd name="connsiteY686" fmla="*/ 345942 h 442564"/>
              <a:gd name="connsiteX687" fmla="*/ 958923 w 1967342"/>
              <a:gd name="connsiteY687" fmla="*/ 351491 h 442564"/>
              <a:gd name="connsiteX688" fmla="*/ 961355 w 1967342"/>
              <a:gd name="connsiteY688" fmla="*/ 355445 h 442564"/>
              <a:gd name="connsiteX689" fmla="*/ 971694 w 1967342"/>
              <a:gd name="connsiteY689" fmla="*/ 358714 h 442564"/>
              <a:gd name="connsiteX690" fmla="*/ 986898 w 1967342"/>
              <a:gd name="connsiteY690" fmla="*/ 365175 h 442564"/>
              <a:gd name="connsiteX691" fmla="*/ 990700 w 1967342"/>
              <a:gd name="connsiteY691" fmla="*/ 376731 h 442564"/>
              <a:gd name="connsiteX692" fmla="*/ 984921 w 1967342"/>
              <a:gd name="connsiteY692" fmla="*/ 389502 h 442564"/>
              <a:gd name="connsiteX693" fmla="*/ 969186 w 1967342"/>
              <a:gd name="connsiteY693" fmla="*/ 394216 h 442564"/>
              <a:gd name="connsiteX694" fmla="*/ 953982 w 1967342"/>
              <a:gd name="connsiteY694" fmla="*/ 389198 h 442564"/>
              <a:gd name="connsiteX695" fmla="*/ 947976 w 1967342"/>
              <a:gd name="connsiteY695" fmla="*/ 374982 h 442564"/>
              <a:gd name="connsiteX696" fmla="*/ 958543 w 1967342"/>
              <a:gd name="connsiteY696" fmla="*/ 374983 h 442564"/>
              <a:gd name="connsiteX697" fmla="*/ 961584 w 1967342"/>
              <a:gd name="connsiteY697" fmla="*/ 381977 h 442564"/>
              <a:gd name="connsiteX698" fmla="*/ 969186 w 1967342"/>
              <a:gd name="connsiteY698" fmla="*/ 384409 h 442564"/>
              <a:gd name="connsiteX699" fmla="*/ 977396 w 1967342"/>
              <a:gd name="connsiteY699" fmla="*/ 382585 h 442564"/>
              <a:gd name="connsiteX700" fmla="*/ 980361 w 1967342"/>
              <a:gd name="connsiteY700" fmla="*/ 377491 h 442564"/>
              <a:gd name="connsiteX701" fmla="*/ 978232 w 1967342"/>
              <a:gd name="connsiteY701" fmla="*/ 372702 h 442564"/>
              <a:gd name="connsiteX702" fmla="*/ 969337 w 1967342"/>
              <a:gd name="connsiteY702" fmla="*/ 369585 h 442564"/>
              <a:gd name="connsiteX703" fmla="*/ 952689 w 1967342"/>
              <a:gd name="connsiteY703" fmla="*/ 363047 h 442564"/>
              <a:gd name="connsiteX704" fmla="*/ 948508 w 1967342"/>
              <a:gd name="connsiteY704" fmla="*/ 352176 h 442564"/>
              <a:gd name="connsiteX705" fmla="*/ 954057 w 1967342"/>
              <a:gd name="connsiteY705" fmla="*/ 339024 h 442564"/>
              <a:gd name="connsiteX706" fmla="*/ 969261 w 1967342"/>
              <a:gd name="connsiteY706" fmla="*/ 334158 h 442564"/>
              <a:gd name="connsiteX707" fmla="*/ 809533 w 1967342"/>
              <a:gd name="connsiteY707" fmla="*/ 333950 h 442564"/>
              <a:gd name="connsiteX708" fmla="*/ 827407 w 1967342"/>
              <a:gd name="connsiteY708" fmla="*/ 339024 h 442564"/>
              <a:gd name="connsiteX709" fmla="*/ 834629 w 1967342"/>
              <a:gd name="connsiteY709" fmla="*/ 353012 h 442564"/>
              <a:gd name="connsiteX710" fmla="*/ 823682 w 1967342"/>
              <a:gd name="connsiteY710" fmla="*/ 353012 h 442564"/>
              <a:gd name="connsiteX711" fmla="*/ 819880 w 1967342"/>
              <a:gd name="connsiteY711" fmla="*/ 346551 h 442564"/>
              <a:gd name="connsiteX712" fmla="*/ 812278 w 1967342"/>
              <a:gd name="connsiteY712" fmla="*/ 343737 h 442564"/>
              <a:gd name="connsiteX713" fmla="*/ 801104 w 1967342"/>
              <a:gd name="connsiteY713" fmla="*/ 349059 h 442564"/>
              <a:gd name="connsiteX714" fmla="*/ 797074 w 1967342"/>
              <a:gd name="connsiteY714" fmla="*/ 364263 h 442564"/>
              <a:gd name="connsiteX715" fmla="*/ 800952 w 1967342"/>
              <a:gd name="connsiteY715" fmla="*/ 379011 h 442564"/>
              <a:gd name="connsiteX716" fmla="*/ 812278 w 1967342"/>
              <a:gd name="connsiteY716" fmla="*/ 384104 h 442564"/>
              <a:gd name="connsiteX717" fmla="*/ 822161 w 1967342"/>
              <a:gd name="connsiteY717" fmla="*/ 378783 h 442564"/>
              <a:gd name="connsiteX718" fmla="*/ 825050 w 1967342"/>
              <a:gd name="connsiteY718" fmla="*/ 371789 h 442564"/>
              <a:gd name="connsiteX719" fmla="*/ 812735 w 1967342"/>
              <a:gd name="connsiteY719" fmla="*/ 371789 h 442564"/>
              <a:gd name="connsiteX720" fmla="*/ 812735 w 1967342"/>
              <a:gd name="connsiteY720" fmla="*/ 361982 h 442564"/>
              <a:gd name="connsiteX721" fmla="*/ 834933 w 1967342"/>
              <a:gd name="connsiteY721" fmla="*/ 361982 h 442564"/>
              <a:gd name="connsiteX722" fmla="*/ 834933 w 1967342"/>
              <a:gd name="connsiteY722" fmla="*/ 392390 h 442564"/>
              <a:gd name="connsiteX723" fmla="*/ 827331 w 1967342"/>
              <a:gd name="connsiteY723" fmla="*/ 392390 h 442564"/>
              <a:gd name="connsiteX724" fmla="*/ 826266 w 1967342"/>
              <a:gd name="connsiteY724" fmla="*/ 384788 h 442564"/>
              <a:gd name="connsiteX725" fmla="*/ 825659 w 1967342"/>
              <a:gd name="connsiteY725" fmla="*/ 385701 h 442564"/>
              <a:gd name="connsiteX726" fmla="*/ 810541 w 1967342"/>
              <a:gd name="connsiteY726" fmla="*/ 393713 h 442564"/>
              <a:gd name="connsiteX727" fmla="*/ 792817 w 1967342"/>
              <a:gd name="connsiteY727" fmla="*/ 385853 h 442564"/>
              <a:gd name="connsiteX728" fmla="*/ 792817 w 1967342"/>
              <a:gd name="connsiteY728" fmla="*/ 342065 h 442564"/>
              <a:gd name="connsiteX729" fmla="*/ 809533 w 1967342"/>
              <a:gd name="connsiteY729" fmla="*/ 333950 h 442564"/>
              <a:gd name="connsiteX730" fmla="*/ 358112 w 1967342"/>
              <a:gd name="connsiteY730" fmla="*/ 333820 h 442564"/>
              <a:gd name="connsiteX731" fmla="*/ 356738 w 1967342"/>
              <a:gd name="connsiteY731" fmla="*/ 335368 h 442564"/>
              <a:gd name="connsiteX732" fmla="*/ 355343 w 1967342"/>
              <a:gd name="connsiteY732" fmla="*/ 336895 h 442564"/>
              <a:gd name="connsiteX733" fmla="*/ 361339 w 1967342"/>
              <a:gd name="connsiteY733" fmla="*/ 342303 h 442564"/>
              <a:gd name="connsiteX734" fmla="*/ 356171 w 1967342"/>
              <a:gd name="connsiteY734" fmla="*/ 348059 h 442564"/>
              <a:gd name="connsiteX735" fmla="*/ 350175 w 1967342"/>
              <a:gd name="connsiteY735" fmla="*/ 342652 h 442564"/>
              <a:gd name="connsiteX736" fmla="*/ 348779 w 1967342"/>
              <a:gd name="connsiteY736" fmla="*/ 344200 h 442564"/>
              <a:gd name="connsiteX737" fmla="*/ 347405 w 1967342"/>
              <a:gd name="connsiteY737" fmla="*/ 345726 h 442564"/>
              <a:gd name="connsiteX738" fmla="*/ 363367 w 1967342"/>
              <a:gd name="connsiteY738" fmla="*/ 360183 h 442564"/>
              <a:gd name="connsiteX739" fmla="*/ 364741 w 1967342"/>
              <a:gd name="connsiteY739" fmla="*/ 358635 h 442564"/>
              <a:gd name="connsiteX740" fmla="*/ 366136 w 1967342"/>
              <a:gd name="connsiteY740" fmla="*/ 357109 h 442564"/>
              <a:gd name="connsiteX741" fmla="*/ 358875 w 1967342"/>
              <a:gd name="connsiteY741" fmla="*/ 350567 h 442564"/>
              <a:gd name="connsiteX742" fmla="*/ 364065 w 1967342"/>
              <a:gd name="connsiteY742" fmla="*/ 344810 h 442564"/>
              <a:gd name="connsiteX743" fmla="*/ 371304 w 1967342"/>
              <a:gd name="connsiteY743" fmla="*/ 351352 h 442564"/>
              <a:gd name="connsiteX744" fmla="*/ 372700 w 1967342"/>
              <a:gd name="connsiteY744" fmla="*/ 349804 h 442564"/>
              <a:gd name="connsiteX745" fmla="*/ 374117 w 1967342"/>
              <a:gd name="connsiteY745" fmla="*/ 348234 h 442564"/>
              <a:gd name="connsiteX746" fmla="*/ 221021 w 1967342"/>
              <a:gd name="connsiteY746" fmla="*/ 323049 h 442564"/>
              <a:gd name="connsiteX747" fmla="*/ 222613 w 1967342"/>
              <a:gd name="connsiteY747" fmla="*/ 325055 h 442564"/>
              <a:gd name="connsiteX748" fmla="*/ 224357 w 1967342"/>
              <a:gd name="connsiteY748" fmla="*/ 326734 h 442564"/>
              <a:gd name="connsiteX749" fmla="*/ 223877 w 1967342"/>
              <a:gd name="connsiteY749" fmla="*/ 327258 h 442564"/>
              <a:gd name="connsiteX750" fmla="*/ 223877 w 1967342"/>
              <a:gd name="connsiteY750" fmla="*/ 340690 h 442564"/>
              <a:gd name="connsiteX751" fmla="*/ 230637 w 1967342"/>
              <a:gd name="connsiteY751" fmla="*/ 341867 h 442564"/>
              <a:gd name="connsiteX752" fmla="*/ 235892 w 1967342"/>
              <a:gd name="connsiteY752" fmla="*/ 345073 h 442564"/>
              <a:gd name="connsiteX753" fmla="*/ 240995 w 1967342"/>
              <a:gd name="connsiteY753" fmla="*/ 346490 h 442564"/>
              <a:gd name="connsiteX754" fmla="*/ 243590 w 1967342"/>
              <a:gd name="connsiteY754" fmla="*/ 349020 h 442564"/>
              <a:gd name="connsiteX755" fmla="*/ 246490 w 1967342"/>
              <a:gd name="connsiteY755" fmla="*/ 349281 h 442564"/>
              <a:gd name="connsiteX756" fmla="*/ 250546 w 1967342"/>
              <a:gd name="connsiteY756" fmla="*/ 352312 h 442564"/>
              <a:gd name="connsiteX757" fmla="*/ 253686 w 1967342"/>
              <a:gd name="connsiteY757" fmla="*/ 354253 h 442564"/>
              <a:gd name="connsiteX758" fmla="*/ 255256 w 1967342"/>
              <a:gd name="connsiteY758" fmla="*/ 356215 h 442564"/>
              <a:gd name="connsiteX759" fmla="*/ 258178 w 1967342"/>
              <a:gd name="connsiteY759" fmla="*/ 357393 h 442564"/>
              <a:gd name="connsiteX760" fmla="*/ 261492 w 1967342"/>
              <a:gd name="connsiteY760" fmla="*/ 357785 h 442564"/>
              <a:gd name="connsiteX761" fmla="*/ 265853 w 1967342"/>
              <a:gd name="connsiteY761" fmla="*/ 359530 h 442564"/>
              <a:gd name="connsiteX762" fmla="*/ 272155 w 1967342"/>
              <a:gd name="connsiteY762" fmla="*/ 363041 h 442564"/>
              <a:gd name="connsiteX763" fmla="*/ 284388 w 1967342"/>
              <a:gd name="connsiteY763" fmla="*/ 365112 h 442564"/>
              <a:gd name="connsiteX764" fmla="*/ 159333 w 1967342"/>
              <a:gd name="connsiteY764" fmla="*/ 365243 h 442564"/>
              <a:gd name="connsiteX765" fmla="*/ 174270 w 1967342"/>
              <a:gd name="connsiteY765" fmla="*/ 363498 h 442564"/>
              <a:gd name="connsiteX766" fmla="*/ 180812 w 1967342"/>
              <a:gd name="connsiteY766" fmla="*/ 359988 h 442564"/>
              <a:gd name="connsiteX767" fmla="*/ 184322 w 1967342"/>
              <a:gd name="connsiteY767" fmla="*/ 356673 h 442564"/>
              <a:gd name="connsiteX768" fmla="*/ 187833 w 1967342"/>
              <a:gd name="connsiteY768" fmla="*/ 354907 h 442564"/>
              <a:gd name="connsiteX769" fmla="*/ 190973 w 1967342"/>
              <a:gd name="connsiteY769" fmla="*/ 353141 h 442564"/>
              <a:gd name="connsiteX770" fmla="*/ 193699 w 1967342"/>
              <a:gd name="connsiteY770" fmla="*/ 349630 h 442564"/>
              <a:gd name="connsiteX771" fmla="*/ 197798 w 1967342"/>
              <a:gd name="connsiteY771" fmla="*/ 348060 h 442564"/>
              <a:gd name="connsiteX772" fmla="*/ 201701 w 1967342"/>
              <a:gd name="connsiteY772" fmla="*/ 345335 h 442564"/>
              <a:gd name="connsiteX773" fmla="*/ 206782 w 1967342"/>
              <a:gd name="connsiteY773" fmla="*/ 343961 h 442564"/>
              <a:gd name="connsiteX774" fmla="*/ 211274 w 1967342"/>
              <a:gd name="connsiteY774" fmla="*/ 341235 h 442564"/>
              <a:gd name="connsiteX775" fmla="*/ 218404 w 1967342"/>
              <a:gd name="connsiteY775" fmla="*/ 340886 h 442564"/>
              <a:gd name="connsiteX776" fmla="*/ 218404 w 1967342"/>
              <a:gd name="connsiteY776" fmla="*/ 327541 h 442564"/>
              <a:gd name="connsiteX777" fmla="*/ 217750 w 1967342"/>
              <a:gd name="connsiteY777" fmla="*/ 326931 h 442564"/>
              <a:gd name="connsiteX778" fmla="*/ 219473 w 1967342"/>
              <a:gd name="connsiteY778" fmla="*/ 325055 h 442564"/>
              <a:gd name="connsiteX779" fmla="*/ 221021 w 1967342"/>
              <a:gd name="connsiteY779" fmla="*/ 323049 h 442564"/>
              <a:gd name="connsiteX780" fmla="*/ 371282 w 1967342"/>
              <a:gd name="connsiteY780" fmla="*/ 315809 h 442564"/>
              <a:gd name="connsiteX781" fmla="*/ 370170 w 1967342"/>
              <a:gd name="connsiteY781" fmla="*/ 317401 h 442564"/>
              <a:gd name="connsiteX782" fmla="*/ 369058 w 1967342"/>
              <a:gd name="connsiteY782" fmla="*/ 318993 h 442564"/>
              <a:gd name="connsiteX783" fmla="*/ 381444 w 1967342"/>
              <a:gd name="connsiteY783" fmla="*/ 327715 h 442564"/>
              <a:gd name="connsiteX784" fmla="*/ 364501 w 1967342"/>
              <a:gd name="connsiteY784" fmla="*/ 325534 h 442564"/>
              <a:gd name="connsiteX785" fmla="*/ 363258 w 1967342"/>
              <a:gd name="connsiteY785" fmla="*/ 327322 h 442564"/>
              <a:gd name="connsiteX786" fmla="*/ 362015 w 1967342"/>
              <a:gd name="connsiteY786" fmla="*/ 329089 h 442564"/>
              <a:gd name="connsiteX787" fmla="*/ 379656 w 1967342"/>
              <a:gd name="connsiteY787" fmla="*/ 341452 h 442564"/>
              <a:gd name="connsiteX788" fmla="*/ 380768 w 1967342"/>
              <a:gd name="connsiteY788" fmla="*/ 339860 h 442564"/>
              <a:gd name="connsiteX789" fmla="*/ 381858 w 1967342"/>
              <a:gd name="connsiteY789" fmla="*/ 338269 h 442564"/>
              <a:gd name="connsiteX790" fmla="*/ 369145 w 1967342"/>
              <a:gd name="connsiteY790" fmla="*/ 329372 h 442564"/>
              <a:gd name="connsiteX791" fmla="*/ 386590 w 1967342"/>
              <a:gd name="connsiteY791" fmla="*/ 331553 h 442564"/>
              <a:gd name="connsiteX792" fmla="*/ 387789 w 1967342"/>
              <a:gd name="connsiteY792" fmla="*/ 329852 h 442564"/>
              <a:gd name="connsiteX793" fmla="*/ 388923 w 1967342"/>
              <a:gd name="connsiteY793" fmla="*/ 328173 h 442564"/>
              <a:gd name="connsiteX794" fmla="*/ 67031 w 1967342"/>
              <a:gd name="connsiteY794" fmla="*/ 313912 h 442564"/>
              <a:gd name="connsiteX795" fmla="*/ 53075 w 1967342"/>
              <a:gd name="connsiteY795" fmla="*/ 322852 h 442564"/>
              <a:gd name="connsiteX796" fmla="*/ 54274 w 1967342"/>
              <a:gd name="connsiteY796" fmla="*/ 330244 h 442564"/>
              <a:gd name="connsiteX797" fmla="*/ 59900 w 1967342"/>
              <a:gd name="connsiteY797" fmla="*/ 333341 h 442564"/>
              <a:gd name="connsiteX798" fmla="*/ 60315 w 1967342"/>
              <a:gd name="connsiteY798" fmla="*/ 333341 h 442564"/>
              <a:gd name="connsiteX799" fmla="*/ 58134 w 1967342"/>
              <a:gd name="connsiteY799" fmla="*/ 335194 h 442564"/>
              <a:gd name="connsiteX800" fmla="*/ 59639 w 1967342"/>
              <a:gd name="connsiteY800" fmla="*/ 337527 h 442564"/>
              <a:gd name="connsiteX801" fmla="*/ 69386 w 1967342"/>
              <a:gd name="connsiteY801" fmla="*/ 331204 h 442564"/>
              <a:gd name="connsiteX802" fmla="*/ 64872 w 1967342"/>
              <a:gd name="connsiteY802" fmla="*/ 324226 h 442564"/>
              <a:gd name="connsiteX803" fmla="*/ 61754 w 1967342"/>
              <a:gd name="connsiteY803" fmla="*/ 326254 h 442564"/>
              <a:gd name="connsiteX804" fmla="*/ 64174 w 1967342"/>
              <a:gd name="connsiteY804" fmla="*/ 330244 h 442564"/>
              <a:gd name="connsiteX805" fmla="*/ 61361 w 1967342"/>
              <a:gd name="connsiteY805" fmla="*/ 330789 h 442564"/>
              <a:gd name="connsiteX806" fmla="*/ 57654 w 1967342"/>
              <a:gd name="connsiteY806" fmla="*/ 328740 h 442564"/>
              <a:gd name="connsiteX807" fmla="*/ 56935 w 1967342"/>
              <a:gd name="connsiteY807" fmla="*/ 324095 h 442564"/>
              <a:gd name="connsiteX808" fmla="*/ 60816 w 1967342"/>
              <a:gd name="connsiteY808" fmla="*/ 319843 h 442564"/>
              <a:gd name="connsiteX809" fmla="*/ 66355 w 1967342"/>
              <a:gd name="connsiteY809" fmla="*/ 318055 h 442564"/>
              <a:gd name="connsiteX810" fmla="*/ 70367 w 1967342"/>
              <a:gd name="connsiteY810" fmla="*/ 320497 h 442564"/>
              <a:gd name="connsiteX811" fmla="*/ 71021 w 1967342"/>
              <a:gd name="connsiteY811" fmla="*/ 323463 h 442564"/>
              <a:gd name="connsiteX812" fmla="*/ 69756 w 1967342"/>
              <a:gd name="connsiteY812" fmla="*/ 326036 h 442564"/>
              <a:gd name="connsiteX813" fmla="*/ 72199 w 1967342"/>
              <a:gd name="connsiteY813" fmla="*/ 329503 h 442564"/>
              <a:gd name="connsiteX814" fmla="*/ 75164 w 1967342"/>
              <a:gd name="connsiteY814" fmla="*/ 324335 h 442564"/>
              <a:gd name="connsiteX815" fmla="*/ 73572 w 1967342"/>
              <a:gd name="connsiteY815" fmla="*/ 318273 h 442564"/>
              <a:gd name="connsiteX816" fmla="*/ 67031 w 1967342"/>
              <a:gd name="connsiteY816" fmla="*/ 313912 h 442564"/>
              <a:gd name="connsiteX817" fmla="*/ 385085 w 1967342"/>
              <a:gd name="connsiteY817" fmla="*/ 301374 h 442564"/>
              <a:gd name="connsiteX818" fmla="*/ 390689 w 1967342"/>
              <a:gd name="connsiteY818" fmla="*/ 302748 h 442564"/>
              <a:gd name="connsiteX819" fmla="*/ 395028 w 1967342"/>
              <a:gd name="connsiteY819" fmla="*/ 306498 h 442564"/>
              <a:gd name="connsiteX820" fmla="*/ 395414 w 1967342"/>
              <a:gd name="connsiteY820" fmla="*/ 307759 h 442564"/>
              <a:gd name="connsiteX821" fmla="*/ 391321 w 1967342"/>
              <a:gd name="connsiteY821" fmla="*/ 313476 h 442564"/>
              <a:gd name="connsiteX822" fmla="*/ 385804 w 1967342"/>
              <a:gd name="connsiteY822" fmla="*/ 312168 h 442564"/>
              <a:gd name="connsiteX823" fmla="*/ 381443 w 1967342"/>
              <a:gd name="connsiteY823" fmla="*/ 308286 h 442564"/>
              <a:gd name="connsiteX824" fmla="*/ 381443 w 1967342"/>
              <a:gd name="connsiteY824" fmla="*/ 303925 h 442564"/>
              <a:gd name="connsiteX825" fmla="*/ 385085 w 1967342"/>
              <a:gd name="connsiteY825" fmla="*/ 301374 h 442564"/>
              <a:gd name="connsiteX826" fmla="*/ 384126 w 1967342"/>
              <a:gd name="connsiteY826" fmla="*/ 297492 h 442564"/>
              <a:gd name="connsiteX827" fmla="*/ 383179 w 1967342"/>
              <a:gd name="connsiteY827" fmla="*/ 297780 h 442564"/>
              <a:gd name="connsiteX828" fmla="*/ 377584 w 1967342"/>
              <a:gd name="connsiteY828" fmla="*/ 309769 h 442564"/>
              <a:gd name="connsiteX829" fmla="*/ 383755 w 1967342"/>
              <a:gd name="connsiteY829" fmla="*/ 315962 h 442564"/>
              <a:gd name="connsiteX830" fmla="*/ 392216 w 1967342"/>
              <a:gd name="connsiteY830" fmla="*/ 317532 h 442564"/>
              <a:gd name="connsiteX831" fmla="*/ 398147 w 1967342"/>
              <a:gd name="connsiteY831" fmla="*/ 312843 h 442564"/>
              <a:gd name="connsiteX832" fmla="*/ 398103 w 1967342"/>
              <a:gd name="connsiteY832" fmla="*/ 312800 h 442564"/>
              <a:gd name="connsiteX833" fmla="*/ 398757 w 1967342"/>
              <a:gd name="connsiteY833" fmla="*/ 305277 h 442564"/>
              <a:gd name="connsiteX834" fmla="*/ 392717 w 1967342"/>
              <a:gd name="connsiteY834" fmla="*/ 299150 h 442564"/>
              <a:gd name="connsiteX835" fmla="*/ 384126 w 1967342"/>
              <a:gd name="connsiteY835" fmla="*/ 297492 h 442564"/>
              <a:gd name="connsiteX836" fmla="*/ 58178 w 1967342"/>
              <a:gd name="connsiteY836" fmla="*/ 290667 h 442564"/>
              <a:gd name="connsiteX837" fmla="*/ 38662 w 1967342"/>
              <a:gd name="connsiteY837" fmla="*/ 299782 h 442564"/>
              <a:gd name="connsiteX838" fmla="*/ 39469 w 1967342"/>
              <a:gd name="connsiteY838" fmla="*/ 301526 h 442564"/>
              <a:gd name="connsiteX839" fmla="*/ 40297 w 1967342"/>
              <a:gd name="connsiteY839" fmla="*/ 303271 h 442564"/>
              <a:gd name="connsiteX840" fmla="*/ 54362 w 1967342"/>
              <a:gd name="connsiteY840" fmla="*/ 296729 h 442564"/>
              <a:gd name="connsiteX841" fmla="*/ 43742 w 1967342"/>
              <a:gd name="connsiteY841" fmla="*/ 310707 h 442564"/>
              <a:gd name="connsiteX842" fmla="*/ 44615 w 1967342"/>
              <a:gd name="connsiteY842" fmla="*/ 312560 h 442564"/>
              <a:gd name="connsiteX843" fmla="*/ 45487 w 1967342"/>
              <a:gd name="connsiteY843" fmla="*/ 314392 h 442564"/>
              <a:gd name="connsiteX844" fmla="*/ 65003 w 1967342"/>
              <a:gd name="connsiteY844" fmla="*/ 305299 h 442564"/>
              <a:gd name="connsiteX845" fmla="*/ 64174 w 1967342"/>
              <a:gd name="connsiteY845" fmla="*/ 303532 h 442564"/>
              <a:gd name="connsiteX846" fmla="*/ 63367 w 1967342"/>
              <a:gd name="connsiteY846" fmla="*/ 301788 h 442564"/>
              <a:gd name="connsiteX847" fmla="*/ 49673 w 1967342"/>
              <a:gd name="connsiteY847" fmla="*/ 308177 h 442564"/>
              <a:gd name="connsiteX848" fmla="*/ 60009 w 1967342"/>
              <a:gd name="connsiteY848" fmla="*/ 294614 h 442564"/>
              <a:gd name="connsiteX849" fmla="*/ 59093 w 1967342"/>
              <a:gd name="connsiteY849" fmla="*/ 292652 h 442564"/>
              <a:gd name="connsiteX850" fmla="*/ 406476 w 1967342"/>
              <a:gd name="connsiteY850" fmla="*/ 281836 h 442564"/>
              <a:gd name="connsiteX851" fmla="*/ 402944 w 1967342"/>
              <a:gd name="connsiteY851" fmla="*/ 291038 h 442564"/>
              <a:gd name="connsiteX852" fmla="*/ 386415 w 1967342"/>
              <a:gd name="connsiteY852" fmla="*/ 284693 h 442564"/>
              <a:gd name="connsiteX853" fmla="*/ 385674 w 1967342"/>
              <a:gd name="connsiteY853" fmla="*/ 286633 h 442564"/>
              <a:gd name="connsiteX854" fmla="*/ 384933 w 1967342"/>
              <a:gd name="connsiteY854" fmla="*/ 288552 h 442564"/>
              <a:gd name="connsiteX855" fmla="*/ 405081 w 1967342"/>
              <a:gd name="connsiteY855" fmla="*/ 296293 h 442564"/>
              <a:gd name="connsiteX856" fmla="*/ 410052 w 1967342"/>
              <a:gd name="connsiteY856" fmla="*/ 283210 h 442564"/>
              <a:gd name="connsiteX857" fmla="*/ 408264 w 1967342"/>
              <a:gd name="connsiteY857" fmla="*/ 282534 h 442564"/>
              <a:gd name="connsiteX858" fmla="*/ 54383 w 1967342"/>
              <a:gd name="connsiteY858" fmla="*/ 281095 h 442564"/>
              <a:gd name="connsiteX859" fmla="*/ 34279 w 1967342"/>
              <a:gd name="connsiteY859" fmla="*/ 288814 h 442564"/>
              <a:gd name="connsiteX860" fmla="*/ 35020 w 1967342"/>
              <a:gd name="connsiteY860" fmla="*/ 290755 h 442564"/>
              <a:gd name="connsiteX861" fmla="*/ 35762 w 1967342"/>
              <a:gd name="connsiteY861" fmla="*/ 292673 h 442564"/>
              <a:gd name="connsiteX862" fmla="*/ 55866 w 1967342"/>
              <a:gd name="connsiteY862" fmla="*/ 284954 h 442564"/>
              <a:gd name="connsiteX863" fmla="*/ 55125 w 1967342"/>
              <a:gd name="connsiteY863" fmla="*/ 283035 h 442564"/>
              <a:gd name="connsiteX864" fmla="*/ 35958 w 1967342"/>
              <a:gd name="connsiteY864" fmla="*/ 266420 h 442564"/>
              <a:gd name="connsiteX865" fmla="*/ 34715 w 1967342"/>
              <a:gd name="connsiteY865" fmla="*/ 266747 h 442564"/>
              <a:gd name="connsiteX866" fmla="*/ 29569 w 1967342"/>
              <a:gd name="connsiteY866" fmla="*/ 269669 h 442564"/>
              <a:gd name="connsiteX867" fmla="*/ 29067 w 1967342"/>
              <a:gd name="connsiteY867" fmla="*/ 274902 h 442564"/>
              <a:gd name="connsiteX868" fmla="*/ 31924 w 1967342"/>
              <a:gd name="connsiteY868" fmla="*/ 279067 h 442564"/>
              <a:gd name="connsiteX869" fmla="*/ 31924 w 1967342"/>
              <a:gd name="connsiteY869" fmla="*/ 279023 h 442564"/>
              <a:gd name="connsiteX870" fmla="*/ 37135 w 1967342"/>
              <a:gd name="connsiteY870" fmla="*/ 279372 h 442564"/>
              <a:gd name="connsiteX871" fmla="*/ 52094 w 1967342"/>
              <a:gd name="connsiteY871" fmla="*/ 275360 h 442564"/>
              <a:gd name="connsiteX872" fmla="*/ 51549 w 1967342"/>
              <a:gd name="connsiteY872" fmla="*/ 273354 h 442564"/>
              <a:gd name="connsiteX873" fmla="*/ 51025 w 1967342"/>
              <a:gd name="connsiteY873" fmla="*/ 271369 h 442564"/>
              <a:gd name="connsiteX874" fmla="*/ 36067 w 1967342"/>
              <a:gd name="connsiteY874" fmla="*/ 275382 h 442564"/>
              <a:gd name="connsiteX875" fmla="*/ 33734 w 1967342"/>
              <a:gd name="connsiteY875" fmla="*/ 275382 h 442564"/>
              <a:gd name="connsiteX876" fmla="*/ 33511 w 1967342"/>
              <a:gd name="connsiteY876" fmla="*/ 275229 h 442564"/>
              <a:gd name="connsiteX877" fmla="*/ 33058 w 1967342"/>
              <a:gd name="connsiteY877" fmla="*/ 271806 h 442564"/>
              <a:gd name="connsiteX878" fmla="*/ 35718 w 1967342"/>
              <a:gd name="connsiteY878" fmla="*/ 270541 h 442564"/>
              <a:gd name="connsiteX879" fmla="*/ 36961 w 1967342"/>
              <a:gd name="connsiteY879" fmla="*/ 270214 h 442564"/>
              <a:gd name="connsiteX880" fmla="*/ 848010 w 1967342"/>
              <a:gd name="connsiteY880" fmla="*/ 261938 h 442564"/>
              <a:gd name="connsiteX881" fmla="*/ 847933 w 1967342"/>
              <a:gd name="connsiteY881" fmla="*/ 262091 h 442564"/>
              <a:gd name="connsiteX882" fmla="*/ 847946 w 1967342"/>
              <a:gd name="connsiteY882" fmla="*/ 262008 h 442564"/>
              <a:gd name="connsiteX883" fmla="*/ 399651 w 1967342"/>
              <a:gd name="connsiteY883" fmla="*/ 259486 h 442564"/>
              <a:gd name="connsiteX884" fmla="*/ 405429 w 1967342"/>
              <a:gd name="connsiteY884" fmla="*/ 259486 h 442564"/>
              <a:gd name="connsiteX885" fmla="*/ 410401 w 1967342"/>
              <a:gd name="connsiteY885" fmla="*/ 262211 h 442564"/>
              <a:gd name="connsiteX886" fmla="*/ 411081 w 1967342"/>
              <a:gd name="connsiteY886" fmla="*/ 263343 h 442564"/>
              <a:gd name="connsiteX887" fmla="*/ 408482 w 1967342"/>
              <a:gd name="connsiteY887" fmla="*/ 269909 h 442564"/>
              <a:gd name="connsiteX888" fmla="*/ 402813 w 1967342"/>
              <a:gd name="connsiteY888" fmla="*/ 269909 h 442564"/>
              <a:gd name="connsiteX889" fmla="*/ 397732 w 1967342"/>
              <a:gd name="connsiteY889" fmla="*/ 267161 h 442564"/>
              <a:gd name="connsiteX890" fmla="*/ 396938 w 1967342"/>
              <a:gd name="connsiteY890" fmla="*/ 265838 h 442564"/>
              <a:gd name="connsiteX891" fmla="*/ 399651 w 1967342"/>
              <a:gd name="connsiteY891" fmla="*/ 259486 h 442564"/>
              <a:gd name="connsiteX892" fmla="*/ 406389 w 1967342"/>
              <a:gd name="connsiteY892" fmla="*/ 255473 h 442564"/>
              <a:gd name="connsiteX893" fmla="*/ 397667 w 1967342"/>
              <a:gd name="connsiteY893" fmla="*/ 255953 h 442564"/>
              <a:gd name="connsiteX894" fmla="*/ 396808 w 1967342"/>
              <a:gd name="connsiteY894" fmla="*/ 256470 h 442564"/>
              <a:gd name="connsiteX895" fmla="*/ 394309 w 1967342"/>
              <a:gd name="connsiteY895" fmla="*/ 269429 h 442564"/>
              <a:gd name="connsiteX896" fmla="*/ 401810 w 1967342"/>
              <a:gd name="connsiteY896" fmla="*/ 273964 h 442564"/>
              <a:gd name="connsiteX897" fmla="*/ 410401 w 1967342"/>
              <a:gd name="connsiteY897" fmla="*/ 273441 h 442564"/>
              <a:gd name="connsiteX898" fmla="*/ 415002 w 1967342"/>
              <a:gd name="connsiteY898" fmla="*/ 267444 h 442564"/>
              <a:gd name="connsiteX899" fmla="*/ 413738 w 1967342"/>
              <a:gd name="connsiteY899" fmla="*/ 259965 h 442564"/>
              <a:gd name="connsiteX900" fmla="*/ 406389 w 1967342"/>
              <a:gd name="connsiteY900" fmla="*/ 255473 h 442564"/>
              <a:gd name="connsiteX901" fmla="*/ 46948 w 1967342"/>
              <a:gd name="connsiteY901" fmla="*/ 254056 h 442564"/>
              <a:gd name="connsiteX902" fmla="*/ 25818 w 1967342"/>
              <a:gd name="connsiteY902" fmla="*/ 258177 h 442564"/>
              <a:gd name="connsiteX903" fmla="*/ 26211 w 1967342"/>
              <a:gd name="connsiteY903" fmla="*/ 260205 h 442564"/>
              <a:gd name="connsiteX904" fmla="*/ 26603 w 1967342"/>
              <a:gd name="connsiteY904" fmla="*/ 262233 h 442564"/>
              <a:gd name="connsiteX905" fmla="*/ 47733 w 1967342"/>
              <a:gd name="connsiteY905" fmla="*/ 258133 h 442564"/>
              <a:gd name="connsiteX906" fmla="*/ 47340 w 1967342"/>
              <a:gd name="connsiteY906" fmla="*/ 256084 h 442564"/>
              <a:gd name="connsiteX907" fmla="*/ 92826 w 1967342"/>
              <a:gd name="connsiteY907" fmla="*/ 253838 h 442564"/>
              <a:gd name="connsiteX908" fmla="*/ 117445 w 1967342"/>
              <a:gd name="connsiteY908" fmla="*/ 257742 h 442564"/>
              <a:gd name="connsiteX909" fmla="*/ 176538 w 1967342"/>
              <a:gd name="connsiteY909" fmla="*/ 257262 h 442564"/>
              <a:gd name="connsiteX910" fmla="*/ 185107 w 1967342"/>
              <a:gd name="connsiteY910" fmla="*/ 258657 h 442564"/>
              <a:gd name="connsiteX911" fmla="*/ 203925 w 1967342"/>
              <a:gd name="connsiteY911" fmla="*/ 260838 h 442564"/>
              <a:gd name="connsiteX912" fmla="*/ 198147 w 1967342"/>
              <a:gd name="connsiteY912" fmla="*/ 284192 h 442564"/>
              <a:gd name="connsiteX913" fmla="*/ 221282 w 1967342"/>
              <a:gd name="connsiteY913" fmla="*/ 288117 h 442564"/>
              <a:gd name="connsiteX914" fmla="*/ 244396 w 1967342"/>
              <a:gd name="connsiteY914" fmla="*/ 284192 h 442564"/>
              <a:gd name="connsiteX915" fmla="*/ 238618 w 1967342"/>
              <a:gd name="connsiteY915" fmla="*/ 260860 h 442564"/>
              <a:gd name="connsiteX916" fmla="*/ 257436 w 1967342"/>
              <a:gd name="connsiteY916" fmla="*/ 258679 h 442564"/>
              <a:gd name="connsiteX917" fmla="*/ 266027 w 1967342"/>
              <a:gd name="connsiteY917" fmla="*/ 257284 h 442564"/>
              <a:gd name="connsiteX918" fmla="*/ 325120 w 1967342"/>
              <a:gd name="connsiteY918" fmla="*/ 257763 h 442564"/>
              <a:gd name="connsiteX919" fmla="*/ 325207 w 1967342"/>
              <a:gd name="connsiteY919" fmla="*/ 257742 h 442564"/>
              <a:gd name="connsiteX920" fmla="*/ 349804 w 1967342"/>
              <a:gd name="connsiteY920" fmla="*/ 253838 h 442564"/>
              <a:gd name="connsiteX921" fmla="*/ 334322 w 1967342"/>
              <a:gd name="connsiteY921" fmla="*/ 271108 h 442564"/>
              <a:gd name="connsiteX922" fmla="*/ 236764 w 1967342"/>
              <a:gd name="connsiteY922" fmla="*/ 288989 h 442564"/>
              <a:gd name="connsiteX923" fmla="*/ 243022 w 1967342"/>
              <a:gd name="connsiteY923" fmla="*/ 314021 h 442564"/>
              <a:gd name="connsiteX924" fmla="*/ 221217 w 1967342"/>
              <a:gd name="connsiteY924" fmla="*/ 318731 h 442564"/>
              <a:gd name="connsiteX925" fmla="*/ 199411 w 1967342"/>
              <a:gd name="connsiteY925" fmla="*/ 314021 h 442564"/>
              <a:gd name="connsiteX926" fmla="*/ 205670 w 1967342"/>
              <a:gd name="connsiteY926" fmla="*/ 288989 h 442564"/>
              <a:gd name="connsiteX927" fmla="*/ 108308 w 1967342"/>
              <a:gd name="connsiteY927" fmla="*/ 271108 h 442564"/>
              <a:gd name="connsiteX928" fmla="*/ 92826 w 1967342"/>
              <a:gd name="connsiteY928" fmla="*/ 253838 h 442564"/>
              <a:gd name="connsiteX929" fmla="*/ 821326 w 1967342"/>
              <a:gd name="connsiteY929" fmla="*/ 241793 h 442564"/>
              <a:gd name="connsiteX930" fmla="*/ 828928 w 1967342"/>
              <a:gd name="connsiteY930" fmla="*/ 251296 h 442564"/>
              <a:gd name="connsiteX931" fmla="*/ 836986 w 1967342"/>
              <a:gd name="connsiteY931" fmla="*/ 249320 h 442564"/>
              <a:gd name="connsiteX932" fmla="*/ 846337 w 1967342"/>
              <a:gd name="connsiteY932" fmla="*/ 249320 h 442564"/>
              <a:gd name="connsiteX933" fmla="*/ 849606 w 1967342"/>
              <a:gd name="connsiteY933" fmla="*/ 250840 h 442564"/>
              <a:gd name="connsiteX934" fmla="*/ 848845 w 1967342"/>
              <a:gd name="connsiteY934" fmla="*/ 256161 h 442564"/>
              <a:gd name="connsiteX935" fmla="*/ 847946 w 1967342"/>
              <a:gd name="connsiteY935" fmla="*/ 262008 h 442564"/>
              <a:gd name="connsiteX936" fmla="*/ 843904 w 1967342"/>
              <a:gd name="connsiteY936" fmla="*/ 266424 h 442564"/>
              <a:gd name="connsiteX937" fmla="*/ 839723 w 1967342"/>
              <a:gd name="connsiteY937" fmla="*/ 269540 h 442564"/>
              <a:gd name="connsiteX938" fmla="*/ 836759 w 1967342"/>
              <a:gd name="connsiteY938" fmla="*/ 277979 h 442564"/>
              <a:gd name="connsiteX939" fmla="*/ 830828 w 1967342"/>
              <a:gd name="connsiteY939" fmla="*/ 282008 h 442564"/>
              <a:gd name="connsiteX940" fmla="*/ 823987 w 1967342"/>
              <a:gd name="connsiteY940" fmla="*/ 282616 h 442564"/>
              <a:gd name="connsiteX941" fmla="*/ 814940 w 1967342"/>
              <a:gd name="connsiteY941" fmla="*/ 286417 h 442564"/>
              <a:gd name="connsiteX942" fmla="*/ 804145 w 1967342"/>
              <a:gd name="connsiteY942" fmla="*/ 277523 h 442564"/>
              <a:gd name="connsiteX943" fmla="*/ 805285 w 1967342"/>
              <a:gd name="connsiteY943" fmla="*/ 270833 h 442564"/>
              <a:gd name="connsiteX944" fmla="*/ 803689 w 1967342"/>
              <a:gd name="connsiteY944" fmla="*/ 265512 h 442564"/>
              <a:gd name="connsiteX945" fmla="*/ 806958 w 1967342"/>
              <a:gd name="connsiteY945" fmla="*/ 259278 h 442564"/>
              <a:gd name="connsiteX946" fmla="*/ 815244 w 1967342"/>
              <a:gd name="connsiteY946" fmla="*/ 245062 h 442564"/>
              <a:gd name="connsiteX947" fmla="*/ 821326 w 1967342"/>
              <a:gd name="connsiteY947" fmla="*/ 241793 h 442564"/>
              <a:gd name="connsiteX948" fmla="*/ 44440 w 1967342"/>
              <a:gd name="connsiteY948" fmla="*/ 233668 h 442564"/>
              <a:gd name="connsiteX949" fmla="*/ 23071 w 1967342"/>
              <a:gd name="connsiteY949" fmla="*/ 236306 h 442564"/>
              <a:gd name="connsiteX950" fmla="*/ 24902 w 1967342"/>
              <a:gd name="connsiteY950" fmla="*/ 251308 h 442564"/>
              <a:gd name="connsiteX951" fmla="*/ 26800 w 1967342"/>
              <a:gd name="connsiteY951" fmla="*/ 251090 h 442564"/>
              <a:gd name="connsiteX952" fmla="*/ 28697 w 1967342"/>
              <a:gd name="connsiteY952" fmla="*/ 250850 h 442564"/>
              <a:gd name="connsiteX953" fmla="*/ 27367 w 1967342"/>
              <a:gd name="connsiteY953" fmla="*/ 239948 h 442564"/>
              <a:gd name="connsiteX954" fmla="*/ 32927 w 1967342"/>
              <a:gd name="connsiteY954" fmla="*/ 239250 h 442564"/>
              <a:gd name="connsiteX955" fmla="*/ 34104 w 1967342"/>
              <a:gd name="connsiteY955" fmla="*/ 248866 h 442564"/>
              <a:gd name="connsiteX956" fmla="*/ 35958 w 1967342"/>
              <a:gd name="connsiteY956" fmla="*/ 248648 h 442564"/>
              <a:gd name="connsiteX957" fmla="*/ 37790 w 1967342"/>
              <a:gd name="connsiteY957" fmla="*/ 248430 h 442564"/>
              <a:gd name="connsiteX958" fmla="*/ 36612 w 1967342"/>
              <a:gd name="connsiteY958" fmla="*/ 238814 h 442564"/>
              <a:gd name="connsiteX959" fmla="*/ 41148 w 1967342"/>
              <a:gd name="connsiteY959" fmla="*/ 238247 h 442564"/>
              <a:gd name="connsiteX960" fmla="*/ 42412 w 1967342"/>
              <a:gd name="connsiteY960" fmla="*/ 248605 h 442564"/>
              <a:gd name="connsiteX961" fmla="*/ 44331 w 1967342"/>
              <a:gd name="connsiteY961" fmla="*/ 248386 h 442564"/>
              <a:gd name="connsiteX962" fmla="*/ 46206 w 1967342"/>
              <a:gd name="connsiteY962" fmla="*/ 248147 h 442564"/>
              <a:gd name="connsiteX963" fmla="*/ 404819 w 1967342"/>
              <a:gd name="connsiteY963" fmla="*/ 230026 h 442564"/>
              <a:gd name="connsiteX964" fmla="*/ 399302 w 1967342"/>
              <a:gd name="connsiteY964" fmla="*/ 232207 h 442564"/>
              <a:gd name="connsiteX965" fmla="*/ 399302 w 1967342"/>
              <a:gd name="connsiteY965" fmla="*/ 245290 h 442564"/>
              <a:gd name="connsiteX966" fmla="*/ 415787 w 1967342"/>
              <a:gd name="connsiteY966" fmla="*/ 246838 h 442564"/>
              <a:gd name="connsiteX967" fmla="*/ 419407 w 1967342"/>
              <a:gd name="connsiteY967" fmla="*/ 240297 h 442564"/>
              <a:gd name="connsiteX968" fmla="*/ 416878 w 1967342"/>
              <a:gd name="connsiteY968" fmla="*/ 234387 h 442564"/>
              <a:gd name="connsiteX969" fmla="*/ 416551 w 1967342"/>
              <a:gd name="connsiteY969" fmla="*/ 234213 h 442564"/>
              <a:gd name="connsiteX970" fmla="*/ 419363 w 1967342"/>
              <a:gd name="connsiteY970" fmla="*/ 234038 h 442564"/>
              <a:gd name="connsiteX971" fmla="*/ 419560 w 1967342"/>
              <a:gd name="connsiteY971" fmla="*/ 231313 h 442564"/>
              <a:gd name="connsiteX972" fmla="*/ 407981 w 1967342"/>
              <a:gd name="connsiteY972" fmla="*/ 230310 h 442564"/>
              <a:gd name="connsiteX973" fmla="*/ 407261 w 1967342"/>
              <a:gd name="connsiteY973" fmla="*/ 238574 h 442564"/>
              <a:gd name="connsiteX974" fmla="*/ 410968 w 1967342"/>
              <a:gd name="connsiteY974" fmla="*/ 238901 h 442564"/>
              <a:gd name="connsiteX975" fmla="*/ 411361 w 1967342"/>
              <a:gd name="connsiteY975" fmla="*/ 234235 h 442564"/>
              <a:gd name="connsiteX976" fmla="*/ 413912 w 1967342"/>
              <a:gd name="connsiteY976" fmla="*/ 235543 h 442564"/>
              <a:gd name="connsiteX977" fmla="*/ 415569 w 1967342"/>
              <a:gd name="connsiteY977" fmla="*/ 239446 h 442564"/>
              <a:gd name="connsiteX978" fmla="*/ 413389 w 1967342"/>
              <a:gd name="connsiteY978" fmla="*/ 243546 h 442564"/>
              <a:gd name="connsiteX979" fmla="*/ 407698 w 1967342"/>
              <a:gd name="connsiteY979" fmla="*/ 244505 h 442564"/>
              <a:gd name="connsiteX980" fmla="*/ 402224 w 1967342"/>
              <a:gd name="connsiteY980" fmla="*/ 242499 h 442564"/>
              <a:gd name="connsiteX981" fmla="*/ 400567 w 1967342"/>
              <a:gd name="connsiteY981" fmla="*/ 238138 h 442564"/>
              <a:gd name="connsiteX982" fmla="*/ 401875 w 1967342"/>
              <a:gd name="connsiteY982" fmla="*/ 235369 h 442564"/>
              <a:gd name="connsiteX983" fmla="*/ 404470 w 1967342"/>
              <a:gd name="connsiteY983" fmla="*/ 234147 h 442564"/>
              <a:gd name="connsiteX984" fmla="*/ 106978 w 1967342"/>
              <a:gd name="connsiteY984" fmla="*/ 223332 h 442564"/>
              <a:gd name="connsiteX985" fmla="*/ 120629 w 1967342"/>
              <a:gd name="connsiteY985" fmla="*/ 224815 h 442564"/>
              <a:gd name="connsiteX986" fmla="*/ 132469 w 1967342"/>
              <a:gd name="connsiteY986" fmla="*/ 224815 h 442564"/>
              <a:gd name="connsiteX987" fmla="*/ 146032 w 1967342"/>
              <a:gd name="connsiteY987" fmla="*/ 224684 h 442564"/>
              <a:gd name="connsiteX988" fmla="*/ 166507 w 1967342"/>
              <a:gd name="connsiteY988" fmla="*/ 225208 h 442564"/>
              <a:gd name="connsiteX989" fmla="*/ 188640 w 1967342"/>
              <a:gd name="connsiteY989" fmla="*/ 230354 h 442564"/>
              <a:gd name="connsiteX990" fmla="*/ 204274 w 1967342"/>
              <a:gd name="connsiteY990" fmla="*/ 231422 h 442564"/>
              <a:gd name="connsiteX991" fmla="*/ 198997 w 1967342"/>
              <a:gd name="connsiteY991" fmla="*/ 253860 h 442564"/>
              <a:gd name="connsiteX992" fmla="*/ 220803 w 1967342"/>
              <a:gd name="connsiteY992" fmla="*/ 256433 h 442564"/>
              <a:gd name="connsiteX993" fmla="*/ 221043 w 1967342"/>
              <a:gd name="connsiteY993" fmla="*/ 256433 h 442564"/>
              <a:gd name="connsiteX994" fmla="*/ 221326 w 1967342"/>
              <a:gd name="connsiteY994" fmla="*/ 256433 h 442564"/>
              <a:gd name="connsiteX995" fmla="*/ 243284 w 1967342"/>
              <a:gd name="connsiteY995" fmla="*/ 253816 h 442564"/>
              <a:gd name="connsiteX996" fmla="*/ 238007 w 1967342"/>
              <a:gd name="connsiteY996" fmla="*/ 231379 h 442564"/>
              <a:gd name="connsiteX997" fmla="*/ 253642 w 1967342"/>
              <a:gd name="connsiteY997" fmla="*/ 230310 h 442564"/>
              <a:gd name="connsiteX998" fmla="*/ 275862 w 1967342"/>
              <a:gd name="connsiteY998" fmla="*/ 225229 h 442564"/>
              <a:gd name="connsiteX999" fmla="*/ 296337 w 1967342"/>
              <a:gd name="connsiteY999" fmla="*/ 224706 h 442564"/>
              <a:gd name="connsiteX1000" fmla="*/ 309900 w 1967342"/>
              <a:gd name="connsiteY1000" fmla="*/ 224837 h 442564"/>
              <a:gd name="connsiteX1001" fmla="*/ 321740 w 1967342"/>
              <a:gd name="connsiteY1001" fmla="*/ 224837 h 442564"/>
              <a:gd name="connsiteX1002" fmla="*/ 321740 w 1967342"/>
              <a:gd name="connsiteY1002" fmla="*/ 224815 h 442564"/>
              <a:gd name="connsiteX1003" fmla="*/ 335391 w 1967342"/>
              <a:gd name="connsiteY1003" fmla="*/ 223332 h 442564"/>
              <a:gd name="connsiteX1004" fmla="*/ 322307 w 1967342"/>
              <a:gd name="connsiteY1004" fmla="*/ 236219 h 442564"/>
              <a:gd name="connsiteX1005" fmla="*/ 303271 w 1967342"/>
              <a:gd name="connsiteY1005" fmla="*/ 244942 h 442564"/>
              <a:gd name="connsiteX1006" fmla="*/ 256804 w 1967342"/>
              <a:gd name="connsiteY1006" fmla="*/ 255212 h 442564"/>
              <a:gd name="connsiteX1007" fmla="*/ 236067 w 1967342"/>
              <a:gd name="connsiteY1007" fmla="*/ 257545 h 442564"/>
              <a:gd name="connsiteX1008" fmla="*/ 234061 w 1967342"/>
              <a:gd name="connsiteY1008" fmla="*/ 257741 h 442564"/>
              <a:gd name="connsiteX1009" fmla="*/ 239883 w 1967342"/>
              <a:gd name="connsiteY1009" fmla="*/ 281357 h 442564"/>
              <a:gd name="connsiteX1010" fmla="*/ 221108 w 1967342"/>
              <a:gd name="connsiteY1010" fmla="*/ 284540 h 442564"/>
              <a:gd name="connsiteX1011" fmla="*/ 202312 w 1967342"/>
              <a:gd name="connsiteY1011" fmla="*/ 281357 h 442564"/>
              <a:gd name="connsiteX1012" fmla="*/ 208156 w 1967342"/>
              <a:gd name="connsiteY1012" fmla="*/ 257741 h 442564"/>
              <a:gd name="connsiteX1013" fmla="*/ 206128 w 1967342"/>
              <a:gd name="connsiteY1013" fmla="*/ 257545 h 442564"/>
              <a:gd name="connsiteX1014" fmla="*/ 185391 w 1967342"/>
              <a:gd name="connsiteY1014" fmla="*/ 255212 h 442564"/>
              <a:gd name="connsiteX1015" fmla="*/ 139098 w 1967342"/>
              <a:gd name="connsiteY1015" fmla="*/ 244942 h 442564"/>
              <a:gd name="connsiteX1016" fmla="*/ 120062 w 1967342"/>
              <a:gd name="connsiteY1016" fmla="*/ 236219 h 442564"/>
              <a:gd name="connsiteX1017" fmla="*/ 106978 w 1967342"/>
              <a:gd name="connsiteY1017" fmla="*/ 223332 h 442564"/>
              <a:gd name="connsiteX1018" fmla="*/ 922737 w 1967342"/>
              <a:gd name="connsiteY1018" fmla="*/ 223092 h 442564"/>
              <a:gd name="connsiteX1019" fmla="*/ 928820 w 1967342"/>
              <a:gd name="connsiteY1019" fmla="*/ 224461 h 442564"/>
              <a:gd name="connsiteX1020" fmla="*/ 934977 w 1967342"/>
              <a:gd name="connsiteY1020" fmla="*/ 227653 h 442564"/>
              <a:gd name="connsiteX1021" fmla="*/ 941135 w 1967342"/>
              <a:gd name="connsiteY1021" fmla="*/ 228186 h 442564"/>
              <a:gd name="connsiteX1022" fmla="*/ 947216 w 1967342"/>
              <a:gd name="connsiteY1022" fmla="*/ 230086 h 442564"/>
              <a:gd name="connsiteX1023" fmla="*/ 952462 w 1967342"/>
              <a:gd name="connsiteY1023" fmla="*/ 229250 h 442564"/>
              <a:gd name="connsiteX1024" fmla="*/ 964929 w 1967342"/>
              <a:gd name="connsiteY1024" fmla="*/ 240273 h 442564"/>
              <a:gd name="connsiteX1025" fmla="*/ 964245 w 1967342"/>
              <a:gd name="connsiteY1025" fmla="*/ 240425 h 442564"/>
              <a:gd name="connsiteX1026" fmla="*/ 967514 w 1967342"/>
              <a:gd name="connsiteY1026" fmla="*/ 245214 h 442564"/>
              <a:gd name="connsiteX1027" fmla="*/ 967514 w 1967342"/>
              <a:gd name="connsiteY1027" fmla="*/ 251448 h 442564"/>
              <a:gd name="connsiteX1028" fmla="*/ 963104 w 1967342"/>
              <a:gd name="connsiteY1028" fmla="*/ 257226 h 442564"/>
              <a:gd name="connsiteX1029" fmla="*/ 959684 w 1967342"/>
              <a:gd name="connsiteY1029" fmla="*/ 264220 h 442564"/>
              <a:gd name="connsiteX1030" fmla="*/ 955655 w 1967342"/>
              <a:gd name="connsiteY1030" fmla="*/ 268933 h 442564"/>
              <a:gd name="connsiteX1031" fmla="*/ 948661 w 1967342"/>
              <a:gd name="connsiteY1031" fmla="*/ 271745 h 442564"/>
              <a:gd name="connsiteX1032" fmla="*/ 942731 w 1967342"/>
              <a:gd name="connsiteY1032" fmla="*/ 271745 h 442564"/>
              <a:gd name="connsiteX1033" fmla="*/ 936498 w 1967342"/>
              <a:gd name="connsiteY1033" fmla="*/ 274710 h 442564"/>
              <a:gd name="connsiteX1034" fmla="*/ 931632 w 1967342"/>
              <a:gd name="connsiteY1034" fmla="*/ 269541 h 442564"/>
              <a:gd name="connsiteX1035" fmla="*/ 931632 w 1967342"/>
              <a:gd name="connsiteY1035" fmla="*/ 262700 h 442564"/>
              <a:gd name="connsiteX1036" fmla="*/ 926614 w 1967342"/>
              <a:gd name="connsiteY1036" fmla="*/ 253500 h 442564"/>
              <a:gd name="connsiteX1037" fmla="*/ 922585 w 1967342"/>
              <a:gd name="connsiteY1037" fmla="*/ 245518 h 442564"/>
              <a:gd name="connsiteX1038" fmla="*/ 920229 w 1967342"/>
              <a:gd name="connsiteY1038" fmla="*/ 236624 h 442564"/>
              <a:gd name="connsiteX1039" fmla="*/ 920685 w 1967342"/>
              <a:gd name="connsiteY1039" fmla="*/ 231151 h 442564"/>
              <a:gd name="connsiteX1040" fmla="*/ 922737 w 1967342"/>
              <a:gd name="connsiteY1040" fmla="*/ 223092 h 442564"/>
              <a:gd name="connsiteX1041" fmla="*/ 35630 w 1967342"/>
              <a:gd name="connsiteY1041" fmla="*/ 215351 h 442564"/>
              <a:gd name="connsiteX1042" fmla="*/ 40362 w 1967342"/>
              <a:gd name="connsiteY1042" fmla="*/ 215351 h 442564"/>
              <a:gd name="connsiteX1043" fmla="*/ 40362 w 1967342"/>
              <a:gd name="connsiteY1043" fmla="*/ 219930 h 442564"/>
              <a:gd name="connsiteX1044" fmla="*/ 39773 w 1967342"/>
              <a:gd name="connsiteY1044" fmla="*/ 222351 h 442564"/>
              <a:gd name="connsiteX1045" fmla="*/ 38116 w 1967342"/>
              <a:gd name="connsiteY1045" fmla="*/ 223136 h 442564"/>
              <a:gd name="connsiteX1046" fmla="*/ 36219 w 1967342"/>
              <a:gd name="connsiteY1046" fmla="*/ 222416 h 442564"/>
              <a:gd name="connsiteX1047" fmla="*/ 35630 w 1967342"/>
              <a:gd name="connsiteY1047" fmla="*/ 220083 h 442564"/>
              <a:gd name="connsiteX1048" fmla="*/ 26276 w 1967342"/>
              <a:gd name="connsiteY1048" fmla="*/ 215068 h 442564"/>
              <a:gd name="connsiteX1049" fmla="*/ 32011 w 1967342"/>
              <a:gd name="connsiteY1049" fmla="*/ 215177 h 442564"/>
              <a:gd name="connsiteX1050" fmla="*/ 32011 w 1967342"/>
              <a:gd name="connsiteY1050" fmla="*/ 220105 h 442564"/>
              <a:gd name="connsiteX1051" fmla="*/ 31313 w 1967342"/>
              <a:gd name="connsiteY1051" fmla="*/ 222591 h 442564"/>
              <a:gd name="connsiteX1052" fmla="*/ 29285 w 1967342"/>
              <a:gd name="connsiteY1052" fmla="*/ 223376 h 442564"/>
              <a:gd name="connsiteX1053" fmla="*/ 26996 w 1967342"/>
              <a:gd name="connsiteY1053" fmla="*/ 222526 h 442564"/>
              <a:gd name="connsiteX1054" fmla="*/ 26276 w 1967342"/>
              <a:gd name="connsiteY1054" fmla="*/ 220084 h 442564"/>
              <a:gd name="connsiteX1055" fmla="*/ 22678 w 1967342"/>
              <a:gd name="connsiteY1055" fmla="*/ 211034 h 442564"/>
              <a:gd name="connsiteX1056" fmla="*/ 22678 w 1967342"/>
              <a:gd name="connsiteY1056" fmla="*/ 213018 h 442564"/>
              <a:gd name="connsiteX1057" fmla="*/ 22657 w 1967342"/>
              <a:gd name="connsiteY1057" fmla="*/ 220018 h 442564"/>
              <a:gd name="connsiteX1058" fmla="*/ 24270 w 1967342"/>
              <a:gd name="connsiteY1058" fmla="*/ 225556 h 442564"/>
              <a:gd name="connsiteX1059" fmla="*/ 29264 w 1967342"/>
              <a:gd name="connsiteY1059" fmla="*/ 227519 h 442564"/>
              <a:gd name="connsiteX1060" fmla="*/ 33428 w 1967342"/>
              <a:gd name="connsiteY1060" fmla="*/ 225687 h 442564"/>
              <a:gd name="connsiteX1061" fmla="*/ 34148 w 1967342"/>
              <a:gd name="connsiteY1061" fmla="*/ 224466 h 442564"/>
              <a:gd name="connsiteX1062" fmla="*/ 38509 w 1967342"/>
              <a:gd name="connsiteY1062" fmla="*/ 227017 h 442564"/>
              <a:gd name="connsiteX1063" fmla="*/ 42543 w 1967342"/>
              <a:gd name="connsiteY1063" fmla="*/ 225469 h 442564"/>
              <a:gd name="connsiteX1064" fmla="*/ 44048 w 1967342"/>
              <a:gd name="connsiteY1064" fmla="*/ 220999 h 442564"/>
              <a:gd name="connsiteX1065" fmla="*/ 44200 w 1967342"/>
              <a:gd name="connsiteY1065" fmla="*/ 213389 h 442564"/>
              <a:gd name="connsiteX1066" fmla="*/ 44200 w 1967342"/>
              <a:gd name="connsiteY1066" fmla="*/ 211426 h 442564"/>
              <a:gd name="connsiteX1067" fmla="*/ 398365 w 1967342"/>
              <a:gd name="connsiteY1067" fmla="*/ 207196 h 442564"/>
              <a:gd name="connsiteX1068" fmla="*/ 398365 w 1967342"/>
              <a:gd name="connsiteY1068" fmla="*/ 209551 h 442564"/>
              <a:gd name="connsiteX1069" fmla="*/ 398365 w 1967342"/>
              <a:gd name="connsiteY1069" fmla="*/ 211884 h 442564"/>
              <a:gd name="connsiteX1070" fmla="*/ 407807 w 1967342"/>
              <a:gd name="connsiteY1070" fmla="*/ 215417 h 442564"/>
              <a:gd name="connsiteX1071" fmla="*/ 398626 w 1967342"/>
              <a:gd name="connsiteY1071" fmla="*/ 219778 h 442564"/>
              <a:gd name="connsiteX1072" fmla="*/ 398626 w 1967342"/>
              <a:gd name="connsiteY1072" fmla="*/ 222242 h 442564"/>
              <a:gd name="connsiteX1073" fmla="*/ 398626 w 1967342"/>
              <a:gd name="connsiteY1073" fmla="*/ 224706 h 442564"/>
              <a:gd name="connsiteX1074" fmla="*/ 411710 w 1967342"/>
              <a:gd name="connsiteY1074" fmla="*/ 217314 h 442564"/>
              <a:gd name="connsiteX1075" fmla="*/ 419800 w 1967342"/>
              <a:gd name="connsiteY1075" fmla="*/ 217030 h 442564"/>
              <a:gd name="connsiteX1076" fmla="*/ 419800 w 1967342"/>
              <a:gd name="connsiteY1076" fmla="*/ 214959 h 442564"/>
              <a:gd name="connsiteX1077" fmla="*/ 419800 w 1967342"/>
              <a:gd name="connsiteY1077" fmla="*/ 212909 h 442564"/>
              <a:gd name="connsiteX1078" fmla="*/ 411622 w 1967342"/>
              <a:gd name="connsiteY1078" fmla="*/ 213192 h 442564"/>
              <a:gd name="connsiteX1079" fmla="*/ 322242 w 1967342"/>
              <a:gd name="connsiteY1079" fmla="*/ 189337 h 442564"/>
              <a:gd name="connsiteX1080" fmla="*/ 309355 w 1967342"/>
              <a:gd name="connsiteY1080" fmla="*/ 203489 h 442564"/>
              <a:gd name="connsiteX1081" fmla="*/ 290362 w 1967342"/>
              <a:gd name="connsiteY1081" fmla="*/ 215787 h 442564"/>
              <a:gd name="connsiteX1082" fmla="*/ 252922 w 1967342"/>
              <a:gd name="connsiteY1082" fmla="*/ 226799 h 442564"/>
              <a:gd name="connsiteX1083" fmla="*/ 236765 w 1967342"/>
              <a:gd name="connsiteY1083" fmla="*/ 227824 h 442564"/>
              <a:gd name="connsiteX1084" fmla="*/ 233428 w 1967342"/>
              <a:gd name="connsiteY1084" fmla="*/ 227824 h 442564"/>
              <a:gd name="connsiteX1085" fmla="*/ 238836 w 1967342"/>
              <a:gd name="connsiteY1085" fmla="*/ 250785 h 442564"/>
              <a:gd name="connsiteX1086" fmla="*/ 221392 w 1967342"/>
              <a:gd name="connsiteY1086" fmla="*/ 252966 h 442564"/>
              <a:gd name="connsiteX1087" fmla="*/ 221174 w 1967342"/>
              <a:gd name="connsiteY1087" fmla="*/ 252966 h 442564"/>
              <a:gd name="connsiteX1088" fmla="*/ 220934 w 1967342"/>
              <a:gd name="connsiteY1088" fmla="*/ 252966 h 442564"/>
              <a:gd name="connsiteX1089" fmla="*/ 203489 w 1967342"/>
              <a:gd name="connsiteY1089" fmla="*/ 250785 h 442564"/>
              <a:gd name="connsiteX1090" fmla="*/ 208919 w 1967342"/>
              <a:gd name="connsiteY1090" fmla="*/ 227868 h 442564"/>
              <a:gd name="connsiteX1091" fmla="*/ 205583 w 1967342"/>
              <a:gd name="connsiteY1091" fmla="*/ 227868 h 442564"/>
              <a:gd name="connsiteX1092" fmla="*/ 189425 w 1967342"/>
              <a:gd name="connsiteY1092" fmla="*/ 226843 h 442564"/>
              <a:gd name="connsiteX1093" fmla="*/ 151985 w 1967342"/>
              <a:gd name="connsiteY1093" fmla="*/ 215831 h 442564"/>
              <a:gd name="connsiteX1094" fmla="*/ 132949 w 1967342"/>
              <a:gd name="connsiteY1094" fmla="*/ 203511 h 442564"/>
              <a:gd name="connsiteX1095" fmla="*/ 120105 w 1967342"/>
              <a:gd name="connsiteY1095" fmla="*/ 189381 h 442564"/>
              <a:gd name="connsiteX1096" fmla="*/ 133581 w 1967342"/>
              <a:gd name="connsiteY1096" fmla="*/ 190907 h 442564"/>
              <a:gd name="connsiteX1097" fmla="*/ 138814 w 1967342"/>
              <a:gd name="connsiteY1097" fmla="*/ 191147 h 442564"/>
              <a:gd name="connsiteX1098" fmla="*/ 163411 w 1967342"/>
              <a:gd name="connsiteY1098" fmla="*/ 192434 h 442564"/>
              <a:gd name="connsiteX1099" fmla="*/ 166158 w 1967342"/>
              <a:gd name="connsiteY1099" fmla="*/ 193895 h 442564"/>
              <a:gd name="connsiteX1100" fmla="*/ 193939 w 1967342"/>
              <a:gd name="connsiteY1100" fmla="*/ 202770 h 442564"/>
              <a:gd name="connsiteX1101" fmla="*/ 198910 w 1967342"/>
              <a:gd name="connsiteY1101" fmla="*/ 203097 h 442564"/>
              <a:gd name="connsiteX1102" fmla="*/ 205016 w 1967342"/>
              <a:gd name="connsiteY1102" fmla="*/ 202770 h 442564"/>
              <a:gd name="connsiteX1103" fmla="*/ 200219 w 1967342"/>
              <a:gd name="connsiteY1103" fmla="*/ 222721 h 442564"/>
              <a:gd name="connsiteX1104" fmla="*/ 221283 w 1967342"/>
              <a:gd name="connsiteY1104" fmla="*/ 224052 h 442564"/>
              <a:gd name="connsiteX1105" fmla="*/ 242325 w 1967342"/>
              <a:gd name="connsiteY1105" fmla="*/ 222721 h 442564"/>
              <a:gd name="connsiteX1106" fmla="*/ 237550 w 1967342"/>
              <a:gd name="connsiteY1106" fmla="*/ 202770 h 442564"/>
              <a:gd name="connsiteX1107" fmla="*/ 243633 w 1967342"/>
              <a:gd name="connsiteY1107" fmla="*/ 203097 h 442564"/>
              <a:gd name="connsiteX1108" fmla="*/ 248605 w 1967342"/>
              <a:gd name="connsiteY1108" fmla="*/ 202770 h 442564"/>
              <a:gd name="connsiteX1109" fmla="*/ 276407 w 1967342"/>
              <a:gd name="connsiteY1109" fmla="*/ 193895 h 442564"/>
              <a:gd name="connsiteX1110" fmla="*/ 279154 w 1967342"/>
              <a:gd name="connsiteY1110" fmla="*/ 192434 h 442564"/>
              <a:gd name="connsiteX1111" fmla="*/ 303751 w 1967342"/>
              <a:gd name="connsiteY1111" fmla="*/ 191147 h 442564"/>
              <a:gd name="connsiteX1112" fmla="*/ 308962 w 1967342"/>
              <a:gd name="connsiteY1112" fmla="*/ 190907 h 442564"/>
              <a:gd name="connsiteX1113" fmla="*/ 308744 w 1967342"/>
              <a:gd name="connsiteY1113" fmla="*/ 190864 h 442564"/>
              <a:gd name="connsiteX1114" fmla="*/ 322242 w 1967342"/>
              <a:gd name="connsiteY1114" fmla="*/ 189337 h 442564"/>
              <a:gd name="connsiteX1115" fmla="*/ 900919 w 1967342"/>
              <a:gd name="connsiteY1115" fmla="*/ 179001 h 442564"/>
              <a:gd name="connsiteX1116" fmla="*/ 895293 w 1967342"/>
              <a:gd name="connsiteY1116" fmla="*/ 179761 h 442564"/>
              <a:gd name="connsiteX1117" fmla="*/ 889517 w 1967342"/>
              <a:gd name="connsiteY1117" fmla="*/ 181661 h 442564"/>
              <a:gd name="connsiteX1118" fmla="*/ 885183 w 1967342"/>
              <a:gd name="connsiteY1118" fmla="*/ 184398 h 442564"/>
              <a:gd name="connsiteX1119" fmla="*/ 873932 w 1967342"/>
              <a:gd name="connsiteY1119" fmla="*/ 189263 h 442564"/>
              <a:gd name="connsiteX1120" fmla="*/ 870511 w 1967342"/>
              <a:gd name="connsiteY1120" fmla="*/ 195041 h 442564"/>
              <a:gd name="connsiteX1121" fmla="*/ 875376 w 1967342"/>
              <a:gd name="connsiteY1121" fmla="*/ 199906 h 442564"/>
              <a:gd name="connsiteX1122" fmla="*/ 883966 w 1967342"/>
              <a:gd name="connsiteY1122" fmla="*/ 197246 h 442564"/>
              <a:gd name="connsiteX1123" fmla="*/ 892025 w 1967342"/>
              <a:gd name="connsiteY1123" fmla="*/ 191012 h 442564"/>
              <a:gd name="connsiteX1124" fmla="*/ 898715 w 1967342"/>
              <a:gd name="connsiteY1124" fmla="*/ 185083 h 442564"/>
              <a:gd name="connsiteX1125" fmla="*/ 900919 w 1967342"/>
              <a:gd name="connsiteY1125" fmla="*/ 179001 h 442564"/>
              <a:gd name="connsiteX1126" fmla="*/ 1167980 w 1967342"/>
              <a:gd name="connsiteY1126" fmla="*/ 166762 h 442564"/>
              <a:gd name="connsiteX1127" fmla="*/ 1159085 w 1967342"/>
              <a:gd name="connsiteY1127" fmla="*/ 168282 h 442564"/>
              <a:gd name="connsiteX1128" fmla="*/ 1156956 w 1967342"/>
              <a:gd name="connsiteY1128" fmla="*/ 172995 h 442564"/>
              <a:gd name="connsiteX1129" fmla="*/ 1157641 w 1967342"/>
              <a:gd name="connsiteY1129" fmla="*/ 177405 h 442564"/>
              <a:gd name="connsiteX1130" fmla="*/ 1165243 w 1967342"/>
              <a:gd name="connsiteY1130" fmla="*/ 178240 h 442564"/>
              <a:gd name="connsiteX1131" fmla="*/ 1165319 w 1967342"/>
              <a:gd name="connsiteY1131" fmla="*/ 178240 h 442564"/>
              <a:gd name="connsiteX1132" fmla="*/ 1170412 w 1967342"/>
              <a:gd name="connsiteY1132" fmla="*/ 169422 h 442564"/>
              <a:gd name="connsiteX1133" fmla="*/ 1170430 w 1967342"/>
              <a:gd name="connsiteY1133" fmla="*/ 169020 h 442564"/>
              <a:gd name="connsiteX1134" fmla="*/ 1167980 w 1967342"/>
              <a:gd name="connsiteY1134" fmla="*/ 166762 h 442564"/>
              <a:gd name="connsiteX1135" fmla="*/ 1194586 w 1967342"/>
              <a:gd name="connsiteY1135" fmla="*/ 158855 h 442564"/>
              <a:gd name="connsiteX1136" fmla="*/ 1187669 w 1967342"/>
              <a:gd name="connsiteY1136" fmla="*/ 161136 h 442564"/>
              <a:gd name="connsiteX1137" fmla="*/ 1186832 w 1967342"/>
              <a:gd name="connsiteY1137" fmla="*/ 168054 h 442564"/>
              <a:gd name="connsiteX1138" fmla="*/ 1191089 w 1967342"/>
              <a:gd name="connsiteY1138" fmla="*/ 171930 h 442564"/>
              <a:gd name="connsiteX1139" fmla="*/ 1198691 w 1967342"/>
              <a:gd name="connsiteY1139" fmla="*/ 166229 h 442564"/>
              <a:gd name="connsiteX1140" fmla="*/ 1198996 w 1967342"/>
              <a:gd name="connsiteY1140" fmla="*/ 166229 h 442564"/>
              <a:gd name="connsiteX1141" fmla="*/ 1198996 w 1967342"/>
              <a:gd name="connsiteY1141" fmla="*/ 160452 h 442564"/>
              <a:gd name="connsiteX1142" fmla="*/ 1194586 w 1967342"/>
              <a:gd name="connsiteY1142" fmla="*/ 158855 h 442564"/>
              <a:gd name="connsiteX1143" fmla="*/ 916580 w 1967342"/>
              <a:gd name="connsiteY1143" fmla="*/ 150112 h 442564"/>
              <a:gd name="connsiteX1144" fmla="*/ 923117 w 1967342"/>
              <a:gd name="connsiteY1144" fmla="*/ 152622 h 442564"/>
              <a:gd name="connsiteX1145" fmla="*/ 930719 w 1967342"/>
              <a:gd name="connsiteY1145" fmla="*/ 152622 h 442564"/>
              <a:gd name="connsiteX1146" fmla="*/ 941438 w 1967342"/>
              <a:gd name="connsiteY1146" fmla="*/ 159615 h 442564"/>
              <a:gd name="connsiteX1147" fmla="*/ 944403 w 1967342"/>
              <a:gd name="connsiteY1147" fmla="*/ 168510 h 442564"/>
              <a:gd name="connsiteX1148" fmla="*/ 944403 w 1967342"/>
              <a:gd name="connsiteY1148" fmla="*/ 175428 h 442564"/>
              <a:gd name="connsiteX1149" fmla="*/ 935356 w 1967342"/>
              <a:gd name="connsiteY1149" fmla="*/ 184626 h 442564"/>
              <a:gd name="connsiteX1150" fmla="*/ 935052 w 1967342"/>
              <a:gd name="connsiteY1150" fmla="*/ 184626 h 442564"/>
              <a:gd name="connsiteX1151" fmla="*/ 930719 w 1967342"/>
              <a:gd name="connsiteY1151" fmla="*/ 192228 h 442564"/>
              <a:gd name="connsiteX1152" fmla="*/ 916503 w 1967342"/>
              <a:gd name="connsiteY1152" fmla="*/ 217011 h 442564"/>
              <a:gd name="connsiteX1153" fmla="*/ 910269 w 1967342"/>
              <a:gd name="connsiteY1153" fmla="*/ 224993 h 442564"/>
              <a:gd name="connsiteX1154" fmla="*/ 905632 w 1967342"/>
              <a:gd name="connsiteY1154" fmla="*/ 225601 h 442564"/>
              <a:gd name="connsiteX1155" fmla="*/ 901223 w 1967342"/>
              <a:gd name="connsiteY1155" fmla="*/ 230543 h 442564"/>
              <a:gd name="connsiteX1156" fmla="*/ 902668 w 1967342"/>
              <a:gd name="connsiteY1156" fmla="*/ 239589 h 442564"/>
              <a:gd name="connsiteX1157" fmla="*/ 902668 w 1967342"/>
              <a:gd name="connsiteY1157" fmla="*/ 279804 h 442564"/>
              <a:gd name="connsiteX1158" fmla="*/ 895066 w 1967342"/>
              <a:gd name="connsiteY1158" fmla="*/ 291207 h 442564"/>
              <a:gd name="connsiteX1159" fmla="*/ 886931 w 1967342"/>
              <a:gd name="connsiteY1159" fmla="*/ 299341 h 442564"/>
              <a:gd name="connsiteX1160" fmla="*/ 879329 w 1967342"/>
              <a:gd name="connsiteY1160" fmla="*/ 303218 h 442564"/>
              <a:gd name="connsiteX1161" fmla="*/ 875909 w 1967342"/>
              <a:gd name="connsiteY1161" fmla="*/ 300861 h 442564"/>
              <a:gd name="connsiteX1162" fmla="*/ 870587 w 1967342"/>
              <a:gd name="connsiteY1162" fmla="*/ 298505 h 442564"/>
              <a:gd name="connsiteX1163" fmla="*/ 866406 w 1967342"/>
              <a:gd name="connsiteY1163" fmla="*/ 295236 h 442564"/>
              <a:gd name="connsiteX1164" fmla="*/ 859412 w 1967342"/>
              <a:gd name="connsiteY1164" fmla="*/ 291815 h 442564"/>
              <a:gd name="connsiteX1165" fmla="*/ 855611 w 1967342"/>
              <a:gd name="connsiteY1165" fmla="*/ 284669 h 442564"/>
              <a:gd name="connsiteX1166" fmla="*/ 844892 w 1967342"/>
              <a:gd name="connsiteY1166" fmla="*/ 273722 h 442564"/>
              <a:gd name="connsiteX1167" fmla="*/ 851734 w 1967342"/>
              <a:gd name="connsiteY1167" fmla="*/ 270910 h 442564"/>
              <a:gd name="connsiteX1168" fmla="*/ 861844 w 1967342"/>
              <a:gd name="connsiteY1168" fmla="*/ 274406 h 442564"/>
              <a:gd name="connsiteX1169" fmla="*/ 869979 w 1967342"/>
              <a:gd name="connsiteY1169" fmla="*/ 264904 h 442564"/>
              <a:gd name="connsiteX1170" fmla="*/ 869979 w 1967342"/>
              <a:gd name="connsiteY1170" fmla="*/ 258290 h 442564"/>
              <a:gd name="connsiteX1171" fmla="*/ 869979 w 1967342"/>
              <a:gd name="connsiteY1171" fmla="*/ 249244 h 442564"/>
              <a:gd name="connsiteX1172" fmla="*/ 871423 w 1967342"/>
              <a:gd name="connsiteY1172" fmla="*/ 237156 h 442564"/>
              <a:gd name="connsiteX1173" fmla="*/ 869219 w 1967342"/>
              <a:gd name="connsiteY1173" fmla="*/ 233051 h 442564"/>
              <a:gd name="connsiteX1174" fmla="*/ 862681 w 1967342"/>
              <a:gd name="connsiteY1174" fmla="*/ 231226 h 442564"/>
              <a:gd name="connsiteX1175" fmla="*/ 857511 w 1967342"/>
              <a:gd name="connsiteY1175" fmla="*/ 232139 h 442564"/>
              <a:gd name="connsiteX1176" fmla="*/ 849225 w 1967342"/>
              <a:gd name="connsiteY1176" fmla="*/ 231379 h 442564"/>
              <a:gd name="connsiteX1177" fmla="*/ 846260 w 1967342"/>
              <a:gd name="connsiteY1177" fmla="*/ 228718 h 442564"/>
              <a:gd name="connsiteX1178" fmla="*/ 844587 w 1967342"/>
              <a:gd name="connsiteY1178" fmla="*/ 222636 h 442564"/>
              <a:gd name="connsiteX1179" fmla="*/ 843144 w 1967342"/>
              <a:gd name="connsiteY1179" fmla="*/ 219367 h 442564"/>
              <a:gd name="connsiteX1180" fmla="*/ 842383 w 1967342"/>
              <a:gd name="connsiteY1180" fmla="*/ 212982 h 442564"/>
              <a:gd name="connsiteX1181" fmla="*/ 840330 w 1967342"/>
              <a:gd name="connsiteY1181" fmla="*/ 203632 h 442564"/>
              <a:gd name="connsiteX1182" fmla="*/ 838354 w 1967342"/>
              <a:gd name="connsiteY1182" fmla="*/ 191620 h 442564"/>
              <a:gd name="connsiteX1183" fmla="*/ 837746 w 1967342"/>
              <a:gd name="connsiteY1183" fmla="*/ 179457 h 442564"/>
              <a:gd name="connsiteX1184" fmla="*/ 845348 w 1967342"/>
              <a:gd name="connsiteY1184" fmla="*/ 165697 h 442564"/>
              <a:gd name="connsiteX1185" fmla="*/ 852342 w 1967342"/>
              <a:gd name="connsiteY1185" fmla="*/ 162580 h 442564"/>
              <a:gd name="connsiteX1186" fmla="*/ 858575 w 1967342"/>
              <a:gd name="connsiteY1186" fmla="*/ 165849 h 442564"/>
              <a:gd name="connsiteX1187" fmla="*/ 861540 w 1967342"/>
              <a:gd name="connsiteY1187" fmla="*/ 169802 h 442564"/>
              <a:gd name="connsiteX1188" fmla="*/ 874464 w 1967342"/>
              <a:gd name="connsiteY1188" fmla="*/ 166001 h 442564"/>
              <a:gd name="connsiteX1189" fmla="*/ 884042 w 1967342"/>
              <a:gd name="connsiteY1189" fmla="*/ 163416 h 442564"/>
              <a:gd name="connsiteX1190" fmla="*/ 891036 w 1967342"/>
              <a:gd name="connsiteY1190" fmla="*/ 160908 h 442564"/>
              <a:gd name="connsiteX1191" fmla="*/ 896510 w 1967342"/>
              <a:gd name="connsiteY1191" fmla="*/ 159311 h 442564"/>
              <a:gd name="connsiteX1192" fmla="*/ 904112 w 1967342"/>
              <a:gd name="connsiteY1192" fmla="*/ 156346 h 442564"/>
              <a:gd name="connsiteX1193" fmla="*/ 908446 w 1967342"/>
              <a:gd name="connsiteY1193" fmla="*/ 153534 h 442564"/>
              <a:gd name="connsiteX1194" fmla="*/ 912246 w 1967342"/>
              <a:gd name="connsiteY1194" fmla="*/ 151557 h 442564"/>
              <a:gd name="connsiteX1195" fmla="*/ 916580 w 1967342"/>
              <a:gd name="connsiteY1195" fmla="*/ 150112 h 442564"/>
              <a:gd name="connsiteX1196" fmla="*/ 1165699 w 1967342"/>
              <a:gd name="connsiteY1196" fmla="*/ 137646 h 442564"/>
              <a:gd name="connsiteX1197" fmla="*/ 1158097 w 1967342"/>
              <a:gd name="connsiteY1197" fmla="*/ 142891 h 442564"/>
              <a:gd name="connsiteX1198" fmla="*/ 1158933 w 1967342"/>
              <a:gd name="connsiteY1198" fmla="*/ 150493 h 442564"/>
              <a:gd name="connsiteX1199" fmla="*/ 1162201 w 1967342"/>
              <a:gd name="connsiteY1199" fmla="*/ 152470 h 442564"/>
              <a:gd name="connsiteX1200" fmla="*/ 1170868 w 1967342"/>
              <a:gd name="connsiteY1200" fmla="*/ 144260 h 442564"/>
              <a:gd name="connsiteX1201" fmla="*/ 1171248 w 1967342"/>
              <a:gd name="connsiteY1201" fmla="*/ 144031 h 442564"/>
              <a:gd name="connsiteX1202" fmla="*/ 1165699 w 1967342"/>
              <a:gd name="connsiteY1202" fmla="*/ 137646 h 442564"/>
              <a:gd name="connsiteX1203" fmla="*/ 1206750 w 1967342"/>
              <a:gd name="connsiteY1203" fmla="*/ 126470 h 442564"/>
              <a:gd name="connsiteX1204" fmla="*/ 1189341 w 1967342"/>
              <a:gd name="connsiteY1204" fmla="*/ 133312 h 442564"/>
              <a:gd name="connsiteX1205" fmla="*/ 1191850 w 1967342"/>
              <a:gd name="connsiteY1205" fmla="*/ 141522 h 442564"/>
              <a:gd name="connsiteX1206" fmla="*/ 1201200 w 1967342"/>
              <a:gd name="connsiteY1206" fmla="*/ 142054 h 442564"/>
              <a:gd name="connsiteX1207" fmla="*/ 1207434 w 1967342"/>
              <a:gd name="connsiteY1207" fmla="*/ 133160 h 442564"/>
              <a:gd name="connsiteX1208" fmla="*/ 1206750 w 1967342"/>
              <a:gd name="connsiteY1208" fmla="*/ 126470 h 442564"/>
              <a:gd name="connsiteX1209" fmla="*/ 1455187 w 1967342"/>
              <a:gd name="connsiteY1209" fmla="*/ 124722 h 442564"/>
              <a:gd name="connsiteX1210" fmla="*/ 1460280 w 1967342"/>
              <a:gd name="connsiteY1210" fmla="*/ 127687 h 442564"/>
              <a:gd name="connsiteX1211" fmla="*/ 1467882 w 1967342"/>
              <a:gd name="connsiteY1211" fmla="*/ 134757 h 442564"/>
              <a:gd name="connsiteX1212" fmla="*/ 1470162 w 1967342"/>
              <a:gd name="connsiteY1212" fmla="*/ 141751 h 442564"/>
              <a:gd name="connsiteX1213" fmla="*/ 1473127 w 1967342"/>
              <a:gd name="connsiteY1213" fmla="*/ 146388 h 442564"/>
              <a:gd name="connsiteX1214" fmla="*/ 1461344 w 1967342"/>
              <a:gd name="connsiteY1214" fmla="*/ 157335 h 442564"/>
              <a:gd name="connsiteX1215" fmla="*/ 1452070 w 1967342"/>
              <a:gd name="connsiteY1215" fmla="*/ 164937 h 442564"/>
              <a:gd name="connsiteX1216" fmla="*/ 1444924 w 1967342"/>
              <a:gd name="connsiteY1216" fmla="*/ 169727 h 442564"/>
              <a:gd name="connsiteX1217" fmla="*/ 1430708 w 1967342"/>
              <a:gd name="connsiteY1217" fmla="*/ 179686 h 442564"/>
              <a:gd name="connsiteX1218" fmla="*/ 1434129 w 1967342"/>
              <a:gd name="connsiteY1218" fmla="*/ 191545 h 442564"/>
              <a:gd name="connsiteX1219" fmla="*/ 1431772 w 1967342"/>
              <a:gd name="connsiteY1219" fmla="*/ 197018 h 442564"/>
              <a:gd name="connsiteX1220" fmla="*/ 1429872 w 1967342"/>
              <a:gd name="connsiteY1220" fmla="*/ 202035 h 442564"/>
              <a:gd name="connsiteX1221" fmla="*/ 1428427 w 1967342"/>
              <a:gd name="connsiteY1221" fmla="*/ 207357 h 442564"/>
              <a:gd name="connsiteX1222" fmla="*/ 1427439 w 1967342"/>
              <a:gd name="connsiteY1222" fmla="*/ 212982 h 442564"/>
              <a:gd name="connsiteX1223" fmla="*/ 1428199 w 1967342"/>
              <a:gd name="connsiteY1223" fmla="*/ 227578 h 442564"/>
              <a:gd name="connsiteX1224" fmla="*/ 1454503 w 1967342"/>
              <a:gd name="connsiteY1224" fmla="*/ 226970 h 442564"/>
              <a:gd name="connsiteX1225" fmla="*/ 1461345 w 1967342"/>
              <a:gd name="connsiteY1225" fmla="*/ 224310 h 442564"/>
              <a:gd name="connsiteX1226" fmla="*/ 1467882 w 1967342"/>
              <a:gd name="connsiteY1226" fmla="*/ 223625 h 442564"/>
              <a:gd name="connsiteX1227" fmla="*/ 1475029 w 1967342"/>
              <a:gd name="connsiteY1227" fmla="*/ 225526 h 442564"/>
              <a:gd name="connsiteX1228" fmla="*/ 1482022 w 1967342"/>
              <a:gd name="connsiteY1228" fmla="*/ 229403 h 442564"/>
              <a:gd name="connsiteX1229" fmla="*/ 1491144 w 1967342"/>
              <a:gd name="connsiteY1229" fmla="*/ 237005 h 442564"/>
              <a:gd name="connsiteX1230" fmla="*/ 1491981 w 1967342"/>
              <a:gd name="connsiteY1230" fmla="*/ 243239 h 442564"/>
              <a:gd name="connsiteX1231" fmla="*/ 1490688 w 1967342"/>
              <a:gd name="connsiteY1231" fmla="*/ 243390 h 442564"/>
              <a:gd name="connsiteX1232" fmla="*/ 1491600 w 1967342"/>
              <a:gd name="connsiteY1232" fmla="*/ 245671 h 442564"/>
              <a:gd name="connsiteX1233" fmla="*/ 1492209 w 1967342"/>
              <a:gd name="connsiteY1233" fmla="*/ 249016 h 442564"/>
              <a:gd name="connsiteX1234" fmla="*/ 1489928 w 1967342"/>
              <a:gd name="connsiteY1234" fmla="*/ 254414 h 442564"/>
              <a:gd name="connsiteX1235" fmla="*/ 1485367 w 1967342"/>
              <a:gd name="connsiteY1235" fmla="*/ 259051 h 442564"/>
              <a:gd name="connsiteX1236" fmla="*/ 1476472 w 1967342"/>
              <a:gd name="connsiteY1236" fmla="*/ 259583 h 442564"/>
              <a:gd name="connsiteX1237" fmla="*/ 1466818 w 1967342"/>
              <a:gd name="connsiteY1237" fmla="*/ 257911 h 442564"/>
              <a:gd name="connsiteX1238" fmla="*/ 1456935 w 1967342"/>
              <a:gd name="connsiteY1238" fmla="*/ 258747 h 442564"/>
              <a:gd name="connsiteX1239" fmla="*/ 1440591 w 1967342"/>
              <a:gd name="connsiteY1239" fmla="*/ 257378 h 442564"/>
              <a:gd name="connsiteX1240" fmla="*/ 1425386 w 1967342"/>
              <a:gd name="connsiteY1240" fmla="*/ 257378 h 442564"/>
              <a:gd name="connsiteX1241" fmla="*/ 1410182 w 1967342"/>
              <a:gd name="connsiteY1241" fmla="*/ 258595 h 442564"/>
              <a:gd name="connsiteX1242" fmla="*/ 1395662 w 1967342"/>
              <a:gd name="connsiteY1242" fmla="*/ 260647 h 442564"/>
              <a:gd name="connsiteX1243" fmla="*/ 1379166 w 1967342"/>
              <a:gd name="connsiteY1243" fmla="*/ 260267 h 442564"/>
              <a:gd name="connsiteX1244" fmla="*/ 1349898 w 1967342"/>
              <a:gd name="connsiteY1244" fmla="*/ 266273 h 442564"/>
              <a:gd name="connsiteX1245" fmla="*/ 1314016 w 1967342"/>
              <a:gd name="connsiteY1245" fmla="*/ 279957 h 442564"/>
              <a:gd name="connsiteX1246" fmla="*/ 1300332 w 1967342"/>
              <a:gd name="connsiteY1246" fmla="*/ 267033 h 442564"/>
              <a:gd name="connsiteX1247" fmla="*/ 1300332 w 1967342"/>
              <a:gd name="connsiteY1247" fmla="*/ 259431 h 442564"/>
              <a:gd name="connsiteX1248" fmla="*/ 1299496 w 1967342"/>
              <a:gd name="connsiteY1248" fmla="*/ 250157 h 442564"/>
              <a:gd name="connsiteX1249" fmla="*/ 1314700 w 1967342"/>
              <a:gd name="connsiteY1249" fmla="*/ 241870 h 442564"/>
              <a:gd name="connsiteX1250" fmla="*/ 1323519 w 1967342"/>
              <a:gd name="connsiteY1250" fmla="*/ 242706 h 442564"/>
              <a:gd name="connsiteX1251" fmla="*/ 1341764 w 1967342"/>
              <a:gd name="connsiteY1251" fmla="*/ 235788 h 442564"/>
              <a:gd name="connsiteX1252" fmla="*/ 1349366 w 1967342"/>
              <a:gd name="connsiteY1252" fmla="*/ 234345 h 442564"/>
              <a:gd name="connsiteX1253" fmla="*/ 1369359 w 1967342"/>
              <a:gd name="connsiteY1253" fmla="*/ 225982 h 442564"/>
              <a:gd name="connsiteX1254" fmla="*/ 1385019 w 1967342"/>
              <a:gd name="connsiteY1254" fmla="*/ 199223 h 442564"/>
              <a:gd name="connsiteX1255" fmla="*/ 1386616 w 1967342"/>
              <a:gd name="connsiteY1255" fmla="*/ 190253 h 442564"/>
              <a:gd name="connsiteX1256" fmla="*/ 1385019 w 1967342"/>
              <a:gd name="connsiteY1256" fmla="*/ 183182 h 442564"/>
              <a:gd name="connsiteX1257" fmla="*/ 1377417 w 1967342"/>
              <a:gd name="connsiteY1257" fmla="*/ 184398 h 442564"/>
              <a:gd name="connsiteX1258" fmla="*/ 1367459 w 1967342"/>
              <a:gd name="connsiteY1258" fmla="*/ 185083 h 442564"/>
              <a:gd name="connsiteX1259" fmla="*/ 1364418 w 1967342"/>
              <a:gd name="connsiteY1259" fmla="*/ 176037 h 442564"/>
              <a:gd name="connsiteX1260" fmla="*/ 1358488 w 1967342"/>
              <a:gd name="connsiteY1260" fmla="*/ 165165 h 442564"/>
              <a:gd name="connsiteX1261" fmla="*/ 1356968 w 1967342"/>
              <a:gd name="connsiteY1261" fmla="*/ 156423 h 442564"/>
              <a:gd name="connsiteX1262" fmla="*/ 1356208 w 1967342"/>
              <a:gd name="connsiteY1262" fmla="*/ 147985 h 442564"/>
              <a:gd name="connsiteX1263" fmla="*/ 1363810 w 1967342"/>
              <a:gd name="connsiteY1263" fmla="*/ 141675 h 442564"/>
              <a:gd name="connsiteX1264" fmla="*/ 1377190 w 1967342"/>
              <a:gd name="connsiteY1264" fmla="*/ 144868 h 442564"/>
              <a:gd name="connsiteX1265" fmla="*/ 1409118 w 1967342"/>
              <a:gd name="connsiteY1265" fmla="*/ 139547 h 442564"/>
              <a:gd name="connsiteX1266" fmla="*/ 1414668 w 1967342"/>
              <a:gd name="connsiteY1266" fmla="*/ 138026 h 442564"/>
              <a:gd name="connsiteX1267" fmla="*/ 1418621 w 1967342"/>
              <a:gd name="connsiteY1267" fmla="*/ 136506 h 442564"/>
              <a:gd name="connsiteX1268" fmla="*/ 1442567 w 1967342"/>
              <a:gd name="connsiteY1268" fmla="*/ 126395 h 442564"/>
              <a:gd name="connsiteX1269" fmla="*/ 1449333 w 1967342"/>
              <a:gd name="connsiteY1269" fmla="*/ 125559 h 442564"/>
              <a:gd name="connsiteX1270" fmla="*/ 1455187 w 1967342"/>
              <a:gd name="connsiteY1270" fmla="*/ 124722 h 442564"/>
              <a:gd name="connsiteX1271" fmla="*/ 1118870 w 1967342"/>
              <a:gd name="connsiteY1271" fmla="*/ 115904 h 442564"/>
              <a:gd name="connsiteX1272" fmla="*/ 1125712 w 1967342"/>
              <a:gd name="connsiteY1272" fmla="*/ 124874 h 442564"/>
              <a:gd name="connsiteX1273" fmla="*/ 1124115 w 1967342"/>
              <a:gd name="connsiteY1273" fmla="*/ 133920 h 442564"/>
              <a:gd name="connsiteX1274" fmla="*/ 1120998 w 1967342"/>
              <a:gd name="connsiteY1274" fmla="*/ 144259 h 442564"/>
              <a:gd name="connsiteX1275" fmla="*/ 1115373 w 1967342"/>
              <a:gd name="connsiteY1275" fmla="*/ 151861 h 442564"/>
              <a:gd name="connsiteX1276" fmla="*/ 1106023 w 1967342"/>
              <a:gd name="connsiteY1276" fmla="*/ 162200 h 442564"/>
              <a:gd name="connsiteX1277" fmla="*/ 1105035 w 1967342"/>
              <a:gd name="connsiteY1277" fmla="*/ 173679 h 442564"/>
              <a:gd name="connsiteX1278" fmla="*/ 1105719 w 1967342"/>
              <a:gd name="connsiteY1278" fmla="*/ 181281 h 442564"/>
              <a:gd name="connsiteX1279" fmla="*/ 1111800 w 1967342"/>
              <a:gd name="connsiteY1279" fmla="*/ 181281 h 442564"/>
              <a:gd name="connsiteX1280" fmla="*/ 1113777 w 1967342"/>
              <a:gd name="connsiteY1280" fmla="*/ 186830 h 442564"/>
              <a:gd name="connsiteX1281" fmla="*/ 1117502 w 1967342"/>
              <a:gd name="connsiteY1281" fmla="*/ 195725 h 442564"/>
              <a:gd name="connsiteX1282" fmla="*/ 1116210 w 1967342"/>
              <a:gd name="connsiteY1282" fmla="*/ 199298 h 442564"/>
              <a:gd name="connsiteX1283" fmla="*/ 1098649 w 1967342"/>
              <a:gd name="connsiteY1283" fmla="*/ 216175 h 442564"/>
              <a:gd name="connsiteX1284" fmla="*/ 1099485 w 1967342"/>
              <a:gd name="connsiteY1284" fmla="*/ 223093 h 442564"/>
              <a:gd name="connsiteX1285" fmla="*/ 1106175 w 1967342"/>
              <a:gd name="connsiteY1285" fmla="*/ 223093 h 442564"/>
              <a:gd name="connsiteX1286" fmla="*/ 1105947 w 1967342"/>
              <a:gd name="connsiteY1286" fmla="*/ 223548 h 442564"/>
              <a:gd name="connsiteX1287" fmla="*/ 1112028 w 1967342"/>
              <a:gd name="connsiteY1287" fmla="*/ 227502 h 442564"/>
              <a:gd name="connsiteX1288" fmla="*/ 1113853 w 1967342"/>
              <a:gd name="connsiteY1288" fmla="*/ 234040 h 442564"/>
              <a:gd name="connsiteX1289" fmla="*/ 1096749 w 1967342"/>
              <a:gd name="connsiteY1289" fmla="*/ 254565 h 442564"/>
              <a:gd name="connsiteX1290" fmla="*/ 1068849 w 1967342"/>
              <a:gd name="connsiteY1290" fmla="*/ 268477 h 442564"/>
              <a:gd name="connsiteX1291" fmla="*/ 1055241 w 1967342"/>
              <a:gd name="connsiteY1291" fmla="*/ 280640 h 442564"/>
              <a:gd name="connsiteX1292" fmla="*/ 1049844 w 1967342"/>
              <a:gd name="connsiteY1292" fmla="*/ 280640 h 442564"/>
              <a:gd name="connsiteX1293" fmla="*/ 1042242 w 1967342"/>
              <a:gd name="connsiteY1293" fmla="*/ 278511 h 442564"/>
              <a:gd name="connsiteX1294" fmla="*/ 1038973 w 1967342"/>
              <a:gd name="connsiteY1294" fmla="*/ 271822 h 442564"/>
              <a:gd name="connsiteX1295" fmla="*/ 1034259 w 1967342"/>
              <a:gd name="connsiteY1295" fmla="*/ 265056 h 442564"/>
              <a:gd name="connsiteX1296" fmla="*/ 1032131 w 1967342"/>
              <a:gd name="connsiteY1296" fmla="*/ 252740 h 442564"/>
              <a:gd name="connsiteX1297" fmla="*/ 1044218 w 1967342"/>
              <a:gd name="connsiteY1297" fmla="*/ 241109 h 442564"/>
              <a:gd name="connsiteX1298" fmla="*/ 1051136 w 1967342"/>
              <a:gd name="connsiteY1298" fmla="*/ 236016 h 442564"/>
              <a:gd name="connsiteX1299" fmla="*/ 1056077 w 1967342"/>
              <a:gd name="connsiteY1299" fmla="*/ 230922 h 442564"/>
              <a:gd name="connsiteX1300" fmla="*/ 1057370 w 1967342"/>
              <a:gd name="connsiteY1300" fmla="*/ 225981 h 442564"/>
              <a:gd name="connsiteX1301" fmla="*/ 1058813 w 1967342"/>
              <a:gd name="connsiteY1301" fmla="*/ 219595 h 442564"/>
              <a:gd name="connsiteX1302" fmla="*/ 1056533 w 1967342"/>
              <a:gd name="connsiteY1302" fmla="*/ 214503 h 442564"/>
              <a:gd name="connsiteX1303" fmla="*/ 1053796 w 1967342"/>
              <a:gd name="connsiteY1303" fmla="*/ 210093 h 442564"/>
              <a:gd name="connsiteX1304" fmla="*/ 1048323 w 1967342"/>
              <a:gd name="connsiteY1304" fmla="*/ 200591 h 442564"/>
              <a:gd name="connsiteX1305" fmla="*/ 1057066 w 1967342"/>
              <a:gd name="connsiteY1305" fmla="*/ 191544 h 442564"/>
              <a:gd name="connsiteX1306" fmla="*/ 1062919 w 1967342"/>
              <a:gd name="connsiteY1306" fmla="*/ 191544 h 442564"/>
              <a:gd name="connsiteX1307" fmla="*/ 1071130 w 1967342"/>
              <a:gd name="connsiteY1307" fmla="*/ 184778 h 442564"/>
              <a:gd name="connsiteX1308" fmla="*/ 1072954 w 1967342"/>
              <a:gd name="connsiteY1308" fmla="*/ 172311 h 442564"/>
              <a:gd name="connsiteX1309" fmla="*/ 1066568 w 1967342"/>
              <a:gd name="connsiteY1309" fmla="*/ 166381 h 442564"/>
              <a:gd name="connsiteX1310" fmla="*/ 1058966 w 1967342"/>
              <a:gd name="connsiteY1310" fmla="*/ 163644 h 442564"/>
              <a:gd name="connsiteX1311" fmla="*/ 1054177 w 1967342"/>
              <a:gd name="connsiteY1311" fmla="*/ 158399 h 442564"/>
              <a:gd name="connsiteX1312" fmla="*/ 1050224 w 1967342"/>
              <a:gd name="connsiteY1312" fmla="*/ 155738 h 442564"/>
              <a:gd name="connsiteX1313" fmla="*/ 1048095 w 1967342"/>
              <a:gd name="connsiteY1313" fmla="*/ 146844 h 442564"/>
              <a:gd name="connsiteX1314" fmla="*/ 1052200 w 1967342"/>
              <a:gd name="connsiteY1314" fmla="*/ 144259 h 442564"/>
              <a:gd name="connsiteX1315" fmla="*/ 1055317 w 1967342"/>
              <a:gd name="connsiteY1315" fmla="*/ 139470 h 442564"/>
              <a:gd name="connsiteX1316" fmla="*/ 1061931 w 1967342"/>
              <a:gd name="connsiteY1316" fmla="*/ 135593 h 442564"/>
              <a:gd name="connsiteX1317" fmla="*/ 1070598 w 1967342"/>
              <a:gd name="connsiteY1317" fmla="*/ 134605 h 442564"/>
              <a:gd name="connsiteX1318" fmla="*/ 1108151 w 1967342"/>
              <a:gd name="connsiteY1318" fmla="*/ 116664 h 442564"/>
              <a:gd name="connsiteX1319" fmla="*/ 1118870 w 1967342"/>
              <a:gd name="connsiteY1319" fmla="*/ 115904 h 442564"/>
              <a:gd name="connsiteX1320" fmla="*/ 1643566 w 1967342"/>
              <a:gd name="connsiteY1320" fmla="*/ 115600 h 442564"/>
              <a:gd name="connsiteX1321" fmla="*/ 1654589 w 1967342"/>
              <a:gd name="connsiteY1321" fmla="*/ 116055 h 442564"/>
              <a:gd name="connsiteX1322" fmla="*/ 1663407 w 1967342"/>
              <a:gd name="connsiteY1322" fmla="*/ 123278 h 442564"/>
              <a:gd name="connsiteX1323" fmla="*/ 1665460 w 1967342"/>
              <a:gd name="connsiteY1323" fmla="*/ 129511 h 442564"/>
              <a:gd name="connsiteX1324" fmla="*/ 1666676 w 1967342"/>
              <a:gd name="connsiteY1324" fmla="*/ 135517 h 442564"/>
              <a:gd name="connsiteX1325" fmla="*/ 1662039 w 1967342"/>
              <a:gd name="connsiteY1325" fmla="*/ 146692 h 442564"/>
              <a:gd name="connsiteX1326" fmla="*/ 1662039 w 1967342"/>
              <a:gd name="connsiteY1326" fmla="*/ 153229 h 442564"/>
              <a:gd name="connsiteX1327" fmla="*/ 1666525 w 1967342"/>
              <a:gd name="connsiteY1327" fmla="*/ 152090 h 442564"/>
              <a:gd name="connsiteX1328" fmla="*/ 1672150 w 1967342"/>
              <a:gd name="connsiteY1328" fmla="*/ 149580 h 442564"/>
              <a:gd name="connsiteX1329" fmla="*/ 1678764 w 1967342"/>
              <a:gd name="connsiteY1329" fmla="*/ 147300 h 442564"/>
              <a:gd name="connsiteX1330" fmla="*/ 1686366 w 1967342"/>
              <a:gd name="connsiteY1330" fmla="*/ 141827 h 442564"/>
              <a:gd name="connsiteX1331" fmla="*/ 1698225 w 1967342"/>
              <a:gd name="connsiteY1331" fmla="*/ 141827 h 442564"/>
              <a:gd name="connsiteX1332" fmla="*/ 1708564 w 1967342"/>
              <a:gd name="connsiteY1332" fmla="*/ 145172 h 442564"/>
              <a:gd name="connsiteX1333" fmla="*/ 1715709 w 1967342"/>
              <a:gd name="connsiteY1333" fmla="*/ 158779 h 442564"/>
              <a:gd name="connsiteX1334" fmla="*/ 1712973 w 1967342"/>
              <a:gd name="connsiteY1334" fmla="*/ 162200 h 442564"/>
              <a:gd name="connsiteX1335" fmla="*/ 1707272 w 1967342"/>
              <a:gd name="connsiteY1335" fmla="*/ 166457 h 442564"/>
              <a:gd name="connsiteX1336" fmla="*/ 1694119 w 1967342"/>
              <a:gd name="connsiteY1336" fmla="*/ 172082 h 442564"/>
              <a:gd name="connsiteX1337" fmla="*/ 1686517 w 1967342"/>
              <a:gd name="connsiteY1337" fmla="*/ 175352 h 442564"/>
              <a:gd name="connsiteX1338" fmla="*/ 1677700 w 1967342"/>
              <a:gd name="connsiteY1338" fmla="*/ 176492 h 442564"/>
              <a:gd name="connsiteX1339" fmla="*/ 1664168 w 1967342"/>
              <a:gd name="connsiteY1339" fmla="*/ 181661 h 442564"/>
              <a:gd name="connsiteX1340" fmla="*/ 1659682 w 1967342"/>
              <a:gd name="connsiteY1340" fmla="*/ 188199 h 442564"/>
              <a:gd name="connsiteX1341" fmla="*/ 1661279 w 1967342"/>
              <a:gd name="connsiteY1341" fmla="*/ 198690 h 442564"/>
              <a:gd name="connsiteX1342" fmla="*/ 1683629 w 1967342"/>
              <a:gd name="connsiteY1342" fmla="*/ 221496 h 442564"/>
              <a:gd name="connsiteX1343" fmla="*/ 1700125 w 1967342"/>
              <a:gd name="connsiteY1343" fmla="*/ 240121 h 442564"/>
              <a:gd name="connsiteX1344" fmla="*/ 1717078 w 1967342"/>
              <a:gd name="connsiteY1344" fmla="*/ 251752 h 442564"/>
              <a:gd name="connsiteX1345" fmla="*/ 1726809 w 1967342"/>
              <a:gd name="connsiteY1345" fmla="*/ 255554 h 442564"/>
              <a:gd name="connsiteX1346" fmla="*/ 1734411 w 1967342"/>
              <a:gd name="connsiteY1346" fmla="*/ 260343 h 442564"/>
              <a:gd name="connsiteX1347" fmla="*/ 1751211 w 1967342"/>
              <a:gd name="connsiteY1347" fmla="*/ 266576 h 442564"/>
              <a:gd name="connsiteX1348" fmla="*/ 1756989 w 1967342"/>
              <a:gd name="connsiteY1348" fmla="*/ 269237 h 442564"/>
              <a:gd name="connsiteX1349" fmla="*/ 1756381 w 1967342"/>
              <a:gd name="connsiteY1349" fmla="*/ 269997 h 442564"/>
              <a:gd name="connsiteX1350" fmla="*/ 1754556 w 1967342"/>
              <a:gd name="connsiteY1350" fmla="*/ 274407 h 442564"/>
              <a:gd name="connsiteX1351" fmla="*/ 1753720 w 1967342"/>
              <a:gd name="connsiteY1351" fmla="*/ 280640 h 442564"/>
              <a:gd name="connsiteX1352" fmla="*/ 1744066 w 1967342"/>
              <a:gd name="connsiteY1352" fmla="*/ 285658 h 442564"/>
              <a:gd name="connsiteX1353" fmla="*/ 1740113 w 1967342"/>
              <a:gd name="connsiteY1353" fmla="*/ 288927 h 442564"/>
              <a:gd name="connsiteX1354" fmla="*/ 1736159 w 1967342"/>
              <a:gd name="connsiteY1354" fmla="*/ 289763 h 442564"/>
              <a:gd name="connsiteX1355" fmla="*/ 1727264 w 1967342"/>
              <a:gd name="connsiteY1355" fmla="*/ 289231 h 442564"/>
              <a:gd name="connsiteX1356" fmla="*/ 1718066 w 1967342"/>
              <a:gd name="connsiteY1356" fmla="*/ 289231 h 442564"/>
              <a:gd name="connsiteX1357" fmla="*/ 1710008 w 1967342"/>
              <a:gd name="connsiteY1357" fmla="*/ 287711 h 442564"/>
              <a:gd name="connsiteX1358" fmla="*/ 1697389 w 1967342"/>
              <a:gd name="connsiteY1358" fmla="*/ 285962 h 442564"/>
              <a:gd name="connsiteX1359" fmla="*/ 1690243 w 1967342"/>
              <a:gd name="connsiteY1359" fmla="*/ 281021 h 442564"/>
              <a:gd name="connsiteX1360" fmla="*/ 1679296 w 1967342"/>
              <a:gd name="connsiteY1360" fmla="*/ 261483 h 442564"/>
              <a:gd name="connsiteX1361" fmla="*/ 1666904 w 1967342"/>
              <a:gd name="connsiteY1361" fmla="*/ 245747 h 442564"/>
              <a:gd name="connsiteX1362" fmla="*/ 1659302 w 1967342"/>
              <a:gd name="connsiteY1362" fmla="*/ 237156 h 442564"/>
              <a:gd name="connsiteX1363" fmla="*/ 1642045 w 1967342"/>
              <a:gd name="connsiteY1363" fmla="*/ 221952 h 442564"/>
              <a:gd name="connsiteX1364" fmla="*/ 1630110 w 1967342"/>
              <a:gd name="connsiteY1364" fmla="*/ 240045 h 442564"/>
              <a:gd name="connsiteX1365" fmla="*/ 1612854 w 1967342"/>
              <a:gd name="connsiteY1365" fmla="*/ 256922 h 442564"/>
              <a:gd name="connsiteX1366" fmla="*/ 1595141 w 1967342"/>
              <a:gd name="connsiteY1366" fmla="*/ 267717 h 442564"/>
              <a:gd name="connsiteX1367" fmla="*/ 1581990 w 1967342"/>
              <a:gd name="connsiteY1367" fmla="*/ 274863 h 442564"/>
              <a:gd name="connsiteX1368" fmla="*/ 1569902 w 1967342"/>
              <a:gd name="connsiteY1368" fmla="*/ 277980 h 442564"/>
              <a:gd name="connsiteX1369" fmla="*/ 1563288 w 1967342"/>
              <a:gd name="connsiteY1369" fmla="*/ 279196 h 442564"/>
              <a:gd name="connsiteX1370" fmla="*/ 1558803 w 1967342"/>
              <a:gd name="connsiteY1370" fmla="*/ 275319 h 442564"/>
              <a:gd name="connsiteX1371" fmla="*/ 1555382 w 1967342"/>
              <a:gd name="connsiteY1371" fmla="*/ 268477 h 442564"/>
              <a:gd name="connsiteX1372" fmla="*/ 1549604 w 1967342"/>
              <a:gd name="connsiteY1372" fmla="*/ 266501 h 442564"/>
              <a:gd name="connsiteX1373" fmla="*/ 1553329 w 1967342"/>
              <a:gd name="connsiteY1373" fmla="*/ 262168 h 442564"/>
              <a:gd name="connsiteX1374" fmla="*/ 1561844 w 1967342"/>
              <a:gd name="connsiteY1374" fmla="*/ 257150 h 442564"/>
              <a:gd name="connsiteX1375" fmla="*/ 1567698 w 1967342"/>
              <a:gd name="connsiteY1375" fmla="*/ 252817 h 442564"/>
              <a:gd name="connsiteX1376" fmla="*/ 1571803 w 1967342"/>
              <a:gd name="connsiteY1376" fmla="*/ 250992 h 442564"/>
              <a:gd name="connsiteX1377" fmla="*/ 1599170 w 1967342"/>
              <a:gd name="connsiteY1377" fmla="*/ 224765 h 442564"/>
              <a:gd name="connsiteX1378" fmla="*/ 1609737 w 1967342"/>
              <a:gd name="connsiteY1378" fmla="*/ 206216 h 442564"/>
              <a:gd name="connsiteX1379" fmla="*/ 1611941 w 1967342"/>
              <a:gd name="connsiteY1379" fmla="*/ 198614 h 442564"/>
              <a:gd name="connsiteX1380" fmla="*/ 1606468 w 1967342"/>
              <a:gd name="connsiteY1380" fmla="*/ 198614 h 442564"/>
              <a:gd name="connsiteX1381" fmla="*/ 1602286 w 1967342"/>
              <a:gd name="connsiteY1381" fmla="*/ 198614 h 442564"/>
              <a:gd name="connsiteX1382" fmla="*/ 1596661 w 1967342"/>
              <a:gd name="connsiteY1382" fmla="*/ 200135 h 442564"/>
              <a:gd name="connsiteX1383" fmla="*/ 1591264 w 1967342"/>
              <a:gd name="connsiteY1383" fmla="*/ 200135 h 442564"/>
              <a:gd name="connsiteX1384" fmla="*/ 1582977 w 1967342"/>
              <a:gd name="connsiteY1384" fmla="*/ 196257 h 442564"/>
              <a:gd name="connsiteX1385" fmla="*/ 1573322 w 1967342"/>
              <a:gd name="connsiteY1385" fmla="*/ 184246 h 442564"/>
              <a:gd name="connsiteX1386" fmla="*/ 1575907 w 1967342"/>
              <a:gd name="connsiteY1386" fmla="*/ 176644 h 442564"/>
              <a:gd name="connsiteX1387" fmla="*/ 1580469 w 1967342"/>
              <a:gd name="connsiteY1387" fmla="*/ 171931 h 442564"/>
              <a:gd name="connsiteX1388" fmla="*/ 1586247 w 1967342"/>
              <a:gd name="connsiteY1388" fmla="*/ 169726 h 442564"/>
              <a:gd name="connsiteX1389" fmla="*/ 1591111 w 1967342"/>
              <a:gd name="connsiteY1389" fmla="*/ 166533 h 442564"/>
              <a:gd name="connsiteX1390" fmla="*/ 1602971 w 1967342"/>
              <a:gd name="connsiteY1390" fmla="*/ 166533 h 442564"/>
              <a:gd name="connsiteX1391" fmla="*/ 1622508 w 1967342"/>
              <a:gd name="connsiteY1391" fmla="*/ 159615 h 442564"/>
              <a:gd name="connsiteX1392" fmla="*/ 1626233 w 1967342"/>
              <a:gd name="connsiteY1392" fmla="*/ 141598 h 442564"/>
              <a:gd name="connsiteX1393" fmla="*/ 1627525 w 1967342"/>
              <a:gd name="connsiteY1393" fmla="*/ 130196 h 442564"/>
              <a:gd name="connsiteX1394" fmla="*/ 1626994 w 1967342"/>
              <a:gd name="connsiteY1394" fmla="*/ 120388 h 442564"/>
              <a:gd name="connsiteX1395" fmla="*/ 1630035 w 1967342"/>
              <a:gd name="connsiteY1395" fmla="*/ 116892 h 442564"/>
              <a:gd name="connsiteX1396" fmla="*/ 1637637 w 1967342"/>
              <a:gd name="connsiteY1396" fmla="*/ 117500 h 442564"/>
              <a:gd name="connsiteX1397" fmla="*/ 1643566 w 1967342"/>
              <a:gd name="connsiteY1397" fmla="*/ 115600 h 442564"/>
              <a:gd name="connsiteX1398" fmla="*/ 591287 w 1967342"/>
              <a:gd name="connsiteY1398" fmla="*/ 113167 h 442564"/>
              <a:gd name="connsiteX1399" fmla="*/ 596912 w 1967342"/>
              <a:gd name="connsiteY1399" fmla="*/ 116284 h 442564"/>
              <a:gd name="connsiteX1400" fmla="*/ 605882 w 1967342"/>
              <a:gd name="connsiteY1400" fmla="*/ 117272 h 442564"/>
              <a:gd name="connsiteX1401" fmla="*/ 615005 w 1967342"/>
              <a:gd name="connsiteY1401" fmla="*/ 117272 h 442564"/>
              <a:gd name="connsiteX1402" fmla="*/ 620935 w 1967342"/>
              <a:gd name="connsiteY1402" fmla="*/ 118793 h 442564"/>
              <a:gd name="connsiteX1403" fmla="*/ 626180 w 1967342"/>
              <a:gd name="connsiteY1403" fmla="*/ 121301 h 442564"/>
              <a:gd name="connsiteX1404" fmla="*/ 631806 w 1967342"/>
              <a:gd name="connsiteY1404" fmla="*/ 130044 h 442564"/>
              <a:gd name="connsiteX1405" fmla="*/ 630817 w 1967342"/>
              <a:gd name="connsiteY1405" fmla="*/ 130424 h 442564"/>
              <a:gd name="connsiteX1406" fmla="*/ 630361 w 1967342"/>
              <a:gd name="connsiteY1406" fmla="*/ 136201 h 442564"/>
              <a:gd name="connsiteX1407" fmla="*/ 630361 w 1967342"/>
              <a:gd name="connsiteY1407" fmla="*/ 145020 h 442564"/>
              <a:gd name="connsiteX1408" fmla="*/ 625876 w 1967342"/>
              <a:gd name="connsiteY1408" fmla="*/ 154599 h 442564"/>
              <a:gd name="connsiteX1409" fmla="*/ 624584 w 1967342"/>
              <a:gd name="connsiteY1409" fmla="*/ 164481 h 442564"/>
              <a:gd name="connsiteX1410" fmla="*/ 623595 w 1967342"/>
              <a:gd name="connsiteY1410" fmla="*/ 182422 h 442564"/>
              <a:gd name="connsiteX1411" fmla="*/ 621998 w 1967342"/>
              <a:gd name="connsiteY1411" fmla="*/ 193369 h 442564"/>
              <a:gd name="connsiteX1412" fmla="*/ 621314 w 1967342"/>
              <a:gd name="connsiteY1412" fmla="*/ 202643 h 442564"/>
              <a:gd name="connsiteX1413" fmla="*/ 623443 w 1967342"/>
              <a:gd name="connsiteY1413" fmla="*/ 208953 h 442564"/>
              <a:gd name="connsiteX1414" fmla="*/ 624051 w 1967342"/>
              <a:gd name="connsiteY1414" fmla="*/ 212602 h 442564"/>
              <a:gd name="connsiteX1415" fmla="*/ 625268 w 1967342"/>
              <a:gd name="connsiteY1415" fmla="*/ 218304 h 442564"/>
              <a:gd name="connsiteX1416" fmla="*/ 621847 w 1967342"/>
              <a:gd name="connsiteY1416" fmla="*/ 230543 h 442564"/>
              <a:gd name="connsiteX1417" fmla="*/ 617514 w 1967342"/>
              <a:gd name="connsiteY1417" fmla="*/ 237233 h 442564"/>
              <a:gd name="connsiteX1418" fmla="*/ 604590 w 1967342"/>
              <a:gd name="connsiteY1418" fmla="*/ 244835 h 442564"/>
              <a:gd name="connsiteX1419" fmla="*/ 593263 w 1967342"/>
              <a:gd name="connsiteY1419" fmla="*/ 255553 h 442564"/>
              <a:gd name="connsiteX1420" fmla="*/ 581328 w 1967342"/>
              <a:gd name="connsiteY1420" fmla="*/ 260951 h 442564"/>
              <a:gd name="connsiteX1421" fmla="*/ 566124 w 1967342"/>
              <a:gd name="connsiteY1421" fmla="*/ 269998 h 442564"/>
              <a:gd name="connsiteX1422" fmla="*/ 556773 w 1967342"/>
              <a:gd name="connsiteY1422" fmla="*/ 273951 h 442564"/>
              <a:gd name="connsiteX1423" fmla="*/ 542177 w 1967342"/>
              <a:gd name="connsiteY1423" fmla="*/ 284442 h 442564"/>
              <a:gd name="connsiteX1424" fmla="*/ 532826 w 1967342"/>
              <a:gd name="connsiteY1424" fmla="*/ 276004 h 442564"/>
              <a:gd name="connsiteX1425" fmla="*/ 526821 w 1967342"/>
              <a:gd name="connsiteY1425" fmla="*/ 271367 h 442564"/>
              <a:gd name="connsiteX1426" fmla="*/ 525148 w 1967342"/>
              <a:gd name="connsiteY1426" fmla="*/ 263765 h 442564"/>
              <a:gd name="connsiteX1427" fmla="*/ 523019 w 1967342"/>
              <a:gd name="connsiteY1427" fmla="*/ 257151 h 442564"/>
              <a:gd name="connsiteX1428" fmla="*/ 526668 w 1967342"/>
              <a:gd name="connsiteY1428" fmla="*/ 252133 h 442564"/>
              <a:gd name="connsiteX1429" fmla="*/ 532294 w 1967342"/>
              <a:gd name="connsiteY1429" fmla="*/ 251600 h 442564"/>
              <a:gd name="connsiteX1430" fmla="*/ 541037 w 1967342"/>
              <a:gd name="connsiteY1430" fmla="*/ 246431 h 442564"/>
              <a:gd name="connsiteX1431" fmla="*/ 550387 w 1967342"/>
              <a:gd name="connsiteY1431" fmla="*/ 242859 h 442564"/>
              <a:gd name="connsiteX1432" fmla="*/ 566580 w 1967342"/>
              <a:gd name="connsiteY1432" fmla="*/ 233888 h 442564"/>
              <a:gd name="connsiteX1433" fmla="*/ 574182 w 1967342"/>
              <a:gd name="connsiteY1433" fmla="*/ 226286 h 442564"/>
              <a:gd name="connsiteX1434" fmla="*/ 573726 w 1967342"/>
              <a:gd name="connsiteY1434" fmla="*/ 209105 h 442564"/>
              <a:gd name="connsiteX1435" fmla="*/ 569697 w 1967342"/>
              <a:gd name="connsiteY1435" fmla="*/ 206673 h 442564"/>
              <a:gd name="connsiteX1436" fmla="*/ 562095 w 1967342"/>
              <a:gd name="connsiteY1436" fmla="*/ 207661 h 442564"/>
              <a:gd name="connsiteX1437" fmla="*/ 554949 w 1967342"/>
              <a:gd name="connsiteY1437" fmla="*/ 210245 h 442564"/>
              <a:gd name="connsiteX1438" fmla="*/ 549551 w 1967342"/>
              <a:gd name="connsiteY1438" fmla="*/ 210930 h 442564"/>
              <a:gd name="connsiteX1439" fmla="*/ 546054 w 1967342"/>
              <a:gd name="connsiteY1439" fmla="*/ 207965 h 442564"/>
              <a:gd name="connsiteX1440" fmla="*/ 544458 w 1967342"/>
              <a:gd name="connsiteY1440" fmla="*/ 199147 h 442564"/>
              <a:gd name="connsiteX1441" fmla="*/ 542937 w 1967342"/>
              <a:gd name="connsiteY1441" fmla="*/ 192989 h 442564"/>
              <a:gd name="connsiteX1442" fmla="*/ 543622 w 1967342"/>
              <a:gd name="connsiteY1442" fmla="*/ 180522 h 442564"/>
              <a:gd name="connsiteX1443" fmla="*/ 551224 w 1967342"/>
              <a:gd name="connsiteY1443" fmla="*/ 173299 h 442564"/>
              <a:gd name="connsiteX1444" fmla="*/ 561334 w 1967342"/>
              <a:gd name="connsiteY1444" fmla="*/ 170107 h 442564"/>
              <a:gd name="connsiteX1445" fmla="*/ 568936 w 1967342"/>
              <a:gd name="connsiteY1445" fmla="*/ 169575 h 442564"/>
              <a:gd name="connsiteX1446" fmla="*/ 579124 w 1967342"/>
              <a:gd name="connsiteY1446" fmla="*/ 164938 h 442564"/>
              <a:gd name="connsiteX1447" fmla="*/ 584065 w 1967342"/>
              <a:gd name="connsiteY1447" fmla="*/ 155663 h 442564"/>
              <a:gd name="connsiteX1448" fmla="*/ 587181 w 1967342"/>
              <a:gd name="connsiteY1448" fmla="*/ 135669 h 442564"/>
              <a:gd name="connsiteX1449" fmla="*/ 582088 w 1967342"/>
              <a:gd name="connsiteY1449" fmla="*/ 122746 h 442564"/>
              <a:gd name="connsiteX1450" fmla="*/ 582088 w 1967342"/>
              <a:gd name="connsiteY1450" fmla="*/ 119097 h 442564"/>
              <a:gd name="connsiteX1451" fmla="*/ 587790 w 1967342"/>
              <a:gd name="connsiteY1451" fmla="*/ 114687 h 442564"/>
              <a:gd name="connsiteX1452" fmla="*/ 591287 w 1967342"/>
              <a:gd name="connsiteY1452" fmla="*/ 113167 h 442564"/>
              <a:gd name="connsiteX1453" fmla="*/ 699236 w 1967342"/>
              <a:gd name="connsiteY1453" fmla="*/ 103056 h 442564"/>
              <a:gd name="connsiteX1454" fmla="*/ 704785 w 1967342"/>
              <a:gd name="connsiteY1454" fmla="*/ 106325 h 442564"/>
              <a:gd name="connsiteX1455" fmla="*/ 709422 w 1967342"/>
              <a:gd name="connsiteY1455" fmla="*/ 107389 h 442564"/>
              <a:gd name="connsiteX1456" fmla="*/ 712996 w 1967342"/>
              <a:gd name="connsiteY1456" fmla="*/ 111418 h 442564"/>
              <a:gd name="connsiteX1457" fmla="*/ 715884 w 1967342"/>
              <a:gd name="connsiteY1457" fmla="*/ 122593 h 442564"/>
              <a:gd name="connsiteX1458" fmla="*/ 707598 w 1967342"/>
              <a:gd name="connsiteY1458" fmla="*/ 137798 h 442564"/>
              <a:gd name="connsiteX1459" fmla="*/ 706002 w 1967342"/>
              <a:gd name="connsiteY1459" fmla="*/ 145400 h 442564"/>
              <a:gd name="connsiteX1460" fmla="*/ 712843 w 1967342"/>
              <a:gd name="connsiteY1460" fmla="*/ 147756 h 442564"/>
              <a:gd name="connsiteX1461" fmla="*/ 719685 w 1967342"/>
              <a:gd name="connsiteY1461" fmla="*/ 143879 h 442564"/>
              <a:gd name="connsiteX1462" fmla="*/ 730708 w 1967342"/>
              <a:gd name="connsiteY1462" fmla="*/ 147756 h 442564"/>
              <a:gd name="connsiteX1463" fmla="*/ 736866 w 1967342"/>
              <a:gd name="connsiteY1463" fmla="*/ 159236 h 442564"/>
              <a:gd name="connsiteX1464" fmla="*/ 738158 w 1967342"/>
              <a:gd name="connsiteY1464" fmla="*/ 167446 h 442564"/>
              <a:gd name="connsiteX1465" fmla="*/ 734433 w 1967342"/>
              <a:gd name="connsiteY1465" fmla="*/ 171703 h 442564"/>
              <a:gd name="connsiteX1466" fmla="*/ 726831 w 1967342"/>
              <a:gd name="connsiteY1466" fmla="*/ 173679 h 442564"/>
              <a:gd name="connsiteX1467" fmla="*/ 720218 w 1967342"/>
              <a:gd name="connsiteY1467" fmla="*/ 178316 h 442564"/>
              <a:gd name="connsiteX1468" fmla="*/ 710943 w 1967342"/>
              <a:gd name="connsiteY1468" fmla="*/ 183486 h 442564"/>
              <a:gd name="connsiteX1469" fmla="*/ 696195 w 1967342"/>
              <a:gd name="connsiteY1469" fmla="*/ 190632 h 442564"/>
              <a:gd name="connsiteX1470" fmla="*/ 691102 w 1967342"/>
              <a:gd name="connsiteY1470" fmla="*/ 206900 h 442564"/>
              <a:gd name="connsiteX1471" fmla="*/ 691634 w 1967342"/>
              <a:gd name="connsiteY1471" fmla="*/ 214502 h 442564"/>
              <a:gd name="connsiteX1472" fmla="*/ 695739 w 1967342"/>
              <a:gd name="connsiteY1472" fmla="*/ 227958 h 442564"/>
              <a:gd name="connsiteX1473" fmla="*/ 706990 w 1967342"/>
              <a:gd name="connsiteY1473" fmla="*/ 232975 h 442564"/>
              <a:gd name="connsiteX1474" fmla="*/ 715048 w 1967342"/>
              <a:gd name="connsiteY1474" fmla="*/ 234040 h 442564"/>
              <a:gd name="connsiteX1475" fmla="*/ 720749 w 1967342"/>
              <a:gd name="connsiteY1475" fmla="*/ 235256 h 442564"/>
              <a:gd name="connsiteX1476" fmla="*/ 726375 w 1967342"/>
              <a:gd name="connsiteY1476" fmla="*/ 237461 h 442564"/>
              <a:gd name="connsiteX1477" fmla="*/ 735194 w 1967342"/>
              <a:gd name="connsiteY1477" fmla="*/ 238373 h 442564"/>
              <a:gd name="connsiteX1478" fmla="*/ 735574 w 1967342"/>
              <a:gd name="connsiteY1478" fmla="*/ 238525 h 442564"/>
              <a:gd name="connsiteX1479" fmla="*/ 740515 w 1967342"/>
              <a:gd name="connsiteY1479" fmla="*/ 249852 h 442564"/>
              <a:gd name="connsiteX1480" fmla="*/ 736106 w 1967342"/>
              <a:gd name="connsiteY1480" fmla="*/ 262471 h 442564"/>
              <a:gd name="connsiteX1481" fmla="*/ 732457 w 1967342"/>
              <a:gd name="connsiteY1481" fmla="*/ 270758 h 442564"/>
              <a:gd name="connsiteX1482" fmla="*/ 722954 w 1967342"/>
              <a:gd name="connsiteY1482" fmla="*/ 272202 h 442564"/>
              <a:gd name="connsiteX1483" fmla="*/ 713604 w 1967342"/>
              <a:gd name="connsiteY1483" fmla="*/ 274406 h 442564"/>
              <a:gd name="connsiteX1484" fmla="*/ 707066 w 1967342"/>
              <a:gd name="connsiteY1484" fmla="*/ 271594 h 442564"/>
              <a:gd name="connsiteX1485" fmla="*/ 696955 w 1967342"/>
              <a:gd name="connsiteY1485" fmla="*/ 270606 h 442564"/>
              <a:gd name="connsiteX1486" fmla="*/ 686996 w 1967342"/>
              <a:gd name="connsiteY1486" fmla="*/ 270606 h 442564"/>
              <a:gd name="connsiteX1487" fmla="*/ 678558 w 1967342"/>
              <a:gd name="connsiteY1487" fmla="*/ 268173 h 442564"/>
              <a:gd name="connsiteX1488" fmla="*/ 666243 w 1967342"/>
              <a:gd name="connsiteY1488" fmla="*/ 267489 h 442564"/>
              <a:gd name="connsiteX1489" fmla="*/ 660009 w 1967342"/>
              <a:gd name="connsiteY1489" fmla="*/ 264068 h 442564"/>
              <a:gd name="connsiteX1490" fmla="*/ 654232 w 1967342"/>
              <a:gd name="connsiteY1490" fmla="*/ 254793 h 442564"/>
              <a:gd name="connsiteX1491" fmla="*/ 653471 w 1967342"/>
              <a:gd name="connsiteY1491" fmla="*/ 243998 h 442564"/>
              <a:gd name="connsiteX1492" fmla="*/ 650810 w 1967342"/>
              <a:gd name="connsiteY1492" fmla="*/ 231151 h 442564"/>
              <a:gd name="connsiteX1493" fmla="*/ 650279 w 1967342"/>
              <a:gd name="connsiteY1493" fmla="*/ 223093 h 442564"/>
              <a:gd name="connsiteX1494" fmla="*/ 649291 w 1967342"/>
              <a:gd name="connsiteY1494" fmla="*/ 215491 h 442564"/>
              <a:gd name="connsiteX1495" fmla="*/ 648073 w 1967342"/>
              <a:gd name="connsiteY1495" fmla="*/ 203556 h 442564"/>
              <a:gd name="connsiteX1496" fmla="*/ 651267 w 1967342"/>
              <a:gd name="connsiteY1496" fmla="*/ 184322 h 442564"/>
              <a:gd name="connsiteX1497" fmla="*/ 653928 w 1967342"/>
              <a:gd name="connsiteY1497" fmla="*/ 178316 h 442564"/>
              <a:gd name="connsiteX1498" fmla="*/ 656208 w 1967342"/>
              <a:gd name="connsiteY1498" fmla="*/ 168434 h 442564"/>
              <a:gd name="connsiteX1499" fmla="*/ 658336 w 1967342"/>
              <a:gd name="connsiteY1499" fmla="*/ 158324 h 442564"/>
              <a:gd name="connsiteX1500" fmla="*/ 659250 w 1967342"/>
              <a:gd name="connsiteY1500" fmla="*/ 142587 h 442564"/>
              <a:gd name="connsiteX1501" fmla="*/ 661530 w 1967342"/>
              <a:gd name="connsiteY1501" fmla="*/ 133008 h 442564"/>
              <a:gd name="connsiteX1502" fmla="*/ 664799 w 1967342"/>
              <a:gd name="connsiteY1502" fmla="*/ 117804 h 442564"/>
              <a:gd name="connsiteX1503" fmla="*/ 665179 w 1967342"/>
              <a:gd name="connsiteY1503" fmla="*/ 107389 h 442564"/>
              <a:gd name="connsiteX1504" fmla="*/ 671184 w 1967342"/>
              <a:gd name="connsiteY1504" fmla="*/ 103132 h 442564"/>
              <a:gd name="connsiteX1505" fmla="*/ 678786 w 1967342"/>
              <a:gd name="connsiteY1505" fmla="*/ 104729 h 442564"/>
              <a:gd name="connsiteX1506" fmla="*/ 685552 w 1967342"/>
              <a:gd name="connsiteY1506" fmla="*/ 103285 h 442564"/>
              <a:gd name="connsiteX1507" fmla="*/ 691634 w 1967342"/>
              <a:gd name="connsiteY1507" fmla="*/ 104501 h 442564"/>
              <a:gd name="connsiteX1508" fmla="*/ 699236 w 1967342"/>
              <a:gd name="connsiteY1508" fmla="*/ 103056 h 442564"/>
              <a:gd name="connsiteX1509" fmla="*/ 221064 w 1967342"/>
              <a:gd name="connsiteY1509" fmla="*/ 102617 h 442564"/>
              <a:gd name="connsiteX1510" fmla="*/ 216703 w 1967342"/>
              <a:gd name="connsiteY1510" fmla="*/ 108788 h 442564"/>
              <a:gd name="connsiteX1511" fmla="*/ 216703 w 1967342"/>
              <a:gd name="connsiteY1511" fmla="*/ 109093 h 442564"/>
              <a:gd name="connsiteX1512" fmla="*/ 213018 w 1967342"/>
              <a:gd name="connsiteY1512" fmla="*/ 128129 h 442564"/>
              <a:gd name="connsiteX1513" fmla="*/ 212735 w 1967342"/>
              <a:gd name="connsiteY1513" fmla="*/ 129547 h 442564"/>
              <a:gd name="connsiteX1514" fmla="*/ 210031 w 1967342"/>
              <a:gd name="connsiteY1514" fmla="*/ 129547 h 442564"/>
              <a:gd name="connsiteX1515" fmla="*/ 143699 w 1967342"/>
              <a:gd name="connsiteY1515" fmla="*/ 119974 h 442564"/>
              <a:gd name="connsiteX1516" fmla="*/ 149477 w 1967342"/>
              <a:gd name="connsiteY1516" fmla="*/ 134213 h 442564"/>
              <a:gd name="connsiteX1517" fmla="*/ 165242 w 1967342"/>
              <a:gd name="connsiteY1517" fmla="*/ 144069 h 442564"/>
              <a:gd name="connsiteX1518" fmla="*/ 166551 w 1967342"/>
              <a:gd name="connsiteY1518" fmla="*/ 144331 h 442564"/>
              <a:gd name="connsiteX1519" fmla="*/ 166551 w 1967342"/>
              <a:gd name="connsiteY1519" fmla="*/ 145661 h 442564"/>
              <a:gd name="connsiteX1520" fmla="*/ 166638 w 1967342"/>
              <a:gd name="connsiteY1520" fmla="*/ 145661 h 442564"/>
              <a:gd name="connsiteX1521" fmla="*/ 172416 w 1967342"/>
              <a:gd name="connsiteY1521" fmla="*/ 157305 h 442564"/>
              <a:gd name="connsiteX1522" fmla="*/ 184606 w 1967342"/>
              <a:gd name="connsiteY1522" fmla="*/ 161165 h 442564"/>
              <a:gd name="connsiteX1523" fmla="*/ 186241 w 1967342"/>
              <a:gd name="connsiteY1523" fmla="*/ 161165 h 442564"/>
              <a:gd name="connsiteX1524" fmla="*/ 187615 w 1967342"/>
              <a:gd name="connsiteY1524" fmla="*/ 160990 h 442564"/>
              <a:gd name="connsiteX1525" fmla="*/ 188095 w 1967342"/>
              <a:gd name="connsiteY1525" fmla="*/ 162277 h 442564"/>
              <a:gd name="connsiteX1526" fmla="*/ 197209 w 1967342"/>
              <a:gd name="connsiteY1526" fmla="*/ 169821 h 442564"/>
              <a:gd name="connsiteX1527" fmla="*/ 201876 w 1967342"/>
              <a:gd name="connsiteY1527" fmla="*/ 170519 h 442564"/>
              <a:gd name="connsiteX1528" fmla="*/ 207916 w 1967342"/>
              <a:gd name="connsiteY1528" fmla="*/ 169473 h 442564"/>
              <a:gd name="connsiteX1529" fmla="*/ 211121 w 1967342"/>
              <a:gd name="connsiteY1529" fmla="*/ 168142 h 442564"/>
              <a:gd name="connsiteX1530" fmla="*/ 206411 w 1967342"/>
              <a:gd name="connsiteY1530" fmla="*/ 187397 h 442564"/>
              <a:gd name="connsiteX1531" fmla="*/ 236067 w 1967342"/>
              <a:gd name="connsiteY1531" fmla="*/ 187397 h 442564"/>
              <a:gd name="connsiteX1532" fmla="*/ 231335 w 1967342"/>
              <a:gd name="connsiteY1532" fmla="*/ 168121 h 442564"/>
              <a:gd name="connsiteX1533" fmla="*/ 234562 w 1967342"/>
              <a:gd name="connsiteY1533" fmla="*/ 169473 h 442564"/>
              <a:gd name="connsiteX1534" fmla="*/ 240580 w 1967342"/>
              <a:gd name="connsiteY1534" fmla="*/ 170519 h 442564"/>
              <a:gd name="connsiteX1535" fmla="*/ 245247 w 1967342"/>
              <a:gd name="connsiteY1535" fmla="*/ 169821 h 442564"/>
              <a:gd name="connsiteX1536" fmla="*/ 254361 w 1967342"/>
              <a:gd name="connsiteY1536" fmla="*/ 162277 h 442564"/>
              <a:gd name="connsiteX1537" fmla="*/ 254841 w 1967342"/>
              <a:gd name="connsiteY1537" fmla="*/ 160990 h 442564"/>
              <a:gd name="connsiteX1538" fmla="*/ 256215 w 1967342"/>
              <a:gd name="connsiteY1538" fmla="*/ 161165 h 442564"/>
              <a:gd name="connsiteX1539" fmla="*/ 257850 w 1967342"/>
              <a:gd name="connsiteY1539" fmla="*/ 161165 h 442564"/>
              <a:gd name="connsiteX1540" fmla="*/ 270040 w 1967342"/>
              <a:gd name="connsiteY1540" fmla="*/ 157305 h 442564"/>
              <a:gd name="connsiteX1541" fmla="*/ 275818 w 1967342"/>
              <a:gd name="connsiteY1541" fmla="*/ 145639 h 442564"/>
              <a:gd name="connsiteX1542" fmla="*/ 275818 w 1967342"/>
              <a:gd name="connsiteY1542" fmla="*/ 144331 h 442564"/>
              <a:gd name="connsiteX1543" fmla="*/ 277126 w 1967342"/>
              <a:gd name="connsiteY1543" fmla="*/ 144069 h 442564"/>
              <a:gd name="connsiteX1544" fmla="*/ 292870 w 1967342"/>
              <a:gd name="connsiteY1544" fmla="*/ 134213 h 442564"/>
              <a:gd name="connsiteX1545" fmla="*/ 298648 w 1967342"/>
              <a:gd name="connsiteY1545" fmla="*/ 119974 h 442564"/>
              <a:gd name="connsiteX1546" fmla="*/ 232381 w 1967342"/>
              <a:gd name="connsiteY1546" fmla="*/ 129547 h 442564"/>
              <a:gd name="connsiteX1547" fmla="*/ 229678 w 1967342"/>
              <a:gd name="connsiteY1547" fmla="*/ 129547 h 442564"/>
              <a:gd name="connsiteX1548" fmla="*/ 229394 w 1967342"/>
              <a:gd name="connsiteY1548" fmla="*/ 128129 h 442564"/>
              <a:gd name="connsiteX1549" fmla="*/ 225709 w 1967342"/>
              <a:gd name="connsiteY1549" fmla="*/ 109093 h 442564"/>
              <a:gd name="connsiteX1550" fmla="*/ 225709 w 1967342"/>
              <a:gd name="connsiteY1550" fmla="*/ 108788 h 442564"/>
              <a:gd name="connsiteX1551" fmla="*/ 221348 w 1967342"/>
              <a:gd name="connsiteY1551" fmla="*/ 102617 h 442564"/>
              <a:gd name="connsiteX1552" fmla="*/ 255365 w 1967342"/>
              <a:gd name="connsiteY1552" fmla="*/ 101854 h 442564"/>
              <a:gd name="connsiteX1553" fmla="*/ 263891 w 1967342"/>
              <a:gd name="connsiteY1553" fmla="*/ 107371 h 442564"/>
              <a:gd name="connsiteX1554" fmla="*/ 253773 w 1967342"/>
              <a:gd name="connsiteY1554" fmla="*/ 107916 h 442564"/>
              <a:gd name="connsiteX1555" fmla="*/ 246228 w 1967342"/>
              <a:gd name="connsiteY1555" fmla="*/ 102421 h 442564"/>
              <a:gd name="connsiteX1556" fmla="*/ 255365 w 1967342"/>
              <a:gd name="connsiteY1556" fmla="*/ 101854 h 442564"/>
              <a:gd name="connsiteX1557" fmla="*/ 1217772 w 1967342"/>
              <a:gd name="connsiteY1557" fmla="*/ 100927 h 442564"/>
              <a:gd name="connsiteX1558" fmla="*/ 1225375 w 1967342"/>
              <a:gd name="connsiteY1558" fmla="*/ 103892 h 442564"/>
              <a:gd name="connsiteX1559" fmla="*/ 1240579 w 1967342"/>
              <a:gd name="connsiteY1559" fmla="*/ 105032 h 442564"/>
              <a:gd name="connsiteX1560" fmla="*/ 1241263 w 1967342"/>
              <a:gd name="connsiteY1560" fmla="*/ 105413 h 442564"/>
              <a:gd name="connsiteX1561" fmla="*/ 1243848 w 1967342"/>
              <a:gd name="connsiteY1561" fmla="*/ 111646 h 442564"/>
              <a:gd name="connsiteX1562" fmla="*/ 1249093 w 1967342"/>
              <a:gd name="connsiteY1562" fmla="*/ 122289 h 442564"/>
              <a:gd name="connsiteX1563" fmla="*/ 1244836 w 1967342"/>
              <a:gd name="connsiteY1563" fmla="*/ 131336 h 442564"/>
              <a:gd name="connsiteX1564" fmla="*/ 1242860 w 1967342"/>
              <a:gd name="connsiteY1564" fmla="*/ 139698 h 442564"/>
              <a:gd name="connsiteX1565" fmla="*/ 1235258 w 1967342"/>
              <a:gd name="connsiteY1565" fmla="*/ 153154 h 442564"/>
              <a:gd name="connsiteX1566" fmla="*/ 1228415 w 1967342"/>
              <a:gd name="connsiteY1566" fmla="*/ 160756 h 442564"/>
              <a:gd name="connsiteX1567" fmla="*/ 1213211 w 1967342"/>
              <a:gd name="connsiteY1567" fmla="*/ 192532 h 442564"/>
              <a:gd name="connsiteX1568" fmla="*/ 1208118 w 1967342"/>
              <a:gd name="connsiteY1568" fmla="*/ 197626 h 442564"/>
              <a:gd name="connsiteX1569" fmla="*/ 1201884 w 1967342"/>
              <a:gd name="connsiteY1569" fmla="*/ 197626 h 442564"/>
              <a:gd name="connsiteX1570" fmla="*/ 1195346 w 1967342"/>
              <a:gd name="connsiteY1570" fmla="*/ 199754 h 442564"/>
              <a:gd name="connsiteX1571" fmla="*/ 1185616 w 1967342"/>
              <a:gd name="connsiteY1571" fmla="*/ 202719 h 442564"/>
              <a:gd name="connsiteX1572" fmla="*/ 1185616 w 1967342"/>
              <a:gd name="connsiteY1572" fmla="*/ 210321 h 442564"/>
              <a:gd name="connsiteX1573" fmla="*/ 1193218 w 1967342"/>
              <a:gd name="connsiteY1573" fmla="*/ 208952 h 442564"/>
              <a:gd name="connsiteX1574" fmla="*/ 1199148 w 1967342"/>
              <a:gd name="connsiteY1574" fmla="*/ 206216 h 442564"/>
              <a:gd name="connsiteX1575" fmla="*/ 1207358 w 1967342"/>
              <a:gd name="connsiteY1575" fmla="*/ 208801 h 442564"/>
              <a:gd name="connsiteX1576" fmla="*/ 1210627 w 1967342"/>
              <a:gd name="connsiteY1576" fmla="*/ 212601 h 442564"/>
              <a:gd name="connsiteX1577" fmla="*/ 1212756 w 1967342"/>
              <a:gd name="connsiteY1577" fmla="*/ 222940 h 442564"/>
              <a:gd name="connsiteX1578" fmla="*/ 1211463 w 1967342"/>
              <a:gd name="connsiteY1578" fmla="*/ 227197 h 442564"/>
              <a:gd name="connsiteX1579" fmla="*/ 1203861 w 1967342"/>
              <a:gd name="connsiteY1579" fmla="*/ 232443 h 442564"/>
              <a:gd name="connsiteX1580" fmla="*/ 1195346 w 1967342"/>
              <a:gd name="connsiteY1580" fmla="*/ 235560 h 442564"/>
              <a:gd name="connsiteX1581" fmla="*/ 1192686 w 1967342"/>
              <a:gd name="connsiteY1581" fmla="*/ 240501 h 442564"/>
              <a:gd name="connsiteX1582" fmla="*/ 1196791 w 1967342"/>
              <a:gd name="connsiteY1582" fmla="*/ 243770 h 442564"/>
              <a:gd name="connsiteX1583" fmla="*/ 1208118 w 1967342"/>
              <a:gd name="connsiteY1583" fmla="*/ 241642 h 442564"/>
              <a:gd name="connsiteX1584" fmla="*/ 1216633 w 1967342"/>
              <a:gd name="connsiteY1584" fmla="*/ 241642 h 442564"/>
              <a:gd name="connsiteX1585" fmla="*/ 1227123 w 1967342"/>
              <a:gd name="connsiteY1585" fmla="*/ 239513 h 442564"/>
              <a:gd name="connsiteX1586" fmla="*/ 1236321 w 1967342"/>
              <a:gd name="connsiteY1586" fmla="*/ 239513 h 442564"/>
              <a:gd name="connsiteX1587" fmla="*/ 1243924 w 1967342"/>
              <a:gd name="connsiteY1587" fmla="*/ 251448 h 442564"/>
              <a:gd name="connsiteX1588" fmla="*/ 1230468 w 1967342"/>
              <a:gd name="connsiteY1588" fmla="*/ 270834 h 442564"/>
              <a:gd name="connsiteX1589" fmla="*/ 1218229 w 1967342"/>
              <a:gd name="connsiteY1589" fmla="*/ 268705 h 442564"/>
              <a:gd name="connsiteX1590" fmla="*/ 1198007 w 1967342"/>
              <a:gd name="connsiteY1590" fmla="*/ 269541 h 442564"/>
              <a:gd name="connsiteX1591" fmla="*/ 1186984 w 1967342"/>
              <a:gd name="connsiteY1591" fmla="*/ 268857 h 442564"/>
              <a:gd name="connsiteX1592" fmla="*/ 1177330 w 1967342"/>
              <a:gd name="connsiteY1592" fmla="*/ 269846 h 442564"/>
              <a:gd name="connsiteX1593" fmla="*/ 1166535 w 1967342"/>
              <a:gd name="connsiteY1593" fmla="*/ 271670 h 442564"/>
              <a:gd name="connsiteX1594" fmla="*/ 1153384 w 1967342"/>
              <a:gd name="connsiteY1594" fmla="*/ 274254 h 442564"/>
              <a:gd name="connsiteX1595" fmla="*/ 1139776 w 1967342"/>
              <a:gd name="connsiteY1595" fmla="*/ 275622 h 442564"/>
              <a:gd name="connsiteX1596" fmla="*/ 1125788 w 1967342"/>
              <a:gd name="connsiteY1596" fmla="*/ 279880 h 442564"/>
              <a:gd name="connsiteX1597" fmla="*/ 1116970 w 1967342"/>
              <a:gd name="connsiteY1597" fmla="*/ 275242 h 442564"/>
              <a:gd name="connsiteX1598" fmla="*/ 1114994 w 1967342"/>
              <a:gd name="connsiteY1598" fmla="*/ 263459 h 442564"/>
              <a:gd name="connsiteX1599" fmla="*/ 1115448 w 1967342"/>
              <a:gd name="connsiteY1599" fmla="*/ 258062 h 442564"/>
              <a:gd name="connsiteX1600" fmla="*/ 1118413 w 1967342"/>
              <a:gd name="connsiteY1600" fmla="*/ 251828 h 442564"/>
              <a:gd name="connsiteX1601" fmla="*/ 1121683 w 1967342"/>
              <a:gd name="connsiteY1601" fmla="*/ 249168 h 442564"/>
              <a:gd name="connsiteX1602" fmla="*/ 1125788 w 1967342"/>
              <a:gd name="connsiteY1602" fmla="*/ 251144 h 442564"/>
              <a:gd name="connsiteX1603" fmla="*/ 1137800 w 1967342"/>
              <a:gd name="connsiteY1603" fmla="*/ 247039 h 442564"/>
              <a:gd name="connsiteX1604" fmla="*/ 1153004 w 1967342"/>
              <a:gd name="connsiteY1604" fmla="*/ 240350 h 442564"/>
              <a:gd name="connsiteX1605" fmla="*/ 1150495 w 1967342"/>
              <a:gd name="connsiteY1605" fmla="*/ 236092 h 442564"/>
              <a:gd name="connsiteX1606" fmla="*/ 1144261 w 1967342"/>
              <a:gd name="connsiteY1606" fmla="*/ 235256 h 442564"/>
              <a:gd name="connsiteX1607" fmla="*/ 1139015 w 1967342"/>
              <a:gd name="connsiteY1607" fmla="*/ 232595 h 442564"/>
              <a:gd name="connsiteX1608" fmla="*/ 1139015 w 1967342"/>
              <a:gd name="connsiteY1608" fmla="*/ 227502 h 442564"/>
              <a:gd name="connsiteX1609" fmla="*/ 1139700 w 1967342"/>
              <a:gd name="connsiteY1609" fmla="*/ 221268 h 442564"/>
              <a:gd name="connsiteX1610" fmla="*/ 1143121 w 1967342"/>
              <a:gd name="connsiteY1610" fmla="*/ 216707 h 442564"/>
              <a:gd name="connsiteX1611" fmla="*/ 1146617 w 1967342"/>
              <a:gd name="connsiteY1611" fmla="*/ 217847 h 442564"/>
              <a:gd name="connsiteX1612" fmla="*/ 1150343 w 1967342"/>
              <a:gd name="connsiteY1612" fmla="*/ 217163 h 442564"/>
              <a:gd name="connsiteX1613" fmla="*/ 1153992 w 1967342"/>
              <a:gd name="connsiteY1613" fmla="*/ 217163 h 442564"/>
              <a:gd name="connsiteX1614" fmla="*/ 1157261 w 1967342"/>
              <a:gd name="connsiteY1614" fmla="*/ 214198 h 442564"/>
              <a:gd name="connsiteX1615" fmla="*/ 1158097 w 1967342"/>
              <a:gd name="connsiteY1615" fmla="*/ 206596 h 442564"/>
              <a:gd name="connsiteX1616" fmla="*/ 1153611 w 1967342"/>
              <a:gd name="connsiteY1616" fmla="*/ 205987 h 442564"/>
              <a:gd name="connsiteX1617" fmla="*/ 1147909 w 1967342"/>
              <a:gd name="connsiteY1617" fmla="*/ 207585 h 442564"/>
              <a:gd name="connsiteX1618" fmla="*/ 1142664 w 1967342"/>
              <a:gd name="connsiteY1618" fmla="*/ 208724 h 442564"/>
              <a:gd name="connsiteX1619" fmla="*/ 1138407 w 1967342"/>
              <a:gd name="connsiteY1619" fmla="*/ 208116 h 442564"/>
              <a:gd name="connsiteX1620" fmla="*/ 1136278 w 1967342"/>
              <a:gd name="connsiteY1620" fmla="*/ 204771 h 442564"/>
              <a:gd name="connsiteX1621" fmla="*/ 1134606 w 1967342"/>
              <a:gd name="connsiteY1621" fmla="*/ 199906 h 442564"/>
              <a:gd name="connsiteX1622" fmla="*/ 1130806 w 1967342"/>
              <a:gd name="connsiteY1622" fmla="*/ 192836 h 442564"/>
              <a:gd name="connsiteX1623" fmla="*/ 1128676 w 1967342"/>
              <a:gd name="connsiteY1623" fmla="*/ 185234 h 442564"/>
              <a:gd name="connsiteX1624" fmla="*/ 1132782 w 1967342"/>
              <a:gd name="connsiteY1624" fmla="*/ 173299 h 442564"/>
              <a:gd name="connsiteX1625" fmla="*/ 1130805 w 1967342"/>
              <a:gd name="connsiteY1625" fmla="*/ 154066 h 442564"/>
              <a:gd name="connsiteX1626" fmla="*/ 1128372 w 1967342"/>
              <a:gd name="connsiteY1626" fmla="*/ 145856 h 442564"/>
              <a:gd name="connsiteX1627" fmla="*/ 1129360 w 1967342"/>
              <a:gd name="connsiteY1627" fmla="*/ 139622 h 442564"/>
              <a:gd name="connsiteX1628" fmla="*/ 1131490 w 1967342"/>
              <a:gd name="connsiteY1628" fmla="*/ 128979 h 442564"/>
              <a:gd name="connsiteX1629" fmla="*/ 1136735 w 1967342"/>
              <a:gd name="connsiteY1629" fmla="*/ 118184 h 442564"/>
              <a:gd name="connsiteX1630" fmla="*/ 1143501 w 1967342"/>
              <a:gd name="connsiteY1630" fmla="*/ 122289 h 442564"/>
              <a:gd name="connsiteX1631" fmla="*/ 1149886 w 1967342"/>
              <a:gd name="connsiteY1631" fmla="*/ 121605 h 442564"/>
              <a:gd name="connsiteX1632" fmla="*/ 1158249 w 1967342"/>
              <a:gd name="connsiteY1632" fmla="*/ 118944 h 442564"/>
              <a:gd name="connsiteX1633" fmla="*/ 1172540 w 1967342"/>
              <a:gd name="connsiteY1633" fmla="*/ 113091 h 442564"/>
              <a:gd name="connsiteX1634" fmla="*/ 1183868 w 1967342"/>
              <a:gd name="connsiteY1634" fmla="*/ 111950 h 442564"/>
              <a:gd name="connsiteX1635" fmla="*/ 1217772 w 1967342"/>
              <a:gd name="connsiteY1635" fmla="*/ 100927 h 442564"/>
              <a:gd name="connsiteX1636" fmla="*/ 72089 w 1967342"/>
              <a:gd name="connsiteY1636" fmla="*/ 92216 h 442564"/>
              <a:gd name="connsiteX1637" fmla="*/ 71195 w 1967342"/>
              <a:gd name="connsiteY1637" fmla="*/ 92565 h 442564"/>
              <a:gd name="connsiteX1638" fmla="*/ 70345 w 1967342"/>
              <a:gd name="connsiteY1638" fmla="*/ 93110 h 442564"/>
              <a:gd name="connsiteX1639" fmla="*/ 69342 w 1967342"/>
              <a:gd name="connsiteY1639" fmla="*/ 94244 h 442564"/>
              <a:gd name="connsiteX1640" fmla="*/ 68208 w 1967342"/>
              <a:gd name="connsiteY1640" fmla="*/ 95203 h 442564"/>
              <a:gd name="connsiteX1641" fmla="*/ 67205 w 1967342"/>
              <a:gd name="connsiteY1641" fmla="*/ 95530 h 442564"/>
              <a:gd name="connsiteX1642" fmla="*/ 66987 w 1967342"/>
              <a:gd name="connsiteY1642" fmla="*/ 96119 h 442564"/>
              <a:gd name="connsiteX1643" fmla="*/ 66965 w 1967342"/>
              <a:gd name="connsiteY1643" fmla="*/ 96119 h 442564"/>
              <a:gd name="connsiteX1644" fmla="*/ 66856 w 1967342"/>
              <a:gd name="connsiteY1644" fmla="*/ 97253 h 442564"/>
              <a:gd name="connsiteX1645" fmla="*/ 67292 w 1967342"/>
              <a:gd name="connsiteY1645" fmla="*/ 97689 h 442564"/>
              <a:gd name="connsiteX1646" fmla="*/ 69473 w 1967342"/>
              <a:gd name="connsiteY1646" fmla="*/ 98517 h 442564"/>
              <a:gd name="connsiteX1647" fmla="*/ 71523 w 1967342"/>
              <a:gd name="connsiteY1647" fmla="*/ 101134 h 442564"/>
              <a:gd name="connsiteX1648" fmla="*/ 72089 w 1967342"/>
              <a:gd name="connsiteY1648" fmla="*/ 102770 h 442564"/>
              <a:gd name="connsiteX1649" fmla="*/ 71501 w 1967342"/>
              <a:gd name="connsiteY1649" fmla="*/ 104536 h 442564"/>
              <a:gd name="connsiteX1650" fmla="*/ 70738 w 1967342"/>
              <a:gd name="connsiteY1650" fmla="*/ 105473 h 442564"/>
              <a:gd name="connsiteX1651" fmla="*/ 69974 w 1967342"/>
              <a:gd name="connsiteY1651" fmla="*/ 107065 h 442564"/>
              <a:gd name="connsiteX1652" fmla="*/ 69974 w 1967342"/>
              <a:gd name="connsiteY1652" fmla="*/ 108766 h 442564"/>
              <a:gd name="connsiteX1653" fmla="*/ 71414 w 1967342"/>
              <a:gd name="connsiteY1653" fmla="*/ 110249 h 442564"/>
              <a:gd name="connsiteX1654" fmla="*/ 72308 w 1967342"/>
              <a:gd name="connsiteY1654" fmla="*/ 110750 h 442564"/>
              <a:gd name="connsiteX1655" fmla="*/ 73550 w 1967342"/>
              <a:gd name="connsiteY1655" fmla="*/ 111557 h 442564"/>
              <a:gd name="connsiteX1656" fmla="*/ 74314 w 1967342"/>
              <a:gd name="connsiteY1656" fmla="*/ 111557 h 442564"/>
              <a:gd name="connsiteX1657" fmla="*/ 74837 w 1967342"/>
              <a:gd name="connsiteY1657" fmla="*/ 110816 h 442564"/>
              <a:gd name="connsiteX1658" fmla="*/ 75317 w 1967342"/>
              <a:gd name="connsiteY1658" fmla="*/ 109660 h 442564"/>
              <a:gd name="connsiteX1659" fmla="*/ 76058 w 1967342"/>
              <a:gd name="connsiteY1659" fmla="*/ 108635 h 442564"/>
              <a:gd name="connsiteX1660" fmla="*/ 76799 w 1967342"/>
              <a:gd name="connsiteY1660" fmla="*/ 108417 h 442564"/>
              <a:gd name="connsiteX1661" fmla="*/ 78980 w 1967342"/>
              <a:gd name="connsiteY1661" fmla="*/ 110292 h 442564"/>
              <a:gd name="connsiteX1662" fmla="*/ 78980 w 1967342"/>
              <a:gd name="connsiteY1662" fmla="*/ 112037 h 442564"/>
              <a:gd name="connsiteX1663" fmla="*/ 78260 w 1967342"/>
              <a:gd name="connsiteY1663" fmla="*/ 115002 h 442564"/>
              <a:gd name="connsiteX1664" fmla="*/ 77628 w 1967342"/>
              <a:gd name="connsiteY1664" fmla="*/ 116529 h 442564"/>
              <a:gd name="connsiteX1665" fmla="*/ 77257 w 1967342"/>
              <a:gd name="connsiteY1665" fmla="*/ 118164 h 442564"/>
              <a:gd name="connsiteX1666" fmla="*/ 76690 w 1967342"/>
              <a:gd name="connsiteY1666" fmla="*/ 118906 h 442564"/>
              <a:gd name="connsiteX1667" fmla="*/ 76909 w 1967342"/>
              <a:gd name="connsiteY1667" fmla="*/ 119909 h 442564"/>
              <a:gd name="connsiteX1668" fmla="*/ 77933 w 1967342"/>
              <a:gd name="connsiteY1668" fmla="*/ 120388 h 442564"/>
              <a:gd name="connsiteX1669" fmla="*/ 79024 w 1967342"/>
              <a:gd name="connsiteY1669" fmla="*/ 121043 h 442564"/>
              <a:gd name="connsiteX1670" fmla="*/ 80267 w 1967342"/>
              <a:gd name="connsiteY1670" fmla="*/ 120824 h 442564"/>
              <a:gd name="connsiteX1671" fmla="*/ 82338 w 1967342"/>
              <a:gd name="connsiteY1671" fmla="*/ 120672 h 442564"/>
              <a:gd name="connsiteX1672" fmla="*/ 82709 w 1967342"/>
              <a:gd name="connsiteY1672" fmla="*/ 117728 h 442564"/>
              <a:gd name="connsiteX1673" fmla="*/ 83276 w 1967342"/>
              <a:gd name="connsiteY1673" fmla="*/ 116136 h 442564"/>
              <a:gd name="connsiteX1674" fmla="*/ 83930 w 1967342"/>
              <a:gd name="connsiteY1674" fmla="*/ 113280 h 442564"/>
              <a:gd name="connsiteX1675" fmla="*/ 84606 w 1967342"/>
              <a:gd name="connsiteY1675" fmla="*/ 111230 h 442564"/>
              <a:gd name="connsiteX1676" fmla="*/ 84606 w 1967342"/>
              <a:gd name="connsiteY1676" fmla="*/ 108657 h 442564"/>
              <a:gd name="connsiteX1677" fmla="*/ 85107 w 1967342"/>
              <a:gd name="connsiteY1677" fmla="*/ 106215 h 442564"/>
              <a:gd name="connsiteX1678" fmla="*/ 84780 w 1967342"/>
              <a:gd name="connsiteY1678" fmla="*/ 104950 h 442564"/>
              <a:gd name="connsiteX1679" fmla="*/ 83690 w 1967342"/>
              <a:gd name="connsiteY1679" fmla="*/ 103140 h 442564"/>
              <a:gd name="connsiteX1680" fmla="*/ 82883 w 1967342"/>
              <a:gd name="connsiteY1680" fmla="*/ 102661 h 442564"/>
              <a:gd name="connsiteX1681" fmla="*/ 82360 w 1967342"/>
              <a:gd name="connsiteY1681" fmla="*/ 102312 h 442564"/>
              <a:gd name="connsiteX1682" fmla="*/ 81379 w 1967342"/>
              <a:gd name="connsiteY1682" fmla="*/ 101854 h 442564"/>
              <a:gd name="connsiteX1683" fmla="*/ 80332 w 1967342"/>
              <a:gd name="connsiteY1683" fmla="*/ 100742 h 442564"/>
              <a:gd name="connsiteX1684" fmla="*/ 79198 w 1967342"/>
              <a:gd name="connsiteY1684" fmla="*/ 99324 h 442564"/>
              <a:gd name="connsiteX1685" fmla="*/ 77148 w 1967342"/>
              <a:gd name="connsiteY1685" fmla="*/ 97144 h 442564"/>
              <a:gd name="connsiteX1686" fmla="*/ 76080 w 1967342"/>
              <a:gd name="connsiteY1686" fmla="*/ 95879 h 442564"/>
              <a:gd name="connsiteX1687" fmla="*/ 75448 w 1967342"/>
              <a:gd name="connsiteY1687" fmla="*/ 94265 h 442564"/>
              <a:gd name="connsiteX1688" fmla="*/ 74423 w 1967342"/>
              <a:gd name="connsiteY1688" fmla="*/ 93219 h 442564"/>
              <a:gd name="connsiteX1689" fmla="*/ 73769 w 1967342"/>
              <a:gd name="connsiteY1689" fmla="*/ 92521 h 442564"/>
              <a:gd name="connsiteX1690" fmla="*/ 72089 w 1967342"/>
              <a:gd name="connsiteY1690" fmla="*/ 92216 h 442564"/>
              <a:gd name="connsiteX1691" fmla="*/ 264735 w 1967342"/>
              <a:gd name="connsiteY1691" fmla="*/ 92131 h 442564"/>
              <a:gd name="connsiteX1692" fmla="*/ 273442 w 1967342"/>
              <a:gd name="connsiteY1692" fmla="*/ 93329 h 442564"/>
              <a:gd name="connsiteX1693" fmla="*/ 265155 w 1967342"/>
              <a:gd name="connsiteY1693" fmla="*/ 97995 h 442564"/>
              <a:gd name="connsiteX1694" fmla="*/ 256302 w 1967342"/>
              <a:gd name="connsiteY1694" fmla="*/ 95204 h 442564"/>
              <a:gd name="connsiteX1695" fmla="*/ 264719 w 1967342"/>
              <a:gd name="connsiteY1695" fmla="*/ 92129 h 442564"/>
              <a:gd name="connsiteX1696" fmla="*/ 264741 w 1967342"/>
              <a:gd name="connsiteY1696" fmla="*/ 92129 h 442564"/>
              <a:gd name="connsiteX1697" fmla="*/ 264735 w 1967342"/>
              <a:gd name="connsiteY1697" fmla="*/ 92131 h 442564"/>
              <a:gd name="connsiteX1698" fmla="*/ 368818 w 1967342"/>
              <a:gd name="connsiteY1698" fmla="*/ 81880 h 442564"/>
              <a:gd name="connsiteX1699" fmla="*/ 367641 w 1967342"/>
              <a:gd name="connsiteY1699" fmla="*/ 82142 h 442564"/>
              <a:gd name="connsiteX1700" fmla="*/ 366507 w 1967342"/>
              <a:gd name="connsiteY1700" fmla="*/ 83581 h 442564"/>
              <a:gd name="connsiteX1701" fmla="*/ 364326 w 1967342"/>
              <a:gd name="connsiteY1701" fmla="*/ 85892 h 442564"/>
              <a:gd name="connsiteX1702" fmla="*/ 362015 w 1967342"/>
              <a:gd name="connsiteY1702" fmla="*/ 87767 h 442564"/>
              <a:gd name="connsiteX1703" fmla="*/ 361099 w 1967342"/>
              <a:gd name="connsiteY1703" fmla="*/ 88945 h 442564"/>
              <a:gd name="connsiteX1704" fmla="*/ 360641 w 1967342"/>
              <a:gd name="connsiteY1704" fmla="*/ 89883 h 442564"/>
              <a:gd name="connsiteX1705" fmla="*/ 359943 w 1967342"/>
              <a:gd name="connsiteY1705" fmla="*/ 89883 h 442564"/>
              <a:gd name="connsiteX1706" fmla="*/ 358548 w 1967342"/>
              <a:gd name="connsiteY1706" fmla="*/ 89228 h 442564"/>
              <a:gd name="connsiteX1707" fmla="*/ 358387 w 1967342"/>
              <a:gd name="connsiteY1707" fmla="*/ 89067 h 442564"/>
              <a:gd name="connsiteX1708" fmla="*/ 358548 w 1967342"/>
              <a:gd name="connsiteY1708" fmla="*/ 88313 h 442564"/>
              <a:gd name="connsiteX1709" fmla="*/ 359878 w 1967342"/>
              <a:gd name="connsiteY1709" fmla="*/ 86590 h 442564"/>
              <a:gd name="connsiteX1710" fmla="*/ 359529 w 1967342"/>
              <a:gd name="connsiteY1710" fmla="*/ 86263 h 442564"/>
              <a:gd name="connsiteX1711" fmla="*/ 356346 w 1967342"/>
              <a:gd name="connsiteY1711" fmla="*/ 86939 h 442564"/>
              <a:gd name="connsiteX1712" fmla="*/ 355561 w 1967342"/>
              <a:gd name="connsiteY1712" fmla="*/ 86743 h 442564"/>
              <a:gd name="connsiteX1713" fmla="*/ 354579 w 1967342"/>
              <a:gd name="connsiteY1713" fmla="*/ 87135 h 442564"/>
              <a:gd name="connsiteX1714" fmla="*/ 352791 w 1967342"/>
              <a:gd name="connsiteY1714" fmla="*/ 88749 h 442564"/>
              <a:gd name="connsiteX1715" fmla="*/ 351570 w 1967342"/>
              <a:gd name="connsiteY1715" fmla="*/ 90929 h 442564"/>
              <a:gd name="connsiteX1716" fmla="*/ 351963 w 1967342"/>
              <a:gd name="connsiteY1716" fmla="*/ 91954 h 442564"/>
              <a:gd name="connsiteX1717" fmla="*/ 355190 w 1967342"/>
              <a:gd name="connsiteY1717" fmla="*/ 92499 h 442564"/>
              <a:gd name="connsiteX1718" fmla="*/ 356128 w 1967342"/>
              <a:gd name="connsiteY1718" fmla="*/ 92499 h 442564"/>
              <a:gd name="connsiteX1719" fmla="*/ 358308 w 1967342"/>
              <a:gd name="connsiteY1719" fmla="*/ 92303 h 442564"/>
              <a:gd name="connsiteX1720" fmla="*/ 360205 w 1967342"/>
              <a:gd name="connsiteY1720" fmla="*/ 93328 h 442564"/>
              <a:gd name="connsiteX1721" fmla="*/ 361623 w 1967342"/>
              <a:gd name="connsiteY1721" fmla="*/ 94353 h 442564"/>
              <a:gd name="connsiteX1722" fmla="*/ 363367 w 1967342"/>
              <a:gd name="connsiteY1722" fmla="*/ 95792 h 442564"/>
              <a:gd name="connsiteX1723" fmla="*/ 364544 w 1967342"/>
              <a:gd name="connsiteY1723" fmla="*/ 96620 h 442564"/>
              <a:gd name="connsiteX1724" fmla="*/ 365722 w 1967342"/>
              <a:gd name="connsiteY1724" fmla="*/ 97405 h 442564"/>
              <a:gd name="connsiteX1725" fmla="*/ 367903 w 1967342"/>
              <a:gd name="connsiteY1725" fmla="*/ 99237 h 442564"/>
              <a:gd name="connsiteX1726" fmla="*/ 369276 w 1967342"/>
              <a:gd name="connsiteY1726" fmla="*/ 100349 h 442564"/>
              <a:gd name="connsiteX1727" fmla="*/ 370563 w 1967342"/>
              <a:gd name="connsiteY1727" fmla="*/ 101439 h 442564"/>
              <a:gd name="connsiteX1728" fmla="*/ 369102 w 1967342"/>
              <a:gd name="connsiteY1728" fmla="*/ 101832 h 442564"/>
              <a:gd name="connsiteX1729" fmla="*/ 367772 w 1967342"/>
              <a:gd name="connsiteY1729" fmla="*/ 101330 h 442564"/>
              <a:gd name="connsiteX1730" fmla="*/ 367205 w 1967342"/>
              <a:gd name="connsiteY1730" fmla="*/ 100284 h 442564"/>
              <a:gd name="connsiteX1731" fmla="*/ 366398 w 1967342"/>
              <a:gd name="connsiteY1731" fmla="*/ 99521 h 442564"/>
              <a:gd name="connsiteX1732" fmla="*/ 365482 w 1967342"/>
              <a:gd name="connsiteY1732" fmla="*/ 98517 h 442564"/>
              <a:gd name="connsiteX1733" fmla="*/ 364784 w 1967342"/>
              <a:gd name="connsiteY1733" fmla="*/ 98365 h 442564"/>
              <a:gd name="connsiteX1734" fmla="*/ 363868 w 1967342"/>
              <a:gd name="connsiteY1734" fmla="*/ 97885 h 442564"/>
              <a:gd name="connsiteX1735" fmla="*/ 362909 w 1967342"/>
              <a:gd name="connsiteY1735" fmla="*/ 97187 h 442564"/>
              <a:gd name="connsiteX1736" fmla="*/ 361579 w 1967342"/>
              <a:gd name="connsiteY1736" fmla="*/ 96293 h 442564"/>
              <a:gd name="connsiteX1737" fmla="*/ 360554 w 1967342"/>
              <a:gd name="connsiteY1737" fmla="*/ 95399 h 442564"/>
              <a:gd name="connsiteX1738" fmla="*/ 359922 w 1967342"/>
              <a:gd name="connsiteY1738" fmla="*/ 95247 h 442564"/>
              <a:gd name="connsiteX1739" fmla="*/ 358831 w 1967342"/>
              <a:gd name="connsiteY1739" fmla="*/ 94222 h 442564"/>
              <a:gd name="connsiteX1740" fmla="*/ 356302 w 1967342"/>
              <a:gd name="connsiteY1740" fmla="*/ 95159 h 442564"/>
              <a:gd name="connsiteX1741" fmla="*/ 355124 w 1967342"/>
              <a:gd name="connsiteY1741" fmla="*/ 95879 h 442564"/>
              <a:gd name="connsiteX1742" fmla="*/ 354710 w 1967342"/>
              <a:gd name="connsiteY1742" fmla="*/ 96773 h 442564"/>
              <a:gd name="connsiteX1743" fmla="*/ 355386 w 1967342"/>
              <a:gd name="connsiteY1743" fmla="*/ 97514 h 442564"/>
              <a:gd name="connsiteX1744" fmla="*/ 356651 w 1967342"/>
              <a:gd name="connsiteY1744" fmla="*/ 97972 h 442564"/>
              <a:gd name="connsiteX1745" fmla="*/ 357872 w 1967342"/>
              <a:gd name="connsiteY1745" fmla="*/ 98256 h 442564"/>
              <a:gd name="connsiteX1746" fmla="*/ 358439 w 1967342"/>
              <a:gd name="connsiteY1746" fmla="*/ 99019 h 442564"/>
              <a:gd name="connsiteX1747" fmla="*/ 357261 w 1967342"/>
              <a:gd name="connsiteY1747" fmla="*/ 99499 h 442564"/>
              <a:gd name="connsiteX1748" fmla="*/ 356258 w 1967342"/>
              <a:gd name="connsiteY1748" fmla="*/ 100196 h 442564"/>
              <a:gd name="connsiteX1749" fmla="*/ 355604 w 1967342"/>
              <a:gd name="connsiteY1749" fmla="*/ 100327 h 442564"/>
              <a:gd name="connsiteX1750" fmla="*/ 354558 w 1967342"/>
              <a:gd name="connsiteY1750" fmla="*/ 99957 h 442564"/>
              <a:gd name="connsiteX1751" fmla="*/ 353118 w 1967342"/>
              <a:gd name="connsiteY1751" fmla="*/ 99063 h 442564"/>
              <a:gd name="connsiteX1752" fmla="*/ 351592 w 1967342"/>
              <a:gd name="connsiteY1752" fmla="*/ 98648 h 442564"/>
              <a:gd name="connsiteX1753" fmla="*/ 350916 w 1967342"/>
              <a:gd name="connsiteY1753" fmla="*/ 97405 h 442564"/>
              <a:gd name="connsiteX1754" fmla="*/ 348735 w 1967342"/>
              <a:gd name="connsiteY1754" fmla="*/ 96838 h 442564"/>
              <a:gd name="connsiteX1755" fmla="*/ 347405 w 1967342"/>
              <a:gd name="connsiteY1755" fmla="*/ 97667 h 442564"/>
              <a:gd name="connsiteX1756" fmla="*/ 346686 w 1967342"/>
              <a:gd name="connsiteY1756" fmla="*/ 98539 h 442564"/>
              <a:gd name="connsiteX1757" fmla="*/ 346947 w 1967342"/>
              <a:gd name="connsiteY1757" fmla="*/ 99281 h 442564"/>
              <a:gd name="connsiteX1758" fmla="*/ 347711 w 1967342"/>
              <a:gd name="connsiteY1758" fmla="*/ 100654 h 442564"/>
              <a:gd name="connsiteX1759" fmla="*/ 349346 w 1967342"/>
              <a:gd name="connsiteY1759" fmla="*/ 101483 h 442564"/>
              <a:gd name="connsiteX1760" fmla="*/ 351025 w 1967342"/>
              <a:gd name="connsiteY1760" fmla="*/ 102770 h 442564"/>
              <a:gd name="connsiteX1761" fmla="*/ 352682 w 1967342"/>
              <a:gd name="connsiteY1761" fmla="*/ 104012 h 442564"/>
              <a:gd name="connsiteX1762" fmla="*/ 352464 w 1967342"/>
              <a:gd name="connsiteY1762" fmla="*/ 105037 h 442564"/>
              <a:gd name="connsiteX1763" fmla="*/ 348256 w 1967342"/>
              <a:gd name="connsiteY1763" fmla="*/ 105975 h 442564"/>
              <a:gd name="connsiteX1764" fmla="*/ 346075 w 1967342"/>
              <a:gd name="connsiteY1764" fmla="*/ 104318 h 442564"/>
              <a:gd name="connsiteX1765" fmla="*/ 344898 w 1967342"/>
              <a:gd name="connsiteY1765" fmla="*/ 103860 h 442564"/>
              <a:gd name="connsiteX1766" fmla="*/ 344898 w 1967342"/>
              <a:gd name="connsiteY1766" fmla="*/ 106804 h 442564"/>
              <a:gd name="connsiteX1767" fmla="*/ 343720 w 1967342"/>
              <a:gd name="connsiteY1767" fmla="*/ 107850 h 442564"/>
              <a:gd name="connsiteX1768" fmla="*/ 345225 w 1967342"/>
              <a:gd name="connsiteY1768" fmla="*/ 109486 h 442564"/>
              <a:gd name="connsiteX1769" fmla="*/ 346511 w 1967342"/>
              <a:gd name="connsiteY1769" fmla="*/ 110271 h 442564"/>
              <a:gd name="connsiteX1770" fmla="*/ 348256 w 1967342"/>
              <a:gd name="connsiteY1770" fmla="*/ 111165 h 442564"/>
              <a:gd name="connsiteX1771" fmla="*/ 350872 w 1967342"/>
              <a:gd name="connsiteY1771" fmla="*/ 110423 h 442564"/>
              <a:gd name="connsiteX1772" fmla="*/ 352137 w 1967342"/>
              <a:gd name="connsiteY1772" fmla="*/ 110140 h 442564"/>
              <a:gd name="connsiteX1773" fmla="*/ 353620 w 1967342"/>
              <a:gd name="connsiteY1773" fmla="*/ 109246 h 442564"/>
              <a:gd name="connsiteX1774" fmla="*/ 354819 w 1967342"/>
              <a:gd name="connsiteY1774" fmla="*/ 108374 h 442564"/>
              <a:gd name="connsiteX1775" fmla="*/ 355997 w 1967342"/>
              <a:gd name="connsiteY1775" fmla="*/ 107109 h 442564"/>
              <a:gd name="connsiteX1776" fmla="*/ 358526 w 1967342"/>
              <a:gd name="connsiteY1776" fmla="*/ 108156 h 442564"/>
              <a:gd name="connsiteX1777" fmla="*/ 359529 w 1967342"/>
              <a:gd name="connsiteY1777" fmla="*/ 108701 h 442564"/>
              <a:gd name="connsiteX1778" fmla="*/ 360837 w 1967342"/>
              <a:gd name="connsiteY1778" fmla="*/ 109660 h 442564"/>
              <a:gd name="connsiteX1779" fmla="*/ 362015 w 1967342"/>
              <a:gd name="connsiteY1779" fmla="*/ 109791 h 442564"/>
              <a:gd name="connsiteX1780" fmla="*/ 363432 w 1967342"/>
              <a:gd name="connsiteY1780" fmla="*/ 109006 h 442564"/>
              <a:gd name="connsiteX1781" fmla="*/ 363432 w 1967342"/>
              <a:gd name="connsiteY1781" fmla="*/ 108156 h 442564"/>
              <a:gd name="connsiteX1782" fmla="*/ 362844 w 1967342"/>
              <a:gd name="connsiteY1782" fmla="*/ 106607 h 442564"/>
              <a:gd name="connsiteX1783" fmla="*/ 362364 w 1967342"/>
              <a:gd name="connsiteY1783" fmla="*/ 104950 h 442564"/>
              <a:gd name="connsiteX1784" fmla="*/ 361426 w 1967342"/>
              <a:gd name="connsiteY1784" fmla="*/ 104623 h 442564"/>
              <a:gd name="connsiteX1785" fmla="*/ 360096 w 1967342"/>
              <a:gd name="connsiteY1785" fmla="*/ 103991 h 442564"/>
              <a:gd name="connsiteX1786" fmla="*/ 359682 w 1967342"/>
              <a:gd name="connsiteY1786" fmla="*/ 103336 h 442564"/>
              <a:gd name="connsiteX1787" fmla="*/ 360947 w 1967342"/>
              <a:gd name="connsiteY1787" fmla="*/ 102508 h 442564"/>
              <a:gd name="connsiteX1788" fmla="*/ 362865 w 1967342"/>
              <a:gd name="connsiteY1788" fmla="*/ 102508 h 442564"/>
              <a:gd name="connsiteX1789" fmla="*/ 364283 w 1967342"/>
              <a:gd name="connsiteY1789" fmla="*/ 102508 h 442564"/>
              <a:gd name="connsiteX1790" fmla="*/ 367532 w 1967342"/>
              <a:gd name="connsiteY1790" fmla="*/ 103184 h 442564"/>
              <a:gd name="connsiteX1791" fmla="*/ 368622 w 1967342"/>
              <a:gd name="connsiteY1791" fmla="*/ 104318 h 442564"/>
              <a:gd name="connsiteX1792" fmla="*/ 369363 w 1967342"/>
              <a:gd name="connsiteY1792" fmla="*/ 105277 h 442564"/>
              <a:gd name="connsiteX1793" fmla="*/ 370345 w 1967342"/>
              <a:gd name="connsiteY1793" fmla="*/ 105713 h 442564"/>
              <a:gd name="connsiteX1794" fmla="*/ 373114 w 1967342"/>
              <a:gd name="connsiteY1794" fmla="*/ 107458 h 442564"/>
              <a:gd name="connsiteX1795" fmla="*/ 375033 w 1967342"/>
              <a:gd name="connsiteY1795" fmla="*/ 106455 h 442564"/>
              <a:gd name="connsiteX1796" fmla="*/ 376363 w 1967342"/>
              <a:gd name="connsiteY1796" fmla="*/ 104470 h 442564"/>
              <a:gd name="connsiteX1797" fmla="*/ 375927 w 1967342"/>
              <a:gd name="connsiteY1797" fmla="*/ 103489 h 442564"/>
              <a:gd name="connsiteX1798" fmla="*/ 375513 w 1967342"/>
              <a:gd name="connsiteY1798" fmla="*/ 102661 h 442564"/>
              <a:gd name="connsiteX1799" fmla="*/ 375513 w 1967342"/>
              <a:gd name="connsiteY1799" fmla="*/ 101679 h 442564"/>
              <a:gd name="connsiteX1800" fmla="*/ 374815 w 1967342"/>
              <a:gd name="connsiteY1800" fmla="*/ 101003 h 442564"/>
              <a:gd name="connsiteX1801" fmla="*/ 373267 w 1967342"/>
              <a:gd name="connsiteY1801" fmla="*/ 100502 h 442564"/>
              <a:gd name="connsiteX1802" fmla="*/ 372940 w 1967342"/>
              <a:gd name="connsiteY1802" fmla="*/ 99804 h 442564"/>
              <a:gd name="connsiteX1803" fmla="*/ 374270 w 1967342"/>
              <a:gd name="connsiteY1803" fmla="*/ 98932 h 442564"/>
              <a:gd name="connsiteX1804" fmla="*/ 375382 w 1967342"/>
              <a:gd name="connsiteY1804" fmla="*/ 98321 h 442564"/>
              <a:gd name="connsiteX1805" fmla="*/ 376407 w 1967342"/>
              <a:gd name="connsiteY1805" fmla="*/ 97863 h 442564"/>
              <a:gd name="connsiteX1806" fmla="*/ 379481 w 1967342"/>
              <a:gd name="connsiteY1806" fmla="*/ 96729 h 442564"/>
              <a:gd name="connsiteX1807" fmla="*/ 381531 w 1967342"/>
              <a:gd name="connsiteY1807" fmla="*/ 96991 h 442564"/>
              <a:gd name="connsiteX1808" fmla="*/ 382730 w 1967342"/>
              <a:gd name="connsiteY1808" fmla="*/ 96053 h 442564"/>
              <a:gd name="connsiteX1809" fmla="*/ 383166 w 1967342"/>
              <a:gd name="connsiteY1809" fmla="*/ 95247 h 442564"/>
              <a:gd name="connsiteX1810" fmla="*/ 382883 w 1967342"/>
              <a:gd name="connsiteY1810" fmla="*/ 93895 h 442564"/>
              <a:gd name="connsiteX1811" fmla="*/ 382054 w 1967342"/>
              <a:gd name="connsiteY1811" fmla="*/ 93175 h 442564"/>
              <a:gd name="connsiteX1812" fmla="*/ 381487 w 1967342"/>
              <a:gd name="connsiteY1812" fmla="*/ 93175 h 442564"/>
              <a:gd name="connsiteX1813" fmla="*/ 377606 w 1967342"/>
              <a:gd name="connsiteY1813" fmla="*/ 91823 h 442564"/>
              <a:gd name="connsiteX1814" fmla="*/ 376821 w 1967342"/>
              <a:gd name="connsiteY1814" fmla="*/ 93546 h 442564"/>
              <a:gd name="connsiteX1815" fmla="*/ 375949 w 1967342"/>
              <a:gd name="connsiteY1815" fmla="*/ 94004 h 442564"/>
              <a:gd name="connsiteX1816" fmla="*/ 374924 w 1967342"/>
              <a:gd name="connsiteY1816" fmla="*/ 94178 h 442564"/>
              <a:gd name="connsiteX1817" fmla="*/ 373855 w 1967342"/>
              <a:gd name="connsiteY1817" fmla="*/ 93764 h 442564"/>
              <a:gd name="connsiteX1818" fmla="*/ 373049 w 1967342"/>
              <a:gd name="connsiteY1818" fmla="*/ 94658 h 442564"/>
              <a:gd name="connsiteX1819" fmla="*/ 372155 w 1967342"/>
              <a:gd name="connsiteY1819" fmla="*/ 94658 h 442564"/>
              <a:gd name="connsiteX1820" fmla="*/ 371261 w 1967342"/>
              <a:gd name="connsiteY1820" fmla="*/ 94527 h 442564"/>
              <a:gd name="connsiteX1821" fmla="*/ 370541 w 1967342"/>
              <a:gd name="connsiteY1821" fmla="*/ 95530 h 442564"/>
              <a:gd name="connsiteX1822" fmla="*/ 371021 w 1967342"/>
              <a:gd name="connsiteY1822" fmla="*/ 96577 h 442564"/>
              <a:gd name="connsiteX1823" fmla="*/ 369276 w 1967342"/>
              <a:gd name="connsiteY1823" fmla="*/ 96577 h 442564"/>
              <a:gd name="connsiteX1824" fmla="*/ 369625 w 1967342"/>
              <a:gd name="connsiteY1824" fmla="*/ 95356 h 442564"/>
              <a:gd name="connsiteX1825" fmla="*/ 369211 w 1967342"/>
              <a:gd name="connsiteY1825" fmla="*/ 93895 h 442564"/>
              <a:gd name="connsiteX1826" fmla="*/ 371152 w 1967342"/>
              <a:gd name="connsiteY1826" fmla="*/ 93611 h 442564"/>
              <a:gd name="connsiteX1827" fmla="*/ 374357 w 1967342"/>
              <a:gd name="connsiteY1827" fmla="*/ 92652 h 442564"/>
              <a:gd name="connsiteX1828" fmla="*/ 374619 w 1967342"/>
              <a:gd name="connsiteY1828" fmla="*/ 91453 h 442564"/>
              <a:gd name="connsiteX1829" fmla="*/ 375556 w 1967342"/>
              <a:gd name="connsiteY1829" fmla="*/ 90580 h 442564"/>
              <a:gd name="connsiteX1830" fmla="*/ 377344 w 1967342"/>
              <a:gd name="connsiteY1830" fmla="*/ 90406 h 442564"/>
              <a:gd name="connsiteX1831" fmla="*/ 378914 w 1967342"/>
              <a:gd name="connsiteY1831" fmla="*/ 89708 h 442564"/>
              <a:gd name="connsiteX1832" fmla="*/ 378762 w 1967342"/>
              <a:gd name="connsiteY1832" fmla="*/ 88029 h 442564"/>
              <a:gd name="connsiteX1833" fmla="*/ 378195 w 1967342"/>
              <a:gd name="connsiteY1833" fmla="*/ 87615 h 442564"/>
              <a:gd name="connsiteX1834" fmla="*/ 377671 w 1967342"/>
              <a:gd name="connsiteY1834" fmla="*/ 87157 h 442564"/>
              <a:gd name="connsiteX1835" fmla="*/ 375905 w 1967342"/>
              <a:gd name="connsiteY1835" fmla="*/ 87615 h 442564"/>
              <a:gd name="connsiteX1836" fmla="*/ 373986 w 1967342"/>
              <a:gd name="connsiteY1836" fmla="*/ 87811 h 442564"/>
              <a:gd name="connsiteX1837" fmla="*/ 373986 w 1967342"/>
              <a:gd name="connsiteY1837" fmla="*/ 86568 h 442564"/>
              <a:gd name="connsiteX1838" fmla="*/ 372743 w 1967342"/>
              <a:gd name="connsiteY1838" fmla="*/ 86568 h 442564"/>
              <a:gd name="connsiteX1839" fmla="*/ 372089 w 1967342"/>
              <a:gd name="connsiteY1839" fmla="*/ 87898 h 442564"/>
              <a:gd name="connsiteX1840" fmla="*/ 370803 w 1967342"/>
              <a:gd name="connsiteY1840" fmla="*/ 88443 h 442564"/>
              <a:gd name="connsiteX1841" fmla="*/ 369647 w 1967342"/>
              <a:gd name="connsiteY1841" fmla="*/ 89512 h 442564"/>
              <a:gd name="connsiteX1842" fmla="*/ 370454 w 1967342"/>
              <a:gd name="connsiteY1842" fmla="*/ 89839 h 442564"/>
              <a:gd name="connsiteX1843" fmla="*/ 371522 w 1967342"/>
              <a:gd name="connsiteY1843" fmla="*/ 90362 h 442564"/>
              <a:gd name="connsiteX1844" fmla="*/ 370824 w 1967342"/>
              <a:gd name="connsiteY1844" fmla="*/ 91932 h 442564"/>
              <a:gd name="connsiteX1845" fmla="*/ 369145 w 1967342"/>
              <a:gd name="connsiteY1845" fmla="*/ 91823 h 442564"/>
              <a:gd name="connsiteX1846" fmla="*/ 369254 w 1967342"/>
              <a:gd name="connsiteY1846" fmla="*/ 91016 h 442564"/>
              <a:gd name="connsiteX1847" fmla="*/ 368382 w 1967342"/>
              <a:gd name="connsiteY1847" fmla="*/ 89970 h 442564"/>
              <a:gd name="connsiteX1848" fmla="*/ 368579 w 1967342"/>
              <a:gd name="connsiteY1848" fmla="*/ 89316 h 442564"/>
              <a:gd name="connsiteX1849" fmla="*/ 370257 w 1967342"/>
              <a:gd name="connsiteY1849" fmla="*/ 87135 h 442564"/>
              <a:gd name="connsiteX1850" fmla="*/ 370650 w 1967342"/>
              <a:gd name="connsiteY1850" fmla="*/ 86415 h 442564"/>
              <a:gd name="connsiteX1851" fmla="*/ 371326 w 1967342"/>
              <a:gd name="connsiteY1851" fmla="*/ 85260 h 442564"/>
              <a:gd name="connsiteX1852" fmla="*/ 370454 w 1967342"/>
              <a:gd name="connsiteY1852" fmla="*/ 84976 h 442564"/>
              <a:gd name="connsiteX1853" fmla="*/ 369298 w 1967342"/>
              <a:gd name="connsiteY1853" fmla="*/ 85391 h 442564"/>
              <a:gd name="connsiteX1854" fmla="*/ 368840 w 1967342"/>
              <a:gd name="connsiteY1854" fmla="*/ 86067 h 442564"/>
              <a:gd name="connsiteX1855" fmla="*/ 367139 w 1967342"/>
              <a:gd name="connsiteY1855" fmla="*/ 87680 h 442564"/>
              <a:gd name="connsiteX1856" fmla="*/ 366114 w 1967342"/>
              <a:gd name="connsiteY1856" fmla="*/ 89010 h 442564"/>
              <a:gd name="connsiteX1857" fmla="*/ 364283 w 1967342"/>
              <a:gd name="connsiteY1857" fmla="*/ 90602 h 442564"/>
              <a:gd name="connsiteX1858" fmla="*/ 363847 w 1967342"/>
              <a:gd name="connsiteY1858" fmla="*/ 91867 h 442564"/>
              <a:gd name="connsiteX1859" fmla="*/ 364501 w 1967342"/>
              <a:gd name="connsiteY1859" fmla="*/ 92085 h 442564"/>
              <a:gd name="connsiteX1860" fmla="*/ 365242 w 1967342"/>
              <a:gd name="connsiteY1860" fmla="*/ 91976 h 442564"/>
              <a:gd name="connsiteX1861" fmla="*/ 366245 w 1967342"/>
              <a:gd name="connsiteY1861" fmla="*/ 91540 h 442564"/>
              <a:gd name="connsiteX1862" fmla="*/ 366114 w 1967342"/>
              <a:gd name="connsiteY1862" fmla="*/ 92412 h 442564"/>
              <a:gd name="connsiteX1863" fmla="*/ 365700 w 1967342"/>
              <a:gd name="connsiteY1863" fmla="*/ 93175 h 442564"/>
              <a:gd name="connsiteX1864" fmla="*/ 366572 w 1967342"/>
              <a:gd name="connsiteY1864" fmla="*/ 93589 h 442564"/>
              <a:gd name="connsiteX1865" fmla="*/ 367205 w 1967342"/>
              <a:gd name="connsiteY1865" fmla="*/ 94396 h 442564"/>
              <a:gd name="connsiteX1866" fmla="*/ 366725 w 1967342"/>
              <a:gd name="connsiteY1866" fmla="*/ 94702 h 442564"/>
              <a:gd name="connsiteX1867" fmla="*/ 365896 w 1967342"/>
              <a:gd name="connsiteY1867" fmla="*/ 94483 h 442564"/>
              <a:gd name="connsiteX1868" fmla="*/ 365046 w 1967342"/>
              <a:gd name="connsiteY1868" fmla="*/ 94026 h 442564"/>
              <a:gd name="connsiteX1869" fmla="*/ 363694 w 1967342"/>
              <a:gd name="connsiteY1869" fmla="*/ 93023 h 442564"/>
              <a:gd name="connsiteX1870" fmla="*/ 362931 w 1967342"/>
              <a:gd name="connsiteY1870" fmla="*/ 92325 h 442564"/>
              <a:gd name="connsiteX1871" fmla="*/ 361884 w 1967342"/>
              <a:gd name="connsiteY1871" fmla="*/ 91649 h 442564"/>
              <a:gd name="connsiteX1872" fmla="*/ 361884 w 1967342"/>
              <a:gd name="connsiteY1872" fmla="*/ 90798 h 442564"/>
              <a:gd name="connsiteX1873" fmla="*/ 363083 w 1967342"/>
              <a:gd name="connsiteY1873" fmla="*/ 90253 h 442564"/>
              <a:gd name="connsiteX1874" fmla="*/ 363868 w 1967342"/>
              <a:gd name="connsiteY1874" fmla="*/ 89555 h 442564"/>
              <a:gd name="connsiteX1875" fmla="*/ 364719 w 1967342"/>
              <a:gd name="connsiteY1875" fmla="*/ 88378 h 442564"/>
              <a:gd name="connsiteX1876" fmla="*/ 366202 w 1967342"/>
              <a:gd name="connsiteY1876" fmla="*/ 86830 h 442564"/>
              <a:gd name="connsiteX1877" fmla="*/ 367030 w 1967342"/>
              <a:gd name="connsiteY1877" fmla="*/ 86132 h 442564"/>
              <a:gd name="connsiteX1878" fmla="*/ 367706 w 1967342"/>
              <a:gd name="connsiteY1878" fmla="*/ 85587 h 442564"/>
              <a:gd name="connsiteX1879" fmla="*/ 368251 w 1967342"/>
              <a:gd name="connsiteY1879" fmla="*/ 85042 h 442564"/>
              <a:gd name="connsiteX1880" fmla="*/ 369124 w 1967342"/>
              <a:gd name="connsiteY1880" fmla="*/ 84104 h 442564"/>
              <a:gd name="connsiteX1881" fmla="*/ 369756 w 1967342"/>
              <a:gd name="connsiteY1881" fmla="*/ 83275 h 442564"/>
              <a:gd name="connsiteX1882" fmla="*/ 369909 w 1967342"/>
              <a:gd name="connsiteY1882" fmla="*/ 82621 h 442564"/>
              <a:gd name="connsiteX1883" fmla="*/ 369407 w 1967342"/>
              <a:gd name="connsiteY1883" fmla="*/ 82490 h 442564"/>
              <a:gd name="connsiteX1884" fmla="*/ 368818 w 1967342"/>
              <a:gd name="connsiteY1884" fmla="*/ 81880 h 442564"/>
              <a:gd name="connsiteX1885" fmla="*/ 79700 w 1967342"/>
              <a:gd name="connsiteY1885" fmla="*/ 80528 h 442564"/>
              <a:gd name="connsiteX1886" fmla="*/ 79045 w 1967342"/>
              <a:gd name="connsiteY1886" fmla="*/ 80986 h 442564"/>
              <a:gd name="connsiteX1887" fmla="*/ 78021 w 1967342"/>
              <a:gd name="connsiteY1887" fmla="*/ 81269 h 442564"/>
              <a:gd name="connsiteX1888" fmla="*/ 77323 w 1967342"/>
              <a:gd name="connsiteY1888" fmla="*/ 82381 h 442564"/>
              <a:gd name="connsiteX1889" fmla="*/ 76494 w 1967342"/>
              <a:gd name="connsiteY1889" fmla="*/ 82970 h 442564"/>
              <a:gd name="connsiteX1890" fmla="*/ 75927 w 1967342"/>
              <a:gd name="connsiteY1890" fmla="*/ 83951 h 442564"/>
              <a:gd name="connsiteX1891" fmla="*/ 74837 w 1967342"/>
              <a:gd name="connsiteY1891" fmla="*/ 84736 h 442564"/>
              <a:gd name="connsiteX1892" fmla="*/ 74575 w 1967342"/>
              <a:gd name="connsiteY1892" fmla="*/ 85870 h 442564"/>
              <a:gd name="connsiteX1893" fmla="*/ 75796 w 1967342"/>
              <a:gd name="connsiteY1893" fmla="*/ 87091 h 442564"/>
              <a:gd name="connsiteX1894" fmla="*/ 77279 w 1967342"/>
              <a:gd name="connsiteY1894" fmla="*/ 89272 h 442564"/>
              <a:gd name="connsiteX1895" fmla="*/ 78195 w 1967342"/>
              <a:gd name="connsiteY1895" fmla="*/ 90624 h 442564"/>
              <a:gd name="connsiteX1896" fmla="*/ 79983 w 1967342"/>
              <a:gd name="connsiteY1896" fmla="*/ 92499 h 442564"/>
              <a:gd name="connsiteX1897" fmla="*/ 80964 w 1967342"/>
              <a:gd name="connsiteY1897" fmla="*/ 93873 h 442564"/>
              <a:gd name="connsiteX1898" fmla="*/ 81902 w 1967342"/>
              <a:gd name="connsiteY1898" fmla="*/ 95268 h 442564"/>
              <a:gd name="connsiteX1899" fmla="*/ 82316 w 1967342"/>
              <a:gd name="connsiteY1899" fmla="*/ 96272 h 442564"/>
              <a:gd name="connsiteX1900" fmla="*/ 84279 w 1967342"/>
              <a:gd name="connsiteY1900" fmla="*/ 98801 h 442564"/>
              <a:gd name="connsiteX1901" fmla="*/ 85849 w 1967342"/>
              <a:gd name="connsiteY1901" fmla="*/ 100000 h 442564"/>
              <a:gd name="connsiteX1902" fmla="*/ 86895 w 1967342"/>
              <a:gd name="connsiteY1902" fmla="*/ 100742 h 442564"/>
              <a:gd name="connsiteX1903" fmla="*/ 87920 w 1967342"/>
              <a:gd name="connsiteY1903" fmla="*/ 101592 h 442564"/>
              <a:gd name="connsiteX1904" fmla="*/ 89774 w 1967342"/>
              <a:gd name="connsiteY1904" fmla="*/ 102704 h 442564"/>
              <a:gd name="connsiteX1905" fmla="*/ 91148 w 1967342"/>
              <a:gd name="connsiteY1905" fmla="*/ 103838 h 442564"/>
              <a:gd name="connsiteX1906" fmla="*/ 92914 w 1967342"/>
              <a:gd name="connsiteY1906" fmla="*/ 104165 h 442564"/>
              <a:gd name="connsiteX1907" fmla="*/ 94026 w 1967342"/>
              <a:gd name="connsiteY1907" fmla="*/ 103816 h 442564"/>
              <a:gd name="connsiteX1908" fmla="*/ 95509 w 1967342"/>
              <a:gd name="connsiteY1908" fmla="*/ 102399 h 442564"/>
              <a:gd name="connsiteX1909" fmla="*/ 96730 w 1967342"/>
              <a:gd name="connsiteY1909" fmla="*/ 101657 h 442564"/>
              <a:gd name="connsiteX1910" fmla="*/ 97885 w 1967342"/>
              <a:gd name="connsiteY1910" fmla="*/ 100480 h 442564"/>
              <a:gd name="connsiteX1911" fmla="*/ 99128 w 1967342"/>
              <a:gd name="connsiteY1911" fmla="*/ 99368 h 442564"/>
              <a:gd name="connsiteX1912" fmla="*/ 100197 w 1967342"/>
              <a:gd name="connsiteY1912" fmla="*/ 98910 h 442564"/>
              <a:gd name="connsiteX1913" fmla="*/ 100982 w 1967342"/>
              <a:gd name="connsiteY1913" fmla="*/ 97536 h 442564"/>
              <a:gd name="connsiteX1914" fmla="*/ 101876 w 1967342"/>
              <a:gd name="connsiteY1914" fmla="*/ 96228 h 442564"/>
              <a:gd name="connsiteX1915" fmla="*/ 101287 w 1967342"/>
              <a:gd name="connsiteY1915" fmla="*/ 94854 h 442564"/>
              <a:gd name="connsiteX1916" fmla="*/ 100262 w 1967342"/>
              <a:gd name="connsiteY1916" fmla="*/ 92913 h 442564"/>
              <a:gd name="connsiteX1917" fmla="*/ 98343 w 1967342"/>
              <a:gd name="connsiteY1917" fmla="*/ 92238 h 442564"/>
              <a:gd name="connsiteX1918" fmla="*/ 97253 w 1967342"/>
              <a:gd name="connsiteY1918" fmla="*/ 93175 h 442564"/>
              <a:gd name="connsiteX1919" fmla="*/ 96359 w 1967342"/>
              <a:gd name="connsiteY1919" fmla="*/ 93611 h 442564"/>
              <a:gd name="connsiteX1920" fmla="*/ 95552 w 1967342"/>
              <a:gd name="connsiteY1920" fmla="*/ 94156 h 442564"/>
              <a:gd name="connsiteX1921" fmla="*/ 94527 w 1967342"/>
              <a:gd name="connsiteY1921" fmla="*/ 95007 h 442564"/>
              <a:gd name="connsiteX1922" fmla="*/ 92652 w 1967342"/>
              <a:gd name="connsiteY1922" fmla="*/ 95814 h 442564"/>
              <a:gd name="connsiteX1923" fmla="*/ 90581 w 1967342"/>
              <a:gd name="connsiteY1923" fmla="*/ 94789 h 442564"/>
              <a:gd name="connsiteX1924" fmla="*/ 89578 w 1967342"/>
              <a:gd name="connsiteY1924" fmla="*/ 93960 h 442564"/>
              <a:gd name="connsiteX1925" fmla="*/ 88182 w 1967342"/>
              <a:gd name="connsiteY1925" fmla="*/ 91518 h 442564"/>
              <a:gd name="connsiteX1926" fmla="*/ 88989 w 1967342"/>
              <a:gd name="connsiteY1926" fmla="*/ 88945 h 442564"/>
              <a:gd name="connsiteX1927" fmla="*/ 89403 w 1967342"/>
              <a:gd name="connsiteY1927" fmla="*/ 87266 h 442564"/>
              <a:gd name="connsiteX1928" fmla="*/ 89578 w 1967342"/>
              <a:gd name="connsiteY1928" fmla="*/ 85936 h 442564"/>
              <a:gd name="connsiteX1929" fmla="*/ 90210 w 1967342"/>
              <a:gd name="connsiteY1929" fmla="*/ 84780 h 442564"/>
              <a:gd name="connsiteX1930" fmla="*/ 90210 w 1967342"/>
              <a:gd name="connsiteY1930" fmla="*/ 83842 h 442564"/>
              <a:gd name="connsiteX1931" fmla="*/ 89076 w 1967342"/>
              <a:gd name="connsiteY1931" fmla="*/ 83079 h 442564"/>
              <a:gd name="connsiteX1932" fmla="*/ 87004 w 1967342"/>
              <a:gd name="connsiteY1932" fmla="*/ 82534 h 442564"/>
              <a:gd name="connsiteX1933" fmla="*/ 85282 w 1967342"/>
              <a:gd name="connsiteY1933" fmla="*/ 83428 h 442564"/>
              <a:gd name="connsiteX1934" fmla="*/ 84998 w 1967342"/>
              <a:gd name="connsiteY1934" fmla="*/ 84693 h 442564"/>
              <a:gd name="connsiteX1935" fmla="*/ 83930 w 1967342"/>
              <a:gd name="connsiteY1935" fmla="*/ 85238 h 442564"/>
              <a:gd name="connsiteX1936" fmla="*/ 83167 w 1967342"/>
              <a:gd name="connsiteY1936" fmla="*/ 84169 h 442564"/>
              <a:gd name="connsiteX1937" fmla="*/ 82251 w 1967342"/>
              <a:gd name="connsiteY1937" fmla="*/ 81444 h 442564"/>
              <a:gd name="connsiteX1938" fmla="*/ 80594 w 1967342"/>
              <a:gd name="connsiteY1938" fmla="*/ 80528 h 442564"/>
              <a:gd name="connsiteX1939" fmla="*/ 79700 w 1967342"/>
              <a:gd name="connsiteY1939" fmla="*/ 80528 h 442564"/>
              <a:gd name="connsiteX1940" fmla="*/ 270432 w 1967342"/>
              <a:gd name="connsiteY1940" fmla="*/ 71501 h 442564"/>
              <a:gd name="connsiteX1941" fmla="*/ 268753 w 1967342"/>
              <a:gd name="connsiteY1941" fmla="*/ 81270 h 442564"/>
              <a:gd name="connsiteX1942" fmla="*/ 263629 w 1967342"/>
              <a:gd name="connsiteY1942" fmla="*/ 86613 h 442564"/>
              <a:gd name="connsiteX1943" fmla="*/ 261645 w 1967342"/>
              <a:gd name="connsiteY1943" fmla="*/ 89883 h 442564"/>
              <a:gd name="connsiteX1944" fmla="*/ 235871 w 1967342"/>
              <a:gd name="connsiteY1944" fmla="*/ 107698 h 442564"/>
              <a:gd name="connsiteX1945" fmla="*/ 243503 w 1967342"/>
              <a:gd name="connsiteY1945" fmla="*/ 108200 h 442564"/>
              <a:gd name="connsiteX1946" fmla="*/ 243590 w 1967342"/>
              <a:gd name="connsiteY1946" fmla="*/ 108134 h 442564"/>
              <a:gd name="connsiteX1947" fmla="*/ 251941 w 1967342"/>
              <a:gd name="connsiteY1947" fmla="*/ 114153 h 442564"/>
              <a:gd name="connsiteX1948" fmla="*/ 242085 w 1967342"/>
              <a:gd name="connsiteY1948" fmla="*/ 114327 h 442564"/>
              <a:gd name="connsiteX1949" fmla="*/ 235108 w 1967342"/>
              <a:gd name="connsiteY1949" fmla="*/ 107982 h 442564"/>
              <a:gd name="connsiteX1950" fmla="*/ 229636 w 1967342"/>
              <a:gd name="connsiteY1950" fmla="*/ 109992 h 442564"/>
              <a:gd name="connsiteX1951" fmla="*/ 230806 w 1967342"/>
              <a:gd name="connsiteY1951" fmla="*/ 115997 h 442564"/>
              <a:gd name="connsiteX1952" fmla="*/ 232730 w 1967342"/>
              <a:gd name="connsiteY1952" fmla="*/ 125927 h 442564"/>
              <a:gd name="connsiteX1953" fmla="*/ 300109 w 1967342"/>
              <a:gd name="connsiteY1953" fmla="*/ 115766 h 442564"/>
              <a:gd name="connsiteX1954" fmla="*/ 302442 w 1967342"/>
              <a:gd name="connsiteY1954" fmla="*/ 114981 h 442564"/>
              <a:gd name="connsiteX1955" fmla="*/ 302442 w 1967342"/>
              <a:gd name="connsiteY1955" fmla="*/ 117423 h 442564"/>
              <a:gd name="connsiteX1956" fmla="*/ 295770 w 1967342"/>
              <a:gd name="connsiteY1956" fmla="*/ 136328 h 442564"/>
              <a:gd name="connsiteX1957" fmla="*/ 279198 w 1967342"/>
              <a:gd name="connsiteY1957" fmla="*/ 147122 h 442564"/>
              <a:gd name="connsiteX1958" fmla="*/ 272285 w 1967342"/>
              <a:gd name="connsiteY1958" fmla="*/ 159944 h 442564"/>
              <a:gd name="connsiteX1959" fmla="*/ 269102 w 1967342"/>
              <a:gd name="connsiteY1959" fmla="*/ 162124 h 442564"/>
              <a:gd name="connsiteX1960" fmla="*/ 300938 w 1967342"/>
              <a:gd name="connsiteY1960" fmla="*/ 157262 h 442564"/>
              <a:gd name="connsiteX1961" fmla="*/ 303446 w 1967342"/>
              <a:gd name="connsiteY1961" fmla="*/ 156782 h 442564"/>
              <a:gd name="connsiteX1962" fmla="*/ 303315 w 1967342"/>
              <a:gd name="connsiteY1962" fmla="*/ 156782 h 442564"/>
              <a:gd name="connsiteX1963" fmla="*/ 310140 w 1967342"/>
              <a:gd name="connsiteY1963" fmla="*/ 155364 h 442564"/>
              <a:gd name="connsiteX1964" fmla="*/ 299564 w 1967342"/>
              <a:gd name="connsiteY1964" fmla="*/ 170934 h 442564"/>
              <a:gd name="connsiteX1965" fmla="*/ 274662 w 1967342"/>
              <a:gd name="connsiteY1965" fmla="*/ 190755 h 442564"/>
              <a:gd name="connsiteX1966" fmla="*/ 247951 w 1967342"/>
              <a:gd name="connsiteY1966" fmla="*/ 199281 h 442564"/>
              <a:gd name="connsiteX1967" fmla="*/ 243590 w 1967342"/>
              <a:gd name="connsiteY1967" fmla="*/ 199564 h 442564"/>
              <a:gd name="connsiteX1968" fmla="*/ 235456 w 1967342"/>
              <a:gd name="connsiteY1968" fmla="*/ 198975 h 442564"/>
              <a:gd name="connsiteX1969" fmla="*/ 232883 w 1967342"/>
              <a:gd name="connsiteY1969" fmla="*/ 198605 h 442564"/>
              <a:gd name="connsiteX1970" fmla="*/ 237877 w 1967342"/>
              <a:gd name="connsiteY1970" fmla="*/ 219473 h 442564"/>
              <a:gd name="connsiteX1971" fmla="*/ 221239 w 1967342"/>
              <a:gd name="connsiteY1971" fmla="*/ 220541 h 442564"/>
              <a:gd name="connsiteX1972" fmla="*/ 204580 w 1967342"/>
              <a:gd name="connsiteY1972" fmla="*/ 219473 h 442564"/>
              <a:gd name="connsiteX1973" fmla="*/ 209573 w 1967342"/>
              <a:gd name="connsiteY1973" fmla="*/ 198605 h 442564"/>
              <a:gd name="connsiteX1974" fmla="*/ 207000 w 1967342"/>
              <a:gd name="connsiteY1974" fmla="*/ 198975 h 442564"/>
              <a:gd name="connsiteX1975" fmla="*/ 198866 w 1967342"/>
              <a:gd name="connsiteY1975" fmla="*/ 199564 h 442564"/>
              <a:gd name="connsiteX1976" fmla="*/ 194505 w 1967342"/>
              <a:gd name="connsiteY1976" fmla="*/ 199281 h 442564"/>
              <a:gd name="connsiteX1977" fmla="*/ 167772 w 1967342"/>
              <a:gd name="connsiteY1977" fmla="*/ 190755 h 442564"/>
              <a:gd name="connsiteX1978" fmla="*/ 142870 w 1967342"/>
              <a:gd name="connsiteY1978" fmla="*/ 170934 h 442564"/>
              <a:gd name="connsiteX1979" fmla="*/ 132294 w 1967342"/>
              <a:gd name="connsiteY1979" fmla="*/ 155364 h 442564"/>
              <a:gd name="connsiteX1980" fmla="*/ 139119 w 1967342"/>
              <a:gd name="connsiteY1980" fmla="*/ 156782 h 442564"/>
              <a:gd name="connsiteX1981" fmla="*/ 141649 w 1967342"/>
              <a:gd name="connsiteY1981" fmla="*/ 157262 h 442564"/>
              <a:gd name="connsiteX1982" fmla="*/ 173463 w 1967342"/>
              <a:gd name="connsiteY1982" fmla="*/ 162102 h 442564"/>
              <a:gd name="connsiteX1983" fmla="*/ 170280 w 1967342"/>
              <a:gd name="connsiteY1983" fmla="*/ 160031 h 442564"/>
              <a:gd name="connsiteX1984" fmla="*/ 163367 w 1967342"/>
              <a:gd name="connsiteY1984" fmla="*/ 147209 h 442564"/>
              <a:gd name="connsiteX1985" fmla="*/ 146795 w 1967342"/>
              <a:gd name="connsiteY1985" fmla="*/ 136416 h 442564"/>
              <a:gd name="connsiteX1986" fmla="*/ 140123 w 1967342"/>
              <a:gd name="connsiteY1986" fmla="*/ 117510 h 442564"/>
              <a:gd name="connsiteX1987" fmla="*/ 140123 w 1967342"/>
              <a:gd name="connsiteY1987" fmla="*/ 115068 h 442564"/>
              <a:gd name="connsiteX1988" fmla="*/ 142434 w 1967342"/>
              <a:gd name="connsiteY1988" fmla="*/ 115853 h 442564"/>
              <a:gd name="connsiteX1989" fmla="*/ 209922 w 1967342"/>
              <a:gd name="connsiteY1989" fmla="*/ 125927 h 442564"/>
              <a:gd name="connsiteX1990" fmla="*/ 213345 w 1967342"/>
              <a:gd name="connsiteY1990" fmla="*/ 108308 h 442564"/>
              <a:gd name="connsiteX1991" fmla="*/ 213345 w 1967342"/>
              <a:gd name="connsiteY1991" fmla="*/ 108025 h 442564"/>
              <a:gd name="connsiteX1992" fmla="*/ 221173 w 1967342"/>
              <a:gd name="connsiteY1992" fmla="*/ 98997 h 442564"/>
              <a:gd name="connsiteX1993" fmla="*/ 221457 w 1967342"/>
              <a:gd name="connsiteY1993" fmla="*/ 98997 h 442564"/>
              <a:gd name="connsiteX1994" fmla="*/ 227500 w 1967342"/>
              <a:gd name="connsiteY1994" fmla="*/ 102693 h 442564"/>
              <a:gd name="connsiteX1995" fmla="*/ 229064 w 1967342"/>
              <a:gd name="connsiteY1995" fmla="*/ 107309 h 442564"/>
              <a:gd name="connsiteX1996" fmla="*/ 234323 w 1967342"/>
              <a:gd name="connsiteY1996" fmla="*/ 105387 h 442564"/>
              <a:gd name="connsiteX1997" fmla="*/ 232142 w 1967342"/>
              <a:gd name="connsiteY1997" fmla="*/ 96054 h 442564"/>
              <a:gd name="connsiteX1998" fmla="*/ 237310 w 1967342"/>
              <a:gd name="connsiteY1998" fmla="*/ 87092 h 442564"/>
              <a:gd name="connsiteX1999" fmla="*/ 238989 w 1967342"/>
              <a:gd name="connsiteY1999" fmla="*/ 97145 h 442564"/>
              <a:gd name="connsiteX2000" fmla="*/ 234453 w 1967342"/>
              <a:gd name="connsiteY2000" fmla="*/ 105300 h 442564"/>
              <a:gd name="connsiteX2001" fmla="*/ 245024 w 1967342"/>
              <a:gd name="connsiteY2001" fmla="*/ 99071 h 442564"/>
              <a:gd name="connsiteX2002" fmla="*/ 243022 w 1967342"/>
              <a:gd name="connsiteY2002" fmla="*/ 90406 h 442564"/>
              <a:gd name="connsiteX2003" fmla="*/ 247754 w 1967342"/>
              <a:gd name="connsiteY2003" fmla="*/ 81226 h 442564"/>
              <a:gd name="connsiteX2004" fmla="*/ 249498 w 1967342"/>
              <a:gd name="connsiteY2004" fmla="*/ 91388 h 442564"/>
              <a:gd name="connsiteX2005" fmla="*/ 249564 w 1967342"/>
              <a:gd name="connsiteY2005" fmla="*/ 91388 h 442564"/>
              <a:gd name="connsiteX2006" fmla="*/ 245857 w 1967342"/>
              <a:gd name="connsiteY2006" fmla="*/ 98580 h 442564"/>
              <a:gd name="connsiteX2007" fmla="*/ 254842 w 1967342"/>
              <a:gd name="connsiteY2007" fmla="*/ 93285 h 442564"/>
              <a:gd name="connsiteX2008" fmla="*/ 252792 w 1967342"/>
              <a:gd name="connsiteY2008" fmla="*/ 84214 h 442564"/>
              <a:gd name="connsiteX2009" fmla="*/ 257153 w 1967342"/>
              <a:gd name="connsiteY2009" fmla="*/ 75492 h 442564"/>
              <a:gd name="connsiteX2010" fmla="*/ 258745 w 1967342"/>
              <a:gd name="connsiteY2010" fmla="*/ 85239 h 442564"/>
              <a:gd name="connsiteX2011" fmla="*/ 254907 w 1967342"/>
              <a:gd name="connsiteY2011" fmla="*/ 93263 h 442564"/>
              <a:gd name="connsiteX2012" fmla="*/ 261231 w 1967342"/>
              <a:gd name="connsiteY2012" fmla="*/ 87463 h 442564"/>
              <a:gd name="connsiteX2013" fmla="*/ 262648 w 1967342"/>
              <a:gd name="connsiteY2013" fmla="*/ 85762 h 442564"/>
              <a:gd name="connsiteX2014" fmla="*/ 263891 w 1967342"/>
              <a:gd name="connsiteY2014" fmla="*/ 77934 h 442564"/>
              <a:gd name="connsiteX2015" fmla="*/ 270432 w 1967342"/>
              <a:gd name="connsiteY2015" fmla="*/ 71501 h 442564"/>
              <a:gd name="connsiteX2016" fmla="*/ 130114 w 1967342"/>
              <a:gd name="connsiteY2016" fmla="*/ 70367 h 442564"/>
              <a:gd name="connsiteX2017" fmla="*/ 128806 w 1967342"/>
              <a:gd name="connsiteY2017" fmla="*/ 71173 h 442564"/>
              <a:gd name="connsiteX2018" fmla="*/ 127824 w 1967342"/>
              <a:gd name="connsiteY2018" fmla="*/ 72155 h 442564"/>
              <a:gd name="connsiteX2019" fmla="*/ 125949 w 1967342"/>
              <a:gd name="connsiteY2019" fmla="*/ 71457 h 442564"/>
              <a:gd name="connsiteX2020" fmla="*/ 125360 w 1967342"/>
              <a:gd name="connsiteY2020" fmla="*/ 72438 h 442564"/>
              <a:gd name="connsiteX2021" fmla="*/ 125360 w 1967342"/>
              <a:gd name="connsiteY2021" fmla="*/ 75142 h 442564"/>
              <a:gd name="connsiteX2022" fmla="*/ 125360 w 1967342"/>
              <a:gd name="connsiteY2022" fmla="*/ 76298 h 442564"/>
              <a:gd name="connsiteX2023" fmla="*/ 126036 w 1967342"/>
              <a:gd name="connsiteY2023" fmla="*/ 76930 h 442564"/>
              <a:gd name="connsiteX2024" fmla="*/ 126451 w 1967342"/>
              <a:gd name="connsiteY2024" fmla="*/ 77955 h 442564"/>
              <a:gd name="connsiteX2025" fmla="*/ 128631 w 1967342"/>
              <a:gd name="connsiteY2025" fmla="*/ 78304 h 442564"/>
              <a:gd name="connsiteX2026" fmla="*/ 129590 w 1967342"/>
              <a:gd name="connsiteY2026" fmla="*/ 76995 h 442564"/>
              <a:gd name="connsiteX2027" fmla="*/ 130506 w 1967342"/>
              <a:gd name="connsiteY2027" fmla="*/ 76341 h 442564"/>
              <a:gd name="connsiteX2028" fmla="*/ 131008 w 1967342"/>
              <a:gd name="connsiteY2028" fmla="*/ 75251 h 442564"/>
              <a:gd name="connsiteX2029" fmla="*/ 131008 w 1967342"/>
              <a:gd name="connsiteY2029" fmla="*/ 75164 h 442564"/>
              <a:gd name="connsiteX2030" fmla="*/ 130899 w 1967342"/>
              <a:gd name="connsiteY2030" fmla="*/ 73877 h 442564"/>
              <a:gd name="connsiteX2031" fmla="*/ 131226 w 1967342"/>
              <a:gd name="connsiteY2031" fmla="*/ 73092 h 442564"/>
              <a:gd name="connsiteX2032" fmla="*/ 131422 w 1967342"/>
              <a:gd name="connsiteY2032" fmla="*/ 72111 h 442564"/>
              <a:gd name="connsiteX2033" fmla="*/ 131052 w 1967342"/>
              <a:gd name="connsiteY2033" fmla="*/ 71195 h 442564"/>
              <a:gd name="connsiteX2034" fmla="*/ 130703 w 1967342"/>
              <a:gd name="connsiteY2034" fmla="*/ 70367 h 442564"/>
              <a:gd name="connsiteX2035" fmla="*/ 130114 w 1967342"/>
              <a:gd name="connsiteY2035" fmla="*/ 70367 h 442564"/>
              <a:gd name="connsiteX2036" fmla="*/ 896965 w 1967342"/>
              <a:gd name="connsiteY2036" fmla="*/ 68466 h 442564"/>
              <a:gd name="connsiteX2037" fmla="*/ 902743 w 1967342"/>
              <a:gd name="connsiteY2037" fmla="*/ 69075 h 442564"/>
              <a:gd name="connsiteX2038" fmla="*/ 909889 w 1967342"/>
              <a:gd name="connsiteY2038" fmla="*/ 69075 h 442564"/>
              <a:gd name="connsiteX2039" fmla="*/ 913614 w 1967342"/>
              <a:gd name="connsiteY2039" fmla="*/ 72040 h 442564"/>
              <a:gd name="connsiteX2040" fmla="*/ 920304 w 1967342"/>
              <a:gd name="connsiteY2040" fmla="*/ 74092 h 442564"/>
              <a:gd name="connsiteX2041" fmla="*/ 922509 w 1967342"/>
              <a:gd name="connsiteY2041" fmla="*/ 81694 h 442564"/>
              <a:gd name="connsiteX2042" fmla="*/ 927678 w 1967342"/>
              <a:gd name="connsiteY2042" fmla="*/ 93097 h 442564"/>
              <a:gd name="connsiteX2043" fmla="*/ 921292 w 1967342"/>
              <a:gd name="connsiteY2043" fmla="*/ 104805 h 442564"/>
              <a:gd name="connsiteX2044" fmla="*/ 922509 w 1967342"/>
              <a:gd name="connsiteY2044" fmla="*/ 108681 h 442564"/>
              <a:gd name="connsiteX2045" fmla="*/ 945315 w 1967342"/>
              <a:gd name="connsiteY2045" fmla="*/ 103360 h 442564"/>
              <a:gd name="connsiteX2046" fmla="*/ 958315 w 1967342"/>
              <a:gd name="connsiteY2046" fmla="*/ 100395 h 442564"/>
              <a:gd name="connsiteX2047" fmla="*/ 963864 w 1967342"/>
              <a:gd name="connsiteY2047" fmla="*/ 102752 h 442564"/>
              <a:gd name="connsiteX2048" fmla="*/ 969642 w 1967342"/>
              <a:gd name="connsiteY2048" fmla="*/ 104652 h 442564"/>
              <a:gd name="connsiteX2049" fmla="*/ 976559 w 1967342"/>
              <a:gd name="connsiteY2049" fmla="*/ 110734 h 442564"/>
              <a:gd name="connsiteX2050" fmla="*/ 976407 w 1967342"/>
              <a:gd name="connsiteY2050" fmla="*/ 110734 h 442564"/>
              <a:gd name="connsiteX2051" fmla="*/ 979524 w 1967342"/>
              <a:gd name="connsiteY2051" fmla="*/ 114154 h 442564"/>
              <a:gd name="connsiteX2052" fmla="*/ 979144 w 1967342"/>
              <a:gd name="connsiteY2052" fmla="*/ 121148 h 442564"/>
              <a:gd name="connsiteX2053" fmla="*/ 966677 w 1967342"/>
              <a:gd name="connsiteY2053" fmla="*/ 131715 h 442564"/>
              <a:gd name="connsiteX2054" fmla="*/ 959987 w 1967342"/>
              <a:gd name="connsiteY2054" fmla="*/ 129739 h 442564"/>
              <a:gd name="connsiteX2055" fmla="*/ 948660 w 1967342"/>
              <a:gd name="connsiteY2055" fmla="*/ 130499 h 442564"/>
              <a:gd name="connsiteX2056" fmla="*/ 939613 w 1967342"/>
              <a:gd name="connsiteY2056" fmla="*/ 131564 h 442564"/>
              <a:gd name="connsiteX2057" fmla="*/ 931327 w 1967342"/>
              <a:gd name="connsiteY2057" fmla="*/ 134072 h 442564"/>
              <a:gd name="connsiteX2058" fmla="*/ 923040 w 1967342"/>
              <a:gd name="connsiteY2058" fmla="*/ 137037 h 442564"/>
              <a:gd name="connsiteX2059" fmla="*/ 915438 w 1967342"/>
              <a:gd name="connsiteY2059" fmla="*/ 137037 h 442564"/>
              <a:gd name="connsiteX2060" fmla="*/ 903883 w 1967342"/>
              <a:gd name="connsiteY2060" fmla="*/ 141902 h 442564"/>
              <a:gd name="connsiteX2061" fmla="*/ 876896 w 1967342"/>
              <a:gd name="connsiteY2061" fmla="*/ 148591 h 442564"/>
              <a:gd name="connsiteX2062" fmla="*/ 869294 w 1967342"/>
              <a:gd name="connsiteY2062" fmla="*/ 150568 h 442564"/>
              <a:gd name="connsiteX2063" fmla="*/ 861692 w 1967342"/>
              <a:gd name="connsiteY2063" fmla="*/ 152469 h 442564"/>
              <a:gd name="connsiteX2064" fmla="*/ 854850 w 1967342"/>
              <a:gd name="connsiteY2064" fmla="*/ 154217 h 442564"/>
              <a:gd name="connsiteX2065" fmla="*/ 849072 w 1967342"/>
              <a:gd name="connsiteY2065" fmla="*/ 154977 h 442564"/>
              <a:gd name="connsiteX2066" fmla="*/ 842839 w 1967342"/>
              <a:gd name="connsiteY2066" fmla="*/ 156650 h 442564"/>
              <a:gd name="connsiteX2067" fmla="*/ 837366 w 1967342"/>
              <a:gd name="connsiteY2067" fmla="*/ 156650 h 442564"/>
              <a:gd name="connsiteX2068" fmla="*/ 833032 w 1967342"/>
              <a:gd name="connsiteY2068" fmla="*/ 156650 h 442564"/>
              <a:gd name="connsiteX2069" fmla="*/ 826038 w 1967342"/>
              <a:gd name="connsiteY2069" fmla="*/ 158550 h 442564"/>
              <a:gd name="connsiteX2070" fmla="*/ 820109 w 1967342"/>
              <a:gd name="connsiteY2070" fmla="*/ 160603 h 442564"/>
              <a:gd name="connsiteX2071" fmla="*/ 814939 w 1967342"/>
              <a:gd name="connsiteY2071" fmla="*/ 163568 h 442564"/>
              <a:gd name="connsiteX2072" fmla="*/ 810758 w 1967342"/>
              <a:gd name="connsiteY2072" fmla="*/ 160603 h 442564"/>
              <a:gd name="connsiteX2073" fmla="*/ 803156 w 1967342"/>
              <a:gd name="connsiteY2073" fmla="*/ 160147 h 442564"/>
              <a:gd name="connsiteX2074" fmla="*/ 801180 w 1967342"/>
              <a:gd name="connsiteY2074" fmla="*/ 152013 h 442564"/>
              <a:gd name="connsiteX2075" fmla="*/ 800800 w 1967342"/>
              <a:gd name="connsiteY2075" fmla="*/ 145323 h 442564"/>
              <a:gd name="connsiteX2076" fmla="*/ 802244 w 1967342"/>
              <a:gd name="connsiteY2076" fmla="*/ 140001 h 442564"/>
              <a:gd name="connsiteX2077" fmla="*/ 817448 w 1967342"/>
              <a:gd name="connsiteY2077" fmla="*/ 132399 h 442564"/>
              <a:gd name="connsiteX2078" fmla="*/ 821478 w 1967342"/>
              <a:gd name="connsiteY2078" fmla="*/ 134680 h 442564"/>
              <a:gd name="connsiteX2079" fmla="*/ 830219 w 1967342"/>
              <a:gd name="connsiteY2079" fmla="*/ 131715 h 442564"/>
              <a:gd name="connsiteX2080" fmla="*/ 851125 w 1967342"/>
              <a:gd name="connsiteY2080" fmla="*/ 127534 h 442564"/>
              <a:gd name="connsiteX2081" fmla="*/ 860019 w 1967342"/>
              <a:gd name="connsiteY2081" fmla="*/ 126318 h 442564"/>
              <a:gd name="connsiteX2082" fmla="*/ 876364 w 1967342"/>
              <a:gd name="connsiteY2082" fmla="*/ 121301 h 442564"/>
              <a:gd name="connsiteX2083" fmla="*/ 883054 w 1967342"/>
              <a:gd name="connsiteY2083" fmla="*/ 117424 h 442564"/>
              <a:gd name="connsiteX2084" fmla="*/ 882294 w 1967342"/>
              <a:gd name="connsiteY2084" fmla="*/ 112862 h 442564"/>
              <a:gd name="connsiteX2085" fmla="*/ 877580 w 1967342"/>
              <a:gd name="connsiteY2085" fmla="*/ 111342 h 442564"/>
              <a:gd name="connsiteX2086" fmla="*/ 873095 w 1967342"/>
              <a:gd name="connsiteY2086" fmla="*/ 107921 h 442564"/>
              <a:gd name="connsiteX2087" fmla="*/ 874160 w 1967342"/>
              <a:gd name="connsiteY2087" fmla="*/ 103208 h 442564"/>
              <a:gd name="connsiteX2088" fmla="*/ 875908 w 1967342"/>
              <a:gd name="connsiteY2088" fmla="*/ 98722 h 442564"/>
              <a:gd name="connsiteX2089" fmla="*/ 877732 w 1967342"/>
              <a:gd name="connsiteY2089" fmla="*/ 93097 h 442564"/>
              <a:gd name="connsiteX2090" fmla="*/ 872031 w 1967342"/>
              <a:gd name="connsiteY2090" fmla="*/ 79033 h 442564"/>
              <a:gd name="connsiteX2091" fmla="*/ 873703 w 1967342"/>
              <a:gd name="connsiteY2091" fmla="*/ 74244 h 442564"/>
              <a:gd name="connsiteX2092" fmla="*/ 882294 w 1967342"/>
              <a:gd name="connsiteY2092" fmla="*/ 72799 h 442564"/>
              <a:gd name="connsiteX2093" fmla="*/ 887311 w 1967342"/>
              <a:gd name="connsiteY2093" fmla="*/ 70823 h 442564"/>
              <a:gd name="connsiteX2094" fmla="*/ 892101 w 1967342"/>
              <a:gd name="connsiteY2094" fmla="*/ 70291 h 442564"/>
              <a:gd name="connsiteX2095" fmla="*/ 896965 w 1967342"/>
              <a:gd name="connsiteY2095" fmla="*/ 68466 h 442564"/>
              <a:gd name="connsiteX2096" fmla="*/ 1900288 w 1967342"/>
              <a:gd name="connsiteY2096" fmla="*/ 67098 h 442564"/>
              <a:gd name="connsiteX2097" fmla="*/ 1908347 w 1967342"/>
              <a:gd name="connsiteY2097" fmla="*/ 73332 h 442564"/>
              <a:gd name="connsiteX2098" fmla="*/ 1904925 w 1967342"/>
              <a:gd name="connsiteY2098" fmla="*/ 83214 h 442564"/>
              <a:gd name="connsiteX2099" fmla="*/ 1898312 w 1967342"/>
              <a:gd name="connsiteY2099" fmla="*/ 91881 h 442564"/>
              <a:gd name="connsiteX2100" fmla="*/ 1898312 w 1967342"/>
              <a:gd name="connsiteY2100" fmla="*/ 99483 h 442564"/>
              <a:gd name="connsiteX2101" fmla="*/ 1902417 w 1967342"/>
              <a:gd name="connsiteY2101" fmla="*/ 105640 h 442564"/>
              <a:gd name="connsiteX2102" fmla="*/ 1893446 w 1967342"/>
              <a:gd name="connsiteY2102" fmla="*/ 123810 h 442564"/>
              <a:gd name="connsiteX2103" fmla="*/ 1886680 w 1967342"/>
              <a:gd name="connsiteY2103" fmla="*/ 133616 h 442564"/>
              <a:gd name="connsiteX2104" fmla="*/ 1894890 w 1967342"/>
              <a:gd name="connsiteY2104" fmla="*/ 137949 h 442564"/>
              <a:gd name="connsiteX2105" fmla="*/ 1898920 w 1967342"/>
              <a:gd name="connsiteY2105" fmla="*/ 144411 h 442564"/>
              <a:gd name="connsiteX2106" fmla="*/ 1906522 w 1967342"/>
              <a:gd name="connsiteY2106" fmla="*/ 136809 h 442564"/>
              <a:gd name="connsiteX2107" fmla="*/ 1899908 w 1967342"/>
              <a:gd name="connsiteY2107" fmla="*/ 134604 h 442564"/>
              <a:gd name="connsiteX2108" fmla="*/ 1898388 w 1967342"/>
              <a:gd name="connsiteY2108" fmla="*/ 127002 h 442564"/>
              <a:gd name="connsiteX2109" fmla="*/ 1902721 w 1967342"/>
              <a:gd name="connsiteY2109" fmla="*/ 123581 h 442564"/>
              <a:gd name="connsiteX2110" fmla="*/ 1906217 w 1967342"/>
              <a:gd name="connsiteY2110" fmla="*/ 119476 h 442564"/>
              <a:gd name="connsiteX2111" fmla="*/ 1905610 w 1967342"/>
              <a:gd name="connsiteY2111" fmla="*/ 112255 h 442564"/>
              <a:gd name="connsiteX2112" fmla="*/ 1911767 w 1967342"/>
              <a:gd name="connsiteY2112" fmla="*/ 109137 h 442564"/>
              <a:gd name="connsiteX2113" fmla="*/ 1915264 w 1967342"/>
              <a:gd name="connsiteY2113" fmla="*/ 103892 h 442564"/>
              <a:gd name="connsiteX2114" fmla="*/ 1916861 w 1967342"/>
              <a:gd name="connsiteY2114" fmla="*/ 98114 h 442564"/>
              <a:gd name="connsiteX2115" fmla="*/ 1912451 w 1967342"/>
              <a:gd name="connsiteY2115" fmla="*/ 87471 h 442564"/>
              <a:gd name="connsiteX2116" fmla="*/ 1934574 w 1967342"/>
              <a:gd name="connsiteY2116" fmla="*/ 75765 h 442564"/>
              <a:gd name="connsiteX2117" fmla="*/ 1936550 w 1967342"/>
              <a:gd name="connsiteY2117" fmla="*/ 72952 h 442564"/>
              <a:gd name="connsiteX2118" fmla="*/ 1943164 w 1967342"/>
              <a:gd name="connsiteY2118" fmla="*/ 72191 h 442564"/>
              <a:gd name="connsiteX2119" fmla="*/ 1950310 w 1967342"/>
              <a:gd name="connsiteY2119" fmla="*/ 76677 h 442564"/>
              <a:gd name="connsiteX2120" fmla="*/ 1952135 w 1967342"/>
              <a:gd name="connsiteY2120" fmla="*/ 81922 h 442564"/>
              <a:gd name="connsiteX2121" fmla="*/ 1951298 w 1967342"/>
              <a:gd name="connsiteY2121" fmla="*/ 91120 h 442564"/>
              <a:gd name="connsiteX2122" fmla="*/ 1941567 w 1967342"/>
              <a:gd name="connsiteY2122" fmla="*/ 98722 h 442564"/>
              <a:gd name="connsiteX2123" fmla="*/ 1933965 w 1967342"/>
              <a:gd name="connsiteY2123" fmla="*/ 117120 h 442564"/>
              <a:gd name="connsiteX2124" fmla="*/ 1931684 w 1967342"/>
              <a:gd name="connsiteY2124" fmla="*/ 123506 h 442564"/>
              <a:gd name="connsiteX2125" fmla="*/ 1929784 w 1967342"/>
              <a:gd name="connsiteY2125" fmla="*/ 131108 h 442564"/>
              <a:gd name="connsiteX2126" fmla="*/ 1928264 w 1967342"/>
              <a:gd name="connsiteY2126" fmla="*/ 140686 h 442564"/>
              <a:gd name="connsiteX2127" fmla="*/ 1932672 w 1967342"/>
              <a:gd name="connsiteY2127" fmla="*/ 142055 h 442564"/>
              <a:gd name="connsiteX2128" fmla="*/ 1941263 w 1967342"/>
              <a:gd name="connsiteY2128" fmla="*/ 137341 h 442564"/>
              <a:gd name="connsiteX2129" fmla="*/ 1947193 w 1967342"/>
              <a:gd name="connsiteY2129" fmla="*/ 137341 h 442564"/>
              <a:gd name="connsiteX2130" fmla="*/ 1951982 w 1967342"/>
              <a:gd name="connsiteY2130" fmla="*/ 140838 h 442564"/>
              <a:gd name="connsiteX2131" fmla="*/ 1957380 w 1967342"/>
              <a:gd name="connsiteY2131" fmla="*/ 142435 h 442564"/>
              <a:gd name="connsiteX2132" fmla="*/ 1963537 w 1967342"/>
              <a:gd name="connsiteY2132" fmla="*/ 144639 h 442564"/>
              <a:gd name="connsiteX2133" fmla="*/ 1963994 w 1967342"/>
              <a:gd name="connsiteY2133" fmla="*/ 144563 h 442564"/>
              <a:gd name="connsiteX2134" fmla="*/ 1967263 w 1967342"/>
              <a:gd name="connsiteY2134" fmla="*/ 158627 h 442564"/>
              <a:gd name="connsiteX2135" fmla="*/ 1963766 w 1967342"/>
              <a:gd name="connsiteY2135" fmla="*/ 171322 h 442564"/>
              <a:gd name="connsiteX2136" fmla="*/ 1944608 w 1967342"/>
              <a:gd name="connsiteY2136" fmla="*/ 176416 h 442564"/>
              <a:gd name="connsiteX2137" fmla="*/ 1938678 w 1967342"/>
              <a:gd name="connsiteY2137" fmla="*/ 178924 h 442564"/>
              <a:gd name="connsiteX2138" fmla="*/ 1931076 w 1967342"/>
              <a:gd name="connsiteY2138" fmla="*/ 178241 h 442564"/>
              <a:gd name="connsiteX2139" fmla="*/ 1921574 w 1967342"/>
              <a:gd name="connsiteY2139" fmla="*/ 178241 h 442564"/>
              <a:gd name="connsiteX2140" fmla="*/ 1905229 w 1967342"/>
              <a:gd name="connsiteY2140" fmla="*/ 189871 h 442564"/>
              <a:gd name="connsiteX2141" fmla="*/ 1899224 w 1967342"/>
              <a:gd name="connsiteY2141" fmla="*/ 196257 h 442564"/>
              <a:gd name="connsiteX2142" fmla="*/ 1889645 w 1967342"/>
              <a:gd name="connsiteY2142" fmla="*/ 205076 h 442564"/>
              <a:gd name="connsiteX2143" fmla="*/ 1888125 w 1967342"/>
              <a:gd name="connsiteY2143" fmla="*/ 214122 h 442564"/>
              <a:gd name="connsiteX2144" fmla="*/ 1892686 w 1967342"/>
              <a:gd name="connsiteY2144" fmla="*/ 215035 h 442564"/>
              <a:gd name="connsiteX2145" fmla="*/ 1900896 w 1967342"/>
              <a:gd name="connsiteY2145" fmla="*/ 211765 h 442564"/>
              <a:gd name="connsiteX2146" fmla="*/ 1906294 w 1967342"/>
              <a:gd name="connsiteY2146" fmla="*/ 208876 h 442564"/>
              <a:gd name="connsiteX2147" fmla="*/ 1915720 w 1967342"/>
              <a:gd name="connsiteY2147" fmla="*/ 213666 h 442564"/>
              <a:gd name="connsiteX2148" fmla="*/ 1924919 w 1967342"/>
              <a:gd name="connsiteY2148" fmla="*/ 217467 h 442564"/>
              <a:gd name="connsiteX2149" fmla="*/ 1928492 w 1967342"/>
              <a:gd name="connsiteY2149" fmla="*/ 221116 h 442564"/>
              <a:gd name="connsiteX2150" fmla="*/ 1926135 w 1967342"/>
              <a:gd name="connsiteY2150" fmla="*/ 230694 h 442564"/>
              <a:gd name="connsiteX2151" fmla="*/ 1920662 w 1967342"/>
              <a:gd name="connsiteY2151" fmla="*/ 235408 h 442564"/>
              <a:gd name="connsiteX2152" fmla="*/ 1911007 w 1967342"/>
              <a:gd name="connsiteY2152" fmla="*/ 237233 h 442564"/>
              <a:gd name="connsiteX2153" fmla="*/ 1904469 w 1967342"/>
              <a:gd name="connsiteY2153" fmla="*/ 239437 h 442564"/>
              <a:gd name="connsiteX2154" fmla="*/ 1889265 w 1967342"/>
              <a:gd name="connsiteY2154" fmla="*/ 246278 h 442564"/>
              <a:gd name="connsiteX2155" fmla="*/ 1889949 w 1967342"/>
              <a:gd name="connsiteY2155" fmla="*/ 256770 h 442564"/>
              <a:gd name="connsiteX2156" fmla="*/ 1888809 w 1967342"/>
              <a:gd name="connsiteY2156" fmla="*/ 265740 h 442564"/>
              <a:gd name="connsiteX2157" fmla="*/ 1886680 w 1967342"/>
              <a:gd name="connsiteY2157" fmla="*/ 276003 h 442564"/>
              <a:gd name="connsiteX2158" fmla="*/ 1882727 w 1967342"/>
              <a:gd name="connsiteY2158" fmla="*/ 282845 h 442564"/>
              <a:gd name="connsiteX2159" fmla="*/ 1875125 w 1967342"/>
              <a:gd name="connsiteY2159" fmla="*/ 297593 h 442564"/>
              <a:gd name="connsiteX2160" fmla="*/ 1864026 w 1967342"/>
              <a:gd name="connsiteY2160" fmla="*/ 301546 h 442564"/>
              <a:gd name="connsiteX2161" fmla="*/ 1855132 w 1967342"/>
              <a:gd name="connsiteY2161" fmla="*/ 303978 h 442564"/>
              <a:gd name="connsiteX2162" fmla="*/ 1841752 w 1967342"/>
              <a:gd name="connsiteY2162" fmla="*/ 303978 h 442564"/>
              <a:gd name="connsiteX2163" fmla="*/ 1840916 w 1967342"/>
              <a:gd name="connsiteY2163" fmla="*/ 295921 h 442564"/>
              <a:gd name="connsiteX2164" fmla="*/ 1827992 w 1967342"/>
              <a:gd name="connsiteY2164" fmla="*/ 283681 h 442564"/>
              <a:gd name="connsiteX2165" fmla="*/ 1834910 w 1967342"/>
              <a:gd name="connsiteY2165" fmla="*/ 280260 h 442564"/>
              <a:gd name="connsiteX2166" fmla="*/ 1851635 w 1967342"/>
              <a:gd name="connsiteY2166" fmla="*/ 277219 h 442564"/>
              <a:gd name="connsiteX2167" fmla="*/ 1864786 w 1967342"/>
              <a:gd name="connsiteY2167" fmla="*/ 254413 h 442564"/>
              <a:gd name="connsiteX2168" fmla="*/ 1861137 w 1967342"/>
              <a:gd name="connsiteY2168" fmla="*/ 249243 h 442564"/>
              <a:gd name="connsiteX2169" fmla="*/ 1848822 w 1967342"/>
              <a:gd name="connsiteY2169" fmla="*/ 251449 h 442564"/>
              <a:gd name="connsiteX2170" fmla="*/ 1836126 w 1967342"/>
              <a:gd name="connsiteY2170" fmla="*/ 253653 h 442564"/>
              <a:gd name="connsiteX2171" fmla="*/ 1825712 w 1967342"/>
              <a:gd name="connsiteY2171" fmla="*/ 257378 h 442564"/>
              <a:gd name="connsiteX2172" fmla="*/ 1816361 w 1967342"/>
              <a:gd name="connsiteY2172" fmla="*/ 255098 h 442564"/>
              <a:gd name="connsiteX2173" fmla="*/ 1812104 w 1967342"/>
              <a:gd name="connsiteY2173" fmla="*/ 253197 h 442564"/>
              <a:gd name="connsiteX2174" fmla="*/ 1811116 w 1967342"/>
              <a:gd name="connsiteY2174" fmla="*/ 246355 h 442564"/>
              <a:gd name="connsiteX2175" fmla="*/ 1813016 w 1967342"/>
              <a:gd name="connsiteY2175" fmla="*/ 236929 h 442564"/>
              <a:gd name="connsiteX2176" fmla="*/ 1824419 w 1967342"/>
              <a:gd name="connsiteY2176" fmla="*/ 229858 h 442564"/>
              <a:gd name="connsiteX2177" fmla="*/ 1832706 w 1967342"/>
              <a:gd name="connsiteY2177" fmla="*/ 231987 h 442564"/>
              <a:gd name="connsiteX2178" fmla="*/ 1840763 w 1967342"/>
              <a:gd name="connsiteY2178" fmla="*/ 226970 h 442564"/>
              <a:gd name="connsiteX2179" fmla="*/ 1850722 w 1967342"/>
              <a:gd name="connsiteY2179" fmla="*/ 224309 h 442564"/>
              <a:gd name="connsiteX2180" fmla="*/ 1856728 w 1967342"/>
              <a:gd name="connsiteY2180" fmla="*/ 221268 h 442564"/>
              <a:gd name="connsiteX2181" fmla="*/ 1858857 w 1967342"/>
              <a:gd name="connsiteY2181" fmla="*/ 217771 h 442564"/>
              <a:gd name="connsiteX2182" fmla="*/ 1859921 w 1967342"/>
              <a:gd name="connsiteY2182" fmla="*/ 210169 h 442564"/>
              <a:gd name="connsiteX2183" fmla="*/ 1862734 w 1967342"/>
              <a:gd name="connsiteY2183" fmla="*/ 202567 h 442564"/>
              <a:gd name="connsiteX2184" fmla="*/ 1856956 w 1967342"/>
              <a:gd name="connsiteY2184" fmla="*/ 202035 h 442564"/>
              <a:gd name="connsiteX2185" fmla="*/ 1850570 w 1967342"/>
              <a:gd name="connsiteY2185" fmla="*/ 206216 h 442564"/>
              <a:gd name="connsiteX2186" fmla="*/ 1843348 w 1967342"/>
              <a:gd name="connsiteY2186" fmla="*/ 209941 h 442564"/>
              <a:gd name="connsiteX2187" fmla="*/ 1837267 w 1967342"/>
              <a:gd name="connsiteY2187" fmla="*/ 209941 h 442564"/>
              <a:gd name="connsiteX2188" fmla="*/ 1834987 w 1967342"/>
              <a:gd name="connsiteY2188" fmla="*/ 204392 h 442564"/>
              <a:gd name="connsiteX2189" fmla="*/ 1836659 w 1967342"/>
              <a:gd name="connsiteY2189" fmla="*/ 196105 h 442564"/>
              <a:gd name="connsiteX2190" fmla="*/ 1843044 w 1967342"/>
              <a:gd name="connsiteY2190" fmla="*/ 180901 h 442564"/>
              <a:gd name="connsiteX2191" fmla="*/ 1852014 w 1967342"/>
              <a:gd name="connsiteY2191" fmla="*/ 180292 h 442564"/>
              <a:gd name="connsiteX2192" fmla="*/ 1855359 w 1967342"/>
              <a:gd name="connsiteY2192" fmla="*/ 178088 h 442564"/>
              <a:gd name="connsiteX2193" fmla="*/ 1863646 w 1967342"/>
              <a:gd name="connsiteY2193" fmla="*/ 177328 h 442564"/>
              <a:gd name="connsiteX2194" fmla="*/ 1873073 w 1967342"/>
              <a:gd name="connsiteY2194" fmla="*/ 174971 h 442564"/>
              <a:gd name="connsiteX2195" fmla="*/ 1880143 w 1967342"/>
              <a:gd name="connsiteY2195" fmla="*/ 173755 h 442564"/>
              <a:gd name="connsiteX2196" fmla="*/ 1886072 w 1967342"/>
              <a:gd name="connsiteY2196" fmla="*/ 171627 h 442564"/>
              <a:gd name="connsiteX2197" fmla="*/ 1889569 w 1967342"/>
              <a:gd name="connsiteY2197" fmla="*/ 169118 h 442564"/>
              <a:gd name="connsiteX2198" fmla="*/ 1897855 w 1967342"/>
              <a:gd name="connsiteY2198" fmla="*/ 169118 h 442564"/>
              <a:gd name="connsiteX2199" fmla="*/ 1904622 w 1967342"/>
              <a:gd name="connsiteY2199" fmla="*/ 169118 h 442564"/>
              <a:gd name="connsiteX2200" fmla="*/ 1911615 w 1967342"/>
              <a:gd name="connsiteY2200" fmla="*/ 170790 h 442564"/>
              <a:gd name="connsiteX2201" fmla="*/ 1919217 w 1967342"/>
              <a:gd name="connsiteY2201" fmla="*/ 167065 h 442564"/>
              <a:gd name="connsiteX2202" fmla="*/ 1923474 w 1967342"/>
              <a:gd name="connsiteY2202" fmla="*/ 158931 h 442564"/>
              <a:gd name="connsiteX2203" fmla="*/ 1913364 w 1967342"/>
              <a:gd name="connsiteY2203" fmla="*/ 160071 h 442564"/>
              <a:gd name="connsiteX2204" fmla="*/ 1902721 w 1967342"/>
              <a:gd name="connsiteY2204" fmla="*/ 161592 h 442564"/>
              <a:gd name="connsiteX2205" fmla="*/ 1885996 w 1967342"/>
              <a:gd name="connsiteY2205" fmla="*/ 163340 h 442564"/>
              <a:gd name="connsiteX2206" fmla="*/ 1877557 w 1967342"/>
              <a:gd name="connsiteY2206" fmla="*/ 165317 h 442564"/>
              <a:gd name="connsiteX2207" fmla="*/ 1869119 w 1967342"/>
              <a:gd name="connsiteY2207" fmla="*/ 167065 h 442564"/>
              <a:gd name="connsiteX2208" fmla="*/ 1855435 w 1967342"/>
              <a:gd name="connsiteY2208" fmla="*/ 168814 h 442564"/>
              <a:gd name="connsiteX2209" fmla="*/ 1844945 w 1967342"/>
              <a:gd name="connsiteY2209" fmla="*/ 170943 h 442564"/>
              <a:gd name="connsiteX2210" fmla="*/ 1832553 w 1967342"/>
              <a:gd name="connsiteY2210" fmla="*/ 175959 h 442564"/>
              <a:gd name="connsiteX2211" fmla="*/ 1824951 w 1967342"/>
              <a:gd name="connsiteY2211" fmla="*/ 186070 h 442564"/>
              <a:gd name="connsiteX2212" fmla="*/ 1821302 w 1967342"/>
              <a:gd name="connsiteY2212" fmla="*/ 190404 h 442564"/>
              <a:gd name="connsiteX2213" fmla="*/ 1805490 w 1967342"/>
              <a:gd name="connsiteY2213" fmla="*/ 202491 h 442564"/>
              <a:gd name="connsiteX2214" fmla="*/ 1799332 w 1967342"/>
              <a:gd name="connsiteY2214" fmla="*/ 199982 h 442564"/>
              <a:gd name="connsiteX2215" fmla="*/ 1794695 w 1967342"/>
              <a:gd name="connsiteY2215" fmla="*/ 185462 h 442564"/>
              <a:gd name="connsiteX2216" fmla="*/ 1794695 w 1967342"/>
              <a:gd name="connsiteY2216" fmla="*/ 170866 h 442564"/>
              <a:gd name="connsiteX2217" fmla="*/ 1796975 w 1967342"/>
              <a:gd name="connsiteY2217" fmla="*/ 164937 h 442564"/>
              <a:gd name="connsiteX2218" fmla="*/ 1801157 w 1967342"/>
              <a:gd name="connsiteY2218" fmla="*/ 162200 h 442564"/>
              <a:gd name="connsiteX2219" fmla="*/ 1811344 w 1967342"/>
              <a:gd name="connsiteY2219" fmla="*/ 145323 h 442564"/>
              <a:gd name="connsiteX2220" fmla="*/ 1814232 w 1967342"/>
              <a:gd name="connsiteY2220" fmla="*/ 145323 h 442564"/>
              <a:gd name="connsiteX2221" fmla="*/ 1816285 w 1967342"/>
              <a:gd name="connsiteY2221" fmla="*/ 158398 h 442564"/>
              <a:gd name="connsiteX2222" fmla="*/ 1816481 w 1967342"/>
              <a:gd name="connsiteY2222" fmla="*/ 159748 h 442564"/>
              <a:gd name="connsiteX2223" fmla="*/ 1820770 w 1967342"/>
              <a:gd name="connsiteY2223" fmla="*/ 161743 h 442564"/>
              <a:gd name="connsiteX2224" fmla="*/ 1829512 w 1967342"/>
              <a:gd name="connsiteY2224" fmla="*/ 158323 h 442564"/>
              <a:gd name="connsiteX2225" fmla="*/ 1832477 w 1967342"/>
              <a:gd name="connsiteY2225" fmla="*/ 155358 h 442564"/>
              <a:gd name="connsiteX2226" fmla="*/ 1830196 w 1967342"/>
              <a:gd name="connsiteY2226" fmla="*/ 149277 h 442564"/>
              <a:gd name="connsiteX2227" fmla="*/ 1828676 w 1967342"/>
              <a:gd name="connsiteY2227" fmla="*/ 140458 h 442564"/>
              <a:gd name="connsiteX2228" fmla="*/ 1830045 w 1967342"/>
              <a:gd name="connsiteY2228" fmla="*/ 122365 h 442564"/>
              <a:gd name="connsiteX2229" fmla="*/ 1828752 w 1967342"/>
              <a:gd name="connsiteY2229" fmla="*/ 103208 h 442564"/>
              <a:gd name="connsiteX2230" fmla="*/ 1827004 w 1967342"/>
              <a:gd name="connsiteY2230" fmla="*/ 92261 h 442564"/>
              <a:gd name="connsiteX2231" fmla="*/ 1830653 w 1967342"/>
              <a:gd name="connsiteY2231" fmla="*/ 85951 h 442564"/>
              <a:gd name="connsiteX2232" fmla="*/ 1835898 w 1967342"/>
              <a:gd name="connsiteY2232" fmla="*/ 85951 h 442564"/>
              <a:gd name="connsiteX2233" fmla="*/ 1838559 w 1967342"/>
              <a:gd name="connsiteY2233" fmla="*/ 84202 h 442564"/>
              <a:gd name="connsiteX2234" fmla="*/ 1840840 w 1967342"/>
              <a:gd name="connsiteY2234" fmla="*/ 87624 h 442564"/>
              <a:gd name="connsiteX2235" fmla="*/ 1841752 w 1967342"/>
              <a:gd name="connsiteY2235" fmla="*/ 93857 h 442564"/>
              <a:gd name="connsiteX2236" fmla="*/ 1842436 w 1967342"/>
              <a:gd name="connsiteY2236" fmla="*/ 101459 h 442564"/>
              <a:gd name="connsiteX2237" fmla="*/ 1842436 w 1967342"/>
              <a:gd name="connsiteY2237" fmla="*/ 106249 h 442564"/>
              <a:gd name="connsiteX2238" fmla="*/ 1842436 w 1967342"/>
              <a:gd name="connsiteY2238" fmla="*/ 111494 h 442564"/>
              <a:gd name="connsiteX2239" fmla="*/ 1842436 w 1967342"/>
              <a:gd name="connsiteY2239" fmla="*/ 118108 h 442564"/>
              <a:gd name="connsiteX2240" fmla="*/ 1843196 w 1967342"/>
              <a:gd name="connsiteY2240" fmla="*/ 131031 h 442564"/>
              <a:gd name="connsiteX2241" fmla="*/ 1844869 w 1967342"/>
              <a:gd name="connsiteY2241" fmla="*/ 139698 h 442564"/>
              <a:gd name="connsiteX2242" fmla="*/ 1844869 w 1967342"/>
              <a:gd name="connsiteY2242" fmla="*/ 146084 h 442564"/>
              <a:gd name="connsiteX2243" fmla="*/ 1842284 w 1967342"/>
              <a:gd name="connsiteY2243" fmla="*/ 153686 h 442564"/>
              <a:gd name="connsiteX2244" fmla="*/ 1845933 w 1967342"/>
              <a:gd name="connsiteY2244" fmla="*/ 157410 h 442564"/>
              <a:gd name="connsiteX2245" fmla="*/ 1853154 w 1967342"/>
              <a:gd name="connsiteY2245" fmla="*/ 155434 h 442564"/>
              <a:gd name="connsiteX2246" fmla="*/ 1859388 w 1967342"/>
              <a:gd name="connsiteY2246" fmla="*/ 155054 h 442564"/>
              <a:gd name="connsiteX2247" fmla="*/ 1869575 w 1967342"/>
              <a:gd name="connsiteY2247" fmla="*/ 153229 h 442564"/>
              <a:gd name="connsiteX2248" fmla="*/ 1875125 w 1967342"/>
              <a:gd name="connsiteY2248" fmla="*/ 151329 h 442564"/>
              <a:gd name="connsiteX2249" fmla="*/ 1879458 w 1967342"/>
              <a:gd name="connsiteY2249" fmla="*/ 148440 h 442564"/>
              <a:gd name="connsiteX2250" fmla="*/ 1880066 w 1967342"/>
              <a:gd name="connsiteY2250" fmla="*/ 145171 h 442564"/>
              <a:gd name="connsiteX2251" fmla="*/ 1873984 w 1967342"/>
              <a:gd name="connsiteY2251" fmla="*/ 144563 h 442564"/>
              <a:gd name="connsiteX2252" fmla="*/ 1868435 w 1967342"/>
              <a:gd name="connsiteY2252" fmla="*/ 146843 h 442564"/>
              <a:gd name="connsiteX2253" fmla="*/ 1866839 w 1967342"/>
              <a:gd name="connsiteY2253" fmla="*/ 141751 h 442564"/>
              <a:gd name="connsiteX2254" fmla="*/ 1863494 w 1967342"/>
              <a:gd name="connsiteY2254" fmla="*/ 137569 h 442564"/>
              <a:gd name="connsiteX2255" fmla="*/ 1861289 w 1967342"/>
              <a:gd name="connsiteY2255" fmla="*/ 143803 h 442564"/>
              <a:gd name="connsiteX2256" fmla="*/ 1858628 w 1967342"/>
              <a:gd name="connsiteY2256" fmla="*/ 147528 h 442564"/>
              <a:gd name="connsiteX2257" fmla="*/ 1854904 w 1967342"/>
              <a:gd name="connsiteY2257" fmla="*/ 149504 h 442564"/>
              <a:gd name="connsiteX2258" fmla="*/ 1851102 w 1967342"/>
              <a:gd name="connsiteY2258" fmla="*/ 142359 h 442564"/>
              <a:gd name="connsiteX2259" fmla="*/ 1851635 w 1967342"/>
              <a:gd name="connsiteY2259" fmla="*/ 127610 h 442564"/>
              <a:gd name="connsiteX2260" fmla="*/ 1849962 w 1967342"/>
              <a:gd name="connsiteY2260" fmla="*/ 117576 h 442564"/>
              <a:gd name="connsiteX2261" fmla="*/ 1849962 w 1967342"/>
              <a:gd name="connsiteY2261" fmla="*/ 103360 h 442564"/>
              <a:gd name="connsiteX2262" fmla="*/ 1848898 w 1967342"/>
              <a:gd name="connsiteY2262" fmla="*/ 98571 h 442564"/>
              <a:gd name="connsiteX2263" fmla="*/ 1851787 w 1967342"/>
              <a:gd name="connsiteY2263" fmla="*/ 91653 h 442564"/>
              <a:gd name="connsiteX2264" fmla="*/ 1856652 w 1967342"/>
              <a:gd name="connsiteY2264" fmla="*/ 88916 h 442564"/>
              <a:gd name="connsiteX2265" fmla="*/ 1859008 w 1967342"/>
              <a:gd name="connsiteY2265" fmla="*/ 96518 h 442564"/>
              <a:gd name="connsiteX2266" fmla="*/ 1860605 w 1967342"/>
              <a:gd name="connsiteY2266" fmla="*/ 101308 h 442564"/>
              <a:gd name="connsiteX2267" fmla="*/ 1862886 w 1967342"/>
              <a:gd name="connsiteY2267" fmla="*/ 117347 h 442564"/>
              <a:gd name="connsiteX2268" fmla="*/ 1865014 w 1967342"/>
              <a:gd name="connsiteY2268" fmla="*/ 121073 h 442564"/>
              <a:gd name="connsiteX2269" fmla="*/ 1873301 w 1967342"/>
              <a:gd name="connsiteY2269" fmla="*/ 121073 h 442564"/>
              <a:gd name="connsiteX2270" fmla="*/ 1876418 w 1967342"/>
              <a:gd name="connsiteY2270" fmla="*/ 125026 h 442564"/>
              <a:gd name="connsiteX2271" fmla="*/ 1884020 w 1967342"/>
              <a:gd name="connsiteY2271" fmla="*/ 117955 h 442564"/>
              <a:gd name="connsiteX2272" fmla="*/ 1879990 w 1967342"/>
              <a:gd name="connsiteY2272" fmla="*/ 108377 h 442564"/>
              <a:gd name="connsiteX2273" fmla="*/ 1873301 w 1967342"/>
              <a:gd name="connsiteY2273" fmla="*/ 110962 h 442564"/>
              <a:gd name="connsiteX2274" fmla="*/ 1868587 w 1967342"/>
              <a:gd name="connsiteY2274" fmla="*/ 113167 h 442564"/>
              <a:gd name="connsiteX2275" fmla="*/ 1868587 w 1967342"/>
              <a:gd name="connsiteY2275" fmla="*/ 103664 h 442564"/>
              <a:gd name="connsiteX2276" fmla="*/ 1871476 w 1967342"/>
              <a:gd name="connsiteY2276" fmla="*/ 96062 h 442564"/>
              <a:gd name="connsiteX2277" fmla="*/ 1868283 w 1967342"/>
              <a:gd name="connsiteY2277" fmla="*/ 87624 h 442564"/>
              <a:gd name="connsiteX2278" fmla="*/ 1873604 w 1967342"/>
              <a:gd name="connsiteY2278" fmla="*/ 82302 h 442564"/>
              <a:gd name="connsiteX2279" fmla="*/ 1879459 w 1967342"/>
              <a:gd name="connsiteY2279" fmla="*/ 87091 h 442564"/>
              <a:gd name="connsiteX2280" fmla="*/ 1886528 w 1967342"/>
              <a:gd name="connsiteY2280" fmla="*/ 77741 h 442564"/>
              <a:gd name="connsiteX2281" fmla="*/ 1891774 w 1967342"/>
              <a:gd name="connsiteY2281" fmla="*/ 68010 h 442564"/>
              <a:gd name="connsiteX2282" fmla="*/ 1896031 w 1967342"/>
              <a:gd name="connsiteY2282" fmla="*/ 68010 h 442564"/>
              <a:gd name="connsiteX2283" fmla="*/ 1900288 w 1967342"/>
              <a:gd name="connsiteY2283" fmla="*/ 67098 h 442564"/>
              <a:gd name="connsiteX2284" fmla="*/ 244237 w 1967342"/>
              <a:gd name="connsiteY2284" fmla="*/ 61103 h 442564"/>
              <a:gd name="connsiteX2285" fmla="*/ 124205 w 1967342"/>
              <a:gd name="connsiteY2285" fmla="*/ 91758 h 442564"/>
              <a:gd name="connsiteX2286" fmla="*/ 124183 w 1967342"/>
              <a:gd name="connsiteY2286" fmla="*/ 91758 h 442564"/>
              <a:gd name="connsiteX2287" fmla="*/ 59421 w 1967342"/>
              <a:gd name="connsiteY2287" fmla="*/ 221326 h 442564"/>
              <a:gd name="connsiteX2288" fmla="*/ 61274 w 1967342"/>
              <a:gd name="connsiteY2288" fmla="*/ 245966 h 442564"/>
              <a:gd name="connsiteX2289" fmla="*/ 61645 w 1967342"/>
              <a:gd name="connsiteY2289" fmla="*/ 247972 h 442564"/>
              <a:gd name="connsiteX2290" fmla="*/ 63389 w 1967342"/>
              <a:gd name="connsiteY2290" fmla="*/ 256956 h 442564"/>
              <a:gd name="connsiteX2291" fmla="*/ 66660 w 1967342"/>
              <a:gd name="connsiteY2291" fmla="*/ 269363 h 442564"/>
              <a:gd name="connsiteX2292" fmla="*/ 71414 w 1967342"/>
              <a:gd name="connsiteY2292" fmla="*/ 282447 h 442564"/>
              <a:gd name="connsiteX2293" fmla="*/ 72111 w 1967342"/>
              <a:gd name="connsiteY2293" fmla="*/ 284191 h 442564"/>
              <a:gd name="connsiteX2294" fmla="*/ 91387 w 1967342"/>
              <a:gd name="connsiteY2294" fmla="*/ 317990 h 442564"/>
              <a:gd name="connsiteX2295" fmla="*/ 91496 w 1967342"/>
              <a:gd name="connsiteY2295" fmla="*/ 318120 h 442564"/>
              <a:gd name="connsiteX2296" fmla="*/ 91660 w 1967342"/>
              <a:gd name="connsiteY2296" fmla="*/ 318341 h 442564"/>
              <a:gd name="connsiteX2297" fmla="*/ 139607 w 1967342"/>
              <a:gd name="connsiteY2297" fmla="*/ 361148 h 442564"/>
              <a:gd name="connsiteX2298" fmla="*/ 173817 w 1967342"/>
              <a:gd name="connsiteY2298" fmla="*/ 373050 h 442564"/>
              <a:gd name="connsiteX2299" fmla="*/ 171239 w 1967342"/>
              <a:gd name="connsiteY2299" fmla="*/ 368927 h 442564"/>
              <a:gd name="connsiteX2300" fmla="*/ 165155 w 1967342"/>
              <a:gd name="connsiteY2300" fmla="*/ 366747 h 442564"/>
              <a:gd name="connsiteX2301" fmla="*/ 164219 w 1967342"/>
              <a:gd name="connsiteY2301" fmla="*/ 365887 h 442564"/>
              <a:gd name="connsiteX2302" fmla="*/ 173550 w 1967342"/>
              <a:gd name="connsiteY2302" fmla="*/ 367466 h 442564"/>
              <a:gd name="connsiteX2303" fmla="*/ 178345 w 1967342"/>
              <a:gd name="connsiteY2303" fmla="*/ 372926 h 442564"/>
              <a:gd name="connsiteX2304" fmla="*/ 178973 w 1967342"/>
              <a:gd name="connsiteY2304" fmla="*/ 374845 h 442564"/>
              <a:gd name="connsiteX2305" fmla="*/ 188163 w 1967342"/>
              <a:gd name="connsiteY2305" fmla="*/ 378042 h 442564"/>
              <a:gd name="connsiteX2306" fmla="*/ 190646 w 1967342"/>
              <a:gd name="connsiteY2306" fmla="*/ 378042 h 442564"/>
              <a:gd name="connsiteX2307" fmla="*/ 190600 w 1967342"/>
              <a:gd name="connsiteY2307" fmla="*/ 378890 h 442564"/>
              <a:gd name="connsiteX2308" fmla="*/ 198212 w 1967342"/>
              <a:gd name="connsiteY2308" fmla="*/ 381538 h 442564"/>
              <a:gd name="connsiteX2309" fmla="*/ 224320 w 1967342"/>
              <a:gd name="connsiteY2309" fmla="*/ 380244 h 442564"/>
              <a:gd name="connsiteX2310" fmla="*/ 224706 w 1967342"/>
              <a:gd name="connsiteY2310" fmla="*/ 379831 h 442564"/>
              <a:gd name="connsiteX2311" fmla="*/ 222525 w 1967342"/>
              <a:gd name="connsiteY2311" fmla="*/ 379831 h 442564"/>
              <a:gd name="connsiteX2312" fmla="*/ 223376 w 1967342"/>
              <a:gd name="connsiteY2312" fmla="*/ 379264 h 442564"/>
              <a:gd name="connsiteX2313" fmla="*/ 219625 w 1967342"/>
              <a:gd name="connsiteY2313" fmla="*/ 379264 h 442564"/>
              <a:gd name="connsiteX2314" fmla="*/ 220388 w 1967342"/>
              <a:gd name="connsiteY2314" fmla="*/ 378675 h 442564"/>
              <a:gd name="connsiteX2315" fmla="*/ 212691 w 1967342"/>
              <a:gd name="connsiteY2315" fmla="*/ 378675 h 442564"/>
              <a:gd name="connsiteX2316" fmla="*/ 208330 w 1967342"/>
              <a:gd name="connsiteY2316" fmla="*/ 368775 h 442564"/>
              <a:gd name="connsiteX2317" fmla="*/ 197209 w 1967342"/>
              <a:gd name="connsiteY2317" fmla="*/ 368317 h 442564"/>
              <a:gd name="connsiteX2318" fmla="*/ 191649 w 1967342"/>
              <a:gd name="connsiteY2318" fmla="*/ 376821 h 442564"/>
              <a:gd name="connsiteX2319" fmla="*/ 190667 w 1967342"/>
              <a:gd name="connsiteY2319" fmla="*/ 376516 h 442564"/>
              <a:gd name="connsiteX2320" fmla="*/ 193110 w 1967342"/>
              <a:gd name="connsiteY2320" fmla="*/ 369495 h 442564"/>
              <a:gd name="connsiteX2321" fmla="*/ 202442 w 1967342"/>
              <a:gd name="connsiteY2321" fmla="*/ 365744 h 442564"/>
              <a:gd name="connsiteX2322" fmla="*/ 215526 w 1967342"/>
              <a:gd name="connsiteY2322" fmla="*/ 369168 h 442564"/>
              <a:gd name="connsiteX2323" fmla="*/ 218033 w 1967342"/>
              <a:gd name="connsiteY2323" fmla="*/ 377628 h 442564"/>
              <a:gd name="connsiteX2324" fmla="*/ 226755 w 1967342"/>
              <a:gd name="connsiteY2324" fmla="*/ 377410 h 442564"/>
              <a:gd name="connsiteX2325" fmla="*/ 230026 w 1967342"/>
              <a:gd name="connsiteY2325" fmla="*/ 369495 h 442564"/>
              <a:gd name="connsiteX2326" fmla="*/ 239359 w 1967342"/>
              <a:gd name="connsiteY2326" fmla="*/ 365744 h 442564"/>
              <a:gd name="connsiteX2327" fmla="*/ 252442 w 1967342"/>
              <a:gd name="connsiteY2327" fmla="*/ 369168 h 442564"/>
              <a:gd name="connsiteX2328" fmla="*/ 254950 w 1967342"/>
              <a:gd name="connsiteY2328" fmla="*/ 377628 h 442564"/>
              <a:gd name="connsiteX2329" fmla="*/ 262340 w 1967342"/>
              <a:gd name="connsiteY2329" fmla="*/ 377443 h 442564"/>
              <a:gd name="connsiteX2330" fmla="*/ 263904 w 1967342"/>
              <a:gd name="connsiteY2330" fmla="*/ 376700 h 442564"/>
              <a:gd name="connsiteX2331" fmla="*/ 264997 w 1967342"/>
              <a:gd name="connsiteY2331" fmla="*/ 373352 h 442564"/>
              <a:gd name="connsiteX2332" fmla="*/ 268709 w 1967342"/>
              <a:gd name="connsiteY2332" fmla="*/ 367380 h 442564"/>
              <a:gd name="connsiteX2333" fmla="*/ 277846 w 1967342"/>
              <a:gd name="connsiteY2333" fmla="*/ 365308 h 442564"/>
              <a:gd name="connsiteX2334" fmla="*/ 277846 w 1967342"/>
              <a:gd name="connsiteY2334" fmla="*/ 368535 h 442564"/>
              <a:gd name="connsiteX2335" fmla="*/ 268775 w 1967342"/>
              <a:gd name="connsiteY2335" fmla="*/ 369844 h 442564"/>
              <a:gd name="connsiteX2336" fmla="*/ 266000 w 1967342"/>
              <a:gd name="connsiteY2336" fmla="*/ 375704 h 442564"/>
              <a:gd name="connsiteX2337" fmla="*/ 318243 w 1967342"/>
              <a:gd name="connsiteY2337" fmla="*/ 350883 h 442564"/>
              <a:gd name="connsiteX2338" fmla="*/ 350787 w 1967342"/>
              <a:gd name="connsiteY2338" fmla="*/ 124302 h 442564"/>
              <a:gd name="connsiteX2339" fmla="*/ 244237 w 1967342"/>
              <a:gd name="connsiteY2339" fmla="*/ 61103 h 442564"/>
              <a:gd name="connsiteX2340" fmla="*/ 143263 w 1967342"/>
              <a:gd name="connsiteY2340" fmla="*/ 58635 h 442564"/>
              <a:gd name="connsiteX2341" fmla="*/ 142587 w 1967342"/>
              <a:gd name="connsiteY2341" fmla="*/ 59202 h 442564"/>
              <a:gd name="connsiteX2342" fmla="*/ 141584 w 1967342"/>
              <a:gd name="connsiteY2342" fmla="*/ 59442 h 442564"/>
              <a:gd name="connsiteX2343" fmla="*/ 140646 w 1967342"/>
              <a:gd name="connsiteY2343" fmla="*/ 59878 h 442564"/>
              <a:gd name="connsiteX2344" fmla="*/ 139512 w 1967342"/>
              <a:gd name="connsiteY2344" fmla="*/ 59878 h 442564"/>
              <a:gd name="connsiteX2345" fmla="*/ 138553 w 1967342"/>
              <a:gd name="connsiteY2345" fmla="*/ 60183 h 442564"/>
              <a:gd name="connsiteX2346" fmla="*/ 138487 w 1967342"/>
              <a:gd name="connsiteY2346" fmla="*/ 60096 h 442564"/>
              <a:gd name="connsiteX2347" fmla="*/ 138945 w 1967342"/>
              <a:gd name="connsiteY2347" fmla="*/ 61579 h 442564"/>
              <a:gd name="connsiteX2348" fmla="*/ 139338 w 1967342"/>
              <a:gd name="connsiteY2348" fmla="*/ 62408 h 442564"/>
              <a:gd name="connsiteX2349" fmla="*/ 140428 w 1967342"/>
              <a:gd name="connsiteY2349" fmla="*/ 63454 h 442564"/>
              <a:gd name="connsiteX2350" fmla="*/ 141671 w 1967342"/>
              <a:gd name="connsiteY2350" fmla="*/ 64239 h 442564"/>
              <a:gd name="connsiteX2351" fmla="*/ 143154 w 1967342"/>
              <a:gd name="connsiteY2351" fmla="*/ 65111 h 442564"/>
              <a:gd name="connsiteX2352" fmla="*/ 143786 w 1967342"/>
              <a:gd name="connsiteY2352" fmla="*/ 66049 h 442564"/>
              <a:gd name="connsiteX2353" fmla="*/ 144898 w 1967342"/>
              <a:gd name="connsiteY2353" fmla="*/ 66376 h 442564"/>
              <a:gd name="connsiteX2354" fmla="*/ 145530 w 1967342"/>
              <a:gd name="connsiteY2354" fmla="*/ 65417 h 442564"/>
              <a:gd name="connsiteX2355" fmla="*/ 146359 w 1967342"/>
              <a:gd name="connsiteY2355" fmla="*/ 64893 h 442564"/>
              <a:gd name="connsiteX2356" fmla="*/ 147100 w 1967342"/>
              <a:gd name="connsiteY2356" fmla="*/ 63912 h 442564"/>
              <a:gd name="connsiteX2357" fmla="*/ 147275 w 1967342"/>
              <a:gd name="connsiteY2357" fmla="*/ 62909 h 442564"/>
              <a:gd name="connsiteX2358" fmla="*/ 147166 w 1967342"/>
              <a:gd name="connsiteY2358" fmla="*/ 61623 h 442564"/>
              <a:gd name="connsiteX2359" fmla="*/ 147297 w 1967342"/>
              <a:gd name="connsiteY2359" fmla="*/ 60445 h 442564"/>
              <a:gd name="connsiteX2360" fmla="*/ 146839 w 1967342"/>
              <a:gd name="connsiteY2360" fmla="*/ 59529 h 442564"/>
              <a:gd name="connsiteX2361" fmla="*/ 145945 w 1967342"/>
              <a:gd name="connsiteY2361" fmla="*/ 59115 h 442564"/>
              <a:gd name="connsiteX2362" fmla="*/ 143263 w 1967342"/>
              <a:gd name="connsiteY2362" fmla="*/ 58635 h 442564"/>
              <a:gd name="connsiteX2363" fmla="*/ 131706 w 1967342"/>
              <a:gd name="connsiteY2363" fmla="*/ 55692 h 442564"/>
              <a:gd name="connsiteX2364" fmla="*/ 131902 w 1967342"/>
              <a:gd name="connsiteY2364" fmla="*/ 56739 h 442564"/>
              <a:gd name="connsiteX2365" fmla="*/ 131466 w 1967342"/>
              <a:gd name="connsiteY2365" fmla="*/ 58156 h 442564"/>
              <a:gd name="connsiteX2366" fmla="*/ 130855 w 1967342"/>
              <a:gd name="connsiteY2366" fmla="*/ 59726 h 442564"/>
              <a:gd name="connsiteX2367" fmla="*/ 129852 w 1967342"/>
              <a:gd name="connsiteY2367" fmla="*/ 60817 h 442564"/>
              <a:gd name="connsiteX2368" fmla="*/ 128762 w 1967342"/>
              <a:gd name="connsiteY2368" fmla="*/ 60555 h 442564"/>
              <a:gd name="connsiteX2369" fmla="*/ 128762 w 1967342"/>
              <a:gd name="connsiteY2369" fmla="*/ 59443 h 442564"/>
              <a:gd name="connsiteX2370" fmla="*/ 129939 w 1967342"/>
              <a:gd name="connsiteY2370" fmla="*/ 57808 h 442564"/>
              <a:gd name="connsiteX2371" fmla="*/ 130310 w 1967342"/>
              <a:gd name="connsiteY2371" fmla="*/ 57044 h 442564"/>
              <a:gd name="connsiteX2372" fmla="*/ 130964 w 1967342"/>
              <a:gd name="connsiteY2372" fmla="*/ 56281 h 442564"/>
              <a:gd name="connsiteX2373" fmla="*/ 131706 w 1967342"/>
              <a:gd name="connsiteY2373" fmla="*/ 55692 h 442564"/>
              <a:gd name="connsiteX2374" fmla="*/ 133581 w 1967342"/>
              <a:gd name="connsiteY2374" fmla="*/ 49651 h 442564"/>
              <a:gd name="connsiteX2375" fmla="*/ 132512 w 1967342"/>
              <a:gd name="connsiteY2375" fmla="*/ 50240 h 442564"/>
              <a:gd name="connsiteX2376" fmla="*/ 131379 w 1967342"/>
              <a:gd name="connsiteY2376" fmla="*/ 50436 h 442564"/>
              <a:gd name="connsiteX2377" fmla="*/ 130877 w 1967342"/>
              <a:gd name="connsiteY2377" fmla="*/ 51003 h 442564"/>
              <a:gd name="connsiteX2378" fmla="*/ 130528 w 1967342"/>
              <a:gd name="connsiteY2378" fmla="*/ 51614 h 442564"/>
              <a:gd name="connsiteX2379" fmla="*/ 130157 w 1967342"/>
              <a:gd name="connsiteY2379" fmla="*/ 52377 h 442564"/>
              <a:gd name="connsiteX2380" fmla="*/ 129372 w 1967342"/>
              <a:gd name="connsiteY2380" fmla="*/ 53424 h 442564"/>
              <a:gd name="connsiteX2381" fmla="*/ 128718 w 1967342"/>
              <a:gd name="connsiteY2381" fmla="*/ 54100 h 442564"/>
              <a:gd name="connsiteX2382" fmla="*/ 127955 w 1967342"/>
              <a:gd name="connsiteY2382" fmla="*/ 55059 h 442564"/>
              <a:gd name="connsiteX2383" fmla="*/ 126821 w 1967342"/>
              <a:gd name="connsiteY2383" fmla="*/ 56237 h 442564"/>
              <a:gd name="connsiteX2384" fmla="*/ 125317 w 1967342"/>
              <a:gd name="connsiteY2384" fmla="*/ 57850 h 442564"/>
              <a:gd name="connsiteX2385" fmla="*/ 124575 w 1967342"/>
              <a:gd name="connsiteY2385" fmla="*/ 57567 h 442564"/>
              <a:gd name="connsiteX2386" fmla="*/ 123420 w 1967342"/>
              <a:gd name="connsiteY2386" fmla="*/ 57567 h 442564"/>
              <a:gd name="connsiteX2387" fmla="*/ 122678 w 1967342"/>
              <a:gd name="connsiteY2387" fmla="*/ 58592 h 442564"/>
              <a:gd name="connsiteX2388" fmla="*/ 122809 w 1967342"/>
              <a:gd name="connsiteY2388" fmla="*/ 61143 h 442564"/>
              <a:gd name="connsiteX2389" fmla="*/ 123943 w 1967342"/>
              <a:gd name="connsiteY2389" fmla="*/ 62822 h 442564"/>
              <a:gd name="connsiteX2390" fmla="*/ 125251 w 1967342"/>
              <a:gd name="connsiteY2390" fmla="*/ 64348 h 442564"/>
              <a:gd name="connsiteX2391" fmla="*/ 126320 w 1967342"/>
              <a:gd name="connsiteY2391" fmla="*/ 65482 h 442564"/>
              <a:gd name="connsiteX2392" fmla="*/ 126974 w 1967342"/>
              <a:gd name="connsiteY2392" fmla="*/ 66333 h 442564"/>
              <a:gd name="connsiteX2393" fmla="*/ 127454 w 1967342"/>
              <a:gd name="connsiteY2393" fmla="*/ 66660 h 442564"/>
              <a:gd name="connsiteX2394" fmla="*/ 128217 w 1967342"/>
              <a:gd name="connsiteY2394" fmla="*/ 67379 h 442564"/>
              <a:gd name="connsiteX2395" fmla="*/ 128849 w 1967342"/>
              <a:gd name="connsiteY2395" fmla="*/ 67510 h 442564"/>
              <a:gd name="connsiteX2396" fmla="*/ 130092 w 1967342"/>
              <a:gd name="connsiteY2396" fmla="*/ 66921 h 442564"/>
              <a:gd name="connsiteX2397" fmla="*/ 130724 w 1967342"/>
              <a:gd name="connsiteY2397" fmla="*/ 66354 h 442564"/>
              <a:gd name="connsiteX2398" fmla="*/ 131815 w 1967342"/>
              <a:gd name="connsiteY2398" fmla="*/ 66049 h 442564"/>
              <a:gd name="connsiteX2399" fmla="*/ 132469 w 1967342"/>
              <a:gd name="connsiteY2399" fmla="*/ 66442 h 442564"/>
              <a:gd name="connsiteX2400" fmla="*/ 133297 w 1967342"/>
              <a:gd name="connsiteY2400" fmla="*/ 68273 h 442564"/>
              <a:gd name="connsiteX2401" fmla="*/ 134061 w 1967342"/>
              <a:gd name="connsiteY2401" fmla="*/ 69560 h 442564"/>
              <a:gd name="connsiteX2402" fmla="*/ 134606 w 1967342"/>
              <a:gd name="connsiteY2402" fmla="*/ 70497 h 442564"/>
              <a:gd name="connsiteX2403" fmla="*/ 134235 w 1967342"/>
              <a:gd name="connsiteY2403" fmla="*/ 72482 h 442564"/>
              <a:gd name="connsiteX2404" fmla="*/ 132512 w 1967342"/>
              <a:gd name="connsiteY2404" fmla="*/ 72852 h 442564"/>
              <a:gd name="connsiteX2405" fmla="*/ 131793 w 1967342"/>
              <a:gd name="connsiteY2405" fmla="*/ 73834 h 442564"/>
              <a:gd name="connsiteX2406" fmla="*/ 134235 w 1967342"/>
              <a:gd name="connsiteY2406" fmla="*/ 74466 h 442564"/>
              <a:gd name="connsiteX2407" fmla="*/ 135369 w 1967342"/>
              <a:gd name="connsiteY2407" fmla="*/ 75164 h 442564"/>
              <a:gd name="connsiteX2408" fmla="*/ 136655 w 1967342"/>
              <a:gd name="connsiteY2408" fmla="*/ 75033 h 442564"/>
              <a:gd name="connsiteX2409" fmla="*/ 137528 w 1967342"/>
              <a:gd name="connsiteY2409" fmla="*/ 75142 h 442564"/>
              <a:gd name="connsiteX2410" fmla="*/ 138465 w 1967342"/>
              <a:gd name="connsiteY2410" fmla="*/ 75033 h 442564"/>
              <a:gd name="connsiteX2411" fmla="*/ 139141 w 1967342"/>
              <a:gd name="connsiteY2411" fmla="*/ 75033 h 442564"/>
              <a:gd name="connsiteX2412" fmla="*/ 139883 w 1967342"/>
              <a:gd name="connsiteY2412" fmla="*/ 73834 h 442564"/>
              <a:gd name="connsiteX2413" fmla="*/ 140341 w 1967342"/>
              <a:gd name="connsiteY2413" fmla="*/ 72002 h 442564"/>
              <a:gd name="connsiteX2414" fmla="*/ 140450 w 1967342"/>
              <a:gd name="connsiteY2414" fmla="*/ 69821 h 442564"/>
              <a:gd name="connsiteX2415" fmla="*/ 137026 w 1967342"/>
              <a:gd name="connsiteY2415" fmla="*/ 64130 h 442564"/>
              <a:gd name="connsiteX2416" fmla="*/ 136067 w 1967342"/>
              <a:gd name="connsiteY2416" fmla="*/ 62975 h 442564"/>
              <a:gd name="connsiteX2417" fmla="*/ 136263 w 1967342"/>
              <a:gd name="connsiteY2417" fmla="*/ 61906 h 442564"/>
              <a:gd name="connsiteX2418" fmla="*/ 136874 w 1967342"/>
              <a:gd name="connsiteY2418" fmla="*/ 61426 h 442564"/>
              <a:gd name="connsiteX2419" fmla="*/ 137070 w 1967342"/>
              <a:gd name="connsiteY2419" fmla="*/ 59769 h 442564"/>
              <a:gd name="connsiteX2420" fmla="*/ 137070 w 1967342"/>
              <a:gd name="connsiteY2420" fmla="*/ 55059 h 442564"/>
              <a:gd name="connsiteX2421" fmla="*/ 137070 w 1967342"/>
              <a:gd name="connsiteY2421" fmla="*/ 53664 h 442564"/>
              <a:gd name="connsiteX2422" fmla="*/ 137550 w 1967342"/>
              <a:gd name="connsiteY2422" fmla="*/ 51592 h 442564"/>
              <a:gd name="connsiteX2423" fmla="*/ 136939 w 1967342"/>
              <a:gd name="connsiteY2423" fmla="*/ 50654 h 442564"/>
              <a:gd name="connsiteX2424" fmla="*/ 135761 w 1967342"/>
              <a:gd name="connsiteY2424" fmla="*/ 49651 h 442564"/>
              <a:gd name="connsiteX2425" fmla="*/ 133581 w 1967342"/>
              <a:gd name="connsiteY2425" fmla="*/ 49651 h 442564"/>
              <a:gd name="connsiteX2426" fmla="*/ 320236 w 1967342"/>
              <a:gd name="connsiteY2426" fmla="*/ 46751 h 442564"/>
              <a:gd name="connsiteX2427" fmla="*/ 319516 w 1967342"/>
              <a:gd name="connsiteY2427" fmla="*/ 46991 h 442564"/>
              <a:gd name="connsiteX2428" fmla="*/ 318775 w 1967342"/>
              <a:gd name="connsiteY2428" fmla="*/ 48452 h 442564"/>
              <a:gd name="connsiteX2429" fmla="*/ 317663 w 1967342"/>
              <a:gd name="connsiteY2429" fmla="*/ 49978 h 442564"/>
              <a:gd name="connsiteX2430" fmla="*/ 315635 w 1967342"/>
              <a:gd name="connsiteY2430" fmla="*/ 52159 h 442564"/>
              <a:gd name="connsiteX2431" fmla="*/ 312299 w 1967342"/>
              <a:gd name="connsiteY2431" fmla="*/ 51527 h 442564"/>
              <a:gd name="connsiteX2432" fmla="*/ 310620 w 1967342"/>
              <a:gd name="connsiteY2432" fmla="*/ 50502 h 442564"/>
              <a:gd name="connsiteX2433" fmla="*/ 309660 w 1967342"/>
              <a:gd name="connsiteY2433" fmla="*/ 50502 h 442564"/>
              <a:gd name="connsiteX2434" fmla="*/ 308657 w 1967342"/>
              <a:gd name="connsiteY2434" fmla="*/ 50327 h 442564"/>
              <a:gd name="connsiteX2435" fmla="*/ 307632 w 1967342"/>
              <a:gd name="connsiteY2435" fmla="*/ 50633 h 442564"/>
              <a:gd name="connsiteX2436" fmla="*/ 306651 w 1967342"/>
              <a:gd name="connsiteY2436" fmla="*/ 51483 h 442564"/>
              <a:gd name="connsiteX2437" fmla="*/ 307022 w 1967342"/>
              <a:gd name="connsiteY2437" fmla="*/ 53991 h 442564"/>
              <a:gd name="connsiteX2438" fmla="*/ 307894 w 1967342"/>
              <a:gd name="connsiteY2438" fmla="*/ 55234 h 442564"/>
              <a:gd name="connsiteX2439" fmla="*/ 308657 w 1967342"/>
              <a:gd name="connsiteY2439" fmla="*/ 55670 h 442564"/>
              <a:gd name="connsiteX2440" fmla="*/ 309573 w 1967342"/>
              <a:gd name="connsiteY2440" fmla="*/ 55910 h 442564"/>
              <a:gd name="connsiteX2441" fmla="*/ 310183 w 1967342"/>
              <a:gd name="connsiteY2441" fmla="*/ 56258 h 442564"/>
              <a:gd name="connsiteX2442" fmla="*/ 310990 w 1967342"/>
              <a:gd name="connsiteY2442" fmla="*/ 56673 h 442564"/>
              <a:gd name="connsiteX2443" fmla="*/ 310031 w 1967342"/>
              <a:gd name="connsiteY2443" fmla="*/ 57589 h 442564"/>
              <a:gd name="connsiteX2444" fmla="*/ 307000 w 1967342"/>
              <a:gd name="connsiteY2444" fmla="*/ 59377 h 442564"/>
              <a:gd name="connsiteX2445" fmla="*/ 300938 w 1967342"/>
              <a:gd name="connsiteY2445" fmla="*/ 60859 h 442564"/>
              <a:gd name="connsiteX2446" fmla="*/ 300196 w 1967342"/>
              <a:gd name="connsiteY2446" fmla="*/ 60859 h 442564"/>
              <a:gd name="connsiteX2447" fmla="*/ 298997 w 1967342"/>
              <a:gd name="connsiteY2447" fmla="*/ 61012 h 442564"/>
              <a:gd name="connsiteX2448" fmla="*/ 297384 w 1967342"/>
              <a:gd name="connsiteY2448" fmla="*/ 61012 h 442564"/>
              <a:gd name="connsiteX2449" fmla="*/ 297384 w 1967342"/>
              <a:gd name="connsiteY2449" fmla="*/ 60925 h 442564"/>
              <a:gd name="connsiteX2450" fmla="*/ 296315 w 1967342"/>
              <a:gd name="connsiteY2450" fmla="*/ 61187 h 442564"/>
              <a:gd name="connsiteX2451" fmla="*/ 296969 w 1967342"/>
              <a:gd name="connsiteY2451" fmla="*/ 61950 h 442564"/>
              <a:gd name="connsiteX2452" fmla="*/ 296969 w 1967342"/>
              <a:gd name="connsiteY2452" fmla="*/ 63214 h 442564"/>
              <a:gd name="connsiteX2453" fmla="*/ 297275 w 1967342"/>
              <a:gd name="connsiteY2453" fmla="*/ 64130 h 442564"/>
              <a:gd name="connsiteX2454" fmla="*/ 298343 w 1967342"/>
              <a:gd name="connsiteY2454" fmla="*/ 64501 h 442564"/>
              <a:gd name="connsiteX2455" fmla="*/ 300306 w 1967342"/>
              <a:gd name="connsiteY2455" fmla="*/ 65068 h 442564"/>
              <a:gd name="connsiteX2456" fmla="*/ 302770 w 1967342"/>
              <a:gd name="connsiteY2456" fmla="*/ 65068 h 442564"/>
              <a:gd name="connsiteX2457" fmla="*/ 306193 w 1967342"/>
              <a:gd name="connsiteY2457" fmla="*/ 65068 h 442564"/>
              <a:gd name="connsiteX2458" fmla="*/ 310053 w 1967342"/>
              <a:gd name="connsiteY2458" fmla="*/ 64108 h 442564"/>
              <a:gd name="connsiteX2459" fmla="*/ 313236 w 1967342"/>
              <a:gd name="connsiteY2459" fmla="*/ 62495 h 442564"/>
              <a:gd name="connsiteX2460" fmla="*/ 314457 w 1967342"/>
              <a:gd name="connsiteY2460" fmla="*/ 66071 h 442564"/>
              <a:gd name="connsiteX2461" fmla="*/ 314893 w 1967342"/>
              <a:gd name="connsiteY2461" fmla="*/ 67946 h 442564"/>
              <a:gd name="connsiteX2462" fmla="*/ 315351 w 1967342"/>
              <a:gd name="connsiteY2462" fmla="*/ 71239 h 442564"/>
              <a:gd name="connsiteX2463" fmla="*/ 315351 w 1967342"/>
              <a:gd name="connsiteY2463" fmla="*/ 74902 h 442564"/>
              <a:gd name="connsiteX2464" fmla="*/ 315962 w 1967342"/>
              <a:gd name="connsiteY2464" fmla="*/ 76210 h 442564"/>
              <a:gd name="connsiteX2465" fmla="*/ 317619 w 1967342"/>
              <a:gd name="connsiteY2465" fmla="*/ 77497 h 442564"/>
              <a:gd name="connsiteX2466" fmla="*/ 318644 w 1967342"/>
              <a:gd name="connsiteY2466" fmla="*/ 78369 h 442564"/>
              <a:gd name="connsiteX2467" fmla="*/ 319974 w 1967342"/>
              <a:gd name="connsiteY2467" fmla="*/ 79111 h 442564"/>
              <a:gd name="connsiteX2468" fmla="*/ 321195 w 1967342"/>
              <a:gd name="connsiteY2468" fmla="*/ 79917 h 442564"/>
              <a:gd name="connsiteX2469" fmla="*/ 321828 w 1967342"/>
              <a:gd name="connsiteY2469" fmla="*/ 80135 h 442564"/>
              <a:gd name="connsiteX2470" fmla="*/ 322656 w 1967342"/>
              <a:gd name="connsiteY2470" fmla="*/ 79983 h 442564"/>
              <a:gd name="connsiteX2471" fmla="*/ 324444 w 1967342"/>
              <a:gd name="connsiteY2471" fmla="*/ 79983 h 442564"/>
              <a:gd name="connsiteX2472" fmla="*/ 325077 w 1967342"/>
              <a:gd name="connsiteY2472" fmla="*/ 79154 h 442564"/>
              <a:gd name="connsiteX2473" fmla="*/ 325709 w 1967342"/>
              <a:gd name="connsiteY2473" fmla="*/ 78675 h 442564"/>
              <a:gd name="connsiteX2474" fmla="*/ 325098 w 1967342"/>
              <a:gd name="connsiteY2474" fmla="*/ 77824 h 442564"/>
              <a:gd name="connsiteX2475" fmla="*/ 323223 w 1967342"/>
              <a:gd name="connsiteY2475" fmla="*/ 75644 h 442564"/>
              <a:gd name="connsiteX2476" fmla="*/ 322569 w 1967342"/>
              <a:gd name="connsiteY2476" fmla="*/ 74357 h 442564"/>
              <a:gd name="connsiteX2477" fmla="*/ 321500 w 1967342"/>
              <a:gd name="connsiteY2477" fmla="*/ 73005 h 442564"/>
              <a:gd name="connsiteX2478" fmla="*/ 320040 w 1967342"/>
              <a:gd name="connsiteY2478" fmla="*/ 69952 h 442564"/>
              <a:gd name="connsiteX2479" fmla="*/ 319211 w 1967342"/>
              <a:gd name="connsiteY2479" fmla="*/ 65940 h 442564"/>
              <a:gd name="connsiteX2480" fmla="*/ 317902 w 1967342"/>
              <a:gd name="connsiteY2480" fmla="*/ 60838 h 442564"/>
              <a:gd name="connsiteX2481" fmla="*/ 318557 w 1967342"/>
              <a:gd name="connsiteY2481" fmla="*/ 59224 h 442564"/>
              <a:gd name="connsiteX2482" fmla="*/ 319712 w 1967342"/>
              <a:gd name="connsiteY2482" fmla="*/ 58657 h 442564"/>
              <a:gd name="connsiteX2483" fmla="*/ 322067 w 1967342"/>
              <a:gd name="connsiteY2483" fmla="*/ 59028 h 442564"/>
              <a:gd name="connsiteX2484" fmla="*/ 323419 w 1967342"/>
              <a:gd name="connsiteY2484" fmla="*/ 59595 h 442564"/>
              <a:gd name="connsiteX2485" fmla="*/ 324968 w 1967342"/>
              <a:gd name="connsiteY2485" fmla="*/ 59922 h 442564"/>
              <a:gd name="connsiteX2486" fmla="*/ 327322 w 1967342"/>
              <a:gd name="connsiteY2486" fmla="*/ 60205 h 442564"/>
              <a:gd name="connsiteX2487" fmla="*/ 328478 w 1967342"/>
              <a:gd name="connsiteY2487" fmla="*/ 60074 h 442564"/>
              <a:gd name="connsiteX2488" fmla="*/ 329154 w 1967342"/>
              <a:gd name="connsiteY2488" fmla="*/ 59791 h 442564"/>
              <a:gd name="connsiteX2489" fmla="*/ 329154 w 1967342"/>
              <a:gd name="connsiteY2489" fmla="*/ 57262 h 442564"/>
              <a:gd name="connsiteX2490" fmla="*/ 327955 w 1967342"/>
              <a:gd name="connsiteY2490" fmla="*/ 55953 h 442564"/>
              <a:gd name="connsiteX2491" fmla="*/ 326254 w 1967342"/>
              <a:gd name="connsiteY2491" fmla="*/ 54972 h 442564"/>
              <a:gd name="connsiteX2492" fmla="*/ 324684 w 1967342"/>
              <a:gd name="connsiteY2492" fmla="*/ 55103 h 442564"/>
              <a:gd name="connsiteX2493" fmla="*/ 323550 w 1967342"/>
              <a:gd name="connsiteY2493" fmla="*/ 54885 h 442564"/>
              <a:gd name="connsiteX2494" fmla="*/ 322547 w 1967342"/>
              <a:gd name="connsiteY2494" fmla="*/ 54776 h 442564"/>
              <a:gd name="connsiteX2495" fmla="*/ 321806 w 1967342"/>
              <a:gd name="connsiteY2495" fmla="*/ 54579 h 442564"/>
              <a:gd name="connsiteX2496" fmla="*/ 322373 w 1967342"/>
              <a:gd name="connsiteY2496" fmla="*/ 53664 h 442564"/>
              <a:gd name="connsiteX2497" fmla="*/ 323943 w 1967342"/>
              <a:gd name="connsiteY2497" fmla="*/ 52443 h 442564"/>
              <a:gd name="connsiteX2498" fmla="*/ 324270 w 1967342"/>
              <a:gd name="connsiteY2498" fmla="*/ 51483 h 442564"/>
              <a:gd name="connsiteX2499" fmla="*/ 324488 w 1967342"/>
              <a:gd name="connsiteY2499" fmla="*/ 50436 h 442564"/>
              <a:gd name="connsiteX2500" fmla="*/ 323834 w 1967342"/>
              <a:gd name="connsiteY2500" fmla="*/ 48670 h 442564"/>
              <a:gd name="connsiteX2501" fmla="*/ 322285 w 1967342"/>
              <a:gd name="connsiteY2501" fmla="*/ 47689 h 442564"/>
              <a:gd name="connsiteX2502" fmla="*/ 321282 w 1967342"/>
              <a:gd name="connsiteY2502" fmla="*/ 47471 h 442564"/>
              <a:gd name="connsiteX2503" fmla="*/ 320236 w 1967342"/>
              <a:gd name="connsiteY2503" fmla="*/ 46751 h 442564"/>
              <a:gd name="connsiteX2504" fmla="*/ 177541 w 1967342"/>
              <a:gd name="connsiteY2504" fmla="*/ 43371 h 442564"/>
              <a:gd name="connsiteX2505" fmla="*/ 177606 w 1967342"/>
              <a:gd name="connsiteY2505" fmla="*/ 43459 h 442564"/>
              <a:gd name="connsiteX2506" fmla="*/ 177559 w 1967342"/>
              <a:gd name="connsiteY2506" fmla="*/ 43404 h 442564"/>
              <a:gd name="connsiteX2507" fmla="*/ 125513 w 1967342"/>
              <a:gd name="connsiteY2507" fmla="*/ 39228 h 442564"/>
              <a:gd name="connsiteX2508" fmla="*/ 124401 w 1967342"/>
              <a:gd name="connsiteY2508" fmla="*/ 39512 h 442564"/>
              <a:gd name="connsiteX2509" fmla="*/ 123616 w 1967342"/>
              <a:gd name="connsiteY2509" fmla="*/ 39512 h 442564"/>
              <a:gd name="connsiteX2510" fmla="*/ 122591 w 1967342"/>
              <a:gd name="connsiteY2510" fmla="*/ 40122 h 442564"/>
              <a:gd name="connsiteX2511" fmla="*/ 121741 w 1967342"/>
              <a:gd name="connsiteY2511" fmla="*/ 40537 h 442564"/>
              <a:gd name="connsiteX2512" fmla="*/ 121217 w 1967342"/>
              <a:gd name="connsiteY2512" fmla="*/ 41191 h 442564"/>
              <a:gd name="connsiteX2513" fmla="*/ 120563 w 1967342"/>
              <a:gd name="connsiteY2513" fmla="*/ 41671 h 442564"/>
              <a:gd name="connsiteX2514" fmla="*/ 120040 w 1967342"/>
              <a:gd name="connsiteY2514" fmla="*/ 42390 h 442564"/>
              <a:gd name="connsiteX2515" fmla="*/ 118949 w 1967342"/>
              <a:gd name="connsiteY2515" fmla="*/ 43306 h 442564"/>
              <a:gd name="connsiteX2516" fmla="*/ 119102 w 1967342"/>
              <a:gd name="connsiteY2516" fmla="*/ 44135 h 442564"/>
              <a:gd name="connsiteX2517" fmla="*/ 121108 w 1967342"/>
              <a:gd name="connsiteY2517" fmla="*/ 45639 h 442564"/>
              <a:gd name="connsiteX2518" fmla="*/ 121326 w 1967342"/>
              <a:gd name="connsiteY2518" fmla="*/ 46577 h 442564"/>
              <a:gd name="connsiteX2519" fmla="*/ 121479 w 1967342"/>
              <a:gd name="connsiteY2519" fmla="*/ 47362 h 442564"/>
              <a:gd name="connsiteX2520" fmla="*/ 121719 w 1967342"/>
              <a:gd name="connsiteY2520" fmla="*/ 48125 h 442564"/>
              <a:gd name="connsiteX2521" fmla="*/ 122635 w 1967342"/>
              <a:gd name="connsiteY2521" fmla="*/ 48125 h 442564"/>
              <a:gd name="connsiteX2522" fmla="*/ 123441 w 1967342"/>
              <a:gd name="connsiteY2522" fmla="*/ 47951 h 442564"/>
              <a:gd name="connsiteX2523" fmla="*/ 123921 w 1967342"/>
              <a:gd name="connsiteY2523" fmla="*/ 48518 h 442564"/>
              <a:gd name="connsiteX2524" fmla="*/ 123311 w 1967342"/>
              <a:gd name="connsiteY2524" fmla="*/ 49651 h 442564"/>
              <a:gd name="connsiteX2525" fmla="*/ 121413 w 1967342"/>
              <a:gd name="connsiteY2525" fmla="*/ 51832 h 442564"/>
              <a:gd name="connsiteX2526" fmla="*/ 120280 w 1967342"/>
              <a:gd name="connsiteY2526" fmla="*/ 52748 h 442564"/>
              <a:gd name="connsiteX2527" fmla="*/ 117685 w 1967342"/>
              <a:gd name="connsiteY2527" fmla="*/ 55125 h 442564"/>
              <a:gd name="connsiteX2528" fmla="*/ 116704 w 1967342"/>
              <a:gd name="connsiteY2528" fmla="*/ 56280 h 442564"/>
              <a:gd name="connsiteX2529" fmla="*/ 115940 w 1967342"/>
              <a:gd name="connsiteY2529" fmla="*/ 56280 h 442564"/>
              <a:gd name="connsiteX2530" fmla="*/ 115940 w 1967342"/>
              <a:gd name="connsiteY2530" fmla="*/ 56193 h 442564"/>
              <a:gd name="connsiteX2531" fmla="*/ 114348 w 1967342"/>
              <a:gd name="connsiteY2531" fmla="*/ 58635 h 442564"/>
              <a:gd name="connsiteX2532" fmla="*/ 114588 w 1967342"/>
              <a:gd name="connsiteY2532" fmla="*/ 59486 h 442564"/>
              <a:gd name="connsiteX2533" fmla="*/ 115221 w 1967342"/>
              <a:gd name="connsiteY2533" fmla="*/ 60423 h 442564"/>
              <a:gd name="connsiteX2534" fmla="*/ 116180 w 1967342"/>
              <a:gd name="connsiteY2534" fmla="*/ 61383 h 442564"/>
              <a:gd name="connsiteX2535" fmla="*/ 117314 w 1967342"/>
              <a:gd name="connsiteY2535" fmla="*/ 60816 h 442564"/>
              <a:gd name="connsiteX2536" fmla="*/ 118143 w 1967342"/>
              <a:gd name="connsiteY2536" fmla="*/ 60816 h 442564"/>
              <a:gd name="connsiteX2537" fmla="*/ 118622 w 1967342"/>
              <a:gd name="connsiteY2537" fmla="*/ 59965 h 442564"/>
              <a:gd name="connsiteX2538" fmla="*/ 119298 w 1967342"/>
              <a:gd name="connsiteY2538" fmla="*/ 59180 h 442564"/>
              <a:gd name="connsiteX2539" fmla="*/ 120127 w 1967342"/>
              <a:gd name="connsiteY2539" fmla="*/ 58330 h 442564"/>
              <a:gd name="connsiteX2540" fmla="*/ 120716 w 1967342"/>
              <a:gd name="connsiteY2540" fmla="*/ 57938 h 442564"/>
              <a:gd name="connsiteX2541" fmla="*/ 121479 w 1967342"/>
              <a:gd name="connsiteY2541" fmla="*/ 57436 h 442564"/>
              <a:gd name="connsiteX2542" fmla="*/ 122220 w 1967342"/>
              <a:gd name="connsiteY2542" fmla="*/ 56673 h 442564"/>
              <a:gd name="connsiteX2543" fmla="*/ 122962 w 1967342"/>
              <a:gd name="connsiteY2543" fmla="*/ 56062 h 442564"/>
              <a:gd name="connsiteX2544" fmla="*/ 123790 w 1967342"/>
              <a:gd name="connsiteY2544" fmla="*/ 55255 h 442564"/>
              <a:gd name="connsiteX2545" fmla="*/ 124663 w 1967342"/>
              <a:gd name="connsiteY2545" fmla="*/ 54361 h 442564"/>
              <a:gd name="connsiteX2546" fmla="*/ 125557 w 1967342"/>
              <a:gd name="connsiteY2546" fmla="*/ 53446 h 442564"/>
              <a:gd name="connsiteX2547" fmla="*/ 128784 w 1967342"/>
              <a:gd name="connsiteY2547" fmla="*/ 50197 h 442564"/>
              <a:gd name="connsiteX2548" fmla="*/ 130005 w 1967342"/>
              <a:gd name="connsiteY2548" fmla="*/ 48539 h 442564"/>
              <a:gd name="connsiteX2549" fmla="*/ 131161 w 1967342"/>
              <a:gd name="connsiteY2549" fmla="*/ 47907 h 442564"/>
              <a:gd name="connsiteX2550" fmla="*/ 132076 w 1967342"/>
              <a:gd name="connsiteY2550" fmla="*/ 46795 h 442564"/>
              <a:gd name="connsiteX2551" fmla="*/ 133036 w 1967342"/>
              <a:gd name="connsiteY2551" fmla="*/ 45748 h 442564"/>
              <a:gd name="connsiteX2552" fmla="*/ 134213 w 1967342"/>
              <a:gd name="connsiteY2552" fmla="*/ 44832 h 442564"/>
              <a:gd name="connsiteX2553" fmla="*/ 135740 w 1967342"/>
              <a:gd name="connsiteY2553" fmla="*/ 43742 h 442564"/>
              <a:gd name="connsiteX2554" fmla="*/ 136874 w 1967342"/>
              <a:gd name="connsiteY2554" fmla="*/ 43459 h 442564"/>
              <a:gd name="connsiteX2555" fmla="*/ 137724 w 1967342"/>
              <a:gd name="connsiteY2555" fmla="*/ 40907 h 442564"/>
              <a:gd name="connsiteX2556" fmla="*/ 137179 w 1967342"/>
              <a:gd name="connsiteY2556" fmla="*/ 39883 h 442564"/>
              <a:gd name="connsiteX2557" fmla="*/ 136459 w 1967342"/>
              <a:gd name="connsiteY2557" fmla="*/ 39665 h 442564"/>
              <a:gd name="connsiteX2558" fmla="*/ 134955 w 1967342"/>
              <a:gd name="connsiteY2558" fmla="*/ 39403 h 442564"/>
              <a:gd name="connsiteX2559" fmla="*/ 133995 w 1967342"/>
              <a:gd name="connsiteY2559" fmla="*/ 39621 h 442564"/>
              <a:gd name="connsiteX2560" fmla="*/ 132992 w 1967342"/>
              <a:gd name="connsiteY2560" fmla="*/ 39774 h 442564"/>
              <a:gd name="connsiteX2561" fmla="*/ 131422 w 1967342"/>
              <a:gd name="connsiteY2561" fmla="*/ 41278 h 442564"/>
              <a:gd name="connsiteX2562" fmla="*/ 128675 w 1967342"/>
              <a:gd name="connsiteY2562" fmla="*/ 43938 h 442564"/>
              <a:gd name="connsiteX2563" fmla="*/ 128173 w 1967342"/>
              <a:gd name="connsiteY2563" fmla="*/ 43502 h 442564"/>
              <a:gd name="connsiteX2564" fmla="*/ 128173 w 1967342"/>
              <a:gd name="connsiteY2564" fmla="*/ 41322 h 442564"/>
              <a:gd name="connsiteX2565" fmla="*/ 126472 w 1967342"/>
              <a:gd name="connsiteY2565" fmla="*/ 40144 h 442564"/>
              <a:gd name="connsiteX2566" fmla="*/ 125513 w 1967342"/>
              <a:gd name="connsiteY2566" fmla="*/ 39228 h 442564"/>
              <a:gd name="connsiteX2567" fmla="*/ 194516 w 1967342"/>
              <a:gd name="connsiteY2567" fmla="*/ 33069 h 442564"/>
              <a:gd name="connsiteX2568" fmla="*/ 194876 w 1967342"/>
              <a:gd name="connsiteY2568" fmla="*/ 33451 h 442564"/>
              <a:gd name="connsiteX2569" fmla="*/ 194265 w 1967342"/>
              <a:gd name="connsiteY2569" fmla="*/ 34999 h 442564"/>
              <a:gd name="connsiteX2570" fmla="*/ 192979 w 1967342"/>
              <a:gd name="connsiteY2570" fmla="*/ 34999 h 442564"/>
              <a:gd name="connsiteX2571" fmla="*/ 192782 w 1967342"/>
              <a:gd name="connsiteY2571" fmla="*/ 34301 h 442564"/>
              <a:gd name="connsiteX2572" fmla="*/ 193022 w 1967342"/>
              <a:gd name="connsiteY2572" fmla="*/ 33516 h 442564"/>
              <a:gd name="connsiteX2573" fmla="*/ 194418 w 1967342"/>
              <a:gd name="connsiteY2573" fmla="*/ 33080 h 442564"/>
              <a:gd name="connsiteX2574" fmla="*/ 194516 w 1967342"/>
              <a:gd name="connsiteY2574" fmla="*/ 33069 h 442564"/>
              <a:gd name="connsiteX2575" fmla="*/ 198496 w 1967342"/>
              <a:gd name="connsiteY2575" fmla="*/ 31248 h 442564"/>
              <a:gd name="connsiteX2576" fmla="*/ 199238 w 1967342"/>
              <a:gd name="connsiteY2576" fmla="*/ 31401 h 442564"/>
              <a:gd name="connsiteX2577" fmla="*/ 199347 w 1967342"/>
              <a:gd name="connsiteY2577" fmla="*/ 32338 h 442564"/>
              <a:gd name="connsiteX2578" fmla="*/ 198213 w 1967342"/>
              <a:gd name="connsiteY2578" fmla="*/ 33451 h 442564"/>
              <a:gd name="connsiteX2579" fmla="*/ 197428 w 1967342"/>
              <a:gd name="connsiteY2579" fmla="*/ 32905 h 442564"/>
              <a:gd name="connsiteX2580" fmla="*/ 197428 w 1967342"/>
              <a:gd name="connsiteY2580" fmla="*/ 31772 h 442564"/>
              <a:gd name="connsiteX2581" fmla="*/ 198496 w 1967342"/>
              <a:gd name="connsiteY2581" fmla="*/ 31248 h 442564"/>
              <a:gd name="connsiteX2582" fmla="*/ 193328 w 1967342"/>
              <a:gd name="connsiteY2582" fmla="*/ 28370 h 442564"/>
              <a:gd name="connsiteX2583" fmla="*/ 194396 w 1967342"/>
              <a:gd name="connsiteY2583" fmla="*/ 29286 h 442564"/>
              <a:gd name="connsiteX2584" fmla="*/ 193153 w 1967342"/>
              <a:gd name="connsiteY2584" fmla="*/ 30834 h 442564"/>
              <a:gd name="connsiteX2585" fmla="*/ 192586 w 1967342"/>
              <a:gd name="connsiteY2585" fmla="*/ 30594 h 442564"/>
              <a:gd name="connsiteX2586" fmla="*/ 192281 w 1967342"/>
              <a:gd name="connsiteY2586" fmla="*/ 29395 h 442564"/>
              <a:gd name="connsiteX2587" fmla="*/ 193328 w 1967342"/>
              <a:gd name="connsiteY2587" fmla="*/ 28370 h 442564"/>
              <a:gd name="connsiteX2588" fmla="*/ 254601 w 1967342"/>
              <a:gd name="connsiteY2588" fmla="*/ 27475 h 442564"/>
              <a:gd name="connsiteX2589" fmla="*/ 253162 w 1967342"/>
              <a:gd name="connsiteY2589" fmla="*/ 28195 h 442564"/>
              <a:gd name="connsiteX2590" fmla="*/ 252944 w 1967342"/>
              <a:gd name="connsiteY2590" fmla="*/ 29569 h 442564"/>
              <a:gd name="connsiteX2591" fmla="*/ 252944 w 1967342"/>
              <a:gd name="connsiteY2591" fmla="*/ 31030 h 442564"/>
              <a:gd name="connsiteX2592" fmla="*/ 253467 w 1967342"/>
              <a:gd name="connsiteY2592" fmla="*/ 32992 h 442564"/>
              <a:gd name="connsiteX2593" fmla="*/ 253576 w 1967342"/>
              <a:gd name="connsiteY2593" fmla="*/ 34562 h 442564"/>
              <a:gd name="connsiteX2594" fmla="*/ 255190 w 1967342"/>
              <a:gd name="connsiteY2594" fmla="*/ 34845 h 442564"/>
              <a:gd name="connsiteX2595" fmla="*/ 256477 w 1967342"/>
              <a:gd name="connsiteY2595" fmla="*/ 34845 h 442564"/>
              <a:gd name="connsiteX2596" fmla="*/ 256477 w 1967342"/>
              <a:gd name="connsiteY2596" fmla="*/ 36045 h 442564"/>
              <a:gd name="connsiteX2597" fmla="*/ 255866 w 1967342"/>
              <a:gd name="connsiteY2597" fmla="*/ 37419 h 442564"/>
              <a:gd name="connsiteX2598" fmla="*/ 252312 w 1967342"/>
              <a:gd name="connsiteY2598" fmla="*/ 41082 h 442564"/>
              <a:gd name="connsiteX2599" fmla="*/ 248779 w 1967342"/>
              <a:gd name="connsiteY2599" fmla="*/ 41605 h 442564"/>
              <a:gd name="connsiteX2600" fmla="*/ 247558 w 1967342"/>
              <a:gd name="connsiteY2600" fmla="*/ 41605 h 442564"/>
              <a:gd name="connsiteX2601" fmla="*/ 244353 w 1967342"/>
              <a:gd name="connsiteY2601" fmla="*/ 41976 h 442564"/>
              <a:gd name="connsiteX2602" fmla="*/ 242979 w 1967342"/>
              <a:gd name="connsiteY2602" fmla="*/ 41496 h 442564"/>
              <a:gd name="connsiteX2603" fmla="*/ 240275 w 1967342"/>
              <a:gd name="connsiteY2603" fmla="*/ 42216 h 442564"/>
              <a:gd name="connsiteX2604" fmla="*/ 240035 w 1967342"/>
              <a:gd name="connsiteY2604" fmla="*/ 43742 h 442564"/>
              <a:gd name="connsiteX2605" fmla="*/ 240035 w 1967342"/>
              <a:gd name="connsiteY2605" fmla="*/ 43655 h 442564"/>
              <a:gd name="connsiteX2606" fmla="*/ 239599 w 1967342"/>
              <a:gd name="connsiteY2606" fmla="*/ 45007 h 442564"/>
              <a:gd name="connsiteX2607" fmla="*/ 241278 w 1967342"/>
              <a:gd name="connsiteY2607" fmla="*/ 47624 h 442564"/>
              <a:gd name="connsiteX2608" fmla="*/ 247536 w 1967342"/>
              <a:gd name="connsiteY2608" fmla="*/ 46882 h 442564"/>
              <a:gd name="connsiteX2609" fmla="*/ 252464 w 1967342"/>
              <a:gd name="connsiteY2609" fmla="*/ 47078 h 442564"/>
              <a:gd name="connsiteX2610" fmla="*/ 255103 w 1967342"/>
              <a:gd name="connsiteY2610" fmla="*/ 47798 h 442564"/>
              <a:gd name="connsiteX2611" fmla="*/ 257501 w 1967342"/>
              <a:gd name="connsiteY2611" fmla="*/ 48038 h 442564"/>
              <a:gd name="connsiteX2612" fmla="*/ 259965 w 1967342"/>
              <a:gd name="connsiteY2612" fmla="*/ 48452 h 442564"/>
              <a:gd name="connsiteX2613" fmla="*/ 262342 w 1967342"/>
              <a:gd name="connsiteY2613" fmla="*/ 49041 h 442564"/>
              <a:gd name="connsiteX2614" fmla="*/ 264893 w 1967342"/>
              <a:gd name="connsiteY2614" fmla="*/ 49913 h 442564"/>
              <a:gd name="connsiteX2615" fmla="*/ 266507 w 1967342"/>
              <a:gd name="connsiteY2615" fmla="*/ 50175 h 442564"/>
              <a:gd name="connsiteX2616" fmla="*/ 267990 w 1967342"/>
              <a:gd name="connsiteY2616" fmla="*/ 50829 h 442564"/>
              <a:gd name="connsiteX2617" fmla="*/ 269429 w 1967342"/>
              <a:gd name="connsiteY2617" fmla="*/ 51091 h 442564"/>
              <a:gd name="connsiteX2618" fmla="*/ 270345 w 1967342"/>
              <a:gd name="connsiteY2618" fmla="*/ 50524 h 442564"/>
              <a:gd name="connsiteX2619" fmla="*/ 270934 w 1967342"/>
              <a:gd name="connsiteY2619" fmla="*/ 49760 h 442564"/>
              <a:gd name="connsiteX2620" fmla="*/ 270934 w 1967342"/>
              <a:gd name="connsiteY2620" fmla="*/ 49193 h 442564"/>
              <a:gd name="connsiteX2621" fmla="*/ 270934 w 1967342"/>
              <a:gd name="connsiteY2621" fmla="*/ 48801 h 442564"/>
              <a:gd name="connsiteX2622" fmla="*/ 270934 w 1967342"/>
              <a:gd name="connsiteY2622" fmla="*/ 47776 h 442564"/>
              <a:gd name="connsiteX2623" fmla="*/ 269756 w 1967342"/>
              <a:gd name="connsiteY2623" fmla="*/ 46228 h 442564"/>
              <a:gd name="connsiteX2624" fmla="*/ 268797 w 1967342"/>
              <a:gd name="connsiteY2624" fmla="*/ 45334 h 442564"/>
              <a:gd name="connsiteX2625" fmla="*/ 267728 w 1967342"/>
              <a:gd name="connsiteY2625" fmla="*/ 44745 h 442564"/>
              <a:gd name="connsiteX2626" fmla="*/ 266660 w 1967342"/>
              <a:gd name="connsiteY2626" fmla="*/ 44593 h 442564"/>
              <a:gd name="connsiteX2627" fmla="*/ 265460 w 1967342"/>
              <a:gd name="connsiteY2627" fmla="*/ 44745 h 442564"/>
              <a:gd name="connsiteX2628" fmla="*/ 261230 w 1967342"/>
              <a:gd name="connsiteY2628" fmla="*/ 43808 h 442564"/>
              <a:gd name="connsiteX2629" fmla="*/ 261688 w 1967342"/>
              <a:gd name="connsiteY2629" fmla="*/ 41431 h 442564"/>
              <a:gd name="connsiteX2630" fmla="*/ 262081 w 1967342"/>
              <a:gd name="connsiteY2630" fmla="*/ 40580 h 442564"/>
              <a:gd name="connsiteX2631" fmla="*/ 262517 w 1967342"/>
              <a:gd name="connsiteY2631" fmla="*/ 39795 h 442564"/>
              <a:gd name="connsiteX2632" fmla="*/ 263040 w 1967342"/>
              <a:gd name="connsiteY2632" fmla="*/ 39054 h 442564"/>
              <a:gd name="connsiteX2633" fmla="*/ 263607 w 1967342"/>
              <a:gd name="connsiteY2633" fmla="*/ 38291 h 442564"/>
              <a:gd name="connsiteX2634" fmla="*/ 263607 w 1967342"/>
              <a:gd name="connsiteY2634" fmla="*/ 36241 h 442564"/>
              <a:gd name="connsiteX2635" fmla="*/ 266289 w 1967342"/>
              <a:gd name="connsiteY2635" fmla="*/ 35216 h 442564"/>
              <a:gd name="connsiteX2636" fmla="*/ 267619 w 1967342"/>
              <a:gd name="connsiteY2636" fmla="*/ 34736 h 442564"/>
              <a:gd name="connsiteX2637" fmla="*/ 269407 w 1967342"/>
              <a:gd name="connsiteY2637" fmla="*/ 33842 h 442564"/>
              <a:gd name="connsiteX2638" fmla="*/ 271719 w 1967342"/>
              <a:gd name="connsiteY2638" fmla="*/ 32578 h 442564"/>
              <a:gd name="connsiteX2639" fmla="*/ 271457 w 1967342"/>
              <a:gd name="connsiteY2639" fmla="*/ 31706 h 442564"/>
              <a:gd name="connsiteX2640" fmla="*/ 271457 w 1967342"/>
              <a:gd name="connsiteY2640" fmla="*/ 30506 h 442564"/>
              <a:gd name="connsiteX2641" fmla="*/ 270585 w 1967342"/>
              <a:gd name="connsiteY2641" fmla="*/ 29067 h 442564"/>
              <a:gd name="connsiteX2642" fmla="*/ 269887 w 1967342"/>
              <a:gd name="connsiteY2642" fmla="*/ 28413 h 442564"/>
              <a:gd name="connsiteX2643" fmla="*/ 268906 w 1967342"/>
              <a:gd name="connsiteY2643" fmla="*/ 28413 h 442564"/>
              <a:gd name="connsiteX2644" fmla="*/ 267794 w 1967342"/>
              <a:gd name="connsiteY2644" fmla="*/ 28282 h 442564"/>
              <a:gd name="connsiteX2645" fmla="*/ 263563 w 1967342"/>
              <a:gd name="connsiteY2645" fmla="*/ 28936 h 442564"/>
              <a:gd name="connsiteX2646" fmla="*/ 262887 w 1967342"/>
              <a:gd name="connsiteY2646" fmla="*/ 28936 h 442564"/>
              <a:gd name="connsiteX2647" fmla="*/ 261928 w 1967342"/>
              <a:gd name="connsiteY2647" fmla="*/ 28936 h 442564"/>
              <a:gd name="connsiteX2648" fmla="*/ 256607 w 1967342"/>
              <a:gd name="connsiteY2648" fmla="*/ 28522 h 442564"/>
              <a:gd name="connsiteX2649" fmla="*/ 254601 w 1967342"/>
              <a:gd name="connsiteY2649" fmla="*/ 27475 h 442564"/>
              <a:gd name="connsiteX2650" fmla="*/ 185522 w 1967342"/>
              <a:gd name="connsiteY2650" fmla="*/ 25971 h 442564"/>
              <a:gd name="connsiteX2651" fmla="*/ 183799 w 1967342"/>
              <a:gd name="connsiteY2651" fmla="*/ 26341 h 442564"/>
              <a:gd name="connsiteX2652" fmla="*/ 178086 w 1967342"/>
              <a:gd name="connsiteY2652" fmla="*/ 30136 h 442564"/>
              <a:gd name="connsiteX2653" fmla="*/ 176690 w 1967342"/>
              <a:gd name="connsiteY2653" fmla="*/ 30484 h 442564"/>
              <a:gd name="connsiteX2654" fmla="*/ 175709 w 1967342"/>
              <a:gd name="connsiteY2654" fmla="*/ 31291 h 442564"/>
              <a:gd name="connsiteX2655" fmla="*/ 175317 w 1967342"/>
              <a:gd name="connsiteY2655" fmla="*/ 32142 h 442564"/>
              <a:gd name="connsiteX2656" fmla="*/ 174706 w 1967342"/>
              <a:gd name="connsiteY2656" fmla="*/ 32643 h 442564"/>
              <a:gd name="connsiteX2657" fmla="*/ 175251 w 1967342"/>
              <a:gd name="connsiteY2657" fmla="*/ 34060 h 442564"/>
              <a:gd name="connsiteX2658" fmla="*/ 175949 w 1967342"/>
              <a:gd name="connsiteY2658" fmla="*/ 34388 h 442564"/>
              <a:gd name="connsiteX2659" fmla="*/ 176843 w 1967342"/>
              <a:gd name="connsiteY2659" fmla="*/ 35129 h 442564"/>
              <a:gd name="connsiteX2660" fmla="*/ 178129 w 1967342"/>
              <a:gd name="connsiteY2660" fmla="*/ 35412 h 442564"/>
              <a:gd name="connsiteX2661" fmla="*/ 179307 w 1967342"/>
              <a:gd name="connsiteY2661" fmla="*/ 36241 h 442564"/>
              <a:gd name="connsiteX2662" fmla="*/ 179307 w 1967342"/>
              <a:gd name="connsiteY2662" fmla="*/ 38422 h 442564"/>
              <a:gd name="connsiteX2663" fmla="*/ 178129 w 1967342"/>
              <a:gd name="connsiteY2663" fmla="*/ 39708 h 442564"/>
              <a:gd name="connsiteX2664" fmla="*/ 177148 w 1967342"/>
              <a:gd name="connsiteY2664" fmla="*/ 39708 h 442564"/>
              <a:gd name="connsiteX2665" fmla="*/ 175949 w 1967342"/>
              <a:gd name="connsiteY2665" fmla="*/ 41365 h 442564"/>
              <a:gd name="connsiteX2666" fmla="*/ 177039 w 1967342"/>
              <a:gd name="connsiteY2666" fmla="*/ 42805 h 442564"/>
              <a:gd name="connsiteX2667" fmla="*/ 177559 w 1967342"/>
              <a:gd name="connsiteY2667" fmla="*/ 43404 h 442564"/>
              <a:gd name="connsiteX2668" fmla="*/ 177933 w 1967342"/>
              <a:gd name="connsiteY2668" fmla="*/ 44113 h 442564"/>
              <a:gd name="connsiteX2669" fmla="*/ 177933 w 1967342"/>
              <a:gd name="connsiteY2669" fmla="*/ 45181 h 442564"/>
              <a:gd name="connsiteX2670" fmla="*/ 177933 w 1967342"/>
              <a:gd name="connsiteY2670" fmla="*/ 46010 h 442564"/>
              <a:gd name="connsiteX2671" fmla="*/ 177257 w 1967342"/>
              <a:gd name="connsiteY2671" fmla="*/ 46969 h 442564"/>
              <a:gd name="connsiteX2672" fmla="*/ 176254 w 1967342"/>
              <a:gd name="connsiteY2672" fmla="*/ 47951 h 442564"/>
              <a:gd name="connsiteX2673" fmla="*/ 174532 w 1967342"/>
              <a:gd name="connsiteY2673" fmla="*/ 50131 h 442564"/>
              <a:gd name="connsiteX2674" fmla="*/ 175164 w 1967342"/>
              <a:gd name="connsiteY2674" fmla="*/ 52094 h 442564"/>
              <a:gd name="connsiteX2675" fmla="*/ 176102 w 1967342"/>
              <a:gd name="connsiteY2675" fmla="*/ 53075 h 442564"/>
              <a:gd name="connsiteX2676" fmla="*/ 176778 w 1967342"/>
              <a:gd name="connsiteY2676" fmla="*/ 54100 h 442564"/>
              <a:gd name="connsiteX2677" fmla="*/ 178086 w 1967342"/>
              <a:gd name="connsiteY2677" fmla="*/ 54274 h 442564"/>
              <a:gd name="connsiteX2678" fmla="*/ 178980 w 1967342"/>
              <a:gd name="connsiteY2678" fmla="*/ 54122 h 442564"/>
              <a:gd name="connsiteX2679" fmla="*/ 180921 w 1967342"/>
              <a:gd name="connsiteY2679" fmla="*/ 51941 h 442564"/>
              <a:gd name="connsiteX2680" fmla="*/ 185151 w 1967342"/>
              <a:gd name="connsiteY2680" fmla="*/ 49019 h 442564"/>
              <a:gd name="connsiteX2681" fmla="*/ 187462 w 1967342"/>
              <a:gd name="connsiteY2681" fmla="*/ 45290 h 442564"/>
              <a:gd name="connsiteX2682" fmla="*/ 187004 w 1967342"/>
              <a:gd name="connsiteY2682" fmla="*/ 44244 h 442564"/>
              <a:gd name="connsiteX2683" fmla="*/ 185936 w 1967342"/>
              <a:gd name="connsiteY2683" fmla="*/ 43742 h 442564"/>
              <a:gd name="connsiteX2684" fmla="*/ 184846 w 1967342"/>
              <a:gd name="connsiteY2684" fmla="*/ 43895 h 442564"/>
              <a:gd name="connsiteX2685" fmla="*/ 184540 w 1967342"/>
              <a:gd name="connsiteY2685" fmla="*/ 42805 h 442564"/>
              <a:gd name="connsiteX2686" fmla="*/ 187070 w 1967342"/>
              <a:gd name="connsiteY2686" fmla="*/ 39621 h 442564"/>
              <a:gd name="connsiteX2687" fmla="*/ 187201 w 1967342"/>
              <a:gd name="connsiteY2687" fmla="*/ 39010 h 442564"/>
              <a:gd name="connsiteX2688" fmla="*/ 186394 w 1967342"/>
              <a:gd name="connsiteY2688" fmla="*/ 37658 h 442564"/>
              <a:gd name="connsiteX2689" fmla="*/ 185936 w 1967342"/>
              <a:gd name="connsiteY2689" fmla="*/ 36786 h 442564"/>
              <a:gd name="connsiteX2690" fmla="*/ 184955 w 1967342"/>
              <a:gd name="connsiteY2690" fmla="*/ 36961 h 442564"/>
              <a:gd name="connsiteX2691" fmla="*/ 184671 w 1967342"/>
              <a:gd name="connsiteY2691" fmla="*/ 35674 h 442564"/>
              <a:gd name="connsiteX2692" fmla="*/ 184562 w 1967342"/>
              <a:gd name="connsiteY2692" fmla="*/ 33777 h 442564"/>
              <a:gd name="connsiteX2693" fmla="*/ 185849 w 1967342"/>
              <a:gd name="connsiteY2693" fmla="*/ 31880 h 442564"/>
              <a:gd name="connsiteX2694" fmla="*/ 186590 w 1967342"/>
              <a:gd name="connsiteY2694" fmla="*/ 30550 h 442564"/>
              <a:gd name="connsiteX2695" fmla="*/ 186852 w 1967342"/>
              <a:gd name="connsiteY2695" fmla="*/ 28805 h 442564"/>
              <a:gd name="connsiteX2696" fmla="*/ 186852 w 1967342"/>
              <a:gd name="connsiteY2696" fmla="*/ 27279 h 442564"/>
              <a:gd name="connsiteX2697" fmla="*/ 185522 w 1967342"/>
              <a:gd name="connsiteY2697" fmla="*/ 25971 h 442564"/>
              <a:gd name="connsiteX2698" fmla="*/ 200022 w 1967342"/>
              <a:gd name="connsiteY2698" fmla="*/ 25622 h 442564"/>
              <a:gd name="connsiteX2699" fmla="*/ 200284 w 1967342"/>
              <a:gd name="connsiteY2699" fmla="*/ 26691 h 442564"/>
              <a:gd name="connsiteX2700" fmla="*/ 199455 w 1967342"/>
              <a:gd name="connsiteY2700" fmla="*/ 28283 h 442564"/>
              <a:gd name="connsiteX2701" fmla="*/ 197929 w 1967342"/>
              <a:gd name="connsiteY2701" fmla="*/ 28413 h 442564"/>
              <a:gd name="connsiteX2702" fmla="*/ 197340 w 1967342"/>
              <a:gd name="connsiteY2702" fmla="*/ 27127 h 442564"/>
              <a:gd name="connsiteX2703" fmla="*/ 200022 w 1967342"/>
              <a:gd name="connsiteY2703" fmla="*/ 25622 h 442564"/>
              <a:gd name="connsiteX2704" fmla="*/ 201134 w 1967342"/>
              <a:gd name="connsiteY2704" fmla="*/ 21282 h 442564"/>
              <a:gd name="connsiteX2705" fmla="*/ 195836 w 1967342"/>
              <a:gd name="connsiteY2705" fmla="*/ 23856 h 442564"/>
              <a:gd name="connsiteX2706" fmla="*/ 194026 w 1967342"/>
              <a:gd name="connsiteY2706" fmla="*/ 24292 h 442564"/>
              <a:gd name="connsiteX2707" fmla="*/ 191845 w 1967342"/>
              <a:gd name="connsiteY2707" fmla="*/ 25578 h 442564"/>
              <a:gd name="connsiteX2708" fmla="*/ 190537 w 1967342"/>
              <a:gd name="connsiteY2708" fmla="*/ 26211 h 442564"/>
              <a:gd name="connsiteX2709" fmla="*/ 189512 w 1967342"/>
              <a:gd name="connsiteY2709" fmla="*/ 26472 h 442564"/>
              <a:gd name="connsiteX2710" fmla="*/ 188313 w 1967342"/>
              <a:gd name="connsiteY2710" fmla="*/ 25949 h 442564"/>
              <a:gd name="connsiteX2711" fmla="*/ 187702 w 1967342"/>
              <a:gd name="connsiteY2711" fmla="*/ 27824 h 442564"/>
              <a:gd name="connsiteX2712" fmla="*/ 187702 w 1967342"/>
              <a:gd name="connsiteY2712" fmla="*/ 29634 h 442564"/>
              <a:gd name="connsiteX2713" fmla="*/ 187637 w 1967342"/>
              <a:gd name="connsiteY2713" fmla="*/ 29547 h 442564"/>
              <a:gd name="connsiteX2714" fmla="*/ 187702 w 1967342"/>
              <a:gd name="connsiteY2714" fmla="*/ 30746 h 442564"/>
              <a:gd name="connsiteX2715" fmla="*/ 188291 w 1967342"/>
              <a:gd name="connsiteY2715" fmla="*/ 32033 h 442564"/>
              <a:gd name="connsiteX2716" fmla="*/ 189054 w 1967342"/>
              <a:gd name="connsiteY2716" fmla="*/ 35129 h 442564"/>
              <a:gd name="connsiteX2717" fmla="*/ 188662 w 1967342"/>
              <a:gd name="connsiteY2717" fmla="*/ 37157 h 442564"/>
              <a:gd name="connsiteX2718" fmla="*/ 189185 w 1967342"/>
              <a:gd name="connsiteY2718" fmla="*/ 38400 h 442564"/>
              <a:gd name="connsiteX2719" fmla="*/ 189970 w 1967342"/>
              <a:gd name="connsiteY2719" fmla="*/ 39468 h 442564"/>
              <a:gd name="connsiteX2720" fmla="*/ 190340 w 1967342"/>
              <a:gd name="connsiteY2720" fmla="*/ 40231 h 442564"/>
              <a:gd name="connsiteX2721" fmla="*/ 190755 w 1967342"/>
              <a:gd name="connsiteY2721" fmla="*/ 40711 h 442564"/>
              <a:gd name="connsiteX2722" fmla="*/ 191474 w 1967342"/>
              <a:gd name="connsiteY2722" fmla="*/ 40711 h 442564"/>
              <a:gd name="connsiteX2723" fmla="*/ 192303 w 1967342"/>
              <a:gd name="connsiteY2723" fmla="*/ 40406 h 442564"/>
              <a:gd name="connsiteX2724" fmla="*/ 193197 w 1967342"/>
              <a:gd name="connsiteY2724" fmla="*/ 39992 h 442564"/>
              <a:gd name="connsiteX2725" fmla="*/ 193938 w 1967342"/>
              <a:gd name="connsiteY2725" fmla="*/ 39992 h 442564"/>
              <a:gd name="connsiteX2726" fmla="*/ 193938 w 1967342"/>
              <a:gd name="connsiteY2726" fmla="*/ 41213 h 442564"/>
              <a:gd name="connsiteX2727" fmla="*/ 193459 w 1967342"/>
              <a:gd name="connsiteY2727" fmla="*/ 41758 h 442564"/>
              <a:gd name="connsiteX2728" fmla="*/ 192892 w 1967342"/>
              <a:gd name="connsiteY2728" fmla="*/ 41867 h 442564"/>
              <a:gd name="connsiteX2729" fmla="*/ 192281 w 1967342"/>
              <a:gd name="connsiteY2729" fmla="*/ 42063 h 442564"/>
              <a:gd name="connsiteX2730" fmla="*/ 191693 w 1967342"/>
              <a:gd name="connsiteY2730" fmla="*/ 41954 h 442564"/>
              <a:gd name="connsiteX2731" fmla="*/ 191235 w 1967342"/>
              <a:gd name="connsiteY2731" fmla="*/ 42783 h 442564"/>
              <a:gd name="connsiteX2732" fmla="*/ 191235 w 1967342"/>
              <a:gd name="connsiteY2732" fmla="*/ 43808 h 442564"/>
              <a:gd name="connsiteX2733" fmla="*/ 191235 w 1967342"/>
              <a:gd name="connsiteY2733" fmla="*/ 44658 h 442564"/>
              <a:gd name="connsiteX2734" fmla="*/ 192150 w 1967342"/>
              <a:gd name="connsiteY2734" fmla="*/ 44963 h 442564"/>
              <a:gd name="connsiteX2735" fmla="*/ 193175 w 1967342"/>
              <a:gd name="connsiteY2735" fmla="*/ 44963 h 442564"/>
              <a:gd name="connsiteX2736" fmla="*/ 193677 w 1967342"/>
              <a:gd name="connsiteY2736" fmla="*/ 45617 h 442564"/>
              <a:gd name="connsiteX2737" fmla="*/ 191344 w 1967342"/>
              <a:gd name="connsiteY2737" fmla="*/ 47057 h 442564"/>
              <a:gd name="connsiteX2738" fmla="*/ 189490 w 1967342"/>
              <a:gd name="connsiteY2738" fmla="*/ 47994 h 442564"/>
              <a:gd name="connsiteX2739" fmla="*/ 188771 w 1967342"/>
              <a:gd name="connsiteY2739" fmla="*/ 47776 h 442564"/>
              <a:gd name="connsiteX2740" fmla="*/ 188291 w 1967342"/>
              <a:gd name="connsiteY2740" fmla="*/ 48278 h 442564"/>
              <a:gd name="connsiteX2741" fmla="*/ 187964 w 1967342"/>
              <a:gd name="connsiteY2741" fmla="*/ 49368 h 442564"/>
              <a:gd name="connsiteX2742" fmla="*/ 187964 w 1967342"/>
              <a:gd name="connsiteY2742" fmla="*/ 50262 h 442564"/>
              <a:gd name="connsiteX2743" fmla="*/ 188553 w 1967342"/>
              <a:gd name="connsiteY2743" fmla="*/ 52137 h 442564"/>
              <a:gd name="connsiteX2744" fmla="*/ 190101 w 1967342"/>
              <a:gd name="connsiteY2744" fmla="*/ 52682 h 442564"/>
              <a:gd name="connsiteX2745" fmla="*/ 192281 w 1967342"/>
              <a:gd name="connsiteY2745" fmla="*/ 51679 h 442564"/>
              <a:gd name="connsiteX2746" fmla="*/ 194462 w 1967342"/>
              <a:gd name="connsiteY2746" fmla="*/ 51134 h 442564"/>
              <a:gd name="connsiteX2747" fmla="*/ 196642 w 1967342"/>
              <a:gd name="connsiteY2747" fmla="*/ 50415 h 442564"/>
              <a:gd name="connsiteX2748" fmla="*/ 198365 w 1967342"/>
              <a:gd name="connsiteY2748" fmla="*/ 49869 h 442564"/>
              <a:gd name="connsiteX2749" fmla="*/ 199913 w 1967342"/>
              <a:gd name="connsiteY2749" fmla="*/ 49499 h 442564"/>
              <a:gd name="connsiteX2750" fmla="*/ 201723 w 1967342"/>
              <a:gd name="connsiteY2750" fmla="*/ 49346 h 442564"/>
              <a:gd name="connsiteX2751" fmla="*/ 204994 w 1967342"/>
              <a:gd name="connsiteY2751" fmla="*/ 48757 h 442564"/>
              <a:gd name="connsiteX2752" fmla="*/ 207065 w 1967342"/>
              <a:gd name="connsiteY2752" fmla="*/ 48757 h 442564"/>
              <a:gd name="connsiteX2753" fmla="*/ 208810 w 1967342"/>
              <a:gd name="connsiteY2753" fmla="*/ 45290 h 442564"/>
              <a:gd name="connsiteX2754" fmla="*/ 207327 w 1967342"/>
              <a:gd name="connsiteY2754" fmla="*/ 43502 h 442564"/>
              <a:gd name="connsiteX2755" fmla="*/ 205844 w 1967342"/>
              <a:gd name="connsiteY2755" fmla="*/ 43742 h 442564"/>
              <a:gd name="connsiteX2756" fmla="*/ 204165 w 1967342"/>
              <a:gd name="connsiteY2756" fmla="*/ 44331 h 442564"/>
              <a:gd name="connsiteX2757" fmla="*/ 202770 w 1967342"/>
              <a:gd name="connsiteY2757" fmla="*/ 44462 h 442564"/>
              <a:gd name="connsiteX2758" fmla="*/ 200982 w 1967342"/>
              <a:gd name="connsiteY2758" fmla="*/ 45072 h 442564"/>
              <a:gd name="connsiteX2759" fmla="*/ 200240 w 1967342"/>
              <a:gd name="connsiteY2759" fmla="*/ 44636 h 442564"/>
              <a:gd name="connsiteX2760" fmla="*/ 200546 w 1967342"/>
              <a:gd name="connsiteY2760" fmla="*/ 43764 h 442564"/>
              <a:gd name="connsiteX2761" fmla="*/ 201876 w 1967342"/>
              <a:gd name="connsiteY2761" fmla="*/ 43066 h 442564"/>
              <a:gd name="connsiteX2762" fmla="*/ 202944 w 1967342"/>
              <a:gd name="connsiteY2762" fmla="*/ 42041 h 442564"/>
              <a:gd name="connsiteX2763" fmla="*/ 203075 w 1967342"/>
              <a:gd name="connsiteY2763" fmla="*/ 41322 h 442564"/>
              <a:gd name="connsiteX2764" fmla="*/ 202486 w 1967342"/>
              <a:gd name="connsiteY2764" fmla="*/ 39665 h 442564"/>
              <a:gd name="connsiteX2765" fmla="*/ 201854 w 1967342"/>
              <a:gd name="connsiteY2765" fmla="*/ 39141 h 442564"/>
              <a:gd name="connsiteX2766" fmla="*/ 200458 w 1967342"/>
              <a:gd name="connsiteY2766" fmla="*/ 38901 h 442564"/>
              <a:gd name="connsiteX2767" fmla="*/ 199564 w 1967342"/>
              <a:gd name="connsiteY2767" fmla="*/ 39490 h 442564"/>
              <a:gd name="connsiteX2768" fmla="*/ 198387 w 1967342"/>
              <a:gd name="connsiteY2768" fmla="*/ 39861 h 442564"/>
              <a:gd name="connsiteX2769" fmla="*/ 198212 w 1967342"/>
              <a:gd name="connsiteY2769" fmla="*/ 38640 h 442564"/>
              <a:gd name="connsiteX2770" fmla="*/ 199717 w 1967342"/>
              <a:gd name="connsiteY2770" fmla="*/ 37942 h 442564"/>
              <a:gd name="connsiteX2771" fmla="*/ 200742 w 1967342"/>
              <a:gd name="connsiteY2771" fmla="*/ 37440 h 442564"/>
              <a:gd name="connsiteX2772" fmla="*/ 201767 w 1967342"/>
              <a:gd name="connsiteY2772" fmla="*/ 37266 h 442564"/>
              <a:gd name="connsiteX2773" fmla="*/ 202464 w 1967342"/>
              <a:gd name="connsiteY2773" fmla="*/ 36328 h 442564"/>
              <a:gd name="connsiteX2774" fmla="*/ 204231 w 1967342"/>
              <a:gd name="connsiteY2774" fmla="*/ 30768 h 442564"/>
              <a:gd name="connsiteX2775" fmla="*/ 205168 w 1967342"/>
              <a:gd name="connsiteY2775" fmla="*/ 29329 h 442564"/>
              <a:gd name="connsiteX2776" fmla="*/ 206040 w 1967342"/>
              <a:gd name="connsiteY2776" fmla="*/ 26974 h 442564"/>
              <a:gd name="connsiteX2777" fmla="*/ 206171 w 1967342"/>
              <a:gd name="connsiteY2777" fmla="*/ 25556 h 442564"/>
              <a:gd name="connsiteX2778" fmla="*/ 206673 w 1967342"/>
              <a:gd name="connsiteY2778" fmla="*/ 23986 h 442564"/>
              <a:gd name="connsiteX2779" fmla="*/ 205561 w 1967342"/>
              <a:gd name="connsiteY2779" fmla="*/ 22373 h 442564"/>
              <a:gd name="connsiteX2780" fmla="*/ 204994 w 1967342"/>
              <a:gd name="connsiteY2780" fmla="*/ 21413 h 442564"/>
              <a:gd name="connsiteX2781" fmla="*/ 202486 w 1967342"/>
              <a:gd name="connsiteY2781" fmla="*/ 21588 h 442564"/>
              <a:gd name="connsiteX2782" fmla="*/ 201134 w 1967342"/>
              <a:gd name="connsiteY2782" fmla="*/ 21282 h 442564"/>
              <a:gd name="connsiteX2783" fmla="*/ 221282 w 1967342"/>
              <a:gd name="connsiteY2783" fmla="*/ 7850 h 442564"/>
              <a:gd name="connsiteX2784" fmla="*/ 434627 w 1967342"/>
              <a:gd name="connsiteY2784" fmla="*/ 221282 h 442564"/>
              <a:gd name="connsiteX2785" fmla="*/ 434627 w 1967342"/>
              <a:gd name="connsiteY2785" fmla="*/ 221369 h 442564"/>
              <a:gd name="connsiteX2786" fmla="*/ 221108 w 1967342"/>
              <a:gd name="connsiteY2786" fmla="*/ 434714 h 442564"/>
              <a:gd name="connsiteX2787" fmla="*/ 7763 w 1967342"/>
              <a:gd name="connsiteY2787" fmla="*/ 221195 h 442564"/>
              <a:gd name="connsiteX2788" fmla="*/ 221282 w 1967342"/>
              <a:gd name="connsiteY2788" fmla="*/ 7850 h 442564"/>
              <a:gd name="connsiteX2789" fmla="*/ 221282 w 1967342"/>
              <a:gd name="connsiteY2789" fmla="*/ 4950 h 442564"/>
              <a:gd name="connsiteX2790" fmla="*/ 4950 w 1967342"/>
              <a:gd name="connsiteY2790" fmla="*/ 221282 h 442564"/>
              <a:gd name="connsiteX2791" fmla="*/ 221282 w 1967342"/>
              <a:gd name="connsiteY2791" fmla="*/ 437614 h 442564"/>
              <a:gd name="connsiteX2792" fmla="*/ 437614 w 1967342"/>
              <a:gd name="connsiteY2792" fmla="*/ 221282 h 442564"/>
              <a:gd name="connsiteX2793" fmla="*/ 221282 w 1967342"/>
              <a:gd name="connsiteY2793" fmla="*/ 4950 h 442564"/>
              <a:gd name="connsiteX2794" fmla="*/ 221282 w 1967342"/>
              <a:gd name="connsiteY2794" fmla="*/ 0 h 442564"/>
              <a:gd name="connsiteX2795" fmla="*/ 442564 w 1967342"/>
              <a:gd name="connsiteY2795" fmla="*/ 221282 h 442564"/>
              <a:gd name="connsiteX2796" fmla="*/ 221282 w 1967342"/>
              <a:gd name="connsiteY2796" fmla="*/ 442564 h 442564"/>
              <a:gd name="connsiteX2797" fmla="*/ 0 w 1967342"/>
              <a:gd name="connsiteY2797" fmla="*/ 221282 h 442564"/>
              <a:gd name="connsiteX2798" fmla="*/ 221282 w 1967342"/>
              <a:gd name="connsiteY2798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1967342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1" y="393713"/>
                </a:moveTo>
                <a:lnTo>
                  <a:pt x="810986" y="393911"/>
                </a:lnTo>
                <a:lnTo>
                  <a:pt x="810455" y="393759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5" y="367609"/>
                </a:moveTo>
                <a:lnTo>
                  <a:pt x="546131" y="382736"/>
                </a:lnTo>
                <a:lnTo>
                  <a:pt x="559435" y="382736"/>
                </a:lnTo>
                <a:cubicBezTo>
                  <a:pt x="561763" y="382937"/>
                  <a:pt x="564079" y="382229"/>
                  <a:pt x="565897" y="380760"/>
                </a:cubicBezTo>
                <a:cubicBezTo>
                  <a:pt x="567405" y="379107"/>
                  <a:pt x="568174" y="376911"/>
                  <a:pt x="568026" y="374678"/>
                </a:cubicBezTo>
                <a:cubicBezTo>
                  <a:pt x="568165" y="372657"/>
                  <a:pt x="567350" y="370687"/>
                  <a:pt x="565820" y="369356"/>
                </a:cubicBezTo>
                <a:cubicBezTo>
                  <a:pt x="563887" y="368024"/>
                  <a:pt x="561548" y="367405"/>
                  <a:pt x="559207" y="367609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5" y="345486"/>
                </a:moveTo>
                <a:lnTo>
                  <a:pt x="546131" y="358030"/>
                </a:lnTo>
                <a:lnTo>
                  <a:pt x="558675" y="358030"/>
                </a:lnTo>
                <a:cubicBezTo>
                  <a:pt x="560855" y="358168"/>
                  <a:pt x="563021" y="357580"/>
                  <a:pt x="564832" y="356358"/>
                </a:cubicBezTo>
                <a:cubicBezTo>
                  <a:pt x="566221" y="355041"/>
                  <a:pt x="566947" y="353172"/>
                  <a:pt x="566809" y="351264"/>
                </a:cubicBezTo>
                <a:cubicBezTo>
                  <a:pt x="566916" y="349545"/>
                  <a:pt x="566107" y="347897"/>
                  <a:pt x="564681" y="346931"/>
                </a:cubicBezTo>
                <a:cubicBezTo>
                  <a:pt x="562715" y="345825"/>
                  <a:pt x="560467" y="345323"/>
                  <a:pt x="558218" y="345486"/>
                </a:cubicBezTo>
                <a:close/>
                <a:moveTo>
                  <a:pt x="1826552" y="343894"/>
                </a:moveTo>
                <a:cubicBezTo>
                  <a:pt x="1823285" y="343378"/>
                  <a:pt x="1819821" y="344108"/>
                  <a:pt x="1816934" y="346207"/>
                </a:cubicBezTo>
                <a:cubicBezTo>
                  <a:pt x="1815839" y="347002"/>
                  <a:pt x="1814877" y="347965"/>
                  <a:pt x="1814081" y="349059"/>
                </a:cubicBezTo>
                <a:cubicBezTo>
                  <a:pt x="1811248" y="353602"/>
                  <a:pt x="1809917" y="358922"/>
                  <a:pt x="1810280" y="364263"/>
                </a:cubicBezTo>
                <a:cubicBezTo>
                  <a:pt x="1810014" y="369346"/>
                  <a:pt x="1811314" y="374387"/>
                  <a:pt x="1814005" y="378708"/>
                </a:cubicBezTo>
                <a:cubicBezTo>
                  <a:pt x="1818315" y="384501"/>
                  <a:pt x="1826506" y="385704"/>
                  <a:pt x="1832300" y="381394"/>
                </a:cubicBezTo>
                <a:cubicBezTo>
                  <a:pt x="1833321" y="380633"/>
                  <a:pt x="1834226" y="379729"/>
                  <a:pt x="1834986" y="378708"/>
                </a:cubicBezTo>
                <a:lnTo>
                  <a:pt x="1834987" y="378708"/>
                </a:lnTo>
                <a:cubicBezTo>
                  <a:pt x="1837736" y="374411"/>
                  <a:pt x="1839067" y="369358"/>
                  <a:pt x="1838787" y="364263"/>
                </a:cubicBezTo>
                <a:cubicBezTo>
                  <a:pt x="1839151" y="358922"/>
                  <a:pt x="1837820" y="353602"/>
                  <a:pt x="1834987" y="349059"/>
                </a:cubicBezTo>
                <a:cubicBezTo>
                  <a:pt x="1832888" y="346173"/>
                  <a:pt x="1829818" y="344410"/>
                  <a:pt x="1826552" y="343894"/>
                </a:cubicBezTo>
                <a:close/>
                <a:moveTo>
                  <a:pt x="1719296" y="343890"/>
                </a:moveTo>
                <a:cubicBezTo>
                  <a:pt x="1716008" y="343381"/>
                  <a:pt x="1712526" y="344126"/>
                  <a:pt x="1709629" y="346245"/>
                </a:cubicBezTo>
                <a:cubicBezTo>
                  <a:pt x="1708553" y="347033"/>
                  <a:pt x="1707603" y="347983"/>
                  <a:pt x="1706815" y="349060"/>
                </a:cubicBezTo>
                <a:cubicBezTo>
                  <a:pt x="1704008" y="353611"/>
                  <a:pt x="1702705" y="358931"/>
                  <a:pt x="1703090" y="364264"/>
                </a:cubicBezTo>
                <a:cubicBezTo>
                  <a:pt x="1702789" y="369350"/>
                  <a:pt x="1704091" y="374402"/>
                  <a:pt x="1706815" y="378708"/>
                </a:cubicBezTo>
                <a:cubicBezTo>
                  <a:pt x="1711126" y="384501"/>
                  <a:pt x="1719317" y="385704"/>
                  <a:pt x="1725110" y="381394"/>
                </a:cubicBezTo>
                <a:cubicBezTo>
                  <a:pt x="1726132" y="380634"/>
                  <a:pt x="1727037" y="379729"/>
                  <a:pt x="1727797" y="378708"/>
                </a:cubicBezTo>
                <a:cubicBezTo>
                  <a:pt x="1730521" y="374402"/>
                  <a:pt x="1731824" y="369349"/>
                  <a:pt x="1731522" y="364264"/>
                </a:cubicBezTo>
                <a:cubicBezTo>
                  <a:pt x="1731907" y="358931"/>
                  <a:pt x="1730604" y="353611"/>
                  <a:pt x="1727797" y="349060"/>
                </a:cubicBezTo>
                <a:cubicBezTo>
                  <a:pt x="1725677" y="346163"/>
                  <a:pt x="1722584" y="344400"/>
                  <a:pt x="1719296" y="343890"/>
                </a:cubicBezTo>
                <a:close/>
                <a:moveTo>
                  <a:pt x="1322848" y="343890"/>
                </a:moveTo>
                <a:cubicBezTo>
                  <a:pt x="1319560" y="343381"/>
                  <a:pt x="1316078" y="344126"/>
                  <a:pt x="1313181" y="346245"/>
                </a:cubicBezTo>
                <a:cubicBezTo>
                  <a:pt x="1312105" y="347033"/>
                  <a:pt x="1311155" y="347983"/>
                  <a:pt x="1310367" y="349060"/>
                </a:cubicBezTo>
                <a:cubicBezTo>
                  <a:pt x="1307560" y="353611"/>
                  <a:pt x="1306257" y="358931"/>
                  <a:pt x="1306642" y="364264"/>
                </a:cubicBezTo>
                <a:cubicBezTo>
                  <a:pt x="1306341" y="369350"/>
                  <a:pt x="1307643" y="374402"/>
                  <a:pt x="1310367" y="378708"/>
                </a:cubicBezTo>
                <a:cubicBezTo>
                  <a:pt x="1314678" y="384501"/>
                  <a:pt x="1322869" y="385704"/>
                  <a:pt x="1328662" y="381394"/>
                </a:cubicBezTo>
                <a:cubicBezTo>
                  <a:pt x="1329684" y="380634"/>
                  <a:pt x="1330589" y="379729"/>
                  <a:pt x="1331349" y="378708"/>
                </a:cubicBezTo>
                <a:cubicBezTo>
                  <a:pt x="1334073" y="374402"/>
                  <a:pt x="1335376" y="369349"/>
                  <a:pt x="1335074" y="364264"/>
                </a:cubicBezTo>
                <a:cubicBezTo>
                  <a:pt x="1335459" y="358931"/>
                  <a:pt x="1334156" y="353611"/>
                  <a:pt x="1331349" y="349060"/>
                </a:cubicBezTo>
                <a:cubicBezTo>
                  <a:pt x="1329229" y="346163"/>
                  <a:pt x="1326136" y="344400"/>
                  <a:pt x="1322848" y="343890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4" y="335788"/>
                </a:moveTo>
                <a:lnTo>
                  <a:pt x="1923386" y="335788"/>
                </a:lnTo>
                <a:lnTo>
                  <a:pt x="1929924" y="335788"/>
                </a:lnTo>
                <a:lnTo>
                  <a:pt x="1940832" y="360406"/>
                </a:lnTo>
                <a:lnTo>
                  <a:pt x="1940795" y="360495"/>
                </a:lnTo>
                <a:lnTo>
                  <a:pt x="1940871" y="360495"/>
                </a:lnTo>
                <a:lnTo>
                  <a:pt x="1940832" y="360406"/>
                </a:lnTo>
                <a:lnTo>
                  <a:pt x="1951058" y="335788"/>
                </a:lnTo>
                <a:lnTo>
                  <a:pt x="1957292" y="335788"/>
                </a:lnTo>
                <a:lnTo>
                  <a:pt x="1963449" y="335788"/>
                </a:lnTo>
                <a:lnTo>
                  <a:pt x="1946116" y="371137"/>
                </a:lnTo>
                <a:lnTo>
                  <a:pt x="1946116" y="392804"/>
                </a:lnTo>
                <a:lnTo>
                  <a:pt x="1940719" y="392804"/>
                </a:lnTo>
                <a:lnTo>
                  <a:pt x="1935169" y="392804"/>
                </a:lnTo>
                <a:lnTo>
                  <a:pt x="1935169" y="371366"/>
                </a:lnTo>
                <a:close/>
                <a:moveTo>
                  <a:pt x="1754468" y="335788"/>
                </a:moveTo>
                <a:lnTo>
                  <a:pt x="1759942" y="335788"/>
                </a:lnTo>
                <a:lnTo>
                  <a:pt x="1765415" y="335788"/>
                </a:lnTo>
                <a:lnTo>
                  <a:pt x="1765415" y="382617"/>
                </a:lnTo>
                <a:lnTo>
                  <a:pt x="1791415" y="382617"/>
                </a:lnTo>
                <a:lnTo>
                  <a:pt x="1791415" y="387710"/>
                </a:lnTo>
                <a:lnTo>
                  <a:pt x="1791415" y="392727"/>
                </a:lnTo>
                <a:lnTo>
                  <a:pt x="1754468" y="392727"/>
                </a:lnTo>
                <a:close/>
                <a:moveTo>
                  <a:pt x="1638612" y="335788"/>
                </a:moveTo>
                <a:lnTo>
                  <a:pt x="1644314" y="335788"/>
                </a:lnTo>
                <a:lnTo>
                  <a:pt x="1650016" y="335788"/>
                </a:lnTo>
                <a:lnTo>
                  <a:pt x="1671073" y="375775"/>
                </a:lnTo>
                <a:lnTo>
                  <a:pt x="1671073" y="335788"/>
                </a:lnTo>
                <a:lnTo>
                  <a:pt x="1676167" y="335788"/>
                </a:lnTo>
                <a:lnTo>
                  <a:pt x="1681335" y="335788"/>
                </a:lnTo>
                <a:lnTo>
                  <a:pt x="1681335" y="392727"/>
                </a:lnTo>
                <a:lnTo>
                  <a:pt x="1675862" y="392727"/>
                </a:lnTo>
                <a:lnTo>
                  <a:pt x="1670388" y="392727"/>
                </a:lnTo>
                <a:lnTo>
                  <a:pt x="1648799" y="351676"/>
                </a:lnTo>
                <a:lnTo>
                  <a:pt x="1648799" y="392727"/>
                </a:lnTo>
                <a:lnTo>
                  <a:pt x="1643706" y="392727"/>
                </a:lnTo>
                <a:lnTo>
                  <a:pt x="1638612" y="392727"/>
                </a:lnTo>
                <a:close/>
                <a:moveTo>
                  <a:pt x="1583116" y="335788"/>
                </a:moveTo>
                <a:lnTo>
                  <a:pt x="1588514" y="335788"/>
                </a:lnTo>
                <a:lnTo>
                  <a:pt x="1593987" y="335788"/>
                </a:lnTo>
                <a:lnTo>
                  <a:pt x="1593987" y="357150"/>
                </a:lnTo>
                <a:lnTo>
                  <a:pt x="1614512" y="357150"/>
                </a:lnTo>
                <a:lnTo>
                  <a:pt x="1614512" y="335788"/>
                </a:lnTo>
                <a:lnTo>
                  <a:pt x="1619986" y="335788"/>
                </a:lnTo>
                <a:lnTo>
                  <a:pt x="1625459" y="335788"/>
                </a:lnTo>
                <a:lnTo>
                  <a:pt x="1625459" y="392727"/>
                </a:lnTo>
                <a:lnTo>
                  <a:pt x="1619986" y="392727"/>
                </a:lnTo>
                <a:lnTo>
                  <a:pt x="1614512" y="392727"/>
                </a:lnTo>
                <a:lnTo>
                  <a:pt x="1614512" y="366957"/>
                </a:lnTo>
                <a:lnTo>
                  <a:pt x="1593987" y="366957"/>
                </a:lnTo>
                <a:lnTo>
                  <a:pt x="1593987" y="392727"/>
                </a:lnTo>
                <a:lnTo>
                  <a:pt x="1588590" y="392727"/>
                </a:lnTo>
                <a:lnTo>
                  <a:pt x="1583116" y="392727"/>
                </a:lnTo>
                <a:close/>
                <a:moveTo>
                  <a:pt x="1476232" y="335788"/>
                </a:moveTo>
                <a:lnTo>
                  <a:pt x="1514775" y="335788"/>
                </a:lnTo>
                <a:lnTo>
                  <a:pt x="1514775" y="340805"/>
                </a:lnTo>
                <a:lnTo>
                  <a:pt x="1514775" y="345899"/>
                </a:lnTo>
                <a:lnTo>
                  <a:pt x="1487179" y="345899"/>
                </a:lnTo>
                <a:lnTo>
                  <a:pt x="1487179" y="357986"/>
                </a:lnTo>
                <a:lnTo>
                  <a:pt x="1512798" y="357986"/>
                </a:lnTo>
                <a:lnTo>
                  <a:pt x="1512798" y="362851"/>
                </a:lnTo>
                <a:lnTo>
                  <a:pt x="1512798" y="367792"/>
                </a:lnTo>
                <a:lnTo>
                  <a:pt x="1487179" y="367792"/>
                </a:lnTo>
                <a:lnTo>
                  <a:pt x="1487179" y="382617"/>
                </a:lnTo>
                <a:lnTo>
                  <a:pt x="1515991" y="382617"/>
                </a:lnTo>
                <a:lnTo>
                  <a:pt x="1515991" y="387710"/>
                </a:lnTo>
                <a:lnTo>
                  <a:pt x="1515991" y="392727"/>
                </a:lnTo>
                <a:lnTo>
                  <a:pt x="1476232" y="392727"/>
                </a:lnTo>
                <a:close/>
                <a:moveTo>
                  <a:pt x="1424157" y="335788"/>
                </a:moveTo>
                <a:lnTo>
                  <a:pt x="1466805" y="335788"/>
                </a:lnTo>
                <a:lnTo>
                  <a:pt x="1466805" y="340805"/>
                </a:lnTo>
                <a:lnTo>
                  <a:pt x="1466805" y="345899"/>
                </a:lnTo>
                <a:lnTo>
                  <a:pt x="1450917" y="345899"/>
                </a:lnTo>
                <a:lnTo>
                  <a:pt x="1450917" y="392727"/>
                </a:lnTo>
                <a:lnTo>
                  <a:pt x="1445519" y="392727"/>
                </a:lnTo>
                <a:lnTo>
                  <a:pt x="1440046" y="392727"/>
                </a:lnTo>
                <a:lnTo>
                  <a:pt x="1440046" y="345899"/>
                </a:lnTo>
                <a:lnTo>
                  <a:pt x="1424157" y="345899"/>
                </a:lnTo>
                <a:lnTo>
                  <a:pt x="1424157" y="340882"/>
                </a:lnTo>
                <a:close/>
                <a:moveTo>
                  <a:pt x="1358019" y="335788"/>
                </a:moveTo>
                <a:lnTo>
                  <a:pt x="1395269" y="335788"/>
                </a:lnTo>
                <a:lnTo>
                  <a:pt x="1395269" y="340805"/>
                </a:lnTo>
                <a:lnTo>
                  <a:pt x="1395269" y="345899"/>
                </a:lnTo>
                <a:lnTo>
                  <a:pt x="1368966" y="345899"/>
                </a:lnTo>
                <a:lnTo>
                  <a:pt x="1368966" y="358822"/>
                </a:lnTo>
                <a:lnTo>
                  <a:pt x="1391925" y="358822"/>
                </a:lnTo>
                <a:lnTo>
                  <a:pt x="1391925" y="363764"/>
                </a:lnTo>
                <a:lnTo>
                  <a:pt x="1391925" y="368629"/>
                </a:lnTo>
                <a:lnTo>
                  <a:pt x="1368966" y="368629"/>
                </a:lnTo>
                <a:lnTo>
                  <a:pt x="1368966" y="392727"/>
                </a:lnTo>
                <a:lnTo>
                  <a:pt x="1363493" y="392727"/>
                </a:lnTo>
                <a:lnTo>
                  <a:pt x="1358019" y="392727"/>
                </a:lnTo>
                <a:close/>
                <a:moveTo>
                  <a:pt x="1223463" y="335788"/>
                </a:moveTo>
                <a:lnTo>
                  <a:pt x="1262082" y="335788"/>
                </a:lnTo>
                <a:lnTo>
                  <a:pt x="1262082" y="340805"/>
                </a:lnTo>
                <a:lnTo>
                  <a:pt x="1262082" y="345899"/>
                </a:lnTo>
                <a:lnTo>
                  <a:pt x="1234410" y="345899"/>
                </a:lnTo>
                <a:lnTo>
                  <a:pt x="1234410" y="357986"/>
                </a:lnTo>
                <a:lnTo>
                  <a:pt x="1260029" y="357986"/>
                </a:lnTo>
                <a:lnTo>
                  <a:pt x="1260029" y="362851"/>
                </a:lnTo>
                <a:lnTo>
                  <a:pt x="1260029" y="367792"/>
                </a:lnTo>
                <a:lnTo>
                  <a:pt x="1234410" y="367792"/>
                </a:lnTo>
                <a:lnTo>
                  <a:pt x="1234410" y="382617"/>
                </a:lnTo>
                <a:lnTo>
                  <a:pt x="1263298" y="382617"/>
                </a:lnTo>
                <a:lnTo>
                  <a:pt x="1263298" y="387710"/>
                </a:lnTo>
                <a:lnTo>
                  <a:pt x="1263298" y="392727"/>
                </a:lnTo>
                <a:lnTo>
                  <a:pt x="1223463" y="392727"/>
                </a:lnTo>
                <a:close/>
                <a:moveTo>
                  <a:pt x="1171464" y="335788"/>
                </a:moveTo>
                <a:lnTo>
                  <a:pt x="1214036" y="335788"/>
                </a:lnTo>
                <a:lnTo>
                  <a:pt x="1214036" y="340805"/>
                </a:lnTo>
                <a:lnTo>
                  <a:pt x="1214036" y="345899"/>
                </a:lnTo>
                <a:lnTo>
                  <a:pt x="1198224" y="345899"/>
                </a:lnTo>
                <a:lnTo>
                  <a:pt x="1198224" y="392727"/>
                </a:lnTo>
                <a:lnTo>
                  <a:pt x="1192750" y="392727"/>
                </a:lnTo>
                <a:lnTo>
                  <a:pt x="1187277" y="392727"/>
                </a:lnTo>
                <a:lnTo>
                  <a:pt x="1187277" y="345899"/>
                </a:lnTo>
                <a:lnTo>
                  <a:pt x="1171464" y="345899"/>
                </a:lnTo>
                <a:lnTo>
                  <a:pt x="1171464" y="340882"/>
                </a:lnTo>
                <a:close/>
                <a:moveTo>
                  <a:pt x="1068304" y="335788"/>
                </a:moveTo>
                <a:lnTo>
                  <a:pt x="1110876" y="335788"/>
                </a:lnTo>
                <a:lnTo>
                  <a:pt x="1110876" y="340805"/>
                </a:lnTo>
                <a:lnTo>
                  <a:pt x="1110876" y="345899"/>
                </a:lnTo>
                <a:lnTo>
                  <a:pt x="1095064" y="345899"/>
                </a:lnTo>
                <a:lnTo>
                  <a:pt x="1095064" y="392727"/>
                </a:lnTo>
                <a:lnTo>
                  <a:pt x="1089590" y="392727"/>
                </a:lnTo>
                <a:lnTo>
                  <a:pt x="1084117" y="392727"/>
                </a:lnTo>
                <a:lnTo>
                  <a:pt x="1084117" y="345899"/>
                </a:lnTo>
                <a:lnTo>
                  <a:pt x="1068304" y="345899"/>
                </a:lnTo>
                <a:lnTo>
                  <a:pt x="1068304" y="340882"/>
                </a:lnTo>
                <a:close/>
                <a:moveTo>
                  <a:pt x="1048691" y="335788"/>
                </a:moveTo>
                <a:lnTo>
                  <a:pt x="1054165" y="335788"/>
                </a:lnTo>
                <a:lnTo>
                  <a:pt x="1059638" y="335788"/>
                </a:lnTo>
                <a:lnTo>
                  <a:pt x="1059638" y="392727"/>
                </a:lnTo>
                <a:lnTo>
                  <a:pt x="1054241" y="392727"/>
                </a:lnTo>
                <a:lnTo>
                  <a:pt x="1048691" y="392727"/>
                </a:lnTo>
                <a:close/>
                <a:moveTo>
                  <a:pt x="997605" y="335788"/>
                </a:moveTo>
                <a:lnTo>
                  <a:pt x="1040177" y="335788"/>
                </a:lnTo>
                <a:lnTo>
                  <a:pt x="1040177" y="340805"/>
                </a:lnTo>
                <a:lnTo>
                  <a:pt x="1040177" y="345899"/>
                </a:lnTo>
                <a:lnTo>
                  <a:pt x="1024365" y="345899"/>
                </a:lnTo>
                <a:lnTo>
                  <a:pt x="1024365" y="392727"/>
                </a:lnTo>
                <a:lnTo>
                  <a:pt x="1018891" y="392727"/>
                </a:lnTo>
                <a:lnTo>
                  <a:pt x="1013418" y="392727"/>
                </a:lnTo>
                <a:lnTo>
                  <a:pt x="1013418" y="345899"/>
                </a:lnTo>
                <a:lnTo>
                  <a:pt x="997605" y="345899"/>
                </a:lnTo>
                <a:lnTo>
                  <a:pt x="997605" y="340882"/>
                </a:lnTo>
                <a:close/>
                <a:moveTo>
                  <a:pt x="894292" y="335788"/>
                </a:moveTo>
                <a:lnTo>
                  <a:pt x="900070" y="335788"/>
                </a:lnTo>
                <a:lnTo>
                  <a:pt x="905772" y="335788"/>
                </a:lnTo>
                <a:lnTo>
                  <a:pt x="926829" y="375775"/>
                </a:lnTo>
                <a:lnTo>
                  <a:pt x="926829" y="335788"/>
                </a:lnTo>
                <a:lnTo>
                  <a:pt x="931923" y="335788"/>
                </a:lnTo>
                <a:lnTo>
                  <a:pt x="937092" y="335788"/>
                </a:lnTo>
                <a:lnTo>
                  <a:pt x="937092" y="392727"/>
                </a:lnTo>
                <a:lnTo>
                  <a:pt x="931619" y="392727"/>
                </a:lnTo>
                <a:lnTo>
                  <a:pt x="926145" y="392727"/>
                </a:lnTo>
                <a:lnTo>
                  <a:pt x="904555" y="351676"/>
                </a:lnTo>
                <a:lnTo>
                  <a:pt x="904555" y="392727"/>
                </a:lnTo>
                <a:lnTo>
                  <a:pt x="899462" y="392727"/>
                </a:lnTo>
                <a:lnTo>
                  <a:pt x="894292" y="392727"/>
                </a:lnTo>
                <a:close/>
                <a:moveTo>
                  <a:pt x="870802" y="335788"/>
                </a:moveTo>
                <a:lnTo>
                  <a:pt x="876200" y="335788"/>
                </a:lnTo>
                <a:lnTo>
                  <a:pt x="881749" y="335788"/>
                </a:lnTo>
                <a:lnTo>
                  <a:pt x="881749" y="392727"/>
                </a:lnTo>
                <a:lnTo>
                  <a:pt x="876276" y="392727"/>
                </a:lnTo>
                <a:lnTo>
                  <a:pt x="870802" y="392727"/>
                </a:lnTo>
                <a:close/>
                <a:moveTo>
                  <a:pt x="732596" y="335788"/>
                </a:moveTo>
                <a:lnTo>
                  <a:pt x="738298" y="335788"/>
                </a:lnTo>
                <a:lnTo>
                  <a:pt x="744076" y="335788"/>
                </a:lnTo>
                <a:lnTo>
                  <a:pt x="765057" y="375775"/>
                </a:lnTo>
                <a:lnTo>
                  <a:pt x="765057" y="335788"/>
                </a:lnTo>
                <a:lnTo>
                  <a:pt x="770150" y="335788"/>
                </a:lnTo>
                <a:lnTo>
                  <a:pt x="775319" y="335788"/>
                </a:lnTo>
                <a:lnTo>
                  <a:pt x="775319" y="392727"/>
                </a:lnTo>
                <a:lnTo>
                  <a:pt x="769847" y="392727"/>
                </a:lnTo>
                <a:lnTo>
                  <a:pt x="764373" y="392727"/>
                </a:lnTo>
                <a:lnTo>
                  <a:pt x="742783" y="351676"/>
                </a:lnTo>
                <a:lnTo>
                  <a:pt x="742783" y="392727"/>
                </a:lnTo>
                <a:lnTo>
                  <a:pt x="737690" y="392727"/>
                </a:lnTo>
                <a:lnTo>
                  <a:pt x="732596" y="392727"/>
                </a:lnTo>
                <a:close/>
                <a:moveTo>
                  <a:pt x="709030" y="335788"/>
                </a:moveTo>
                <a:lnTo>
                  <a:pt x="714504" y="335788"/>
                </a:lnTo>
                <a:lnTo>
                  <a:pt x="719977" y="335788"/>
                </a:lnTo>
                <a:lnTo>
                  <a:pt x="719977" y="392727"/>
                </a:lnTo>
                <a:lnTo>
                  <a:pt x="714504" y="392727"/>
                </a:lnTo>
                <a:lnTo>
                  <a:pt x="709030" y="392727"/>
                </a:lnTo>
                <a:close/>
                <a:moveTo>
                  <a:pt x="642283" y="335788"/>
                </a:moveTo>
                <a:lnTo>
                  <a:pt x="647757" y="335788"/>
                </a:lnTo>
                <a:lnTo>
                  <a:pt x="653230" y="335788"/>
                </a:lnTo>
                <a:lnTo>
                  <a:pt x="653230" y="392727"/>
                </a:lnTo>
                <a:lnTo>
                  <a:pt x="647833" y="392727"/>
                </a:lnTo>
                <a:lnTo>
                  <a:pt x="642283" y="392727"/>
                </a:lnTo>
                <a:close/>
                <a:moveTo>
                  <a:pt x="591577" y="335788"/>
                </a:moveTo>
                <a:lnTo>
                  <a:pt x="630120" y="335788"/>
                </a:lnTo>
                <a:lnTo>
                  <a:pt x="630120" y="340805"/>
                </a:lnTo>
                <a:lnTo>
                  <a:pt x="630120" y="345899"/>
                </a:lnTo>
                <a:lnTo>
                  <a:pt x="602524" y="345899"/>
                </a:lnTo>
                <a:lnTo>
                  <a:pt x="602524" y="357986"/>
                </a:lnTo>
                <a:lnTo>
                  <a:pt x="628143" y="357986"/>
                </a:lnTo>
                <a:lnTo>
                  <a:pt x="628143" y="362851"/>
                </a:lnTo>
                <a:lnTo>
                  <a:pt x="628143" y="367792"/>
                </a:lnTo>
                <a:lnTo>
                  <a:pt x="602524" y="367792"/>
                </a:lnTo>
                <a:lnTo>
                  <a:pt x="602524" y="382617"/>
                </a:lnTo>
                <a:lnTo>
                  <a:pt x="631336" y="382617"/>
                </a:lnTo>
                <a:lnTo>
                  <a:pt x="631336" y="387710"/>
                </a:lnTo>
                <a:lnTo>
                  <a:pt x="631336" y="392727"/>
                </a:lnTo>
                <a:lnTo>
                  <a:pt x="591577" y="392727"/>
                </a:lnTo>
                <a:close/>
                <a:moveTo>
                  <a:pt x="535639" y="335680"/>
                </a:moveTo>
                <a:lnTo>
                  <a:pt x="561259" y="335680"/>
                </a:lnTo>
                <a:cubicBezTo>
                  <a:pt x="565547" y="335426"/>
                  <a:pt x="569777" y="336782"/>
                  <a:pt x="573118" y="339480"/>
                </a:cubicBezTo>
                <a:cubicBezTo>
                  <a:pt x="576081" y="342202"/>
                  <a:pt x="577671" y="346106"/>
                  <a:pt x="577452" y="350123"/>
                </a:cubicBezTo>
                <a:cubicBezTo>
                  <a:pt x="577725" y="354286"/>
                  <a:pt x="575899" y="358308"/>
                  <a:pt x="572586" y="360842"/>
                </a:cubicBezTo>
                <a:cubicBezTo>
                  <a:pt x="572078" y="361326"/>
                  <a:pt x="571486" y="361712"/>
                  <a:pt x="570838" y="361983"/>
                </a:cubicBezTo>
                <a:cubicBezTo>
                  <a:pt x="572034" y="362462"/>
                  <a:pt x="573159" y="363101"/>
                  <a:pt x="574183" y="363883"/>
                </a:cubicBezTo>
                <a:cubicBezTo>
                  <a:pt x="577568" y="366474"/>
                  <a:pt x="579448" y="370575"/>
                  <a:pt x="579200" y="374830"/>
                </a:cubicBezTo>
                <a:cubicBezTo>
                  <a:pt x="579546" y="379762"/>
                  <a:pt x="577712" y="384597"/>
                  <a:pt x="574183" y="388058"/>
                </a:cubicBezTo>
                <a:cubicBezTo>
                  <a:pt x="570098" y="391369"/>
                  <a:pt x="564907" y="393000"/>
                  <a:pt x="559663" y="392619"/>
                </a:cubicBezTo>
                <a:lnTo>
                  <a:pt x="535868" y="392619"/>
                </a:lnTo>
                <a:close/>
                <a:moveTo>
                  <a:pt x="685021" y="335679"/>
                </a:moveTo>
                <a:lnTo>
                  <a:pt x="695892" y="335679"/>
                </a:lnTo>
                <a:lnTo>
                  <a:pt x="695892" y="376655"/>
                </a:lnTo>
                <a:cubicBezTo>
                  <a:pt x="696265" y="381405"/>
                  <a:pt x="694734" y="386110"/>
                  <a:pt x="691635" y="389731"/>
                </a:cubicBezTo>
                <a:cubicBezTo>
                  <a:pt x="688236" y="392918"/>
                  <a:pt x="683663" y="394544"/>
                  <a:pt x="679015" y="394216"/>
                </a:cubicBezTo>
                <a:cubicBezTo>
                  <a:pt x="674156" y="394630"/>
                  <a:pt x="669373" y="392812"/>
                  <a:pt x="666016" y="389274"/>
                </a:cubicBezTo>
                <a:cubicBezTo>
                  <a:pt x="662902" y="384853"/>
                  <a:pt x="661522" y="379442"/>
                  <a:pt x="662139" y="374070"/>
                </a:cubicBezTo>
                <a:lnTo>
                  <a:pt x="662139" y="371106"/>
                </a:lnTo>
                <a:lnTo>
                  <a:pt x="672553" y="371106"/>
                </a:lnTo>
                <a:lnTo>
                  <a:pt x="672553" y="374526"/>
                </a:lnTo>
                <a:cubicBezTo>
                  <a:pt x="672307" y="377146"/>
                  <a:pt x="672807" y="379782"/>
                  <a:pt x="673998" y="382129"/>
                </a:cubicBezTo>
                <a:cubicBezTo>
                  <a:pt x="675046" y="383824"/>
                  <a:pt x="676952" y="384792"/>
                  <a:pt x="678939" y="384637"/>
                </a:cubicBezTo>
                <a:cubicBezTo>
                  <a:pt x="680688" y="384809"/>
                  <a:pt x="682413" y="384130"/>
                  <a:pt x="683576" y="382813"/>
                </a:cubicBezTo>
                <a:cubicBezTo>
                  <a:pt x="684666" y="381036"/>
                  <a:pt x="685172" y="378962"/>
                  <a:pt x="685021" y="376883"/>
                </a:cubicBezTo>
                <a:close/>
                <a:moveTo>
                  <a:pt x="1119479" y="335603"/>
                </a:moveTo>
                <a:lnTo>
                  <a:pt x="1130426" y="335603"/>
                </a:lnTo>
                <a:lnTo>
                  <a:pt x="1130426" y="371485"/>
                </a:lnTo>
                <a:cubicBezTo>
                  <a:pt x="1130207" y="374757"/>
                  <a:pt x="1131119" y="378005"/>
                  <a:pt x="1133011" y="380683"/>
                </a:cubicBezTo>
                <a:cubicBezTo>
                  <a:pt x="1134943" y="382812"/>
                  <a:pt x="1137747" y="383933"/>
                  <a:pt x="1140613" y="383724"/>
                </a:cubicBezTo>
                <a:cubicBezTo>
                  <a:pt x="1143438" y="383958"/>
                  <a:pt x="1146222" y="382928"/>
                  <a:pt x="1148215" y="380912"/>
                </a:cubicBezTo>
                <a:cubicBezTo>
                  <a:pt x="1150060" y="378133"/>
                  <a:pt x="1150891" y="374804"/>
                  <a:pt x="1150571" y="371485"/>
                </a:cubicBezTo>
                <a:lnTo>
                  <a:pt x="1150571" y="335603"/>
                </a:lnTo>
                <a:lnTo>
                  <a:pt x="1161822" y="335603"/>
                </a:lnTo>
                <a:lnTo>
                  <a:pt x="1161822" y="371105"/>
                </a:lnTo>
                <a:cubicBezTo>
                  <a:pt x="1162404" y="377392"/>
                  <a:pt x="1160645" y="383672"/>
                  <a:pt x="1156880" y="388742"/>
                </a:cubicBezTo>
                <a:cubicBezTo>
                  <a:pt x="1152473" y="392720"/>
                  <a:pt x="1146602" y="394677"/>
                  <a:pt x="1140688" y="394140"/>
                </a:cubicBezTo>
                <a:cubicBezTo>
                  <a:pt x="1134812" y="394598"/>
                  <a:pt x="1129014" y="392555"/>
                  <a:pt x="1124725" y="388514"/>
                </a:cubicBezTo>
                <a:cubicBezTo>
                  <a:pt x="1120913" y="383544"/>
                  <a:pt x="1119048" y="377354"/>
                  <a:pt x="1119479" y="371105"/>
                </a:cubicBezTo>
                <a:close/>
                <a:moveTo>
                  <a:pt x="1823163" y="334349"/>
                </a:moveTo>
                <a:cubicBezTo>
                  <a:pt x="1829457" y="333998"/>
                  <a:pt x="1835884" y="336048"/>
                  <a:pt x="1840954" y="340582"/>
                </a:cubicBezTo>
                <a:cubicBezTo>
                  <a:pt x="1841636" y="341193"/>
                  <a:pt x="1842283" y="341840"/>
                  <a:pt x="1842893" y="342522"/>
                </a:cubicBezTo>
                <a:cubicBezTo>
                  <a:pt x="1847753" y="348836"/>
                  <a:pt x="1850180" y="356687"/>
                  <a:pt x="1849735" y="364644"/>
                </a:cubicBezTo>
                <a:cubicBezTo>
                  <a:pt x="1850166" y="372458"/>
                  <a:pt x="1847734" y="380161"/>
                  <a:pt x="1842893" y="386310"/>
                </a:cubicBezTo>
                <a:cubicBezTo>
                  <a:pt x="1833575" y="396449"/>
                  <a:pt x="1817801" y="397115"/>
                  <a:pt x="1807661" y="387796"/>
                </a:cubicBezTo>
                <a:cubicBezTo>
                  <a:pt x="1807146" y="387322"/>
                  <a:pt x="1806649" y="386826"/>
                  <a:pt x="1806175" y="386310"/>
                </a:cubicBezTo>
                <a:cubicBezTo>
                  <a:pt x="1801334" y="380161"/>
                  <a:pt x="1798902" y="372458"/>
                  <a:pt x="1799333" y="364644"/>
                </a:cubicBezTo>
                <a:cubicBezTo>
                  <a:pt x="1798887" y="356687"/>
                  <a:pt x="1801315" y="348836"/>
                  <a:pt x="1806175" y="342522"/>
                </a:cubicBezTo>
                <a:cubicBezTo>
                  <a:pt x="1810710" y="337452"/>
                  <a:pt x="1816869" y="334700"/>
                  <a:pt x="1823163" y="334349"/>
                </a:cubicBezTo>
                <a:close/>
                <a:moveTo>
                  <a:pt x="1715959" y="334343"/>
                </a:moveTo>
                <a:cubicBezTo>
                  <a:pt x="1722273" y="333999"/>
                  <a:pt x="1728718" y="336062"/>
                  <a:pt x="1733798" y="340616"/>
                </a:cubicBezTo>
                <a:cubicBezTo>
                  <a:pt x="1734468" y="341217"/>
                  <a:pt x="1735103" y="341853"/>
                  <a:pt x="1735703" y="342521"/>
                </a:cubicBezTo>
                <a:cubicBezTo>
                  <a:pt x="1740542" y="348844"/>
                  <a:pt x="1742945" y="356697"/>
                  <a:pt x="1742470" y="364644"/>
                </a:cubicBezTo>
                <a:cubicBezTo>
                  <a:pt x="1742923" y="372448"/>
                  <a:pt x="1740517" y="380150"/>
                  <a:pt x="1735703" y="386310"/>
                </a:cubicBezTo>
                <a:cubicBezTo>
                  <a:pt x="1726346" y="396470"/>
                  <a:pt x="1710523" y="397120"/>
                  <a:pt x="1700363" y="387763"/>
                </a:cubicBezTo>
                <a:cubicBezTo>
                  <a:pt x="1699859" y="387299"/>
                  <a:pt x="1699374" y="386814"/>
                  <a:pt x="1698910" y="386310"/>
                </a:cubicBezTo>
                <a:lnTo>
                  <a:pt x="1698909" y="386310"/>
                </a:lnTo>
                <a:cubicBezTo>
                  <a:pt x="1694127" y="380134"/>
                  <a:pt x="1691724" y="372444"/>
                  <a:pt x="1692143" y="364644"/>
                </a:cubicBezTo>
                <a:cubicBezTo>
                  <a:pt x="1691709" y="356702"/>
                  <a:pt x="1694107" y="348863"/>
                  <a:pt x="1698909" y="342521"/>
                </a:cubicBezTo>
                <a:cubicBezTo>
                  <a:pt x="1703463" y="337442"/>
                  <a:pt x="1709645" y="334688"/>
                  <a:pt x="1715959" y="334343"/>
                </a:cubicBezTo>
                <a:close/>
                <a:moveTo>
                  <a:pt x="1319511" y="334343"/>
                </a:moveTo>
                <a:cubicBezTo>
                  <a:pt x="1325825" y="333999"/>
                  <a:pt x="1332270" y="336062"/>
                  <a:pt x="1337350" y="340616"/>
                </a:cubicBezTo>
                <a:cubicBezTo>
                  <a:pt x="1338020" y="341217"/>
                  <a:pt x="1338655" y="341853"/>
                  <a:pt x="1339255" y="342521"/>
                </a:cubicBezTo>
                <a:cubicBezTo>
                  <a:pt x="1344094" y="348844"/>
                  <a:pt x="1346497" y="356697"/>
                  <a:pt x="1346022" y="364644"/>
                </a:cubicBezTo>
                <a:cubicBezTo>
                  <a:pt x="1346475" y="372448"/>
                  <a:pt x="1344069" y="380150"/>
                  <a:pt x="1339255" y="386310"/>
                </a:cubicBezTo>
                <a:cubicBezTo>
                  <a:pt x="1329898" y="396470"/>
                  <a:pt x="1314075" y="397120"/>
                  <a:pt x="1303915" y="387763"/>
                </a:cubicBezTo>
                <a:cubicBezTo>
                  <a:pt x="1303411" y="387299"/>
                  <a:pt x="1302926" y="386814"/>
                  <a:pt x="1302462" y="386310"/>
                </a:cubicBezTo>
                <a:lnTo>
                  <a:pt x="1302461" y="386310"/>
                </a:lnTo>
                <a:cubicBezTo>
                  <a:pt x="1297679" y="380134"/>
                  <a:pt x="1295276" y="372444"/>
                  <a:pt x="1295695" y="364644"/>
                </a:cubicBezTo>
                <a:cubicBezTo>
                  <a:pt x="1295261" y="356702"/>
                  <a:pt x="1297659" y="348863"/>
                  <a:pt x="1302461" y="342521"/>
                </a:cubicBezTo>
                <a:cubicBezTo>
                  <a:pt x="1307015" y="337442"/>
                  <a:pt x="1313197" y="334688"/>
                  <a:pt x="1319511" y="334343"/>
                </a:cubicBezTo>
                <a:close/>
                <a:moveTo>
                  <a:pt x="1884704" y="334311"/>
                </a:moveTo>
                <a:cubicBezTo>
                  <a:pt x="1890405" y="334053"/>
                  <a:pt x="1896003" y="335892"/>
                  <a:pt x="1900441" y="339481"/>
                </a:cubicBezTo>
                <a:cubicBezTo>
                  <a:pt x="1904598" y="343009"/>
                  <a:pt x="1907194" y="348036"/>
                  <a:pt x="1907663" y="353469"/>
                </a:cubicBezTo>
                <a:lnTo>
                  <a:pt x="1896944" y="353469"/>
                </a:lnTo>
                <a:cubicBezTo>
                  <a:pt x="1896564" y="350884"/>
                  <a:pt x="1895168" y="348559"/>
                  <a:pt x="1893067" y="347007"/>
                </a:cubicBezTo>
                <a:cubicBezTo>
                  <a:pt x="1890959" y="345176"/>
                  <a:pt x="1888256" y="344176"/>
                  <a:pt x="1885465" y="344195"/>
                </a:cubicBezTo>
                <a:cubicBezTo>
                  <a:pt x="1881082" y="343981"/>
                  <a:pt x="1876886" y="345979"/>
                  <a:pt x="1874289" y="349516"/>
                </a:cubicBezTo>
                <a:cubicBezTo>
                  <a:pt x="1869025" y="358697"/>
                  <a:pt x="1869025" y="369983"/>
                  <a:pt x="1874289" y="379164"/>
                </a:cubicBezTo>
                <a:cubicBezTo>
                  <a:pt x="1877009" y="382607"/>
                  <a:pt x="1881236" y="384508"/>
                  <a:pt x="1885617" y="384257"/>
                </a:cubicBezTo>
                <a:cubicBezTo>
                  <a:pt x="1889631" y="384402"/>
                  <a:pt x="1893411" y="382367"/>
                  <a:pt x="1895499" y="378936"/>
                </a:cubicBezTo>
                <a:cubicBezTo>
                  <a:pt x="1896899" y="376810"/>
                  <a:pt x="1897879" y="374436"/>
                  <a:pt x="1898388" y="371942"/>
                </a:cubicBezTo>
                <a:lnTo>
                  <a:pt x="1886073" y="371942"/>
                </a:lnTo>
                <a:lnTo>
                  <a:pt x="1886073" y="362136"/>
                </a:lnTo>
                <a:lnTo>
                  <a:pt x="1908043" y="362136"/>
                </a:lnTo>
                <a:lnTo>
                  <a:pt x="1908043" y="392544"/>
                </a:lnTo>
                <a:lnTo>
                  <a:pt x="1900441" y="392544"/>
                </a:lnTo>
                <a:lnTo>
                  <a:pt x="1899377" y="384942"/>
                </a:lnTo>
                <a:lnTo>
                  <a:pt x="1899224" y="386310"/>
                </a:lnTo>
                <a:cubicBezTo>
                  <a:pt x="1895942" y="391500"/>
                  <a:pt x="1890158" y="394565"/>
                  <a:pt x="1884020" y="394369"/>
                </a:cubicBezTo>
                <a:lnTo>
                  <a:pt x="1884020" y="393912"/>
                </a:lnTo>
                <a:cubicBezTo>
                  <a:pt x="1877099" y="394282"/>
                  <a:pt x="1870386" y="391485"/>
                  <a:pt x="1865775" y="386310"/>
                </a:cubicBezTo>
                <a:cubicBezTo>
                  <a:pt x="1856523" y="373180"/>
                  <a:pt x="1856523" y="355652"/>
                  <a:pt x="1865775" y="342522"/>
                </a:cubicBezTo>
                <a:cubicBezTo>
                  <a:pt x="1870494" y="337031"/>
                  <a:pt x="1877470" y="334006"/>
                  <a:pt x="1884704" y="334311"/>
                </a:cubicBezTo>
                <a:close/>
                <a:moveTo>
                  <a:pt x="1549984" y="334160"/>
                </a:moveTo>
                <a:cubicBezTo>
                  <a:pt x="1555559" y="334016"/>
                  <a:pt x="1560983" y="335970"/>
                  <a:pt x="1565188" y="339633"/>
                </a:cubicBezTo>
                <a:cubicBezTo>
                  <a:pt x="1569501" y="343439"/>
                  <a:pt x="1572216" y="348733"/>
                  <a:pt x="1572790" y="354457"/>
                </a:cubicBezTo>
                <a:lnTo>
                  <a:pt x="1561843" y="354457"/>
                </a:lnTo>
                <a:cubicBezTo>
                  <a:pt x="1561659" y="351546"/>
                  <a:pt x="1560350" y="348820"/>
                  <a:pt x="1558194" y="346855"/>
                </a:cubicBezTo>
                <a:cubicBezTo>
                  <a:pt x="1556066" y="345069"/>
                  <a:pt x="1553371" y="344099"/>
                  <a:pt x="1550592" y="344118"/>
                </a:cubicBezTo>
                <a:cubicBezTo>
                  <a:pt x="1546673" y="344036"/>
                  <a:pt x="1543014" y="346068"/>
                  <a:pt x="1541014" y="349440"/>
                </a:cubicBezTo>
                <a:cubicBezTo>
                  <a:pt x="1538496" y="353904"/>
                  <a:pt x="1537309" y="358995"/>
                  <a:pt x="1537592" y="364112"/>
                </a:cubicBezTo>
                <a:cubicBezTo>
                  <a:pt x="1537313" y="369107"/>
                  <a:pt x="1538502" y="374076"/>
                  <a:pt x="1541014" y="378404"/>
                </a:cubicBezTo>
                <a:cubicBezTo>
                  <a:pt x="1544631" y="383763"/>
                  <a:pt x="1551908" y="385174"/>
                  <a:pt x="1557267" y="381557"/>
                </a:cubicBezTo>
                <a:cubicBezTo>
                  <a:pt x="1557726" y="381246"/>
                  <a:pt x="1558163" y="380904"/>
                  <a:pt x="1558574" y="380532"/>
                </a:cubicBezTo>
                <a:cubicBezTo>
                  <a:pt x="1560723" y="378343"/>
                  <a:pt x="1562017" y="375458"/>
                  <a:pt x="1562223" y="372398"/>
                </a:cubicBezTo>
                <a:lnTo>
                  <a:pt x="1572334" y="372702"/>
                </a:lnTo>
                <a:cubicBezTo>
                  <a:pt x="1571954" y="378622"/>
                  <a:pt x="1569411" y="384196"/>
                  <a:pt x="1565188" y="388363"/>
                </a:cubicBezTo>
                <a:cubicBezTo>
                  <a:pt x="1561079" y="392225"/>
                  <a:pt x="1555622" y="394325"/>
                  <a:pt x="1549984" y="394216"/>
                </a:cubicBezTo>
                <a:cubicBezTo>
                  <a:pt x="1543178" y="394495"/>
                  <a:pt x="1536651" y="391499"/>
                  <a:pt x="1532423" y="386158"/>
                </a:cubicBezTo>
                <a:cubicBezTo>
                  <a:pt x="1527782" y="379921"/>
                  <a:pt x="1525468" y="372256"/>
                  <a:pt x="1525886" y="364492"/>
                </a:cubicBezTo>
                <a:cubicBezTo>
                  <a:pt x="1525451" y="356585"/>
                  <a:pt x="1527761" y="348770"/>
                  <a:pt x="1532423" y="342370"/>
                </a:cubicBezTo>
                <a:cubicBezTo>
                  <a:pt x="1536611" y="336961"/>
                  <a:pt x="1543149" y="333904"/>
                  <a:pt x="1549984" y="334160"/>
                </a:cubicBezTo>
                <a:close/>
                <a:moveTo>
                  <a:pt x="969261" y="334158"/>
                </a:moveTo>
                <a:cubicBezTo>
                  <a:pt x="974517" y="333929"/>
                  <a:pt x="979660" y="335724"/>
                  <a:pt x="983630" y="339176"/>
                </a:cubicBezTo>
                <a:cubicBezTo>
                  <a:pt x="987383" y="342726"/>
                  <a:pt x="989570" y="347621"/>
                  <a:pt x="989712" y="352784"/>
                </a:cubicBezTo>
                <a:lnTo>
                  <a:pt x="978612" y="352784"/>
                </a:lnTo>
                <a:cubicBezTo>
                  <a:pt x="978528" y="350254"/>
                  <a:pt x="977332" y="347890"/>
                  <a:pt x="975343" y="346322"/>
                </a:cubicBezTo>
                <a:cubicBezTo>
                  <a:pt x="973151" y="344695"/>
                  <a:pt x="970470" y="343865"/>
                  <a:pt x="967741" y="343966"/>
                </a:cubicBezTo>
                <a:cubicBezTo>
                  <a:pt x="965417" y="343803"/>
                  <a:pt x="963115" y="344507"/>
                  <a:pt x="961280" y="345942"/>
                </a:cubicBezTo>
                <a:cubicBezTo>
                  <a:pt x="959667" y="347320"/>
                  <a:pt x="958795" y="349375"/>
                  <a:pt x="958923" y="351491"/>
                </a:cubicBezTo>
                <a:cubicBezTo>
                  <a:pt x="958919" y="353164"/>
                  <a:pt x="959860" y="354695"/>
                  <a:pt x="961355" y="355445"/>
                </a:cubicBezTo>
                <a:cubicBezTo>
                  <a:pt x="964655" y="356954"/>
                  <a:pt x="968127" y="358052"/>
                  <a:pt x="971694" y="358714"/>
                </a:cubicBezTo>
                <a:cubicBezTo>
                  <a:pt x="977188" y="359679"/>
                  <a:pt x="982390" y="361890"/>
                  <a:pt x="986898" y="365175"/>
                </a:cubicBezTo>
                <a:cubicBezTo>
                  <a:pt x="989718" y="368330"/>
                  <a:pt x="991096" y="372518"/>
                  <a:pt x="990700" y="376731"/>
                </a:cubicBezTo>
                <a:cubicBezTo>
                  <a:pt x="990968" y="381675"/>
                  <a:pt x="988812" y="386440"/>
                  <a:pt x="984921" y="389502"/>
                </a:cubicBezTo>
                <a:cubicBezTo>
                  <a:pt x="980378" y="392845"/>
                  <a:pt x="974818" y="394510"/>
                  <a:pt x="969186" y="394216"/>
                </a:cubicBezTo>
                <a:cubicBezTo>
                  <a:pt x="963671" y="394478"/>
                  <a:pt x="958255" y="392691"/>
                  <a:pt x="953982" y="389198"/>
                </a:cubicBezTo>
                <a:cubicBezTo>
                  <a:pt x="950106" y="385490"/>
                  <a:pt x="947933" y="380346"/>
                  <a:pt x="947976" y="374982"/>
                </a:cubicBezTo>
                <a:lnTo>
                  <a:pt x="958543" y="374983"/>
                </a:lnTo>
                <a:cubicBezTo>
                  <a:pt x="958487" y="377646"/>
                  <a:pt x="959597" y="380201"/>
                  <a:pt x="961584" y="381977"/>
                </a:cubicBezTo>
                <a:cubicBezTo>
                  <a:pt x="963766" y="383630"/>
                  <a:pt x="966448" y="384488"/>
                  <a:pt x="969186" y="384409"/>
                </a:cubicBezTo>
                <a:cubicBezTo>
                  <a:pt x="972037" y="384561"/>
                  <a:pt x="974877" y="383930"/>
                  <a:pt x="977396" y="382585"/>
                </a:cubicBezTo>
                <a:cubicBezTo>
                  <a:pt x="979229" y="381544"/>
                  <a:pt x="980362" y="379599"/>
                  <a:pt x="980361" y="377491"/>
                </a:cubicBezTo>
                <a:cubicBezTo>
                  <a:pt x="980484" y="375641"/>
                  <a:pt x="979687" y="373850"/>
                  <a:pt x="978232" y="372702"/>
                </a:cubicBezTo>
                <a:cubicBezTo>
                  <a:pt x="975460" y="371176"/>
                  <a:pt x="972455" y="370123"/>
                  <a:pt x="969337" y="369585"/>
                </a:cubicBezTo>
                <a:cubicBezTo>
                  <a:pt x="963397" y="368574"/>
                  <a:pt x="957730" y="366349"/>
                  <a:pt x="952689" y="363047"/>
                </a:cubicBezTo>
                <a:cubicBezTo>
                  <a:pt x="949728" y="360239"/>
                  <a:pt x="948191" y="356244"/>
                  <a:pt x="948508" y="352176"/>
                </a:cubicBezTo>
                <a:cubicBezTo>
                  <a:pt x="948256" y="347175"/>
                  <a:pt x="950299" y="342333"/>
                  <a:pt x="954057" y="339024"/>
                </a:cubicBezTo>
                <a:cubicBezTo>
                  <a:pt x="958318" y="335519"/>
                  <a:pt x="963758" y="333779"/>
                  <a:pt x="969261" y="334158"/>
                </a:cubicBezTo>
                <a:close/>
                <a:moveTo>
                  <a:pt x="809533" y="333950"/>
                </a:moveTo>
                <a:cubicBezTo>
                  <a:pt x="815717" y="333406"/>
                  <a:pt x="822094" y="335061"/>
                  <a:pt x="827407" y="339024"/>
                </a:cubicBezTo>
                <a:cubicBezTo>
                  <a:pt x="831591" y="342531"/>
                  <a:pt x="834192" y="347571"/>
                  <a:pt x="834629" y="353012"/>
                </a:cubicBezTo>
                <a:lnTo>
                  <a:pt x="823682" y="353012"/>
                </a:lnTo>
                <a:cubicBezTo>
                  <a:pt x="823371" y="350422"/>
                  <a:pt x="821994" y="348080"/>
                  <a:pt x="819880" y="346551"/>
                </a:cubicBezTo>
                <a:cubicBezTo>
                  <a:pt x="817773" y="344720"/>
                  <a:pt x="815070" y="343720"/>
                  <a:pt x="812278" y="343737"/>
                </a:cubicBezTo>
                <a:cubicBezTo>
                  <a:pt x="807906" y="343565"/>
                  <a:pt x="803727" y="345555"/>
                  <a:pt x="801104" y="349059"/>
                </a:cubicBezTo>
                <a:cubicBezTo>
                  <a:pt x="798135" y="353550"/>
                  <a:pt x="796720" y="358891"/>
                  <a:pt x="797074" y="364263"/>
                </a:cubicBezTo>
                <a:cubicBezTo>
                  <a:pt x="796720" y="369471"/>
                  <a:pt x="798082" y="374651"/>
                  <a:pt x="800952" y="379011"/>
                </a:cubicBezTo>
                <a:cubicBezTo>
                  <a:pt x="803680" y="382443"/>
                  <a:pt x="807901" y="384342"/>
                  <a:pt x="812278" y="384104"/>
                </a:cubicBezTo>
                <a:cubicBezTo>
                  <a:pt x="816286" y="384218"/>
                  <a:pt x="820050" y="382190"/>
                  <a:pt x="822161" y="378783"/>
                </a:cubicBezTo>
                <a:cubicBezTo>
                  <a:pt x="823530" y="376641"/>
                  <a:pt x="824508" y="374273"/>
                  <a:pt x="825050" y="371789"/>
                </a:cubicBezTo>
                <a:lnTo>
                  <a:pt x="812735" y="371789"/>
                </a:lnTo>
                <a:lnTo>
                  <a:pt x="812735" y="361982"/>
                </a:lnTo>
                <a:lnTo>
                  <a:pt x="834933" y="361982"/>
                </a:lnTo>
                <a:lnTo>
                  <a:pt x="834933" y="392390"/>
                </a:lnTo>
                <a:lnTo>
                  <a:pt x="827331" y="392390"/>
                </a:lnTo>
                <a:lnTo>
                  <a:pt x="826266" y="384788"/>
                </a:lnTo>
                <a:lnTo>
                  <a:pt x="825659" y="385701"/>
                </a:lnTo>
                <a:lnTo>
                  <a:pt x="810541" y="393713"/>
                </a:lnTo>
                <a:lnTo>
                  <a:pt x="792817" y="385853"/>
                </a:lnTo>
                <a:cubicBezTo>
                  <a:pt x="783700" y="372681"/>
                  <a:pt x="783700" y="355237"/>
                  <a:pt x="792817" y="342065"/>
                </a:cubicBezTo>
                <a:cubicBezTo>
                  <a:pt x="797358" y="337236"/>
                  <a:pt x="803349" y="334493"/>
                  <a:pt x="809533" y="333950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10" y="261938"/>
                </a:moveTo>
                <a:lnTo>
                  <a:pt x="847933" y="262091"/>
                </a:lnTo>
                <a:lnTo>
                  <a:pt x="847946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6" y="241793"/>
                </a:moveTo>
                <a:cubicBezTo>
                  <a:pt x="826724" y="241793"/>
                  <a:pt x="827028" y="251296"/>
                  <a:pt x="828928" y="251296"/>
                </a:cubicBezTo>
                <a:cubicBezTo>
                  <a:pt x="831702" y="251071"/>
                  <a:pt x="834423" y="250404"/>
                  <a:pt x="836986" y="249320"/>
                </a:cubicBezTo>
                <a:cubicBezTo>
                  <a:pt x="840100" y="249135"/>
                  <a:pt x="843223" y="249135"/>
                  <a:pt x="846337" y="249320"/>
                </a:cubicBezTo>
                <a:cubicBezTo>
                  <a:pt x="847857" y="249320"/>
                  <a:pt x="849606" y="249624"/>
                  <a:pt x="849606" y="250840"/>
                </a:cubicBezTo>
                <a:cubicBezTo>
                  <a:pt x="849913" y="252649"/>
                  <a:pt x="849647" y="254510"/>
                  <a:pt x="848845" y="256161"/>
                </a:cubicBezTo>
                <a:lnTo>
                  <a:pt x="847946" y="262008"/>
                </a:lnTo>
                <a:lnTo>
                  <a:pt x="843904" y="266424"/>
                </a:lnTo>
                <a:cubicBezTo>
                  <a:pt x="843296" y="267412"/>
                  <a:pt x="840331" y="268096"/>
                  <a:pt x="839723" y="269540"/>
                </a:cubicBezTo>
                <a:cubicBezTo>
                  <a:pt x="838355" y="272961"/>
                  <a:pt x="838355" y="276079"/>
                  <a:pt x="836759" y="277979"/>
                </a:cubicBezTo>
                <a:cubicBezTo>
                  <a:pt x="835162" y="279879"/>
                  <a:pt x="833337" y="280411"/>
                  <a:pt x="830828" y="282008"/>
                </a:cubicBezTo>
                <a:cubicBezTo>
                  <a:pt x="828320" y="283605"/>
                  <a:pt x="825659" y="282160"/>
                  <a:pt x="823987" y="282616"/>
                </a:cubicBezTo>
                <a:cubicBezTo>
                  <a:pt x="821159" y="284290"/>
                  <a:pt x="818115" y="285570"/>
                  <a:pt x="814940" y="286417"/>
                </a:cubicBezTo>
                <a:cubicBezTo>
                  <a:pt x="809391" y="286417"/>
                  <a:pt x="804145" y="283908"/>
                  <a:pt x="804145" y="277523"/>
                </a:cubicBezTo>
                <a:cubicBezTo>
                  <a:pt x="804145" y="276003"/>
                  <a:pt x="805285" y="272353"/>
                  <a:pt x="805285" y="270833"/>
                </a:cubicBezTo>
                <a:cubicBezTo>
                  <a:pt x="805285" y="269312"/>
                  <a:pt x="803689" y="267032"/>
                  <a:pt x="803689" y="265512"/>
                </a:cubicBezTo>
                <a:cubicBezTo>
                  <a:pt x="803689" y="263991"/>
                  <a:pt x="806502" y="261102"/>
                  <a:pt x="806958" y="259278"/>
                </a:cubicBezTo>
                <a:cubicBezTo>
                  <a:pt x="807854" y="253673"/>
                  <a:pt x="810809" y="248604"/>
                  <a:pt x="815244" y="245062"/>
                </a:cubicBezTo>
                <a:cubicBezTo>
                  <a:pt x="817297" y="243998"/>
                  <a:pt x="819806" y="241793"/>
                  <a:pt x="821326" y="241793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7" y="223092"/>
                </a:moveTo>
                <a:cubicBezTo>
                  <a:pt x="924714" y="222788"/>
                  <a:pt x="925702" y="224993"/>
                  <a:pt x="928820" y="224461"/>
                </a:cubicBezTo>
                <a:cubicBezTo>
                  <a:pt x="929808" y="224385"/>
                  <a:pt x="933532" y="227653"/>
                  <a:pt x="934977" y="227653"/>
                </a:cubicBezTo>
                <a:cubicBezTo>
                  <a:pt x="936976" y="228228"/>
                  <a:pt x="939067" y="228409"/>
                  <a:pt x="941135" y="228186"/>
                </a:cubicBezTo>
                <a:cubicBezTo>
                  <a:pt x="942959" y="227957"/>
                  <a:pt x="945772" y="230086"/>
                  <a:pt x="947216" y="230086"/>
                </a:cubicBezTo>
                <a:cubicBezTo>
                  <a:pt x="948985" y="229956"/>
                  <a:pt x="950740" y="229677"/>
                  <a:pt x="952462" y="229250"/>
                </a:cubicBezTo>
                <a:cubicBezTo>
                  <a:pt x="955578" y="228641"/>
                  <a:pt x="962573" y="237080"/>
                  <a:pt x="964929" y="240273"/>
                </a:cubicBezTo>
                <a:lnTo>
                  <a:pt x="964245" y="240425"/>
                </a:lnTo>
                <a:cubicBezTo>
                  <a:pt x="965504" y="241899"/>
                  <a:pt x="966600" y="243505"/>
                  <a:pt x="967514" y="245214"/>
                </a:cubicBezTo>
                <a:cubicBezTo>
                  <a:pt x="967958" y="247269"/>
                  <a:pt x="967958" y="249394"/>
                  <a:pt x="967514" y="251448"/>
                </a:cubicBezTo>
                <a:cubicBezTo>
                  <a:pt x="966449" y="254793"/>
                  <a:pt x="964473" y="255706"/>
                  <a:pt x="963104" y="257226"/>
                </a:cubicBezTo>
                <a:cubicBezTo>
                  <a:pt x="961737" y="258746"/>
                  <a:pt x="961204" y="262395"/>
                  <a:pt x="959684" y="264220"/>
                </a:cubicBezTo>
                <a:cubicBezTo>
                  <a:pt x="958512" y="265929"/>
                  <a:pt x="957162" y="267510"/>
                  <a:pt x="955655" y="268933"/>
                </a:cubicBezTo>
                <a:cubicBezTo>
                  <a:pt x="953558" y="270372"/>
                  <a:pt x="951170" y="271333"/>
                  <a:pt x="948661" y="271745"/>
                </a:cubicBezTo>
                <a:cubicBezTo>
                  <a:pt x="946988" y="271745"/>
                  <a:pt x="944404" y="271290"/>
                  <a:pt x="942731" y="271745"/>
                </a:cubicBezTo>
                <a:cubicBezTo>
                  <a:pt x="939842" y="272506"/>
                  <a:pt x="938550" y="274710"/>
                  <a:pt x="936498" y="274710"/>
                </a:cubicBezTo>
                <a:cubicBezTo>
                  <a:pt x="934445" y="274710"/>
                  <a:pt x="932392" y="272810"/>
                  <a:pt x="931632" y="269541"/>
                </a:cubicBezTo>
                <a:cubicBezTo>
                  <a:pt x="931632" y="267869"/>
                  <a:pt x="932468" y="264751"/>
                  <a:pt x="931632" y="262700"/>
                </a:cubicBezTo>
                <a:cubicBezTo>
                  <a:pt x="929789" y="259730"/>
                  <a:pt x="928113" y="256659"/>
                  <a:pt x="926614" y="253500"/>
                </a:cubicBezTo>
                <a:cubicBezTo>
                  <a:pt x="926463" y="249776"/>
                  <a:pt x="922585" y="247951"/>
                  <a:pt x="922585" y="245518"/>
                </a:cubicBezTo>
                <a:cubicBezTo>
                  <a:pt x="922597" y="242398"/>
                  <a:pt x="921784" y="239330"/>
                  <a:pt x="920229" y="236624"/>
                </a:cubicBezTo>
                <a:cubicBezTo>
                  <a:pt x="919693" y="234806"/>
                  <a:pt x="919856" y="232855"/>
                  <a:pt x="920685" y="231151"/>
                </a:cubicBezTo>
                <a:cubicBezTo>
                  <a:pt x="921901" y="229478"/>
                  <a:pt x="920229" y="224993"/>
                  <a:pt x="922737" y="223092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9" y="179001"/>
                </a:moveTo>
                <a:cubicBezTo>
                  <a:pt x="899012" y="178864"/>
                  <a:pt x="897096" y="179123"/>
                  <a:pt x="895293" y="179761"/>
                </a:cubicBezTo>
                <a:cubicBezTo>
                  <a:pt x="893089" y="181130"/>
                  <a:pt x="890960" y="180369"/>
                  <a:pt x="889517" y="181661"/>
                </a:cubicBezTo>
                <a:cubicBezTo>
                  <a:pt x="888197" y="182758"/>
                  <a:pt x="886740" y="183678"/>
                  <a:pt x="885183" y="184398"/>
                </a:cubicBezTo>
                <a:cubicBezTo>
                  <a:pt x="881325" y="185759"/>
                  <a:pt x="877566" y="187385"/>
                  <a:pt x="873932" y="189263"/>
                </a:cubicBezTo>
                <a:cubicBezTo>
                  <a:pt x="871763" y="190358"/>
                  <a:pt x="870428" y="192613"/>
                  <a:pt x="870511" y="195041"/>
                </a:cubicBezTo>
                <a:cubicBezTo>
                  <a:pt x="870590" y="197694"/>
                  <a:pt x="872723" y="199827"/>
                  <a:pt x="875376" y="199906"/>
                </a:cubicBezTo>
                <a:cubicBezTo>
                  <a:pt x="878365" y="199490"/>
                  <a:pt x="881266" y="198592"/>
                  <a:pt x="883966" y="197246"/>
                </a:cubicBezTo>
                <a:cubicBezTo>
                  <a:pt x="886855" y="195497"/>
                  <a:pt x="888299" y="193293"/>
                  <a:pt x="892025" y="191012"/>
                </a:cubicBezTo>
                <a:cubicBezTo>
                  <a:pt x="894535" y="189376"/>
                  <a:pt x="896789" y="187377"/>
                  <a:pt x="898715" y="185083"/>
                </a:cubicBezTo>
                <a:cubicBezTo>
                  <a:pt x="900159" y="182573"/>
                  <a:pt x="902059" y="179001"/>
                  <a:pt x="900919" y="179001"/>
                </a:cubicBezTo>
                <a:close/>
                <a:moveTo>
                  <a:pt x="1167980" y="166762"/>
                </a:moveTo>
                <a:cubicBezTo>
                  <a:pt x="1164980" y="167036"/>
                  <a:pt x="1162006" y="167545"/>
                  <a:pt x="1159085" y="168282"/>
                </a:cubicBezTo>
                <a:cubicBezTo>
                  <a:pt x="1157846" y="169556"/>
                  <a:pt x="1157093" y="171223"/>
                  <a:pt x="1156956" y="172995"/>
                </a:cubicBezTo>
                <a:cubicBezTo>
                  <a:pt x="1156738" y="174500"/>
                  <a:pt x="1156977" y="176036"/>
                  <a:pt x="1157641" y="177405"/>
                </a:cubicBezTo>
                <a:cubicBezTo>
                  <a:pt x="1160149" y="178240"/>
                  <a:pt x="1163722" y="179077"/>
                  <a:pt x="1165243" y="178240"/>
                </a:cubicBezTo>
                <a:lnTo>
                  <a:pt x="1165319" y="178240"/>
                </a:lnTo>
                <a:cubicBezTo>
                  <a:pt x="1168257" y="176217"/>
                  <a:pt x="1170127" y="172978"/>
                  <a:pt x="1170412" y="169422"/>
                </a:cubicBezTo>
                <a:cubicBezTo>
                  <a:pt x="1170430" y="169288"/>
                  <a:pt x="1170435" y="169154"/>
                  <a:pt x="1170430" y="169020"/>
                </a:cubicBezTo>
                <a:cubicBezTo>
                  <a:pt x="1170376" y="167719"/>
                  <a:pt x="1169280" y="166708"/>
                  <a:pt x="1167980" y="166762"/>
                </a:cubicBezTo>
                <a:close/>
                <a:moveTo>
                  <a:pt x="1194586" y="158855"/>
                </a:moveTo>
                <a:cubicBezTo>
                  <a:pt x="1192458" y="159464"/>
                  <a:pt x="1190937" y="161136"/>
                  <a:pt x="1187669" y="161136"/>
                </a:cubicBezTo>
                <a:cubicBezTo>
                  <a:pt x="1186072" y="162960"/>
                  <a:pt x="1186757" y="166457"/>
                  <a:pt x="1186832" y="168054"/>
                </a:cubicBezTo>
                <a:cubicBezTo>
                  <a:pt x="1186909" y="169650"/>
                  <a:pt x="1190101" y="171930"/>
                  <a:pt x="1191089" y="171930"/>
                </a:cubicBezTo>
                <a:cubicBezTo>
                  <a:pt x="1194388" y="171352"/>
                  <a:pt x="1197213" y="169234"/>
                  <a:pt x="1198691" y="166229"/>
                </a:cubicBezTo>
                <a:lnTo>
                  <a:pt x="1198996" y="166229"/>
                </a:lnTo>
                <a:cubicBezTo>
                  <a:pt x="1199190" y="164308"/>
                  <a:pt x="1199190" y="162372"/>
                  <a:pt x="1198996" y="160452"/>
                </a:cubicBezTo>
                <a:cubicBezTo>
                  <a:pt x="1198691" y="158475"/>
                  <a:pt x="1196715" y="158247"/>
                  <a:pt x="1194586" y="158855"/>
                </a:cubicBezTo>
                <a:close/>
                <a:moveTo>
                  <a:pt x="916580" y="150112"/>
                </a:moveTo>
                <a:cubicBezTo>
                  <a:pt x="918854" y="150676"/>
                  <a:pt x="921050" y="151519"/>
                  <a:pt x="923117" y="152622"/>
                </a:cubicBezTo>
                <a:cubicBezTo>
                  <a:pt x="924638" y="152622"/>
                  <a:pt x="929199" y="151634"/>
                  <a:pt x="930719" y="152622"/>
                </a:cubicBezTo>
                <a:cubicBezTo>
                  <a:pt x="934518" y="154588"/>
                  <a:pt x="938108" y="156931"/>
                  <a:pt x="941438" y="159615"/>
                </a:cubicBezTo>
                <a:cubicBezTo>
                  <a:pt x="942678" y="162490"/>
                  <a:pt x="943670" y="165466"/>
                  <a:pt x="944403" y="168510"/>
                </a:cubicBezTo>
                <a:cubicBezTo>
                  <a:pt x="945179" y="170750"/>
                  <a:pt x="945179" y="173187"/>
                  <a:pt x="944403" y="175428"/>
                </a:cubicBezTo>
                <a:cubicBezTo>
                  <a:pt x="941221" y="178326"/>
                  <a:pt x="938201" y="181396"/>
                  <a:pt x="935356" y="184626"/>
                </a:cubicBezTo>
                <a:lnTo>
                  <a:pt x="935052" y="184626"/>
                </a:lnTo>
                <a:cubicBezTo>
                  <a:pt x="933771" y="187250"/>
                  <a:pt x="932324" y="189789"/>
                  <a:pt x="930719" y="192228"/>
                </a:cubicBezTo>
                <a:cubicBezTo>
                  <a:pt x="925518" y="200215"/>
                  <a:pt x="920772" y="208489"/>
                  <a:pt x="916503" y="217011"/>
                </a:cubicBezTo>
                <a:cubicBezTo>
                  <a:pt x="914590" y="219796"/>
                  <a:pt x="912508" y="222462"/>
                  <a:pt x="910269" y="224993"/>
                </a:cubicBezTo>
                <a:cubicBezTo>
                  <a:pt x="908953" y="226033"/>
                  <a:pt x="907173" y="226267"/>
                  <a:pt x="905632" y="225601"/>
                </a:cubicBezTo>
                <a:cubicBezTo>
                  <a:pt x="904492" y="225145"/>
                  <a:pt x="901223" y="227426"/>
                  <a:pt x="901223" y="230543"/>
                </a:cubicBezTo>
                <a:cubicBezTo>
                  <a:pt x="901088" y="233625"/>
                  <a:pt x="901579" y="236702"/>
                  <a:pt x="902668" y="239589"/>
                </a:cubicBezTo>
                <a:cubicBezTo>
                  <a:pt x="903581" y="252978"/>
                  <a:pt x="903581" y="266415"/>
                  <a:pt x="902668" y="279804"/>
                </a:cubicBezTo>
                <a:cubicBezTo>
                  <a:pt x="902009" y="284567"/>
                  <a:pt x="899209" y="288767"/>
                  <a:pt x="895066" y="291207"/>
                </a:cubicBezTo>
                <a:cubicBezTo>
                  <a:pt x="892861" y="292271"/>
                  <a:pt x="889744" y="298049"/>
                  <a:pt x="886931" y="299341"/>
                </a:cubicBezTo>
                <a:cubicBezTo>
                  <a:pt x="884119" y="300634"/>
                  <a:pt x="880850" y="303218"/>
                  <a:pt x="879329" y="303218"/>
                </a:cubicBezTo>
                <a:cubicBezTo>
                  <a:pt x="877862" y="303066"/>
                  <a:pt x="876574" y="302178"/>
                  <a:pt x="875909" y="300861"/>
                </a:cubicBezTo>
                <a:cubicBezTo>
                  <a:pt x="875224" y="299949"/>
                  <a:pt x="872260" y="299493"/>
                  <a:pt x="870587" y="298505"/>
                </a:cubicBezTo>
                <a:cubicBezTo>
                  <a:pt x="868915" y="297516"/>
                  <a:pt x="868154" y="296148"/>
                  <a:pt x="866406" y="295236"/>
                </a:cubicBezTo>
                <a:cubicBezTo>
                  <a:pt x="863872" y="294569"/>
                  <a:pt x="861494" y="293406"/>
                  <a:pt x="859412" y="291815"/>
                </a:cubicBezTo>
                <a:cubicBezTo>
                  <a:pt x="857663" y="290143"/>
                  <a:pt x="857360" y="287710"/>
                  <a:pt x="855611" y="284669"/>
                </a:cubicBezTo>
                <a:cubicBezTo>
                  <a:pt x="853178" y="280336"/>
                  <a:pt x="845044" y="276155"/>
                  <a:pt x="844892" y="273722"/>
                </a:cubicBezTo>
                <a:cubicBezTo>
                  <a:pt x="844740" y="271290"/>
                  <a:pt x="850973" y="270910"/>
                  <a:pt x="851734" y="270910"/>
                </a:cubicBezTo>
                <a:cubicBezTo>
                  <a:pt x="856903" y="270757"/>
                  <a:pt x="860400" y="274406"/>
                  <a:pt x="861844" y="274406"/>
                </a:cubicBezTo>
                <a:cubicBezTo>
                  <a:pt x="867014" y="274406"/>
                  <a:pt x="869522" y="272506"/>
                  <a:pt x="869979" y="264904"/>
                </a:cubicBezTo>
                <a:cubicBezTo>
                  <a:pt x="869979" y="263383"/>
                  <a:pt x="869979" y="259810"/>
                  <a:pt x="869979" y="258290"/>
                </a:cubicBezTo>
                <a:cubicBezTo>
                  <a:pt x="869670" y="255283"/>
                  <a:pt x="869670" y="252251"/>
                  <a:pt x="869979" y="249244"/>
                </a:cubicBezTo>
                <a:cubicBezTo>
                  <a:pt x="870124" y="245182"/>
                  <a:pt x="870607" y="241138"/>
                  <a:pt x="871423" y="237156"/>
                </a:cubicBezTo>
                <a:cubicBezTo>
                  <a:pt x="871423" y="235940"/>
                  <a:pt x="870283" y="233051"/>
                  <a:pt x="869219" y="233051"/>
                </a:cubicBezTo>
                <a:cubicBezTo>
                  <a:pt x="866710" y="233659"/>
                  <a:pt x="864201" y="231226"/>
                  <a:pt x="862681" y="231226"/>
                </a:cubicBezTo>
                <a:cubicBezTo>
                  <a:pt x="861160" y="231226"/>
                  <a:pt x="859032" y="232139"/>
                  <a:pt x="857511" y="232139"/>
                </a:cubicBezTo>
                <a:cubicBezTo>
                  <a:pt x="854730" y="232198"/>
                  <a:pt x="851950" y="231943"/>
                  <a:pt x="849225" y="231379"/>
                </a:cubicBezTo>
                <a:cubicBezTo>
                  <a:pt x="848070" y="230697"/>
                  <a:pt x="847062" y="229793"/>
                  <a:pt x="846260" y="228718"/>
                </a:cubicBezTo>
                <a:cubicBezTo>
                  <a:pt x="845464" y="226764"/>
                  <a:pt x="844902" y="224723"/>
                  <a:pt x="844587" y="222636"/>
                </a:cubicBezTo>
                <a:cubicBezTo>
                  <a:pt x="844207" y="222104"/>
                  <a:pt x="843752" y="219367"/>
                  <a:pt x="843144" y="219367"/>
                </a:cubicBezTo>
                <a:cubicBezTo>
                  <a:pt x="842991" y="217619"/>
                  <a:pt x="842383" y="214730"/>
                  <a:pt x="842383" y="212982"/>
                </a:cubicBezTo>
                <a:cubicBezTo>
                  <a:pt x="842383" y="211234"/>
                  <a:pt x="840863" y="208040"/>
                  <a:pt x="840330" y="203632"/>
                </a:cubicBezTo>
                <a:cubicBezTo>
                  <a:pt x="839799" y="199222"/>
                  <a:pt x="838354" y="196409"/>
                  <a:pt x="838354" y="191620"/>
                </a:cubicBezTo>
                <a:cubicBezTo>
                  <a:pt x="837746" y="184398"/>
                  <a:pt x="837746" y="180901"/>
                  <a:pt x="837746" y="179457"/>
                </a:cubicBezTo>
                <a:cubicBezTo>
                  <a:pt x="838202" y="170867"/>
                  <a:pt x="843295" y="168966"/>
                  <a:pt x="845348" y="165697"/>
                </a:cubicBezTo>
                <a:cubicBezTo>
                  <a:pt x="847552" y="164481"/>
                  <a:pt x="849681" y="162276"/>
                  <a:pt x="852342" y="162580"/>
                </a:cubicBezTo>
                <a:cubicBezTo>
                  <a:pt x="855003" y="162885"/>
                  <a:pt x="855763" y="163873"/>
                  <a:pt x="858575" y="165849"/>
                </a:cubicBezTo>
                <a:cubicBezTo>
                  <a:pt x="859637" y="167111"/>
                  <a:pt x="860626" y="168430"/>
                  <a:pt x="861540" y="169802"/>
                </a:cubicBezTo>
                <a:cubicBezTo>
                  <a:pt x="866070" y="169471"/>
                  <a:pt x="870477" y="168175"/>
                  <a:pt x="874464" y="166001"/>
                </a:cubicBezTo>
                <a:cubicBezTo>
                  <a:pt x="876440" y="164937"/>
                  <a:pt x="880697" y="164937"/>
                  <a:pt x="884042" y="163416"/>
                </a:cubicBezTo>
                <a:cubicBezTo>
                  <a:pt x="886238" y="162240"/>
                  <a:pt x="888595" y="161395"/>
                  <a:pt x="891036" y="160908"/>
                </a:cubicBezTo>
                <a:cubicBezTo>
                  <a:pt x="892557" y="160908"/>
                  <a:pt x="893013" y="160299"/>
                  <a:pt x="896510" y="159311"/>
                </a:cubicBezTo>
                <a:cubicBezTo>
                  <a:pt x="899233" y="158900"/>
                  <a:pt x="901829" y="157887"/>
                  <a:pt x="904112" y="156346"/>
                </a:cubicBezTo>
                <a:cubicBezTo>
                  <a:pt x="905709" y="155206"/>
                  <a:pt x="907153" y="154294"/>
                  <a:pt x="908446" y="153534"/>
                </a:cubicBezTo>
                <a:cubicBezTo>
                  <a:pt x="909664" y="152786"/>
                  <a:pt x="910934" y="152126"/>
                  <a:pt x="912246" y="151557"/>
                </a:cubicBezTo>
                <a:cubicBezTo>
                  <a:pt x="913411" y="150467"/>
                  <a:pt x="914993" y="149940"/>
                  <a:pt x="916580" y="150112"/>
                </a:cubicBezTo>
                <a:close/>
                <a:moveTo>
                  <a:pt x="1165699" y="137646"/>
                </a:moveTo>
                <a:cubicBezTo>
                  <a:pt x="1163874" y="139470"/>
                  <a:pt x="1158097" y="137646"/>
                  <a:pt x="1158097" y="142891"/>
                </a:cubicBezTo>
                <a:cubicBezTo>
                  <a:pt x="1158172" y="145476"/>
                  <a:pt x="1157109" y="148897"/>
                  <a:pt x="1158933" y="150493"/>
                </a:cubicBezTo>
                <a:cubicBezTo>
                  <a:pt x="1158933" y="150493"/>
                  <a:pt x="1160378" y="153914"/>
                  <a:pt x="1162201" y="152470"/>
                </a:cubicBezTo>
                <a:cubicBezTo>
                  <a:pt x="1165851" y="149733"/>
                  <a:pt x="1170412" y="148593"/>
                  <a:pt x="1170868" y="144260"/>
                </a:cubicBezTo>
                <a:lnTo>
                  <a:pt x="1171248" y="144031"/>
                </a:lnTo>
                <a:cubicBezTo>
                  <a:pt x="1171933" y="138177"/>
                  <a:pt x="1170488" y="136505"/>
                  <a:pt x="1165699" y="137646"/>
                </a:cubicBezTo>
                <a:close/>
                <a:moveTo>
                  <a:pt x="1206750" y="126470"/>
                </a:moveTo>
                <a:cubicBezTo>
                  <a:pt x="1200288" y="128523"/>
                  <a:pt x="1189874" y="128219"/>
                  <a:pt x="1189341" y="133312"/>
                </a:cubicBezTo>
                <a:cubicBezTo>
                  <a:pt x="1189113" y="135973"/>
                  <a:pt x="1189113" y="140534"/>
                  <a:pt x="1191850" y="141522"/>
                </a:cubicBezTo>
                <a:cubicBezTo>
                  <a:pt x="1194905" y="142291"/>
                  <a:pt x="1198078" y="142471"/>
                  <a:pt x="1201200" y="142054"/>
                </a:cubicBezTo>
                <a:cubicBezTo>
                  <a:pt x="1204154" y="139812"/>
                  <a:pt x="1206334" y="136702"/>
                  <a:pt x="1207434" y="133160"/>
                </a:cubicBezTo>
                <a:cubicBezTo>
                  <a:pt x="1207434" y="131564"/>
                  <a:pt x="1207510" y="127154"/>
                  <a:pt x="1206750" y="126470"/>
                </a:cubicBezTo>
                <a:close/>
                <a:moveTo>
                  <a:pt x="1455187" y="124722"/>
                </a:moveTo>
                <a:cubicBezTo>
                  <a:pt x="1457174" y="125098"/>
                  <a:pt x="1458973" y="126144"/>
                  <a:pt x="1460280" y="127687"/>
                </a:cubicBezTo>
                <a:cubicBezTo>
                  <a:pt x="1462941" y="130500"/>
                  <a:pt x="1465829" y="131869"/>
                  <a:pt x="1467882" y="134757"/>
                </a:cubicBezTo>
                <a:cubicBezTo>
                  <a:pt x="1469059" y="136931"/>
                  <a:pt x="1469831" y="139301"/>
                  <a:pt x="1470162" y="141751"/>
                </a:cubicBezTo>
                <a:cubicBezTo>
                  <a:pt x="1470619" y="143424"/>
                  <a:pt x="1473127" y="145476"/>
                  <a:pt x="1473127" y="146388"/>
                </a:cubicBezTo>
                <a:cubicBezTo>
                  <a:pt x="1472595" y="152926"/>
                  <a:pt x="1467806" y="152774"/>
                  <a:pt x="1461344" y="157335"/>
                </a:cubicBezTo>
                <a:cubicBezTo>
                  <a:pt x="1457803" y="159264"/>
                  <a:pt x="1454656" y="161843"/>
                  <a:pt x="1452070" y="164937"/>
                </a:cubicBezTo>
                <a:cubicBezTo>
                  <a:pt x="1450035" y="167000"/>
                  <a:pt x="1447604" y="168629"/>
                  <a:pt x="1444924" y="169727"/>
                </a:cubicBezTo>
                <a:cubicBezTo>
                  <a:pt x="1437701" y="172843"/>
                  <a:pt x="1431240" y="172539"/>
                  <a:pt x="1430708" y="179686"/>
                </a:cubicBezTo>
                <a:cubicBezTo>
                  <a:pt x="1430176" y="186831"/>
                  <a:pt x="1434129" y="183943"/>
                  <a:pt x="1434129" y="191545"/>
                </a:cubicBezTo>
                <a:cubicBezTo>
                  <a:pt x="1433789" y="193530"/>
                  <a:pt x="1432981" y="195406"/>
                  <a:pt x="1431772" y="197018"/>
                </a:cubicBezTo>
                <a:cubicBezTo>
                  <a:pt x="1430646" y="198460"/>
                  <a:pt x="1429984" y="200209"/>
                  <a:pt x="1429872" y="202035"/>
                </a:cubicBezTo>
                <a:cubicBezTo>
                  <a:pt x="1429853" y="203904"/>
                  <a:pt x="1429355" y="205735"/>
                  <a:pt x="1428427" y="207357"/>
                </a:cubicBezTo>
                <a:cubicBezTo>
                  <a:pt x="1427595" y="209108"/>
                  <a:pt x="1427253" y="211052"/>
                  <a:pt x="1427439" y="212982"/>
                </a:cubicBezTo>
                <a:cubicBezTo>
                  <a:pt x="1427287" y="219976"/>
                  <a:pt x="1426147" y="225830"/>
                  <a:pt x="1428199" y="227578"/>
                </a:cubicBezTo>
                <a:cubicBezTo>
                  <a:pt x="1436948" y="226872"/>
                  <a:pt x="1445730" y="226669"/>
                  <a:pt x="1454503" y="226970"/>
                </a:cubicBezTo>
                <a:cubicBezTo>
                  <a:pt x="1457695" y="226970"/>
                  <a:pt x="1458988" y="224841"/>
                  <a:pt x="1461345" y="224310"/>
                </a:cubicBezTo>
                <a:cubicBezTo>
                  <a:pt x="1463490" y="223834"/>
                  <a:pt x="1465684" y="223604"/>
                  <a:pt x="1467882" y="223625"/>
                </a:cubicBezTo>
                <a:cubicBezTo>
                  <a:pt x="1470317" y="224040"/>
                  <a:pt x="1472709" y="224676"/>
                  <a:pt x="1475029" y="225526"/>
                </a:cubicBezTo>
                <a:cubicBezTo>
                  <a:pt x="1477460" y="226628"/>
                  <a:pt x="1479798" y="227925"/>
                  <a:pt x="1482022" y="229403"/>
                </a:cubicBezTo>
                <a:cubicBezTo>
                  <a:pt x="1484607" y="231227"/>
                  <a:pt x="1489244" y="232216"/>
                  <a:pt x="1491144" y="237005"/>
                </a:cubicBezTo>
                <a:cubicBezTo>
                  <a:pt x="1491725" y="239031"/>
                  <a:pt x="1492007" y="241131"/>
                  <a:pt x="1491981" y="243239"/>
                </a:cubicBezTo>
                <a:lnTo>
                  <a:pt x="1490688" y="243390"/>
                </a:lnTo>
                <a:cubicBezTo>
                  <a:pt x="1490692" y="244239"/>
                  <a:pt x="1491018" y="245055"/>
                  <a:pt x="1491600" y="245671"/>
                </a:cubicBezTo>
                <a:cubicBezTo>
                  <a:pt x="1492163" y="246690"/>
                  <a:pt x="1492377" y="247865"/>
                  <a:pt x="1492209" y="249016"/>
                </a:cubicBezTo>
                <a:cubicBezTo>
                  <a:pt x="1491854" y="250961"/>
                  <a:pt x="1491076" y="252803"/>
                  <a:pt x="1489928" y="254414"/>
                </a:cubicBezTo>
                <a:cubicBezTo>
                  <a:pt x="1488712" y="256314"/>
                  <a:pt x="1487191" y="259051"/>
                  <a:pt x="1485367" y="259051"/>
                </a:cubicBezTo>
                <a:cubicBezTo>
                  <a:pt x="1480501" y="259203"/>
                  <a:pt x="1478069" y="259659"/>
                  <a:pt x="1476472" y="259583"/>
                </a:cubicBezTo>
                <a:cubicBezTo>
                  <a:pt x="1474876" y="259507"/>
                  <a:pt x="1470162" y="257911"/>
                  <a:pt x="1466818" y="257911"/>
                </a:cubicBezTo>
                <a:cubicBezTo>
                  <a:pt x="1463473" y="257911"/>
                  <a:pt x="1461117" y="258823"/>
                  <a:pt x="1456935" y="258747"/>
                </a:cubicBezTo>
                <a:cubicBezTo>
                  <a:pt x="1452754" y="258671"/>
                  <a:pt x="1445228" y="257911"/>
                  <a:pt x="1440591" y="257378"/>
                </a:cubicBezTo>
                <a:cubicBezTo>
                  <a:pt x="1437626" y="256998"/>
                  <a:pt x="1428351" y="257759"/>
                  <a:pt x="1425386" y="257378"/>
                </a:cubicBezTo>
                <a:cubicBezTo>
                  <a:pt x="1420286" y="256901"/>
                  <a:pt x="1415142" y="257312"/>
                  <a:pt x="1410182" y="258595"/>
                </a:cubicBezTo>
                <a:lnTo>
                  <a:pt x="1395662" y="260647"/>
                </a:lnTo>
                <a:cubicBezTo>
                  <a:pt x="1390493" y="261408"/>
                  <a:pt x="1383804" y="260267"/>
                  <a:pt x="1379166" y="260267"/>
                </a:cubicBezTo>
                <a:cubicBezTo>
                  <a:pt x="1369220" y="261195"/>
                  <a:pt x="1359405" y="263209"/>
                  <a:pt x="1349898" y="266273"/>
                </a:cubicBezTo>
                <a:cubicBezTo>
                  <a:pt x="1337810" y="270454"/>
                  <a:pt x="1316677" y="280261"/>
                  <a:pt x="1314016" y="279957"/>
                </a:cubicBezTo>
                <a:cubicBezTo>
                  <a:pt x="1311355" y="279653"/>
                  <a:pt x="1305730" y="272127"/>
                  <a:pt x="1300332" y="267033"/>
                </a:cubicBezTo>
                <a:cubicBezTo>
                  <a:pt x="1299876" y="264520"/>
                  <a:pt x="1299876" y="261944"/>
                  <a:pt x="1300332" y="259431"/>
                </a:cubicBezTo>
                <a:cubicBezTo>
                  <a:pt x="1300833" y="256318"/>
                  <a:pt x="1300546" y="253129"/>
                  <a:pt x="1299496" y="250157"/>
                </a:cubicBezTo>
                <a:cubicBezTo>
                  <a:pt x="1301549" y="246584"/>
                  <a:pt x="1313484" y="242174"/>
                  <a:pt x="1314700" y="241870"/>
                </a:cubicBezTo>
                <a:cubicBezTo>
                  <a:pt x="1315916" y="241566"/>
                  <a:pt x="1320630" y="243390"/>
                  <a:pt x="1323519" y="242706"/>
                </a:cubicBezTo>
                <a:cubicBezTo>
                  <a:pt x="1325039" y="242327"/>
                  <a:pt x="1335834" y="237917"/>
                  <a:pt x="1341764" y="235788"/>
                </a:cubicBezTo>
                <a:cubicBezTo>
                  <a:pt x="1344120" y="235029"/>
                  <a:pt x="1347541" y="234876"/>
                  <a:pt x="1349366" y="234345"/>
                </a:cubicBezTo>
                <a:cubicBezTo>
                  <a:pt x="1354991" y="232596"/>
                  <a:pt x="1363278" y="228415"/>
                  <a:pt x="1369359" y="225982"/>
                </a:cubicBezTo>
                <a:cubicBezTo>
                  <a:pt x="1382359" y="220813"/>
                  <a:pt x="1383043" y="205153"/>
                  <a:pt x="1385019" y="199223"/>
                </a:cubicBezTo>
                <a:cubicBezTo>
                  <a:pt x="1386062" y="196346"/>
                  <a:pt x="1386602" y="193312"/>
                  <a:pt x="1386616" y="190253"/>
                </a:cubicBezTo>
                <a:cubicBezTo>
                  <a:pt x="1386692" y="187288"/>
                  <a:pt x="1386464" y="183714"/>
                  <a:pt x="1385019" y="183182"/>
                </a:cubicBezTo>
                <a:cubicBezTo>
                  <a:pt x="1382459" y="183400"/>
                  <a:pt x="1379918" y="183807"/>
                  <a:pt x="1377417" y="184398"/>
                </a:cubicBezTo>
                <a:cubicBezTo>
                  <a:pt x="1374216" y="185499"/>
                  <a:pt x="1370780" y="185735"/>
                  <a:pt x="1367459" y="185083"/>
                </a:cubicBezTo>
                <a:cubicBezTo>
                  <a:pt x="1364418" y="183639"/>
                  <a:pt x="1364874" y="180065"/>
                  <a:pt x="1364418" y="176037"/>
                </a:cubicBezTo>
                <a:cubicBezTo>
                  <a:pt x="1363445" y="171949"/>
                  <a:pt x="1361398" y="168196"/>
                  <a:pt x="1358488" y="165165"/>
                </a:cubicBezTo>
                <a:cubicBezTo>
                  <a:pt x="1357348" y="162398"/>
                  <a:pt x="1356829" y="159413"/>
                  <a:pt x="1356968" y="156423"/>
                </a:cubicBezTo>
                <a:cubicBezTo>
                  <a:pt x="1357043" y="154827"/>
                  <a:pt x="1356208" y="149581"/>
                  <a:pt x="1356208" y="147985"/>
                </a:cubicBezTo>
                <a:cubicBezTo>
                  <a:pt x="1356208" y="143804"/>
                  <a:pt x="1360161" y="143500"/>
                  <a:pt x="1363810" y="141675"/>
                </a:cubicBezTo>
                <a:cubicBezTo>
                  <a:pt x="1368330" y="142465"/>
                  <a:pt x="1372799" y="143531"/>
                  <a:pt x="1377190" y="144868"/>
                </a:cubicBezTo>
                <a:cubicBezTo>
                  <a:pt x="1387925" y="143705"/>
                  <a:pt x="1398586" y="141928"/>
                  <a:pt x="1409118" y="139547"/>
                </a:cubicBezTo>
                <a:cubicBezTo>
                  <a:pt x="1411475" y="139014"/>
                  <a:pt x="1414059" y="138178"/>
                  <a:pt x="1414668" y="138026"/>
                </a:cubicBezTo>
                <a:cubicBezTo>
                  <a:pt x="1415276" y="137874"/>
                  <a:pt x="1417480" y="136886"/>
                  <a:pt x="1418621" y="136506"/>
                </a:cubicBezTo>
                <a:cubicBezTo>
                  <a:pt x="1426962" y="134059"/>
                  <a:pt x="1434997" y="130667"/>
                  <a:pt x="1442567" y="126395"/>
                </a:cubicBezTo>
                <a:cubicBezTo>
                  <a:pt x="1444740" y="125648"/>
                  <a:pt x="1447044" y="125363"/>
                  <a:pt x="1449333" y="125559"/>
                </a:cubicBezTo>
                <a:cubicBezTo>
                  <a:pt x="1451299" y="125390"/>
                  <a:pt x="1453253" y="125111"/>
                  <a:pt x="1455187" y="124722"/>
                </a:cubicBezTo>
                <a:close/>
                <a:moveTo>
                  <a:pt x="1118870" y="115904"/>
                </a:moveTo>
                <a:cubicBezTo>
                  <a:pt x="1122595" y="113699"/>
                  <a:pt x="1124496" y="121909"/>
                  <a:pt x="1125712" y="124874"/>
                </a:cubicBezTo>
                <a:cubicBezTo>
                  <a:pt x="1126396" y="126318"/>
                  <a:pt x="1124344" y="131944"/>
                  <a:pt x="1124115" y="133920"/>
                </a:cubicBezTo>
                <a:cubicBezTo>
                  <a:pt x="1123888" y="135897"/>
                  <a:pt x="1120998" y="138330"/>
                  <a:pt x="1120998" y="144259"/>
                </a:cubicBezTo>
                <a:cubicBezTo>
                  <a:pt x="1121075" y="146920"/>
                  <a:pt x="1118642" y="148897"/>
                  <a:pt x="1115373" y="151861"/>
                </a:cubicBezTo>
                <a:cubicBezTo>
                  <a:pt x="1112029" y="155095"/>
                  <a:pt x="1108906" y="158549"/>
                  <a:pt x="1106023" y="162200"/>
                </a:cubicBezTo>
                <a:cubicBezTo>
                  <a:pt x="1104499" y="165828"/>
                  <a:pt x="1104153" y="169844"/>
                  <a:pt x="1105035" y="173679"/>
                </a:cubicBezTo>
                <a:cubicBezTo>
                  <a:pt x="1105035" y="174971"/>
                  <a:pt x="1103438" y="179077"/>
                  <a:pt x="1105719" y="181281"/>
                </a:cubicBezTo>
                <a:cubicBezTo>
                  <a:pt x="1108000" y="183486"/>
                  <a:pt x="1110508" y="181129"/>
                  <a:pt x="1111800" y="181281"/>
                </a:cubicBezTo>
                <a:cubicBezTo>
                  <a:pt x="1113093" y="181434"/>
                  <a:pt x="1112257" y="184018"/>
                  <a:pt x="1113777" y="186830"/>
                </a:cubicBezTo>
                <a:cubicBezTo>
                  <a:pt x="1116590" y="192228"/>
                  <a:pt x="1117502" y="193064"/>
                  <a:pt x="1117502" y="195725"/>
                </a:cubicBezTo>
                <a:cubicBezTo>
                  <a:pt x="1117425" y="197246"/>
                  <a:pt x="1117425" y="198538"/>
                  <a:pt x="1116210" y="199298"/>
                </a:cubicBezTo>
                <a:cubicBezTo>
                  <a:pt x="1109169" y="203541"/>
                  <a:pt x="1103169" y="209309"/>
                  <a:pt x="1098649" y="216175"/>
                </a:cubicBezTo>
                <a:cubicBezTo>
                  <a:pt x="1098149" y="218509"/>
                  <a:pt x="1098444" y="220944"/>
                  <a:pt x="1099485" y="223093"/>
                </a:cubicBezTo>
                <a:cubicBezTo>
                  <a:pt x="1100929" y="223093"/>
                  <a:pt x="1104578" y="223093"/>
                  <a:pt x="1106175" y="223093"/>
                </a:cubicBezTo>
                <a:lnTo>
                  <a:pt x="1105947" y="223548"/>
                </a:lnTo>
                <a:cubicBezTo>
                  <a:pt x="1108333" y="224208"/>
                  <a:pt x="1110457" y="225588"/>
                  <a:pt x="1112028" y="227502"/>
                </a:cubicBezTo>
                <a:cubicBezTo>
                  <a:pt x="1113122" y="229516"/>
                  <a:pt x="1113745" y="231751"/>
                  <a:pt x="1113853" y="234040"/>
                </a:cubicBezTo>
                <a:cubicBezTo>
                  <a:pt x="1112712" y="243695"/>
                  <a:pt x="1104351" y="249700"/>
                  <a:pt x="1096749" y="254565"/>
                </a:cubicBezTo>
                <a:cubicBezTo>
                  <a:pt x="1089146" y="259430"/>
                  <a:pt x="1075386" y="264752"/>
                  <a:pt x="1068849" y="268477"/>
                </a:cubicBezTo>
                <a:cubicBezTo>
                  <a:pt x="1063451" y="271593"/>
                  <a:pt x="1058358" y="279348"/>
                  <a:pt x="1055241" y="280640"/>
                </a:cubicBezTo>
                <a:cubicBezTo>
                  <a:pt x="1055241" y="280640"/>
                  <a:pt x="1051516" y="281856"/>
                  <a:pt x="1049844" y="280640"/>
                </a:cubicBezTo>
                <a:cubicBezTo>
                  <a:pt x="1047366" y="279745"/>
                  <a:pt x="1044824" y="279033"/>
                  <a:pt x="1042242" y="278511"/>
                </a:cubicBezTo>
                <a:cubicBezTo>
                  <a:pt x="1039657" y="277675"/>
                  <a:pt x="1040873" y="274026"/>
                  <a:pt x="1038973" y="271822"/>
                </a:cubicBezTo>
                <a:cubicBezTo>
                  <a:pt x="1036987" y="269886"/>
                  <a:pt x="1035386" y="267590"/>
                  <a:pt x="1034259" y="265056"/>
                </a:cubicBezTo>
                <a:cubicBezTo>
                  <a:pt x="1032672" y="261152"/>
                  <a:pt x="1031946" y="256951"/>
                  <a:pt x="1032131" y="252740"/>
                </a:cubicBezTo>
                <a:cubicBezTo>
                  <a:pt x="1034398" y="247372"/>
                  <a:pt x="1038767" y="243169"/>
                  <a:pt x="1044218" y="241109"/>
                </a:cubicBezTo>
                <a:cubicBezTo>
                  <a:pt x="1046618" y="239544"/>
                  <a:pt x="1048928" y="237843"/>
                  <a:pt x="1051136" y="236016"/>
                </a:cubicBezTo>
                <a:cubicBezTo>
                  <a:pt x="1053250" y="234843"/>
                  <a:pt x="1054970" y="233071"/>
                  <a:pt x="1056077" y="230922"/>
                </a:cubicBezTo>
                <a:cubicBezTo>
                  <a:pt x="1056738" y="229344"/>
                  <a:pt x="1057173" y="227681"/>
                  <a:pt x="1057370" y="225981"/>
                </a:cubicBezTo>
                <a:cubicBezTo>
                  <a:pt x="1057522" y="223397"/>
                  <a:pt x="1058814" y="221497"/>
                  <a:pt x="1058813" y="219595"/>
                </a:cubicBezTo>
                <a:cubicBezTo>
                  <a:pt x="1058604" y="217702"/>
                  <a:pt x="1057807" y="215920"/>
                  <a:pt x="1056533" y="214503"/>
                </a:cubicBezTo>
                <a:cubicBezTo>
                  <a:pt x="1055305" y="213254"/>
                  <a:pt x="1054370" y="211748"/>
                  <a:pt x="1053796" y="210093"/>
                </a:cubicBezTo>
                <a:cubicBezTo>
                  <a:pt x="1053796" y="210017"/>
                  <a:pt x="1048324" y="203707"/>
                  <a:pt x="1048323" y="200591"/>
                </a:cubicBezTo>
                <a:cubicBezTo>
                  <a:pt x="1048504" y="195787"/>
                  <a:pt x="1052271" y="191890"/>
                  <a:pt x="1057066" y="191544"/>
                </a:cubicBezTo>
                <a:cubicBezTo>
                  <a:pt x="1058586" y="190936"/>
                  <a:pt x="1061398" y="191544"/>
                  <a:pt x="1062919" y="191544"/>
                </a:cubicBezTo>
                <a:cubicBezTo>
                  <a:pt x="1066568" y="191240"/>
                  <a:pt x="1069153" y="187743"/>
                  <a:pt x="1071130" y="184778"/>
                </a:cubicBezTo>
                <a:cubicBezTo>
                  <a:pt x="1072186" y="180700"/>
                  <a:pt x="1072797" y="176520"/>
                  <a:pt x="1072954" y="172311"/>
                </a:cubicBezTo>
                <a:cubicBezTo>
                  <a:pt x="1074170" y="168054"/>
                  <a:pt x="1069077" y="167369"/>
                  <a:pt x="1066568" y="166381"/>
                </a:cubicBezTo>
                <a:cubicBezTo>
                  <a:pt x="1064155" y="165163"/>
                  <a:pt x="1061602" y="164245"/>
                  <a:pt x="1058966" y="163644"/>
                </a:cubicBezTo>
                <a:cubicBezTo>
                  <a:pt x="1056914" y="163493"/>
                  <a:pt x="1055165" y="161060"/>
                  <a:pt x="1054177" y="158399"/>
                </a:cubicBezTo>
                <a:cubicBezTo>
                  <a:pt x="1053189" y="155738"/>
                  <a:pt x="1052352" y="156575"/>
                  <a:pt x="1050224" y="155738"/>
                </a:cubicBezTo>
                <a:cubicBezTo>
                  <a:pt x="1048095" y="154902"/>
                  <a:pt x="1048095" y="147680"/>
                  <a:pt x="1048095" y="146844"/>
                </a:cubicBezTo>
                <a:cubicBezTo>
                  <a:pt x="1048095" y="146008"/>
                  <a:pt x="1050300" y="145095"/>
                  <a:pt x="1052200" y="144259"/>
                </a:cubicBezTo>
                <a:cubicBezTo>
                  <a:pt x="1054101" y="143423"/>
                  <a:pt x="1054101" y="142055"/>
                  <a:pt x="1055317" y="139470"/>
                </a:cubicBezTo>
                <a:cubicBezTo>
                  <a:pt x="1056534" y="136885"/>
                  <a:pt x="1059347" y="136277"/>
                  <a:pt x="1061931" y="135593"/>
                </a:cubicBezTo>
                <a:cubicBezTo>
                  <a:pt x="1064835" y="135422"/>
                  <a:pt x="1067729" y="135092"/>
                  <a:pt x="1070598" y="134605"/>
                </a:cubicBezTo>
                <a:cubicBezTo>
                  <a:pt x="1082760" y="129664"/>
                  <a:pt x="1096520" y="116056"/>
                  <a:pt x="1108151" y="116664"/>
                </a:cubicBezTo>
                <a:cubicBezTo>
                  <a:pt x="1114080" y="117044"/>
                  <a:pt x="1116513" y="117196"/>
                  <a:pt x="1118870" y="115904"/>
                </a:cubicBezTo>
                <a:close/>
                <a:moveTo>
                  <a:pt x="1643566" y="115600"/>
                </a:moveTo>
                <a:cubicBezTo>
                  <a:pt x="1646378" y="116055"/>
                  <a:pt x="1653905" y="114763"/>
                  <a:pt x="1654589" y="116055"/>
                </a:cubicBezTo>
                <a:cubicBezTo>
                  <a:pt x="1656775" y="119258"/>
                  <a:pt x="1659836" y="121765"/>
                  <a:pt x="1663407" y="123278"/>
                </a:cubicBezTo>
                <a:cubicBezTo>
                  <a:pt x="1666372" y="124798"/>
                  <a:pt x="1665080" y="126851"/>
                  <a:pt x="1665460" y="129511"/>
                </a:cubicBezTo>
                <a:cubicBezTo>
                  <a:pt x="1665840" y="132172"/>
                  <a:pt x="1667513" y="133236"/>
                  <a:pt x="1666676" y="135517"/>
                </a:cubicBezTo>
                <a:cubicBezTo>
                  <a:pt x="1665840" y="137798"/>
                  <a:pt x="1663788" y="141827"/>
                  <a:pt x="1662039" y="146692"/>
                </a:cubicBezTo>
                <a:cubicBezTo>
                  <a:pt x="1662039" y="147756"/>
                  <a:pt x="1660670" y="153229"/>
                  <a:pt x="1662039" y="153229"/>
                </a:cubicBezTo>
                <a:cubicBezTo>
                  <a:pt x="1663616" y="153325"/>
                  <a:pt x="1665185" y="152926"/>
                  <a:pt x="1666525" y="152090"/>
                </a:cubicBezTo>
                <a:cubicBezTo>
                  <a:pt x="1667209" y="151786"/>
                  <a:pt x="1670249" y="150265"/>
                  <a:pt x="1672150" y="149580"/>
                </a:cubicBezTo>
                <a:cubicBezTo>
                  <a:pt x="1674433" y="149072"/>
                  <a:pt x="1676652" y="148307"/>
                  <a:pt x="1678764" y="147300"/>
                </a:cubicBezTo>
                <a:cubicBezTo>
                  <a:pt x="1681349" y="145476"/>
                  <a:pt x="1684769" y="141827"/>
                  <a:pt x="1686366" y="141827"/>
                </a:cubicBezTo>
                <a:cubicBezTo>
                  <a:pt x="1686366" y="141827"/>
                  <a:pt x="1696476" y="138862"/>
                  <a:pt x="1698225" y="141827"/>
                </a:cubicBezTo>
                <a:cubicBezTo>
                  <a:pt x="1699973" y="144792"/>
                  <a:pt x="1704230" y="144488"/>
                  <a:pt x="1708564" y="145172"/>
                </a:cubicBezTo>
                <a:cubicBezTo>
                  <a:pt x="1712897" y="145856"/>
                  <a:pt x="1715709" y="152849"/>
                  <a:pt x="1715709" y="158779"/>
                </a:cubicBezTo>
                <a:cubicBezTo>
                  <a:pt x="1715785" y="161212"/>
                  <a:pt x="1715633" y="162200"/>
                  <a:pt x="1712973" y="162200"/>
                </a:cubicBezTo>
                <a:cubicBezTo>
                  <a:pt x="1711529" y="162276"/>
                  <a:pt x="1709932" y="164709"/>
                  <a:pt x="1707272" y="166457"/>
                </a:cubicBezTo>
                <a:cubicBezTo>
                  <a:pt x="1703124" y="168843"/>
                  <a:pt x="1698709" y="170731"/>
                  <a:pt x="1694119" y="172082"/>
                </a:cubicBezTo>
                <a:cubicBezTo>
                  <a:pt x="1691807" y="173627"/>
                  <a:pt x="1689230" y="174735"/>
                  <a:pt x="1686517" y="175352"/>
                </a:cubicBezTo>
                <a:cubicBezTo>
                  <a:pt x="1683172" y="175808"/>
                  <a:pt x="1680208" y="175960"/>
                  <a:pt x="1677700" y="176492"/>
                </a:cubicBezTo>
                <a:cubicBezTo>
                  <a:pt x="1672992" y="177648"/>
                  <a:pt x="1668446" y="179384"/>
                  <a:pt x="1664168" y="181661"/>
                </a:cubicBezTo>
                <a:cubicBezTo>
                  <a:pt x="1662343" y="183595"/>
                  <a:pt x="1660830" y="185801"/>
                  <a:pt x="1659682" y="188199"/>
                </a:cubicBezTo>
                <a:cubicBezTo>
                  <a:pt x="1658626" y="191759"/>
                  <a:pt x="1659211" y="195605"/>
                  <a:pt x="1661279" y="198690"/>
                </a:cubicBezTo>
                <a:cubicBezTo>
                  <a:pt x="1667610" y="207313"/>
                  <a:pt x="1675135" y="214992"/>
                  <a:pt x="1683629" y="221496"/>
                </a:cubicBezTo>
                <a:cubicBezTo>
                  <a:pt x="1687658" y="224917"/>
                  <a:pt x="1693360" y="236701"/>
                  <a:pt x="1700125" y="240121"/>
                </a:cubicBezTo>
                <a:cubicBezTo>
                  <a:pt x="1706161" y="243405"/>
                  <a:pt x="1711842" y="247303"/>
                  <a:pt x="1717078" y="251752"/>
                </a:cubicBezTo>
                <a:cubicBezTo>
                  <a:pt x="1720165" y="253388"/>
                  <a:pt x="1723430" y="254664"/>
                  <a:pt x="1726809" y="255554"/>
                </a:cubicBezTo>
                <a:cubicBezTo>
                  <a:pt x="1729850" y="256846"/>
                  <a:pt x="1732510" y="259658"/>
                  <a:pt x="1734411" y="260343"/>
                </a:cubicBezTo>
                <a:cubicBezTo>
                  <a:pt x="1739352" y="262015"/>
                  <a:pt x="1743609" y="263536"/>
                  <a:pt x="1751211" y="266576"/>
                </a:cubicBezTo>
                <a:cubicBezTo>
                  <a:pt x="1753036" y="267337"/>
                  <a:pt x="1756076" y="267565"/>
                  <a:pt x="1756989" y="269237"/>
                </a:cubicBezTo>
                <a:lnTo>
                  <a:pt x="1756381" y="269997"/>
                </a:lnTo>
                <a:cubicBezTo>
                  <a:pt x="1757141" y="271442"/>
                  <a:pt x="1754708" y="272734"/>
                  <a:pt x="1754556" y="274407"/>
                </a:cubicBezTo>
                <a:cubicBezTo>
                  <a:pt x="1754404" y="276079"/>
                  <a:pt x="1755164" y="278892"/>
                  <a:pt x="1753720" y="280640"/>
                </a:cubicBezTo>
                <a:cubicBezTo>
                  <a:pt x="1751384" y="283636"/>
                  <a:pt x="1747860" y="285467"/>
                  <a:pt x="1744066" y="285658"/>
                </a:cubicBezTo>
                <a:cubicBezTo>
                  <a:pt x="1742469" y="285810"/>
                  <a:pt x="1741252" y="288091"/>
                  <a:pt x="1740113" y="288927"/>
                </a:cubicBezTo>
                <a:cubicBezTo>
                  <a:pt x="1738972" y="289763"/>
                  <a:pt x="1737299" y="289763"/>
                  <a:pt x="1736159" y="289763"/>
                </a:cubicBezTo>
                <a:cubicBezTo>
                  <a:pt x="1733186" y="289775"/>
                  <a:pt x="1730215" y="289597"/>
                  <a:pt x="1727264" y="289231"/>
                </a:cubicBezTo>
                <a:cubicBezTo>
                  <a:pt x="1724200" y="289399"/>
                  <a:pt x="1721130" y="289399"/>
                  <a:pt x="1718066" y="289231"/>
                </a:cubicBezTo>
                <a:cubicBezTo>
                  <a:pt x="1715311" y="289206"/>
                  <a:pt x="1712582" y="288692"/>
                  <a:pt x="1710008" y="287711"/>
                </a:cubicBezTo>
                <a:cubicBezTo>
                  <a:pt x="1704991" y="284821"/>
                  <a:pt x="1701190" y="286950"/>
                  <a:pt x="1697389" y="285962"/>
                </a:cubicBezTo>
                <a:cubicBezTo>
                  <a:pt x="1694404" y="285425"/>
                  <a:pt x="1691799" y="283623"/>
                  <a:pt x="1690243" y="281021"/>
                </a:cubicBezTo>
                <a:cubicBezTo>
                  <a:pt x="1687810" y="274254"/>
                  <a:pt x="1691079" y="272278"/>
                  <a:pt x="1679296" y="261483"/>
                </a:cubicBezTo>
                <a:cubicBezTo>
                  <a:pt x="1674851" y="256494"/>
                  <a:pt x="1670712" y="251238"/>
                  <a:pt x="1666904" y="245747"/>
                </a:cubicBezTo>
                <a:cubicBezTo>
                  <a:pt x="1664586" y="242699"/>
                  <a:pt x="1662046" y="239828"/>
                  <a:pt x="1659302" y="237156"/>
                </a:cubicBezTo>
                <a:cubicBezTo>
                  <a:pt x="1651548" y="231455"/>
                  <a:pt x="1644631" y="223549"/>
                  <a:pt x="1642045" y="221952"/>
                </a:cubicBezTo>
                <a:cubicBezTo>
                  <a:pt x="1641133" y="221421"/>
                  <a:pt x="1635964" y="233736"/>
                  <a:pt x="1630110" y="240045"/>
                </a:cubicBezTo>
                <a:cubicBezTo>
                  <a:pt x="1624257" y="246355"/>
                  <a:pt x="1620000" y="249320"/>
                  <a:pt x="1612854" y="256922"/>
                </a:cubicBezTo>
                <a:cubicBezTo>
                  <a:pt x="1607638" y="261544"/>
                  <a:pt x="1601640" y="265201"/>
                  <a:pt x="1595141" y="267717"/>
                </a:cubicBezTo>
                <a:cubicBezTo>
                  <a:pt x="1592176" y="269693"/>
                  <a:pt x="1585410" y="272734"/>
                  <a:pt x="1581990" y="274863"/>
                </a:cubicBezTo>
                <a:cubicBezTo>
                  <a:pt x="1578568" y="276991"/>
                  <a:pt x="1572563" y="276687"/>
                  <a:pt x="1569902" y="277980"/>
                </a:cubicBezTo>
                <a:cubicBezTo>
                  <a:pt x="1567795" y="278804"/>
                  <a:pt x="1565550" y="279216"/>
                  <a:pt x="1563288" y="279196"/>
                </a:cubicBezTo>
                <a:cubicBezTo>
                  <a:pt x="1561464" y="278892"/>
                  <a:pt x="1560171" y="276307"/>
                  <a:pt x="1558803" y="275319"/>
                </a:cubicBezTo>
                <a:cubicBezTo>
                  <a:pt x="1557435" y="274331"/>
                  <a:pt x="1557435" y="269389"/>
                  <a:pt x="1555382" y="268477"/>
                </a:cubicBezTo>
                <a:cubicBezTo>
                  <a:pt x="1553401" y="267991"/>
                  <a:pt x="1551468" y="267329"/>
                  <a:pt x="1549604" y="266501"/>
                </a:cubicBezTo>
                <a:cubicBezTo>
                  <a:pt x="1548388" y="265360"/>
                  <a:pt x="1549376" y="263460"/>
                  <a:pt x="1553329" y="262168"/>
                </a:cubicBezTo>
                <a:cubicBezTo>
                  <a:pt x="1556482" y="261097"/>
                  <a:pt x="1559380" y="259389"/>
                  <a:pt x="1561844" y="257150"/>
                </a:cubicBezTo>
                <a:cubicBezTo>
                  <a:pt x="1563934" y="255903"/>
                  <a:pt x="1565895" y="254451"/>
                  <a:pt x="1567698" y="252817"/>
                </a:cubicBezTo>
                <a:cubicBezTo>
                  <a:pt x="1568382" y="251980"/>
                  <a:pt x="1570814" y="251601"/>
                  <a:pt x="1571803" y="250992"/>
                </a:cubicBezTo>
                <a:cubicBezTo>
                  <a:pt x="1581451" y="242815"/>
                  <a:pt x="1590590" y="234056"/>
                  <a:pt x="1599170" y="224765"/>
                </a:cubicBezTo>
                <a:cubicBezTo>
                  <a:pt x="1604076" y="219480"/>
                  <a:pt x="1607692" y="213131"/>
                  <a:pt x="1609737" y="206216"/>
                </a:cubicBezTo>
                <a:cubicBezTo>
                  <a:pt x="1611031" y="203879"/>
                  <a:pt x="1611784" y="201281"/>
                  <a:pt x="1611941" y="198614"/>
                </a:cubicBezTo>
                <a:cubicBezTo>
                  <a:pt x="1611713" y="197398"/>
                  <a:pt x="1608064" y="198614"/>
                  <a:pt x="1606468" y="198614"/>
                </a:cubicBezTo>
                <a:cubicBezTo>
                  <a:pt x="1604872" y="198614"/>
                  <a:pt x="1603884" y="198538"/>
                  <a:pt x="1602286" y="198614"/>
                </a:cubicBezTo>
                <a:cubicBezTo>
                  <a:pt x="1600690" y="198690"/>
                  <a:pt x="1598486" y="200135"/>
                  <a:pt x="1596661" y="200135"/>
                </a:cubicBezTo>
                <a:cubicBezTo>
                  <a:pt x="1594913" y="200743"/>
                  <a:pt x="1593012" y="200743"/>
                  <a:pt x="1591264" y="200135"/>
                </a:cubicBezTo>
                <a:cubicBezTo>
                  <a:pt x="1588375" y="199222"/>
                  <a:pt x="1586854" y="196790"/>
                  <a:pt x="1582977" y="196257"/>
                </a:cubicBezTo>
                <a:cubicBezTo>
                  <a:pt x="1577746" y="194402"/>
                  <a:pt x="1574009" y="189754"/>
                  <a:pt x="1573322" y="184246"/>
                </a:cubicBezTo>
                <a:cubicBezTo>
                  <a:pt x="1572666" y="181427"/>
                  <a:pt x="1573668" y="178479"/>
                  <a:pt x="1575907" y="176644"/>
                </a:cubicBezTo>
                <a:cubicBezTo>
                  <a:pt x="1577884" y="175200"/>
                  <a:pt x="1578872" y="173147"/>
                  <a:pt x="1580469" y="171931"/>
                </a:cubicBezTo>
                <a:cubicBezTo>
                  <a:pt x="1582065" y="170715"/>
                  <a:pt x="1584954" y="170562"/>
                  <a:pt x="1586247" y="169726"/>
                </a:cubicBezTo>
                <a:cubicBezTo>
                  <a:pt x="1587539" y="168890"/>
                  <a:pt x="1588907" y="167370"/>
                  <a:pt x="1591111" y="166533"/>
                </a:cubicBezTo>
                <a:cubicBezTo>
                  <a:pt x="1593316" y="165697"/>
                  <a:pt x="1598942" y="166533"/>
                  <a:pt x="1602971" y="166533"/>
                </a:cubicBezTo>
                <a:cubicBezTo>
                  <a:pt x="1609897" y="165623"/>
                  <a:pt x="1616553" y="163266"/>
                  <a:pt x="1622508" y="159615"/>
                </a:cubicBezTo>
                <a:cubicBezTo>
                  <a:pt x="1622302" y="153399"/>
                  <a:pt x="1623579" y="147223"/>
                  <a:pt x="1626233" y="141598"/>
                </a:cubicBezTo>
                <a:cubicBezTo>
                  <a:pt x="1627132" y="137865"/>
                  <a:pt x="1627567" y="134035"/>
                  <a:pt x="1627525" y="130196"/>
                </a:cubicBezTo>
                <a:cubicBezTo>
                  <a:pt x="1627943" y="126921"/>
                  <a:pt x="1627762" y="123598"/>
                  <a:pt x="1626994" y="120388"/>
                </a:cubicBezTo>
                <a:cubicBezTo>
                  <a:pt x="1626917" y="117652"/>
                  <a:pt x="1628438" y="117348"/>
                  <a:pt x="1630035" y="116892"/>
                </a:cubicBezTo>
                <a:cubicBezTo>
                  <a:pt x="1635052" y="115523"/>
                  <a:pt x="1634976" y="117424"/>
                  <a:pt x="1637637" y="117500"/>
                </a:cubicBezTo>
                <a:cubicBezTo>
                  <a:pt x="1640297" y="117576"/>
                  <a:pt x="1640753" y="115143"/>
                  <a:pt x="1643566" y="115600"/>
                </a:cubicBezTo>
                <a:close/>
                <a:moveTo>
                  <a:pt x="591287" y="113167"/>
                </a:moveTo>
                <a:cubicBezTo>
                  <a:pt x="592731" y="113319"/>
                  <a:pt x="594404" y="115752"/>
                  <a:pt x="596912" y="116284"/>
                </a:cubicBezTo>
                <a:cubicBezTo>
                  <a:pt x="599421" y="116816"/>
                  <a:pt x="602994" y="116740"/>
                  <a:pt x="605882" y="117272"/>
                </a:cubicBezTo>
                <a:cubicBezTo>
                  <a:pt x="607403" y="117272"/>
                  <a:pt x="613484" y="117272"/>
                  <a:pt x="615005" y="117272"/>
                </a:cubicBezTo>
                <a:cubicBezTo>
                  <a:pt x="617061" y="117398"/>
                  <a:pt x="619073" y="117913"/>
                  <a:pt x="620935" y="118793"/>
                </a:cubicBezTo>
                <a:cubicBezTo>
                  <a:pt x="621847" y="119325"/>
                  <a:pt x="625040" y="120009"/>
                  <a:pt x="626180" y="121301"/>
                </a:cubicBezTo>
                <a:cubicBezTo>
                  <a:pt x="628762" y="123695"/>
                  <a:pt x="630696" y="126702"/>
                  <a:pt x="631806" y="130044"/>
                </a:cubicBezTo>
                <a:lnTo>
                  <a:pt x="630817" y="130424"/>
                </a:lnTo>
                <a:cubicBezTo>
                  <a:pt x="631198" y="133161"/>
                  <a:pt x="630361" y="134073"/>
                  <a:pt x="630361" y="136201"/>
                </a:cubicBezTo>
                <a:cubicBezTo>
                  <a:pt x="630696" y="139131"/>
                  <a:pt x="630696" y="142090"/>
                  <a:pt x="630361" y="145020"/>
                </a:cubicBezTo>
                <a:cubicBezTo>
                  <a:pt x="629981" y="146540"/>
                  <a:pt x="627700" y="150265"/>
                  <a:pt x="625876" y="154599"/>
                </a:cubicBezTo>
                <a:cubicBezTo>
                  <a:pt x="625227" y="157861"/>
                  <a:pt x="624796" y="161162"/>
                  <a:pt x="624584" y="164481"/>
                </a:cubicBezTo>
                <a:cubicBezTo>
                  <a:pt x="624508" y="169118"/>
                  <a:pt x="624279" y="172540"/>
                  <a:pt x="623595" y="182422"/>
                </a:cubicBezTo>
                <a:cubicBezTo>
                  <a:pt x="623443" y="185767"/>
                  <a:pt x="622531" y="188884"/>
                  <a:pt x="621998" y="193369"/>
                </a:cubicBezTo>
                <a:cubicBezTo>
                  <a:pt x="621771" y="195041"/>
                  <a:pt x="621314" y="199755"/>
                  <a:pt x="621314" y="202643"/>
                </a:cubicBezTo>
                <a:cubicBezTo>
                  <a:pt x="621239" y="206977"/>
                  <a:pt x="623215" y="207813"/>
                  <a:pt x="623443" y="208953"/>
                </a:cubicBezTo>
                <a:cubicBezTo>
                  <a:pt x="623671" y="210094"/>
                  <a:pt x="623747" y="210322"/>
                  <a:pt x="624051" y="212602"/>
                </a:cubicBezTo>
                <a:cubicBezTo>
                  <a:pt x="624355" y="214883"/>
                  <a:pt x="625648" y="215947"/>
                  <a:pt x="625268" y="218304"/>
                </a:cubicBezTo>
                <a:cubicBezTo>
                  <a:pt x="624888" y="220661"/>
                  <a:pt x="622911" y="224614"/>
                  <a:pt x="621847" y="230543"/>
                </a:cubicBezTo>
                <a:cubicBezTo>
                  <a:pt x="621295" y="233238"/>
                  <a:pt x="619748" y="235627"/>
                  <a:pt x="617514" y="237233"/>
                </a:cubicBezTo>
                <a:cubicBezTo>
                  <a:pt x="613655" y="240463"/>
                  <a:pt x="609288" y="243031"/>
                  <a:pt x="604590" y="244835"/>
                </a:cubicBezTo>
                <a:cubicBezTo>
                  <a:pt x="599421" y="246508"/>
                  <a:pt x="596228" y="253653"/>
                  <a:pt x="593263" y="255553"/>
                </a:cubicBezTo>
                <a:cubicBezTo>
                  <a:pt x="589395" y="257586"/>
                  <a:pt x="585409" y="259388"/>
                  <a:pt x="581328" y="260951"/>
                </a:cubicBezTo>
                <a:cubicBezTo>
                  <a:pt x="575890" y="263296"/>
                  <a:pt x="570779" y="266337"/>
                  <a:pt x="566124" y="269998"/>
                </a:cubicBezTo>
                <a:cubicBezTo>
                  <a:pt x="563136" y="271602"/>
                  <a:pt x="560005" y="272925"/>
                  <a:pt x="556773" y="273951"/>
                </a:cubicBezTo>
                <a:cubicBezTo>
                  <a:pt x="552198" y="277835"/>
                  <a:pt x="547316" y="281342"/>
                  <a:pt x="542177" y="284442"/>
                </a:cubicBezTo>
                <a:cubicBezTo>
                  <a:pt x="539212" y="285734"/>
                  <a:pt x="535639" y="278969"/>
                  <a:pt x="532826" y="276004"/>
                </a:cubicBezTo>
                <a:cubicBezTo>
                  <a:pt x="530946" y="274306"/>
                  <a:pt x="528938" y="272756"/>
                  <a:pt x="526821" y="271367"/>
                </a:cubicBezTo>
                <a:cubicBezTo>
                  <a:pt x="525148" y="269998"/>
                  <a:pt x="525756" y="266121"/>
                  <a:pt x="525148" y="263765"/>
                </a:cubicBezTo>
                <a:cubicBezTo>
                  <a:pt x="524540" y="261408"/>
                  <a:pt x="523019" y="258214"/>
                  <a:pt x="523019" y="257151"/>
                </a:cubicBezTo>
                <a:cubicBezTo>
                  <a:pt x="523177" y="254918"/>
                  <a:pt x="524593" y="252971"/>
                  <a:pt x="526668" y="252133"/>
                </a:cubicBezTo>
                <a:cubicBezTo>
                  <a:pt x="528341" y="251600"/>
                  <a:pt x="530697" y="252361"/>
                  <a:pt x="532294" y="251600"/>
                </a:cubicBezTo>
                <a:cubicBezTo>
                  <a:pt x="535346" y="250122"/>
                  <a:pt x="538270" y="248394"/>
                  <a:pt x="541037" y="246431"/>
                </a:cubicBezTo>
                <a:cubicBezTo>
                  <a:pt x="543947" y="244758"/>
                  <a:pt x="547103" y="243553"/>
                  <a:pt x="550387" y="242859"/>
                </a:cubicBezTo>
                <a:cubicBezTo>
                  <a:pt x="555989" y="240254"/>
                  <a:pt x="561401" y="237256"/>
                  <a:pt x="566580" y="233888"/>
                </a:cubicBezTo>
                <a:cubicBezTo>
                  <a:pt x="569241" y="232443"/>
                  <a:pt x="574182" y="230011"/>
                  <a:pt x="574182" y="226286"/>
                </a:cubicBezTo>
                <a:cubicBezTo>
                  <a:pt x="574390" y="220555"/>
                  <a:pt x="574238" y="214817"/>
                  <a:pt x="573726" y="209105"/>
                </a:cubicBezTo>
                <a:cubicBezTo>
                  <a:pt x="572890" y="207357"/>
                  <a:pt x="569696" y="206673"/>
                  <a:pt x="569697" y="206673"/>
                </a:cubicBezTo>
                <a:cubicBezTo>
                  <a:pt x="567228" y="207390"/>
                  <a:pt x="564665" y="207724"/>
                  <a:pt x="562095" y="207661"/>
                </a:cubicBezTo>
                <a:cubicBezTo>
                  <a:pt x="559650" y="208338"/>
                  <a:pt x="557262" y="209203"/>
                  <a:pt x="554949" y="210245"/>
                </a:cubicBezTo>
                <a:cubicBezTo>
                  <a:pt x="553504" y="210930"/>
                  <a:pt x="550920" y="211614"/>
                  <a:pt x="549551" y="210930"/>
                </a:cubicBezTo>
                <a:cubicBezTo>
                  <a:pt x="547998" y="210520"/>
                  <a:pt x="546713" y="209430"/>
                  <a:pt x="546054" y="207965"/>
                </a:cubicBezTo>
                <a:cubicBezTo>
                  <a:pt x="545061" y="205128"/>
                  <a:pt x="544522" y="202151"/>
                  <a:pt x="544458" y="199147"/>
                </a:cubicBezTo>
                <a:cubicBezTo>
                  <a:pt x="543548" y="197215"/>
                  <a:pt x="543031" y="195122"/>
                  <a:pt x="542937" y="192989"/>
                </a:cubicBezTo>
                <a:cubicBezTo>
                  <a:pt x="543634" y="188872"/>
                  <a:pt x="543864" y="184689"/>
                  <a:pt x="543622" y="180522"/>
                </a:cubicBezTo>
                <a:cubicBezTo>
                  <a:pt x="543622" y="175580"/>
                  <a:pt x="547726" y="173908"/>
                  <a:pt x="551224" y="173299"/>
                </a:cubicBezTo>
                <a:cubicBezTo>
                  <a:pt x="554720" y="172691"/>
                  <a:pt x="557837" y="170106"/>
                  <a:pt x="561334" y="170107"/>
                </a:cubicBezTo>
                <a:cubicBezTo>
                  <a:pt x="563880" y="170184"/>
                  <a:pt x="566427" y="170006"/>
                  <a:pt x="568936" y="169575"/>
                </a:cubicBezTo>
                <a:cubicBezTo>
                  <a:pt x="572540" y="168532"/>
                  <a:pt x="575971" y="166970"/>
                  <a:pt x="579124" y="164938"/>
                </a:cubicBezTo>
                <a:cubicBezTo>
                  <a:pt x="581100" y="162048"/>
                  <a:pt x="584065" y="160224"/>
                  <a:pt x="584065" y="155663"/>
                </a:cubicBezTo>
                <a:cubicBezTo>
                  <a:pt x="584520" y="147073"/>
                  <a:pt x="587181" y="143271"/>
                  <a:pt x="587181" y="135669"/>
                </a:cubicBezTo>
                <a:cubicBezTo>
                  <a:pt x="587523" y="130813"/>
                  <a:pt x="585651" y="126063"/>
                  <a:pt x="582088" y="122746"/>
                </a:cubicBezTo>
                <a:cubicBezTo>
                  <a:pt x="581366" y="121637"/>
                  <a:pt x="581366" y="120206"/>
                  <a:pt x="582088" y="119097"/>
                </a:cubicBezTo>
                <a:cubicBezTo>
                  <a:pt x="584200" y="117922"/>
                  <a:pt x="586121" y="116436"/>
                  <a:pt x="587790" y="114687"/>
                </a:cubicBezTo>
                <a:cubicBezTo>
                  <a:pt x="588565" y="113549"/>
                  <a:pt x="589925" y="112958"/>
                  <a:pt x="591287" y="113167"/>
                </a:cubicBezTo>
                <a:close/>
                <a:moveTo>
                  <a:pt x="699236" y="103056"/>
                </a:moveTo>
                <a:cubicBezTo>
                  <a:pt x="702733" y="103208"/>
                  <a:pt x="703189" y="105185"/>
                  <a:pt x="704785" y="106325"/>
                </a:cubicBezTo>
                <a:cubicBezTo>
                  <a:pt x="706243" y="106990"/>
                  <a:pt x="707821" y="107352"/>
                  <a:pt x="709422" y="107389"/>
                </a:cubicBezTo>
                <a:cubicBezTo>
                  <a:pt x="710867" y="107618"/>
                  <a:pt x="712235" y="109670"/>
                  <a:pt x="712996" y="111418"/>
                </a:cubicBezTo>
                <a:cubicBezTo>
                  <a:pt x="714687" y="114916"/>
                  <a:pt x="715668" y="118715"/>
                  <a:pt x="715884" y="122593"/>
                </a:cubicBezTo>
                <a:cubicBezTo>
                  <a:pt x="715580" y="130880"/>
                  <a:pt x="709726" y="132704"/>
                  <a:pt x="707598" y="137798"/>
                </a:cubicBezTo>
                <a:cubicBezTo>
                  <a:pt x="706761" y="140258"/>
                  <a:pt x="706225" y="142811"/>
                  <a:pt x="706002" y="145400"/>
                </a:cubicBezTo>
                <a:cubicBezTo>
                  <a:pt x="706761" y="149581"/>
                  <a:pt x="711019" y="150721"/>
                  <a:pt x="712843" y="147756"/>
                </a:cubicBezTo>
                <a:cubicBezTo>
                  <a:pt x="716265" y="146997"/>
                  <a:pt x="717329" y="145020"/>
                  <a:pt x="719685" y="143879"/>
                </a:cubicBezTo>
                <a:cubicBezTo>
                  <a:pt x="722042" y="142740"/>
                  <a:pt x="725387" y="146540"/>
                  <a:pt x="730708" y="147756"/>
                </a:cubicBezTo>
                <a:cubicBezTo>
                  <a:pt x="733673" y="148440"/>
                  <a:pt x="734890" y="155814"/>
                  <a:pt x="736866" y="159236"/>
                </a:cubicBezTo>
                <a:cubicBezTo>
                  <a:pt x="737759" y="161879"/>
                  <a:pt x="738195" y="164656"/>
                  <a:pt x="738158" y="167446"/>
                </a:cubicBezTo>
                <a:cubicBezTo>
                  <a:pt x="738052" y="169556"/>
                  <a:pt x="736511" y="171318"/>
                  <a:pt x="734433" y="171703"/>
                </a:cubicBezTo>
                <a:cubicBezTo>
                  <a:pt x="731773" y="172311"/>
                  <a:pt x="730176" y="172691"/>
                  <a:pt x="726831" y="173679"/>
                </a:cubicBezTo>
                <a:cubicBezTo>
                  <a:pt x="724333" y="174758"/>
                  <a:pt x="722082" y="176335"/>
                  <a:pt x="720218" y="178316"/>
                </a:cubicBezTo>
                <a:cubicBezTo>
                  <a:pt x="717253" y="180445"/>
                  <a:pt x="714135" y="180901"/>
                  <a:pt x="710943" y="183486"/>
                </a:cubicBezTo>
                <a:cubicBezTo>
                  <a:pt x="706552" y="186826"/>
                  <a:pt x="701538" y="189255"/>
                  <a:pt x="696195" y="190632"/>
                </a:cubicBezTo>
                <a:cubicBezTo>
                  <a:pt x="693466" y="195676"/>
                  <a:pt x="691736" y="201200"/>
                  <a:pt x="691102" y="206900"/>
                </a:cubicBezTo>
                <a:cubicBezTo>
                  <a:pt x="690759" y="209445"/>
                  <a:pt x="690940" y="212031"/>
                  <a:pt x="691634" y="214502"/>
                </a:cubicBezTo>
                <a:cubicBezTo>
                  <a:pt x="692926" y="219063"/>
                  <a:pt x="691786" y="223397"/>
                  <a:pt x="695739" y="227958"/>
                </a:cubicBezTo>
                <a:cubicBezTo>
                  <a:pt x="698811" y="230859"/>
                  <a:pt x="702779" y="232627"/>
                  <a:pt x="706990" y="232975"/>
                </a:cubicBezTo>
                <a:cubicBezTo>
                  <a:pt x="709708" y="233022"/>
                  <a:pt x="712411" y="233380"/>
                  <a:pt x="715048" y="234040"/>
                </a:cubicBezTo>
                <a:cubicBezTo>
                  <a:pt x="716898" y="234654"/>
                  <a:pt x="718810" y="235062"/>
                  <a:pt x="720749" y="235256"/>
                </a:cubicBezTo>
                <a:cubicBezTo>
                  <a:pt x="722438" y="236398"/>
                  <a:pt x="724360" y="237152"/>
                  <a:pt x="726375" y="237461"/>
                </a:cubicBezTo>
                <a:cubicBezTo>
                  <a:pt x="729343" y="237338"/>
                  <a:pt x="732313" y="237645"/>
                  <a:pt x="735194" y="238373"/>
                </a:cubicBezTo>
                <a:lnTo>
                  <a:pt x="735574" y="238525"/>
                </a:lnTo>
                <a:cubicBezTo>
                  <a:pt x="739451" y="240876"/>
                  <a:pt x="741429" y="245412"/>
                  <a:pt x="740515" y="249852"/>
                </a:cubicBezTo>
                <a:cubicBezTo>
                  <a:pt x="739281" y="254137"/>
                  <a:pt x="737808" y="258350"/>
                  <a:pt x="736106" y="262471"/>
                </a:cubicBezTo>
                <a:cubicBezTo>
                  <a:pt x="735041" y="265816"/>
                  <a:pt x="734357" y="269314"/>
                  <a:pt x="732457" y="270758"/>
                </a:cubicBezTo>
                <a:cubicBezTo>
                  <a:pt x="730556" y="272202"/>
                  <a:pt x="725691" y="271138"/>
                  <a:pt x="722954" y="272202"/>
                </a:cubicBezTo>
                <a:cubicBezTo>
                  <a:pt x="719988" y="273472"/>
                  <a:pt x="716824" y="274218"/>
                  <a:pt x="713604" y="274406"/>
                </a:cubicBezTo>
                <a:cubicBezTo>
                  <a:pt x="711323" y="274406"/>
                  <a:pt x="708510" y="272202"/>
                  <a:pt x="707066" y="271594"/>
                </a:cubicBezTo>
                <a:cubicBezTo>
                  <a:pt x="703790" y="270619"/>
                  <a:pt x="700357" y="270283"/>
                  <a:pt x="696955" y="270606"/>
                </a:cubicBezTo>
                <a:cubicBezTo>
                  <a:pt x="694218" y="270606"/>
                  <a:pt x="686996" y="270606"/>
                  <a:pt x="686996" y="270606"/>
                </a:cubicBezTo>
                <a:cubicBezTo>
                  <a:pt x="685476" y="270606"/>
                  <a:pt x="682207" y="268857"/>
                  <a:pt x="678558" y="268173"/>
                </a:cubicBezTo>
                <a:cubicBezTo>
                  <a:pt x="674909" y="267489"/>
                  <a:pt x="668904" y="268325"/>
                  <a:pt x="666243" y="267489"/>
                </a:cubicBezTo>
                <a:cubicBezTo>
                  <a:pt x="663999" y="266681"/>
                  <a:pt x="661895" y="265527"/>
                  <a:pt x="660009" y="264068"/>
                </a:cubicBezTo>
                <a:cubicBezTo>
                  <a:pt x="657647" y="261271"/>
                  <a:pt x="655701" y="258147"/>
                  <a:pt x="654232" y="254793"/>
                </a:cubicBezTo>
                <a:cubicBezTo>
                  <a:pt x="653679" y="251223"/>
                  <a:pt x="653424" y="247612"/>
                  <a:pt x="653471" y="243998"/>
                </a:cubicBezTo>
                <a:cubicBezTo>
                  <a:pt x="653167" y="241946"/>
                  <a:pt x="650810" y="232671"/>
                  <a:pt x="650810" y="231151"/>
                </a:cubicBezTo>
                <a:lnTo>
                  <a:pt x="650279" y="223093"/>
                </a:lnTo>
                <a:cubicBezTo>
                  <a:pt x="650271" y="220527"/>
                  <a:pt x="649939" y="217973"/>
                  <a:pt x="649291" y="215491"/>
                </a:cubicBezTo>
                <a:cubicBezTo>
                  <a:pt x="648346" y="211586"/>
                  <a:pt x="647936" y="207571"/>
                  <a:pt x="648073" y="203556"/>
                </a:cubicBezTo>
                <a:cubicBezTo>
                  <a:pt x="647998" y="197322"/>
                  <a:pt x="649822" y="196334"/>
                  <a:pt x="651267" y="184322"/>
                </a:cubicBezTo>
                <a:cubicBezTo>
                  <a:pt x="651418" y="183106"/>
                  <a:pt x="653928" y="179457"/>
                  <a:pt x="653928" y="178316"/>
                </a:cubicBezTo>
                <a:cubicBezTo>
                  <a:pt x="654383" y="172387"/>
                  <a:pt x="655676" y="172463"/>
                  <a:pt x="656208" y="168434"/>
                </a:cubicBezTo>
                <a:cubicBezTo>
                  <a:pt x="656740" y="164405"/>
                  <a:pt x="658336" y="159540"/>
                  <a:pt x="658336" y="158324"/>
                </a:cubicBezTo>
                <a:cubicBezTo>
                  <a:pt x="659249" y="152165"/>
                  <a:pt x="659249" y="144183"/>
                  <a:pt x="659250" y="142587"/>
                </a:cubicBezTo>
                <a:cubicBezTo>
                  <a:pt x="659554" y="139303"/>
                  <a:pt x="660322" y="136078"/>
                  <a:pt x="661530" y="133008"/>
                </a:cubicBezTo>
                <a:cubicBezTo>
                  <a:pt x="662941" y="128015"/>
                  <a:pt x="664032" y="122937"/>
                  <a:pt x="664799" y="117804"/>
                </a:cubicBezTo>
                <a:cubicBezTo>
                  <a:pt x="664543" y="114329"/>
                  <a:pt x="664670" y="110836"/>
                  <a:pt x="665179" y="107389"/>
                </a:cubicBezTo>
                <a:cubicBezTo>
                  <a:pt x="666243" y="103740"/>
                  <a:pt x="668143" y="103132"/>
                  <a:pt x="671184" y="103132"/>
                </a:cubicBezTo>
                <a:cubicBezTo>
                  <a:pt x="672553" y="103056"/>
                  <a:pt x="676581" y="104653"/>
                  <a:pt x="678786" y="104729"/>
                </a:cubicBezTo>
                <a:cubicBezTo>
                  <a:pt x="680991" y="104805"/>
                  <a:pt x="684032" y="103285"/>
                  <a:pt x="685552" y="103285"/>
                </a:cubicBezTo>
                <a:cubicBezTo>
                  <a:pt x="687603" y="103564"/>
                  <a:pt x="689634" y="103970"/>
                  <a:pt x="691634" y="104501"/>
                </a:cubicBezTo>
                <a:cubicBezTo>
                  <a:pt x="694126" y="103820"/>
                  <a:pt x="696668" y="103337"/>
                  <a:pt x="699236" y="103056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2" y="100927"/>
                </a:moveTo>
                <a:cubicBezTo>
                  <a:pt x="1220585" y="100927"/>
                  <a:pt x="1222866" y="103892"/>
                  <a:pt x="1225375" y="103892"/>
                </a:cubicBezTo>
                <a:cubicBezTo>
                  <a:pt x="1230471" y="103521"/>
                  <a:pt x="1235594" y="103905"/>
                  <a:pt x="1240579" y="105032"/>
                </a:cubicBezTo>
                <a:lnTo>
                  <a:pt x="1241263" y="105413"/>
                </a:lnTo>
                <a:cubicBezTo>
                  <a:pt x="1242176" y="106173"/>
                  <a:pt x="1242784" y="110658"/>
                  <a:pt x="1243848" y="111646"/>
                </a:cubicBezTo>
                <a:cubicBezTo>
                  <a:pt x="1246821" y="114446"/>
                  <a:pt x="1248683" y="118226"/>
                  <a:pt x="1249093" y="122289"/>
                </a:cubicBezTo>
                <a:cubicBezTo>
                  <a:pt x="1248865" y="125330"/>
                  <a:pt x="1244836" y="130195"/>
                  <a:pt x="1244836" y="131336"/>
                </a:cubicBezTo>
                <a:cubicBezTo>
                  <a:pt x="1245061" y="134261"/>
                  <a:pt x="1244370" y="137183"/>
                  <a:pt x="1242860" y="139698"/>
                </a:cubicBezTo>
                <a:cubicBezTo>
                  <a:pt x="1239802" y="143867"/>
                  <a:pt x="1237250" y="148383"/>
                  <a:pt x="1235258" y="153154"/>
                </a:cubicBezTo>
                <a:cubicBezTo>
                  <a:pt x="1234421" y="154750"/>
                  <a:pt x="1229252" y="158855"/>
                  <a:pt x="1228415" y="160756"/>
                </a:cubicBezTo>
                <a:cubicBezTo>
                  <a:pt x="1223246" y="172539"/>
                  <a:pt x="1217468" y="180749"/>
                  <a:pt x="1213211" y="192532"/>
                </a:cubicBezTo>
                <a:cubicBezTo>
                  <a:pt x="1212527" y="194432"/>
                  <a:pt x="1209563" y="198310"/>
                  <a:pt x="1208118" y="197626"/>
                </a:cubicBezTo>
                <a:cubicBezTo>
                  <a:pt x="1206136" y="196734"/>
                  <a:pt x="1203867" y="196734"/>
                  <a:pt x="1201884" y="197626"/>
                </a:cubicBezTo>
                <a:cubicBezTo>
                  <a:pt x="1200896" y="198462"/>
                  <a:pt x="1196715" y="198385"/>
                  <a:pt x="1195346" y="199754"/>
                </a:cubicBezTo>
                <a:cubicBezTo>
                  <a:pt x="1193978" y="201122"/>
                  <a:pt x="1186984" y="200058"/>
                  <a:pt x="1185616" y="202719"/>
                </a:cubicBezTo>
                <a:cubicBezTo>
                  <a:pt x="1184628" y="205157"/>
                  <a:pt x="1184628" y="207884"/>
                  <a:pt x="1185616" y="210321"/>
                </a:cubicBezTo>
                <a:cubicBezTo>
                  <a:pt x="1187821" y="212906"/>
                  <a:pt x="1192306" y="210321"/>
                  <a:pt x="1193218" y="208952"/>
                </a:cubicBezTo>
                <a:cubicBezTo>
                  <a:pt x="1194682" y="207194"/>
                  <a:pt x="1196860" y="206189"/>
                  <a:pt x="1199148" y="206216"/>
                </a:cubicBezTo>
                <a:cubicBezTo>
                  <a:pt x="1201785" y="207367"/>
                  <a:pt x="1204537" y="208234"/>
                  <a:pt x="1207358" y="208801"/>
                </a:cubicBezTo>
                <a:cubicBezTo>
                  <a:pt x="1209230" y="209098"/>
                  <a:pt x="1210613" y="210706"/>
                  <a:pt x="1210627" y="212601"/>
                </a:cubicBezTo>
                <a:cubicBezTo>
                  <a:pt x="1210674" y="216152"/>
                  <a:pt x="1211396" y="219661"/>
                  <a:pt x="1212756" y="222940"/>
                </a:cubicBezTo>
                <a:cubicBezTo>
                  <a:pt x="1212817" y="224465"/>
                  <a:pt x="1212361" y="225964"/>
                  <a:pt x="1211463" y="227197"/>
                </a:cubicBezTo>
                <a:cubicBezTo>
                  <a:pt x="1209161" y="229261"/>
                  <a:pt x="1206607" y="231023"/>
                  <a:pt x="1203861" y="232443"/>
                </a:cubicBezTo>
                <a:cubicBezTo>
                  <a:pt x="1202036" y="233583"/>
                  <a:pt x="1197931" y="233887"/>
                  <a:pt x="1195346" y="235560"/>
                </a:cubicBezTo>
                <a:cubicBezTo>
                  <a:pt x="1193778" y="236737"/>
                  <a:pt x="1192806" y="238543"/>
                  <a:pt x="1192686" y="240501"/>
                </a:cubicBezTo>
                <a:cubicBezTo>
                  <a:pt x="1192686" y="243770"/>
                  <a:pt x="1195195" y="243770"/>
                  <a:pt x="1196791" y="243770"/>
                </a:cubicBezTo>
                <a:cubicBezTo>
                  <a:pt x="1198388" y="243770"/>
                  <a:pt x="1205001" y="241642"/>
                  <a:pt x="1208118" y="241642"/>
                </a:cubicBezTo>
                <a:cubicBezTo>
                  <a:pt x="1210955" y="241785"/>
                  <a:pt x="1213796" y="241785"/>
                  <a:pt x="1216633" y="241642"/>
                </a:cubicBezTo>
                <a:cubicBezTo>
                  <a:pt x="1220026" y="240495"/>
                  <a:pt x="1223551" y="239780"/>
                  <a:pt x="1227123" y="239513"/>
                </a:cubicBezTo>
                <a:cubicBezTo>
                  <a:pt x="1230468" y="240350"/>
                  <a:pt x="1234193" y="237232"/>
                  <a:pt x="1236321" y="239513"/>
                </a:cubicBezTo>
                <a:cubicBezTo>
                  <a:pt x="1236321" y="243466"/>
                  <a:pt x="1243924" y="245291"/>
                  <a:pt x="1243924" y="251448"/>
                </a:cubicBezTo>
                <a:cubicBezTo>
                  <a:pt x="1243924" y="260267"/>
                  <a:pt x="1238070" y="270226"/>
                  <a:pt x="1230468" y="270834"/>
                </a:cubicBezTo>
                <a:cubicBezTo>
                  <a:pt x="1227275" y="271138"/>
                  <a:pt x="1229480" y="268705"/>
                  <a:pt x="1218229" y="268705"/>
                </a:cubicBezTo>
                <a:cubicBezTo>
                  <a:pt x="1208194" y="268857"/>
                  <a:pt x="1199603" y="269541"/>
                  <a:pt x="1198007" y="269541"/>
                </a:cubicBezTo>
                <a:cubicBezTo>
                  <a:pt x="1194321" y="269587"/>
                  <a:pt x="1190637" y="269358"/>
                  <a:pt x="1186984" y="268857"/>
                </a:cubicBezTo>
                <a:cubicBezTo>
                  <a:pt x="1183745" y="268925"/>
                  <a:pt x="1180516" y="269256"/>
                  <a:pt x="1177330" y="269846"/>
                </a:cubicBezTo>
                <a:cubicBezTo>
                  <a:pt x="1173789" y="270756"/>
                  <a:pt x="1170178" y="271367"/>
                  <a:pt x="1166535" y="271670"/>
                </a:cubicBezTo>
                <a:cubicBezTo>
                  <a:pt x="1162019" y="271605"/>
                  <a:pt x="1157539" y="272485"/>
                  <a:pt x="1153384" y="274254"/>
                </a:cubicBezTo>
                <a:cubicBezTo>
                  <a:pt x="1148905" y="275170"/>
                  <a:pt x="1144347" y="275628"/>
                  <a:pt x="1139776" y="275622"/>
                </a:cubicBezTo>
                <a:cubicBezTo>
                  <a:pt x="1135278" y="277537"/>
                  <a:pt x="1130590" y="278965"/>
                  <a:pt x="1125788" y="279880"/>
                </a:cubicBezTo>
                <a:cubicBezTo>
                  <a:pt x="1123203" y="280184"/>
                  <a:pt x="1117198" y="279424"/>
                  <a:pt x="1116970" y="275242"/>
                </a:cubicBezTo>
                <a:cubicBezTo>
                  <a:pt x="1116741" y="271061"/>
                  <a:pt x="1114461" y="268857"/>
                  <a:pt x="1114994" y="263459"/>
                </a:cubicBezTo>
                <a:cubicBezTo>
                  <a:pt x="1115449" y="261863"/>
                  <a:pt x="1115449" y="259279"/>
                  <a:pt x="1115448" y="258062"/>
                </a:cubicBezTo>
                <a:cubicBezTo>
                  <a:pt x="1115463" y="255647"/>
                  <a:pt x="1116549" y="253363"/>
                  <a:pt x="1118413" y="251828"/>
                </a:cubicBezTo>
                <a:cubicBezTo>
                  <a:pt x="1118946" y="251676"/>
                  <a:pt x="1120162" y="249016"/>
                  <a:pt x="1121683" y="249168"/>
                </a:cubicBezTo>
                <a:cubicBezTo>
                  <a:pt x="1123203" y="249320"/>
                  <a:pt x="1123508" y="251144"/>
                  <a:pt x="1125788" y="251144"/>
                </a:cubicBezTo>
                <a:cubicBezTo>
                  <a:pt x="1129937" y="250246"/>
                  <a:pt x="1133968" y="248869"/>
                  <a:pt x="1137800" y="247039"/>
                </a:cubicBezTo>
                <a:cubicBezTo>
                  <a:pt x="1142734" y="244518"/>
                  <a:pt x="1147811" y="242285"/>
                  <a:pt x="1153004" y="240350"/>
                </a:cubicBezTo>
                <a:cubicBezTo>
                  <a:pt x="1154980" y="237536"/>
                  <a:pt x="1151711" y="236092"/>
                  <a:pt x="1150495" y="236092"/>
                </a:cubicBezTo>
                <a:cubicBezTo>
                  <a:pt x="1148388" y="236661"/>
                  <a:pt x="1146142" y="236359"/>
                  <a:pt x="1144261" y="235256"/>
                </a:cubicBezTo>
                <a:cubicBezTo>
                  <a:pt x="1141145" y="234724"/>
                  <a:pt x="1139852" y="233964"/>
                  <a:pt x="1139015" y="232595"/>
                </a:cubicBezTo>
                <a:cubicBezTo>
                  <a:pt x="1138180" y="231227"/>
                  <a:pt x="1138787" y="229630"/>
                  <a:pt x="1139015" y="227502"/>
                </a:cubicBezTo>
                <a:cubicBezTo>
                  <a:pt x="1139243" y="225373"/>
                  <a:pt x="1139395" y="223093"/>
                  <a:pt x="1139700" y="221268"/>
                </a:cubicBezTo>
                <a:cubicBezTo>
                  <a:pt x="1140004" y="219444"/>
                  <a:pt x="1140232" y="216707"/>
                  <a:pt x="1143121" y="216707"/>
                </a:cubicBezTo>
                <a:cubicBezTo>
                  <a:pt x="1144717" y="216707"/>
                  <a:pt x="1145097" y="217847"/>
                  <a:pt x="1146617" y="217847"/>
                </a:cubicBezTo>
                <a:cubicBezTo>
                  <a:pt x="1148138" y="217847"/>
                  <a:pt x="1148822" y="217163"/>
                  <a:pt x="1150343" y="217163"/>
                </a:cubicBezTo>
                <a:cubicBezTo>
                  <a:pt x="1151550" y="217364"/>
                  <a:pt x="1152784" y="217364"/>
                  <a:pt x="1153992" y="217163"/>
                </a:cubicBezTo>
                <a:cubicBezTo>
                  <a:pt x="1155338" y="216501"/>
                  <a:pt x="1156472" y="215474"/>
                  <a:pt x="1157261" y="214198"/>
                </a:cubicBezTo>
                <a:cubicBezTo>
                  <a:pt x="1157944" y="211725"/>
                  <a:pt x="1158227" y="209158"/>
                  <a:pt x="1158097" y="206596"/>
                </a:cubicBezTo>
                <a:cubicBezTo>
                  <a:pt x="1157792" y="204544"/>
                  <a:pt x="1155968" y="204848"/>
                  <a:pt x="1153611" y="205987"/>
                </a:cubicBezTo>
                <a:cubicBezTo>
                  <a:pt x="1151755" y="206664"/>
                  <a:pt x="1149848" y="207198"/>
                  <a:pt x="1147909" y="207585"/>
                </a:cubicBezTo>
                <a:cubicBezTo>
                  <a:pt x="1146182" y="208056"/>
                  <a:pt x="1144432" y="208437"/>
                  <a:pt x="1142664" y="208724"/>
                </a:cubicBezTo>
                <a:cubicBezTo>
                  <a:pt x="1141223" y="208731"/>
                  <a:pt x="1139789" y="208526"/>
                  <a:pt x="1138407" y="208116"/>
                </a:cubicBezTo>
                <a:cubicBezTo>
                  <a:pt x="1136278" y="207585"/>
                  <a:pt x="1136811" y="206292"/>
                  <a:pt x="1136278" y="204771"/>
                </a:cubicBezTo>
                <a:cubicBezTo>
                  <a:pt x="1135419" y="203270"/>
                  <a:pt x="1134851" y="201619"/>
                  <a:pt x="1134606" y="199906"/>
                </a:cubicBezTo>
                <a:cubicBezTo>
                  <a:pt x="1134911" y="195573"/>
                  <a:pt x="1131413" y="193977"/>
                  <a:pt x="1130806" y="192836"/>
                </a:cubicBezTo>
                <a:cubicBezTo>
                  <a:pt x="1129660" y="190445"/>
                  <a:pt x="1128939" y="187873"/>
                  <a:pt x="1128676" y="185234"/>
                </a:cubicBezTo>
                <a:cubicBezTo>
                  <a:pt x="1128676" y="180293"/>
                  <a:pt x="1133314" y="176416"/>
                  <a:pt x="1132782" y="173299"/>
                </a:cubicBezTo>
                <a:cubicBezTo>
                  <a:pt x="1131401" y="166983"/>
                  <a:pt x="1130738" y="160531"/>
                  <a:pt x="1130805" y="154066"/>
                </a:cubicBezTo>
                <a:cubicBezTo>
                  <a:pt x="1131033" y="152317"/>
                  <a:pt x="1128372" y="149352"/>
                  <a:pt x="1128372" y="145856"/>
                </a:cubicBezTo>
                <a:cubicBezTo>
                  <a:pt x="1128485" y="143749"/>
                  <a:pt x="1128816" y="141660"/>
                  <a:pt x="1129360" y="139622"/>
                </a:cubicBezTo>
                <a:cubicBezTo>
                  <a:pt x="1130451" y="136161"/>
                  <a:pt x="1131165" y="132593"/>
                  <a:pt x="1131490" y="128979"/>
                </a:cubicBezTo>
                <a:cubicBezTo>
                  <a:pt x="1131033" y="124190"/>
                  <a:pt x="1133466" y="118184"/>
                  <a:pt x="1136735" y="118184"/>
                </a:cubicBezTo>
                <a:cubicBezTo>
                  <a:pt x="1140004" y="118184"/>
                  <a:pt x="1139927" y="122289"/>
                  <a:pt x="1143501" y="122289"/>
                </a:cubicBezTo>
                <a:cubicBezTo>
                  <a:pt x="1145652" y="122400"/>
                  <a:pt x="1147807" y="122169"/>
                  <a:pt x="1149886" y="121605"/>
                </a:cubicBezTo>
                <a:cubicBezTo>
                  <a:pt x="1150647" y="121073"/>
                  <a:pt x="1156500" y="119628"/>
                  <a:pt x="1158249" y="118944"/>
                </a:cubicBezTo>
                <a:cubicBezTo>
                  <a:pt x="1163342" y="117120"/>
                  <a:pt x="1166991" y="114839"/>
                  <a:pt x="1172540" y="113091"/>
                </a:cubicBezTo>
                <a:cubicBezTo>
                  <a:pt x="1176266" y="111950"/>
                  <a:pt x="1180903" y="112938"/>
                  <a:pt x="1183868" y="111950"/>
                </a:cubicBezTo>
                <a:cubicBezTo>
                  <a:pt x="1192078" y="109138"/>
                  <a:pt x="1214960" y="100927"/>
                  <a:pt x="1217772" y="100927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6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9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5" y="68466"/>
                </a:moveTo>
                <a:cubicBezTo>
                  <a:pt x="898903" y="68538"/>
                  <a:pt x="900834" y="68741"/>
                  <a:pt x="902743" y="69075"/>
                </a:cubicBezTo>
                <a:cubicBezTo>
                  <a:pt x="905123" y="69228"/>
                  <a:pt x="907510" y="69228"/>
                  <a:pt x="909889" y="69075"/>
                </a:cubicBezTo>
                <a:cubicBezTo>
                  <a:pt x="911713" y="69075"/>
                  <a:pt x="912854" y="71431"/>
                  <a:pt x="913614" y="72040"/>
                </a:cubicBezTo>
                <a:cubicBezTo>
                  <a:pt x="914374" y="72648"/>
                  <a:pt x="919164" y="72876"/>
                  <a:pt x="920304" y="74092"/>
                </a:cubicBezTo>
                <a:cubicBezTo>
                  <a:pt x="921444" y="75308"/>
                  <a:pt x="921292" y="79185"/>
                  <a:pt x="922509" y="81694"/>
                </a:cubicBezTo>
                <a:cubicBezTo>
                  <a:pt x="923725" y="84203"/>
                  <a:pt x="927374" y="85495"/>
                  <a:pt x="927678" y="93097"/>
                </a:cubicBezTo>
                <a:cubicBezTo>
                  <a:pt x="927982" y="100699"/>
                  <a:pt x="925930" y="100851"/>
                  <a:pt x="921292" y="104805"/>
                </a:cubicBezTo>
                <a:cubicBezTo>
                  <a:pt x="920000" y="106477"/>
                  <a:pt x="920152" y="109138"/>
                  <a:pt x="922509" y="108681"/>
                </a:cubicBezTo>
                <a:cubicBezTo>
                  <a:pt x="926690" y="107845"/>
                  <a:pt x="941742" y="104500"/>
                  <a:pt x="945315" y="103360"/>
                </a:cubicBezTo>
                <a:cubicBezTo>
                  <a:pt x="949563" y="102029"/>
                  <a:pt x="953909" y="101037"/>
                  <a:pt x="958315" y="100395"/>
                </a:cubicBezTo>
                <a:cubicBezTo>
                  <a:pt x="959759" y="100243"/>
                  <a:pt x="962115" y="102295"/>
                  <a:pt x="963864" y="102752"/>
                </a:cubicBezTo>
                <a:cubicBezTo>
                  <a:pt x="965612" y="103208"/>
                  <a:pt x="969033" y="103056"/>
                  <a:pt x="969642" y="104652"/>
                </a:cubicBezTo>
                <a:cubicBezTo>
                  <a:pt x="970826" y="107680"/>
                  <a:pt x="973404" y="109947"/>
                  <a:pt x="976559" y="110734"/>
                </a:cubicBezTo>
                <a:lnTo>
                  <a:pt x="976407" y="110734"/>
                </a:lnTo>
                <a:cubicBezTo>
                  <a:pt x="978040" y="111142"/>
                  <a:pt x="979269" y="112491"/>
                  <a:pt x="979524" y="114154"/>
                </a:cubicBezTo>
                <a:cubicBezTo>
                  <a:pt x="979524" y="115599"/>
                  <a:pt x="979144" y="118032"/>
                  <a:pt x="979144" y="121148"/>
                </a:cubicBezTo>
                <a:cubicBezTo>
                  <a:pt x="978688" y="126014"/>
                  <a:pt x="970326" y="129435"/>
                  <a:pt x="966677" y="131715"/>
                </a:cubicBezTo>
                <a:cubicBezTo>
                  <a:pt x="965460" y="132552"/>
                  <a:pt x="964244" y="129739"/>
                  <a:pt x="959987" y="129739"/>
                </a:cubicBezTo>
                <a:cubicBezTo>
                  <a:pt x="958542" y="129815"/>
                  <a:pt x="950104" y="130499"/>
                  <a:pt x="948660" y="130499"/>
                </a:cubicBezTo>
                <a:lnTo>
                  <a:pt x="939613" y="131564"/>
                </a:lnTo>
                <a:cubicBezTo>
                  <a:pt x="937561" y="132019"/>
                  <a:pt x="933303" y="133464"/>
                  <a:pt x="931327" y="134072"/>
                </a:cubicBezTo>
                <a:cubicBezTo>
                  <a:pt x="928500" y="134869"/>
                  <a:pt x="925732" y="135860"/>
                  <a:pt x="923040" y="137037"/>
                </a:cubicBezTo>
                <a:cubicBezTo>
                  <a:pt x="921824" y="137797"/>
                  <a:pt x="918860" y="136429"/>
                  <a:pt x="915438" y="137037"/>
                </a:cubicBezTo>
                <a:cubicBezTo>
                  <a:pt x="913919" y="137341"/>
                  <a:pt x="908521" y="140610"/>
                  <a:pt x="903883" y="141902"/>
                </a:cubicBezTo>
                <a:cubicBezTo>
                  <a:pt x="894743" y="143501"/>
                  <a:pt x="885725" y="145737"/>
                  <a:pt x="876896" y="148591"/>
                </a:cubicBezTo>
                <a:cubicBezTo>
                  <a:pt x="874919" y="150568"/>
                  <a:pt x="870815" y="149732"/>
                  <a:pt x="869294" y="150568"/>
                </a:cubicBezTo>
                <a:cubicBezTo>
                  <a:pt x="867774" y="151405"/>
                  <a:pt x="863745" y="151405"/>
                  <a:pt x="861692" y="152469"/>
                </a:cubicBezTo>
                <a:cubicBezTo>
                  <a:pt x="858272" y="154217"/>
                  <a:pt x="856750" y="153229"/>
                  <a:pt x="854850" y="154217"/>
                </a:cubicBezTo>
                <a:cubicBezTo>
                  <a:pt x="853006" y="154905"/>
                  <a:pt x="851031" y="155165"/>
                  <a:pt x="849072" y="154977"/>
                </a:cubicBezTo>
                <a:cubicBezTo>
                  <a:pt x="846961" y="155399"/>
                  <a:pt x="844878" y="155957"/>
                  <a:pt x="842839" y="156650"/>
                </a:cubicBezTo>
                <a:cubicBezTo>
                  <a:pt x="841039" y="157066"/>
                  <a:pt x="839166" y="157066"/>
                  <a:pt x="837366" y="156650"/>
                </a:cubicBezTo>
                <a:cubicBezTo>
                  <a:pt x="835929" y="156437"/>
                  <a:pt x="834468" y="156437"/>
                  <a:pt x="833032" y="156650"/>
                </a:cubicBezTo>
                <a:cubicBezTo>
                  <a:pt x="831588" y="158550"/>
                  <a:pt x="828851" y="158550"/>
                  <a:pt x="826038" y="158550"/>
                </a:cubicBezTo>
                <a:cubicBezTo>
                  <a:pt x="823975" y="158953"/>
                  <a:pt x="821979" y="159644"/>
                  <a:pt x="820109" y="160603"/>
                </a:cubicBezTo>
                <a:cubicBezTo>
                  <a:pt x="819652" y="161972"/>
                  <a:pt x="817220" y="163187"/>
                  <a:pt x="814939" y="163568"/>
                </a:cubicBezTo>
                <a:cubicBezTo>
                  <a:pt x="812659" y="163948"/>
                  <a:pt x="814027" y="162124"/>
                  <a:pt x="810758" y="160603"/>
                </a:cubicBezTo>
                <a:cubicBezTo>
                  <a:pt x="809238" y="160147"/>
                  <a:pt x="805817" y="161440"/>
                  <a:pt x="803156" y="160147"/>
                </a:cubicBezTo>
                <a:cubicBezTo>
                  <a:pt x="800495" y="158854"/>
                  <a:pt x="800647" y="155130"/>
                  <a:pt x="801180" y="152013"/>
                </a:cubicBezTo>
                <a:cubicBezTo>
                  <a:pt x="801256" y="151328"/>
                  <a:pt x="800800" y="148440"/>
                  <a:pt x="800800" y="145323"/>
                </a:cubicBezTo>
                <a:cubicBezTo>
                  <a:pt x="800473" y="143423"/>
                  <a:pt x="801001" y="141476"/>
                  <a:pt x="802244" y="140001"/>
                </a:cubicBezTo>
                <a:cubicBezTo>
                  <a:pt x="806831" y="136603"/>
                  <a:pt x="811977" y="134031"/>
                  <a:pt x="817448" y="132399"/>
                </a:cubicBezTo>
                <a:cubicBezTo>
                  <a:pt x="818892" y="132095"/>
                  <a:pt x="820337" y="134680"/>
                  <a:pt x="821478" y="134680"/>
                </a:cubicBezTo>
                <a:cubicBezTo>
                  <a:pt x="822617" y="134680"/>
                  <a:pt x="827939" y="131715"/>
                  <a:pt x="830219" y="131715"/>
                </a:cubicBezTo>
                <a:cubicBezTo>
                  <a:pt x="837286" y="130865"/>
                  <a:pt x="844275" y="129467"/>
                  <a:pt x="851125" y="127534"/>
                </a:cubicBezTo>
                <a:cubicBezTo>
                  <a:pt x="854698" y="126318"/>
                  <a:pt x="857967" y="127991"/>
                  <a:pt x="860019" y="126318"/>
                </a:cubicBezTo>
                <a:cubicBezTo>
                  <a:pt x="865369" y="124339"/>
                  <a:pt x="870826" y="122664"/>
                  <a:pt x="876364" y="121301"/>
                </a:cubicBezTo>
                <a:cubicBezTo>
                  <a:pt x="878340" y="120844"/>
                  <a:pt x="881989" y="119856"/>
                  <a:pt x="883054" y="117424"/>
                </a:cubicBezTo>
                <a:cubicBezTo>
                  <a:pt x="883168" y="115864"/>
                  <a:pt x="882907" y="114301"/>
                  <a:pt x="882294" y="112862"/>
                </a:cubicBezTo>
                <a:cubicBezTo>
                  <a:pt x="881381" y="110505"/>
                  <a:pt x="879557" y="111342"/>
                  <a:pt x="877580" y="111342"/>
                </a:cubicBezTo>
                <a:cubicBezTo>
                  <a:pt x="875702" y="110819"/>
                  <a:pt x="874096" y="109594"/>
                  <a:pt x="873095" y="107921"/>
                </a:cubicBezTo>
                <a:cubicBezTo>
                  <a:pt x="873000" y="106281"/>
                  <a:pt x="873369" y="104647"/>
                  <a:pt x="874160" y="103208"/>
                </a:cubicBezTo>
                <a:cubicBezTo>
                  <a:pt x="874768" y="101535"/>
                  <a:pt x="875148" y="100851"/>
                  <a:pt x="875908" y="98722"/>
                </a:cubicBezTo>
                <a:cubicBezTo>
                  <a:pt x="876616" y="96882"/>
                  <a:pt x="877225" y="95004"/>
                  <a:pt x="877732" y="93097"/>
                </a:cubicBezTo>
                <a:cubicBezTo>
                  <a:pt x="878721" y="89980"/>
                  <a:pt x="872791" y="81390"/>
                  <a:pt x="872031" y="79033"/>
                </a:cubicBezTo>
                <a:cubicBezTo>
                  <a:pt x="871664" y="77250"/>
                  <a:pt x="872306" y="75411"/>
                  <a:pt x="873703" y="74244"/>
                </a:cubicBezTo>
                <a:cubicBezTo>
                  <a:pt x="876288" y="71583"/>
                  <a:pt x="879252" y="72799"/>
                  <a:pt x="882294" y="72799"/>
                </a:cubicBezTo>
                <a:cubicBezTo>
                  <a:pt x="884083" y="72488"/>
                  <a:pt x="885790" y="71815"/>
                  <a:pt x="887311" y="70823"/>
                </a:cubicBezTo>
                <a:cubicBezTo>
                  <a:pt x="888299" y="70291"/>
                  <a:pt x="889896" y="71051"/>
                  <a:pt x="892101" y="70291"/>
                </a:cubicBezTo>
                <a:cubicBezTo>
                  <a:pt x="894305" y="69531"/>
                  <a:pt x="894305" y="68466"/>
                  <a:pt x="896965" y="68466"/>
                </a:cubicBezTo>
                <a:close/>
                <a:moveTo>
                  <a:pt x="1900288" y="67098"/>
                </a:moveTo>
                <a:cubicBezTo>
                  <a:pt x="1903784" y="67326"/>
                  <a:pt x="1906294" y="70595"/>
                  <a:pt x="1908347" y="73332"/>
                </a:cubicBezTo>
                <a:cubicBezTo>
                  <a:pt x="1910398" y="76069"/>
                  <a:pt x="1907586" y="80858"/>
                  <a:pt x="1904925" y="83214"/>
                </a:cubicBezTo>
                <a:cubicBezTo>
                  <a:pt x="1902090" y="85562"/>
                  <a:pt x="1899827" y="88526"/>
                  <a:pt x="1898312" y="91881"/>
                </a:cubicBezTo>
                <a:cubicBezTo>
                  <a:pt x="1897855" y="92869"/>
                  <a:pt x="1897855" y="99102"/>
                  <a:pt x="1898312" y="99483"/>
                </a:cubicBezTo>
                <a:cubicBezTo>
                  <a:pt x="1898768" y="99863"/>
                  <a:pt x="1902188" y="102220"/>
                  <a:pt x="1902417" y="105640"/>
                </a:cubicBezTo>
                <a:cubicBezTo>
                  <a:pt x="1902645" y="109061"/>
                  <a:pt x="1899376" y="111722"/>
                  <a:pt x="1893446" y="123810"/>
                </a:cubicBezTo>
                <a:cubicBezTo>
                  <a:pt x="1893674" y="123961"/>
                  <a:pt x="1888125" y="131563"/>
                  <a:pt x="1886680" y="133616"/>
                </a:cubicBezTo>
                <a:cubicBezTo>
                  <a:pt x="1885235" y="135669"/>
                  <a:pt x="1890329" y="139165"/>
                  <a:pt x="1894890" y="137949"/>
                </a:cubicBezTo>
                <a:cubicBezTo>
                  <a:pt x="1897323" y="137265"/>
                  <a:pt x="1893446" y="144411"/>
                  <a:pt x="1898920" y="144411"/>
                </a:cubicBezTo>
                <a:cubicBezTo>
                  <a:pt x="1903100" y="144411"/>
                  <a:pt x="1908118" y="140686"/>
                  <a:pt x="1906522" y="136809"/>
                </a:cubicBezTo>
                <a:cubicBezTo>
                  <a:pt x="1905153" y="135516"/>
                  <a:pt x="1902492" y="136809"/>
                  <a:pt x="1899908" y="134604"/>
                </a:cubicBezTo>
                <a:cubicBezTo>
                  <a:pt x="1897323" y="132400"/>
                  <a:pt x="1897400" y="127002"/>
                  <a:pt x="1898388" y="127002"/>
                </a:cubicBezTo>
                <a:cubicBezTo>
                  <a:pt x="1900141" y="126320"/>
                  <a:pt x="1901650" y="125129"/>
                  <a:pt x="1902721" y="123581"/>
                </a:cubicBezTo>
                <a:cubicBezTo>
                  <a:pt x="1903557" y="122745"/>
                  <a:pt x="1906217" y="120845"/>
                  <a:pt x="1906217" y="119476"/>
                </a:cubicBezTo>
                <a:cubicBezTo>
                  <a:pt x="1906217" y="118108"/>
                  <a:pt x="1902265" y="117120"/>
                  <a:pt x="1905610" y="112255"/>
                </a:cubicBezTo>
                <a:cubicBezTo>
                  <a:pt x="1907738" y="109137"/>
                  <a:pt x="1910398" y="109441"/>
                  <a:pt x="1911767" y="109137"/>
                </a:cubicBezTo>
                <a:cubicBezTo>
                  <a:pt x="1913135" y="108833"/>
                  <a:pt x="1914504" y="105565"/>
                  <a:pt x="1915264" y="103892"/>
                </a:cubicBezTo>
                <a:cubicBezTo>
                  <a:pt x="1916132" y="102075"/>
                  <a:pt x="1916673" y="100119"/>
                  <a:pt x="1916861" y="98114"/>
                </a:cubicBezTo>
                <a:cubicBezTo>
                  <a:pt x="1916937" y="93326"/>
                  <a:pt x="1911539" y="91196"/>
                  <a:pt x="1912451" y="87471"/>
                </a:cubicBezTo>
                <a:cubicBezTo>
                  <a:pt x="1914352" y="79945"/>
                  <a:pt x="1932673" y="77057"/>
                  <a:pt x="1934574" y="75765"/>
                </a:cubicBezTo>
                <a:cubicBezTo>
                  <a:pt x="1935105" y="75385"/>
                  <a:pt x="1935562" y="73712"/>
                  <a:pt x="1936550" y="72952"/>
                </a:cubicBezTo>
                <a:cubicBezTo>
                  <a:pt x="1938451" y="71511"/>
                  <a:pt x="1940986" y="71219"/>
                  <a:pt x="1943164" y="72191"/>
                </a:cubicBezTo>
                <a:cubicBezTo>
                  <a:pt x="1945690" y="73444"/>
                  <a:pt x="1948083" y="74946"/>
                  <a:pt x="1950310" y="76677"/>
                </a:cubicBezTo>
                <a:cubicBezTo>
                  <a:pt x="1951762" y="78007"/>
                  <a:pt x="1952447" y="79978"/>
                  <a:pt x="1952135" y="81922"/>
                </a:cubicBezTo>
                <a:cubicBezTo>
                  <a:pt x="1951830" y="84202"/>
                  <a:pt x="1950614" y="90589"/>
                  <a:pt x="1951298" y="91120"/>
                </a:cubicBezTo>
                <a:cubicBezTo>
                  <a:pt x="1951982" y="91653"/>
                  <a:pt x="1944837" y="95530"/>
                  <a:pt x="1941567" y="98722"/>
                </a:cubicBezTo>
                <a:cubicBezTo>
                  <a:pt x="1937418" y="104055"/>
                  <a:pt x="1934791" y="110413"/>
                  <a:pt x="1933965" y="117120"/>
                </a:cubicBezTo>
                <a:cubicBezTo>
                  <a:pt x="1933813" y="117728"/>
                  <a:pt x="1931913" y="122289"/>
                  <a:pt x="1931684" y="123506"/>
                </a:cubicBezTo>
                <a:cubicBezTo>
                  <a:pt x="1931456" y="124722"/>
                  <a:pt x="1930620" y="128143"/>
                  <a:pt x="1929784" y="131108"/>
                </a:cubicBezTo>
                <a:cubicBezTo>
                  <a:pt x="1928742" y="134192"/>
                  <a:pt x="1928228" y="137430"/>
                  <a:pt x="1928264" y="140686"/>
                </a:cubicBezTo>
                <a:cubicBezTo>
                  <a:pt x="1928492" y="142586"/>
                  <a:pt x="1931076" y="142055"/>
                  <a:pt x="1932672" y="142055"/>
                </a:cubicBezTo>
                <a:cubicBezTo>
                  <a:pt x="1935919" y="141315"/>
                  <a:pt x="1938895" y="139682"/>
                  <a:pt x="1941263" y="137341"/>
                </a:cubicBezTo>
                <a:cubicBezTo>
                  <a:pt x="1943226" y="137011"/>
                  <a:pt x="1945230" y="137011"/>
                  <a:pt x="1947193" y="137341"/>
                </a:cubicBezTo>
                <a:cubicBezTo>
                  <a:pt x="1948713" y="137797"/>
                  <a:pt x="1950309" y="140306"/>
                  <a:pt x="1951982" y="140838"/>
                </a:cubicBezTo>
                <a:cubicBezTo>
                  <a:pt x="1953654" y="141370"/>
                  <a:pt x="1956011" y="141522"/>
                  <a:pt x="1957380" y="142435"/>
                </a:cubicBezTo>
                <a:cubicBezTo>
                  <a:pt x="1958748" y="143347"/>
                  <a:pt x="1961713" y="142435"/>
                  <a:pt x="1963537" y="144639"/>
                </a:cubicBezTo>
                <a:lnTo>
                  <a:pt x="1963994" y="144563"/>
                </a:lnTo>
                <a:cubicBezTo>
                  <a:pt x="1966523" y="148796"/>
                  <a:pt x="1967667" y="153713"/>
                  <a:pt x="1967263" y="158627"/>
                </a:cubicBezTo>
                <a:cubicBezTo>
                  <a:pt x="1967138" y="163079"/>
                  <a:pt x="1965939" y="167435"/>
                  <a:pt x="1963766" y="171322"/>
                </a:cubicBezTo>
                <a:cubicBezTo>
                  <a:pt x="1958005" y="174833"/>
                  <a:pt x="1951352" y="176601"/>
                  <a:pt x="1944608" y="176416"/>
                </a:cubicBezTo>
                <a:cubicBezTo>
                  <a:pt x="1942373" y="176410"/>
                  <a:pt x="1940231" y="177315"/>
                  <a:pt x="1938678" y="178924"/>
                </a:cubicBezTo>
                <a:cubicBezTo>
                  <a:pt x="1936155" y="179723"/>
                  <a:pt x="1933416" y="179478"/>
                  <a:pt x="1931076" y="178241"/>
                </a:cubicBezTo>
                <a:cubicBezTo>
                  <a:pt x="1927956" y="177477"/>
                  <a:pt x="1924695" y="177477"/>
                  <a:pt x="1921574" y="178241"/>
                </a:cubicBezTo>
                <a:cubicBezTo>
                  <a:pt x="1914917" y="180053"/>
                  <a:pt x="1909122" y="184176"/>
                  <a:pt x="1905229" y="189871"/>
                </a:cubicBezTo>
                <a:cubicBezTo>
                  <a:pt x="1903784" y="192462"/>
                  <a:pt x="1901721" y="194655"/>
                  <a:pt x="1899224" y="196257"/>
                </a:cubicBezTo>
                <a:cubicBezTo>
                  <a:pt x="1895601" y="198694"/>
                  <a:pt x="1892372" y="201668"/>
                  <a:pt x="1889645" y="205076"/>
                </a:cubicBezTo>
                <a:cubicBezTo>
                  <a:pt x="1888021" y="207793"/>
                  <a:pt x="1887479" y="211022"/>
                  <a:pt x="1888125" y="214122"/>
                </a:cubicBezTo>
                <a:cubicBezTo>
                  <a:pt x="1888429" y="215035"/>
                  <a:pt x="1890481" y="215566"/>
                  <a:pt x="1892686" y="215035"/>
                </a:cubicBezTo>
                <a:cubicBezTo>
                  <a:pt x="1895363" y="213801"/>
                  <a:pt x="1898103" y="212710"/>
                  <a:pt x="1900896" y="211765"/>
                </a:cubicBezTo>
                <a:cubicBezTo>
                  <a:pt x="1903100" y="211461"/>
                  <a:pt x="1904469" y="208725"/>
                  <a:pt x="1906294" y="208876"/>
                </a:cubicBezTo>
                <a:cubicBezTo>
                  <a:pt x="1908118" y="209029"/>
                  <a:pt x="1910551" y="212449"/>
                  <a:pt x="1915720" y="213666"/>
                </a:cubicBezTo>
                <a:cubicBezTo>
                  <a:pt x="1917317" y="214122"/>
                  <a:pt x="1920282" y="216023"/>
                  <a:pt x="1924919" y="217467"/>
                </a:cubicBezTo>
                <a:cubicBezTo>
                  <a:pt x="1925527" y="217619"/>
                  <a:pt x="1929176" y="218379"/>
                  <a:pt x="1928492" y="221116"/>
                </a:cubicBezTo>
                <a:cubicBezTo>
                  <a:pt x="1928373" y="224437"/>
                  <a:pt x="1927571" y="227697"/>
                  <a:pt x="1926135" y="230694"/>
                </a:cubicBezTo>
                <a:cubicBezTo>
                  <a:pt x="1924539" y="232595"/>
                  <a:pt x="1922638" y="234952"/>
                  <a:pt x="1920662" y="235408"/>
                </a:cubicBezTo>
                <a:cubicBezTo>
                  <a:pt x="1917088" y="236092"/>
                  <a:pt x="1914960" y="236168"/>
                  <a:pt x="1911007" y="237233"/>
                </a:cubicBezTo>
                <a:cubicBezTo>
                  <a:pt x="1909031" y="237765"/>
                  <a:pt x="1907586" y="238905"/>
                  <a:pt x="1904469" y="239437"/>
                </a:cubicBezTo>
                <a:cubicBezTo>
                  <a:pt x="1901353" y="239969"/>
                  <a:pt x="1889265" y="242250"/>
                  <a:pt x="1889265" y="246278"/>
                </a:cubicBezTo>
                <a:cubicBezTo>
                  <a:pt x="1889678" y="249761"/>
                  <a:pt x="1889906" y="253264"/>
                  <a:pt x="1889949" y="256770"/>
                </a:cubicBezTo>
                <a:cubicBezTo>
                  <a:pt x="1889775" y="259783"/>
                  <a:pt x="1889394" y="262780"/>
                  <a:pt x="1888809" y="265740"/>
                </a:cubicBezTo>
                <a:cubicBezTo>
                  <a:pt x="1887511" y="269012"/>
                  <a:pt x="1886790" y="272485"/>
                  <a:pt x="1886680" y="276003"/>
                </a:cubicBezTo>
                <a:cubicBezTo>
                  <a:pt x="1886908" y="279196"/>
                  <a:pt x="1883183" y="282237"/>
                  <a:pt x="1882727" y="282845"/>
                </a:cubicBezTo>
                <a:cubicBezTo>
                  <a:pt x="1880294" y="288090"/>
                  <a:pt x="1880675" y="295845"/>
                  <a:pt x="1875125" y="297593"/>
                </a:cubicBezTo>
                <a:cubicBezTo>
                  <a:pt x="1871515" y="299151"/>
                  <a:pt x="1867808" y="300472"/>
                  <a:pt x="1864026" y="301546"/>
                </a:cubicBezTo>
                <a:cubicBezTo>
                  <a:pt x="1860965" y="301948"/>
                  <a:pt x="1857972" y="302766"/>
                  <a:pt x="1855132" y="303978"/>
                </a:cubicBezTo>
                <a:cubicBezTo>
                  <a:pt x="1850762" y="305250"/>
                  <a:pt x="1846121" y="305250"/>
                  <a:pt x="1841752" y="303978"/>
                </a:cubicBezTo>
                <a:cubicBezTo>
                  <a:pt x="1840155" y="302686"/>
                  <a:pt x="1840916" y="298429"/>
                  <a:pt x="1840916" y="295921"/>
                </a:cubicBezTo>
                <a:cubicBezTo>
                  <a:pt x="1840840" y="291283"/>
                  <a:pt x="1829132" y="286417"/>
                  <a:pt x="1827992" y="283681"/>
                </a:cubicBezTo>
                <a:cubicBezTo>
                  <a:pt x="1826851" y="280944"/>
                  <a:pt x="1830881" y="281021"/>
                  <a:pt x="1834910" y="280260"/>
                </a:cubicBezTo>
                <a:cubicBezTo>
                  <a:pt x="1841828" y="279044"/>
                  <a:pt x="1848365" y="278284"/>
                  <a:pt x="1851635" y="277219"/>
                </a:cubicBezTo>
                <a:cubicBezTo>
                  <a:pt x="1858477" y="274711"/>
                  <a:pt x="1861365" y="260723"/>
                  <a:pt x="1864786" y="254413"/>
                </a:cubicBezTo>
                <a:cubicBezTo>
                  <a:pt x="1865851" y="252437"/>
                  <a:pt x="1865547" y="249243"/>
                  <a:pt x="1861137" y="249243"/>
                </a:cubicBezTo>
                <a:cubicBezTo>
                  <a:pt x="1856973" y="249595"/>
                  <a:pt x="1852850" y="250334"/>
                  <a:pt x="1848822" y="251449"/>
                </a:cubicBezTo>
                <a:cubicBezTo>
                  <a:pt x="1844661" y="252541"/>
                  <a:pt x="1840413" y="253279"/>
                  <a:pt x="1836126" y="253653"/>
                </a:cubicBezTo>
                <a:cubicBezTo>
                  <a:pt x="1833314" y="253805"/>
                  <a:pt x="1827384" y="257378"/>
                  <a:pt x="1825712" y="257378"/>
                </a:cubicBezTo>
                <a:cubicBezTo>
                  <a:pt x="1822671" y="257454"/>
                  <a:pt x="1820010" y="258670"/>
                  <a:pt x="1816361" y="255098"/>
                </a:cubicBezTo>
                <a:cubicBezTo>
                  <a:pt x="1815015" y="254311"/>
                  <a:pt x="1813588" y="253673"/>
                  <a:pt x="1812104" y="253197"/>
                </a:cubicBezTo>
                <a:cubicBezTo>
                  <a:pt x="1810051" y="252133"/>
                  <a:pt x="1811116" y="247951"/>
                  <a:pt x="1811116" y="246355"/>
                </a:cubicBezTo>
                <a:cubicBezTo>
                  <a:pt x="1811338" y="243143"/>
                  <a:pt x="1811977" y="239975"/>
                  <a:pt x="1813016" y="236929"/>
                </a:cubicBezTo>
                <a:cubicBezTo>
                  <a:pt x="1815663" y="233083"/>
                  <a:pt x="1819798" y="230520"/>
                  <a:pt x="1824419" y="229858"/>
                </a:cubicBezTo>
                <a:cubicBezTo>
                  <a:pt x="1826016" y="229858"/>
                  <a:pt x="1831033" y="231987"/>
                  <a:pt x="1832706" y="231987"/>
                </a:cubicBezTo>
                <a:cubicBezTo>
                  <a:pt x="1834378" y="231987"/>
                  <a:pt x="1838103" y="228414"/>
                  <a:pt x="1840763" y="226970"/>
                </a:cubicBezTo>
                <a:cubicBezTo>
                  <a:pt x="1843995" y="225782"/>
                  <a:pt x="1847329" y="224891"/>
                  <a:pt x="1850722" y="224309"/>
                </a:cubicBezTo>
                <a:cubicBezTo>
                  <a:pt x="1852883" y="223645"/>
                  <a:pt x="1854913" y="222616"/>
                  <a:pt x="1856728" y="221268"/>
                </a:cubicBezTo>
                <a:cubicBezTo>
                  <a:pt x="1858400" y="220280"/>
                  <a:pt x="1858249" y="219443"/>
                  <a:pt x="1858857" y="217771"/>
                </a:cubicBezTo>
                <a:cubicBezTo>
                  <a:pt x="1859465" y="216098"/>
                  <a:pt x="1859161" y="211765"/>
                  <a:pt x="1859921" y="210169"/>
                </a:cubicBezTo>
                <a:cubicBezTo>
                  <a:pt x="1861144" y="207750"/>
                  <a:pt x="1862088" y="205199"/>
                  <a:pt x="1862734" y="202567"/>
                </a:cubicBezTo>
                <a:cubicBezTo>
                  <a:pt x="1863114" y="200439"/>
                  <a:pt x="1858553" y="202035"/>
                  <a:pt x="1856956" y="202035"/>
                </a:cubicBezTo>
                <a:cubicBezTo>
                  <a:pt x="1854442" y="202727"/>
                  <a:pt x="1852209" y="204189"/>
                  <a:pt x="1850570" y="206216"/>
                </a:cubicBezTo>
                <a:cubicBezTo>
                  <a:pt x="1848520" y="208054"/>
                  <a:pt x="1846034" y="209337"/>
                  <a:pt x="1843348" y="209941"/>
                </a:cubicBezTo>
                <a:cubicBezTo>
                  <a:pt x="1841379" y="210624"/>
                  <a:pt x="1839236" y="210624"/>
                  <a:pt x="1837267" y="209941"/>
                </a:cubicBezTo>
                <a:cubicBezTo>
                  <a:pt x="1834986" y="208725"/>
                  <a:pt x="1834986" y="207128"/>
                  <a:pt x="1834987" y="204392"/>
                </a:cubicBezTo>
                <a:cubicBezTo>
                  <a:pt x="1834750" y="201526"/>
                  <a:pt x="1835329" y="198654"/>
                  <a:pt x="1836659" y="196105"/>
                </a:cubicBezTo>
                <a:cubicBezTo>
                  <a:pt x="1838027" y="194509"/>
                  <a:pt x="1837495" y="185994"/>
                  <a:pt x="1843044" y="180901"/>
                </a:cubicBezTo>
                <a:cubicBezTo>
                  <a:pt x="1844869" y="179304"/>
                  <a:pt x="1849962" y="181509"/>
                  <a:pt x="1852014" y="180292"/>
                </a:cubicBezTo>
                <a:cubicBezTo>
                  <a:pt x="1853091" y="179502"/>
                  <a:pt x="1854208" y="178766"/>
                  <a:pt x="1855359" y="178088"/>
                </a:cubicBezTo>
                <a:cubicBezTo>
                  <a:pt x="1857184" y="177328"/>
                  <a:pt x="1861442" y="177860"/>
                  <a:pt x="1863646" y="177328"/>
                </a:cubicBezTo>
                <a:cubicBezTo>
                  <a:pt x="1866842" y="176777"/>
                  <a:pt x="1869993" y="175989"/>
                  <a:pt x="1873073" y="174971"/>
                </a:cubicBezTo>
                <a:cubicBezTo>
                  <a:pt x="1874213" y="174592"/>
                  <a:pt x="1878774" y="174592"/>
                  <a:pt x="1880143" y="173755"/>
                </a:cubicBezTo>
                <a:cubicBezTo>
                  <a:pt x="1881511" y="172919"/>
                  <a:pt x="1881055" y="173147"/>
                  <a:pt x="1886072" y="171627"/>
                </a:cubicBezTo>
                <a:cubicBezTo>
                  <a:pt x="1885616" y="171475"/>
                  <a:pt x="1888125" y="169954"/>
                  <a:pt x="1889569" y="169118"/>
                </a:cubicBezTo>
                <a:cubicBezTo>
                  <a:pt x="1892316" y="168700"/>
                  <a:pt x="1895109" y="168700"/>
                  <a:pt x="1897855" y="169118"/>
                </a:cubicBezTo>
                <a:cubicBezTo>
                  <a:pt x="1900365" y="169650"/>
                  <a:pt x="1903405" y="169118"/>
                  <a:pt x="1904622" y="169118"/>
                </a:cubicBezTo>
                <a:cubicBezTo>
                  <a:pt x="1906839" y="170073"/>
                  <a:pt x="1909205" y="170639"/>
                  <a:pt x="1911615" y="170790"/>
                </a:cubicBezTo>
                <a:cubicBezTo>
                  <a:pt x="1913212" y="170714"/>
                  <a:pt x="1917545" y="167065"/>
                  <a:pt x="1919217" y="167065"/>
                </a:cubicBezTo>
                <a:cubicBezTo>
                  <a:pt x="1922298" y="165613"/>
                  <a:pt x="1924038" y="162290"/>
                  <a:pt x="1923474" y="158931"/>
                </a:cubicBezTo>
                <a:cubicBezTo>
                  <a:pt x="1920067" y="158831"/>
                  <a:pt x="1916663" y="159215"/>
                  <a:pt x="1913364" y="160071"/>
                </a:cubicBezTo>
                <a:cubicBezTo>
                  <a:pt x="1911083" y="160984"/>
                  <a:pt x="1904241" y="160831"/>
                  <a:pt x="1902721" y="161592"/>
                </a:cubicBezTo>
                <a:cubicBezTo>
                  <a:pt x="1897353" y="163450"/>
                  <a:pt x="1891631" y="164048"/>
                  <a:pt x="1885996" y="163340"/>
                </a:cubicBezTo>
                <a:cubicBezTo>
                  <a:pt x="1883087" y="163484"/>
                  <a:pt x="1880228" y="164154"/>
                  <a:pt x="1877557" y="165317"/>
                </a:cubicBezTo>
                <a:cubicBezTo>
                  <a:pt x="1874808" y="166172"/>
                  <a:pt x="1871982" y="166758"/>
                  <a:pt x="1869119" y="167065"/>
                </a:cubicBezTo>
                <a:cubicBezTo>
                  <a:pt x="1864531" y="167415"/>
                  <a:pt x="1859965" y="167998"/>
                  <a:pt x="1855435" y="168814"/>
                </a:cubicBezTo>
                <a:cubicBezTo>
                  <a:pt x="1853079" y="169346"/>
                  <a:pt x="1848061" y="170106"/>
                  <a:pt x="1844945" y="170943"/>
                </a:cubicBezTo>
                <a:cubicBezTo>
                  <a:pt x="1840595" y="172013"/>
                  <a:pt x="1836422" y="173702"/>
                  <a:pt x="1832553" y="175959"/>
                </a:cubicBezTo>
                <a:cubicBezTo>
                  <a:pt x="1829536" y="178937"/>
                  <a:pt x="1826974" y="182344"/>
                  <a:pt x="1824951" y="186070"/>
                </a:cubicBezTo>
                <a:cubicBezTo>
                  <a:pt x="1823875" y="187627"/>
                  <a:pt x="1822653" y="189078"/>
                  <a:pt x="1821302" y="190404"/>
                </a:cubicBezTo>
                <a:cubicBezTo>
                  <a:pt x="1815145" y="194889"/>
                  <a:pt x="1811344" y="201427"/>
                  <a:pt x="1805490" y="202491"/>
                </a:cubicBezTo>
                <a:cubicBezTo>
                  <a:pt x="1803102" y="203229"/>
                  <a:pt x="1800525" y="202178"/>
                  <a:pt x="1799332" y="199982"/>
                </a:cubicBezTo>
                <a:cubicBezTo>
                  <a:pt x="1796694" y="195561"/>
                  <a:pt x="1795108" y="190594"/>
                  <a:pt x="1794695" y="185462"/>
                </a:cubicBezTo>
                <a:cubicBezTo>
                  <a:pt x="1794695" y="180825"/>
                  <a:pt x="1797355" y="179685"/>
                  <a:pt x="1794695" y="170866"/>
                </a:cubicBezTo>
                <a:cubicBezTo>
                  <a:pt x="1794298" y="168620"/>
                  <a:pt x="1795176" y="166338"/>
                  <a:pt x="1796975" y="164937"/>
                </a:cubicBezTo>
                <a:cubicBezTo>
                  <a:pt x="1798522" y="164283"/>
                  <a:pt x="1799939" y="163356"/>
                  <a:pt x="1801157" y="162200"/>
                </a:cubicBezTo>
                <a:cubicBezTo>
                  <a:pt x="1804855" y="156763"/>
                  <a:pt x="1808256" y="151129"/>
                  <a:pt x="1811344" y="145323"/>
                </a:cubicBezTo>
                <a:cubicBezTo>
                  <a:pt x="1811344" y="145323"/>
                  <a:pt x="1813016" y="144335"/>
                  <a:pt x="1814232" y="145323"/>
                </a:cubicBezTo>
                <a:cubicBezTo>
                  <a:pt x="1815556" y="149557"/>
                  <a:pt x="1816248" y="153963"/>
                  <a:pt x="1816285" y="158398"/>
                </a:cubicBezTo>
                <a:cubicBezTo>
                  <a:pt x="1816257" y="158857"/>
                  <a:pt x="1816324" y="159316"/>
                  <a:pt x="1816481" y="159748"/>
                </a:cubicBezTo>
                <a:cubicBezTo>
                  <a:pt x="1817114" y="161483"/>
                  <a:pt x="1819035" y="162377"/>
                  <a:pt x="1820770" y="161743"/>
                </a:cubicBezTo>
                <a:cubicBezTo>
                  <a:pt x="1823856" y="161101"/>
                  <a:pt x="1826811" y="159944"/>
                  <a:pt x="1829512" y="158323"/>
                </a:cubicBezTo>
                <a:cubicBezTo>
                  <a:pt x="1830045" y="157943"/>
                  <a:pt x="1832477" y="156879"/>
                  <a:pt x="1832477" y="155358"/>
                </a:cubicBezTo>
                <a:cubicBezTo>
                  <a:pt x="1831953" y="153250"/>
                  <a:pt x="1831188" y="151209"/>
                  <a:pt x="1830196" y="149277"/>
                </a:cubicBezTo>
                <a:cubicBezTo>
                  <a:pt x="1829384" y="146398"/>
                  <a:pt x="1828875" y="143443"/>
                  <a:pt x="1828676" y="140458"/>
                </a:cubicBezTo>
                <a:cubicBezTo>
                  <a:pt x="1828676" y="138861"/>
                  <a:pt x="1829361" y="129435"/>
                  <a:pt x="1830045" y="122365"/>
                </a:cubicBezTo>
                <a:cubicBezTo>
                  <a:pt x="1830501" y="118412"/>
                  <a:pt x="1828752" y="113698"/>
                  <a:pt x="1828752" y="103208"/>
                </a:cubicBezTo>
                <a:cubicBezTo>
                  <a:pt x="1828922" y="99477"/>
                  <a:pt x="1828327" y="95753"/>
                  <a:pt x="1827004" y="92261"/>
                </a:cubicBezTo>
                <a:cubicBezTo>
                  <a:pt x="1825103" y="91120"/>
                  <a:pt x="1827689" y="86635"/>
                  <a:pt x="1830653" y="85951"/>
                </a:cubicBezTo>
                <a:cubicBezTo>
                  <a:pt x="1832397" y="85800"/>
                  <a:pt x="1834153" y="85800"/>
                  <a:pt x="1835898" y="85951"/>
                </a:cubicBezTo>
                <a:cubicBezTo>
                  <a:pt x="1837039" y="85875"/>
                  <a:pt x="1836886" y="83518"/>
                  <a:pt x="1838559" y="84202"/>
                </a:cubicBezTo>
                <a:cubicBezTo>
                  <a:pt x="1840231" y="84887"/>
                  <a:pt x="1839928" y="85191"/>
                  <a:pt x="1840840" y="87624"/>
                </a:cubicBezTo>
                <a:cubicBezTo>
                  <a:pt x="1841752" y="90056"/>
                  <a:pt x="1841067" y="91349"/>
                  <a:pt x="1841752" y="93857"/>
                </a:cubicBezTo>
                <a:cubicBezTo>
                  <a:pt x="1842436" y="96366"/>
                  <a:pt x="1841372" y="100015"/>
                  <a:pt x="1842436" y="101459"/>
                </a:cubicBezTo>
                <a:cubicBezTo>
                  <a:pt x="1843100" y="102987"/>
                  <a:pt x="1843100" y="104721"/>
                  <a:pt x="1842436" y="106249"/>
                </a:cubicBezTo>
                <a:cubicBezTo>
                  <a:pt x="1842119" y="107983"/>
                  <a:pt x="1842119" y="109760"/>
                  <a:pt x="1842436" y="111494"/>
                </a:cubicBezTo>
                <a:cubicBezTo>
                  <a:pt x="1843044" y="113471"/>
                  <a:pt x="1842208" y="115523"/>
                  <a:pt x="1842436" y="118108"/>
                </a:cubicBezTo>
                <a:cubicBezTo>
                  <a:pt x="1842664" y="120692"/>
                  <a:pt x="1843196" y="129207"/>
                  <a:pt x="1843196" y="131031"/>
                </a:cubicBezTo>
                <a:cubicBezTo>
                  <a:pt x="1843196" y="132856"/>
                  <a:pt x="1845325" y="135745"/>
                  <a:pt x="1844869" y="139698"/>
                </a:cubicBezTo>
                <a:cubicBezTo>
                  <a:pt x="1844869" y="141294"/>
                  <a:pt x="1844869" y="144563"/>
                  <a:pt x="1844869" y="146084"/>
                </a:cubicBezTo>
                <a:cubicBezTo>
                  <a:pt x="1844412" y="149353"/>
                  <a:pt x="1841600" y="151861"/>
                  <a:pt x="1842284" y="153686"/>
                </a:cubicBezTo>
                <a:cubicBezTo>
                  <a:pt x="1842946" y="155370"/>
                  <a:pt x="1844263" y="156714"/>
                  <a:pt x="1845933" y="157410"/>
                </a:cubicBezTo>
                <a:cubicBezTo>
                  <a:pt x="1847986" y="157867"/>
                  <a:pt x="1851482" y="155434"/>
                  <a:pt x="1853154" y="155434"/>
                </a:cubicBezTo>
                <a:cubicBezTo>
                  <a:pt x="1855240" y="155488"/>
                  <a:pt x="1857325" y="155361"/>
                  <a:pt x="1859388" y="155054"/>
                </a:cubicBezTo>
                <a:cubicBezTo>
                  <a:pt x="1862706" y="154070"/>
                  <a:pt x="1866123" y="153459"/>
                  <a:pt x="1869575" y="153229"/>
                </a:cubicBezTo>
                <a:cubicBezTo>
                  <a:pt x="1871096" y="153153"/>
                  <a:pt x="1873757" y="151329"/>
                  <a:pt x="1875125" y="151329"/>
                </a:cubicBezTo>
                <a:cubicBezTo>
                  <a:pt x="1876733" y="150638"/>
                  <a:pt x="1878202" y="149659"/>
                  <a:pt x="1879458" y="148440"/>
                </a:cubicBezTo>
                <a:cubicBezTo>
                  <a:pt x="1880376" y="147613"/>
                  <a:pt x="1880625" y="146273"/>
                  <a:pt x="1880066" y="145171"/>
                </a:cubicBezTo>
                <a:cubicBezTo>
                  <a:pt x="1879002" y="142510"/>
                  <a:pt x="1876798" y="143575"/>
                  <a:pt x="1873984" y="144563"/>
                </a:cubicBezTo>
                <a:cubicBezTo>
                  <a:pt x="1872464" y="145171"/>
                  <a:pt x="1869424" y="147832"/>
                  <a:pt x="1868435" y="146843"/>
                </a:cubicBezTo>
                <a:cubicBezTo>
                  <a:pt x="1866693" y="145792"/>
                  <a:pt x="1866009" y="143608"/>
                  <a:pt x="1866839" y="141751"/>
                </a:cubicBezTo>
                <a:cubicBezTo>
                  <a:pt x="1867219" y="140078"/>
                  <a:pt x="1865699" y="136885"/>
                  <a:pt x="1863494" y="137569"/>
                </a:cubicBezTo>
                <a:cubicBezTo>
                  <a:pt x="1861289" y="138253"/>
                  <a:pt x="1861137" y="141446"/>
                  <a:pt x="1861289" y="143803"/>
                </a:cubicBezTo>
                <a:cubicBezTo>
                  <a:pt x="1861442" y="146159"/>
                  <a:pt x="1859692" y="146692"/>
                  <a:pt x="1858628" y="147528"/>
                </a:cubicBezTo>
                <a:cubicBezTo>
                  <a:pt x="1857565" y="148364"/>
                  <a:pt x="1856576" y="150188"/>
                  <a:pt x="1854904" y="149504"/>
                </a:cubicBezTo>
                <a:cubicBezTo>
                  <a:pt x="1852368" y="148051"/>
                  <a:pt x="1850891" y="145273"/>
                  <a:pt x="1851102" y="142359"/>
                </a:cubicBezTo>
                <a:cubicBezTo>
                  <a:pt x="1851026" y="140762"/>
                  <a:pt x="1851635" y="129131"/>
                  <a:pt x="1851635" y="127610"/>
                </a:cubicBezTo>
                <a:cubicBezTo>
                  <a:pt x="1851939" y="124494"/>
                  <a:pt x="1849962" y="120236"/>
                  <a:pt x="1849962" y="117576"/>
                </a:cubicBezTo>
                <a:cubicBezTo>
                  <a:pt x="1850212" y="112840"/>
                  <a:pt x="1850212" y="108096"/>
                  <a:pt x="1849962" y="103360"/>
                </a:cubicBezTo>
                <a:cubicBezTo>
                  <a:pt x="1849701" y="101744"/>
                  <a:pt x="1849346" y="100145"/>
                  <a:pt x="1848898" y="98571"/>
                </a:cubicBezTo>
                <a:cubicBezTo>
                  <a:pt x="1849124" y="96022"/>
                  <a:pt x="1850132" y="93605"/>
                  <a:pt x="1851787" y="91653"/>
                </a:cubicBezTo>
                <a:cubicBezTo>
                  <a:pt x="1853030" y="90190"/>
                  <a:pt x="1854756" y="89219"/>
                  <a:pt x="1856652" y="88916"/>
                </a:cubicBezTo>
                <a:cubicBezTo>
                  <a:pt x="1858477" y="88536"/>
                  <a:pt x="1859009" y="93249"/>
                  <a:pt x="1859008" y="96518"/>
                </a:cubicBezTo>
                <a:cubicBezTo>
                  <a:pt x="1858940" y="98256"/>
                  <a:pt x="1859507" y="99958"/>
                  <a:pt x="1860605" y="101308"/>
                </a:cubicBezTo>
                <a:cubicBezTo>
                  <a:pt x="1862043" y="106535"/>
                  <a:pt x="1862809" y="111926"/>
                  <a:pt x="1862886" y="117347"/>
                </a:cubicBezTo>
                <a:cubicBezTo>
                  <a:pt x="1862810" y="120312"/>
                  <a:pt x="1863266" y="119932"/>
                  <a:pt x="1865014" y="121073"/>
                </a:cubicBezTo>
                <a:cubicBezTo>
                  <a:pt x="1866763" y="122213"/>
                  <a:pt x="1872008" y="120008"/>
                  <a:pt x="1873301" y="121073"/>
                </a:cubicBezTo>
                <a:cubicBezTo>
                  <a:pt x="1874593" y="122137"/>
                  <a:pt x="1875201" y="125026"/>
                  <a:pt x="1876418" y="125026"/>
                </a:cubicBezTo>
                <a:cubicBezTo>
                  <a:pt x="1880294" y="125558"/>
                  <a:pt x="1882955" y="119476"/>
                  <a:pt x="1884020" y="117955"/>
                </a:cubicBezTo>
                <a:cubicBezTo>
                  <a:pt x="1886832" y="114002"/>
                  <a:pt x="1880827" y="108530"/>
                  <a:pt x="1879990" y="108377"/>
                </a:cubicBezTo>
                <a:cubicBezTo>
                  <a:pt x="1879154" y="108225"/>
                  <a:pt x="1876721" y="110430"/>
                  <a:pt x="1873301" y="110962"/>
                </a:cubicBezTo>
                <a:cubicBezTo>
                  <a:pt x="1869880" y="111494"/>
                  <a:pt x="1871324" y="113927"/>
                  <a:pt x="1868587" y="113167"/>
                </a:cubicBezTo>
                <a:cubicBezTo>
                  <a:pt x="1865851" y="112406"/>
                  <a:pt x="1867067" y="106400"/>
                  <a:pt x="1868587" y="103664"/>
                </a:cubicBezTo>
                <a:cubicBezTo>
                  <a:pt x="1870137" y="101394"/>
                  <a:pt x="1871126" y="98789"/>
                  <a:pt x="1871476" y="96062"/>
                </a:cubicBezTo>
                <a:cubicBezTo>
                  <a:pt x="1871172" y="92793"/>
                  <a:pt x="1868283" y="88840"/>
                  <a:pt x="1868283" y="87624"/>
                </a:cubicBezTo>
                <a:cubicBezTo>
                  <a:pt x="1868283" y="86407"/>
                  <a:pt x="1872008" y="82378"/>
                  <a:pt x="1873604" y="82302"/>
                </a:cubicBezTo>
                <a:cubicBezTo>
                  <a:pt x="1875201" y="82226"/>
                  <a:pt x="1877938" y="87091"/>
                  <a:pt x="1879459" y="87091"/>
                </a:cubicBezTo>
                <a:cubicBezTo>
                  <a:pt x="1880978" y="87091"/>
                  <a:pt x="1884780" y="81161"/>
                  <a:pt x="1886528" y="77741"/>
                </a:cubicBezTo>
                <a:cubicBezTo>
                  <a:pt x="1887668" y="75612"/>
                  <a:pt x="1888353" y="69530"/>
                  <a:pt x="1891774" y="68010"/>
                </a:cubicBezTo>
                <a:cubicBezTo>
                  <a:pt x="1893142" y="68010"/>
                  <a:pt x="1895043" y="68694"/>
                  <a:pt x="1896031" y="68010"/>
                </a:cubicBezTo>
                <a:cubicBezTo>
                  <a:pt x="1897352" y="67355"/>
                  <a:pt x="1898815" y="67041"/>
                  <a:pt x="1900288" y="67098"/>
                </a:cubicBezTo>
                <a:close/>
                <a:moveTo>
                  <a:pt x="244237" y="61103"/>
                </a:moveTo>
                <a:cubicBezTo>
                  <a:pt x="203233" y="55214"/>
                  <a:pt x="159983" y="64967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7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9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7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图片 19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-60000">
            <a:off x="8490151" y="-13288"/>
            <a:ext cx="3761573" cy="6902549"/>
          </a:xfrm>
          <a:custGeom>
            <a:avLst/>
            <a:gdLst>
              <a:gd name="connsiteX0" fmla="*/ 1149508 w 3761573"/>
              <a:gd name="connsiteY0" fmla="*/ 0 h 6902549"/>
              <a:gd name="connsiteX1" fmla="*/ 3761573 w 3761573"/>
              <a:gd name="connsiteY1" fmla="*/ 45594 h 6902549"/>
              <a:gd name="connsiteX2" fmla="*/ 3641884 w 3761573"/>
              <a:gd name="connsiteY2" fmla="*/ 6902549 h 6902549"/>
              <a:gd name="connsiteX3" fmla="*/ 0 w 3761573"/>
              <a:gd name="connsiteY3" fmla="*/ 6838980 h 6902549"/>
              <a:gd name="connsiteX4" fmla="*/ 89493 w 3761573"/>
              <a:gd name="connsiteY4" fmla="*/ 6583092 h 6902549"/>
              <a:gd name="connsiteX5" fmla="*/ 232918 w 3761573"/>
              <a:gd name="connsiteY5" fmla="*/ 6118626 h 6902549"/>
              <a:gd name="connsiteX6" fmla="*/ 324196 w 3761573"/>
              <a:gd name="connsiteY6" fmla="*/ 5827236 h 6902549"/>
              <a:gd name="connsiteX7" fmla="*/ 1148708 w 3761573"/>
              <a:gd name="connsiteY7" fmla="*/ 272737 h 6902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61573" h="6902549">
                <a:moveTo>
                  <a:pt x="1149508" y="0"/>
                </a:moveTo>
                <a:lnTo>
                  <a:pt x="3761573" y="45594"/>
                </a:lnTo>
                <a:lnTo>
                  <a:pt x="3641884" y="6902549"/>
                </a:lnTo>
                <a:lnTo>
                  <a:pt x="0" y="6838980"/>
                </a:lnTo>
                <a:lnTo>
                  <a:pt x="89493" y="6583092"/>
                </a:lnTo>
                <a:lnTo>
                  <a:pt x="232918" y="6118626"/>
                </a:lnTo>
                <a:lnTo>
                  <a:pt x="324196" y="5827236"/>
                </a:lnTo>
                <a:cubicBezTo>
                  <a:pt x="819715" y="4151212"/>
                  <a:pt x="1113891" y="2267363"/>
                  <a:pt x="1148708" y="272737"/>
                </a:cubicBezTo>
                <a:close/>
              </a:path>
            </a:pathLst>
          </a:custGeom>
        </p:spPr>
      </p:pic>
      <p:sp>
        <p:nvSpPr>
          <p:cNvPr id="193" name="任意多边形: 形状 192"/>
          <p:cNvSpPr/>
          <p:nvPr/>
        </p:nvSpPr>
        <p:spPr>
          <a:xfrm>
            <a:off x="8558102" y="-1"/>
            <a:ext cx="3642439" cy="6858001"/>
          </a:xfrm>
          <a:custGeom>
            <a:avLst/>
            <a:gdLst>
              <a:gd name="connsiteX0" fmla="*/ 1029976 w 3642439"/>
              <a:gd name="connsiteY0" fmla="*/ 0 h 6858001"/>
              <a:gd name="connsiteX1" fmla="*/ 3642439 w 3642439"/>
              <a:gd name="connsiteY1" fmla="*/ 1 h 6858001"/>
              <a:gd name="connsiteX2" fmla="*/ 3642439 w 3642439"/>
              <a:gd name="connsiteY2" fmla="*/ 6858000 h 6858001"/>
              <a:gd name="connsiteX3" fmla="*/ 0 w 3642439"/>
              <a:gd name="connsiteY3" fmla="*/ 6858001 h 6858001"/>
              <a:gd name="connsiteX4" fmla="*/ 85014 w 3642439"/>
              <a:gd name="connsiteY4" fmla="*/ 6600590 h 6858001"/>
              <a:gd name="connsiteX5" fmla="*/ 220311 w 3642439"/>
              <a:gd name="connsiteY5" fmla="*/ 6133691 h 6858001"/>
              <a:gd name="connsiteX6" fmla="*/ 306489 w 3642439"/>
              <a:gd name="connsiteY6" fmla="*/ 5840753 h 6858001"/>
              <a:gd name="connsiteX7" fmla="*/ 1033936 w 3642439"/>
              <a:gd name="connsiteY7" fmla="*/ 2727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42439" h="6858001">
                <a:moveTo>
                  <a:pt x="1029976" y="0"/>
                </a:moveTo>
                <a:lnTo>
                  <a:pt x="3642439" y="1"/>
                </a:lnTo>
                <a:lnTo>
                  <a:pt x="3642439" y="6858000"/>
                </a:lnTo>
                <a:lnTo>
                  <a:pt x="0" y="6858001"/>
                </a:lnTo>
                <a:lnTo>
                  <a:pt x="85014" y="6600590"/>
                </a:lnTo>
                <a:lnTo>
                  <a:pt x="220311" y="6133691"/>
                </a:lnTo>
                <a:lnTo>
                  <a:pt x="306489" y="5840753"/>
                </a:lnTo>
                <a:cubicBezTo>
                  <a:pt x="772682" y="4156336"/>
                  <a:pt x="1033936" y="2267640"/>
                  <a:pt x="1033936" y="272710"/>
                </a:cubicBezTo>
                <a:close/>
              </a:path>
            </a:pathLst>
          </a:custGeom>
          <a:solidFill>
            <a:schemeClr val="accent5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236" name="任意多边形: 形状 235"/>
          <p:cNvSpPr/>
          <p:nvPr/>
        </p:nvSpPr>
        <p:spPr>
          <a:xfrm>
            <a:off x="0" y="0"/>
            <a:ext cx="9459928" cy="6858000"/>
          </a:xfrm>
          <a:custGeom>
            <a:avLst/>
            <a:gdLst>
              <a:gd name="connsiteX0" fmla="*/ 0 w 9459928"/>
              <a:gd name="connsiteY0" fmla="*/ 0 h 6858000"/>
              <a:gd name="connsiteX1" fmla="*/ 9455968 w 9459928"/>
              <a:gd name="connsiteY1" fmla="*/ 0 h 6858000"/>
              <a:gd name="connsiteX2" fmla="*/ 9459928 w 9459928"/>
              <a:gd name="connsiteY2" fmla="*/ 272709 h 6858000"/>
              <a:gd name="connsiteX3" fmla="*/ 8732481 w 9459928"/>
              <a:gd name="connsiteY3" fmla="*/ 5840752 h 6858000"/>
              <a:gd name="connsiteX4" fmla="*/ 8646303 w 9459928"/>
              <a:gd name="connsiteY4" fmla="*/ 6133691 h 6858000"/>
              <a:gd name="connsiteX5" fmla="*/ 8511005 w 9459928"/>
              <a:gd name="connsiteY5" fmla="*/ 6600589 h 6858000"/>
              <a:gd name="connsiteX6" fmla="*/ 8425992 w 9459928"/>
              <a:gd name="connsiteY6" fmla="*/ 6858000 h 6858000"/>
              <a:gd name="connsiteX7" fmla="*/ 0 w 9459928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459928" h="6858000">
                <a:moveTo>
                  <a:pt x="0" y="0"/>
                </a:moveTo>
                <a:lnTo>
                  <a:pt x="9455968" y="0"/>
                </a:lnTo>
                <a:lnTo>
                  <a:pt x="9459928" y="272709"/>
                </a:lnTo>
                <a:cubicBezTo>
                  <a:pt x="9459928" y="2267639"/>
                  <a:pt x="9198674" y="4156335"/>
                  <a:pt x="8732481" y="5840752"/>
                </a:cubicBezTo>
                <a:lnTo>
                  <a:pt x="8646303" y="6133691"/>
                </a:lnTo>
                <a:lnTo>
                  <a:pt x="8511005" y="6600589"/>
                </a:lnTo>
                <a:lnTo>
                  <a:pt x="84259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78" name="组合 177"/>
          <p:cNvGrpSpPr/>
          <p:nvPr/>
        </p:nvGrpSpPr>
        <p:grpSpPr>
          <a:xfrm>
            <a:off x="650975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79" name="组合 178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02" name="任意多边形: 形状 201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3" name="任意多边形: 形状 202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0" name="组合 179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99" name="任意多边形: 形状 198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0" name="任意多边形: 形状 199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1" name="任意多边形: 形状 200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81" name="任意多边形: 形状 180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82" name="任意多边形: 形状 181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83" name="组合 182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96" name="任意多边形: 形状 195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7" name="任意多边形: 形状 196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8" name="任意多边形: 形状 197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4" name="组合 183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94" name="任意多边形: 形状 193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5" name="任意多边形: 形状 194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5" name="组合 184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90" name="任意多边形: 形状 189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2" name="任意多边形: 形状 191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6" name="组合 185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87" name="任意多边形: 形状 186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88" name="任意多边形: 形状 187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89" name="任意多边形: 形状 188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2" name="组合 1"/>
          <p:cNvGrpSpPr/>
          <p:nvPr/>
        </p:nvGrpSpPr>
        <p:grpSpPr>
          <a:xfrm>
            <a:off x="660614" y="532962"/>
            <a:ext cx="2904647" cy="640564"/>
            <a:chOff x="660614" y="532962"/>
            <a:chExt cx="2904647" cy="640564"/>
          </a:xfrm>
        </p:grpSpPr>
        <p:sp>
          <p:nvSpPr>
            <p:cNvPr id="292" name="任意多边形: 形状 291"/>
            <p:cNvSpPr/>
            <p:nvPr/>
          </p:nvSpPr>
          <p:spPr>
            <a:xfrm>
              <a:off x="1425456" y="622182"/>
              <a:ext cx="2139805" cy="484881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93" name="组合 292"/>
            <p:cNvGrpSpPr>
              <a:grpSpLocks noChangeAspect="1"/>
            </p:cNvGrpSpPr>
            <p:nvPr/>
          </p:nvGrpSpPr>
          <p:grpSpPr>
            <a:xfrm>
              <a:off x="660614" y="532962"/>
              <a:ext cx="640563" cy="640564"/>
              <a:chOff x="1886246" y="2354788"/>
              <a:chExt cx="1379954" cy="1379953"/>
            </a:xfrm>
          </p:grpSpPr>
          <p:sp>
            <p:nvSpPr>
              <p:cNvPr id="294" name="任意多边形: 形状 293"/>
              <p:cNvSpPr/>
              <p:nvPr/>
            </p:nvSpPr>
            <p:spPr>
              <a:xfrm>
                <a:off x="2060017" y="2528562"/>
                <a:ext cx="1032410" cy="1032410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295" name="图形 4"/>
              <p:cNvGrpSpPr/>
              <p:nvPr/>
            </p:nvGrpSpPr>
            <p:grpSpPr>
              <a:xfrm>
                <a:off x="2377868" y="3369435"/>
                <a:ext cx="398652" cy="186156"/>
                <a:chOff x="5443776" y="3014229"/>
                <a:chExt cx="156019" cy="72855"/>
              </a:xfrm>
              <a:solidFill>
                <a:srgbClr val="009944"/>
              </a:solidFill>
            </p:grpSpPr>
            <p:sp>
              <p:nvSpPr>
                <p:cNvPr id="364" name="任意多边形: 形状 363"/>
                <p:cNvSpPr/>
                <p:nvPr/>
              </p:nvSpPr>
              <p:spPr>
                <a:xfrm>
                  <a:off x="5443776" y="3014229"/>
                  <a:ext cx="156019" cy="52578"/>
                </a:xfrm>
                <a:custGeom>
                  <a:avLst/>
                  <a:gdLst>
                    <a:gd name="connsiteX0" fmla="*/ 76978 w 156019"/>
                    <a:gd name="connsiteY0" fmla="*/ -136 h 52578"/>
                    <a:gd name="connsiteX1" fmla="*/ 75073 w 156019"/>
                    <a:gd name="connsiteY1" fmla="*/ 2341 h 52578"/>
                    <a:gd name="connsiteX2" fmla="*/ 72978 w 156019"/>
                    <a:gd name="connsiteY2" fmla="*/ 4627 h 52578"/>
                    <a:gd name="connsiteX3" fmla="*/ 73740 w 156019"/>
                    <a:gd name="connsiteY3" fmla="*/ 5389 h 52578"/>
                    <a:gd name="connsiteX4" fmla="*/ 73740 w 156019"/>
                    <a:gd name="connsiteY4" fmla="*/ 21962 h 52578"/>
                    <a:gd name="connsiteX5" fmla="*/ 64881 w 156019"/>
                    <a:gd name="connsiteY5" fmla="*/ 22438 h 52578"/>
                    <a:gd name="connsiteX6" fmla="*/ 59262 w 156019"/>
                    <a:gd name="connsiteY6" fmla="*/ 25867 h 52578"/>
                    <a:gd name="connsiteX7" fmla="*/ 52975 w 156019"/>
                    <a:gd name="connsiteY7" fmla="*/ 27582 h 52578"/>
                    <a:gd name="connsiteX8" fmla="*/ 48022 w 156019"/>
                    <a:gd name="connsiteY8" fmla="*/ 31011 h 52578"/>
                    <a:gd name="connsiteX9" fmla="*/ 42974 w 156019"/>
                    <a:gd name="connsiteY9" fmla="*/ 32916 h 52578"/>
                    <a:gd name="connsiteX10" fmla="*/ 39545 w 156019"/>
                    <a:gd name="connsiteY10" fmla="*/ 37298 h 52578"/>
                    <a:gd name="connsiteX11" fmla="*/ 35640 w 156019"/>
                    <a:gd name="connsiteY11" fmla="*/ 39488 h 52578"/>
                    <a:gd name="connsiteX12" fmla="*/ 31258 w 156019"/>
                    <a:gd name="connsiteY12" fmla="*/ 41679 h 52578"/>
                    <a:gd name="connsiteX13" fmla="*/ 26877 w 156019"/>
                    <a:gd name="connsiteY13" fmla="*/ 45870 h 52578"/>
                    <a:gd name="connsiteX14" fmla="*/ 18685 w 156019"/>
                    <a:gd name="connsiteY14" fmla="*/ 50251 h 52578"/>
                    <a:gd name="connsiteX15" fmla="*/ -365 w 156019"/>
                    <a:gd name="connsiteY15" fmla="*/ 52442 h 52578"/>
                    <a:gd name="connsiteX16" fmla="*/ 155655 w 156019"/>
                    <a:gd name="connsiteY16" fmla="*/ 52442 h 52578"/>
                    <a:gd name="connsiteX17" fmla="*/ 140415 w 156019"/>
                    <a:gd name="connsiteY17" fmla="*/ 49966 h 52578"/>
                    <a:gd name="connsiteX18" fmla="*/ 132509 w 156019"/>
                    <a:gd name="connsiteY18" fmla="*/ 45584 h 52578"/>
                    <a:gd name="connsiteX19" fmla="*/ 127175 w 156019"/>
                    <a:gd name="connsiteY19" fmla="*/ 43393 h 52578"/>
                    <a:gd name="connsiteX20" fmla="*/ 122984 w 156019"/>
                    <a:gd name="connsiteY20" fmla="*/ 42917 h 52578"/>
                    <a:gd name="connsiteX21" fmla="*/ 119364 w 156019"/>
                    <a:gd name="connsiteY21" fmla="*/ 41393 h 52578"/>
                    <a:gd name="connsiteX22" fmla="*/ 117460 w 156019"/>
                    <a:gd name="connsiteY22" fmla="*/ 39012 h 52578"/>
                    <a:gd name="connsiteX23" fmla="*/ 113554 w 156019"/>
                    <a:gd name="connsiteY23" fmla="*/ 36535 h 52578"/>
                    <a:gd name="connsiteX24" fmla="*/ 108411 w 156019"/>
                    <a:gd name="connsiteY24" fmla="*/ 32725 h 52578"/>
                    <a:gd name="connsiteX25" fmla="*/ 104791 w 156019"/>
                    <a:gd name="connsiteY25" fmla="*/ 32725 h 52578"/>
                    <a:gd name="connsiteX26" fmla="*/ 101553 w 156019"/>
                    <a:gd name="connsiteY26" fmla="*/ 29582 h 52578"/>
                    <a:gd name="connsiteX27" fmla="*/ 95266 w 156019"/>
                    <a:gd name="connsiteY27" fmla="*/ 27773 h 52578"/>
                    <a:gd name="connsiteX28" fmla="*/ 88694 w 156019"/>
                    <a:gd name="connsiteY28" fmla="*/ 23772 h 52578"/>
                    <a:gd name="connsiteX29" fmla="*/ 80216 w 156019"/>
                    <a:gd name="connsiteY29" fmla="*/ 22343 h 52578"/>
                    <a:gd name="connsiteX30" fmla="*/ 80217 w 156019"/>
                    <a:gd name="connsiteY30" fmla="*/ 5579 h 52578"/>
                    <a:gd name="connsiteX31" fmla="*/ 80788 w 156019"/>
                    <a:gd name="connsiteY31" fmla="*/ 4913 h 52578"/>
                    <a:gd name="connsiteX32" fmla="*/ 78597 w 156019"/>
                    <a:gd name="connsiteY32" fmla="*/ 2817 h 52578"/>
                    <a:gd name="connsiteX33" fmla="*/ 76597 w 156019"/>
                    <a:gd name="connsiteY33" fmla="*/ 340 h 52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156019" h="52578">
                      <a:moveTo>
                        <a:pt x="76978" y="-136"/>
                      </a:moveTo>
                      <a:cubicBezTo>
                        <a:pt x="76431" y="754"/>
                        <a:pt x="75793" y="1584"/>
                        <a:pt x="75073" y="2341"/>
                      </a:cubicBezTo>
                      <a:cubicBezTo>
                        <a:pt x="74121" y="3389"/>
                        <a:pt x="72597" y="4341"/>
                        <a:pt x="72978" y="4627"/>
                      </a:cubicBezTo>
                      <a:lnTo>
                        <a:pt x="73740" y="5389"/>
                      </a:lnTo>
                      <a:lnTo>
                        <a:pt x="73740" y="21962"/>
                      </a:lnTo>
                      <a:cubicBezTo>
                        <a:pt x="70780" y="21680"/>
                        <a:pt x="67794" y="21840"/>
                        <a:pt x="64881" y="22438"/>
                      </a:cubicBezTo>
                      <a:cubicBezTo>
                        <a:pt x="63167" y="23486"/>
                        <a:pt x="61071" y="24629"/>
                        <a:pt x="59262" y="25867"/>
                      </a:cubicBezTo>
                      <a:cubicBezTo>
                        <a:pt x="57302" y="26854"/>
                        <a:pt x="55164" y="27437"/>
                        <a:pt x="52975" y="27582"/>
                      </a:cubicBezTo>
                      <a:cubicBezTo>
                        <a:pt x="51642" y="27582"/>
                        <a:pt x="49832" y="30344"/>
                        <a:pt x="48022" y="31011"/>
                      </a:cubicBezTo>
                      <a:cubicBezTo>
                        <a:pt x="46212" y="31678"/>
                        <a:pt x="43831" y="32440"/>
                        <a:pt x="42974" y="32916"/>
                      </a:cubicBezTo>
                      <a:cubicBezTo>
                        <a:pt x="42117" y="33392"/>
                        <a:pt x="40688" y="36916"/>
                        <a:pt x="39545" y="37298"/>
                      </a:cubicBezTo>
                      <a:cubicBezTo>
                        <a:pt x="38402" y="37678"/>
                        <a:pt x="36306" y="37298"/>
                        <a:pt x="35640" y="39488"/>
                      </a:cubicBezTo>
                      <a:cubicBezTo>
                        <a:pt x="34973" y="41679"/>
                        <a:pt x="31639" y="41107"/>
                        <a:pt x="31258" y="41679"/>
                      </a:cubicBezTo>
                      <a:cubicBezTo>
                        <a:pt x="30877" y="42250"/>
                        <a:pt x="27829" y="45775"/>
                        <a:pt x="26877" y="45870"/>
                      </a:cubicBezTo>
                      <a:cubicBezTo>
                        <a:pt x="23870" y="46741"/>
                        <a:pt x="21079" y="48234"/>
                        <a:pt x="18685" y="50251"/>
                      </a:cubicBezTo>
                      <a:cubicBezTo>
                        <a:pt x="5160" y="51394"/>
                        <a:pt x="-365" y="52442"/>
                        <a:pt x="-365" y="52442"/>
                      </a:cubicBezTo>
                      <a:lnTo>
                        <a:pt x="155655" y="52442"/>
                      </a:lnTo>
                      <a:cubicBezTo>
                        <a:pt x="150671" y="51103"/>
                        <a:pt x="145565" y="50273"/>
                        <a:pt x="140415" y="49966"/>
                      </a:cubicBezTo>
                      <a:cubicBezTo>
                        <a:pt x="137954" y="48209"/>
                        <a:pt x="135302" y="46739"/>
                        <a:pt x="132509" y="45584"/>
                      </a:cubicBezTo>
                      <a:cubicBezTo>
                        <a:pt x="130794" y="45013"/>
                        <a:pt x="127937" y="43584"/>
                        <a:pt x="127175" y="43393"/>
                      </a:cubicBezTo>
                      <a:cubicBezTo>
                        <a:pt x="126413" y="43203"/>
                        <a:pt x="123651" y="43393"/>
                        <a:pt x="122984" y="42917"/>
                      </a:cubicBezTo>
                      <a:cubicBezTo>
                        <a:pt x="122068" y="41891"/>
                        <a:pt x="120739" y="41331"/>
                        <a:pt x="119364" y="41393"/>
                      </a:cubicBezTo>
                      <a:cubicBezTo>
                        <a:pt x="117745" y="41393"/>
                        <a:pt x="118126" y="40536"/>
                        <a:pt x="117460" y="39012"/>
                      </a:cubicBezTo>
                      <a:cubicBezTo>
                        <a:pt x="116793" y="37488"/>
                        <a:pt x="114983" y="37298"/>
                        <a:pt x="113554" y="36535"/>
                      </a:cubicBezTo>
                      <a:cubicBezTo>
                        <a:pt x="112125" y="35773"/>
                        <a:pt x="109744" y="33202"/>
                        <a:pt x="108411" y="32725"/>
                      </a:cubicBezTo>
                      <a:cubicBezTo>
                        <a:pt x="107077" y="32249"/>
                        <a:pt x="105648" y="32725"/>
                        <a:pt x="104791" y="32725"/>
                      </a:cubicBezTo>
                      <a:cubicBezTo>
                        <a:pt x="103934" y="32725"/>
                        <a:pt x="103172" y="29963"/>
                        <a:pt x="101553" y="29582"/>
                      </a:cubicBezTo>
                      <a:cubicBezTo>
                        <a:pt x="99933" y="29201"/>
                        <a:pt x="96123" y="28915"/>
                        <a:pt x="95266" y="27773"/>
                      </a:cubicBezTo>
                      <a:cubicBezTo>
                        <a:pt x="94409" y="26630"/>
                        <a:pt x="90694" y="25391"/>
                        <a:pt x="88694" y="23772"/>
                      </a:cubicBezTo>
                      <a:cubicBezTo>
                        <a:pt x="86000" y="22707"/>
                        <a:pt x="83111" y="22220"/>
                        <a:pt x="80216" y="22343"/>
                      </a:cubicBezTo>
                      <a:lnTo>
                        <a:pt x="80217" y="5579"/>
                      </a:lnTo>
                      <a:cubicBezTo>
                        <a:pt x="80217" y="5579"/>
                        <a:pt x="80883" y="5579"/>
                        <a:pt x="80788" y="4913"/>
                      </a:cubicBezTo>
                      <a:cubicBezTo>
                        <a:pt x="80693" y="4246"/>
                        <a:pt x="79455" y="3674"/>
                        <a:pt x="78597" y="2817"/>
                      </a:cubicBezTo>
                      <a:lnTo>
                        <a:pt x="76597" y="340"/>
                      </a:ln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5" name="任意多边形: 形状 364"/>
                <p:cNvSpPr/>
                <p:nvPr/>
              </p:nvSpPr>
              <p:spPr>
                <a:xfrm>
                  <a:off x="5450063" y="3067172"/>
                  <a:ext cx="33295" cy="19026"/>
                </a:xfrm>
                <a:custGeom>
                  <a:avLst/>
                  <a:gdLst>
                    <a:gd name="connsiteX0" fmla="*/ -365 w 33295"/>
                    <a:gd name="connsiteY0" fmla="*/ 165 h 19026"/>
                    <a:gd name="connsiteX1" fmla="*/ 969 w 33295"/>
                    <a:gd name="connsiteY1" fmla="*/ 1404 h 19026"/>
                    <a:gd name="connsiteX2" fmla="*/ 8589 w 33295"/>
                    <a:gd name="connsiteY2" fmla="*/ 4166 h 19026"/>
                    <a:gd name="connsiteX3" fmla="*/ 13542 w 33295"/>
                    <a:gd name="connsiteY3" fmla="*/ 15310 h 19026"/>
                    <a:gd name="connsiteX4" fmla="*/ 19828 w 33295"/>
                    <a:gd name="connsiteY4" fmla="*/ 15310 h 19026"/>
                    <a:gd name="connsiteX5" fmla="*/ 19828 w 33295"/>
                    <a:gd name="connsiteY5" fmla="*/ 17501 h 19026"/>
                    <a:gd name="connsiteX6" fmla="*/ 25162 w 33295"/>
                    <a:gd name="connsiteY6" fmla="*/ 17501 h 19026"/>
                    <a:gd name="connsiteX7" fmla="*/ 23448 w 33295"/>
                    <a:gd name="connsiteY7" fmla="*/ 18072 h 19026"/>
                    <a:gd name="connsiteX8" fmla="*/ 28781 w 33295"/>
                    <a:gd name="connsiteY8" fmla="*/ 18072 h 19026"/>
                    <a:gd name="connsiteX9" fmla="*/ 23829 w 33295"/>
                    <a:gd name="connsiteY9" fmla="*/ 18644 h 19026"/>
                    <a:gd name="connsiteX10" fmla="*/ 32592 w 33295"/>
                    <a:gd name="connsiteY10" fmla="*/ 18644 h 19026"/>
                    <a:gd name="connsiteX11" fmla="*/ 32592 w 33295"/>
                    <a:gd name="connsiteY11" fmla="*/ 15119 h 19026"/>
                    <a:gd name="connsiteX12" fmla="*/ 23067 w 33295"/>
                    <a:gd name="connsiteY12" fmla="*/ 15119 h 19026"/>
                    <a:gd name="connsiteX13" fmla="*/ 22019 w 33295"/>
                    <a:gd name="connsiteY13" fmla="*/ 13786 h 19026"/>
                    <a:gd name="connsiteX14" fmla="*/ 19352 w 33295"/>
                    <a:gd name="connsiteY14" fmla="*/ 13786 h 19026"/>
                    <a:gd name="connsiteX15" fmla="*/ 11732 w 33295"/>
                    <a:gd name="connsiteY15" fmla="*/ 1975 h 19026"/>
                    <a:gd name="connsiteX16" fmla="*/ -174 w 33295"/>
                    <a:gd name="connsiteY16" fmla="*/ -120 h 190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3295" h="19026">
                      <a:moveTo>
                        <a:pt x="-365" y="165"/>
                      </a:moveTo>
                      <a:cubicBezTo>
                        <a:pt x="-275" y="844"/>
                        <a:pt x="285" y="1364"/>
                        <a:pt x="969" y="1404"/>
                      </a:cubicBezTo>
                      <a:cubicBezTo>
                        <a:pt x="3630" y="1948"/>
                        <a:pt x="6197" y="2878"/>
                        <a:pt x="8589" y="4166"/>
                      </a:cubicBezTo>
                      <a:cubicBezTo>
                        <a:pt x="12875" y="6738"/>
                        <a:pt x="13542" y="15310"/>
                        <a:pt x="13542" y="15310"/>
                      </a:cubicBezTo>
                      <a:lnTo>
                        <a:pt x="19828" y="15310"/>
                      </a:lnTo>
                      <a:lnTo>
                        <a:pt x="19828" y="17501"/>
                      </a:lnTo>
                      <a:lnTo>
                        <a:pt x="25162" y="17501"/>
                      </a:lnTo>
                      <a:cubicBezTo>
                        <a:pt x="25162" y="17501"/>
                        <a:pt x="21923" y="17977"/>
                        <a:pt x="23448" y="18072"/>
                      </a:cubicBezTo>
                      <a:cubicBezTo>
                        <a:pt x="24972" y="18168"/>
                        <a:pt x="29163" y="18072"/>
                        <a:pt x="28781" y="18072"/>
                      </a:cubicBezTo>
                      <a:cubicBezTo>
                        <a:pt x="28401" y="18072"/>
                        <a:pt x="22495" y="18644"/>
                        <a:pt x="23829" y="18644"/>
                      </a:cubicBezTo>
                      <a:cubicBezTo>
                        <a:pt x="26740" y="18973"/>
                        <a:pt x="29680" y="18973"/>
                        <a:pt x="32592" y="18644"/>
                      </a:cubicBezTo>
                      <a:cubicBezTo>
                        <a:pt x="33354" y="17977"/>
                        <a:pt x="32592" y="15119"/>
                        <a:pt x="32592" y="15119"/>
                      </a:cubicBezTo>
                      <a:lnTo>
                        <a:pt x="23067" y="15119"/>
                      </a:lnTo>
                      <a:cubicBezTo>
                        <a:pt x="23067" y="15119"/>
                        <a:pt x="23067" y="13881"/>
                        <a:pt x="22019" y="13786"/>
                      </a:cubicBezTo>
                      <a:lnTo>
                        <a:pt x="19352" y="13786"/>
                      </a:lnTo>
                      <a:cubicBezTo>
                        <a:pt x="19352" y="13786"/>
                        <a:pt x="17447" y="4261"/>
                        <a:pt x="11732" y="1975"/>
                      </a:cubicBezTo>
                      <a:cubicBezTo>
                        <a:pt x="7951" y="460"/>
                        <a:pt x="3897" y="-253"/>
                        <a:pt x="-174" y="-12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6" name="任意多边形: 形状 365"/>
                <p:cNvSpPr/>
                <p:nvPr/>
              </p:nvSpPr>
              <p:spPr>
                <a:xfrm>
                  <a:off x="5472303" y="3070183"/>
                  <a:ext cx="1905" cy="9808"/>
                </a:xfrm>
                <a:custGeom>
                  <a:avLst/>
                  <a:gdLst>
                    <a:gd name="connsiteX0" fmla="*/ -221 w 1905"/>
                    <a:gd name="connsiteY0" fmla="*/ 108 h 9808"/>
                    <a:gd name="connsiteX1" fmla="*/ -221 w 1905"/>
                    <a:gd name="connsiteY1" fmla="*/ 9061 h 9808"/>
                    <a:gd name="connsiteX2" fmla="*/ 1398 w 1905"/>
                    <a:gd name="connsiteY2" fmla="*/ 9061 h 9808"/>
                    <a:gd name="connsiteX3" fmla="*/ 1398 w 1905"/>
                    <a:gd name="connsiteY3" fmla="*/ 203 h 9808"/>
                    <a:gd name="connsiteX4" fmla="*/ -31 w 1905"/>
                    <a:gd name="connsiteY4" fmla="*/ 203 h 98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" h="9808">
                      <a:moveTo>
                        <a:pt x="-221" y="108"/>
                      </a:moveTo>
                      <a:cubicBezTo>
                        <a:pt x="-413" y="3089"/>
                        <a:pt x="-413" y="6080"/>
                        <a:pt x="-221" y="9061"/>
                      </a:cubicBezTo>
                      <a:cubicBezTo>
                        <a:pt x="-221" y="10013"/>
                        <a:pt x="1398" y="9728"/>
                        <a:pt x="1398" y="9061"/>
                      </a:cubicBezTo>
                      <a:cubicBezTo>
                        <a:pt x="1588" y="6111"/>
                        <a:pt x="1588" y="3152"/>
                        <a:pt x="1398" y="203"/>
                      </a:cubicBezTo>
                      <a:cubicBezTo>
                        <a:pt x="1398" y="-559"/>
                        <a:pt x="-31" y="203"/>
                        <a:pt x="-31" y="20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7" name="任意多边形: 形状 366"/>
                <p:cNvSpPr/>
                <p:nvPr/>
              </p:nvSpPr>
              <p:spPr>
                <a:xfrm>
                  <a:off x="5475717" y="3068291"/>
                  <a:ext cx="2302" cy="12054"/>
                </a:xfrm>
                <a:custGeom>
                  <a:avLst/>
                  <a:gdLst>
                    <a:gd name="connsiteX0" fmla="*/ -111 w 2302"/>
                    <a:gd name="connsiteY0" fmla="*/ 761 h 12054"/>
                    <a:gd name="connsiteX1" fmla="*/ -111 w 2302"/>
                    <a:gd name="connsiteY1" fmla="*/ 11525 h 12054"/>
                    <a:gd name="connsiteX2" fmla="*/ 1794 w 2302"/>
                    <a:gd name="connsiteY2" fmla="*/ 11525 h 12054"/>
                    <a:gd name="connsiteX3" fmla="*/ 1794 w 2302"/>
                    <a:gd name="connsiteY3" fmla="*/ 476 h 12054"/>
                    <a:gd name="connsiteX4" fmla="*/ 405 w 2302"/>
                    <a:gd name="connsiteY4" fmla="*/ -40 h 12054"/>
                    <a:gd name="connsiteX5" fmla="*/ -111 w 2302"/>
                    <a:gd name="connsiteY5" fmla="*/ 476 h 12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02" h="12054">
                      <a:moveTo>
                        <a:pt x="-111" y="761"/>
                      </a:moveTo>
                      <a:cubicBezTo>
                        <a:pt x="-450" y="4341"/>
                        <a:pt x="-450" y="7945"/>
                        <a:pt x="-111" y="11525"/>
                      </a:cubicBezTo>
                      <a:cubicBezTo>
                        <a:pt x="-111" y="12001"/>
                        <a:pt x="1794" y="12096"/>
                        <a:pt x="1794" y="11525"/>
                      </a:cubicBezTo>
                      <a:cubicBezTo>
                        <a:pt x="1986" y="7844"/>
                        <a:pt x="1986" y="4156"/>
                        <a:pt x="1794" y="476"/>
                      </a:cubicBezTo>
                      <a:cubicBezTo>
                        <a:pt x="1553" y="-51"/>
                        <a:pt x="931" y="-282"/>
                        <a:pt x="405" y="-40"/>
                      </a:cubicBezTo>
                      <a:cubicBezTo>
                        <a:pt x="177" y="64"/>
                        <a:pt x="-6" y="247"/>
                        <a:pt x="-111" y="47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8" name="任意多边形: 形状 367"/>
                <p:cNvSpPr/>
                <p:nvPr/>
              </p:nvSpPr>
              <p:spPr>
                <a:xfrm>
                  <a:off x="5479588" y="3069757"/>
                  <a:ext cx="1625" cy="9527"/>
                </a:xfrm>
                <a:custGeom>
                  <a:avLst/>
                  <a:gdLst>
                    <a:gd name="connsiteX0" fmla="*/ 495 w 1625"/>
                    <a:gd name="connsiteY0" fmla="*/ -133 h 9527"/>
                    <a:gd name="connsiteX1" fmla="*/ -362 w 1625"/>
                    <a:gd name="connsiteY1" fmla="*/ 3010 h 9527"/>
                    <a:gd name="connsiteX2" fmla="*/ 495 w 1625"/>
                    <a:gd name="connsiteY2" fmla="*/ 9392 h 9527"/>
                    <a:gd name="connsiteX3" fmla="*/ 1257 w 1625"/>
                    <a:gd name="connsiteY3" fmla="*/ 3010 h 9527"/>
                    <a:gd name="connsiteX4" fmla="*/ 495 w 1625"/>
                    <a:gd name="connsiteY4" fmla="*/ -133 h 9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25" h="9527">
                      <a:moveTo>
                        <a:pt x="495" y="-133"/>
                      </a:moveTo>
                      <a:cubicBezTo>
                        <a:pt x="-458" y="-133"/>
                        <a:pt x="-362" y="1486"/>
                        <a:pt x="-362" y="3010"/>
                      </a:cubicBezTo>
                      <a:cubicBezTo>
                        <a:pt x="-362" y="4534"/>
                        <a:pt x="-362" y="9392"/>
                        <a:pt x="495" y="9392"/>
                      </a:cubicBezTo>
                      <a:cubicBezTo>
                        <a:pt x="1352" y="9392"/>
                        <a:pt x="1257" y="3772"/>
                        <a:pt x="1257" y="3010"/>
                      </a:cubicBezTo>
                      <a:cubicBezTo>
                        <a:pt x="1257" y="2248"/>
                        <a:pt x="1257" y="-229"/>
                        <a:pt x="495" y="-13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69" name="任意多边形: 形状 368"/>
                <p:cNvSpPr/>
                <p:nvPr/>
              </p:nvSpPr>
              <p:spPr>
                <a:xfrm>
                  <a:off x="5518167" y="3070331"/>
                  <a:ext cx="2190" cy="9429"/>
                </a:xfrm>
                <a:custGeom>
                  <a:avLst/>
                  <a:gdLst>
                    <a:gd name="connsiteX0" fmla="*/ 873 w 2190"/>
                    <a:gd name="connsiteY0" fmla="*/ -136 h 9429"/>
                    <a:gd name="connsiteX1" fmla="*/ -365 w 2190"/>
                    <a:gd name="connsiteY1" fmla="*/ 2721 h 9429"/>
                    <a:gd name="connsiteX2" fmla="*/ 969 w 2190"/>
                    <a:gd name="connsiteY2" fmla="*/ 9294 h 9429"/>
                    <a:gd name="connsiteX3" fmla="*/ 1826 w 2190"/>
                    <a:gd name="connsiteY3" fmla="*/ 2436 h 9429"/>
                    <a:gd name="connsiteX4" fmla="*/ 873 w 2190"/>
                    <a:gd name="connsiteY4" fmla="*/ -136 h 9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90" h="9429">
                      <a:moveTo>
                        <a:pt x="873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207" y="9294"/>
                        <a:pt x="969" y="9294"/>
                      </a:cubicBezTo>
                      <a:cubicBezTo>
                        <a:pt x="1731" y="9294"/>
                        <a:pt x="1826" y="3674"/>
                        <a:pt x="1826" y="2436"/>
                      </a:cubicBezTo>
                      <a:cubicBezTo>
                        <a:pt x="1826" y="1198"/>
                        <a:pt x="1826" y="-136"/>
                        <a:pt x="873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0" name="任意多边形: 形状 369"/>
                <p:cNvSpPr/>
                <p:nvPr/>
              </p:nvSpPr>
              <p:spPr>
                <a:xfrm>
                  <a:off x="5522148" y="3068331"/>
                  <a:ext cx="2381" cy="12001"/>
                </a:xfrm>
                <a:custGeom>
                  <a:avLst/>
                  <a:gdLst>
                    <a:gd name="connsiteX0" fmla="*/ 988 w 2381"/>
                    <a:gd name="connsiteY0" fmla="*/ -136 h 12001"/>
                    <a:gd name="connsiteX1" fmla="*/ -346 w 2381"/>
                    <a:gd name="connsiteY1" fmla="*/ 3864 h 12001"/>
                    <a:gd name="connsiteX2" fmla="*/ 797 w 2381"/>
                    <a:gd name="connsiteY2" fmla="*/ 11865 h 12001"/>
                    <a:gd name="connsiteX3" fmla="*/ 1940 w 2381"/>
                    <a:gd name="connsiteY3" fmla="*/ 3960 h 12001"/>
                    <a:gd name="connsiteX4" fmla="*/ 988 w 2381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81" h="12001">
                      <a:moveTo>
                        <a:pt x="988" y="-136"/>
                      </a:moveTo>
                      <a:cubicBezTo>
                        <a:pt x="-631" y="-136"/>
                        <a:pt x="-346" y="1960"/>
                        <a:pt x="-346" y="3864"/>
                      </a:cubicBezTo>
                      <a:cubicBezTo>
                        <a:pt x="-346" y="5769"/>
                        <a:pt x="-346" y="11865"/>
                        <a:pt x="797" y="11865"/>
                      </a:cubicBezTo>
                      <a:cubicBezTo>
                        <a:pt x="1940" y="11865"/>
                        <a:pt x="1940" y="6055"/>
                        <a:pt x="1940" y="3960"/>
                      </a:cubicBezTo>
                      <a:cubicBezTo>
                        <a:pt x="1940" y="1864"/>
                        <a:pt x="2417" y="-136"/>
                        <a:pt x="98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1" name="任意多边形: 形状 370"/>
                <p:cNvSpPr/>
                <p:nvPr/>
              </p:nvSpPr>
              <p:spPr>
                <a:xfrm>
                  <a:off x="5526263" y="3070617"/>
                  <a:ext cx="1874" cy="9143"/>
                </a:xfrm>
                <a:custGeom>
                  <a:avLst/>
                  <a:gdLst>
                    <a:gd name="connsiteX0" fmla="*/ 302 w 1874"/>
                    <a:gd name="connsiteY0" fmla="*/ -136 h 9143"/>
                    <a:gd name="connsiteX1" fmla="*/ -365 w 1874"/>
                    <a:gd name="connsiteY1" fmla="*/ 2531 h 9143"/>
                    <a:gd name="connsiteX2" fmla="*/ 302 w 1874"/>
                    <a:gd name="connsiteY2" fmla="*/ 9008 h 9143"/>
                    <a:gd name="connsiteX3" fmla="*/ 1445 w 1874"/>
                    <a:gd name="connsiteY3" fmla="*/ 2150 h 9143"/>
                    <a:gd name="connsiteX4" fmla="*/ 302 w 1874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74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9" y="9008"/>
                        <a:pt x="1254" y="3484"/>
                        <a:pt x="1445" y="2150"/>
                      </a:cubicBezTo>
                      <a:cubicBezTo>
                        <a:pt x="1635" y="817"/>
                        <a:pt x="1445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2" name="任意多边形: 形状 371"/>
                <p:cNvSpPr/>
                <p:nvPr/>
              </p:nvSpPr>
              <p:spPr>
                <a:xfrm>
                  <a:off x="5563887" y="3070331"/>
                  <a:ext cx="2217" cy="9334"/>
                </a:xfrm>
                <a:custGeom>
                  <a:avLst/>
                  <a:gdLst>
                    <a:gd name="connsiteX0" fmla="*/ 778 w 2217"/>
                    <a:gd name="connsiteY0" fmla="*/ -136 h 9334"/>
                    <a:gd name="connsiteX1" fmla="*/ -365 w 2217"/>
                    <a:gd name="connsiteY1" fmla="*/ 2721 h 9334"/>
                    <a:gd name="connsiteX2" fmla="*/ 968 w 2217"/>
                    <a:gd name="connsiteY2" fmla="*/ 9199 h 9334"/>
                    <a:gd name="connsiteX3" fmla="*/ 1731 w 2217"/>
                    <a:gd name="connsiteY3" fmla="*/ 2436 h 9334"/>
                    <a:gd name="connsiteX4" fmla="*/ 778 w 2217"/>
                    <a:gd name="connsiteY4" fmla="*/ -136 h 9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17" h="9334">
                      <a:moveTo>
                        <a:pt x="778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-365" y="9199"/>
                        <a:pt x="968" y="9199"/>
                      </a:cubicBezTo>
                      <a:cubicBezTo>
                        <a:pt x="2302" y="9199"/>
                        <a:pt x="1731" y="3674"/>
                        <a:pt x="1731" y="2436"/>
                      </a:cubicBezTo>
                      <a:cubicBezTo>
                        <a:pt x="1731" y="1198"/>
                        <a:pt x="1731" y="-136"/>
                        <a:pt x="77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3" name="任意多边形: 形状 372"/>
                <p:cNvSpPr/>
                <p:nvPr/>
              </p:nvSpPr>
              <p:spPr>
                <a:xfrm>
                  <a:off x="5568134" y="3068331"/>
                  <a:ext cx="2325" cy="12001"/>
                </a:xfrm>
                <a:custGeom>
                  <a:avLst/>
                  <a:gdLst>
                    <a:gd name="connsiteX0" fmla="*/ 912 w 2325"/>
                    <a:gd name="connsiteY0" fmla="*/ -136 h 12001"/>
                    <a:gd name="connsiteX1" fmla="*/ -326 w 2325"/>
                    <a:gd name="connsiteY1" fmla="*/ 3864 h 12001"/>
                    <a:gd name="connsiteX2" fmla="*/ 817 w 2325"/>
                    <a:gd name="connsiteY2" fmla="*/ 11865 h 12001"/>
                    <a:gd name="connsiteX3" fmla="*/ 1960 w 2325"/>
                    <a:gd name="connsiteY3" fmla="*/ 3960 h 12001"/>
                    <a:gd name="connsiteX4" fmla="*/ 912 w 2325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5" h="12001">
                      <a:moveTo>
                        <a:pt x="912" y="-136"/>
                      </a:moveTo>
                      <a:cubicBezTo>
                        <a:pt x="-707" y="-136"/>
                        <a:pt x="-326" y="1960"/>
                        <a:pt x="-326" y="3864"/>
                      </a:cubicBezTo>
                      <a:cubicBezTo>
                        <a:pt x="-326" y="5769"/>
                        <a:pt x="-326" y="11865"/>
                        <a:pt x="817" y="11865"/>
                      </a:cubicBezTo>
                      <a:cubicBezTo>
                        <a:pt x="1960" y="11865"/>
                        <a:pt x="1960" y="6055"/>
                        <a:pt x="1960" y="3960"/>
                      </a:cubicBezTo>
                      <a:cubicBezTo>
                        <a:pt x="1960" y="1864"/>
                        <a:pt x="1960" y="-136"/>
                        <a:pt x="91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4" name="任意多边形: 形状 373"/>
                <p:cNvSpPr/>
                <p:nvPr/>
              </p:nvSpPr>
              <p:spPr>
                <a:xfrm>
                  <a:off x="5572269" y="3070617"/>
                  <a:ext cx="1779" cy="9143"/>
                </a:xfrm>
                <a:custGeom>
                  <a:avLst/>
                  <a:gdLst>
                    <a:gd name="connsiteX0" fmla="*/ 302 w 1779"/>
                    <a:gd name="connsiteY0" fmla="*/ -136 h 9143"/>
                    <a:gd name="connsiteX1" fmla="*/ -365 w 1779"/>
                    <a:gd name="connsiteY1" fmla="*/ 2531 h 9143"/>
                    <a:gd name="connsiteX2" fmla="*/ 302 w 1779"/>
                    <a:gd name="connsiteY2" fmla="*/ 9008 h 9143"/>
                    <a:gd name="connsiteX3" fmla="*/ 1349 w 1779"/>
                    <a:gd name="connsiteY3" fmla="*/ 2150 h 9143"/>
                    <a:gd name="connsiteX4" fmla="*/ 302 w 1779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79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8" y="9008"/>
                        <a:pt x="1159" y="3484"/>
                        <a:pt x="1349" y="2150"/>
                      </a:cubicBezTo>
                      <a:cubicBezTo>
                        <a:pt x="1540" y="817"/>
                        <a:pt x="1349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75" name="任意多边形: 形状 374"/>
                <p:cNvSpPr/>
                <p:nvPr/>
              </p:nvSpPr>
              <p:spPr>
                <a:xfrm>
                  <a:off x="5483591" y="3067393"/>
                  <a:ext cx="108299" cy="19691"/>
                </a:xfrm>
                <a:custGeom>
                  <a:avLst/>
                  <a:gdLst>
                    <a:gd name="connsiteX0" fmla="*/ 45831 w 108299"/>
                    <a:gd name="connsiteY0" fmla="*/ 15185 h 19691"/>
                    <a:gd name="connsiteX1" fmla="*/ 45831 w 108299"/>
                    <a:gd name="connsiteY1" fmla="*/ 19376 h 19691"/>
                    <a:gd name="connsiteX2" fmla="*/ 40878 w 108299"/>
                    <a:gd name="connsiteY2" fmla="*/ 19376 h 19691"/>
                    <a:gd name="connsiteX3" fmla="*/ 42974 w 108299"/>
                    <a:gd name="connsiteY3" fmla="*/ 18614 h 19691"/>
                    <a:gd name="connsiteX4" fmla="*/ 41259 w 108299"/>
                    <a:gd name="connsiteY4" fmla="*/ 18614 h 19691"/>
                    <a:gd name="connsiteX5" fmla="*/ 42021 w 108299"/>
                    <a:gd name="connsiteY5" fmla="*/ 17852 h 19691"/>
                    <a:gd name="connsiteX6" fmla="*/ 39259 w 108299"/>
                    <a:gd name="connsiteY6" fmla="*/ 17852 h 19691"/>
                    <a:gd name="connsiteX7" fmla="*/ 40307 w 108299"/>
                    <a:gd name="connsiteY7" fmla="*/ 17185 h 19691"/>
                    <a:gd name="connsiteX8" fmla="*/ 35640 w 108299"/>
                    <a:gd name="connsiteY8" fmla="*/ 17185 h 19691"/>
                    <a:gd name="connsiteX9" fmla="*/ 36592 w 108299"/>
                    <a:gd name="connsiteY9" fmla="*/ 16423 h 19691"/>
                    <a:gd name="connsiteX10" fmla="*/ 27067 w 108299"/>
                    <a:gd name="connsiteY10" fmla="*/ 16423 h 19691"/>
                    <a:gd name="connsiteX11" fmla="*/ 21733 w 108299"/>
                    <a:gd name="connsiteY11" fmla="*/ 4136 h 19691"/>
                    <a:gd name="connsiteX12" fmla="*/ 7826 w 108299"/>
                    <a:gd name="connsiteY12" fmla="*/ 3469 h 19691"/>
                    <a:gd name="connsiteX13" fmla="*/ 873 w 108299"/>
                    <a:gd name="connsiteY13" fmla="*/ 14137 h 19691"/>
                    <a:gd name="connsiteX14" fmla="*/ -365 w 108299"/>
                    <a:gd name="connsiteY14" fmla="*/ 14137 h 19691"/>
                    <a:gd name="connsiteX15" fmla="*/ 2778 w 108299"/>
                    <a:gd name="connsiteY15" fmla="*/ 5374 h 19691"/>
                    <a:gd name="connsiteX16" fmla="*/ 14399 w 108299"/>
                    <a:gd name="connsiteY16" fmla="*/ 707 h 19691"/>
                    <a:gd name="connsiteX17" fmla="*/ 32670 w 108299"/>
                    <a:gd name="connsiteY17" fmla="*/ 9332 h 19691"/>
                    <a:gd name="connsiteX18" fmla="*/ 33449 w 108299"/>
                    <a:gd name="connsiteY18" fmla="*/ 15470 h 19691"/>
                    <a:gd name="connsiteX19" fmla="*/ 44307 w 108299"/>
                    <a:gd name="connsiteY19" fmla="*/ 15470 h 19691"/>
                    <a:gd name="connsiteX20" fmla="*/ 48403 w 108299"/>
                    <a:gd name="connsiteY20" fmla="*/ 5945 h 19691"/>
                    <a:gd name="connsiteX21" fmla="*/ 60023 w 108299"/>
                    <a:gd name="connsiteY21" fmla="*/ 1278 h 19691"/>
                    <a:gd name="connsiteX22" fmla="*/ 76216 w 108299"/>
                    <a:gd name="connsiteY22" fmla="*/ 5564 h 19691"/>
                    <a:gd name="connsiteX23" fmla="*/ 79359 w 108299"/>
                    <a:gd name="connsiteY23" fmla="*/ 16042 h 19691"/>
                    <a:gd name="connsiteX24" fmla="*/ 90313 w 108299"/>
                    <a:gd name="connsiteY24" fmla="*/ 16042 h 19691"/>
                    <a:gd name="connsiteX25" fmla="*/ 96599 w 108299"/>
                    <a:gd name="connsiteY25" fmla="*/ 3469 h 19691"/>
                    <a:gd name="connsiteX26" fmla="*/ 107934 w 108299"/>
                    <a:gd name="connsiteY26" fmla="*/ 897 h 19691"/>
                    <a:gd name="connsiteX27" fmla="*/ 107934 w 108299"/>
                    <a:gd name="connsiteY27" fmla="*/ 4898 h 19691"/>
                    <a:gd name="connsiteX28" fmla="*/ 96695 w 108299"/>
                    <a:gd name="connsiteY28" fmla="*/ 6517 h 19691"/>
                    <a:gd name="connsiteX29" fmla="*/ 92028 w 108299"/>
                    <a:gd name="connsiteY29" fmla="*/ 16042 h 19691"/>
                    <a:gd name="connsiteX30" fmla="*/ 91551 w 108299"/>
                    <a:gd name="connsiteY30" fmla="*/ 17471 h 19691"/>
                    <a:gd name="connsiteX31" fmla="*/ 85646 w 108299"/>
                    <a:gd name="connsiteY31" fmla="*/ 18614 h 19691"/>
                    <a:gd name="connsiteX32" fmla="*/ 88598 w 108299"/>
                    <a:gd name="connsiteY32" fmla="*/ 17185 h 19691"/>
                    <a:gd name="connsiteX33" fmla="*/ 82788 w 108299"/>
                    <a:gd name="connsiteY33" fmla="*/ 18423 h 19691"/>
                    <a:gd name="connsiteX34" fmla="*/ 85931 w 108299"/>
                    <a:gd name="connsiteY34" fmla="*/ 18423 h 19691"/>
                    <a:gd name="connsiteX35" fmla="*/ 80788 w 108299"/>
                    <a:gd name="connsiteY35" fmla="*/ 18423 h 19691"/>
                    <a:gd name="connsiteX36" fmla="*/ 82407 w 108299"/>
                    <a:gd name="connsiteY36" fmla="*/ 17947 h 19691"/>
                    <a:gd name="connsiteX37" fmla="*/ 72882 w 108299"/>
                    <a:gd name="connsiteY37" fmla="*/ 17947 h 19691"/>
                    <a:gd name="connsiteX38" fmla="*/ 67548 w 108299"/>
                    <a:gd name="connsiteY38" fmla="*/ 5660 h 19691"/>
                    <a:gd name="connsiteX39" fmla="*/ 53642 w 108299"/>
                    <a:gd name="connsiteY39" fmla="*/ 4993 h 19691"/>
                    <a:gd name="connsiteX40" fmla="*/ 46689 w 108299"/>
                    <a:gd name="connsiteY40" fmla="*/ 15661 h 19691"/>
                    <a:gd name="connsiteX41" fmla="*/ 46022 w 108299"/>
                    <a:gd name="connsiteY41" fmla="*/ 17280 h 196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</a:cxnLst>
                  <a:rect l="l" t="t" r="r" b="b"/>
                  <a:pathLst>
                    <a:path w="108299" h="19691">
                      <a:moveTo>
                        <a:pt x="45831" y="15185"/>
                      </a:moveTo>
                      <a:cubicBezTo>
                        <a:pt x="45423" y="16552"/>
                        <a:pt x="45423" y="18008"/>
                        <a:pt x="45831" y="19376"/>
                      </a:cubicBezTo>
                      <a:cubicBezTo>
                        <a:pt x="44189" y="19615"/>
                        <a:pt x="42520" y="19615"/>
                        <a:pt x="40878" y="19376"/>
                      </a:cubicBezTo>
                      <a:cubicBezTo>
                        <a:pt x="40211" y="19376"/>
                        <a:pt x="43736" y="19376"/>
                        <a:pt x="42974" y="18614"/>
                      </a:cubicBezTo>
                      <a:cubicBezTo>
                        <a:pt x="42212" y="17852"/>
                        <a:pt x="41545" y="18614"/>
                        <a:pt x="41259" y="18614"/>
                      </a:cubicBezTo>
                      <a:cubicBezTo>
                        <a:pt x="40973" y="18614"/>
                        <a:pt x="41926" y="18614"/>
                        <a:pt x="42021" y="17852"/>
                      </a:cubicBezTo>
                      <a:cubicBezTo>
                        <a:pt x="42116" y="17090"/>
                        <a:pt x="39640" y="17852"/>
                        <a:pt x="39259" y="17852"/>
                      </a:cubicBezTo>
                      <a:cubicBezTo>
                        <a:pt x="38878" y="17852"/>
                        <a:pt x="40307" y="17185"/>
                        <a:pt x="40307" y="17185"/>
                      </a:cubicBezTo>
                      <a:lnTo>
                        <a:pt x="35640" y="17185"/>
                      </a:lnTo>
                      <a:lnTo>
                        <a:pt x="36592" y="16423"/>
                      </a:lnTo>
                      <a:lnTo>
                        <a:pt x="27067" y="16423"/>
                      </a:lnTo>
                      <a:cubicBezTo>
                        <a:pt x="27067" y="16423"/>
                        <a:pt x="27639" y="6326"/>
                        <a:pt x="21733" y="4136"/>
                      </a:cubicBezTo>
                      <a:cubicBezTo>
                        <a:pt x="17317" y="2296"/>
                        <a:pt x="12397" y="2060"/>
                        <a:pt x="7826" y="3469"/>
                      </a:cubicBezTo>
                      <a:cubicBezTo>
                        <a:pt x="2873" y="5183"/>
                        <a:pt x="1635" y="13661"/>
                        <a:pt x="873" y="14137"/>
                      </a:cubicBezTo>
                      <a:cubicBezTo>
                        <a:pt x="111" y="14613"/>
                        <a:pt x="-365" y="14137"/>
                        <a:pt x="-365" y="14137"/>
                      </a:cubicBezTo>
                      <a:cubicBezTo>
                        <a:pt x="78" y="11033"/>
                        <a:pt x="1148" y="8052"/>
                        <a:pt x="2778" y="5374"/>
                      </a:cubicBezTo>
                      <a:cubicBezTo>
                        <a:pt x="5825" y="2256"/>
                        <a:pt x="10042" y="562"/>
                        <a:pt x="14399" y="707"/>
                      </a:cubicBezTo>
                      <a:cubicBezTo>
                        <a:pt x="21826" y="-1957"/>
                        <a:pt x="30007" y="1905"/>
                        <a:pt x="32670" y="9332"/>
                      </a:cubicBezTo>
                      <a:cubicBezTo>
                        <a:pt x="33375" y="11297"/>
                        <a:pt x="33641" y="13392"/>
                        <a:pt x="33449" y="15470"/>
                      </a:cubicBezTo>
                      <a:lnTo>
                        <a:pt x="44307" y="15470"/>
                      </a:lnTo>
                      <a:cubicBezTo>
                        <a:pt x="45183" y="12107"/>
                        <a:pt x="46564" y="8895"/>
                        <a:pt x="48403" y="5945"/>
                      </a:cubicBezTo>
                      <a:cubicBezTo>
                        <a:pt x="51469" y="2857"/>
                        <a:pt x="55673" y="1168"/>
                        <a:pt x="60023" y="1278"/>
                      </a:cubicBezTo>
                      <a:cubicBezTo>
                        <a:pt x="65780" y="428"/>
                        <a:pt x="71634" y="1978"/>
                        <a:pt x="76216" y="5564"/>
                      </a:cubicBezTo>
                      <a:cubicBezTo>
                        <a:pt x="78208" y="8701"/>
                        <a:pt x="79296" y="12327"/>
                        <a:pt x="79359" y="16042"/>
                      </a:cubicBezTo>
                      <a:lnTo>
                        <a:pt x="90313" y="16042"/>
                      </a:lnTo>
                      <a:cubicBezTo>
                        <a:pt x="91362" y="11405"/>
                        <a:pt x="93519" y="7091"/>
                        <a:pt x="96599" y="3469"/>
                      </a:cubicBezTo>
                      <a:cubicBezTo>
                        <a:pt x="100018" y="1452"/>
                        <a:pt x="103980" y="553"/>
                        <a:pt x="107934" y="897"/>
                      </a:cubicBezTo>
                      <a:lnTo>
                        <a:pt x="107934" y="4898"/>
                      </a:lnTo>
                      <a:cubicBezTo>
                        <a:pt x="104111" y="4488"/>
                        <a:pt x="100247" y="5044"/>
                        <a:pt x="96695" y="6517"/>
                      </a:cubicBezTo>
                      <a:cubicBezTo>
                        <a:pt x="94227" y="9158"/>
                        <a:pt x="92603" y="12474"/>
                        <a:pt x="92028" y="16042"/>
                      </a:cubicBezTo>
                      <a:cubicBezTo>
                        <a:pt x="92027" y="17185"/>
                        <a:pt x="92694" y="16899"/>
                        <a:pt x="91551" y="17471"/>
                      </a:cubicBezTo>
                      <a:cubicBezTo>
                        <a:pt x="89648" y="18135"/>
                        <a:pt x="87659" y="18520"/>
                        <a:pt x="85646" y="18614"/>
                      </a:cubicBezTo>
                      <a:cubicBezTo>
                        <a:pt x="84884" y="18614"/>
                        <a:pt x="88503" y="17375"/>
                        <a:pt x="88598" y="17185"/>
                      </a:cubicBezTo>
                      <a:cubicBezTo>
                        <a:pt x="88694" y="16994"/>
                        <a:pt x="83455" y="18423"/>
                        <a:pt x="82788" y="18423"/>
                      </a:cubicBezTo>
                      <a:lnTo>
                        <a:pt x="85931" y="18423"/>
                      </a:lnTo>
                      <a:lnTo>
                        <a:pt x="80788" y="18423"/>
                      </a:lnTo>
                      <a:lnTo>
                        <a:pt x="82407" y="17947"/>
                      </a:lnTo>
                      <a:lnTo>
                        <a:pt x="72882" y="17947"/>
                      </a:lnTo>
                      <a:cubicBezTo>
                        <a:pt x="72882" y="17947"/>
                        <a:pt x="73358" y="7850"/>
                        <a:pt x="67548" y="5660"/>
                      </a:cubicBezTo>
                      <a:cubicBezTo>
                        <a:pt x="63131" y="3828"/>
                        <a:pt x="58214" y="3592"/>
                        <a:pt x="53642" y="4993"/>
                      </a:cubicBezTo>
                      <a:cubicBezTo>
                        <a:pt x="48689" y="6707"/>
                        <a:pt x="47450" y="15185"/>
                        <a:pt x="46689" y="15661"/>
                      </a:cubicBezTo>
                      <a:cubicBezTo>
                        <a:pt x="46410" y="16176"/>
                        <a:pt x="46186" y="16718"/>
                        <a:pt x="46022" y="1728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96" name="任意多边形: 形状 295"/>
              <p:cNvSpPr/>
              <p:nvPr/>
            </p:nvSpPr>
            <p:spPr>
              <a:xfrm>
                <a:off x="1894559" y="2362959"/>
                <a:ext cx="1362920" cy="1362920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7" name="任意多边形: 形状 296"/>
              <p:cNvSpPr/>
              <p:nvPr/>
            </p:nvSpPr>
            <p:spPr>
              <a:xfrm>
                <a:off x="1886246" y="2354788"/>
                <a:ext cx="1379954" cy="1379953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8" name="任意多边形: 形状 297"/>
              <p:cNvSpPr/>
              <p:nvPr/>
            </p:nvSpPr>
            <p:spPr>
              <a:xfrm>
                <a:off x="2053445" y="2521991"/>
                <a:ext cx="1045553" cy="1045553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9" name="任意多边形: 形状 298"/>
              <p:cNvSpPr/>
              <p:nvPr/>
            </p:nvSpPr>
            <p:spPr>
              <a:xfrm>
                <a:off x="2497612" y="3453400"/>
                <a:ext cx="18009" cy="41130"/>
              </a:xfrm>
              <a:custGeom>
                <a:avLst/>
                <a:gdLst>
                  <a:gd name="connsiteX0" fmla="*/ 6683 w 7048"/>
                  <a:gd name="connsiteY0" fmla="*/ -136 h 16097"/>
                  <a:gd name="connsiteX1" fmla="*/ 4779 w 7048"/>
                  <a:gd name="connsiteY1" fmla="*/ -136 h 16097"/>
                  <a:gd name="connsiteX2" fmla="*/ -365 w 7048"/>
                  <a:gd name="connsiteY2" fmla="*/ 2912 h 16097"/>
                  <a:gd name="connsiteX3" fmla="*/ -365 w 7048"/>
                  <a:gd name="connsiteY3" fmla="*/ 4531 h 16097"/>
                  <a:gd name="connsiteX4" fmla="*/ 4112 w 7048"/>
                  <a:gd name="connsiteY4" fmla="*/ 4531 h 16097"/>
                  <a:gd name="connsiteX5" fmla="*/ 4112 w 7048"/>
                  <a:gd name="connsiteY5" fmla="*/ 15961 h 16097"/>
                  <a:gd name="connsiteX6" fmla="*/ 6683 w 7048"/>
                  <a:gd name="connsiteY6" fmla="*/ 15961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48" h="16097">
                    <a:moveTo>
                      <a:pt x="6683" y="-136"/>
                    </a:moveTo>
                    <a:lnTo>
                      <a:pt x="4779" y="-136"/>
                    </a:lnTo>
                    <a:cubicBezTo>
                      <a:pt x="4016" y="2531"/>
                      <a:pt x="2683" y="2721"/>
                      <a:pt x="-365" y="2912"/>
                    </a:cubicBezTo>
                    <a:lnTo>
                      <a:pt x="-365" y="4531"/>
                    </a:lnTo>
                    <a:lnTo>
                      <a:pt x="4112" y="4531"/>
                    </a:lnTo>
                    <a:lnTo>
                      <a:pt x="4112" y="15961"/>
                    </a:lnTo>
                    <a:lnTo>
                      <a:pt x="6683" y="1596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0" name="任意多边形: 形状 299"/>
              <p:cNvSpPr/>
              <p:nvPr/>
            </p:nvSpPr>
            <p:spPr>
              <a:xfrm>
                <a:off x="2535579" y="3451865"/>
                <a:ext cx="33283" cy="43397"/>
              </a:xfrm>
              <a:custGeom>
                <a:avLst/>
                <a:gdLst>
                  <a:gd name="connsiteX0" fmla="*/ 5826 w 13026"/>
                  <a:gd name="connsiteY0" fmla="*/ 11133 h 16984"/>
                  <a:gd name="connsiteX1" fmla="*/ 10208 w 13026"/>
                  <a:gd name="connsiteY1" fmla="*/ 9228 h 16984"/>
                  <a:gd name="connsiteX2" fmla="*/ 10208 w 13026"/>
                  <a:gd name="connsiteY2" fmla="*/ 9228 h 16984"/>
                  <a:gd name="connsiteX3" fmla="*/ 5540 w 13026"/>
                  <a:gd name="connsiteY3" fmla="*/ 15229 h 16984"/>
                  <a:gd name="connsiteX4" fmla="*/ 2324 w 13026"/>
                  <a:gd name="connsiteY4" fmla="*/ 12783 h 16984"/>
                  <a:gd name="connsiteX5" fmla="*/ 2302 w 13026"/>
                  <a:gd name="connsiteY5" fmla="*/ 12562 h 16984"/>
                  <a:gd name="connsiteX6" fmla="*/ -79 w 13026"/>
                  <a:gd name="connsiteY6" fmla="*/ 12562 h 16984"/>
                  <a:gd name="connsiteX7" fmla="*/ 5636 w 13026"/>
                  <a:gd name="connsiteY7" fmla="*/ 16848 h 16984"/>
                  <a:gd name="connsiteX8" fmla="*/ 12589 w 13026"/>
                  <a:gd name="connsiteY8" fmla="*/ 7323 h 16984"/>
                  <a:gd name="connsiteX9" fmla="*/ 7146 w 13026"/>
                  <a:gd name="connsiteY9" fmla="*/ -44 h 16984"/>
                  <a:gd name="connsiteX10" fmla="*/ 5826 w 13026"/>
                  <a:gd name="connsiteY10" fmla="*/ -106 h 16984"/>
                  <a:gd name="connsiteX11" fmla="*/ -336 w 13026"/>
                  <a:gd name="connsiteY11" fmla="*/ 4912 h 16984"/>
                  <a:gd name="connsiteX12" fmla="*/ -365 w 13026"/>
                  <a:gd name="connsiteY12" fmla="*/ 5418 h 16984"/>
                  <a:gd name="connsiteX13" fmla="*/ 5731 w 13026"/>
                  <a:gd name="connsiteY13" fmla="*/ 10562 h 16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026" h="16984">
                    <a:moveTo>
                      <a:pt x="5826" y="11133"/>
                    </a:moveTo>
                    <a:cubicBezTo>
                      <a:pt x="7511" y="11256"/>
                      <a:pt x="9149" y="10544"/>
                      <a:pt x="10208" y="9228"/>
                    </a:cubicBezTo>
                    <a:lnTo>
                      <a:pt x="10208" y="9228"/>
                    </a:lnTo>
                    <a:cubicBezTo>
                      <a:pt x="9541" y="13324"/>
                      <a:pt x="8207" y="15229"/>
                      <a:pt x="5540" y="15229"/>
                    </a:cubicBezTo>
                    <a:cubicBezTo>
                      <a:pt x="3977" y="15442"/>
                      <a:pt x="2536" y="14347"/>
                      <a:pt x="2324" y="12783"/>
                    </a:cubicBezTo>
                    <a:cubicBezTo>
                      <a:pt x="2314" y="12710"/>
                      <a:pt x="2306" y="12636"/>
                      <a:pt x="2302" y="12562"/>
                    </a:cubicBezTo>
                    <a:lnTo>
                      <a:pt x="-79" y="12562"/>
                    </a:lnTo>
                    <a:cubicBezTo>
                      <a:pt x="-79" y="14086"/>
                      <a:pt x="1064" y="16848"/>
                      <a:pt x="5636" y="16848"/>
                    </a:cubicBezTo>
                    <a:cubicBezTo>
                      <a:pt x="12208" y="16848"/>
                      <a:pt x="12589" y="9514"/>
                      <a:pt x="12589" y="7323"/>
                    </a:cubicBezTo>
                    <a:cubicBezTo>
                      <a:pt x="13121" y="3786"/>
                      <a:pt x="10683" y="487"/>
                      <a:pt x="7146" y="-44"/>
                    </a:cubicBezTo>
                    <a:cubicBezTo>
                      <a:pt x="6710" y="-110"/>
                      <a:pt x="6267" y="-131"/>
                      <a:pt x="5826" y="-106"/>
                    </a:cubicBezTo>
                    <a:cubicBezTo>
                      <a:pt x="2739" y="-422"/>
                      <a:pt x="-21" y="1825"/>
                      <a:pt x="-336" y="4912"/>
                    </a:cubicBezTo>
                    <a:cubicBezTo>
                      <a:pt x="-353" y="5080"/>
                      <a:pt x="-363" y="5249"/>
                      <a:pt x="-365" y="5418"/>
                    </a:cubicBezTo>
                    <a:cubicBezTo>
                      <a:pt x="-365" y="8561"/>
                      <a:pt x="2112" y="10562"/>
                      <a:pt x="5731" y="10562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1" name="任意多边形: 形状 300"/>
              <p:cNvSpPr/>
              <p:nvPr/>
            </p:nvSpPr>
            <p:spPr>
              <a:xfrm>
                <a:off x="2542146" y="3458010"/>
                <a:ext cx="19511" cy="18083"/>
              </a:xfrm>
              <a:custGeom>
                <a:avLst/>
                <a:gdLst>
                  <a:gd name="connsiteX0" fmla="*/ 3542 w 7636"/>
                  <a:gd name="connsiteY0" fmla="*/ 6918 h 7077"/>
                  <a:gd name="connsiteX1" fmla="*/ -364 w 7636"/>
                  <a:gd name="connsiteY1" fmla="*/ 3489 h 7077"/>
                  <a:gd name="connsiteX2" fmla="*/ 3059 w 7636"/>
                  <a:gd name="connsiteY2" fmla="*/ -134 h 7077"/>
                  <a:gd name="connsiteX3" fmla="*/ 3351 w 7636"/>
                  <a:gd name="connsiteY3" fmla="*/ -131 h 7077"/>
                  <a:gd name="connsiteX4" fmla="*/ 7257 w 7636"/>
                  <a:gd name="connsiteY4" fmla="*/ 3298 h 7077"/>
                  <a:gd name="connsiteX5" fmla="*/ 4247 w 7636"/>
                  <a:gd name="connsiteY5" fmla="*/ 6927 h 7077"/>
                  <a:gd name="connsiteX6" fmla="*/ 3542 w 7636"/>
                  <a:gd name="connsiteY6" fmla="*/ 6918 h 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636" h="7077">
                    <a:moveTo>
                      <a:pt x="3542" y="6918"/>
                    </a:moveTo>
                    <a:cubicBezTo>
                      <a:pt x="2018" y="6918"/>
                      <a:pt x="-364" y="6918"/>
                      <a:pt x="-364" y="3489"/>
                    </a:cubicBezTo>
                    <a:cubicBezTo>
                      <a:pt x="-419" y="1543"/>
                      <a:pt x="1113" y="-79"/>
                      <a:pt x="3059" y="-134"/>
                    </a:cubicBezTo>
                    <a:cubicBezTo>
                      <a:pt x="3156" y="-137"/>
                      <a:pt x="3254" y="-136"/>
                      <a:pt x="3351" y="-131"/>
                    </a:cubicBezTo>
                    <a:cubicBezTo>
                      <a:pt x="6114" y="-131"/>
                      <a:pt x="7257" y="1489"/>
                      <a:pt x="7257" y="3298"/>
                    </a:cubicBezTo>
                    <a:cubicBezTo>
                      <a:pt x="7428" y="5131"/>
                      <a:pt x="6080" y="6756"/>
                      <a:pt x="4247" y="6927"/>
                    </a:cubicBezTo>
                    <a:cubicBezTo>
                      <a:pt x="4012" y="6949"/>
                      <a:pt x="3776" y="6946"/>
                      <a:pt x="3542" y="6918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2" name="任意多边形: 形状 301"/>
              <p:cNvSpPr/>
              <p:nvPr/>
            </p:nvSpPr>
            <p:spPr>
              <a:xfrm>
                <a:off x="2577195" y="3453400"/>
                <a:ext cx="34801" cy="41130"/>
              </a:xfrm>
              <a:custGeom>
                <a:avLst/>
                <a:gdLst>
                  <a:gd name="connsiteX0" fmla="*/ 13621 w 13620"/>
                  <a:gd name="connsiteY0" fmla="*/ 12192 h 16097"/>
                  <a:gd name="connsiteX1" fmla="*/ 13621 w 13620"/>
                  <a:gd name="connsiteY1" fmla="*/ 10478 h 16097"/>
                  <a:gd name="connsiteX2" fmla="*/ 10763 w 13620"/>
                  <a:gd name="connsiteY2" fmla="*/ 10478 h 16097"/>
                  <a:gd name="connsiteX3" fmla="*/ 10763 w 13620"/>
                  <a:gd name="connsiteY3" fmla="*/ 0 h 16097"/>
                  <a:gd name="connsiteX4" fmla="*/ 8763 w 13620"/>
                  <a:gd name="connsiteY4" fmla="*/ 0 h 16097"/>
                  <a:gd name="connsiteX5" fmla="*/ 0 w 13620"/>
                  <a:gd name="connsiteY5" fmla="*/ 10192 h 16097"/>
                  <a:gd name="connsiteX6" fmla="*/ 0 w 13620"/>
                  <a:gd name="connsiteY6" fmla="*/ 12192 h 16097"/>
                  <a:gd name="connsiteX7" fmla="*/ 8382 w 13620"/>
                  <a:gd name="connsiteY7" fmla="*/ 12192 h 16097"/>
                  <a:gd name="connsiteX8" fmla="*/ 8382 w 13620"/>
                  <a:gd name="connsiteY8" fmla="*/ 16097 h 16097"/>
                  <a:gd name="connsiteX9" fmla="*/ 10763 w 13620"/>
                  <a:gd name="connsiteY9" fmla="*/ 16097 h 16097"/>
                  <a:gd name="connsiteX10" fmla="*/ 10763 w 13620"/>
                  <a:gd name="connsiteY10" fmla="*/ 12192 h 16097"/>
                  <a:gd name="connsiteX11" fmla="*/ 13621 w 13620"/>
                  <a:gd name="connsiteY11" fmla="*/ 12192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620" h="16097">
                    <a:moveTo>
                      <a:pt x="13621" y="12192"/>
                    </a:moveTo>
                    <a:lnTo>
                      <a:pt x="13621" y="10478"/>
                    </a:lnTo>
                    <a:lnTo>
                      <a:pt x="10763" y="10478"/>
                    </a:lnTo>
                    <a:lnTo>
                      <a:pt x="10763" y="0"/>
                    </a:lnTo>
                    <a:lnTo>
                      <a:pt x="8763" y="0"/>
                    </a:lnTo>
                    <a:lnTo>
                      <a:pt x="0" y="10192"/>
                    </a:lnTo>
                    <a:lnTo>
                      <a:pt x="0" y="12192"/>
                    </a:lnTo>
                    <a:lnTo>
                      <a:pt x="8382" y="12192"/>
                    </a:lnTo>
                    <a:lnTo>
                      <a:pt x="8382" y="16097"/>
                    </a:lnTo>
                    <a:lnTo>
                      <a:pt x="10763" y="16097"/>
                    </a:lnTo>
                    <a:lnTo>
                      <a:pt x="10763" y="12192"/>
                    </a:lnTo>
                    <a:lnTo>
                      <a:pt x="13621" y="12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3" name="任意多边形: 形状 302"/>
              <p:cNvSpPr/>
              <p:nvPr/>
            </p:nvSpPr>
            <p:spPr>
              <a:xfrm>
                <a:off x="2582794" y="3461431"/>
                <a:ext cx="15819" cy="18739"/>
              </a:xfrm>
              <a:custGeom>
                <a:avLst/>
                <a:gdLst>
                  <a:gd name="connsiteX0" fmla="*/ 6096 w 6191"/>
                  <a:gd name="connsiteY0" fmla="*/ 0 h 7334"/>
                  <a:gd name="connsiteX1" fmla="*/ 6191 w 6191"/>
                  <a:gd name="connsiteY1" fmla="*/ 0 h 7334"/>
                  <a:gd name="connsiteX2" fmla="*/ 6191 w 6191"/>
                  <a:gd name="connsiteY2" fmla="*/ 7334 h 7334"/>
                  <a:gd name="connsiteX3" fmla="*/ 0 w 6191"/>
                  <a:gd name="connsiteY3" fmla="*/ 7334 h 7334"/>
                  <a:gd name="connsiteX4" fmla="*/ 6096 w 6191"/>
                  <a:gd name="connsiteY4" fmla="*/ 0 h 7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91" h="7334">
                    <a:moveTo>
                      <a:pt x="6096" y="0"/>
                    </a:moveTo>
                    <a:lnTo>
                      <a:pt x="6191" y="0"/>
                    </a:lnTo>
                    <a:lnTo>
                      <a:pt x="6191" y="7334"/>
                    </a:lnTo>
                    <a:lnTo>
                      <a:pt x="0" y="7334"/>
                    </a:lnTo>
                    <a:lnTo>
                      <a:pt x="6096" y="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4" name="任意多边形: 形状 303"/>
              <p:cNvSpPr/>
              <p:nvPr/>
            </p:nvSpPr>
            <p:spPr>
              <a:xfrm>
                <a:off x="2620518" y="3453400"/>
                <a:ext cx="33585" cy="42104"/>
              </a:xfrm>
              <a:custGeom>
                <a:avLst/>
                <a:gdLst>
                  <a:gd name="connsiteX0" fmla="*/ 12780 w 13144"/>
                  <a:gd name="connsiteY0" fmla="*/ 8151 h 16478"/>
                  <a:gd name="connsiteX1" fmla="*/ 6207 w 13144"/>
                  <a:gd name="connsiteY1" fmla="*/ -136 h 16478"/>
                  <a:gd name="connsiteX2" fmla="*/ -365 w 13144"/>
                  <a:gd name="connsiteY2" fmla="*/ 8151 h 16478"/>
                  <a:gd name="connsiteX3" fmla="*/ 6207 w 13144"/>
                  <a:gd name="connsiteY3" fmla="*/ 16342 h 16478"/>
                  <a:gd name="connsiteX4" fmla="*/ 12780 w 13144"/>
                  <a:gd name="connsiteY4" fmla="*/ 8151 h 164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44" h="16478">
                    <a:moveTo>
                      <a:pt x="12780" y="8151"/>
                    </a:moveTo>
                    <a:cubicBezTo>
                      <a:pt x="12780" y="4817"/>
                      <a:pt x="11732" y="-136"/>
                      <a:pt x="6207" y="-136"/>
                    </a:cubicBezTo>
                    <a:cubicBezTo>
                      <a:pt x="683" y="-136"/>
                      <a:pt x="-365" y="4817"/>
                      <a:pt x="-365" y="8151"/>
                    </a:cubicBezTo>
                    <a:cubicBezTo>
                      <a:pt x="-365" y="11485"/>
                      <a:pt x="683" y="16342"/>
                      <a:pt x="6207" y="16342"/>
                    </a:cubicBezTo>
                    <a:cubicBezTo>
                      <a:pt x="11732" y="16342"/>
                      <a:pt x="12780" y="11485"/>
                      <a:pt x="12780" y="815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5" name="任意多边形: 形状 304"/>
              <p:cNvSpPr/>
              <p:nvPr/>
            </p:nvSpPr>
            <p:spPr>
              <a:xfrm>
                <a:off x="2627090" y="3458025"/>
                <a:ext cx="20441" cy="32854"/>
              </a:xfrm>
              <a:custGeom>
                <a:avLst/>
                <a:gdLst>
                  <a:gd name="connsiteX0" fmla="*/ 7636 w 8000"/>
                  <a:gd name="connsiteY0" fmla="*/ 6341 h 12858"/>
                  <a:gd name="connsiteX1" fmla="*/ 3635 w 8000"/>
                  <a:gd name="connsiteY1" fmla="*/ 12723 h 12858"/>
                  <a:gd name="connsiteX2" fmla="*/ -365 w 8000"/>
                  <a:gd name="connsiteY2" fmla="*/ 6341 h 12858"/>
                  <a:gd name="connsiteX3" fmla="*/ 3635 w 8000"/>
                  <a:gd name="connsiteY3" fmla="*/ -136 h 12858"/>
                  <a:gd name="connsiteX4" fmla="*/ 7636 w 8000"/>
                  <a:gd name="connsiteY4" fmla="*/ 6341 h 128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0" h="12858">
                    <a:moveTo>
                      <a:pt x="7636" y="6341"/>
                    </a:moveTo>
                    <a:cubicBezTo>
                      <a:pt x="7636" y="10342"/>
                      <a:pt x="6398" y="12723"/>
                      <a:pt x="3635" y="12723"/>
                    </a:cubicBezTo>
                    <a:cubicBezTo>
                      <a:pt x="873" y="12723"/>
                      <a:pt x="-365" y="10342"/>
                      <a:pt x="-365" y="6341"/>
                    </a:cubicBezTo>
                    <a:cubicBezTo>
                      <a:pt x="-365" y="2341"/>
                      <a:pt x="873" y="-136"/>
                      <a:pt x="3635" y="-136"/>
                    </a:cubicBezTo>
                    <a:cubicBezTo>
                      <a:pt x="6398" y="-136"/>
                      <a:pt x="7636" y="2341"/>
                      <a:pt x="7636" y="6341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6" name="任意多边形: 形状 305"/>
              <p:cNvSpPr/>
              <p:nvPr/>
            </p:nvSpPr>
            <p:spPr>
              <a:xfrm>
                <a:off x="2468650" y="2407116"/>
                <a:ext cx="68412" cy="99298"/>
              </a:xfrm>
              <a:custGeom>
                <a:avLst/>
                <a:gdLst>
                  <a:gd name="connsiteX0" fmla="*/ -365 w 26774"/>
                  <a:gd name="connsiteY0" fmla="*/ 7866 h 38862"/>
                  <a:gd name="connsiteX1" fmla="*/ 397 w 26774"/>
                  <a:gd name="connsiteY1" fmla="*/ 5580 h 38862"/>
                  <a:gd name="connsiteX2" fmla="*/ 1826 w 26774"/>
                  <a:gd name="connsiteY2" fmla="*/ 6151 h 38862"/>
                  <a:gd name="connsiteX3" fmla="*/ 3160 w 26774"/>
                  <a:gd name="connsiteY3" fmla="*/ 6151 h 38862"/>
                  <a:gd name="connsiteX4" fmla="*/ 4779 w 26774"/>
                  <a:gd name="connsiteY4" fmla="*/ 5389 h 38862"/>
                  <a:gd name="connsiteX5" fmla="*/ 7541 w 26774"/>
                  <a:gd name="connsiteY5" fmla="*/ 3770 h 38862"/>
                  <a:gd name="connsiteX6" fmla="*/ 9731 w 26774"/>
                  <a:gd name="connsiteY6" fmla="*/ 3198 h 38862"/>
                  <a:gd name="connsiteX7" fmla="*/ 16399 w 26774"/>
                  <a:gd name="connsiteY7" fmla="*/ -40 h 38862"/>
                  <a:gd name="connsiteX8" fmla="*/ 18018 w 26774"/>
                  <a:gd name="connsiteY8" fmla="*/ -40 h 38862"/>
                  <a:gd name="connsiteX9" fmla="*/ 21161 w 26774"/>
                  <a:gd name="connsiteY9" fmla="*/ -40 h 38862"/>
                  <a:gd name="connsiteX10" fmla="*/ 21923 w 26774"/>
                  <a:gd name="connsiteY10" fmla="*/ 1198 h 38862"/>
                  <a:gd name="connsiteX11" fmla="*/ 23257 w 26774"/>
                  <a:gd name="connsiteY11" fmla="*/ 3198 h 38862"/>
                  <a:gd name="connsiteX12" fmla="*/ 22686 w 26774"/>
                  <a:gd name="connsiteY12" fmla="*/ 5199 h 38862"/>
                  <a:gd name="connsiteX13" fmla="*/ 22686 w 26774"/>
                  <a:gd name="connsiteY13" fmla="*/ 6913 h 38862"/>
                  <a:gd name="connsiteX14" fmla="*/ 21638 w 26774"/>
                  <a:gd name="connsiteY14" fmla="*/ 9866 h 38862"/>
                  <a:gd name="connsiteX15" fmla="*/ 20400 w 26774"/>
                  <a:gd name="connsiteY15" fmla="*/ 11676 h 38862"/>
                  <a:gd name="connsiteX16" fmla="*/ 18209 w 26774"/>
                  <a:gd name="connsiteY16" fmla="*/ 18629 h 38862"/>
                  <a:gd name="connsiteX17" fmla="*/ 17351 w 26774"/>
                  <a:gd name="connsiteY17" fmla="*/ 19772 h 38862"/>
                  <a:gd name="connsiteX18" fmla="*/ 16113 w 26774"/>
                  <a:gd name="connsiteY18" fmla="*/ 19772 h 38862"/>
                  <a:gd name="connsiteX19" fmla="*/ 14780 w 26774"/>
                  <a:gd name="connsiteY19" fmla="*/ 20439 h 38862"/>
                  <a:gd name="connsiteX20" fmla="*/ 12970 w 26774"/>
                  <a:gd name="connsiteY20" fmla="*/ 21296 h 38862"/>
                  <a:gd name="connsiteX21" fmla="*/ 12970 w 26774"/>
                  <a:gd name="connsiteY21" fmla="*/ 22820 h 38862"/>
                  <a:gd name="connsiteX22" fmla="*/ 14399 w 26774"/>
                  <a:gd name="connsiteY22" fmla="*/ 22344 h 38862"/>
                  <a:gd name="connsiteX23" fmla="*/ 15542 w 26774"/>
                  <a:gd name="connsiteY23" fmla="*/ 21582 h 38862"/>
                  <a:gd name="connsiteX24" fmla="*/ 17256 w 26774"/>
                  <a:gd name="connsiteY24" fmla="*/ 21582 h 38862"/>
                  <a:gd name="connsiteX25" fmla="*/ 18018 w 26774"/>
                  <a:gd name="connsiteY25" fmla="*/ 22248 h 38862"/>
                  <a:gd name="connsiteX26" fmla="*/ 18780 w 26774"/>
                  <a:gd name="connsiteY26" fmla="*/ 24344 h 38862"/>
                  <a:gd name="connsiteX27" fmla="*/ 18780 w 26774"/>
                  <a:gd name="connsiteY27" fmla="*/ 25201 h 38862"/>
                  <a:gd name="connsiteX28" fmla="*/ 17351 w 26774"/>
                  <a:gd name="connsiteY28" fmla="*/ 26535 h 38862"/>
                  <a:gd name="connsiteX29" fmla="*/ 15732 w 26774"/>
                  <a:gd name="connsiteY29" fmla="*/ 27392 h 38862"/>
                  <a:gd name="connsiteX30" fmla="*/ 15732 w 26774"/>
                  <a:gd name="connsiteY30" fmla="*/ 28439 h 38862"/>
                  <a:gd name="connsiteX31" fmla="*/ 16685 w 26774"/>
                  <a:gd name="connsiteY31" fmla="*/ 29011 h 38862"/>
                  <a:gd name="connsiteX32" fmla="*/ 18875 w 26774"/>
                  <a:gd name="connsiteY32" fmla="*/ 28249 h 38862"/>
                  <a:gd name="connsiteX33" fmla="*/ 20685 w 26774"/>
                  <a:gd name="connsiteY33" fmla="*/ 28249 h 38862"/>
                  <a:gd name="connsiteX34" fmla="*/ 22686 w 26774"/>
                  <a:gd name="connsiteY34" fmla="*/ 27582 h 38862"/>
                  <a:gd name="connsiteX35" fmla="*/ 24590 w 26774"/>
                  <a:gd name="connsiteY35" fmla="*/ 27582 h 38862"/>
                  <a:gd name="connsiteX36" fmla="*/ 26400 w 26774"/>
                  <a:gd name="connsiteY36" fmla="*/ 29773 h 38862"/>
                  <a:gd name="connsiteX37" fmla="*/ 24209 w 26774"/>
                  <a:gd name="connsiteY37" fmla="*/ 34059 h 38862"/>
                  <a:gd name="connsiteX38" fmla="*/ 21733 w 26774"/>
                  <a:gd name="connsiteY38" fmla="*/ 34059 h 38862"/>
                  <a:gd name="connsiteX39" fmla="*/ 17637 w 26774"/>
                  <a:gd name="connsiteY39" fmla="*/ 34726 h 38862"/>
                  <a:gd name="connsiteX40" fmla="*/ 15351 w 26774"/>
                  <a:gd name="connsiteY40" fmla="*/ 34726 h 38862"/>
                  <a:gd name="connsiteX41" fmla="*/ 13446 w 26774"/>
                  <a:gd name="connsiteY41" fmla="*/ 35202 h 38862"/>
                  <a:gd name="connsiteX42" fmla="*/ 11256 w 26774"/>
                  <a:gd name="connsiteY42" fmla="*/ 35869 h 38862"/>
                  <a:gd name="connsiteX43" fmla="*/ 8684 w 26774"/>
                  <a:gd name="connsiteY43" fmla="*/ 36822 h 38862"/>
                  <a:gd name="connsiteX44" fmla="*/ 5922 w 26774"/>
                  <a:gd name="connsiteY44" fmla="*/ 37489 h 38862"/>
                  <a:gd name="connsiteX45" fmla="*/ 3159 w 26774"/>
                  <a:gd name="connsiteY45" fmla="*/ 38727 h 38862"/>
                  <a:gd name="connsiteX46" fmla="*/ 1254 w 26774"/>
                  <a:gd name="connsiteY46" fmla="*/ 38060 h 38862"/>
                  <a:gd name="connsiteX47" fmla="*/ 493 w 26774"/>
                  <a:gd name="connsiteY47" fmla="*/ 35678 h 38862"/>
                  <a:gd name="connsiteX48" fmla="*/ 492 w 26774"/>
                  <a:gd name="connsiteY48" fmla="*/ 34917 h 38862"/>
                  <a:gd name="connsiteX49" fmla="*/ 492 w 26774"/>
                  <a:gd name="connsiteY49" fmla="*/ 33488 h 38862"/>
                  <a:gd name="connsiteX50" fmla="*/ 1064 w 26774"/>
                  <a:gd name="connsiteY50" fmla="*/ 32916 h 38862"/>
                  <a:gd name="connsiteX51" fmla="*/ 2016 w 26774"/>
                  <a:gd name="connsiteY51" fmla="*/ 32916 h 38862"/>
                  <a:gd name="connsiteX52" fmla="*/ 4302 w 26774"/>
                  <a:gd name="connsiteY52" fmla="*/ 31678 h 38862"/>
                  <a:gd name="connsiteX53" fmla="*/ 7255 w 26774"/>
                  <a:gd name="connsiteY53" fmla="*/ 29868 h 38862"/>
                  <a:gd name="connsiteX54" fmla="*/ 6588 w 26774"/>
                  <a:gd name="connsiteY54" fmla="*/ 29107 h 38862"/>
                  <a:gd name="connsiteX55" fmla="*/ 5350 w 26774"/>
                  <a:gd name="connsiteY55" fmla="*/ 29107 h 38862"/>
                  <a:gd name="connsiteX56" fmla="*/ 4207 w 26774"/>
                  <a:gd name="connsiteY56" fmla="*/ 29107 h 38862"/>
                  <a:gd name="connsiteX57" fmla="*/ 4207 w 26774"/>
                  <a:gd name="connsiteY57" fmla="*/ 28059 h 38862"/>
                  <a:gd name="connsiteX58" fmla="*/ 4207 w 26774"/>
                  <a:gd name="connsiteY58" fmla="*/ 26820 h 38862"/>
                  <a:gd name="connsiteX59" fmla="*/ 4779 w 26774"/>
                  <a:gd name="connsiteY59" fmla="*/ 25773 h 38862"/>
                  <a:gd name="connsiteX60" fmla="*/ 5540 w 26774"/>
                  <a:gd name="connsiteY60" fmla="*/ 25773 h 38862"/>
                  <a:gd name="connsiteX61" fmla="*/ 6303 w 26774"/>
                  <a:gd name="connsiteY61" fmla="*/ 25773 h 38862"/>
                  <a:gd name="connsiteX62" fmla="*/ 6969 w 26774"/>
                  <a:gd name="connsiteY62" fmla="*/ 25773 h 38862"/>
                  <a:gd name="connsiteX63" fmla="*/ 7541 w 26774"/>
                  <a:gd name="connsiteY63" fmla="*/ 25106 h 38862"/>
                  <a:gd name="connsiteX64" fmla="*/ 7541 w 26774"/>
                  <a:gd name="connsiteY64" fmla="*/ 23582 h 38862"/>
                  <a:gd name="connsiteX65" fmla="*/ 6588 w 26774"/>
                  <a:gd name="connsiteY65" fmla="*/ 23582 h 38862"/>
                  <a:gd name="connsiteX66" fmla="*/ 5445 w 26774"/>
                  <a:gd name="connsiteY66" fmla="*/ 24058 h 38862"/>
                  <a:gd name="connsiteX67" fmla="*/ 4493 w 26774"/>
                  <a:gd name="connsiteY67" fmla="*/ 24058 h 38862"/>
                  <a:gd name="connsiteX68" fmla="*/ 3540 w 26774"/>
                  <a:gd name="connsiteY68" fmla="*/ 24058 h 38862"/>
                  <a:gd name="connsiteX69" fmla="*/ 3064 w 26774"/>
                  <a:gd name="connsiteY69" fmla="*/ 23486 h 38862"/>
                  <a:gd name="connsiteX70" fmla="*/ 2588 w 26774"/>
                  <a:gd name="connsiteY70" fmla="*/ 22534 h 38862"/>
                  <a:gd name="connsiteX71" fmla="*/ 1540 w 26774"/>
                  <a:gd name="connsiteY71" fmla="*/ 21201 h 38862"/>
                  <a:gd name="connsiteX72" fmla="*/ 969 w 26774"/>
                  <a:gd name="connsiteY72" fmla="*/ 19581 h 38862"/>
                  <a:gd name="connsiteX73" fmla="*/ 1445 w 26774"/>
                  <a:gd name="connsiteY73" fmla="*/ 17105 h 38862"/>
                  <a:gd name="connsiteX74" fmla="*/ 492 w 26774"/>
                  <a:gd name="connsiteY74" fmla="*/ 13200 h 38862"/>
                  <a:gd name="connsiteX75" fmla="*/ -270 w 26774"/>
                  <a:gd name="connsiteY75" fmla="*/ 11580 h 38862"/>
                  <a:gd name="connsiteX76" fmla="*/ -270 w 26774"/>
                  <a:gd name="connsiteY76" fmla="*/ 10342 h 38862"/>
                  <a:gd name="connsiteX77" fmla="*/ -270 w 26774"/>
                  <a:gd name="connsiteY77" fmla="*/ 8056 h 38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26774" h="38862">
                    <a:moveTo>
                      <a:pt x="-365" y="7866"/>
                    </a:moveTo>
                    <a:cubicBezTo>
                      <a:pt x="-365" y="6913"/>
                      <a:pt x="-365" y="5580"/>
                      <a:pt x="397" y="5580"/>
                    </a:cubicBezTo>
                    <a:cubicBezTo>
                      <a:pt x="1159" y="5580"/>
                      <a:pt x="1159" y="6246"/>
                      <a:pt x="1826" y="6151"/>
                    </a:cubicBezTo>
                    <a:cubicBezTo>
                      <a:pt x="2265" y="6250"/>
                      <a:pt x="2720" y="6250"/>
                      <a:pt x="3160" y="6151"/>
                    </a:cubicBezTo>
                    <a:lnTo>
                      <a:pt x="4779" y="5389"/>
                    </a:lnTo>
                    <a:cubicBezTo>
                      <a:pt x="5652" y="4773"/>
                      <a:pt x="6576" y="4231"/>
                      <a:pt x="7541" y="3770"/>
                    </a:cubicBezTo>
                    <a:cubicBezTo>
                      <a:pt x="8207" y="3770"/>
                      <a:pt x="9160" y="3770"/>
                      <a:pt x="9731" y="3198"/>
                    </a:cubicBezTo>
                    <a:cubicBezTo>
                      <a:pt x="10303" y="2627"/>
                      <a:pt x="15732" y="55"/>
                      <a:pt x="16399" y="-40"/>
                    </a:cubicBezTo>
                    <a:cubicBezTo>
                      <a:pt x="17066" y="-135"/>
                      <a:pt x="17542" y="436"/>
                      <a:pt x="18018" y="-40"/>
                    </a:cubicBezTo>
                    <a:cubicBezTo>
                      <a:pt x="19062" y="-168"/>
                      <a:pt x="20117" y="-168"/>
                      <a:pt x="21161" y="-40"/>
                    </a:cubicBezTo>
                    <a:cubicBezTo>
                      <a:pt x="21162" y="-40"/>
                      <a:pt x="21162" y="1008"/>
                      <a:pt x="21923" y="1198"/>
                    </a:cubicBezTo>
                    <a:cubicBezTo>
                      <a:pt x="22616" y="1662"/>
                      <a:pt x="23095" y="2381"/>
                      <a:pt x="23257" y="3198"/>
                    </a:cubicBezTo>
                    <a:cubicBezTo>
                      <a:pt x="23257" y="3865"/>
                      <a:pt x="22686" y="4913"/>
                      <a:pt x="22686" y="5199"/>
                    </a:cubicBezTo>
                    <a:cubicBezTo>
                      <a:pt x="22868" y="5756"/>
                      <a:pt x="22868" y="6356"/>
                      <a:pt x="22686" y="6913"/>
                    </a:cubicBezTo>
                    <a:cubicBezTo>
                      <a:pt x="22235" y="7858"/>
                      <a:pt x="21883" y="8848"/>
                      <a:pt x="21638" y="9866"/>
                    </a:cubicBezTo>
                    <a:cubicBezTo>
                      <a:pt x="21258" y="10491"/>
                      <a:pt x="20845" y="11095"/>
                      <a:pt x="20400" y="11676"/>
                    </a:cubicBezTo>
                    <a:cubicBezTo>
                      <a:pt x="19733" y="14247"/>
                      <a:pt x="18780" y="16057"/>
                      <a:pt x="18209" y="18629"/>
                    </a:cubicBezTo>
                    <a:cubicBezTo>
                      <a:pt x="18209" y="18629"/>
                      <a:pt x="17637" y="19867"/>
                      <a:pt x="17351" y="19772"/>
                    </a:cubicBezTo>
                    <a:cubicBezTo>
                      <a:pt x="17066" y="19677"/>
                      <a:pt x="16304" y="19772"/>
                      <a:pt x="16113" y="19772"/>
                    </a:cubicBezTo>
                    <a:cubicBezTo>
                      <a:pt x="15923" y="19772"/>
                      <a:pt x="15161" y="19772"/>
                      <a:pt x="14780" y="20439"/>
                    </a:cubicBezTo>
                    <a:cubicBezTo>
                      <a:pt x="14399" y="21105"/>
                      <a:pt x="13161" y="20439"/>
                      <a:pt x="12970" y="21296"/>
                    </a:cubicBezTo>
                    <a:cubicBezTo>
                      <a:pt x="12732" y="21776"/>
                      <a:pt x="12732" y="22340"/>
                      <a:pt x="12970" y="22820"/>
                    </a:cubicBezTo>
                    <a:cubicBezTo>
                      <a:pt x="13446" y="23296"/>
                      <a:pt x="14304" y="22820"/>
                      <a:pt x="14399" y="22344"/>
                    </a:cubicBezTo>
                    <a:cubicBezTo>
                      <a:pt x="14648" y="21933"/>
                      <a:pt x="15066" y="21653"/>
                      <a:pt x="15542" y="21582"/>
                    </a:cubicBezTo>
                    <a:cubicBezTo>
                      <a:pt x="16110" y="21669"/>
                      <a:pt x="16688" y="21669"/>
                      <a:pt x="17256" y="21582"/>
                    </a:cubicBezTo>
                    <a:cubicBezTo>
                      <a:pt x="17628" y="21614"/>
                      <a:pt x="17937" y="21884"/>
                      <a:pt x="18018" y="22248"/>
                    </a:cubicBezTo>
                    <a:cubicBezTo>
                      <a:pt x="18147" y="22986"/>
                      <a:pt x="18405" y="23695"/>
                      <a:pt x="18780" y="24344"/>
                    </a:cubicBezTo>
                    <a:cubicBezTo>
                      <a:pt x="18882" y="24621"/>
                      <a:pt x="18882" y="24924"/>
                      <a:pt x="18780" y="25201"/>
                    </a:cubicBezTo>
                    <a:cubicBezTo>
                      <a:pt x="18348" y="25691"/>
                      <a:pt x="17869" y="26137"/>
                      <a:pt x="17351" y="26535"/>
                    </a:cubicBezTo>
                    <a:cubicBezTo>
                      <a:pt x="17351" y="26535"/>
                      <a:pt x="16208" y="26535"/>
                      <a:pt x="15732" y="27392"/>
                    </a:cubicBezTo>
                    <a:cubicBezTo>
                      <a:pt x="15589" y="27726"/>
                      <a:pt x="15589" y="28105"/>
                      <a:pt x="15732" y="28439"/>
                    </a:cubicBezTo>
                    <a:cubicBezTo>
                      <a:pt x="15732" y="29107"/>
                      <a:pt x="16304" y="29107"/>
                      <a:pt x="16685" y="29011"/>
                    </a:cubicBezTo>
                    <a:cubicBezTo>
                      <a:pt x="17066" y="28916"/>
                      <a:pt x="18304" y="28344"/>
                      <a:pt x="18875" y="28249"/>
                    </a:cubicBezTo>
                    <a:cubicBezTo>
                      <a:pt x="19477" y="28301"/>
                      <a:pt x="20083" y="28301"/>
                      <a:pt x="20685" y="28249"/>
                    </a:cubicBezTo>
                    <a:cubicBezTo>
                      <a:pt x="20685" y="28249"/>
                      <a:pt x="22114" y="27487"/>
                      <a:pt x="22686" y="27582"/>
                    </a:cubicBezTo>
                    <a:cubicBezTo>
                      <a:pt x="23257" y="27678"/>
                      <a:pt x="24114" y="26820"/>
                      <a:pt x="24590" y="27582"/>
                    </a:cubicBezTo>
                    <a:cubicBezTo>
                      <a:pt x="25067" y="28344"/>
                      <a:pt x="26305" y="28535"/>
                      <a:pt x="26400" y="29773"/>
                    </a:cubicBezTo>
                    <a:cubicBezTo>
                      <a:pt x="26496" y="31011"/>
                      <a:pt x="25829" y="33774"/>
                      <a:pt x="24209" y="34059"/>
                    </a:cubicBezTo>
                    <a:cubicBezTo>
                      <a:pt x="22590" y="34345"/>
                      <a:pt x="24209" y="34059"/>
                      <a:pt x="21733" y="34059"/>
                    </a:cubicBezTo>
                    <a:lnTo>
                      <a:pt x="17637" y="34726"/>
                    </a:lnTo>
                    <a:cubicBezTo>
                      <a:pt x="16876" y="34777"/>
                      <a:pt x="16112" y="34777"/>
                      <a:pt x="15351" y="34726"/>
                    </a:cubicBezTo>
                    <a:cubicBezTo>
                      <a:pt x="14701" y="34814"/>
                      <a:pt x="14062" y="34974"/>
                      <a:pt x="13446" y="35202"/>
                    </a:cubicBezTo>
                    <a:cubicBezTo>
                      <a:pt x="12739" y="35494"/>
                      <a:pt x="12005" y="35718"/>
                      <a:pt x="11256" y="35869"/>
                    </a:cubicBezTo>
                    <a:cubicBezTo>
                      <a:pt x="10341" y="36002"/>
                      <a:pt x="9465" y="36327"/>
                      <a:pt x="8684" y="36822"/>
                    </a:cubicBezTo>
                    <a:cubicBezTo>
                      <a:pt x="7780" y="37110"/>
                      <a:pt x="6857" y="37333"/>
                      <a:pt x="5922" y="37489"/>
                    </a:cubicBezTo>
                    <a:cubicBezTo>
                      <a:pt x="5040" y="37983"/>
                      <a:pt x="4115" y="38397"/>
                      <a:pt x="3159" y="38727"/>
                    </a:cubicBezTo>
                    <a:cubicBezTo>
                      <a:pt x="2683" y="38727"/>
                      <a:pt x="1349" y="38727"/>
                      <a:pt x="1254" y="38060"/>
                    </a:cubicBezTo>
                    <a:cubicBezTo>
                      <a:pt x="902" y="37301"/>
                      <a:pt x="646" y="36501"/>
                      <a:pt x="493" y="35678"/>
                    </a:cubicBezTo>
                    <a:lnTo>
                      <a:pt x="492" y="34917"/>
                    </a:lnTo>
                    <a:cubicBezTo>
                      <a:pt x="492" y="34917"/>
                      <a:pt x="492" y="33869"/>
                      <a:pt x="492" y="33488"/>
                    </a:cubicBezTo>
                    <a:cubicBezTo>
                      <a:pt x="492" y="33107"/>
                      <a:pt x="492" y="32916"/>
                      <a:pt x="1064" y="32916"/>
                    </a:cubicBezTo>
                    <a:cubicBezTo>
                      <a:pt x="1635" y="32916"/>
                      <a:pt x="1540" y="32916"/>
                      <a:pt x="2016" y="32916"/>
                    </a:cubicBezTo>
                    <a:cubicBezTo>
                      <a:pt x="2824" y="32594"/>
                      <a:pt x="3591" y="32179"/>
                      <a:pt x="4302" y="31678"/>
                    </a:cubicBezTo>
                    <a:lnTo>
                      <a:pt x="7255" y="29868"/>
                    </a:lnTo>
                    <a:cubicBezTo>
                      <a:pt x="7255" y="29297"/>
                      <a:pt x="7255" y="29011"/>
                      <a:pt x="6588" y="29107"/>
                    </a:cubicBezTo>
                    <a:cubicBezTo>
                      <a:pt x="5922" y="29202"/>
                      <a:pt x="5636" y="29107"/>
                      <a:pt x="5350" y="29107"/>
                    </a:cubicBezTo>
                    <a:cubicBezTo>
                      <a:pt x="5064" y="29107"/>
                      <a:pt x="4302" y="29107"/>
                      <a:pt x="4207" y="29107"/>
                    </a:cubicBezTo>
                    <a:cubicBezTo>
                      <a:pt x="4112" y="29107"/>
                      <a:pt x="4207" y="28344"/>
                      <a:pt x="4207" y="28059"/>
                    </a:cubicBezTo>
                    <a:lnTo>
                      <a:pt x="4207" y="26820"/>
                    </a:lnTo>
                    <a:cubicBezTo>
                      <a:pt x="4207" y="26820"/>
                      <a:pt x="4207" y="25868"/>
                      <a:pt x="4779" y="25773"/>
                    </a:cubicBezTo>
                    <a:cubicBezTo>
                      <a:pt x="5350" y="25677"/>
                      <a:pt x="4779" y="25773"/>
                      <a:pt x="5540" y="25773"/>
                    </a:cubicBezTo>
                    <a:lnTo>
                      <a:pt x="6303" y="25773"/>
                    </a:lnTo>
                    <a:lnTo>
                      <a:pt x="6969" y="25773"/>
                    </a:lnTo>
                    <a:cubicBezTo>
                      <a:pt x="7230" y="25621"/>
                      <a:pt x="7431" y="25386"/>
                      <a:pt x="7541" y="25106"/>
                    </a:cubicBezTo>
                    <a:cubicBezTo>
                      <a:pt x="7638" y="24603"/>
                      <a:pt x="7638" y="24085"/>
                      <a:pt x="7541" y="23582"/>
                    </a:cubicBezTo>
                    <a:cubicBezTo>
                      <a:pt x="7541" y="23582"/>
                      <a:pt x="7064" y="23582"/>
                      <a:pt x="6588" y="23582"/>
                    </a:cubicBezTo>
                    <a:lnTo>
                      <a:pt x="5445" y="24058"/>
                    </a:lnTo>
                    <a:cubicBezTo>
                      <a:pt x="5130" y="24111"/>
                      <a:pt x="4808" y="24111"/>
                      <a:pt x="4493" y="24058"/>
                    </a:cubicBezTo>
                    <a:cubicBezTo>
                      <a:pt x="4182" y="24154"/>
                      <a:pt x="3850" y="24154"/>
                      <a:pt x="3540" y="24058"/>
                    </a:cubicBezTo>
                    <a:cubicBezTo>
                      <a:pt x="3540" y="24058"/>
                      <a:pt x="3540" y="24058"/>
                      <a:pt x="3064" y="23486"/>
                    </a:cubicBezTo>
                    <a:cubicBezTo>
                      <a:pt x="2832" y="23211"/>
                      <a:pt x="2669" y="22885"/>
                      <a:pt x="2588" y="22534"/>
                    </a:cubicBezTo>
                    <a:cubicBezTo>
                      <a:pt x="2588" y="21582"/>
                      <a:pt x="1731" y="21391"/>
                      <a:pt x="1540" y="21201"/>
                    </a:cubicBezTo>
                    <a:cubicBezTo>
                      <a:pt x="1253" y="20700"/>
                      <a:pt x="1059" y="20151"/>
                      <a:pt x="969" y="19581"/>
                    </a:cubicBezTo>
                    <a:cubicBezTo>
                      <a:pt x="969" y="18629"/>
                      <a:pt x="1635" y="17676"/>
                      <a:pt x="1445" y="17105"/>
                    </a:cubicBezTo>
                    <a:cubicBezTo>
                      <a:pt x="981" y="15843"/>
                      <a:pt x="661" y="14533"/>
                      <a:pt x="492" y="13200"/>
                    </a:cubicBezTo>
                    <a:cubicBezTo>
                      <a:pt x="492" y="13200"/>
                      <a:pt x="-79" y="12342"/>
                      <a:pt x="-270" y="11580"/>
                    </a:cubicBezTo>
                    <a:cubicBezTo>
                      <a:pt x="-460" y="10818"/>
                      <a:pt x="-270" y="10723"/>
                      <a:pt x="-270" y="10342"/>
                    </a:cubicBezTo>
                    <a:cubicBezTo>
                      <a:pt x="-168" y="9584"/>
                      <a:pt x="-168" y="8815"/>
                      <a:pt x="-270" y="805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7" name="任意多边形: 形状 306"/>
              <p:cNvSpPr/>
              <p:nvPr/>
            </p:nvSpPr>
            <p:spPr>
              <a:xfrm>
                <a:off x="2425979" y="2425626"/>
                <a:ext cx="41468" cy="87442"/>
              </a:xfrm>
              <a:custGeom>
                <a:avLst/>
                <a:gdLst>
                  <a:gd name="connsiteX0" fmla="*/ 15477 w 16229"/>
                  <a:gd name="connsiteY0" fmla="*/ -45 h 34222"/>
                  <a:gd name="connsiteX1" fmla="*/ 15477 w 16229"/>
                  <a:gd name="connsiteY1" fmla="*/ 1860 h 34222"/>
                  <a:gd name="connsiteX2" fmla="*/ 15477 w 16229"/>
                  <a:gd name="connsiteY2" fmla="*/ 4051 h 34222"/>
                  <a:gd name="connsiteX3" fmla="*/ 14525 w 16229"/>
                  <a:gd name="connsiteY3" fmla="*/ 5765 h 34222"/>
                  <a:gd name="connsiteX4" fmla="*/ 13000 w 16229"/>
                  <a:gd name="connsiteY4" fmla="*/ 8146 h 34222"/>
                  <a:gd name="connsiteX5" fmla="*/ 13000 w 16229"/>
                  <a:gd name="connsiteY5" fmla="*/ 10432 h 34222"/>
                  <a:gd name="connsiteX6" fmla="*/ 13000 w 16229"/>
                  <a:gd name="connsiteY6" fmla="*/ 12051 h 34222"/>
                  <a:gd name="connsiteX7" fmla="*/ 14239 w 16229"/>
                  <a:gd name="connsiteY7" fmla="*/ 12051 h 34222"/>
                  <a:gd name="connsiteX8" fmla="*/ 14810 w 16229"/>
                  <a:gd name="connsiteY8" fmla="*/ 13099 h 34222"/>
                  <a:gd name="connsiteX9" fmla="*/ 15763 w 16229"/>
                  <a:gd name="connsiteY9" fmla="*/ 14814 h 34222"/>
                  <a:gd name="connsiteX10" fmla="*/ 15763 w 16229"/>
                  <a:gd name="connsiteY10" fmla="*/ 15576 h 34222"/>
                  <a:gd name="connsiteX11" fmla="*/ 12524 w 16229"/>
                  <a:gd name="connsiteY11" fmla="*/ 19576 h 34222"/>
                  <a:gd name="connsiteX12" fmla="*/ 12524 w 16229"/>
                  <a:gd name="connsiteY12" fmla="*/ 20910 h 34222"/>
                  <a:gd name="connsiteX13" fmla="*/ 13953 w 16229"/>
                  <a:gd name="connsiteY13" fmla="*/ 20910 h 34222"/>
                  <a:gd name="connsiteX14" fmla="*/ 15287 w 16229"/>
                  <a:gd name="connsiteY14" fmla="*/ 21577 h 34222"/>
                  <a:gd name="connsiteX15" fmla="*/ 15858 w 16229"/>
                  <a:gd name="connsiteY15" fmla="*/ 22815 h 34222"/>
                  <a:gd name="connsiteX16" fmla="*/ 12905 w 16229"/>
                  <a:gd name="connsiteY16" fmla="*/ 27482 h 34222"/>
                  <a:gd name="connsiteX17" fmla="*/ 7666 w 16229"/>
                  <a:gd name="connsiteY17" fmla="*/ 31101 h 34222"/>
                  <a:gd name="connsiteX18" fmla="*/ 5190 w 16229"/>
                  <a:gd name="connsiteY18" fmla="*/ 33959 h 34222"/>
                  <a:gd name="connsiteX19" fmla="*/ 4142 w 16229"/>
                  <a:gd name="connsiteY19" fmla="*/ 33959 h 34222"/>
                  <a:gd name="connsiteX20" fmla="*/ 2523 w 16229"/>
                  <a:gd name="connsiteY20" fmla="*/ 33959 h 34222"/>
                  <a:gd name="connsiteX21" fmla="*/ 1666 w 16229"/>
                  <a:gd name="connsiteY21" fmla="*/ 32721 h 34222"/>
                  <a:gd name="connsiteX22" fmla="*/ 523 w 16229"/>
                  <a:gd name="connsiteY22" fmla="*/ 31483 h 34222"/>
                  <a:gd name="connsiteX23" fmla="*/ -334 w 16229"/>
                  <a:gd name="connsiteY23" fmla="*/ 29006 h 34222"/>
                  <a:gd name="connsiteX24" fmla="*/ 1856 w 16229"/>
                  <a:gd name="connsiteY24" fmla="*/ 26339 h 34222"/>
                  <a:gd name="connsiteX25" fmla="*/ 3094 w 16229"/>
                  <a:gd name="connsiteY25" fmla="*/ 25101 h 34222"/>
                  <a:gd name="connsiteX26" fmla="*/ 3952 w 16229"/>
                  <a:gd name="connsiteY26" fmla="*/ 23863 h 34222"/>
                  <a:gd name="connsiteX27" fmla="*/ 3952 w 16229"/>
                  <a:gd name="connsiteY27" fmla="*/ 22815 h 34222"/>
                  <a:gd name="connsiteX28" fmla="*/ 3952 w 16229"/>
                  <a:gd name="connsiteY28" fmla="*/ 21481 h 34222"/>
                  <a:gd name="connsiteX29" fmla="*/ 3380 w 16229"/>
                  <a:gd name="connsiteY29" fmla="*/ 20529 h 34222"/>
                  <a:gd name="connsiteX30" fmla="*/ 2713 w 16229"/>
                  <a:gd name="connsiteY30" fmla="*/ 19672 h 34222"/>
                  <a:gd name="connsiteX31" fmla="*/ 1285 w 16229"/>
                  <a:gd name="connsiteY31" fmla="*/ 17957 h 34222"/>
                  <a:gd name="connsiteX32" fmla="*/ 2809 w 16229"/>
                  <a:gd name="connsiteY32" fmla="*/ 15862 h 34222"/>
                  <a:gd name="connsiteX33" fmla="*/ 4047 w 16229"/>
                  <a:gd name="connsiteY33" fmla="*/ 15862 h 34222"/>
                  <a:gd name="connsiteX34" fmla="*/ 5476 w 16229"/>
                  <a:gd name="connsiteY34" fmla="*/ 14242 h 34222"/>
                  <a:gd name="connsiteX35" fmla="*/ 5476 w 16229"/>
                  <a:gd name="connsiteY35" fmla="*/ 11671 h 34222"/>
                  <a:gd name="connsiteX36" fmla="*/ 3952 w 16229"/>
                  <a:gd name="connsiteY36" fmla="*/ 10623 h 34222"/>
                  <a:gd name="connsiteX37" fmla="*/ 2333 w 16229"/>
                  <a:gd name="connsiteY37" fmla="*/ 10623 h 34222"/>
                  <a:gd name="connsiteX38" fmla="*/ 1285 w 16229"/>
                  <a:gd name="connsiteY38" fmla="*/ 9670 h 34222"/>
                  <a:gd name="connsiteX39" fmla="*/ 332 w 16229"/>
                  <a:gd name="connsiteY39" fmla="*/ 9670 h 34222"/>
                  <a:gd name="connsiteX40" fmla="*/ -334 w 16229"/>
                  <a:gd name="connsiteY40" fmla="*/ 7956 h 34222"/>
                  <a:gd name="connsiteX41" fmla="*/ 427 w 16229"/>
                  <a:gd name="connsiteY41" fmla="*/ 7289 h 34222"/>
                  <a:gd name="connsiteX42" fmla="*/ 904 w 16229"/>
                  <a:gd name="connsiteY42" fmla="*/ 6241 h 34222"/>
                  <a:gd name="connsiteX43" fmla="*/ 2142 w 16229"/>
                  <a:gd name="connsiteY43" fmla="*/ 5194 h 34222"/>
                  <a:gd name="connsiteX44" fmla="*/ 3952 w 16229"/>
                  <a:gd name="connsiteY44" fmla="*/ 5194 h 34222"/>
                  <a:gd name="connsiteX45" fmla="*/ 11096 w 16229"/>
                  <a:gd name="connsiteY45" fmla="*/ 431 h 34222"/>
                  <a:gd name="connsiteX46" fmla="*/ 13191 w 16229"/>
                  <a:gd name="connsiteY46" fmla="*/ -45 h 34222"/>
                  <a:gd name="connsiteX47" fmla="*/ 14906 w 16229"/>
                  <a:gd name="connsiteY47" fmla="*/ 1574 h 3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16229" h="34222">
                    <a:moveTo>
                      <a:pt x="15477" y="-45"/>
                    </a:moveTo>
                    <a:cubicBezTo>
                      <a:pt x="15477" y="-45"/>
                      <a:pt x="15477" y="1384"/>
                      <a:pt x="15477" y="1860"/>
                    </a:cubicBezTo>
                    <a:cubicBezTo>
                      <a:pt x="15313" y="2581"/>
                      <a:pt x="15313" y="3330"/>
                      <a:pt x="15477" y="4051"/>
                    </a:cubicBezTo>
                    <a:cubicBezTo>
                      <a:pt x="15477" y="4527"/>
                      <a:pt x="15477" y="5003"/>
                      <a:pt x="14525" y="5765"/>
                    </a:cubicBezTo>
                    <a:cubicBezTo>
                      <a:pt x="13938" y="6506"/>
                      <a:pt x="13427" y="7304"/>
                      <a:pt x="13000" y="8146"/>
                    </a:cubicBezTo>
                    <a:cubicBezTo>
                      <a:pt x="12682" y="8875"/>
                      <a:pt x="12682" y="9704"/>
                      <a:pt x="13000" y="10432"/>
                    </a:cubicBezTo>
                    <a:cubicBezTo>
                      <a:pt x="13000" y="10432"/>
                      <a:pt x="13000" y="11766"/>
                      <a:pt x="13000" y="12051"/>
                    </a:cubicBezTo>
                    <a:cubicBezTo>
                      <a:pt x="13000" y="12337"/>
                      <a:pt x="13763" y="12051"/>
                      <a:pt x="14239" y="12051"/>
                    </a:cubicBezTo>
                    <a:cubicBezTo>
                      <a:pt x="14715" y="12051"/>
                      <a:pt x="14239" y="12623"/>
                      <a:pt x="14810" y="13099"/>
                    </a:cubicBezTo>
                    <a:cubicBezTo>
                      <a:pt x="15382" y="13575"/>
                      <a:pt x="15763" y="14242"/>
                      <a:pt x="15763" y="14814"/>
                    </a:cubicBezTo>
                    <a:cubicBezTo>
                      <a:pt x="15899" y="15050"/>
                      <a:pt x="15899" y="15340"/>
                      <a:pt x="15763" y="15576"/>
                    </a:cubicBezTo>
                    <a:cubicBezTo>
                      <a:pt x="14378" y="16630"/>
                      <a:pt x="13268" y="18002"/>
                      <a:pt x="12524" y="19576"/>
                    </a:cubicBezTo>
                    <a:cubicBezTo>
                      <a:pt x="12524" y="19576"/>
                      <a:pt x="12524" y="20815"/>
                      <a:pt x="12524" y="20910"/>
                    </a:cubicBezTo>
                    <a:lnTo>
                      <a:pt x="13953" y="20910"/>
                    </a:lnTo>
                    <a:cubicBezTo>
                      <a:pt x="14454" y="20996"/>
                      <a:pt x="14918" y="21228"/>
                      <a:pt x="15287" y="21577"/>
                    </a:cubicBezTo>
                    <a:cubicBezTo>
                      <a:pt x="15571" y="21939"/>
                      <a:pt x="15767" y="22363"/>
                      <a:pt x="15858" y="22815"/>
                    </a:cubicBezTo>
                    <a:cubicBezTo>
                      <a:pt x="15647" y="24743"/>
                      <a:pt x="14557" y="26465"/>
                      <a:pt x="12905" y="27482"/>
                    </a:cubicBezTo>
                    <a:cubicBezTo>
                      <a:pt x="11476" y="28720"/>
                      <a:pt x="8905" y="30149"/>
                      <a:pt x="7666" y="31101"/>
                    </a:cubicBezTo>
                    <a:cubicBezTo>
                      <a:pt x="6428" y="32054"/>
                      <a:pt x="5857" y="33673"/>
                      <a:pt x="5190" y="33959"/>
                    </a:cubicBezTo>
                    <a:cubicBezTo>
                      <a:pt x="4523" y="34245"/>
                      <a:pt x="4523" y="33959"/>
                      <a:pt x="4142" y="33959"/>
                    </a:cubicBezTo>
                    <a:lnTo>
                      <a:pt x="2523" y="33959"/>
                    </a:lnTo>
                    <a:cubicBezTo>
                      <a:pt x="1951" y="33959"/>
                      <a:pt x="2047" y="33102"/>
                      <a:pt x="1666" y="32721"/>
                    </a:cubicBezTo>
                    <a:cubicBezTo>
                      <a:pt x="1190" y="32407"/>
                      <a:pt x="798" y="31982"/>
                      <a:pt x="523" y="31483"/>
                    </a:cubicBezTo>
                    <a:cubicBezTo>
                      <a:pt x="83" y="30719"/>
                      <a:pt x="-208" y="29878"/>
                      <a:pt x="-334" y="29006"/>
                    </a:cubicBezTo>
                    <a:cubicBezTo>
                      <a:pt x="28" y="27870"/>
                      <a:pt x="812" y="26915"/>
                      <a:pt x="1856" y="26339"/>
                    </a:cubicBezTo>
                    <a:cubicBezTo>
                      <a:pt x="1856" y="26339"/>
                      <a:pt x="2809" y="25291"/>
                      <a:pt x="3094" y="25101"/>
                    </a:cubicBezTo>
                    <a:cubicBezTo>
                      <a:pt x="3476" y="24764"/>
                      <a:pt x="3771" y="24339"/>
                      <a:pt x="3952" y="23863"/>
                    </a:cubicBezTo>
                    <a:cubicBezTo>
                      <a:pt x="4004" y="23515"/>
                      <a:pt x="4004" y="23162"/>
                      <a:pt x="3952" y="22815"/>
                    </a:cubicBezTo>
                    <a:cubicBezTo>
                      <a:pt x="3995" y="22372"/>
                      <a:pt x="3995" y="21925"/>
                      <a:pt x="3952" y="21481"/>
                    </a:cubicBezTo>
                    <a:cubicBezTo>
                      <a:pt x="3850" y="21118"/>
                      <a:pt x="3653" y="20789"/>
                      <a:pt x="3380" y="20529"/>
                    </a:cubicBezTo>
                    <a:cubicBezTo>
                      <a:pt x="3087" y="20307"/>
                      <a:pt x="2856" y="20011"/>
                      <a:pt x="2713" y="19672"/>
                    </a:cubicBezTo>
                    <a:cubicBezTo>
                      <a:pt x="2714" y="19672"/>
                      <a:pt x="1380" y="18529"/>
                      <a:pt x="1285" y="17957"/>
                    </a:cubicBezTo>
                    <a:cubicBezTo>
                      <a:pt x="1211" y="16980"/>
                      <a:pt x="1856" y="16092"/>
                      <a:pt x="2809" y="15862"/>
                    </a:cubicBezTo>
                    <a:lnTo>
                      <a:pt x="4047" y="15862"/>
                    </a:lnTo>
                    <a:cubicBezTo>
                      <a:pt x="4809" y="15862"/>
                      <a:pt x="5190" y="14909"/>
                      <a:pt x="5476" y="14242"/>
                    </a:cubicBezTo>
                    <a:cubicBezTo>
                      <a:pt x="5762" y="13575"/>
                      <a:pt x="5476" y="12337"/>
                      <a:pt x="5476" y="11671"/>
                    </a:cubicBezTo>
                    <a:cubicBezTo>
                      <a:pt x="5476" y="11004"/>
                      <a:pt x="4523" y="10718"/>
                      <a:pt x="3952" y="10623"/>
                    </a:cubicBezTo>
                    <a:cubicBezTo>
                      <a:pt x="3413" y="10577"/>
                      <a:pt x="2871" y="10577"/>
                      <a:pt x="2333" y="10623"/>
                    </a:cubicBezTo>
                    <a:cubicBezTo>
                      <a:pt x="2333" y="10623"/>
                      <a:pt x="1380" y="10147"/>
                      <a:pt x="1285" y="9670"/>
                    </a:cubicBezTo>
                    <a:cubicBezTo>
                      <a:pt x="1190" y="9194"/>
                      <a:pt x="808" y="9670"/>
                      <a:pt x="332" y="9670"/>
                    </a:cubicBezTo>
                    <a:cubicBezTo>
                      <a:pt x="-144" y="9670"/>
                      <a:pt x="-239" y="8242"/>
                      <a:pt x="-334" y="7956"/>
                    </a:cubicBezTo>
                    <a:cubicBezTo>
                      <a:pt x="-430" y="7670"/>
                      <a:pt x="-334" y="7956"/>
                      <a:pt x="427" y="7289"/>
                    </a:cubicBezTo>
                    <a:cubicBezTo>
                      <a:pt x="1190" y="6622"/>
                      <a:pt x="427" y="6622"/>
                      <a:pt x="904" y="6241"/>
                    </a:cubicBezTo>
                    <a:cubicBezTo>
                      <a:pt x="1380" y="5860"/>
                      <a:pt x="1666" y="5479"/>
                      <a:pt x="2142" y="5194"/>
                    </a:cubicBezTo>
                    <a:lnTo>
                      <a:pt x="3952" y="5194"/>
                    </a:lnTo>
                    <a:cubicBezTo>
                      <a:pt x="6238" y="3860"/>
                      <a:pt x="8619" y="622"/>
                      <a:pt x="11096" y="431"/>
                    </a:cubicBezTo>
                    <a:cubicBezTo>
                      <a:pt x="13572" y="241"/>
                      <a:pt x="12810" y="431"/>
                      <a:pt x="13191" y="-45"/>
                    </a:cubicBezTo>
                    <a:cubicBezTo>
                      <a:pt x="13572" y="-521"/>
                      <a:pt x="14525" y="1003"/>
                      <a:pt x="14906" y="1574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8" name="任意多边形: 形状 307"/>
              <p:cNvSpPr/>
              <p:nvPr/>
            </p:nvSpPr>
            <p:spPr>
              <a:xfrm>
                <a:off x="2499064" y="2420260"/>
                <a:ext cx="9620" cy="9278"/>
              </a:xfrm>
              <a:custGeom>
                <a:avLst/>
                <a:gdLst>
                  <a:gd name="connsiteX0" fmla="*/ 3353 w 3765"/>
                  <a:gd name="connsiteY0" fmla="*/ 55 h 3631"/>
                  <a:gd name="connsiteX1" fmla="*/ 3353 w 3765"/>
                  <a:gd name="connsiteY1" fmla="*/ 1483 h 3631"/>
                  <a:gd name="connsiteX2" fmla="*/ 2305 w 3765"/>
                  <a:gd name="connsiteY2" fmla="*/ 3389 h 3631"/>
                  <a:gd name="connsiteX3" fmla="*/ 400 w 3765"/>
                  <a:gd name="connsiteY3" fmla="*/ 3389 h 3631"/>
                  <a:gd name="connsiteX4" fmla="*/ -362 w 3765"/>
                  <a:gd name="connsiteY4" fmla="*/ 1769 h 3631"/>
                  <a:gd name="connsiteX5" fmla="*/ 3067 w 3765"/>
                  <a:gd name="connsiteY5" fmla="*/ -136 h 3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65" h="3631">
                    <a:moveTo>
                      <a:pt x="3353" y="55"/>
                    </a:moveTo>
                    <a:cubicBezTo>
                      <a:pt x="3416" y="529"/>
                      <a:pt x="3416" y="1009"/>
                      <a:pt x="3353" y="1483"/>
                    </a:cubicBezTo>
                    <a:cubicBezTo>
                      <a:pt x="3353" y="1483"/>
                      <a:pt x="2781" y="2912"/>
                      <a:pt x="2305" y="3389"/>
                    </a:cubicBezTo>
                    <a:cubicBezTo>
                      <a:pt x="1678" y="3532"/>
                      <a:pt x="1027" y="3532"/>
                      <a:pt x="400" y="3389"/>
                    </a:cubicBezTo>
                    <a:cubicBezTo>
                      <a:pt x="-172" y="3389"/>
                      <a:pt x="-267" y="2341"/>
                      <a:pt x="-362" y="1769"/>
                    </a:cubicBezTo>
                    <a:cubicBezTo>
                      <a:pt x="-457" y="1198"/>
                      <a:pt x="1734" y="531"/>
                      <a:pt x="3067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9" name="任意多边形: 形状 308"/>
              <p:cNvSpPr/>
              <p:nvPr/>
            </p:nvSpPr>
            <p:spPr>
              <a:xfrm>
                <a:off x="2484711" y="2429752"/>
                <a:ext cx="5839" cy="8544"/>
              </a:xfrm>
              <a:custGeom>
                <a:avLst/>
                <a:gdLst>
                  <a:gd name="connsiteX0" fmla="*/ 588 w 2285"/>
                  <a:gd name="connsiteY0" fmla="*/ -136 h 3344"/>
                  <a:gd name="connsiteX1" fmla="*/ 1921 w 2285"/>
                  <a:gd name="connsiteY1" fmla="*/ 1007 h 3344"/>
                  <a:gd name="connsiteX2" fmla="*/ 397 w 2285"/>
                  <a:gd name="connsiteY2" fmla="*/ 2912 h 3344"/>
                  <a:gd name="connsiteX3" fmla="*/ -365 w 2285"/>
                  <a:gd name="connsiteY3" fmla="*/ 2912 h 3344"/>
                  <a:gd name="connsiteX4" fmla="*/ -365 w 2285"/>
                  <a:gd name="connsiteY4" fmla="*/ 1483 h 3344"/>
                  <a:gd name="connsiteX5" fmla="*/ 968 w 2285"/>
                  <a:gd name="connsiteY5" fmla="*/ 245 h 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85" h="3344">
                    <a:moveTo>
                      <a:pt x="588" y="-136"/>
                    </a:moveTo>
                    <a:cubicBezTo>
                      <a:pt x="1540" y="-136"/>
                      <a:pt x="1921" y="-136"/>
                      <a:pt x="1921" y="1007"/>
                    </a:cubicBezTo>
                    <a:cubicBezTo>
                      <a:pt x="1921" y="2150"/>
                      <a:pt x="1064" y="2245"/>
                      <a:pt x="397" y="2912"/>
                    </a:cubicBezTo>
                    <a:cubicBezTo>
                      <a:pt x="-270" y="3579"/>
                      <a:pt x="-365" y="2912"/>
                      <a:pt x="-365" y="2912"/>
                    </a:cubicBezTo>
                    <a:cubicBezTo>
                      <a:pt x="-365" y="2912"/>
                      <a:pt x="-365" y="1960"/>
                      <a:pt x="-365" y="1483"/>
                    </a:cubicBezTo>
                    <a:cubicBezTo>
                      <a:pt x="-365" y="1007"/>
                      <a:pt x="683" y="626"/>
                      <a:pt x="968" y="245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0" name="任意多边形: 形状 309"/>
              <p:cNvSpPr/>
              <p:nvPr/>
            </p:nvSpPr>
            <p:spPr>
              <a:xfrm>
                <a:off x="2499938" y="2438026"/>
                <a:ext cx="6252" cy="7057"/>
              </a:xfrm>
              <a:custGeom>
                <a:avLst/>
                <a:gdLst>
                  <a:gd name="connsiteX0" fmla="*/ 1106 w 2447"/>
                  <a:gd name="connsiteY0" fmla="*/ 54 h 2762"/>
                  <a:gd name="connsiteX1" fmla="*/ 2059 w 2447"/>
                  <a:gd name="connsiteY1" fmla="*/ 54 h 2762"/>
                  <a:gd name="connsiteX2" fmla="*/ 2059 w 2447"/>
                  <a:gd name="connsiteY2" fmla="*/ 1293 h 2762"/>
                  <a:gd name="connsiteX3" fmla="*/ 630 w 2447"/>
                  <a:gd name="connsiteY3" fmla="*/ 2626 h 2762"/>
                  <a:gd name="connsiteX4" fmla="*/ -323 w 2447"/>
                  <a:gd name="connsiteY4" fmla="*/ 1960 h 2762"/>
                  <a:gd name="connsiteX5" fmla="*/ -323 w 2447"/>
                  <a:gd name="connsiteY5" fmla="*/ 531 h 2762"/>
                  <a:gd name="connsiteX6" fmla="*/ 1011 w 2447"/>
                  <a:gd name="connsiteY6" fmla="*/ -136 h 2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47" h="2762">
                    <a:moveTo>
                      <a:pt x="1106" y="54"/>
                    </a:moveTo>
                    <a:cubicBezTo>
                      <a:pt x="1106" y="54"/>
                      <a:pt x="1868" y="54"/>
                      <a:pt x="2059" y="54"/>
                    </a:cubicBezTo>
                    <a:cubicBezTo>
                      <a:pt x="2090" y="467"/>
                      <a:pt x="2090" y="881"/>
                      <a:pt x="2059" y="1293"/>
                    </a:cubicBezTo>
                    <a:cubicBezTo>
                      <a:pt x="1818" y="1937"/>
                      <a:pt x="1289" y="2430"/>
                      <a:pt x="630" y="2626"/>
                    </a:cubicBezTo>
                    <a:cubicBezTo>
                      <a:pt x="630" y="2626"/>
                      <a:pt x="-228" y="2626"/>
                      <a:pt x="-323" y="1960"/>
                    </a:cubicBezTo>
                    <a:cubicBezTo>
                      <a:pt x="-418" y="1293"/>
                      <a:pt x="-323" y="1007"/>
                      <a:pt x="-323" y="531"/>
                    </a:cubicBezTo>
                    <a:cubicBezTo>
                      <a:pt x="-323" y="54"/>
                      <a:pt x="535" y="54"/>
                      <a:pt x="1011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1" name="任意多边形: 形状 310"/>
              <p:cNvSpPr/>
              <p:nvPr/>
            </p:nvSpPr>
            <p:spPr>
              <a:xfrm>
                <a:off x="2485631" y="2443624"/>
                <a:ext cx="6424" cy="6362"/>
              </a:xfrm>
              <a:custGeom>
                <a:avLst/>
                <a:gdLst>
                  <a:gd name="connsiteX0" fmla="*/ 1561 w 2514"/>
                  <a:gd name="connsiteY0" fmla="*/ 245 h 2490"/>
                  <a:gd name="connsiteX1" fmla="*/ 2132 w 2514"/>
                  <a:gd name="connsiteY1" fmla="*/ 245 h 2490"/>
                  <a:gd name="connsiteX2" fmla="*/ 1371 w 2514"/>
                  <a:gd name="connsiteY2" fmla="*/ 2245 h 2490"/>
                  <a:gd name="connsiteX3" fmla="*/ -249 w 2514"/>
                  <a:gd name="connsiteY3" fmla="*/ 2245 h 2490"/>
                  <a:gd name="connsiteX4" fmla="*/ -249 w 2514"/>
                  <a:gd name="connsiteY4" fmla="*/ 1388 h 2490"/>
                  <a:gd name="connsiteX5" fmla="*/ -249 w 2514"/>
                  <a:gd name="connsiteY5" fmla="*/ 340 h 2490"/>
                  <a:gd name="connsiteX6" fmla="*/ 1466 w 2514"/>
                  <a:gd name="connsiteY6" fmla="*/ -136 h 2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" h="2490">
                    <a:moveTo>
                      <a:pt x="1561" y="245"/>
                    </a:moveTo>
                    <a:lnTo>
                      <a:pt x="2132" y="245"/>
                    </a:lnTo>
                    <a:cubicBezTo>
                      <a:pt x="2225" y="997"/>
                      <a:pt x="1940" y="1746"/>
                      <a:pt x="1371" y="2245"/>
                    </a:cubicBezTo>
                    <a:cubicBezTo>
                      <a:pt x="841" y="2391"/>
                      <a:pt x="281" y="2391"/>
                      <a:pt x="-249" y="2245"/>
                    </a:cubicBezTo>
                    <a:cubicBezTo>
                      <a:pt x="-249" y="2245"/>
                      <a:pt x="-249" y="1769"/>
                      <a:pt x="-249" y="1388"/>
                    </a:cubicBezTo>
                    <a:cubicBezTo>
                      <a:pt x="-404" y="1056"/>
                      <a:pt x="-404" y="672"/>
                      <a:pt x="-249" y="340"/>
                    </a:cubicBezTo>
                    <a:lnTo>
                      <a:pt x="1466" y="-136"/>
                    </a:ln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2" name="任意多边形: 形状 311"/>
              <p:cNvSpPr/>
              <p:nvPr/>
            </p:nvSpPr>
            <p:spPr>
              <a:xfrm>
                <a:off x="2259830" y="2497556"/>
                <a:ext cx="60716" cy="81645"/>
              </a:xfrm>
              <a:custGeom>
                <a:avLst/>
                <a:gdLst>
                  <a:gd name="connsiteX0" fmla="*/ 11256 w 23762"/>
                  <a:gd name="connsiteY0" fmla="*/ 664 h 31953"/>
                  <a:gd name="connsiteX1" fmla="*/ 12684 w 23762"/>
                  <a:gd name="connsiteY1" fmla="*/ 664 h 31953"/>
                  <a:gd name="connsiteX2" fmla="*/ 14018 w 23762"/>
                  <a:gd name="connsiteY2" fmla="*/ -98 h 31953"/>
                  <a:gd name="connsiteX3" fmla="*/ 16685 w 23762"/>
                  <a:gd name="connsiteY3" fmla="*/ -98 h 31953"/>
                  <a:gd name="connsiteX4" fmla="*/ 18113 w 23762"/>
                  <a:gd name="connsiteY4" fmla="*/ 1236 h 31953"/>
                  <a:gd name="connsiteX5" fmla="*/ 18875 w 23762"/>
                  <a:gd name="connsiteY5" fmla="*/ 2379 h 31953"/>
                  <a:gd name="connsiteX6" fmla="*/ 18304 w 23762"/>
                  <a:gd name="connsiteY6" fmla="*/ 4951 h 31953"/>
                  <a:gd name="connsiteX7" fmla="*/ 18304 w 23762"/>
                  <a:gd name="connsiteY7" fmla="*/ 6665 h 31953"/>
                  <a:gd name="connsiteX8" fmla="*/ 18304 w 23762"/>
                  <a:gd name="connsiteY8" fmla="*/ 12571 h 31953"/>
                  <a:gd name="connsiteX9" fmla="*/ 18304 w 23762"/>
                  <a:gd name="connsiteY9" fmla="*/ 14666 h 31953"/>
                  <a:gd name="connsiteX10" fmla="*/ 17637 w 23762"/>
                  <a:gd name="connsiteY10" fmla="*/ 15238 h 31953"/>
                  <a:gd name="connsiteX11" fmla="*/ 17637 w 23762"/>
                  <a:gd name="connsiteY11" fmla="*/ 16571 h 31953"/>
                  <a:gd name="connsiteX12" fmla="*/ 18876 w 23762"/>
                  <a:gd name="connsiteY12" fmla="*/ 18000 h 31953"/>
                  <a:gd name="connsiteX13" fmla="*/ 23067 w 23762"/>
                  <a:gd name="connsiteY13" fmla="*/ 25144 h 31953"/>
                  <a:gd name="connsiteX14" fmla="*/ 23067 w 23762"/>
                  <a:gd name="connsiteY14" fmla="*/ 27906 h 31953"/>
                  <a:gd name="connsiteX15" fmla="*/ 22495 w 23762"/>
                  <a:gd name="connsiteY15" fmla="*/ 30192 h 31953"/>
                  <a:gd name="connsiteX16" fmla="*/ 21543 w 23762"/>
                  <a:gd name="connsiteY16" fmla="*/ 31716 h 31953"/>
                  <a:gd name="connsiteX17" fmla="*/ 20685 w 23762"/>
                  <a:gd name="connsiteY17" fmla="*/ 31716 h 31953"/>
                  <a:gd name="connsiteX18" fmla="*/ 19542 w 23762"/>
                  <a:gd name="connsiteY18" fmla="*/ 31716 h 31953"/>
                  <a:gd name="connsiteX19" fmla="*/ 18495 w 23762"/>
                  <a:gd name="connsiteY19" fmla="*/ 31716 h 31953"/>
                  <a:gd name="connsiteX20" fmla="*/ 16875 w 23762"/>
                  <a:gd name="connsiteY20" fmla="*/ 31716 h 31953"/>
                  <a:gd name="connsiteX21" fmla="*/ 15446 w 23762"/>
                  <a:gd name="connsiteY21" fmla="*/ 30859 h 31953"/>
                  <a:gd name="connsiteX22" fmla="*/ 12398 w 23762"/>
                  <a:gd name="connsiteY22" fmla="*/ 30097 h 31953"/>
                  <a:gd name="connsiteX23" fmla="*/ 13256 w 23762"/>
                  <a:gd name="connsiteY23" fmla="*/ 28858 h 31953"/>
                  <a:gd name="connsiteX24" fmla="*/ 14685 w 23762"/>
                  <a:gd name="connsiteY24" fmla="*/ 28096 h 31953"/>
                  <a:gd name="connsiteX25" fmla="*/ 14685 w 23762"/>
                  <a:gd name="connsiteY25" fmla="*/ 25525 h 31953"/>
                  <a:gd name="connsiteX26" fmla="*/ 14018 w 23762"/>
                  <a:gd name="connsiteY26" fmla="*/ 24382 h 31953"/>
                  <a:gd name="connsiteX27" fmla="*/ 13065 w 23762"/>
                  <a:gd name="connsiteY27" fmla="*/ 22762 h 31953"/>
                  <a:gd name="connsiteX28" fmla="*/ 12018 w 23762"/>
                  <a:gd name="connsiteY28" fmla="*/ 20476 h 31953"/>
                  <a:gd name="connsiteX29" fmla="*/ 11256 w 23762"/>
                  <a:gd name="connsiteY29" fmla="*/ 20000 h 31953"/>
                  <a:gd name="connsiteX30" fmla="*/ 9922 w 23762"/>
                  <a:gd name="connsiteY30" fmla="*/ 20000 h 31953"/>
                  <a:gd name="connsiteX31" fmla="*/ 9065 w 23762"/>
                  <a:gd name="connsiteY31" fmla="*/ 20667 h 31953"/>
                  <a:gd name="connsiteX32" fmla="*/ 7541 w 23762"/>
                  <a:gd name="connsiteY32" fmla="*/ 21429 h 31953"/>
                  <a:gd name="connsiteX33" fmla="*/ 6779 w 23762"/>
                  <a:gd name="connsiteY33" fmla="*/ 21429 h 31953"/>
                  <a:gd name="connsiteX34" fmla="*/ 5826 w 23762"/>
                  <a:gd name="connsiteY34" fmla="*/ 20571 h 31953"/>
                  <a:gd name="connsiteX35" fmla="*/ 5255 w 23762"/>
                  <a:gd name="connsiteY35" fmla="*/ 20571 h 31953"/>
                  <a:gd name="connsiteX36" fmla="*/ 4398 w 23762"/>
                  <a:gd name="connsiteY36" fmla="*/ 19524 h 31953"/>
                  <a:gd name="connsiteX37" fmla="*/ 3064 w 23762"/>
                  <a:gd name="connsiteY37" fmla="*/ 18095 h 31953"/>
                  <a:gd name="connsiteX38" fmla="*/ 1445 w 23762"/>
                  <a:gd name="connsiteY38" fmla="*/ 16190 h 31953"/>
                  <a:gd name="connsiteX39" fmla="*/ 16 w 23762"/>
                  <a:gd name="connsiteY39" fmla="*/ 14095 h 31953"/>
                  <a:gd name="connsiteX40" fmla="*/ 16 w 23762"/>
                  <a:gd name="connsiteY40" fmla="*/ 10856 h 31953"/>
                  <a:gd name="connsiteX41" fmla="*/ 969 w 23762"/>
                  <a:gd name="connsiteY41" fmla="*/ 9618 h 31953"/>
                  <a:gd name="connsiteX42" fmla="*/ 2397 w 23762"/>
                  <a:gd name="connsiteY42" fmla="*/ 9618 h 31953"/>
                  <a:gd name="connsiteX43" fmla="*/ 3350 w 23762"/>
                  <a:gd name="connsiteY43" fmla="*/ 9618 h 31953"/>
                  <a:gd name="connsiteX44" fmla="*/ 5255 w 23762"/>
                  <a:gd name="connsiteY44" fmla="*/ 7618 h 31953"/>
                  <a:gd name="connsiteX45" fmla="*/ 6588 w 23762"/>
                  <a:gd name="connsiteY45" fmla="*/ 6094 h 31953"/>
                  <a:gd name="connsiteX46" fmla="*/ 7541 w 23762"/>
                  <a:gd name="connsiteY46" fmla="*/ 4951 h 31953"/>
                  <a:gd name="connsiteX47" fmla="*/ 8398 w 23762"/>
                  <a:gd name="connsiteY47" fmla="*/ 4093 h 31953"/>
                  <a:gd name="connsiteX48" fmla="*/ 9351 w 23762"/>
                  <a:gd name="connsiteY48" fmla="*/ 2760 h 31953"/>
                  <a:gd name="connsiteX49" fmla="*/ 9351 w 23762"/>
                  <a:gd name="connsiteY49" fmla="*/ 1807 h 31953"/>
                  <a:gd name="connsiteX50" fmla="*/ 9827 w 23762"/>
                  <a:gd name="connsiteY50" fmla="*/ 1045 h 31953"/>
                  <a:gd name="connsiteX51" fmla="*/ 10398 w 23762"/>
                  <a:gd name="connsiteY51" fmla="*/ 379 h 31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23762" h="31953">
                    <a:moveTo>
                      <a:pt x="11256" y="664"/>
                    </a:moveTo>
                    <a:cubicBezTo>
                      <a:pt x="11729" y="591"/>
                      <a:pt x="12211" y="591"/>
                      <a:pt x="12684" y="664"/>
                    </a:cubicBezTo>
                    <a:cubicBezTo>
                      <a:pt x="12684" y="664"/>
                      <a:pt x="13637" y="-98"/>
                      <a:pt x="14018" y="-98"/>
                    </a:cubicBezTo>
                    <a:cubicBezTo>
                      <a:pt x="14906" y="-149"/>
                      <a:pt x="15796" y="-149"/>
                      <a:pt x="16685" y="-98"/>
                    </a:cubicBezTo>
                    <a:cubicBezTo>
                      <a:pt x="17161" y="-98"/>
                      <a:pt x="17828" y="1045"/>
                      <a:pt x="18113" y="1236"/>
                    </a:cubicBezTo>
                    <a:cubicBezTo>
                      <a:pt x="18516" y="1494"/>
                      <a:pt x="18792" y="1908"/>
                      <a:pt x="18875" y="2379"/>
                    </a:cubicBezTo>
                    <a:cubicBezTo>
                      <a:pt x="18876" y="3617"/>
                      <a:pt x="18304" y="4379"/>
                      <a:pt x="18304" y="4951"/>
                    </a:cubicBezTo>
                    <a:cubicBezTo>
                      <a:pt x="18356" y="5521"/>
                      <a:pt x="18356" y="6095"/>
                      <a:pt x="18304" y="6665"/>
                    </a:cubicBezTo>
                    <a:cubicBezTo>
                      <a:pt x="18304" y="8665"/>
                      <a:pt x="18304" y="10570"/>
                      <a:pt x="18304" y="12571"/>
                    </a:cubicBezTo>
                    <a:cubicBezTo>
                      <a:pt x="18304" y="13142"/>
                      <a:pt x="18304" y="13904"/>
                      <a:pt x="18304" y="14666"/>
                    </a:cubicBezTo>
                    <a:cubicBezTo>
                      <a:pt x="18204" y="14965"/>
                      <a:pt x="17948" y="15184"/>
                      <a:pt x="17637" y="15238"/>
                    </a:cubicBezTo>
                    <a:cubicBezTo>
                      <a:pt x="17637" y="15238"/>
                      <a:pt x="17066" y="16000"/>
                      <a:pt x="17637" y="16571"/>
                    </a:cubicBezTo>
                    <a:cubicBezTo>
                      <a:pt x="17923" y="17144"/>
                      <a:pt x="18349" y="17635"/>
                      <a:pt x="18876" y="18000"/>
                    </a:cubicBezTo>
                    <a:cubicBezTo>
                      <a:pt x="20466" y="20262"/>
                      <a:pt x="21868" y="22652"/>
                      <a:pt x="23067" y="25144"/>
                    </a:cubicBezTo>
                    <a:cubicBezTo>
                      <a:pt x="23508" y="26012"/>
                      <a:pt x="23508" y="27038"/>
                      <a:pt x="23067" y="27906"/>
                    </a:cubicBezTo>
                    <a:cubicBezTo>
                      <a:pt x="23067" y="28382"/>
                      <a:pt x="23067" y="29525"/>
                      <a:pt x="22495" y="30192"/>
                    </a:cubicBezTo>
                    <a:cubicBezTo>
                      <a:pt x="21924" y="30859"/>
                      <a:pt x="21828" y="31525"/>
                      <a:pt x="21543" y="31716"/>
                    </a:cubicBezTo>
                    <a:cubicBezTo>
                      <a:pt x="21273" y="31852"/>
                      <a:pt x="20955" y="31852"/>
                      <a:pt x="20685" y="31716"/>
                    </a:cubicBezTo>
                    <a:cubicBezTo>
                      <a:pt x="20685" y="31716"/>
                      <a:pt x="19828" y="31716"/>
                      <a:pt x="19542" y="31716"/>
                    </a:cubicBezTo>
                    <a:lnTo>
                      <a:pt x="18495" y="31716"/>
                    </a:lnTo>
                    <a:cubicBezTo>
                      <a:pt x="17959" y="31814"/>
                      <a:pt x="17411" y="31814"/>
                      <a:pt x="16875" y="31716"/>
                    </a:cubicBezTo>
                    <a:cubicBezTo>
                      <a:pt x="16399" y="31716"/>
                      <a:pt x="16018" y="31144"/>
                      <a:pt x="15446" y="30859"/>
                    </a:cubicBezTo>
                    <a:cubicBezTo>
                      <a:pt x="14456" y="30512"/>
                      <a:pt x="13436" y="30257"/>
                      <a:pt x="12398" y="30097"/>
                    </a:cubicBezTo>
                    <a:cubicBezTo>
                      <a:pt x="12399" y="29620"/>
                      <a:pt x="13161" y="28954"/>
                      <a:pt x="13256" y="28858"/>
                    </a:cubicBezTo>
                    <a:cubicBezTo>
                      <a:pt x="13687" y="28527"/>
                      <a:pt x="14170" y="28270"/>
                      <a:pt x="14685" y="28096"/>
                    </a:cubicBezTo>
                    <a:cubicBezTo>
                      <a:pt x="15637" y="27525"/>
                      <a:pt x="15828" y="26953"/>
                      <a:pt x="14685" y="25525"/>
                    </a:cubicBezTo>
                    <a:cubicBezTo>
                      <a:pt x="14498" y="25124"/>
                      <a:pt x="14275" y="24741"/>
                      <a:pt x="14018" y="24382"/>
                    </a:cubicBezTo>
                    <a:cubicBezTo>
                      <a:pt x="14018" y="24381"/>
                      <a:pt x="13351" y="23334"/>
                      <a:pt x="13065" y="22762"/>
                    </a:cubicBezTo>
                    <a:cubicBezTo>
                      <a:pt x="12779" y="22191"/>
                      <a:pt x="12399" y="21429"/>
                      <a:pt x="12018" y="20476"/>
                    </a:cubicBezTo>
                    <a:cubicBezTo>
                      <a:pt x="11637" y="19524"/>
                      <a:pt x="11446" y="19905"/>
                      <a:pt x="11256" y="20000"/>
                    </a:cubicBezTo>
                    <a:cubicBezTo>
                      <a:pt x="11065" y="20095"/>
                      <a:pt x="10303" y="20000"/>
                      <a:pt x="9922" y="20000"/>
                    </a:cubicBezTo>
                    <a:cubicBezTo>
                      <a:pt x="9541" y="20000"/>
                      <a:pt x="9351" y="20571"/>
                      <a:pt x="9065" y="20667"/>
                    </a:cubicBezTo>
                    <a:cubicBezTo>
                      <a:pt x="8599" y="20997"/>
                      <a:pt x="8085" y="21254"/>
                      <a:pt x="7541" y="21429"/>
                    </a:cubicBezTo>
                    <a:cubicBezTo>
                      <a:pt x="7293" y="21509"/>
                      <a:pt x="7027" y="21509"/>
                      <a:pt x="6779" y="21429"/>
                    </a:cubicBezTo>
                    <a:cubicBezTo>
                      <a:pt x="6303" y="21429"/>
                      <a:pt x="6207" y="21429"/>
                      <a:pt x="5826" y="20571"/>
                    </a:cubicBezTo>
                    <a:lnTo>
                      <a:pt x="5255" y="20571"/>
                    </a:lnTo>
                    <a:lnTo>
                      <a:pt x="4398" y="19524"/>
                    </a:lnTo>
                    <a:lnTo>
                      <a:pt x="3064" y="18095"/>
                    </a:lnTo>
                    <a:cubicBezTo>
                      <a:pt x="2474" y="17505"/>
                      <a:pt x="1932" y="16868"/>
                      <a:pt x="1445" y="16190"/>
                    </a:cubicBezTo>
                    <a:lnTo>
                      <a:pt x="16" y="14095"/>
                    </a:lnTo>
                    <a:cubicBezTo>
                      <a:pt x="-841" y="12571"/>
                      <a:pt x="16" y="11713"/>
                      <a:pt x="16" y="10856"/>
                    </a:cubicBezTo>
                    <a:lnTo>
                      <a:pt x="969" y="9618"/>
                    </a:lnTo>
                    <a:cubicBezTo>
                      <a:pt x="969" y="9618"/>
                      <a:pt x="1731" y="9618"/>
                      <a:pt x="2397" y="9618"/>
                    </a:cubicBezTo>
                    <a:cubicBezTo>
                      <a:pt x="3064" y="9618"/>
                      <a:pt x="3159" y="9618"/>
                      <a:pt x="3350" y="9618"/>
                    </a:cubicBezTo>
                    <a:cubicBezTo>
                      <a:pt x="4100" y="9071"/>
                      <a:pt x="4745" y="8393"/>
                      <a:pt x="5255" y="7618"/>
                    </a:cubicBezTo>
                    <a:cubicBezTo>
                      <a:pt x="5255" y="7141"/>
                      <a:pt x="6207" y="6760"/>
                      <a:pt x="6588" y="6094"/>
                    </a:cubicBezTo>
                    <a:cubicBezTo>
                      <a:pt x="6862" y="5678"/>
                      <a:pt x="7181" y="5294"/>
                      <a:pt x="7541" y="4951"/>
                    </a:cubicBezTo>
                    <a:lnTo>
                      <a:pt x="8398" y="4093"/>
                    </a:lnTo>
                    <a:cubicBezTo>
                      <a:pt x="8819" y="3732"/>
                      <a:pt x="9145" y="3275"/>
                      <a:pt x="9351" y="2760"/>
                    </a:cubicBezTo>
                    <a:lnTo>
                      <a:pt x="9351" y="1807"/>
                    </a:lnTo>
                    <a:cubicBezTo>
                      <a:pt x="9488" y="1540"/>
                      <a:pt x="9647" y="1285"/>
                      <a:pt x="9827" y="1045"/>
                    </a:cubicBezTo>
                    <a:cubicBezTo>
                      <a:pt x="9827" y="1045"/>
                      <a:pt x="9827" y="1045"/>
                      <a:pt x="10398" y="37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3" name="任意多边形: 形状 312"/>
              <p:cNvSpPr/>
              <p:nvPr/>
            </p:nvSpPr>
            <p:spPr>
              <a:xfrm>
                <a:off x="2312157" y="2527091"/>
                <a:ext cx="28033" cy="25659"/>
              </a:xfrm>
              <a:custGeom>
                <a:avLst/>
                <a:gdLst>
                  <a:gd name="connsiteX0" fmla="*/ -365 w 10971"/>
                  <a:gd name="connsiteY0" fmla="*/ 1297 h 10042"/>
                  <a:gd name="connsiteX1" fmla="*/ 873 w 10971"/>
                  <a:gd name="connsiteY1" fmla="*/ 1297 h 10042"/>
                  <a:gd name="connsiteX2" fmla="*/ 2302 w 10971"/>
                  <a:gd name="connsiteY2" fmla="*/ 1297 h 10042"/>
                  <a:gd name="connsiteX3" fmla="*/ 3445 w 10971"/>
                  <a:gd name="connsiteY3" fmla="*/ 726 h 10042"/>
                  <a:gd name="connsiteX4" fmla="*/ 4683 w 10971"/>
                  <a:gd name="connsiteY4" fmla="*/ 726 h 10042"/>
                  <a:gd name="connsiteX5" fmla="*/ 5540 w 10971"/>
                  <a:gd name="connsiteY5" fmla="*/ 59 h 10042"/>
                  <a:gd name="connsiteX6" fmla="*/ 8874 w 10971"/>
                  <a:gd name="connsiteY6" fmla="*/ 630 h 10042"/>
                  <a:gd name="connsiteX7" fmla="*/ 10017 w 10971"/>
                  <a:gd name="connsiteY7" fmla="*/ 1107 h 10042"/>
                  <a:gd name="connsiteX8" fmla="*/ 10589 w 10971"/>
                  <a:gd name="connsiteY8" fmla="*/ 2250 h 10042"/>
                  <a:gd name="connsiteX9" fmla="*/ 10589 w 10971"/>
                  <a:gd name="connsiteY9" fmla="*/ 3774 h 10042"/>
                  <a:gd name="connsiteX10" fmla="*/ 10589 w 10971"/>
                  <a:gd name="connsiteY10" fmla="*/ 5393 h 10042"/>
                  <a:gd name="connsiteX11" fmla="*/ 10589 w 10971"/>
                  <a:gd name="connsiteY11" fmla="*/ 6631 h 10042"/>
                  <a:gd name="connsiteX12" fmla="*/ 9731 w 10971"/>
                  <a:gd name="connsiteY12" fmla="*/ 7869 h 10042"/>
                  <a:gd name="connsiteX13" fmla="*/ 8684 w 10971"/>
                  <a:gd name="connsiteY13" fmla="*/ 8536 h 10042"/>
                  <a:gd name="connsiteX14" fmla="*/ 7922 w 10971"/>
                  <a:gd name="connsiteY14" fmla="*/ 9679 h 10042"/>
                  <a:gd name="connsiteX15" fmla="*/ 6493 w 10971"/>
                  <a:gd name="connsiteY15" fmla="*/ 9679 h 10042"/>
                  <a:gd name="connsiteX16" fmla="*/ 5731 w 10971"/>
                  <a:gd name="connsiteY16" fmla="*/ 8536 h 10042"/>
                  <a:gd name="connsiteX17" fmla="*/ 3826 w 10971"/>
                  <a:gd name="connsiteY17" fmla="*/ 7393 h 10042"/>
                  <a:gd name="connsiteX18" fmla="*/ 2302 w 10971"/>
                  <a:gd name="connsiteY18" fmla="*/ 6441 h 10042"/>
                  <a:gd name="connsiteX19" fmla="*/ 968 w 10971"/>
                  <a:gd name="connsiteY19" fmla="*/ 5107 h 10042"/>
                  <a:gd name="connsiteX20" fmla="*/ 397 w 10971"/>
                  <a:gd name="connsiteY20" fmla="*/ 4060 h 10042"/>
                  <a:gd name="connsiteX21" fmla="*/ -79 w 10971"/>
                  <a:gd name="connsiteY21" fmla="*/ 2440 h 10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971" h="10042">
                    <a:moveTo>
                      <a:pt x="-365" y="1297"/>
                    </a:moveTo>
                    <a:cubicBezTo>
                      <a:pt x="-365" y="1297"/>
                      <a:pt x="397" y="1297"/>
                      <a:pt x="873" y="1297"/>
                    </a:cubicBezTo>
                    <a:lnTo>
                      <a:pt x="2302" y="1297"/>
                    </a:lnTo>
                    <a:lnTo>
                      <a:pt x="3445" y="726"/>
                    </a:lnTo>
                    <a:cubicBezTo>
                      <a:pt x="3445" y="726"/>
                      <a:pt x="4493" y="726"/>
                      <a:pt x="4683" y="726"/>
                    </a:cubicBezTo>
                    <a:lnTo>
                      <a:pt x="5540" y="59"/>
                    </a:lnTo>
                    <a:cubicBezTo>
                      <a:pt x="6017" y="-417"/>
                      <a:pt x="8207" y="59"/>
                      <a:pt x="8874" y="630"/>
                    </a:cubicBezTo>
                    <a:lnTo>
                      <a:pt x="10017" y="1107"/>
                    </a:lnTo>
                    <a:cubicBezTo>
                      <a:pt x="10264" y="1457"/>
                      <a:pt x="10456" y="1843"/>
                      <a:pt x="10589" y="2250"/>
                    </a:cubicBezTo>
                    <a:cubicBezTo>
                      <a:pt x="10589" y="3012"/>
                      <a:pt x="10589" y="3202"/>
                      <a:pt x="10589" y="3774"/>
                    </a:cubicBezTo>
                    <a:cubicBezTo>
                      <a:pt x="10547" y="4313"/>
                      <a:pt x="10547" y="4854"/>
                      <a:pt x="10589" y="5393"/>
                    </a:cubicBezTo>
                    <a:cubicBezTo>
                      <a:pt x="10613" y="5806"/>
                      <a:pt x="10613" y="6219"/>
                      <a:pt x="10589" y="6631"/>
                    </a:cubicBezTo>
                    <a:cubicBezTo>
                      <a:pt x="10589" y="7108"/>
                      <a:pt x="10113" y="7393"/>
                      <a:pt x="9731" y="7869"/>
                    </a:cubicBezTo>
                    <a:cubicBezTo>
                      <a:pt x="9350" y="8346"/>
                      <a:pt x="8874" y="7869"/>
                      <a:pt x="8684" y="8536"/>
                    </a:cubicBezTo>
                    <a:cubicBezTo>
                      <a:pt x="8493" y="9203"/>
                      <a:pt x="8112" y="9584"/>
                      <a:pt x="7922" y="9679"/>
                    </a:cubicBezTo>
                    <a:cubicBezTo>
                      <a:pt x="7494" y="9982"/>
                      <a:pt x="6921" y="9982"/>
                      <a:pt x="6493" y="9679"/>
                    </a:cubicBezTo>
                    <a:cubicBezTo>
                      <a:pt x="6493" y="9679"/>
                      <a:pt x="6493" y="8822"/>
                      <a:pt x="5731" y="8536"/>
                    </a:cubicBezTo>
                    <a:cubicBezTo>
                      <a:pt x="4969" y="8251"/>
                      <a:pt x="4016" y="7679"/>
                      <a:pt x="3826" y="7393"/>
                    </a:cubicBezTo>
                    <a:cubicBezTo>
                      <a:pt x="3635" y="7108"/>
                      <a:pt x="2588" y="6822"/>
                      <a:pt x="2302" y="6441"/>
                    </a:cubicBezTo>
                    <a:cubicBezTo>
                      <a:pt x="1970" y="5896"/>
                      <a:pt x="1513" y="5439"/>
                      <a:pt x="968" y="5107"/>
                    </a:cubicBezTo>
                    <a:cubicBezTo>
                      <a:pt x="624" y="4867"/>
                      <a:pt x="412" y="4479"/>
                      <a:pt x="397" y="4060"/>
                    </a:cubicBezTo>
                    <a:cubicBezTo>
                      <a:pt x="397" y="4060"/>
                      <a:pt x="-270" y="3012"/>
                      <a:pt x="-79" y="244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4" name="任意多边形: 形状 313"/>
              <p:cNvSpPr/>
              <p:nvPr/>
            </p:nvSpPr>
            <p:spPr>
              <a:xfrm>
                <a:off x="2267769" y="2563366"/>
                <a:ext cx="20319" cy="27202"/>
              </a:xfrm>
              <a:custGeom>
                <a:avLst/>
                <a:gdLst>
                  <a:gd name="connsiteX0" fmla="*/ 1100 w 7952"/>
                  <a:gd name="connsiteY0" fmla="*/ 1198 h 10646"/>
                  <a:gd name="connsiteX1" fmla="*/ 3481 w 7952"/>
                  <a:gd name="connsiteY1" fmla="*/ 2055 h 10646"/>
                  <a:gd name="connsiteX2" fmla="*/ 4720 w 7952"/>
                  <a:gd name="connsiteY2" fmla="*/ 817 h 10646"/>
                  <a:gd name="connsiteX3" fmla="*/ 6339 w 7952"/>
                  <a:gd name="connsiteY3" fmla="*/ -136 h 10646"/>
                  <a:gd name="connsiteX4" fmla="*/ 7101 w 7952"/>
                  <a:gd name="connsiteY4" fmla="*/ -136 h 10646"/>
                  <a:gd name="connsiteX5" fmla="*/ 7101 w 7952"/>
                  <a:gd name="connsiteY5" fmla="*/ 912 h 10646"/>
                  <a:gd name="connsiteX6" fmla="*/ 7577 w 7952"/>
                  <a:gd name="connsiteY6" fmla="*/ 2055 h 10646"/>
                  <a:gd name="connsiteX7" fmla="*/ 7577 w 7952"/>
                  <a:gd name="connsiteY7" fmla="*/ 3198 h 10646"/>
                  <a:gd name="connsiteX8" fmla="*/ 7101 w 7952"/>
                  <a:gd name="connsiteY8" fmla="*/ 4246 h 10646"/>
                  <a:gd name="connsiteX9" fmla="*/ 7101 w 7952"/>
                  <a:gd name="connsiteY9" fmla="*/ 6056 h 10646"/>
                  <a:gd name="connsiteX10" fmla="*/ 6529 w 7952"/>
                  <a:gd name="connsiteY10" fmla="*/ 7389 h 10646"/>
                  <a:gd name="connsiteX11" fmla="*/ 5386 w 7952"/>
                  <a:gd name="connsiteY11" fmla="*/ 8246 h 10646"/>
                  <a:gd name="connsiteX12" fmla="*/ 4148 w 7952"/>
                  <a:gd name="connsiteY12" fmla="*/ 9865 h 10646"/>
                  <a:gd name="connsiteX13" fmla="*/ 1459 w 7952"/>
                  <a:gd name="connsiteY13" fmla="*/ 10034 h 10646"/>
                  <a:gd name="connsiteX14" fmla="*/ 1291 w 7952"/>
                  <a:gd name="connsiteY14" fmla="*/ 9865 h 10646"/>
                  <a:gd name="connsiteX15" fmla="*/ 815 w 7952"/>
                  <a:gd name="connsiteY15" fmla="*/ 8532 h 10646"/>
                  <a:gd name="connsiteX16" fmla="*/ -43 w 7952"/>
                  <a:gd name="connsiteY16" fmla="*/ 7770 h 10646"/>
                  <a:gd name="connsiteX17" fmla="*/ -43 w 7952"/>
                  <a:gd name="connsiteY17" fmla="*/ 6341 h 10646"/>
                  <a:gd name="connsiteX18" fmla="*/ -43 w 7952"/>
                  <a:gd name="connsiteY18" fmla="*/ 3007 h 10646"/>
                  <a:gd name="connsiteX19" fmla="*/ 624 w 7952"/>
                  <a:gd name="connsiteY19" fmla="*/ 1769 h 106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952" h="10646">
                    <a:moveTo>
                      <a:pt x="1100" y="1198"/>
                    </a:moveTo>
                    <a:cubicBezTo>
                      <a:pt x="2148" y="626"/>
                      <a:pt x="3195" y="2245"/>
                      <a:pt x="3481" y="2055"/>
                    </a:cubicBezTo>
                    <a:cubicBezTo>
                      <a:pt x="3963" y="1717"/>
                      <a:pt x="4382" y="1298"/>
                      <a:pt x="4720" y="817"/>
                    </a:cubicBezTo>
                    <a:lnTo>
                      <a:pt x="6339" y="-136"/>
                    </a:lnTo>
                    <a:cubicBezTo>
                      <a:pt x="6339" y="-136"/>
                      <a:pt x="6910" y="-136"/>
                      <a:pt x="7101" y="-136"/>
                    </a:cubicBezTo>
                    <a:cubicBezTo>
                      <a:pt x="7291" y="-136"/>
                      <a:pt x="7101" y="912"/>
                      <a:pt x="7101" y="912"/>
                    </a:cubicBezTo>
                    <a:cubicBezTo>
                      <a:pt x="7101" y="912"/>
                      <a:pt x="7672" y="1769"/>
                      <a:pt x="7577" y="2055"/>
                    </a:cubicBezTo>
                    <a:cubicBezTo>
                      <a:pt x="7482" y="2341"/>
                      <a:pt x="7577" y="2722"/>
                      <a:pt x="7577" y="3198"/>
                    </a:cubicBezTo>
                    <a:cubicBezTo>
                      <a:pt x="7577" y="3674"/>
                      <a:pt x="7101" y="3960"/>
                      <a:pt x="7101" y="4246"/>
                    </a:cubicBezTo>
                    <a:cubicBezTo>
                      <a:pt x="7101" y="4531"/>
                      <a:pt x="7577" y="5389"/>
                      <a:pt x="7101" y="6056"/>
                    </a:cubicBezTo>
                    <a:cubicBezTo>
                      <a:pt x="6957" y="6519"/>
                      <a:pt x="6766" y="6966"/>
                      <a:pt x="6529" y="7389"/>
                    </a:cubicBezTo>
                    <a:cubicBezTo>
                      <a:pt x="6529" y="7865"/>
                      <a:pt x="5577" y="7960"/>
                      <a:pt x="5386" y="8246"/>
                    </a:cubicBezTo>
                    <a:cubicBezTo>
                      <a:pt x="5196" y="8532"/>
                      <a:pt x="4624" y="9580"/>
                      <a:pt x="4148" y="9865"/>
                    </a:cubicBezTo>
                    <a:cubicBezTo>
                      <a:pt x="3452" y="10655"/>
                      <a:pt x="2248" y="10730"/>
                      <a:pt x="1459" y="10034"/>
                    </a:cubicBezTo>
                    <a:cubicBezTo>
                      <a:pt x="1400" y="9981"/>
                      <a:pt x="1343" y="9925"/>
                      <a:pt x="1291" y="9865"/>
                    </a:cubicBezTo>
                    <a:cubicBezTo>
                      <a:pt x="1175" y="9407"/>
                      <a:pt x="1015" y="8960"/>
                      <a:pt x="815" y="8532"/>
                    </a:cubicBezTo>
                    <a:cubicBezTo>
                      <a:pt x="506" y="8305"/>
                      <a:pt x="219" y="8050"/>
                      <a:pt x="-43" y="7770"/>
                    </a:cubicBezTo>
                    <a:cubicBezTo>
                      <a:pt x="-43" y="7770"/>
                      <a:pt x="-43" y="6722"/>
                      <a:pt x="-43" y="6341"/>
                    </a:cubicBezTo>
                    <a:cubicBezTo>
                      <a:pt x="-472" y="5272"/>
                      <a:pt x="-472" y="4077"/>
                      <a:pt x="-43" y="3007"/>
                    </a:cubicBezTo>
                    <a:cubicBezTo>
                      <a:pt x="117" y="2564"/>
                      <a:pt x="342" y="2147"/>
                      <a:pt x="624" y="1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5" name="任意多边形: 形状 314"/>
              <p:cNvSpPr/>
              <p:nvPr/>
            </p:nvSpPr>
            <p:spPr>
              <a:xfrm>
                <a:off x="2235730" y="2464257"/>
                <a:ext cx="74237" cy="70167"/>
              </a:xfrm>
              <a:custGeom>
                <a:avLst/>
                <a:gdLst>
                  <a:gd name="connsiteX0" fmla="*/ 8687 w 29054"/>
                  <a:gd name="connsiteY0" fmla="*/ 1314 h 27461"/>
                  <a:gd name="connsiteX1" fmla="*/ 9734 w 29054"/>
                  <a:gd name="connsiteY1" fmla="*/ 838 h 27461"/>
                  <a:gd name="connsiteX2" fmla="*/ 10973 w 29054"/>
                  <a:gd name="connsiteY2" fmla="*/ 76 h 27461"/>
                  <a:gd name="connsiteX3" fmla="*/ 12020 w 29054"/>
                  <a:gd name="connsiteY3" fmla="*/ 76 h 27461"/>
                  <a:gd name="connsiteX4" fmla="*/ 13354 w 29054"/>
                  <a:gd name="connsiteY4" fmla="*/ 76 h 27461"/>
                  <a:gd name="connsiteX5" fmla="*/ 14592 w 29054"/>
                  <a:gd name="connsiteY5" fmla="*/ 1219 h 27461"/>
                  <a:gd name="connsiteX6" fmla="*/ 16688 w 29054"/>
                  <a:gd name="connsiteY6" fmla="*/ 2647 h 27461"/>
                  <a:gd name="connsiteX7" fmla="*/ 16688 w 29054"/>
                  <a:gd name="connsiteY7" fmla="*/ 5410 h 27461"/>
                  <a:gd name="connsiteX8" fmla="*/ 17354 w 29054"/>
                  <a:gd name="connsiteY8" fmla="*/ 5981 h 27461"/>
                  <a:gd name="connsiteX9" fmla="*/ 20783 w 29054"/>
                  <a:gd name="connsiteY9" fmla="*/ 2647 h 27461"/>
                  <a:gd name="connsiteX10" fmla="*/ 22783 w 29054"/>
                  <a:gd name="connsiteY10" fmla="*/ 742 h 27461"/>
                  <a:gd name="connsiteX11" fmla="*/ 24022 w 29054"/>
                  <a:gd name="connsiteY11" fmla="*/ 742 h 27461"/>
                  <a:gd name="connsiteX12" fmla="*/ 25165 w 29054"/>
                  <a:gd name="connsiteY12" fmla="*/ 742 h 27461"/>
                  <a:gd name="connsiteX13" fmla="*/ 27070 w 29054"/>
                  <a:gd name="connsiteY13" fmla="*/ 742 h 27461"/>
                  <a:gd name="connsiteX14" fmla="*/ 27927 w 29054"/>
                  <a:gd name="connsiteY14" fmla="*/ 742 h 27461"/>
                  <a:gd name="connsiteX15" fmla="*/ 28689 w 29054"/>
                  <a:gd name="connsiteY15" fmla="*/ 2076 h 27461"/>
                  <a:gd name="connsiteX16" fmla="*/ 27546 w 29054"/>
                  <a:gd name="connsiteY16" fmla="*/ 5219 h 27461"/>
                  <a:gd name="connsiteX17" fmla="*/ 26213 w 29054"/>
                  <a:gd name="connsiteY17" fmla="*/ 5219 h 27461"/>
                  <a:gd name="connsiteX18" fmla="*/ 24212 w 29054"/>
                  <a:gd name="connsiteY18" fmla="*/ 6553 h 27461"/>
                  <a:gd name="connsiteX19" fmla="*/ 22783 w 29054"/>
                  <a:gd name="connsiteY19" fmla="*/ 7696 h 27461"/>
                  <a:gd name="connsiteX20" fmla="*/ 21545 w 29054"/>
                  <a:gd name="connsiteY20" fmla="*/ 9029 h 27461"/>
                  <a:gd name="connsiteX21" fmla="*/ 20402 w 29054"/>
                  <a:gd name="connsiteY21" fmla="*/ 10458 h 27461"/>
                  <a:gd name="connsiteX22" fmla="*/ 18974 w 29054"/>
                  <a:gd name="connsiteY22" fmla="*/ 11220 h 27461"/>
                  <a:gd name="connsiteX23" fmla="*/ 17449 w 29054"/>
                  <a:gd name="connsiteY23" fmla="*/ 13315 h 27461"/>
                  <a:gd name="connsiteX24" fmla="*/ 13449 w 29054"/>
                  <a:gd name="connsiteY24" fmla="*/ 17316 h 27461"/>
                  <a:gd name="connsiteX25" fmla="*/ 12306 w 29054"/>
                  <a:gd name="connsiteY25" fmla="*/ 18459 h 27461"/>
                  <a:gd name="connsiteX26" fmla="*/ 11258 w 29054"/>
                  <a:gd name="connsiteY26" fmla="*/ 19602 h 27461"/>
                  <a:gd name="connsiteX27" fmla="*/ 10211 w 29054"/>
                  <a:gd name="connsiteY27" fmla="*/ 20554 h 27461"/>
                  <a:gd name="connsiteX28" fmla="*/ 9258 w 29054"/>
                  <a:gd name="connsiteY28" fmla="*/ 21317 h 27461"/>
                  <a:gd name="connsiteX29" fmla="*/ 8401 w 29054"/>
                  <a:gd name="connsiteY29" fmla="*/ 22269 h 27461"/>
                  <a:gd name="connsiteX30" fmla="*/ 7448 w 29054"/>
                  <a:gd name="connsiteY30" fmla="*/ 22936 h 27461"/>
                  <a:gd name="connsiteX31" fmla="*/ 6686 w 29054"/>
                  <a:gd name="connsiteY31" fmla="*/ 23412 h 27461"/>
                  <a:gd name="connsiteX32" fmla="*/ 5639 w 29054"/>
                  <a:gd name="connsiteY32" fmla="*/ 24460 h 27461"/>
                  <a:gd name="connsiteX33" fmla="*/ 4781 w 29054"/>
                  <a:gd name="connsiteY33" fmla="*/ 25507 h 27461"/>
                  <a:gd name="connsiteX34" fmla="*/ 4210 w 29054"/>
                  <a:gd name="connsiteY34" fmla="*/ 26555 h 27461"/>
                  <a:gd name="connsiteX35" fmla="*/ 3162 w 29054"/>
                  <a:gd name="connsiteY35" fmla="*/ 26555 h 27461"/>
                  <a:gd name="connsiteX36" fmla="*/ 1733 w 29054"/>
                  <a:gd name="connsiteY36" fmla="*/ 27317 h 27461"/>
                  <a:gd name="connsiteX37" fmla="*/ 590 w 29054"/>
                  <a:gd name="connsiteY37" fmla="*/ 26079 h 27461"/>
                  <a:gd name="connsiteX38" fmla="*/ -267 w 29054"/>
                  <a:gd name="connsiteY38" fmla="*/ 24936 h 27461"/>
                  <a:gd name="connsiteX39" fmla="*/ -267 w 29054"/>
                  <a:gd name="connsiteY39" fmla="*/ 23793 h 27461"/>
                  <a:gd name="connsiteX40" fmla="*/ 1638 w 29054"/>
                  <a:gd name="connsiteY40" fmla="*/ 20840 h 27461"/>
                  <a:gd name="connsiteX41" fmla="*/ 2590 w 29054"/>
                  <a:gd name="connsiteY41" fmla="*/ 20840 h 27461"/>
                  <a:gd name="connsiteX42" fmla="*/ 3829 w 29054"/>
                  <a:gd name="connsiteY42" fmla="*/ 19411 h 27461"/>
                  <a:gd name="connsiteX43" fmla="*/ 7067 w 29054"/>
                  <a:gd name="connsiteY43" fmla="*/ 16459 h 27461"/>
                  <a:gd name="connsiteX44" fmla="*/ 8496 w 29054"/>
                  <a:gd name="connsiteY44" fmla="*/ 15220 h 27461"/>
                  <a:gd name="connsiteX45" fmla="*/ 10877 w 29054"/>
                  <a:gd name="connsiteY45" fmla="*/ 12649 h 27461"/>
                  <a:gd name="connsiteX46" fmla="*/ 11639 w 29054"/>
                  <a:gd name="connsiteY46" fmla="*/ 11220 h 27461"/>
                  <a:gd name="connsiteX47" fmla="*/ 10973 w 29054"/>
                  <a:gd name="connsiteY47" fmla="*/ 10553 h 27461"/>
                  <a:gd name="connsiteX48" fmla="*/ 10020 w 29054"/>
                  <a:gd name="connsiteY48" fmla="*/ 10553 h 27461"/>
                  <a:gd name="connsiteX49" fmla="*/ 8877 w 29054"/>
                  <a:gd name="connsiteY49" fmla="*/ 10553 h 27461"/>
                  <a:gd name="connsiteX50" fmla="*/ 8877 w 29054"/>
                  <a:gd name="connsiteY50" fmla="*/ 9601 h 27461"/>
                  <a:gd name="connsiteX51" fmla="*/ 8877 w 29054"/>
                  <a:gd name="connsiteY51" fmla="*/ 8648 h 27461"/>
                  <a:gd name="connsiteX52" fmla="*/ 8877 w 29054"/>
                  <a:gd name="connsiteY52" fmla="*/ 7410 h 27461"/>
                  <a:gd name="connsiteX53" fmla="*/ 6305 w 29054"/>
                  <a:gd name="connsiteY53" fmla="*/ 5600 h 27461"/>
                  <a:gd name="connsiteX54" fmla="*/ 6305 w 29054"/>
                  <a:gd name="connsiteY54" fmla="*/ 4552 h 27461"/>
                  <a:gd name="connsiteX55" fmla="*/ 7734 w 29054"/>
                  <a:gd name="connsiteY55" fmla="*/ 3409 h 27461"/>
                  <a:gd name="connsiteX56" fmla="*/ 8401 w 29054"/>
                  <a:gd name="connsiteY56" fmla="*/ 2457 h 27461"/>
                  <a:gd name="connsiteX57" fmla="*/ 9163 w 29054"/>
                  <a:gd name="connsiteY57" fmla="*/ 1885 h 27461"/>
                  <a:gd name="connsiteX58" fmla="*/ 9830 w 29054"/>
                  <a:gd name="connsiteY58" fmla="*/ 1028 h 27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29054" h="27461">
                    <a:moveTo>
                      <a:pt x="8687" y="1314"/>
                    </a:moveTo>
                    <a:lnTo>
                      <a:pt x="9734" y="838"/>
                    </a:lnTo>
                    <a:cubicBezTo>
                      <a:pt x="10184" y="650"/>
                      <a:pt x="10602" y="393"/>
                      <a:pt x="10973" y="76"/>
                    </a:cubicBezTo>
                    <a:cubicBezTo>
                      <a:pt x="10973" y="76"/>
                      <a:pt x="11544" y="76"/>
                      <a:pt x="12020" y="76"/>
                    </a:cubicBezTo>
                    <a:cubicBezTo>
                      <a:pt x="12497" y="76"/>
                      <a:pt x="13068" y="-400"/>
                      <a:pt x="13354" y="76"/>
                    </a:cubicBezTo>
                    <a:cubicBezTo>
                      <a:pt x="13640" y="552"/>
                      <a:pt x="14306" y="1028"/>
                      <a:pt x="14592" y="1219"/>
                    </a:cubicBezTo>
                    <a:cubicBezTo>
                      <a:pt x="14878" y="1409"/>
                      <a:pt x="15830" y="1219"/>
                      <a:pt x="16688" y="2647"/>
                    </a:cubicBezTo>
                    <a:cubicBezTo>
                      <a:pt x="17545" y="4076"/>
                      <a:pt x="17259" y="4171"/>
                      <a:pt x="16688" y="5410"/>
                    </a:cubicBezTo>
                    <a:cubicBezTo>
                      <a:pt x="16116" y="6648"/>
                      <a:pt x="16688" y="6267"/>
                      <a:pt x="17354" y="5981"/>
                    </a:cubicBezTo>
                    <a:lnTo>
                      <a:pt x="20783" y="2647"/>
                    </a:lnTo>
                    <a:cubicBezTo>
                      <a:pt x="21375" y="1937"/>
                      <a:pt x="22046" y="1298"/>
                      <a:pt x="22783" y="742"/>
                    </a:cubicBezTo>
                    <a:cubicBezTo>
                      <a:pt x="22783" y="742"/>
                      <a:pt x="23546" y="742"/>
                      <a:pt x="24022" y="742"/>
                    </a:cubicBezTo>
                    <a:cubicBezTo>
                      <a:pt x="24498" y="742"/>
                      <a:pt x="24879" y="266"/>
                      <a:pt x="25165" y="742"/>
                    </a:cubicBezTo>
                    <a:cubicBezTo>
                      <a:pt x="25774" y="997"/>
                      <a:pt x="26460" y="997"/>
                      <a:pt x="27070" y="742"/>
                    </a:cubicBezTo>
                    <a:cubicBezTo>
                      <a:pt x="27070" y="742"/>
                      <a:pt x="27832" y="742"/>
                      <a:pt x="27927" y="742"/>
                    </a:cubicBezTo>
                    <a:lnTo>
                      <a:pt x="28689" y="2076"/>
                    </a:lnTo>
                    <a:cubicBezTo>
                      <a:pt x="28689" y="2933"/>
                      <a:pt x="27927" y="4457"/>
                      <a:pt x="27546" y="5219"/>
                    </a:cubicBezTo>
                    <a:cubicBezTo>
                      <a:pt x="27165" y="5981"/>
                      <a:pt x="26879" y="5219"/>
                      <a:pt x="26213" y="5219"/>
                    </a:cubicBezTo>
                    <a:lnTo>
                      <a:pt x="24212" y="6553"/>
                    </a:lnTo>
                    <a:lnTo>
                      <a:pt x="22783" y="7696"/>
                    </a:lnTo>
                    <a:lnTo>
                      <a:pt x="21545" y="9029"/>
                    </a:lnTo>
                    <a:lnTo>
                      <a:pt x="20402" y="10458"/>
                    </a:lnTo>
                    <a:cubicBezTo>
                      <a:pt x="19909" y="10678"/>
                      <a:pt x="19431" y="10933"/>
                      <a:pt x="18974" y="11220"/>
                    </a:cubicBezTo>
                    <a:cubicBezTo>
                      <a:pt x="18520" y="11956"/>
                      <a:pt x="18010" y="12657"/>
                      <a:pt x="17449" y="13315"/>
                    </a:cubicBezTo>
                    <a:cubicBezTo>
                      <a:pt x="16016" y="14544"/>
                      <a:pt x="14678" y="15882"/>
                      <a:pt x="13449" y="17316"/>
                    </a:cubicBezTo>
                    <a:cubicBezTo>
                      <a:pt x="13449" y="17887"/>
                      <a:pt x="12592" y="17983"/>
                      <a:pt x="12306" y="18459"/>
                    </a:cubicBezTo>
                    <a:cubicBezTo>
                      <a:pt x="12020" y="18935"/>
                      <a:pt x="11449" y="19126"/>
                      <a:pt x="11258" y="19602"/>
                    </a:cubicBezTo>
                    <a:cubicBezTo>
                      <a:pt x="11068" y="20078"/>
                      <a:pt x="10496" y="20269"/>
                      <a:pt x="10211" y="20554"/>
                    </a:cubicBezTo>
                    <a:cubicBezTo>
                      <a:pt x="9925" y="20840"/>
                      <a:pt x="9734" y="21031"/>
                      <a:pt x="9258" y="21317"/>
                    </a:cubicBezTo>
                    <a:cubicBezTo>
                      <a:pt x="8782" y="21602"/>
                      <a:pt x="8782" y="21983"/>
                      <a:pt x="8401" y="22269"/>
                    </a:cubicBezTo>
                    <a:cubicBezTo>
                      <a:pt x="8106" y="22522"/>
                      <a:pt x="7787" y="22746"/>
                      <a:pt x="7448" y="22936"/>
                    </a:cubicBezTo>
                    <a:cubicBezTo>
                      <a:pt x="7448" y="22936"/>
                      <a:pt x="6686" y="23412"/>
                      <a:pt x="6686" y="23412"/>
                    </a:cubicBezTo>
                    <a:cubicBezTo>
                      <a:pt x="6686" y="23412"/>
                      <a:pt x="6115" y="24174"/>
                      <a:pt x="5639" y="24460"/>
                    </a:cubicBezTo>
                    <a:cubicBezTo>
                      <a:pt x="5298" y="24760"/>
                      <a:pt x="5008" y="25114"/>
                      <a:pt x="4781" y="25507"/>
                    </a:cubicBezTo>
                    <a:cubicBezTo>
                      <a:pt x="4781" y="25507"/>
                      <a:pt x="4781" y="26174"/>
                      <a:pt x="4210" y="26555"/>
                    </a:cubicBezTo>
                    <a:cubicBezTo>
                      <a:pt x="3638" y="26936"/>
                      <a:pt x="4210" y="26555"/>
                      <a:pt x="3162" y="26555"/>
                    </a:cubicBezTo>
                    <a:cubicBezTo>
                      <a:pt x="2114" y="26555"/>
                      <a:pt x="2210" y="27222"/>
                      <a:pt x="1733" y="27317"/>
                    </a:cubicBezTo>
                    <a:cubicBezTo>
                      <a:pt x="1257" y="27412"/>
                      <a:pt x="781" y="26650"/>
                      <a:pt x="590" y="26079"/>
                    </a:cubicBezTo>
                    <a:lnTo>
                      <a:pt x="-267" y="24936"/>
                    </a:lnTo>
                    <a:cubicBezTo>
                      <a:pt x="-398" y="24566"/>
                      <a:pt x="-398" y="24163"/>
                      <a:pt x="-267" y="23793"/>
                    </a:cubicBezTo>
                    <a:cubicBezTo>
                      <a:pt x="208" y="22714"/>
                      <a:pt x="851" y="21717"/>
                      <a:pt x="1638" y="20840"/>
                    </a:cubicBezTo>
                    <a:cubicBezTo>
                      <a:pt x="1638" y="20840"/>
                      <a:pt x="2305" y="20840"/>
                      <a:pt x="2590" y="20840"/>
                    </a:cubicBezTo>
                    <a:cubicBezTo>
                      <a:pt x="2876" y="20840"/>
                      <a:pt x="3448" y="19697"/>
                      <a:pt x="3829" y="19411"/>
                    </a:cubicBezTo>
                    <a:lnTo>
                      <a:pt x="7067" y="16459"/>
                    </a:lnTo>
                    <a:cubicBezTo>
                      <a:pt x="7544" y="15887"/>
                      <a:pt x="8306" y="15792"/>
                      <a:pt x="8496" y="15220"/>
                    </a:cubicBezTo>
                    <a:cubicBezTo>
                      <a:pt x="9233" y="14313"/>
                      <a:pt x="10029" y="13454"/>
                      <a:pt x="10877" y="12649"/>
                    </a:cubicBezTo>
                    <a:cubicBezTo>
                      <a:pt x="11297" y="12281"/>
                      <a:pt x="11568" y="11773"/>
                      <a:pt x="11639" y="11220"/>
                    </a:cubicBezTo>
                    <a:lnTo>
                      <a:pt x="10973" y="10553"/>
                    </a:lnTo>
                    <a:cubicBezTo>
                      <a:pt x="10973" y="10553"/>
                      <a:pt x="10401" y="10553"/>
                      <a:pt x="10020" y="10553"/>
                    </a:cubicBezTo>
                    <a:cubicBezTo>
                      <a:pt x="9639" y="10553"/>
                      <a:pt x="8972" y="10553"/>
                      <a:pt x="8877" y="10553"/>
                    </a:cubicBezTo>
                    <a:cubicBezTo>
                      <a:pt x="8782" y="10553"/>
                      <a:pt x="8877" y="9886"/>
                      <a:pt x="8877" y="9601"/>
                    </a:cubicBezTo>
                    <a:cubicBezTo>
                      <a:pt x="8924" y="9285"/>
                      <a:pt x="8924" y="8964"/>
                      <a:pt x="8877" y="8648"/>
                    </a:cubicBezTo>
                    <a:lnTo>
                      <a:pt x="8877" y="7410"/>
                    </a:lnTo>
                    <a:cubicBezTo>
                      <a:pt x="8877" y="6743"/>
                      <a:pt x="6782" y="5886"/>
                      <a:pt x="6305" y="5600"/>
                    </a:cubicBezTo>
                    <a:cubicBezTo>
                      <a:pt x="6162" y="5265"/>
                      <a:pt x="6162" y="4887"/>
                      <a:pt x="6305" y="4552"/>
                    </a:cubicBezTo>
                    <a:cubicBezTo>
                      <a:pt x="6305" y="3790"/>
                      <a:pt x="7163" y="3695"/>
                      <a:pt x="7734" y="3409"/>
                    </a:cubicBezTo>
                    <a:cubicBezTo>
                      <a:pt x="8306" y="3124"/>
                      <a:pt x="7734" y="2647"/>
                      <a:pt x="8401" y="2457"/>
                    </a:cubicBezTo>
                    <a:cubicBezTo>
                      <a:pt x="9068" y="2266"/>
                      <a:pt x="8972" y="2457"/>
                      <a:pt x="9163" y="1885"/>
                    </a:cubicBezTo>
                    <a:cubicBezTo>
                      <a:pt x="9353" y="1314"/>
                      <a:pt x="9163" y="1314"/>
                      <a:pt x="9830" y="102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6" name="任意多边形: 形状 315"/>
              <p:cNvSpPr/>
              <p:nvPr/>
            </p:nvSpPr>
            <p:spPr>
              <a:xfrm>
                <a:off x="2279970" y="2516880"/>
                <a:ext cx="10525" cy="17002"/>
              </a:xfrm>
              <a:custGeom>
                <a:avLst/>
                <a:gdLst>
                  <a:gd name="connsiteX0" fmla="*/ 2898 w 4119"/>
                  <a:gd name="connsiteY0" fmla="*/ 531 h 6654"/>
                  <a:gd name="connsiteX1" fmla="*/ 3755 w 4119"/>
                  <a:gd name="connsiteY1" fmla="*/ -136 h 6654"/>
                  <a:gd name="connsiteX2" fmla="*/ 3755 w 4119"/>
                  <a:gd name="connsiteY2" fmla="*/ 1102 h 6654"/>
                  <a:gd name="connsiteX3" fmla="*/ 3183 w 4119"/>
                  <a:gd name="connsiteY3" fmla="*/ 2912 h 6654"/>
                  <a:gd name="connsiteX4" fmla="*/ 2421 w 4119"/>
                  <a:gd name="connsiteY4" fmla="*/ 4817 h 6654"/>
                  <a:gd name="connsiteX5" fmla="*/ 1183 w 4119"/>
                  <a:gd name="connsiteY5" fmla="*/ 6246 h 6654"/>
                  <a:gd name="connsiteX6" fmla="*/ -150 w 4119"/>
                  <a:gd name="connsiteY6" fmla="*/ 6246 h 6654"/>
                  <a:gd name="connsiteX7" fmla="*/ -150 w 4119"/>
                  <a:gd name="connsiteY7" fmla="*/ 4912 h 6654"/>
                  <a:gd name="connsiteX8" fmla="*/ 1278 w 4119"/>
                  <a:gd name="connsiteY8" fmla="*/ 2817 h 6654"/>
                  <a:gd name="connsiteX9" fmla="*/ 1754 w 4119"/>
                  <a:gd name="connsiteY9" fmla="*/ 1864 h 6654"/>
                  <a:gd name="connsiteX10" fmla="*/ 2612 w 4119"/>
                  <a:gd name="connsiteY10" fmla="*/ 912 h 66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119" h="6654">
                    <a:moveTo>
                      <a:pt x="2898" y="531"/>
                    </a:moveTo>
                    <a:cubicBezTo>
                      <a:pt x="3128" y="245"/>
                      <a:pt x="3422" y="17"/>
                      <a:pt x="3755" y="-136"/>
                    </a:cubicBezTo>
                    <a:cubicBezTo>
                      <a:pt x="3755" y="-136"/>
                      <a:pt x="3755" y="531"/>
                      <a:pt x="3755" y="1102"/>
                    </a:cubicBezTo>
                    <a:cubicBezTo>
                      <a:pt x="3642" y="1728"/>
                      <a:pt x="3450" y="2336"/>
                      <a:pt x="3183" y="2912"/>
                    </a:cubicBezTo>
                    <a:cubicBezTo>
                      <a:pt x="2963" y="3560"/>
                      <a:pt x="2708" y="4196"/>
                      <a:pt x="2421" y="4817"/>
                    </a:cubicBezTo>
                    <a:cubicBezTo>
                      <a:pt x="2115" y="5376"/>
                      <a:pt x="1693" y="5863"/>
                      <a:pt x="1183" y="6246"/>
                    </a:cubicBezTo>
                    <a:cubicBezTo>
                      <a:pt x="813" y="6609"/>
                      <a:pt x="220" y="6609"/>
                      <a:pt x="-150" y="6246"/>
                    </a:cubicBezTo>
                    <a:cubicBezTo>
                      <a:pt x="-436" y="5847"/>
                      <a:pt x="-436" y="5311"/>
                      <a:pt x="-150" y="4912"/>
                    </a:cubicBezTo>
                    <a:cubicBezTo>
                      <a:pt x="282" y="4185"/>
                      <a:pt x="760" y="3485"/>
                      <a:pt x="1278" y="2817"/>
                    </a:cubicBezTo>
                    <a:cubicBezTo>
                      <a:pt x="1513" y="2543"/>
                      <a:pt x="1676" y="2216"/>
                      <a:pt x="1754" y="1864"/>
                    </a:cubicBezTo>
                    <a:cubicBezTo>
                      <a:pt x="1755" y="1864"/>
                      <a:pt x="2326" y="1388"/>
                      <a:pt x="2612" y="912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2964654" y="2598022"/>
                <a:ext cx="128092" cy="94661"/>
              </a:xfrm>
              <a:custGeom>
                <a:avLst/>
                <a:gdLst>
                  <a:gd name="connsiteX0" fmla="*/ 44498 w 50131"/>
                  <a:gd name="connsiteY0" fmla="*/ 8589 h 37047"/>
                  <a:gd name="connsiteX1" fmla="*/ 44498 w 50131"/>
                  <a:gd name="connsiteY1" fmla="*/ 10685 h 37047"/>
                  <a:gd name="connsiteX2" fmla="*/ 42498 w 50131"/>
                  <a:gd name="connsiteY2" fmla="*/ 11542 h 37047"/>
                  <a:gd name="connsiteX3" fmla="*/ 40307 w 50131"/>
                  <a:gd name="connsiteY3" fmla="*/ 11542 h 37047"/>
                  <a:gd name="connsiteX4" fmla="*/ 39069 w 50131"/>
                  <a:gd name="connsiteY4" fmla="*/ 12590 h 37047"/>
                  <a:gd name="connsiteX5" fmla="*/ 39069 w 50131"/>
                  <a:gd name="connsiteY5" fmla="*/ 14114 h 37047"/>
                  <a:gd name="connsiteX6" fmla="*/ 35068 w 50131"/>
                  <a:gd name="connsiteY6" fmla="*/ 15352 h 37047"/>
                  <a:gd name="connsiteX7" fmla="*/ 32592 w 50131"/>
                  <a:gd name="connsiteY7" fmla="*/ 15352 h 37047"/>
                  <a:gd name="connsiteX8" fmla="*/ 33163 w 50131"/>
                  <a:gd name="connsiteY8" fmla="*/ 17257 h 37047"/>
                  <a:gd name="connsiteX9" fmla="*/ 32687 w 50131"/>
                  <a:gd name="connsiteY9" fmla="*/ 18781 h 37047"/>
                  <a:gd name="connsiteX10" fmla="*/ 34878 w 50131"/>
                  <a:gd name="connsiteY10" fmla="*/ 18781 h 37047"/>
                  <a:gd name="connsiteX11" fmla="*/ 34306 w 50131"/>
                  <a:gd name="connsiteY11" fmla="*/ 17448 h 37047"/>
                  <a:gd name="connsiteX12" fmla="*/ 35163 w 50131"/>
                  <a:gd name="connsiteY12" fmla="*/ 16209 h 37047"/>
                  <a:gd name="connsiteX13" fmla="*/ 36306 w 50131"/>
                  <a:gd name="connsiteY13" fmla="*/ 16209 h 37047"/>
                  <a:gd name="connsiteX14" fmla="*/ 37450 w 50131"/>
                  <a:gd name="connsiteY14" fmla="*/ 16209 h 37047"/>
                  <a:gd name="connsiteX15" fmla="*/ 38402 w 50131"/>
                  <a:gd name="connsiteY15" fmla="*/ 15162 h 37047"/>
                  <a:gd name="connsiteX16" fmla="*/ 39735 w 50131"/>
                  <a:gd name="connsiteY16" fmla="*/ 15638 h 37047"/>
                  <a:gd name="connsiteX17" fmla="*/ 41069 w 50131"/>
                  <a:gd name="connsiteY17" fmla="*/ 15638 h 37047"/>
                  <a:gd name="connsiteX18" fmla="*/ 42117 w 50131"/>
                  <a:gd name="connsiteY18" fmla="*/ 15066 h 37047"/>
                  <a:gd name="connsiteX19" fmla="*/ 43069 w 50131"/>
                  <a:gd name="connsiteY19" fmla="*/ 12876 h 37047"/>
                  <a:gd name="connsiteX20" fmla="*/ 47927 w 50131"/>
                  <a:gd name="connsiteY20" fmla="*/ 14590 h 37047"/>
                  <a:gd name="connsiteX21" fmla="*/ 48689 w 50131"/>
                  <a:gd name="connsiteY21" fmla="*/ 14590 h 37047"/>
                  <a:gd name="connsiteX22" fmla="*/ 49737 w 50131"/>
                  <a:gd name="connsiteY22" fmla="*/ 15447 h 37047"/>
                  <a:gd name="connsiteX23" fmla="*/ 49737 w 50131"/>
                  <a:gd name="connsiteY23" fmla="*/ 17162 h 37047"/>
                  <a:gd name="connsiteX24" fmla="*/ 49165 w 50131"/>
                  <a:gd name="connsiteY24" fmla="*/ 18114 h 37047"/>
                  <a:gd name="connsiteX25" fmla="*/ 47736 w 50131"/>
                  <a:gd name="connsiteY25" fmla="*/ 19353 h 37047"/>
                  <a:gd name="connsiteX26" fmla="*/ 45165 w 50131"/>
                  <a:gd name="connsiteY26" fmla="*/ 19353 h 37047"/>
                  <a:gd name="connsiteX27" fmla="*/ 41355 w 50131"/>
                  <a:gd name="connsiteY27" fmla="*/ 20781 h 37047"/>
                  <a:gd name="connsiteX28" fmla="*/ 40021 w 50131"/>
                  <a:gd name="connsiteY28" fmla="*/ 21353 h 37047"/>
                  <a:gd name="connsiteX29" fmla="*/ 38688 w 50131"/>
                  <a:gd name="connsiteY29" fmla="*/ 22115 h 37047"/>
                  <a:gd name="connsiteX30" fmla="*/ 36973 w 50131"/>
                  <a:gd name="connsiteY30" fmla="*/ 23258 h 37047"/>
                  <a:gd name="connsiteX31" fmla="*/ 37450 w 50131"/>
                  <a:gd name="connsiteY31" fmla="*/ 24115 h 37047"/>
                  <a:gd name="connsiteX32" fmla="*/ 39355 w 50131"/>
                  <a:gd name="connsiteY32" fmla="*/ 24687 h 37047"/>
                  <a:gd name="connsiteX33" fmla="*/ 40212 w 50131"/>
                  <a:gd name="connsiteY33" fmla="*/ 25544 h 37047"/>
                  <a:gd name="connsiteX34" fmla="*/ 40212 w 50131"/>
                  <a:gd name="connsiteY34" fmla="*/ 26782 h 37047"/>
                  <a:gd name="connsiteX35" fmla="*/ 40783 w 50131"/>
                  <a:gd name="connsiteY35" fmla="*/ 27830 h 37047"/>
                  <a:gd name="connsiteX36" fmla="*/ 40783 w 50131"/>
                  <a:gd name="connsiteY36" fmla="*/ 29068 h 37047"/>
                  <a:gd name="connsiteX37" fmla="*/ 39164 w 50131"/>
                  <a:gd name="connsiteY37" fmla="*/ 31545 h 37047"/>
                  <a:gd name="connsiteX38" fmla="*/ 36783 w 50131"/>
                  <a:gd name="connsiteY38" fmla="*/ 32783 h 37047"/>
                  <a:gd name="connsiteX39" fmla="*/ 33354 w 50131"/>
                  <a:gd name="connsiteY39" fmla="*/ 30592 h 37047"/>
                  <a:gd name="connsiteX40" fmla="*/ 32116 w 50131"/>
                  <a:gd name="connsiteY40" fmla="*/ 30021 h 37047"/>
                  <a:gd name="connsiteX41" fmla="*/ 31163 w 50131"/>
                  <a:gd name="connsiteY41" fmla="*/ 28878 h 37047"/>
                  <a:gd name="connsiteX42" fmla="*/ 29829 w 50131"/>
                  <a:gd name="connsiteY42" fmla="*/ 27449 h 37047"/>
                  <a:gd name="connsiteX43" fmla="*/ 25734 w 50131"/>
                  <a:gd name="connsiteY43" fmla="*/ 26592 h 37047"/>
                  <a:gd name="connsiteX44" fmla="*/ 23924 w 50131"/>
                  <a:gd name="connsiteY44" fmla="*/ 26592 h 37047"/>
                  <a:gd name="connsiteX45" fmla="*/ 21638 w 50131"/>
                  <a:gd name="connsiteY45" fmla="*/ 26592 h 37047"/>
                  <a:gd name="connsiteX46" fmla="*/ 20019 w 50131"/>
                  <a:gd name="connsiteY46" fmla="*/ 27639 h 37047"/>
                  <a:gd name="connsiteX47" fmla="*/ 20019 w 50131"/>
                  <a:gd name="connsiteY47" fmla="*/ 28497 h 37047"/>
                  <a:gd name="connsiteX48" fmla="*/ 21733 w 50131"/>
                  <a:gd name="connsiteY48" fmla="*/ 29259 h 37047"/>
                  <a:gd name="connsiteX49" fmla="*/ 22876 w 50131"/>
                  <a:gd name="connsiteY49" fmla="*/ 29259 h 37047"/>
                  <a:gd name="connsiteX50" fmla="*/ 23448 w 50131"/>
                  <a:gd name="connsiteY50" fmla="*/ 31354 h 37047"/>
                  <a:gd name="connsiteX51" fmla="*/ 24210 w 50131"/>
                  <a:gd name="connsiteY51" fmla="*/ 33259 h 37047"/>
                  <a:gd name="connsiteX52" fmla="*/ 24210 w 50131"/>
                  <a:gd name="connsiteY52" fmla="*/ 34307 h 37047"/>
                  <a:gd name="connsiteX53" fmla="*/ 22495 w 50131"/>
                  <a:gd name="connsiteY53" fmla="*/ 35259 h 37047"/>
                  <a:gd name="connsiteX54" fmla="*/ 20971 w 50131"/>
                  <a:gd name="connsiteY54" fmla="*/ 35259 h 37047"/>
                  <a:gd name="connsiteX55" fmla="*/ 19352 w 50131"/>
                  <a:gd name="connsiteY55" fmla="*/ 34021 h 37047"/>
                  <a:gd name="connsiteX56" fmla="*/ 18114 w 50131"/>
                  <a:gd name="connsiteY56" fmla="*/ 33354 h 37047"/>
                  <a:gd name="connsiteX57" fmla="*/ 14970 w 50131"/>
                  <a:gd name="connsiteY57" fmla="*/ 32021 h 37047"/>
                  <a:gd name="connsiteX58" fmla="*/ 13542 w 50131"/>
                  <a:gd name="connsiteY58" fmla="*/ 33640 h 37047"/>
                  <a:gd name="connsiteX59" fmla="*/ 12018 w 50131"/>
                  <a:gd name="connsiteY59" fmla="*/ 34688 h 37047"/>
                  <a:gd name="connsiteX60" fmla="*/ 10113 w 50131"/>
                  <a:gd name="connsiteY60" fmla="*/ 35831 h 37047"/>
                  <a:gd name="connsiteX61" fmla="*/ 8589 w 50131"/>
                  <a:gd name="connsiteY61" fmla="*/ 35831 h 37047"/>
                  <a:gd name="connsiteX62" fmla="*/ 5255 w 50131"/>
                  <a:gd name="connsiteY62" fmla="*/ 36783 h 37047"/>
                  <a:gd name="connsiteX63" fmla="*/ 3160 w 50131"/>
                  <a:gd name="connsiteY63" fmla="*/ 35640 h 37047"/>
                  <a:gd name="connsiteX64" fmla="*/ 1540 w 50131"/>
                  <a:gd name="connsiteY64" fmla="*/ 34593 h 37047"/>
                  <a:gd name="connsiteX65" fmla="*/ -365 w 50131"/>
                  <a:gd name="connsiteY65" fmla="*/ 32593 h 37047"/>
                  <a:gd name="connsiteX66" fmla="*/ 778 w 50131"/>
                  <a:gd name="connsiteY66" fmla="*/ 31354 h 37047"/>
                  <a:gd name="connsiteX67" fmla="*/ 778 w 50131"/>
                  <a:gd name="connsiteY67" fmla="*/ 27735 h 37047"/>
                  <a:gd name="connsiteX68" fmla="*/ 2302 w 50131"/>
                  <a:gd name="connsiteY68" fmla="*/ 28306 h 37047"/>
                  <a:gd name="connsiteX69" fmla="*/ 5065 w 50131"/>
                  <a:gd name="connsiteY69" fmla="*/ 30306 h 37047"/>
                  <a:gd name="connsiteX70" fmla="*/ 10303 w 50131"/>
                  <a:gd name="connsiteY70" fmla="*/ 29163 h 37047"/>
                  <a:gd name="connsiteX71" fmla="*/ 10303 w 50131"/>
                  <a:gd name="connsiteY71" fmla="*/ 27925 h 37047"/>
                  <a:gd name="connsiteX72" fmla="*/ 8208 w 50131"/>
                  <a:gd name="connsiteY72" fmla="*/ 26306 h 37047"/>
                  <a:gd name="connsiteX73" fmla="*/ 6112 w 50131"/>
                  <a:gd name="connsiteY73" fmla="*/ 24782 h 37047"/>
                  <a:gd name="connsiteX74" fmla="*/ 4112 w 50131"/>
                  <a:gd name="connsiteY74" fmla="*/ 23734 h 37047"/>
                  <a:gd name="connsiteX75" fmla="*/ 3160 w 50131"/>
                  <a:gd name="connsiteY75" fmla="*/ 22020 h 37047"/>
                  <a:gd name="connsiteX76" fmla="*/ 3160 w 50131"/>
                  <a:gd name="connsiteY76" fmla="*/ 21067 h 37047"/>
                  <a:gd name="connsiteX77" fmla="*/ 4112 w 50131"/>
                  <a:gd name="connsiteY77" fmla="*/ 19924 h 37047"/>
                  <a:gd name="connsiteX78" fmla="*/ 5731 w 50131"/>
                  <a:gd name="connsiteY78" fmla="*/ 18971 h 37047"/>
                  <a:gd name="connsiteX79" fmla="*/ 8398 w 50131"/>
                  <a:gd name="connsiteY79" fmla="*/ 19638 h 37047"/>
                  <a:gd name="connsiteX80" fmla="*/ 9256 w 50131"/>
                  <a:gd name="connsiteY80" fmla="*/ 21162 h 37047"/>
                  <a:gd name="connsiteX81" fmla="*/ 11160 w 50131"/>
                  <a:gd name="connsiteY81" fmla="*/ 21734 h 37047"/>
                  <a:gd name="connsiteX82" fmla="*/ 12970 w 50131"/>
                  <a:gd name="connsiteY82" fmla="*/ 22781 h 37047"/>
                  <a:gd name="connsiteX83" fmla="*/ 14304 w 50131"/>
                  <a:gd name="connsiteY83" fmla="*/ 23258 h 37047"/>
                  <a:gd name="connsiteX84" fmla="*/ 15066 w 50131"/>
                  <a:gd name="connsiteY84" fmla="*/ 23258 h 37047"/>
                  <a:gd name="connsiteX85" fmla="*/ 16304 w 50131"/>
                  <a:gd name="connsiteY85" fmla="*/ 22401 h 37047"/>
                  <a:gd name="connsiteX86" fmla="*/ 17828 w 50131"/>
                  <a:gd name="connsiteY86" fmla="*/ 21734 h 37047"/>
                  <a:gd name="connsiteX87" fmla="*/ 17066 w 50131"/>
                  <a:gd name="connsiteY87" fmla="*/ 20781 h 37047"/>
                  <a:gd name="connsiteX88" fmla="*/ 15542 w 50131"/>
                  <a:gd name="connsiteY88" fmla="*/ 20781 h 37047"/>
                  <a:gd name="connsiteX89" fmla="*/ 14018 w 50131"/>
                  <a:gd name="connsiteY89" fmla="*/ 20305 h 37047"/>
                  <a:gd name="connsiteX90" fmla="*/ 13161 w 50131"/>
                  <a:gd name="connsiteY90" fmla="*/ 19353 h 37047"/>
                  <a:gd name="connsiteX91" fmla="*/ 13161 w 50131"/>
                  <a:gd name="connsiteY91" fmla="*/ 18210 h 37047"/>
                  <a:gd name="connsiteX92" fmla="*/ 14685 w 50131"/>
                  <a:gd name="connsiteY92" fmla="*/ 17352 h 37047"/>
                  <a:gd name="connsiteX93" fmla="*/ 17828 w 50131"/>
                  <a:gd name="connsiteY93" fmla="*/ 16114 h 37047"/>
                  <a:gd name="connsiteX94" fmla="*/ 19161 w 50131"/>
                  <a:gd name="connsiteY94" fmla="*/ 17448 h 37047"/>
                  <a:gd name="connsiteX95" fmla="*/ 20019 w 50131"/>
                  <a:gd name="connsiteY95" fmla="*/ 17448 h 37047"/>
                  <a:gd name="connsiteX96" fmla="*/ 21257 w 50131"/>
                  <a:gd name="connsiteY96" fmla="*/ 18591 h 37047"/>
                  <a:gd name="connsiteX97" fmla="*/ 22971 w 50131"/>
                  <a:gd name="connsiteY97" fmla="*/ 19638 h 37047"/>
                  <a:gd name="connsiteX98" fmla="*/ 24115 w 50131"/>
                  <a:gd name="connsiteY98" fmla="*/ 20495 h 37047"/>
                  <a:gd name="connsiteX99" fmla="*/ 25258 w 50131"/>
                  <a:gd name="connsiteY99" fmla="*/ 21162 h 37047"/>
                  <a:gd name="connsiteX100" fmla="*/ 26115 w 50131"/>
                  <a:gd name="connsiteY100" fmla="*/ 21162 h 37047"/>
                  <a:gd name="connsiteX101" fmla="*/ 27258 w 50131"/>
                  <a:gd name="connsiteY101" fmla="*/ 22401 h 37047"/>
                  <a:gd name="connsiteX102" fmla="*/ 28305 w 50131"/>
                  <a:gd name="connsiteY102" fmla="*/ 23353 h 37047"/>
                  <a:gd name="connsiteX103" fmla="*/ 28972 w 50131"/>
                  <a:gd name="connsiteY103" fmla="*/ 24591 h 37047"/>
                  <a:gd name="connsiteX104" fmla="*/ 30687 w 50131"/>
                  <a:gd name="connsiteY104" fmla="*/ 25258 h 37047"/>
                  <a:gd name="connsiteX105" fmla="*/ 32496 w 50131"/>
                  <a:gd name="connsiteY105" fmla="*/ 24782 h 37047"/>
                  <a:gd name="connsiteX106" fmla="*/ 30877 w 50131"/>
                  <a:gd name="connsiteY106" fmla="*/ 23448 h 37047"/>
                  <a:gd name="connsiteX107" fmla="*/ 29163 w 50131"/>
                  <a:gd name="connsiteY107" fmla="*/ 22020 h 37047"/>
                  <a:gd name="connsiteX108" fmla="*/ 26496 w 50131"/>
                  <a:gd name="connsiteY108" fmla="*/ 19734 h 37047"/>
                  <a:gd name="connsiteX109" fmla="*/ 25067 w 50131"/>
                  <a:gd name="connsiteY109" fmla="*/ 18781 h 37047"/>
                  <a:gd name="connsiteX110" fmla="*/ 23638 w 50131"/>
                  <a:gd name="connsiteY110" fmla="*/ 17733 h 37047"/>
                  <a:gd name="connsiteX111" fmla="*/ 21448 w 50131"/>
                  <a:gd name="connsiteY111" fmla="*/ 15924 h 37047"/>
                  <a:gd name="connsiteX112" fmla="*/ 17161 w 50131"/>
                  <a:gd name="connsiteY112" fmla="*/ 13447 h 37047"/>
                  <a:gd name="connsiteX113" fmla="*/ 14494 w 50131"/>
                  <a:gd name="connsiteY113" fmla="*/ 13447 h 37047"/>
                  <a:gd name="connsiteX114" fmla="*/ 15066 w 50131"/>
                  <a:gd name="connsiteY114" fmla="*/ 13447 h 37047"/>
                  <a:gd name="connsiteX115" fmla="*/ 11065 w 50131"/>
                  <a:gd name="connsiteY115" fmla="*/ 12685 h 37047"/>
                  <a:gd name="connsiteX116" fmla="*/ 10589 w 50131"/>
                  <a:gd name="connsiteY116" fmla="*/ 11447 h 37047"/>
                  <a:gd name="connsiteX117" fmla="*/ 12113 w 50131"/>
                  <a:gd name="connsiteY117" fmla="*/ 8685 h 37047"/>
                  <a:gd name="connsiteX118" fmla="*/ 14304 w 50131"/>
                  <a:gd name="connsiteY118" fmla="*/ 6684 h 37047"/>
                  <a:gd name="connsiteX119" fmla="*/ 15542 w 50131"/>
                  <a:gd name="connsiteY119" fmla="*/ 6684 h 37047"/>
                  <a:gd name="connsiteX120" fmla="*/ 16495 w 50131"/>
                  <a:gd name="connsiteY120" fmla="*/ 6684 h 37047"/>
                  <a:gd name="connsiteX121" fmla="*/ 20495 w 50131"/>
                  <a:gd name="connsiteY121" fmla="*/ 5827 h 37047"/>
                  <a:gd name="connsiteX122" fmla="*/ 20971 w 50131"/>
                  <a:gd name="connsiteY122" fmla="*/ 5827 h 37047"/>
                  <a:gd name="connsiteX123" fmla="*/ 19257 w 50131"/>
                  <a:gd name="connsiteY123" fmla="*/ 8018 h 37047"/>
                  <a:gd name="connsiteX124" fmla="*/ 19189 w 50131"/>
                  <a:gd name="connsiteY124" fmla="*/ 9094 h 37047"/>
                  <a:gd name="connsiteX125" fmla="*/ 19257 w 50131"/>
                  <a:gd name="connsiteY125" fmla="*/ 9161 h 37047"/>
                  <a:gd name="connsiteX126" fmla="*/ 21067 w 50131"/>
                  <a:gd name="connsiteY126" fmla="*/ 9923 h 37047"/>
                  <a:gd name="connsiteX127" fmla="*/ 21924 w 50131"/>
                  <a:gd name="connsiteY127" fmla="*/ 9923 h 37047"/>
                  <a:gd name="connsiteX128" fmla="*/ 22495 w 50131"/>
                  <a:gd name="connsiteY128" fmla="*/ 8685 h 37047"/>
                  <a:gd name="connsiteX129" fmla="*/ 23638 w 50131"/>
                  <a:gd name="connsiteY129" fmla="*/ 7256 h 37047"/>
                  <a:gd name="connsiteX130" fmla="*/ 26496 w 50131"/>
                  <a:gd name="connsiteY130" fmla="*/ 4875 h 37047"/>
                  <a:gd name="connsiteX131" fmla="*/ 29163 w 50131"/>
                  <a:gd name="connsiteY131" fmla="*/ 2017 h 37047"/>
                  <a:gd name="connsiteX132" fmla="*/ 30592 w 50131"/>
                  <a:gd name="connsiteY132" fmla="*/ 207 h 37047"/>
                  <a:gd name="connsiteX133" fmla="*/ 32020 w 50131"/>
                  <a:gd name="connsiteY133" fmla="*/ 207 h 37047"/>
                  <a:gd name="connsiteX134" fmla="*/ 32782 w 50131"/>
                  <a:gd name="connsiteY134" fmla="*/ 969 h 37047"/>
                  <a:gd name="connsiteX135" fmla="*/ 33449 w 50131"/>
                  <a:gd name="connsiteY135" fmla="*/ 969 h 37047"/>
                  <a:gd name="connsiteX136" fmla="*/ 33449 w 50131"/>
                  <a:gd name="connsiteY136" fmla="*/ 1827 h 37047"/>
                  <a:gd name="connsiteX137" fmla="*/ 32687 w 50131"/>
                  <a:gd name="connsiteY137" fmla="*/ 2874 h 37047"/>
                  <a:gd name="connsiteX138" fmla="*/ 31544 w 50131"/>
                  <a:gd name="connsiteY138" fmla="*/ 4017 h 37047"/>
                  <a:gd name="connsiteX139" fmla="*/ 30877 w 50131"/>
                  <a:gd name="connsiteY139" fmla="*/ 4684 h 37047"/>
                  <a:gd name="connsiteX140" fmla="*/ 30020 w 50131"/>
                  <a:gd name="connsiteY140" fmla="*/ 5351 h 37047"/>
                  <a:gd name="connsiteX141" fmla="*/ 28972 w 50131"/>
                  <a:gd name="connsiteY141" fmla="*/ 6303 h 37047"/>
                  <a:gd name="connsiteX142" fmla="*/ 27162 w 50131"/>
                  <a:gd name="connsiteY142" fmla="*/ 8208 h 37047"/>
                  <a:gd name="connsiteX143" fmla="*/ 26115 w 50131"/>
                  <a:gd name="connsiteY143" fmla="*/ 9637 h 37047"/>
                  <a:gd name="connsiteX144" fmla="*/ 25162 w 50131"/>
                  <a:gd name="connsiteY144" fmla="*/ 10494 h 37047"/>
                  <a:gd name="connsiteX145" fmla="*/ 23638 w 50131"/>
                  <a:gd name="connsiteY145" fmla="*/ 11256 h 37047"/>
                  <a:gd name="connsiteX146" fmla="*/ 23638 w 50131"/>
                  <a:gd name="connsiteY146" fmla="*/ 12304 h 37047"/>
                  <a:gd name="connsiteX147" fmla="*/ 24972 w 50131"/>
                  <a:gd name="connsiteY147" fmla="*/ 13066 h 37047"/>
                  <a:gd name="connsiteX148" fmla="*/ 25924 w 50131"/>
                  <a:gd name="connsiteY148" fmla="*/ 14019 h 37047"/>
                  <a:gd name="connsiteX149" fmla="*/ 27639 w 50131"/>
                  <a:gd name="connsiteY149" fmla="*/ 15257 h 37047"/>
                  <a:gd name="connsiteX150" fmla="*/ 28686 w 50131"/>
                  <a:gd name="connsiteY150" fmla="*/ 15828 h 37047"/>
                  <a:gd name="connsiteX151" fmla="*/ 29734 w 50131"/>
                  <a:gd name="connsiteY151" fmla="*/ 15828 h 37047"/>
                  <a:gd name="connsiteX152" fmla="*/ 30306 w 50131"/>
                  <a:gd name="connsiteY152" fmla="*/ 15828 h 37047"/>
                  <a:gd name="connsiteX153" fmla="*/ 29544 w 50131"/>
                  <a:gd name="connsiteY153" fmla="*/ 14781 h 37047"/>
                  <a:gd name="connsiteX154" fmla="*/ 28401 w 50131"/>
                  <a:gd name="connsiteY154" fmla="*/ 14304 h 37047"/>
                  <a:gd name="connsiteX155" fmla="*/ 28972 w 50131"/>
                  <a:gd name="connsiteY155" fmla="*/ 13352 h 37047"/>
                  <a:gd name="connsiteX156" fmla="*/ 28972 w 50131"/>
                  <a:gd name="connsiteY156" fmla="*/ 12209 h 37047"/>
                  <a:gd name="connsiteX157" fmla="*/ 27734 w 50131"/>
                  <a:gd name="connsiteY157" fmla="*/ 12780 h 37047"/>
                  <a:gd name="connsiteX158" fmla="*/ 26927 w 50131"/>
                  <a:gd name="connsiteY158" fmla="*/ 12831 h 37047"/>
                  <a:gd name="connsiteX159" fmla="*/ 26877 w 50131"/>
                  <a:gd name="connsiteY159" fmla="*/ 12780 h 37047"/>
                  <a:gd name="connsiteX160" fmla="*/ 26019 w 50131"/>
                  <a:gd name="connsiteY160" fmla="*/ 12780 h 37047"/>
                  <a:gd name="connsiteX161" fmla="*/ 26591 w 50131"/>
                  <a:gd name="connsiteY161" fmla="*/ 11256 h 37047"/>
                  <a:gd name="connsiteX162" fmla="*/ 28877 w 50131"/>
                  <a:gd name="connsiteY162" fmla="*/ 9256 h 37047"/>
                  <a:gd name="connsiteX163" fmla="*/ 30115 w 50131"/>
                  <a:gd name="connsiteY163" fmla="*/ 7637 h 37047"/>
                  <a:gd name="connsiteX164" fmla="*/ 32211 w 50131"/>
                  <a:gd name="connsiteY164" fmla="*/ 5541 h 37047"/>
                  <a:gd name="connsiteX165" fmla="*/ 32782 w 50131"/>
                  <a:gd name="connsiteY165" fmla="*/ 4780 h 37047"/>
                  <a:gd name="connsiteX166" fmla="*/ 34306 w 50131"/>
                  <a:gd name="connsiteY166" fmla="*/ 4208 h 37047"/>
                  <a:gd name="connsiteX167" fmla="*/ 35354 w 50131"/>
                  <a:gd name="connsiteY167" fmla="*/ 4208 h 37047"/>
                  <a:gd name="connsiteX168" fmla="*/ 34497 w 50131"/>
                  <a:gd name="connsiteY168" fmla="*/ 5637 h 37047"/>
                  <a:gd name="connsiteX169" fmla="*/ 34021 w 50131"/>
                  <a:gd name="connsiteY169" fmla="*/ 6589 h 37047"/>
                  <a:gd name="connsiteX170" fmla="*/ 31925 w 50131"/>
                  <a:gd name="connsiteY170" fmla="*/ 9161 h 37047"/>
                  <a:gd name="connsiteX171" fmla="*/ 31925 w 50131"/>
                  <a:gd name="connsiteY171" fmla="*/ 10018 h 37047"/>
                  <a:gd name="connsiteX172" fmla="*/ 33068 w 50131"/>
                  <a:gd name="connsiteY172" fmla="*/ 11256 h 37047"/>
                  <a:gd name="connsiteX173" fmla="*/ 33068 w 50131"/>
                  <a:gd name="connsiteY173" fmla="*/ 12304 h 37047"/>
                  <a:gd name="connsiteX174" fmla="*/ 35163 w 50131"/>
                  <a:gd name="connsiteY174" fmla="*/ 12304 h 37047"/>
                  <a:gd name="connsiteX175" fmla="*/ 36021 w 50131"/>
                  <a:gd name="connsiteY175" fmla="*/ 10399 h 37047"/>
                  <a:gd name="connsiteX176" fmla="*/ 34687 w 50131"/>
                  <a:gd name="connsiteY176" fmla="*/ 9732 h 37047"/>
                  <a:gd name="connsiteX177" fmla="*/ 33735 w 50131"/>
                  <a:gd name="connsiteY177" fmla="*/ 9732 h 37047"/>
                  <a:gd name="connsiteX178" fmla="*/ 35163 w 50131"/>
                  <a:gd name="connsiteY178" fmla="*/ 8399 h 37047"/>
                  <a:gd name="connsiteX179" fmla="*/ 36783 w 50131"/>
                  <a:gd name="connsiteY179" fmla="*/ 7637 h 37047"/>
                  <a:gd name="connsiteX180" fmla="*/ 37545 w 50131"/>
                  <a:gd name="connsiteY180" fmla="*/ 6018 h 37047"/>
                  <a:gd name="connsiteX181" fmla="*/ 39164 w 50131"/>
                  <a:gd name="connsiteY181" fmla="*/ 6018 h 37047"/>
                  <a:gd name="connsiteX182" fmla="*/ 39164 w 50131"/>
                  <a:gd name="connsiteY182" fmla="*/ 7637 h 37047"/>
                  <a:gd name="connsiteX183" fmla="*/ 41545 w 50131"/>
                  <a:gd name="connsiteY183" fmla="*/ 7637 h 37047"/>
                  <a:gd name="connsiteX184" fmla="*/ 43736 w 50131"/>
                  <a:gd name="connsiteY184" fmla="*/ 7065 h 37047"/>
                  <a:gd name="connsiteX185" fmla="*/ 44403 w 50131"/>
                  <a:gd name="connsiteY185" fmla="*/ 7637 h 37047"/>
                  <a:gd name="connsiteX186" fmla="*/ 45165 w 50131"/>
                  <a:gd name="connsiteY186" fmla="*/ 8208 h 37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</a:cxnLst>
                <a:rect l="l" t="t" r="r" b="b"/>
                <a:pathLst>
                  <a:path w="50131" h="37047">
                    <a:moveTo>
                      <a:pt x="44498" y="8589"/>
                    </a:moveTo>
                    <a:cubicBezTo>
                      <a:pt x="44730" y="9269"/>
                      <a:pt x="44730" y="10005"/>
                      <a:pt x="44498" y="10685"/>
                    </a:cubicBezTo>
                    <a:cubicBezTo>
                      <a:pt x="44498" y="11352"/>
                      <a:pt x="43260" y="11637"/>
                      <a:pt x="42498" y="11542"/>
                    </a:cubicBezTo>
                    <a:cubicBezTo>
                      <a:pt x="41776" y="11382"/>
                      <a:pt x="41028" y="11382"/>
                      <a:pt x="40307" y="11542"/>
                    </a:cubicBezTo>
                    <a:cubicBezTo>
                      <a:pt x="40307" y="11542"/>
                      <a:pt x="39069" y="12304"/>
                      <a:pt x="39069" y="12590"/>
                    </a:cubicBezTo>
                    <a:cubicBezTo>
                      <a:pt x="39229" y="13085"/>
                      <a:pt x="39229" y="13619"/>
                      <a:pt x="39069" y="14114"/>
                    </a:cubicBezTo>
                    <a:cubicBezTo>
                      <a:pt x="38593" y="14590"/>
                      <a:pt x="37640" y="14114"/>
                      <a:pt x="35068" y="15352"/>
                    </a:cubicBezTo>
                    <a:lnTo>
                      <a:pt x="32592" y="15352"/>
                    </a:lnTo>
                    <a:cubicBezTo>
                      <a:pt x="32116" y="15352"/>
                      <a:pt x="32592" y="16686"/>
                      <a:pt x="33163" y="17257"/>
                    </a:cubicBezTo>
                    <a:cubicBezTo>
                      <a:pt x="33735" y="17828"/>
                      <a:pt x="31925" y="17924"/>
                      <a:pt x="32687" y="18781"/>
                    </a:cubicBezTo>
                    <a:cubicBezTo>
                      <a:pt x="33449" y="19638"/>
                      <a:pt x="34497" y="19543"/>
                      <a:pt x="34878" y="18781"/>
                    </a:cubicBezTo>
                    <a:cubicBezTo>
                      <a:pt x="35259" y="18019"/>
                      <a:pt x="34306" y="17828"/>
                      <a:pt x="34306" y="17448"/>
                    </a:cubicBezTo>
                    <a:cubicBezTo>
                      <a:pt x="34306" y="17067"/>
                      <a:pt x="34973" y="16114"/>
                      <a:pt x="35163" y="16209"/>
                    </a:cubicBezTo>
                    <a:cubicBezTo>
                      <a:pt x="35533" y="16340"/>
                      <a:pt x="35937" y="16340"/>
                      <a:pt x="36306" y="16209"/>
                    </a:cubicBezTo>
                    <a:cubicBezTo>
                      <a:pt x="36307" y="16209"/>
                      <a:pt x="37068" y="16209"/>
                      <a:pt x="37450" y="16209"/>
                    </a:cubicBezTo>
                    <a:cubicBezTo>
                      <a:pt x="37831" y="16209"/>
                      <a:pt x="37450" y="15352"/>
                      <a:pt x="38402" y="15162"/>
                    </a:cubicBezTo>
                    <a:cubicBezTo>
                      <a:pt x="39354" y="14971"/>
                      <a:pt x="39450" y="15162"/>
                      <a:pt x="39735" y="15638"/>
                    </a:cubicBezTo>
                    <a:cubicBezTo>
                      <a:pt x="40021" y="16114"/>
                      <a:pt x="40688" y="15638"/>
                      <a:pt x="41069" y="15638"/>
                    </a:cubicBezTo>
                    <a:lnTo>
                      <a:pt x="42117" y="15066"/>
                    </a:lnTo>
                    <a:cubicBezTo>
                      <a:pt x="42879" y="14400"/>
                      <a:pt x="42117" y="13257"/>
                      <a:pt x="43069" y="12876"/>
                    </a:cubicBezTo>
                    <a:cubicBezTo>
                      <a:pt x="44022" y="12495"/>
                      <a:pt x="47451" y="14495"/>
                      <a:pt x="47927" y="14590"/>
                    </a:cubicBezTo>
                    <a:cubicBezTo>
                      <a:pt x="48403" y="14685"/>
                      <a:pt x="48403" y="14590"/>
                      <a:pt x="48689" y="14590"/>
                    </a:cubicBezTo>
                    <a:cubicBezTo>
                      <a:pt x="49168" y="14664"/>
                      <a:pt x="49569" y="14992"/>
                      <a:pt x="49737" y="15447"/>
                    </a:cubicBezTo>
                    <a:cubicBezTo>
                      <a:pt x="49776" y="16018"/>
                      <a:pt x="49776" y="16591"/>
                      <a:pt x="49737" y="17162"/>
                    </a:cubicBezTo>
                    <a:cubicBezTo>
                      <a:pt x="49744" y="17562"/>
                      <a:pt x="49522" y="17932"/>
                      <a:pt x="49165" y="18114"/>
                    </a:cubicBezTo>
                    <a:cubicBezTo>
                      <a:pt x="49165" y="18114"/>
                      <a:pt x="47736" y="18781"/>
                      <a:pt x="47736" y="19353"/>
                    </a:cubicBezTo>
                    <a:cubicBezTo>
                      <a:pt x="47736" y="19924"/>
                      <a:pt x="46117" y="19353"/>
                      <a:pt x="45165" y="19353"/>
                    </a:cubicBezTo>
                    <a:cubicBezTo>
                      <a:pt x="43783" y="19449"/>
                      <a:pt x="42459" y="19946"/>
                      <a:pt x="41355" y="20781"/>
                    </a:cubicBezTo>
                    <a:lnTo>
                      <a:pt x="40021" y="21353"/>
                    </a:lnTo>
                    <a:lnTo>
                      <a:pt x="38688" y="22115"/>
                    </a:lnTo>
                    <a:cubicBezTo>
                      <a:pt x="38035" y="22357"/>
                      <a:pt x="37448" y="22749"/>
                      <a:pt x="36973" y="23258"/>
                    </a:cubicBezTo>
                    <a:cubicBezTo>
                      <a:pt x="36973" y="23258"/>
                      <a:pt x="36973" y="23829"/>
                      <a:pt x="37450" y="24115"/>
                    </a:cubicBezTo>
                    <a:cubicBezTo>
                      <a:pt x="38021" y="24475"/>
                      <a:pt x="38679" y="24673"/>
                      <a:pt x="39355" y="24687"/>
                    </a:cubicBezTo>
                    <a:lnTo>
                      <a:pt x="40212" y="25544"/>
                    </a:lnTo>
                    <a:cubicBezTo>
                      <a:pt x="40212" y="25544"/>
                      <a:pt x="40212" y="26496"/>
                      <a:pt x="40212" y="26782"/>
                    </a:cubicBezTo>
                    <a:cubicBezTo>
                      <a:pt x="40212" y="27068"/>
                      <a:pt x="40688" y="26782"/>
                      <a:pt x="40783" y="27830"/>
                    </a:cubicBezTo>
                    <a:cubicBezTo>
                      <a:pt x="40878" y="28878"/>
                      <a:pt x="41355" y="28497"/>
                      <a:pt x="40783" y="29068"/>
                    </a:cubicBezTo>
                    <a:cubicBezTo>
                      <a:pt x="40509" y="30039"/>
                      <a:pt x="39944" y="30904"/>
                      <a:pt x="39164" y="31545"/>
                    </a:cubicBezTo>
                    <a:cubicBezTo>
                      <a:pt x="38456" y="32104"/>
                      <a:pt x="37648" y="32524"/>
                      <a:pt x="36783" y="32783"/>
                    </a:cubicBezTo>
                    <a:cubicBezTo>
                      <a:pt x="35466" y="32369"/>
                      <a:pt x="34283" y="31613"/>
                      <a:pt x="33354" y="30592"/>
                    </a:cubicBezTo>
                    <a:cubicBezTo>
                      <a:pt x="33016" y="30269"/>
                      <a:pt x="32581" y="30068"/>
                      <a:pt x="32116" y="30021"/>
                    </a:cubicBezTo>
                    <a:cubicBezTo>
                      <a:pt x="32116" y="30020"/>
                      <a:pt x="31258" y="29259"/>
                      <a:pt x="31163" y="28878"/>
                    </a:cubicBezTo>
                    <a:cubicBezTo>
                      <a:pt x="30854" y="28291"/>
                      <a:pt x="30394" y="27797"/>
                      <a:pt x="29829" y="27449"/>
                    </a:cubicBezTo>
                    <a:cubicBezTo>
                      <a:pt x="28602" y="26704"/>
                      <a:pt x="27157" y="26401"/>
                      <a:pt x="25734" y="26592"/>
                    </a:cubicBezTo>
                    <a:cubicBezTo>
                      <a:pt x="25139" y="26733"/>
                      <a:pt x="24519" y="26733"/>
                      <a:pt x="23924" y="26592"/>
                    </a:cubicBezTo>
                    <a:cubicBezTo>
                      <a:pt x="23165" y="26490"/>
                      <a:pt x="22396" y="26490"/>
                      <a:pt x="21638" y="26592"/>
                    </a:cubicBezTo>
                    <a:cubicBezTo>
                      <a:pt x="20993" y="26743"/>
                      <a:pt x="20421" y="27113"/>
                      <a:pt x="20019" y="27639"/>
                    </a:cubicBezTo>
                    <a:cubicBezTo>
                      <a:pt x="20019" y="27639"/>
                      <a:pt x="20019" y="28211"/>
                      <a:pt x="20019" y="28497"/>
                    </a:cubicBezTo>
                    <a:cubicBezTo>
                      <a:pt x="20616" y="28688"/>
                      <a:pt x="21191" y="28944"/>
                      <a:pt x="21733" y="29259"/>
                    </a:cubicBezTo>
                    <a:cubicBezTo>
                      <a:pt x="21733" y="29259"/>
                      <a:pt x="22686" y="29259"/>
                      <a:pt x="22876" y="29259"/>
                    </a:cubicBezTo>
                    <a:cubicBezTo>
                      <a:pt x="23067" y="29259"/>
                      <a:pt x="22876" y="30402"/>
                      <a:pt x="23448" y="31354"/>
                    </a:cubicBezTo>
                    <a:cubicBezTo>
                      <a:pt x="24019" y="32307"/>
                      <a:pt x="23448" y="32402"/>
                      <a:pt x="24210" y="33259"/>
                    </a:cubicBezTo>
                    <a:cubicBezTo>
                      <a:pt x="24972" y="34116"/>
                      <a:pt x="24686" y="34021"/>
                      <a:pt x="24210" y="34307"/>
                    </a:cubicBezTo>
                    <a:cubicBezTo>
                      <a:pt x="23734" y="34593"/>
                      <a:pt x="23067" y="35259"/>
                      <a:pt x="22495" y="35259"/>
                    </a:cubicBezTo>
                    <a:cubicBezTo>
                      <a:pt x="21997" y="35402"/>
                      <a:pt x="21469" y="35402"/>
                      <a:pt x="20971" y="35259"/>
                    </a:cubicBezTo>
                    <a:cubicBezTo>
                      <a:pt x="20467" y="34802"/>
                      <a:pt x="19926" y="34387"/>
                      <a:pt x="19352" y="34021"/>
                    </a:cubicBezTo>
                    <a:lnTo>
                      <a:pt x="18114" y="33354"/>
                    </a:lnTo>
                    <a:cubicBezTo>
                      <a:pt x="17637" y="33354"/>
                      <a:pt x="15637" y="31545"/>
                      <a:pt x="14970" y="32021"/>
                    </a:cubicBezTo>
                    <a:cubicBezTo>
                      <a:pt x="14525" y="32587"/>
                      <a:pt x="14048" y="33128"/>
                      <a:pt x="13542" y="33640"/>
                    </a:cubicBezTo>
                    <a:cubicBezTo>
                      <a:pt x="13542" y="33640"/>
                      <a:pt x="12589" y="34402"/>
                      <a:pt x="12018" y="34688"/>
                    </a:cubicBezTo>
                    <a:cubicBezTo>
                      <a:pt x="11331" y="34976"/>
                      <a:pt x="10690" y="35361"/>
                      <a:pt x="10113" y="35831"/>
                    </a:cubicBezTo>
                    <a:cubicBezTo>
                      <a:pt x="10113" y="36307"/>
                      <a:pt x="8684" y="35831"/>
                      <a:pt x="8589" y="35831"/>
                    </a:cubicBezTo>
                    <a:cubicBezTo>
                      <a:pt x="8493" y="35831"/>
                      <a:pt x="6303" y="37355"/>
                      <a:pt x="5255" y="36783"/>
                    </a:cubicBezTo>
                    <a:cubicBezTo>
                      <a:pt x="4207" y="36212"/>
                      <a:pt x="3636" y="36021"/>
                      <a:pt x="3160" y="35640"/>
                    </a:cubicBezTo>
                    <a:cubicBezTo>
                      <a:pt x="2653" y="35243"/>
                      <a:pt x="2111" y="34892"/>
                      <a:pt x="1540" y="34593"/>
                    </a:cubicBezTo>
                    <a:cubicBezTo>
                      <a:pt x="722" y="34129"/>
                      <a:pt x="59" y="33433"/>
                      <a:pt x="-365" y="32593"/>
                    </a:cubicBezTo>
                    <a:cubicBezTo>
                      <a:pt x="-365" y="32592"/>
                      <a:pt x="397" y="31735"/>
                      <a:pt x="778" y="31354"/>
                    </a:cubicBezTo>
                    <a:cubicBezTo>
                      <a:pt x="1159" y="30973"/>
                      <a:pt x="778" y="28116"/>
                      <a:pt x="778" y="27735"/>
                    </a:cubicBezTo>
                    <a:cubicBezTo>
                      <a:pt x="778" y="27353"/>
                      <a:pt x="1635" y="27735"/>
                      <a:pt x="2302" y="28306"/>
                    </a:cubicBezTo>
                    <a:cubicBezTo>
                      <a:pt x="3184" y="29026"/>
                      <a:pt x="4106" y="29693"/>
                      <a:pt x="5065" y="30306"/>
                    </a:cubicBezTo>
                    <a:cubicBezTo>
                      <a:pt x="6398" y="31068"/>
                      <a:pt x="8875" y="29544"/>
                      <a:pt x="10303" y="29163"/>
                    </a:cubicBezTo>
                    <a:cubicBezTo>
                      <a:pt x="11732" y="28782"/>
                      <a:pt x="11160" y="28592"/>
                      <a:pt x="10303" y="27925"/>
                    </a:cubicBezTo>
                    <a:cubicBezTo>
                      <a:pt x="9655" y="27323"/>
                      <a:pt x="8954" y="26781"/>
                      <a:pt x="8208" y="26306"/>
                    </a:cubicBezTo>
                    <a:lnTo>
                      <a:pt x="6112" y="24782"/>
                    </a:lnTo>
                    <a:cubicBezTo>
                      <a:pt x="6112" y="24306"/>
                      <a:pt x="4302" y="23925"/>
                      <a:pt x="4112" y="23734"/>
                    </a:cubicBezTo>
                    <a:cubicBezTo>
                      <a:pt x="3921" y="23544"/>
                      <a:pt x="3064" y="23067"/>
                      <a:pt x="3160" y="22020"/>
                    </a:cubicBezTo>
                    <a:cubicBezTo>
                      <a:pt x="3255" y="20972"/>
                      <a:pt x="3160" y="21353"/>
                      <a:pt x="3160" y="21067"/>
                    </a:cubicBezTo>
                    <a:cubicBezTo>
                      <a:pt x="3160" y="20781"/>
                      <a:pt x="3826" y="20210"/>
                      <a:pt x="4112" y="19924"/>
                    </a:cubicBezTo>
                    <a:cubicBezTo>
                      <a:pt x="4598" y="19523"/>
                      <a:pt x="5145" y="19202"/>
                      <a:pt x="5731" y="18971"/>
                    </a:cubicBezTo>
                    <a:cubicBezTo>
                      <a:pt x="6675" y="18800"/>
                      <a:pt x="7647" y="19043"/>
                      <a:pt x="8398" y="19638"/>
                    </a:cubicBezTo>
                    <a:cubicBezTo>
                      <a:pt x="8398" y="19638"/>
                      <a:pt x="9065" y="20972"/>
                      <a:pt x="9256" y="21162"/>
                    </a:cubicBezTo>
                    <a:cubicBezTo>
                      <a:pt x="9446" y="21353"/>
                      <a:pt x="10589" y="21162"/>
                      <a:pt x="11160" y="21734"/>
                    </a:cubicBezTo>
                    <a:cubicBezTo>
                      <a:pt x="11795" y="22026"/>
                      <a:pt x="12401" y="22377"/>
                      <a:pt x="12970" y="22781"/>
                    </a:cubicBezTo>
                    <a:cubicBezTo>
                      <a:pt x="13366" y="23053"/>
                      <a:pt x="13825" y="23217"/>
                      <a:pt x="14304" y="23258"/>
                    </a:cubicBezTo>
                    <a:cubicBezTo>
                      <a:pt x="14533" y="23417"/>
                      <a:pt x="14837" y="23417"/>
                      <a:pt x="15066" y="23258"/>
                    </a:cubicBezTo>
                    <a:cubicBezTo>
                      <a:pt x="15066" y="23258"/>
                      <a:pt x="16018" y="22496"/>
                      <a:pt x="16304" y="22401"/>
                    </a:cubicBezTo>
                    <a:lnTo>
                      <a:pt x="17828" y="21734"/>
                    </a:lnTo>
                    <a:cubicBezTo>
                      <a:pt x="17828" y="21734"/>
                      <a:pt x="17828" y="21067"/>
                      <a:pt x="17066" y="20781"/>
                    </a:cubicBezTo>
                    <a:cubicBezTo>
                      <a:pt x="16567" y="20648"/>
                      <a:pt x="16041" y="20648"/>
                      <a:pt x="15542" y="20781"/>
                    </a:cubicBezTo>
                    <a:cubicBezTo>
                      <a:pt x="15005" y="20738"/>
                      <a:pt x="14484" y="20575"/>
                      <a:pt x="14018" y="20305"/>
                    </a:cubicBezTo>
                    <a:cubicBezTo>
                      <a:pt x="13640" y="20085"/>
                      <a:pt x="13340" y="19752"/>
                      <a:pt x="13161" y="19353"/>
                    </a:cubicBezTo>
                    <a:cubicBezTo>
                      <a:pt x="13161" y="18781"/>
                      <a:pt x="13161" y="18591"/>
                      <a:pt x="13161" y="18210"/>
                    </a:cubicBezTo>
                    <a:cubicBezTo>
                      <a:pt x="13562" y="17766"/>
                      <a:pt x="14097" y="17465"/>
                      <a:pt x="14685" y="17352"/>
                    </a:cubicBezTo>
                    <a:cubicBezTo>
                      <a:pt x="14685" y="17352"/>
                      <a:pt x="16304" y="16019"/>
                      <a:pt x="17828" y="16114"/>
                    </a:cubicBezTo>
                    <a:cubicBezTo>
                      <a:pt x="19352" y="16209"/>
                      <a:pt x="18685" y="17257"/>
                      <a:pt x="19161" y="17448"/>
                    </a:cubicBezTo>
                    <a:lnTo>
                      <a:pt x="20019" y="17448"/>
                    </a:lnTo>
                    <a:lnTo>
                      <a:pt x="21257" y="18591"/>
                    </a:lnTo>
                    <a:cubicBezTo>
                      <a:pt x="21802" y="18982"/>
                      <a:pt x="22375" y="19332"/>
                      <a:pt x="22971" y="19638"/>
                    </a:cubicBezTo>
                    <a:cubicBezTo>
                      <a:pt x="22971" y="19638"/>
                      <a:pt x="23638" y="20400"/>
                      <a:pt x="24115" y="20495"/>
                    </a:cubicBezTo>
                    <a:lnTo>
                      <a:pt x="25258" y="21162"/>
                    </a:lnTo>
                    <a:cubicBezTo>
                      <a:pt x="25258" y="21162"/>
                      <a:pt x="25829" y="21162"/>
                      <a:pt x="26115" y="21162"/>
                    </a:cubicBezTo>
                    <a:cubicBezTo>
                      <a:pt x="26401" y="21162"/>
                      <a:pt x="27067" y="22115"/>
                      <a:pt x="27258" y="22401"/>
                    </a:cubicBezTo>
                    <a:cubicBezTo>
                      <a:pt x="27626" y="22696"/>
                      <a:pt x="27976" y="23014"/>
                      <a:pt x="28305" y="23353"/>
                    </a:cubicBezTo>
                    <a:cubicBezTo>
                      <a:pt x="28431" y="23811"/>
                      <a:pt x="28659" y="24234"/>
                      <a:pt x="28972" y="24591"/>
                    </a:cubicBezTo>
                    <a:cubicBezTo>
                      <a:pt x="28972" y="24591"/>
                      <a:pt x="30401" y="25068"/>
                      <a:pt x="30687" y="25258"/>
                    </a:cubicBezTo>
                    <a:cubicBezTo>
                      <a:pt x="30973" y="25449"/>
                      <a:pt x="32306" y="25258"/>
                      <a:pt x="32496" y="24782"/>
                    </a:cubicBezTo>
                    <a:cubicBezTo>
                      <a:pt x="32035" y="24250"/>
                      <a:pt x="31488" y="23799"/>
                      <a:pt x="30877" y="23448"/>
                    </a:cubicBezTo>
                    <a:cubicBezTo>
                      <a:pt x="30401" y="23449"/>
                      <a:pt x="29449" y="22115"/>
                      <a:pt x="29163" y="22020"/>
                    </a:cubicBezTo>
                    <a:cubicBezTo>
                      <a:pt x="28114" y="21467"/>
                      <a:pt x="27202" y="20686"/>
                      <a:pt x="26496" y="19734"/>
                    </a:cubicBezTo>
                    <a:cubicBezTo>
                      <a:pt x="26108" y="19300"/>
                      <a:pt x="25617" y="18972"/>
                      <a:pt x="25067" y="18781"/>
                    </a:cubicBezTo>
                    <a:cubicBezTo>
                      <a:pt x="24548" y="18495"/>
                      <a:pt x="24067" y="18143"/>
                      <a:pt x="23638" y="17733"/>
                    </a:cubicBezTo>
                    <a:lnTo>
                      <a:pt x="21448" y="15924"/>
                    </a:lnTo>
                    <a:cubicBezTo>
                      <a:pt x="20138" y="14907"/>
                      <a:pt x="18696" y="14073"/>
                      <a:pt x="17161" y="13447"/>
                    </a:cubicBezTo>
                    <a:cubicBezTo>
                      <a:pt x="16276" y="13329"/>
                      <a:pt x="15379" y="13329"/>
                      <a:pt x="14494" y="13447"/>
                    </a:cubicBezTo>
                    <a:lnTo>
                      <a:pt x="15066" y="13447"/>
                    </a:lnTo>
                    <a:cubicBezTo>
                      <a:pt x="13446" y="13447"/>
                      <a:pt x="12018" y="13447"/>
                      <a:pt x="11065" y="12685"/>
                    </a:cubicBezTo>
                    <a:cubicBezTo>
                      <a:pt x="10598" y="12469"/>
                      <a:pt x="10387" y="11921"/>
                      <a:pt x="10589" y="11447"/>
                    </a:cubicBezTo>
                    <a:cubicBezTo>
                      <a:pt x="10893" y="10428"/>
                      <a:pt x="11413" y="9486"/>
                      <a:pt x="12113" y="8685"/>
                    </a:cubicBezTo>
                    <a:cubicBezTo>
                      <a:pt x="12780" y="8018"/>
                      <a:pt x="13351" y="8685"/>
                      <a:pt x="14304" y="6684"/>
                    </a:cubicBezTo>
                    <a:cubicBezTo>
                      <a:pt x="14687" y="6463"/>
                      <a:pt x="15159" y="6463"/>
                      <a:pt x="15542" y="6684"/>
                    </a:cubicBezTo>
                    <a:cubicBezTo>
                      <a:pt x="15855" y="6765"/>
                      <a:pt x="16182" y="6765"/>
                      <a:pt x="16495" y="6684"/>
                    </a:cubicBezTo>
                    <a:cubicBezTo>
                      <a:pt x="17733" y="6684"/>
                      <a:pt x="18971" y="6113"/>
                      <a:pt x="20495" y="5827"/>
                    </a:cubicBezTo>
                    <a:cubicBezTo>
                      <a:pt x="20495" y="5827"/>
                      <a:pt x="20495" y="5827"/>
                      <a:pt x="20971" y="5827"/>
                    </a:cubicBezTo>
                    <a:cubicBezTo>
                      <a:pt x="20473" y="6612"/>
                      <a:pt x="19899" y="7346"/>
                      <a:pt x="19257" y="8018"/>
                    </a:cubicBezTo>
                    <a:cubicBezTo>
                      <a:pt x="18941" y="8297"/>
                      <a:pt x="18911" y="8778"/>
                      <a:pt x="19189" y="9094"/>
                    </a:cubicBezTo>
                    <a:cubicBezTo>
                      <a:pt x="19210" y="9117"/>
                      <a:pt x="19233" y="9140"/>
                      <a:pt x="19257" y="9161"/>
                    </a:cubicBezTo>
                    <a:cubicBezTo>
                      <a:pt x="19828" y="9486"/>
                      <a:pt x="20435" y="9741"/>
                      <a:pt x="21067" y="9923"/>
                    </a:cubicBezTo>
                    <a:cubicBezTo>
                      <a:pt x="21332" y="10076"/>
                      <a:pt x="21659" y="10076"/>
                      <a:pt x="21924" y="9923"/>
                    </a:cubicBezTo>
                    <a:cubicBezTo>
                      <a:pt x="21924" y="9923"/>
                      <a:pt x="21924" y="8970"/>
                      <a:pt x="22495" y="8685"/>
                    </a:cubicBezTo>
                    <a:cubicBezTo>
                      <a:pt x="22774" y="8135"/>
                      <a:pt x="23163" y="7648"/>
                      <a:pt x="23638" y="7256"/>
                    </a:cubicBezTo>
                    <a:cubicBezTo>
                      <a:pt x="24532" y="6394"/>
                      <a:pt x="25487" y="5598"/>
                      <a:pt x="26496" y="4875"/>
                    </a:cubicBezTo>
                    <a:cubicBezTo>
                      <a:pt x="27258" y="4399"/>
                      <a:pt x="27543" y="3446"/>
                      <a:pt x="29163" y="2017"/>
                    </a:cubicBezTo>
                    <a:cubicBezTo>
                      <a:pt x="30782" y="588"/>
                      <a:pt x="30687" y="398"/>
                      <a:pt x="30592" y="207"/>
                    </a:cubicBezTo>
                    <a:cubicBezTo>
                      <a:pt x="30496" y="17"/>
                      <a:pt x="31544" y="-459"/>
                      <a:pt x="32020" y="207"/>
                    </a:cubicBezTo>
                    <a:cubicBezTo>
                      <a:pt x="32496" y="874"/>
                      <a:pt x="32592" y="779"/>
                      <a:pt x="32782" y="969"/>
                    </a:cubicBezTo>
                    <a:cubicBezTo>
                      <a:pt x="32973" y="1160"/>
                      <a:pt x="33354" y="969"/>
                      <a:pt x="33449" y="969"/>
                    </a:cubicBezTo>
                    <a:cubicBezTo>
                      <a:pt x="33625" y="1228"/>
                      <a:pt x="33625" y="1568"/>
                      <a:pt x="33449" y="1827"/>
                    </a:cubicBezTo>
                    <a:cubicBezTo>
                      <a:pt x="33449" y="2303"/>
                      <a:pt x="32877" y="2398"/>
                      <a:pt x="32687" y="2874"/>
                    </a:cubicBezTo>
                    <a:cubicBezTo>
                      <a:pt x="32496" y="3351"/>
                      <a:pt x="31639" y="3636"/>
                      <a:pt x="31544" y="4017"/>
                    </a:cubicBezTo>
                    <a:cubicBezTo>
                      <a:pt x="31449" y="4399"/>
                      <a:pt x="31544" y="4684"/>
                      <a:pt x="30877" y="4684"/>
                    </a:cubicBezTo>
                    <a:cubicBezTo>
                      <a:pt x="30210" y="4684"/>
                      <a:pt x="30210" y="5256"/>
                      <a:pt x="30020" y="5351"/>
                    </a:cubicBezTo>
                    <a:cubicBezTo>
                      <a:pt x="29693" y="5692"/>
                      <a:pt x="29343" y="6010"/>
                      <a:pt x="28972" y="6303"/>
                    </a:cubicBezTo>
                    <a:lnTo>
                      <a:pt x="27162" y="8208"/>
                    </a:lnTo>
                    <a:cubicBezTo>
                      <a:pt x="27162" y="8208"/>
                      <a:pt x="27162" y="9161"/>
                      <a:pt x="26115" y="9637"/>
                    </a:cubicBezTo>
                    <a:lnTo>
                      <a:pt x="25162" y="10494"/>
                    </a:lnTo>
                    <a:cubicBezTo>
                      <a:pt x="24591" y="10970"/>
                      <a:pt x="23829" y="10494"/>
                      <a:pt x="23638" y="11256"/>
                    </a:cubicBezTo>
                    <a:cubicBezTo>
                      <a:pt x="23495" y="11591"/>
                      <a:pt x="23495" y="11969"/>
                      <a:pt x="23638" y="12304"/>
                    </a:cubicBezTo>
                    <a:cubicBezTo>
                      <a:pt x="23638" y="12304"/>
                      <a:pt x="24686" y="12876"/>
                      <a:pt x="24972" y="13066"/>
                    </a:cubicBezTo>
                    <a:cubicBezTo>
                      <a:pt x="25240" y="13430"/>
                      <a:pt x="25561" y="13751"/>
                      <a:pt x="25924" y="14019"/>
                    </a:cubicBezTo>
                    <a:lnTo>
                      <a:pt x="27639" y="15257"/>
                    </a:lnTo>
                    <a:lnTo>
                      <a:pt x="28686" y="15828"/>
                    </a:lnTo>
                    <a:lnTo>
                      <a:pt x="29734" y="15828"/>
                    </a:lnTo>
                    <a:cubicBezTo>
                      <a:pt x="29915" y="15914"/>
                      <a:pt x="30125" y="15914"/>
                      <a:pt x="30306" y="15828"/>
                    </a:cubicBezTo>
                    <a:cubicBezTo>
                      <a:pt x="30306" y="15257"/>
                      <a:pt x="30306" y="15066"/>
                      <a:pt x="29544" y="14781"/>
                    </a:cubicBezTo>
                    <a:cubicBezTo>
                      <a:pt x="28782" y="14495"/>
                      <a:pt x="28401" y="14781"/>
                      <a:pt x="28401" y="14304"/>
                    </a:cubicBezTo>
                    <a:cubicBezTo>
                      <a:pt x="28401" y="13828"/>
                      <a:pt x="28401" y="13542"/>
                      <a:pt x="28972" y="13352"/>
                    </a:cubicBezTo>
                    <a:cubicBezTo>
                      <a:pt x="29544" y="13161"/>
                      <a:pt x="29639" y="12495"/>
                      <a:pt x="28972" y="12209"/>
                    </a:cubicBezTo>
                    <a:cubicBezTo>
                      <a:pt x="28306" y="11923"/>
                      <a:pt x="28020" y="12209"/>
                      <a:pt x="27734" y="12780"/>
                    </a:cubicBezTo>
                    <a:cubicBezTo>
                      <a:pt x="27525" y="13017"/>
                      <a:pt x="27164" y="13040"/>
                      <a:pt x="26927" y="12831"/>
                    </a:cubicBezTo>
                    <a:cubicBezTo>
                      <a:pt x="26909" y="12815"/>
                      <a:pt x="26892" y="12798"/>
                      <a:pt x="26877" y="12780"/>
                    </a:cubicBezTo>
                    <a:cubicBezTo>
                      <a:pt x="26877" y="12780"/>
                      <a:pt x="26115" y="12780"/>
                      <a:pt x="26019" y="12780"/>
                    </a:cubicBezTo>
                    <a:cubicBezTo>
                      <a:pt x="25842" y="12202"/>
                      <a:pt x="26076" y="11576"/>
                      <a:pt x="26591" y="11256"/>
                    </a:cubicBezTo>
                    <a:cubicBezTo>
                      <a:pt x="27308" y="10540"/>
                      <a:pt x="28072" y="9871"/>
                      <a:pt x="28877" y="9256"/>
                    </a:cubicBezTo>
                    <a:cubicBezTo>
                      <a:pt x="29353" y="9256"/>
                      <a:pt x="29734" y="7923"/>
                      <a:pt x="30115" y="7637"/>
                    </a:cubicBezTo>
                    <a:cubicBezTo>
                      <a:pt x="30862" y="6989"/>
                      <a:pt x="31563" y="6289"/>
                      <a:pt x="32211" y="5541"/>
                    </a:cubicBezTo>
                    <a:cubicBezTo>
                      <a:pt x="32417" y="5300"/>
                      <a:pt x="32608" y="5045"/>
                      <a:pt x="32782" y="4780"/>
                    </a:cubicBezTo>
                    <a:cubicBezTo>
                      <a:pt x="33203" y="4409"/>
                      <a:pt x="33745" y="4205"/>
                      <a:pt x="34306" y="4208"/>
                    </a:cubicBezTo>
                    <a:cubicBezTo>
                      <a:pt x="34649" y="4115"/>
                      <a:pt x="35011" y="4115"/>
                      <a:pt x="35354" y="4208"/>
                    </a:cubicBezTo>
                    <a:cubicBezTo>
                      <a:pt x="35354" y="4208"/>
                      <a:pt x="35354" y="5160"/>
                      <a:pt x="34497" y="5637"/>
                    </a:cubicBezTo>
                    <a:cubicBezTo>
                      <a:pt x="34213" y="5874"/>
                      <a:pt x="34040" y="6219"/>
                      <a:pt x="34021" y="6589"/>
                    </a:cubicBezTo>
                    <a:cubicBezTo>
                      <a:pt x="33410" y="7514"/>
                      <a:pt x="32708" y="8376"/>
                      <a:pt x="31925" y="9161"/>
                    </a:cubicBezTo>
                    <a:cubicBezTo>
                      <a:pt x="31449" y="9161"/>
                      <a:pt x="31925" y="9637"/>
                      <a:pt x="31925" y="10018"/>
                    </a:cubicBezTo>
                    <a:cubicBezTo>
                      <a:pt x="31925" y="10399"/>
                      <a:pt x="32973" y="10780"/>
                      <a:pt x="33068" y="11256"/>
                    </a:cubicBezTo>
                    <a:cubicBezTo>
                      <a:pt x="33163" y="11733"/>
                      <a:pt x="33068" y="12114"/>
                      <a:pt x="33068" y="12304"/>
                    </a:cubicBezTo>
                    <a:cubicBezTo>
                      <a:pt x="33068" y="12495"/>
                      <a:pt x="34783" y="12304"/>
                      <a:pt x="35163" y="12304"/>
                    </a:cubicBezTo>
                    <a:cubicBezTo>
                      <a:pt x="35544" y="12304"/>
                      <a:pt x="36211" y="10685"/>
                      <a:pt x="36021" y="10399"/>
                    </a:cubicBezTo>
                    <a:cubicBezTo>
                      <a:pt x="35830" y="10113"/>
                      <a:pt x="35163" y="10399"/>
                      <a:pt x="34687" y="9732"/>
                    </a:cubicBezTo>
                    <a:cubicBezTo>
                      <a:pt x="34211" y="9066"/>
                      <a:pt x="33925" y="9732"/>
                      <a:pt x="33735" y="9732"/>
                    </a:cubicBezTo>
                    <a:cubicBezTo>
                      <a:pt x="33544" y="9732"/>
                      <a:pt x="34497" y="8494"/>
                      <a:pt x="35163" y="8399"/>
                    </a:cubicBezTo>
                    <a:cubicBezTo>
                      <a:pt x="35758" y="8284"/>
                      <a:pt x="36315" y="8022"/>
                      <a:pt x="36783" y="7637"/>
                    </a:cubicBezTo>
                    <a:cubicBezTo>
                      <a:pt x="37259" y="7161"/>
                      <a:pt x="37354" y="6208"/>
                      <a:pt x="37545" y="6018"/>
                    </a:cubicBezTo>
                    <a:cubicBezTo>
                      <a:pt x="38068" y="5828"/>
                      <a:pt x="38641" y="5828"/>
                      <a:pt x="39164" y="6018"/>
                    </a:cubicBezTo>
                    <a:cubicBezTo>
                      <a:pt x="39164" y="6018"/>
                      <a:pt x="39164" y="7256"/>
                      <a:pt x="39164" y="7637"/>
                    </a:cubicBezTo>
                    <a:cubicBezTo>
                      <a:pt x="39944" y="7843"/>
                      <a:pt x="40765" y="7843"/>
                      <a:pt x="41545" y="7637"/>
                    </a:cubicBezTo>
                    <a:cubicBezTo>
                      <a:pt x="42021" y="7637"/>
                      <a:pt x="43069" y="6780"/>
                      <a:pt x="43736" y="7065"/>
                    </a:cubicBezTo>
                    <a:cubicBezTo>
                      <a:pt x="44403" y="7351"/>
                      <a:pt x="43736" y="7637"/>
                      <a:pt x="44403" y="7637"/>
                    </a:cubicBezTo>
                    <a:lnTo>
                      <a:pt x="45165" y="8208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8" name="任意多边形: 形状 317"/>
              <p:cNvSpPr/>
              <p:nvPr/>
            </p:nvSpPr>
            <p:spPr>
              <a:xfrm>
                <a:off x="2084843" y="2633214"/>
                <a:ext cx="57205" cy="89346"/>
              </a:xfrm>
              <a:custGeom>
                <a:avLst/>
                <a:gdLst>
                  <a:gd name="connsiteX0" fmla="*/ -365 w 22388"/>
                  <a:gd name="connsiteY0" fmla="*/ 3579 h 34967"/>
                  <a:gd name="connsiteX1" fmla="*/ 873 w 22388"/>
                  <a:gd name="connsiteY1" fmla="*/ 3579 h 34967"/>
                  <a:gd name="connsiteX2" fmla="*/ 2302 w 22388"/>
                  <a:gd name="connsiteY2" fmla="*/ 2341 h 34967"/>
                  <a:gd name="connsiteX3" fmla="*/ 3540 w 22388"/>
                  <a:gd name="connsiteY3" fmla="*/ 1007 h 34967"/>
                  <a:gd name="connsiteX4" fmla="*/ 4588 w 22388"/>
                  <a:gd name="connsiteY4" fmla="*/ 340 h 34967"/>
                  <a:gd name="connsiteX5" fmla="*/ 5731 w 22388"/>
                  <a:gd name="connsiteY5" fmla="*/ -136 h 34967"/>
                  <a:gd name="connsiteX6" fmla="*/ 7826 w 22388"/>
                  <a:gd name="connsiteY6" fmla="*/ -136 h 34967"/>
                  <a:gd name="connsiteX7" fmla="*/ 8684 w 22388"/>
                  <a:gd name="connsiteY7" fmla="*/ 722 h 34967"/>
                  <a:gd name="connsiteX8" fmla="*/ 9922 w 22388"/>
                  <a:gd name="connsiteY8" fmla="*/ 2055 h 34967"/>
                  <a:gd name="connsiteX9" fmla="*/ 10684 w 22388"/>
                  <a:gd name="connsiteY9" fmla="*/ 4055 h 34967"/>
                  <a:gd name="connsiteX10" fmla="*/ 12017 w 22388"/>
                  <a:gd name="connsiteY10" fmla="*/ 5674 h 34967"/>
                  <a:gd name="connsiteX11" fmla="*/ 14589 w 22388"/>
                  <a:gd name="connsiteY11" fmla="*/ 8341 h 34967"/>
                  <a:gd name="connsiteX12" fmla="*/ 16018 w 22388"/>
                  <a:gd name="connsiteY12" fmla="*/ 10056 h 34967"/>
                  <a:gd name="connsiteX13" fmla="*/ 17351 w 22388"/>
                  <a:gd name="connsiteY13" fmla="*/ 11485 h 34967"/>
                  <a:gd name="connsiteX14" fmla="*/ 18590 w 22388"/>
                  <a:gd name="connsiteY14" fmla="*/ 12056 h 34967"/>
                  <a:gd name="connsiteX15" fmla="*/ 19161 w 22388"/>
                  <a:gd name="connsiteY15" fmla="*/ 12056 h 34967"/>
                  <a:gd name="connsiteX16" fmla="*/ 20209 w 22388"/>
                  <a:gd name="connsiteY16" fmla="*/ 12723 h 34967"/>
                  <a:gd name="connsiteX17" fmla="*/ 21542 w 22388"/>
                  <a:gd name="connsiteY17" fmla="*/ 14914 h 34967"/>
                  <a:gd name="connsiteX18" fmla="*/ 22019 w 22388"/>
                  <a:gd name="connsiteY18" fmla="*/ 16533 h 34967"/>
                  <a:gd name="connsiteX19" fmla="*/ 21352 w 22388"/>
                  <a:gd name="connsiteY19" fmla="*/ 19581 h 34967"/>
                  <a:gd name="connsiteX20" fmla="*/ 21352 w 22388"/>
                  <a:gd name="connsiteY20" fmla="*/ 22819 h 34967"/>
                  <a:gd name="connsiteX21" fmla="*/ 20495 w 22388"/>
                  <a:gd name="connsiteY21" fmla="*/ 25296 h 34967"/>
                  <a:gd name="connsiteX22" fmla="*/ 19733 w 22388"/>
                  <a:gd name="connsiteY22" fmla="*/ 28915 h 34967"/>
                  <a:gd name="connsiteX23" fmla="*/ 18971 w 22388"/>
                  <a:gd name="connsiteY23" fmla="*/ 30916 h 34967"/>
                  <a:gd name="connsiteX24" fmla="*/ 18971 w 22388"/>
                  <a:gd name="connsiteY24" fmla="*/ 34535 h 34967"/>
                  <a:gd name="connsiteX25" fmla="*/ 16304 w 22388"/>
                  <a:gd name="connsiteY25" fmla="*/ 34535 h 34967"/>
                  <a:gd name="connsiteX26" fmla="*/ 14780 w 22388"/>
                  <a:gd name="connsiteY26" fmla="*/ 34535 h 34967"/>
                  <a:gd name="connsiteX27" fmla="*/ 13446 w 22388"/>
                  <a:gd name="connsiteY27" fmla="*/ 33773 h 34967"/>
                  <a:gd name="connsiteX28" fmla="*/ 12113 w 22388"/>
                  <a:gd name="connsiteY28" fmla="*/ 33106 h 34967"/>
                  <a:gd name="connsiteX29" fmla="*/ 12113 w 22388"/>
                  <a:gd name="connsiteY29" fmla="*/ 31868 h 34967"/>
                  <a:gd name="connsiteX30" fmla="*/ 12779 w 22388"/>
                  <a:gd name="connsiteY30" fmla="*/ 30916 h 34967"/>
                  <a:gd name="connsiteX31" fmla="*/ 13255 w 22388"/>
                  <a:gd name="connsiteY31" fmla="*/ 28915 h 34967"/>
                  <a:gd name="connsiteX32" fmla="*/ 14017 w 22388"/>
                  <a:gd name="connsiteY32" fmla="*/ 27010 h 34967"/>
                  <a:gd name="connsiteX33" fmla="*/ 14970 w 22388"/>
                  <a:gd name="connsiteY33" fmla="*/ 23295 h 34967"/>
                  <a:gd name="connsiteX34" fmla="*/ 14970 w 22388"/>
                  <a:gd name="connsiteY34" fmla="*/ 21105 h 34967"/>
                  <a:gd name="connsiteX35" fmla="*/ 12303 w 22388"/>
                  <a:gd name="connsiteY35" fmla="*/ 18819 h 34967"/>
                  <a:gd name="connsiteX36" fmla="*/ 11351 w 22388"/>
                  <a:gd name="connsiteY36" fmla="*/ 18819 h 34967"/>
                  <a:gd name="connsiteX37" fmla="*/ 10493 w 22388"/>
                  <a:gd name="connsiteY37" fmla="*/ 20153 h 34967"/>
                  <a:gd name="connsiteX38" fmla="*/ 9827 w 22388"/>
                  <a:gd name="connsiteY38" fmla="*/ 21581 h 34967"/>
                  <a:gd name="connsiteX39" fmla="*/ 9160 w 22388"/>
                  <a:gd name="connsiteY39" fmla="*/ 22534 h 34967"/>
                  <a:gd name="connsiteX40" fmla="*/ 8303 w 22388"/>
                  <a:gd name="connsiteY40" fmla="*/ 22534 h 34967"/>
                  <a:gd name="connsiteX41" fmla="*/ 6683 w 22388"/>
                  <a:gd name="connsiteY41" fmla="*/ 21486 h 34967"/>
                  <a:gd name="connsiteX42" fmla="*/ 5540 w 22388"/>
                  <a:gd name="connsiteY42" fmla="*/ 20914 h 34967"/>
                  <a:gd name="connsiteX43" fmla="*/ 3826 w 22388"/>
                  <a:gd name="connsiteY43" fmla="*/ 19009 h 34967"/>
                  <a:gd name="connsiteX44" fmla="*/ 3826 w 22388"/>
                  <a:gd name="connsiteY44" fmla="*/ 16914 h 34967"/>
                  <a:gd name="connsiteX45" fmla="*/ 4778 w 22388"/>
                  <a:gd name="connsiteY45" fmla="*/ 14914 h 34967"/>
                  <a:gd name="connsiteX46" fmla="*/ 5731 w 22388"/>
                  <a:gd name="connsiteY46" fmla="*/ 13771 h 34967"/>
                  <a:gd name="connsiteX47" fmla="*/ 6493 w 22388"/>
                  <a:gd name="connsiteY47" fmla="*/ 11580 h 34967"/>
                  <a:gd name="connsiteX48" fmla="*/ 5731 w 22388"/>
                  <a:gd name="connsiteY48" fmla="*/ 9580 h 34967"/>
                  <a:gd name="connsiteX49" fmla="*/ 3159 w 22388"/>
                  <a:gd name="connsiteY49" fmla="*/ 6246 h 34967"/>
                  <a:gd name="connsiteX50" fmla="*/ 588 w 22388"/>
                  <a:gd name="connsiteY50" fmla="*/ 5198 h 34967"/>
                  <a:gd name="connsiteX51" fmla="*/ 16 w 22388"/>
                  <a:gd name="connsiteY51" fmla="*/ 4722 h 34967"/>
                  <a:gd name="connsiteX52" fmla="*/ 16 w 22388"/>
                  <a:gd name="connsiteY52" fmla="*/ 3198 h 34967"/>
                  <a:gd name="connsiteX53" fmla="*/ 16 w 22388"/>
                  <a:gd name="connsiteY53" fmla="*/ 2436 h 349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2388" h="34967">
                    <a:moveTo>
                      <a:pt x="-365" y="3579"/>
                    </a:moveTo>
                    <a:cubicBezTo>
                      <a:pt x="-365" y="3579"/>
                      <a:pt x="587" y="3579"/>
                      <a:pt x="873" y="3579"/>
                    </a:cubicBezTo>
                    <a:cubicBezTo>
                      <a:pt x="1372" y="3194"/>
                      <a:pt x="1849" y="2780"/>
                      <a:pt x="2302" y="2341"/>
                    </a:cubicBezTo>
                    <a:cubicBezTo>
                      <a:pt x="2738" y="1919"/>
                      <a:pt x="3151" y="1473"/>
                      <a:pt x="3540" y="1007"/>
                    </a:cubicBezTo>
                    <a:cubicBezTo>
                      <a:pt x="3818" y="688"/>
                      <a:pt x="4182" y="457"/>
                      <a:pt x="4588" y="340"/>
                    </a:cubicBezTo>
                    <a:cubicBezTo>
                      <a:pt x="4588" y="340"/>
                      <a:pt x="5350" y="-136"/>
                      <a:pt x="5731" y="-136"/>
                    </a:cubicBezTo>
                    <a:cubicBezTo>
                      <a:pt x="6112" y="-136"/>
                      <a:pt x="7350" y="-136"/>
                      <a:pt x="7826" y="-136"/>
                    </a:cubicBezTo>
                    <a:lnTo>
                      <a:pt x="8684" y="722"/>
                    </a:lnTo>
                    <a:cubicBezTo>
                      <a:pt x="9143" y="1120"/>
                      <a:pt x="9558" y="1567"/>
                      <a:pt x="9922" y="2055"/>
                    </a:cubicBezTo>
                    <a:cubicBezTo>
                      <a:pt x="9922" y="2055"/>
                      <a:pt x="9922" y="3198"/>
                      <a:pt x="10684" y="4055"/>
                    </a:cubicBezTo>
                    <a:lnTo>
                      <a:pt x="12017" y="5674"/>
                    </a:lnTo>
                    <a:lnTo>
                      <a:pt x="14589" y="8341"/>
                    </a:lnTo>
                    <a:cubicBezTo>
                      <a:pt x="15107" y="8877"/>
                      <a:pt x="15585" y="9450"/>
                      <a:pt x="16018" y="10056"/>
                    </a:cubicBezTo>
                    <a:lnTo>
                      <a:pt x="17351" y="11485"/>
                    </a:lnTo>
                    <a:cubicBezTo>
                      <a:pt x="17923" y="12056"/>
                      <a:pt x="18399" y="11485"/>
                      <a:pt x="18590" y="12056"/>
                    </a:cubicBezTo>
                    <a:lnTo>
                      <a:pt x="19161" y="12056"/>
                    </a:lnTo>
                    <a:cubicBezTo>
                      <a:pt x="19161" y="12056"/>
                      <a:pt x="20018" y="12056"/>
                      <a:pt x="20209" y="12723"/>
                    </a:cubicBezTo>
                    <a:cubicBezTo>
                      <a:pt x="20399" y="13390"/>
                      <a:pt x="20876" y="13961"/>
                      <a:pt x="21542" y="14914"/>
                    </a:cubicBezTo>
                    <a:cubicBezTo>
                      <a:pt x="21886" y="15381"/>
                      <a:pt x="22054" y="15954"/>
                      <a:pt x="22019" y="16533"/>
                    </a:cubicBezTo>
                    <a:cubicBezTo>
                      <a:pt x="21965" y="17579"/>
                      <a:pt x="21740" y="18609"/>
                      <a:pt x="21352" y="19581"/>
                    </a:cubicBezTo>
                    <a:cubicBezTo>
                      <a:pt x="20876" y="20629"/>
                      <a:pt x="21352" y="22057"/>
                      <a:pt x="21352" y="22819"/>
                    </a:cubicBezTo>
                    <a:cubicBezTo>
                      <a:pt x="21166" y="23676"/>
                      <a:pt x="20878" y="24508"/>
                      <a:pt x="20495" y="25296"/>
                    </a:cubicBezTo>
                    <a:cubicBezTo>
                      <a:pt x="20105" y="26470"/>
                      <a:pt x="19849" y="27684"/>
                      <a:pt x="19733" y="28915"/>
                    </a:cubicBezTo>
                    <a:cubicBezTo>
                      <a:pt x="19733" y="29582"/>
                      <a:pt x="19161" y="30249"/>
                      <a:pt x="18971" y="30916"/>
                    </a:cubicBezTo>
                    <a:cubicBezTo>
                      <a:pt x="19075" y="32120"/>
                      <a:pt x="19075" y="33331"/>
                      <a:pt x="18971" y="34535"/>
                    </a:cubicBezTo>
                    <a:cubicBezTo>
                      <a:pt x="18971" y="35202"/>
                      <a:pt x="17161" y="34535"/>
                      <a:pt x="16304" y="34535"/>
                    </a:cubicBezTo>
                    <a:lnTo>
                      <a:pt x="14780" y="34535"/>
                    </a:lnTo>
                    <a:cubicBezTo>
                      <a:pt x="14780" y="34535"/>
                      <a:pt x="13827" y="33964"/>
                      <a:pt x="13446" y="33773"/>
                    </a:cubicBezTo>
                    <a:lnTo>
                      <a:pt x="12113" y="33106"/>
                    </a:lnTo>
                    <a:cubicBezTo>
                      <a:pt x="11843" y="32738"/>
                      <a:pt x="11843" y="32237"/>
                      <a:pt x="12113" y="31868"/>
                    </a:cubicBezTo>
                    <a:cubicBezTo>
                      <a:pt x="12113" y="31868"/>
                      <a:pt x="12684" y="31297"/>
                      <a:pt x="12779" y="30916"/>
                    </a:cubicBezTo>
                    <a:cubicBezTo>
                      <a:pt x="12993" y="30263"/>
                      <a:pt x="13153" y="29594"/>
                      <a:pt x="13255" y="28915"/>
                    </a:cubicBezTo>
                    <a:cubicBezTo>
                      <a:pt x="13381" y="28236"/>
                      <a:pt x="13640" y="27589"/>
                      <a:pt x="14017" y="27010"/>
                    </a:cubicBezTo>
                    <a:cubicBezTo>
                      <a:pt x="14401" y="25790"/>
                      <a:pt x="14719" y="24550"/>
                      <a:pt x="14970" y="23295"/>
                    </a:cubicBezTo>
                    <a:cubicBezTo>
                      <a:pt x="14970" y="22724"/>
                      <a:pt x="15447" y="21676"/>
                      <a:pt x="14970" y="21105"/>
                    </a:cubicBezTo>
                    <a:cubicBezTo>
                      <a:pt x="14140" y="20277"/>
                      <a:pt x="13248" y="19513"/>
                      <a:pt x="12303" y="18819"/>
                    </a:cubicBezTo>
                    <a:cubicBezTo>
                      <a:pt x="11991" y="18734"/>
                      <a:pt x="11662" y="18734"/>
                      <a:pt x="11351" y="18819"/>
                    </a:cubicBezTo>
                    <a:cubicBezTo>
                      <a:pt x="11157" y="19316"/>
                      <a:pt x="10865" y="19770"/>
                      <a:pt x="10493" y="20153"/>
                    </a:cubicBezTo>
                    <a:cubicBezTo>
                      <a:pt x="10493" y="20152"/>
                      <a:pt x="10493" y="21200"/>
                      <a:pt x="9827" y="21581"/>
                    </a:cubicBezTo>
                    <a:cubicBezTo>
                      <a:pt x="9160" y="21962"/>
                      <a:pt x="9827" y="22439"/>
                      <a:pt x="9160" y="22534"/>
                    </a:cubicBezTo>
                    <a:cubicBezTo>
                      <a:pt x="8883" y="22636"/>
                      <a:pt x="8580" y="22636"/>
                      <a:pt x="8303" y="22534"/>
                    </a:cubicBezTo>
                    <a:cubicBezTo>
                      <a:pt x="7541" y="22534"/>
                      <a:pt x="7255" y="21867"/>
                      <a:pt x="6683" y="21486"/>
                    </a:cubicBezTo>
                    <a:cubicBezTo>
                      <a:pt x="6112" y="21105"/>
                      <a:pt x="6017" y="21486"/>
                      <a:pt x="5540" y="20914"/>
                    </a:cubicBezTo>
                    <a:cubicBezTo>
                      <a:pt x="5045" y="20215"/>
                      <a:pt x="4469" y="19576"/>
                      <a:pt x="3826" y="19009"/>
                    </a:cubicBezTo>
                    <a:cubicBezTo>
                      <a:pt x="2969" y="18343"/>
                      <a:pt x="3826" y="17390"/>
                      <a:pt x="3826" y="16914"/>
                    </a:cubicBezTo>
                    <a:cubicBezTo>
                      <a:pt x="3826" y="16438"/>
                      <a:pt x="4302" y="15485"/>
                      <a:pt x="4778" y="14914"/>
                    </a:cubicBezTo>
                    <a:cubicBezTo>
                      <a:pt x="5150" y="14582"/>
                      <a:pt x="5472" y="14197"/>
                      <a:pt x="5731" y="13771"/>
                    </a:cubicBezTo>
                    <a:cubicBezTo>
                      <a:pt x="6083" y="13078"/>
                      <a:pt x="6339" y="12341"/>
                      <a:pt x="6493" y="11580"/>
                    </a:cubicBezTo>
                    <a:cubicBezTo>
                      <a:pt x="6493" y="10913"/>
                      <a:pt x="6493" y="10247"/>
                      <a:pt x="5731" y="9580"/>
                    </a:cubicBezTo>
                    <a:cubicBezTo>
                      <a:pt x="4969" y="8913"/>
                      <a:pt x="4302" y="7389"/>
                      <a:pt x="3159" y="6246"/>
                    </a:cubicBezTo>
                    <a:cubicBezTo>
                      <a:pt x="2475" y="5569"/>
                      <a:pt x="1550" y="5192"/>
                      <a:pt x="588" y="5198"/>
                    </a:cubicBezTo>
                    <a:cubicBezTo>
                      <a:pt x="327" y="5150"/>
                      <a:pt x="111" y="4969"/>
                      <a:pt x="16" y="4722"/>
                    </a:cubicBezTo>
                    <a:cubicBezTo>
                      <a:pt x="70" y="4216"/>
                      <a:pt x="70" y="3705"/>
                      <a:pt x="16" y="3198"/>
                    </a:cubicBezTo>
                    <a:cubicBezTo>
                      <a:pt x="-120" y="2962"/>
                      <a:pt x="-120" y="2672"/>
                      <a:pt x="16" y="243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2108437" y="2596951"/>
                <a:ext cx="87629" cy="75607"/>
              </a:xfrm>
              <a:custGeom>
                <a:avLst/>
                <a:gdLst>
                  <a:gd name="connsiteX0" fmla="*/ 3926 w 34295"/>
                  <a:gd name="connsiteY0" fmla="*/ 436 h 29590"/>
                  <a:gd name="connsiteX1" fmla="*/ 5165 w 34295"/>
                  <a:gd name="connsiteY1" fmla="*/ 436 h 29590"/>
                  <a:gd name="connsiteX2" fmla="*/ 6022 w 34295"/>
                  <a:gd name="connsiteY2" fmla="*/ -136 h 29590"/>
                  <a:gd name="connsiteX3" fmla="*/ 7070 w 34295"/>
                  <a:gd name="connsiteY3" fmla="*/ -136 h 29590"/>
                  <a:gd name="connsiteX4" fmla="*/ 9165 w 34295"/>
                  <a:gd name="connsiteY4" fmla="*/ 1007 h 29590"/>
                  <a:gd name="connsiteX5" fmla="*/ 10308 w 34295"/>
                  <a:gd name="connsiteY5" fmla="*/ 4436 h 29590"/>
                  <a:gd name="connsiteX6" fmla="*/ 11261 w 34295"/>
                  <a:gd name="connsiteY6" fmla="*/ 5770 h 29590"/>
                  <a:gd name="connsiteX7" fmla="*/ 12594 w 34295"/>
                  <a:gd name="connsiteY7" fmla="*/ 5103 h 29590"/>
                  <a:gd name="connsiteX8" fmla="*/ 12594 w 34295"/>
                  <a:gd name="connsiteY8" fmla="*/ 3484 h 29590"/>
                  <a:gd name="connsiteX9" fmla="*/ 14690 w 34295"/>
                  <a:gd name="connsiteY9" fmla="*/ 2436 h 29590"/>
                  <a:gd name="connsiteX10" fmla="*/ 17357 w 34295"/>
                  <a:gd name="connsiteY10" fmla="*/ 3102 h 29590"/>
                  <a:gd name="connsiteX11" fmla="*/ 18785 w 34295"/>
                  <a:gd name="connsiteY11" fmla="*/ 4055 h 29590"/>
                  <a:gd name="connsiteX12" fmla="*/ 18785 w 34295"/>
                  <a:gd name="connsiteY12" fmla="*/ 5198 h 29590"/>
                  <a:gd name="connsiteX13" fmla="*/ 17928 w 34295"/>
                  <a:gd name="connsiteY13" fmla="*/ 6627 h 29590"/>
                  <a:gd name="connsiteX14" fmla="*/ 17928 w 34295"/>
                  <a:gd name="connsiteY14" fmla="*/ 8246 h 29590"/>
                  <a:gd name="connsiteX15" fmla="*/ 17928 w 34295"/>
                  <a:gd name="connsiteY15" fmla="*/ 10437 h 29590"/>
                  <a:gd name="connsiteX16" fmla="*/ 16881 w 34295"/>
                  <a:gd name="connsiteY16" fmla="*/ 13580 h 29590"/>
                  <a:gd name="connsiteX17" fmla="*/ 18595 w 34295"/>
                  <a:gd name="connsiteY17" fmla="*/ 16628 h 29590"/>
                  <a:gd name="connsiteX18" fmla="*/ 19833 w 34295"/>
                  <a:gd name="connsiteY18" fmla="*/ 17676 h 29590"/>
                  <a:gd name="connsiteX19" fmla="*/ 22500 w 34295"/>
                  <a:gd name="connsiteY19" fmla="*/ 18914 h 29590"/>
                  <a:gd name="connsiteX20" fmla="*/ 24786 w 34295"/>
                  <a:gd name="connsiteY20" fmla="*/ 17961 h 29590"/>
                  <a:gd name="connsiteX21" fmla="*/ 26120 w 34295"/>
                  <a:gd name="connsiteY21" fmla="*/ 16914 h 29590"/>
                  <a:gd name="connsiteX22" fmla="*/ 27072 w 34295"/>
                  <a:gd name="connsiteY22" fmla="*/ 16247 h 29590"/>
                  <a:gd name="connsiteX23" fmla="*/ 28215 w 34295"/>
                  <a:gd name="connsiteY23" fmla="*/ 15676 h 29590"/>
                  <a:gd name="connsiteX24" fmla="*/ 29549 w 34295"/>
                  <a:gd name="connsiteY24" fmla="*/ 14437 h 29590"/>
                  <a:gd name="connsiteX25" fmla="*/ 31930 w 34295"/>
                  <a:gd name="connsiteY25" fmla="*/ 15294 h 29590"/>
                  <a:gd name="connsiteX26" fmla="*/ 33264 w 34295"/>
                  <a:gd name="connsiteY26" fmla="*/ 17771 h 29590"/>
                  <a:gd name="connsiteX27" fmla="*/ 33930 w 34295"/>
                  <a:gd name="connsiteY27" fmla="*/ 19486 h 29590"/>
                  <a:gd name="connsiteX28" fmla="*/ 32882 w 34295"/>
                  <a:gd name="connsiteY28" fmla="*/ 21105 h 29590"/>
                  <a:gd name="connsiteX29" fmla="*/ 31930 w 34295"/>
                  <a:gd name="connsiteY29" fmla="*/ 22819 h 29590"/>
                  <a:gd name="connsiteX30" fmla="*/ 30501 w 34295"/>
                  <a:gd name="connsiteY30" fmla="*/ 23391 h 29590"/>
                  <a:gd name="connsiteX31" fmla="*/ 28977 w 34295"/>
                  <a:gd name="connsiteY31" fmla="*/ 24819 h 29590"/>
                  <a:gd name="connsiteX32" fmla="*/ 27548 w 34295"/>
                  <a:gd name="connsiteY32" fmla="*/ 26248 h 29590"/>
                  <a:gd name="connsiteX33" fmla="*/ 26024 w 34295"/>
                  <a:gd name="connsiteY33" fmla="*/ 27201 h 29590"/>
                  <a:gd name="connsiteX34" fmla="*/ 24215 w 34295"/>
                  <a:gd name="connsiteY34" fmla="*/ 28915 h 29590"/>
                  <a:gd name="connsiteX35" fmla="*/ 22786 w 34295"/>
                  <a:gd name="connsiteY35" fmla="*/ 29392 h 29590"/>
                  <a:gd name="connsiteX36" fmla="*/ 20595 w 34295"/>
                  <a:gd name="connsiteY36" fmla="*/ 29392 h 29590"/>
                  <a:gd name="connsiteX37" fmla="*/ 18881 w 34295"/>
                  <a:gd name="connsiteY37" fmla="*/ 27963 h 29590"/>
                  <a:gd name="connsiteX38" fmla="*/ 16595 w 34295"/>
                  <a:gd name="connsiteY38" fmla="*/ 26534 h 29590"/>
                  <a:gd name="connsiteX39" fmla="*/ 15261 w 34295"/>
                  <a:gd name="connsiteY39" fmla="*/ 25486 h 29590"/>
                  <a:gd name="connsiteX40" fmla="*/ 13928 w 34295"/>
                  <a:gd name="connsiteY40" fmla="*/ 24534 h 29590"/>
                  <a:gd name="connsiteX41" fmla="*/ 12022 w 34295"/>
                  <a:gd name="connsiteY41" fmla="*/ 23105 h 29590"/>
                  <a:gd name="connsiteX42" fmla="*/ 9546 w 34295"/>
                  <a:gd name="connsiteY42" fmla="*/ 19867 h 29590"/>
                  <a:gd name="connsiteX43" fmla="*/ 9070 w 34295"/>
                  <a:gd name="connsiteY43" fmla="*/ 18628 h 29590"/>
                  <a:gd name="connsiteX44" fmla="*/ 7832 w 34295"/>
                  <a:gd name="connsiteY44" fmla="*/ 16914 h 29590"/>
                  <a:gd name="connsiteX45" fmla="*/ 6689 w 34295"/>
                  <a:gd name="connsiteY45" fmla="*/ 15199 h 29590"/>
                  <a:gd name="connsiteX46" fmla="*/ 4403 w 34295"/>
                  <a:gd name="connsiteY46" fmla="*/ 12818 h 29590"/>
                  <a:gd name="connsiteX47" fmla="*/ 3260 w 34295"/>
                  <a:gd name="connsiteY47" fmla="*/ 11199 h 29590"/>
                  <a:gd name="connsiteX48" fmla="*/ 1450 w 34295"/>
                  <a:gd name="connsiteY48" fmla="*/ 8532 h 29590"/>
                  <a:gd name="connsiteX49" fmla="*/ -74 w 34295"/>
                  <a:gd name="connsiteY49" fmla="*/ 7008 h 29590"/>
                  <a:gd name="connsiteX50" fmla="*/ -74 w 34295"/>
                  <a:gd name="connsiteY50" fmla="*/ 5484 h 29590"/>
                  <a:gd name="connsiteX51" fmla="*/ 1259 w 34295"/>
                  <a:gd name="connsiteY51" fmla="*/ 4531 h 29590"/>
                  <a:gd name="connsiteX52" fmla="*/ 2022 w 34295"/>
                  <a:gd name="connsiteY52" fmla="*/ 3293 h 29590"/>
                  <a:gd name="connsiteX53" fmla="*/ 3069 w 34295"/>
                  <a:gd name="connsiteY53" fmla="*/ 2531 h 29590"/>
                  <a:gd name="connsiteX54" fmla="*/ 3926 w 34295"/>
                  <a:gd name="connsiteY54" fmla="*/ 1197 h 29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34295" h="29590">
                    <a:moveTo>
                      <a:pt x="3926" y="436"/>
                    </a:moveTo>
                    <a:cubicBezTo>
                      <a:pt x="4403" y="-41"/>
                      <a:pt x="4784" y="436"/>
                      <a:pt x="5165" y="436"/>
                    </a:cubicBezTo>
                    <a:cubicBezTo>
                      <a:pt x="5471" y="279"/>
                      <a:pt x="5759" y="87"/>
                      <a:pt x="6022" y="-136"/>
                    </a:cubicBezTo>
                    <a:cubicBezTo>
                      <a:pt x="6022" y="-136"/>
                      <a:pt x="6689" y="-136"/>
                      <a:pt x="7070" y="-136"/>
                    </a:cubicBezTo>
                    <a:cubicBezTo>
                      <a:pt x="7826" y="128"/>
                      <a:pt x="8534" y="514"/>
                      <a:pt x="9165" y="1007"/>
                    </a:cubicBezTo>
                    <a:cubicBezTo>
                      <a:pt x="10403" y="2245"/>
                      <a:pt x="9832" y="3388"/>
                      <a:pt x="10308" y="4436"/>
                    </a:cubicBezTo>
                    <a:cubicBezTo>
                      <a:pt x="10574" y="4915"/>
                      <a:pt x="10894" y="5363"/>
                      <a:pt x="11261" y="5770"/>
                    </a:cubicBezTo>
                    <a:cubicBezTo>
                      <a:pt x="12023" y="6246"/>
                      <a:pt x="12785" y="5769"/>
                      <a:pt x="12594" y="5103"/>
                    </a:cubicBezTo>
                    <a:cubicBezTo>
                      <a:pt x="12707" y="4569"/>
                      <a:pt x="12707" y="4018"/>
                      <a:pt x="12594" y="3484"/>
                    </a:cubicBezTo>
                    <a:cubicBezTo>
                      <a:pt x="12594" y="3484"/>
                      <a:pt x="13832" y="3484"/>
                      <a:pt x="14690" y="2436"/>
                    </a:cubicBezTo>
                    <a:cubicBezTo>
                      <a:pt x="15547" y="1388"/>
                      <a:pt x="16499" y="2436"/>
                      <a:pt x="17357" y="3102"/>
                    </a:cubicBezTo>
                    <a:cubicBezTo>
                      <a:pt x="17868" y="3364"/>
                      <a:pt x="18348" y="3683"/>
                      <a:pt x="18785" y="4055"/>
                    </a:cubicBezTo>
                    <a:cubicBezTo>
                      <a:pt x="18785" y="4055"/>
                      <a:pt x="18785" y="4817"/>
                      <a:pt x="18785" y="5198"/>
                    </a:cubicBezTo>
                    <a:lnTo>
                      <a:pt x="17928" y="6627"/>
                    </a:lnTo>
                    <a:cubicBezTo>
                      <a:pt x="17928" y="7198"/>
                      <a:pt x="17928" y="7770"/>
                      <a:pt x="17928" y="8246"/>
                    </a:cubicBezTo>
                    <a:cubicBezTo>
                      <a:pt x="17874" y="8975"/>
                      <a:pt x="17874" y="9708"/>
                      <a:pt x="17928" y="10437"/>
                    </a:cubicBezTo>
                    <a:cubicBezTo>
                      <a:pt x="17782" y="11542"/>
                      <a:pt x="17426" y="12609"/>
                      <a:pt x="16881" y="13580"/>
                    </a:cubicBezTo>
                    <a:cubicBezTo>
                      <a:pt x="17259" y="14693"/>
                      <a:pt x="17840" y="15726"/>
                      <a:pt x="18595" y="16628"/>
                    </a:cubicBezTo>
                    <a:cubicBezTo>
                      <a:pt x="18948" y="17042"/>
                      <a:pt x="19367" y="17396"/>
                      <a:pt x="19833" y="17676"/>
                    </a:cubicBezTo>
                    <a:cubicBezTo>
                      <a:pt x="20690" y="18152"/>
                      <a:pt x="21262" y="18914"/>
                      <a:pt x="22500" y="18914"/>
                    </a:cubicBezTo>
                    <a:cubicBezTo>
                      <a:pt x="23360" y="18923"/>
                      <a:pt x="24187" y="18579"/>
                      <a:pt x="24786" y="17961"/>
                    </a:cubicBezTo>
                    <a:cubicBezTo>
                      <a:pt x="25176" y="17548"/>
                      <a:pt x="25626" y="17195"/>
                      <a:pt x="26120" y="16914"/>
                    </a:cubicBezTo>
                    <a:cubicBezTo>
                      <a:pt x="26120" y="16914"/>
                      <a:pt x="26977" y="16247"/>
                      <a:pt x="27072" y="16247"/>
                    </a:cubicBezTo>
                    <a:cubicBezTo>
                      <a:pt x="27487" y="16134"/>
                      <a:pt x="27876" y="15940"/>
                      <a:pt x="28215" y="15676"/>
                    </a:cubicBezTo>
                    <a:cubicBezTo>
                      <a:pt x="28614" y="15216"/>
                      <a:pt x="29061" y="14801"/>
                      <a:pt x="29549" y="14437"/>
                    </a:cubicBezTo>
                    <a:cubicBezTo>
                      <a:pt x="30444" y="14189"/>
                      <a:pt x="31398" y="14533"/>
                      <a:pt x="31930" y="15294"/>
                    </a:cubicBezTo>
                    <a:cubicBezTo>
                      <a:pt x="32450" y="16077"/>
                      <a:pt x="32897" y="16906"/>
                      <a:pt x="33264" y="17771"/>
                    </a:cubicBezTo>
                    <a:cubicBezTo>
                      <a:pt x="33690" y="18241"/>
                      <a:pt x="33927" y="18852"/>
                      <a:pt x="33930" y="19486"/>
                    </a:cubicBezTo>
                    <a:cubicBezTo>
                      <a:pt x="33930" y="19962"/>
                      <a:pt x="33073" y="20533"/>
                      <a:pt x="32882" y="21105"/>
                    </a:cubicBezTo>
                    <a:cubicBezTo>
                      <a:pt x="32672" y="21730"/>
                      <a:pt x="32349" y="22310"/>
                      <a:pt x="31930" y="22819"/>
                    </a:cubicBezTo>
                    <a:cubicBezTo>
                      <a:pt x="31483" y="23075"/>
                      <a:pt x="31002" y="23268"/>
                      <a:pt x="30501" y="23391"/>
                    </a:cubicBezTo>
                    <a:cubicBezTo>
                      <a:pt x="29909" y="23768"/>
                      <a:pt x="29391" y="24252"/>
                      <a:pt x="28977" y="24819"/>
                    </a:cubicBezTo>
                    <a:lnTo>
                      <a:pt x="27548" y="26248"/>
                    </a:lnTo>
                    <a:lnTo>
                      <a:pt x="26024" y="27201"/>
                    </a:lnTo>
                    <a:cubicBezTo>
                      <a:pt x="25453" y="27677"/>
                      <a:pt x="24691" y="28630"/>
                      <a:pt x="24215" y="28915"/>
                    </a:cubicBezTo>
                    <a:cubicBezTo>
                      <a:pt x="23765" y="29145"/>
                      <a:pt x="23283" y="29305"/>
                      <a:pt x="22786" y="29392"/>
                    </a:cubicBezTo>
                    <a:cubicBezTo>
                      <a:pt x="22058" y="29476"/>
                      <a:pt x="21323" y="29476"/>
                      <a:pt x="20595" y="29392"/>
                    </a:cubicBezTo>
                    <a:cubicBezTo>
                      <a:pt x="19989" y="28958"/>
                      <a:pt x="19416" y="28481"/>
                      <a:pt x="18881" y="27963"/>
                    </a:cubicBezTo>
                    <a:lnTo>
                      <a:pt x="16595" y="26534"/>
                    </a:lnTo>
                    <a:lnTo>
                      <a:pt x="15261" y="25486"/>
                    </a:lnTo>
                    <a:cubicBezTo>
                      <a:pt x="14857" y="25116"/>
                      <a:pt x="14409" y="24796"/>
                      <a:pt x="13928" y="24534"/>
                    </a:cubicBezTo>
                    <a:cubicBezTo>
                      <a:pt x="13226" y="24153"/>
                      <a:pt x="12585" y="23672"/>
                      <a:pt x="12022" y="23105"/>
                    </a:cubicBezTo>
                    <a:cubicBezTo>
                      <a:pt x="11070" y="22248"/>
                      <a:pt x="11165" y="21772"/>
                      <a:pt x="9546" y="19867"/>
                    </a:cubicBezTo>
                    <a:lnTo>
                      <a:pt x="9070" y="18628"/>
                    </a:lnTo>
                    <a:cubicBezTo>
                      <a:pt x="8213" y="17771"/>
                      <a:pt x="8498" y="17676"/>
                      <a:pt x="7832" y="16914"/>
                    </a:cubicBezTo>
                    <a:lnTo>
                      <a:pt x="6689" y="15199"/>
                    </a:lnTo>
                    <a:lnTo>
                      <a:pt x="4403" y="12818"/>
                    </a:lnTo>
                    <a:cubicBezTo>
                      <a:pt x="3947" y="12335"/>
                      <a:pt x="3563" y="11790"/>
                      <a:pt x="3260" y="11199"/>
                    </a:cubicBezTo>
                    <a:cubicBezTo>
                      <a:pt x="2726" y="10265"/>
                      <a:pt x="2121" y="9373"/>
                      <a:pt x="1450" y="8532"/>
                    </a:cubicBezTo>
                    <a:cubicBezTo>
                      <a:pt x="894" y="8074"/>
                      <a:pt x="384" y="7564"/>
                      <a:pt x="-74" y="7008"/>
                    </a:cubicBezTo>
                    <a:cubicBezTo>
                      <a:pt x="-462" y="6574"/>
                      <a:pt x="-462" y="5918"/>
                      <a:pt x="-74" y="5484"/>
                    </a:cubicBezTo>
                    <a:cubicBezTo>
                      <a:pt x="-74" y="5484"/>
                      <a:pt x="878" y="4912"/>
                      <a:pt x="1259" y="4531"/>
                    </a:cubicBezTo>
                    <a:cubicBezTo>
                      <a:pt x="1640" y="4150"/>
                      <a:pt x="1831" y="3484"/>
                      <a:pt x="2022" y="3293"/>
                    </a:cubicBezTo>
                    <a:cubicBezTo>
                      <a:pt x="2212" y="3102"/>
                      <a:pt x="2783" y="3293"/>
                      <a:pt x="3069" y="2531"/>
                    </a:cubicBezTo>
                    <a:cubicBezTo>
                      <a:pt x="3330" y="2071"/>
                      <a:pt x="3616" y="1626"/>
                      <a:pt x="3926" y="1197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0" name="任意多边形: 形状 319"/>
              <p:cNvSpPr/>
              <p:nvPr/>
            </p:nvSpPr>
            <p:spPr>
              <a:xfrm>
                <a:off x="2633940" y="2429264"/>
                <a:ext cx="103210" cy="72303"/>
              </a:xfrm>
              <a:custGeom>
                <a:avLst/>
                <a:gdLst>
                  <a:gd name="connsiteX0" fmla="*/ 37816 w 40393"/>
                  <a:gd name="connsiteY0" fmla="*/ -136 h 28297"/>
                  <a:gd name="connsiteX1" fmla="*/ 38673 w 40393"/>
                  <a:gd name="connsiteY1" fmla="*/ 721 h 28297"/>
                  <a:gd name="connsiteX2" fmla="*/ 39816 w 40393"/>
                  <a:gd name="connsiteY2" fmla="*/ 2436 h 28297"/>
                  <a:gd name="connsiteX3" fmla="*/ 39816 w 40393"/>
                  <a:gd name="connsiteY3" fmla="*/ 3960 h 28297"/>
                  <a:gd name="connsiteX4" fmla="*/ 39817 w 40393"/>
                  <a:gd name="connsiteY4" fmla="*/ 5103 h 28297"/>
                  <a:gd name="connsiteX5" fmla="*/ 36959 w 40393"/>
                  <a:gd name="connsiteY5" fmla="*/ 6627 h 28297"/>
                  <a:gd name="connsiteX6" fmla="*/ 34673 w 40393"/>
                  <a:gd name="connsiteY6" fmla="*/ 7770 h 28297"/>
                  <a:gd name="connsiteX7" fmla="*/ 33054 w 40393"/>
                  <a:gd name="connsiteY7" fmla="*/ 8341 h 28297"/>
                  <a:gd name="connsiteX8" fmla="*/ 29720 w 40393"/>
                  <a:gd name="connsiteY8" fmla="*/ 9675 h 28297"/>
                  <a:gd name="connsiteX9" fmla="*/ 29720 w 40393"/>
                  <a:gd name="connsiteY9" fmla="*/ 12151 h 28297"/>
                  <a:gd name="connsiteX10" fmla="*/ 28958 w 40393"/>
                  <a:gd name="connsiteY10" fmla="*/ 13199 h 28297"/>
                  <a:gd name="connsiteX11" fmla="*/ 28291 w 40393"/>
                  <a:gd name="connsiteY11" fmla="*/ 14056 h 28297"/>
                  <a:gd name="connsiteX12" fmla="*/ 27720 w 40393"/>
                  <a:gd name="connsiteY12" fmla="*/ 15009 h 28297"/>
                  <a:gd name="connsiteX13" fmla="*/ 27244 w 40393"/>
                  <a:gd name="connsiteY13" fmla="*/ 16152 h 28297"/>
                  <a:gd name="connsiteX14" fmla="*/ 26672 w 40393"/>
                  <a:gd name="connsiteY14" fmla="*/ 19104 h 28297"/>
                  <a:gd name="connsiteX15" fmla="*/ 32006 w 40393"/>
                  <a:gd name="connsiteY15" fmla="*/ 20247 h 28297"/>
                  <a:gd name="connsiteX16" fmla="*/ 33435 w 40393"/>
                  <a:gd name="connsiteY16" fmla="*/ 20247 h 28297"/>
                  <a:gd name="connsiteX17" fmla="*/ 34863 w 40393"/>
                  <a:gd name="connsiteY17" fmla="*/ 20247 h 28297"/>
                  <a:gd name="connsiteX18" fmla="*/ 36102 w 40393"/>
                  <a:gd name="connsiteY18" fmla="*/ 21010 h 28297"/>
                  <a:gd name="connsiteX19" fmla="*/ 37340 w 40393"/>
                  <a:gd name="connsiteY19" fmla="*/ 22152 h 28297"/>
                  <a:gd name="connsiteX20" fmla="*/ 38769 w 40393"/>
                  <a:gd name="connsiteY20" fmla="*/ 24058 h 28297"/>
                  <a:gd name="connsiteX21" fmla="*/ 38769 w 40393"/>
                  <a:gd name="connsiteY21" fmla="*/ 25296 h 28297"/>
                  <a:gd name="connsiteX22" fmla="*/ 38769 w 40393"/>
                  <a:gd name="connsiteY22" fmla="*/ 25772 h 28297"/>
                  <a:gd name="connsiteX23" fmla="*/ 38769 w 40393"/>
                  <a:gd name="connsiteY23" fmla="*/ 26534 h 28297"/>
                  <a:gd name="connsiteX24" fmla="*/ 38102 w 40393"/>
                  <a:gd name="connsiteY24" fmla="*/ 27486 h 28297"/>
                  <a:gd name="connsiteX25" fmla="*/ 36959 w 40393"/>
                  <a:gd name="connsiteY25" fmla="*/ 28153 h 28297"/>
                  <a:gd name="connsiteX26" fmla="*/ 35149 w 40393"/>
                  <a:gd name="connsiteY26" fmla="*/ 28153 h 28297"/>
                  <a:gd name="connsiteX27" fmla="*/ 33244 w 40393"/>
                  <a:gd name="connsiteY27" fmla="*/ 27296 h 28297"/>
                  <a:gd name="connsiteX28" fmla="*/ 31244 w 40393"/>
                  <a:gd name="connsiteY28" fmla="*/ 27296 h 28297"/>
                  <a:gd name="connsiteX29" fmla="*/ 28101 w 40393"/>
                  <a:gd name="connsiteY29" fmla="*/ 26153 h 28297"/>
                  <a:gd name="connsiteX30" fmla="*/ 25053 w 40393"/>
                  <a:gd name="connsiteY30" fmla="*/ 25486 h 28297"/>
                  <a:gd name="connsiteX31" fmla="*/ 22005 w 40393"/>
                  <a:gd name="connsiteY31" fmla="*/ 24915 h 28297"/>
                  <a:gd name="connsiteX32" fmla="*/ 19052 w 40393"/>
                  <a:gd name="connsiteY32" fmla="*/ 24915 h 28297"/>
                  <a:gd name="connsiteX33" fmla="*/ 15718 w 40393"/>
                  <a:gd name="connsiteY33" fmla="*/ 24057 h 28297"/>
                  <a:gd name="connsiteX34" fmla="*/ 9622 w 40393"/>
                  <a:gd name="connsiteY34" fmla="*/ 24057 h 28297"/>
                  <a:gd name="connsiteX35" fmla="*/ 1812 w 40393"/>
                  <a:gd name="connsiteY35" fmla="*/ 25010 h 28297"/>
                  <a:gd name="connsiteX36" fmla="*/ -284 w 40393"/>
                  <a:gd name="connsiteY36" fmla="*/ 21771 h 28297"/>
                  <a:gd name="connsiteX37" fmla="*/ -284 w 40393"/>
                  <a:gd name="connsiteY37" fmla="*/ 20247 h 28297"/>
                  <a:gd name="connsiteX38" fmla="*/ -284 w 40393"/>
                  <a:gd name="connsiteY38" fmla="*/ 18342 h 28297"/>
                  <a:gd name="connsiteX39" fmla="*/ 3050 w 40393"/>
                  <a:gd name="connsiteY39" fmla="*/ 17390 h 28297"/>
                  <a:gd name="connsiteX40" fmla="*/ 4764 w 40393"/>
                  <a:gd name="connsiteY40" fmla="*/ 18057 h 28297"/>
                  <a:gd name="connsiteX41" fmla="*/ 8765 w 40393"/>
                  <a:gd name="connsiteY41" fmla="*/ 18057 h 28297"/>
                  <a:gd name="connsiteX42" fmla="*/ 10289 w 40393"/>
                  <a:gd name="connsiteY42" fmla="*/ 18057 h 28297"/>
                  <a:gd name="connsiteX43" fmla="*/ 14766 w 40393"/>
                  <a:gd name="connsiteY43" fmla="*/ 17390 h 28297"/>
                  <a:gd name="connsiteX44" fmla="*/ 19147 w 40393"/>
                  <a:gd name="connsiteY44" fmla="*/ 12818 h 28297"/>
                  <a:gd name="connsiteX45" fmla="*/ 19909 w 40393"/>
                  <a:gd name="connsiteY45" fmla="*/ 11199 h 28297"/>
                  <a:gd name="connsiteX46" fmla="*/ 19909 w 40393"/>
                  <a:gd name="connsiteY46" fmla="*/ 9675 h 28297"/>
                  <a:gd name="connsiteX47" fmla="*/ 18290 w 40393"/>
                  <a:gd name="connsiteY47" fmla="*/ 9675 h 28297"/>
                  <a:gd name="connsiteX48" fmla="*/ 16290 w 40393"/>
                  <a:gd name="connsiteY48" fmla="*/ 9675 h 28297"/>
                  <a:gd name="connsiteX49" fmla="*/ 16290 w 40393"/>
                  <a:gd name="connsiteY49" fmla="*/ 7674 h 28297"/>
                  <a:gd name="connsiteX50" fmla="*/ 15623 w 40393"/>
                  <a:gd name="connsiteY50" fmla="*/ 5198 h 28297"/>
                  <a:gd name="connsiteX51" fmla="*/ 15623 w 40393"/>
                  <a:gd name="connsiteY51" fmla="*/ 3388 h 28297"/>
                  <a:gd name="connsiteX52" fmla="*/ 15623 w 40393"/>
                  <a:gd name="connsiteY52" fmla="*/ 1674 h 28297"/>
                  <a:gd name="connsiteX53" fmla="*/ 17433 w 40393"/>
                  <a:gd name="connsiteY53" fmla="*/ 816 h 28297"/>
                  <a:gd name="connsiteX54" fmla="*/ 19909 w 40393"/>
                  <a:gd name="connsiteY54" fmla="*/ 2055 h 28297"/>
                  <a:gd name="connsiteX55" fmla="*/ 26577 w 40393"/>
                  <a:gd name="connsiteY55" fmla="*/ 2626 h 28297"/>
                  <a:gd name="connsiteX56" fmla="*/ 30196 w 40393"/>
                  <a:gd name="connsiteY56" fmla="*/ 2626 h 28297"/>
                  <a:gd name="connsiteX57" fmla="*/ 35435 w 40393"/>
                  <a:gd name="connsiteY57" fmla="*/ 1769 h 28297"/>
                  <a:gd name="connsiteX58" fmla="*/ 36864 w 40393"/>
                  <a:gd name="connsiteY58" fmla="*/ 1769 h 28297"/>
                  <a:gd name="connsiteX59" fmla="*/ 38007 w 40393"/>
                  <a:gd name="connsiteY59" fmla="*/ 1769 h 28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40393" h="28297">
                    <a:moveTo>
                      <a:pt x="37816" y="-136"/>
                    </a:moveTo>
                    <a:cubicBezTo>
                      <a:pt x="38223" y="-4"/>
                      <a:pt x="38542" y="315"/>
                      <a:pt x="38673" y="721"/>
                    </a:cubicBezTo>
                    <a:cubicBezTo>
                      <a:pt x="39087" y="1270"/>
                      <a:pt x="39469" y="1843"/>
                      <a:pt x="39816" y="2436"/>
                    </a:cubicBezTo>
                    <a:cubicBezTo>
                      <a:pt x="39914" y="2939"/>
                      <a:pt x="39914" y="3456"/>
                      <a:pt x="39816" y="3960"/>
                    </a:cubicBezTo>
                    <a:cubicBezTo>
                      <a:pt x="39817" y="3960"/>
                      <a:pt x="40293" y="4912"/>
                      <a:pt x="39817" y="5103"/>
                    </a:cubicBezTo>
                    <a:cubicBezTo>
                      <a:pt x="39340" y="5293"/>
                      <a:pt x="38388" y="6055"/>
                      <a:pt x="36959" y="6627"/>
                    </a:cubicBezTo>
                    <a:cubicBezTo>
                      <a:pt x="36128" y="6852"/>
                      <a:pt x="35351" y="7241"/>
                      <a:pt x="34673" y="7770"/>
                    </a:cubicBezTo>
                    <a:cubicBezTo>
                      <a:pt x="34192" y="8098"/>
                      <a:pt x="33634" y="8295"/>
                      <a:pt x="33054" y="8341"/>
                    </a:cubicBezTo>
                    <a:cubicBezTo>
                      <a:pt x="31435" y="8341"/>
                      <a:pt x="30101" y="8341"/>
                      <a:pt x="29720" y="9675"/>
                    </a:cubicBezTo>
                    <a:cubicBezTo>
                      <a:pt x="29339" y="11008"/>
                      <a:pt x="29720" y="10627"/>
                      <a:pt x="29720" y="12151"/>
                    </a:cubicBezTo>
                    <a:cubicBezTo>
                      <a:pt x="29547" y="12553"/>
                      <a:pt x="29286" y="12910"/>
                      <a:pt x="28958" y="13199"/>
                    </a:cubicBezTo>
                    <a:cubicBezTo>
                      <a:pt x="28482" y="13199"/>
                      <a:pt x="28482" y="13770"/>
                      <a:pt x="28291" y="14056"/>
                    </a:cubicBezTo>
                    <a:cubicBezTo>
                      <a:pt x="28262" y="14446"/>
                      <a:pt x="28050" y="14799"/>
                      <a:pt x="27720" y="15009"/>
                    </a:cubicBezTo>
                    <a:cubicBezTo>
                      <a:pt x="27720" y="15009"/>
                      <a:pt x="27720" y="15771"/>
                      <a:pt x="27244" y="16152"/>
                    </a:cubicBezTo>
                    <a:cubicBezTo>
                      <a:pt x="26767" y="16533"/>
                      <a:pt x="26386" y="18628"/>
                      <a:pt x="26672" y="19104"/>
                    </a:cubicBezTo>
                    <a:cubicBezTo>
                      <a:pt x="26958" y="19581"/>
                      <a:pt x="30387" y="19866"/>
                      <a:pt x="32006" y="20247"/>
                    </a:cubicBezTo>
                    <a:cubicBezTo>
                      <a:pt x="33625" y="20628"/>
                      <a:pt x="32959" y="20247"/>
                      <a:pt x="33435" y="20247"/>
                    </a:cubicBezTo>
                    <a:lnTo>
                      <a:pt x="34863" y="20247"/>
                    </a:lnTo>
                    <a:lnTo>
                      <a:pt x="36102" y="21010"/>
                    </a:lnTo>
                    <a:cubicBezTo>
                      <a:pt x="36560" y="21337"/>
                      <a:pt x="36976" y="21721"/>
                      <a:pt x="37340" y="22152"/>
                    </a:cubicBezTo>
                    <a:cubicBezTo>
                      <a:pt x="38079" y="22539"/>
                      <a:pt x="38605" y="23239"/>
                      <a:pt x="38769" y="24058"/>
                    </a:cubicBezTo>
                    <a:cubicBezTo>
                      <a:pt x="38862" y="24465"/>
                      <a:pt x="38862" y="24888"/>
                      <a:pt x="38769" y="25296"/>
                    </a:cubicBezTo>
                    <a:cubicBezTo>
                      <a:pt x="38769" y="25296"/>
                      <a:pt x="38769" y="25772"/>
                      <a:pt x="38769" y="25772"/>
                    </a:cubicBezTo>
                    <a:cubicBezTo>
                      <a:pt x="38810" y="26024"/>
                      <a:pt x="38810" y="26282"/>
                      <a:pt x="38769" y="26534"/>
                    </a:cubicBezTo>
                    <a:cubicBezTo>
                      <a:pt x="38579" y="26873"/>
                      <a:pt x="38355" y="27192"/>
                      <a:pt x="38102" y="27486"/>
                    </a:cubicBezTo>
                    <a:cubicBezTo>
                      <a:pt x="38102" y="27486"/>
                      <a:pt x="37245" y="28248"/>
                      <a:pt x="36959" y="28153"/>
                    </a:cubicBezTo>
                    <a:lnTo>
                      <a:pt x="35149" y="28153"/>
                    </a:lnTo>
                    <a:lnTo>
                      <a:pt x="33244" y="27296"/>
                    </a:lnTo>
                    <a:lnTo>
                      <a:pt x="31244" y="27296"/>
                    </a:lnTo>
                    <a:lnTo>
                      <a:pt x="28101" y="26153"/>
                    </a:lnTo>
                    <a:lnTo>
                      <a:pt x="25053" y="25486"/>
                    </a:lnTo>
                    <a:cubicBezTo>
                      <a:pt x="24071" y="25146"/>
                      <a:pt x="23043" y="24953"/>
                      <a:pt x="22005" y="24915"/>
                    </a:cubicBezTo>
                    <a:lnTo>
                      <a:pt x="19052" y="24915"/>
                    </a:lnTo>
                    <a:cubicBezTo>
                      <a:pt x="17909" y="24915"/>
                      <a:pt x="16671" y="24153"/>
                      <a:pt x="15718" y="24057"/>
                    </a:cubicBezTo>
                    <a:cubicBezTo>
                      <a:pt x="13692" y="23840"/>
                      <a:pt x="11649" y="23840"/>
                      <a:pt x="9622" y="24057"/>
                    </a:cubicBezTo>
                    <a:cubicBezTo>
                      <a:pt x="6955" y="24057"/>
                      <a:pt x="2097" y="25105"/>
                      <a:pt x="1812" y="25010"/>
                    </a:cubicBezTo>
                    <a:cubicBezTo>
                      <a:pt x="1526" y="24915"/>
                      <a:pt x="478" y="23010"/>
                      <a:pt x="-284" y="21771"/>
                    </a:cubicBezTo>
                    <a:cubicBezTo>
                      <a:pt x="-392" y="21269"/>
                      <a:pt x="-392" y="20750"/>
                      <a:pt x="-284" y="20247"/>
                    </a:cubicBezTo>
                    <a:cubicBezTo>
                      <a:pt x="-114" y="19624"/>
                      <a:pt x="-114" y="18966"/>
                      <a:pt x="-284" y="18342"/>
                    </a:cubicBezTo>
                    <a:cubicBezTo>
                      <a:pt x="-284" y="17676"/>
                      <a:pt x="2669" y="17390"/>
                      <a:pt x="3050" y="17390"/>
                    </a:cubicBezTo>
                    <a:cubicBezTo>
                      <a:pt x="3431" y="17390"/>
                      <a:pt x="4193" y="18057"/>
                      <a:pt x="4764" y="18057"/>
                    </a:cubicBezTo>
                    <a:lnTo>
                      <a:pt x="8765" y="18057"/>
                    </a:lnTo>
                    <a:cubicBezTo>
                      <a:pt x="9241" y="18057"/>
                      <a:pt x="9908" y="18057"/>
                      <a:pt x="10289" y="18057"/>
                    </a:cubicBezTo>
                    <a:cubicBezTo>
                      <a:pt x="11793" y="17921"/>
                      <a:pt x="13288" y="17698"/>
                      <a:pt x="14766" y="17390"/>
                    </a:cubicBezTo>
                    <a:cubicBezTo>
                      <a:pt x="17528" y="17390"/>
                      <a:pt x="18480" y="13961"/>
                      <a:pt x="19147" y="12818"/>
                    </a:cubicBezTo>
                    <a:cubicBezTo>
                      <a:pt x="19494" y="12327"/>
                      <a:pt x="19752" y="11779"/>
                      <a:pt x="19909" y="11199"/>
                    </a:cubicBezTo>
                    <a:cubicBezTo>
                      <a:pt x="19909" y="10532"/>
                      <a:pt x="19909" y="9865"/>
                      <a:pt x="19909" y="9675"/>
                    </a:cubicBezTo>
                    <a:cubicBezTo>
                      <a:pt x="19370" y="9644"/>
                      <a:pt x="18829" y="9644"/>
                      <a:pt x="18290" y="9675"/>
                    </a:cubicBezTo>
                    <a:cubicBezTo>
                      <a:pt x="17631" y="9822"/>
                      <a:pt x="16948" y="9822"/>
                      <a:pt x="16290" y="9675"/>
                    </a:cubicBezTo>
                    <a:cubicBezTo>
                      <a:pt x="15718" y="9675"/>
                      <a:pt x="16290" y="8532"/>
                      <a:pt x="16290" y="7674"/>
                    </a:cubicBezTo>
                    <a:cubicBezTo>
                      <a:pt x="16319" y="6801"/>
                      <a:pt x="16087" y="5938"/>
                      <a:pt x="15623" y="5198"/>
                    </a:cubicBezTo>
                    <a:cubicBezTo>
                      <a:pt x="15623" y="5198"/>
                      <a:pt x="15623" y="3674"/>
                      <a:pt x="15623" y="3388"/>
                    </a:cubicBezTo>
                    <a:cubicBezTo>
                      <a:pt x="15670" y="2818"/>
                      <a:pt x="15670" y="2244"/>
                      <a:pt x="15623" y="1674"/>
                    </a:cubicBezTo>
                    <a:cubicBezTo>
                      <a:pt x="15623" y="816"/>
                      <a:pt x="16671" y="1007"/>
                      <a:pt x="17433" y="816"/>
                    </a:cubicBezTo>
                    <a:cubicBezTo>
                      <a:pt x="18195" y="626"/>
                      <a:pt x="19147" y="1769"/>
                      <a:pt x="19909" y="2055"/>
                    </a:cubicBezTo>
                    <a:cubicBezTo>
                      <a:pt x="22118" y="2379"/>
                      <a:pt x="24345" y="2570"/>
                      <a:pt x="26577" y="2626"/>
                    </a:cubicBezTo>
                    <a:lnTo>
                      <a:pt x="30196" y="2626"/>
                    </a:lnTo>
                    <a:cubicBezTo>
                      <a:pt x="31966" y="2512"/>
                      <a:pt x="33721" y="2224"/>
                      <a:pt x="35435" y="1769"/>
                    </a:cubicBezTo>
                    <a:cubicBezTo>
                      <a:pt x="35902" y="1639"/>
                      <a:pt x="36396" y="1639"/>
                      <a:pt x="36864" y="1769"/>
                    </a:cubicBezTo>
                    <a:lnTo>
                      <a:pt x="38007" y="1769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2818310" y="2490838"/>
                <a:ext cx="103752" cy="103011"/>
              </a:xfrm>
              <a:custGeom>
                <a:avLst/>
                <a:gdLst>
                  <a:gd name="connsiteX0" fmla="*/ 31001 w 40605"/>
                  <a:gd name="connsiteY0" fmla="*/ -136 h 40315"/>
                  <a:gd name="connsiteX1" fmla="*/ 32906 w 40605"/>
                  <a:gd name="connsiteY1" fmla="*/ 1102 h 40315"/>
                  <a:gd name="connsiteX2" fmla="*/ 33763 w 40605"/>
                  <a:gd name="connsiteY2" fmla="*/ 3198 h 40315"/>
                  <a:gd name="connsiteX3" fmla="*/ 33763 w 40605"/>
                  <a:gd name="connsiteY3" fmla="*/ 4531 h 40315"/>
                  <a:gd name="connsiteX4" fmla="*/ 33287 w 40605"/>
                  <a:gd name="connsiteY4" fmla="*/ 5769 h 40315"/>
                  <a:gd name="connsiteX5" fmla="*/ 31382 w 40605"/>
                  <a:gd name="connsiteY5" fmla="*/ 7294 h 40315"/>
                  <a:gd name="connsiteX6" fmla="*/ 30620 w 40605"/>
                  <a:gd name="connsiteY6" fmla="*/ 8436 h 40315"/>
                  <a:gd name="connsiteX7" fmla="*/ 31572 w 40605"/>
                  <a:gd name="connsiteY7" fmla="*/ 8436 h 40315"/>
                  <a:gd name="connsiteX8" fmla="*/ 32811 w 40605"/>
                  <a:gd name="connsiteY8" fmla="*/ 8436 h 40315"/>
                  <a:gd name="connsiteX9" fmla="*/ 34239 w 40605"/>
                  <a:gd name="connsiteY9" fmla="*/ 8436 h 40315"/>
                  <a:gd name="connsiteX10" fmla="*/ 36239 w 40605"/>
                  <a:gd name="connsiteY10" fmla="*/ 8436 h 40315"/>
                  <a:gd name="connsiteX11" fmla="*/ 38335 w 40605"/>
                  <a:gd name="connsiteY11" fmla="*/ 9675 h 40315"/>
                  <a:gd name="connsiteX12" fmla="*/ 39859 w 40605"/>
                  <a:gd name="connsiteY12" fmla="*/ 11294 h 40315"/>
                  <a:gd name="connsiteX13" fmla="*/ 39859 w 40605"/>
                  <a:gd name="connsiteY13" fmla="*/ 14437 h 40315"/>
                  <a:gd name="connsiteX14" fmla="*/ 39002 w 40605"/>
                  <a:gd name="connsiteY14" fmla="*/ 14437 h 40315"/>
                  <a:gd name="connsiteX15" fmla="*/ 37573 w 40605"/>
                  <a:gd name="connsiteY15" fmla="*/ 14437 h 40315"/>
                  <a:gd name="connsiteX16" fmla="*/ 34620 w 40605"/>
                  <a:gd name="connsiteY16" fmla="*/ 14437 h 40315"/>
                  <a:gd name="connsiteX17" fmla="*/ 32906 w 40605"/>
                  <a:gd name="connsiteY17" fmla="*/ 14437 h 40315"/>
                  <a:gd name="connsiteX18" fmla="*/ 31287 w 40605"/>
                  <a:gd name="connsiteY18" fmla="*/ 13675 h 40315"/>
                  <a:gd name="connsiteX19" fmla="*/ 28334 w 40605"/>
                  <a:gd name="connsiteY19" fmla="*/ 13199 h 40315"/>
                  <a:gd name="connsiteX20" fmla="*/ 26905 w 40605"/>
                  <a:gd name="connsiteY20" fmla="*/ 13961 h 40315"/>
                  <a:gd name="connsiteX21" fmla="*/ 26048 w 40605"/>
                  <a:gd name="connsiteY21" fmla="*/ 15961 h 40315"/>
                  <a:gd name="connsiteX22" fmla="*/ 27667 w 40605"/>
                  <a:gd name="connsiteY22" fmla="*/ 22343 h 40315"/>
                  <a:gd name="connsiteX23" fmla="*/ 28715 w 40605"/>
                  <a:gd name="connsiteY23" fmla="*/ 27296 h 40315"/>
                  <a:gd name="connsiteX24" fmla="*/ 30525 w 40605"/>
                  <a:gd name="connsiteY24" fmla="*/ 31106 h 40315"/>
                  <a:gd name="connsiteX25" fmla="*/ 31858 w 40605"/>
                  <a:gd name="connsiteY25" fmla="*/ 32820 h 40315"/>
                  <a:gd name="connsiteX26" fmla="*/ 32715 w 40605"/>
                  <a:gd name="connsiteY26" fmla="*/ 34440 h 40315"/>
                  <a:gd name="connsiteX27" fmla="*/ 35001 w 40605"/>
                  <a:gd name="connsiteY27" fmla="*/ 37297 h 40315"/>
                  <a:gd name="connsiteX28" fmla="*/ 35763 w 40605"/>
                  <a:gd name="connsiteY28" fmla="*/ 38345 h 40315"/>
                  <a:gd name="connsiteX29" fmla="*/ 35001 w 40605"/>
                  <a:gd name="connsiteY29" fmla="*/ 38916 h 40315"/>
                  <a:gd name="connsiteX30" fmla="*/ 34239 w 40605"/>
                  <a:gd name="connsiteY30" fmla="*/ 39964 h 40315"/>
                  <a:gd name="connsiteX31" fmla="*/ 31953 w 40605"/>
                  <a:gd name="connsiteY31" fmla="*/ 39964 h 40315"/>
                  <a:gd name="connsiteX32" fmla="*/ 31001 w 40605"/>
                  <a:gd name="connsiteY32" fmla="*/ 39964 h 40315"/>
                  <a:gd name="connsiteX33" fmla="*/ 30144 w 40605"/>
                  <a:gd name="connsiteY33" fmla="*/ 39964 h 40315"/>
                  <a:gd name="connsiteX34" fmla="*/ 28620 w 40605"/>
                  <a:gd name="connsiteY34" fmla="*/ 38916 h 40315"/>
                  <a:gd name="connsiteX35" fmla="*/ 27000 w 40605"/>
                  <a:gd name="connsiteY35" fmla="*/ 38059 h 40315"/>
                  <a:gd name="connsiteX36" fmla="*/ 25667 w 40605"/>
                  <a:gd name="connsiteY36" fmla="*/ 36916 h 40315"/>
                  <a:gd name="connsiteX37" fmla="*/ 23667 w 40605"/>
                  <a:gd name="connsiteY37" fmla="*/ 35297 h 40315"/>
                  <a:gd name="connsiteX38" fmla="*/ 22905 w 40605"/>
                  <a:gd name="connsiteY38" fmla="*/ 33678 h 40315"/>
                  <a:gd name="connsiteX39" fmla="*/ 22905 w 40605"/>
                  <a:gd name="connsiteY39" fmla="*/ 29106 h 40315"/>
                  <a:gd name="connsiteX40" fmla="*/ 22333 w 40605"/>
                  <a:gd name="connsiteY40" fmla="*/ 25010 h 40315"/>
                  <a:gd name="connsiteX41" fmla="*/ 21762 w 40605"/>
                  <a:gd name="connsiteY41" fmla="*/ 22629 h 40315"/>
                  <a:gd name="connsiteX42" fmla="*/ 20333 w 40605"/>
                  <a:gd name="connsiteY42" fmla="*/ 18247 h 40315"/>
                  <a:gd name="connsiteX43" fmla="*/ 16332 w 40605"/>
                  <a:gd name="connsiteY43" fmla="*/ 20247 h 40315"/>
                  <a:gd name="connsiteX44" fmla="*/ 11474 w 40605"/>
                  <a:gd name="connsiteY44" fmla="*/ 21390 h 40315"/>
                  <a:gd name="connsiteX45" fmla="*/ 7188 w 40605"/>
                  <a:gd name="connsiteY45" fmla="*/ 21390 h 40315"/>
                  <a:gd name="connsiteX46" fmla="*/ 4140 w 40605"/>
                  <a:gd name="connsiteY46" fmla="*/ 21390 h 40315"/>
                  <a:gd name="connsiteX47" fmla="*/ 1664 w 40605"/>
                  <a:gd name="connsiteY47" fmla="*/ 20628 h 40315"/>
                  <a:gd name="connsiteX48" fmla="*/ 426 w 40605"/>
                  <a:gd name="connsiteY48" fmla="*/ 20628 h 40315"/>
                  <a:gd name="connsiteX49" fmla="*/ 426 w 40605"/>
                  <a:gd name="connsiteY49" fmla="*/ 19486 h 40315"/>
                  <a:gd name="connsiteX50" fmla="*/ 426 w 40605"/>
                  <a:gd name="connsiteY50" fmla="*/ 17866 h 40315"/>
                  <a:gd name="connsiteX51" fmla="*/ -336 w 40605"/>
                  <a:gd name="connsiteY51" fmla="*/ 16914 h 40315"/>
                  <a:gd name="connsiteX52" fmla="*/ 711 w 40605"/>
                  <a:gd name="connsiteY52" fmla="*/ 16914 h 40315"/>
                  <a:gd name="connsiteX53" fmla="*/ 2807 w 40605"/>
                  <a:gd name="connsiteY53" fmla="*/ 16914 h 40315"/>
                  <a:gd name="connsiteX54" fmla="*/ 4236 w 40605"/>
                  <a:gd name="connsiteY54" fmla="*/ 16914 h 40315"/>
                  <a:gd name="connsiteX55" fmla="*/ 5188 w 40605"/>
                  <a:gd name="connsiteY55" fmla="*/ 16914 h 40315"/>
                  <a:gd name="connsiteX56" fmla="*/ 12713 w 40605"/>
                  <a:gd name="connsiteY56" fmla="*/ 15104 h 40315"/>
                  <a:gd name="connsiteX57" fmla="*/ 16523 w 40605"/>
                  <a:gd name="connsiteY57" fmla="*/ 12818 h 40315"/>
                  <a:gd name="connsiteX58" fmla="*/ 17761 w 40605"/>
                  <a:gd name="connsiteY58" fmla="*/ 11675 h 40315"/>
                  <a:gd name="connsiteX59" fmla="*/ 16713 w 40605"/>
                  <a:gd name="connsiteY59" fmla="*/ 11199 h 40315"/>
                  <a:gd name="connsiteX60" fmla="*/ 15951 w 40605"/>
                  <a:gd name="connsiteY60" fmla="*/ 11199 h 40315"/>
                  <a:gd name="connsiteX61" fmla="*/ 14808 w 40605"/>
                  <a:gd name="connsiteY61" fmla="*/ 11199 h 40315"/>
                  <a:gd name="connsiteX62" fmla="*/ 13856 w 40605"/>
                  <a:gd name="connsiteY62" fmla="*/ 10627 h 40315"/>
                  <a:gd name="connsiteX63" fmla="*/ 12808 w 40605"/>
                  <a:gd name="connsiteY63" fmla="*/ 9103 h 40315"/>
                  <a:gd name="connsiteX64" fmla="*/ 12332 w 40605"/>
                  <a:gd name="connsiteY64" fmla="*/ 5960 h 40315"/>
                  <a:gd name="connsiteX65" fmla="*/ 13570 w 40605"/>
                  <a:gd name="connsiteY65" fmla="*/ 4913 h 40315"/>
                  <a:gd name="connsiteX66" fmla="*/ 14809 w 40605"/>
                  <a:gd name="connsiteY66" fmla="*/ 4913 h 40315"/>
                  <a:gd name="connsiteX67" fmla="*/ 16047 w 40605"/>
                  <a:gd name="connsiteY67" fmla="*/ 4912 h 40315"/>
                  <a:gd name="connsiteX68" fmla="*/ 17285 w 40605"/>
                  <a:gd name="connsiteY68" fmla="*/ 4912 h 40315"/>
                  <a:gd name="connsiteX69" fmla="*/ 19380 w 40605"/>
                  <a:gd name="connsiteY69" fmla="*/ 6151 h 40315"/>
                  <a:gd name="connsiteX70" fmla="*/ 23571 w 40605"/>
                  <a:gd name="connsiteY70" fmla="*/ 6912 h 40315"/>
                  <a:gd name="connsiteX71" fmla="*/ 26048 w 40605"/>
                  <a:gd name="connsiteY71" fmla="*/ 4150 h 40315"/>
                  <a:gd name="connsiteX72" fmla="*/ 27477 w 40605"/>
                  <a:gd name="connsiteY72" fmla="*/ 2245 h 40315"/>
                  <a:gd name="connsiteX73" fmla="*/ 28334 w 40605"/>
                  <a:gd name="connsiteY73" fmla="*/ 435 h 40315"/>
                  <a:gd name="connsiteX74" fmla="*/ 29286 w 40605"/>
                  <a:gd name="connsiteY74" fmla="*/ 436 h 40315"/>
                  <a:gd name="connsiteX75" fmla="*/ 30620 w 40605"/>
                  <a:gd name="connsiteY75" fmla="*/ 1388 h 40315"/>
                  <a:gd name="connsiteX76" fmla="*/ 31858 w 40605"/>
                  <a:gd name="connsiteY76" fmla="*/ 1388 h 40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</a:cxnLst>
                <a:rect l="l" t="t" r="r" b="b"/>
                <a:pathLst>
                  <a:path w="40605" h="40315">
                    <a:moveTo>
                      <a:pt x="31001" y="-136"/>
                    </a:moveTo>
                    <a:cubicBezTo>
                      <a:pt x="31001" y="-136"/>
                      <a:pt x="32906" y="721"/>
                      <a:pt x="32906" y="1102"/>
                    </a:cubicBezTo>
                    <a:cubicBezTo>
                      <a:pt x="32946" y="1878"/>
                      <a:pt x="33248" y="2616"/>
                      <a:pt x="33763" y="3198"/>
                    </a:cubicBezTo>
                    <a:cubicBezTo>
                      <a:pt x="33763" y="3864"/>
                      <a:pt x="33763" y="3960"/>
                      <a:pt x="33763" y="4531"/>
                    </a:cubicBezTo>
                    <a:cubicBezTo>
                      <a:pt x="33763" y="5103"/>
                      <a:pt x="33763" y="5484"/>
                      <a:pt x="33287" y="5769"/>
                    </a:cubicBezTo>
                    <a:lnTo>
                      <a:pt x="31382" y="7294"/>
                    </a:lnTo>
                    <a:cubicBezTo>
                      <a:pt x="31382" y="7294"/>
                      <a:pt x="30429" y="8246"/>
                      <a:pt x="30620" y="8436"/>
                    </a:cubicBezTo>
                    <a:cubicBezTo>
                      <a:pt x="30935" y="8492"/>
                      <a:pt x="31257" y="8492"/>
                      <a:pt x="31572" y="8436"/>
                    </a:cubicBezTo>
                    <a:lnTo>
                      <a:pt x="32811" y="8436"/>
                    </a:lnTo>
                    <a:lnTo>
                      <a:pt x="34239" y="8436"/>
                    </a:lnTo>
                    <a:cubicBezTo>
                      <a:pt x="34906" y="8436"/>
                      <a:pt x="35954" y="8436"/>
                      <a:pt x="36239" y="8436"/>
                    </a:cubicBezTo>
                    <a:cubicBezTo>
                      <a:pt x="36525" y="8436"/>
                      <a:pt x="38335" y="9103"/>
                      <a:pt x="38335" y="9675"/>
                    </a:cubicBezTo>
                    <a:cubicBezTo>
                      <a:pt x="38335" y="10246"/>
                      <a:pt x="39002" y="10627"/>
                      <a:pt x="39859" y="11294"/>
                    </a:cubicBezTo>
                    <a:cubicBezTo>
                      <a:pt x="40716" y="11961"/>
                      <a:pt x="39859" y="13389"/>
                      <a:pt x="39859" y="14437"/>
                    </a:cubicBezTo>
                    <a:cubicBezTo>
                      <a:pt x="39859" y="15485"/>
                      <a:pt x="39859" y="15104"/>
                      <a:pt x="39002" y="14437"/>
                    </a:cubicBezTo>
                    <a:cubicBezTo>
                      <a:pt x="38145" y="13770"/>
                      <a:pt x="38240" y="14437"/>
                      <a:pt x="37573" y="14437"/>
                    </a:cubicBezTo>
                    <a:cubicBezTo>
                      <a:pt x="36593" y="14562"/>
                      <a:pt x="35601" y="14562"/>
                      <a:pt x="34620" y="14437"/>
                    </a:cubicBezTo>
                    <a:cubicBezTo>
                      <a:pt x="34050" y="14484"/>
                      <a:pt x="33477" y="14484"/>
                      <a:pt x="32906" y="14437"/>
                    </a:cubicBezTo>
                    <a:lnTo>
                      <a:pt x="31287" y="13675"/>
                    </a:lnTo>
                    <a:cubicBezTo>
                      <a:pt x="30320" y="13424"/>
                      <a:pt x="29331" y="13264"/>
                      <a:pt x="28334" y="13199"/>
                    </a:cubicBezTo>
                    <a:cubicBezTo>
                      <a:pt x="27821" y="13377"/>
                      <a:pt x="27339" y="13634"/>
                      <a:pt x="26905" y="13961"/>
                    </a:cubicBezTo>
                    <a:cubicBezTo>
                      <a:pt x="26238" y="13961"/>
                      <a:pt x="26048" y="15580"/>
                      <a:pt x="26048" y="15961"/>
                    </a:cubicBezTo>
                    <a:cubicBezTo>
                      <a:pt x="26298" y="18152"/>
                      <a:pt x="26843" y="20299"/>
                      <a:pt x="27667" y="22343"/>
                    </a:cubicBezTo>
                    <a:cubicBezTo>
                      <a:pt x="27667" y="23295"/>
                      <a:pt x="27667" y="26058"/>
                      <a:pt x="28715" y="27296"/>
                    </a:cubicBezTo>
                    <a:cubicBezTo>
                      <a:pt x="29438" y="28506"/>
                      <a:pt x="30044" y="29781"/>
                      <a:pt x="30525" y="31106"/>
                    </a:cubicBezTo>
                    <a:cubicBezTo>
                      <a:pt x="30524" y="31773"/>
                      <a:pt x="31572" y="32344"/>
                      <a:pt x="31858" y="32820"/>
                    </a:cubicBezTo>
                    <a:cubicBezTo>
                      <a:pt x="32144" y="33297"/>
                      <a:pt x="32430" y="34154"/>
                      <a:pt x="32715" y="34440"/>
                    </a:cubicBezTo>
                    <a:cubicBezTo>
                      <a:pt x="33530" y="35349"/>
                      <a:pt x="34293" y="36303"/>
                      <a:pt x="35001" y="37297"/>
                    </a:cubicBezTo>
                    <a:cubicBezTo>
                      <a:pt x="35001" y="37297"/>
                      <a:pt x="35763" y="37964"/>
                      <a:pt x="35763" y="38345"/>
                    </a:cubicBezTo>
                    <a:cubicBezTo>
                      <a:pt x="35763" y="38726"/>
                      <a:pt x="35192" y="38345"/>
                      <a:pt x="35001" y="38916"/>
                    </a:cubicBezTo>
                    <a:cubicBezTo>
                      <a:pt x="34811" y="39488"/>
                      <a:pt x="35001" y="39774"/>
                      <a:pt x="34239" y="39964"/>
                    </a:cubicBezTo>
                    <a:cubicBezTo>
                      <a:pt x="33504" y="40251"/>
                      <a:pt x="32688" y="40251"/>
                      <a:pt x="31953" y="39964"/>
                    </a:cubicBezTo>
                    <a:cubicBezTo>
                      <a:pt x="31953" y="39964"/>
                      <a:pt x="31287" y="39964"/>
                      <a:pt x="31001" y="39964"/>
                    </a:cubicBezTo>
                    <a:cubicBezTo>
                      <a:pt x="30718" y="40018"/>
                      <a:pt x="30427" y="40018"/>
                      <a:pt x="30144" y="39964"/>
                    </a:cubicBezTo>
                    <a:lnTo>
                      <a:pt x="28620" y="38916"/>
                    </a:lnTo>
                    <a:cubicBezTo>
                      <a:pt x="28043" y="38705"/>
                      <a:pt x="27499" y="38417"/>
                      <a:pt x="27000" y="38059"/>
                    </a:cubicBezTo>
                    <a:cubicBezTo>
                      <a:pt x="27000" y="38059"/>
                      <a:pt x="25953" y="37393"/>
                      <a:pt x="25667" y="36916"/>
                    </a:cubicBezTo>
                    <a:cubicBezTo>
                      <a:pt x="25381" y="36440"/>
                      <a:pt x="24238" y="35869"/>
                      <a:pt x="23667" y="35297"/>
                    </a:cubicBezTo>
                    <a:cubicBezTo>
                      <a:pt x="23194" y="34890"/>
                      <a:pt x="22917" y="34301"/>
                      <a:pt x="22905" y="33678"/>
                    </a:cubicBezTo>
                    <a:cubicBezTo>
                      <a:pt x="22905" y="32249"/>
                      <a:pt x="23952" y="32249"/>
                      <a:pt x="22905" y="29106"/>
                    </a:cubicBezTo>
                    <a:cubicBezTo>
                      <a:pt x="22627" y="27754"/>
                      <a:pt x="22436" y="26386"/>
                      <a:pt x="22333" y="25010"/>
                    </a:cubicBezTo>
                    <a:cubicBezTo>
                      <a:pt x="22237" y="24196"/>
                      <a:pt x="22045" y="23397"/>
                      <a:pt x="21762" y="22629"/>
                    </a:cubicBezTo>
                    <a:cubicBezTo>
                      <a:pt x="20999" y="20914"/>
                      <a:pt x="20619" y="18723"/>
                      <a:pt x="20333" y="18247"/>
                    </a:cubicBezTo>
                    <a:cubicBezTo>
                      <a:pt x="20047" y="17771"/>
                      <a:pt x="17856" y="19771"/>
                      <a:pt x="16332" y="20247"/>
                    </a:cubicBezTo>
                    <a:cubicBezTo>
                      <a:pt x="14808" y="20724"/>
                      <a:pt x="13570" y="20724"/>
                      <a:pt x="11474" y="21390"/>
                    </a:cubicBezTo>
                    <a:cubicBezTo>
                      <a:pt x="10054" y="21613"/>
                      <a:pt x="8608" y="21613"/>
                      <a:pt x="7188" y="21390"/>
                    </a:cubicBezTo>
                    <a:lnTo>
                      <a:pt x="4140" y="21390"/>
                    </a:lnTo>
                    <a:cubicBezTo>
                      <a:pt x="3283" y="21390"/>
                      <a:pt x="2331" y="20724"/>
                      <a:pt x="1664" y="20628"/>
                    </a:cubicBezTo>
                    <a:lnTo>
                      <a:pt x="426" y="20628"/>
                    </a:lnTo>
                    <a:cubicBezTo>
                      <a:pt x="426" y="20628"/>
                      <a:pt x="426" y="19866"/>
                      <a:pt x="426" y="19486"/>
                    </a:cubicBezTo>
                    <a:cubicBezTo>
                      <a:pt x="426" y="19104"/>
                      <a:pt x="426" y="18247"/>
                      <a:pt x="426" y="17866"/>
                    </a:cubicBezTo>
                    <a:cubicBezTo>
                      <a:pt x="426" y="17485"/>
                      <a:pt x="-241" y="17199"/>
                      <a:pt x="-336" y="16914"/>
                    </a:cubicBezTo>
                    <a:cubicBezTo>
                      <a:pt x="-432" y="16628"/>
                      <a:pt x="-336" y="16342"/>
                      <a:pt x="711" y="16914"/>
                    </a:cubicBezTo>
                    <a:cubicBezTo>
                      <a:pt x="1403" y="17057"/>
                      <a:pt x="2116" y="17057"/>
                      <a:pt x="2807" y="16914"/>
                    </a:cubicBezTo>
                    <a:cubicBezTo>
                      <a:pt x="3280" y="16990"/>
                      <a:pt x="3762" y="16990"/>
                      <a:pt x="4236" y="16914"/>
                    </a:cubicBezTo>
                    <a:cubicBezTo>
                      <a:pt x="4236" y="16914"/>
                      <a:pt x="4902" y="16914"/>
                      <a:pt x="5188" y="16914"/>
                    </a:cubicBezTo>
                    <a:cubicBezTo>
                      <a:pt x="7732" y="16470"/>
                      <a:pt x="10245" y="15865"/>
                      <a:pt x="12713" y="15104"/>
                    </a:cubicBezTo>
                    <a:cubicBezTo>
                      <a:pt x="14145" y="14653"/>
                      <a:pt x="15451" y="13870"/>
                      <a:pt x="16523" y="12818"/>
                    </a:cubicBezTo>
                    <a:cubicBezTo>
                      <a:pt x="17022" y="12543"/>
                      <a:pt x="17447" y="12150"/>
                      <a:pt x="17761" y="11675"/>
                    </a:cubicBezTo>
                    <a:cubicBezTo>
                      <a:pt x="17761" y="11675"/>
                      <a:pt x="16999" y="11675"/>
                      <a:pt x="16713" y="11199"/>
                    </a:cubicBezTo>
                    <a:lnTo>
                      <a:pt x="15951" y="11199"/>
                    </a:lnTo>
                    <a:lnTo>
                      <a:pt x="14808" y="11199"/>
                    </a:lnTo>
                    <a:cubicBezTo>
                      <a:pt x="14418" y="11169"/>
                      <a:pt x="14065" y="10958"/>
                      <a:pt x="13856" y="10627"/>
                    </a:cubicBezTo>
                    <a:cubicBezTo>
                      <a:pt x="13856" y="10151"/>
                      <a:pt x="13856" y="9579"/>
                      <a:pt x="12808" y="9103"/>
                    </a:cubicBezTo>
                    <a:cubicBezTo>
                      <a:pt x="12027" y="8249"/>
                      <a:pt x="11839" y="7007"/>
                      <a:pt x="12332" y="5960"/>
                    </a:cubicBezTo>
                    <a:cubicBezTo>
                      <a:pt x="12509" y="5402"/>
                      <a:pt x="12990" y="4995"/>
                      <a:pt x="13570" y="4913"/>
                    </a:cubicBezTo>
                    <a:cubicBezTo>
                      <a:pt x="13980" y="4980"/>
                      <a:pt x="14398" y="4980"/>
                      <a:pt x="14809" y="4913"/>
                    </a:cubicBezTo>
                    <a:cubicBezTo>
                      <a:pt x="14808" y="4912"/>
                      <a:pt x="15570" y="4912"/>
                      <a:pt x="16047" y="4912"/>
                    </a:cubicBezTo>
                    <a:cubicBezTo>
                      <a:pt x="16453" y="4815"/>
                      <a:pt x="16878" y="4815"/>
                      <a:pt x="17285" y="4912"/>
                    </a:cubicBezTo>
                    <a:cubicBezTo>
                      <a:pt x="17285" y="4912"/>
                      <a:pt x="18618" y="5769"/>
                      <a:pt x="19380" y="6151"/>
                    </a:cubicBezTo>
                    <a:cubicBezTo>
                      <a:pt x="20709" y="6694"/>
                      <a:pt x="22137" y="6954"/>
                      <a:pt x="23571" y="6912"/>
                    </a:cubicBezTo>
                    <a:cubicBezTo>
                      <a:pt x="24127" y="5782"/>
                      <a:pt x="24984" y="4826"/>
                      <a:pt x="26048" y="4150"/>
                    </a:cubicBezTo>
                    <a:cubicBezTo>
                      <a:pt x="26569" y="3550"/>
                      <a:pt x="27047" y="2914"/>
                      <a:pt x="27477" y="2245"/>
                    </a:cubicBezTo>
                    <a:cubicBezTo>
                      <a:pt x="27898" y="1716"/>
                      <a:pt x="28192" y="1097"/>
                      <a:pt x="28334" y="435"/>
                    </a:cubicBezTo>
                    <a:cubicBezTo>
                      <a:pt x="28334" y="-41"/>
                      <a:pt x="28905" y="436"/>
                      <a:pt x="29286" y="436"/>
                    </a:cubicBezTo>
                    <a:cubicBezTo>
                      <a:pt x="29667" y="436"/>
                      <a:pt x="30239" y="1197"/>
                      <a:pt x="30620" y="1388"/>
                    </a:cubicBezTo>
                    <a:cubicBezTo>
                      <a:pt x="31001" y="1578"/>
                      <a:pt x="31572" y="1388"/>
                      <a:pt x="31858" y="138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2" name="任意多边形: 形状 321"/>
              <p:cNvSpPr/>
              <p:nvPr/>
            </p:nvSpPr>
            <p:spPr>
              <a:xfrm>
                <a:off x="2159072" y="3144796"/>
                <a:ext cx="834786" cy="210764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3" name="任意多边形: 形状 322"/>
              <p:cNvSpPr/>
              <p:nvPr/>
            </p:nvSpPr>
            <p:spPr>
              <a:xfrm>
                <a:off x="2193388" y="3045010"/>
                <a:ext cx="766153" cy="2129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2236954" y="2943522"/>
                <a:ext cx="680486" cy="219041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5" name="任意多边形: 形状 324"/>
              <p:cNvSpPr/>
              <p:nvPr/>
            </p:nvSpPr>
            <p:spPr>
              <a:xfrm>
                <a:off x="2276868" y="2829378"/>
                <a:ext cx="598223" cy="227071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6" name="任意多边形: 形状 325"/>
              <p:cNvSpPr/>
              <p:nvPr/>
            </p:nvSpPr>
            <p:spPr>
              <a:xfrm>
                <a:off x="2318971" y="2662665"/>
                <a:ext cx="515229" cy="286941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7" name="任意多边形: 形状 326"/>
              <p:cNvSpPr/>
              <p:nvPr/>
            </p:nvSpPr>
            <p:spPr>
              <a:xfrm>
                <a:off x="2314347" y="2659256"/>
                <a:ext cx="523019" cy="294729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8" name="任意多边形: 形状 327"/>
              <p:cNvSpPr/>
              <p:nvPr/>
            </p:nvSpPr>
            <p:spPr>
              <a:xfrm>
                <a:off x="2565189" y="2609093"/>
                <a:ext cx="149152" cy="91416"/>
              </a:xfrm>
              <a:custGeom>
                <a:avLst/>
                <a:gdLst>
                  <a:gd name="connsiteX0" fmla="*/ 1667 w 58373"/>
                  <a:gd name="connsiteY0" fmla="*/ 32069 h 35777"/>
                  <a:gd name="connsiteX1" fmla="*/ 7001 w 58373"/>
                  <a:gd name="connsiteY1" fmla="*/ 30831 h 35777"/>
                  <a:gd name="connsiteX2" fmla="*/ 54626 w 58373"/>
                  <a:gd name="connsiteY2" fmla="*/ 3494 h 35777"/>
                  <a:gd name="connsiteX3" fmla="*/ 57007 w 58373"/>
                  <a:gd name="connsiteY3" fmla="*/ 446 h 35777"/>
                  <a:gd name="connsiteX4" fmla="*/ 55102 w 58373"/>
                  <a:gd name="connsiteY4" fmla="*/ 6542 h 35777"/>
                  <a:gd name="connsiteX5" fmla="*/ 1858 w 58373"/>
                  <a:gd name="connsiteY5" fmla="*/ 35593 h 35777"/>
                  <a:gd name="connsiteX6" fmla="*/ -317 w 58373"/>
                  <a:gd name="connsiteY6" fmla="*/ 34244 h 35777"/>
                  <a:gd name="connsiteX7" fmla="*/ 1033 w 58373"/>
                  <a:gd name="connsiteY7" fmla="*/ 32069 h 35777"/>
                  <a:gd name="connsiteX8" fmla="*/ 1858 w 58373"/>
                  <a:gd name="connsiteY8" fmla="*/ 32069 h 35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8373" h="35777">
                    <a:moveTo>
                      <a:pt x="1667" y="32069"/>
                    </a:moveTo>
                    <a:lnTo>
                      <a:pt x="7001" y="30831"/>
                    </a:lnTo>
                    <a:cubicBezTo>
                      <a:pt x="24996" y="26047"/>
                      <a:pt x="41419" y="16620"/>
                      <a:pt x="54626" y="3494"/>
                    </a:cubicBezTo>
                    <a:cubicBezTo>
                      <a:pt x="55472" y="2520"/>
                      <a:pt x="56267" y="1503"/>
                      <a:pt x="57007" y="446"/>
                    </a:cubicBezTo>
                    <a:cubicBezTo>
                      <a:pt x="58245" y="-1554"/>
                      <a:pt x="59008" y="1875"/>
                      <a:pt x="55102" y="6542"/>
                    </a:cubicBezTo>
                    <a:cubicBezTo>
                      <a:pt x="40766" y="21474"/>
                      <a:pt x="22172" y="31619"/>
                      <a:pt x="1858" y="35593"/>
                    </a:cubicBezTo>
                    <a:cubicBezTo>
                      <a:pt x="884" y="35821"/>
                      <a:pt x="-89" y="35217"/>
                      <a:pt x="-317" y="34244"/>
                    </a:cubicBezTo>
                    <a:cubicBezTo>
                      <a:pt x="-545" y="33271"/>
                      <a:pt x="60" y="32297"/>
                      <a:pt x="1033" y="32069"/>
                    </a:cubicBezTo>
                    <a:cubicBezTo>
                      <a:pt x="1304" y="32006"/>
                      <a:pt x="1586" y="32006"/>
                      <a:pt x="1858" y="320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9" name="任意多边形: 形状 328"/>
              <p:cNvSpPr/>
              <p:nvPr/>
            </p:nvSpPr>
            <p:spPr>
              <a:xfrm>
                <a:off x="2611199" y="2618126"/>
                <a:ext cx="22460" cy="59627"/>
              </a:xfrm>
              <a:custGeom>
                <a:avLst/>
                <a:gdLst>
                  <a:gd name="connsiteX0" fmla="*/ 2520 w 8790"/>
                  <a:gd name="connsiteY0" fmla="*/ 23200 h 23336"/>
                  <a:gd name="connsiteX1" fmla="*/ -242 w 8790"/>
                  <a:gd name="connsiteY1" fmla="*/ 11294 h 23336"/>
                  <a:gd name="connsiteX2" fmla="*/ 6330 w 8790"/>
                  <a:gd name="connsiteY2" fmla="*/ -136 h 23336"/>
                  <a:gd name="connsiteX3" fmla="*/ 8425 w 8790"/>
                  <a:gd name="connsiteY3" fmla="*/ 12723 h 23336"/>
                  <a:gd name="connsiteX4" fmla="*/ 2520 w 8790"/>
                  <a:gd name="connsiteY4" fmla="*/ 23200 h 23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90" h="23336">
                    <a:moveTo>
                      <a:pt x="2520" y="23200"/>
                    </a:moveTo>
                    <a:cubicBezTo>
                      <a:pt x="246" y="19672"/>
                      <a:pt x="-730" y="15463"/>
                      <a:pt x="-242" y="11294"/>
                    </a:cubicBezTo>
                    <a:cubicBezTo>
                      <a:pt x="746" y="6909"/>
                      <a:pt x="3037" y="2924"/>
                      <a:pt x="6330" y="-136"/>
                    </a:cubicBezTo>
                    <a:cubicBezTo>
                      <a:pt x="7539" y="4051"/>
                      <a:pt x="8243" y="8368"/>
                      <a:pt x="8425" y="12723"/>
                    </a:cubicBezTo>
                    <a:cubicBezTo>
                      <a:pt x="8425" y="18057"/>
                      <a:pt x="2520" y="23200"/>
                      <a:pt x="2520" y="2320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0" name="任意多边形: 形状 329"/>
              <p:cNvSpPr/>
              <p:nvPr/>
            </p:nvSpPr>
            <p:spPr>
              <a:xfrm>
                <a:off x="2646828" y="2598898"/>
                <a:ext cx="21146" cy="60601"/>
              </a:xfrm>
              <a:custGeom>
                <a:avLst/>
                <a:gdLst>
                  <a:gd name="connsiteX0" fmla="*/ 2482 w 8276"/>
                  <a:gd name="connsiteY0" fmla="*/ 23581 h 23717"/>
                  <a:gd name="connsiteX1" fmla="*/ -280 w 8276"/>
                  <a:gd name="connsiteY1" fmla="*/ 11580 h 23717"/>
                  <a:gd name="connsiteX2" fmla="*/ 5721 w 8276"/>
                  <a:gd name="connsiteY2" fmla="*/ -136 h 23717"/>
                  <a:gd name="connsiteX3" fmla="*/ 7911 w 8276"/>
                  <a:gd name="connsiteY3" fmla="*/ 12818 h 23717"/>
                  <a:gd name="connsiteX4" fmla="*/ 2482 w 8276"/>
                  <a:gd name="connsiteY4" fmla="*/ 23581 h 23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276" h="23717">
                    <a:moveTo>
                      <a:pt x="2482" y="23581"/>
                    </a:moveTo>
                    <a:cubicBezTo>
                      <a:pt x="297" y="19981"/>
                      <a:pt x="-671" y="15773"/>
                      <a:pt x="-280" y="11580"/>
                    </a:cubicBezTo>
                    <a:cubicBezTo>
                      <a:pt x="528" y="7171"/>
                      <a:pt x="2615" y="3097"/>
                      <a:pt x="5721" y="-136"/>
                    </a:cubicBezTo>
                    <a:cubicBezTo>
                      <a:pt x="6929" y="4087"/>
                      <a:pt x="7664" y="8432"/>
                      <a:pt x="7911" y="12818"/>
                    </a:cubicBezTo>
                    <a:cubicBezTo>
                      <a:pt x="7481" y="16950"/>
                      <a:pt x="5549" y="20780"/>
                      <a:pt x="2482" y="2358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1" name="任意多边形: 形状 330"/>
              <p:cNvSpPr/>
              <p:nvPr/>
            </p:nvSpPr>
            <p:spPr>
              <a:xfrm>
                <a:off x="2620761" y="2683144"/>
                <a:ext cx="54759" cy="24956"/>
              </a:xfrm>
              <a:custGeom>
                <a:avLst/>
                <a:gdLst>
                  <a:gd name="connsiteX0" fmla="*/ -365 w 21431"/>
                  <a:gd name="connsiteY0" fmla="*/ 993 h 9767"/>
                  <a:gd name="connsiteX1" fmla="*/ 10494 w 21431"/>
                  <a:gd name="connsiteY1" fmla="*/ 993 h 9767"/>
                  <a:gd name="connsiteX2" fmla="*/ 21066 w 21431"/>
                  <a:gd name="connsiteY2" fmla="*/ 8613 h 9767"/>
                  <a:gd name="connsiteX3" fmla="*/ 8589 w 21431"/>
                  <a:gd name="connsiteY3" fmla="*/ 8613 h 9767"/>
                  <a:gd name="connsiteX4" fmla="*/ -365 w 21431"/>
                  <a:gd name="connsiteY4" fmla="*/ 516 h 9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431" h="9767">
                    <a:moveTo>
                      <a:pt x="-365" y="993"/>
                    </a:moveTo>
                    <a:cubicBezTo>
                      <a:pt x="3098" y="-512"/>
                      <a:pt x="7030" y="-512"/>
                      <a:pt x="10494" y="993"/>
                    </a:cubicBezTo>
                    <a:cubicBezTo>
                      <a:pt x="14429" y="2907"/>
                      <a:pt x="18006" y="5484"/>
                      <a:pt x="21066" y="8613"/>
                    </a:cubicBezTo>
                    <a:cubicBezTo>
                      <a:pt x="17018" y="9971"/>
                      <a:pt x="12637" y="9971"/>
                      <a:pt x="8589" y="8613"/>
                    </a:cubicBezTo>
                    <a:cubicBezTo>
                      <a:pt x="4491" y="7483"/>
                      <a:pt x="1170" y="4480"/>
                      <a:pt x="-365" y="51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2" name="任意多边形: 形状 331"/>
              <p:cNvSpPr/>
              <p:nvPr/>
            </p:nvSpPr>
            <p:spPr>
              <a:xfrm>
                <a:off x="2678252" y="2580401"/>
                <a:ext cx="19902" cy="57923"/>
              </a:xfrm>
              <a:custGeom>
                <a:avLst/>
                <a:gdLst>
                  <a:gd name="connsiteX0" fmla="*/ 2376 w 7789"/>
                  <a:gd name="connsiteY0" fmla="*/ 22534 h 22669"/>
                  <a:gd name="connsiteX1" fmla="*/ -291 w 7789"/>
                  <a:gd name="connsiteY1" fmla="*/ 11008 h 22669"/>
                  <a:gd name="connsiteX2" fmla="*/ 5329 w 7789"/>
                  <a:gd name="connsiteY2" fmla="*/ -136 h 22669"/>
                  <a:gd name="connsiteX3" fmla="*/ 7425 w 7789"/>
                  <a:gd name="connsiteY3" fmla="*/ 12246 h 22669"/>
                  <a:gd name="connsiteX4" fmla="*/ 2376 w 7789"/>
                  <a:gd name="connsiteY4" fmla="*/ 22533 h 22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9" h="22669">
                    <a:moveTo>
                      <a:pt x="2376" y="22534"/>
                    </a:moveTo>
                    <a:cubicBezTo>
                      <a:pt x="287" y="19072"/>
                      <a:pt x="-647" y="15036"/>
                      <a:pt x="-291" y="11008"/>
                    </a:cubicBezTo>
                    <a:cubicBezTo>
                      <a:pt x="517" y="6846"/>
                      <a:pt x="2463" y="2989"/>
                      <a:pt x="5329" y="-136"/>
                    </a:cubicBezTo>
                    <a:cubicBezTo>
                      <a:pt x="6480" y="3902"/>
                      <a:pt x="7183" y="8055"/>
                      <a:pt x="7425" y="12246"/>
                    </a:cubicBezTo>
                    <a:cubicBezTo>
                      <a:pt x="7018" y="16167"/>
                      <a:pt x="5229" y="19814"/>
                      <a:pt x="2376" y="225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3" name="任意多边形: 形状 332"/>
              <p:cNvSpPr/>
              <p:nvPr/>
            </p:nvSpPr>
            <p:spPr>
              <a:xfrm>
                <a:off x="2710587" y="2568476"/>
                <a:ext cx="25779" cy="49892"/>
              </a:xfrm>
              <a:custGeom>
                <a:avLst/>
                <a:gdLst>
                  <a:gd name="connsiteX0" fmla="*/ 199 w 10089"/>
                  <a:gd name="connsiteY0" fmla="*/ 19390 h 19526"/>
                  <a:gd name="connsiteX1" fmla="*/ 7629 w 10089"/>
                  <a:gd name="connsiteY1" fmla="*/ 12342 h 19526"/>
                  <a:gd name="connsiteX2" fmla="*/ 9724 w 10089"/>
                  <a:gd name="connsiteY2" fmla="*/ -136 h 19526"/>
                  <a:gd name="connsiteX3" fmla="*/ 1437 w 10089"/>
                  <a:gd name="connsiteY3" fmla="*/ 8055 h 19526"/>
                  <a:gd name="connsiteX4" fmla="*/ 199 w 10089"/>
                  <a:gd name="connsiteY4" fmla="*/ 19390 h 19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089" h="19526">
                    <a:moveTo>
                      <a:pt x="199" y="19390"/>
                    </a:moveTo>
                    <a:cubicBezTo>
                      <a:pt x="3762" y="18546"/>
                      <a:pt x="6598" y="15855"/>
                      <a:pt x="7629" y="12342"/>
                    </a:cubicBezTo>
                    <a:cubicBezTo>
                      <a:pt x="8954" y="8313"/>
                      <a:pt x="9661" y="4105"/>
                      <a:pt x="9724" y="-136"/>
                    </a:cubicBezTo>
                    <a:cubicBezTo>
                      <a:pt x="6174" y="1662"/>
                      <a:pt x="3276" y="4527"/>
                      <a:pt x="1437" y="8055"/>
                    </a:cubicBezTo>
                    <a:cubicBezTo>
                      <a:pt x="-417" y="11534"/>
                      <a:pt x="-860" y="15593"/>
                      <a:pt x="199" y="1939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4" name="任意多边形: 形状 333"/>
              <p:cNvSpPr/>
              <p:nvPr/>
            </p:nvSpPr>
            <p:spPr>
              <a:xfrm>
                <a:off x="2657269" y="2664514"/>
                <a:ext cx="58166" cy="22795"/>
              </a:xfrm>
              <a:custGeom>
                <a:avLst/>
                <a:gdLst>
                  <a:gd name="connsiteX0" fmla="*/ -365 w 22764"/>
                  <a:gd name="connsiteY0" fmla="*/ 855 h 8921"/>
                  <a:gd name="connsiteX1" fmla="*/ 11541 w 22764"/>
                  <a:gd name="connsiteY1" fmla="*/ 855 h 8921"/>
                  <a:gd name="connsiteX2" fmla="*/ 22400 w 22764"/>
                  <a:gd name="connsiteY2" fmla="*/ 7808 h 8921"/>
                  <a:gd name="connsiteX3" fmla="*/ 9541 w 22764"/>
                  <a:gd name="connsiteY3" fmla="*/ 8570 h 8921"/>
                  <a:gd name="connsiteX4" fmla="*/ 16 w 22764"/>
                  <a:gd name="connsiteY4" fmla="*/ 1521 h 89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64" h="8921">
                    <a:moveTo>
                      <a:pt x="-365" y="855"/>
                    </a:moveTo>
                    <a:cubicBezTo>
                      <a:pt x="3494" y="-466"/>
                      <a:pt x="7682" y="-466"/>
                      <a:pt x="11541" y="855"/>
                    </a:cubicBezTo>
                    <a:cubicBezTo>
                      <a:pt x="15668" y="2263"/>
                      <a:pt x="19394" y="4649"/>
                      <a:pt x="22400" y="7808"/>
                    </a:cubicBezTo>
                    <a:cubicBezTo>
                      <a:pt x="18184" y="8763"/>
                      <a:pt x="13840" y="9021"/>
                      <a:pt x="9541" y="8570"/>
                    </a:cubicBezTo>
                    <a:cubicBezTo>
                      <a:pt x="5610" y="7466"/>
                      <a:pt x="2221" y="4958"/>
                      <a:pt x="16" y="152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5" name="任意多边形: 形状 334"/>
              <p:cNvSpPr/>
              <p:nvPr/>
            </p:nvSpPr>
            <p:spPr>
              <a:xfrm>
                <a:off x="2690123" y="2634433"/>
                <a:ext cx="55733" cy="19010"/>
              </a:xfrm>
              <a:custGeom>
                <a:avLst/>
                <a:gdLst>
                  <a:gd name="connsiteX0" fmla="*/ -365 w 21812"/>
                  <a:gd name="connsiteY0" fmla="*/ 3769 h 7440"/>
                  <a:gd name="connsiteX1" fmla="*/ 10303 w 21812"/>
                  <a:gd name="connsiteY1" fmla="*/ -136 h 7440"/>
                  <a:gd name="connsiteX2" fmla="*/ 21447 w 21812"/>
                  <a:gd name="connsiteY2" fmla="*/ 1388 h 7440"/>
                  <a:gd name="connsiteX3" fmla="*/ 10875 w 21812"/>
                  <a:gd name="connsiteY3" fmla="*/ 7294 h 7440"/>
                  <a:gd name="connsiteX4" fmla="*/ -365 w 21812"/>
                  <a:gd name="connsiteY4" fmla="*/ 3769 h 7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12" h="7440">
                    <a:moveTo>
                      <a:pt x="-365" y="3769"/>
                    </a:moveTo>
                    <a:cubicBezTo>
                      <a:pt x="2620" y="1251"/>
                      <a:pt x="6398" y="-132"/>
                      <a:pt x="10303" y="-136"/>
                    </a:cubicBezTo>
                    <a:cubicBezTo>
                      <a:pt x="14058" y="13"/>
                      <a:pt x="17790" y="524"/>
                      <a:pt x="21447" y="1388"/>
                    </a:cubicBezTo>
                    <a:cubicBezTo>
                      <a:pt x="18571" y="4341"/>
                      <a:pt x="14897" y="6393"/>
                      <a:pt x="10875" y="7294"/>
                    </a:cubicBezTo>
                    <a:cubicBezTo>
                      <a:pt x="6836" y="7435"/>
                      <a:pt x="2870" y="6192"/>
                      <a:pt x="-365" y="3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6" name="任意多边形: 形状 335"/>
              <p:cNvSpPr/>
              <p:nvPr/>
            </p:nvSpPr>
            <p:spPr>
              <a:xfrm>
                <a:off x="1942827" y="3012156"/>
                <a:ext cx="68782" cy="52598"/>
              </a:xfrm>
              <a:custGeom>
                <a:avLst/>
                <a:gdLst>
                  <a:gd name="connsiteX0" fmla="*/ 26544 w 26919"/>
                  <a:gd name="connsiteY0" fmla="*/ 340 h 20585"/>
                  <a:gd name="connsiteX1" fmla="*/ 26544 w 26919"/>
                  <a:gd name="connsiteY1" fmla="*/ 2817 h 20585"/>
                  <a:gd name="connsiteX2" fmla="*/ 26544 w 26919"/>
                  <a:gd name="connsiteY2" fmla="*/ 12342 h 20585"/>
                  <a:gd name="connsiteX3" fmla="*/ 24639 w 26919"/>
                  <a:gd name="connsiteY3" fmla="*/ 17866 h 20585"/>
                  <a:gd name="connsiteX4" fmla="*/ 19590 w 26919"/>
                  <a:gd name="connsiteY4" fmla="*/ 19771 h 20585"/>
                  <a:gd name="connsiteX5" fmla="*/ 14542 w 26919"/>
                  <a:gd name="connsiteY5" fmla="*/ 17485 h 20585"/>
                  <a:gd name="connsiteX6" fmla="*/ 14066 w 26919"/>
                  <a:gd name="connsiteY6" fmla="*/ 16628 h 20585"/>
                  <a:gd name="connsiteX7" fmla="*/ 13113 w 26919"/>
                  <a:gd name="connsiteY7" fmla="*/ 18152 h 20585"/>
                  <a:gd name="connsiteX8" fmla="*/ 7970 w 26919"/>
                  <a:gd name="connsiteY8" fmla="*/ 20438 h 20585"/>
                  <a:gd name="connsiteX9" fmla="*/ 1683 w 26919"/>
                  <a:gd name="connsiteY9" fmla="*/ 17961 h 20585"/>
                  <a:gd name="connsiteX10" fmla="*/ -317 w 26919"/>
                  <a:gd name="connsiteY10" fmla="*/ 11103 h 20585"/>
                  <a:gd name="connsiteX11" fmla="*/ -317 w 26919"/>
                  <a:gd name="connsiteY11" fmla="*/ 2341 h 20585"/>
                  <a:gd name="connsiteX12" fmla="*/ -317 w 26919"/>
                  <a:gd name="connsiteY12" fmla="*/ -136 h 20585"/>
                  <a:gd name="connsiteX13" fmla="*/ 4255 w 26919"/>
                  <a:gd name="connsiteY13" fmla="*/ 4912 h 20585"/>
                  <a:gd name="connsiteX14" fmla="*/ 4255 w 26919"/>
                  <a:gd name="connsiteY14" fmla="*/ 11199 h 20585"/>
                  <a:gd name="connsiteX15" fmla="*/ 5113 w 26919"/>
                  <a:gd name="connsiteY15" fmla="*/ 14247 h 20585"/>
                  <a:gd name="connsiteX16" fmla="*/ 7970 w 26919"/>
                  <a:gd name="connsiteY16" fmla="*/ 15294 h 20585"/>
                  <a:gd name="connsiteX17" fmla="*/ 10542 w 26919"/>
                  <a:gd name="connsiteY17" fmla="*/ 14247 h 20585"/>
                  <a:gd name="connsiteX18" fmla="*/ 11399 w 26919"/>
                  <a:gd name="connsiteY18" fmla="*/ 11199 h 20585"/>
                  <a:gd name="connsiteX19" fmla="*/ 11399 w 26919"/>
                  <a:gd name="connsiteY19" fmla="*/ 5008 h 20585"/>
                  <a:gd name="connsiteX20" fmla="*/ 15971 w 26919"/>
                  <a:gd name="connsiteY20" fmla="*/ 4912 h 20585"/>
                  <a:gd name="connsiteX21" fmla="*/ 15971 w 26919"/>
                  <a:gd name="connsiteY21" fmla="*/ 10818 h 20585"/>
                  <a:gd name="connsiteX22" fmla="*/ 16638 w 26919"/>
                  <a:gd name="connsiteY22" fmla="*/ 13675 h 20585"/>
                  <a:gd name="connsiteX23" fmla="*/ 19019 w 26919"/>
                  <a:gd name="connsiteY23" fmla="*/ 14723 h 20585"/>
                  <a:gd name="connsiteX24" fmla="*/ 21114 w 26919"/>
                  <a:gd name="connsiteY24" fmla="*/ 13770 h 20585"/>
                  <a:gd name="connsiteX25" fmla="*/ 21876 w 26919"/>
                  <a:gd name="connsiteY25" fmla="*/ 10722 h 20585"/>
                  <a:gd name="connsiteX26" fmla="*/ 21877 w 26919"/>
                  <a:gd name="connsiteY26" fmla="*/ 5008 h 20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26919" h="20585">
                    <a:moveTo>
                      <a:pt x="26544" y="340"/>
                    </a:moveTo>
                    <a:lnTo>
                      <a:pt x="26544" y="2817"/>
                    </a:lnTo>
                    <a:lnTo>
                      <a:pt x="26544" y="12342"/>
                    </a:lnTo>
                    <a:cubicBezTo>
                      <a:pt x="26648" y="14360"/>
                      <a:pt x="25965" y="16341"/>
                      <a:pt x="24639" y="17866"/>
                    </a:cubicBezTo>
                    <a:cubicBezTo>
                      <a:pt x="23344" y="19252"/>
                      <a:pt x="21478" y="19956"/>
                      <a:pt x="19590" y="19771"/>
                    </a:cubicBezTo>
                    <a:cubicBezTo>
                      <a:pt x="17636" y="19879"/>
                      <a:pt x="15751" y="19025"/>
                      <a:pt x="14542" y="17485"/>
                    </a:cubicBezTo>
                    <a:cubicBezTo>
                      <a:pt x="14348" y="17221"/>
                      <a:pt x="14188" y="16933"/>
                      <a:pt x="14066" y="16628"/>
                    </a:cubicBezTo>
                    <a:cubicBezTo>
                      <a:pt x="13805" y="17170"/>
                      <a:pt x="13486" y="17681"/>
                      <a:pt x="13113" y="18152"/>
                    </a:cubicBezTo>
                    <a:cubicBezTo>
                      <a:pt x="11874" y="19708"/>
                      <a:pt x="9955" y="20561"/>
                      <a:pt x="7970" y="20438"/>
                    </a:cubicBezTo>
                    <a:cubicBezTo>
                      <a:pt x="5618" y="20543"/>
                      <a:pt x="3332" y="19643"/>
                      <a:pt x="1683" y="17961"/>
                    </a:cubicBezTo>
                    <a:cubicBezTo>
                      <a:pt x="152" y="16021"/>
                      <a:pt x="-565" y="13562"/>
                      <a:pt x="-317" y="11103"/>
                    </a:cubicBezTo>
                    <a:lnTo>
                      <a:pt x="-317" y="2341"/>
                    </a:lnTo>
                    <a:lnTo>
                      <a:pt x="-317" y="-136"/>
                    </a:lnTo>
                    <a:close/>
                    <a:moveTo>
                      <a:pt x="4255" y="4912"/>
                    </a:moveTo>
                    <a:lnTo>
                      <a:pt x="4255" y="11199"/>
                    </a:lnTo>
                    <a:cubicBezTo>
                      <a:pt x="4193" y="12282"/>
                      <a:pt x="4495" y="13355"/>
                      <a:pt x="5113" y="14247"/>
                    </a:cubicBezTo>
                    <a:cubicBezTo>
                      <a:pt x="5905" y="14934"/>
                      <a:pt x="6921" y="15307"/>
                      <a:pt x="7970" y="15294"/>
                    </a:cubicBezTo>
                    <a:cubicBezTo>
                      <a:pt x="8941" y="15349"/>
                      <a:pt x="9885" y="14965"/>
                      <a:pt x="10542" y="14247"/>
                    </a:cubicBezTo>
                    <a:cubicBezTo>
                      <a:pt x="11174" y="13362"/>
                      <a:pt x="11477" y="12284"/>
                      <a:pt x="11399" y="11199"/>
                    </a:cubicBezTo>
                    <a:lnTo>
                      <a:pt x="11399" y="5008"/>
                    </a:lnTo>
                    <a:close/>
                    <a:moveTo>
                      <a:pt x="15971" y="4912"/>
                    </a:moveTo>
                    <a:lnTo>
                      <a:pt x="15971" y="10818"/>
                    </a:lnTo>
                    <a:cubicBezTo>
                      <a:pt x="15833" y="11820"/>
                      <a:pt x="16070" y="12838"/>
                      <a:pt x="16638" y="13675"/>
                    </a:cubicBezTo>
                    <a:cubicBezTo>
                      <a:pt x="17227" y="14374"/>
                      <a:pt x="18106" y="14761"/>
                      <a:pt x="19019" y="14723"/>
                    </a:cubicBezTo>
                    <a:cubicBezTo>
                      <a:pt x="19835" y="14786"/>
                      <a:pt x="20626" y="14427"/>
                      <a:pt x="21114" y="13770"/>
                    </a:cubicBezTo>
                    <a:cubicBezTo>
                      <a:pt x="21626" y="12836"/>
                      <a:pt x="21889" y="11787"/>
                      <a:pt x="21876" y="10722"/>
                    </a:cubicBezTo>
                    <a:lnTo>
                      <a:pt x="21877" y="500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7" name="任意多边形: 形状 336"/>
              <p:cNvSpPr/>
              <p:nvPr/>
            </p:nvSpPr>
            <p:spPr>
              <a:xfrm>
                <a:off x="1943926" y="3084439"/>
                <a:ext cx="73987" cy="55976"/>
              </a:xfrm>
              <a:custGeom>
                <a:avLst/>
                <a:gdLst>
                  <a:gd name="connsiteX0" fmla="*/ 0 w 28956"/>
                  <a:gd name="connsiteY0" fmla="*/ 3238 h 21907"/>
                  <a:gd name="connsiteX1" fmla="*/ 26765 w 28956"/>
                  <a:gd name="connsiteY1" fmla="*/ 0 h 21907"/>
                  <a:gd name="connsiteX2" fmla="*/ 28956 w 28956"/>
                  <a:gd name="connsiteY2" fmla="*/ 18002 h 21907"/>
                  <a:gd name="connsiteX3" fmla="*/ 26575 w 28956"/>
                  <a:gd name="connsiteY3" fmla="*/ 18288 h 21907"/>
                  <a:gd name="connsiteX4" fmla="*/ 24194 w 28956"/>
                  <a:gd name="connsiteY4" fmla="*/ 18574 h 21907"/>
                  <a:gd name="connsiteX5" fmla="*/ 22574 w 28956"/>
                  <a:gd name="connsiteY5" fmla="*/ 5715 h 21907"/>
                  <a:gd name="connsiteX6" fmla="*/ 16954 w 28956"/>
                  <a:gd name="connsiteY6" fmla="*/ 6382 h 21907"/>
                  <a:gd name="connsiteX7" fmla="*/ 18383 w 28956"/>
                  <a:gd name="connsiteY7" fmla="*/ 18383 h 21907"/>
                  <a:gd name="connsiteX8" fmla="*/ 16193 w 28956"/>
                  <a:gd name="connsiteY8" fmla="*/ 18669 h 21907"/>
                  <a:gd name="connsiteX9" fmla="*/ 13811 w 28956"/>
                  <a:gd name="connsiteY9" fmla="*/ 18955 h 21907"/>
                  <a:gd name="connsiteX10" fmla="*/ 12382 w 28956"/>
                  <a:gd name="connsiteY10" fmla="*/ 6953 h 21907"/>
                  <a:gd name="connsiteX11" fmla="*/ 5429 w 28956"/>
                  <a:gd name="connsiteY11" fmla="*/ 7811 h 21907"/>
                  <a:gd name="connsiteX12" fmla="*/ 7048 w 28956"/>
                  <a:gd name="connsiteY12" fmla="*/ 21336 h 21907"/>
                  <a:gd name="connsiteX13" fmla="*/ 4763 w 28956"/>
                  <a:gd name="connsiteY13" fmla="*/ 21622 h 21907"/>
                  <a:gd name="connsiteX14" fmla="*/ 2381 w 28956"/>
                  <a:gd name="connsiteY14" fmla="*/ 21908 h 21907"/>
                  <a:gd name="connsiteX15" fmla="*/ 0 w 28956"/>
                  <a:gd name="connsiteY15" fmla="*/ 323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8956" h="21907">
                    <a:moveTo>
                      <a:pt x="0" y="3238"/>
                    </a:moveTo>
                    <a:lnTo>
                      <a:pt x="26765" y="0"/>
                    </a:lnTo>
                    <a:lnTo>
                      <a:pt x="28956" y="18002"/>
                    </a:lnTo>
                    <a:lnTo>
                      <a:pt x="26575" y="18288"/>
                    </a:lnTo>
                    <a:lnTo>
                      <a:pt x="24194" y="18574"/>
                    </a:lnTo>
                    <a:lnTo>
                      <a:pt x="22574" y="5715"/>
                    </a:lnTo>
                    <a:lnTo>
                      <a:pt x="16954" y="6382"/>
                    </a:lnTo>
                    <a:lnTo>
                      <a:pt x="18383" y="18383"/>
                    </a:lnTo>
                    <a:lnTo>
                      <a:pt x="16193" y="18669"/>
                    </a:lnTo>
                    <a:lnTo>
                      <a:pt x="13811" y="18955"/>
                    </a:lnTo>
                    <a:lnTo>
                      <a:pt x="12382" y="6953"/>
                    </a:lnTo>
                    <a:lnTo>
                      <a:pt x="5429" y="7811"/>
                    </a:lnTo>
                    <a:lnTo>
                      <a:pt x="7048" y="21336"/>
                    </a:lnTo>
                    <a:lnTo>
                      <a:pt x="4763" y="21622"/>
                    </a:lnTo>
                    <a:lnTo>
                      <a:pt x="2381" y="21908"/>
                    </a:lnTo>
                    <a:lnTo>
                      <a:pt x="0" y="323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8" name="任意多边形: 形状 337"/>
              <p:cNvSpPr/>
              <p:nvPr/>
            </p:nvSpPr>
            <p:spPr>
              <a:xfrm>
                <a:off x="1952930" y="3149176"/>
                <a:ext cx="69848" cy="26040"/>
              </a:xfrm>
              <a:custGeom>
                <a:avLst/>
                <a:gdLst>
                  <a:gd name="connsiteX0" fmla="*/ 26384 w 27336"/>
                  <a:gd name="connsiteY0" fmla="*/ 0 h 10191"/>
                  <a:gd name="connsiteX1" fmla="*/ 26860 w 27336"/>
                  <a:gd name="connsiteY1" fmla="*/ 2572 h 10191"/>
                  <a:gd name="connsiteX2" fmla="*/ 27337 w 27336"/>
                  <a:gd name="connsiteY2" fmla="*/ 5144 h 10191"/>
                  <a:gd name="connsiteX3" fmla="*/ 953 w 27336"/>
                  <a:gd name="connsiteY3" fmla="*/ 10192 h 10191"/>
                  <a:gd name="connsiteX4" fmla="*/ 476 w 27336"/>
                  <a:gd name="connsiteY4" fmla="*/ 7715 h 10191"/>
                  <a:gd name="connsiteX5" fmla="*/ 0 w 27336"/>
                  <a:gd name="connsiteY5" fmla="*/ 5144 h 10191"/>
                  <a:gd name="connsiteX6" fmla="*/ 26384 w 27336"/>
                  <a:gd name="connsiteY6" fmla="*/ 0 h 101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336" h="10191">
                    <a:moveTo>
                      <a:pt x="26384" y="0"/>
                    </a:moveTo>
                    <a:lnTo>
                      <a:pt x="26860" y="2572"/>
                    </a:lnTo>
                    <a:lnTo>
                      <a:pt x="27337" y="5144"/>
                    </a:lnTo>
                    <a:lnTo>
                      <a:pt x="953" y="10192"/>
                    </a:lnTo>
                    <a:lnTo>
                      <a:pt x="476" y="7715"/>
                    </a:lnTo>
                    <a:lnTo>
                      <a:pt x="0" y="5144"/>
                    </a:lnTo>
                    <a:lnTo>
                      <a:pt x="26384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39" name="任意多边形: 形状 338"/>
              <p:cNvSpPr/>
              <p:nvPr/>
            </p:nvSpPr>
            <p:spPr>
              <a:xfrm>
                <a:off x="1961173" y="3189335"/>
                <a:ext cx="75479" cy="42083"/>
              </a:xfrm>
              <a:custGeom>
                <a:avLst/>
                <a:gdLst>
                  <a:gd name="connsiteX0" fmla="*/ 27842 w 29540"/>
                  <a:gd name="connsiteY0" fmla="*/ 5769 h 16470"/>
                  <a:gd name="connsiteX1" fmla="*/ 28508 w 29540"/>
                  <a:gd name="connsiteY1" fmla="*/ 8246 h 16470"/>
                  <a:gd name="connsiteX2" fmla="*/ 29175 w 29540"/>
                  <a:gd name="connsiteY2" fmla="*/ 10723 h 16470"/>
                  <a:gd name="connsiteX3" fmla="*/ 10125 w 29540"/>
                  <a:gd name="connsiteY3" fmla="*/ 15676 h 16470"/>
                  <a:gd name="connsiteX4" fmla="*/ 3648 w 29540"/>
                  <a:gd name="connsiteY4" fmla="*/ 15676 h 16470"/>
                  <a:gd name="connsiteX5" fmla="*/ 124 w 29540"/>
                  <a:gd name="connsiteY5" fmla="*/ 10437 h 16470"/>
                  <a:gd name="connsiteX6" fmla="*/ 696 w 29540"/>
                  <a:gd name="connsiteY6" fmla="*/ 3960 h 16470"/>
                  <a:gd name="connsiteX7" fmla="*/ 7173 w 29540"/>
                  <a:gd name="connsiteY7" fmla="*/ 340 h 16470"/>
                  <a:gd name="connsiteX8" fmla="*/ 8697 w 29540"/>
                  <a:gd name="connsiteY8" fmla="*/ -136 h 16470"/>
                  <a:gd name="connsiteX9" fmla="*/ 9935 w 29540"/>
                  <a:gd name="connsiteY9" fmla="*/ 4627 h 16470"/>
                  <a:gd name="connsiteX10" fmla="*/ 8411 w 29540"/>
                  <a:gd name="connsiteY10" fmla="*/ 5103 h 16470"/>
                  <a:gd name="connsiteX11" fmla="*/ 5077 w 29540"/>
                  <a:gd name="connsiteY11" fmla="*/ 6627 h 16470"/>
                  <a:gd name="connsiteX12" fmla="*/ 4506 w 29540"/>
                  <a:gd name="connsiteY12" fmla="*/ 9199 h 16470"/>
                  <a:gd name="connsiteX13" fmla="*/ 5934 w 29540"/>
                  <a:gd name="connsiteY13" fmla="*/ 11104 h 16470"/>
                  <a:gd name="connsiteX14" fmla="*/ 8792 w 29540"/>
                  <a:gd name="connsiteY14" fmla="*/ 11104 h 16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540" h="16470">
                    <a:moveTo>
                      <a:pt x="27842" y="5769"/>
                    </a:moveTo>
                    <a:lnTo>
                      <a:pt x="28508" y="8246"/>
                    </a:lnTo>
                    <a:lnTo>
                      <a:pt x="29175" y="10723"/>
                    </a:lnTo>
                    <a:lnTo>
                      <a:pt x="10125" y="15676"/>
                    </a:lnTo>
                    <a:cubicBezTo>
                      <a:pt x="8056" y="16554"/>
                      <a:pt x="5718" y="16554"/>
                      <a:pt x="3648" y="15676"/>
                    </a:cubicBezTo>
                    <a:cubicBezTo>
                      <a:pt x="1789" y="14503"/>
                      <a:pt x="509" y="12601"/>
                      <a:pt x="124" y="10437"/>
                    </a:cubicBezTo>
                    <a:cubicBezTo>
                      <a:pt x="-690" y="8305"/>
                      <a:pt x="-480" y="5917"/>
                      <a:pt x="696" y="3960"/>
                    </a:cubicBezTo>
                    <a:cubicBezTo>
                      <a:pt x="2329" y="1990"/>
                      <a:pt x="4638" y="699"/>
                      <a:pt x="7173" y="340"/>
                    </a:cubicBezTo>
                    <a:lnTo>
                      <a:pt x="8697" y="-136"/>
                    </a:lnTo>
                    <a:lnTo>
                      <a:pt x="9935" y="4627"/>
                    </a:lnTo>
                    <a:lnTo>
                      <a:pt x="8411" y="5103"/>
                    </a:lnTo>
                    <a:cubicBezTo>
                      <a:pt x="7180" y="5294"/>
                      <a:pt x="6027" y="5822"/>
                      <a:pt x="5077" y="6627"/>
                    </a:cubicBezTo>
                    <a:cubicBezTo>
                      <a:pt x="4409" y="7303"/>
                      <a:pt x="4186" y="8303"/>
                      <a:pt x="4506" y="9199"/>
                    </a:cubicBezTo>
                    <a:cubicBezTo>
                      <a:pt x="4670" y="10017"/>
                      <a:pt x="5195" y="10717"/>
                      <a:pt x="5934" y="11104"/>
                    </a:cubicBezTo>
                    <a:cubicBezTo>
                      <a:pt x="6857" y="11439"/>
                      <a:pt x="7869" y="11439"/>
                      <a:pt x="8792" y="111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0" name="任意多边形: 形状 339"/>
              <p:cNvSpPr/>
              <p:nvPr/>
            </p:nvSpPr>
            <p:spPr>
              <a:xfrm>
                <a:off x="1979946" y="3235333"/>
                <a:ext cx="68874" cy="36991"/>
              </a:xfrm>
              <a:custGeom>
                <a:avLst/>
                <a:gdLst>
                  <a:gd name="connsiteX0" fmla="*/ 25051 w 26955"/>
                  <a:gd name="connsiteY0" fmla="*/ 0 h 14477"/>
                  <a:gd name="connsiteX1" fmla="*/ 26003 w 26955"/>
                  <a:gd name="connsiteY1" fmla="*/ 2477 h 14477"/>
                  <a:gd name="connsiteX2" fmla="*/ 26956 w 26955"/>
                  <a:gd name="connsiteY2" fmla="*/ 4858 h 14477"/>
                  <a:gd name="connsiteX3" fmla="*/ 1810 w 26955"/>
                  <a:gd name="connsiteY3" fmla="*/ 14478 h 14477"/>
                  <a:gd name="connsiteX4" fmla="*/ 857 w 26955"/>
                  <a:gd name="connsiteY4" fmla="*/ 12097 h 14477"/>
                  <a:gd name="connsiteX5" fmla="*/ 0 w 26955"/>
                  <a:gd name="connsiteY5" fmla="*/ 9715 h 14477"/>
                  <a:gd name="connsiteX6" fmla="*/ 25051 w 26955"/>
                  <a:gd name="connsiteY6" fmla="*/ 0 h 1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955" h="14477">
                    <a:moveTo>
                      <a:pt x="25051" y="0"/>
                    </a:moveTo>
                    <a:lnTo>
                      <a:pt x="26003" y="2477"/>
                    </a:lnTo>
                    <a:lnTo>
                      <a:pt x="26956" y="4858"/>
                    </a:lnTo>
                    <a:lnTo>
                      <a:pt x="1810" y="14478"/>
                    </a:lnTo>
                    <a:lnTo>
                      <a:pt x="857" y="12097"/>
                    </a:lnTo>
                    <a:lnTo>
                      <a:pt x="0" y="9715"/>
                    </a:lnTo>
                    <a:lnTo>
                      <a:pt x="25051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1" name="任意多边形: 形状 340"/>
              <p:cNvSpPr/>
              <p:nvPr/>
            </p:nvSpPr>
            <p:spPr>
              <a:xfrm>
                <a:off x="1993818" y="3266000"/>
                <a:ext cx="83965" cy="75689"/>
              </a:xfrm>
              <a:custGeom>
                <a:avLst/>
                <a:gdLst>
                  <a:gd name="connsiteX0" fmla="*/ 2000 w 32861"/>
                  <a:gd name="connsiteY0" fmla="*/ 15716 h 29622"/>
                  <a:gd name="connsiteX1" fmla="*/ 1048 w 32861"/>
                  <a:gd name="connsiteY1" fmla="*/ 13525 h 29622"/>
                  <a:gd name="connsiteX2" fmla="*/ 0 w 32861"/>
                  <a:gd name="connsiteY2" fmla="*/ 11334 h 29622"/>
                  <a:gd name="connsiteX3" fmla="*/ 24384 w 32861"/>
                  <a:gd name="connsiteY3" fmla="*/ 0 h 29622"/>
                  <a:gd name="connsiteX4" fmla="*/ 25527 w 32861"/>
                  <a:gd name="connsiteY4" fmla="*/ 2476 h 29622"/>
                  <a:gd name="connsiteX5" fmla="*/ 26670 w 32861"/>
                  <a:gd name="connsiteY5" fmla="*/ 4858 h 29622"/>
                  <a:gd name="connsiteX6" fmla="*/ 13716 w 32861"/>
                  <a:gd name="connsiteY6" fmla="*/ 21907 h 29622"/>
                  <a:gd name="connsiteX7" fmla="*/ 30861 w 32861"/>
                  <a:gd name="connsiteY7" fmla="*/ 13906 h 29622"/>
                  <a:gd name="connsiteX8" fmla="*/ 31814 w 32861"/>
                  <a:gd name="connsiteY8" fmla="*/ 16097 h 29622"/>
                  <a:gd name="connsiteX9" fmla="*/ 32861 w 32861"/>
                  <a:gd name="connsiteY9" fmla="*/ 18288 h 29622"/>
                  <a:gd name="connsiteX10" fmla="*/ 8477 w 32861"/>
                  <a:gd name="connsiteY10" fmla="*/ 29623 h 29622"/>
                  <a:gd name="connsiteX11" fmla="*/ 7429 w 32861"/>
                  <a:gd name="connsiteY11" fmla="*/ 27337 h 29622"/>
                  <a:gd name="connsiteX12" fmla="*/ 6382 w 32861"/>
                  <a:gd name="connsiteY12" fmla="*/ 24955 h 29622"/>
                  <a:gd name="connsiteX13" fmla="*/ 19622 w 32861"/>
                  <a:gd name="connsiteY13" fmla="*/ 7525 h 29622"/>
                  <a:gd name="connsiteX14" fmla="*/ 2000 w 32861"/>
                  <a:gd name="connsiteY14" fmla="*/ 15716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2861" h="29622">
                    <a:moveTo>
                      <a:pt x="2000" y="15716"/>
                    </a:moveTo>
                    <a:lnTo>
                      <a:pt x="1048" y="13525"/>
                    </a:lnTo>
                    <a:lnTo>
                      <a:pt x="0" y="11334"/>
                    </a:lnTo>
                    <a:lnTo>
                      <a:pt x="24384" y="0"/>
                    </a:lnTo>
                    <a:lnTo>
                      <a:pt x="25527" y="2476"/>
                    </a:lnTo>
                    <a:lnTo>
                      <a:pt x="26670" y="4858"/>
                    </a:lnTo>
                    <a:lnTo>
                      <a:pt x="13716" y="21907"/>
                    </a:lnTo>
                    <a:lnTo>
                      <a:pt x="30861" y="13906"/>
                    </a:lnTo>
                    <a:lnTo>
                      <a:pt x="31814" y="16097"/>
                    </a:lnTo>
                    <a:lnTo>
                      <a:pt x="32861" y="18288"/>
                    </a:lnTo>
                    <a:lnTo>
                      <a:pt x="8477" y="29623"/>
                    </a:lnTo>
                    <a:lnTo>
                      <a:pt x="7429" y="27337"/>
                    </a:lnTo>
                    <a:lnTo>
                      <a:pt x="6382" y="24955"/>
                    </a:lnTo>
                    <a:lnTo>
                      <a:pt x="19622" y="7525"/>
                    </a:lnTo>
                    <a:lnTo>
                      <a:pt x="2000" y="15716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2" name="任意多边形: 形状 341"/>
              <p:cNvSpPr/>
              <p:nvPr/>
            </p:nvSpPr>
            <p:spPr>
              <a:xfrm>
                <a:off x="2037974" y="3339448"/>
                <a:ext cx="71805" cy="75254"/>
              </a:xfrm>
              <a:custGeom>
                <a:avLst/>
                <a:gdLst>
                  <a:gd name="connsiteX0" fmla="*/ 1690 w 28102"/>
                  <a:gd name="connsiteY0" fmla="*/ 20553 h 29452"/>
                  <a:gd name="connsiteX1" fmla="*/ 166 w 28102"/>
                  <a:gd name="connsiteY1" fmla="*/ 11028 h 29452"/>
                  <a:gd name="connsiteX2" fmla="*/ 17597 w 28102"/>
                  <a:gd name="connsiteY2" fmla="*/ -116 h 29452"/>
                  <a:gd name="connsiteX3" fmla="*/ 25693 w 28102"/>
                  <a:gd name="connsiteY3" fmla="*/ 5218 h 29452"/>
                  <a:gd name="connsiteX4" fmla="*/ 27693 w 28102"/>
                  <a:gd name="connsiteY4" fmla="*/ 12743 h 29452"/>
                  <a:gd name="connsiteX5" fmla="*/ 23978 w 28102"/>
                  <a:gd name="connsiteY5" fmla="*/ 19220 h 29452"/>
                  <a:gd name="connsiteX6" fmla="*/ 21216 w 28102"/>
                  <a:gd name="connsiteY6" fmla="*/ 14934 h 29452"/>
                  <a:gd name="connsiteX7" fmla="*/ 22740 w 28102"/>
                  <a:gd name="connsiteY7" fmla="*/ 11695 h 29452"/>
                  <a:gd name="connsiteX8" fmla="*/ 21979 w 28102"/>
                  <a:gd name="connsiteY8" fmla="*/ 7980 h 29452"/>
                  <a:gd name="connsiteX9" fmla="*/ 16930 w 28102"/>
                  <a:gd name="connsiteY9" fmla="*/ 4932 h 29452"/>
                  <a:gd name="connsiteX10" fmla="*/ 10072 w 28102"/>
                  <a:gd name="connsiteY10" fmla="*/ 7218 h 29452"/>
                  <a:gd name="connsiteX11" fmla="*/ 5215 w 28102"/>
                  <a:gd name="connsiteY11" fmla="*/ 12552 h 29452"/>
                  <a:gd name="connsiteX12" fmla="*/ 6072 w 28102"/>
                  <a:gd name="connsiteY12" fmla="*/ 18267 h 29452"/>
                  <a:gd name="connsiteX13" fmla="*/ 6072 w 28102"/>
                  <a:gd name="connsiteY13" fmla="*/ 18267 h 29452"/>
                  <a:gd name="connsiteX14" fmla="*/ 10739 w 28102"/>
                  <a:gd name="connsiteY14" fmla="*/ 20839 h 29452"/>
                  <a:gd name="connsiteX15" fmla="*/ 14263 w 28102"/>
                  <a:gd name="connsiteY15" fmla="*/ 20172 h 29452"/>
                  <a:gd name="connsiteX16" fmla="*/ 14263 w 28102"/>
                  <a:gd name="connsiteY16" fmla="*/ 20173 h 29452"/>
                  <a:gd name="connsiteX17" fmla="*/ 11120 w 28102"/>
                  <a:gd name="connsiteY17" fmla="*/ 15315 h 29452"/>
                  <a:gd name="connsiteX18" fmla="*/ 15025 w 28102"/>
                  <a:gd name="connsiteY18" fmla="*/ 12743 h 29452"/>
                  <a:gd name="connsiteX19" fmla="*/ 20645 w 28102"/>
                  <a:gd name="connsiteY19" fmla="*/ 21411 h 29452"/>
                  <a:gd name="connsiteX20" fmla="*/ 8453 w 28102"/>
                  <a:gd name="connsiteY20" fmla="*/ 29316 h 29452"/>
                  <a:gd name="connsiteX21" fmla="*/ 6548 w 28102"/>
                  <a:gd name="connsiteY21" fmla="*/ 26459 h 29452"/>
                  <a:gd name="connsiteX22" fmla="*/ 9215 w 28102"/>
                  <a:gd name="connsiteY22" fmla="*/ 24078 h 29452"/>
                  <a:gd name="connsiteX23" fmla="*/ 8739 w 28102"/>
                  <a:gd name="connsiteY23" fmla="*/ 24078 h 29452"/>
                  <a:gd name="connsiteX24" fmla="*/ 1690 w 28102"/>
                  <a:gd name="connsiteY24" fmla="*/ 20268 h 29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102" h="29452">
                    <a:moveTo>
                      <a:pt x="1690" y="20553"/>
                    </a:moveTo>
                    <a:cubicBezTo>
                      <a:pt x="-336" y="17815"/>
                      <a:pt x="-905" y="14262"/>
                      <a:pt x="166" y="11028"/>
                    </a:cubicBezTo>
                    <a:cubicBezTo>
                      <a:pt x="3025" y="3993"/>
                      <a:pt x="10011" y="-473"/>
                      <a:pt x="17597" y="-116"/>
                    </a:cubicBezTo>
                    <a:cubicBezTo>
                      <a:pt x="20983" y="291"/>
                      <a:pt x="23982" y="2267"/>
                      <a:pt x="25693" y="5218"/>
                    </a:cubicBezTo>
                    <a:cubicBezTo>
                      <a:pt x="27220" y="7415"/>
                      <a:pt x="27928" y="10078"/>
                      <a:pt x="27693" y="12743"/>
                    </a:cubicBezTo>
                    <a:cubicBezTo>
                      <a:pt x="27388" y="15317"/>
                      <a:pt x="26046" y="17656"/>
                      <a:pt x="23978" y="19220"/>
                    </a:cubicBezTo>
                    <a:lnTo>
                      <a:pt x="21216" y="14934"/>
                    </a:lnTo>
                    <a:cubicBezTo>
                      <a:pt x="22143" y="14106"/>
                      <a:pt x="22694" y="12937"/>
                      <a:pt x="22740" y="11695"/>
                    </a:cubicBezTo>
                    <a:cubicBezTo>
                      <a:pt x="22924" y="10406"/>
                      <a:pt x="22655" y="9093"/>
                      <a:pt x="21979" y="7980"/>
                    </a:cubicBezTo>
                    <a:cubicBezTo>
                      <a:pt x="20894" y="6201"/>
                      <a:pt x="19010" y="5063"/>
                      <a:pt x="16930" y="4932"/>
                    </a:cubicBezTo>
                    <a:cubicBezTo>
                      <a:pt x="14460" y="4952"/>
                      <a:pt x="12060" y="5752"/>
                      <a:pt x="10072" y="7218"/>
                    </a:cubicBezTo>
                    <a:cubicBezTo>
                      <a:pt x="7902" y="8402"/>
                      <a:pt x="6192" y="10281"/>
                      <a:pt x="5215" y="12552"/>
                    </a:cubicBezTo>
                    <a:cubicBezTo>
                      <a:pt x="4556" y="14483"/>
                      <a:pt x="4876" y="16614"/>
                      <a:pt x="6072" y="18267"/>
                    </a:cubicBezTo>
                    <a:lnTo>
                      <a:pt x="6072" y="18267"/>
                    </a:lnTo>
                    <a:cubicBezTo>
                      <a:pt x="7057" y="19896"/>
                      <a:pt x="8836" y="20876"/>
                      <a:pt x="10739" y="20839"/>
                    </a:cubicBezTo>
                    <a:cubicBezTo>
                      <a:pt x="11945" y="20842"/>
                      <a:pt x="13141" y="20616"/>
                      <a:pt x="14263" y="20172"/>
                    </a:cubicBezTo>
                    <a:lnTo>
                      <a:pt x="14263" y="20173"/>
                    </a:lnTo>
                    <a:lnTo>
                      <a:pt x="11120" y="15315"/>
                    </a:lnTo>
                    <a:lnTo>
                      <a:pt x="15025" y="12743"/>
                    </a:lnTo>
                    <a:lnTo>
                      <a:pt x="20645" y="21411"/>
                    </a:lnTo>
                    <a:lnTo>
                      <a:pt x="8453" y="29316"/>
                    </a:lnTo>
                    <a:lnTo>
                      <a:pt x="6548" y="26459"/>
                    </a:lnTo>
                    <a:lnTo>
                      <a:pt x="9215" y="24078"/>
                    </a:lnTo>
                    <a:lnTo>
                      <a:pt x="8739" y="24078"/>
                    </a:lnTo>
                    <a:cubicBezTo>
                      <a:pt x="5881" y="24141"/>
                      <a:pt x="3202" y="22693"/>
                      <a:pt x="1690" y="202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3" name="任意多边形: 形状 342"/>
              <p:cNvSpPr/>
              <p:nvPr/>
            </p:nvSpPr>
            <p:spPr>
              <a:xfrm>
                <a:off x="2099200" y="3416892"/>
                <a:ext cx="59870" cy="55733"/>
              </a:xfrm>
              <a:custGeom>
                <a:avLst/>
                <a:gdLst>
                  <a:gd name="connsiteX0" fmla="*/ 20002 w 23431"/>
                  <a:gd name="connsiteY0" fmla="*/ 0 h 21812"/>
                  <a:gd name="connsiteX1" fmla="*/ 21717 w 23431"/>
                  <a:gd name="connsiteY1" fmla="*/ 2000 h 21812"/>
                  <a:gd name="connsiteX2" fmla="*/ 23431 w 23431"/>
                  <a:gd name="connsiteY2" fmla="*/ 3905 h 21812"/>
                  <a:gd name="connsiteX3" fmla="*/ 3429 w 23431"/>
                  <a:gd name="connsiteY3" fmla="*/ 21812 h 21812"/>
                  <a:gd name="connsiteX4" fmla="*/ 1714 w 23431"/>
                  <a:gd name="connsiteY4" fmla="*/ 19907 h 21812"/>
                  <a:gd name="connsiteX5" fmla="*/ 0 w 23431"/>
                  <a:gd name="connsiteY5" fmla="*/ 18002 h 21812"/>
                  <a:gd name="connsiteX6" fmla="*/ 20002 w 23431"/>
                  <a:gd name="connsiteY6" fmla="*/ 0 h 21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31" h="21812">
                    <a:moveTo>
                      <a:pt x="20002" y="0"/>
                    </a:moveTo>
                    <a:lnTo>
                      <a:pt x="21717" y="2000"/>
                    </a:lnTo>
                    <a:lnTo>
                      <a:pt x="23431" y="3905"/>
                    </a:lnTo>
                    <a:lnTo>
                      <a:pt x="3429" y="21812"/>
                    </a:lnTo>
                    <a:lnTo>
                      <a:pt x="1714" y="19907"/>
                    </a:lnTo>
                    <a:lnTo>
                      <a:pt x="0" y="18002"/>
                    </a:lnTo>
                    <a:lnTo>
                      <a:pt x="2000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4" name="任意多边形: 形状 343"/>
              <p:cNvSpPr/>
              <p:nvPr/>
            </p:nvSpPr>
            <p:spPr>
              <a:xfrm>
                <a:off x="2125485" y="3441475"/>
                <a:ext cx="84450" cy="85424"/>
              </a:xfrm>
              <a:custGeom>
                <a:avLst/>
                <a:gdLst>
                  <a:gd name="connsiteX0" fmla="*/ 3524 w 33051"/>
                  <a:gd name="connsiteY0" fmla="*/ 22955 h 33432"/>
                  <a:gd name="connsiteX1" fmla="*/ 1810 w 33051"/>
                  <a:gd name="connsiteY1" fmla="*/ 21336 h 33432"/>
                  <a:gd name="connsiteX2" fmla="*/ 0 w 33051"/>
                  <a:gd name="connsiteY2" fmla="*/ 19621 h 33432"/>
                  <a:gd name="connsiteX3" fmla="*/ 18383 w 33051"/>
                  <a:gd name="connsiteY3" fmla="*/ 0 h 33432"/>
                  <a:gd name="connsiteX4" fmla="*/ 20383 w 33051"/>
                  <a:gd name="connsiteY4" fmla="*/ 1810 h 33432"/>
                  <a:gd name="connsiteX5" fmla="*/ 22289 w 33051"/>
                  <a:gd name="connsiteY5" fmla="*/ 3715 h 33432"/>
                  <a:gd name="connsiteX6" fmla="*/ 16669 w 33051"/>
                  <a:gd name="connsiteY6" fmla="*/ 24289 h 33432"/>
                  <a:gd name="connsiteX7" fmla="*/ 29527 w 33051"/>
                  <a:gd name="connsiteY7" fmla="*/ 10478 h 33432"/>
                  <a:gd name="connsiteX8" fmla="*/ 31337 w 33051"/>
                  <a:gd name="connsiteY8" fmla="*/ 12097 h 33432"/>
                  <a:gd name="connsiteX9" fmla="*/ 33052 w 33051"/>
                  <a:gd name="connsiteY9" fmla="*/ 13716 h 33432"/>
                  <a:gd name="connsiteX10" fmla="*/ 14764 w 33051"/>
                  <a:gd name="connsiteY10" fmla="*/ 33433 h 33432"/>
                  <a:gd name="connsiteX11" fmla="*/ 12859 w 33051"/>
                  <a:gd name="connsiteY11" fmla="*/ 31623 h 33432"/>
                  <a:gd name="connsiteX12" fmla="*/ 11049 w 33051"/>
                  <a:gd name="connsiteY12" fmla="*/ 29908 h 33432"/>
                  <a:gd name="connsiteX13" fmla="*/ 16764 w 33051"/>
                  <a:gd name="connsiteY13" fmla="*/ 8763 h 33432"/>
                  <a:gd name="connsiteX14" fmla="*/ 3524 w 33051"/>
                  <a:gd name="connsiteY14" fmla="*/ 22955 h 33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051" h="33432">
                    <a:moveTo>
                      <a:pt x="3524" y="22955"/>
                    </a:moveTo>
                    <a:lnTo>
                      <a:pt x="1810" y="21336"/>
                    </a:lnTo>
                    <a:lnTo>
                      <a:pt x="0" y="19621"/>
                    </a:lnTo>
                    <a:lnTo>
                      <a:pt x="18383" y="0"/>
                    </a:lnTo>
                    <a:lnTo>
                      <a:pt x="20383" y="1810"/>
                    </a:lnTo>
                    <a:lnTo>
                      <a:pt x="22289" y="3715"/>
                    </a:lnTo>
                    <a:lnTo>
                      <a:pt x="16669" y="24289"/>
                    </a:lnTo>
                    <a:lnTo>
                      <a:pt x="29527" y="10478"/>
                    </a:lnTo>
                    <a:lnTo>
                      <a:pt x="31337" y="12097"/>
                    </a:lnTo>
                    <a:lnTo>
                      <a:pt x="33052" y="13716"/>
                    </a:lnTo>
                    <a:lnTo>
                      <a:pt x="14764" y="33433"/>
                    </a:lnTo>
                    <a:lnTo>
                      <a:pt x="12859" y="31623"/>
                    </a:lnTo>
                    <a:lnTo>
                      <a:pt x="11049" y="29908"/>
                    </a:lnTo>
                    <a:lnTo>
                      <a:pt x="16764" y="8763"/>
                    </a:lnTo>
                    <a:lnTo>
                      <a:pt x="3524" y="22955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5" name="任意多边形: 形状 344"/>
              <p:cNvSpPr/>
              <p:nvPr/>
            </p:nvSpPr>
            <p:spPr>
              <a:xfrm>
                <a:off x="2191761" y="3494753"/>
                <a:ext cx="63800" cy="71100"/>
              </a:xfrm>
              <a:custGeom>
                <a:avLst/>
                <a:gdLst>
                  <a:gd name="connsiteX0" fmla="*/ 19418 w 24969"/>
                  <a:gd name="connsiteY0" fmla="*/ 11970 h 27826"/>
                  <a:gd name="connsiteX1" fmla="*/ 19894 w 24969"/>
                  <a:gd name="connsiteY1" fmla="*/ 8636 h 27826"/>
                  <a:gd name="connsiteX2" fmla="*/ 17608 w 24969"/>
                  <a:gd name="connsiteY2" fmla="*/ 5588 h 27826"/>
                  <a:gd name="connsiteX3" fmla="*/ 14560 w 24969"/>
                  <a:gd name="connsiteY3" fmla="*/ 4540 h 27826"/>
                  <a:gd name="connsiteX4" fmla="*/ 12083 w 24969"/>
                  <a:gd name="connsiteY4" fmla="*/ 5969 h 27826"/>
                  <a:gd name="connsiteX5" fmla="*/ 12083 w 24969"/>
                  <a:gd name="connsiteY5" fmla="*/ 8160 h 27826"/>
                  <a:gd name="connsiteX6" fmla="*/ 15036 w 24969"/>
                  <a:gd name="connsiteY6" fmla="*/ 12255 h 27826"/>
                  <a:gd name="connsiteX7" fmla="*/ 19132 w 24969"/>
                  <a:gd name="connsiteY7" fmla="*/ 19018 h 27826"/>
                  <a:gd name="connsiteX8" fmla="*/ 17417 w 24969"/>
                  <a:gd name="connsiteY8" fmla="*/ 24447 h 27826"/>
                  <a:gd name="connsiteX9" fmla="*/ 11607 w 24969"/>
                  <a:gd name="connsiteY9" fmla="*/ 27686 h 27826"/>
                  <a:gd name="connsiteX10" fmla="*/ 4368 w 24969"/>
                  <a:gd name="connsiteY10" fmla="*/ 25114 h 27826"/>
                  <a:gd name="connsiteX11" fmla="*/ -204 w 24969"/>
                  <a:gd name="connsiteY11" fmla="*/ 18923 h 27826"/>
                  <a:gd name="connsiteX12" fmla="*/ 1415 w 24969"/>
                  <a:gd name="connsiteY12" fmla="*/ 11875 h 27826"/>
                  <a:gd name="connsiteX13" fmla="*/ 5511 w 24969"/>
                  <a:gd name="connsiteY13" fmla="*/ 14732 h 27826"/>
                  <a:gd name="connsiteX14" fmla="*/ 4654 w 24969"/>
                  <a:gd name="connsiteY14" fmla="*/ 18256 h 27826"/>
                  <a:gd name="connsiteX15" fmla="*/ 7035 w 24969"/>
                  <a:gd name="connsiteY15" fmla="*/ 21399 h 27826"/>
                  <a:gd name="connsiteX16" fmla="*/ 10655 w 24969"/>
                  <a:gd name="connsiteY16" fmla="*/ 23019 h 27826"/>
                  <a:gd name="connsiteX17" fmla="*/ 13226 w 24969"/>
                  <a:gd name="connsiteY17" fmla="*/ 21876 h 27826"/>
                  <a:gd name="connsiteX18" fmla="*/ 13226 w 24969"/>
                  <a:gd name="connsiteY18" fmla="*/ 19495 h 27826"/>
                  <a:gd name="connsiteX19" fmla="*/ 10750 w 24969"/>
                  <a:gd name="connsiteY19" fmla="*/ 15780 h 27826"/>
                  <a:gd name="connsiteX20" fmla="*/ 6178 w 24969"/>
                  <a:gd name="connsiteY20" fmla="*/ 8636 h 27826"/>
                  <a:gd name="connsiteX21" fmla="*/ 7606 w 24969"/>
                  <a:gd name="connsiteY21" fmla="*/ 3397 h 27826"/>
                  <a:gd name="connsiteX22" fmla="*/ 13416 w 24969"/>
                  <a:gd name="connsiteY22" fmla="*/ -127 h 27826"/>
                  <a:gd name="connsiteX23" fmla="*/ 20465 w 24969"/>
                  <a:gd name="connsiteY23" fmla="*/ 2159 h 27826"/>
                  <a:gd name="connsiteX24" fmla="*/ 24465 w 24969"/>
                  <a:gd name="connsiteY24" fmla="*/ 8064 h 27826"/>
                  <a:gd name="connsiteX25" fmla="*/ 23037 w 24969"/>
                  <a:gd name="connsiteY25" fmla="*/ 14922 h 27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4969" h="27826">
                    <a:moveTo>
                      <a:pt x="19418" y="11970"/>
                    </a:moveTo>
                    <a:cubicBezTo>
                      <a:pt x="20086" y="10993"/>
                      <a:pt x="20262" y="9761"/>
                      <a:pt x="19894" y="8636"/>
                    </a:cubicBezTo>
                    <a:cubicBezTo>
                      <a:pt x="19533" y="7373"/>
                      <a:pt x="18719" y="6288"/>
                      <a:pt x="17608" y="5588"/>
                    </a:cubicBezTo>
                    <a:cubicBezTo>
                      <a:pt x="16778" y="4837"/>
                      <a:pt x="15676" y="4458"/>
                      <a:pt x="14560" y="4540"/>
                    </a:cubicBezTo>
                    <a:cubicBezTo>
                      <a:pt x="13557" y="4606"/>
                      <a:pt x="12643" y="5134"/>
                      <a:pt x="12083" y="5969"/>
                    </a:cubicBezTo>
                    <a:cubicBezTo>
                      <a:pt x="11648" y="6634"/>
                      <a:pt x="11648" y="7494"/>
                      <a:pt x="12083" y="8160"/>
                    </a:cubicBezTo>
                    <a:cubicBezTo>
                      <a:pt x="12882" y="9650"/>
                      <a:pt x="13875" y="11027"/>
                      <a:pt x="15036" y="12255"/>
                    </a:cubicBezTo>
                    <a:cubicBezTo>
                      <a:pt x="16949" y="14129"/>
                      <a:pt x="18357" y="16455"/>
                      <a:pt x="19132" y="19018"/>
                    </a:cubicBezTo>
                    <a:cubicBezTo>
                      <a:pt x="19315" y="20985"/>
                      <a:pt x="18697" y="22942"/>
                      <a:pt x="17417" y="24447"/>
                    </a:cubicBezTo>
                    <a:cubicBezTo>
                      <a:pt x="16121" y="26405"/>
                      <a:pt x="13954" y="27613"/>
                      <a:pt x="11607" y="27686"/>
                    </a:cubicBezTo>
                    <a:cubicBezTo>
                      <a:pt x="8957" y="27767"/>
                      <a:pt x="6374" y="26849"/>
                      <a:pt x="4368" y="25114"/>
                    </a:cubicBezTo>
                    <a:cubicBezTo>
                      <a:pt x="2101" y="23720"/>
                      <a:pt x="462" y="21500"/>
                      <a:pt x="-204" y="18923"/>
                    </a:cubicBezTo>
                    <a:cubicBezTo>
                      <a:pt x="-679" y="16451"/>
                      <a:pt x="-91" y="13892"/>
                      <a:pt x="1415" y="11875"/>
                    </a:cubicBezTo>
                    <a:lnTo>
                      <a:pt x="5511" y="14732"/>
                    </a:lnTo>
                    <a:cubicBezTo>
                      <a:pt x="4752" y="15738"/>
                      <a:pt x="4441" y="17014"/>
                      <a:pt x="4654" y="18256"/>
                    </a:cubicBezTo>
                    <a:cubicBezTo>
                      <a:pt x="5077" y="19539"/>
                      <a:pt x="5915" y="20644"/>
                      <a:pt x="7035" y="21399"/>
                    </a:cubicBezTo>
                    <a:cubicBezTo>
                      <a:pt x="8084" y="22238"/>
                      <a:pt x="9330" y="22795"/>
                      <a:pt x="10655" y="23019"/>
                    </a:cubicBezTo>
                    <a:cubicBezTo>
                      <a:pt x="11647" y="23080"/>
                      <a:pt x="12607" y="22653"/>
                      <a:pt x="13226" y="21876"/>
                    </a:cubicBezTo>
                    <a:cubicBezTo>
                      <a:pt x="13616" y="21130"/>
                      <a:pt x="13616" y="20240"/>
                      <a:pt x="13226" y="19495"/>
                    </a:cubicBezTo>
                    <a:cubicBezTo>
                      <a:pt x="12629" y="18118"/>
                      <a:pt x="11790" y="16860"/>
                      <a:pt x="10750" y="15780"/>
                    </a:cubicBezTo>
                    <a:cubicBezTo>
                      <a:pt x="8748" y="13740"/>
                      <a:pt x="7191" y="11308"/>
                      <a:pt x="6178" y="8636"/>
                    </a:cubicBezTo>
                    <a:cubicBezTo>
                      <a:pt x="5850" y="6764"/>
                      <a:pt x="6374" y="4844"/>
                      <a:pt x="7606" y="3397"/>
                    </a:cubicBezTo>
                    <a:cubicBezTo>
                      <a:pt x="8904" y="1397"/>
                      <a:pt x="11044" y="99"/>
                      <a:pt x="13416" y="-127"/>
                    </a:cubicBezTo>
                    <a:cubicBezTo>
                      <a:pt x="15964" y="-232"/>
                      <a:pt x="18464" y="579"/>
                      <a:pt x="20465" y="2159"/>
                    </a:cubicBezTo>
                    <a:cubicBezTo>
                      <a:pt x="22513" y="3535"/>
                      <a:pt x="23947" y="5652"/>
                      <a:pt x="24465" y="8064"/>
                    </a:cubicBezTo>
                    <a:cubicBezTo>
                      <a:pt x="24878" y="10449"/>
                      <a:pt x="24367" y="12901"/>
                      <a:pt x="23037" y="149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6" name="任意多边形: 形状 345"/>
              <p:cNvSpPr/>
              <p:nvPr/>
            </p:nvSpPr>
            <p:spPr>
              <a:xfrm>
                <a:off x="2259830" y="3523736"/>
                <a:ext cx="61331" cy="75689"/>
              </a:xfrm>
              <a:custGeom>
                <a:avLst/>
                <a:gdLst>
                  <a:gd name="connsiteX0" fmla="*/ 10668 w 24003"/>
                  <a:gd name="connsiteY0" fmla="*/ 7810 h 29622"/>
                  <a:gd name="connsiteX1" fmla="*/ 4191 w 24003"/>
                  <a:gd name="connsiteY1" fmla="*/ 4191 h 29622"/>
                  <a:gd name="connsiteX2" fmla="*/ 5334 w 24003"/>
                  <a:gd name="connsiteY2" fmla="*/ 2096 h 29622"/>
                  <a:gd name="connsiteX3" fmla="*/ 6477 w 24003"/>
                  <a:gd name="connsiteY3" fmla="*/ 0 h 29622"/>
                  <a:gd name="connsiteX4" fmla="*/ 24003 w 24003"/>
                  <a:gd name="connsiteY4" fmla="*/ 9811 h 29622"/>
                  <a:gd name="connsiteX5" fmla="*/ 22860 w 24003"/>
                  <a:gd name="connsiteY5" fmla="*/ 11906 h 29622"/>
                  <a:gd name="connsiteX6" fmla="*/ 21717 w 24003"/>
                  <a:gd name="connsiteY6" fmla="*/ 13906 h 29622"/>
                  <a:gd name="connsiteX7" fmla="*/ 15240 w 24003"/>
                  <a:gd name="connsiteY7" fmla="*/ 10287 h 29622"/>
                  <a:gd name="connsiteX8" fmla="*/ 4477 w 24003"/>
                  <a:gd name="connsiteY8" fmla="*/ 29623 h 29622"/>
                  <a:gd name="connsiteX9" fmla="*/ 2191 w 24003"/>
                  <a:gd name="connsiteY9" fmla="*/ 28384 h 29622"/>
                  <a:gd name="connsiteX10" fmla="*/ 0 w 24003"/>
                  <a:gd name="connsiteY10" fmla="*/ 27146 h 29622"/>
                  <a:gd name="connsiteX11" fmla="*/ 10668 w 24003"/>
                  <a:gd name="connsiteY11" fmla="*/ 7810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4003" h="29622">
                    <a:moveTo>
                      <a:pt x="10668" y="7810"/>
                    </a:moveTo>
                    <a:lnTo>
                      <a:pt x="4191" y="4191"/>
                    </a:lnTo>
                    <a:lnTo>
                      <a:pt x="5334" y="2096"/>
                    </a:lnTo>
                    <a:lnTo>
                      <a:pt x="6477" y="0"/>
                    </a:lnTo>
                    <a:lnTo>
                      <a:pt x="24003" y="9811"/>
                    </a:lnTo>
                    <a:lnTo>
                      <a:pt x="22860" y="11906"/>
                    </a:lnTo>
                    <a:lnTo>
                      <a:pt x="21717" y="13906"/>
                    </a:lnTo>
                    <a:lnTo>
                      <a:pt x="15240" y="10287"/>
                    </a:lnTo>
                    <a:lnTo>
                      <a:pt x="4477" y="29623"/>
                    </a:lnTo>
                    <a:lnTo>
                      <a:pt x="2191" y="28384"/>
                    </a:lnTo>
                    <a:lnTo>
                      <a:pt x="0" y="27146"/>
                    </a:lnTo>
                    <a:lnTo>
                      <a:pt x="10668" y="781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7" name="任意多边形: 形状 346"/>
              <p:cNvSpPr/>
              <p:nvPr/>
            </p:nvSpPr>
            <p:spPr>
              <a:xfrm>
                <a:off x="2306073" y="3555619"/>
                <a:ext cx="41130" cy="67658"/>
              </a:xfrm>
              <a:custGeom>
                <a:avLst/>
                <a:gdLst>
                  <a:gd name="connsiteX0" fmla="*/ 11430 w 16097"/>
                  <a:gd name="connsiteY0" fmla="*/ 0 h 26479"/>
                  <a:gd name="connsiteX1" fmla="*/ 13716 w 16097"/>
                  <a:gd name="connsiteY1" fmla="*/ 1048 h 26479"/>
                  <a:gd name="connsiteX2" fmla="*/ 16097 w 16097"/>
                  <a:gd name="connsiteY2" fmla="*/ 2191 h 26479"/>
                  <a:gd name="connsiteX3" fmla="*/ 4763 w 16097"/>
                  <a:gd name="connsiteY3" fmla="*/ 26479 h 26479"/>
                  <a:gd name="connsiteX4" fmla="*/ 2381 w 16097"/>
                  <a:gd name="connsiteY4" fmla="*/ 25432 h 26479"/>
                  <a:gd name="connsiteX5" fmla="*/ 0 w 16097"/>
                  <a:gd name="connsiteY5" fmla="*/ 24289 h 26479"/>
                  <a:gd name="connsiteX6" fmla="*/ 11430 w 16097"/>
                  <a:gd name="connsiteY6" fmla="*/ 0 h 26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097" h="26479">
                    <a:moveTo>
                      <a:pt x="11430" y="0"/>
                    </a:moveTo>
                    <a:lnTo>
                      <a:pt x="13716" y="1048"/>
                    </a:lnTo>
                    <a:lnTo>
                      <a:pt x="16097" y="2191"/>
                    </a:lnTo>
                    <a:lnTo>
                      <a:pt x="4763" y="26479"/>
                    </a:lnTo>
                    <a:lnTo>
                      <a:pt x="2381" y="25432"/>
                    </a:lnTo>
                    <a:lnTo>
                      <a:pt x="0" y="24289"/>
                    </a:lnTo>
                    <a:lnTo>
                      <a:pt x="11430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8" name="任意多边形: 形状 347"/>
              <p:cNvSpPr/>
              <p:nvPr/>
            </p:nvSpPr>
            <p:spPr>
              <a:xfrm>
                <a:off x="2355722" y="3567789"/>
                <a:ext cx="53055" cy="75446"/>
              </a:xfrm>
              <a:custGeom>
                <a:avLst/>
                <a:gdLst>
                  <a:gd name="connsiteX0" fmla="*/ 7239 w 20764"/>
                  <a:gd name="connsiteY0" fmla="*/ 6953 h 29527"/>
                  <a:gd name="connsiteX1" fmla="*/ 191 w 20764"/>
                  <a:gd name="connsiteY1" fmla="*/ 4572 h 29527"/>
                  <a:gd name="connsiteX2" fmla="*/ 953 w 20764"/>
                  <a:gd name="connsiteY2" fmla="*/ 2286 h 29527"/>
                  <a:gd name="connsiteX3" fmla="*/ 1715 w 20764"/>
                  <a:gd name="connsiteY3" fmla="*/ 0 h 29527"/>
                  <a:gd name="connsiteX4" fmla="*/ 20765 w 20764"/>
                  <a:gd name="connsiteY4" fmla="*/ 6572 h 29527"/>
                  <a:gd name="connsiteX5" fmla="*/ 20003 w 20764"/>
                  <a:gd name="connsiteY5" fmla="*/ 8763 h 29527"/>
                  <a:gd name="connsiteX6" fmla="*/ 19145 w 20764"/>
                  <a:gd name="connsiteY6" fmla="*/ 11049 h 29527"/>
                  <a:gd name="connsiteX7" fmla="*/ 12097 w 20764"/>
                  <a:gd name="connsiteY7" fmla="*/ 8668 h 29527"/>
                  <a:gd name="connsiteX8" fmla="*/ 4953 w 20764"/>
                  <a:gd name="connsiteY8" fmla="*/ 29528 h 29527"/>
                  <a:gd name="connsiteX9" fmla="*/ 2477 w 20764"/>
                  <a:gd name="connsiteY9" fmla="*/ 28670 h 29527"/>
                  <a:gd name="connsiteX10" fmla="*/ 0 w 20764"/>
                  <a:gd name="connsiteY10" fmla="*/ 27813 h 29527"/>
                  <a:gd name="connsiteX11" fmla="*/ 7239 w 20764"/>
                  <a:gd name="connsiteY11" fmla="*/ 6953 h 29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764" h="29527">
                    <a:moveTo>
                      <a:pt x="7239" y="6953"/>
                    </a:moveTo>
                    <a:lnTo>
                      <a:pt x="191" y="4572"/>
                    </a:lnTo>
                    <a:lnTo>
                      <a:pt x="953" y="2286"/>
                    </a:lnTo>
                    <a:lnTo>
                      <a:pt x="1715" y="0"/>
                    </a:lnTo>
                    <a:lnTo>
                      <a:pt x="20765" y="6572"/>
                    </a:lnTo>
                    <a:lnTo>
                      <a:pt x="20003" y="8763"/>
                    </a:lnTo>
                    <a:lnTo>
                      <a:pt x="19145" y="11049"/>
                    </a:lnTo>
                    <a:lnTo>
                      <a:pt x="12097" y="8668"/>
                    </a:lnTo>
                    <a:lnTo>
                      <a:pt x="4953" y="29528"/>
                    </a:lnTo>
                    <a:lnTo>
                      <a:pt x="2477" y="28670"/>
                    </a:lnTo>
                    <a:lnTo>
                      <a:pt x="0" y="27813"/>
                    </a:lnTo>
                    <a:lnTo>
                      <a:pt x="7239" y="6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49" name="任意多边形: 形状 348"/>
              <p:cNvSpPr/>
              <p:nvPr/>
            </p:nvSpPr>
            <p:spPr>
              <a:xfrm>
                <a:off x="2411570" y="3589449"/>
                <a:ext cx="61702" cy="76207"/>
              </a:xfrm>
              <a:custGeom>
                <a:avLst/>
                <a:gdLst>
                  <a:gd name="connsiteX0" fmla="*/ 19402 w 24148"/>
                  <a:gd name="connsiteY0" fmla="*/ 20914 h 29825"/>
                  <a:gd name="connsiteX1" fmla="*/ 15116 w 24148"/>
                  <a:gd name="connsiteY1" fmla="*/ 28439 h 29825"/>
                  <a:gd name="connsiteX2" fmla="*/ 7115 w 24148"/>
                  <a:gd name="connsiteY2" fmla="*/ 29106 h 29825"/>
                  <a:gd name="connsiteX3" fmla="*/ 447 w 24148"/>
                  <a:gd name="connsiteY3" fmla="*/ 24724 h 29825"/>
                  <a:gd name="connsiteX4" fmla="*/ 447 w 24148"/>
                  <a:gd name="connsiteY4" fmla="*/ 16152 h 29825"/>
                  <a:gd name="connsiteX5" fmla="*/ 4448 w 24148"/>
                  <a:gd name="connsiteY5" fmla="*/ -136 h 29825"/>
                  <a:gd name="connsiteX6" fmla="*/ 6925 w 24148"/>
                  <a:gd name="connsiteY6" fmla="*/ 531 h 29825"/>
                  <a:gd name="connsiteX7" fmla="*/ 9496 w 24148"/>
                  <a:gd name="connsiteY7" fmla="*/ 1102 h 29825"/>
                  <a:gd name="connsiteX8" fmla="*/ 5401 w 24148"/>
                  <a:gd name="connsiteY8" fmla="*/ 17581 h 29825"/>
                  <a:gd name="connsiteX9" fmla="*/ 5401 w 24148"/>
                  <a:gd name="connsiteY9" fmla="*/ 22057 h 29825"/>
                  <a:gd name="connsiteX10" fmla="*/ 8544 w 24148"/>
                  <a:gd name="connsiteY10" fmla="*/ 24343 h 29825"/>
                  <a:gd name="connsiteX11" fmla="*/ 12449 w 24148"/>
                  <a:gd name="connsiteY11" fmla="*/ 24343 h 29825"/>
                  <a:gd name="connsiteX12" fmla="*/ 14640 w 24148"/>
                  <a:gd name="connsiteY12" fmla="*/ 20248 h 29825"/>
                  <a:gd name="connsiteX13" fmla="*/ 18735 w 24148"/>
                  <a:gd name="connsiteY13" fmla="*/ 3865 h 29825"/>
                  <a:gd name="connsiteX14" fmla="*/ 21212 w 24148"/>
                  <a:gd name="connsiteY14" fmla="*/ 4436 h 29825"/>
                  <a:gd name="connsiteX15" fmla="*/ 23784 w 24148"/>
                  <a:gd name="connsiteY15" fmla="*/ 5103 h 2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4148" h="29825">
                    <a:moveTo>
                      <a:pt x="19402" y="20914"/>
                    </a:moveTo>
                    <a:cubicBezTo>
                      <a:pt x="18960" y="23868"/>
                      <a:pt x="17431" y="26552"/>
                      <a:pt x="15116" y="28439"/>
                    </a:cubicBezTo>
                    <a:cubicBezTo>
                      <a:pt x="12677" y="29829"/>
                      <a:pt x="9750" y="30073"/>
                      <a:pt x="7115" y="29106"/>
                    </a:cubicBezTo>
                    <a:cubicBezTo>
                      <a:pt x="4358" y="28691"/>
                      <a:pt x="1922" y="27090"/>
                      <a:pt x="447" y="24724"/>
                    </a:cubicBezTo>
                    <a:cubicBezTo>
                      <a:pt x="-636" y="21970"/>
                      <a:pt x="-636" y="18907"/>
                      <a:pt x="447" y="16152"/>
                    </a:cubicBezTo>
                    <a:lnTo>
                      <a:pt x="4448" y="-136"/>
                    </a:lnTo>
                    <a:lnTo>
                      <a:pt x="6925" y="531"/>
                    </a:lnTo>
                    <a:lnTo>
                      <a:pt x="9496" y="1102"/>
                    </a:lnTo>
                    <a:lnTo>
                      <a:pt x="5401" y="17581"/>
                    </a:lnTo>
                    <a:cubicBezTo>
                      <a:pt x="4860" y="19024"/>
                      <a:pt x="4860" y="20614"/>
                      <a:pt x="5401" y="22057"/>
                    </a:cubicBezTo>
                    <a:cubicBezTo>
                      <a:pt x="6046" y="23258"/>
                      <a:pt x="7203" y="24100"/>
                      <a:pt x="8544" y="24343"/>
                    </a:cubicBezTo>
                    <a:cubicBezTo>
                      <a:pt x="9783" y="24914"/>
                      <a:pt x="11210" y="24914"/>
                      <a:pt x="12449" y="24343"/>
                    </a:cubicBezTo>
                    <a:cubicBezTo>
                      <a:pt x="13633" y="23275"/>
                      <a:pt x="14408" y="21826"/>
                      <a:pt x="14640" y="20248"/>
                    </a:cubicBezTo>
                    <a:lnTo>
                      <a:pt x="18735" y="3865"/>
                    </a:lnTo>
                    <a:lnTo>
                      <a:pt x="21212" y="4436"/>
                    </a:lnTo>
                    <a:lnTo>
                      <a:pt x="23784" y="510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0" name="任意多边形: 形状 349"/>
              <p:cNvSpPr/>
              <p:nvPr/>
            </p:nvSpPr>
            <p:spPr>
              <a:xfrm>
                <a:off x="2485930" y="3604052"/>
                <a:ext cx="52567" cy="72037"/>
              </a:xfrm>
              <a:custGeom>
                <a:avLst/>
                <a:gdLst>
                  <a:gd name="connsiteX0" fmla="*/ 7429 w 20573"/>
                  <a:gd name="connsiteY0" fmla="*/ 5620 h 28193"/>
                  <a:gd name="connsiteX1" fmla="*/ 0 w 20573"/>
                  <a:gd name="connsiteY1" fmla="*/ 4763 h 28193"/>
                  <a:gd name="connsiteX2" fmla="*/ 286 w 20573"/>
                  <a:gd name="connsiteY2" fmla="*/ 2381 h 28193"/>
                  <a:gd name="connsiteX3" fmla="*/ 571 w 20573"/>
                  <a:gd name="connsiteY3" fmla="*/ 0 h 28193"/>
                  <a:gd name="connsiteX4" fmla="*/ 20574 w 20573"/>
                  <a:gd name="connsiteY4" fmla="*/ 2477 h 28193"/>
                  <a:gd name="connsiteX5" fmla="*/ 20288 w 20573"/>
                  <a:gd name="connsiteY5" fmla="*/ 4763 h 28193"/>
                  <a:gd name="connsiteX6" fmla="*/ 20002 w 20573"/>
                  <a:gd name="connsiteY6" fmla="*/ 7144 h 28193"/>
                  <a:gd name="connsiteX7" fmla="*/ 12573 w 20573"/>
                  <a:gd name="connsiteY7" fmla="*/ 6287 h 28193"/>
                  <a:gd name="connsiteX8" fmla="*/ 9906 w 20573"/>
                  <a:gd name="connsiteY8" fmla="*/ 28194 h 28193"/>
                  <a:gd name="connsiteX9" fmla="*/ 7334 w 20573"/>
                  <a:gd name="connsiteY9" fmla="*/ 27908 h 28193"/>
                  <a:gd name="connsiteX10" fmla="*/ 4763 w 20573"/>
                  <a:gd name="connsiteY10" fmla="*/ 27622 h 28193"/>
                  <a:gd name="connsiteX11" fmla="*/ 7429 w 20573"/>
                  <a:gd name="connsiteY11" fmla="*/ 5620 h 28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573" h="28193">
                    <a:moveTo>
                      <a:pt x="7429" y="5620"/>
                    </a:moveTo>
                    <a:lnTo>
                      <a:pt x="0" y="4763"/>
                    </a:lnTo>
                    <a:lnTo>
                      <a:pt x="286" y="2381"/>
                    </a:lnTo>
                    <a:lnTo>
                      <a:pt x="571" y="0"/>
                    </a:lnTo>
                    <a:lnTo>
                      <a:pt x="20574" y="2477"/>
                    </a:lnTo>
                    <a:lnTo>
                      <a:pt x="20288" y="4763"/>
                    </a:lnTo>
                    <a:lnTo>
                      <a:pt x="20002" y="7144"/>
                    </a:lnTo>
                    <a:lnTo>
                      <a:pt x="12573" y="6287"/>
                    </a:lnTo>
                    <a:lnTo>
                      <a:pt x="9906" y="28194"/>
                    </a:lnTo>
                    <a:lnTo>
                      <a:pt x="7334" y="27908"/>
                    </a:lnTo>
                    <a:lnTo>
                      <a:pt x="4763" y="27622"/>
                    </a:lnTo>
                    <a:lnTo>
                      <a:pt x="7429" y="562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1" name="任意多边形: 形状 350"/>
              <p:cNvSpPr/>
              <p:nvPr/>
            </p:nvSpPr>
            <p:spPr>
              <a:xfrm>
                <a:off x="2554804" y="3609405"/>
                <a:ext cx="48918" cy="69605"/>
              </a:xfrm>
              <a:custGeom>
                <a:avLst/>
                <a:gdLst>
                  <a:gd name="connsiteX0" fmla="*/ 381 w 19145"/>
                  <a:gd name="connsiteY0" fmla="*/ 27241 h 27241"/>
                  <a:gd name="connsiteX1" fmla="*/ 0 w 19145"/>
                  <a:gd name="connsiteY1" fmla="*/ 381 h 27241"/>
                  <a:gd name="connsiteX2" fmla="*/ 18098 w 19145"/>
                  <a:gd name="connsiteY2" fmla="*/ 0 h 27241"/>
                  <a:gd name="connsiteX3" fmla="*/ 18193 w 19145"/>
                  <a:gd name="connsiteY3" fmla="*/ 2381 h 27241"/>
                  <a:gd name="connsiteX4" fmla="*/ 18193 w 19145"/>
                  <a:gd name="connsiteY4" fmla="*/ 4763 h 27241"/>
                  <a:gd name="connsiteX5" fmla="*/ 5144 w 19145"/>
                  <a:gd name="connsiteY5" fmla="*/ 5048 h 27241"/>
                  <a:gd name="connsiteX6" fmla="*/ 5334 w 19145"/>
                  <a:gd name="connsiteY6" fmla="*/ 10763 h 27241"/>
                  <a:gd name="connsiteX7" fmla="*/ 17431 w 19145"/>
                  <a:gd name="connsiteY7" fmla="*/ 10573 h 27241"/>
                  <a:gd name="connsiteX8" fmla="*/ 17431 w 19145"/>
                  <a:gd name="connsiteY8" fmla="*/ 12859 h 27241"/>
                  <a:gd name="connsiteX9" fmla="*/ 17431 w 19145"/>
                  <a:gd name="connsiteY9" fmla="*/ 15145 h 27241"/>
                  <a:gd name="connsiteX10" fmla="*/ 5334 w 19145"/>
                  <a:gd name="connsiteY10" fmla="*/ 15335 h 27241"/>
                  <a:gd name="connsiteX11" fmla="*/ 5525 w 19145"/>
                  <a:gd name="connsiteY11" fmla="*/ 22384 h 27241"/>
                  <a:gd name="connsiteX12" fmla="*/ 19050 w 19145"/>
                  <a:gd name="connsiteY12" fmla="*/ 22098 h 27241"/>
                  <a:gd name="connsiteX13" fmla="*/ 19145 w 19145"/>
                  <a:gd name="connsiteY13" fmla="*/ 24479 h 27241"/>
                  <a:gd name="connsiteX14" fmla="*/ 19145 w 19145"/>
                  <a:gd name="connsiteY14" fmla="*/ 26861 h 27241"/>
                  <a:gd name="connsiteX15" fmla="*/ 381 w 19145"/>
                  <a:gd name="connsiteY15" fmla="*/ 27241 h 272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9145" h="27241">
                    <a:moveTo>
                      <a:pt x="381" y="27241"/>
                    </a:moveTo>
                    <a:lnTo>
                      <a:pt x="0" y="381"/>
                    </a:lnTo>
                    <a:lnTo>
                      <a:pt x="18098" y="0"/>
                    </a:lnTo>
                    <a:lnTo>
                      <a:pt x="18193" y="2381"/>
                    </a:lnTo>
                    <a:lnTo>
                      <a:pt x="18193" y="4763"/>
                    </a:lnTo>
                    <a:lnTo>
                      <a:pt x="5144" y="5048"/>
                    </a:lnTo>
                    <a:lnTo>
                      <a:pt x="5334" y="10763"/>
                    </a:lnTo>
                    <a:lnTo>
                      <a:pt x="17431" y="10573"/>
                    </a:lnTo>
                    <a:lnTo>
                      <a:pt x="17431" y="12859"/>
                    </a:lnTo>
                    <a:lnTo>
                      <a:pt x="17431" y="15145"/>
                    </a:lnTo>
                    <a:lnTo>
                      <a:pt x="5334" y="15335"/>
                    </a:lnTo>
                    <a:lnTo>
                      <a:pt x="5525" y="22384"/>
                    </a:lnTo>
                    <a:lnTo>
                      <a:pt x="19050" y="22098"/>
                    </a:lnTo>
                    <a:lnTo>
                      <a:pt x="19145" y="24479"/>
                    </a:lnTo>
                    <a:lnTo>
                      <a:pt x="19145" y="26861"/>
                    </a:lnTo>
                    <a:lnTo>
                      <a:pt x="381" y="2724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2" name="任意多边形: 形状 351"/>
              <p:cNvSpPr/>
              <p:nvPr/>
            </p:nvSpPr>
            <p:spPr>
              <a:xfrm>
                <a:off x="2656172" y="3598060"/>
                <a:ext cx="62693" cy="72035"/>
              </a:xfrm>
              <a:custGeom>
                <a:avLst/>
                <a:gdLst>
                  <a:gd name="connsiteX0" fmla="*/ 5208 w 24536"/>
                  <a:gd name="connsiteY0" fmla="*/ 26021 h 28192"/>
                  <a:gd name="connsiteX1" fmla="*/ 64 w 24536"/>
                  <a:gd name="connsiteY1" fmla="*/ 16496 h 28192"/>
                  <a:gd name="connsiteX2" fmla="*/ 1302 w 24536"/>
                  <a:gd name="connsiteY2" fmla="*/ 5638 h 28192"/>
                  <a:gd name="connsiteX3" fmla="*/ 9017 w 24536"/>
                  <a:gd name="connsiteY3" fmla="*/ 208 h 28192"/>
                  <a:gd name="connsiteX4" fmla="*/ 18542 w 24536"/>
                  <a:gd name="connsiteY4" fmla="*/ 2304 h 28192"/>
                  <a:gd name="connsiteX5" fmla="*/ 23686 w 24536"/>
                  <a:gd name="connsiteY5" fmla="*/ 11829 h 28192"/>
                  <a:gd name="connsiteX6" fmla="*/ 22543 w 24536"/>
                  <a:gd name="connsiteY6" fmla="*/ 22497 h 28192"/>
                  <a:gd name="connsiteX7" fmla="*/ 6270 w 24536"/>
                  <a:gd name="connsiteY7" fmla="*/ 26264 h 28192"/>
                  <a:gd name="connsiteX8" fmla="*/ 5493 w 24536"/>
                  <a:gd name="connsiteY8" fmla="*/ 25736 h 28192"/>
                  <a:gd name="connsiteX9" fmla="*/ 18161 w 24536"/>
                  <a:gd name="connsiteY9" fmla="*/ 19830 h 28192"/>
                  <a:gd name="connsiteX10" fmla="*/ 18638 w 24536"/>
                  <a:gd name="connsiteY10" fmla="*/ 12782 h 28192"/>
                  <a:gd name="connsiteX11" fmla="*/ 15589 w 24536"/>
                  <a:gd name="connsiteY11" fmla="*/ 6210 h 28192"/>
                  <a:gd name="connsiteX12" fmla="*/ 10255 w 24536"/>
                  <a:gd name="connsiteY12" fmla="*/ 4686 h 28192"/>
                  <a:gd name="connsiteX13" fmla="*/ 5874 w 24536"/>
                  <a:gd name="connsiteY13" fmla="*/ 8114 h 28192"/>
                  <a:gd name="connsiteX14" fmla="*/ 5874 w 24536"/>
                  <a:gd name="connsiteY14" fmla="*/ 15353 h 28192"/>
                  <a:gd name="connsiteX15" fmla="*/ 8922 w 24536"/>
                  <a:gd name="connsiteY15" fmla="*/ 21640 h 28192"/>
                  <a:gd name="connsiteX16" fmla="*/ 14161 w 24536"/>
                  <a:gd name="connsiteY16" fmla="*/ 23164 h 28192"/>
                  <a:gd name="connsiteX17" fmla="*/ 18542 w 24536"/>
                  <a:gd name="connsiteY17" fmla="*/ 19830 h 28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536" h="28192">
                    <a:moveTo>
                      <a:pt x="5208" y="26021"/>
                    </a:moveTo>
                    <a:cubicBezTo>
                      <a:pt x="2378" y="23588"/>
                      <a:pt x="546" y="20197"/>
                      <a:pt x="64" y="16496"/>
                    </a:cubicBezTo>
                    <a:cubicBezTo>
                      <a:pt x="-794" y="12843"/>
                      <a:pt x="-356" y="9004"/>
                      <a:pt x="1302" y="5638"/>
                    </a:cubicBezTo>
                    <a:cubicBezTo>
                      <a:pt x="2879" y="2717"/>
                      <a:pt x="5736" y="707"/>
                      <a:pt x="9017" y="208"/>
                    </a:cubicBezTo>
                    <a:cubicBezTo>
                      <a:pt x="12345" y="-654"/>
                      <a:pt x="15884" y="124"/>
                      <a:pt x="18542" y="2304"/>
                    </a:cubicBezTo>
                    <a:cubicBezTo>
                      <a:pt x="21344" y="4759"/>
                      <a:pt x="23170" y="8140"/>
                      <a:pt x="23686" y="11829"/>
                    </a:cubicBezTo>
                    <a:cubicBezTo>
                      <a:pt x="24611" y="15406"/>
                      <a:pt x="24205" y="19197"/>
                      <a:pt x="22543" y="22497"/>
                    </a:cubicBezTo>
                    <a:cubicBezTo>
                      <a:pt x="19090" y="28031"/>
                      <a:pt x="11804" y="29718"/>
                      <a:pt x="6270" y="26264"/>
                    </a:cubicBezTo>
                    <a:cubicBezTo>
                      <a:pt x="6004" y="26098"/>
                      <a:pt x="5745" y="25922"/>
                      <a:pt x="5493" y="25736"/>
                    </a:cubicBezTo>
                    <a:moveTo>
                      <a:pt x="18161" y="19830"/>
                    </a:moveTo>
                    <a:cubicBezTo>
                      <a:pt x="19067" y="17591"/>
                      <a:pt x="19234" y="15122"/>
                      <a:pt x="18638" y="12782"/>
                    </a:cubicBezTo>
                    <a:cubicBezTo>
                      <a:pt x="18294" y="10338"/>
                      <a:pt x="17233" y="8051"/>
                      <a:pt x="15589" y="6210"/>
                    </a:cubicBezTo>
                    <a:cubicBezTo>
                      <a:pt x="14184" y="4831"/>
                      <a:pt x="12177" y="4257"/>
                      <a:pt x="10255" y="4686"/>
                    </a:cubicBezTo>
                    <a:cubicBezTo>
                      <a:pt x="8292" y="4975"/>
                      <a:pt x="6627" y="6278"/>
                      <a:pt x="5874" y="8114"/>
                    </a:cubicBezTo>
                    <a:cubicBezTo>
                      <a:pt x="5129" y="10470"/>
                      <a:pt x="5129" y="12998"/>
                      <a:pt x="5874" y="15353"/>
                    </a:cubicBezTo>
                    <a:cubicBezTo>
                      <a:pt x="6125" y="17740"/>
                      <a:pt x="7204" y="19964"/>
                      <a:pt x="8922" y="21640"/>
                    </a:cubicBezTo>
                    <a:cubicBezTo>
                      <a:pt x="10288" y="23018"/>
                      <a:pt x="12269" y="23595"/>
                      <a:pt x="14161" y="23164"/>
                    </a:cubicBezTo>
                    <a:cubicBezTo>
                      <a:pt x="16096" y="22876"/>
                      <a:pt x="17749" y="21618"/>
                      <a:pt x="18542" y="1983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3" name="任意多边形: 形状 352"/>
              <p:cNvSpPr/>
              <p:nvPr/>
            </p:nvSpPr>
            <p:spPr>
              <a:xfrm>
                <a:off x="2728821" y="3575575"/>
                <a:ext cx="51108" cy="79340"/>
              </a:xfrm>
              <a:custGeom>
                <a:avLst/>
                <a:gdLst>
                  <a:gd name="connsiteX0" fmla="*/ 8287 w 20002"/>
                  <a:gd name="connsiteY0" fmla="*/ 31052 h 31051"/>
                  <a:gd name="connsiteX1" fmla="*/ 0 w 20002"/>
                  <a:gd name="connsiteY1" fmla="*/ 5525 h 31051"/>
                  <a:gd name="connsiteX2" fmla="*/ 16669 w 20002"/>
                  <a:gd name="connsiteY2" fmla="*/ 0 h 31051"/>
                  <a:gd name="connsiteX3" fmla="*/ 17431 w 20002"/>
                  <a:gd name="connsiteY3" fmla="*/ 2286 h 31051"/>
                  <a:gd name="connsiteX4" fmla="*/ 18193 w 20002"/>
                  <a:gd name="connsiteY4" fmla="*/ 4572 h 31051"/>
                  <a:gd name="connsiteX5" fmla="*/ 6382 w 20002"/>
                  <a:gd name="connsiteY5" fmla="*/ 8382 h 31051"/>
                  <a:gd name="connsiteX6" fmla="*/ 8287 w 20002"/>
                  <a:gd name="connsiteY6" fmla="*/ 14192 h 31051"/>
                  <a:gd name="connsiteX7" fmla="*/ 18574 w 20002"/>
                  <a:gd name="connsiteY7" fmla="*/ 10859 h 31051"/>
                  <a:gd name="connsiteX8" fmla="*/ 19241 w 20002"/>
                  <a:gd name="connsiteY8" fmla="*/ 13049 h 31051"/>
                  <a:gd name="connsiteX9" fmla="*/ 20003 w 20002"/>
                  <a:gd name="connsiteY9" fmla="*/ 15240 h 31051"/>
                  <a:gd name="connsiteX10" fmla="*/ 9716 w 20002"/>
                  <a:gd name="connsiteY10" fmla="*/ 18574 h 31051"/>
                  <a:gd name="connsiteX11" fmla="*/ 13240 w 20002"/>
                  <a:gd name="connsiteY11" fmla="*/ 29433 h 31051"/>
                  <a:gd name="connsiteX12" fmla="*/ 10763 w 20002"/>
                  <a:gd name="connsiteY12" fmla="*/ 30194 h 31051"/>
                  <a:gd name="connsiteX13" fmla="*/ 8287 w 20002"/>
                  <a:gd name="connsiteY13" fmla="*/ 31052 h 31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002" h="31051">
                    <a:moveTo>
                      <a:pt x="8287" y="31052"/>
                    </a:moveTo>
                    <a:lnTo>
                      <a:pt x="0" y="5525"/>
                    </a:lnTo>
                    <a:lnTo>
                      <a:pt x="16669" y="0"/>
                    </a:lnTo>
                    <a:lnTo>
                      <a:pt x="17431" y="2286"/>
                    </a:lnTo>
                    <a:lnTo>
                      <a:pt x="18193" y="4572"/>
                    </a:lnTo>
                    <a:lnTo>
                      <a:pt x="6382" y="8382"/>
                    </a:lnTo>
                    <a:lnTo>
                      <a:pt x="8287" y="14192"/>
                    </a:lnTo>
                    <a:lnTo>
                      <a:pt x="18574" y="10859"/>
                    </a:lnTo>
                    <a:lnTo>
                      <a:pt x="19241" y="13049"/>
                    </a:lnTo>
                    <a:lnTo>
                      <a:pt x="20003" y="15240"/>
                    </a:lnTo>
                    <a:lnTo>
                      <a:pt x="9716" y="18574"/>
                    </a:lnTo>
                    <a:lnTo>
                      <a:pt x="13240" y="29433"/>
                    </a:lnTo>
                    <a:lnTo>
                      <a:pt x="10763" y="30194"/>
                    </a:lnTo>
                    <a:lnTo>
                      <a:pt x="8287" y="3105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4" name="任意多边形: 形状 353"/>
              <p:cNvSpPr/>
              <p:nvPr/>
            </p:nvSpPr>
            <p:spPr>
              <a:xfrm>
                <a:off x="2810596" y="3534933"/>
                <a:ext cx="60601" cy="75931"/>
              </a:xfrm>
              <a:custGeom>
                <a:avLst/>
                <a:gdLst>
                  <a:gd name="connsiteX0" fmla="*/ 8763 w 23717"/>
                  <a:gd name="connsiteY0" fmla="*/ 10192 h 29717"/>
                  <a:gd name="connsiteX1" fmla="*/ 2191 w 23717"/>
                  <a:gd name="connsiteY1" fmla="*/ 13621 h 29717"/>
                  <a:gd name="connsiteX2" fmla="*/ 1048 w 23717"/>
                  <a:gd name="connsiteY2" fmla="*/ 11525 h 29717"/>
                  <a:gd name="connsiteX3" fmla="*/ 0 w 23717"/>
                  <a:gd name="connsiteY3" fmla="*/ 9430 h 29717"/>
                  <a:gd name="connsiteX4" fmla="*/ 17717 w 23717"/>
                  <a:gd name="connsiteY4" fmla="*/ 0 h 29717"/>
                  <a:gd name="connsiteX5" fmla="*/ 18764 w 23717"/>
                  <a:gd name="connsiteY5" fmla="*/ 2096 h 29717"/>
                  <a:gd name="connsiteX6" fmla="*/ 19907 w 23717"/>
                  <a:gd name="connsiteY6" fmla="*/ 4191 h 29717"/>
                  <a:gd name="connsiteX7" fmla="*/ 13335 w 23717"/>
                  <a:gd name="connsiteY7" fmla="*/ 7715 h 29717"/>
                  <a:gd name="connsiteX8" fmla="*/ 23717 w 23717"/>
                  <a:gd name="connsiteY8" fmla="*/ 27241 h 29717"/>
                  <a:gd name="connsiteX9" fmla="*/ 21431 w 23717"/>
                  <a:gd name="connsiteY9" fmla="*/ 28480 h 29717"/>
                  <a:gd name="connsiteX10" fmla="*/ 19145 w 23717"/>
                  <a:gd name="connsiteY10" fmla="*/ 29718 h 29717"/>
                  <a:gd name="connsiteX11" fmla="*/ 8763 w 23717"/>
                  <a:gd name="connsiteY11" fmla="*/ 10192 h 29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3717" h="29717">
                    <a:moveTo>
                      <a:pt x="8763" y="10192"/>
                    </a:moveTo>
                    <a:lnTo>
                      <a:pt x="2191" y="13621"/>
                    </a:lnTo>
                    <a:lnTo>
                      <a:pt x="1048" y="11525"/>
                    </a:lnTo>
                    <a:lnTo>
                      <a:pt x="0" y="9430"/>
                    </a:lnTo>
                    <a:lnTo>
                      <a:pt x="17717" y="0"/>
                    </a:lnTo>
                    <a:lnTo>
                      <a:pt x="18764" y="2096"/>
                    </a:lnTo>
                    <a:lnTo>
                      <a:pt x="19907" y="4191"/>
                    </a:lnTo>
                    <a:lnTo>
                      <a:pt x="13335" y="7715"/>
                    </a:lnTo>
                    <a:lnTo>
                      <a:pt x="23717" y="27241"/>
                    </a:lnTo>
                    <a:lnTo>
                      <a:pt x="21431" y="28480"/>
                    </a:lnTo>
                    <a:lnTo>
                      <a:pt x="19145" y="29718"/>
                    </a:lnTo>
                    <a:lnTo>
                      <a:pt x="8763" y="10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5" name="任意多边形: 形状 354"/>
              <p:cNvSpPr/>
              <p:nvPr/>
            </p:nvSpPr>
            <p:spPr>
              <a:xfrm>
                <a:off x="2869980" y="3501590"/>
                <a:ext cx="77636" cy="82991"/>
              </a:xfrm>
              <a:custGeom>
                <a:avLst/>
                <a:gdLst>
                  <a:gd name="connsiteX0" fmla="*/ 14573 w 30384"/>
                  <a:gd name="connsiteY0" fmla="*/ 32480 h 32480"/>
                  <a:gd name="connsiteX1" fmla="*/ 0 w 30384"/>
                  <a:gd name="connsiteY1" fmla="*/ 9906 h 32480"/>
                  <a:gd name="connsiteX2" fmla="*/ 15240 w 30384"/>
                  <a:gd name="connsiteY2" fmla="*/ 0 h 32480"/>
                  <a:gd name="connsiteX3" fmla="*/ 16478 w 30384"/>
                  <a:gd name="connsiteY3" fmla="*/ 2000 h 32480"/>
                  <a:gd name="connsiteX4" fmla="*/ 17812 w 30384"/>
                  <a:gd name="connsiteY4" fmla="*/ 4000 h 32480"/>
                  <a:gd name="connsiteX5" fmla="*/ 6858 w 30384"/>
                  <a:gd name="connsiteY5" fmla="*/ 11144 h 32480"/>
                  <a:gd name="connsiteX6" fmla="*/ 10001 w 30384"/>
                  <a:gd name="connsiteY6" fmla="*/ 15907 h 32480"/>
                  <a:gd name="connsiteX7" fmla="*/ 20098 w 30384"/>
                  <a:gd name="connsiteY7" fmla="*/ 9334 h 32480"/>
                  <a:gd name="connsiteX8" fmla="*/ 21431 w 30384"/>
                  <a:gd name="connsiteY8" fmla="*/ 11239 h 32480"/>
                  <a:gd name="connsiteX9" fmla="*/ 22669 w 30384"/>
                  <a:gd name="connsiteY9" fmla="*/ 13240 h 32480"/>
                  <a:gd name="connsiteX10" fmla="*/ 12478 w 30384"/>
                  <a:gd name="connsiteY10" fmla="*/ 19812 h 32480"/>
                  <a:gd name="connsiteX11" fmla="*/ 16288 w 30384"/>
                  <a:gd name="connsiteY11" fmla="*/ 25622 h 32480"/>
                  <a:gd name="connsiteX12" fmla="*/ 27718 w 30384"/>
                  <a:gd name="connsiteY12" fmla="*/ 18288 h 32480"/>
                  <a:gd name="connsiteX13" fmla="*/ 29051 w 30384"/>
                  <a:gd name="connsiteY13" fmla="*/ 20288 h 32480"/>
                  <a:gd name="connsiteX14" fmla="*/ 30385 w 30384"/>
                  <a:gd name="connsiteY14" fmla="*/ 22288 h 32480"/>
                  <a:gd name="connsiteX15" fmla="*/ 14573 w 30384"/>
                  <a:gd name="connsiteY15" fmla="*/ 32480 h 32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0384" h="32480">
                    <a:moveTo>
                      <a:pt x="14573" y="32480"/>
                    </a:moveTo>
                    <a:lnTo>
                      <a:pt x="0" y="9906"/>
                    </a:lnTo>
                    <a:lnTo>
                      <a:pt x="15240" y="0"/>
                    </a:lnTo>
                    <a:lnTo>
                      <a:pt x="16478" y="2000"/>
                    </a:lnTo>
                    <a:lnTo>
                      <a:pt x="17812" y="4000"/>
                    </a:lnTo>
                    <a:lnTo>
                      <a:pt x="6858" y="11144"/>
                    </a:lnTo>
                    <a:lnTo>
                      <a:pt x="10001" y="15907"/>
                    </a:lnTo>
                    <a:lnTo>
                      <a:pt x="20098" y="9334"/>
                    </a:lnTo>
                    <a:lnTo>
                      <a:pt x="21431" y="11239"/>
                    </a:lnTo>
                    <a:lnTo>
                      <a:pt x="22669" y="13240"/>
                    </a:lnTo>
                    <a:lnTo>
                      <a:pt x="12478" y="19812"/>
                    </a:lnTo>
                    <a:lnTo>
                      <a:pt x="16288" y="25622"/>
                    </a:lnTo>
                    <a:lnTo>
                      <a:pt x="27718" y="18288"/>
                    </a:lnTo>
                    <a:lnTo>
                      <a:pt x="29051" y="20288"/>
                    </a:lnTo>
                    <a:lnTo>
                      <a:pt x="30385" y="22288"/>
                    </a:lnTo>
                    <a:lnTo>
                      <a:pt x="14573" y="3248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6" name="任意多边形: 形状 355"/>
              <p:cNvSpPr/>
              <p:nvPr/>
            </p:nvSpPr>
            <p:spPr>
              <a:xfrm>
                <a:off x="2933483" y="3464339"/>
                <a:ext cx="66360" cy="68951"/>
              </a:xfrm>
              <a:custGeom>
                <a:avLst/>
                <a:gdLst>
                  <a:gd name="connsiteX0" fmla="*/ 23359 w 25971"/>
                  <a:gd name="connsiteY0" fmla="*/ 9299 h 26985"/>
                  <a:gd name="connsiteX1" fmla="*/ 25550 w 25971"/>
                  <a:gd name="connsiteY1" fmla="*/ 17205 h 26985"/>
                  <a:gd name="connsiteX2" fmla="*/ 13185 w 25971"/>
                  <a:gd name="connsiteY2" fmla="*/ 26759 h 26985"/>
                  <a:gd name="connsiteX3" fmla="*/ 12977 w 25971"/>
                  <a:gd name="connsiteY3" fmla="*/ 26730 h 26985"/>
                  <a:gd name="connsiteX4" fmla="*/ 4024 w 25971"/>
                  <a:gd name="connsiteY4" fmla="*/ 20825 h 26985"/>
                  <a:gd name="connsiteX5" fmla="*/ -358 w 25971"/>
                  <a:gd name="connsiteY5" fmla="*/ 10823 h 26985"/>
                  <a:gd name="connsiteX6" fmla="*/ 3452 w 25971"/>
                  <a:gd name="connsiteY6" fmla="*/ 2537 h 26985"/>
                  <a:gd name="connsiteX7" fmla="*/ 10786 w 25971"/>
                  <a:gd name="connsiteY7" fmla="*/ -130 h 26985"/>
                  <a:gd name="connsiteX8" fmla="*/ 17835 w 25971"/>
                  <a:gd name="connsiteY8" fmla="*/ 3013 h 26985"/>
                  <a:gd name="connsiteX9" fmla="*/ 13929 w 25971"/>
                  <a:gd name="connsiteY9" fmla="*/ 6347 h 26985"/>
                  <a:gd name="connsiteX10" fmla="*/ 10405 w 25971"/>
                  <a:gd name="connsiteY10" fmla="*/ 4823 h 26985"/>
                  <a:gd name="connsiteX11" fmla="*/ 6690 w 25971"/>
                  <a:gd name="connsiteY11" fmla="*/ 6251 h 26985"/>
                  <a:gd name="connsiteX12" fmla="*/ 4785 w 25971"/>
                  <a:gd name="connsiteY12" fmla="*/ 11014 h 26985"/>
                  <a:gd name="connsiteX13" fmla="*/ 8024 w 25971"/>
                  <a:gd name="connsiteY13" fmla="*/ 17396 h 26985"/>
                  <a:gd name="connsiteX14" fmla="*/ 13643 w 25971"/>
                  <a:gd name="connsiteY14" fmla="*/ 21587 h 26985"/>
                  <a:gd name="connsiteX15" fmla="*/ 18596 w 25971"/>
                  <a:gd name="connsiteY15" fmla="*/ 20539 h 26985"/>
                  <a:gd name="connsiteX16" fmla="*/ 20596 w 25971"/>
                  <a:gd name="connsiteY16" fmla="*/ 17015 h 26985"/>
                  <a:gd name="connsiteX17" fmla="*/ 19454 w 25971"/>
                  <a:gd name="connsiteY17" fmla="*/ 12919 h 26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5971" h="26985">
                    <a:moveTo>
                      <a:pt x="23359" y="9299"/>
                    </a:moveTo>
                    <a:cubicBezTo>
                      <a:pt x="25051" y="11569"/>
                      <a:pt x="25832" y="14389"/>
                      <a:pt x="25550" y="17205"/>
                    </a:cubicBezTo>
                    <a:cubicBezTo>
                      <a:pt x="24774" y="23258"/>
                      <a:pt x="19238" y="27535"/>
                      <a:pt x="13185" y="26759"/>
                    </a:cubicBezTo>
                    <a:cubicBezTo>
                      <a:pt x="13116" y="26750"/>
                      <a:pt x="13046" y="26740"/>
                      <a:pt x="12977" y="26730"/>
                    </a:cubicBezTo>
                    <a:cubicBezTo>
                      <a:pt x="9396" y="25865"/>
                      <a:pt x="6229" y="23776"/>
                      <a:pt x="4024" y="20825"/>
                    </a:cubicBezTo>
                    <a:cubicBezTo>
                      <a:pt x="1443" y="18103"/>
                      <a:pt x="-107" y="14566"/>
                      <a:pt x="-358" y="10823"/>
                    </a:cubicBezTo>
                    <a:cubicBezTo>
                      <a:pt x="-479" y="7612"/>
                      <a:pt x="936" y="4535"/>
                      <a:pt x="3452" y="2537"/>
                    </a:cubicBezTo>
                    <a:cubicBezTo>
                      <a:pt x="5462" y="736"/>
                      <a:pt x="8089" y="-219"/>
                      <a:pt x="10786" y="-130"/>
                    </a:cubicBezTo>
                    <a:cubicBezTo>
                      <a:pt x="13448" y="-8"/>
                      <a:pt x="15965" y="1114"/>
                      <a:pt x="17835" y="3013"/>
                    </a:cubicBezTo>
                    <a:lnTo>
                      <a:pt x="13929" y="6347"/>
                    </a:lnTo>
                    <a:cubicBezTo>
                      <a:pt x="12985" y="5419"/>
                      <a:pt x="11728" y="4875"/>
                      <a:pt x="10405" y="4823"/>
                    </a:cubicBezTo>
                    <a:cubicBezTo>
                      <a:pt x="9036" y="4838"/>
                      <a:pt x="7718" y="5345"/>
                      <a:pt x="6690" y="6251"/>
                    </a:cubicBezTo>
                    <a:cubicBezTo>
                      <a:pt x="5253" y="7386"/>
                      <a:pt x="4527" y="9200"/>
                      <a:pt x="4785" y="11014"/>
                    </a:cubicBezTo>
                    <a:cubicBezTo>
                      <a:pt x="5254" y="13400"/>
                      <a:pt x="6375" y="15609"/>
                      <a:pt x="8024" y="17396"/>
                    </a:cubicBezTo>
                    <a:cubicBezTo>
                      <a:pt x="9446" y="19313"/>
                      <a:pt x="11400" y="20770"/>
                      <a:pt x="13643" y="21587"/>
                    </a:cubicBezTo>
                    <a:cubicBezTo>
                      <a:pt x="15365" y="22111"/>
                      <a:pt x="17235" y="21716"/>
                      <a:pt x="18596" y="20539"/>
                    </a:cubicBezTo>
                    <a:cubicBezTo>
                      <a:pt x="19693" y="19666"/>
                      <a:pt x="20410" y="18404"/>
                      <a:pt x="20596" y="17015"/>
                    </a:cubicBezTo>
                    <a:cubicBezTo>
                      <a:pt x="20666" y="15562"/>
                      <a:pt x="20265" y="14126"/>
                      <a:pt x="19454" y="129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7" name="任意多边形: 形状 356"/>
              <p:cNvSpPr/>
              <p:nvPr/>
            </p:nvSpPr>
            <p:spPr>
              <a:xfrm>
                <a:off x="2978040" y="3403751"/>
                <a:ext cx="85181" cy="83965"/>
              </a:xfrm>
              <a:custGeom>
                <a:avLst/>
                <a:gdLst>
                  <a:gd name="connsiteX0" fmla="*/ 0 w 33337"/>
                  <a:gd name="connsiteY0" fmla="*/ 14859 h 32861"/>
                  <a:gd name="connsiteX1" fmla="*/ 1715 w 33337"/>
                  <a:gd name="connsiteY1" fmla="*/ 12954 h 32861"/>
                  <a:gd name="connsiteX2" fmla="*/ 3524 w 33337"/>
                  <a:gd name="connsiteY2" fmla="*/ 11049 h 32861"/>
                  <a:gd name="connsiteX3" fmla="*/ 10954 w 33337"/>
                  <a:gd name="connsiteY3" fmla="*/ 17812 h 32861"/>
                  <a:gd name="connsiteX4" fmla="*/ 17431 w 33337"/>
                  <a:gd name="connsiteY4" fmla="*/ 10573 h 32861"/>
                  <a:gd name="connsiteX5" fmla="*/ 9906 w 33337"/>
                  <a:gd name="connsiteY5" fmla="*/ 3810 h 32861"/>
                  <a:gd name="connsiteX6" fmla="*/ 11716 w 33337"/>
                  <a:gd name="connsiteY6" fmla="*/ 1905 h 32861"/>
                  <a:gd name="connsiteX7" fmla="*/ 13430 w 33337"/>
                  <a:gd name="connsiteY7" fmla="*/ 0 h 32861"/>
                  <a:gd name="connsiteX8" fmla="*/ 33338 w 33337"/>
                  <a:gd name="connsiteY8" fmla="*/ 18002 h 32861"/>
                  <a:gd name="connsiteX9" fmla="*/ 31623 w 33337"/>
                  <a:gd name="connsiteY9" fmla="*/ 19908 h 32861"/>
                  <a:gd name="connsiteX10" fmla="*/ 29908 w 33337"/>
                  <a:gd name="connsiteY10" fmla="*/ 21812 h 32861"/>
                  <a:gd name="connsiteX11" fmla="*/ 20860 w 33337"/>
                  <a:gd name="connsiteY11" fmla="*/ 13716 h 32861"/>
                  <a:gd name="connsiteX12" fmla="*/ 14383 w 33337"/>
                  <a:gd name="connsiteY12" fmla="*/ 20860 h 32861"/>
                  <a:gd name="connsiteX13" fmla="*/ 23431 w 33337"/>
                  <a:gd name="connsiteY13" fmla="*/ 29051 h 32861"/>
                  <a:gd name="connsiteX14" fmla="*/ 21717 w 33337"/>
                  <a:gd name="connsiteY14" fmla="*/ 30956 h 32861"/>
                  <a:gd name="connsiteX15" fmla="*/ 20002 w 33337"/>
                  <a:gd name="connsiteY15" fmla="*/ 32861 h 32861"/>
                  <a:gd name="connsiteX16" fmla="*/ 0 w 33337"/>
                  <a:gd name="connsiteY16" fmla="*/ 14859 h 32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3337" h="32861">
                    <a:moveTo>
                      <a:pt x="0" y="14859"/>
                    </a:moveTo>
                    <a:lnTo>
                      <a:pt x="1715" y="12954"/>
                    </a:lnTo>
                    <a:lnTo>
                      <a:pt x="3524" y="11049"/>
                    </a:lnTo>
                    <a:lnTo>
                      <a:pt x="10954" y="17812"/>
                    </a:lnTo>
                    <a:lnTo>
                      <a:pt x="17431" y="10573"/>
                    </a:lnTo>
                    <a:lnTo>
                      <a:pt x="9906" y="3810"/>
                    </a:lnTo>
                    <a:lnTo>
                      <a:pt x="11716" y="1905"/>
                    </a:lnTo>
                    <a:lnTo>
                      <a:pt x="13430" y="0"/>
                    </a:lnTo>
                    <a:lnTo>
                      <a:pt x="33338" y="18002"/>
                    </a:lnTo>
                    <a:lnTo>
                      <a:pt x="31623" y="19908"/>
                    </a:lnTo>
                    <a:lnTo>
                      <a:pt x="29908" y="21812"/>
                    </a:lnTo>
                    <a:lnTo>
                      <a:pt x="20860" y="13716"/>
                    </a:lnTo>
                    <a:lnTo>
                      <a:pt x="14383" y="20860"/>
                    </a:lnTo>
                    <a:lnTo>
                      <a:pt x="23431" y="29051"/>
                    </a:lnTo>
                    <a:lnTo>
                      <a:pt x="21717" y="30956"/>
                    </a:lnTo>
                    <a:lnTo>
                      <a:pt x="20002" y="32861"/>
                    </a:lnTo>
                    <a:lnTo>
                      <a:pt x="0" y="14859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8" name="任意多边形: 形状 357"/>
              <p:cNvSpPr/>
              <p:nvPr/>
            </p:nvSpPr>
            <p:spPr>
              <a:xfrm>
                <a:off x="3025011" y="3346071"/>
                <a:ext cx="85667" cy="81775"/>
              </a:xfrm>
              <a:custGeom>
                <a:avLst/>
                <a:gdLst>
                  <a:gd name="connsiteX0" fmla="*/ 24765 w 33527"/>
                  <a:gd name="connsiteY0" fmla="*/ 28004 h 32004"/>
                  <a:gd name="connsiteX1" fmla="*/ 23431 w 33527"/>
                  <a:gd name="connsiteY1" fmla="*/ 30004 h 32004"/>
                  <a:gd name="connsiteX2" fmla="*/ 22003 w 33527"/>
                  <a:gd name="connsiteY2" fmla="*/ 32004 h 32004"/>
                  <a:gd name="connsiteX3" fmla="*/ 0 w 33527"/>
                  <a:gd name="connsiteY3" fmla="*/ 16574 h 32004"/>
                  <a:gd name="connsiteX4" fmla="*/ 1524 w 33527"/>
                  <a:gd name="connsiteY4" fmla="*/ 14383 h 32004"/>
                  <a:gd name="connsiteX5" fmla="*/ 3048 w 33527"/>
                  <a:gd name="connsiteY5" fmla="*/ 12097 h 32004"/>
                  <a:gd name="connsiteX6" fmla="*/ 24289 w 33527"/>
                  <a:gd name="connsiteY6" fmla="*/ 14859 h 32004"/>
                  <a:gd name="connsiteX7" fmla="*/ 8763 w 33527"/>
                  <a:gd name="connsiteY7" fmla="*/ 4001 h 32004"/>
                  <a:gd name="connsiteX8" fmla="*/ 10192 w 33527"/>
                  <a:gd name="connsiteY8" fmla="*/ 2000 h 32004"/>
                  <a:gd name="connsiteX9" fmla="*/ 11525 w 33527"/>
                  <a:gd name="connsiteY9" fmla="*/ 0 h 32004"/>
                  <a:gd name="connsiteX10" fmla="*/ 33528 w 33527"/>
                  <a:gd name="connsiteY10" fmla="*/ 15430 h 32004"/>
                  <a:gd name="connsiteX11" fmla="*/ 32099 w 33527"/>
                  <a:gd name="connsiteY11" fmla="*/ 17526 h 32004"/>
                  <a:gd name="connsiteX12" fmla="*/ 30575 w 33527"/>
                  <a:gd name="connsiteY12" fmla="*/ 19717 h 32004"/>
                  <a:gd name="connsiteX13" fmla="*/ 8858 w 33527"/>
                  <a:gd name="connsiteY13" fmla="*/ 16859 h 32004"/>
                  <a:gd name="connsiteX14" fmla="*/ 24765 w 33527"/>
                  <a:gd name="connsiteY14" fmla="*/ 28004 h 32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527" h="32004">
                    <a:moveTo>
                      <a:pt x="24765" y="28004"/>
                    </a:moveTo>
                    <a:lnTo>
                      <a:pt x="23431" y="30004"/>
                    </a:lnTo>
                    <a:lnTo>
                      <a:pt x="22003" y="32004"/>
                    </a:lnTo>
                    <a:lnTo>
                      <a:pt x="0" y="16574"/>
                    </a:lnTo>
                    <a:lnTo>
                      <a:pt x="1524" y="14383"/>
                    </a:lnTo>
                    <a:lnTo>
                      <a:pt x="3048" y="12097"/>
                    </a:lnTo>
                    <a:lnTo>
                      <a:pt x="24289" y="14859"/>
                    </a:lnTo>
                    <a:lnTo>
                      <a:pt x="8763" y="4001"/>
                    </a:lnTo>
                    <a:lnTo>
                      <a:pt x="10192" y="2000"/>
                    </a:lnTo>
                    <a:lnTo>
                      <a:pt x="11525" y="0"/>
                    </a:lnTo>
                    <a:lnTo>
                      <a:pt x="33528" y="15430"/>
                    </a:lnTo>
                    <a:lnTo>
                      <a:pt x="32099" y="17526"/>
                    </a:lnTo>
                    <a:lnTo>
                      <a:pt x="30575" y="19717"/>
                    </a:lnTo>
                    <a:lnTo>
                      <a:pt x="8858" y="16859"/>
                    </a:lnTo>
                    <a:lnTo>
                      <a:pt x="24765" y="2800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59" name="任意多边形: 形状 358"/>
              <p:cNvSpPr/>
              <p:nvPr/>
            </p:nvSpPr>
            <p:spPr>
              <a:xfrm>
                <a:off x="3072468" y="3287374"/>
                <a:ext cx="71570" cy="64778"/>
              </a:xfrm>
              <a:custGeom>
                <a:avLst/>
                <a:gdLst>
                  <a:gd name="connsiteX0" fmla="*/ 18685 w 28010"/>
                  <a:gd name="connsiteY0" fmla="*/ 25026 h 25352"/>
                  <a:gd name="connsiteX1" fmla="*/ 493 w 28010"/>
                  <a:gd name="connsiteY1" fmla="*/ 15501 h 25352"/>
                  <a:gd name="connsiteX2" fmla="*/ 1064 w 28010"/>
                  <a:gd name="connsiteY2" fmla="*/ 5976 h 25352"/>
                  <a:gd name="connsiteX3" fmla="*/ 8589 w 28010"/>
                  <a:gd name="connsiteY3" fmla="*/ 71 h 25352"/>
                  <a:gd name="connsiteX4" fmla="*/ 19352 w 28010"/>
                  <a:gd name="connsiteY4" fmla="*/ 2166 h 25352"/>
                  <a:gd name="connsiteX5" fmla="*/ 26877 w 28010"/>
                  <a:gd name="connsiteY5" fmla="*/ 9786 h 25352"/>
                  <a:gd name="connsiteX6" fmla="*/ 26115 w 28010"/>
                  <a:gd name="connsiteY6" fmla="*/ 19311 h 25352"/>
                  <a:gd name="connsiteX7" fmla="*/ 18686 w 28010"/>
                  <a:gd name="connsiteY7" fmla="*/ 25217 h 25352"/>
                  <a:gd name="connsiteX8" fmla="*/ 22019 w 28010"/>
                  <a:gd name="connsiteY8" fmla="*/ 11596 h 25352"/>
                  <a:gd name="connsiteX9" fmla="*/ 16876 w 28010"/>
                  <a:gd name="connsiteY9" fmla="*/ 6833 h 25352"/>
                  <a:gd name="connsiteX10" fmla="*/ 9827 w 28010"/>
                  <a:gd name="connsiteY10" fmla="*/ 5119 h 25352"/>
                  <a:gd name="connsiteX11" fmla="*/ 5351 w 28010"/>
                  <a:gd name="connsiteY11" fmla="*/ 8262 h 25352"/>
                  <a:gd name="connsiteX12" fmla="*/ 5351 w 28010"/>
                  <a:gd name="connsiteY12" fmla="*/ 13786 h 25352"/>
                  <a:gd name="connsiteX13" fmla="*/ 10685 w 28010"/>
                  <a:gd name="connsiteY13" fmla="*/ 18644 h 25352"/>
                  <a:gd name="connsiteX14" fmla="*/ 17543 w 28010"/>
                  <a:gd name="connsiteY14" fmla="*/ 20264 h 25352"/>
                  <a:gd name="connsiteX15" fmla="*/ 22019 w 28010"/>
                  <a:gd name="connsiteY15" fmla="*/ 17120 h 25352"/>
                  <a:gd name="connsiteX16" fmla="*/ 22019 w 28010"/>
                  <a:gd name="connsiteY16" fmla="*/ 11596 h 25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010" h="25352">
                    <a:moveTo>
                      <a:pt x="18685" y="25026"/>
                    </a:moveTo>
                    <a:cubicBezTo>
                      <a:pt x="11248" y="25850"/>
                      <a:pt x="4053" y="22083"/>
                      <a:pt x="493" y="15501"/>
                    </a:cubicBezTo>
                    <a:cubicBezTo>
                      <a:pt x="-826" y="12413"/>
                      <a:pt x="-615" y="8884"/>
                      <a:pt x="1064" y="5976"/>
                    </a:cubicBezTo>
                    <a:cubicBezTo>
                      <a:pt x="2524" y="2949"/>
                      <a:pt x="5302" y="769"/>
                      <a:pt x="8589" y="71"/>
                    </a:cubicBezTo>
                    <a:cubicBezTo>
                      <a:pt x="12312" y="-537"/>
                      <a:pt x="16129" y="206"/>
                      <a:pt x="19352" y="2166"/>
                    </a:cubicBezTo>
                    <a:cubicBezTo>
                      <a:pt x="22695" y="3719"/>
                      <a:pt x="25366" y="6424"/>
                      <a:pt x="26877" y="9786"/>
                    </a:cubicBezTo>
                    <a:cubicBezTo>
                      <a:pt x="28124" y="12906"/>
                      <a:pt x="27842" y="16429"/>
                      <a:pt x="26115" y="19311"/>
                    </a:cubicBezTo>
                    <a:cubicBezTo>
                      <a:pt x="24664" y="22306"/>
                      <a:pt x="21931" y="24479"/>
                      <a:pt x="18686" y="25217"/>
                    </a:cubicBezTo>
                    <a:moveTo>
                      <a:pt x="22019" y="11596"/>
                    </a:moveTo>
                    <a:cubicBezTo>
                      <a:pt x="20873" y="9488"/>
                      <a:pt x="19066" y="7815"/>
                      <a:pt x="16876" y="6833"/>
                    </a:cubicBezTo>
                    <a:cubicBezTo>
                      <a:pt x="14769" y="5524"/>
                      <a:pt x="12300" y="4924"/>
                      <a:pt x="9827" y="5119"/>
                    </a:cubicBezTo>
                    <a:cubicBezTo>
                      <a:pt x="7885" y="5303"/>
                      <a:pt x="6183" y="6497"/>
                      <a:pt x="5351" y="8262"/>
                    </a:cubicBezTo>
                    <a:cubicBezTo>
                      <a:pt x="4344" y="9966"/>
                      <a:pt x="4344" y="12083"/>
                      <a:pt x="5351" y="13786"/>
                    </a:cubicBezTo>
                    <a:cubicBezTo>
                      <a:pt x="6546" y="15948"/>
                      <a:pt x="8421" y="17655"/>
                      <a:pt x="10685" y="18644"/>
                    </a:cubicBezTo>
                    <a:cubicBezTo>
                      <a:pt x="12748" y="19881"/>
                      <a:pt x="15144" y="20446"/>
                      <a:pt x="17543" y="20264"/>
                    </a:cubicBezTo>
                    <a:cubicBezTo>
                      <a:pt x="19459" y="20012"/>
                      <a:pt x="21132" y="18838"/>
                      <a:pt x="22019" y="17120"/>
                    </a:cubicBezTo>
                    <a:cubicBezTo>
                      <a:pt x="22968" y="15401"/>
                      <a:pt x="22968" y="13315"/>
                      <a:pt x="22019" y="1159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0" name="任意多边形: 形状 359"/>
              <p:cNvSpPr/>
              <p:nvPr/>
            </p:nvSpPr>
            <p:spPr>
              <a:xfrm>
                <a:off x="3098025" y="3238011"/>
                <a:ext cx="80071" cy="45998"/>
              </a:xfrm>
              <a:custGeom>
                <a:avLst/>
                <a:gdLst>
                  <a:gd name="connsiteX0" fmla="*/ 25146 w 31337"/>
                  <a:gd name="connsiteY0" fmla="*/ 18002 h 18002"/>
                  <a:gd name="connsiteX1" fmla="*/ 0 w 31337"/>
                  <a:gd name="connsiteY1" fmla="*/ 8382 h 18002"/>
                  <a:gd name="connsiteX2" fmla="*/ 952 w 31337"/>
                  <a:gd name="connsiteY2" fmla="*/ 5905 h 18002"/>
                  <a:gd name="connsiteX3" fmla="*/ 1905 w 31337"/>
                  <a:gd name="connsiteY3" fmla="*/ 3524 h 18002"/>
                  <a:gd name="connsiteX4" fmla="*/ 22479 w 31337"/>
                  <a:gd name="connsiteY4" fmla="*/ 11430 h 18002"/>
                  <a:gd name="connsiteX5" fmla="*/ 26956 w 31337"/>
                  <a:gd name="connsiteY5" fmla="*/ 0 h 18002"/>
                  <a:gd name="connsiteX6" fmla="*/ 29146 w 31337"/>
                  <a:gd name="connsiteY6" fmla="*/ 762 h 18002"/>
                  <a:gd name="connsiteX7" fmla="*/ 31337 w 31337"/>
                  <a:gd name="connsiteY7" fmla="*/ 1715 h 18002"/>
                  <a:gd name="connsiteX8" fmla="*/ 25146 w 31337"/>
                  <a:gd name="connsiteY8" fmla="*/ 18002 h 18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337" h="18002">
                    <a:moveTo>
                      <a:pt x="25146" y="18002"/>
                    </a:moveTo>
                    <a:lnTo>
                      <a:pt x="0" y="8382"/>
                    </a:lnTo>
                    <a:lnTo>
                      <a:pt x="952" y="5905"/>
                    </a:lnTo>
                    <a:lnTo>
                      <a:pt x="1905" y="3524"/>
                    </a:lnTo>
                    <a:lnTo>
                      <a:pt x="22479" y="11430"/>
                    </a:lnTo>
                    <a:lnTo>
                      <a:pt x="26956" y="0"/>
                    </a:lnTo>
                    <a:lnTo>
                      <a:pt x="29146" y="762"/>
                    </a:lnTo>
                    <a:lnTo>
                      <a:pt x="31337" y="1715"/>
                    </a:lnTo>
                    <a:lnTo>
                      <a:pt x="25146" y="1800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1" name="任意多边形: 形状 360"/>
              <p:cNvSpPr/>
              <p:nvPr/>
            </p:nvSpPr>
            <p:spPr>
              <a:xfrm>
                <a:off x="3122664" y="3151547"/>
                <a:ext cx="73353" cy="62542"/>
              </a:xfrm>
              <a:custGeom>
                <a:avLst/>
                <a:gdLst>
                  <a:gd name="connsiteX0" fmla="*/ 21901 w 28708"/>
                  <a:gd name="connsiteY0" fmla="*/ 23226 h 24477"/>
                  <a:gd name="connsiteX1" fmla="*/ 1803 w 28708"/>
                  <a:gd name="connsiteY1" fmla="*/ 18177 h 24477"/>
                  <a:gd name="connsiteX2" fmla="*/ 89 w 28708"/>
                  <a:gd name="connsiteY2" fmla="*/ 8652 h 24477"/>
                  <a:gd name="connsiteX3" fmla="*/ 5994 w 28708"/>
                  <a:gd name="connsiteY3" fmla="*/ 1128 h 24477"/>
                  <a:gd name="connsiteX4" fmla="*/ 16948 w 28708"/>
                  <a:gd name="connsiteY4" fmla="*/ 556 h 24477"/>
                  <a:gd name="connsiteX5" fmla="*/ 26473 w 28708"/>
                  <a:gd name="connsiteY5" fmla="*/ 6176 h 24477"/>
                  <a:gd name="connsiteX6" fmla="*/ 22772 w 28708"/>
                  <a:gd name="connsiteY6" fmla="*/ 22740 h 24477"/>
                  <a:gd name="connsiteX7" fmla="*/ 22282 w 28708"/>
                  <a:gd name="connsiteY7" fmla="*/ 23035 h 24477"/>
                  <a:gd name="connsiteX8" fmla="*/ 22282 w 28708"/>
                  <a:gd name="connsiteY8" fmla="*/ 8938 h 24477"/>
                  <a:gd name="connsiteX9" fmla="*/ 16091 w 28708"/>
                  <a:gd name="connsiteY9" fmla="*/ 5604 h 24477"/>
                  <a:gd name="connsiteX10" fmla="*/ 8852 w 28708"/>
                  <a:gd name="connsiteY10" fmla="*/ 5604 h 24477"/>
                  <a:gd name="connsiteX11" fmla="*/ 5232 w 28708"/>
                  <a:gd name="connsiteY11" fmla="*/ 9795 h 24477"/>
                  <a:gd name="connsiteX12" fmla="*/ 6471 w 28708"/>
                  <a:gd name="connsiteY12" fmla="*/ 15225 h 24477"/>
                  <a:gd name="connsiteX13" fmla="*/ 12852 w 28708"/>
                  <a:gd name="connsiteY13" fmla="*/ 18653 h 24477"/>
                  <a:gd name="connsiteX14" fmla="*/ 19901 w 28708"/>
                  <a:gd name="connsiteY14" fmla="*/ 18653 h 24477"/>
                  <a:gd name="connsiteX15" fmla="*/ 23520 w 28708"/>
                  <a:gd name="connsiteY15" fmla="*/ 14462 h 24477"/>
                  <a:gd name="connsiteX16" fmla="*/ 22282 w 28708"/>
                  <a:gd name="connsiteY16" fmla="*/ 9033 h 2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708" h="24477">
                    <a:moveTo>
                      <a:pt x="21901" y="23226"/>
                    </a:moveTo>
                    <a:cubicBezTo>
                      <a:pt x="14800" y="25811"/>
                      <a:pt x="6840" y="23812"/>
                      <a:pt x="1803" y="18177"/>
                    </a:cubicBezTo>
                    <a:cubicBezTo>
                      <a:pt x="-258" y="15459"/>
                      <a:pt x="-896" y="11919"/>
                      <a:pt x="89" y="8652"/>
                    </a:cubicBezTo>
                    <a:cubicBezTo>
                      <a:pt x="826" y="5384"/>
                      <a:pt x="2995" y="2620"/>
                      <a:pt x="5994" y="1128"/>
                    </a:cubicBezTo>
                    <a:cubicBezTo>
                      <a:pt x="9468" y="-331"/>
                      <a:pt x="13342" y="-534"/>
                      <a:pt x="16948" y="556"/>
                    </a:cubicBezTo>
                    <a:cubicBezTo>
                      <a:pt x="20693" y="1230"/>
                      <a:pt x="24072" y="3224"/>
                      <a:pt x="26473" y="6176"/>
                    </a:cubicBezTo>
                    <a:cubicBezTo>
                      <a:pt x="30025" y="11772"/>
                      <a:pt x="28368" y="19188"/>
                      <a:pt x="22772" y="22740"/>
                    </a:cubicBezTo>
                    <a:cubicBezTo>
                      <a:pt x="22611" y="22842"/>
                      <a:pt x="22448" y="22941"/>
                      <a:pt x="22282" y="23035"/>
                    </a:cubicBezTo>
                    <a:moveTo>
                      <a:pt x="22282" y="8938"/>
                    </a:moveTo>
                    <a:cubicBezTo>
                      <a:pt x="20624" y="7199"/>
                      <a:pt x="18456" y="6031"/>
                      <a:pt x="16091" y="5604"/>
                    </a:cubicBezTo>
                    <a:cubicBezTo>
                      <a:pt x="13740" y="4833"/>
                      <a:pt x="11203" y="4833"/>
                      <a:pt x="8852" y="5604"/>
                    </a:cubicBezTo>
                    <a:cubicBezTo>
                      <a:pt x="7004" y="6284"/>
                      <a:pt x="5636" y="7868"/>
                      <a:pt x="5232" y="9795"/>
                    </a:cubicBezTo>
                    <a:cubicBezTo>
                      <a:pt x="4712" y="11698"/>
                      <a:pt x="5177" y="13735"/>
                      <a:pt x="6471" y="15225"/>
                    </a:cubicBezTo>
                    <a:cubicBezTo>
                      <a:pt x="8219" y="16964"/>
                      <a:pt x="10437" y="18156"/>
                      <a:pt x="12852" y="18653"/>
                    </a:cubicBezTo>
                    <a:cubicBezTo>
                      <a:pt x="15145" y="19383"/>
                      <a:pt x="17608" y="19383"/>
                      <a:pt x="19901" y="18653"/>
                    </a:cubicBezTo>
                    <a:cubicBezTo>
                      <a:pt x="21718" y="17930"/>
                      <a:pt x="23069" y="16366"/>
                      <a:pt x="23520" y="14462"/>
                    </a:cubicBezTo>
                    <a:cubicBezTo>
                      <a:pt x="24040" y="12559"/>
                      <a:pt x="23576" y="10523"/>
                      <a:pt x="22282" y="90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2" name="任意多边形: 形状 361"/>
              <p:cNvSpPr/>
              <p:nvPr/>
            </p:nvSpPr>
            <p:spPr>
              <a:xfrm>
                <a:off x="3135859" y="3071292"/>
                <a:ext cx="74761" cy="61009"/>
              </a:xfrm>
              <a:custGeom>
                <a:avLst/>
                <a:gdLst>
                  <a:gd name="connsiteX0" fmla="*/ 27977 w 29259"/>
                  <a:gd name="connsiteY0" fmla="*/ 13105 h 23877"/>
                  <a:gd name="connsiteX1" fmla="*/ 23405 w 29259"/>
                  <a:gd name="connsiteY1" fmla="*/ 21296 h 23877"/>
                  <a:gd name="connsiteX2" fmla="*/ 12927 w 29259"/>
                  <a:gd name="connsiteY2" fmla="*/ 23582 h 23877"/>
                  <a:gd name="connsiteX3" fmla="*/ 2831 w 29259"/>
                  <a:gd name="connsiteY3" fmla="*/ 19391 h 23877"/>
                  <a:gd name="connsiteX4" fmla="*/ -217 w 29259"/>
                  <a:gd name="connsiteY4" fmla="*/ 9866 h 23877"/>
                  <a:gd name="connsiteX5" fmla="*/ 2831 w 29259"/>
                  <a:gd name="connsiteY5" fmla="*/ 2723 h 23877"/>
                  <a:gd name="connsiteX6" fmla="*/ 9784 w 29259"/>
                  <a:gd name="connsiteY6" fmla="*/ -135 h 23877"/>
                  <a:gd name="connsiteX7" fmla="*/ 9308 w 29259"/>
                  <a:gd name="connsiteY7" fmla="*/ 5009 h 23877"/>
                  <a:gd name="connsiteX8" fmla="*/ 6069 w 29259"/>
                  <a:gd name="connsiteY8" fmla="*/ 6533 h 23877"/>
                  <a:gd name="connsiteX9" fmla="*/ 4450 w 29259"/>
                  <a:gd name="connsiteY9" fmla="*/ 10057 h 23877"/>
                  <a:gd name="connsiteX10" fmla="*/ 6545 w 29259"/>
                  <a:gd name="connsiteY10" fmla="*/ 15486 h 23877"/>
                  <a:gd name="connsiteX11" fmla="*/ 13308 w 29259"/>
                  <a:gd name="connsiteY11" fmla="*/ 17963 h 23877"/>
                  <a:gd name="connsiteX12" fmla="*/ 20452 w 29259"/>
                  <a:gd name="connsiteY12" fmla="*/ 16820 h 23877"/>
                  <a:gd name="connsiteX13" fmla="*/ 23309 w 29259"/>
                  <a:gd name="connsiteY13" fmla="*/ 11676 h 23877"/>
                  <a:gd name="connsiteX14" fmla="*/ 23310 w 29259"/>
                  <a:gd name="connsiteY14" fmla="*/ 11676 h 23877"/>
                  <a:gd name="connsiteX15" fmla="*/ 21214 w 29259"/>
                  <a:gd name="connsiteY15" fmla="*/ 6819 h 23877"/>
                  <a:gd name="connsiteX16" fmla="*/ 18071 w 29259"/>
                  <a:gd name="connsiteY16" fmla="*/ 5199 h 23877"/>
                  <a:gd name="connsiteX17" fmla="*/ 18071 w 29259"/>
                  <a:gd name="connsiteY17" fmla="*/ 5199 h 23877"/>
                  <a:gd name="connsiteX18" fmla="*/ 18071 w 29259"/>
                  <a:gd name="connsiteY18" fmla="*/ 10914 h 23877"/>
                  <a:gd name="connsiteX19" fmla="*/ 13403 w 29259"/>
                  <a:gd name="connsiteY19" fmla="*/ 10914 h 23877"/>
                  <a:gd name="connsiteX20" fmla="*/ 14356 w 29259"/>
                  <a:gd name="connsiteY20" fmla="*/ 627 h 23877"/>
                  <a:gd name="connsiteX21" fmla="*/ 28739 w 29259"/>
                  <a:gd name="connsiteY21" fmla="*/ 1866 h 23877"/>
                  <a:gd name="connsiteX22" fmla="*/ 28739 w 29259"/>
                  <a:gd name="connsiteY22" fmla="*/ 5295 h 23877"/>
                  <a:gd name="connsiteX23" fmla="*/ 25215 w 29259"/>
                  <a:gd name="connsiteY23" fmla="*/ 5295 h 23877"/>
                  <a:gd name="connsiteX24" fmla="*/ 25691 w 29259"/>
                  <a:gd name="connsiteY24" fmla="*/ 5295 h 23877"/>
                  <a:gd name="connsiteX25" fmla="*/ 28834 w 29259"/>
                  <a:gd name="connsiteY25" fmla="*/ 12629 h 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9259" h="23877">
                    <a:moveTo>
                      <a:pt x="27977" y="13105"/>
                    </a:moveTo>
                    <a:cubicBezTo>
                      <a:pt x="27844" y="16408"/>
                      <a:pt x="26146" y="19449"/>
                      <a:pt x="23405" y="21296"/>
                    </a:cubicBezTo>
                    <a:cubicBezTo>
                      <a:pt x="20305" y="23303"/>
                      <a:pt x="16581" y="24115"/>
                      <a:pt x="12927" y="23582"/>
                    </a:cubicBezTo>
                    <a:cubicBezTo>
                      <a:pt x="9172" y="23422"/>
                      <a:pt x="5595" y="21937"/>
                      <a:pt x="2831" y="19391"/>
                    </a:cubicBezTo>
                    <a:cubicBezTo>
                      <a:pt x="340" y="16892"/>
                      <a:pt x="-795" y="13347"/>
                      <a:pt x="-217" y="9866"/>
                    </a:cubicBezTo>
                    <a:cubicBezTo>
                      <a:pt x="-82" y="7198"/>
                      <a:pt x="998" y="4666"/>
                      <a:pt x="2831" y="2723"/>
                    </a:cubicBezTo>
                    <a:cubicBezTo>
                      <a:pt x="4659" y="857"/>
                      <a:pt x="7173" y="-176"/>
                      <a:pt x="9784" y="-135"/>
                    </a:cubicBezTo>
                    <a:lnTo>
                      <a:pt x="9308" y="5009"/>
                    </a:lnTo>
                    <a:cubicBezTo>
                      <a:pt x="8081" y="5113"/>
                      <a:pt x="6931" y="5654"/>
                      <a:pt x="6069" y="6533"/>
                    </a:cubicBezTo>
                    <a:cubicBezTo>
                      <a:pt x="5135" y="7483"/>
                      <a:pt x="4562" y="8730"/>
                      <a:pt x="4450" y="10057"/>
                    </a:cubicBezTo>
                    <a:cubicBezTo>
                      <a:pt x="4184" y="12105"/>
                      <a:pt x="4972" y="14148"/>
                      <a:pt x="6545" y="15486"/>
                    </a:cubicBezTo>
                    <a:cubicBezTo>
                      <a:pt x="8444" y="17071"/>
                      <a:pt x="10835" y="17946"/>
                      <a:pt x="13308" y="17963"/>
                    </a:cubicBezTo>
                    <a:cubicBezTo>
                      <a:pt x="15750" y="18359"/>
                      <a:pt x="18255" y="17958"/>
                      <a:pt x="20452" y="16820"/>
                    </a:cubicBezTo>
                    <a:cubicBezTo>
                      <a:pt x="22139" y="15631"/>
                      <a:pt x="23192" y="13737"/>
                      <a:pt x="23309" y="11676"/>
                    </a:cubicBezTo>
                    <a:lnTo>
                      <a:pt x="23310" y="11676"/>
                    </a:lnTo>
                    <a:cubicBezTo>
                      <a:pt x="23482" y="9806"/>
                      <a:pt x="22693" y="7976"/>
                      <a:pt x="21214" y="6819"/>
                    </a:cubicBezTo>
                    <a:cubicBezTo>
                      <a:pt x="20277" y="6088"/>
                      <a:pt x="19210" y="5538"/>
                      <a:pt x="18071" y="5199"/>
                    </a:cubicBezTo>
                    <a:lnTo>
                      <a:pt x="18071" y="5199"/>
                    </a:lnTo>
                    <a:lnTo>
                      <a:pt x="18071" y="10914"/>
                    </a:lnTo>
                    <a:lnTo>
                      <a:pt x="13403" y="10914"/>
                    </a:lnTo>
                    <a:lnTo>
                      <a:pt x="14356" y="627"/>
                    </a:lnTo>
                    <a:lnTo>
                      <a:pt x="28739" y="1866"/>
                    </a:lnTo>
                    <a:lnTo>
                      <a:pt x="28739" y="5295"/>
                    </a:lnTo>
                    <a:lnTo>
                      <a:pt x="25215" y="5295"/>
                    </a:lnTo>
                    <a:lnTo>
                      <a:pt x="25691" y="5295"/>
                    </a:lnTo>
                    <a:cubicBezTo>
                      <a:pt x="27986" y="6992"/>
                      <a:pt x="29187" y="9796"/>
                      <a:pt x="28834" y="1262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63" name="任意多边形: 形状 362"/>
              <p:cNvSpPr/>
              <p:nvPr/>
            </p:nvSpPr>
            <p:spPr>
              <a:xfrm>
                <a:off x="3139886" y="2999743"/>
                <a:ext cx="69848" cy="55976"/>
              </a:xfrm>
              <a:custGeom>
                <a:avLst/>
                <a:gdLst>
                  <a:gd name="connsiteX0" fmla="*/ 17240 w 27336"/>
                  <a:gd name="connsiteY0" fmla="*/ 12668 h 21907"/>
                  <a:gd name="connsiteX1" fmla="*/ 762 w 27336"/>
                  <a:gd name="connsiteY1" fmla="*/ 21907 h 21907"/>
                  <a:gd name="connsiteX2" fmla="*/ 667 w 27336"/>
                  <a:gd name="connsiteY2" fmla="*/ 18859 h 21907"/>
                  <a:gd name="connsiteX3" fmla="*/ 572 w 27336"/>
                  <a:gd name="connsiteY3" fmla="*/ 15811 h 21907"/>
                  <a:gd name="connsiteX4" fmla="*/ 12002 w 27336"/>
                  <a:gd name="connsiteY4" fmla="*/ 10192 h 21907"/>
                  <a:gd name="connsiteX5" fmla="*/ 12097 w 27336"/>
                  <a:gd name="connsiteY5" fmla="*/ 10192 h 21907"/>
                  <a:gd name="connsiteX6" fmla="*/ 191 w 27336"/>
                  <a:gd name="connsiteY6" fmla="*/ 5810 h 21907"/>
                  <a:gd name="connsiteX7" fmla="*/ 95 w 27336"/>
                  <a:gd name="connsiteY7" fmla="*/ 2857 h 21907"/>
                  <a:gd name="connsiteX8" fmla="*/ 0 w 27336"/>
                  <a:gd name="connsiteY8" fmla="*/ 0 h 21907"/>
                  <a:gd name="connsiteX9" fmla="*/ 16955 w 27336"/>
                  <a:gd name="connsiteY9" fmla="*/ 7525 h 21907"/>
                  <a:gd name="connsiteX10" fmla="*/ 27146 w 27336"/>
                  <a:gd name="connsiteY10" fmla="*/ 7144 h 21907"/>
                  <a:gd name="connsiteX11" fmla="*/ 27242 w 27336"/>
                  <a:gd name="connsiteY11" fmla="*/ 9811 h 21907"/>
                  <a:gd name="connsiteX12" fmla="*/ 27337 w 27336"/>
                  <a:gd name="connsiteY12" fmla="*/ 12382 h 21907"/>
                  <a:gd name="connsiteX13" fmla="*/ 17240 w 27336"/>
                  <a:gd name="connsiteY13" fmla="*/ 1266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336" h="21907">
                    <a:moveTo>
                      <a:pt x="17240" y="12668"/>
                    </a:moveTo>
                    <a:lnTo>
                      <a:pt x="762" y="21907"/>
                    </a:lnTo>
                    <a:lnTo>
                      <a:pt x="667" y="18859"/>
                    </a:lnTo>
                    <a:lnTo>
                      <a:pt x="572" y="15811"/>
                    </a:lnTo>
                    <a:lnTo>
                      <a:pt x="12002" y="10192"/>
                    </a:lnTo>
                    <a:lnTo>
                      <a:pt x="12097" y="10192"/>
                    </a:lnTo>
                    <a:lnTo>
                      <a:pt x="191" y="5810"/>
                    </a:lnTo>
                    <a:lnTo>
                      <a:pt x="95" y="2857"/>
                    </a:lnTo>
                    <a:lnTo>
                      <a:pt x="0" y="0"/>
                    </a:lnTo>
                    <a:lnTo>
                      <a:pt x="16955" y="7525"/>
                    </a:lnTo>
                    <a:lnTo>
                      <a:pt x="27146" y="7144"/>
                    </a:lnTo>
                    <a:lnTo>
                      <a:pt x="27242" y="9811"/>
                    </a:lnTo>
                    <a:lnTo>
                      <a:pt x="27337" y="12382"/>
                    </a:lnTo>
                    <a:lnTo>
                      <a:pt x="17240" y="1266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4" name="图片 57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7407" y="0"/>
            <a:ext cx="7884593" cy="6858000"/>
          </a:xfrm>
          <a:custGeom>
            <a:avLst/>
            <a:gdLst>
              <a:gd name="connsiteX0" fmla="*/ 0 w 7884593"/>
              <a:gd name="connsiteY0" fmla="*/ 0 h 6858000"/>
              <a:gd name="connsiteX1" fmla="*/ 7884593 w 7884593"/>
              <a:gd name="connsiteY1" fmla="*/ 0 h 6858000"/>
              <a:gd name="connsiteX2" fmla="*/ 7884593 w 7884593"/>
              <a:gd name="connsiteY2" fmla="*/ 6858000 h 6858000"/>
              <a:gd name="connsiteX3" fmla="*/ 0 w 78845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4593" h="6858000">
                <a:moveTo>
                  <a:pt x="0" y="0"/>
                </a:moveTo>
                <a:lnTo>
                  <a:pt x="7884593" y="0"/>
                </a:lnTo>
                <a:lnTo>
                  <a:pt x="788459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52" name="组合 151"/>
          <p:cNvGrpSpPr/>
          <p:nvPr/>
        </p:nvGrpSpPr>
        <p:grpSpPr>
          <a:xfrm>
            <a:off x="650975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53" name="组合 15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74" name="任意多边形: 形状 173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5" name="任意多边形: 形状 174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4" name="组合 15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71" name="任意多边形: 形状 170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2" name="任意多边形: 形状 171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3" name="任意多边形: 形状 172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55" name="任意多边形: 形状 15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6" name="任意多边形: 形状 15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57" name="组合 15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68" name="任意多边形: 形状 167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9" name="任意多边形: 形状 168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0" name="任意多边形: 形状 169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8" name="组合 15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66" name="任意多边形: 形状 165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7" name="任意多边形: 形状 166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9" name="组合 15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64" name="任意多边形: 形状 163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5" name="任意多边形: 形状 164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60" name="组合 159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61" name="任意多边形: 形状 160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2" name="任意多边形: 形状 161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3" name="任意多边形: 形状 162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30" name="组合 129"/>
          <p:cNvGrpSpPr>
            <a:grpSpLocks noChangeAspect="1"/>
          </p:cNvGrpSpPr>
          <p:nvPr/>
        </p:nvGrpSpPr>
        <p:grpSpPr>
          <a:xfrm>
            <a:off x="662400" y="532800"/>
            <a:ext cx="2905721" cy="640800"/>
            <a:chOff x="468000" y="514800"/>
            <a:chExt cx="2301723" cy="507600"/>
          </a:xfrm>
        </p:grpSpPr>
        <p:sp>
          <p:nvSpPr>
            <p:cNvPr id="131" name="任意多边形: 形状 13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2" name="组合 131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33" name="任意多边形: 形状 132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9" name="任意多边形: 形状 13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0" name="任意多边形: 形状 13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1" name="任意多边形: 形状 14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2" name="任意多边形: 形状 14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4" name="任意多边形: 形状 14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46" name="矩形 4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47" name="组合 46"/>
          <p:cNvGrpSpPr/>
          <p:nvPr userDrawn="1"/>
        </p:nvGrpSpPr>
        <p:grpSpPr>
          <a:xfrm>
            <a:off x="650975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48" name="组合 47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69" name="任意多边形: 形状 68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0" name="任意多边形: 形状 69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9" name="组合 48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66" name="任意多边形: 形状 65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8" name="任意多边形: 形状 67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50" name="任意多边形: 形状 49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1" name="任意多边形: 形状 50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63" name="任意多边形: 形状 62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4" name="任意多边形: 形状 63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5" name="任意多边形: 形状 64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3" name="组合 52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61" name="任意多边形: 形状 60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2" name="任意多边形: 形状 61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59" name="任意多边形: 形状 58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" name="任意多边形: 形状 59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5" name="组合 54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56" name="任意多边形: 形状 55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57" name="任意多边形: 形状 56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58" name="任意多边形: 形状 57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71" name="组合 70"/>
          <p:cNvGrpSpPr>
            <a:grpSpLocks noChangeAspect="1"/>
          </p:cNvGrpSpPr>
          <p:nvPr userDrawn="1"/>
        </p:nvGrpSpPr>
        <p:grpSpPr>
          <a:xfrm>
            <a:off x="662400" y="532800"/>
            <a:ext cx="2905721" cy="640800"/>
            <a:chOff x="468000" y="514800"/>
            <a:chExt cx="2301723" cy="507600"/>
          </a:xfrm>
        </p:grpSpPr>
        <p:sp>
          <p:nvSpPr>
            <p:cNvPr id="72" name="任意多边形: 形状 71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3" name="组合 72"/>
            <p:cNvGrpSpPr>
              <a:grpSpLocks noChangeAspect="1"/>
            </p:cNvGrpSpPr>
            <p:nvPr userDrawn="1"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74" name="任意多边形: 形状 73"/>
              <p:cNvSpPr/>
              <p:nvPr userDrawn="1"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5" name="任意多边形: 形状 74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6" name="任意多边形: 形状 75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7" name="任意多边形: 形状 76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8" name="任意多边形: 形状 77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9" name="任意多边形: 形状 78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0" name="任意多边形: 形状 79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1" name="任意多边形: 形状 80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2" name="任意多边形: 形状 81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3" name="任意多边形: 形状 82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4" name="任意多边形: 形状 83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5" name="任意多边形: 形状 84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6" name="任意多边形: 形状 85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7" name="任意多边形: 形状 86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图片 57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13247" y="0"/>
            <a:ext cx="9566367" cy="6858000"/>
          </a:xfrm>
          <a:custGeom>
            <a:avLst/>
            <a:gdLst>
              <a:gd name="connsiteX0" fmla="*/ 0 w 9566367"/>
              <a:gd name="connsiteY0" fmla="*/ 0 h 6858000"/>
              <a:gd name="connsiteX1" fmla="*/ 9566367 w 9566367"/>
              <a:gd name="connsiteY1" fmla="*/ 0 h 6858000"/>
              <a:gd name="connsiteX2" fmla="*/ 9566367 w 9566367"/>
              <a:gd name="connsiteY2" fmla="*/ 6858000 h 6858000"/>
              <a:gd name="connsiteX3" fmla="*/ 0 w 9566367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66367" h="6858000">
                <a:moveTo>
                  <a:pt x="0" y="0"/>
                </a:moveTo>
                <a:lnTo>
                  <a:pt x="9566367" y="0"/>
                </a:lnTo>
                <a:lnTo>
                  <a:pt x="956636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矩形 6"/>
          <p:cNvSpPr/>
          <p:nvPr/>
        </p:nvSpPr>
        <p:spPr>
          <a:xfrm>
            <a:off x="0" y="0"/>
            <a:ext cx="1219200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52" name="组合 151"/>
          <p:cNvGrpSpPr/>
          <p:nvPr/>
        </p:nvGrpSpPr>
        <p:grpSpPr>
          <a:xfrm>
            <a:off x="8147070" y="5882279"/>
            <a:ext cx="3328166" cy="4101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53" name="组合 15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74" name="任意多边形: 形状 173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5" name="任意多边形: 形状 174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4" name="组合 15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71" name="任意多边形: 形状 170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2" name="任意多边形: 形状 171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3" name="任意多边形: 形状 172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55" name="任意多边形: 形状 15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6" name="任意多边形: 形状 15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57" name="组合 15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68" name="任意多边形: 形状 167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9" name="任意多边形: 形状 168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70" name="任意多边形: 形状 169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8" name="组合 15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66" name="任意多边形: 形状 165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7" name="任意多边形: 形状 166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59" name="组合 15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64" name="任意多边形: 形状 163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5" name="任意多边形: 形状 164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60" name="组合 159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61" name="任意多边形: 形状 160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2" name="任意多边形: 形状 161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3" name="任意多边形: 形状 162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3" name="组合 112"/>
          <p:cNvGrpSpPr>
            <a:grpSpLocks noChangeAspect="1"/>
          </p:cNvGrpSpPr>
          <p:nvPr/>
        </p:nvGrpSpPr>
        <p:grpSpPr>
          <a:xfrm>
            <a:off x="8582400" y="532800"/>
            <a:ext cx="2905721" cy="640800"/>
            <a:chOff x="468000" y="514800"/>
            <a:chExt cx="2301723" cy="507600"/>
          </a:xfrm>
        </p:grpSpPr>
        <p:sp>
          <p:nvSpPr>
            <p:cNvPr id="114" name="任意多边形: 形状 113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15" name="组合 114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16" name="任意多边形: 形状 115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7" name="任意多边形: 形状 116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8" name="任意多边形: 形状 117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9" name="任意多边形: 形状 118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0" name="任意多边形: 形状 119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1" name="任意多边形: 形状 120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/>
          <a:srcRect t="7544"/>
          <a:stretch>
            <a:fillRect/>
          </a:stretch>
        </p:blipFill>
        <p:spPr>
          <a:xfrm>
            <a:off x="-6352" y="-910"/>
            <a:ext cx="12198351" cy="4645465"/>
          </a:xfrm>
          <a:custGeom>
            <a:avLst/>
            <a:gdLst>
              <a:gd name="connsiteX0" fmla="*/ 0 w 12198351"/>
              <a:gd name="connsiteY0" fmla="*/ 0 h 4645465"/>
              <a:gd name="connsiteX1" fmla="*/ 12198351 w 12198351"/>
              <a:gd name="connsiteY1" fmla="*/ 0 h 4645465"/>
              <a:gd name="connsiteX2" fmla="*/ 12198351 w 12198351"/>
              <a:gd name="connsiteY2" fmla="*/ 4645465 h 4645465"/>
              <a:gd name="connsiteX3" fmla="*/ 0 w 12198351"/>
              <a:gd name="connsiteY3" fmla="*/ 4645465 h 4645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8351" h="4645465">
                <a:moveTo>
                  <a:pt x="0" y="0"/>
                </a:moveTo>
                <a:lnTo>
                  <a:pt x="12198351" y="0"/>
                </a:lnTo>
                <a:lnTo>
                  <a:pt x="12198351" y="4645465"/>
                </a:lnTo>
                <a:lnTo>
                  <a:pt x="0" y="4645465"/>
                </a:lnTo>
                <a:close/>
              </a:path>
            </a:pathLst>
          </a:cu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7999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660400" y="502171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>
            <a:off x="1225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>
            <a:off x="6168437" y="5340546"/>
            <a:ext cx="6018099" cy="1518363"/>
          </a:xfrm>
          <a:prstGeom prst="rect">
            <a:avLst/>
          </a:prstGeom>
        </p:spPr>
      </p:pic>
      <p:sp>
        <p:nvSpPr>
          <p:cNvPr id="86" name="任意多边形: 形状 85"/>
          <p:cNvSpPr/>
          <p:nvPr/>
        </p:nvSpPr>
        <p:spPr>
          <a:xfrm>
            <a:off x="4387663" y="1721604"/>
            <a:ext cx="3415751" cy="768467"/>
          </a:xfrm>
          <a:custGeom>
            <a:avLst/>
            <a:gdLst>
              <a:gd name="connsiteX0" fmla="*/ 449510 w 3415751"/>
              <a:gd name="connsiteY0" fmla="*/ 694142 h 768467"/>
              <a:gd name="connsiteX1" fmla="*/ 453789 w 3415751"/>
              <a:gd name="connsiteY1" fmla="*/ 703229 h 768467"/>
              <a:gd name="connsiteX2" fmla="*/ 453183 w 3415751"/>
              <a:gd name="connsiteY2" fmla="*/ 712998 h 768467"/>
              <a:gd name="connsiteX3" fmla="*/ 451858 w 3415751"/>
              <a:gd name="connsiteY3" fmla="*/ 714974 h 768467"/>
              <a:gd name="connsiteX4" fmla="*/ 439666 w 3415751"/>
              <a:gd name="connsiteY4" fmla="*/ 715648 h 768467"/>
              <a:gd name="connsiteX5" fmla="*/ 435425 w 3415751"/>
              <a:gd name="connsiteY5" fmla="*/ 706788 h 768467"/>
              <a:gd name="connsiteX6" fmla="*/ 436031 w 3415751"/>
              <a:gd name="connsiteY6" fmla="*/ 696755 h 768467"/>
              <a:gd name="connsiteX7" fmla="*/ 437523 w 3415751"/>
              <a:gd name="connsiteY7" fmla="*/ 694547 h 768467"/>
              <a:gd name="connsiteX8" fmla="*/ 449510 w 3415751"/>
              <a:gd name="connsiteY8" fmla="*/ 694142 h 768467"/>
              <a:gd name="connsiteX9" fmla="*/ 398017 w 3415751"/>
              <a:gd name="connsiteY9" fmla="*/ 691681 h 768467"/>
              <a:gd name="connsiteX10" fmla="*/ 372687 w 3415751"/>
              <a:gd name="connsiteY10" fmla="*/ 692136 h 768467"/>
              <a:gd name="connsiteX11" fmla="*/ 373368 w 3415751"/>
              <a:gd name="connsiteY11" fmla="*/ 729544 h 768467"/>
              <a:gd name="connsiteX12" fmla="*/ 398812 w 3415751"/>
              <a:gd name="connsiteY12" fmla="*/ 729052 h 768467"/>
              <a:gd name="connsiteX13" fmla="*/ 398812 w 3415751"/>
              <a:gd name="connsiteY13" fmla="*/ 725720 h 768467"/>
              <a:gd name="connsiteX14" fmla="*/ 398812 w 3415751"/>
              <a:gd name="connsiteY14" fmla="*/ 722426 h 768467"/>
              <a:gd name="connsiteX15" fmla="*/ 379881 w 3415751"/>
              <a:gd name="connsiteY15" fmla="*/ 722767 h 768467"/>
              <a:gd name="connsiteX16" fmla="*/ 379881 w 3415751"/>
              <a:gd name="connsiteY16" fmla="*/ 713036 h 768467"/>
              <a:gd name="connsiteX17" fmla="*/ 396692 w 3415751"/>
              <a:gd name="connsiteY17" fmla="*/ 712733 h 768467"/>
              <a:gd name="connsiteX18" fmla="*/ 396692 w 3415751"/>
              <a:gd name="connsiteY18" fmla="*/ 709515 h 768467"/>
              <a:gd name="connsiteX19" fmla="*/ 396692 w 3415751"/>
              <a:gd name="connsiteY19" fmla="*/ 706296 h 768467"/>
              <a:gd name="connsiteX20" fmla="*/ 379881 w 3415751"/>
              <a:gd name="connsiteY20" fmla="*/ 706599 h 768467"/>
              <a:gd name="connsiteX21" fmla="*/ 379881 w 3415751"/>
              <a:gd name="connsiteY21" fmla="*/ 698648 h 768467"/>
              <a:gd name="connsiteX22" fmla="*/ 398017 w 3415751"/>
              <a:gd name="connsiteY22" fmla="*/ 698345 h 768467"/>
              <a:gd name="connsiteX23" fmla="*/ 398017 w 3415751"/>
              <a:gd name="connsiteY23" fmla="*/ 695013 h 768467"/>
              <a:gd name="connsiteX24" fmla="*/ 335922 w 3415751"/>
              <a:gd name="connsiteY24" fmla="*/ 688804 h 768467"/>
              <a:gd name="connsiteX25" fmla="*/ 335505 w 3415751"/>
              <a:gd name="connsiteY25" fmla="*/ 692098 h 768467"/>
              <a:gd name="connsiteX26" fmla="*/ 335127 w 3415751"/>
              <a:gd name="connsiteY26" fmla="*/ 695392 h 768467"/>
              <a:gd name="connsiteX27" fmla="*/ 345425 w 3415751"/>
              <a:gd name="connsiteY27" fmla="*/ 696641 h 768467"/>
              <a:gd name="connsiteX28" fmla="*/ 341639 w 3415751"/>
              <a:gd name="connsiteY28" fmla="*/ 727159 h 768467"/>
              <a:gd name="connsiteX29" fmla="*/ 345425 w 3415751"/>
              <a:gd name="connsiteY29" fmla="*/ 727613 h 768467"/>
              <a:gd name="connsiteX30" fmla="*/ 348947 w 3415751"/>
              <a:gd name="connsiteY30" fmla="*/ 728030 h 768467"/>
              <a:gd name="connsiteX31" fmla="*/ 352733 w 3415751"/>
              <a:gd name="connsiteY31" fmla="*/ 697512 h 768467"/>
              <a:gd name="connsiteX32" fmla="*/ 363070 w 3415751"/>
              <a:gd name="connsiteY32" fmla="*/ 698799 h 768467"/>
              <a:gd name="connsiteX33" fmla="*/ 363448 w 3415751"/>
              <a:gd name="connsiteY33" fmla="*/ 695468 h 768467"/>
              <a:gd name="connsiteX34" fmla="*/ 363675 w 3415751"/>
              <a:gd name="connsiteY34" fmla="*/ 692211 h 768467"/>
              <a:gd name="connsiteX35" fmla="*/ 440152 w 3415751"/>
              <a:gd name="connsiteY35" fmla="*/ 685793 h 768467"/>
              <a:gd name="connsiteX36" fmla="*/ 430163 w 3415751"/>
              <a:gd name="connsiteY36" fmla="*/ 693196 h 768467"/>
              <a:gd name="connsiteX37" fmla="*/ 428535 w 3415751"/>
              <a:gd name="connsiteY37" fmla="*/ 708341 h 768467"/>
              <a:gd name="connsiteX38" fmla="*/ 435653 w 3415751"/>
              <a:gd name="connsiteY38" fmla="*/ 721479 h 768467"/>
              <a:gd name="connsiteX39" fmla="*/ 436740 w 3415751"/>
              <a:gd name="connsiteY39" fmla="*/ 722214 h 768467"/>
              <a:gd name="connsiteX40" fmla="*/ 459355 w 3415751"/>
              <a:gd name="connsiteY40" fmla="*/ 716860 h 768467"/>
              <a:gd name="connsiteX41" fmla="*/ 460983 w 3415751"/>
              <a:gd name="connsiteY41" fmla="*/ 702018 h 768467"/>
              <a:gd name="connsiteX42" fmla="*/ 453865 w 3415751"/>
              <a:gd name="connsiteY42" fmla="*/ 688576 h 768467"/>
              <a:gd name="connsiteX43" fmla="*/ 452449 w 3415751"/>
              <a:gd name="connsiteY43" fmla="*/ 687622 h 768467"/>
              <a:gd name="connsiteX44" fmla="*/ 440152 w 3415751"/>
              <a:gd name="connsiteY44" fmla="*/ 685793 h 768467"/>
              <a:gd name="connsiteX45" fmla="*/ 300936 w 3415751"/>
              <a:gd name="connsiteY45" fmla="*/ 680777 h 768467"/>
              <a:gd name="connsiteX46" fmla="*/ 295295 w 3415751"/>
              <a:gd name="connsiteY46" fmla="*/ 703494 h 768467"/>
              <a:gd name="connsiteX47" fmla="*/ 295863 w 3415751"/>
              <a:gd name="connsiteY47" fmla="*/ 715383 h 768467"/>
              <a:gd name="connsiteX48" fmla="*/ 305139 w 3415751"/>
              <a:gd name="connsiteY48" fmla="*/ 721517 h 768467"/>
              <a:gd name="connsiteX49" fmla="*/ 316309 w 3415751"/>
              <a:gd name="connsiteY49" fmla="*/ 720646 h 768467"/>
              <a:gd name="connsiteX50" fmla="*/ 322253 w 3415751"/>
              <a:gd name="connsiteY50" fmla="*/ 710196 h 768467"/>
              <a:gd name="connsiteX51" fmla="*/ 327743 w 3415751"/>
              <a:gd name="connsiteY51" fmla="*/ 687478 h 768467"/>
              <a:gd name="connsiteX52" fmla="*/ 324260 w 3415751"/>
              <a:gd name="connsiteY52" fmla="*/ 686608 h 768467"/>
              <a:gd name="connsiteX53" fmla="*/ 320777 w 3415751"/>
              <a:gd name="connsiteY53" fmla="*/ 685775 h 768467"/>
              <a:gd name="connsiteX54" fmla="*/ 315059 w 3415751"/>
              <a:gd name="connsiteY54" fmla="*/ 708492 h 768467"/>
              <a:gd name="connsiteX55" fmla="*/ 312068 w 3415751"/>
              <a:gd name="connsiteY55" fmla="*/ 714134 h 768467"/>
              <a:gd name="connsiteX56" fmla="*/ 306616 w 3415751"/>
              <a:gd name="connsiteY56" fmla="*/ 714664 h 768467"/>
              <a:gd name="connsiteX57" fmla="*/ 302224 w 3415751"/>
              <a:gd name="connsiteY57" fmla="*/ 711521 h 768467"/>
              <a:gd name="connsiteX58" fmla="*/ 302224 w 3415751"/>
              <a:gd name="connsiteY58" fmla="*/ 705236 h 768467"/>
              <a:gd name="connsiteX59" fmla="*/ 307903 w 3415751"/>
              <a:gd name="connsiteY59" fmla="*/ 682518 h 768467"/>
              <a:gd name="connsiteX60" fmla="*/ 304420 w 3415751"/>
              <a:gd name="connsiteY60" fmla="*/ 681648 h 768467"/>
              <a:gd name="connsiteX61" fmla="*/ 490933 w 3415751"/>
              <a:gd name="connsiteY61" fmla="*/ 673356 h 768467"/>
              <a:gd name="connsiteX62" fmla="*/ 467647 w 3415751"/>
              <a:gd name="connsiteY62" fmla="*/ 680928 h 768467"/>
              <a:gd name="connsiteX63" fmla="*/ 479006 w 3415751"/>
              <a:gd name="connsiteY63" fmla="*/ 716481 h 768467"/>
              <a:gd name="connsiteX64" fmla="*/ 482452 w 3415751"/>
              <a:gd name="connsiteY64" fmla="*/ 715346 h 768467"/>
              <a:gd name="connsiteX65" fmla="*/ 485859 w 3415751"/>
              <a:gd name="connsiteY65" fmla="*/ 714247 h 768467"/>
              <a:gd name="connsiteX66" fmla="*/ 481126 w 3415751"/>
              <a:gd name="connsiteY66" fmla="*/ 699216 h 768467"/>
              <a:gd name="connsiteX67" fmla="*/ 495476 w 3415751"/>
              <a:gd name="connsiteY67" fmla="*/ 694559 h 768467"/>
              <a:gd name="connsiteX68" fmla="*/ 494492 w 3415751"/>
              <a:gd name="connsiteY68" fmla="*/ 691492 h 768467"/>
              <a:gd name="connsiteX69" fmla="*/ 493470 w 3415751"/>
              <a:gd name="connsiteY69" fmla="*/ 688425 h 768467"/>
              <a:gd name="connsiteX70" fmla="*/ 479157 w 3415751"/>
              <a:gd name="connsiteY70" fmla="*/ 693082 h 768467"/>
              <a:gd name="connsiteX71" fmla="*/ 476545 w 3415751"/>
              <a:gd name="connsiteY71" fmla="*/ 685017 h 768467"/>
              <a:gd name="connsiteX72" fmla="*/ 492978 w 3415751"/>
              <a:gd name="connsiteY72" fmla="*/ 679679 h 768467"/>
              <a:gd name="connsiteX73" fmla="*/ 491955 w 3415751"/>
              <a:gd name="connsiteY73" fmla="*/ 676498 h 768467"/>
              <a:gd name="connsiteX74" fmla="*/ 266595 w 3415751"/>
              <a:gd name="connsiteY74" fmla="*/ 669077 h 768467"/>
              <a:gd name="connsiteX75" fmla="*/ 265497 w 3415751"/>
              <a:gd name="connsiteY75" fmla="*/ 672220 h 768467"/>
              <a:gd name="connsiteX76" fmla="*/ 264436 w 3415751"/>
              <a:gd name="connsiteY76" fmla="*/ 675362 h 768467"/>
              <a:gd name="connsiteX77" fmla="*/ 274243 w 3415751"/>
              <a:gd name="connsiteY77" fmla="*/ 678732 h 768467"/>
              <a:gd name="connsiteX78" fmla="*/ 264247 w 3415751"/>
              <a:gd name="connsiteY78" fmla="*/ 707811 h 768467"/>
              <a:gd name="connsiteX79" fmla="*/ 267655 w 3415751"/>
              <a:gd name="connsiteY79" fmla="*/ 708985 h 768467"/>
              <a:gd name="connsiteX80" fmla="*/ 271025 w 3415751"/>
              <a:gd name="connsiteY80" fmla="*/ 710158 h 768467"/>
              <a:gd name="connsiteX81" fmla="*/ 281020 w 3415751"/>
              <a:gd name="connsiteY81" fmla="*/ 681080 h 768467"/>
              <a:gd name="connsiteX82" fmla="*/ 290865 w 3415751"/>
              <a:gd name="connsiteY82" fmla="*/ 684449 h 768467"/>
              <a:gd name="connsiteX83" fmla="*/ 291963 w 3415751"/>
              <a:gd name="connsiteY83" fmla="*/ 681307 h 768467"/>
              <a:gd name="connsiteX84" fmla="*/ 293099 w 3415751"/>
              <a:gd name="connsiteY84" fmla="*/ 678202 h 768467"/>
              <a:gd name="connsiteX85" fmla="*/ 253002 w 3415751"/>
              <a:gd name="connsiteY85" fmla="*/ 662413 h 768467"/>
              <a:gd name="connsiteX86" fmla="*/ 237213 w 3415751"/>
              <a:gd name="connsiteY86" fmla="*/ 696300 h 768467"/>
              <a:gd name="connsiteX87" fmla="*/ 240469 w 3415751"/>
              <a:gd name="connsiteY87" fmla="*/ 697815 h 768467"/>
              <a:gd name="connsiteX88" fmla="*/ 243687 w 3415751"/>
              <a:gd name="connsiteY88" fmla="*/ 699329 h 768467"/>
              <a:gd name="connsiteX89" fmla="*/ 259514 w 3415751"/>
              <a:gd name="connsiteY89" fmla="*/ 665442 h 768467"/>
              <a:gd name="connsiteX90" fmla="*/ 256220 w 3415751"/>
              <a:gd name="connsiteY90" fmla="*/ 663928 h 768467"/>
              <a:gd name="connsiteX91" fmla="*/ 536633 w 3415751"/>
              <a:gd name="connsiteY91" fmla="*/ 651206 h 768467"/>
              <a:gd name="connsiteX92" fmla="*/ 511947 w 3415751"/>
              <a:gd name="connsiteY92" fmla="*/ 664306 h 768467"/>
              <a:gd name="connsiteX93" fmla="*/ 513499 w 3415751"/>
              <a:gd name="connsiteY93" fmla="*/ 667260 h 768467"/>
              <a:gd name="connsiteX94" fmla="*/ 515052 w 3415751"/>
              <a:gd name="connsiteY94" fmla="*/ 670175 h 768467"/>
              <a:gd name="connsiteX95" fmla="*/ 524215 w 3415751"/>
              <a:gd name="connsiteY95" fmla="*/ 665291 h 768467"/>
              <a:gd name="connsiteX96" fmla="*/ 538678 w 3415751"/>
              <a:gd name="connsiteY96" fmla="*/ 692438 h 768467"/>
              <a:gd name="connsiteX97" fmla="*/ 541859 w 3415751"/>
              <a:gd name="connsiteY97" fmla="*/ 690772 h 768467"/>
              <a:gd name="connsiteX98" fmla="*/ 545001 w 3415751"/>
              <a:gd name="connsiteY98" fmla="*/ 689069 h 768467"/>
              <a:gd name="connsiteX99" fmla="*/ 530575 w 3415751"/>
              <a:gd name="connsiteY99" fmla="*/ 661921 h 768467"/>
              <a:gd name="connsiteX100" fmla="*/ 539738 w 3415751"/>
              <a:gd name="connsiteY100" fmla="*/ 657037 h 768467"/>
              <a:gd name="connsiteX101" fmla="*/ 538186 w 3415751"/>
              <a:gd name="connsiteY101" fmla="*/ 654121 h 768467"/>
              <a:gd name="connsiteX102" fmla="*/ 220818 w 3415751"/>
              <a:gd name="connsiteY102" fmla="*/ 644920 h 768467"/>
              <a:gd name="connsiteX103" fmla="*/ 219342 w 3415751"/>
              <a:gd name="connsiteY103" fmla="*/ 648025 h 768467"/>
              <a:gd name="connsiteX104" fmla="*/ 217751 w 3415751"/>
              <a:gd name="connsiteY104" fmla="*/ 650941 h 768467"/>
              <a:gd name="connsiteX105" fmla="*/ 226839 w 3415751"/>
              <a:gd name="connsiteY105" fmla="*/ 655976 h 768467"/>
              <a:gd name="connsiteX106" fmla="*/ 211920 w 3415751"/>
              <a:gd name="connsiteY106" fmla="*/ 682859 h 768467"/>
              <a:gd name="connsiteX107" fmla="*/ 215063 w 3415751"/>
              <a:gd name="connsiteY107" fmla="*/ 684601 h 768467"/>
              <a:gd name="connsiteX108" fmla="*/ 218206 w 3415751"/>
              <a:gd name="connsiteY108" fmla="*/ 686343 h 768467"/>
              <a:gd name="connsiteX109" fmla="*/ 232972 w 3415751"/>
              <a:gd name="connsiteY109" fmla="*/ 659233 h 768467"/>
              <a:gd name="connsiteX110" fmla="*/ 242059 w 3415751"/>
              <a:gd name="connsiteY110" fmla="*/ 664268 h 768467"/>
              <a:gd name="connsiteX111" fmla="*/ 243650 w 3415751"/>
              <a:gd name="connsiteY111" fmla="*/ 661391 h 768467"/>
              <a:gd name="connsiteX112" fmla="*/ 245278 w 3415751"/>
              <a:gd name="connsiteY112" fmla="*/ 658475 h 768467"/>
              <a:gd name="connsiteX113" fmla="*/ 455910 w 3415751"/>
              <a:gd name="connsiteY113" fmla="*/ 639468 h 768467"/>
              <a:gd name="connsiteX114" fmla="*/ 455910 w 3415751"/>
              <a:gd name="connsiteY114" fmla="*/ 639582 h 768467"/>
              <a:gd name="connsiteX115" fmla="*/ 457386 w 3415751"/>
              <a:gd name="connsiteY115" fmla="*/ 642800 h 768467"/>
              <a:gd name="connsiteX116" fmla="*/ 455872 w 3415751"/>
              <a:gd name="connsiteY116" fmla="*/ 652342 h 768467"/>
              <a:gd name="connsiteX117" fmla="*/ 454963 w 3415751"/>
              <a:gd name="connsiteY117" fmla="*/ 643255 h 768467"/>
              <a:gd name="connsiteX118" fmla="*/ 455910 w 3415751"/>
              <a:gd name="connsiteY118" fmla="*/ 639468 h 768467"/>
              <a:gd name="connsiteX119" fmla="*/ 391959 w 3415751"/>
              <a:gd name="connsiteY119" fmla="*/ 639468 h 768467"/>
              <a:gd name="connsiteX120" fmla="*/ 391959 w 3415751"/>
              <a:gd name="connsiteY120" fmla="*/ 639582 h 768467"/>
              <a:gd name="connsiteX121" fmla="*/ 393435 w 3415751"/>
              <a:gd name="connsiteY121" fmla="*/ 642800 h 768467"/>
              <a:gd name="connsiteX122" fmla="*/ 391921 w 3415751"/>
              <a:gd name="connsiteY122" fmla="*/ 652342 h 768467"/>
              <a:gd name="connsiteX123" fmla="*/ 391012 w 3415751"/>
              <a:gd name="connsiteY123" fmla="*/ 643255 h 768467"/>
              <a:gd name="connsiteX124" fmla="*/ 391959 w 3415751"/>
              <a:gd name="connsiteY124" fmla="*/ 639468 h 768467"/>
              <a:gd name="connsiteX125" fmla="*/ 316081 w 3415751"/>
              <a:gd name="connsiteY125" fmla="*/ 639089 h 768467"/>
              <a:gd name="connsiteX126" fmla="*/ 318125 w 3415751"/>
              <a:gd name="connsiteY126" fmla="*/ 639392 h 768467"/>
              <a:gd name="connsiteX127" fmla="*/ 318391 w 3415751"/>
              <a:gd name="connsiteY127" fmla="*/ 651660 h 768467"/>
              <a:gd name="connsiteX128" fmla="*/ 316081 w 3415751"/>
              <a:gd name="connsiteY128" fmla="*/ 651660 h 768467"/>
              <a:gd name="connsiteX129" fmla="*/ 316081 w 3415751"/>
              <a:gd name="connsiteY129" fmla="*/ 639165 h 768467"/>
              <a:gd name="connsiteX130" fmla="*/ 445308 w 3415751"/>
              <a:gd name="connsiteY130" fmla="*/ 638900 h 768467"/>
              <a:gd name="connsiteX131" fmla="*/ 446708 w 3415751"/>
              <a:gd name="connsiteY131" fmla="*/ 642687 h 768467"/>
              <a:gd name="connsiteX132" fmla="*/ 445497 w 3415751"/>
              <a:gd name="connsiteY132" fmla="*/ 652039 h 768467"/>
              <a:gd name="connsiteX133" fmla="*/ 443717 w 3415751"/>
              <a:gd name="connsiteY133" fmla="*/ 642989 h 768467"/>
              <a:gd name="connsiteX134" fmla="*/ 445308 w 3415751"/>
              <a:gd name="connsiteY134" fmla="*/ 639014 h 768467"/>
              <a:gd name="connsiteX135" fmla="*/ 381357 w 3415751"/>
              <a:gd name="connsiteY135" fmla="*/ 638900 h 768467"/>
              <a:gd name="connsiteX136" fmla="*/ 382758 w 3415751"/>
              <a:gd name="connsiteY136" fmla="*/ 642687 h 768467"/>
              <a:gd name="connsiteX137" fmla="*/ 381584 w 3415751"/>
              <a:gd name="connsiteY137" fmla="*/ 652228 h 768467"/>
              <a:gd name="connsiteX138" fmla="*/ 379766 w 3415751"/>
              <a:gd name="connsiteY138" fmla="*/ 642989 h 768467"/>
              <a:gd name="connsiteX139" fmla="*/ 381357 w 3415751"/>
              <a:gd name="connsiteY139" fmla="*/ 639014 h 768467"/>
              <a:gd name="connsiteX140" fmla="*/ 327212 w 3415751"/>
              <a:gd name="connsiteY140" fmla="*/ 638219 h 768467"/>
              <a:gd name="connsiteX141" fmla="*/ 328273 w 3415751"/>
              <a:gd name="connsiteY141" fmla="*/ 642687 h 768467"/>
              <a:gd name="connsiteX142" fmla="*/ 327212 w 3415751"/>
              <a:gd name="connsiteY142" fmla="*/ 651585 h 768467"/>
              <a:gd name="connsiteX143" fmla="*/ 326077 w 3415751"/>
              <a:gd name="connsiteY143" fmla="*/ 642687 h 768467"/>
              <a:gd name="connsiteX144" fmla="*/ 327212 w 3415751"/>
              <a:gd name="connsiteY144" fmla="*/ 638219 h 768467"/>
              <a:gd name="connsiteX145" fmla="*/ 947831 w 3415751"/>
              <a:gd name="connsiteY145" fmla="*/ 638164 h 768467"/>
              <a:gd name="connsiteX146" fmla="*/ 947965 w 3415751"/>
              <a:gd name="connsiteY146" fmla="*/ 664431 h 768467"/>
              <a:gd name="connsiteX147" fmla="*/ 971064 w 3415751"/>
              <a:gd name="connsiteY147" fmla="*/ 664431 h 768467"/>
              <a:gd name="connsiteX148" fmla="*/ 982285 w 3415751"/>
              <a:gd name="connsiteY148" fmla="*/ 661000 h 768467"/>
              <a:gd name="connsiteX149" fmla="*/ 985981 w 3415751"/>
              <a:gd name="connsiteY149" fmla="*/ 650440 h 768467"/>
              <a:gd name="connsiteX150" fmla="*/ 982152 w 3415751"/>
              <a:gd name="connsiteY150" fmla="*/ 641199 h 768467"/>
              <a:gd name="connsiteX151" fmla="*/ 970669 w 3415751"/>
              <a:gd name="connsiteY151" fmla="*/ 638164 h 768467"/>
              <a:gd name="connsiteX152" fmla="*/ 321003 w 3415751"/>
              <a:gd name="connsiteY152" fmla="*/ 637348 h 768467"/>
              <a:gd name="connsiteX153" fmla="*/ 321012 w 3415751"/>
              <a:gd name="connsiteY153" fmla="*/ 637603 h 768467"/>
              <a:gd name="connsiteX154" fmla="*/ 321003 w 3415751"/>
              <a:gd name="connsiteY154" fmla="*/ 637613 h 768467"/>
              <a:gd name="connsiteX155" fmla="*/ 321624 w 3415751"/>
              <a:gd name="connsiteY155" fmla="*/ 636852 h 768467"/>
              <a:gd name="connsiteX156" fmla="*/ 323653 w 3415751"/>
              <a:gd name="connsiteY156" fmla="*/ 637348 h 768467"/>
              <a:gd name="connsiteX157" fmla="*/ 324108 w 3415751"/>
              <a:gd name="connsiteY157" fmla="*/ 652493 h 768467"/>
              <a:gd name="connsiteX158" fmla="*/ 321495 w 3415751"/>
              <a:gd name="connsiteY158" fmla="*/ 652493 h 768467"/>
              <a:gd name="connsiteX159" fmla="*/ 321012 w 3415751"/>
              <a:gd name="connsiteY159" fmla="*/ 637603 h 768467"/>
              <a:gd name="connsiteX160" fmla="*/ 451063 w 3415751"/>
              <a:gd name="connsiteY160" fmla="*/ 636287 h 768467"/>
              <a:gd name="connsiteX161" fmla="*/ 452426 w 3415751"/>
              <a:gd name="connsiteY161" fmla="*/ 641967 h 768467"/>
              <a:gd name="connsiteX162" fmla="*/ 450835 w 3415751"/>
              <a:gd name="connsiteY162" fmla="*/ 652985 h 768467"/>
              <a:gd name="connsiteX163" fmla="*/ 449207 w 3415751"/>
              <a:gd name="connsiteY163" fmla="*/ 641815 h 768467"/>
              <a:gd name="connsiteX164" fmla="*/ 451063 w 3415751"/>
              <a:gd name="connsiteY164" fmla="*/ 636287 h 768467"/>
              <a:gd name="connsiteX165" fmla="*/ 387112 w 3415751"/>
              <a:gd name="connsiteY165" fmla="*/ 636287 h 768467"/>
              <a:gd name="connsiteX166" fmla="*/ 388475 w 3415751"/>
              <a:gd name="connsiteY166" fmla="*/ 641967 h 768467"/>
              <a:gd name="connsiteX167" fmla="*/ 386884 w 3415751"/>
              <a:gd name="connsiteY167" fmla="*/ 652985 h 768467"/>
              <a:gd name="connsiteX168" fmla="*/ 385256 w 3415751"/>
              <a:gd name="connsiteY168" fmla="*/ 641815 h 768467"/>
              <a:gd name="connsiteX169" fmla="*/ 387112 w 3415751"/>
              <a:gd name="connsiteY169" fmla="*/ 636287 h 768467"/>
              <a:gd name="connsiteX170" fmla="*/ 284920 w 3415751"/>
              <a:gd name="connsiteY170" fmla="*/ 635114 h 768467"/>
              <a:gd name="connsiteX171" fmla="*/ 285149 w 3415751"/>
              <a:gd name="connsiteY171" fmla="*/ 635324 h 768467"/>
              <a:gd name="connsiteX172" fmla="*/ 284806 w 3415751"/>
              <a:gd name="connsiteY172" fmla="*/ 635266 h 768467"/>
              <a:gd name="connsiteX173" fmla="*/ 565447 w 3415751"/>
              <a:gd name="connsiteY173" fmla="*/ 633069 h 768467"/>
              <a:gd name="connsiteX174" fmla="*/ 544206 w 3415751"/>
              <a:gd name="connsiteY174" fmla="*/ 646851 h 768467"/>
              <a:gd name="connsiteX175" fmla="*/ 564576 w 3415751"/>
              <a:gd name="connsiteY175" fmla="*/ 678202 h 768467"/>
              <a:gd name="connsiteX176" fmla="*/ 586386 w 3415751"/>
              <a:gd name="connsiteY176" fmla="*/ 663890 h 768467"/>
              <a:gd name="connsiteX177" fmla="*/ 584568 w 3415751"/>
              <a:gd name="connsiteY177" fmla="*/ 661088 h 768467"/>
              <a:gd name="connsiteX178" fmla="*/ 582788 w 3415751"/>
              <a:gd name="connsiteY178" fmla="*/ 658324 h 768467"/>
              <a:gd name="connsiteX179" fmla="*/ 566924 w 3415751"/>
              <a:gd name="connsiteY179" fmla="*/ 668623 h 768467"/>
              <a:gd name="connsiteX180" fmla="*/ 561585 w 3415751"/>
              <a:gd name="connsiteY180" fmla="*/ 660482 h 768467"/>
              <a:gd name="connsiteX181" fmla="*/ 575822 w 3415751"/>
              <a:gd name="connsiteY181" fmla="*/ 651395 h 768467"/>
              <a:gd name="connsiteX182" fmla="*/ 574080 w 3415751"/>
              <a:gd name="connsiteY182" fmla="*/ 648669 h 768467"/>
              <a:gd name="connsiteX183" fmla="*/ 572338 w 3415751"/>
              <a:gd name="connsiteY183" fmla="*/ 645981 h 768467"/>
              <a:gd name="connsiteX184" fmla="*/ 558215 w 3415751"/>
              <a:gd name="connsiteY184" fmla="*/ 655143 h 768467"/>
              <a:gd name="connsiteX185" fmla="*/ 553899 w 3415751"/>
              <a:gd name="connsiteY185" fmla="*/ 648480 h 768467"/>
              <a:gd name="connsiteX186" fmla="*/ 569044 w 3415751"/>
              <a:gd name="connsiteY186" fmla="*/ 638635 h 768467"/>
              <a:gd name="connsiteX187" fmla="*/ 567265 w 3415751"/>
              <a:gd name="connsiteY187" fmla="*/ 635833 h 768467"/>
              <a:gd name="connsiteX188" fmla="*/ 194503 w 3415751"/>
              <a:gd name="connsiteY188" fmla="*/ 629283 h 768467"/>
              <a:gd name="connsiteX189" fmla="*/ 186514 w 3415751"/>
              <a:gd name="connsiteY189" fmla="*/ 634129 h 768467"/>
              <a:gd name="connsiteX190" fmla="*/ 184508 w 3415751"/>
              <a:gd name="connsiteY190" fmla="*/ 641513 h 768467"/>
              <a:gd name="connsiteX191" fmla="*/ 190831 w 3415751"/>
              <a:gd name="connsiteY191" fmla="*/ 651433 h 768467"/>
              <a:gd name="connsiteX192" fmla="*/ 194314 w 3415751"/>
              <a:gd name="connsiteY192" fmla="*/ 656506 h 768467"/>
              <a:gd name="connsiteX193" fmla="*/ 193633 w 3415751"/>
              <a:gd name="connsiteY193" fmla="*/ 659838 h 768467"/>
              <a:gd name="connsiteX194" fmla="*/ 190111 w 3415751"/>
              <a:gd name="connsiteY194" fmla="*/ 661429 h 768467"/>
              <a:gd name="connsiteX195" fmla="*/ 185038 w 3415751"/>
              <a:gd name="connsiteY195" fmla="*/ 659233 h 768467"/>
              <a:gd name="connsiteX196" fmla="*/ 181781 w 3415751"/>
              <a:gd name="connsiteY196" fmla="*/ 654878 h 768467"/>
              <a:gd name="connsiteX197" fmla="*/ 182842 w 3415751"/>
              <a:gd name="connsiteY197" fmla="*/ 649994 h 768467"/>
              <a:gd name="connsiteX198" fmla="*/ 177238 w 3415751"/>
              <a:gd name="connsiteY198" fmla="*/ 645943 h 768467"/>
              <a:gd name="connsiteX199" fmla="*/ 174928 w 3415751"/>
              <a:gd name="connsiteY199" fmla="*/ 655787 h 768467"/>
              <a:gd name="connsiteX200" fmla="*/ 181251 w 3415751"/>
              <a:gd name="connsiteY200" fmla="*/ 664458 h 768467"/>
              <a:gd name="connsiteX201" fmla="*/ 191436 w 3415751"/>
              <a:gd name="connsiteY201" fmla="*/ 668017 h 768467"/>
              <a:gd name="connsiteX202" fmla="*/ 199426 w 3415751"/>
              <a:gd name="connsiteY202" fmla="*/ 663473 h 768467"/>
              <a:gd name="connsiteX203" fmla="*/ 201849 w 3415751"/>
              <a:gd name="connsiteY203" fmla="*/ 655901 h 768467"/>
              <a:gd name="connsiteX204" fmla="*/ 196207 w 3415751"/>
              <a:gd name="connsiteY204" fmla="*/ 646586 h 768467"/>
              <a:gd name="connsiteX205" fmla="*/ 192005 w 3415751"/>
              <a:gd name="connsiteY205" fmla="*/ 640831 h 768467"/>
              <a:gd name="connsiteX206" fmla="*/ 192232 w 3415751"/>
              <a:gd name="connsiteY206" fmla="*/ 637802 h 768467"/>
              <a:gd name="connsiteX207" fmla="*/ 195601 w 3415751"/>
              <a:gd name="connsiteY207" fmla="*/ 635758 h 768467"/>
              <a:gd name="connsiteX208" fmla="*/ 199842 w 3415751"/>
              <a:gd name="connsiteY208" fmla="*/ 637196 h 768467"/>
              <a:gd name="connsiteX209" fmla="*/ 203060 w 3415751"/>
              <a:gd name="connsiteY209" fmla="*/ 641475 h 768467"/>
              <a:gd name="connsiteX210" fmla="*/ 202341 w 3415751"/>
              <a:gd name="connsiteY210" fmla="*/ 646170 h 768467"/>
              <a:gd name="connsiteX211" fmla="*/ 207983 w 3415751"/>
              <a:gd name="connsiteY211" fmla="*/ 650297 h 768467"/>
              <a:gd name="connsiteX212" fmla="*/ 207983 w 3415751"/>
              <a:gd name="connsiteY212" fmla="*/ 650221 h 768467"/>
              <a:gd name="connsiteX213" fmla="*/ 209989 w 3415751"/>
              <a:gd name="connsiteY213" fmla="*/ 640680 h 768467"/>
              <a:gd name="connsiteX214" fmla="*/ 204310 w 3415751"/>
              <a:gd name="connsiteY214" fmla="*/ 632463 h 768467"/>
              <a:gd name="connsiteX215" fmla="*/ 194503 w 3415751"/>
              <a:gd name="connsiteY215" fmla="*/ 629283 h 768467"/>
              <a:gd name="connsiteX216" fmla="*/ 594261 w 3415751"/>
              <a:gd name="connsiteY216" fmla="*/ 612472 h 768467"/>
              <a:gd name="connsiteX217" fmla="*/ 584189 w 3415751"/>
              <a:gd name="connsiteY217" fmla="*/ 616258 h 768467"/>
              <a:gd name="connsiteX218" fmla="*/ 578813 w 3415751"/>
              <a:gd name="connsiteY218" fmla="*/ 627617 h 768467"/>
              <a:gd name="connsiteX219" fmla="*/ 584871 w 3415751"/>
              <a:gd name="connsiteY219" fmla="*/ 641513 h 768467"/>
              <a:gd name="connsiteX220" fmla="*/ 597328 w 3415751"/>
              <a:gd name="connsiteY220" fmla="*/ 649653 h 768467"/>
              <a:gd name="connsiteX221" fmla="*/ 614896 w 3415751"/>
              <a:gd name="connsiteY221" fmla="*/ 636818 h 768467"/>
              <a:gd name="connsiteX222" fmla="*/ 614821 w 3415751"/>
              <a:gd name="connsiteY222" fmla="*/ 636742 h 768467"/>
              <a:gd name="connsiteX223" fmla="*/ 611678 w 3415751"/>
              <a:gd name="connsiteY223" fmla="*/ 626065 h 768467"/>
              <a:gd name="connsiteX224" fmla="*/ 606150 w 3415751"/>
              <a:gd name="connsiteY224" fmla="*/ 630684 h 768467"/>
              <a:gd name="connsiteX225" fmla="*/ 607778 w 3415751"/>
              <a:gd name="connsiteY225" fmla="*/ 636363 h 768467"/>
              <a:gd name="connsiteX226" fmla="*/ 607506 w 3415751"/>
              <a:gd name="connsiteY226" fmla="*/ 637628 h 768467"/>
              <a:gd name="connsiteX227" fmla="*/ 598047 w 3415751"/>
              <a:gd name="connsiteY227" fmla="*/ 642649 h 768467"/>
              <a:gd name="connsiteX228" fmla="*/ 590475 w 3415751"/>
              <a:gd name="connsiteY228" fmla="*/ 636894 h 768467"/>
              <a:gd name="connsiteX229" fmla="*/ 586007 w 3415751"/>
              <a:gd name="connsiteY229" fmla="*/ 628071 h 768467"/>
              <a:gd name="connsiteX230" fmla="*/ 588582 w 3415751"/>
              <a:gd name="connsiteY230" fmla="*/ 621370 h 768467"/>
              <a:gd name="connsiteX231" fmla="*/ 593731 w 3415751"/>
              <a:gd name="connsiteY231" fmla="*/ 619401 h 768467"/>
              <a:gd name="connsiteX232" fmla="*/ 598653 w 3415751"/>
              <a:gd name="connsiteY232" fmla="*/ 621521 h 768467"/>
              <a:gd name="connsiteX233" fmla="*/ 604181 w 3415751"/>
              <a:gd name="connsiteY233" fmla="*/ 616902 h 768467"/>
              <a:gd name="connsiteX234" fmla="*/ 594261 w 3415751"/>
              <a:gd name="connsiteY234" fmla="*/ 612472 h 768467"/>
              <a:gd name="connsiteX235" fmla="*/ 396766 w 3415751"/>
              <a:gd name="connsiteY235" fmla="*/ 611310 h 768467"/>
              <a:gd name="connsiteX236" fmla="*/ 396842 w 3415751"/>
              <a:gd name="connsiteY236" fmla="*/ 611310 h 768467"/>
              <a:gd name="connsiteX237" fmla="*/ 396842 w 3415751"/>
              <a:gd name="connsiteY237" fmla="*/ 621419 h 768467"/>
              <a:gd name="connsiteX238" fmla="*/ 388247 w 3415751"/>
              <a:gd name="connsiteY238" fmla="*/ 621419 h 768467"/>
              <a:gd name="connsiteX239" fmla="*/ 370869 w 3415751"/>
              <a:gd name="connsiteY239" fmla="*/ 609254 h 768467"/>
              <a:gd name="connsiteX240" fmla="*/ 376283 w 3415751"/>
              <a:gd name="connsiteY240" fmla="*/ 614025 h 768467"/>
              <a:gd name="connsiteX241" fmla="*/ 376275 w 3415751"/>
              <a:gd name="connsiteY241" fmla="*/ 614899 h 768467"/>
              <a:gd name="connsiteX242" fmla="*/ 371134 w 3415751"/>
              <a:gd name="connsiteY242" fmla="*/ 619098 h 768467"/>
              <a:gd name="connsiteX243" fmla="*/ 365719 w 3415751"/>
              <a:gd name="connsiteY243" fmla="*/ 614252 h 768467"/>
              <a:gd name="connsiteX244" fmla="*/ 365727 w 3415751"/>
              <a:gd name="connsiteY244" fmla="*/ 613707 h 768467"/>
              <a:gd name="connsiteX245" fmla="*/ 370869 w 3415751"/>
              <a:gd name="connsiteY245" fmla="*/ 609254 h 768467"/>
              <a:gd name="connsiteX246" fmla="*/ 417478 w 3415751"/>
              <a:gd name="connsiteY246" fmla="*/ 609253 h 768467"/>
              <a:gd name="connsiteX247" fmla="*/ 423082 w 3415751"/>
              <a:gd name="connsiteY247" fmla="*/ 618189 h 768467"/>
              <a:gd name="connsiteX248" fmla="*/ 417478 w 3415751"/>
              <a:gd name="connsiteY248" fmla="*/ 627125 h 768467"/>
              <a:gd name="connsiteX249" fmla="*/ 411874 w 3415751"/>
              <a:gd name="connsiteY249" fmla="*/ 618189 h 768467"/>
              <a:gd name="connsiteX250" fmla="*/ 417478 w 3415751"/>
              <a:gd name="connsiteY250" fmla="*/ 609253 h 768467"/>
              <a:gd name="connsiteX251" fmla="*/ 369816 w 3415751"/>
              <a:gd name="connsiteY251" fmla="*/ 606951 h 768467"/>
              <a:gd name="connsiteX252" fmla="*/ 362311 w 3415751"/>
              <a:gd name="connsiteY252" fmla="*/ 614592 h 768467"/>
              <a:gd name="connsiteX253" fmla="*/ 362349 w 3415751"/>
              <a:gd name="connsiteY253" fmla="*/ 615099 h 768467"/>
              <a:gd name="connsiteX254" fmla="*/ 370717 w 3415751"/>
              <a:gd name="connsiteY254" fmla="*/ 621786 h 768467"/>
              <a:gd name="connsiteX255" fmla="*/ 376851 w 3415751"/>
              <a:gd name="connsiteY255" fmla="*/ 619136 h 768467"/>
              <a:gd name="connsiteX256" fmla="*/ 370414 w 3415751"/>
              <a:gd name="connsiteY256" fmla="*/ 627466 h 768467"/>
              <a:gd name="connsiteX257" fmla="*/ 369627 w 3415751"/>
              <a:gd name="connsiteY257" fmla="*/ 627534 h 768467"/>
              <a:gd name="connsiteX258" fmla="*/ 365908 w 3415751"/>
              <a:gd name="connsiteY258" fmla="*/ 623679 h 768467"/>
              <a:gd name="connsiteX259" fmla="*/ 362539 w 3415751"/>
              <a:gd name="connsiteY259" fmla="*/ 623679 h 768467"/>
              <a:gd name="connsiteX260" fmla="*/ 370490 w 3415751"/>
              <a:gd name="connsiteY260" fmla="*/ 629662 h 768467"/>
              <a:gd name="connsiteX261" fmla="*/ 370490 w 3415751"/>
              <a:gd name="connsiteY261" fmla="*/ 629775 h 768467"/>
              <a:gd name="connsiteX262" fmla="*/ 380296 w 3415751"/>
              <a:gd name="connsiteY262" fmla="*/ 617356 h 768467"/>
              <a:gd name="connsiteX263" fmla="*/ 370906 w 3415751"/>
              <a:gd name="connsiteY263" fmla="*/ 607019 h 768467"/>
              <a:gd name="connsiteX264" fmla="*/ 369816 w 3415751"/>
              <a:gd name="connsiteY264" fmla="*/ 606951 h 768467"/>
              <a:gd name="connsiteX265" fmla="*/ 417478 w 3415751"/>
              <a:gd name="connsiteY265" fmla="*/ 606906 h 768467"/>
              <a:gd name="connsiteX266" fmla="*/ 408315 w 3415751"/>
              <a:gd name="connsiteY266" fmla="*/ 618265 h 768467"/>
              <a:gd name="connsiteX267" fmla="*/ 417478 w 3415751"/>
              <a:gd name="connsiteY267" fmla="*/ 629624 h 768467"/>
              <a:gd name="connsiteX268" fmla="*/ 417478 w 3415751"/>
              <a:gd name="connsiteY268" fmla="*/ 629775 h 768467"/>
              <a:gd name="connsiteX269" fmla="*/ 426641 w 3415751"/>
              <a:gd name="connsiteY269" fmla="*/ 618265 h 768467"/>
              <a:gd name="connsiteX270" fmla="*/ 417478 w 3415751"/>
              <a:gd name="connsiteY270" fmla="*/ 606906 h 768467"/>
              <a:gd name="connsiteX271" fmla="*/ 397070 w 3415751"/>
              <a:gd name="connsiteY271" fmla="*/ 606755 h 768467"/>
              <a:gd name="connsiteX272" fmla="*/ 384840 w 3415751"/>
              <a:gd name="connsiteY272" fmla="*/ 620877 h 768467"/>
              <a:gd name="connsiteX273" fmla="*/ 384840 w 3415751"/>
              <a:gd name="connsiteY273" fmla="*/ 623603 h 768467"/>
              <a:gd name="connsiteX274" fmla="*/ 396502 w 3415751"/>
              <a:gd name="connsiteY274" fmla="*/ 623603 h 768467"/>
              <a:gd name="connsiteX275" fmla="*/ 396502 w 3415751"/>
              <a:gd name="connsiteY275" fmla="*/ 629056 h 768467"/>
              <a:gd name="connsiteX276" fmla="*/ 399871 w 3415751"/>
              <a:gd name="connsiteY276" fmla="*/ 629056 h 768467"/>
              <a:gd name="connsiteX277" fmla="*/ 399871 w 3415751"/>
              <a:gd name="connsiteY277" fmla="*/ 623603 h 768467"/>
              <a:gd name="connsiteX278" fmla="*/ 403658 w 3415751"/>
              <a:gd name="connsiteY278" fmla="*/ 623603 h 768467"/>
              <a:gd name="connsiteX279" fmla="*/ 403658 w 3415751"/>
              <a:gd name="connsiteY279" fmla="*/ 621218 h 768467"/>
              <a:gd name="connsiteX280" fmla="*/ 399871 w 3415751"/>
              <a:gd name="connsiteY280" fmla="*/ 621218 h 768467"/>
              <a:gd name="connsiteX281" fmla="*/ 399871 w 3415751"/>
              <a:gd name="connsiteY281" fmla="*/ 606755 h 768467"/>
              <a:gd name="connsiteX282" fmla="*/ 348567 w 3415751"/>
              <a:gd name="connsiteY282" fmla="*/ 606603 h 768467"/>
              <a:gd name="connsiteX283" fmla="*/ 341373 w 3415751"/>
              <a:gd name="connsiteY283" fmla="*/ 610844 h 768467"/>
              <a:gd name="connsiteX284" fmla="*/ 341373 w 3415751"/>
              <a:gd name="connsiteY284" fmla="*/ 613229 h 768467"/>
              <a:gd name="connsiteX285" fmla="*/ 347621 w 3415751"/>
              <a:gd name="connsiteY285" fmla="*/ 613229 h 768467"/>
              <a:gd name="connsiteX286" fmla="*/ 347621 w 3415751"/>
              <a:gd name="connsiteY286" fmla="*/ 629056 h 768467"/>
              <a:gd name="connsiteX287" fmla="*/ 351180 w 3415751"/>
              <a:gd name="connsiteY287" fmla="*/ 629056 h 768467"/>
              <a:gd name="connsiteX288" fmla="*/ 351180 w 3415751"/>
              <a:gd name="connsiteY288" fmla="*/ 606603 h 768467"/>
              <a:gd name="connsiteX289" fmla="*/ 164364 w 3415751"/>
              <a:gd name="connsiteY289" fmla="*/ 600129 h 768467"/>
              <a:gd name="connsiteX290" fmla="*/ 138845 w 3415751"/>
              <a:gd name="connsiteY290" fmla="*/ 627466 h 768467"/>
              <a:gd name="connsiteX291" fmla="*/ 141306 w 3415751"/>
              <a:gd name="connsiteY291" fmla="*/ 629775 h 768467"/>
              <a:gd name="connsiteX292" fmla="*/ 143767 w 3415751"/>
              <a:gd name="connsiteY292" fmla="*/ 632199 h 768467"/>
              <a:gd name="connsiteX293" fmla="*/ 162131 w 3415751"/>
              <a:gd name="connsiteY293" fmla="*/ 612472 h 768467"/>
              <a:gd name="connsiteX294" fmla="*/ 154142 w 3415751"/>
              <a:gd name="connsiteY294" fmla="*/ 641891 h 768467"/>
              <a:gd name="connsiteX295" fmla="*/ 156754 w 3415751"/>
              <a:gd name="connsiteY295" fmla="*/ 644315 h 768467"/>
              <a:gd name="connsiteX296" fmla="*/ 159367 w 3415751"/>
              <a:gd name="connsiteY296" fmla="*/ 646624 h 768467"/>
              <a:gd name="connsiteX297" fmla="*/ 184848 w 3415751"/>
              <a:gd name="connsiteY297" fmla="*/ 619249 h 768467"/>
              <a:gd name="connsiteX298" fmla="*/ 182387 w 3415751"/>
              <a:gd name="connsiteY298" fmla="*/ 616978 h 768467"/>
              <a:gd name="connsiteX299" fmla="*/ 179964 w 3415751"/>
              <a:gd name="connsiteY299" fmla="*/ 614706 h 768467"/>
              <a:gd name="connsiteX300" fmla="*/ 162055 w 3415751"/>
              <a:gd name="connsiteY300" fmla="*/ 633902 h 768467"/>
              <a:gd name="connsiteX301" fmla="*/ 169855 w 3415751"/>
              <a:gd name="connsiteY301" fmla="*/ 605278 h 768467"/>
              <a:gd name="connsiteX302" fmla="*/ 167091 w 3415751"/>
              <a:gd name="connsiteY302" fmla="*/ 602703 h 768467"/>
              <a:gd name="connsiteX303" fmla="*/ 947831 w 3415751"/>
              <a:gd name="connsiteY303" fmla="*/ 599751 h 768467"/>
              <a:gd name="connsiteX304" fmla="*/ 947965 w 3415751"/>
              <a:gd name="connsiteY304" fmla="*/ 621531 h 768467"/>
              <a:gd name="connsiteX305" fmla="*/ 969745 w 3415751"/>
              <a:gd name="connsiteY305" fmla="*/ 621531 h 768467"/>
              <a:gd name="connsiteX306" fmla="*/ 980437 w 3415751"/>
              <a:gd name="connsiteY306" fmla="*/ 618628 h 768467"/>
              <a:gd name="connsiteX307" fmla="*/ 983869 w 3415751"/>
              <a:gd name="connsiteY307" fmla="*/ 609783 h 768467"/>
              <a:gd name="connsiteX308" fmla="*/ 980173 w 3415751"/>
              <a:gd name="connsiteY308" fmla="*/ 602260 h 768467"/>
              <a:gd name="connsiteX309" fmla="*/ 968952 w 3415751"/>
              <a:gd name="connsiteY309" fmla="*/ 599751 h 768467"/>
              <a:gd name="connsiteX310" fmla="*/ 3171282 w 3415751"/>
              <a:gd name="connsiteY310" fmla="*/ 596985 h 768467"/>
              <a:gd name="connsiteX311" fmla="*/ 3154583 w 3415751"/>
              <a:gd name="connsiteY311" fmla="*/ 601001 h 768467"/>
              <a:gd name="connsiteX312" fmla="*/ 3149629 w 3415751"/>
              <a:gd name="connsiteY312" fmla="*/ 605954 h 768467"/>
              <a:gd name="connsiteX313" fmla="*/ 3143028 w 3415751"/>
              <a:gd name="connsiteY313" fmla="*/ 632354 h 768467"/>
              <a:gd name="connsiteX314" fmla="*/ 3149497 w 3415751"/>
              <a:gd name="connsiteY314" fmla="*/ 657435 h 768467"/>
              <a:gd name="connsiteX315" fmla="*/ 3181265 w 3415751"/>
              <a:gd name="connsiteY315" fmla="*/ 662100 h 768467"/>
              <a:gd name="connsiteX316" fmla="*/ 3185928 w 3415751"/>
              <a:gd name="connsiteY316" fmla="*/ 657435 h 768467"/>
              <a:gd name="connsiteX317" fmla="*/ 3185929 w 3415751"/>
              <a:gd name="connsiteY317" fmla="*/ 657435 h 768467"/>
              <a:gd name="connsiteX318" fmla="*/ 3192529 w 3415751"/>
              <a:gd name="connsiteY318" fmla="*/ 632354 h 768467"/>
              <a:gd name="connsiteX319" fmla="*/ 3185929 w 3415751"/>
              <a:gd name="connsiteY319" fmla="*/ 605954 h 768467"/>
              <a:gd name="connsiteX320" fmla="*/ 3171282 w 3415751"/>
              <a:gd name="connsiteY320" fmla="*/ 596985 h 768467"/>
              <a:gd name="connsiteX321" fmla="*/ 2985046 w 3415751"/>
              <a:gd name="connsiteY321" fmla="*/ 596979 h 768467"/>
              <a:gd name="connsiteX322" fmla="*/ 2968260 w 3415751"/>
              <a:gd name="connsiteY322" fmla="*/ 601069 h 768467"/>
              <a:gd name="connsiteX323" fmla="*/ 2963374 w 3415751"/>
              <a:gd name="connsiteY323" fmla="*/ 605955 h 768467"/>
              <a:gd name="connsiteX324" fmla="*/ 2956906 w 3415751"/>
              <a:gd name="connsiteY324" fmla="*/ 632356 h 768467"/>
              <a:gd name="connsiteX325" fmla="*/ 2963374 w 3415751"/>
              <a:gd name="connsiteY325" fmla="*/ 657437 h 768467"/>
              <a:gd name="connsiteX326" fmla="*/ 2995142 w 3415751"/>
              <a:gd name="connsiteY326" fmla="*/ 662100 h 768467"/>
              <a:gd name="connsiteX327" fmla="*/ 2999807 w 3415751"/>
              <a:gd name="connsiteY327" fmla="*/ 657437 h 768467"/>
              <a:gd name="connsiteX328" fmla="*/ 3006274 w 3415751"/>
              <a:gd name="connsiteY328" fmla="*/ 632356 h 768467"/>
              <a:gd name="connsiteX329" fmla="*/ 2999807 w 3415751"/>
              <a:gd name="connsiteY329" fmla="*/ 605955 h 768467"/>
              <a:gd name="connsiteX330" fmla="*/ 2985046 w 3415751"/>
              <a:gd name="connsiteY330" fmla="*/ 596979 h 768467"/>
              <a:gd name="connsiteX331" fmla="*/ 2296654 w 3415751"/>
              <a:gd name="connsiteY331" fmla="*/ 596979 h 768467"/>
              <a:gd name="connsiteX332" fmla="*/ 2279868 w 3415751"/>
              <a:gd name="connsiteY332" fmla="*/ 601069 h 768467"/>
              <a:gd name="connsiteX333" fmla="*/ 2274982 w 3415751"/>
              <a:gd name="connsiteY333" fmla="*/ 605955 h 768467"/>
              <a:gd name="connsiteX334" fmla="*/ 2268514 w 3415751"/>
              <a:gd name="connsiteY334" fmla="*/ 632356 h 768467"/>
              <a:gd name="connsiteX335" fmla="*/ 2274982 w 3415751"/>
              <a:gd name="connsiteY335" fmla="*/ 657437 h 768467"/>
              <a:gd name="connsiteX336" fmla="*/ 2306750 w 3415751"/>
              <a:gd name="connsiteY336" fmla="*/ 662100 h 768467"/>
              <a:gd name="connsiteX337" fmla="*/ 2311415 w 3415751"/>
              <a:gd name="connsiteY337" fmla="*/ 657437 h 768467"/>
              <a:gd name="connsiteX338" fmla="*/ 2317882 w 3415751"/>
              <a:gd name="connsiteY338" fmla="*/ 632356 h 768467"/>
              <a:gd name="connsiteX339" fmla="*/ 2311415 w 3415751"/>
              <a:gd name="connsiteY339" fmla="*/ 605955 h 768467"/>
              <a:gd name="connsiteX340" fmla="*/ 2296654 w 3415751"/>
              <a:gd name="connsiteY340" fmla="*/ 596979 h 768467"/>
              <a:gd name="connsiteX341" fmla="*/ 152286 w 3415751"/>
              <a:gd name="connsiteY341" fmla="*/ 586952 h 768467"/>
              <a:gd name="connsiteX342" fmla="*/ 124495 w 3415751"/>
              <a:gd name="connsiteY342" fmla="*/ 611980 h 768467"/>
              <a:gd name="connsiteX343" fmla="*/ 126918 w 3415751"/>
              <a:gd name="connsiteY343" fmla="*/ 614630 h 768467"/>
              <a:gd name="connsiteX344" fmla="*/ 129303 w 3415751"/>
              <a:gd name="connsiteY344" fmla="*/ 617318 h 768467"/>
              <a:gd name="connsiteX345" fmla="*/ 157095 w 3415751"/>
              <a:gd name="connsiteY345" fmla="*/ 592291 h 768467"/>
              <a:gd name="connsiteX346" fmla="*/ 154709 w 3415751"/>
              <a:gd name="connsiteY346" fmla="*/ 589603 h 768467"/>
              <a:gd name="connsiteX347" fmla="*/ 3328206 w 3415751"/>
              <a:gd name="connsiteY347" fmla="*/ 582911 h 768467"/>
              <a:gd name="connsiteX348" fmla="*/ 3339426 w 3415751"/>
              <a:gd name="connsiteY348" fmla="*/ 582911 h 768467"/>
              <a:gd name="connsiteX349" fmla="*/ 3350779 w 3415751"/>
              <a:gd name="connsiteY349" fmla="*/ 582911 h 768467"/>
              <a:gd name="connsiteX350" fmla="*/ 3369720 w 3415751"/>
              <a:gd name="connsiteY350" fmla="*/ 625658 h 768467"/>
              <a:gd name="connsiteX351" fmla="*/ 3369656 w 3415751"/>
              <a:gd name="connsiteY351" fmla="*/ 625812 h 768467"/>
              <a:gd name="connsiteX352" fmla="*/ 3369788 w 3415751"/>
              <a:gd name="connsiteY352" fmla="*/ 625812 h 768467"/>
              <a:gd name="connsiteX353" fmla="*/ 3369720 w 3415751"/>
              <a:gd name="connsiteY353" fmla="*/ 625658 h 768467"/>
              <a:gd name="connsiteX354" fmla="*/ 3387475 w 3415751"/>
              <a:gd name="connsiteY354" fmla="*/ 582911 h 768467"/>
              <a:gd name="connsiteX355" fmla="*/ 3398300 w 3415751"/>
              <a:gd name="connsiteY355" fmla="*/ 582911 h 768467"/>
              <a:gd name="connsiteX356" fmla="*/ 3408992 w 3415751"/>
              <a:gd name="connsiteY356" fmla="*/ 582911 h 768467"/>
              <a:gd name="connsiteX357" fmla="*/ 3378896 w 3415751"/>
              <a:gd name="connsiteY357" fmla="*/ 644292 h 768467"/>
              <a:gd name="connsiteX358" fmla="*/ 3378896 w 3415751"/>
              <a:gd name="connsiteY358" fmla="*/ 681914 h 768467"/>
              <a:gd name="connsiteX359" fmla="*/ 3369523 w 3415751"/>
              <a:gd name="connsiteY359" fmla="*/ 681914 h 768467"/>
              <a:gd name="connsiteX360" fmla="*/ 3359887 w 3415751"/>
              <a:gd name="connsiteY360" fmla="*/ 681914 h 768467"/>
              <a:gd name="connsiteX361" fmla="*/ 3359887 w 3415751"/>
              <a:gd name="connsiteY361" fmla="*/ 644688 h 768467"/>
              <a:gd name="connsiteX362" fmla="*/ 3046117 w 3415751"/>
              <a:gd name="connsiteY362" fmla="*/ 582911 h 768467"/>
              <a:gd name="connsiteX363" fmla="*/ 3055621 w 3415751"/>
              <a:gd name="connsiteY363" fmla="*/ 582911 h 768467"/>
              <a:gd name="connsiteX364" fmla="*/ 3065125 w 3415751"/>
              <a:gd name="connsiteY364" fmla="*/ 582911 h 768467"/>
              <a:gd name="connsiteX365" fmla="*/ 3065125 w 3415751"/>
              <a:gd name="connsiteY365" fmla="*/ 664224 h 768467"/>
              <a:gd name="connsiteX366" fmla="*/ 3110271 w 3415751"/>
              <a:gd name="connsiteY366" fmla="*/ 664224 h 768467"/>
              <a:gd name="connsiteX367" fmla="*/ 3110271 w 3415751"/>
              <a:gd name="connsiteY367" fmla="*/ 673069 h 768467"/>
              <a:gd name="connsiteX368" fmla="*/ 3110271 w 3415751"/>
              <a:gd name="connsiteY368" fmla="*/ 681780 h 768467"/>
              <a:gd name="connsiteX369" fmla="*/ 3046117 w 3415751"/>
              <a:gd name="connsiteY369" fmla="*/ 681780 h 768467"/>
              <a:gd name="connsiteX370" fmla="*/ 2844946 w 3415751"/>
              <a:gd name="connsiteY370" fmla="*/ 582911 h 768467"/>
              <a:gd name="connsiteX371" fmla="*/ 2854847 w 3415751"/>
              <a:gd name="connsiteY371" fmla="*/ 582911 h 768467"/>
              <a:gd name="connsiteX372" fmla="*/ 2864747 w 3415751"/>
              <a:gd name="connsiteY372" fmla="*/ 582911 h 768467"/>
              <a:gd name="connsiteX373" fmla="*/ 2901312 w 3415751"/>
              <a:gd name="connsiteY373" fmla="*/ 652345 h 768467"/>
              <a:gd name="connsiteX374" fmla="*/ 2901312 w 3415751"/>
              <a:gd name="connsiteY374" fmla="*/ 582911 h 768467"/>
              <a:gd name="connsiteX375" fmla="*/ 2910156 w 3415751"/>
              <a:gd name="connsiteY375" fmla="*/ 582911 h 768467"/>
              <a:gd name="connsiteX376" fmla="*/ 2919131 w 3415751"/>
              <a:gd name="connsiteY376" fmla="*/ 582911 h 768467"/>
              <a:gd name="connsiteX377" fmla="*/ 2919131 w 3415751"/>
              <a:gd name="connsiteY377" fmla="*/ 681780 h 768467"/>
              <a:gd name="connsiteX378" fmla="*/ 2909627 w 3415751"/>
              <a:gd name="connsiteY378" fmla="*/ 681780 h 768467"/>
              <a:gd name="connsiteX379" fmla="*/ 2900123 w 3415751"/>
              <a:gd name="connsiteY379" fmla="*/ 681780 h 768467"/>
              <a:gd name="connsiteX380" fmla="*/ 2862634 w 3415751"/>
              <a:gd name="connsiteY380" fmla="*/ 610499 h 768467"/>
              <a:gd name="connsiteX381" fmla="*/ 2862634 w 3415751"/>
              <a:gd name="connsiteY381" fmla="*/ 681780 h 768467"/>
              <a:gd name="connsiteX382" fmla="*/ 2853791 w 3415751"/>
              <a:gd name="connsiteY382" fmla="*/ 681780 h 768467"/>
              <a:gd name="connsiteX383" fmla="*/ 2844946 w 3415751"/>
              <a:gd name="connsiteY383" fmla="*/ 681780 h 768467"/>
              <a:gd name="connsiteX384" fmla="*/ 2748583 w 3415751"/>
              <a:gd name="connsiteY384" fmla="*/ 582911 h 768467"/>
              <a:gd name="connsiteX385" fmla="*/ 2757956 w 3415751"/>
              <a:gd name="connsiteY385" fmla="*/ 582911 h 768467"/>
              <a:gd name="connsiteX386" fmla="*/ 2767460 w 3415751"/>
              <a:gd name="connsiteY386" fmla="*/ 582911 h 768467"/>
              <a:gd name="connsiteX387" fmla="*/ 2767460 w 3415751"/>
              <a:gd name="connsiteY387" fmla="*/ 620003 h 768467"/>
              <a:gd name="connsiteX388" fmla="*/ 2803100 w 3415751"/>
              <a:gd name="connsiteY388" fmla="*/ 620003 h 768467"/>
              <a:gd name="connsiteX389" fmla="*/ 2803100 w 3415751"/>
              <a:gd name="connsiteY389" fmla="*/ 582911 h 768467"/>
              <a:gd name="connsiteX390" fmla="*/ 2812604 w 3415751"/>
              <a:gd name="connsiteY390" fmla="*/ 582911 h 768467"/>
              <a:gd name="connsiteX391" fmla="*/ 2822108 w 3415751"/>
              <a:gd name="connsiteY391" fmla="*/ 582911 h 768467"/>
              <a:gd name="connsiteX392" fmla="*/ 2822108 w 3415751"/>
              <a:gd name="connsiteY392" fmla="*/ 681780 h 768467"/>
              <a:gd name="connsiteX393" fmla="*/ 2812604 w 3415751"/>
              <a:gd name="connsiteY393" fmla="*/ 681780 h 768467"/>
              <a:gd name="connsiteX394" fmla="*/ 2803100 w 3415751"/>
              <a:gd name="connsiteY394" fmla="*/ 681780 h 768467"/>
              <a:gd name="connsiteX395" fmla="*/ 2803100 w 3415751"/>
              <a:gd name="connsiteY395" fmla="*/ 637033 h 768467"/>
              <a:gd name="connsiteX396" fmla="*/ 2767460 w 3415751"/>
              <a:gd name="connsiteY396" fmla="*/ 637033 h 768467"/>
              <a:gd name="connsiteX397" fmla="*/ 2767460 w 3415751"/>
              <a:gd name="connsiteY397" fmla="*/ 681780 h 768467"/>
              <a:gd name="connsiteX398" fmla="*/ 2758087 w 3415751"/>
              <a:gd name="connsiteY398" fmla="*/ 681780 h 768467"/>
              <a:gd name="connsiteX399" fmla="*/ 2748583 w 3415751"/>
              <a:gd name="connsiteY399" fmla="*/ 681780 h 768467"/>
              <a:gd name="connsiteX400" fmla="*/ 2562989 w 3415751"/>
              <a:gd name="connsiteY400" fmla="*/ 582911 h 768467"/>
              <a:gd name="connsiteX401" fmla="*/ 2629915 w 3415751"/>
              <a:gd name="connsiteY401" fmla="*/ 582911 h 768467"/>
              <a:gd name="connsiteX402" fmla="*/ 2629915 w 3415751"/>
              <a:gd name="connsiteY402" fmla="*/ 591623 h 768467"/>
              <a:gd name="connsiteX403" fmla="*/ 2629915 w 3415751"/>
              <a:gd name="connsiteY403" fmla="*/ 600467 h 768467"/>
              <a:gd name="connsiteX404" fmla="*/ 2581998 w 3415751"/>
              <a:gd name="connsiteY404" fmla="*/ 600467 h 768467"/>
              <a:gd name="connsiteX405" fmla="*/ 2581998 w 3415751"/>
              <a:gd name="connsiteY405" fmla="*/ 621456 h 768467"/>
              <a:gd name="connsiteX406" fmla="*/ 2626482 w 3415751"/>
              <a:gd name="connsiteY406" fmla="*/ 621456 h 768467"/>
              <a:gd name="connsiteX407" fmla="*/ 2626482 w 3415751"/>
              <a:gd name="connsiteY407" fmla="*/ 629904 h 768467"/>
              <a:gd name="connsiteX408" fmla="*/ 2626482 w 3415751"/>
              <a:gd name="connsiteY408" fmla="*/ 638484 h 768467"/>
              <a:gd name="connsiteX409" fmla="*/ 2581998 w 3415751"/>
              <a:gd name="connsiteY409" fmla="*/ 638484 h 768467"/>
              <a:gd name="connsiteX410" fmla="*/ 2581998 w 3415751"/>
              <a:gd name="connsiteY410" fmla="*/ 664224 h 768467"/>
              <a:gd name="connsiteX411" fmla="*/ 2632027 w 3415751"/>
              <a:gd name="connsiteY411" fmla="*/ 664224 h 768467"/>
              <a:gd name="connsiteX412" fmla="*/ 2632027 w 3415751"/>
              <a:gd name="connsiteY412" fmla="*/ 673069 h 768467"/>
              <a:gd name="connsiteX413" fmla="*/ 2632027 w 3415751"/>
              <a:gd name="connsiteY413" fmla="*/ 681780 h 768467"/>
              <a:gd name="connsiteX414" fmla="*/ 2562989 w 3415751"/>
              <a:gd name="connsiteY414" fmla="*/ 681780 h 768467"/>
              <a:gd name="connsiteX415" fmla="*/ 2472566 w 3415751"/>
              <a:gd name="connsiteY415" fmla="*/ 582911 h 768467"/>
              <a:gd name="connsiteX416" fmla="*/ 2546619 w 3415751"/>
              <a:gd name="connsiteY416" fmla="*/ 582911 h 768467"/>
              <a:gd name="connsiteX417" fmla="*/ 2546619 w 3415751"/>
              <a:gd name="connsiteY417" fmla="*/ 591623 h 768467"/>
              <a:gd name="connsiteX418" fmla="*/ 2546619 w 3415751"/>
              <a:gd name="connsiteY418" fmla="*/ 600467 h 768467"/>
              <a:gd name="connsiteX419" fmla="*/ 2519031 w 3415751"/>
              <a:gd name="connsiteY419" fmla="*/ 600467 h 768467"/>
              <a:gd name="connsiteX420" fmla="*/ 2519031 w 3415751"/>
              <a:gd name="connsiteY420" fmla="*/ 681780 h 768467"/>
              <a:gd name="connsiteX421" fmla="*/ 2509659 w 3415751"/>
              <a:gd name="connsiteY421" fmla="*/ 681780 h 768467"/>
              <a:gd name="connsiteX422" fmla="*/ 2500154 w 3415751"/>
              <a:gd name="connsiteY422" fmla="*/ 681780 h 768467"/>
              <a:gd name="connsiteX423" fmla="*/ 2500154 w 3415751"/>
              <a:gd name="connsiteY423" fmla="*/ 600467 h 768467"/>
              <a:gd name="connsiteX424" fmla="*/ 2472566 w 3415751"/>
              <a:gd name="connsiteY424" fmla="*/ 600467 h 768467"/>
              <a:gd name="connsiteX425" fmla="*/ 2472566 w 3415751"/>
              <a:gd name="connsiteY425" fmla="*/ 591756 h 768467"/>
              <a:gd name="connsiteX426" fmla="*/ 2357725 w 3415751"/>
              <a:gd name="connsiteY426" fmla="*/ 582911 h 768467"/>
              <a:gd name="connsiteX427" fmla="*/ 2422405 w 3415751"/>
              <a:gd name="connsiteY427" fmla="*/ 582911 h 768467"/>
              <a:gd name="connsiteX428" fmla="*/ 2422405 w 3415751"/>
              <a:gd name="connsiteY428" fmla="*/ 591623 h 768467"/>
              <a:gd name="connsiteX429" fmla="*/ 2422405 w 3415751"/>
              <a:gd name="connsiteY429" fmla="*/ 600467 h 768467"/>
              <a:gd name="connsiteX430" fmla="*/ 2376733 w 3415751"/>
              <a:gd name="connsiteY430" fmla="*/ 600467 h 768467"/>
              <a:gd name="connsiteX431" fmla="*/ 2376733 w 3415751"/>
              <a:gd name="connsiteY431" fmla="*/ 622908 h 768467"/>
              <a:gd name="connsiteX432" fmla="*/ 2416599 w 3415751"/>
              <a:gd name="connsiteY432" fmla="*/ 622908 h 768467"/>
              <a:gd name="connsiteX433" fmla="*/ 2416599 w 3415751"/>
              <a:gd name="connsiteY433" fmla="*/ 631488 h 768467"/>
              <a:gd name="connsiteX434" fmla="*/ 2416599 w 3415751"/>
              <a:gd name="connsiteY434" fmla="*/ 639936 h 768467"/>
              <a:gd name="connsiteX435" fmla="*/ 2376733 w 3415751"/>
              <a:gd name="connsiteY435" fmla="*/ 639936 h 768467"/>
              <a:gd name="connsiteX436" fmla="*/ 2376733 w 3415751"/>
              <a:gd name="connsiteY436" fmla="*/ 681780 h 768467"/>
              <a:gd name="connsiteX437" fmla="*/ 2367229 w 3415751"/>
              <a:gd name="connsiteY437" fmla="*/ 681780 h 768467"/>
              <a:gd name="connsiteX438" fmla="*/ 2357725 w 3415751"/>
              <a:gd name="connsiteY438" fmla="*/ 681780 h 768467"/>
              <a:gd name="connsiteX439" fmla="*/ 2124082 w 3415751"/>
              <a:gd name="connsiteY439" fmla="*/ 582911 h 768467"/>
              <a:gd name="connsiteX440" fmla="*/ 2191139 w 3415751"/>
              <a:gd name="connsiteY440" fmla="*/ 582911 h 768467"/>
              <a:gd name="connsiteX441" fmla="*/ 2191139 w 3415751"/>
              <a:gd name="connsiteY441" fmla="*/ 591623 h 768467"/>
              <a:gd name="connsiteX442" fmla="*/ 2191139 w 3415751"/>
              <a:gd name="connsiteY442" fmla="*/ 600467 h 768467"/>
              <a:gd name="connsiteX443" fmla="*/ 2143091 w 3415751"/>
              <a:gd name="connsiteY443" fmla="*/ 600467 h 768467"/>
              <a:gd name="connsiteX444" fmla="*/ 2143091 w 3415751"/>
              <a:gd name="connsiteY444" fmla="*/ 621456 h 768467"/>
              <a:gd name="connsiteX445" fmla="*/ 2187575 w 3415751"/>
              <a:gd name="connsiteY445" fmla="*/ 621456 h 768467"/>
              <a:gd name="connsiteX446" fmla="*/ 2187575 w 3415751"/>
              <a:gd name="connsiteY446" fmla="*/ 629904 h 768467"/>
              <a:gd name="connsiteX447" fmla="*/ 2187575 w 3415751"/>
              <a:gd name="connsiteY447" fmla="*/ 638484 h 768467"/>
              <a:gd name="connsiteX448" fmla="*/ 2143091 w 3415751"/>
              <a:gd name="connsiteY448" fmla="*/ 638484 h 768467"/>
              <a:gd name="connsiteX449" fmla="*/ 2143091 w 3415751"/>
              <a:gd name="connsiteY449" fmla="*/ 664224 h 768467"/>
              <a:gd name="connsiteX450" fmla="*/ 2193251 w 3415751"/>
              <a:gd name="connsiteY450" fmla="*/ 664224 h 768467"/>
              <a:gd name="connsiteX451" fmla="*/ 2193251 w 3415751"/>
              <a:gd name="connsiteY451" fmla="*/ 673069 h 768467"/>
              <a:gd name="connsiteX452" fmla="*/ 2193251 w 3415751"/>
              <a:gd name="connsiteY452" fmla="*/ 681780 h 768467"/>
              <a:gd name="connsiteX453" fmla="*/ 2124082 w 3415751"/>
              <a:gd name="connsiteY453" fmla="*/ 681780 h 768467"/>
              <a:gd name="connsiteX454" fmla="*/ 2033792 w 3415751"/>
              <a:gd name="connsiteY454" fmla="*/ 582911 h 768467"/>
              <a:gd name="connsiteX455" fmla="*/ 2107714 w 3415751"/>
              <a:gd name="connsiteY455" fmla="*/ 582911 h 768467"/>
              <a:gd name="connsiteX456" fmla="*/ 2107714 w 3415751"/>
              <a:gd name="connsiteY456" fmla="*/ 591623 h 768467"/>
              <a:gd name="connsiteX457" fmla="*/ 2107714 w 3415751"/>
              <a:gd name="connsiteY457" fmla="*/ 600467 h 768467"/>
              <a:gd name="connsiteX458" fmla="*/ 2080257 w 3415751"/>
              <a:gd name="connsiteY458" fmla="*/ 600467 h 768467"/>
              <a:gd name="connsiteX459" fmla="*/ 2080257 w 3415751"/>
              <a:gd name="connsiteY459" fmla="*/ 681780 h 768467"/>
              <a:gd name="connsiteX460" fmla="*/ 2070753 w 3415751"/>
              <a:gd name="connsiteY460" fmla="*/ 681780 h 768467"/>
              <a:gd name="connsiteX461" fmla="*/ 2061249 w 3415751"/>
              <a:gd name="connsiteY461" fmla="*/ 681780 h 768467"/>
              <a:gd name="connsiteX462" fmla="*/ 2061249 w 3415751"/>
              <a:gd name="connsiteY462" fmla="*/ 600467 h 768467"/>
              <a:gd name="connsiteX463" fmla="*/ 2033792 w 3415751"/>
              <a:gd name="connsiteY463" fmla="*/ 600467 h 768467"/>
              <a:gd name="connsiteX464" fmla="*/ 2033792 w 3415751"/>
              <a:gd name="connsiteY464" fmla="*/ 591756 h 768467"/>
              <a:gd name="connsiteX465" fmla="*/ 1854664 w 3415751"/>
              <a:gd name="connsiteY465" fmla="*/ 582911 h 768467"/>
              <a:gd name="connsiteX466" fmla="*/ 1928585 w 3415751"/>
              <a:gd name="connsiteY466" fmla="*/ 582911 h 768467"/>
              <a:gd name="connsiteX467" fmla="*/ 1928585 w 3415751"/>
              <a:gd name="connsiteY467" fmla="*/ 591623 h 768467"/>
              <a:gd name="connsiteX468" fmla="*/ 1928585 w 3415751"/>
              <a:gd name="connsiteY468" fmla="*/ 600467 h 768467"/>
              <a:gd name="connsiteX469" fmla="*/ 1901129 w 3415751"/>
              <a:gd name="connsiteY469" fmla="*/ 600467 h 768467"/>
              <a:gd name="connsiteX470" fmla="*/ 1901129 w 3415751"/>
              <a:gd name="connsiteY470" fmla="*/ 681780 h 768467"/>
              <a:gd name="connsiteX471" fmla="*/ 1891625 w 3415751"/>
              <a:gd name="connsiteY471" fmla="*/ 681780 h 768467"/>
              <a:gd name="connsiteX472" fmla="*/ 1882121 w 3415751"/>
              <a:gd name="connsiteY472" fmla="*/ 681780 h 768467"/>
              <a:gd name="connsiteX473" fmla="*/ 1882121 w 3415751"/>
              <a:gd name="connsiteY473" fmla="*/ 600467 h 768467"/>
              <a:gd name="connsiteX474" fmla="*/ 1854664 w 3415751"/>
              <a:gd name="connsiteY474" fmla="*/ 600467 h 768467"/>
              <a:gd name="connsiteX475" fmla="*/ 1854664 w 3415751"/>
              <a:gd name="connsiteY475" fmla="*/ 591756 h 768467"/>
              <a:gd name="connsiteX476" fmla="*/ 1820608 w 3415751"/>
              <a:gd name="connsiteY476" fmla="*/ 582911 h 768467"/>
              <a:gd name="connsiteX477" fmla="*/ 1830112 w 3415751"/>
              <a:gd name="connsiteY477" fmla="*/ 582911 h 768467"/>
              <a:gd name="connsiteX478" fmla="*/ 1839616 w 3415751"/>
              <a:gd name="connsiteY478" fmla="*/ 582911 h 768467"/>
              <a:gd name="connsiteX479" fmla="*/ 1839616 w 3415751"/>
              <a:gd name="connsiteY479" fmla="*/ 681780 h 768467"/>
              <a:gd name="connsiteX480" fmla="*/ 1830244 w 3415751"/>
              <a:gd name="connsiteY480" fmla="*/ 681780 h 768467"/>
              <a:gd name="connsiteX481" fmla="*/ 1820608 w 3415751"/>
              <a:gd name="connsiteY481" fmla="*/ 681780 h 768467"/>
              <a:gd name="connsiteX482" fmla="*/ 1731902 w 3415751"/>
              <a:gd name="connsiteY482" fmla="*/ 582911 h 768467"/>
              <a:gd name="connsiteX483" fmla="*/ 1805823 w 3415751"/>
              <a:gd name="connsiteY483" fmla="*/ 582911 h 768467"/>
              <a:gd name="connsiteX484" fmla="*/ 1805823 w 3415751"/>
              <a:gd name="connsiteY484" fmla="*/ 591623 h 768467"/>
              <a:gd name="connsiteX485" fmla="*/ 1805823 w 3415751"/>
              <a:gd name="connsiteY485" fmla="*/ 600467 h 768467"/>
              <a:gd name="connsiteX486" fmla="*/ 1778367 w 3415751"/>
              <a:gd name="connsiteY486" fmla="*/ 600467 h 768467"/>
              <a:gd name="connsiteX487" fmla="*/ 1778367 w 3415751"/>
              <a:gd name="connsiteY487" fmla="*/ 681780 h 768467"/>
              <a:gd name="connsiteX488" fmla="*/ 1768863 w 3415751"/>
              <a:gd name="connsiteY488" fmla="*/ 681780 h 768467"/>
              <a:gd name="connsiteX489" fmla="*/ 1759359 w 3415751"/>
              <a:gd name="connsiteY489" fmla="*/ 681780 h 768467"/>
              <a:gd name="connsiteX490" fmla="*/ 1759359 w 3415751"/>
              <a:gd name="connsiteY490" fmla="*/ 600467 h 768467"/>
              <a:gd name="connsiteX491" fmla="*/ 1731902 w 3415751"/>
              <a:gd name="connsiteY491" fmla="*/ 600467 h 768467"/>
              <a:gd name="connsiteX492" fmla="*/ 1731902 w 3415751"/>
              <a:gd name="connsiteY492" fmla="*/ 591756 h 768467"/>
              <a:gd name="connsiteX493" fmla="*/ 1552511 w 3415751"/>
              <a:gd name="connsiteY493" fmla="*/ 582911 h 768467"/>
              <a:gd name="connsiteX494" fmla="*/ 1562543 w 3415751"/>
              <a:gd name="connsiteY494" fmla="*/ 582911 h 768467"/>
              <a:gd name="connsiteX495" fmla="*/ 1572444 w 3415751"/>
              <a:gd name="connsiteY495" fmla="*/ 582911 h 768467"/>
              <a:gd name="connsiteX496" fmla="*/ 1609008 w 3415751"/>
              <a:gd name="connsiteY496" fmla="*/ 652345 h 768467"/>
              <a:gd name="connsiteX497" fmla="*/ 1609008 w 3415751"/>
              <a:gd name="connsiteY497" fmla="*/ 582911 h 768467"/>
              <a:gd name="connsiteX498" fmla="*/ 1617853 w 3415751"/>
              <a:gd name="connsiteY498" fmla="*/ 582911 h 768467"/>
              <a:gd name="connsiteX499" fmla="*/ 1626829 w 3415751"/>
              <a:gd name="connsiteY499" fmla="*/ 582911 h 768467"/>
              <a:gd name="connsiteX500" fmla="*/ 1626829 w 3415751"/>
              <a:gd name="connsiteY500" fmla="*/ 681780 h 768467"/>
              <a:gd name="connsiteX501" fmla="*/ 1617325 w 3415751"/>
              <a:gd name="connsiteY501" fmla="*/ 681780 h 768467"/>
              <a:gd name="connsiteX502" fmla="*/ 1607820 w 3415751"/>
              <a:gd name="connsiteY502" fmla="*/ 681780 h 768467"/>
              <a:gd name="connsiteX503" fmla="*/ 1570332 w 3415751"/>
              <a:gd name="connsiteY503" fmla="*/ 610499 h 768467"/>
              <a:gd name="connsiteX504" fmla="*/ 1570332 w 3415751"/>
              <a:gd name="connsiteY504" fmla="*/ 681780 h 768467"/>
              <a:gd name="connsiteX505" fmla="*/ 1561487 w 3415751"/>
              <a:gd name="connsiteY505" fmla="*/ 681780 h 768467"/>
              <a:gd name="connsiteX506" fmla="*/ 1552511 w 3415751"/>
              <a:gd name="connsiteY506" fmla="*/ 681780 h 768467"/>
              <a:gd name="connsiteX507" fmla="*/ 1511723 w 3415751"/>
              <a:gd name="connsiteY507" fmla="*/ 582911 h 768467"/>
              <a:gd name="connsiteX508" fmla="*/ 1521096 w 3415751"/>
              <a:gd name="connsiteY508" fmla="*/ 582911 h 768467"/>
              <a:gd name="connsiteX509" fmla="*/ 1530732 w 3415751"/>
              <a:gd name="connsiteY509" fmla="*/ 582911 h 768467"/>
              <a:gd name="connsiteX510" fmla="*/ 1530732 w 3415751"/>
              <a:gd name="connsiteY510" fmla="*/ 681780 h 768467"/>
              <a:gd name="connsiteX511" fmla="*/ 1521227 w 3415751"/>
              <a:gd name="connsiteY511" fmla="*/ 681780 h 768467"/>
              <a:gd name="connsiteX512" fmla="*/ 1511723 w 3415751"/>
              <a:gd name="connsiteY512" fmla="*/ 681780 h 768467"/>
              <a:gd name="connsiteX513" fmla="*/ 1271742 w 3415751"/>
              <a:gd name="connsiteY513" fmla="*/ 582911 h 768467"/>
              <a:gd name="connsiteX514" fmla="*/ 1281643 w 3415751"/>
              <a:gd name="connsiteY514" fmla="*/ 582911 h 768467"/>
              <a:gd name="connsiteX515" fmla="*/ 1291675 w 3415751"/>
              <a:gd name="connsiteY515" fmla="*/ 582911 h 768467"/>
              <a:gd name="connsiteX516" fmla="*/ 1328108 w 3415751"/>
              <a:gd name="connsiteY516" fmla="*/ 652345 h 768467"/>
              <a:gd name="connsiteX517" fmla="*/ 1328108 w 3415751"/>
              <a:gd name="connsiteY517" fmla="*/ 582911 h 768467"/>
              <a:gd name="connsiteX518" fmla="*/ 1336951 w 3415751"/>
              <a:gd name="connsiteY518" fmla="*/ 582911 h 768467"/>
              <a:gd name="connsiteX519" fmla="*/ 1345927 w 3415751"/>
              <a:gd name="connsiteY519" fmla="*/ 582911 h 768467"/>
              <a:gd name="connsiteX520" fmla="*/ 1345927 w 3415751"/>
              <a:gd name="connsiteY520" fmla="*/ 681780 h 768467"/>
              <a:gd name="connsiteX521" fmla="*/ 1336424 w 3415751"/>
              <a:gd name="connsiteY521" fmla="*/ 681780 h 768467"/>
              <a:gd name="connsiteX522" fmla="*/ 1326920 w 3415751"/>
              <a:gd name="connsiteY522" fmla="*/ 681780 h 768467"/>
              <a:gd name="connsiteX523" fmla="*/ 1289430 w 3415751"/>
              <a:gd name="connsiteY523" fmla="*/ 610499 h 768467"/>
              <a:gd name="connsiteX524" fmla="*/ 1289430 w 3415751"/>
              <a:gd name="connsiteY524" fmla="*/ 681780 h 768467"/>
              <a:gd name="connsiteX525" fmla="*/ 1280587 w 3415751"/>
              <a:gd name="connsiteY525" fmla="*/ 681780 h 768467"/>
              <a:gd name="connsiteX526" fmla="*/ 1271742 w 3415751"/>
              <a:gd name="connsiteY526" fmla="*/ 681780 h 768467"/>
              <a:gd name="connsiteX527" fmla="*/ 1230822 w 3415751"/>
              <a:gd name="connsiteY527" fmla="*/ 582911 h 768467"/>
              <a:gd name="connsiteX528" fmla="*/ 1240326 w 3415751"/>
              <a:gd name="connsiteY528" fmla="*/ 582911 h 768467"/>
              <a:gd name="connsiteX529" fmla="*/ 1249831 w 3415751"/>
              <a:gd name="connsiteY529" fmla="*/ 582911 h 768467"/>
              <a:gd name="connsiteX530" fmla="*/ 1249831 w 3415751"/>
              <a:gd name="connsiteY530" fmla="*/ 681780 h 768467"/>
              <a:gd name="connsiteX531" fmla="*/ 1240326 w 3415751"/>
              <a:gd name="connsiteY531" fmla="*/ 681780 h 768467"/>
              <a:gd name="connsiteX532" fmla="*/ 1230822 w 3415751"/>
              <a:gd name="connsiteY532" fmla="*/ 681780 h 768467"/>
              <a:gd name="connsiteX533" fmla="*/ 1114923 w 3415751"/>
              <a:gd name="connsiteY533" fmla="*/ 582911 h 768467"/>
              <a:gd name="connsiteX534" fmla="*/ 1124427 w 3415751"/>
              <a:gd name="connsiteY534" fmla="*/ 582911 h 768467"/>
              <a:gd name="connsiteX535" fmla="*/ 1133931 w 3415751"/>
              <a:gd name="connsiteY535" fmla="*/ 582911 h 768467"/>
              <a:gd name="connsiteX536" fmla="*/ 1133931 w 3415751"/>
              <a:gd name="connsiteY536" fmla="*/ 681780 h 768467"/>
              <a:gd name="connsiteX537" fmla="*/ 1124559 w 3415751"/>
              <a:gd name="connsiteY537" fmla="*/ 681780 h 768467"/>
              <a:gd name="connsiteX538" fmla="*/ 1114923 w 3415751"/>
              <a:gd name="connsiteY538" fmla="*/ 681780 h 768467"/>
              <a:gd name="connsiteX539" fmla="*/ 1026877 w 3415751"/>
              <a:gd name="connsiteY539" fmla="*/ 582911 h 768467"/>
              <a:gd name="connsiteX540" fmla="*/ 1093803 w 3415751"/>
              <a:gd name="connsiteY540" fmla="*/ 582911 h 768467"/>
              <a:gd name="connsiteX541" fmla="*/ 1093803 w 3415751"/>
              <a:gd name="connsiteY541" fmla="*/ 591623 h 768467"/>
              <a:gd name="connsiteX542" fmla="*/ 1093803 w 3415751"/>
              <a:gd name="connsiteY542" fmla="*/ 600467 h 768467"/>
              <a:gd name="connsiteX543" fmla="*/ 1045886 w 3415751"/>
              <a:gd name="connsiteY543" fmla="*/ 600467 h 768467"/>
              <a:gd name="connsiteX544" fmla="*/ 1045886 w 3415751"/>
              <a:gd name="connsiteY544" fmla="*/ 621456 h 768467"/>
              <a:gd name="connsiteX545" fmla="*/ 1090370 w 3415751"/>
              <a:gd name="connsiteY545" fmla="*/ 621456 h 768467"/>
              <a:gd name="connsiteX546" fmla="*/ 1090370 w 3415751"/>
              <a:gd name="connsiteY546" fmla="*/ 629904 h 768467"/>
              <a:gd name="connsiteX547" fmla="*/ 1090370 w 3415751"/>
              <a:gd name="connsiteY547" fmla="*/ 638484 h 768467"/>
              <a:gd name="connsiteX548" fmla="*/ 1045886 w 3415751"/>
              <a:gd name="connsiteY548" fmla="*/ 638484 h 768467"/>
              <a:gd name="connsiteX549" fmla="*/ 1045886 w 3415751"/>
              <a:gd name="connsiteY549" fmla="*/ 664224 h 768467"/>
              <a:gd name="connsiteX550" fmla="*/ 1095915 w 3415751"/>
              <a:gd name="connsiteY550" fmla="*/ 664224 h 768467"/>
              <a:gd name="connsiteX551" fmla="*/ 1095915 w 3415751"/>
              <a:gd name="connsiteY551" fmla="*/ 673069 h 768467"/>
              <a:gd name="connsiteX552" fmla="*/ 1095915 w 3415751"/>
              <a:gd name="connsiteY552" fmla="*/ 681780 h 768467"/>
              <a:gd name="connsiteX553" fmla="*/ 1026877 w 3415751"/>
              <a:gd name="connsiteY553" fmla="*/ 681780 h 768467"/>
              <a:gd name="connsiteX554" fmla="*/ 929747 w 3415751"/>
              <a:gd name="connsiteY554" fmla="*/ 582723 h 768467"/>
              <a:gd name="connsiteX555" fmla="*/ 974232 w 3415751"/>
              <a:gd name="connsiteY555" fmla="*/ 582723 h 768467"/>
              <a:gd name="connsiteX556" fmla="*/ 994824 w 3415751"/>
              <a:gd name="connsiteY556" fmla="*/ 589323 h 768467"/>
              <a:gd name="connsiteX557" fmla="*/ 1002350 w 3415751"/>
              <a:gd name="connsiteY557" fmla="*/ 607803 h 768467"/>
              <a:gd name="connsiteX558" fmla="*/ 993900 w 3415751"/>
              <a:gd name="connsiteY558" fmla="*/ 626415 h 768467"/>
              <a:gd name="connsiteX559" fmla="*/ 990865 w 3415751"/>
              <a:gd name="connsiteY559" fmla="*/ 628395 h 768467"/>
              <a:gd name="connsiteX560" fmla="*/ 996673 w 3415751"/>
              <a:gd name="connsiteY560" fmla="*/ 631695 h 768467"/>
              <a:gd name="connsiteX561" fmla="*/ 1005385 w 3415751"/>
              <a:gd name="connsiteY561" fmla="*/ 650703 h 768467"/>
              <a:gd name="connsiteX562" fmla="*/ 996673 w 3415751"/>
              <a:gd name="connsiteY562" fmla="*/ 673672 h 768467"/>
              <a:gd name="connsiteX563" fmla="*/ 971460 w 3415751"/>
              <a:gd name="connsiteY563" fmla="*/ 681592 h 768467"/>
              <a:gd name="connsiteX564" fmla="*/ 930143 w 3415751"/>
              <a:gd name="connsiteY564" fmla="*/ 681592 h 768467"/>
              <a:gd name="connsiteX565" fmla="*/ 1189131 w 3415751"/>
              <a:gd name="connsiteY565" fmla="*/ 582722 h 768467"/>
              <a:gd name="connsiteX566" fmla="*/ 1208008 w 3415751"/>
              <a:gd name="connsiteY566" fmla="*/ 582722 h 768467"/>
              <a:gd name="connsiteX567" fmla="*/ 1208008 w 3415751"/>
              <a:gd name="connsiteY567" fmla="*/ 653872 h 768467"/>
              <a:gd name="connsiteX568" fmla="*/ 1200616 w 3415751"/>
              <a:gd name="connsiteY568" fmla="*/ 676576 h 768467"/>
              <a:gd name="connsiteX569" fmla="*/ 1178703 w 3415751"/>
              <a:gd name="connsiteY569" fmla="*/ 684365 h 768467"/>
              <a:gd name="connsiteX570" fmla="*/ 1156131 w 3415751"/>
              <a:gd name="connsiteY570" fmla="*/ 675784 h 768467"/>
              <a:gd name="connsiteX571" fmla="*/ 1149399 w 3415751"/>
              <a:gd name="connsiteY571" fmla="*/ 649383 h 768467"/>
              <a:gd name="connsiteX572" fmla="*/ 1149399 w 3415751"/>
              <a:gd name="connsiteY572" fmla="*/ 644236 h 768467"/>
              <a:gd name="connsiteX573" fmla="*/ 1167483 w 3415751"/>
              <a:gd name="connsiteY573" fmla="*/ 644236 h 768467"/>
              <a:gd name="connsiteX574" fmla="*/ 1167483 w 3415751"/>
              <a:gd name="connsiteY574" fmla="*/ 650176 h 768467"/>
              <a:gd name="connsiteX575" fmla="*/ 1169991 w 3415751"/>
              <a:gd name="connsiteY575" fmla="*/ 663376 h 768467"/>
              <a:gd name="connsiteX576" fmla="*/ 1178571 w 3415751"/>
              <a:gd name="connsiteY576" fmla="*/ 667732 h 768467"/>
              <a:gd name="connsiteX577" fmla="*/ 1186623 w 3415751"/>
              <a:gd name="connsiteY577" fmla="*/ 664564 h 768467"/>
              <a:gd name="connsiteX578" fmla="*/ 1189131 w 3415751"/>
              <a:gd name="connsiteY578" fmla="*/ 654268 h 768467"/>
              <a:gd name="connsiteX579" fmla="*/ 1943525 w 3415751"/>
              <a:gd name="connsiteY579" fmla="*/ 582591 h 768467"/>
              <a:gd name="connsiteX580" fmla="*/ 1962533 w 3415751"/>
              <a:gd name="connsiteY580" fmla="*/ 582591 h 768467"/>
              <a:gd name="connsiteX581" fmla="*/ 1962533 w 3415751"/>
              <a:gd name="connsiteY581" fmla="*/ 644897 h 768467"/>
              <a:gd name="connsiteX582" fmla="*/ 1967021 w 3415751"/>
              <a:gd name="connsiteY582" fmla="*/ 660869 h 768467"/>
              <a:gd name="connsiteX583" fmla="*/ 1980221 w 3415751"/>
              <a:gd name="connsiteY583" fmla="*/ 666149 h 768467"/>
              <a:gd name="connsiteX584" fmla="*/ 1993421 w 3415751"/>
              <a:gd name="connsiteY584" fmla="*/ 661265 h 768467"/>
              <a:gd name="connsiteX585" fmla="*/ 1997514 w 3415751"/>
              <a:gd name="connsiteY585" fmla="*/ 644897 h 768467"/>
              <a:gd name="connsiteX586" fmla="*/ 1997514 w 3415751"/>
              <a:gd name="connsiteY586" fmla="*/ 582591 h 768467"/>
              <a:gd name="connsiteX587" fmla="*/ 2017050 w 3415751"/>
              <a:gd name="connsiteY587" fmla="*/ 582591 h 768467"/>
              <a:gd name="connsiteX588" fmla="*/ 2017050 w 3415751"/>
              <a:gd name="connsiteY588" fmla="*/ 644237 h 768467"/>
              <a:gd name="connsiteX589" fmla="*/ 2008469 w 3415751"/>
              <a:gd name="connsiteY589" fmla="*/ 674862 h 768467"/>
              <a:gd name="connsiteX590" fmla="*/ 1980353 w 3415751"/>
              <a:gd name="connsiteY590" fmla="*/ 684235 h 768467"/>
              <a:gd name="connsiteX591" fmla="*/ 1952633 w 3415751"/>
              <a:gd name="connsiteY591" fmla="*/ 674466 h 768467"/>
              <a:gd name="connsiteX592" fmla="*/ 1943525 w 3415751"/>
              <a:gd name="connsiteY592" fmla="*/ 644237 h 768467"/>
              <a:gd name="connsiteX593" fmla="*/ 3165398 w 3415751"/>
              <a:gd name="connsiteY593" fmla="*/ 580411 h 768467"/>
              <a:gd name="connsiteX594" fmla="*/ 3196291 w 3415751"/>
              <a:gd name="connsiteY594" fmla="*/ 591235 h 768467"/>
              <a:gd name="connsiteX595" fmla="*/ 3199657 w 3415751"/>
              <a:gd name="connsiteY595" fmla="*/ 594602 h 768467"/>
              <a:gd name="connsiteX596" fmla="*/ 3211538 w 3415751"/>
              <a:gd name="connsiteY596" fmla="*/ 633015 h 768467"/>
              <a:gd name="connsiteX597" fmla="*/ 3199657 w 3415751"/>
              <a:gd name="connsiteY597" fmla="*/ 670635 h 768467"/>
              <a:gd name="connsiteX598" fmla="*/ 3138481 w 3415751"/>
              <a:gd name="connsiteY598" fmla="*/ 673216 h 768467"/>
              <a:gd name="connsiteX599" fmla="*/ 3135900 w 3415751"/>
              <a:gd name="connsiteY599" fmla="*/ 670635 h 768467"/>
              <a:gd name="connsiteX600" fmla="*/ 3124019 w 3415751"/>
              <a:gd name="connsiteY600" fmla="*/ 633015 h 768467"/>
              <a:gd name="connsiteX601" fmla="*/ 3135900 w 3415751"/>
              <a:gd name="connsiteY601" fmla="*/ 594602 h 768467"/>
              <a:gd name="connsiteX602" fmla="*/ 3165398 w 3415751"/>
              <a:gd name="connsiteY602" fmla="*/ 580411 h 768467"/>
              <a:gd name="connsiteX603" fmla="*/ 2979251 w 3415751"/>
              <a:gd name="connsiteY603" fmla="*/ 580402 h 768467"/>
              <a:gd name="connsiteX604" fmla="*/ 3010227 w 3415751"/>
              <a:gd name="connsiteY604" fmla="*/ 591294 h 768467"/>
              <a:gd name="connsiteX605" fmla="*/ 3013535 w 3415751"/>
              <a:gd name="connsiteY605" fmla="*/ 594602 h 768467"/>
              <a:gd name="connsiteX606" fmla="*/ 3025284 w 3415751"/>
              <a:gd name="connsiteY606" fmla="*/ 633015 h 768467"/>
              <a:gd name="connsiteX607" fmla="*/ 3013535 w 3415751"/>
              <a:gd name="connsiteY607" fmla="*/ 670637 h 768467"/>
              <a:gd name="connsiteX608" fmla="*/ 2952171 w 3415751"/>
              <a:gd name="connsiteY608" fmla="*/ 673159 h 768467"/>
              <a:gd name="connsiteX609" fmla="*/ 2949647 w 3415751"/>
              <a:gd name="connsiteY609" fmla="*/ 670637 h 768467"/>
              <a:gd name="connsiteX610" fmla="*/ 2949646 w 3415751"/>
              <a:gd name="connsiteY610" fmla="*/ 670637 h 768467"/>
              <a:gd name="connsiteX611" fmla="*/ 2937898 w 3415751"/>
              <a:gd name="connsiteY611" fmla="*/ 633015 h 768467"/>
              <a:gd name="connsiteX612" fmla="*/ 2949646 w 3415751"/>
              <a:gd name="connsiteY612" fmla="*/ 594602 h 768467"/>
              <a:gd name="connsiteX613" fmla="*/ 2979251 w 3415751"/>
              <a:gd name="connsiteY613" fmla="*/ 580402 h 768467"/>
              <a:gd name="connsiteX614" fmla="*/ 2290859 w 3415751"/>
              <a:gd name="connsiteY614" fmla="*/ 580402 h 768467"/>
              <a:gd name="connsiteX615" fmla="*/ 2321835 w 3415751"/>
              <a:gd name="connsiteY615" fmla="*/ 591294 h 768467"/>
              <a:gd name="connsiteX616" fmla="*/ 2325143 w 3415751"/>
              <a:gd name="connsiteY616" fmla="*/ 594602 h 768467"/>
              <a:gd name="connsiteX617" fmla="*/ 2336892 w 3415751"/>
              <a:gd name="connsiteY617" fmla="*/ 633015 h 768467"/>
              <a:gd name="connsiteX618" fmla="*/ 2325143 w 3415751"/>
              <a:gd name="connsiteY618" fmla="*/ 670637 h 768467"/>
              <a:gd name="connsiteX619" fmla="*/ 2263779 w 3415751"/>
              <a:gd name="connsiteY619" fmla="*/ 673159 h 768467"/>
              <a:gd name="connsiteX620" fmla="*/ 2261255 w 3415751"/>
              <a:gd name="connsiteY620" fmla="*/ 670637 h 768467"/>
              <a:gd name="connsiteX621" fmla="*/ 2261254 w 3415751"/>
              <a:gd name="connsiteY621" fmla="*/ 670637 h 768467"/>
              <a:gd name="connsiteX622" fmla="*/ 2249506 w 3415751"/>
              <a:gd name="connsiteY622" fmla="*/ 633015 h 768467"/>
              <a:gd name="connsiteX623" fmla="*/ 2261254 w 3415751"/>
              <a:gd name="connsiteY623" fmla="*/ 594602 h 768467"/>
              <a:gd name="connsiteX624" fmla="*/ 2290859 w 3415751"/>
              <a:gd name="connsiteY624" fmla="*/ 580402 h 768467"/>
              <a:gd name="connsiteX625" fmla="*/ 3272259 w 3415751"/>
              <a:gd name="connsiteY625" fmla="*/ 580346 h 768467"/>
              <a:gd name="connsiteX626" fmla="*/ 3299584 w 3415751"/>
              <a:gd name="connsiteY626" fmla="*/ 589322 h 768467"/>
              <a:gd name="connsiteX627" fmla="*/ 3312125 w 3415751"/>
              <a:gd name="connsiteY627" fmla="*/ 613611 h 768467"/>
              <a:gd name="connsiteX628" fmla="*/ 3293513 w 3415751"/>
              <a:gd name="connsiteY628" fmla="*/ 613611 h 768467"/>
              <a:gd name="connsiteX629" fmla="*/ 3286781 w 3415751"/>
              <a:gd name="connsiteY629" fmla="*/ 602391 h 768467"/>
              <a:gd name="connsiteX630" fmla="*/ 3273580 w 3415751"/>
              <a:gd name="connsiteY630" fmla="*/ 597507 h 768467"/>
              <a:gd name="connsiteX631" fmla="*/ 3254175 w 3415751"/>
              <a:gd name="connsiteY631" fmla="*/ 606747 h 768467"/>
              <a:gd name="connsiteX632" fmla="*/ 3254175 w 3415751"/>
              <a:gd name="connsiteY632" fmla="*/ 658227 h 768467"/>
              <a:gd name="connsiteX633" fmla="*/ 3273845 w 3415751"/>
              <a:gd name="connsiteY633" fmla="*/ 667071 h 768467"/>
              <a:gd name="connsiteX634" fmla="*/ 3291005 w 3415751"/>
              <a:gd name="connsiteY634" fmla="*/ 657832 h 768467"/>
              <a:gd name="connsiteX635" fmla="*/ 3296020 w 3415751"/>
              <a:gd name="connsiteY635" fmla="*/ 645688 h 768467"/>
              <a:gd name="connsiteX636" fmla="*/ 3274636 w 3415751"/>
              <a:gd name="connsiteY636" fmla="*/ 645688 h 768467"/>
              <a:gd name="connsiteX637" fmla="*/ 3274636 w 3415751"/>
              <a:gd name="connsiteY637" fmla="*/ 628660 h 768467"/>
              <a:gd name="connsiteX638" fmla="*/ 3312785 w 3415751"/>
              <a:gd name="connsiteY638" fmla="*/ 628660 h 768467"/>
              <a:gd name="connsiteX639" fmla="*/ 3312785 w 3415751"/>
              <a:gd name="connsiteY639" fmla="*/ 681461 h 768467"/>
              <a:gd name="connsiteX640" fmla="*/ 3299584 w 3415751"/>
              <a:gd name="connsiteY640" fmla="*/ 681461 h 768467"/>
              <a:gd name="connsiteX641" fmla="*/ 3297737 w 3415751"/>
              <a:gd name="connsiteY641" fmla="*/ 668261 h 768467"/>
              <a:gd name="connsiteX642" fmla="*/ 3297472 w 3415751"/>
              <a:gd name="connsiteY642" fmla="*/ 670636 h 768467"/>
              <a:gd name="connsiteX643" fmla="*/ 3271072 w 3415751"/>
              <a:gd name="connsiteY643" fmla="*/ 684629 h 768467"/>
              <a:gd name="connsiteX644" fmla="*/ 3271072 w 3415751"/>
              <a:gd name="connsiteY644" fmla="*/ 683836 h 768467"/>
              <a:gd name="connsiteX645" fmla="*/ 3239391 w 3415751"/>
              <a:gd name="connsiteY645" fmla="*/ 670636 h 768467"/>
              <a:gd name="connsiteX646" fmla="*/ 3239391 w 3415751"/>
              <a:gd name="connsiteY646" fmla="*/ 594602 h 768467"/>
              <a:gd name="connsiteX647" fmla="*/ 3272259 w 3415751"/>
              <a:gd name="connsiteY647" fmla="*/ 580346 h 768467"/>
              <a:gd name="connsiteX648" fmla="*/ 2691053 w 3415751"/>
              <a:gd name="connsiteY648" fmla="*/ 580083 h 768467"/>
              <a:gd name="connsiteX649" fmla="*/ 2717453 w 3415751"/>
              <a:gd name="connsiteY649" fmla="*/ 589587 h 768467"/>
              <a:gd name="connsiteX650" fmla="*/ 2730653 w 3415751"/>
              <a:gd name="connsiteY650" fmla="*/ 615327 h 768467"/>
              <a:gd name="connsiteX651" fmla="*/ 2711645 w 3415751"/>
              <a:gd name="connsiteY651" fmla="*/ 615327 h 768467"/>
              <a:gd name="connsiteX652" fmla="*/ 2705309 w 3415751"/>
              <a:gd name="connsiteY652" fmla="*/ 602126 h 768467"/>
              <a:gd name="connsiteX653" fmla="*/ 2692109 w 3415751"/>
              <a:gd name="connsiteY653" fmla="*/ 597374 h 768467"/>
              <a:gd name="connsiteX654" fmla="*/ 2675477 w 3415751"/>
              <a:gd name="connsiteY654" fmla="*/ 606615 h 768467"/>
              <a:gd name="connsiteX655" fmla="*/ 2669536 w 3415751"/>
              <a:gd name="connsiteY655" fmla="*/ 632091 h 768467"/>
              <a:gd name="connsiteX656" fmla="*/ 2675477 w 3415751"/>
              <a:gd name="connsiteY656" fmla="*/ 656908 h 768467"/>
              <a:gd name="connsiteX657" fmla="*/ 2703699 w 3415751"/>
              <a:gd name="connsiteY657" fmla="*/ 662383 h 768467"/>
              <a:gd name="connsiteX658" fmla="*/ 2705969 w 3415751"/>
              <a:gd name="connsiteY658" fmla="*/ 660604 h 768467"/>
              <a:gd name="connsiteX659" fmla="*/ 2712305 w 3415751"/>
              <a:gd name="connsiteY659" fmla="*/ 646479 h 768467"/>
              <a:gd name="connsiteX660" fmla="*/ 2729862 w 3415751"/>
              <a:gd name="connsiteY660" fmla="*/ 647007 h 768467"/>
              <a:gd name="connsiteX661" fmla="*/ 2717453 w 3415751"/>
              <a:gd name="connsiteY661" fmla="*/ 674200 h 768467"/>
              <a:gd name="connsiteX662" fmla="*/ 2691053 w 3415751"/>
              <a:gd name="connsiteY662" fmla="*/ 684364 h 768467"/>
              <a:gd name="connsiteX663" fmla="*/ 2660560 w 3415751"/>
              <a:gd name="connsiteY663" fmla="*/ 670373 h 768467"/>
              <a:gd name="connsiteX664" fmla="*/ 2649208 w 3415751"/>
              <a:gd name="connsiteY664" fmla="*/ 632751 h 768467"/>
              <a:gd name="connsiteX665" fmla="*/ 2660560 w 3415751"/>
              <a:gd name="connsiteY665" fmla="*/ 594339 h 768467"/>
              <a:gd name="connsiteX666" fmla="*/ 2691053 w 3415751"/>
              <a:gd name="connsiteY666" fmla="*/ 580083 h 768467"/>
              <a:gd name="connsiteX667" fmla="*/ 1682686 w 3415751"/>
              <a:gd name="connsiteY667" fmla="*/ 580081 h 768467"/>
              <a:gd name="connsiteX668" fmla="*/ 1707636 w 3415751"/>
              <a:gd name="connsiteY668" fmla="*/ 588794 h 768467"/>
              <a:gd name="connsiteX669" fmla="*/ 1718196 w 3415751"/>
              <a:gd name="connsiteY669" fmla="*/ 612423 h 768467"/>
              <a:gd name="connsiteX670" fmla="*/ 1698923 w 3415751"/>
              <a:gd name="connsiteY670" fmla="*/ 612423 h 768467"/>
              <a:gd name="connsiteX671" fmla="*/ 1693246 w 3415751"/>
              <a:gd name="connsiteY671" fmla="*/ 601202 h 768467"/>
              <a:gd name="connsiteX672" fmla="*/ 1680046 w 3415751"/>
              <a:gd name="connsiteY672" fmla="*/ 597111 h 768467"/>
              <a:gd name="connsiteX673" fmla="*/ 1668826 w 3415751"/>
              <a:gd name="connsiteY673" fmla="*/ 600542 h 768467"/>
              <a:gd name="connsiteX674" fmla="*/ 1664734 w 3415751"/>
              <a:gd name="connsiteY674" fmla="*/ 610178 h 768467"/>
              <a:gd name="connsiteX675" fmla="*/ 1668958 w 3415751"/>
              <a:gd name="connsiteY675" fmla="*/ 617042 h 768467"/>
              <a:gd name="connsiteX676" fmla="*/ 1686910 w 3415751"/>
              <a:gd name="connsiteY676" fmla="*/ 622718 h 768467"/>
              <a:gd name="connsiteX677" fmla="*/ 1713311 w 3415751"/>
              <a:gd name="connsiteY677" fmla="*/ 633938 h 768467"/>
              <a:gd name="connsiteX678" fmla="*/ 1719911 w 3415751"/>
              <a:gd name="connsiteY678" fmla="*/ 654003 h 768467"/>
              <a:gd name="connsiteX679" fmla="*/ 1709878 w 3415751"/>
              <a:gd name="connsiteY679" fmla="*/ 676179 h 768467"/>
              <a:gd name="connsiteX680" fmla="*/ 1682555 w 3415751"/>
              <a:gd name="connsiteY680" fmla="*/ 684364 h 768467"/>
              <a:gd name="connsiteX681" fmla="*/ 1656154 w 3415751"/>
              <a:gd name="connsiteY681" fmla="*/ 675651 h 768467"/>
              <a:gd name="connsiteX682" fmla="*/ 1645726 w 3415751"/>
              <a:gd name="connsiteY682" fmla="*/ 650966 h 768467"/>
              <a:gd name="connsiteX683" fmla="*/ 1664074 w 3415751"/>
              <a:gd name="connsiteY683" fmla="*/ 650968 h 768467"/>
              <a:gd name="connsiteX684" fmla="*/ 1669354 w 3415751"/>
              <a:gd name="connsiteY684" fmla="*/ 663112 h 768467"/>
              <a:gd name="connsiteX685" fmla="*/ 1682555 w 3415751"/>
              <a:gd name="connsiteY685" fmla="*/ 667336 h 768467"/>
              <a:gd name="connsiteX686" fmla="*/ 1696811 w 3415751"/>
              <a:gd name="connsiteY686" fmla="*/ 664168 h 768467"/>
              <a:gd name="connsiteX687" fmla="*/ 1701959 w 3415751"/>
              <a:gd name="connsiteY687" fmla="*/ 655323 h 768467"/>
              <a:gd name="connsiteX688" fmla="*/ 1698263 w 3415751"/>
              <a:gd name="connsiteY688" fmla="*/ 647007 h 768467"/>
              <a:gd name="connsiteX689" fmla="*/ 1682818 w 3415751"/>
              <a:gd name="connsiteY689" fmla="*/ 641595 h 768467"/>
              <a:gd name="connsiteX690" fmla="*/ 1653911 w 3415751"/>
              <a:gd name="connsiteY690" fmla="*/ 630242 h 768467"/>
              <a:gd name="connsiteX691" fmla="*/ 1646650 w 3415751"/>
              <a:gd name="connsiteY691" fmla="*/ 611367 h 768467"/>
              <a:gd name="connsiteX692" fmla="*/ 1656286 w 3415751"/>
              <a:gd name="connsiteY692" fmla="*/ 588529 h 768467"/>
              <a:gd name="connsiteX693" fmla="*/ 1682686 w 3415751"/>
              <a:gd name="connsiteY693" fmla="*/ 580081 h 768467"/>
              <a:gd name="connsiteX694" fmla="*/ 1405335 w 3415751"/>
              <a:gd name="connsiteY694" fmla="*/ 579720 h 768467"/>
              <a:gd name="connsiteX695" fmla="*/ 1436372 w 3415751"/>
              <a:gd name="connsiteY695" fmla="*/ 588532 h 768467"/>
              <a:gd name="connsiteX696" fmla="*/ 1448912 w 3415751"/>
              <a:gd name="connsiteY696" fmla="*/ 612820 h 768467"/>
              <a:gd name="connsiteX697" fmla="*/ 1429904 w 3415751"/>
              <a:gd name="connsiteY697" fmla="*/ 612820 h 768467"/>
              <a:gd name="connsiteX698" fmla="*/ 1423303 w 3415751"/>
              <a:gd name="connsiteY698" fmla="*/ 601600 h 768467"/>
              <a:gd name="connsiteX699" fmla="*/ 1410103 w 3415751"/>
              <a:gd name="connsiteY699" fmla="*/ 596715 h 768467"/>
              <a:gd name="connsiteX700" fmla="*/ 1390700 w 3415751"/>
              <a:gd name="connsiteY700" fmla="*/ 605956 h 768467"/>
              <a:gd name="connsiteX701" fmla="*/ 1383703 w 3415751"/>
              <a:gd name="connsiteY701" fmla="*/ 632356 h 768467"/>
              <a:gd name="connsiteX702" fmla="*/ 1390435 w 3415751"/>
              <a:gd name="connsiteY702" fmla="*/ 657964 h 768467"/>
              <a:gd name="connsiteX703" fmla="*/ 1410103 w 3415751"/>
              <a:gd name="connsiteY703" fmla="*/ 666809 h 768467"/>
              <a:gd name="connsiteX704" fmla="*/ 1427264 w 3415751"/>
              <a:gd name="connsiteY704" fmla="*/ 657569 h 768467"/>
              <a:gd name="connsiteX705" fmla="*/ 1432279 w 3415751"/>
              <a:gd name="connsiteY705" fmla="*/ 645425 h 768467"/>
              <a:gd name="connsiteX706" fmla="*/ 1410896 w 3415751"/>
              <a:gd name="connsiteY706" fmla="*/ 645425 h 768467"/>
              <a:gd name="connsiteX707" fmla="*/ 1410896 w 3415751"/>
              <a:gd name="connsiteY707" fmla="*/ 628396 h 768467"/>
              <a:gd name="connsiteX708" fmla="*/ 1449440 w 3415751"/>
              <a:gd name="connsiteY708" fmla="*/ 628396 h 768467"/>
              <a:gd name="connsiteX709" fmla="*/ 1449440 w 3415751"/>
              <a:gd name="connsiteY709" fmla="*/ 681196 h 768467"/>
              <a:gd name="connsiteX710" fmla="*/ 1436240 w 3415751"/>
              <a:gd name="connsiteY710" fmla="*/ 681196 h 768467"/>
              <a:gd name="connsiteX711" fmla="*/ 1434391 w 3415751"/>
              <a:gd name="connsiteY711" fmla="*/ 667996 h 768467"/>
              <a:gd name="connsiteX712" fmla="*/ 1433337 w 3415751"/>
              <a:gd name="connsiteY712" fmla="*/ 669580 h 768467"/>
              <a:gd name="connsiteX713" fmla="*/ 1406936 w 3415751"/>
              <a:gd name="connsiteY713" fmla="*/ 683573 h 768467"/>
              <a:gd name="connsiteX714" fmla="*/ 1407859 w 3415751"/>
              <a:gd name="connsiteY714" fmla="*/ 683836 h 768467"/>
              <a:gd name="connsiteX715" fmla="*/ 1376310 w 3415751"/>
              <a:gd name="connsiteY715" fmla="*/ 669845 h 768467"/>
              <a:gd name="connsiteX716" fmla="*/ 1376310 w 3415751"/>
              <a:gd name="connsiteY716" fmla="*/ 593812 h 768467"/>
              <a:gd name="connsiteX717" fmla="*/ 1405335 w 3415751"/>
              <a:gd name="connsiteY717" fmla="*/ 579720 h 768467"/>
              <a:gd name="connsiteX718" fmla="*/ 621825 w 3415751"/>
              <a:gd name="connsiteY718" fmla="*/ 579645 h 768467"/>
              <a:gd name="connsiteX719" fmla="*/ 619440 w 3415751"/>
              <a:gd name="connsiteY719" fmla="*/ 582333 h 768467"/>
              <a:gd name="connsiteX720" fmla="*/ 617017 w 3415751"/>
              <a:gd name="connsiteY720" fmla="*/ 584983 h 768467"/>
              <a:gd name="connsiteX721" fmla="*/ 627429 w 3415751"/>
              <a:gd name="connsiteY721" fmla="*/ 594373 h 768467"/>
              <a:gd name="connsiteX722" fmla="*/ 618456 w 3415751"/>
              <a:gd name="connsiteY722" fmla="*/ 604369 h 768467"/>
              <a:gd name="connsiteX723" fmla="*/ 608043 w 3415751"/>
              <a:gd name="connsiteY723" fmla="*/ 594979 h 768467"/>
              <a:gd name="connsiteX724" fmla="*/ 605620 w 3415751"/>
              <a:gd name="connsiteY724" fmla="*/ 597667 h 768467"/>
              <a:gd name="connsiteX725" fmla="*/ 603235 w 3415751"/>
              <a:gd name="connsiteY725" fmla="*/ 600318 h 768467"/>
              <a:gd name="connsiteX726" fmla="*/ 630950 w 3415751"/>
              <a:gd name="connsiteY726" fmla="*/ 625421 h 768467"/>
              <a:gd name="connsiteX727" fmla="*/ 633336 w 3415751"/>
              <a:gd name="connsiteY727" fmla="*/ 622733 h 768467"/>
              <a:gd name="connsiteX728" fmla="*/ 635759 w 3415751"/>
              <a:gd name="connsiteY728" fmla="*/ 620082 h 768467"/>
              <a:gd name="connsiteX729" fmla="*/ 623151 w 3415751"/>
              <a:gd name="connsiteY729" fmla="*/ 608723 h 768467"/>
              <a:gd name="connsiteX730" fmla="*/ 632162 w 3415751"/>
              <a:gd name="connsiteY730" fmla="*/ 598728 h 768467"/>
              <a:gd name="connsiteX731" fmla="*/ 644733 w 3415751"/>
              <a:gd name="connsiteY731" fmla="*/ 610086 h 768467"/>
              <a:gd name="connsiteX732" fmla="*/ 647156 w 3415751"/>
              <a:gd name="connsiteY732" fmla="*/ 607398 h 768467"/>
              <a:gd name="connsiteX733" fmla="*/ 649617 w 3415751"/>
              <a:gd name="connsiteY733" fmla="*/ 604672 h 768467"/>
              <a:gd name="connsiteX734" fmla="*/ 383780 w 3415751"/>
              <a:gd name="connsiteY734" fmla="*/ 560940 h 768467"/>
              <a:gd name="connsiteX735" fmla="*/ 386544 w 3415751"/>
              <a:gd name="connsiteY735" fmla="*/ 564424 h 768467"/>
              <a:gd name="connsiteX736" fmla="*/ 389573 w 3415751"/>
              <a:gd name="connsiteY736" fmla="*/ 567339 h 768467"/>
              <a:gd name="connsiteX737" fmla="*/ 388740 w 3415751"/>
              <a:gd name="connsiteY737" fmla="*/ 568248 h 768467"/>
              <a:gd name="connsiteX738" fmla="*/ 388740 w 3415751"/>
              <a:gd name="connsiteY738" fmla="*/ 591571 h 768467"/>
              <a:gd name="connsiteX739" fmla="*/ 400477 w 3415751"/>
              <a:gd name="connsiteY739" fmla="*/ 593616 h 768467"/>
              <a:gd name="connsiteX740" fmla="*/ 409602 w 3415751"/>
              <a:gd name="connsiteY740" fmla="*/ 599182 h 768467"/>
              <a:gd name="connsiteX741" fmla="*/ 418462 w 3415751"/>
              <a:gd name="connsiteY741" fmla="*/ 601643 h 768467"/>
              <a:gd name="connsiteX742" fmla="*/ 422968 w 3415751"/>
              <a:gd name="connsiteY742" fmla="*/ 606035 h 768467"/>
              <a:gd name="connsiteX743" fmla="*/ 428004 w 3415751"/>
              <a:gd name="connsiteY743" fmla="*/ 606489 h 768467"/>
              <a:gd name="connsiteX744" fmla="*/ 435046 w 3415751"/>
              <a:gd name="connsiteY744" fmla="*/ 611752 h 768467"/>
              <a:gd name="connsiteX745" fmla="*/ 440499 w 3415751"/>
              <a:gd name="connsiteY745" fmla="*/ 615122 h 768467"/>
              <a:gd name="connsiteX746" fmla="*/ 443225 w 3415751"/>
              <a:gd name="connsiteY746" fmla="*/ 618530 h 768467"/>
              <a:gd name="connsiteX747" fmla="*/ 448298 w 3415751"/>
              <a:gd name="connsiteY747" fmla="*/ 620574 h 768467"/>
              <a:gd name="connsiteX748" fmla="*/ 454053 w 3415751"/>
              <a:gd name="connsiteY748" fmla="*/ 621256 h 768467"/>
              <a:gd name="connsiteX749" fmla="*/ 461626 w 3415751"/>
              <a:gd name="connsiteY749" fmla="*/ 624285 h 768467"/>
              <a:gd name="connsiteX750" fmla="*/ 472568 w 3415751"/>
              <a:gd name="connsiteY750" fmla="*/ 630381 h 768467"/>
              <a:gd name="connsiteX751" fmla="*/ 493810 w 3415751"/>
              <a:gd name="connsiteY751" fmla="*/ 633978 h 768467"/>
              <a:gd name="connsiteX752" fmla="*/ 276665 w 3415751"/>
              <a:gd name="connsiteY752" fmla="*/ 634205 h 768467"/>
              <a:gd name="connsiteX753" fmla="*/ 302601 w 3415751"/>
              <a:gd name="connsiteY753" fmla="*/ 631176 h 768467"/>
              <a:gd name="connsiteX754" fmla="*/ 313960 w 3415751"/>
              <a:gd name="connsiteY754" fmla="*/ 625080 h 768467"/>
              <a:gd name="connsiteX755" fmla="*/ 320056 w 3415751"/>
              <a:gd name="connsiteY755" fmla="*/ 619325 h 768467"/>
              <a:gd name="connsiteX756" fmla="*/ 326152 w 3415751"/>
              <a:gd name="connsiteY756" fmla="*/ 616258 h 768467"/>
              <a:gd name="connsiteX757" fmla="*/ 331605 w 3415751"/>
              <a:gd name="connsiteY757" fmla="*/ 613191 h 768467"/>
              <a:gd name="connsiteX758" fmla="*/ 336337 w 3415751"/>
              <a:gd name="connsiteY758" fmla="*/ 607095 h 768467"/>
              <a:gd name="connsiteX759" fmla="*/ 343456 w 3415751"/>
              <a:gd name="connsiteY759" fmla="*/ 604369 h 768467"/>
              <a:gd name="connsiteX760" fmla="*/ 350233 w 3415751"/>
              <a:gd name="connsiteY760" fmla="*/ 599636 h 768467"/>
              <a:gd name="connsiteX761" fmla="*/ 359055 w 3415751"/>
              <a:gd name="connsiteY761" fmla="*/ 597251 h 768467"/>
              <a:gd name="connsiteX762" fmla="*/ 366855 w 3415751"/>
              <a:gd name="connsiteY762" fmla="*/ 592518 h 768467"/>
              <a:gd name="connsiteX763" fmla="*/ 379236 w 3415751"/>
              <a:gd name="connsiteY763" fmla="*/ 591912 h 768467"/>
              <a:gd name="connsiteX764" fmla="*/ 379236 w 3415751"/>
              <a:gd name="connsiteY764" fmla="*/ 568740 h 768467"/>
              <a:gd name="connsiteX765" fmla="*/ 378100 w 3415751"/>
              <a:gd name="connsiteY765" fmla="*/ 567680 h 768467"/>
              <a:gd name="connsiteX766" fmla="*/ 381092 w 3415751"/>
              <a:gd name="connsiteY766" fmla="*/ 564424 h 768467"/>
              <a:gd name="connsiteX767" fmla="*/ 383780 w 3415751"/>
              <a:gd name="connsiteY767" fmla="*/ 560940 h 768467"/>
              <a:gd name="connsiteX768" fmla="*/ 644695 w 3415751"/>
              <a:gd name="connsiteY768" fmla="*/ 548370 h 768467"/>
              <a:gd name="connsiteX769" fmla="*/ 642764 w 3415751"/>
              <a:gd name="connsiteY769" fmla="*/ 551134 h 768467"/>
              <a:gd name="connsiteX770" fmla="*/ 640833 w 3415751"/>
              <a:gd name="connsiteY770" fmla="*/ 553898 h 768467"/>
              <a:gd name="connsiteX771" fmla="*/ 662339 w 3415751"/>
              <a:gd name="connsiteY771" fmla="*/ 569043 h 768467"/>
              <a:gd name="connsiteX772" fmla="*/ 632919 w 3415751"/>
              <a:gd name="connsiteY772" fmla="*/ 565257 h 768467"/>
              <a:gd name="connsiteX773" fmla="*/ 630761 w 3415751"/>
              <a:gd name="connsiteY773" fmla="*/ 568362 h 768467"/>
              <a:gd name="connsiteX774" fmla="*/ 628603 w 3415751"/>
              <a:gd name="connsiteY774" fmla="*/ 571428 h 768467"/>
              <a:gd name="connsiteX775" fmla="*/ 659234 w 3415751"/>
              <a:gd name="connsiteY775" fmla="*/ 592897 h 768467"/>
              <a:gd name="connsiteX776" fmla="*/ 661165 w 3415751"/>
              <a:gd name="connsiteY776" fmla="*/ 590133 h 768467"/>
              <a:gd name="connsiteX777" fmla="*/ 663058 w 3415751"/>
              <a:gd name="connsiteY777" fmla="*/ 587369 h 768467"/>
              <a:gd name="connsiteX778" fmla="*/ 640984 w 3415751"/>
              <a:gd name="connsiteY778" fmla="*/ 571921 h 768467"/>
              <a:gd name="connsiteX779" fmla="*/ 671274 w 3415751"/>
              <a:gd name="connsiteY779" fmla="*/ 575707 h 768467"/>
              <a:gd name="connsiteX780" fmla="*/ 673357 w 3415751"/>
              <a:gd name="connsiteY780" fmla="*/ 572754 h 768467"/>
              <a:gd name="connsiteX781" fmla="*/ 675326 w 3415751"/>
              <a:gd name="connsiteY781" fmla="*/ 569838 h 768467"/>
              <a:gd name="connsiteX782" fmla="*/ 116392 w 3415751"/>
              <a:gd name="connsiteY782" fmla="*/ 545076 h 768467"/>
              <a:gd name="connsiteX783" fmla="*/ 92160 w 3415751"/>
              <a:gd name="connsiteY783" fmla="*/ 560600 h 768467"/>
              <a:gd name="connsiteX784" fmla="*/ 94242 w 3415751"/>
              <a:gd name="connsiteY784" fmla="*/ 573435 h 768467"/>
              <a:gd name="connsiteX785" fmla="*/ 104011 w 3415751"/>
              <a:gd name="connsiteY785" fmla="*/ 578812 h 768467"/>
              <a:gd name="connsiteX786" fmla="*/ 104730 w 3415751"/>
              <a:gd name="connsiteY786" fmla="*/ 578812 h 768467"/>
              <a:gd name="connsiteX787" fmla="*/ 100944 w 3415751"/>
              <a:gd name="connsiteY787" fmla="*/ 582030 h 768467"/>
              <a:gd name="connsiteX788" fmla="*/ 103556 w 3415751"/>
              <a:gd name="connsiteY788" fmla="*/ 586081 h 768467"/>
              <a:gd name="connsiteX789" fmla="*/ 120481 w 3415751"/>
              <a:gd name="connsiteY789" fmla="*/ 575101 h 768467"/>
              <a:gd name="connsiteX790" fmla="*/ 112644 w 3415751"/>
              <a:gd name="connsiteY790" fmla="*/ 562985 h 768467"/>
              <a:gd name="connsiteX791" fmla="*/ 107229 w 3415751"/>
              <a:gd name="connsiteY791" fmla="*/ 566506 h 768467"/>
              <a:gd name="connsiteX792" fmla="*/ 111432 w 3415751"/>
              <a:gd name="connsiteY792" fmla="*/ 573435 h 768467"/>
              <a:gd name="connsiteX793" fmla="*/ 106548 w 3415751"/>
              <a:gd name="connsiteY793" fmla="*/ 574382 h 768467"/>
              <a:gd name="connsiteX794" fmla="*/ 100111 w 3415751"/>
              <a:gd name="connsiteY794" fmla="*/ 570823 h 768467"/>
              <a:gd name="connsiteX795" fmla="*/ 98862 w 3415751"/>
              <a:gd name="connsiteY795" fmla="*/ 562758 h 768467"/>
              <a:gd name="connsiteX796" fmla="*/ 105601 w 3415751"/>
              <a:gd name="connsiteY796" fmla="*/ 555375 h 768467"/>
              <a:gd name="connsiteX797" fmla="*/ 115218 w 3415751"/>
              <a:gd name="connsiteY797" fmla="*/ 552270 h 768467"/>
              <a:gd name="connsiteX798" fmla="*/ 122185 w 3415751"/>
              <a:gd name="connsiteY798" fmla="*/ 556510 h 768467"/>
              <a:gd name="connsiteX799" fmla="*/ 123321 w 3415751"/>
              <a:gd name="connsiteY799" fmla="*/ 561660 h 768467"/>
              <a:gd name="connsiteX800" fmla="*/ 121125 w 3415751"/>
              <a:gd name="connsiteY800" fmla="*/ 566128 h 768467"/>
              <a:gd name="connsiteX801" fmla="*/ 125366 w 3415751"/>
              <a:gd name="connsiteY801" fmla="*/ 572148 h 768467"/>
              <a:gd name="connsiteX802" fmla="*/ 130515 w 3415751"/>
              <a:gd name="connsiteY802" fmla="*/ 563174 h 768467"/>
              <a:gd name="connsiteX803" fmla="*/ 127751 w 3415751"/>
              <a:gd name="connsiteY803" fmla="*/ 552648 h 768467"/>
              <a:gd name="connsiteX804" fmla="*/ 116392 w 3415751"/>
              <a:gd name="connsiteY804" fmla="*/ 545076 h 768467"/>
              <a:gd name="connsiteX805" fmla="*/ 668661 w 3415751"/>
              <a:gd name="connsiteY805" fmla="*/ 523305 h 768467"/>
              <a:gd name="connsiteX806" fmla="*/ 678392 w 3415751"/>
              <a:gd name="connsiteY806" fmla="*/ 525690 h 768467"/>
              <a:gd name="connsiteX807" fmla="*/ 685927 w 3415751"/>
              <a:gd name="connsiteY807" fmla="*/ 532203 h 768467"/>
              <a:gd name="connsiteX808" fmla="*/ 686597 w 3415751"/>
              <a:gd name="connsiteY808" fmla="*/ 534391 h 768467"/>
              <a:gd name="connsiteX809" fmla="*/ 679490 w 3415751"/>
              <a:gd name="connsiteY809" fmla="*/ 544319 h 768467"/>
              <a:gd name="connsiteX810" fmla="*/ 669910 w 3415751"/>
              <a:gd name="connsiteY810" fmla="*/ 542047 h 768467"/>
              <a:gd name="connsiteX811" fmla="*/ 662338 w 3415751"/>
              <a:gd name="connsiteY811" fmla="*/ 535307 h 768467"/>
              <a:gd name="connsiteX812" fmla="*/ 662338 w 3415751"/>
              <a:gd name="connsiteY812" fmla="*/ 527735 h 768467"/>
              <a:gd name="connsiteX813" fmla="*/ 668661 w 3415751"/>
              <a:gd name="connsiteY813" fmla="*/ 523305 h 768467"/>
              <a:gd name="connsiteX814" fmla="*/ 666996 w 3415751"/>
              <a:gd name="connsiteY814" fmla="*/ 516565 h 768467"/>
              <a:gd name="connsiteX815" fmla="*/ 665353 w 3415751"/>
              <a:gd name="connsiteY815" fmla="*/ 517065 h 768467"/>
              <a:gd name="connsiteX816" fmla="*/ 655637 w 3415751"/>
              <a:gd name="connsiteY816" fmla="*/ 537882 h 768467"/>
              <a:gd name="connsiteX817" fmla="*/ 666352 w 3415751"/>
              <a:gd name="connsiteY817" fmla="*/ 548635 h 768467"/>
              <a:gd name="connsiteX818" fmla="*/ 681043 w 3415751"/>
              <a:gd name="connsiteY818" fmla="*/ 551361 h 768467"/>
              <a:gd name="connsiteX819" fmla="*/ 691342 w 3415751"/>
              <a:gd name="connsiteY819" fmla="*/ 543221 h 768467"/>
              <a:gd name="connsiteX820" fmla="*/ 691266 w 3415751"/>
              <a:gd name="connsiteY820" fmla="*/ 543145 h 768467"/>
              <a:gd name="connsiteX821" fmla="*/ 692402 w 3415751"/>
              <a:gd name="connsiteY821" fmla="*/ 530082 h 768467"/>
              <a:gd name="connsiteX822" fmla="*/ 681914 w 3415751"/>
              <a:gd name="connsiteY822" fmla="*/ 519443 h 768467"/>
              <a:gd name="connsiteX823" fmla="*/ 666996 w 3415751"/>
              <a:gd name="connsiteY823" fmla="*/ 516565 h 768467"/>
              <a:gd name="connsiteX824" fmla="*/ 101020 w 3415751"/>
              <a:gd name="connsiteY824" fmla="*/ 504714 h 768467"/>
              <a:gd name="connsiteX825" fmla="*/ 67132 w 3415751"/>
              <a:gd name="connsiteY825" fmla="*/ 520541 h 768467"/>
              <a:gd name="connsiteX826" fmla="*/ 68533 w 3415751"/>
              <a:gd name="connsiteY826" fmla="*/ 523570 h 768467"/>
              <a:gd name="connsiteX827" fmla="*/ 69972 w 3415751"/>
              <a:gd name="connsiteY827" fmla="*/ 526599 h 768467"/>
              <a:gd name="connsiteX828" fmla="*/ 94394 w 3415751"/>
              <a:gd name="connsiteY828" fmla="*/ 515240 h 768467"/>
              <a:gd name="connsiteX829" fmla="*/ 75954 w 3415751"/>
              <a:gd name="connsiteY829" fmla="*/ 539510 h 768467"/>
              <a:gd name="connsiteX830" fmla="*/ 77469 w 3415751"/>
              <a:gd name="connsiteY830" fmla="*/ 542728 h 768467"/>
              <a:gd name="connsiteX831" fmla="*/ 78983 w 3415751"/>
              <a:gd name="connsiteY831" fmla="*/ 545909 h 768467"/>
              <a:gd name="connsiteX832" fmla="*/ 112871 w 3415751"/>
              <a:gd name="connsiteY832" fmla="*/ 530120 h 768467"/>
              <a:gd name="connsiteX833" fmla="*/ 111432 w 3415751"/>
              <a:gd name="connsiteY833" fmla="*/ 527053 h 768467"/>
              <a:gd name="connsiteX834" fmla="*/ 110031 w 3415751"/>
              <a:gd name="connsiteY834" fmla="*/ 524024 h 768467"/>
              <a:gd name="connsiteX835" fmla="*/ 86253 w 3415751"/>
              <a:gd name="connsiteY835" fmla="*/ 535118 h 768467"/>
              <a:gd name="connsiteX836" fmla="*/ 104200 w 3415751"/>
              <a:gd name="connsiteY836" fmla="*/ 511567 h 768467"/>
              <a:gd name="connsiteX837" fmla="*/ 102610 w 3415751"/>
              <a:gd name="connsiteY837" fmla="*/ 508159 h 768467"/>
              <a:gd name="connsiteX838" fmla="*/ 705806 w 3415751"/>
              <a:gd name="connsiteY838" fmla="*/ 489379 h 768467"/>
              <a:gd name="connsiteX839" fmla="*/ 699672 w 3415751"/>
              <a:gd name="connsiteY839" fmla="*/ 505358 h 768467"/>
              <a:gd name="connsiteX840" fmla="*/ 670972 w 3415751"/>
              <a:gd name="connsiteY840" fmla="*/ 494339 h 768467"/>
              <a:gd name="connsiteX841" fmla="*/ 669684 w 3415751"/>
              <a:gd name="connsiteY841" fmla="*/ 497709 h 768467"/>
              <a:gd name="connsiteX842" fmla="*/ 668397 w 3415751"/>
              <a:gd name="connsiteY842" fmla="*/ 501041 h 768467"/>
              <a:gd name="connsiteX843" fmla="*/ 703382 w 3415751"/>
              <a:gd name="connsiteY843" fmla="*/ 514482 h 768467"/>
              <a:gd name="connsiteX844" fmla="*/ 712015 w 3415751"/>
              <a:gd name="connsiteY844" fmla="*/ 491765 h 768467"/>
              <a:gd name="connsiteX845" fmla="*/ 708910 w 3415751"/>
              <a:gd name="connsiteY845" fmla="*/ 490591 h 768467"/>
              <a:gd name="connsiteX846" fmla="*/ 94431 w 3415751"/>
              <a:gd name="connsiteY846" fmla="*/ 488092 h 768467"/>
              <a:gd name="connsiteX847" fmla="*/ 59522 w 3415751"/>
              <a:gd name="connsiteY847" fmla="*/ 501496 h 768467"/>
              <a:gd name="connsiteX848" fmla="*/ 60809 w 3415751"/>
              <a:gd name="connsiteY848" fmla="*/ 504865 h 768467"/>
              <a:gd name="connsiteX849" fmla="*/ 62096 w 3415751"/>
              <a:gd name="connsiteY849" fmla="*/ 508197 h 768467"/>
              <a:gd name="connsiteX850" fmla="*/ 97006 w 3415751"/>
              <a:gd name="connsiteY850" fmla="*/ 494794 h 768467"/>
              <a:gd name="connsiteX851" fmla="*/ 95719 w 3415751"/>
              <a:gd name="connsiteY851" fmla="*/ 491462 h 768467"/>
              <a:gd name="connsiteX852" fmla="*/ 62437 w 3415751"/>
              <a:gd name="connsiteY852" fmla="*/ 462610 h 768467"/>
              <a:gd name="connsiteX853" fmla="*/ 60279 w 3415751"/>
              <a:gd name="connsiteY853" fmla="*/ 463178 h 768467"/>
              <a:gd name="connsiteX854" fmla="*/ 51343 w 3415751"/>
              <a:gd name="connsiteY854" fmla="*/ 468252 h 768467"/>
              <a:gd name="connsiteX855" fmla="*/ 50473 w 3415751"/>
              <a:gd name="connsiteY855" fmla="*/ 477339 h 768467"/>
              <a:gd name="connsiteX856" fmla="*/ 55433 w 3415751"/>
              <a:gd name="connsiteY856" fmla="*/ 484571 h 768467"/>
              <a:gd name="connsiteX857" fmla="*/ 55433 w 3415751"/>
              <a:gd name="connsiteY857" fmla="*/ 484495 h 768467"/>
              <a:gd name="connsiteX858" fmla="*/ 64482 w 3415751"/>
              <a:gd name="connsiteY858" fmla="*/ 485101 h 768467"/>
              <a:gd name="connsiteX859" fmla="*/ 90456 w 3415751"/>
              <a:gd name="connsiteY859" fmla="*/ 478134 h 768467"/>
              <a:gd name="connsiteX860" fmla="*/ 89509 w 3415751"/>
              <a:gd name="connsiteY860" fmla="*/ 474651 h 768467"/>
              <a:gd name="connsiteX861" fmla="*/ 88601 w 3415751"/>
              <a:gd name="connsiteY861" fmla="*/ 471205 h 768467"/>
              <a:gd name="connsiteX862" fmla="*/ 62627 w 3415751"/>
              <a:gd name="connsiteY862" fmla="*/ 478172 h 768467"/>
              <a:gd name="connsiteX863" fmla="*/ 58575 w 3415751"/>
              <a:gd name="connsiteY863" fmla="*/ 478172 h 768467"/>
              <a:gd name="connsiteX864" fmla="*/ 58189 w 3415751"/>
              <a:gd name="connsiteY864" fmla="*/ 477907 h 768467"/>
              <a:gd name="connsiteX865" fmla="*/ 57401 w 3415751"/>
              <a:gd name="connsiteY865" fmla="*/ 471962 h 768467"/>
              <a:gd name="connsiteX866" fmla="*/ 62021 w 3415751"/>
              <a:gd name="connsiteY866" fmla="*/ 469766 h 768467"/>
              <a:gd name="connsiteX867" fmla="*/ 64179 w 3415751"/>
              <a:gd name="connsiteY867" fmla="*/ 469198 h 768467"/>
              <a:gd name="connsiteX868" fmla="*/ 1472144 w 3415751"/>
              <a:gd name="connsiteY868" fmla="*/ 454680 h 768467"/>
              <a:gd name="connsiteX869" fmla="*/ 1472011 w 3415751"/>
              <a:gd name="connsiteY869" fmla="*/ 454944 h 768467"/>
              <a:gd name="connsiteX870" fmla="*/ 1472033 w 3415751"/>
              <a:gd name="connsiteY870" fmla="*/ 454801 h 768467"/>
              <a:gd name="connsiteX871" fmla="*/ 693954 w 3415751"/>
              <a:gd name="connsiteY871" fmla="*/ 450570 h 768467"/>
              <a:gd name="connsiteX872" fmla="*/ 703987 w 3415751"/>
              <a:gd name="connsiteY872" fmla="*/ 450570 h 768467"/>
              <a:gd name="connsiteX873" fmla="*/ 712620 w 3415751"/>
              <a:gd name="connsiteY873" fmla="*/ 455303 h 768467"/>
              <a:gd name="connsiteX874" fmla="*/ 713801 w 3415751"/>
              <a:gd name="connsiteY874" fmla="*/ 457268 h 768467"/>
              <a:gd name="connsiteX875" fmla="*/ 709288 w 3415751"/>
              <a:gd name="connsiteY875" fmla="*/ 468669 h 768467"/>
              <a:gd name="connsiteX876" fmla="*/ 699444 w 3415751"/>
              <a:gd name="connsiteY876" fmla="*/ 468669 h 768467"/>
              <a:gd name="connsiteX877" fmla="*/ 690622 w 3415751"/>
              <a:gd name="connsiteY877" fmla="*/ 463898 h 768467"/>
              <a:gd name="connsiteX878" fmla="*/ 689243 w 3415751"/>
              <a:gd name="connsiteY878" fmla="*/ 461600 h 768467"/>
              <a:gd name="connsiteX879" fmla="*/ 693954 w 3415751"/>
              <a:gd name="connsiteY879" fmla="*/ 450570 h 768467"/>
              <a:gd name="connsiteX880" fmla="*/ 705654 w 3415751"/>
              <a:gd name="connsiteY880" fmla="*/ 443603 h 768467"/>
              <a:gd name="connsiteX881" fmla="*/ 690509 w 3415751"/>
              <a:gd name="connsiteY881" fmla="*/ 444436 h 768467"/>
              <a:gd name="connsiteX882" fmla="*/ 689017 w 3415751"/>
              <a:gd name="connsiteY882" fmla="*/ 445333 h 768467"/>
              <a:gd name="connsiteX883" fmla="*/ 684678 w 3415751"/>
              <a:gd name="connsiteY883" fmla="*/ 467835 h 768467"/>
              <a:gd name="connsiteX884" fmla="*/ 697703 w 3415751"/>
              <a:gd name="connsiteY884" fmla="*/ 475711 h 768467"/>
              <a:gd name="connsiteX885" fmla="*/ 712621 w 3415751"/>
              <a:gd name="connsiteY885" fmla="*/ 474802 h 768467"/>
              <a:gd name="connsiteX886" fmla="*/ 720610 w 3415751"/>
              <a:gd name="connsiteY886" fmla="*/ 464390 h 768467"/>
              <a:gd name="connsiteX887" fmla="*/ 718414 w 3415751"/>
              <a:gd name="connsiteY887" fmla="*/ 451403 h 768467"/>
              <a:gd name="connsiteX888" fmla="*/ 705654 w 3415751"/>
              <a:gd name="connsiteY888" fmla="*/ 443603 h 768467"/>
              <a:gd name="connsiteX889" fmla="*/ 81520 w 3415751"/>
              <a:gd name="connsiteY889" fmla="*/ 441142 h 768467"/>
              <a:gd name="connsiteX890" fmla="*/ 44831 w 3415751"/>
              <a:gd name="connsiteY890" fmla="*/ 448298 h 768467"/>
              <a:gd name="connsiteX891" fmla="*/ 45513 w 3415751"/>
              <a:gd name="connsiteY891" fmla="*/ 451819 h 768467"/>
              <a:gd name="connsiteX892" fmla="*/ 46194 w 3415751"/>
              <a:gd name="connsiteY892" fmla="*/ 455341 h 768467"/>
              <a:gd name="connsiteX893" fmla="*/ 82883 w 3415751"/>
              <a:gd name="connsiteY893" fmla="*/ 448222 h 768467"/>
              <a:gd name="connsiteX894" fmla="*/ 82202 w 3415751"/>
              <a:gd name="connsiteY894" fmla="*/ 444663 h 768467"/>
              <a:gd name="connsiteX895" fmla="*/ 161183 w 3415751"/>
              <a:gd name="connsiteY895" fmla="*/ 440763 h 768467"/>
              <a:gd name="connsiteX896" fmla="*/ 203931 w 3415751"/>
              <a:gd name="connsiteY896" fmla="*/ 447541 h 768467"/>
              <a:gd name="connsiteX897" fmla="*/ 306539 w 3415751"/>
              <a:gd name="connsiteY897" fmla="*/ 446708 h 768467"/>
              <a:gd name="connsiteX898" fmla="*/ 321420 w 3415751"/>
              <a:gd name="connsiteY898" fmla="*/ 449131 h 768467"/>
              <a:gd name="connsiteX899" fmla="*/ 354095 w 3415751"/>
              <a:gd name="connsiteY899" fmla="*/ 452917 h 768467"/>
              <a:gd name="connsiteX900" fmla="*/ 344062 w 3415751"/>
              <a:gd name="connsiteY900" fmla="*/ 493469 h 768467"/>
              <a:gd name="connsiteX901" fmla="*/ 384234 w 3415751"/>
              <a:gd name="connsiteY901" fmla="*/ 500284 h 768467"/>
              <a:gd name="connsiteX902" fmla="*/ 424369 w 3415751"/>
              <a:gd name="connsiteY902" fmla="*/ 493469 h 768467"/>
              <a:gd name="connsiteX903" fmla="*/ 414335 w 3415751"/>
              <a:gd name="connsiteY903" fmla="*/ 452955 h 768467"/>
              <a:gd name="connsiteX904" fmla="*/ 447011 w 3415751"/>
              <a:gd name="connsiteY904" fmla="*/ 449169 h 768467"/>
              <a:gd name="connsiteX905" fmla="*/ 461929 w 3415751"/>
              <a:gd name="connsiteY905" fmla="*/ 446746 h 768467"/>
              <a:gd name="connsiteX906" fmla="*/ 564538 w 3415751"/>
              <a:gd name="connsiteY906" fmla="*/ 447579 h 768467"/>
              <a:gd name="connsiteX907" fmla="*/ 564689 w 3415751"/>
              <a:gd name="connsiteY907" fmla="*/ 447541 h 768467"/>
              <a:gd name="connsiteX908" fmla="*/ 607399 w 3415751"/>
              <a:gd name="connsiteY908" fmla="*/ 440763 h 768467"/>
              <a:gd name="connsiteX909" fmla="*/ 580516 w 3415751"/>
              <a:gd name="connsiteY909" fmla="*/ 470751 h 768467"/>
              <a:gd name="connsiteX910" fmla="*/ 411117 w 3415751"/>
              <a:gd name="connsiteY910" fmla="*/ 501799 h 768467"/>
              <a:gd name="connsiteX911" fmla="*/ 421984 w 3415751"/>
              <a:gd name="connsiteY911" fmla="*/ 545265 h 768467"/>
              <a:gd name="connsiteX912" fmla="*/ 384121 w 3415751"/>
              <a:gd name="connsiteY912" fmla="*/ 553444 h 768467"/>
              <a:gd name="connsiteX913" fmla="*/ 346258 w 3415751"/>
              <a:gd name="connsiteY913" fmla="*/ 545265 h 768467"/>
              <a:gd name="connsiteX914" fmla="*/ 357124 w 3415751"/>
              <a:gd name="connsiteY914" fmla="*/ 501799 h 768467"/>
              <a:gd name="connsiteX915" fmla="*/ 188066 w 3415751"/>
              <a:gd name="connsiteY915" fmla="*/ 470751 h 768467"/>
              <a:gd name="connsiteX916" fmla="*/ 161183 w 3415751"/>
              <a:gd name="connsiteY916" fmla="*/ 440763 h 768467"/>
              <a:gd name="connsiteX917" fmla="*/ 1425811 w 3415751"/>
              <a:gd name="connsiteY917" fmla="*/ 419699 h 768467"/>
              <a:gd name="connsiteX918" fmla="*/ 1439011 w 3415751"/>
              <a:gd name="connsiteY918" fmla="*/ 436199 h 768467"/>
              <a:gd name="connsiteX919" fmla="*/ 1453003 w 3415751"/>
              <a:gd name="connsiteY919" fmla="*/ 432768 h 768467"/>
              <a:gd name="connsiteX920" fmla="*/ 1469240 w 3415751"/>
              <a:gd name="connsiteY920" fmla="*/ 432768 h 768467"/>
              <a:gd name="connsiteX921" fmla="*/ 1474916 w 3415751"/>
              <a:gd name="connsiteY921" fmla="*/ 435408 h 768467"/>
              <a:gd name="connsiteX922" fmla="*/ 1473595 w 3415751"/>
              <a:gd name="connsiteY922" fmla="*/ 444647 h 768467"/>
              <a:gd name="connsiteX923" fmla="*/ 1472033 w 3415751"/>
              <a:gd name="connsiteY923" fmla="*/ 454801 h 768467"/>
              <a:gd name="connsiteX924" fmla="*/ 1465015 w 3415751"/>
              <a:gd name="connsiteY924" fmla="*/ 462468 h 768467"/>
              <a:gd name="connsiteX925" fmla="*/ 1457755 w 3415751"/>
              <a:gd name="connsiteY925" fmla="*/ 467880 h 768467"/>
              <a:gd name="connsiteX926" fmla="*/ 1452608 w 3415751"/>
              <a:gd name="connsiteY926" fmla="*/ 482532 h 768467"/>
              <a:gd name="connsiteX927" fmla="*/ 1442311 w 3415751"/>
              <a:gd name="connsiteY927" fmla="*/ 489528 h 768467"/>
              <a:gd name="connsiteX928" fmla="*/ 1430431 w 3415751"/>
              <a:gd name="connsiteY928" fmla="*/ 490584 h 768467"/>
              <a:gd name="connsiteX929" fmla="*/ 1414723 w 3415751"/>
              <a:gd name="connsiteY929" fmla="*/ 497185 h 768467"/>
              <a:gd name="connsiteX930" fmla="*/ 1395978 w 3415751"/>
              <a:gd name="connsiteY930" fmla="*/ 481741 h 768467"/>
              <a:gd name="connsiteX931" fmla="*/ 1397958 w 3415751"/>
              <a:gd name="connsiteY931" fmla="*/ 470123 h 768467"/>
              <a:gd name="connsiteX932" fmla="*/ 1395186 w 3415751"/>
              <a:gd name="connsiteY932" fmla="*/ 460884 h 768467"/>
              <a:gd name="connsiteX933" fmla="*/ 1400863 w 3415751"/>
              <a:gd name="connsiteY933" fmla="*/ 450059 h 768467"/>
              <a:gd name="connsiteX934" fmla="*/ 1415251 w 3415751"/>
              <a:gd name="connsiteY934" fmla="*/ 425376 h 768467"/>
              <a:gd name="connsiteX935" fmla="*/ 1425811 w 3415751"/>
              <a:gd name="connsiteY935" fmla="*/ 419699 h 768467"/>
              <a:gd name="connsiteX936" fmla="*/ 77166 w 3415751"/>
              <a:gd name="connsiteY936" fmla="*/ 405740 h 768467"/>
              <a:gd name="connsiteX937" fmla="*/ 40060 w 3415751"/>
              <a:gd name="connsiteY937" fmla="*/ 410322 h 768467"/>
              <a:gd name="connsiteX938" fmla="*/ 43241 w 3415751"/>
              <a:gd name="connsiteY938" fmla="*/ 436371 h 768467"/>
              <a:gd name="connsiteX939" fmla="*/ 46535 w 3415751"/>
              <a:gd name="connsiteY939" fmla="*/ 435993 h 768467"/>
              <a:gd name="connsiteX940" fmla="*/ 49829 w 3415751"/>
              <a:gd name="connsiteY940" fmla="*/ 435576 h 768467"/>
              <a:gd name="connsiteX941" fmla="*/ 47519 w 3415751"/>
              <a:gd name="connsiteY941" fmla="*/ 416645 h 768467"/>
              <a:gd name="connsiteX942" fmla="*/ 57174 w 3415751"/>
              <a:gd name="connsiteY942" fmla="*/ 415433 h 768467"/>
              <a:gd name="connsiteX943" fmla="*/ 59219 w 3415751"/>
              <a:gd name="connsiteY943" fmla="*/ 432131 h 768467"/>
              <a:gd name="connsiteX944" fmla="*/ 62437 w 3415751"/>
              <a:gd name="connsiteY944" fmla="*/ 431752 h 768467"/>
              <a:gd name="connsiteX945" fmla="*/ 65618 w 3415751"/>
              <a:gd name="connsiteY945" fmla="*/ 431373 h 768467"/>
              <a:gd name="connsiteX946" fmla="*/ 63573 w 3415751"/>
              <a:gd name="connsiteY946" fmla="*/ 414676 h 768467"/>
              <a:gd name="connsiteX947" fmla="*/ 71449 w 3415751"/>
              <a:gd name="connsiteY947" fmla="*/ 413691 h 768467"/>
              <a:gd name="connsiteX948" fmla="*/ 73645 w 3415751"/>
              <a:gd name="connsiteY948" fmla="*/ 431676 h 768467"/>
              <a:gd name="connsiteX949" fmla="*/ 76977 w 3415751"/>
              <a:gd name="connsiteY949" fmla="*/ 431298 h 768467"/>
              <a:gd name="connsiteX950" fmla="*/ 80233 w 3415751"/>
              <a:gd name="connsiteY950" fmla="*/ 430881 h 768467"/>
              <a:gd name="connsiteX951" fmla="*/ 702928 w 3415751"/>
              <a:gd name="connsiteY951" fmla="*/ 399417 h 768467"/>
              <a:gd name="connsiteX952" fmla="*/ 693348 w 3415751"/>
              <a:gd name="connsiteY952" fmla="*/ 403203 h 768467"/>
              <a:gd name="connsiteX953" fmla="*/ 693348 w 3415751"/>
              <a:gd name="connsiteY953" fmla="*/ 425921 h 768467"/>
              <a:gd name="connsiteX954" fmla="*/ 721973 w 3415751"/>
              <a:gd name="connsiteY954" fmla="*/ 428609 h 768467"/>
              <a:gd name="connsiteX955" fmla="*/ 728258 w 3415751"/>
              <a:gd name="connsiteY955" fmla="*/ 417250 h 768467"/>
              <a:gd name="connsiteX956" fmla="*/ 723866 w 3415751"/>
              <a:gd name="connsiteY956" fmla="*/ 406990 h 768467"/>
              <a:gd name="connsiteX957" fmla="*/ 723298 w 3415751"/>
              <a:gd name="connsiteY957" fmla="*/ 406687 h 768467"/>
              <a:gd name="connsiteX958" fmla="*/ 728183 w 3415751"/>
              <a:gd name="connsiteY958" fmla="*/ 406384 h 768467"/>
              <a:gd name="connsiteX959" fmla="*/ 728523 w 3415751"/>
              <a:gd name="connsiteY959" fmla="*/ 401651 h 768467"/>
              <a:gd name="connsiteX960" fmla="*/ 708418 w 3415751"/>
              <a:gd name="connsiteY960" fmla="*/ 399909 h 768467"/>
              <a:gd name="connsiteX961" fmla="*/ 707169 w 3415751"/>
              <a:gd name="connsiteY961" fmla="*/ 414259 h 768467"/>
              <a:gd name="connsiteX962" fmla="*/ 713605 w 3415751"/>
              <a:gd name="connsiteY962" fmla="*/ 414827 h 768467"/>
              <a:gd name="connsiteX963" fmla="*/ 714287 w 3415751"/>
              <a:gd name="connsiteY963" fmla="*/ 406725 h 768467"/>
              <a:gd name="connsiteX964" fmla="*/ 718717 w 3415751"/>
              <a:gd name="connsiteY964" fmla="*/ 408996 h 768467"/>
              <a:gd name="connsiteX965" fmla="*/ 721594 w 3415751"/>
              <a:gd name="connsiteY965" fmla="*/ 415774 h 768467"/>
              <a:gd name="connsiteX966" fmla="*/ 717808 w 3415751"/>
              <a:gd name="connsiteY966" fmla="*/ 422892 h 768467"/>
              <a:gd name="connsiteX967" fmla="*/ 707926 w 3415751"/>
              <a:gd name="connsiteY967" fmla="*/ 424558 h 768467"/>
              <a:gd name="connsiteX968" fmla="*/ 698422 w 3415751"/>
              <a:gd name="connsiteY968" fmla="*/ 421075 h 768467"/>
              <a:gd name="connsiteX969" fmla="*/ 695545 w 3415751"/>
              <a:gd name="connsiteY969" fmla="*/ 413502 h 768467"/>
              <a:gd name="connsiteX970" fmla="*/ 697816 w 3415751"/>
              <a:gd name="connsiteY970" fmla="*/ 408693 h 768467"/>
              <a:gd name="connsiteX971" fmla="*/ 702322 w 3415751"/>
              <a:gd name="connsiteY971" fmla="*/ 406573 h 768467"/>
              <a:gd name="connsiteX972" fmla="*/ 185756 w 3415751"/>
              <a:gd name="connsiteY972" fmla="*/ 387793 h 768467"/>
              <a:gd name="connsiteX973" fmla="*/ 209459 w 3415751"/>
              <a:gd name="connsiteY973" fmla="*/ 390368 h 768467"/>
              <a:gd name="connsiteX974" fmla="*/ 230018 w 3415751"/>
              <a:gd name="connsiteY974" fmla="*/ 390368 h 768467"/>
              <a:gd name="connsiteX975" fmla="*/ 253569 w 3415751"/>
              <a:gd name="connsiteY975" fmla="*/ 390141 h 768467"/>
              <a:gd name="connsiteX976" fmla="*/ 289122 w 3415751"/>
              <a:gd name="connsiteY976" fmla="*/ 391050 h 768467"/>
              <a:gd name="connsiteX977" fmla="*/ 327553 w 3415751"/>
              <a:gd name="connsiteY977" fmla="*/ 399985 h 768467"/>
              <a:gd name="connsiteX978" fmla="*/ 354701 w 3415751"/>
              <a:gd name="connsiteY978" fmla="*/ 401840 h 768467"/>
              <a:gd name="connsiteX979" fmla="*/ 345538 w 3415751"/>
              <a:gd name="connsiteY979" fmla="*/ 440801 h 768467"/>
              <a:gd name="connsiteX980" fmla="*/ 383401 w 3415751"/>
              <a:gd name="connsiteY980" fmla="*/ 445269 h 768467"/>
              <a:gd name="connsiteX981" fmla="*/ 383818 w 3415751"/>
              <a:gd name="connsiteY981" fmla="*/ 445269 h 768467"/>
              <a:gd name="connsiteX982" fmla="*/ 384310 w 3415751"/>
              <a:gd name="connsiteY982" fmla="*/ 445269 h 768467"/>
              <a:gd name="connsiteX983" fmla="*/ 422438 w 3415751"/>
              <a:gd name="connsiteY983" fmla="*/ 440726 h 768467"/>
              <a:gd name="connsiteX984" fmla="*/ 413275 w 3415751"/>
              <a:gd name="connsiteY984" fmla="*/ 401765 h 768467"/>
              <a:gd name="connsiteX985" fmla="*/ 440423 w 3415751"/>
              <a:gd name="connsiteY985" fmla="*/ 399910 h 768467"/>
              <a:gd name="connsiteX986" fmla="*/ 479005 w 3415751"/>
              <a:gd name="connsiteY986" fmla="*/ 391087 h 768467"/>
              <a:gd name="connsiteX987" fmla="*/ 514559 w 3415751"/>
              <a:gd name="connsiteY987" fmla="*/ 390179 h 768467"/>
              <a:gd name="connsiteX988" fmla="*/ 538109 w 3415751"/>
              <a:gd name="connsiteY988" fmla="*/ 390406 h 768467"/>
              <a:gd name="connsiteX989" fmla="*/ 558669 w 3415751"/>
              <a:gd name="connsiteY989" fmla="*/ 390406 h 768467"/>
              <a:gd name="connsiteX990" fmla="*/ 558669 w 3415751"/>
              <a:gd name="connsiteY990" fmla="*/ 390368 h 768467"/>
              <a:gd name="connsiteX991" fmla="*/ 582371 w 3415751"/>
              <a:gd name="connsiteY991" fmla="*/ 387793 h 768467"/>
              <a:gd name="connsiteX992" fmla="*/ 559654 w 3415751"/>
              <a:gd name="connsiteY992" fmla="*/ 410170 h 768467"/>
              <a:gd name="connsiteX993" fmla="*/ 526599 w 3415751"/>
              <a:gd name="connsiteY993" fmla="*/ 425316 h 768467"/>
              <a:gd name="connsiteX994" fmla="*/ 445913 w 3415751"/>
              <a:gd name="connsiteY994" fmla="*/ 443149 h 768467"/>
              <a:gd name="connsiteX995" fmla="*/ 409905 w 3415751"/>
              <a:gd name="connsiteY995" fmla="*/ 447200 h 768467"/>
              <a:gd name="connsiteX996" fmla="*/ 406422 w 3415751"/>
              <a:gd name="connsiteY996" fmla="*/ 447541 h 768467"/>
              <a:gd name="connsiteX997" fmla="*/ 416531 w 3415751"/>
              <a:gd name="connsiteY997" fmla="*/ 488547 h 768467"/>
              <a:gd name="connsiteX998" fmla="*/ 383931 w 3415751"/>
              <a:gd name="connsiteY998" fmla="*/ 494075 h 768467"/>
              <a:gd name="connsiteX999" fmla="*/ 351294 w 3415751"/>
              <a:gd name="connsiteY999" fmla="*/ 488547 h 768467"/>
              <a:gd name="connsiteX1000" fmla="*/ 361441 w 3415751"/>
              <a:gd name="connsiteY1000" fmla="*/ 447541 h 768467"/>
              <a:gd name="connsiteX1001" fmla="*/ 357920 w 3415751"/>
              <a:gd name="connsiteY1001" fmla="*/ 447200 h 768467"/>
              <a:gd name="connsiteX1002" fmla="*/ 321912 w 3415751"/>
              <a:gd name="connsiteY1002" fmla="*/ 443149 h 768467"/>
              <a:gd name="connsiteX1003" fmla="*/ 241528 w 3415751"/>
              <a:gd name="connsiteY1003" fmla="*/ 425316 h 768467"/>
              <a:gd name="connsiteX1004" fmla="*/ 208474 w 3415751"/>
              <a:gd name="connsiteY1004" fmla="*/ 410170 h 768467"/>
              <a:gd name="connsiteX1005" fmla="*/ 185756 w 3415751"/>
              <a:gd name="connsiteY1005" fmla="*/ 387793 h 768467"/>
              <a:gd name="connsiteX1006" fmla="*/ 1601902 w 3415751"/>
              <a:gd name="connsiteY1006" fmla="*/ 387226 h 768467"/>
              <a:gd name="connsiteX1007" fmla="*/ 1612463 w 3415751"/>
              <a:gd name="connsiteY1007" fmla="*/ 389603 h 768467"/>
              <a:gd name="connsiteX1008" fmla="*/ 1623155 w 3415751"/>
              <a:gd name="connsiteY1008" fmla="*/ 395146 h 768467"/>
              <a:gd name="connsiteX1009" fmla="*/ 1633847 w 3415751"/>
              <a:gd name="connsiteY1009" fmla="*/ 396071 h 768467"/>
              <a:gd name="connsiteX1010" fmla="*/ 1644407 w 3415751"/>
              <a:gd name="connsiteY1010" fmla="*/ 399371 h 768467"/>
              <a:gd name="connsiteX1011" fmla="*/ 1653515 w 3415751"/>
              <a:gd name="connsiteY1011" fmla="*/ 397920 h 768467"/>
              <a:gd name="connsiteX1012" fmla="*/ 1675164 w 3415751"/>
              <a:gd name="connsiteY1012" fmla="*/ 417060 h 768467"/>
              <a:gd name="connsiteX1013" fmla="*/ 1673976 w 3415751"/>
              <a:gd name="connsiteY1013" fmla="*/ 417323 h 768467"/>
              <a:gd name="connsiteX1014" fmla="*/ 1679653 w 3415751"/>
              <a:gd name="connsiteY1014" fmla="*/ 425639 h 768467"/>
              <a:gd name="connsiteX1015" fmla="*/ 1679653 w 3415751"/>
              <a:gd name="connsiteY1015" fmla="*/ 436463 h 768467"/>
              <a:gd name="connsiteX1016" fmla="*/ 1671996 w 3415751"/>
              <a:gd name="connsiteY1016" fmla="*/ 446496 h 768467"/>
              <a:gd name="connsiteX1017" fmla="*/ 1666056 w 3415751"/>
              <a:gd name="connsiteY1017" fmla="*/ 458641 h 768467"/>
              <a:gd name="connsiteX1018" fmla="*/ 1659060 w 3415751"/>
              <a:gd name="connsiteY1018" fmla="*/ 466824 h 768467"/>
              <a:gd name="connsiteX1019" fmla="*/ 1646916 w 3415751"/>
              <a:gd name="connsiteY1019" fmla="*/ 471708 h 768467"/>
              <a:gd name="connsiteX1020" fmla="*/ 1636619 w 3415751"/>
              <a:gd name="connsiteY1020" fmla="*/ 471708 h 768467"/>
              <a:gd name="connsiteX1021" fmla="*/ 1625795 w 3415751"/>
              <a:gd name="connsiteY1021" fmla="*/ 476856 h 768467"/>
              <a:gd name="connsiteX1022" fmla="*/ 1617347 w 3415751"/>
              <a:gd name="connsiteY1022" fmla="*/ 467880 h 768467"/>
              <a:gd name="connsiteX1023" fmla="*/ 1617347 w 3415751"/>
              <a:gd name="connsiteY1023" fmla="*/ 456001 h 768467"/>
              <a:gd name="connsiteX1024" fmla="*/ 1608634 w 3415751"/>
              <a:gd name="connsiteY1024" fmla="*/ 440027 h 768467"/>
              <a:gd name="connsiteX1025" fmla="*/ 1601639 w 3415751"/>
              <a:gd name="connsiteY1025" fmla="*/ 426167 h 768467"/>
              <a:gd name="connsiteX1026" fmla="*/ 1597546 w 3415751"/>
              <a:gd name="connsiteY1026" fmla="*/ 410723 h 768467"/>
              <a:gd name="connsiteX1027" fmla="*/ 1598339 w 3415751"/>
              <a:gd name="connsiteY1027" fmla="*/ 401219 h 768467"/>
              <a:gd name="connsiteX1028" fmla="*/ 1601902 w 3415751"/>
              <a:gd name="connsiteY1028" fmla="*/ 387226 h 768467"/>
              <a:gd name="connsiteX1029" fmla="*/ 61869 w 3415751"/>
              <a:gd name="connsiteY1029" fmla="*/ 373935 h 768467"/>
              <a:gd name="connsiteX1030" fmla="*/ 70085 w 3415751"/>
              <a:gd name="connsiteY1030" fmla="*/ 373935 h 768467"/>
              <a:gd name="connsiteX1031" fmla="*/ 70085 w 3415751"/>
              <a:gd name="connsiteY1031" fmla="*/ 381887 h 768467"/>
              <a:gd name="connsiteX1032" fmla="*/ 69063 w 3415751"/>
              <a:gd name="connsiteY1032" fmla="*/ 386089 h 768467"/>
              <a:gd name="connsiteX1033" fmla="*/ 66185 w 3415751"/>
              <a:gd name="connsiteY1033" fmla="*/ 387452 h 768467"/>
              <a:gd name="connsiteX1034" fmla="*/ 62891 w 3415751"/>
              <a:gd name="connsiteY1034" fmla="*/ 386203 h 768467"/>
              <a:gd name="connsiteX1035" fmla="*/ 61869 w 3415751"/>
              <a:gd name="connsiteY1035" fmla="*/ 382152 h 768467"/>
              <a:gd name="connsiteX1036" fmla="*/ 45625 w 3415751"/>
              <a:gd name="connsiteY1036" fmla="*/ 373443 h 768467"/>
              <a:gd name="connsiteX1037" fmla="*/ 55583 w 3415751"/>
              <a:gd name="connsiteY1037" fmla="*/ 373633 h 768467"/>
              <a:gd name="connsiteX1038" fmla="*/ 55583 w 3415751"/>
              <a:gd name="connsiteY1038" fmla="*/ 382190 h 768467"/>
              <a:gd name="connsiteX1039" fmla="*/ 54372 w 3415751"/>
              <a:gd name="connsiteY1039" fmla="*/ 386506 h 768467"/>
              <a:gd name="connsiteX1040" fmla="*/ 50850 w 3415751"/>
              <a:gd name="connsiteY1040" fmla="*/ 387869 h 768467"/>
              <a:gd name="connsiteX1041" fmla="*/ 46875 w 3415751"/>
              <a:gd name="connsiteY1041" fmla="*/ 386393 h 768467"/>
              <a:gd name="connsiteX1042" fmla="*/ 45625 w 3415751"/>
              <a:gd name="connsiteY1042" fmla="*/ 382152 h 768467"/>
              <a:gd name="connsiteX1043" fmla="*/ 39379 w 3415751"/>
              <a:gd name="connsiteY1043" fmla="*/ 366438 h 768467"/>
              <a:gd name="connsiteX1044" fmla="*/ 39379 w 3415751"/>
              <a:gd name="connsiteY1044" fmla="*/ 369884 h 768467"/>
              <a:gd name="connsiteX1045" fmla="*/ 39341 w 3415751"/>
              <a:gd name="connsiteY1045" fmla="*/ 382038 h 768467"/>
              <a:gd name="connsiteX1046" fmla="*/ 42143 w 3415751"/>
              <a:gd name="connsiteY1046" fmla="*/ 391655 h 768467"/>
              <a:gd name="connsiteX1047" fmla="*/ 50813 w 3415751"/>
              <a:gd name="connsiteY1047" fmla="*/ 395063 h 768467"/>
              <a:gd name="connsiteX1048" fmla="*/ 58045 w 3415751"/>
              <a:gd name="connsiteY1048" fmla="*/ 391882 h 768467"/>
              <a:gd name="connsiteX1049" fmla="*/ 59295 w 3415751"/>
              <a:gd name="connsiteY1049" fmla="*/ 389762 h 768467"/>
              <a:gd name="connsiteX1050" fmla="*/ 66867 w 3415751"/>
              <a:gd name="connsiteY1050" fmla="*/ 394192 h 768467"/>
              <a:gd name="connsiteX1051" fmla="*/ 73872 w 3415751"/>
              <a:gd name="connsiteY1051" fmla="*/ 391504 h 768467"/>
              <a:gd name="connsiteX1052" fmla="*/ 76484 w 3415751"/>
              <a:gd name="connsiteY1052" fmla="*/ 383742 h 768467"/>
              <a:gd name="connsiteX1053" fmla="*/ 76750 w 3415751"/>
              <a:gd name="connsiteY1053" fmla="*/ 370528 h 768467"/>
              <a:gd name="connsiteX1054" fmla="*/ 76750 w 3415751"/>
              <a:gd name="connsiteY1054" fmla="*/ 367120 h 768467"/>
              <a:gd name="connsiteX1055" fmla="*/ 691720 w 3415751"/>
              <a:gd name="connsiteY1055" fmla="*/ 359775 h 768467"/>
              <a:gd name="connsiteX1056" fmla="*/ 691720 w 3415751"/>
              <a:gd name="connsiteY1056" fmla="*/ 363864 h 768467"/>
              <a:gd name="connsiteX1057" fmla="*/ 691720 w 3415751"/>
              <a:gd name="connsiteY1057" fmla="*/ 367915 h 768467"/>
              <a:gd name="connsiteX1058" fmla="*/ 708115 w 3415751"/>
              <a:gd name="connsiteY1058" fmla="*/ 374049 h 768467"/>
              <a:gd name="connsiteX1059" fmla="*/ 692175 w 3415751"/>
              <a:gd name="connsiteY1059" fmla="*/ 381621 h 768467"/>
              <a:gd name="connsiteX1060" fmla="*/ 692175 w 3415751"/>
              <a:gd name="connsiteY1060" fmla="*/ 385900 h 768467"/>
              <a:gd name="connsiteX1061" fmla="*/ 692175 w 3415751"/>
              <a:gd name="connsiteY1061" fmla="*/ 390178 h 768467"/>
              <a:gd name="connsiteX1062" fmla="*/ 714893 w 3415751"/>
              <a:gd name="connsiteY1062" fmla="*/ 377343 h 768467"/>
              <a:gd name="connsiteX1063" fmla="*/ 728940 w 3415751"/>
              <a:gd name="connsiteY1063" fmla="*/ 376851 h 768467"/>
              <a:gd name="connsiteX1064" fmla="*/ 728940 w 3415751"/>
              <a:gd name="connsiteY1064" fmla="*/ 373254 h 768467"/>
              <a:gd name="connsiteX1065" fmla="*/ 728940 w 3415751"/>
              <a:gd name="connsiteY1065" fmla="*/ 369695 h 768467"/>
              <a:gd name="connsiteX1066" fmla="*/ 714741 w 3415751"/>
              <a:gd name="connsiteY1066" fmla="*/ 370187 h 768467"/>
              <a:gd name="connsiteX1067" fmla="*/ 559540 w 3415751"/>
              <a:gd name="connsiteY1067" fmla="*/ 328765 h 768467"/>
              <a:gd name="connsiteX1068" fmla="*/ 537163 w 3415751"/>
              <a:gd name="connsiteY1068" fmla="*/ 353338 h 768467"/>
              <a:gd name="connsiteX1069" fmla="*/ 504185 w 3415751"/>
              <a:gd name="connsiteY1069" fmla="*/ 374693 h 768467"/>
              <a:gd name="connsiteX1070" fmla="*/ 439174 w 3415751"/>
              <a:gd name="connsiteY1070" fmla="*/ 393814 h 768467"/>
              <a:gd name="connsiteX1071" fmla="*/ 411117 w 3415751"/>
              <a:gd name="connsiteY1071" fmla="*/ 395593 h 768467"/>
              <a:gd name="connsiteX1072" fmla="*/ 405324 w 3415751"/>
              <a:gd name="connsiteY1072" fmla="*/ 395593 h 768467"/>
              <a:gd name="connsiteX1073" fmla="*/ 414714 w 3415751"/>
              <a:gd name="connsiteY1073" fmla="*/ 435463 h 768467"/>
              <a:gd name="connsiteX1074" fmla="*/ 384424 w 3415751"/>
              <a:gd name="connsiteY1074" fmla="*/ 439249 h 768467"/>
              <a:gd name="connsiteX1075" fmla="*/ 384045 w 3415751"/>
              <a:gd name="connsiteY1075" fmla="*/ 439249 h 768467"/>
              <a:gd name="connsiteX1076" fmla="*/ 383629 w 3415751"/>
              <a:gd name="connsiteY1076" fmla="*/ 439249 h 768467"/>
              <a:gd name="connsiteX1077" fmla="*/ 353338 w 3415751"/>
              <a:gd name="connsiteY1077" fmla="*/ 435463 h 768467"/>
              <a:gd name="connsiteX1078" fmla="*/ 362766 w 3415751"/>
              <a:gd name="connsiteY1078" fmla="*/ 395669 h 768467"/>
              <a:gd name="connsiteX1079" fmla="*/ 356973 w 3415751"/>
              <a:gd name="connsiteY1079" fmla="*/ 395669 h 768467"/>
              <a:gd name="connsiteX1080" fmla="*/ 328917 w 3415751"/>
              <a:gd name="connsiteY1080" fmla="*/ 393890 h 768467"/>
              <a:gd name="connsiteX1081" fmla="*/ 263906 w 3415751"/>
              <a:gd name="connsiteY1081" fmla="*/ 374769 h 768467"/>
              <a:gd name="connsiteX1082" fmla="*/ 230852 w 3415751"/>
              <a:gd name="connsiteY1082" fmla="*/ 353376 h 768467"/>
              <a:gd name="connsiteX1083" fmla="*/ 208550 w 3415751"/>
              <a:gd name="connsiteY1083" fmla="*/ 328841 h 768467"/>
              <a:gd name="connsiteX1084" fmla="*/ 231950 w 3415751"/>
              <a:gd name="connsiteY1084" fmla="*/ 331491 h 768467"/>
              <a:gd name="connsiteX1085" fmla="*/ 241037 w 3415751"/>
              <a:gd name="connsiteY1085" fmla="*/ 331908 h 768467"/>
              <a:gd name="connsiteX1086" fmla="*/ 283746 w 3415751"/>
              <a:gd name="connsiteY1086" fmla="*/ 334142 h 768467"/>
              <a:gd name="connsiteX1087" fmla="*/ 288517 w 3415751"/>
              <a:gd name="connsiteY1087" fmla="*/ 336679 h 768467"/>
              <a:gd name="connsiteX1088" fmla="*/ 336754 w 3415751"/>
              <a:gd name="connsiteY1088" fmla="*/ 352089 h 768467"/>
              <a:gd name="connsiteX1089" fmla="*/ 345387 w 3415751"/>
              <a:gd name="connsiteY1089" fmla="*/ 352657 h 768467"/>
              <a:gd name="connsiteX1090" fmla="*/ 355989 w 3415751"/>
              <a:gd name="connsiteY1090" fmla="*/ 352089 h 768467"/>
              <a:gd name="connsiteX1091" fmla="*/ 347659 w 3415751"/>
              <a:gd name="connsiteY1091" fmla="*/ 386734 h 768467"/>
              <a:gd name="connsiteX1092" fmla="*/ 384235 w 3415751"/>
              <a:gd name="connsiteY1092" fmla="*/ 389043 h 768467"/>
              <a:gd name="connsiteX1093" fmla="*/ 420772 w 3415751"/>
              <a:gd name="connsiteY1093" fmla="*/ 386734 h 768467"/>
              <a:gd name="connsiteX1094" fmla="*/ 412480 w 3415751"/>
              <a:gd name="connsiteY1094" fmla="*/ 352089 h 768467"/>
              <a:gd name="connsiteX1095" fmla="*/ 423044 w 3415751"/>
              <a:gd name="connsiteY1095" fmla="*/ 352657 h 768467"/>
              <a:gd name="connsiteX1096" fmla="*/ 431677 w 3415751"/>
              <a:gd name="connsiteY1096" fmla="*/ 352089 h 768467"/>
              <a:gd name="connsiteX1097" fmla="*/ 479952 w 3415751"/>
              <a:gd name="connsiteY1097" fmla="*/ 336679 h 768467"/>
              <a:gd name="connsiteX1098" fmla="*/ 484723 w 3415751"/>
              <a:gd name="connsiteY1098" fmla="*/ 334142 h 768467"/>
              <a:gd name="connsiteX1099" fmla="*/ 527432 w 3415751"/>
              <a:gd name="connsiteY1099" fmla="*/ 331908 h 768467"/>
              <a:gd name="connsiteX1100" fmla="*/ 536482 w 3415751"/>
              <a:gd name="connsiteY1100" fmla="*/ 331491 h 768467"/>
              <a:gd name="connsiteX1101" fmla="*/ 536103 w 3415751"/>
              <a:gd name="connsiteY1101" fmla="*/ 331416 h 768467"/>
              <a:gd name="connsiteX1102" fmla="*/ 559540 w 3415751"/>
              <a:gd name="connsiteY1102" fmla="*/ 328765 h 768467"/>
              <a:gd name="connsiteX1103" fmla="*/ 1564018 w 3415751"/>
              <a:gd name="connsiteY1103" fmla="*/ 310667 h 768467"/>
              <a:gd name="connsiteX1104" fmla="*/ 1554249 w 3415751"/>
              <a:gd name="connsiteY1104" fmla="*/ 311986 h 768467"/>
              <a:gd name="connsiteX1105" fmla="*/ 1544218 w 3415751"/>
              <a:gd name="connsiteY1105" fmla="*/ 315286 h 768467"/>
              <a:gd name="connsiteX1106" fmla="*/ 1536693 w 3415751"/>
              <a:gd name="connsiteY1106" fmla="*/ 320038 h 768467"/>
              <a:gd name="connsiteX1107" fmla="*/ 1517157 w 3415751"/>
              <a:gd name="connsiteY1107" fmla="*/ 328486 h 768467"/>
              <a:gd name="connsiteX1108" fmla="*/ 1511217 w 3415751"/>
              <a:gd name="connsiteY1108" fmla="*/ 338518 h 768467"/>
              <a:gd name="connsiteX1109" fmla="*/ 1519665 w 3415751"/>
              <a:gd name="connsiteY1109" fmla="*/ 346967 h 768467"/>
              <a:gd name="connsiteX1110" fmla="*/ 1534581 w 3415751"/>
              <a:gd name="connsiteY1110" fmla="*/ 342348 h 768467"/>
              <a:gd name="connsiteX1111" fmla="*/ 1548574 w 3415751"/>
              <a:gd name="connsiteY1111" fmla="*/ 331523 h 768467"/>
              <a:gd name="connsiteX1112" fmla="*/ 1560190 w 3415751"/>
              <a:gd name="connsiteY1112" fmla="*/ 321227 h 768467"/>
              <a:gd name="connsiteX1113" fmla="*/ 1564018 w 3415751"/>
              <a:gd name="connsiteY1113" fmla="*/ 310667 h 768467"/>
              <a:gd name="connsiteX1114" fmla="*/ 2027741 w 3415751"/>
              <a:gd name="connsiteY1114" fmla="*/ 289415 h 768467"/>
              <a:gd name="connsiteX1115" fmla="*/ 2012296 w 3415751"/>
              <a:gd name="connsiteY1115" fmla="*/ 292055 h 768467"/>
              <a:gd name="connsiteX1116" fmla="*/ 2008600 w 3415751"/>
              <a:gd name="connsiteY1116" fmla="*/ 300238 h 768467"/>
              <a:gd name="connsiteX1117" fmla="*/ 2009789 w 3415751"/>
              <a:gd name="connsiteY1117" fmla="*/ 307895 h 768467"/>
              <a:gd name="connsiteX1118" fmla="*/ 2022989 w 3415751"/>
              <a:gd name="connsiteY1118" fmla="*/ 309346 h 768467"/>
              <a:gd name="connsiteX1119" fmla="*/ 2023121 w 3415751"/>
              <a:gd name="connsiteY1119" fmla="*/ 309346 h 768467"/>
              <a:gd name="connsiteX1120" fmla="*/ 2031965 w 3415751"/>
              <a:gd name="connsiteY1120" fmla="*/ 294034 h 768467"/>
              <a:gd name="connsiteX1121" fmla="*/ 2031996 w 3415751"/>
              <a:gd name="connsiteY1121" fmla="*/ 293337 h 768467"/>
              <a:gd name="connsiteX1122" fmla="*/ 2027741 w 3415751"/>
              <a:gd name="connsiteY1122" fmla="*/ 289415 h 768467"/>
              <a:gd name="connsiteX1123" fmla="*/ 2073941 w 3415751"/>
              <a:gd name="connsiteY1123" fmla="*/ 275685 h 768467"/>
              <a:gd name="connsiteX1124" fmla="*/ 2061930 w 3415751"/>
              <a:gd name="connsiteY1124" fmla="*/ 279646 h 768467"/>
              <a:gd name="connsiteX1125" fmla="*/ 2060476 w 3415751"/>
              <a:gd name="connsiteY1125" fmla="*/ 291659 h 768467"/>
              <a:gd name="connsiteX1126" fmla="*/ 2067869 w 3415751"/>
              <a:gd name="connsiteY1126" fmla="*/ 298390 h 768467"/>
              <a:gd name="connsiteX1127" fmla="*/ 2081069 w 3415751"/>
              <a:gd name="connsiteY1127" fmla="*/ 288491 h 768467"/>
              <a:gd name="connsiteX1128" fmla="*/ 2081598 w 3415751"/>
              <a:gd name="connsiteY1128" fmla="*/ 288491 h 768467"/>
              <a:gd name="connsiteX1129" fmla="*/ 2081598 w 3415751"/>
              <a:gd name="connsiteY1129" fmla="*/ 278458 h 768467"/>
              <a:gd name="connsiteX1130" fmla="*/ 2073941 w 3415751"/>
              <a:gd name="connsiteY1130" fmla="*/ 275685 h 768467"/>
              <a:gd name="connsiteX1131" fmla="*/ 1591211 w 3415751"/>
              <a:gd name="connsiteY1131" fmla="*/ 260505 h 768467"/>
              <a:gd name="connsiteX1132" fmla="*/ 1602562 w 3415751"/>
              <a:gd name="connsiteY1132" fmla="*/ 264862 h 768467"/>
              <a:gd name="connsiteX1133" fmla="*/ 1615763 w 3415751"/>
              <a:gd name="connsiteY1133" fmla="*/ 264862 h 768467"/>
              <a:gd name="connsiteX1134" fmla="*/ 1634375 w 3415751"/>
              <a:gd name="connsiteY1134" fmla="*/ 277006 h 768467"/>
              <a:gd name="connsiteX1135" fmla="*/ 1639523 w 3415751"/>
              <a:gd name="connsiteY1135" fmla="*/ 292450 h 768467"/>
              <a:gd name="connsiteX1136" fmla="*/ 1639523 w 3415751"/>
              <a:gd name="connsiteY1136" fmla="*/ 304463 h 768467"/>
              <a:gd name="connsiteX1137" fmla="*/ 1623814 w 3415751"/>
              <a:gd name="connsiteY1137" fmla="*/ 320435 h 768467"/>
              <a:gd name="connsiteX1138" fmla="*/ 1623286 w 3415751"/>
              <a:gd name="connsiteY1138" fmla="*/ 320435 h 768467"/>
              <a:gd name="connsiteX1139" fmla="*/ 1615763 w 3415751"/>
              <a:gd name="connsiteY1139" fmla="*/ 333635 h 768467"/>
              <a:gd name="connsiteX1140" fmla="*/ 1591078 w 3415751"/>
              <a:gd name="connsiteY1140" fmla="*/ 376668 h 768467"/>
              <a:gd name="connsiteX1141" fmla="*/ 1580253 w 3415751"/>
              <a:gd name="connsiteY1141" fmla="*/ 390528 h 768467"/>
              <a:gd name="connsiteX1142" fmla="*/ 1572201 w 3415751"/>
              <a:gd name="connsiteY1142" fmla="*/ 391584 h 768467"/>
              <a:gd name="connsiteX1143" fmla="*/ 1564546 w 3415751"/>
              <a:gd name="connsiteY1143" fmla="*/ 400164 h 768467"/>
              <a:gd name="connsiteX1144" fmla="*/ 1567054 w 3415751"/>
              <a:gd name="connsiteY1144" fmla="*/ 415872 h 768467"/>
              <a:gd name="connsiteX1145" fmla="*/ 1567054 w 3415751"/>
              <a:gd name="connsiteY1145" fmla="*/ 485701 h 768467"/>
              <a:gd name="connsiteX1146" fmla="*/ 1553854 w 3415751"/>
              <a:gd name="connsiteY1146" fmla="*/ 505502 h 768467"/>
              <a:gd name="connsiteX1147" fmla="*/ 1539729 w 3415751"/>
              <a:gd name="connsiteY1147" fmla="*/ 519625 h 768467"/>
              <a:gd name="connsiteX1148" fmla="*/ 1526529 w 3415751"/>
              <a:gd name="connsiteY1148" fmla="*/ 526358 h 768467"/>
              <a:gd name="connsiteX1149" fmla="*/ 1520589 w 3415751"/>
              <a:gd name="connsiteY1149" fmla="*/ 522265 h 768467"/>
              <a:gd name="connsiteX1150" fmla="*/ 1511348 w 3415751"/>
              <a:gd name="connsiteY1150" fmla="*/ 518174 h 768467"/>
              <a:gd name="connsiteX1151" fmla="*/ 1504088 w 3415751"/>
              <a:gd name="connsiteY1151" fmla="*/ 512498 h 768467"/>
              <a:gd name="connsiteX1152" fmla="*/ 1491944 w 3415751"/>
              <a:gd name="connsiteY1152" fmla="*/ 506558 h 768467"/>
              <a:gd name="connsiteX1153" fmla="*/ 1485344 w 3415751"/>
              <a:gd name="connsiteY1153" fmla="*/ 494149 h 768467"/>
              <a:gd name="connsiteX1154" fmla="*/ 1466732 w 3415751"/>
              <a:gd name="connsiteY1154" fmla="*/ 475141 h 768467"/>
              <a:gd name="connsiteX1155" fmla="*/ 1478612 w 3415751"/>
              <a:gd name="connsiteY1155" fmla="*/ 470257 h 768467"/>
              <a:gd name="connsiteX1156" fmla="*/ 1496168 w 3415751"/>
              <a:gd name="connsiteY1156" fmla="*/ 476329 h 768467"/>
              <a:gd name="connsiteX1157" fmla="*/ 1510292 w 3415751"/>
              <a:gd name="connsiteY1157" fmla="*/ 459829 h 768467"/>
              <a:gd name="connsiteX1158" fmla="*/ 1510292 w 3415751"/>
              <a:gd name="connsiteY1158" fmla="*/ 448344 h 768467"/>
              <a:gd name="connsiteX1159" fmla="*/ 1510292 w 3415751"/>
              <a:gd name="connsiteY1159" fmla="*/ 432637 h 768467"/>
              <a:gd name="connsiteX1160" fmla="*/ 1512801 w 3415751"/>
              <a:gd name="connsiteY1160" fmla="*/ 411648 h 768467"/>
              <a:gd name="connsiteX1161" fmla="*/ 1508973 w 3415751"/>
              <a:gd name="connsiteY1161" fmla="*/ 404519 h 768467"/>
              <a:gd name="connsiteX1162" fmla="*/ 1497620 w 3415751"/>
              <a:gd name="connsiteY1162" fmla="*/ 401351 h 768467"/>
              <a:gd name="connsiteX1163" fmla="*/ 1488644 w 3415751"/>
              <a:gd name="connsiteY1163" fmla="*/ 402935 h 768467"/>
              <a:gd name="connsiteX1164" fmla="*/ 1474256 w 3415751"/>
              <a:gd name="connsiteY1164" fmla="*/ 401616 h 768467"/>
              <a:gd name="connsiteX1165" fmla="*/ 1469108 w 3415751"/>
              <a:gd name="connsiteY1165" fmla="*/ 396996 h 768467"/>
              <a:gd name="connsiteX1166" fmla="*/ 1466203 w 3415751"/>
              <a:gd name="connsiteY1166" fmla="*/ 386436 h 768467"/>
              <a:gd name="connsiteX1167" fmla="*/ 1463696 w 3415751"/>
              <a:gd name="connsiteY1167" fmla="*/ 380759 h 768467"/>
              <a:gd name="connsiteX1168" fmla="*/ 1462375 w 3415751"/>
              <a:gd name="connsiteY1168" fmla="*/ 369671 h 768467"/>
              <a:gd name="connsiteX1169" fmla="*/ 1458811 w 3415751"/>
              <a:gd name="connsiteY1169" fmla="*/ 353436 h 768467"/>
              <a:gd name="connsiteX1170" fmla="*/ 1455379 w 3415751"/>
              <a:gd name="connsiteY1170" fmla="*/ 332579 h 768467"/>
              <a:gd name="connsiteX1171" fmla="*/ 1454323 w 3415751"/>
              <a:gd name="connsiteY1171" fmla="*/ 311458 h 768467"/>
              <a:gd name="connsiteX1172" fmla="*/ 1467524 w 3415751"/>
              <a:gd name="connsiteY1172" fmla="*/ 287566 h 768467"/>
              <a:gd name="connsiteX1173" fmla="*/ 1479668 w 3415751"/>
              <a:gd name="connsiteY1173" fmla="*/ 282155 h 768467"/>
              <a:gd name="connsiteX1174" fmla="*/ 1490491 w 3415751"/>
              <a:gd name="connsiteY1174" fmla="*/ 287830 h 768467"/>
              <a:gd name="connsiteX1175" fmla="*/ 1495640 w 3415751"/>
              <a:gd name="connsiteY1175" fmla="*/ 294694 h 768467"/>
              <a:gd name="connsiteX1176" fmla="*/ 1518081 w 3415751"/>
              <a:gd name="connsiteY1176" fmla="*/ 288094 h 768467"/>
              <a:gd name="connsiteX1177" fmla="*/ 1534713 w 3415751"/>
              <a:gd name="connsiteY1177" fmla="*/ 283606 h 768467"/>
              <a:gd name="connsiteX1178" fmla="*/ 1546857 w 3415751"/>
              <a:gd name="connsiteY1178" fmla="*/ 279250 h 768467"/>
              <a:gd name="connsiteX1179" fmla="*/ 1556361 w 3415751"/>
              <a:gd name="connsiteY1179" fmla="*/ 276478 h 768467"/>
              <a:gd name="connsiteX1180" fmla="*/ 1569561 w 3415751"/>
              <a:gd name="connsiteY1180" fmla="*/ 271330 h 768467"/>
              <a:gd name="connsiteX1181" fmla="*/ 1577086 w 3415751"/>
              <a:gd name="connsiteY1181" fmla="*/ 266446 h 768467"/>
              <a:gd name="connsiteX1182" fmla="*/ 1583686 w 3415751"/>
              <a:gd name="connsiteY1182" fmla="*/ 263013 h 768467"/>
              <a:gd name="connsiteX1183" fmla="*/ 1591211 w 3415751"/>
              <a:gd name="connsiteY1183" fmla="*/ 260505 h 768467"/>
              <a:gd name="connsiteX1184" fmla="*/ 2023781 w 3415751"/>
              <a:gd name="connsiteY1184" fmla="*/ 238858 h 768467"/>
              <a:gd name="connsiteX1185" fmla="*/ 2010580 w 3415751"/>
              <a:gd name="connsiteY1185" fmla="*/ 247966 h 768467"/>
              <a:gd name="connsiteX1186" fmla="*/ 2012033 w 3415751"/>
              <a:gd name="connsiteY1186" fmla="*/ 261166 h 768467"/>
              <a:gd name="connsiteX1187" fmla="*/ 2017708 w 3415751"/>
              <a:gd name="connsiteY1187" fmla="*/ 264599 h 768467"/>
              <a:gd name="connsiteX1188" fmla="*/ 2032757 w 3415751"/>
              <a:gd name="connsiteY1188" fmla="*/ 250342 h 768467"/>
              <a:gd name="connsiteX1189" fmla="*/ 2033416 w 3415751"/>
              <a:gd name="connsiteY1189" fmla="*/ 249946 h 768467"/>
              <a:gd name="connsiteX1190" fmla="*/ 2023781 w 3415751"/>
              <a:gd name="connsiteY1190" fmla="*/ 238858 h 768467"/>
              <a:gd name="connsiteX1191" fmla="*/ 2095062 w 3415751"/>
              <a:gd name="connsiteY1191" fmla="*/ 219453 h 768467"/>
              <a:gd name="connsiteX1192" fmla="*/ 2064834 w 3415751"/>
              <a:gd name="connsiteY1192" fmla="*/ 231333 h 768467"/>
              <a:gd name="connsiteX1193" fmla="*/ 2069189 w 3415751"/>
              <a:gd name="connsiteY1193" fmla="*/ 245589 h 768467"/>
              <a:gd name="connsiteX1194" fmla="*/ 2085426 w 3415751"/>
              <a:gd name="connsiteY1194" fmla="*/ 246513 h 768467"/>
              <a:gd name="connsiteX1195" fmla="*/ 2096249 w 3415751"/>
              <a:gd name="connsiteY1195" fmla="*/ 231069 h 768467"/>
              <a:gd name="connsiteX1196" fmla="*/ 2095062 w 3415751"/>
              <a:gd name="connsiteY1196" fmla="*/ 219453 h 768467"/>
              <a:gd name="connsiteX1197" fmla="*/ 2526445 w 3415751"/>
              <a:gd name="connsiteY1197" fmla="*/ 216416 h 768467"/>
              <a:gd name="connsiteX1198" fmla="*/ 2535290 w 3415751"/>
              <a:gd name="connsiteY1198" fmla="*/ 221565 h 768467"/>
              <a:gd name="connsiteX1199" fmla="*/ 2548490 w 3415751"/>
              <a:gd name="connsiteY1199" fmla="*/ 233841 h 768467"/>
              <a:gd name="connsiteX1200" fmla="*/ 2552449 w 3415751"/>
              <a:gd name="connsiteY1200" fmla="*/ 245985 h 768467"/>
              <a:gd name="connsiteX1201" fmla="*/ 2557598 w 3415751"/>
              <a:gd name="connsiteY1201" fmla="*/ 254037 h 768467"/>
              <a:gd name="connsiteX1202" fmla="*/ 2537137 w 3415751"/>
              <a:gd name="connsiteY1202" fmla="*/ 273045 h 768467"/>
              <a:gd name="connsiteX1203" fmla="*/ 2521034 w 3415751"/>
              <a:gd name="connsiteY1203" fmla="*/ 286245 h 768467"/>
              <a:gd name="connsiteX1204" fmla="*/ 2508625 w 3415751"/>
              <a:gd name="connsiteY1204" fmla="*/ 294562 h 768467"/>
              <a:gd name="connsiteX1205" fmla="*/ 2483941 w 3415751"/>
              <a:gd name="connsiteY1205" fmla="*/ 311854 h 768467"/>
              <a:gd name="connsiteX1206" fmla="*/ 2489881 w 3415751"/>
              <a:gd name="connsiteY1206" fmla="*/ 332447 h 768467"/>
              <a:gd name="connsiteX1207" fmla="*/ 2485789 w 3415751"/>
              <a:gd name="connsiteY1207" fmla="*/ 341951 h 768467"/>
              <a:gd name="connsiteX1208" fmla="*/ 2482489 w 3415751"/>
              <a:gd name="connsiteY1208" fmla="*/ 350662 h 768467"/>
              <a:gd name="connsiteX1209" fmla="*/ 2479980 w 3415751"/>
              <a:gd name="connsiteY1209" fmla="*/ 359903 h 768467"/>
              <a:gd name="connsiteX1210" fmla="*/ 2478265 w 3415751"/>
              <a:gd name="connsiteY1210" fmla="*/ 369671 h 768467"/>
              <a:gd name="connsiteX1211" fmla="*/ 2479584 w 3415751"/>
              <a:gd name="connsiteY1211" fmla="*/ 395015 h 768467"/>
              <a:gd name="connsiteX1212" fmla="*/ 2525258 w 3415751"/>
              <a:gd name="connsiteY1212" fmla="*/ 393959 h 768467"/>
              <a:gd name="connsiteX1213" fmla="*/ 2537139 w 3415751"/>
              <a:gd name="connsiteY1213" fmla="*/ 389340 h 768467"/>
              <a:gd name="connsiteX1214" fmla="*/ 2548490 w 3415751"/>
              <a:gd name="connsiteY1214" fmla="*/ 388151 h 768467"/>
              <a:gd name="connsiteX1215" fmla="*/ 2560899 w 3415751"/>
              <a:gd name="connsiteY1215" fmla="*/ 391452 h 768467"/>
              <a:gd name="connsiteX1216" fmla="*/ 2573042 w 3415751"/>
              <a:gd name="connsiteY1216" fmla="*/ 398183 h 768467"/>
              <a:gd name="connsiteX1217" fmla="*/ 2588882 w 3415751"/>
              <a:gd name="connsiteY1217" fmla="*/ 411383 h 768467"/>
              <a:gd name="connsiteX1218" fmla="*/ 2590334 w 3415751"/>
              <a:gd name="connsiteY1218" fmla="*/ 422208 h 768467"/>
              <a:gd name="connsiteX1219" fmla="*/ 2588089 w 3415751"/>
              <a:gd name="connsiteY1219" fmla="*/ 422471 h 768467"/>
              <a:gd name="connsiteX1220" fmla="*/ 2589673 w 3415751"/>
              <a:gd name="connsiteY1220" fmla="*/ 426432 h 768467"/>
              <a:gd name="connsiteX1221" fmla="*/ 2590731 w 3415751"/>
              <a:gd name="connsiteY1221" fmla="*/ 432240 h 768467"/>
              <a:gd name="connsiteX1222" fmla="*/ 2586770 w 3415751"/>
              <a:gd name="connsiteY1222" fmla="*/ 441613 h 768467"/>
              <a:gd name="connsiteX1223" fmla="*/ 2578850 w 3415751"/>
              <a:gd name="connsiteY1223" fmla="*/ 449664 h 768467"/>
              <a:gd name="connsiteX1224" fmla="*/ 2563406 w 3415751"/>
              <a:gd name="connsiteY1224" fmla="*/ 450589 h 768467"/>
              <a:gd name="connsiteX1225" fmla="*/ 2546641 w 3415751"/>
              <a:gd name="connsiteY1225" fmla="*/ 447684 h 768467"/>
              <a:gd name="connsiteX1226" fmla="*/ 2529482 w 3415751"/>
              <a:gd name="connsiteY1226" fmla="*/ 449136 h 768467"/>
              <a:gd name="connsiteX1227" fmla="*/ 2501101 w 3415751"/>
              <a:gd name="connsiteY1227" fmla="*/ 446760 h 768467"/>
              <a:gd name="connsiteX1228" fmla="*/ 2474700 w 3415751"/>
              <a:gd name="connsiteY1228" fmla="*/ 446760 h 768467"/>
              <a:gd name="connsiteX1229" fmla="*/ 2448300 w 3415751"/>
              <a:gd name="connsiteY1229" fmla="*/ 448872 h 768467"/>
              <a:gd name="connsiteX1230" fmla="*/ 2423087 w 3415751"/>
              <a:gd name="connsiteY1230" fmla="*/ 452436 h 768467"/>
              <a:gd name="connsiteX1231" fmla="*/ 2394443 w 3415751"/>
              <a:gd name="connsiteY1231" fmla="*/ 451776 h 768467"/>
              <a:gd name="connsiteX1232" fmla="*/ 2343622 w 3415751"/>
              <a:gd name="connsiteY1232" fmla="*/ 462205 h 768467"/>
              <a:gd name="connsiteX1233" fmla="*/ 2281317 w 3415751"/>
              <a:gd name="connsiteY1233" fmla="*/ 485965 h 768467"/>
              <a:gd name="connsiteX1234" fmla="*/ 2257557 w 3415751"/>
              <a:gd name="connsiteY1234" fmla="*/ 463524 h 768467"/>
              <a:gd name="connsiteX1235" fmla="*/ 2257557 w 3415751"/>
              <a:gd name="connsiteY1235" fmla="*/ 450324 h 768467"/>
              <a:gd name="connsiteX1236" fmla="*/ 2256104 w 3415751"/>
              <a:gd name="connsiteY1236" fmla="*/ 434220 h 768467"/>
              <a:gd name="connsiteX1237" fmla="*/ 2282505 w 3415751"/>
              <a:gd name="connsiteY1237" fmla="*/ 419831 h 768467"/>
              <a:gd name="connsiteX1238" fmla="*/ 2297817 w 3415751"/>
              <a:gd name="connsiteY1238" fmla="*/ 421284 h 768467"/>
              <a:gd name="connsiteX1239" fmla="*/ 2329498 w 3415751"/>
              <a:gd name="connsiteY1239" fmla="*/ 409271 h 768467"/>
              <a:gd name="connsiteX1240" fmla="*/ 2342698 w 3415751"/>
              <a:gd name="connsiteY1240" fmla="*/ 406764 h 768467"/>
              <a:gd name="connsiteX1241" fmla="*/ 2377415 w 3415751"/>
              <a:gd name="connsiteY1241" fmla="*/ 392243 h 768467"/>
              <a:gd name="connsiteX1242" fmla="*/ 2404607 w 3415751"/>
              <a:gd name="connsiteY1242" fmla="*/ 345778 h 768467"/>
              <a:gd name="connsiteX1243" fmla="*/ 2407380 w 3415751"/>
              <a:gd name="connsiteY1243" fmla="*/ 330203 h 768467"/>
              <a:gd name="connsiteX1244" fmla="*/ 2404607 w 3415751"/>
              <a:gd name="connsiteY1244" fmla="*/ 317926 h 768467"/>
              <a:gd name="connsiteX1245" fmla="*/ 2391406 w 3415751"/>
              <a:gd name="connsiteY1245" fmla="*/ 320038 h 768467"/>
              <a:gd name="connsiteX1246" fmla="*/ 2374115 w 3415751"/>
              <a:gd name="connsiteY1246" fmla="*/ 321227 h 768467"/>
              <a:gd name="connsiteX1247" fmla="*/ 2368835 w 3415751"/>
              <a:gd name="connsiteY1247" fmla="*/ 305518 h 768467"/>
              <a:gd name="connsiteX1248" fmla="*/ 2358538 w 3415751"/>
              <a:gd name="connsiteY1248" fmla="*/ 286642 h 768467"/>
              <a:gd name="connsiteX1249" fmla="*/ 2355898 w 3415751"/>
              <a:gd name="connsiteY1249" fmla="*/ 271461 h 768467"/>
              <a:gd name="connsiteX1250" fmla="*/ 2354579 w 3415751"/>
              <a:gd name="connsiteY1250" fmla="*/ 256810 h 768467"/>
              <a:gd name="connsiteX1251" fmla="*/ 2367779 w 3415751"/>
              <a:gd name="connsiteY1251" fmla="*/ 245853 h 768467"/>
              <a:gd name="connsiteX1252" fmla="*/ 2391012 w 3415751"/>
              <a:gd name="connsiteY1252" fmla="*/ 251397 h 768467"/>
              <a:gd name="connsiteX1253" fmla="*/ 2446453 w 3415751"/>
              <a:gd name="connsiteY1253" fmla="*/ 242157 h 768467"/>
              <a:gd name="connsiteX1254" fmla="*/ 2456088 w 3415751"/>
              <a:gd name="connsiteY1254" fmla="*/ 239517 h 768467"/>
              <a:gd name="connsiteX1255" fmla="*/ 2462952 w 3415751"/>
              <a:gd name="connsiteY1255" fmla="*/ 236877 h 768467"/>
              <a:gd name="connsiteX1256" fmla="*/ 2504534 w 3415751"/>
              <a:gd name="connsiteY1256" fmla="*/ 219321 h 768467"/>
              <a:gd name="connsiteX1257" fmla="*/ 2516281 w 3415751"/>
              <a:gd name="connsiteY1257" fmla="*/ 217869 h 768467"/>
              <a:gd name="connsiteX1258" fmla="*/ 2526445 w 3415751"/>
              <a:gd name="connsiteY1258" fmla="*/ 216416 h 768467"/>
              <a:gd name="connsiteX1259" fmla="*/ 1942467 w 3415751"/>
              <a:gd name="connsiteY1259" fmla="*/ 201104 h 768467"/>
              <a:gd name="connsiteX1260" fmla="*/ 1954348 w 3415751"/>
              <a:gd name="connsiteY1260" fmla="*/ 216681 h 768467"/>
              <a:gd name="connsiteX1261" fmla="*/ 1951575 w 3415751"/>
              <a:gd name="connsiteY1261" fmla="*/ 232388 h 768467"/>
              <a:gd name="connsiteX1262" fmla="*/ 1946163 w 3415751"/>
              <a:gd name="connsiteY1262" fmla="*/ 250340 h 768467"/>
              <a:gd name="connsiteX1263" fmla="*/ 1936396 w 3415751"/>
              <a:gd name="connsiteY1263" fmla="*/ 263540 h 768467"/>
              <a:gd name="connsiteX1264" fmla="*/ 1920161 w 3415751"/>
              <a:gd name="connsiteY1264" fmla="*/ 281493 h 768467"/>
              <a:gd name="connsiteX1265" fmla="*/ 1918444 w 3415751"/>
              <a:gd name="connsiteY1265" fmla="*/ 301425 h 768467"/>
              <a:gd name="connsiteX1266" fmla="*/ 1919631 w 3415751"/>
              <a:gd name="connsiteY1266" fmla="*/ 314625 h 768467"/>
              <a:gd name="connsiteX1267" fmla="*/ 1930191 w 3415751"/>
              <a:gd name="connsiteY1267" fmla="*/ 314625 h 768467"/>
              <a:gd name="connsiteX1268" fmla="*/ 1933624 w 3415751"/>
              <a:gd name="connsiteY1268" fmla="*/ 324261 h 768467"/>
              <a:gd name="connsiteX1269" fmla="*/ 1940092 w 3415751"/>
              <a:gd name="connsiteY1269" fmla="*/ 339707 h 768467"/>
              <a:gd name="connsiteX1270" fmla="*/ 1937848 w 3415751"/>
              <a:gd name="connsiteY1270" fmla="*/ 345910 h 768467"/>
              <a:gd name="connsiteX1271" fmla="*/ 1907355 w 3415751"/>
              <a:gd name="connsiteY1271" fmla="*/ 375215 h 768467"/>
              <a:gd name="connsiteX1272" fmla="*/ 1908808 w 3415751"/>
              <a:gd name="connsiteY1272" fmla="*/ 387227 h 768467"/>
              <a:gd name="connsiteX1273" fmla="*/ 1920424 w 3415751"/>
              <a:gd name="connsiteY1273" fmla="*/ 387227 h 768467"/>
              <a:gd name="connsiteX1274" fmla="*/ 1920028 w 3415751"/>
              <a:gd name="connsiteY1274" fmla="*/ 388018 h 768467"/>
              <a:gd name="connsiteX1275" fmla="*/ 1930588 w 3415751"/>
              <a:gd name="connsiteY1275" fmla="*/ 394883 h 768467"/>
              <a:gd name="connsiteX1276" fmla="*/ 1933756 w 3415751"/>
              <a:gd name="connsiteY1276" fmla="*/ 406235 h 768467"/>
              <a:gd name="connsiteX1277" fmla="*/ 1904056 w 3415751"/>
              <a:gd name="connsiteY1277" fmla="*/ 441875 h 768467"/>
              <a:gd name="connsiteX1278" fmla="*/ 1855610 w 3415751"/>
              <a:gd name="connsiteY1278" fmla="*/ 466032 h 768467"/>
              <a:gd name="connsiteX1279" fmla="*/ 1831982 w 3415751"/>
              <a:gd name="connsiteY1279" fmla="*/ 487152 h 768467"/>
              <a:gd name="connsiteX1280" fmla="*/ 1822611 w 3415751"/>
              <a:gd name="connsiteY1280" fmla="*/ 487152 h 768467"/>
              <a:gd name="connsiteX1281" fmla="*/ 1809410 w 3415751"/>
              <a:gd name="connsiteY1281" fmla="*/ 483456 h 768467"/>
              <a:gd name="connsiteX1282" fmla="*/ 1803734 w 3415751"/>
              <a:gd name="connsiteY1282" fmla="*/ 471840 h 768467"/>
              <a:gd name="connsiteX1283" fmla="*/ 1795549 w 3415751"/>
              <a:gd name="connsiteY1283" fmla="*/ 460092 h 768467"/>
              <a:gd name="connsiteX1284" fmla="*/ 1791853 w 3415751"/>
              <a:gd name="connsiteY1284" fmla="*/ 438707 h 768467"/>
              <a:gd name="connsiteX1285" fmla="*/ 1812842 w 3415751"/>
              <a:gd name="connsiteY1285" fmla="*/ 418511 h 768467"/>
              <a:gd name="connsiteX1286" fmla="*/ 1824854 w 3415751"/>
              <a:gd name="connsiteY1286" fmla="*/ 409667 h 768467"/>
              <a:gd name="connsiteX1287" fmla="*/ 1833434 w 3415751"/>
              <a:gd name="connsiteY1287" fmla="*/ 400822 h 768467"/>
              <a:gd name="connsiteX1288" fmla="*/ 1835678 w 3415751"/>
              <a:gd name="connsiteY1288" fmla="*/ 392242 h 768467"/>
              <a:gd name="connsiteX1289" fmla="*/ 1838185 w 3415751"/>
              <a:gd name="connsiteY1289" fmla="*/ 381154 h 768467"/>
              <a:gd name="connsiteX1290" fmla="*/ 1834225 w 3415751"/>
              <a:gd name="connsiteY1290" fmla="*/ 372311 h 768467"/>
              <a:gd name="connsiteX1291" fmla="*/ 1829473 w 3415751"/>
              <a:gd name="connsiteY1291" fmla="*/ 364655 h 768467"/>
              <a:gd name="connsiteX1292" fmla="*/ 1819969 w 3415751"/>
              <a:gd name="connsiteY1292" fmla="*/ 348155 h 768467"/>
              <a:gd name="connsiteX1293" fmla="*/ 1835150 w 3415751"/>
              <a:gd name="connsiteY1293" fmla="*/ 332446 h 768467"/>
              <a:gd name="connsiteX1294" fmla="*/ 1845314 w 3415751"/>
              <a:gd name="connsiteY1294" fmla="*/ 332446 h 768467"/>
              <a:gd name="connsiteX1295" fmla="*/ 1859571 w 3415751"/>
              <a:gd name="connsiteY1295" fmla="*/ 320698 h 768467"/>
              <a:gd name="connsiteX1296" fmla="*/ 1862738 w 3415751"/>
              <a:gd name="connsiteY1296" fmla="*/ 299050 h 768467"/>
              <a:gd name="connsiteX1297" fmla="*/ 1851650 w 3415751"/>
              <a:gd name="connsiteY1297" fmla="*/ 288753 h 768467"/>
              <a:gd name="connsiteX1298" fmla="*/ 1838449 w 3415751"/>
              <a:gd name="connsiteY1298" fmla="*/ 284001 h 768467"/>
              <a:gd name="connsiteX1299" fmla="*/ 1830134 w 3415751"/>
              <a:gd name="connsiteY1299" fmla="*/ 274893 h 768467"/>
              <a:gd name="connsiteX1300" fmla="*/ 1823270 w 3415751"/>
              <a:gd name="connsiteY1300" fmla="*/ 270273 h 768467"/>
              <a:gd name="connsiteX1301" fmla="*/ 1819573 w 3415751"/>
              <a:gd name="connsiteY1301" fmla="*/ 254829 h 768467"/>
              <a:gd name="connsiteX1302" fmla="*/ 1826702 w 3415751"/>
              <a:gd name="connsiteY1302" fmla="*/ 250340 h 768467"/>
              <a:gd name="connsiteX1303" fmla="*/ 1832113 w 3415751"/>
              <a:gd name="connsiteY1303" fmla="*/ 242025 h 768467"/>
              <a:gd name="connsiteX1304" fmla="*/ 1843598 w 3415751"/>
              <a:gd name="connsiteY1304" fmla="*/ 235293 h 768467"/>
              <a:gd name="connsiteX1305" fmla="*/ 1858647 w 3415751"/>
              <a:gd name="connsiteY1305" fmla="*/ 233577 h 768467"/>
              <a:gd name="connsiteX1306" fmla="*/ 1923855 w 3415751"/>
              <a:gd name="connsiteY1306" fmla="*/ 202425 h 768467"/>
              <a:gd name="connsiteX1307" fmla="*/ 1942467 w 3415751"/>
              <a:gd name="connsiteY1307" fmla="*/ 201104 h 768467"/>
              <a:gd name="connsiteX1308" fmla="*/ 2853547 w 3415751"/>
              <a:gd name="connsiteY1308" fmla="*/ 200576 h 768467"/>
              <a:gd name="connsiteX1309" fmla="*/ 2872687 w 3415751"/>
              <a:gd name="connsiteY1309" fmla="*/ 201367 h 768467"/>
              <a:gd name="connsiteX1310" fmla="*/ 2888000 w 3415751"/>
              <a:gd name="connsiteY1310" fmla="*/ 213908 h 768467"/>
              <a:gd name="connsiteX1311" fmla="*/ 2891564 w 3415751"/>
              <a:gd name="connsiteY1311" fmla="*/ 224731 h 768467"/>
              <a:gd name="connsiteX1312" fmla="*/ 2893676 w 3415751"/>
              <a:gd name="connsiteY1312" fmla="*/ 235160 h 768467"/>
              <a:gd name="connsiteX1313" fmla="*/ 2885624 w 3415751"/>
              <a:gd name="connsiteY1313" fmla="*/ 254564 h 768467"/>
              <a:gd name="connsiteX1314" fmla="*/ 2885624 w 3415751"/>
              <a:gd name="connsiteY1314" fmla="*/ 265916 h 768467"/>
              <a:gd name="connsiteX1315" fmla="*/ 2893413 w 3415751"/>
              <a:gd name="connsiteY1315" fmla="*/ 263937 h 768467"/>
              <a:gd name="connsiteX1316" fmla="*/ 2903180 w 3415751"/>
              <a:gd name="connsiteY1316" fmla="*/ 259580 h 768467"/>
              <a:gd name="connsiteX1317" fmla="*/ 2914665 w 3415751"/>
              <a:gd name="connsiteY1317" fmla="*/ 255620 h 768467"/>
              <a:gd name="connsiteX1318" fmla="*/ 2927865 w 3415751"/>
              <a:gd name="connsiteY1318" fmla="*/ 246116 h 768467"/>
              <a:gd name="connsiteX1319" fmla="*/ 2948457 w 3415751"/>
              <a:gd name="connsiteY1319" fmla="*/ 246116 h 768467"/>
              <a:gd name="connsiteX1320" fmla="*/ 2966410 w 3415751"/>
              <a:gd name="connsiteY1320" fmla="*/ 251924 h 768467"/>
              <a:gd name="connsiteX1321" fmla="*/ 2978817 w 3415751"/>
              <a:gd name="connsiteY1321" fmla="*/ 275553 h 768467"/>
              <a:gd name="connsiteX1322" fmla="*/ 2974065 w 3415751"/>
              <a:gd name="connsiteY1322" fmla="*/ 281493 h 768467"/>
              <a:gd name="connsiteX1323" fmla="*/ 2964166 w 3415751"/>
              <a:gd name="connsiteY1323" fmla="*/ 288885 h 768467"/>
              <a:gd name="connsiteX1324" fmla="*/ 2941329 w 3415751"/>
              <a:gd name="connsiteY1324" fmla="*/ 298652 h 768467"/>
              <a:gd name="connsiteX1325" fmla="*/ 2928128 w 3415751"/>
              <a:gd name="connsiteY1325" fmla="*/ 304329 h 768467"/>
              <a:gd name="connsiteX1326" fmla="*/ 2912817 w 3415751"/>
              <a:gd name="connsiteY1326" fmla="*/ 306309 h 768467"/>
              <a:gd name="connsiteX1327" fmla="*/ 2889320 w 3415751"/>
              <a:gd name="connsiteY1327" fmla="*/ 315285 h 768467"/>
              <a:gd name="connsiteX1328" fmla="*/ 2881532 w 3415751"/>
              <a:gd name="connsiteY1328" fmla="*/ 326637 h 768467"/>
              <a:gd name="connsiteX1329" fmla="*/ 2884304 w 3415751"/>
              <a:gd name="connsiteY1329" fmla="*/ 344854 h 768467"/>
              <a:gd name="connsiteX1330" fmla="*/ 2923113 w 3415751"/>
              <a:gd name="connsiteY1330" fmla="*/ 384455 h 768467"/>
              <a:gd name="connsiteX1331" fmla="*/ 2951757 w 3415751"/>
              <a:gd name="connsiteY1331" fmla="*/ 416795 h 768467"/>
              <a:gd name="connsiteX1332" fmla="*/ 2981194 w 3415751"/>
              <a:gd name="connsiteY1332" fmla="*/ 436991 h 768467"/>
              <a:gd name="connsiteX1333" fmla="*/ 2998090 w 3415751"/>
              <a:gd name="connsiteY1333" fmla="*/ 443592 h 768467"/>
              <a:gd name="connsiteX1334" fmla="*/ 3011290 w 3415751"/>
              <a:gd name="connsiteY1334" fmla="*/ 451908 h 768467"/>
              <a:gd name="connsiteX1335" fmla="*/ 3040463 w 3415751"/>
              <a:gd name="connsiteY1335" fmla="*/ 462732 h 768467"/>
              <a:gd name="connsiteX1336" fmla="*/ 3050495 w 3415751"/>
              <a:gd name="connsiteY1336" fmla="*/ 467352 h 768467"/>
              <a:gd name="connsiteX1337" fmla="*/ 3049439 w 3415751"/>
              <a:gd name="connsiteY1337" fmla="*/ 468671 h 768467"/>
              <a:gd name="connsiteX1338" fmla="*/ 3046271 w 3415751"/>
              <a:gd name="connsiteY1338" fmla="*/ 476328 h 768467"/>
              <a:gd name="connsiteX1339" fmla="*/ 3044820 w 3415751"/>
              <a:gd name="connsiteY1339" fmla="*/ 487152 h 768467"/>
              <a:gd name="connsiteX1340" fmla="*/ 3028055 w 3415751"/>
              <a:gd name="connsiteY1340" fmla="*/ 495865 h 768467"/>
              <a:gd name="connsiteX1341" fmla="*/ 3021191 w 3415751"/>
              <a:gd name="connsiteY1341" fmla="*/ 501541 h 768467"/>
              <a:gd name="connsiteX1342" fmla="*/ 3014325 w 3415751"/>
              <a:gd name="connsiteY1342" fmla="*/ 502992 h 768467"/>
              <a:gd name="connsiteX1343" fmla="*/ 2998882 w 3415751"/>
              <a:gd name="connsiteY1343" fmla="*/ 502069 h 768467"/>
              <a:gd name="connsiteX1344" fmla="*/ 2982910 w 3415751"/>
              <a:gd name="connsiteY1344" fmla="*/ 502069 h 768467"/>
              <a:gd name="connsiteX1345" fmla="*/ 2968917 w 3415751"/>
              <a:gd name="connsiteY1345" fmla="*/ 499429 h 768467"/>
              <a:gd name="connsiteX1346" fmla="*/ 2947005 w 3415751"/>
              <a:gd name="connsiteY1346" fmla="*/ 496393 h 768467"/>
              <a:gd name="connsiteX1347" fmla="*/ 2934597 w 3415751"/>
              <a:gd name="connsiteY1347" fmla="*/ 487813 h 768467"/>
              <a:gd name="connsiteX1348" fmla="*/ 2915589 w 3415751"/>
              <a:gd name="connsiteY1348" fmla="*/ 453887 h 768467"/>
              <a:gd name="connsiteX1349" fmla="*/ 2894072 w 3415751"/>
              <a:gd name="connsiteY1349" fmla="*/ 426564 h 768467"/>
              <a:gd name="connsiteX1350" fmla="*/ 2880872 w 3415751"/>
              <a:gd name="connsiteY1350" fmla="*/ 411646 h 768467"/>
              <a:gd name="connsiteX1351" fmla="*/ 2850907 w 3415751"/>
              <a:gd name="connsiteY1351" fmla="*/ 385246 h 768467"/>
              <a:gd name="connsiteX1352" fmla="*/ 2830183 w 3415751"/>
              <a:gd name="connsiteY1352" fmla="*/ 416663 h 768467"/>
              <a:gd name="connsiteX1353" fmla="*/ 2800218 w 3415751"/>
              <a:gd name="connsiteY1353" fmla="*/ 445967 h 768467"/>
              <a:gd name="connsiteX1354" fmla="*/ 2769462 w 3415751"/>
              <a:gd name="connsiteY1354" fmla="*/ 464712 h 768467"/>
              <a:gd name="connsiteX1355" fmla="*/ 2746626 w 3415751"/>
              <a:gd name="connsiteY1355" fmla="*/ 477120 h 768467"/>
              <a:gd name="connsiteX1356" fmla="*/ 2725638 w 3415751"/>
              <a:gd name="connsiteY1356" fmla="*/ 482533 h 768467"/>
              <a:gd name="connsiteX1357" fmla="*/ 2714153 w 3415751"/>
              <a:gd name="connsiteY1357" fmla="*/ 484645 h 768467"/>
              <a:gd name="connsiteX1358" fmla="*/ 2706364 w 3415751"/>
              <a:gd name="connsiteY1358" fmla="*/ 477912 h 768467"/>
              <a:gd name="connsiteX1359" fmla="*/ 2700425 w 3415751"/>
              <a:gd name="connsiteY1359" fmla="*/ 466031 h 768467"/>
              <a:gd name="connsiteX1360" fmla="*/ 2690393 w 3415751"/>
              <a:gd name="connsiteY1360" fmla="*/ 462600 h 768467"/>
              <a:gd name="connsiteX1361" fmla="*/ 2696860 w 3415751"/>
              <a:gd name="connsiteY1361" fmla="*/ 455076 h 768467"/>
              <a:gd name="connsiteX1362" fmla="*/ 2711645 w 3415751"/>
              <a:gd name="connsiteY1362" fmla="*/ 446363 h 768467"/>
              <a:gd name="connsiteX1363" fmla="*/ 2721810 w 3415751"/>
              <a:gd name="connsiteY1363" fmla="*/ 438840 h 768467"/>
              <a:gd name="connsiteX1364" fmla="*/ 2728939 w 3415751"/>
              <a:gd name="connsiteY1364" fmla="*/ 435672 h 768467"/>
              <a:gd name="connsiteX1365" fmla="*/ 2776458 w 3415751"/>
              <a:gd name="connsiteY1365" fmla="*/ 390131 h 768467"/>
              <a:gd name="connsiteX1366" fmla="*/ 2794807 w 3415751"/>
              <a:gd name="connsiteY1366" fmla="*/ 357923 h 768467"/>
              <a:gd name="connsiteX1367" fmla="*/ 2798634 w 3415751"/>
              <a:gd name="connsiteY1367" fmla="*/ 344722 h 768467"/>
              <a:gd name="connsiteX1368" fmla="*/ 2789130 w 3415751"/>
              <a:gd name="connsiteY1368" fmla="*/ 344722 h 768467"/>
              <a:gd name="connsiteX1369" fmla="*/ 2781870 w 3415751"/>
              <a:gd name="connsiteY1369" fmla="*/ 344722 h 768467"/>
              <a:gd name="connsiteX1370" fmla="*/ 2772102 w 3415751"/>
              <a:gd name="connsiteY1370" fmla="*/ 347362 h 768467"/>
              <a:gd name="connsiteX1371" fmla="*/ 2762730 w 3415751"/>
              <a:gd name="connsiteY1371" fmla="*/ 347362 h 768467"/>
              <a:gd name="connsiteX1372" fmla="*/ 2748341 w 3415751"/>
              <a:gd name="connsiteY1372" fmla="*/ 340630 h 768467"/>
              <a:gd name="connsiteX1373" fmla="*/ 2731576 w 3415751"/>
              <a:gd name="connsiteY1373" fmla="*/ 319773 h 768467"/>
              <a:gd name="connsiteX1374" fmla="*/ 2736065 w 3415751"/>
              <a:gd name="connsiteY1374" fmla="*/ 306573 h 768467"/>
              <a:gd name="connsiteX1375" fmla="*/ 2743986 w 3415751"/>
              <a:gd name="connsiteY1375" fmla="*/ 298389 h 768467"/>
              <a:gd name="connsiteX1376" fmla="*/ 2754018 w 3415751"/>
              <a:gd name="connsiteY1376" fmla="*/ 294561 h 768467"/>
              <a:gd name="connsiteX1377" fmla="*/ 2762465 w 3415751"/>
              <a:gd name="connsiteY1377" fmla="*/ 289017 h 768467"/>
              <a:gd name="connsiteX1378" fmla="*/ 2783059 w 3415751"/>
              <a:gd name="connsiteY1378" fmla="*/ 289017 h 768467"/>
              <a:gd name="connsiteX1379" fmla="*/ 2816983 w 3415751"/>
              <a:gd name="connsiteY1379" fmla="*/ 277004 h 768467"/>
              <a:gd name="connsiteX1380" fmla="*/ 2823451 w 3415751"/>
              <a:gd name="connsiteY1380" fmla="*/ 245720 h 768467"/>
              <a:gd name="connsiteX1381" fmla="*/ 2825695 w 3415751"/>
              <a:gd name="connsiteY1381" fmla="*/ 225920 h 768467"/>
              <a:gd name="connsiteX1382" fmla="*/ 2824772 w 3415751"/>
              <a:gd name="connsiteY1382" fmla="*/ 208891 h 768467"/>
              <a:gd name="connsiteX1383" fmla="*/ 2830052 w 3415751"/>
              <a:gd name="connsiteY1383" fmla="*/ 202820 h 768467"/>
              <a:gd name="connsiteX1384" fmla="*/ 2843252 w 3415751"/>
              <a:gd name="connsiteY1384" fmla="*/ 203876 h 768467"/>
              <a:gd name="connsiteX1385" fmla="*/ 2853547 w 3415751"/>
              <a:gd name="connsiteY1385" fmla="*/ 200576 h 768467"/>
              <a:gd name="connsiteX1386" fmla="*/ 1026373 w 3415751"/>
              <a:gd name="connsiteY1386" fmla="*/ 196353 h 768467"/>
              <a:gd name="connsiteX1387" fmla="*/ 1036140 w 3415751"/>
              <a:gd name="connsiteY1387" fmla="*/ 201764 h 768467"/>
              <a:gd name="connsiteX1388" fmla="*/ 1051716 w 3415751"/>
              <a:gd name="connsiteY1388" fmla="*/ 203481 h 768467"/>
              <a:gd name="connsiteX1389" fmla="*/ 1067558 w 3415751"/>
              <a:gd name="connsiteY1389" fmla="*/ 203481 h 768467"/>
              <a:gd name="connsiteX1390" fmla="*/ 1077853 w 3415751"/>
              <a:gd name="connsiteY1390" fmla="*/ 206121 h 768467"/>
              <a:gd name="connsiteX1391" fmla="*/ 1086961 w 3415751"/>
              <a:gd name="connsiteY1391" fmla="*/ 210477 h 768467"/>
              <a:gd name="connsiteX1392" fmla="*/ 1096730 w 3415751"/>
              <a:gd name="connsiteY1392" fmla="*/ 225658 h 768467"/>
              <a:gd name="connsiteX1393" fmla="*/ 1095013 w 3415751"/>
              <a:gd name="connsiteY1393" fmla="*/ 226317 h 768467"/>
              <a:gd name="connsiteX1394" fmla="*/ 1094221 w 3415751"/>
              <a:gd name="connsiteY1394" fmla="*/ 236350 h 768467"/>
              <a:gd name="connsiteX1395" fmla="*/ 1094221 w 3415751"/>
              <a:gd name="connsiteY1395" fmla="*/ 251662 h 768467"/>
              <a:gd name="connsiteX1396" fmla="*/ 1086433 w 3415751"/>
              <a:gd name="connsiteY1396" fmla="*/ 268295 h 768467"/>
              <a:gd name="connsiteX1397" fmla="*/ 1084189 w 3415751"/>
              <a:gd name="connsiteY1397" fmla="*/ 285454 h 768467"/>
              <a:gd name="connsiteX1398" fmla="*/ 1082474 w 3415751"/>
              <a:gd name="connsiteY1398" fmla="*/ 316607 h 768467"/>
              <a:gd name="connsiteX1399" fmla="*/ 1079700 w 3415751"/>
              <a:gd name="connsiteY1399" fmla="*/ 335615 h 768467"/>
              <a:gd name="connsiteX1400" fmla="*/ 1078513 w 3415751"/>
              <a:gd name="connsiteY1400" fmla="*/ 351719 h 768467"/>
              <a:gd name="connsiteX1401" fmla="*/ 1082209 w 3415751"/>
              <a:gd name="connsiteY1401" fmla="*/ 362675 h 768467"/>
              <a:gd name="connsiteX1402" fmla="*/ 1083265 w 3415751"/>
              <a:gd name="connsiteY1402" fmla="*/ 369011 h 768467"/>
              <a:gd name="connsiteX1403" fmla="*/ 1085377 w 3415751"/>
              <a:gd name="connsiteY1403" fmla="*/ 378912 h 768467"/>
              <a:gd name="connsiteX1404" fmla="*/ 1079437 w 3415751"/>
              <a:gd name="connsiteY1404" fmla="*/ 400164 h 768467"/>
              <a:gd name="connsiteX1405" fmla="*/ 1071913 w 3415751"/>
              <a:gd name="connsiteY1405" fmla="*/ 411780 h 768467"/>
              <a:gd name="connsiteX1406" fmla="*/ 1049472 w 3415751"/>
              <a:gd name="connsiteY1406" fmla="*/ 424980 h 768467"/>
              <a:gd name="connsiteX1407" fmla="*/ 1029804 w 3415751"/>
              <a:gd name="connsiteY1407" fmla="*/ 443592 h 768467"/>
              <a:gd name="connsiteX1408" fmla="*/ 1009080 w 3415751"/>
              <a:gd name="connsiteY1408" fmla="*/ 452965 h 768467"/>
              <a:gd name="connsiteX1409" fmla="*/ 982680 w 3415751"/>
              <a:gd name="connsiteY1409" fmla="*/ 468673 h 768467"/>
              <a:gd name="connsiteX1410" fmla="*/ 966443 w 3415751"/>
              <a:gd name="connsiteY1410" fmla="*/ 475537 h 768467"/>
              <a:gd name="connsiteX1411" fmla="*/ 941099 w 3415751"/>
              <a:gd name="connsiteY1411" fmla="*/ 493754 h 768467"/>
              <a:gd name="connsiteX1412" fmla="*/ 924862 w 3415751"/>
              <a:gd name="connsiteY1412" fmla="*/ 479102 h 768467"/>
              <a:gd name="connsiteX1413" fmla="*/ 914435 w 3415751"/>
              <a:gd name="connsiteY1413" fmla="*/ 471050 h 768467"/>
              <a:gd name="connsiteX1414" fmla="*/ 911530 w 3415751"/>
              <a:gd name="connsiteY1414" fmla="*/ 457850 h 768467"/>
              <a:gd name="connsiteX1415" fmla="*/ 907834 w 3415751"/>
              <a:gd name="connsiteY1415" fmla="*/ 446365 h 768467"/>
              <a:gd name="connsiteX1416" fmla="*/ 914170 w 3415751"/>
              <a:gd name="connsiteY1416" fmla="*/ 437652 h 768467"/>
              <a:gd name="connsiteX1417" fmla="*/ 923939 w 3415751"/>
              <a:gd name="connsiteY1417" fmla="*/ 436728 h 768467"/>
              <a:gd name="connsiteX1418" fmla="*/ 939119 w 3415751"/>
              <a:gd name="connsiteY1418" fmla="*/ 427752 h 768467"/>
              <a:gd name="connsiteX1419" fmla="*/ 955355 w 3415751"/>
              <a:gd name="connsiteY1419" fmla="*/ 421549 h 768467"/>
              <a:gd name="connsiteX1420" fmla="*/ 983471 w 3415751"/>
              <a:gd name="connsiteY1420" fmla="*/ 405972 h 768467"/>
              <a:gd name="connsiteX1421" fmla="*/ 996671 w 3415751"/>
              <a:gd name="connsiteY1421" fmla="*/ 392772 h 768467"/>
              <a:gd name="connsiteX1422" fmla="*/ 995880 w 3415751"/>
              <a:gd name="connsiteY1422" fmla="*/ 362940 h 768467"/>
              <a:gd name="connsiteX1423" fmla="*/ 988884 w 3415751"/>
              <a:gd name="connsiteY1423" fmla="*/ 358716 h 768467"/>
              <a:gd name="connsiteX1424" fmla="*/ 975684 w 3415751"/>
              <a:gd name="connsiteY1424" fmla="*/ 360432 h 768467"/>
              <a:gd name="connsiteX1425" fmla="*/ 963275 w 3415751"/>
              <a:gd name="connsiteY1425" fmla="*/ 364919 h 768467"/>
              <a:gd name="connsiteX1426" fmla="*/ 953903 w 3415751"/>
              <a:gd name="connsiteY1426" fmla="*/ 366108 h 768467"/>
              <a:gd name="connsiteX1427" fmla="*/ 947831 w 3415751"/>
              <a:gd name="connsiteY1427" fmla="*/ 360960 h 768467"/>
              <a:gd name="connsiteX1428" fmla="*/ 945060 w 3415751"/>
              <a:gd name="connsiteY1428" fmla="*/ 345647 h 768467"/>
              <a:gd name="connsiteX1429" fmla="*/ 942418 w 3415751"/>
              <a:gd name="connsiteY1429" fmla="*/ 334956 h 768467"/>
              <a:gd name="connsiteX1430" fmla="*/ 943607 w 3415751"/>
              <a:gd name="connsiteY1430" fmla="*/ 313307 h 768467"/>
              <a:gd name="connsiteX1431" fmla="*/ 956808 w 3415751"/>
              <a:gd name="connsiteY1431" fmla="*/ 300767 h 768467"/>
              <a:gd name="connsiteX1432" fmla="*/ 974363 w 3415751"/>
              <a:gd name="connsiteY1432" fmla="*/ 295223 h 768467"/>
              <a:gd name="connsiteX1433" fmla="*/ 987564 w 3415751"/>
              <a:gd name="connsiteY1433" fmla="*/ 294299 h 768467"/>
              <a:gd name="connsiteX1434" fmla="*/ 1005253 w 3415751"/>
              <a:gd name="connsiteY1434" fmla="*/ 286247 h 768467"/>
              <a:gd name="connsiteX1435" fmla="*/ 1013832 w 3415751"/>
              <a:gd name="connsiteY1435" fmla="*/ 270142 h 768467"/>
              <a:gd name="connsiteX1436" fmla="*/ 1019244 w 3415751"/>
              <a:gd name="connsiteY1436" fmla="*/ 235425 h 768467"/>
              <a:gd name="connsiteX1437" fmla="*/ 1010400 w 3415751"/>
              <a:gd name="connsiteY1437" fmla="*/ 212985 h 768467"/>
              <a:gd name="connsiteX1438" fmla="*/ 1010400 w 3415751"/>
              <a:gd name="connsiteY1438" fmla="*/ 206649 h 768467"/>
              <a:gd name="connsiteX1439" fmla="*/ 1020300 w 3415751"/>
              <a:gd name="connsiteY1439" fmla="*/ 198993 h 768467"/>
              <a:gd name="connsiteX1440" fmla="*/ 1026373 w 3415751"/>
              <a:gd name="connsiteY1440" fmla="*/ 196353 h 768467"/>
              <a:gd name="connsiteX1441" fmla="*/ 1213817 w 3415751"/>
              <a:gd name="connsiteY1441" fmla="*/ 178796 h 768467"/>
              <a:gd name="connsiteX1442" fmla="*/ 1223452 w 3415751"/>
              <a:gd name="connsiteY1442" fmla="*/ 184473 h 768467"/>
              <a:gd name="connsiteX1443" fmla="*/ 1231504 w 3415751"/>
              <a:gd name="connsiteY1443" fmla="*/ 186320 h 768467"/>
              <a:gd name="connsiteX1444" fmla="*/ 1237709 w 3415751"/>
              <a:gd name="connsiteY1444" fmla="*/ 193316 h 768467"/>
              <a:gd name="connsiteX1445" fmla="*/ 1242724 w 3415751"/>
              <a:gd name="connsiteY1445" fmla="*/ 212721 h 768467"/>
              <a:gd name="connsiteX1446" fmla="*/ 1228336 w 3415751"/>
              <a:gd name="connsiteY1446" fmla="*/ 239121 h 768467"/>
              <a:gd name="connsiteX1447" fmla="*/ 1225564 w 3415751"/>
              <a:gd name="connsiteY1447" fmla="*/ 252321 h 768467"/>
              <a:gd name="connsiteX1448" fmla="*/ 1237444 w 3415751"/>
              <a:gd name="connsiteY1448" fmla="*/ 256414 h 768467"/>
              <a:gd name="connsiteX1449" fmla="*/ 1249325 w 3415751"/>
              <a:gd name="connsiteY1449" fmla="*/ 249681 h 768467"/>
              <a:gd name="connsiteX1450" fmla="*/ 1268465 w 3415751"/>
              <a:gd name="connsiteY1450" fmla="*/ 256414 h 768467"/>
              <a:gd name="connsiteX1451" fmla="*/ 1279157 w 3415751"/>
              <a:gd name="connsiteY1451" fmla="*/ 276346 h 768467"/>
              <a:gd name="connsiteX1452" fmla="*/ 1281400 w 3415751"/>
              <a:gd name="connsiteY1452" fmla="*/ 290603 h 768467"/>
              <a:gd name="connsiteX1453" fmla="*/ 1274933 w 3415751"/>
              <a:gd name="connsiteY1453" fmla="*/ 297995 h 768467"/>
              <a:gd name="connsiteX1454" fmla="*/ 1261732 w 3415751"/>
              <a:gd name="connsiteY1454" fmla="*/ 301426 h 768467"/>
              <a:gd name="connsiteX1455" fmla="*/ 1250249 w 3415751"/>
              <a:gd name="connsiteY1455" fmla="*/ 309478 h 768467"/>
              <a:gd name="connsiteX1456" fmla="*/ 1234144 w 3415751"/>
              <a:gd name="connsiteY1456" fmla="*/ 318454 h 768467"/>
              <a:gd name="connsiteX1457" fmla="*/ 1208536 w 3415751"/>
              <a:gd name="connsiteY1457" fmla="*/ 330863 h 768467"/>
              <a:gd name="connsiteX1458" fmla="*/ 1199692 w 3415751"/>
              <a:gd name="connsiteY1458" fmla="*/ 359111 h 768467"/>
              <a:gd name="connsiteX1459" fmla="*/ 1200616 w 3415751"/>
              <a:gd name="connsiteY1459" fmla="*/ 372311 h 768467"/>
              <a:gd name="connsiteX1460" fmla="*/ 1207744 w 3415751"/>
              <a:gd name="connsiteY1460" fmla="*/ 395676 h 768467"/>
              <a:gd name="connsiteX1461" fmla="*/ 1227280 w 3415751"/>
              <a:gd name="connsiteY1461" fmla="*/ 404388 h 768467"/>
              <a:gd name="connsiteX1462" fmla="*/ 1241273 w 3415751"/>
              <a:gd name="connsiteY1462" fmla="*/ 406236 h 768467"/>
              <a:gd name="connsiteX1463" fmla="*/ 1251172 w 3415751"/>
              <a:gd name="connsiteY1463" fmla="*/ 408348 h 768467"/>
              <a:gd name="connsiteX1464" fmla="*/ 1260941 w 3415751"/>
              <a:gd name="connsiteY1464" fmla="*/ 412176 h 768467"/>
              <a:gd name="connsiteX1465" fmla="*/ 1276253 w 3415751"/>
              <a:gd name="connsiteY1465" fmla="*/ 413760 h 768467"/>
              <a:gd name="connsiteX1466" fmla="*/ 1276913 w 3415751"/>
              <a:gd name="connsiteY1466" fmla="*/ 414023 h 768467"/>
              <a:gd name="connsiteX1467" fmla="*/ 1285493 w 3415751"/>
              <a:gd name="connsiteY1467" fmla="*/ 433693 h 768467"/>
              <a:gd name="connsiteX1468" fmla="*/ 1277837 w 3415751"/>
              <a:gd name="connsiteY1468" fmla="*/ 455604 h 768467"/>
              <a:gd name="connsiteX1469" fmla="*/ 1271501 w 3415751"/>
              <a:gd name="connsiteY1469" fmla="*/ 469994 h 768467"/>
              <a:gd name="connsiteX1470" fmla="*/ 1255001 w 3415751"/>
              <a:gd name="connsiteY1470" fmla="*/ 472501 h 768467"/>
              <a:gd name="connsiteX1471" fmla="*/ 1238765 w 3415751"/>
              <a:gd name="connsiteY1471" fmla="*/ 476328 h 768467"/>
              <a:gd name="connsiteX1472" fmla="*/ 1227412 w 3415751"/>
              <a:gd name="connsiteY1472" fmla="*/ 471445 h 768467"/>
              <a:gd name="connsiteX1473" fmla="*/ 1209856 w 3415751"/>
              <a:gd name="connsiteY1473" fmla="*/ 469729 h 768467"/>
              <a:gd name="connsiteX1474" fmla="*/ 1192563 w 3415751"/>
              <a:gd name="connsiteY1474" fmla="*/ 469729 h 768467"/>
              <a:gd name="connsiteX1475" fmla="*/ 1177912 w 3415751"/>
              <a:gd name="connsiteY1475" fmla="*/ 465505 h 768467"/>
              <a:gd name="connsiteX1476" fmla="*/ 1156527 w 3415751"/>
              <a:gd name="connsiteY1476" fmla="*/ 464317 h 768467"/>
              <a:gd name="connsiteX1477" fmla="*/ 1145703 w 3415751"/>
              <a:gd name="connsiteY1477" fmla="*/ 458376 h 768467"/>
              <a:gd name="connsiteX1478" fmla="*/ 1135671 w 3415751"/>
              <a:gd name="connsiteY1478" fmla="*/ 442273 h 768467"/>
              <a:gd name="connsiteX1479" fmla="*/ 1134350 w 3415751"/>
              <a:gd name="connsiteY1479" fmla="*/ 423528 h 768467"/>
              <a:gd name="connsiteX1480" fmla="*/ 1129730 w 3415751"/>
              <a:gd name="connsiteY1480" fmla="*/ 401220 h 768467"/>
              <a:gd name="connsiteX1481" fmla="*/ 1128807 w 3415751"/>
              <a:gd name="connsiteY1481" fmla="*/ 387228 h 768467"/>
              <a:gd name="connsiteX1482" fmla="*/ 1127091 w 3415751"/>
              <a:gd name="connsiteY1482" fmla="*/ 374028 h 768467"/>
              <a:gd name="connsiteX1483" fmla="*/ 1124978 w 3415751"/>
              <a:gd name="connsiteY1483" fmla="*/ 353304 h 768467"/>
              <a:gd name="connsiteX1484" fmla="*/ 1130523 w 3415751"/>
              <a:gd name="connsiteY1484" fmla="*/ 319906 h 768467"/>
              <a:gd name="connsiteX1485" fmla="*/ 1135143 w 3415751"/>
              <a:gd name="connsiteY1485" fmla="*/ 309478 h 768467"/>
              <a:gd name="connsiteX1486" fmla="*/ 1139102 w 3415751"/>
              <a:gd name="connsiteY1486" fmla="*/ 292318 h 768467"/>
              <a:gd name="connsiteX1487" fmla="*/ 1142798 w 3415751"/>
              <a:gd name="connsiteY1487" fmla="*/ 274762 h 768467"/>
              <a:gd name="connsiteX1488" fmla="*/ 1144384 w 3415751"/>
              <a:gd name="connsiteY1488" fmla="*/ 247438 h 768467"/>
              <a:gd name="connsiteX1489" fmla="*/ 1148343 w 3415751"/>
              <a:gd name="connsiteY1489" fmla="*/ 230805 h 768467"/>
              <a:gd name="connsiteX1490" fmla="*/ 1154020 w 3415751"/>
              <a:gd name="connsiteY1490" fmla="*/ 204404 h 768467"/>
              <a:gd name="connsiteX1491" fmla="*/ 1154679 w 3415751"/>
              <a:gd name="connsiteY1491" fmla="*/ 186320 h 768467"/>
              <a:gd name="connsiteX1492" fmla="*/ 1165107 w 3415751"/>
              <a:gd name="connsiteY1492" fmla="*/ 178928 h 768467"/>
              <a:gd name="connsiteX1493" fmla="*/ 1178307 w 3415751"/>
              <a:gd name="connsiteY1493" fmla="*/ 181701 h 768467"/>
              <a:gd name="connsiteX1494" fmla="*/ 1190056 w 3415751"/>
              <a:gd name="connsiteY1494" fmla="*/ 179193 h 768467"/>
              <a:gd name="connsiteX1495" fmla="*/ 1200616 w 3415751"/>
              <a:gd name="connsiteY1495" fmla="*/ 181305 h 768467"/>
              <a:gd name="connsiteX1496" fmla="*/ 1213817 w 3415751"/>
              <a:gd name="connsiteY1496" fmla="*/ 178796 h 768467"/>
              <a:gd name="connsiteX1497" fmla="*/ 383856 w 3415751"/>
              <a:gd name="connsiteY1497" fmla="*/ 178184 h 768467"/>
              <a:gd name="connsiteX1498" fmla="*/ 376283 w 3415751"/>
              <a:gd name="connsiteY1498" fmla="*/ 188899 h 768467"/>
              <a:gd name="connsiteX1499" fmla="*/ 376283 w 3415751"/>
              <a:gd name="connsiteY1499" fmla="*/ 189429 h 768467"/>
              <a:gd name="connsiteX1500" fmla="*/ 369884 w 3415751"/>
              <a:gd name="connsiteY1500" fmla="*/ 222483 h 768467"/>
              <a:gd name="connsiteX1501" fmla="*/ 369392 w 3415751"/>
              <a:gd name="connsiteY1501" fmla="*/ 224944 h 768467"/>
              <a:gd name="connsiteX1502" fmla="*/ 364697 w 3415751"/>
              <a:gd name="connsiteY1502" fmla="*/ 224944 h 768467"/>
              <a:gd name="connsiteX1503" fmla="*/ 249518 w 3415751"/>
              <a:gd name="connsiteY1503" fmla="*/ 208322 h 768467"/>
              <a:gd name="connsiteX1504" fmla="*/ 259551 w 3415751"/>
              <a:gd name="connsiteY1504" fmla="*/ 233047 h 768467"/>
              <a:gd name="connsiteX1505" fmla="*/ 286927 w 3415751"/>
              <a:gd name="connsiteY1505" fmla="*/ 250161 h 768467"/>
              <a:gd name="connsiteX1506" fmla="*/ 289198 w 3415751"/>
              <a:gd name="connsiteY1506" fmla="*/ 250615 h 768467"/>
              <a:gd name="connsiteX1507" fmla="*/ 289198 w 3415751"/>
              <a:gd name="connsiteY1507" fmla="*/ 252925 h 768467"/>
              <a:gd name="connsiteX1508" fmla="*/ 289350 w 3415751"/>
              <a:gd name="connsiteY1508" fmla="*/ 252925 h 768467"/>
              <a:gd name="connsiteX1509" fmla="*/ 299383 w 3415751"/>
              <a:gd name="connsiteY1509" fmla="*/ 273144 h 768467"/>
              <a:gd name="connsiteX1510" fmla="*/ 320549 w 3415751"/>
              <a:gd name="connsiteY1510" fmla="*/ 279846 h 768467"/>
              <a:gd name="connsiteX1511" fmla="*/ 323389 w 3415751"/>
              <a:gd name="connsiteY1511" fmla="*/ 279846 h 768467"/>
              <a:gd name="connsiteX1512" fmla="*/ 325774 w 3415751"/>
              <a:gd name="connsiteY1512" fmla="*/ 279543 h 768467"/>
              <a:gd name="connsiteX1513" fmla="*/ 326607 w 3415751"/>
              <a:gd name="connsiteY1513" fmla="*/ 281777 h 768467"/>
              <a:gd name="connsiteX1514" fmla="*/ 342434 w 3415751"/>
              <a:gd name="connsiteY1514" fmla="*/ 294877 h 768467"/>
              <a:gd name="connsiteX1515" fmla="*/ 350536 w 3415751"/>
              <a:gd name="connsiteY1515" fmla="*/ 296089 h 768467"/>
              <a:gd name="connsiteX1516" fmla="*/ 361024 w 3415751"/>
              <a:gd name="connsiteY1516" fmla="*/ 294271 h 768467"/>
              <a:gd name="connsiteX1517" fmla="*/ 366590 w 3415751"/>
              <a:gd name="connsiteY1517" fmla="*/ 291962 h 768467"/>
              <a:gd name="connsiteX1518" fmla="*/ 358412 w 3415751"/>
              <a:gd name="connsiteY1518" fmla="*/ 325395 h 768467"/>
              <a:gd name="connsiteX1519" fmla="*/ 409905 w 3415751"/>
              <a:gd name="connsiteY1519" fmla="*/ 325395 h 768467"/>
              <a:gd name="connsiteX1520" fmla="*/ 401689 w 3415751"/>
              <a:gd name="connsiteY1520" fmla="*/ 291924 h 768467"/>
              <a:gd name="connsiteX1521" fmla="*/ 407293 w 3415751"/>
              <a:gd name="connsiteY1521" fmla="*/ 294271 h 768467"/>
              <a:gd name="connsiteX1522" fmla="*/ 417743 w 3415751"/>
              <a:gd name="connsiteY1522" fmla="*/ 296089 h 768467"/>
              <a:gd name="connsiteX1523" fmla="*/ 425846 w 3415751"/>
              <a:gd name="connsiteY1523" fmla="*/ 294877 h 768467"/>
              <a:gd name="connsiteX1524" fmla="*/ 441673 w 3415751"/>
              <a:gd name="connsiteY1524" fmla="*/ 281777 h 768467"/>
              <a:gd name="connsiteX1525" fmla="*/ 442505 w 3415751"/>
              <a:gd name="connsiteY1525" fmla="*/ 279543 h 768467"/>
              <a:gd name="connsiteX1526" fmla="*/ 444891 w 3415751"/>
              <a:gd name="connsiteY1526" fmla="*/ 279846 h 768467"/>
              <a:gd name="connsiteX1527" fmla="*/ 447731 w 3415751"/>
              <a:gd name="connsiteY1527" fmla="*/ 279846 h 768467"/>
              <a:gd name="connsiteX1528" fmla="*/ 468896 w 3415751"/>
              <a:gd name="connsiteY1528" fmla="*/ 273144 h 768467"/>
              <a:gd name="connsiteX1529" fmla="*/ 478930 w 3415751"/>
              <a:gd name="connsiteY1529" fmla="*/ 252887 h 768467"/>
              <a:gd name="connsiteX1530" fmla="*/ 478930 w 3415751"/>
              <a:gd name="connsiteY1530" fmla="*/ 250615 h 768467"/>
              <a:gd name="connsiteX1531" fmla="*/ 481202 w 3415751"/>
              <a:gd name="connsiteY1531" fmla="*/ 250161 h 768467"/>
              <a:gd name="connsiteX1532" fmla="*/ 508539 w 3415751"/>
              <a:gd name="connsiteY1532" fmla="*/ 233047 h 768467"/>
              <a:gd name="connsiteX1533" fmla="*/ 518572 w 3415751"/>
              <a:gd name="connsiteY1533" fmla="*/ 208322 h 768467"/>
              <a:gd name="connsiteX1534" fmla="*/ 403507 w 3415751"/>
              <a:gd name="connsiteY1534" fmla="*/ 224944 h 768467"/>
              <a:gd name="connsiteX1535" fmla="*/ 398812 w 3415751"/>
              <a:gd name="connsiteY1535" fmla="*/ 224944 h 768467"/>
              <a:gd name="connsiteX1536" fmla="*/ 398319 w 3415751"/>
              <a:gd name="connsiteY1536" fmla="*/ 222483 h 768467"/>
              <a:gd name="connsiteX1537" fmla="*/ 391921 w 3415751"/>
              <a:gd name="connsiteY1537" fmla="*/ 189429 h 768467"/>
              <a:gd name="connsiteX1538" fmla="*/ 391921 w 3415751"/>
              <a:gd name="connsiteY1538" fmla="*/ 188899 h 768467"/>
              <a:gd name="connsiteX1539" fmla="*/ 384348 w 3415751"/>
              <a:gd name="connsiteY1539" fmla="*/ 178184 h 768467"/>
              <a:gd name="connsiteX1540" fmla="*/ 443414 w 3415751"/>
              <a:gd name="connsiteY1540" fmla="*/ 176858 h 768467"/>
              <a:gd name="connsiteX1541" fmla="*/ 458219 w 3415751"/>
              <a:gd name="connsiteY1541" fmla="*/ 186438 h 768467"/>
              <a:gd name="connsiteX1542" fmla="*/ 440650 w 3415751"/>
              <a:gd name="connsiteY1542" fmla="*/ 187384 h 768467"/>
              <a:gd name="connsiteX1543" fmla="*/ 427549 w 3415751"/>
              <a:gd name="connsiteY1543" fmla="*/ 177843 h 768467"/>
              <a:gd name="connsiteX1544" fmla="*/ 443414 w 3415751"/>
              <a:gd name="connsiteY1544" fmla="*/ 176858 h 768467"/>
              <a:gd name="connsiteX1545" fmla="*/ 2114202 w 3415751"/>
              <a:gd name="connsiteY1545" fmla="*/ 175100 h 768467"/>
              <a:gd name="connsiteX1546" fmla="*/ 2127402 w 3415751"/>
              <a:gd name="connsiteY1546" fmla="*/ 180249 h 768467"/>
              <a:gd name="connsiteX1547" fmla="*/ 2153802 w 3415751"/>
              <a:gd name="connsiteY1547" fmla="*/ 182228 h 768467"/>
              <a:gd name="connsiteX1548" fmla="*/ 2154991 w 3415751"/>
              <a:gd name="connsiteY1548" fmla="*/ 182889 h 768467"/>
              <a:gd name="connsiteX1549" fmla="*/ 2159479 w 3415751"/>
              <a:gd name="connsiteY1549" fmla="*/ 193712 h 768467"/>
              <a:gd name="connsiteX1550" fmla="*/ 2168586 w 3415751"/>
              <a:gd name="connsiteY1550" fmla="*/ 212193 h 768467"/>
              <a:gd name="connsiteX1551" fmla="*/ 2161194 w 3415751"/>
              <a:gd name="connsiteY1551" fmla="*/ 227901 h 768467"/>
              <a:gd name="connsiteX1552" fmla="*/ 2157763 w 3415751"/>
              <a:gd name="connsiteY1552" fmla="*/ 242421 h 768467"/>
              <a:gd name="connsiteX1553" fmla="*/ 2144563 w 3415751"/>
              <a:gd name="connsiteY1553" fmla="*/ 265786 h 768467"/>
              <a:gd name="connsiteX1554" fmla="*/ 2132682 w 3415751"/>
              <a:gd name="connsiteY1554" fmla="*/ 278986 h 768467"/>
              <a:gd name="connsiteX1555" fmla="*/ 2106281 w 3415751"/>
              <a:gd name="connsiteY1555" fmla="*/ 334163 h 768467"/>
              <a:gd name="connsiteX1556" fmla="*/ 2097438 w 3415751"/>
              <a:gd name="connsiteY1556" fmla="*/ 343007 h 768467"/>
              <a:gd name="connsiteX1557" fmla="*/ 2086614 w 3415751"/>
              <a:gd name="connsiteY1557" fmla="*/ 343007 h 768467"/>
              <a:gd name="connsiteX1558" fmla="*/ 2075261 w 3415751"/>
              <a:gd name="connsiteY1558" fmla="*/ 346703 h 768467"/>
              <a:gd name="connsiteX1559" fmla="*/ 2058366 w 3415751"/>
              <a:gd name="connsiteY1559" fmla="*/ 351852 h 768467"/>
              <a:gd name="connsiteX1560" fmla="*/ 2058366 w 3415751"/>
              <a:gd name="connsiteY1560" fmla="*/ 365052 h 768467"/>
              <a:gd name="connsiteX1561" fmla="*/ 2071565 w 3415751"/>
              <a:gd name="connsiteY1561" fmla="*/ 362675 h 768467"/>
              <a:gd name="connsiteX1562" fmla="*/ 2081861 w 3415751"/>
              <a:gd name="connsiteY1562" fmla="*/ 357923 h 768467"/>
              <a:gd name="connsiteX1563" fmla="*/ 2096118 w 3415751"/>
              <a:gd name="connsiteY1563" fmla="*/ 362412 h 768467"/>
              <a:gd name="connsiteX1564" fmla="*/ 2101794 w 3415751"/>
              <a:gd name="connsiteY1564" fmla="*/ 369011 h 768467"/>
              <a:gd name="connsiteX1565" fmla="*/ 2105490 w 3415751"/>
              <a:gd name="connsiteY1565" fmla="*/ 386963 h 768467"/>
              <a:gd name="connsiteX1566" fmla="*/ 2103246 w 3415751"/>
              <a:gd name="connsiteY1566" fmla="*/ 394355 h 768467"/>
              <a:gd name="connsiteX1567" fmla="*/ 2090046 w 3415751"/>
              <a:gd name="connsiteY1567" fmla="*/ 403463 h 768467"/>
              <a:gd name="connsiteX1568" fmla="*/ 2075261 w 3415751"/>
              <a:gd name="connsiteY1568" fmla="*/ 408876 h 768467"/>
              <a:gd name="connsiteX1569" fmla="*/ 2070642 w 3415751"/>
              <a:gd name="connsiteY1569" fmla="*/ 417456 h 768467"/>
              <a:gd name="connsiteX1570" fmla="*/ 2077769 w 3415751"/>
              <a:gd name="connsiteY1570" fmla="*/ 423133 h 768467"/>
              <a:gd name="connsiteX1571" fmla="*/ 2097438 w 3415751"/>
              <a:gd name="connsiteY1571" fmla="*/ 419436 h 768467"/>
              <a:gd name="connsiteX1572" fmla="*/ 2112223 w 3415751"/>
              <a:gd name="connsiteY1572" fmla="*/ 419436 h 768467"/>
              <a:gd name="connsiteX1573" fmla="*/ 2130438 w 3415751"/>
              <a:gd name="connsiteY1573" fmla="*/ 415740 h 768467"/>
              <a:gd name="connsiteX1574" fmla="*/ 2146410 w 3415751"/>
              <a:gd name="connsiteY1574" fmla="*/ 415740 h 768467"/>
              <a:gd name="connsiteX1575" fmla="*/ 2159610 w 3415751"/>
              <a:gd name="connsiteY1575" fmla="*/ 436464 h 768467"/>
              <a:gd name="connsiteX1576" fmla="*/ 2136246 w 3415751"/>
              <a:gd name="connsiteY1576" fmla="*/ 470125 h 768467"/>
              <a:gd name="connsiteX1577" fmla="*/ 2114994 w 3415751"/>
              <a:gd name="connsiteY1577" fmla="*/ 466429 h 768467"/>
              <a:gd name="connsiteX1578" fmla="*/ 2079881 w 3415751"/>
              <a:gd name="connsiteY1578" fmla="*/ 467880 h 768467"/>
              <a:gd name="connsiteX1579" fmla="*/ 2060741 w 3415751"/>
              <a:gd name="connsiteY1579" fmla="*/ 466692 h 768467"/>
              <a:gd name="connsiteX1580" fmla="*/ 2043977 w 3415751"/>
              <a:gd name="connsiteY1580" fmla="*/ 468410 h 768467"/>
              <a:gd name="connsiteX1581" fmla="*/ 2025233 w 3415751"/>
              <a:gd name="connsiteY1581" fmla="*/ 471578 h 768467"/>
              <a:gd name="connsiteX1582" fmla="*/ 2002397 w 3415751"/>
              <a:gd name="connsiteY1582" fmla="*/ 476065 h 768467"/>
              <a:gd name="connsiteX1583" fmla="*/ 1978768 w 3415751"/>
              <a:gd name="connsiteY1583" fmla="*/ 478440 h 768467"/>
              <a:gd name="connsiteX1584" fmla="*/ 1954480 w 3415751"/>
              <a:gd name="connsiteY1584" fmla="*/ 485832 h 768467"/>
              <a:gd name="connsiteX1585" fmla="*/ 1939168 w 3415751"/>
              <a:gd name="connsiteY1585" fmla="*/ 477781 h 768467"/>
              <a:gd name="connsiteX1586" fmla="*/ 1935736 w 3415751"/>
              <a:gd name="connsiteY1586" fmla="*/ 457320 h 768467"/>
              <a:gd name="connsiteX1587" fmla="*/ 1936526 w 3415751"/>
              <a:gd name="connsiteY1587" fmla="*/ 447949 h 768467"/>
              <a:gd name="connsiteX1588" fmla="*/ 1941675 w 3415751"/>
              <a:gd name="connsiteY1588" fmla="*/ 437124 h 768467"/>
              <a:gd name="connsiteX1589" fmla="*/ 1947351 w 3415751"/>
              <a:gd name="connsiteY1589" fmla="*/ 432505 h 768467"/>
              <a:gd name="connsiteX1590" fmla="*/ 1954480 w 3415751"/>
              <a:gd name="connsiteY1590" fmla="*/ 435936 h 768467"/>
              <a:gd name="connsiteX1591" fmla="*/ 1975337 w 3415751"/>
              <a:gd name="connsiteY1591" fmla="*/ 428809 h 768467"/>
              <a:gd name="connsiteX1592" fmla="*/ 2001737 w 3415751"/>
              <a:gd name="connsiteY1592" fmla="*/ 417193 h 768467"/>
              <a:gd name="connsiteX1593" fmla="*/ 1997380 w 3415751"/>
              <a:gd name="connsiteY1593" fmla="*/ 409801 h 768467"/>
              <a:gd name="connsiteX1594" fmla="*/ 1986557 w 3415751"/>
              <a:gd name="connsiteY1594" fmla="*/ 408348 h 768467"/>
              <a:gd name="connsiteX1595" fmla="*/ 1977448 w 3415751"/>
              <a:gd name="connsiteY1595" fmla="*/ 403728 h 768467"/>
              <a:gd name="connsiteX1596" fmla="*/ 1977448 w 3415751"/>
              <a:gd name="connsiteY1596" fmla="*/ 394883 h 768467"/>
              <a:gd name="connsiteX1597" fmla="*/ 1978637 w 3415751"/>
              <a:gd name="connsiteY1597" fmla="*/ 384060 h 768467"/>
              <a:gd name="connsiteX1598" fmla="*/ 1984576 w 3415751"/>
              <a:gd name="connsiteY1598" fmla="*/ 376140 h 768467"/>
              <a:gd name="connsiteX1599" fmla="*/ 1990648 w 3415751"/>
              <a:gd name="connsiteY1599" fmla="*/ 378119 h 768467"/>
              <a:gd name="connsiteX1600" fmla="*/ 1997117 w 3415751"/>
              <a:gd name="connsiteY1600" fmla="*/ 376931 h 768467"/>
              <a:gd name="connsiteX1601" fmla="*/ 2003453 w 3415751"/>
              <a:gd name="connsiteY1601" fmla="*/ 376931 h 768467"/>
              <a:gd name="connsiteX1602" fmla="*/ 2009129 w 3415751"/>
              <a:gd name="connsiteY1602" fmla="*/ 371783 h 768467"/>
              <a:gd name="connsiteX1603" fmla="*/ 2010580 w 3415751"/>
              <a:gd name="connsiteY1603" fmla="*/ 358583 h 768467"/>
              <a:gd name="connsiteX1604" fmla="*/ 2002792 w 3415751"/>
              <a:gd name="connsiteY1604" fmla="*/ 357527 h 768467"/>
              <a:gd name="connsiteX1605" fmla="*/ 1992891 w 3415751"/>
              <a:gd name="connsiteY1605" fmla="*/ 360300 h 768467"/>
              <a:gd name="connsiteX1606" fmla="*/ 1983784 w 3415751"/>
              <a:gd name="connsiteY1606" fmla="*/ 362279 h 768467"/>
              <a:gd name="connsiteX1607" fmla="*/ 1976392 w 3415751"/>
              <a:gd name="connsiteY1607" fmla="*/ 361223 h 768467"/>
              <a:gd name="connsiteX1608" fmla="*/ 1972696 w 3415751"/>
              <a:gd name="connsiteY1608" fmla="*/ 355415 h 768467"/>
              <a:gd name="connsiteX1609" fmla="*/ 1969792 w 3415751"/>
              <a:gd name="connsiteY1609" fmla="*/ 346966 h 768467"/>
              <a:gd name="connsiteX1610" fmla="*/ 1963193 w 3415751"/>
              <a:gd name="connsiteY1610" fmla="*/ 334691 h 768467"/>
              <a:gd name="connsiteX1611" fmla="*/ 1959495 w 3415751"/>
              <a:gd name="connsiteY1611" fmla="*/ 321490 h 768467"/>
              <a:gd name="connsiteX1612" fmla="*/ 1966624 w 3415751"/>
              <a:gd name="connsiteY1612" fmla="*/ 300766 h 768467"/>
              <a:gd name="connsiteX1613" fmla="*/ 1963191 w 3415751"/>
              <a:gd name="connsiteY1613" fmla="*/ 267370 h 768467"/>
              <a:gd name="connsiteX1614" fmla="*/ 1958967 w 3415751"/>
              <a:gd name="connsiteY1614" fmla="*/ 253114 h 768467"/>
              <a:gd name="connsiteX1615" fmla="*/ 1960683 w 3415751"/>
              <a:gd name="connsiteY1615" fmla="*/ 242289 h 768467"/>
              <a:gd name="connsiteX1616" fmla="*/ 1964380 w 3415751"/>
              <a:gd name="connsiteY1616" fmla="*/ 223809 h 768467"/>
              <a:gd name="connsiteX1617" fmla="*/ 1973488 w 3415751"/>
              <a:gd name="connsiteY1617" fmla="*/ 205065 h 768467"/>
              <a:gd name="connsiteX1618" fmla="*/ 1985236 w 3415751"/>
              <a:gd name="connsiteY1618" fmla="*/ 212193 h 768467"/>
              <a:gd name="connsiteX1619" fmla="*/ 1996324 w 3415751"/>
              <a:gd name="connsiteY1619" fmla="*/ 211005 h 768467"/>
              <a:gd name="connsiteX1620" fmla="*/ 2010845 w 3415751"/>
              <a:gd name="connsiteY1620" fmla="*/ 206385 h 768467"/>
              <a:gd name="connsiteX1621" fmla="*/ 2035660 w 3415751"/>
              <a:gd name="connsiteY1621" fmla="*/ 196221 h 768467"/>
              <a:gd name="connsiteX1622" fmla="*/ 2055329 w 3415751"/>
              <a:gd name="connsiteY1622" fmla="*/ 194240 h 768467"/>
              <a:gd name="connsiteX1623" fmla="*/ 2114202 w 3415751"/>
              <a:gd name="connsiteY1623" fmla="*/ 175100 h 768467"/>
              <a:gd name="connsiteX1624" fmla="*/ 125176 w 3415751"/>
              <a:gd name="connsiteY1624" fmla="*/ 160123 h 768467"/>
              <a:gd name="connsiteX1625" fmla="*/ 123624 w 3415751"/>
              <a:gd name="connsiteY1625" fmla="*/ 160729 h 768467"/>
              <a:gd name="connsiteX1626" fmla="*/ 122147 w 3415751"/>
              <a:gd name="connsiteY1626" fmla="*/ 161675 h 768467"/>
              <a:gd name="connsiteX1627" fmla="*/ 120406 w 3415751"/>
              <a:gd name="connsiteY1627" fmla="*/ 163644 h 768467"/>
              <a:gd name="connsiteX1628" fmla="*/ 118437 w 3415751"/>
              <a:gd name="connsiteY1628" fmla="*/ 165310 h 768467"/>
              <a:gd name="connsiteX1629" fmla="*/ 116695 w 3415751"/>
              <a:gd name="connsiteY1629" fmla="*/ 165878 h 768467"/>
              <a:gd name="connsiteX1630" fmla="*/ 116316 w 3415751"/>
              <a:gd name="connsiteY1630" fmla="*/ 166901 h 768467"/>
              <a:gd name="connsiteX1631" fmla="*/ 116279 w 3415751"/>
              <a:gd name="connsiteY1631" fmla="*/ 166901 h 768467"/>
              <a:gd name="connsiteX1632" fmla="*/ 116089 w 3415751"/>
              <a:gd name="connsiteY1632" fmla="*/ 168869 h 768467"/>
              <a:gd name="connsiteX1633" fmla="*/ 116846 w 3415751"/>
              <a:gd name="connsiteY1633" fmla="*/ 169627 h 768467"/>
              <a:gd name="connsiteX1634" fmla="*/ 120633 w 3415751"/>
              <a:gd name="connsiteY1634" fmla="*/ 171066 h 768467"/>
              <a:gd name="connsiteX1635" fmla="*/ 124192 w 3415751"/>
              <a:gd name="connsiteY1635" fmla="*/ 175609 h 768467"/>
              <a:gd name="connsiteX1636" fmla="*/ 125176 w 3415751"/>
              <a:gd name="connsiteY1636" fmla="*/ 178449 h 768467"/>
              <a:gd name="connsiteX1637" fmla="*/ 124154 w 3415751"/>
              <a:gd name="connsiteY1637" fmla="*/ 181516 h 768467"/>
              <a:gd name="connsiteX1638" fmla="*/ 122829 w 3415751"/>
              <a:gd name="connsiteY1638" fmla="*/ 183144 h 768467"/>
              <a:gd name="connsiteX1639" fmla="*/ 121504 w 3415751"/>
              <a:gd name="connsiteY1639" fmla="*/ 185908 h 768467"/>
              <a:gd name="connsiteX1640" fmla="*/ 121504 w 3415751"/>
              <a:gd name="connsiteY1640" fmla="*/ 188861 h 768467"/>
              <a:gd name="connsiteX1641" fmla="*/ 124002 w 3415751"/>
              <a:gd name="connsiteY1641" fmla="*/ 191436 h 768467"/>
              <a:gd name="connsiteX1642" fmla="*/ 125555 w 3415751"/>
              <a:gd name="connsiteY1642" fmla="*/ 192307 h 768467"/>
              <a:gd name="connsiteX1643" fmla="*/ 127713 w 3415751"/>
              <a:gd name="connsiteY1643" fmla="*/ 193708 h 768467"/>
              <a:gd name="connsiteX1644" fmla="*/ 129038 w 3415751"/>
              <a:gd name="connsiteY1644" fmla="*/ 193708 h 768467"/>
              <a:gd name="connsiteX1645" fmla="*/ 129947 w 3415751"/>
              <a:gd name="connsiteY1645" fmla="*/ 192420 h 768467"/>
              <a:gd name="connsiteX1646" fmla="*/ 130780 w 3415751"/>
              <a:gd name="connsiteY1646" fmla="*/ 190414 h 768467"/>
              <a:gd name="connsiteX1647" fmla="*/ 132067 w 3415751"/>
              <a:gd name="connsiteY1647" fmla="*/ 188634 h 768467"/>
              <a:gd name="connsiteX1648" fmla="*/ 133355 w 3415751"/>
              <a:gd name="connsiteY1648" fmla="*/ 188255 h 768467"/>
              <a:gd name="connsiteX1649" fmla="*/ 137141 w 3415751"/>
              <a:gd name="connsiteY1649" fmla="*/ 191512 h 768467"/>
              <a:gd name="connsiteX1650" fmla="*/ 137141 w 3415751"/>
              <a:gd name="connsiteY1650" fmla="*/ 194541 h 768467"/>
              <a:gd name="connsiteX1651" fmla="*/ 135892 w 3415751"/>
              <a:gd name="connsiteY1651" fmla="*/ 199690 h 768467"/>
              <a:gd name="connsiteX1652" fmla="*/ 134793 w 3415751"/>
              <a:gd name="connsiteY1652" fmla="*/ 202340 h 768467"/>
              <a:gd name="connsiteX1653" fmla="*/ 134150 w 3415751"/>
              <a:gd name="connsiteY1653" fmla="*/ 205180 h 768467"/>
              <a:gd name="connsiteX1654" fmla="*/ 133165 w 3415751"/>
              <a:gd name="connsiteY1654" fmla="*/ 206467 h 768467"/>
              <a:gd name="connsiteX1655" fmla="*/ 133544 w 3415751"/>
              <a:gd name="connsiteY1655" fmla="*/ 208209 h 768467"/>
              <a:gd name="connsiteX1656" fmla="*/ 135324 w 3415751"/>
              <a:gd name="connsiteY1656" fmla="*/ 209042 h 768467"/>
              <a:gd name="connsiteX1657" fmla="*/ 137217 w 3415751"/>
              <a:gd name="connsiteY1657" fmla="*/ 210178 h 768467"/>
              <a:gd name="connsiteX1658" fmla="*/ 139375 w 3415751"/>
              <a:gd name="connsiteY1658" fmla="*/ 209799 h 768467"/>
              <a:gd name="connsiteX1659" fmla="*/ 142972 w 3415751"/>
              <a:gd name="connsiteY1659" fmla="*/ 209534 h 768467"/>
              <a:gd name="connsiteX1660" fmla="*/ 143615 w 3415751"/>
              <a:gd name="connsiteY1660" fmla="*/ 204423 h 768467"/>
              <a:gd name="connsiteX1661" fmla="*/ 144600 w 3415751"/>
              <a:gd name="connsiteY1661" fmla="*/ 201659 h 768467"/>
              <a:gd name="connsiteX1662" fmla="*/ 145736 w 3415751"/>
              <a:gd name="connsiteY1662" fmla="*/ 196699 h 768467"/>
              <a:gd name="connsiteX1663" fmla="*/ 146910 w 3415751"/>
              <a:gd name="connsiteY1663" fmla="*/ 193140 h 768467"/>
              <a:gd name="connsiteX1664" fmla="*/ 146910 w 3415751"/>
              <a:gd name="connsiteY1664" fmla="*/ 188672 h 768467"/>
              <a:gd name="connsiteX1665" fmla="*/ 147780 w 3415751"/>
              <a:gd name="connsiteY1665" fmla="*/ 184431 h 768467"/>
              <a:gd name="connsiteX1666" fmla="*/ 147213 w 3415751"/>
              <a:gd name="connsiteY1666" fmla="*/ 182235 h 768467"/>
              <a:gd name="connsiteX1667" fmla="*/ 145319 w 3415751"/>
              <a:gd name="connsiteY1667" fmla="*/ 179092 h 768467"/>
              <a:gd name="connsiteX1668" fmla="*/ 143918 w 3415751"/>
              <a:gd name="connsiteY1668" fmla="*/ 178259 h 768467"/>
              <a:gd name="connsiteX1669" fmla="*/ 143010 w 3415751"/>
              <a:gd name="connsiteY1669" fmla="*/ 177654 h 768467"/>
              <a:gd name="connsiteX1670" fmla="*/ 141306 w 3415751"/>
              <a:gd name="connsiteY1670" fmla="*/ 176859 h 768467"/>
              <a:gd name="connsiteX1671" fmla="*/ 139488 w 3415751"/>
              <a:gd name="connsiteY1671" fmla="*/ 174928 h 768467"/>
              <a:gd name="connsiteX1672" fmla="*/ 137520 w 3415751"/>
              <a:gd name="connsiteY1672" fmla="*/ 172466 h 768467"/>
              <a:gd name="connsiteX1673" fmla="*/ 133960 w 3415751"/>
              <a:gd name="connsiteY1673" fmla="*/ 168680 h 768467"/>
              <a:gd name="connsiteX1674" fmla="*/ 132105 w 3415751"/>
              <a:gd name="connsiteY1674" fmla="*/ 166484 h 768467"/>
              <a:gd name="connsiteX1675" fmla="*/ 131007 w 3415751"/>
              <a:gd name="connsiteY1675" fmla="*/ 163682 h 768467"/>
              <a:gd name="connsiteX1676" fmla="*/ 129228 w 3415751"/>
              <a:gd name="connsiteY1676" fmla="*/ 161865 h 768467"/>
              <a:gd name="connsiteX1677" fmla="*/ 128092 w 3415751"/>
              <a:gd name="connsiteY1677" fmla="*/ 160653 h 768467"/>
              <a:gd name="connsiteX1678" fmla="*/ 125176 w 3415751"/>
              <a:gd name="connsiteY1678" fmla="*/ 160123 h 768467"/>
              <a:gd name="connsiteX1679" fmla="*/ 459686 w 3415751"/>
              <a:gd name="connsiteY1679" fmla="*/ 159975 h 768467"/>
              <a:gd name="connsiteX1680" fmla="*/ 474803 w 3415751"/>
              <a:gd name="connsiteY1680" fmla="*/ 162054 h 768467"/>
              <a:gd name="connsiteX1681" fmla="*/ 460415 w 3415751"/>
              <a:gd name="connsiteY1681" fmla="*/ 170156 h 768467"/>
              <a:gd name="connsiteX1682" fmla="*/ 445042 w 3415751"/>
              <a:gd name="connsiteY1682" fmla="*/ 165310 h 768467"/>
              <a:gd name="connsiteX1683" fmla="*/ 459658 w 3415751"/>
              <a:gd name="connsiteY1683" fmla="*/ 159971 h 768467"/>
              <a:gd name="connsiteX1684" fmla="*/ 459696 w 3415751"/>
              <a:gd name="connsiteY1684" fmla="*/ 159971 h 768467"/>
              <a:gd name="connsiteX1685" fmla="*/ 459686 w 3415751"/>
              <a:gd name="connsiteY1685" fmla="*/ 159975 h 768467"/>
              <a:gd name="connsiteX1686" fmla="*/ 640416 w 3415751"/>
              <a:gd name="connsiteY1686" fmla="*/ 142176 h 768467"/>
              <a:gd name="connsiteX1687" fmla="*/ 638372 w 3415751"/>
              <a:gd name="connsiteY1687" fmla="*/ 142630 h 768467"/>
              <a:gd name="connsiteX1688" fmla="*/ 636403 w 3415751"/>
              <a:gd name="connsiteY1688" fmla="*/ 145129 h 768467"/>
              <a:gd name="connsiteX1689" fmla="*/ 632616 w 3415751"/>
              <a:gd name="connsiteY1689" fmla="*/ 149143 h 768467"/>
              <a:gd name="connsiteX1690" fmla="*/ 628603 w 3415751"/>
              <a:gd name="connsiteY1690" fmla="*/ 152399 h 768467"/>
              <a:gd name="connsiteX1691" fmla="*/ 627013 w 3415751"/>
              <a:gd name="connsiteY1691" fmla="*/ 154444 h 768467"/>
              <a:gd name="connsiteX1692" fmla="*/ 626217 w 3415751"/>
              <a:gd name="connsiteY1692" fmla="*/ 156072 h 768467"/>
              <a:gd name="connsiteX1693" fmla="*/ 625006 w 3415751"/>
              <a:gd name="connsiteY1693" fmla="*/ 156072 h 768467"/>
              <a:gd name="connsiteX1694" fmla="*/ 622583 w 3415751"/>
              <a:gd name="connsiteY1694" fmla="*/ 154936 h 768467"/>
              <a:gd name="connsiteX1695" fmla="*/ 622302 w 3415751"/>
              <a:gd name="connsiteY1695" fmla="*/ 154656 h 768467"/>
              <a:gd name="connsiteX1696" fmla="*/ 622583 w 3415751"/>
              <a:gd name="connsiteY1696" fmla="*/ 153346 h 768467"/>
              <a:gd name="connsiteX1697" fmla="*/ 624892 w 3415751"/>
              <a:gd name="connsiteY1697" fmla="*/ 150355 h 768467"/>
              <a:gd name="connsiteX1698" fmla="*/ 624286 w 3415751"/>
              <a:gd name="connsiteY1698" fmla="*/ 149787 h 768467"/>
              <a:gd name="connsiteX1699" fmla="*/ 618758 w 3415751"/>
              <a:gd name="connsiteY1699" fmla="*/ 150960 h 768467"/>
              <a:gd name="connsiteX1700" fmla="*/ 617395 w 3415751"/>
              <a:gd name="connsiteY1700" fmla="*/ 150620 h 768467"/>
              <a:gd name="connsiteX1701" fmla="*/ 615691 w 3415751"/>
              <a:gd name="connsiteY1701" fmla="*/ 151301 h 768467"/>
              <a:gd name="connsiteX1702" fmla="*/ 612587 w 3415751"/>
              <a:gd name="connsiteY1702" fmla="*/ 154103 h 768467"/>
              <a:gd name="connsiteX1703" fmla="*/ 610466 w 3415751"/>
              <a:gd name="connsiteY1703" fmla="*/ 157889 h 768467"/>
              <a:gd name="connsiteX1704" fmla="*/ 611148 w 3415751"/>
              <a:gd name="connsiteY1704" fmla="*/ 159669 h 768467"/>
              <a:gd name="connsiteX1705" fmla="*/ 616752 w 3415751"/>
              <a:gd name="connsiteY1705" fmla="*/ 160615 h 768467"/>
              <a:gd name="connsiteX1706" fmla="*/ 618380 w 3415751"/>
              <a:gd name="connsiteY1706" fmla="*/ 160615 h 768467"/>
              <a:gd name="connsiteX1707" fmla="*/ 622166 w 3415751"/>
              <a:gd name="connsiteY1707" fmla="*/ 160275 h 768467"/>
              <a:gd name="connsiteX1708" fmla="*/ 625460 w 3415751"/>
              <a:gd name="connsiteY1708" fmla="*/ 162054 h 768467"/>
              <a:gd name="connsiteX1709" fmla="*/ 627921 w 3415751"/>
              <a:gd name="connsiteY1709" fmla="*/ 163834 h 768467"/>
              <a:gd name="connsiteX1710" fmla="*/ 630950 w 3415751"/>
              <a:gd name="connsiteY1710" fmla="*/ 166333 h 768467"/>
              <a:gd name="connsiteX1711" fmla="*/ 632995 w 3415751"/>
              <a:gd name="connsiteY1711" fmla="*/ 167771 h 768467"/>
              <a:gd name="connsiteX1712" fmla="*/ 635040 w 3415751"/>
              <a:gd name="connsiteY1712" fmla="*/ 169134 h 768467"/>
              <a:gd name="connsiteX1713" fmla="*/ 638826 w 3415751"/>
              <a:gd name="connsiteY1713" fmla="*/ 172315 h 768467"/>
              <a:gd name="connsiteX1714" fmla="*/ 641211 w 3415751"/>
              <a:gd name="connsiteY1714" fmla="*/ 174246 h 768467"/>
              <a:gd name="connsiteX1715" fmla="*/ 643445 w 3415751"/>
              <a:gd name="connsiteY1715" fmla="*/ 176139 h 768467"/>
              <a:gd name="connsiteX1716" fmla="*/ 640908 w 3415751"/>
              <a:gd name="connsiteY1716" fmla="*/ 176821 h 768467"/>
              <a:gd name="connsiteX1717" fmla="*/ 638599 w 3415751"/>
              <a:gd name="connsiteY1717" fmla="*/ 175950 h 768467"/>
              <a:gd name="connsiteX1718" fmla="*/ 637614 w 3415751"/>
              <a:gd name="connsiteY1718" fmla="*/ 174132 h 768467"/>
              <a:gd name="connsiteX1719" fmla="*/ 636213 w 3415751"/>
              <a:gd name="connsiteY1719" fmla="*/ 172807 h 768467"/>
              <a:gd name="connsiteX1720" fmla="*/ 634623 w 3415751"/>
              <a:gd name="connsiteY1720" fmla="*/ 171066 h 768467"/>
              <a:gd name="connsiteX1721" fmla="*/ 633411 w 3415751"/>
              <a:gd name="connsiteY1721" fmla="*/ 170800 h 768467"/>
              <a:gd name="connsiteX1722" fmla="*/ 631821 w 3415751"/>
              <a:gd name="connsiteY1722" fmla="*/ 169967 h 768467"/>
              <a:gd name="connsiteX1723" fmla="*/ 630155 w 3415751"/>
              <a:gd name="connsiteY1723" fmla="*/ 168756 h 768467"/>
              <a:gd name="connsiteX1724" fmla="*/ 627846 w 3415751"/>
              <a:gd name="connsiteY1724" fmla="*/ 167204 h 768467"/>
              <a:gd name="connsiteX1725" fmla="*/ 626066 w 3415751"/>
              <a:gd name="connsiteY1725" fmla="*/ 165651 h 768467"/>
              <a:gd name="connsiteX1726" fmla="*/ 624968 w 3415751"/>
              <a:gd name="connsiteY1726" fmla="*/ 165386 h 768467"/>
              <a:gd name="connsiteX1727" fmla="*/ 623075 w 3415751"/>
              <a:gd name="connsiteY1727" fmla="*/ 163607 h 768467"/>
              <a:gd name="connsiteX1728" fmla="*/ 618683 w 3415751"/>
              <a:gd name="connsiteY1728" fmla="*/ 165235 h 768467"/>
              <a:gd name="connsiteX1729" fmla="*/ 616638 w 3415751"/>
              <a:gd name="connsiteY1729" fmla="*/ 166484 h 768467"/>
              <a:gd name="connsiteX1730" fmla="*/ 615919 w 3415751"/>
              <a:gd name="connsiteY1730" fmla="*/ 168036 h 768467"/>
              <a:gd name="connsiteX1731" fmla="*/ 617092 w 3415751"/>
              <a:gd name="connsiteY1731" fmla="*/ 169324 h 768467"/>
              <a:gd name="connsiteX1732" fmla="*/ 619288 w 3415751"/>
              <a:gd name="connsiteY1732" fmla="*/ 170119 h 768467"/>
              <a:gd name="connsiteX1733" fmla="*/ 621409 w 3415751"/>
              <a:gd name="connsiteY1733" fmla="*/ 170611 h 768467"/>
              <a:gd name="connsiteX1734" fmla="*/ 622393 w 3415751"/>
              <a:gd name="connsiteY1734" fmla="*/ 171936 h 768467"/>
              <a:gd name="connsiteX1735" fmla="*/ 620349 w 3415751"/>
              <a:gd name="connsiteY1735" fmla="*/ 172769 h 768467"/>
              <a:gd name="connsiteX1736" fmla="*/ 618607 w 3415751"/>
              <a:gd name="connsiteY1736" fmla="*/ 173981 h 768467"/>
              <a:gd name="connsiteX1737" fmla="*/ 617471 w 3415751"/>
              <a:gd name="connsiteY1737" fmla="*/ 174208 h 768467"/>
              <a:gd name="connsiteX1738" fmla="*/ 615654 w 3415751"/>
              <a:gd name="connsiteY1738" fmla="*/ 173564 h 768467"/>
              <a:gd name="connsiteX1739" fmla="*/ 613155 w 3415751"/>
              <a:gd name="connsiteY1739" fmla="*/ 172012 h 768467"/>
              <a:gd name="connsiteX1740" fmla="*/ 610504 w 3415751"/>
              <a:gd name="connsiteY1740" fmla="*/ 171293 h 768467"/>
              <a:gd name="connsiteX1741" fmla="*/ 609330 w 3415751"/>
              <a:gd name="connsiteY1741" fmla="*/ 169134 h 768467"/>
              <a:gd name="connsiteX1742" fmla="*/ 605544 w 3415751"/>
              <a:gd name="connsiteY1742" fmla="*/ 168150 h 768467"/>
              <a:gd name="connsiteX1743" fmla="*/ 603235 w 3415751"/>
              <a:gd name="connsiteY1743" fmla="*/ 169589 h 768467"/>
              <a:gd name="connsiteX1744" fmla="*/ 601985 w 3415751"/>
              <a:gd name="connsiteY1744" fmla="*/ 171103 h 768467"/>
              <a:gd name="connsiteX1745" fmla="*/ 602439 w 3415751"/>
              <a:gd name="connsiteY1745" fmla="*/ 172391 h 768467"/>
              <a:gd name="connsiteX1746" fmla="*/ 603765 w 3415751"/>
              <a:gd name="connsiteY1746" fmla="*/ 174776 h 768467"/>
              <a:gd name="connsiteX1747" fmla="*/ 606604 w 3415751"/>
              <a:gd name="connsiteY1747" fmla="*/ 176215 h 768467"/>
              <a:gd name="connsiteX1748" fmla="*/ 609520 w 3415751"/>
              <a:gd name="connsiteY1748" fmla="*/ 178449 h 768467"/>
              <a:gd name="connsiteX1749" fmla="*/ 612397 w 3415751"/>
              <a:gd name="connsiteY1749" fmla="*/ 180607 h 768467"/>
              <a:gd name="connsiteX1750" fmla="*/ 612019 w 3415751"/>
              <a:gd name="connsiteY1750" fmla="*/ 182387 h 768467"/>
              <a:gd name="connsiteX1751" fmla="*/ 604711 w 3415751"/>
              <a:gd name="connsiteY1751" fmla="*/ 184015 h 768467"/>
              <a:gd name="connsiteX1752" fmla="*/ 600925 w 3415751"/>
              <a:gd name="connsiteY1752" fmla="*/ 181137 h 768467"/>
              <a:gd name="connsiteX1753" fmla="*/ 598880 w 3415751"/>
              <a:gd name="connsiteY1753" fmla="*/ 180342 h 768467"/>
              <a:gd name="connsiteX1754" fmla="*/ 598880 w 3415751"/>
              <a:gd name="connsiteY1754" fmla="*/ 185453 h 768467"/>
              <a:gd name="connsiteX1755" fmla="*/ 596836 w 3415751"/>
              <a:gd name="connsiteY1755" fmla="*/ 187271 h 768467"/>
              <a:gd name="connsiteX1756" fmla="*/ 599448 w 3415751"/>
              <a:gd name="connsiteY1756" fmla="*/ 190111 h 768467"/>
              <a:gd name="connsiteX1757" fmla="*/ 601682 w 3415751"/>
              <a:gd name="connsiteY1757" fmla="*/ 191474 h 768467"/>
              <a:gd name="connsiteX1758" fmla="*/ 604711 w 3415751"/>
              <a:gd name="connsiteY1758" fmla="*/ 193026 h 768467"/>
              <a:gd name="connsiteX1759" fmla="*/ 609255 w 3415751"/>
              <a:gd name="connsiteY1759" fmla="*/ 191739 h 768467"/>
              <a:gd name="connsiteX1760" fmla="*/ 611451 w 3415751"/>
              <a:gd name="connsiteY1760" fmla="*/ 191246 h 768467"/>
              <a:gd name="connsiteX1761" fmla="*/ 614025 w 3415751"/>
              <a:gd name="connsiteY1761" fmla="*/ 189694 h 768467"/>
              <a:gd name="connsiteX1762" fmla="*/ 616108 w 3415751"/>
              <a:gd name="connsiteY1762" fmla="*/ 188180 h 768467"/>
              <a:gd name="connsiteX1763" fmla="*/ 618153 w 3415751"/>
              <a:gd name="connsiteY1763" fmla="*/ 185984 h 768467"/>
              <a:gd name="connsiteX1764" fmla="*/ 622545 w 3415751"/>
              <a:gd name="connsiteY1764" fmla="*/ 187801 h 768467"/>
              <a:gd name="connsiteX1765" fmla="*/ 624286 w 3415751"/>
              <a:gd name="connsiteY1765" fmla="*/ 188748 h 768467"/>
              <a:gd name="connsiteX1766" fmla="*/ 626558 w 3415751"/>
              <a:gd name="connsiteY1766" fmla="*/ 190414 h 768467"/>
              <a:gd name="connsiteX1767" fmla="*/ 628603 w 3415751"/>
              <a:gd name="connsiteY1767" fmla="*/ 190641 h 768467"/>
              <a:gd name="connsiteX1768" fmla="*/ 631064 w 3415751"/>
              <a:gd name="connsiteY1768" fmla="*/ 189278 h 768467"/>
              <a:gd name="connsiteX1769" fmla="*/ 631064 w 3415751"/>
              <a:gd name="connsiteY1769" fmla="*/ 187801 h 768467"/>
              <a:gd name="connsiteX1770" fmla="*/ 630042 w 3415751"/>
              <a:gd name="connsiteY1770" fmla="*/ 185113 h 768467"/>
              <a:gd name="connsiteX1771" fmla="*/ 629209 w 3415751"/>
              <a:gd name="connsiteY1771" fmla="*/ 182235 h 768467"/>
              <a:gd name="connsiteX1772" fmla="*/ 627580 w 3415751"/>
              <a:gd name="connsiteY1772" fmla="*/ 181667 h 768467"/>
              <a:gd name="connsiteX1773" fmla="*/ 625271 w 3415751"/>
              <a:gd name="connsiteY1773" fmla="*/ 180569 h 768467"/>
              <a:gd name="connsiteX1774" fmla="*/ 624551 w 3415751"/>
              <a:gd name="connsiteY1774" fmla="*/ 179433 h 768467"/>
              <a:gd name="connsiteX1775" fmla="*/ 626748 w 3415751"/>
              <a:gd name="connsiteY1775" fmla="*/ 177994 h 768467"/>
              <a:gd name="connsiteX1776" fmla="*/ 630080 w 3415751"/>
              <a:gd name="connsiteY1776" fmla="*/ 177994 h 768467"/>
              <a:gd name="connsiteX1777" fmla="*/ 632541 w 3415751"/>
              <a:gd name="connsiteY1777" fmla="*/ 177994 h 768467"/>
              <a:gd name="connsiteX1778" fmla="*/ 638182 w 3415751"/>
              <a:gd name="connsiteY1778" fmla="*/ 179168 h 768467"/>
              <a:gd name="connsiteX1779" fmla="*/ 640075 w 3415751"/>
              <a:gd name="connsiteY1779" fmla="*/ 181137 h 768467"/>
              <a:gd name="connsiteX1780" fmla="*/ 641363 w 3415751"/>
              <a:gd name="connsiteY1780" fmla="*/ 182803 h 768467"/>
              <a:gd name="connsiteX1781" fmla="*/ 643067 w 3415751"/>
              <a:gd name="connsiteY1781" fmla="*/ 183560 h 768467"/>
              <a:gd name="connsiteX1782" fmla="*/ 647875 w 3415751"/>
              <a:gd name="connsiteY1782" fmla="*/ 186589 h 768467"/>
              <a:gd name="connsiteX1783" fmla="*/ 651207 w 3415751"/>
              <a:gd name="connsiteY1783" fmla="*/ 184848 h 768467"/>
              <a:gd name="connsiteX1784" fmla="*/ 653517 w 3415751"/>
              <a:gd name="connsiteY1784" fmla="*/ 181402 h 768467"/>
              <a:gd name="connsiteX1785" fmla="*/ 652759 w 3415751"/>
              <a:gd name="connsiteY1785" fmla="*/ 179698 h 768467"/>
              <a:gd name="connsiteX1786" fmla="*/ 652040 w 3415751"/>
              <a:gd name="connsiteY1786" fmla="*/ 178259 h 768467"/>
              <a:gd name="connsiteX1787" fmla="*/ 652040 w 3415751"/>
              <a:gd name="connsiteY1787" fmla="*/ 176556 h 768467"/>
              <a:gd name="connsiteX1788" fmla="*/ 650828 w 3415751"/>
              <a:gd name="connsiteY1788" fmla="*/ 175382 h 768467"/>
              <a:gd name="connsiteX1789" fmla="*/ 648140 w 3415751"/>
              <a:gd name="connsiteY1789" fmla="*/ 174511 h 768467"/>
              <a:gd name="connsiteX1790" fmla="*/ 647572 w 3415751"/>
              <a:gd name="connsiteY1790" fmla="*/ 173299 h 768467"/>
              <a:gd name="connsiteX1791" fmla="*/ 649882 w 3415751"/>
              <a:gd name="connsiteY1791" fmla="*/ 171785 h 768467"/>
              <a:gd name="connsiteX1792" fmla="*/ 651813 w 3415751"/>
              <a:gd name="connsiteY1792" fmla="*/ 170725 h 768467"/>
              <a:gd name="connsiteX1793" fmla="*/ 653592 w 3415751"/>
              <a:gd name="connsiteY1793" fmla="*/ 169930 h 768467"/>
              <a:gd name="connsiteX1794" fmla="*/ 658931 w 3415751"/>
              <a:gd name="connsiteY1794" fmla="*/ 167961 h 768467"/>
              <a:gd name="connsiteX1795" fmla="*/ 662490 w 3415751"/>
              <a:gd name="connsiteY1795" fmla="*/ 168415 h 768467"/>
              <a:gd name="connsiteX1796" fmla="*/ 664573 w 3415751"/>
              <a:gd name="connsiteY1796" fmla="*/ 166787 h 768467"/>
              <a:gd name="connsiteX1797" fmla="*/ 665330 w 3415751"/>
              <a:gd name="connsiteY1797" fmla="*/ 165386 h 768467"/>
              <a:gd name="connsiteX1798" fmla="*/ 664838 w 3415751"/>
              <a:gd name="connsiteY1798" fmla="*/ 163039 h 768467"/>
              <a:gd name="connsiteX1799" fmla="*/ 663399 w 3415751"/>
              <a:gd name="connsiteY1799" fmla="*/ 161789 h 768467"/>
              <a:gd name="connsiteX1800" fmla="*/ 662414 w 3415751"/>
              <a:gd name="connsiteY1800" fmla="*/ 161789 h 768467"/>
              <a:gd name="connsiteX1801" fmla="*/ 655675 w 3415751"/>
              <a:gd name="connsiteY1801" fmla="*/ 159442 h 768467"/>
              <a:gd name="connsiteX1802" fmla="*/ 654312 w 3415751"/>
              <a:gd name="connsiteY1802" fmla="*/ 162433 h 768467"/>
              <a:gd name="connsiteX1803" fmla="*/ 652797 w 3415751"/>
              <a:gd name="connsiteY1803" fmla="*/ 163228 h 768467"/>
              <a:gd name="connsiteX1804" fmla="*/ 651018 w 3415751"/>
              <a:gd name="connsiteY1804" fmla="*/ 163531 h 768467"/>
              <a:gd name="connsiteX1805" fmla="*/ 649162 w 3415751"/>
              <a:gd name="connsiteY1805" fmla="*/ 162811 h 768467"/>
              <a:gd name="connsiteX1806" fmla="*/ 647762 w 3415751"/>
              <a:gd name="connsiteY1806" fmla="*/ 164364 h 768467"/>
              <a:gd name="connsiteX1807" fmla="*/ 646209 w 3415751"/>
              <a:gd name="connsiteY1807" fmla="*/ 164364 h 768467"/>
              <a:gd name="connsiteX1808" fmla="*/ 644657 w 3415751"/>
              <a:gd name="connsiteY1808" fmla="*/ 164137 h 768467"/>
              <a:gd name="connsiteX1809" fmla="*/ 643407 w 3415751"/>
              <a:gd name="connsiteY1809" fmla="*/ 165878 h 768467"/>
              <a:gd name="connsiteX1810" fmla="*/ 644240 w 3415751"/>
              <a:gd name="connsiteY1810" fmla="*/ 167696 h 768467"/>
              <a:gd name="connsiteX1811" fmla="*/ 641211 w 3415751"/>
              <a:gd name="connsiteY1811" fmla="*/ 167696 h 768467"/>
              <a:gd name="connsiteX1812" fmla="*/ 641817 w 3415751"/>
              <a:gd name="connsiteY1812" fmla="*/ 165575 h 768467"/>
              <a:gd name="connsiteX1813" fmla="*/ 641098 w 3415751"/>
              <a:gd name="connsiteY1813" fmla="*/ 163039 h 768467"/>
              <a:gd name="connsiteX1814" fmla="*/ 644467 w 3415751"/>
              <a:gd name="connsiteY1814" fmla="*/ 162546 h 768467"/>
              <a:gd name="connsiteX1815" fmla="*/ 650033 w 3415751"/>
              <a:gd name="connsiteY1815" fmla="*/ 160880 h 768467"/>
              <a:gd name="connsiteX1816" fmla="*/ 650488 w 3415751"/>
              <a:gd name="connsiteY1816" fmla="*/ 158798 h 768467"/>
              <a:gd name="connsiteX1817" fmla="*/ 652116 w 3415751"/>
              <a:gd name="connsiteY1817" fmla="*/ 157283 h 768467"/>
              <a:gd name="connsiteX1818" fmla="*/ 655220 w 3415751"/>
              <a:gd name="connsiteY1818" fmla="*/ 156981 h 768467"/>
              <a:gd name="connsiteX1819" fmla="*/ 657947 w 3415751"/>
              <a:gd name="connsiteY1819" fmla="*/ 155769 h 768467"/>
              <a:gd name="connsiteX1820" fmla="*/ 657682 w 3415751"/>
              <a:gd name="connsiteY1820" fmla="*/ 152853 h 768467"/>
              <a:gd name="connsiteX1821" fmla="*/ 656697 w 3415751"/>
              <a:gd name="connsiteY1821" fmla="*/ 152134 h 768467"/>
              <a:gd name="connsiteX1822" fmla="*/ 655788 w 3415751"/>
              <a:gd name="connsiteY1822" fmla="*/ 151339 h 768467"/>
              <a:gd name="connsiteX1823" fmla="*/ 652722 w 3415751"/>
              <a:gd name="connsiteY1823" fmla="*/ 152134 h 768467"/>
              <a:gd name="connsiteX1824" fmla="*/ 649390 w 3415751"/>
              <a:gd name="connsiteY1824" fmla="*/ 152475 h 768467"/>
              <a:gd name="connsiteX1825" fmla="*/ 649390 w 3415751"/>
              <a:gd name="connsiteY1825" fmla="*/ 150317 h 768467"/>
              <a:gd name="connsiteX1826" fmla="*/ 647231 w 3415751"/>
              <a:gd name="connsiteY1826" fmla="*/ 150317 h 768467"/>
              <a:gd name="connsiteX1827" fmla="*/ 646096 w 3415751"/>
              <a:gd name="connsiteY1827" fmla="*/ 152626 h 768467"/>
              <a:gd name="connsiteX1828" fmla="*/ 643862 w 3415751"/>
              <a:gd name="connsiteY1828" fmla="*/ 153573 h 768467"/>
              <a:gd name="connsiteX1829" fmla="*/ 641855 w 3415751"/>
              <a:gd name="connsiteY1829" fmla="*/ 155428 h 768467"/>
              <a:gd name="connsiteX1830" fmla="*/ 643256 w 3415751"/>
              <a:gd name="connsiteY1830" fmla="*/ 155996 h 768467"/>
              <a:gd name="connsiteX1831" fmla="*/ 645111 w 3415751"/>
              <a:gd name="connsiteY1831" fmla="*/ 156905 h 768467"/>
              <a:gd name="connsiteX1832" fmla="*/ 643899 w 3415751"/>
              <a:gd name="connsiteY1832" fmla="*/ 159631 h 768467"/>
              <a:gd name="connsiteX1833" fmla="*/ 640984 w 3415751"/>
              <a:gd name="connsiteY1833" fmla="*/ 159442 h 768467"/>
              <a:gd name="connsiteX1834" fmla="*/ 641173 w 3415751"/>
              <a:gd name="connsiteY1834" fmla="*/ 158041 h 768467"/>
              <a:gd name="connsiteX1835" fmla="*/ 639659 w 3415751"/>
              <a:gd name="connsiteY1835" fmla="*/ 156223 h 768467"/>
              <a:gd name="connsiteX1836" fmla="*/ 640000 w 3415751"/>
              <a:gd name="connsiteY1836" fmla="*/ 155087 h 768467"/>
              <a:gd name="connsiteX1837" fmla="*/ 642915 w 3415751"/>
              <a:gd name="connsiteY1837" fmla="*/ 151301 h 768467"/>
              <a:gd name="connsiteX1838" fmla="*/ 643596 w 3415751"/>
              <a:gd name="connsiteY1838" fmla="*/ 150052 h 768467"/>
              <a:gd name="connsiteX1839" fmla="*/ 644770 w 3415751"/>
              <a:gd name="connsiteY1839" fmla="*/ 148045 h 768467"/>
              <a:gd name="connsiteX1840" fmla="*/ 643256 w 3415751"/>
              <a:gd name="connsiteY1840" fmla="*/ 147553 h 768467"/>
              <a:gd name="connsiteX1841" fmla="*/ 641249 w 3415751"/>
              <a:gd name="connsiteY1841" fmla="*/ 148272 h 768467"/>
              <a:gd name="connsiteX1842" fmla="*/ 640454 w 3415751"/>
              <a:gd name="connsiteY1842" fmla="*/ 149446 h 768467"/>
              <a:gd name="connsiteX1843" fmla="*/ 637501 w 3415751"/>
              <a:gd name="connsiteY1843" fmla="*/ 152248 h 768467"/>
              <a:gd name="connsiteX1844" fmla="*/ 635721 w 3415751"/>
              <a:gd name="connsiteY1844" fmla="*/ 154557 h 768467"/>
              <a:gd name="connsiteX1845" fmla="*/ 632541 w 3415751"/>
              <a:gd name="connsiteY1845" fmla="*/ 157321 h 768467"/>
              <a:gd name="connsiteX1846" fmla="*/ 631783 w 3415751"/>
              <a:gd name="connsiteY1846" fmla="*/ 159517 h 768467"/>
              <a:gd name="connsiteX1847" fmla="*/ 632919 w 3415751"/>
              <a:gd name="connsiteY1847" fmla="*/ 159896 h 768467"/>
              <a:gd name="connsiteX1848" fmla="*/ 634207 w 3415751"/>
              <a:gd name="connsiteY1848" fmla="*/ 159707 h 768467"/>
              <a:gd name="connsiteX1849" fmla="*/ 635948 w 3415751"/>
              <a:gd name="connsiteY1849" fmla="*/ 158949 h 768467"/>
              <a:gd name="connsiteX1850" fmla="*/ 635721 w 3415751"/>
              <a:gd name="connsiteY1850" fmla="*/ 160464 h 768467"/>
              <a:gd name="connsiteX1851" fmla="*/ 635002 w 3415751"/>
              <a:gd name="connsiteY1851" fmla="*/ 161789 h 768467"/>
              <a:gd name="connsiteX1852" fmla="*/ 636516 w 3415751"/>
              <a:gd name="connsiteY1852" fmla="*/ 162508 h 768467"/>
              <a:gd name="connsiteX1853" fmla="*/ 637614 w 3415751"/>
              <a:gd name="connsiteY1853" fmla="*/ 163909 h 768467"/>
              <a:gd name="connsiteX1854" fmla="*/ 636781 w 3415751"/>
              <a:gd name="connsiteY1854" fmla="*/ 164440 h 768467"/>
              <a:gd name="connsiteX1855" fmla="*/ 635342 w 3415751"/>
              <a:gd name="connsiteY1855" fmla="*/ 164061 h 768467"/>
              <a:gd name="connsiteX1856" fmla="*/ 633866 w 3415751"/>
              <a:gd name="connsiteY1856" fmla="*/ 163266 h 768467"/>
              <a:gd name="connsiteX1857" fmla="*/ 631518 w 3415751"/>
              <a:gd name="connsiteY1857" fmla="*/ 161524 h 768467"/>
              <a:gd name="connsiteX1858" fmla="*/ 630193 w 3415751"/>
              <a:gd name="connsiteY1858" fmla="*/ 160312 h 768467"/>
              <a:gd name="connsiteX1859" fmla="*/ 628376 w 3415751"/>
              <a:gd name="connsiteY1859" fmla="*/ 159139 h 768467"/>
              <a:gd name="connsiteX1860" fmla="*/ 628376 w 3415751"/>
              <a:gd name="connsiteY1860" fmla="*/ 157662 h 768467"/>
              <a:gd name="connsiteX1861" fmla="*/ 630458 w 3415751"/>
              <a:gd name="connsiteY1861" fmla="*/ 156715 h 768467"/>
              <a:gd name="connsiteX1862" fmla="*/ 631821 w 3415751"/>
              <a:gd name="connsiteY1862" fmla="*/ 155504 h 768467"/>
              <a:gd name="connsiteX1863" fmla="*/ 633298 w 3415751"/>
              <a:gd name="connsiteY1863" fmla="*/ 153459 h 768467"/>
              <a:gd name="connsiteX1864" fmla="*/ 635872 w 3415751"/>
              <a:gd name="connsiteY1864" fmla="*/ 150771 h 768467"/>
              <a:gd name="connsiteX1865" fmla="*/ 637311 w 3415751"/>
              <a:gd name="connsiteY1865" fmla="*/ 149559 h 768467"/>
              <a:gd name="connsiteX1866" fmla="*/ 638485 w 3415751"/>
              <a:gd name="connsiteY1866" fmla="*/ 148613 h 768467"/>
              <a:gd name="connsiteX1867" fmla="*/ 639432 w 3415751"/>
              <a:gd name="connsiteY1867" fmla="*/ 147666 h 768467"/>
              <a:gd name="connsiteX1868" fmla="*/ 640946 w 3415751"/>
              <a:gd name="connsiteY1868" fmla="*/ 146038 h 768467"/>
              <a:gd name="connsiteX1869" fmla="*/ 642044 w 3415751"/>
              <a:gd name="connsiteY1869" fmla="*/ 144599 h 768467"/>
              <a:gd name="connsiteX1870" fmla="*/ 642309 w 3415751"/>
              <a:gd name="connsiteY1870" fmla="*/ 143463 h 768467"/>
              <a:gd name="connsiteX1871" fmla="*/ 641438 w 3415751"/>
              <a:gd name="connsiteY1871" fmla="*/ 143236 h 768467"/>
              <a:gd name="connsiteX1872" fmla="*/ 640416 w 3415751"/>
              <a:gd name="connsiteY1872" fmla="*/ 142176 h 768467"/>
              <a:gd name="connsiteX1873" fmla="*/ 138390 w 3415751"/>
              <a:gd name="connsiteY1873" fmla="*/ 139829 h 768467"/>
              <a:gd name="connsiteX1874" fmla="*/ 137255 w 3415751"/>
              <a:gd name="connsiteY1874" fmla="*/ 140624 h 768467"/>
              <a:gd name="connsiteX1875" fmla="*/ 135475 w 3415751"/>
              <a:gd name="connsiteY1875" fmla="*/ 141116 h 768467"/>
              <a:gd name="connsiteX1876" fmla="*/ 134263 w 3415751"/>
              <a:gd name="connsiteY1876" fmla="*/ 143047 h 768467"/>
              <a:gd name="connsiteX1877" fmla="*/ 132825 w 3415751"/>
              <a:gd name="connsiteY1877" fmla="*/ 144069 h 768467"/>
              <a:gd name="connsiteX1878" fmla="*/ 131840 w 3415751"/>
              <a:gd name="connsiteY1878" fmla="*/ 145773 h 768467"/>
              <a:gd name="connsiteX1879" fmla="*/ 129947 w 3415751"/>
              <a:gd name="connsiteY1879" fmla="*/ 147136 h 768467"/>
              <a:gd name="connsiteX1880" fmla="*/ 129493 w 3415751"/>
              <a:gd name="connsiteY1880" fmla="*/ 149105 h 768467"/>
              <a:gd name="connsiteX1881" fmla="*/ 131613 w 3415751"/>
              <a:gd name="connsiteY1881" fmla="*/ 151225 h 768467"/>
              <a:gd name="connsiteX1882" fmla="*/ 134188 w 3415751"/>
              <a:gd name="connsiteY1882" fmla="*/ 155012 h 768467"/>
              <a:gd name="connsiteX1883" fmla="*/ 135778 w 3415751"/>
              <a:gd name="connsiteY1883" fmla="*/ 157359 h 768467"/>
              <a:gd name="connsiteX1884" fmla="*/ 138883 w 3415751"/>
              <a:gd name="connsiteY1884" fmla="*/ 160615 h 768467"/>
              <a:gd name="connsiteX1885" fmla="*/ 140587 w 3415751"/>
              <a:gd name="connsiteY1885" fmla="*/ 163001 h 768467"/>
              <a:gd name="connsiteX1886" fmla="*/ 142215 w 3415751"/>
              <a:gd name="connsiteY1886" fmla="*/ 165424 h 768467"/>
              <a:gd name="connsiteX1887" fmla="*/ 142934 w 3415751"/>
              <a:gd name="connsiteY1887" fmla="*/ 167166 h 768467"/>
              <a:gd name="connsiteX1888" fmla="*/ 146342 w 3415751"/>
              <a:gd name="connsiteY1888" fmla="*/ 171558 h 768467"/>
              <a:gd name="connsiteX1889" fmla="*/ 149068 w 3415751"/>
              <a:gd name="connsiteY1889" fmla="*/ 173640 h 768467"/>
              <a:gd name="connsiteX1890" fmla="*/ 150885 w 3415751"/>
              <a:gd name="connsiteY1890" fmla="*/ 174928 h 768467"/>
              <a:gd name="connsiteX1891" fmla="*/ 152665 w 3415751"/>
              <a:gd name="connsiteY1891" fmla="*/ 176404 h 768467"/>
              <a:gd name="connsiteX1892" fmla="*/ 155883 w 3415751"/>
              <a:gd name="connsiteY1892" fmla="*/ 178335 h 768467"/>
              <a:gd name="connsiteX1893" fmla="*/ 158269 w 3415751"/>
              <a:gd name="connsiteY1893" fmla="*/ 180304 h 768467"/>
              <a:gd name="connsiteX1894" fmla="*/ 161335 w 3415751"/>
              <a:gd name="connsiteY1894" fmla="*/ 180872 h 768467"/>
              <a:gd name="connsiteX1895" fmla="*/ 163266 w 3415751"/>
              <a:gd name="connsiteY1895" fmla="*/ 180266 h 768467"/>
              <a:gd name="connsiteX1896" fmla="*/ 165841 w 3415751"/>
              <a:gd name="connsiteY1896" fmla="*/ 177805 h 768467"/>
              <a:gd name="connsiteX1897" fmla="*/ 167961 w 3415751"/>
              <a:gd name="connsiteY1897" fmla="*/ 176518 h 768467"/>
              <a:gd name="connsiteX1898" fmla="*/ 169968 w 3415751"/>
              <a:gd name="connsiteY1898" fmla="*/ 174473 h 768467"/>
              <a:gd name="connsiteX1899" fmla="*/ 172126 w 3415751"/>
              <a:gd name="connsiteY1899" fmla="*/ 172542 h 768467"/>
              <a:gd name="connsiteX1900" fmla="*/ 173982 w 3415751"/>
              <a:gd name="connsiteY1900" fmla="*/ 171747 h 768467"/>
              <a:gd name="connsiteX1901" fmla="*/ 175345 w 3415751"/>
              <a:gd name="connsiteY1901" fmla="*/ 169362 h 768467"/>
              <a:gd name="connsiteX1902" fmla="*/ 176897 w 3415751"/>
              <a:gd name="connsiteY1902" fmla="*/ 167090 h 768467"/>
              <a:gd name="connsiteX1903" fmla="*/ 175875 w 3415751"/>
              <a:gd name="connsiteY1903" fmla="*/ 164705 h 768467"/>
              <a:gd name="connsiteX1904" fmla="*/ 174095 w 3415751"/>
              <a:gd name="connsiteY1904" fmla="*/ 161335 h 768467"/>
              <a:gd name="connsiteX1905" fmla="*/ 170763 w 3415751"/>
              <a:gd name="connsiteY1905" fmla="*/ 160161 h 768467"/>
              <a:gd name="connsiteX1906" fmla="*/ 168870 w 3415751"/>
              <a:gd name="connsiteY1906" fmla="*/ 161789 h 768467"/>
              <a:gd name="connsiteX1907" fmla="*/ 167318 w 3415751"/>
              <a:gd name="connsiteY1907" fmla="*/ 162546 h 768467"/>
              <a:gd name="connsiteX1908" fmla="*/ 165917 w 3415751"/>
              <a:gd name="connsiteY1908" fmla="*/ 163493 h 768467"/>
              <a:gd name="connsiteX1909" fmla="*/ 164137 w 3415751"/>
              <a:gd name="connsiteY1909" fmla="*/ 164970 h 768467"/>
              <a:gd name="connsiteX1910" fmla="*/ 160881 w 3415751"/>
              <a:gd name="connsiteY1910" fmla="*/ 166371 h 768467"/>
              <a:gd name="connsiteX1911" fmla="*/ 157284 w 3415751"/>
              <a:gd name="connsiteY1911" fmla="*/ 164591 h 768467"/>
              <a:gd name="connsiteX1912" fmla="*/ 155542 w 3415751"/>
              <a:gd name="connsiteY1912" fmla="*/ 163152 h 768467"/>
              <a:gd name="connsiteX1913" fmla="*/ 153119 w 3415751"/>
              <a:gd name="connsiteY1913" fmla="*/ 158912 h 768467"/>
              <a:gd name="connsiteX1914" fmla="*/ 154520 w 3415751"/>
              <a:gd name="connsiteY1914" fmla="*/ 154444 h 768467"/>
              <a:gd name="connsiteX1915" fmla="*/ 155239 w 3415751"/>
              <a:gd name="connsiteY1915" fmla="*/ 151528 h 768467"/>
              <a:gd name="connsiteX1916" fmla="*/ 155542 w 3415751"/>
              <a:gd name="connsiteY1916" fmla="*/ 149219 h 768467"/>
              <a:gd name="connsiteX1917" fmla="*/ 156640 w 3415751"/>
              <a:gd name="connsiteY1917" fmla="*/ 147212 h 768467"/>
              <a:gd name="connsiteX1918" fmla="*/ 156640 w 3415751"/>
              <a:gd name="connsiteY1918" fmla="*/ 145584 h 768467"/>
              <a:gd name="connsiteX1919" fmla="*/ 154672 w 3415751"/>
              <a:gd name="connsiteY1919" fmla="*/ 144259 h 768467"/>
              <a:gd name="connsiteX1920" fmla="*/ 151075 w 3415751"/>
              <a:gd name="connsiteY1920" fmla="*/ 143312 h 768467"/>
              <a:gd name="connsiteX1921" fmla="*/ 148083 w 3415751"/>
              <a:gd name="connsiteY1921" fmla="*/ 144864 h 768467"/>
              <a:gd name="connsiteX1922" fmla="*/ 147591 w 3415751"/>
              <a:gd name="connsiteY1922" fmla="*/ 147060 h 768467"/>
              <a:gd name="connsiteX1923" fmla="*/ 145736 w 3415751"/>
              <a:gd name="connsiteY1923" fmla="*/ 148007 h 768467"/>
              <a:gd name="connsiteX1924" fmla="*/ 144411 w 3415751"/>
              <a:gd name="connsiteY1924" fmla="*/ 146152 h 768467"/>
              <a:gd name="connsiteX1925" fmla="*/ 142820 w 3415751"/>
              <a:gd name="connsiteY1925" fmla="*/ 141419 h 768467"/>
              <a:gd name="connsiteX1926" fmla="*/ 139943 w 3415751"/>
              <a:gd name="connsiteY1926" fmla="*/ 139829 h 768467"/>
              <a:gd name="connsiteX1927" fmla="*/ 138390 w 3415751"/>
              <a:gd name="connsiteY1927" fmla="*/ 139829 h 768467"/>
              <a:gd name="connsiteX1928" fmla="*/ 469578 w 3415751"/>
              <a:gd name="connsiteY1928" fmla="*/ 124153 h 768467"/>
              <a:gd name="connsiteX1929" fmla="*/ 466662 w 3415751"/>
              <a:gd name="connsiteY1929" fmla="*/ 141116 h 768467"/>
              <a:gd name="connsiteX1930" fmla="*/ 457764 w 3415751"/>
              <a:gd name="connsiteY1930" fmla="*/ 150392 h 768467"/>
              <a:gd name="connsiteX1931" fmla="*/ 454319 w 3415751"/>
              <a:gd name="connsiteY1931" fmla="*/ 156072 h 768467"/>
              <a:gd name="connsiteX1932" fmla="*/ 409565 w 3415751"/>
              <a:gd name="connsiteY1932" fmla="*/ 187006 h 768467"/>
              <a:gd name="connsiteX1933" fmla="*/ 422817 w 3415751"/>
              <a:gd name="connsiteY1933" fmla="*/ 187877 h 768467"/>
              <a:gd name="connsiteX1934" fmla="*/ 422968 w 3415751"/>
              <a:gd name="connsiteY1934" fmla="*/ 187763 h 768467"/>
              <a:gd name="connsiteX1935" fmla="*/ 437470 w 3415751"/>
              <a:gd name="connsiteY1935" fmla="*/ 198213 h 768467"/>
              <a:gd name="connsiteX1936" fmla="*/ 420356 w 3415751"/>
              <a:gd name="connsiteY1936" fmla="*/ 198516 h 768467"/>
              <a:gd name="connsiteX1937" fmla="*/ 408240 w 3415751"/>
              <a:gd name="connsiteY1937" fmla="*/ 187498 h 768467"/>
              <a:gd name="connsiteX1938" fmla="*/ 398738 w 3415751"/>
              <a:gd name="connsiteY1938" fmla="*/ 190988 h 768467"/>
              <a:gd name="connsiteX1939" fmla="*/ 400771 w 3415751"/>
              <a:gd name="connsiteY1939" fmla="*/ 201417 h 768467"/>
              <a:gd name="connsiteX1940" fmla="*/ 404112 w 3415751"/>
              <a:gd name="connsiteY1940" fmla="*/ 218659 h 768467"/>
              <a:gd name="connsiteX1941" fmla="*/ 521109 w 3415751"/>
              <a:gd name="connsiteY1941" fmla="*/ 201015 h 768467"/>
              <a:gd name="connsiteX1942" fmla="*/ 525160 w 3415751"/>
              <a:gd name="connsiteY1942" fmla="*/ 199652 h 768467"/>
              <a:gd name="connsiteX1943" fmla="*/ 525160 w 3415751"/>
              <a:gd name="connsiteY1943" fmla="*/ 203893 h 768467"/>
              <a:gd name="connsiteX1944" fmla="*/ 513574 w 3415751"/>
              <a:gd name="connsiteY1944" fmla="*/ 236720 h 768467"/>
              <a:gd name="connsiteX1945" fmla="*/ 484798 w 3415751"/>
              <a:gd name="connsiteY1945" fmla="*/ 255462 h 768467"/>
              <a:gd name="connsiteX1946" fmla="*/ 472796 w 3415751"/>
              <a:gd name="connsiteY1946" fmla="*/ 277725 h 768467"/>
              <a:gd name="connsiteX1947" fmla="*/ 467268 w 3415751"/>
              <a:gd name="connsiteY1947" fmla="*/ 281512 h 768467"/>
              <a:gd name="connsiteX1948" fmla="*/ 522548 w 3415751"/>
              <a:gd name="connsiteY1948" fmla="*/ 273068 h 768467"/>
              <a:gd name="connsiteX1949" fmla="*/ 526902 w 3415751"/>
              <a:gd name="connsiteY1949" fmla="*/ 272235 h 768467"/>
              <a:gd name="connsiteX1950" fmla="*/ 526675 w 3415751"/>
              <a:gd name="connsiteY1950" fmla="*/ 272235 h 768467"/>
              <a:gd name="connsiteX1951" fmla="*/ 538526 w 3415751"/>
              <a:gd name="connsiteY1951" fmla="*/ 269774 h 768467"/>
              <a:gd name="connsiteX1952" fmla="*/ 520163 w 3415751"/>
              <a:gd name="connsiteY1952" fmla="*/ 296808 h 768467"/>
              <a:gd name="connsiteX1953" fmla="*/ 476923 w 3415751"/>
              <a:gd name="connsiteY1953" fmla="*/ 331226 h 768467"/>
              <a:gd name="connsiteX1954" fmla="*/ 430541 w 3415751"/>
              <a:gd name="connsiteY1954" fmla="*/ 346030 h 768467"/>
              <a:gd name="connsiteX1955" fmla="*/ 422968 w 3415751"/>
              <a:gd name="connsiteY1955" fmla="*/ 346522 h 768467"/>
              <a:gd name="connsiteX1956" fmla="*/ 408845 w 3415751"/>
              <a:gd name="connsiteY1956" fmla="*/ 345500 h 768467"/>
              <a:gd name="connsiteX1957" fmla="*/ 404377 w 3415751"/>
              <a:gd name="connsiteY1957" fmla="*/ 344856 h 768467"/>
              <a:gd name="connsiteX1958" fmla="*/ 413048 w 3415751"/>
              <a:gd name="connsiteY1958" fmla="*/ 381091 h 768467"/>
              <a:gd name="connsiteX1959" fmla="*/ 384159 w 3415751"/>
              <a:gd name="connsiteY1959" fmla="*/ 382946 h 768467"/>
              <a:gd name="connsiteX1960" fmla="*/ 355231 w 3415751"/>
              <a:gd name="connsiteY1960" fmla="*/ 381091 h 768467"/>
              <a:gd name="connsiteX1961" fmla="*/ 363902 w 3415751"/>
              <a:gd name="connsiteY1961" fmla="*/ 344856 h 768467"/>
              <a:gd name="connsiteX1962" fmla="*/ 359434 w 3415751"/>
              <a:gd name="connsiteY1962" fmla="*/ 345500 h 768467"/>
              <a:gd name="connsiteX1963" fmla="*/ 345311 w 3415751"/>
              <a:gd name="connsiteY1963" fmla="*/ 346522 h 768467"/>
              <a:gd name="connsiteX1964" fmla="*/ 337739 w 3415751"/>
              <a:gd name="connsiteY1964" fmla="*/ 346030 h 768467"/>
              <a:gd name="connsiteX1965" fmla="*/ 291319 w 3415751"/>
              <a:gd name="connsiteY1965" fmla="*/ 331226 h 768467"/>
              <a:gd name="connsiteX1966" fmla="*/ 248079 w 3415751"/>
              <a:gd name="connsiteY1966" fmla="*/ 296808 h 768467"/>
              <a:gd name="connsiteX1967" fmla="*/ 229715 w 3415751"/>
              <a:gd name="connsiteY1967" fmla="*/ 269774 h 768467"/>
              <a:gd name="connsiteX1968" fmla="*/ 241566 w 3415751"/>
              <a:gd name="connsiteY1968" fmla="*/ 272235 h 768467"/>
              <a:gd name="connsiteX1969" fmla="*/ 245959 w 3415751"/>
              <a:gd name="connsiteY1969" fmla="*/ 273068 h 768467"/>
              <a:gd name="connsiteX1970" fmla="*/ 301201 w 3415751"/>
              <a:gd name="connsiteY1970" fmla="*/ 281474 h 768467"/>
              <a:gd name="connsiteX1971" fmla="*/ 295673 w 3415751"/>
              <a:gd name="connsiteY1971" fmla="*/ 277877 h 768467"/>
              <a:gd name="connsiteX1972" fmla="*/ 283670 w 3415751"/>
              <a:gd name="connsiteY1972" fmla="*/ 255613 h 768467"/>
              <a:gd name="connsiteX1973" fmla="*/ 254894 w 3415751"/>
              <a:gd name="connsiteY1973" fmla="*/ 236871 h 768467"/>
              <a:gd name="connsiteX1974" fmla="*/ 243308 w 3415751"/>
              <a:gd name="connsiteY1974" fmla="*/ 204044 h 768467"/>
              <a:gd name="connsiteX1975" fmla="*/ 243308 w 3415751"/>
              <a:gd name="connsiteY1975" fmla="*/ 199803 h 768467"/>
              <a:gd name="connsiteX1976" fmla="*/ 247322 w 3415751"/>
              <a:gd name="connsiteY1976" fmla="*/ 201166 h 768467"/>
              <a:gd name="connsiteX1977" fmla="*/ 364508 w 3415751"/>
              <a:gd name="connsiteY1977" fmla="*/ 218659 h 768467"/>
              <a:gd name="connsiteX1978" fmla="*/ 370452 w 3415751"/>
              <a:gd name="connsiteY1978" fmla="*/ 188066 h 768467"/>
              <a:gd name="connsiteX1979" fmla="*/ 370452 w 3415751"/>
              <a:gd name="connsiteY1979" fmla="*/ 187574 h 768467"/>
              <a:gd name="connsiteX1980" fmla="*/ 384045 w 3415751"/>
              <a:gd name="connsiteY1980" fmla="*/ 171898 h 768467"/>
              <a:gd name="connsiteX1981" fmla="*/ 384537 w 3415751"/>
              <a:gd name="connsiteY1981" fmla="*/ 171898 h 768467"/>
              <a:gd name="connsiteX1982" fmla="*/ 395030 w 3415751"/>
              <a:gd name="connsiteY1982" fmla="*/ 178316 h 768467"/>
              <a:gd name="connsiteX1983" fmla="*/ 397746 w 3415751"/>
              <a:gd name="connsiteY1983" fmla="*/ 186329 h 768467"/>
              <a:gd name="connsiteX1984" fmla="*/ 406877 w 3415751"/>
              <a:gd name="connsiteY1984" fmla="*/ 182992 h 768467"/>
              <a:gd name="connsiteX1985" fmla="*/ 403090 w 3415751"/>
              <a:gd name="connsiteY1985" fmla="*/ 166787 h 768467"/>
              <a:gd name="connsiteX1986" fmla="*/ 412064 w 3415751"/>
              <a:gd name="connsiteY1986" fmla="*/ 151225 h 768467"/>
              <a:gd name="connsiteX1987" fmla="*/ 414979 w 3415751"/>
              <a:gd name="connsiteY1987" fmla="*/ 168680 h 768467"/>
              <a:gd name="connsiteX1988" fmla="*/ 407104 w 3415751"/>
              <a:gd name="connsiteY1988" fmla="*/ 182841 h 768467"/>
              <a:gd name="connsiteX1989" fmla="*/ 425458 w 3415751"/>
              <a:gd name="connsiteY1989" fmla="*/ 172025 h 768467"/>
              <a:gd name="connsiteX1990" fmla="*/ 421984 w 3415751"/>
              <a:gd name="connsiteY1990" fmla="*/ 156981 h 768467"/>
              <a:gd name="connsiteX1991" fmla="*/ 430200 w 3415751"/>
              <a:gd name="connsiteY1991" fmla="*/ 141040 h 768467"/>
              <a:gd name="connsiteX1992" fmla="*/ 433229 w 3415751"/>
              <a:gd name="connsiteY1992" fmla="*/ 158684 h 768467"/>
              <a:gd name="connsiteX1993" fmla="*/ 433342 w 3415751"/>
              <a:gd name="connsiteY1993" fmla="*/ 158684 h 768467"/>
              <a:gd name="connsiteX1994" fmla="*/ 429628 w 3415751"/>
              <a:gd name="connsiteY1994" fmla="*/ 168813 h 768467"/>
              <a:gd name="connsiteX1995" fmla="*/ 428355 w 3415751"/>
              <a:gd name="connsiteY1995" fmla="*/ 170317 h 768467"/>
              <a:gd name="connsiteX1996" fmla="*/ 442506 w 3415751"/>
              <a:gd name="connsiteY1996" fmla="*/ 161978 h 768467"/>
              <a:gd name="connsiteX1997" fmla="*/ 438946 w 3415751"/>
              <a:gd name="connsiteY1997" fmla="*/ 146227 h 768467"/>
              <a:gd name="connsiteX1998" fmla="*/ 446519 w 3415751"/>
              <a:gd name="connsiteY1998" fmla="*/ 131082 h 768467"/>
              <a:gd name="connsiteX1999" fmla="*/ 449283 w 3415751"/>
              <a:gd name="connsiteY1999" fmla="*/ 148007 h 768467"/>
              <a:gd name="connsiteX2000" fmla="*/ 442619 w 3415751"/>
              <a:gd name="connsiteY2000" fmla="*/ 161941 h 768467"/>
              <a:gd name="connsiteX2001" fmla="*/ 453599 w 3415751"/>
              <a:gd name="connsiteY2001" fmla="*/ 151869 h 768467"/>
              <a:gd name="connsiteX2002" fmla="*/ 456061 w 3415751"/>
              <a:gd name="connsiteY2002" fmla="*/ 148916 h 768467"/>
              <a:gd name="connsiteX2003" fmla="*/ 458219 w 3415751"/>
              <a:gd name="connsiteY2003" fmla="*/ 135323 h 768467"/>
              <a:gd name="connsiteX2004" fmla="*/ 469578 w 3415751"/>
              <a:gd name="connsiteY2004" fmla="*/ 124153 h 768467"/>
              <a:gd name="connsiteX2005" fmla="*/ 225930 w 3415751"/>
              <a:gd name="connsiteY2005" fmla="*/ 122184 h 768467"/>
              <a:gd name="connsiteX2006" fmla="*/ 223658 w 3415751"/>
              <a:gd name="connsiteY2006" fmla="*/ 123585 h 768467"/>
              <a:gd name="connsiteX2007" fmla="*/ 221954 w 3415751"/>
              <a:gd name="connsiteY2007" fmla="*/ 125289 h 768467"/>
              <a:gd name="connsiteX2008" fmla="*/ 218698 w 3415751"/>
              <a:gd name="connsiteY2008" fmla="*/ 124078 h 768467"/>
              <a:gd name="connsiteX2009" fmla="*/ 217676 w 3415751"/>
              <a:gd name="connsiteY2009" fmla="*/ 125781 h 768467"/>
              <a:gd name="connsiteX2010" fmla="*/ 217676 w 3415751"/>
              <a:gd name="connsiteY2010" fmla="*/ 130476 h 768467"/>
              <a:gd name="connsiteX2011" fmla="*/ 217676 w 3415751"/>
              <a:gd name="connsiteY2011" fmla="*/ 132483 h 768467"/>
              <a:gd name="connsiteX2012" fmla="*/ 218849 w 3415751"/>
              <a:gd name="connsiteY2012" fmla="*/ 133581 h 768467"/>
              <a:gd name="connsiteX2013" fmla="*/ 219569 w 3415751"/>
              <a:gd name="connsiteY2013" fmla="*/ 135361 h 768467"/>
              <a:gd name="connsiteX2014" fmla="*/ 223355 w 3415751"/>
              <a:gd name="connsiteY2014" fmla="*/ 135967 h 768467"/>
              <a:gd name="connsiteX2015" fmla="*/ 225021 w 3415751"/>
              <a:gd name="connsiteY2015" fmla="*/ 133695 h 768467"/>
              <a:gd name="connsiteX2016" fmla="*/ 226611 w 3415751"/>
              <a:gd name="connsiteY2016" fmla="*/ 132559 h 768467"/>
              <a:gd name="connsiteX2017" fmla="*/ 227482 w 3415751"/>
              <a:gd name="connsiteY2017" fmla="*/ 130666 h 768467"/>
              <a:gd name="connsiteX2018" fmla="*/ 227482 w 3415751"/>
              <a:gd name="connsiteY2018" fmla="*/ 130514 h 768467"/>
              <a:gd name="connsiteX2019" fmla="*/ 227293 w 3415751"/>
              <a:gd name="connsiteY2019" fmla="*/ 128280 h 768467"/>
              <a:gd name="connsiteX2020" fmla="*/ 227861 w 3415751"/>
              <a:gd name="connsiteY2020" fmla="*/ 126917 h 768467"/>
              <a:gd name="connsiteX2021" fmla="*/ 228202 w 3415751"/>
              <a:gd name="connsiteY2021" fmla="*/ 125214 h 768467"/>
              <a:gd name="connsiteX2022" fmla="*/ 227558 w 3415751"/>
              <a:gd name="connsiteY2022" fmla="*/ 123623 h 768467"/>
              <a:gd name="connsiteX2023" fmla="*/ 226952 w 3415751"/>
              <a:gd name="connsiteY2023" fmla="*/ 122184 h 768467"/>
              <a:gd name="connsiteX2024" fmla="*/ 225930 w 3415751"/>
              <a:gd name="connsiteY2024" fmla="*/ 122184 h 768467"/>
              <a:gd name="connsiteX2025" fmla="*/ 1557152 w 3415751"/>
              <a:gd name="connsiteY2025" fmla="*/ 118734 h 768467"/>
              <a:gd name="connsiteX2026" fmla="*/ 1567186 w 3415751"/>
              <a:gd name="connsiteY2026" fmla="*/ 119790 h 768467"/>
              <a:gd name="connsiteX2027" fmla="*/ 1579593 w 3415751"/>
              <a:gd name="connsiteY2027" fmla="*/ 119790 h 768467"/>
              <a:gd name="connsiteX2028" fmla="*/ 1586061 w 3415751"/>
              <a:gd name="connsiteY2028" fmla="*/ 124939 h 768467"/>
              <a:gd name="connsiteX2029" fmla="*/ 1597679 w 3415751"/>
              <a:gd name="connsiteY2029" fmla="*/ 128502 h 768467"/>
              <a:gd name="connsiteX2030" fmla="*/ 1601506 w 3415751"/>
              <a:gd name="connsiteY2030" fmla="*/ 141702 h 768467"/>
              <a:gd name="connsiteX2031" fmla="*/ 1610483 w 3415751"/>
              <a:gd name="connsiteY2031" fmla="*/ 161503 h 768467"/>
              <a:gd name="connsiteX2032" fmla="*/ 1599394 w 3415751"/>
              <a:gd name="connsiteY2032" fmla="*/ 181832 h 768467"/>
              <a:gd name="connsiteX2033" fmla="*/ 1601506 w 3415751"/>
              <a:gd name="connsiteY2033" fmla="*/ 188563 h 768467"/>
              <a:gd name="connsiteX2034" fmla="*/ 1641107 w 3415751"/>
              <a:gd name="connsiteY2034" fmla="*/ 179324 h 768467"/>
              <a:gd name="connsiteX2035" fmla="*/ 1663680 w 3415751"/>
              <a:gd name="connsiteY2035" fmla="*/ 174175 h 768467"/>
              <a:gd name="connsiteX2036" fmla="*/ 1673316 w 3415751"/>
              <a:gd name="connsiteY2036" fmla="*/ 178268 h 768467"/>
              <a:gd name="connsiteX2037" fmla="*/ 1683348 w 3415751"/>
              <a:gd name="connsiteY2037" fmla="*/ 181567 h 768467"/>
              <a:gd name="connsiteX2038" fmla="*/ 1695359 w 3415751"/>
              <a:gd name="connsiteY2038" fmla="*/ 192128 h 768467"/>
              <a:gd name="connsiteX2039" fmla="*/ 1695096 w 3415751"/>
              <a:gd name="connsiteY2039" fmla="*/ 192128 h 768467"/>
              <a:gd name="connsiteX2040" fmla="*/ 1700507 w 3415751"/>
              <a:gd name="connsiteY2040" fmla="*/ 198067 h 768467"/>
              <a:gd name="connsiteX2041" fmla="*/ 1699848 w 3415751"/>
              <a:gd name="connsiteY2041" fmla="*/ 210211 h 768467"/>
              <a:gd name="connsiteX2042" fmla="*/ 1678199 w 3415751"/>
              <a:gd name="connsiteY2042" fmla="*/ 228560 h 768467"/>
              <a:gd name="connsiteX2043" fmla="*/ 1666583 w 3415751"/>
              <a:gd name="connsiteY2043" fmla="*/ 225129 h 768467"/>
              <a:gd name="connsiteX2044" fmla="*/ 1646915 w 3415751"/>
              <a:gd name="connsiteY2044" fmla="*/ 226448 h 768467"/>
              <a:gd name="connsiteX2045" fmla="*/ 1631207 w 3415751"/>
              <a:gd name="connsiteY2045" fmla="*/ 228297 h 768467"/>
              <a:gd name="connsiteX2046" fmla="*/ 1616819 w 3415751"/>
              <a:gd name="connsiteY2046" fmla="*/ 232652 h 768467"/>
              <a:gd name="connsiteX2047" fmla="*/ 1602429 w 3415751"/>
              <a:gd name="connsiteY2047" fmla="*/ 237801 h 768467"/>
              <a:gd name="connsiteX2048" fmla="*/ 1589229 w 3415751"/>
              <a:gd name="connsiteY2048" fmla="*/ 237801 h 768467"/>
              <a:gd name="connsiteX2049" fmla="*/ 1569165 w 3415751"/>
              <a:gd name="connsiteY2049" fmla="*/ 246248 h 768467"/>
              <a:gd name="connsiteX2050" fmla="*/ 1522305 w 3415751"/>
              <a:gd name="connsiteY2050" fmla="*/ 257864 h 768467"/>
              <a:gd name="connsiteX2051" fmla="*/ 1509105 w 3415751"/>
              <a:gd name="connsiteY2051" fmla="*/ 261296 h 768467"/>
              <a:gd name="connsiteX2052" fmla="*/ 1495905 w 3415751"/>
              <a:gd name="connsiteY2052" fmla="*/ 264596 h 768467"/>
              <a:gd name="connsiteX2053" fmla="*/ 1484024 w 3415751"/>
              <a:gd name="connsiteY2053" fmla="*/ 267633 h 768467"/>
              <a:gd name="connsiteX2054" fmla="*/ 1473992 w 3415751"/>
              <a:gd name="connsiteY2054" fmla="*/ 268952 h 768467"/>
              <a:gd name="connsiteX2055" fmla="*/ 1463168 w 3415751"/>
              <a:gd name="connsiteY2055" fmla="*/ 271857 h 768467"/>
              <a:gd name="connsiteX2056" fmla="*/ 1453664 w 3415751"/>
              <a:gd name="connsiteY2056" fmla="*/ 271857 h 768467"/>
              <a:gd name="connsiteX2057" fmla="*/ 1446139 w 3415751"/>
              <a:gd name="connsiteY2057" fmla="*/ 271857 h 768467"/>
              <a:gd name="connsiteX2058" fmla="*/ 1433995 w 3415751"/>
              <a:gd name="connsiteY2058" fmla="*/ 275156 h 768467"/>
              <a:gd name="connsiteX2059" fmla="*/ 1423699 w 3415751"/>
              <a:gd name="connsiteY2059" fmla="*/ 278721 h 768467"/>
              <a:gd name="connsiteX2060" fmla="*/ 1414723 w 3415751"/>
              <a:gd name="connsiteY2060" fmla="*/ 283869 h 768467"/>
              <a:gd name="connsiteX2061" fmla="*/ 1407463 w 3415751"/>
              <a:gd name="connsiteY2061" fmla="*/ 278721 h 768467"/>
              <a:gd name="connsiteX2062" fmla="*/ 1394262 w 3415751"/>
              <a:gd name="connsiteY2062" fmla="*/ 277929 h 768467"/>
              <a:gd name="connsiteX2063" fmla="*/ 1390831 w 3415751"/>
              <a:gd name="connsiteY2063" fmla="*/ 263805 h 768467"/>
              <a:gd name="connsiteX2064" fmla="*/ 1390171 w 3415751"/>
              <a:gd name="connsiteY2064" fmla="*/ 252189 h 768467"/>
              <a:gd name="connsiteX2065" fmla="*/ 1392678 w 3415751"/>
              <a:gd name="connsiteY2065" fmla="*/ 242948 h 768467"/>
              <a:gd name="connsiteX2066" fmla="*/ 1419079 w 3415751"/>
              <a:gd name="connsiteY2066" fmla="*/ 229748 h 768467"/>
              <a:gd name="connsiteX2067" fmla="*/ 1426076 w 3415751"/>
              <a:gd name="connsiteY2067" fmla="*/ 233708 h 768467"/>
              <a:gd name="connsiteX2068" fmla="*/ 1441255 w 3415751"/>
              <a:gd name="connsiteY2068" fmla="*/ 228560 h 768467"/>
              <a:gd name="connsiteX2069" fmla="*/ 1477556 w 3415751"/>
              <a:gd name="connsiteY2069" fmla="*/ 221300 h 768467"/>
              <a:gd name="connsiteX2070" fmla="*/ 1493000 w 3415751"/>
              <a:gd name="connsiteY2070" fmla="*/ 219188 h 768467"/>
              <a:gd name="connsiteX2071" fmla="*/ 1521381 w 3415751"/>
              <a:gd name="connsiteY2071" fmla="*/ 210476 h 768467"/>
              <a:gd name="connsiteX2072" fmla="*/ 1532997 w 3415751"/>
              <a:gd name="connsiteY2072" fmla="*/ 203744 h 768467"/>
              <a:gd name="connsiteX2073" fmla="*/ 1531678 w 3415751"/>
              <a:gd name="connsiteY2073" fmla="*/ 195824 h 768467"/>
              <a:gd name="connsiteX2074" fmla="*/ 1523493 w 3415751"/>
              <a:gd name="connsiteY2074" fmla="*/ 193184 h 768467"/>
              <a:gd name="connsiteX2075" fmla="*/ 1515704 w 3415751"/>
              <a:gd name="connsiteY2075" fmla="*/ 187244 h 768467"/>
              <a:gd name="connsiteX2076" fmla="*/ 1517553 w 3415751"/>
              <a:gd name="connsiteY2076" fmla="*/ 179059 h 768467"/>
              <a:gd name="connsiteX2077" fmla="*/ 1520589 w 3415751"/>
              <a:gd name="connsiteY2077" fmla="*/ 171271 h 768467"/>
              <a:gd name="connsiteX2078" fmla="*/ 1523756 w 3415751"/>
              <a:gd name="connsiteY2078" fmla="*/ 161503 h 768467"/>
              <a:gd name="connsiteX2079" fmla="*/ 1513857 w 3415751"/>
              <a:gd name="connsiteY2079" fmla="*/ 137083 h 768467"/>
              <a:gd name="connsiteX2080" fmla="*/ 1516760 w 3415751"/>
              <a:gd name="connsiteY2080" fmla="*/ 128767 h 768467"/>
              <a:gd name="connsiteX2081" fmla="*/ 1531678 w 3415751"/>
              <a:gd name="connsiteY2081" fmla="*/ 126258 h 768467"/>
              <a:gd name="connsiteX2082" fmla="*/ 1540389 w 3415751"/>
              <a:gd name="connsiteY2082" fmla="*/ 122827 h 768467"/>
              <a:gd name="connsiteX2083" fmla="*/ 1548706 w 3415751"/>
              <a:gd name="connsiteY2083" fmla="*/ 121903 h 768467"/>
              <a:gd name="connsiteX2084" fmla="*/ 1557152 w 3415751"/>
              <a:gd name="connsiteY2084" fmla="*/ 118734 h 768467"/>
              <a:gd name="connsiteX2085" fmla="*/ 3299319 w 3415751"/>
              <a:gd name="connsiteY2085" fmla="*/ 116359 h 768467"/>
              <a:gd name="connsiteX2086" fmla="*/ 3313312 w 3415751"/>
              <a:gd name="connsiteY2086" fmla="*/ 127183 h 768467"/>
              <a:gd name="connsiteX2087" fmla="*/ 3307371 w 3415751"/>
              <a:gd name="connsiteY2087" fmla="*/ 144343 h 768467"/>
              <a:gd name="connsiteX2088" fmla="*/ 3295888 w 3415751"/>
              <a:gd name="connsiteY2088" fmla="*/ 159392 h 768467"/>
              <a:gd name="connsiteX2089" fmla="*/ 3295888 w 3415751"/>
              <a:gd name="connsiteY2089" fmla="*/ 172592 h 768467"/>
              <a:gd name="connsiteX2090" fmla="*/ 3303015 w 3415751"/>
              <a:gd name="connsiteY2090" fmla="*/ 183284 h 768467"/>
              <a:gd name="connsiteX2091" fmla="*/ 3287438 w 3415751"/>
              <a:gd name="connsiteY2091" fmla="*/ 214833 h 768467"/>
              <a:gd name="connsiteX2092" fmla="*/ 3275690 w 3415751"/>
              <a:gd name="connsiteY2092" fmla="*/ 231861 h 768467"/>
              <a:gd name="connsiteX2093" fmla="*/ 3289946 w 3415751"/>
              <a:gd name="connsiteY2093" fmla="*/ 239384 h 768467"/>
              <a:gd name="connsiteX2094" fmla="*/ 3296944 w 3415751"/>
              <a:gd name="connsiteY2094" fmla="*/ 250604 h 768467"/>
              <a:gd name="connsiteX2095" fmla="*/ 3310144 w 3415751"/>
              <a:gd name="connsiteY2095" fmla="*/ 237404 h 768467"/>
              <a:gd name="connsiteX2096" fmla="*/ 3298659 w 3415751"/>
              <a:gd name="connsiteY2096" fmla="*/ 233576 h 768467"/>
              <a:gd name="connsiteX2097" fmla="*/ 3296019 w 3415751"/>
              <a:gd name="connsiteY2097" fmla="*/ 220376 h 768467"/>
              <a:gd name="connsiteX2098" fmla="*/ 3303543 w 3415751"/>
              <a:gd name="connsiteY2098" fmla="*/ 214436 h 768467"/>
              <a:gd name="connsiteX2099" fmla="*/ 3309615 w 3415751"/>
              <a:gd name="connsiteY2099" fmla="*/ 207308 h 768467"/>
              <a:gd name="connsiteX2100" fmla="*/ 3308560 w 3415751"/>
              <a:gd name="connsiteY2100" fmla="*/ 194768 h 768467"/>
              <a:gd name="connsiteX2101" fmla="*/ 3319252 w 3415751"/>
              <a:gd name="connsiteY2101" fmla="*/ 189355 h 768467"/>
              <a:gd name="connsiteX2102" fmla="*/ 3325323 w 3415751"/>
              <a:gd name="connsiteY2102" fmla="*/ 180248 h 768467"/>
              <a:gd name="connsiteX2103" fmla="*/ 3328096 w 3415751"/>
              <a:gd name="connsiteY2103" fmla="*/ 170215 h 768467"/>
              <a:gd name="connsiteX2104" fmla="*/ 3320439 w 3415751"/>
              <a:gd name="connsiteY2104" fmla="*/ 151735 h 768467"/>
              <a:gd name="connsiteX2105" fmla="*/ 3358852 w 3415751"/>
              <a:gd name="connsiteY2105" fmla="*/ 131407 h 768467"/>
              <a:gd name="connsiteX2106" fmla="*/ 3362285 w 3415751"/>
              <a:gd name="connsiteY2106" fmla="*/ 126524 h 768467"/>
              <a:gd name="connsiteX2107" fmla="*/ 3373768 w 3415751"/>
              <a:gd name="connsiteY2107" fmla="*/ 125203 h 768467"/>
              <a:gd name="connsiteX2108" fmla="*/ 3386177 w 3415751"/>
              <a:gd name="connsiteY2108" fmla="*/ 132991 h 768467"/>
              <a:gd name="connsiteX2109" fmla="*/ 3389345 w 3415751"/>
              <a:gd name="connsiteY2109" fmla="*/ 142099 h 768467"/>
              <a:gd name="connsiteX2110" fmla="*/ 3387893 w 3415751"/>
              <a:gd name="connsiteY2110" fmla="*/ 158071 h 768467"/>
              <a:gd name="connsiteX2111" fmla="*/ 3370997 w 3415751"/>
              <a:gd name="connsiteY2111" fmla="*/ 171271 h 768467"/>
              <a:gd name="connsiteX2112" fmla="*/ 3357796 w 3415751"/>
              <a:gd name="connsiteY2112" fmla="*/ 203217 h 768467"/>
              <a:gd name="connsiteX2113" fmla="*/ 3353836 w 3415751"/>
              <a:gd name="connsiteY2113" fmla="*/ 214305 h 768467"/>
              <a:gd name="connsiteX2114" fmla="*/ 3350536 w 3415751"/>
              <a:gd name="connsiteY2114" fmla="*/ 227505 h 768467"/>
              <a:gd name="connsiteX2115" fmla="*/ 3347896 w 3415751"/>
              <a:gd name="connsiteY2115" fmla="*/ 244136 h 768467"/>
              <a:gd name="connsiteX2116" fmla="*/ 3355551 w 3415751"/>
              <a:gd name="connsiteY2116" fmla="*/ 246513 h 768467"/>
              <a:gd name="connsiteX2117" fmla="*/ 3370469 w 3415751"/>
              <a:gd name="connsiteY2117" fmla="*/ 238328 h 768467"/>
              <a:gd name="connsiteX2118" fmla="*/ 3380764 w 3415751"/>
              <a:gd name="connsiteY2118" fmla="*/ 238328 h 768467"/>
              <a:gd name="connsiteX2119" fmla="*/ 3389081 w 3415751"/>
              <a:gd name="connsiteY2119" fmla="*/ 244401 h 768467"/>
              <a:gd name="connsiteX2120" fmla="*/ 3398453 w 3415751"/>
              <a:gd name="connsiteY2120" fmla="*/ 247173 h 768467"/>
              <a:gd name="connsiteX2121" fmla="*/ 3409145 w 3415751"/>
              <a:gd name="connsiteY2121" fmla="*/ 251001 h 768467"/>
              <a:gd name="connsiteX2122" fmla="*/ 3409938 w 3415751"/>
              <a:gd name="connsiteY2122" fmla="*/ 250869 h 768467"/>
              <a:gd name="connsiteX2123" fmla="*/ 3415614 w 3415751"/>
              <a:gd name="connsiteY2123" fmla="*/ 275289 h 768467"/>
              <a:gd name="connsiteX2124" fmla="*/ 3409541 w 3415751"/>
              <a:gd name="connsiteY2124" fmla="*/ 297334 h 768467"/>
              <a:gd name="connsiteX2125" fmla="*/ 3376277 w 3415751"/>
              <a:gd name="connsiteY2125" fmla="*/ 306178 h 768467"/>
              <a:gd name="connsiteX2126" fmla="*/ 3365980 w 3415751"/>
              <a:gd name="connsiteY2126" fmla="*/ 310534 h 768467"/>
              <a:gd name="connsiteX2127" fmla="*/ 3352780 w 3415751"/>
              <a:gd name="connsiteY2127" fmla="*/ 309346 h 768467"/>
              <a:gd name="connsiteX2128" fmla="*/ 3336280 w 3415751"/>
              <a:gd name="connsiteY2128" fmla="*/ 309346 h 768467"/>
              <a:gd name="connsiteX2129" fmla="*/ 3307899 w 3415751"/>
              <a:gd name="connsiteY2129" fmla="*/ 329542 h 768467"/>
              <a:gd name="connsiteX2130" fmla="*/ 3297472 w 3415751"/>
              <a:gd name="connsiteY2130" fmla="*/ 340630 h 768467"/>
              <a:gd name="connsiteX2131" fmla="*/ 3280839 w 3415751"/>
              <a:gd name="connsiteY2131" fmla="*/ 355943 h 768467"/>
              <a:gd name="connsiteX2132" fmla="*/ 3278199 w 3415751"/>
              <a:gd name="connsiteY2132" fmla="*/ 371651 h 768467"/>
              <a:gd name="connsiteX2133" fmla="*/ 3286119 w 3415751"/>
              <a:gd name="connsiteY2133" fmla="*/ 373235 h 768467"/>
              <a:gd name="connsiteX2134" fmla="*/ 3300375 w 3415751"/>
              <a:gd name="connsiteY2134" fmla="*/ 367559 h 768467"/>
              <a:gd name="connsiteX2135" fmla="*/ 3309748 w 3415751"/>
              <a:gd name="connsiteY2135" fmla="*/ 362542 h 768467"/>
              <a:gd name="connsiteX2136" fmla="*/ 3326116 w 3415751"/>
              <a:gd name="connsiteY2136" fmla="*/ 370858 h 768467"/>
              <a:gd name="connsiteX2137" fmla="*/ 3342088 w 3415751"/>
              <a:gd name="connsiteY2137" fmla="*/ 377459 h 768467"/>
              <a:gd name="connsiteX2138" fmla="*/ 3348292 w 3415751"/>
              <a:gd name="connsiteY2138" fmla="*/ 383795 h 768467"/>
              <a:gd name="connsiteX2139" fmla="*/ 3344200 w 3415751"/>
              <a:gd name="connsiteY2139" fmla="*/ 400427 h 768467"/>
              <a:gd name="connsiteX2140" fmla="*/ 3334696 w 3415751"/>
              <a:gd name="connsiteY2140" fmla="*/ 408612 h 768467"/>
              <a:gd name="connsiteX2141" fmla="*/ 3317931 w 3415751"/>
              <a:gd name="connsiteY2141" fmla="*/ 411780 h 768467"/>
              <a:gd name="connsiteX2142" fmla="*/ 3306579 w 3415751"/>
              <a:gd name="connsiteY2142" fmla="*/ 415607 h 768467"/>
              <a:gd name="connsiteX2143" fmla="*/ 3280179 w 3415751"/>
              <a:gd name="connsiteY2143" fmla="*/ 427487 h 768467"/>
              <a:gd name="connsiteX2144" fmla="*/ 3281367 w 3415751"/>
              <a:gd name="connsiteY2144" fmla="*/ 445704 h 768467"/>
              <a:gd name="connsiteX2145" fmla="*/ 3279386 w 3415751"/>
              <a:gd name="connsiteY2145" fmla="*/ 461279 h 768467"/>
              <a:gd name="connsiteX2146" fmla="*/ 3275690 w 3415751"/>
              <a:gd name="connsiteY2146" fmla="*/ 479100 h 768467"/>
              <a:gd name="connsiteX2147" fmla="*/ 3268826 w 3415751"/>
              <a:gd name="connsiteY2147" fmla="*/ 490981 h 768467"/>
              <a:gd name="connsiteX2148" fmla="*/ 3255626 w 3415751"/>
              <a:gd name="connsiteY2148" fmla="*/ 516589 h 768467"/>
              <a:gd name="connsiteX2149" fmla="*/ 3236354 w 3415751"/>
              <a:gd name="connsiteY2149" fmla="*/ 523453 h 768467"/>
              <a:gd name="connsiteX2150" fmla="*/ 3220910 w 3415751"/>
              <a:gd name="connsiteY2150" fmla="*/ 527677 h 768467"/>
              <a:gd name="connsiteX2151" fmla="*/ 3197678 w 3415751"/>
              <a:gd name="connsiteY2151" fmla="*/ 527677 h 768467"/>
              <a:gd name="connsiteX2152" fmla="*/ 3196225 w 3415751"/>
              <a:gd name="connsiteY2152" fmla="*/ 513685 h 768467"/>
              <a:gd name="connsiteX2153" fmla="*/ 3173784 w 3415751"/>
              <a:gd name="connsiteY2153" fmla="*/ 492432 h 768467"/>
              <a:gd name="connsiteX2154" fmla="*/ 3185797 w 3415751"/>
              <a:gd name="connsiteY2154" fmla="*/ 486492 h 768467"/>
              <a:gd name="connsiteX2155" fmla="*/ 3214837 w 3415751"/>
              <a:gd name="connsiteY2155" fmla="*/ 481212 h 768467"/>
              <a:gd name="connsiteX2156" fmla="*/ 3237674 w 3415751"/>
              <a:gd name="connsiteY2156" fmla="*/ 441611 h 768467"/>
              <a:gd name="connsiteX2157" fmla="*/ 3231337 w 3415751"/>
              <a:gd name="connsiteY2157" fmla="*/ 432635 h 768467"/>
              <a:gd name="connsiteX2158" fmla="*/ 3209954 w 3415751"/>
              <a:gd name="connsiteY2158" fmla="*/ 436464 h 768467"/>
              <a:gd name="connsiteX2159" fmla="*/ 3187909 w 3415751"/>
              <a:gd name="connsiteY2159" fmla="*/ 440292 h 768467"/>
              <a:gd name="connsiteX2160" fmla="*/ 3169825 w 3415751"/>
              <a:gd name="connsiteY2160" fmla="*/ 446760 h 768467"/>
              <a:gd name="connsiteX2161" fmla="*/ 3153588 w 3415751"/>
              <a:gd name="connsiteY2161" fmla="*/ 442800 h 768467"/>
              <a:gd name="connsiteX2162" fmla="*/ 3146196 w 3415751"/>
              <a:gd name="connsiteY2162" fmla="*/ 439499 h 768467"/>
              <a:gd name="connsiteX2163" fmla="*/ 3144480 w 3415751"/>
              <a:gd name="connsiteY2163" fmla="*/ 427620 h 768467"/>
              <a:gd name="connsiteX2164" fmla="*/ 3147780 w 3415751"/>
              <a:gd name="connsiteY2164" fmla="*/ 411252 h 768467"/>
              <a:gd name="connsiteX2165" fmla="*/ 3167580 w 3415751"/>
              <a:gd name="connsiteY2165" fmla="*/ 398974 h 768467"/>
              <a:gd name="connsiteX2166" fmla="*/ 3181969 w 3415751"/>
              <a:gd name="connsiteY2166" fmla="*/ 402670 h 768467"/>
              <a:gd name="connsiteX2167" fmla="*/ 3195961 w 3415751"/>
              <a:gd name="connsiteY2167" fmla="*/ 393959 h 768467"/>
              <a:gd name="connsiteX2168" fmla="*/ 3213253 w 3415751"/>
              <a:gd name="connsiteY2168" fmla="*/ 389339 h 768467"/>
              <a:gd name="connsiteX2169" fmla="*/ 3223682 w 3415751"/>
              <a:gd name="connsiteY2169" fmla="*/ 384059 h 768467"/>
              <a:gd name="connsiteX2170" fmla="*/ 3227378 w 3415751"/>
              <a:gd name="connsiteY2170" fmla="*/ 377987 h 768467"/>
              <a:gd name="connsiteX2171" fmla="*/ 3229225 w 3415751"/>
              <a:gd name="connsiteY2171" fmla="*/ 364787 h 768467"/>
              <a:gd name="connsiteX2172" fmla="*/ 3234110 w 3415751"/>
              <a:gd name="connsiteY2172" fmla="*/ 351587 h 768467"/>
              <a:gd name="connsiteX2173" fmla="*/ 3224078 w 3415751"/>
              <a:gd name="connsiteY2173" fmla="*/ 350662 h 768467"/>
              <a:gd name="connsiteX2174" fmla="*/ 3212989 w 3415751"/>
              <a:gd name="connsiteY2174" fmla="*/ 357923 h 768467"/>
              <a:gd name="connsiteX2175" fmla="*/ 3200448 w 3415751"/>
              <a:gd name="connsiteY2175" fmla="*/ 364391 h 768467"/>
              <a:gd name="connsiteX2176" fmla="*/ 3189889 w 3415751"/>
              <a:gd name="connsiteY2176" fmla="*/ 364391 h 768467"/>
              <a:gd name="connsiteX2177" fmla="*/ 3185930 w 3415751"/>
              <a:gd name="connsiteY2177" fmla="*/ 354755 h 768467"/>
              <a:gd name="connsiteX2178" fmla="*/ 3188833 w 3415751"/>
              <a:gd name="connsiteY2178" fmla="*/ 340366 h 768467"/>
              <a:gd name="connsiteX2179" fmla="*/ 3199922 w 3415751"/>
              <a:gd name="connsiteY2179" fmla="*/ 313965 h 768467"/>
              <a:gd name="connsiteX2180" fmla="*/ 3215497 w 3415751"/>
              <a:gd name="connsiteY2180" fmla="*/ 312909 h 768467"/>
              <a:gd name="connsiteX2181" fmla="*/ 3221305 w 3415751"/>
              <a:gd name="connsiteY2181" fmla="*/ 309081 h 768467"/>
              <a:gd name="connsiteX2182" fmla="*/ 3235695 w 3415751"/>
              <a:gd name="connsiteY2182" fmla="*/ 307762 h 768467"/>
              <a:gd name="connsiteX2183" fmla="*/ 3252063 w 3415751"/>
              <a:gd name="connsiteY2183" fmla="*/ 303670 h 768467"/>
              <a:gd name="connsiteX2184" fmla="*/ 3264339 w 3415751"/>
              <a:gd name="connsiteY2184" fmla="*/ 301558 h 768467"/>
              <a:gd name="connsiteX2185" fmla="*/ 3274634 w 3415751"/>
              <a:gd name="connsiteY2185" fmla="*/ 297862 h 768467"/>
              <a:gd name="connsiteX2186" fmla="*/ 3280707 w 3415751"/>
              <a:gd name="connsiteY2186" fmla="*/ 293506 h 768467"/>
              <a:gd name="connsiteX2187" fmla="*/ 3295095 w 3415751"/>
              <a:gd name="connsiteY2187" fmla="*/ 293506 h 768467"/>
              <a:gd name="connsiteX2188" fmla="*/ 3306844 w 3415751"/>
              <a:gd name="connsiteY2188" fmla="*/ 293506 h 768467"/>
              <a:gd name="connsiteX2189" fmla="*/ 3318987 w 3415751"/>
              <a:gd name="connsiteY2189" fmla="*/ 296409 h 768467"/>
              <a:gd name="connsiteX2190" fmla="*/ 3332187 w 3415751"/>
              <a:gd name="connsiteY2190" fmla="*/ 289942 h 768467"/>
              <a:gd name="connsiteX2191" fmla="*/ 3339579 w 3415751"/>
              <a:gd name="connsiteY2191" fmla="*/ 275817 h 768467"/>
              <a:gd name="connsiteX2192" fmla="*/ 3322023 w 3415751"/>
              <a:gd name="connsiteY2192" fmla="*/ 277797 h 768467"/>
              <a:gd name="connsiteX2193" fmla="*/ 3303543 w 3415751"/>
              <a:gd name="connsiteY2193" fmla="*/ 280437 h 768467"/>
              <a:gd name="connsiteX2194" fmla="*/ 3274503 w 3415751"/>
              <a:gd name="connsiteY2194" fmla="*/ 283474 h 768467"/>
              <a:gd name="connsiteX2195" fmla="*/ 3259850 w 3415751"/>
              <a:gd name="connsiteY2195" fmla="*/ 286905 h 768467"/>
              <a:gd name="connsiteX2196" fmla="*/ 3245197 w 3415751"/>
              <a:gd name="connsiteY2196" fmla="*/ 289942 h 768467"/>
              <a:gd name="connsiteX2197" fmla="*/ 3221437 w 3415751"/>
              <a:gd name="connsiteY2197" fmla="*/ 292978 h 768467"/>
              <a:gd name="connsiteX2198" fmla="*/ 3203221 w 3415751"/>
              <a:gd name="connsiteY2198" fmla="*/ 296674 h 768467"/>
              <a:gd name="connsiteX2199" fmla="*/ 3181704 w 3415751"/>
              <a:gd name="connsiteY2199" fmla="*/ 305385 h 768467"/>
              <a:gd name="connsiteX2200" fmla="*/ 3168504 w 3415751"/>
              <a:gd name="connsiteY2200" fmla="*/ 322941 h 768467"/>
              <a:gd name="connsiteX2201" fmla="*/ 3162168 w 3415751"/>
              <a:gd name="connsiteY2201" fmla="*/ 330466 h 768467"/>
              <a:gd name="connsiteX2202" fmla="*/ 3134712 w 3415751"/>
              <a:gd name="connsiteY2202" fmla="*/ 351455 h 768467"/>
              <a:gd name="connsiteX2203" fmla="*/ 3124020 w 3415751"/>
              <a:gd name="connsiteY2203" fmla="*/ 347098 h 768467"/>
              <a:gd name="connsiteX2204" fmla="*/ 3115968 w 3415751"/>
              <a:gd name="connsiteY2204" fmla="*/ 321885 h 768467"/>
              <a:gd name="connsiteX2205" fmla="*/ 3115968 w 3415751"/>
              <a:gd name="connsiteY2205" fmla="*/ 296541 h 768467"/>
              <a:gd name="connsiteX2206" fmla="*/ 3119927 w 3415751"/>
              <a:gd name="connsiteY2206" fmla="*/ 286245 h 768467"/>
              <a:gd name="connsiteX2207" fmla="*/ 3127188 w 3415751"/>
              <a:gd name="connsiteY2207" fmla="*/ 281493 h 768467"/>
              <a:gd name="connsiteX2208" fmla="*/ 3144877 w 3415751"/>
              <a:gd name="connsiteY2208" fmla="*/ 252188 h 768467"/>
              <a:gd name="connsiteX2209" fmla="*/ 3149892 w 3415751"/>
              <a:gd name="connsiteY2209" fmla="*/ 252188 h 768467"/>
              <a:gd name="connsiteX2210" fmla="*/ 3153457 w 3415751"/>
              <a:gd name="connsiteY2210" fmla="*/ 274893 h 768467"/>
              <a:gd name="connsiteX2211" fmla="*/ 3153798 w 3415751"/>
              <a:gd name="connsiteY2211" fmla="*/ 277236 h 768467"/>
              <a:gd name="connsiteX2212" fmla="*/ 3161244 w 3415751"/>
              <a:gd name="connsiteY2212" fmla="*/ 280701 h 768467"/>
              <a:gd name="connsiteX2213" fmla="*/ 3176424 w 3415751"/>
              <a:gd name="connsiteY2213" fmla="*/ 274761 h 768467"/>
              <a:gd name="connsiteX2214" fmla="*/ 3181573 w 3415751"/>
              <a:gd name="connsiteY2214" fmla="*/ 269614 h 768467"/>
              <a:gd name="connsiteX2215" fmla="*/ 3177612 w 3415751"/>
              <a:gd name="connsiteY2215" fmla="*/ 259054 h 768467"/>
              <a:gd name="connsiteX2216" fmla="*/ 3174972 w 3415751"/>
              <a:gd name="connsiteY2216" fmla="*/ 243740 h 768467"/>
              <a:gd name="connsiteX2217" fmla="*/ 3177349 w 3415751"/>
              <a:gd name="connsiteY2217" fmla="*/ 212324 h 768467"/>
              <a:gd name="connsiteX2218" fmla="*/ 3175105 w 3415751"/>
              <a:gd name="connsiteY2218" fmla="*/ 179060 h 768467"/>
              <a:gd name="connsiteX2219" fmla="*/ 3172069 w 3415751"/>
              <a:gd name="connsiteY2219" fmla="*/ 160052 h 768467"/>
              <a:gd name="connsiteX2220" fmla="*/ 3178405 w 3415751"/>
              <a:gd name="connsiteY2220" fmla="*/ 149095 h 768467"/>
              <a:gd name="connsiteX2221" fmla="*/ 3187513 w 3415751"/>
              <a:gd name="connsiteY2221" fmla="*/ 149095 h 768467"/>
              <a:gd name="connsiteX2222" fmla="*/ 3192133 w 3415751"/>
              <a:gd name="connsiteY2222" fmla="*/ 146059 h 768467"/>
              <a:gd name="connsiteX2223" fmla="*/ 3196094 w 3415751"/>
              <a:gd name="connsiteY2223" fmla="*/ 152000 h 768467"/>
              <a:gd name="connsiteX2224" fmla="*/ 3197678 w 3415751"/>
              <a:gd name="connsiteY2224" fmla="*/ 162823 h 768467"/>
              <a:gd name="connsiteX2225" fmla="*/ 3198865 w 3415751"/>
              <a:gd name="connsiteY2225" fmla="*/ 176023 h 768467"/>
              <a:gd name="connsiteX2226" fmla="*/ 3198865 w 3415751"/>
              <a:gd name="connsiteY2226" fmla="*/ 184340 h 768467"/>
              <a:gd name="connsiteX2227" fmla="*/ 3198865 w 3415751"/>
              <a:gd name="connsiteY2227" fmla="*/ 193448 h 768467"/>
              <a:gd name="connsiteX2228" fmla="*/ 3198865 w 3415751"/>
              <a:gd name="connsiteY2228" fmla="*/ 204932 h 768467"/>
              <a:gd name="connsiteX2229" fmla="*/ 3200185 w 3415751"/>
              <a:gd name="connsiteY2229" fmla="*/ 227372 h 768467"/>
              <a:gd name="connsiteX2230" fmla="*/ 3203090 w 3415751"/>
              <a:gd name="connsiteY2230" fmla="*/ 242421 h 768467"/>
              <a:gd name="connsiteX2231" fmla="*/ 3203090 w 3415751"/>
              <a:gd name="connsiteY2231" fmla="*/ 253509 h 768467"/>
              <a:gd name="connsiteX2232" fmla="*/ 3198601 w 3415751"/>
              <a:gd name="connsiteY2232" fmla="*/ 266709 h 768467"/>
              <a:gd name="connsiteX2233" fmla="*/ 3204937 w 3415751"/>
              <a:gd name="connsiteY2233" fmla="*/ 273177 h 768467"/>
              <a:gd name="connsiteX2234" fmla="*/ 3217476 w 3415751"/>
              <a:gd name="connsiteY2234" fmla="*/ 269746 h 768467"/>
              <a:gd name="connsiteX2235" fmla="*/ 3228301 w 3415751"/>
              <a:gd name="connsiteY2235" fmla="*/ 269085 h 768467"/>
              <a:gd name="connsiteX2236" fmla="*/ 3245990 w 3415751"/>
              <a:gd name="connsiteY2236" fmla="*/ 265916 h 768467"/>
              <a:gd name="connsiteX2237" fmla="*/ 3255626 w 3415751"/>
              <a:gd name="connsiteY2237" fmla="*/ 262617 h 768467"/>
              <a:gd name="connsiteX2238" fmla="*/ 3263150 w 3415751"/>
              <a:gd name="connsiteY2238" fmla="*/ 257601 h 768467"/>
              <a:gd name="connsiteX2239" fmla="*/ 3264206 w 3415751"/>
              <a:gd name="connsiteY2239" fmla="*/ 251925 h 768467"/>
              <a:gd name="connsiteX2240" fmla="*/ 3253645 w 3415751"/>
              <a:gd name="connsiteY2240" fmla="*/ 250869 h 768467"/>
              <a:gd name="connsiteX2241" fmla="*/ 3244010 w 3415751"/>
              <a:gd name="connsiteY2241" fmla="*/ 254828 h 768467"/>
              <a:gd name="connsiteX2242" fmla="*/ 3241238 w 3415751"/>
              <a:gd name="connsiteY2242" fmla="*/ 245985 h 768467"/>
              <a:gd name="connsiteX2243" fmla="*/ 3235430 w 3415751"/>
              <a:gd name="connsiteY2243" fmla="*/ 238725 h 768467"/>
              <a:gd name="connsiteX2244" fmla="*/ 3231602 w 3415751"/>
              <a:gd name="connsiteY2244" fmla="*/ 249550 h 768467"/>
              <a:gd name="connsiteX2245" fmla="*/ 3226982 w 3415751"/>
              <a:gd name="connsiteY2245" fmla="*/ 256017 h 768467"/>
              <a:gd name="connsiteX2246" fmla="*/ 3220514 w 3415751"/>
              <a:gd name="connsiteY2246" fmla="*/ 259449 h 768467"/>
              <a:gd name="connsiteX2247" fmla="*/ 3213913 w 3415751"/>
              <a:gd name="connsiteY2247" fmla="*/ 247041 h 768467"/>
              <a:gd name="connsiteX2248" fmla="*/ 3214837 w 3415751"/>
              <a:gd name="connsiteY2248" fmla="*/ 221432 h 768467"/>
              <a:gd name="connsiteX2249" fmla="*/ 3211934 w 3415751"/>
              <a:gd name="connsiteY2249" fmla="*/ 204008 h 768467"/>
              <a:gd name="connsiteX2250" fmla="*/ 3211934 w 3415751"/>
              <a:gd name="connsiteY2250" fmla="*/ 179325 h 768467"/>
              <a:gd name="connsiteX2251" fmla="*/ 3210085 w 3415751"/>
              <a:gd name="connsiteY2251" fmla="*/ 171008 h 768467"/>
              <a:gd name="connsiteX2252" fmla="*/ 3215102 w 3415751"/>
              <a:gd name="connsiteY2252" fmla="*/ 158996 h 768467"/>
              <a:gd name="connsiteX2253" fmla="*/ 3223550 w 3415751"/>
              <a:gd name="connsiteY2253" fmla="*/ 154243 h 768467"/>
              <a:gd name="connsiteX2254" fmla="*/ 3227641 w 3415751"/>
              <a:gd name="connsiteY2254" fmla="*/ 167444 h 768467"/>
              <a:gd name="connsiteX2255" fmla="*/ 3230413 w 3415751"/>
              <a:gd name="connsiteY2255" fmla="*/ 175760 h 768467"/>
              <a:gd name="connsiteX2256" fmla="*/ 3234374 w 3415751"/>
              <a:gd name="connsiteY2256" fmla="*/ 203612 h 768467"/>
              <a:gd name="connsiteX2257" fmla="*/ 3238070 w 3415751"/>
              <a:gd name="connsiteY2257" fmla="*/ 210081 h 768467"/>
              <a:gd name="connsiteX2258" fmla="*/ 3252459 w 3415751"/>
              <a:gd name="connsiteY2258" fmla="*/ 210081 h 768467"/>
              <a:gd name="connsiteX2259" fmla="*/ 3257871 w 3415751"/>
              <a:gd name="connsiteY2259" fmla="*/ 216945 h 768467"/>
              <a:gd name="connsiteX2260" fmla="*/ 3271071 w 3415751"/>
              <a:gd name="connsiteY2260" fmla="*/ 204668 h 768467"/>
              <a:gd name="connsiteX2261" fmla="*/ 3264074 w 3415751"/>
              <a:gd name="connsiteY2261" fmla="*/ 188036 h 768467"/>
              <a:gd name="connsiteX2262" fmla="*/ 3252459 w 3415751"/>
              <a:gd name="connsiteY2262" fmla="*/ 192523 h 768467"/>
              <a:gd name="connsiteX2263" fmla="*/ 3244274 w 3415751"/>
              <a:gd name="connsiteY2263" fmla="*/ 196352 h 768467"/>
              <a:gd name="connsiteX2264" fmla="*/ 3244274 w 3415751"/>
              <a:gd name="connsiteY2264" fmla="*/ 179853 h 768467"/>
              <a:gd name="connsiteX2265" fmla="*/ 3249290 w 3415751"/>
              <a:gd name="connsiteY2265" fmla="*/ 166652 h 768467"/>
              <a:gd name="connsiteX2266" fmla="*/ 3243746 w 3415751"/>
              <a:gd name="connsiteY2266" fmla="*/ 152000 h 768467"/>
              <a:gd name="connsiteX2267" fmla="*/ 3252986 w 3415751"/>
              <a:gd name="connsiteY2267" fmla="*/ 142759 h 768467"/>
              <a:gd name="connsiteX2268" fmla="*/ 3263151 w 3415751"/>
              <a:gd name="connsiteY2268" fmla="*/ 151075 h 768467"/>
              <a:gd name="connsiteX2269" fmla="*/ 3275427 w 3415751"/>
              <a:gd name="connsiteY2269" fmla="*/ 134839 h 768467"/>
              <a:gd name="connsiteX2270" fmla="*/ 3284535 w 3415751"/>
              <a:gd name="connsiteY2270" fmla="*/ 117943 h 768467"/>
              <a:gd name="connsiteX2271" fmla="*/ 3291927 w 3415751"/>
              <a:gd name="connsiteY2271" fmla="*/ 117943 h 768467"/>
              <a:gd name="connsiteX2272" fmla="*/ 3299319 w 3415751"/>
              <a:gd name="connsiteY2272" fmla="*/ 116359 h 768467"/>
              <a:gd name="connsiteX2273" fmla="*/ 370226 w 3415751"/>
              <a:gd name="connsiteY2273" fmla="*/ 103560 h 768467"/>
              <a:gd name="connsiteX2274" fmla="*/ 215669 w 3415751"/>
              <a:gd name="connsiteY2274" fmla="*/ 159328 h 768467"/>
              <a:gd name="connsiteX2275" fmla="*/ 215631 w 3415751"/>
              <a:gd name="connsiteY2275" fmla="*/ 159328 h 768467"/>
              <a:gd name="connsiteX2276" fmla="*/ 103178 w 3415751"/>
              <a:gd name="connsiteY2276" fmla="*/ 384310 h 768467"/>
              <a:gd name="connsiteX2277" fmla="*/ 106396 w 3415751"/>
              <a:gd name="connsiteY2277" fmla="*/ 427095 h 768467"/>
              <a:gd name="connsiteX2278" fmla="*/ 107040 w 3415751"/>
              <a:gd name="connsiteY2278" fmla="*/ 430578 h 768467"/>
              <a:gd name="connsiteX2279" fmla="*/ 110069 w 3415751"/>
              <a:gd name="connsiteY2279" fmla="*/ 446178 h 768467"/>
              <a:gd name="connsiteX2280" fmla="*/ 115748 w 3415751"/>
              <a:gd name="connsiteY2280" fmla="*/ 467722 h 768467"/>
              <a:gd name="connsiteX2281" fmla="*/ 124002 w 3415751"/>
              <a:gd name="connsiteY2281" fmla="*/ 490440 h 768467"/>
              <a:gd name="connsiteX2282" fmla="*/ 125214 w 3415751"/>
              <a:gd name="connsiteY2282" fmla="*/ 493469 h 768467"/>
              <a:gd name="connsiteX2283" fmla="*/ 158685 w 3415751"/>
              <a:gd name="connsiteY2283" fmla="*/ 552156 h 768467"/>
              <a:gd name="connsiteX2284" fmla="*/ 158874 w 3415751"/>
              <a:gd name="connsiteY2284" fmla="*/ 552383 h 768467"/>
              <a:gd name="connsiteX2285" fmla="*/ 159158 w 3415751"/>
              <a:gd name="connsiteY2285" fmla="*/ 552766 h 768467"/>
              <a:gd name="connsiteX2286" fmla="*/ 291771 w 3415751"/>
              <a:gd name="connsiteY2286" fmla="*/ 649778 h 768467"/>
              <a:gd name="connsiteX2287" fmla="*/ 303575 w 3415751"/>
              <a:gd name="connsiteY2287" fmla="*/ 652644 h 768467"/>
              <a:gd name="connsiteX2288" fmla="*/ 303028 w 3415751"/>
              <a:gd name="connsiteY2288" fmla="*/ 649706 h 768467"/>
              <a:gd name="connsiteX2289" fmla="*/ 297339 w 3415751"/>
              <a:gd name="connsiteY2289" fmla="*/ 640604 h 768467"/>
              <a:gd name="connsiteX2290" fmla="*/ 286775 w 3415751"/>
              <a:gd name="connsiteY2290" fmla="*/ 636818 h 768467"/>
              <a:gd name="connsiteX2291" fmla="*/ 285149 w 3415751"/>
              <a:gd name="connsiteY2291" fmla="*/ 635324 h 768467"/>
              <a:gd name="connsiteX2292" fmla="*/ 301352 w 3415751"/>
              <a:gd name="connsiteY2292" fmla="*/ 638068 h 768467"/>
              <a:gd name="connsiteX2293" fmla="*/ 311954 w 3415751"/>
              <a:gd name="connsiteY2293" fmla="*/ 654500 h 768467"/>
              <a:gd name="connsiteX2294" fmla="*/ 316763 w 3415751"/>
              <a:gd name="connsiteY2294" fmla="*/ 654500 h 768467"/>
              <a:gd name="connsiteX2295" fmla="*/ 318067 w 3415751"/>
              <a:gd name="connsiteY2295" fmla="*/ 656163 h 768467"/>
              <a:gd name="connsiteX2296" fmla="*/ 319172 w 3415751"/>
              <a:gd name="connsiteY2296" fmla="*/ 656431 h 768467"/>
              <a:gd name="connsiteX2297" fmla="*/ 331037 w 3415751"/>
              <a:gd name="connsiteY2297" fmla="*/ 656431 h 768467"/>
              <a:gd name="connsiteX2298" fmla="*/ 330882 w 3415751"/>
              <a:gd name="connsiteY2298" fmla="*/ 659274 h 768467"/>
              <a:gd name="connsiteX2299" fmla="*/ 344175 w 3415751"/>
              <a:gd name="connsiteY2299" fmla="*/ 662502 h 768467"/>
              <a:gd name="connsiteX2300" fmla="*/ 398042 w 3415751"/>
              <a:gd name="connsiteY2300" fmla="*/ 665041 h 768467"/>
              <a:gd name="connsiteX2301" fmla="*/ 444656 w 3415751"/>
              <a:gd name="connsiteY2301" fmla="*/ 658212 h 768467"/>
              <a:gd name="connsiteX2302" fmla="*/ 444625 w 3415751"/>
              <a:gd name="connsiteY2302" fmla="*/ 658210 h 768467"/>
              <a:gd name="connsiteX2303" fmla="*/ 446784 w 3415751"/>
              <a:gd name="connsiteY2303" fmla="*/ 657528 h 768467"/>
              <a:gd name="connsiteX2304" fmla="*/ 433229 w 3415751"/>
              <a:gd name="connsiteY2304" fmla="*/ 657528 h 768467"/>
              <a:gd name="connsiteX2305" fmla="*/ 425656 w 3415751"/>
              <a:gd name="connsiteY2305" fmla="*/ 640339 h 768467"/>
              <a:gd name="connsiteX2306" fmla="*/ 406346 w 3415751"/>
              <a:gd name="connsiteY2306" fmla="*/ 639544 h 768467"/>
              <a:gd name="connsiteX2307" fmla="*/ 396691 w 3415751"/>
              <a:gd name="connsiteY2307" fmla="*/ 654310 h 768467"/>
              <a:gd name="connsiteX2308" fmla="*/ 395818 w 3415751"/>
              <a:gd name="connsiteY2308" fmla="*/ 656327 h 768467"/>
              <a:gd name="connsiteX2309" fmla="*/ 395820 w 3415751"/>
              <a:gd name="connsiteY2309" fmla="*/ 656279 h 768467"/>
              <a:gd name="connsiteX2310" fmla="*/ 395707 w 3415751"/>
              <a:gd name="connsiteY2310" fmla="*/ 656582 h 768467"/>
              <a:gd name="connsiteX2311" fmla="*/ 395818 w 3415751"/>
              <a:gd name="connsiteY2311" fmla="*/ 656327 h 768467"/>
              <a:gd name="connsiteX2312" fmla="*/ 395517 w 3415751"/>
              <a:gd name="connsiteY2312" fmla="*/ 662148 h 768467"/>
              <a:gd name="connsiteX2313" fmla="*/ 388626 w 3415751"/>
              <a:gd name="connsiteY2313" fmla="*/ 662148 h 768467"/>
              <a:gd name="connsiteX2314" fmla="*/ 391542 w 3415751"/>
              <a:gd name="connsiteY2314" fmla="*/ 661088 h 768467"/>
              <a:gd name="connsiteX2315" fmla="*/ 389118 w 3415751"/>
              <a:gd name="connsiteY2315" fmla="*/ 660671 h 768467"/>
              <a:gd name="connsiteX2316" fmla="*/ 390178 w 3415751"/>
              <a:gd name="connsiteY2316" fmla="*/ 659535 h 768467"/>
              <a:gd name="connsiteX2317" fmla="*/ 386392 w 3415751"/>
              <a:gd name="connsiteY2317" fmla="*/ 659535 h 768467"/>
              <a:gd name="connsiteX2318" fmla="*/ 387869 w 3415751"/>
              <a:gd name="connsiteY2318" fmla="*/ 658551 h 768467"/>
              <a:gd name="connsiteX2319" fmla="*/ 381357 w 3415751"/>
              <a:gd name="connsiteY2319" fmla="*/ 658551 h 768467"/>
              <a:gd name="connsiteX2320" fmla="*/ 382682 w 3415751"/>
              <a:gd name="connsiteY2320" fmla="*/ 657528 h 768467"/>
              <a:gd name="connsiteX2321" fmla="*/ 369316 w 3415751"/>
              <a:gd name="connsiteY2321" fmla="*/ 657528 h 768467"/>
              <a:gd name="connsiteX2322" fmla="*/ 361743 w 3415751"/>
              <a:gd name="connsiteY2322" fmla="*/ 640339 h 768467"/>
              <a:gd name="connsiteX2323" fmla="*/ 342433 w 3415751"/>
              <a:gd name="connsiteY2323" fmla="*/ 639544 h 768467"/>
              <a:gd name="connsiteX2324" fmla="*/ 332778 w 3415751"/>
              <a:gd name="connsiteY2324" fmla="*/ 654310 h 768467"/>
              <a:gd name="connsiteX2325" fmla="*/ 331074 w 3415751"/>
              <a:gd name="connsiteY2325" fmla="*/ 653780 h 768467"/>
              <a:gd name="connsiteX2326" fmla="*/ 335315 w 3415751"/>
              <a:gd name="connsiteY2326" fmla="*/ 641588 h 768467"/>
              <a:gd name="connsiteX2327" fmla="*/ 351520 w 3415751"/>
              <a:gd name="connsiteY2327" fmla="*/ 635076 h 768467"/>
              <a:gd name="connsiteX2328" fmla="*/ 374238 w 3415751"/>
              <a:gd name="connsiteY2328" fmla="*/ 641020 h 768467"/>
              <a:gd name="connsiteX2329" fmla="*/ 378592 w 3415751"/>
              <a:gd name="connsiteY2329" fmla="*/ 655711 h 768467"/>
              <a:gd name="connsiteX2330" fmla="*/ 393738 w 3415751"/>
              <a:gd name="connsiteY2330" fmla="*/ 655332 h 768467"/>
              <a:gd name="connsiteX2331" fmla="*/ 399417 w 3415751"/>
              <a:gd name="connsiteY2331" fmla="*/ 641588 h 768467"/>
              <a:gd name="connsiteX2332" fmla="*/ 415622 w 3415751"/>
              <a:gd name="connsiteY2332" fmla="*/ 635076 h 768467"/>
              <a:gd name="connsiteX2333" fmla="*/ 438340 w 3415751"/>
              <a:gd name="connsiteY2333" fmla="*/ 641020 h 768467"/>
              <a:gd name="connsiteX2334" fmla="*/ 442694 w 3415751"/>
              <a:gd name="connsiteY2334" fmla="*/ 655711 h 768467"/>
              <a:gd name="connsiteX2335" fmla="*/ 456880 w 3415751"/>
              <a:gd name="connsiteY2335" fmla="*/ 655356 h 768467"/>
              <a:gd name="connsiteX2336" fmla="*/ 457958 w 3415751"/>
              <a:gd name="connsiteY2336" fmla="*/ 654973 h 768467"/>
              <a:gd name="connsiteX2337" fmla="*/ 460140 w 3415751"/>
              <a:gd name="connsiteY2337" fmla="*/ 648285 h 768467"/>
              <a:gd name="connsiteX2338" fmla="*/ 466586 w 3415751"/>
              <a:gd name="connsiteY2338" fmla="*/ 637915 h 768467"/>
              <a:gd name="connsiteX2339" fmla="*/ 482451 w 3415751"/>
              <a:gd name="connsiteY2339" fmla="*/ 634319 h 768467"/>
              <a:gd name="connsiteX2340" fmla="*/ 482451 w 3415751"/>
              <a:gd name="connsiteY2340" fmla="*/ 639922 h 768467"/>
              <a:gd name="connsiteX2341" fmla="*/ 466700 w 3415751"/>
              <a:gd name="connsiteY2341" fmla="*/ 642194 h 768467"/>
              <a:gd name="connsiteX2342" fmla="*/ 461877 w 3415751"/>
              <a:gd name="connsiteY2342" fmla="*/ 649587 h 768467"/>
              <a:gd name="connsiteX2343" fmla="*/ 460732 w 3415751"/>
              <a:gd name="connsiteY2343" fmla="*/ 653986 h 768467"/>
              <a:gd name="connsiteX2344" fmla="*/ 503835 w 3415751"/>
              <a:gd name="connsiteY2344" fmla="*/ 638653 h 768467"/>
              <a:gd name="connsiteX2345" fmla="*/ 552597 w 3415751"/>
              <a:gd name="connsiteY2345" fmla="*/ 609272 h 768467"/>
              <a:gd name="connsiteX2346" fmla="*/ 609107 w 3415751"/>
              <a:gd name="connsiteY2346" fmla="*/ 215838 h 768467"/>
              <a:gd name="connsiteX2347" fmla="*/ 370226 w 3415751"/>
              <a:gd name="connsiteY2347" fmla="*/ 103560 h 768467"/>
              <a:gd name="connsiteX2348" fmla="*/ 248761 w 3415751"/>
              <a:gd name="connsiteY2348" fmla="*/ 101814 h 768467"/>
              <a:gd name="connsiteX2349" fmla="*/ 247587 w 3415751"/>
              <a:gd name="connsiteY2349" fmla="*/ 102799 h 768467"/>
              <a:gd name="connsiteX2350" fmla="*/ 245846 w 3415751"/>
              <a:gd name="connsiteY2350" fmla="*/ 103215 h 768467"/>
              <a:gd name="connsiteX2351" fmla="*/ 244218 w 3415751"/>
              <a:gd name="connsiteY2351" fmla="*/ 103972 h 768467"/>
              <a:gd name="connsiteX2352" fmla="*/ 242249 w 3415751"/>
              <a:gd name="connsiteY2352" fmla="*/ 103972 h 768467"/>
              <a:gd name="connsiteX2353" fmla="*/ 240583 w 3415751"/>
              <a:gd name="connsiteY2353" fmla="*/ 104502 h 768467"/>
              <a:gd name="connsiteX2354" fmla="*/ 240469 w 3415751"/>
              <a:gd name="connsiteY2354" fmla="*/ 104351 h 768467"/>
              <a:gd name="connsiteX2355" fmla="*/ 241264 w 3415751"/>
              <a:gd name="connsiteY2355" fmla="*/ 106926 h 768467"/>
              <a:gd name="connsiteX2356" fmla="*/ 241946 w 3415751"/>
              <a:gd name="connsiteY2356" fmla="*/ 108364 h 768467"/>
              <a:gd name="connsiteX2357" fmla="*/ 243839 w 3415751"/>
              <a:gd name="connsiteY2357" fmla="*/ 110182 h 768467"/>
              <a:gd name="connsiteX2358" fmla="*/ 245997 w 3415751"/>
              <a:gd name="connsiteY2358" fmla="*/ 111545 h 768467"/>
              <a:gd name="connsiteX2359" fmla="*/ 248572 w 3415751"/>
              <a:gd name="connsiteY2359" fmla="*/ 113059 h 768467"/>
              <a:gd name="connsiteX2360" fmla="*/ 249670 w 3415751"/>
              <a:gd name="connsiteY2360" fmla="*/ 114688 h 768467"/>
              <a:gd name="connsiteX2361" fmla="*/ 251601 w 3415751"/>
              <a:gd name="connsiteY2361" fmla="*/ 115256 h 768467"/>
              <a:gd name="connsiteX2362" fmla="*/ 252699 w 3415751"/>
              <a:gd name="connsiteY2362" fmla="*/ 113590 h 768467"/>
              <a:gd name="connsiteX2363" fmla="*/ 254138 w 3415751"/>
              <a:gd name="connsiteY2363" fmla="*/ 112681 h 768467"/>
              <a:gd name="connsiteX2364" fmla="*/ 255425 w 3415751"/>
              <a:gd name="connsiteY2364" fmla="*/ 110977 h 768467"/>
              <a:gd name="connsiteX2365" fmla="*/ 255728 w 3415751"/>
              <a:gd name="connsiteY2365" fmla="*/ 109235 h 768467"/>
              <a:gd name="connsiteX2366" fmla="*/ 255539 w 3415751"/>
              <a:gd name="connsiteY2366" fmla="*/ 107001 h 768467"/>
              <a:gd name="connsiteX2367" fmla="*/ 255766 w 3415751"/>
              <a:gd name="connsiteY2367" fmla="*/ 104957 h 768467"/>
              <a:gd name="connsiteX2368" fmla="*/ 254971 w 3415751"/>
              <a:gd name="connsiteY2368" fmla="*/ 103367 h 768467"/>
              <a:gd name="connsiteX2369" fmla="*/ 253418 w 3415751"/>
              <a:gd name="connsiteY2369" fmla="*/ 102647 h 768467"/>
              <a:gd name="connsiteX2370" fmla="*/ 248761 w 3415751"/>
              <a:gd name="connsiteY2370" fmla="*/ 101814 h 768467"/>
              <a:gd name="connsiteX2371" fmla="*/ 228693 w 3415751"/>
              <a:gd name="connsiteY2371" fmla="*/ 96703 h 768467"/>
              <a:gd name="connsiteX2372" fmla="*/ 229034 w 3415751"/>
              <a:gd name="connsiteY2372" fmla="*/ 98520 h 768467"/>
              <a:gd name="connsiteX2373" fmla="*/ 228276 w 3415751"/>
              <a:gd name="connsiteY2373" fmla="*/ 100982 h 768467"/>
              <a:gd name="connsiteX2374" fmla="*/ 227216 w 3415751"/>
              <a:gd name="connsiteY2374" fmla="*/ 103708 h 768467"/>
              <a:gd name="connsiteX2375" fmla="*/ 225474 w 3415751"/>
              <a:gd name="connsiteY2375" fmla="*/ 105601 h 768467"/>
              <a:gd name="connsiteX2376" fmla="*/ 223581 w 3415751"/>
              <a:gd name="connsiteY2376" fmla="*/ 105146 h 768467"/>
              <a:gd name="connsiteX2377" fmla="*/ 223581 w 3415751"/>
              <a:gd name="connsiteY2377" fmla="*/ 103215 h 768467"/>
              <a:gd name="connsiteX2378" fmla="*/ 225626 w 3415751"/>
              <a:gd name="connsiteY2378" fmla="*/ 100376 h 768467"/>
              <a:gd name="connsiteX2379" fmla="*/ 226270 w 3415751"/>
              <a:gd name="connsiteY2379" fmla="*/ 99051 h 768467"/>
              <a:gd name="connsiteX2380" fmla="*/ 227405 w 3415751"/>
              <a:gd name="connsiteY2380" fmla="*/ 97725 h 768467"/>
              <a:gd name="connsiteX2381" fmla="*/ 228693 w 3415751"/>
              <a:gd name="connsiteY2381" fmla="*/ 96703 h 768467"/>
              <a:gd name="connsiteX2382" fmla="*/ 231950 w 3415751"/>
              <a:gd name="connsiteY2382" fmla="*/ 86215 h 768467"/>
              <a:gd name="connsiteX2383" fmla="*/ 230095 w 3415751"/>
              <a:gd name="connsiteY2383" fmla="*/ 87237 h 768467"/>
              <a:gd name="connsiteX2384" fmla="*/ 228126 w 3415751"/>
              <a:gd name="connsiteY2384" fmla="*/ 87578 h 768467"/>
              <a:gd name="connsiteX2385" fmla="*/ 227255 w 3415751"/>
              <a:gd name="connsiteY2385" fmla="*/ 88562 h 768467"/>
              <a:gd name="connsiteX2386" fmla="*/ 226649 w 3415751"/>
              <a:gd name="connsiteY2386" fmla="*/ 89622 h 768467"/>
              <a:gd name="connsiteX2387" fmla="*/ 226005 w 3415751"/>
              <a:gd name="connsiteY2387" fmla="*/ 90948 h 768467"/>
              <a:gd name="connsiteX2388" fmla="*/ 224642 w 3415751"/>
              <a:gd name="connsiteY2388" fmla="*/ 92765 h 768467"/>
              <a:gd name="connsiteX2389" fmla="*/ 223507 w 3415751"/>
              <a:gd name="connsiteY2389" fmla="*/ 93939 h 768467"/>
              <a:gd name="connsiteX2390" fmla="*/ 222181 w 3415751"/>
              <a:gd name="connsiteY2390" fmla="*/ 95605 h 768467"/>
              <a:gd name="connsiteX2391" fmla="*/ 220212 w 3415751"/>
              <a:gd name="connsiteY2391" fmla="*/ 97649 h 768467"/>
              <a:gd name="connsiteX2392" fmla="*/ 217600 w 3415751"/>
              <a:gd name="connsiteY2392" fmla="*/ 100451 h 768467"/>
              <a:gd name="connsiteX2393" fmla="*/ 216313 w 3415751"/>
              <a:gd name="connsiteY2393" fmla="*/ 99959 h 768467"/>
              <a:gd name="connsiteX2394" fmla="*/ 214306 w 3415751"/>
              <a:gd name="connsiteY2394" fmla="*/ 99959 h 768467"/>
              <a:gd name="connsiteX2395" fmla="*/ 213018 w 3415751"/>
              <a:gd name="connsiteY2395" fmla="*/ 101738 h 768467"/>
              <a:gd name="connsiteX2396" fmla="*/ 213246 w 3415751"/>
              <a:gd name="connsiteY2396" fmla="*/ 106168 h 768467"/>
              <a:gd name="connsiteX2397" fmla="*/ 215214 w 3415751"/>
              <a:gd name="connsiteY2397" fmla="*/ 109084 h 768467"/>
              <a:gd name="connsiteX2398" fmla="*/ 217486 w 3415751"/>
              <a:gd name="connsiteY2398" fmla="*/ 111734 h 768467"/>
              <a:gd name="connsiteX2399" fmla="*/ 219342 w 3415751"/>
              <a:gd name="connsiteY2399" fmla="*/ 113703 h 768467"/>
              <a:gd name="connsiteX2400" fmla="*/ 220477 w 3415751"/>
              <a:gd name="connsiteY2400" fmla="*/ 115180 h 768467"/>
              <a:gd name="connsiteX2401" fmla="*/ 221310 w 3415751"/>
              <a:gd name="connsiteY2401" fmla="*/ 115748 h 768467"/>
              <a:gd name="connsiteX2402" fmla="*/ 222636 w 3415751"/>
              <a:gd name="connsiteY2402" fmla="*/ 116997 h 768467"/>
              <a:gd name="connsiteX2403" fmla="*/ 223734 w 3415751"/>
              <a:gd name="connsiteY2403" fmla="*/ 117224 h 768467"/>
              <a:gd name="connsiteX2404" fmla="*/ 225892 w 3415751"/>
              <a:gd name="connsiteY2404" fmla="*/ 116202 h 768467"/>
              <a:gd name="connsiteX2405" fmla="*/ 226990 w 3415751"/>
              <a:gd name="connsiteY2405" fmla="*/ 115218 h 768467"/>
              <a:gd name="connsiteX2406" fmla="*/ 228883 w 3415751"/>
              <a:gd name="connsiteY2406" fmla="*/ 114688 h 768467"/>
              <a:gd name="connsiteX2407" fmla="*/ 230019 w 3415751"/>
              <a:gd name="connsiteY2407" fmla="*/ 115369 h 768467"/>
              <a:gd name="connsiteX2408" fmla="*/ 231458 w 3415751"/>
              <a:gd name="connsiteY2408" fmla="*/ 118550 h 768467"/>
              <a:gd name="connsiteX2409" fmla="*/ 232783 w 3415751"/>
              <a:gd name="connsiteY2409" fmla="*/ 120784 h 768467"/>
              <a:gd name="connsiteX2410" fmla="*/ 233729 w 3415751"/>
              <a:gd name="connsiteY2410" fmla="*/ 122412 h 768467"/>
              <a:gd name="connsiteX2411" fmla="*/ 233086 w 3415751"/>
              <a:gd name="connsiteY2411" fmla="*/ 125857 h 768467"/>
              <a:gd name="connsiteX2412" fmla="*/ 230095 w 3415751"/>
              <a:gd name="connsiteY2412" fmla="*/ 126501 h 768467"/>
              <a:gd name="connsiteX2413" fmla="*/ 228845 w 3415751"/>
              <a:gd name="connsiteY2413" fmla="*/ 128205 h 768467"/>
              <a:gd name="connsiteX2414" fmla="*/ 233086 w 3415751"/>
              <a:gd name="connsiteY2414" fmla="*/ 129303 h 768467"/>
              <a:gd name="connsiteX2415" fmla="*/ 235055 w 3415751"/>
              <a:gd name="connsiteY2415" fmla="*/ 130514 h 768467"/>
              <a:gd name="connsiteX2416" fmla="*/ 237289 w 3415751"/>
              <a:gd name="connsiteY2416" fmla="*/ 130287 h 768467"/>
              <a:gd name="connsiteX2417" fmla="*/ 238803 w 3415751"/>
              <a:gd name="connsiteY2417" fmla="*/ 130476 h 768467"/>
              <a:gd name="connsiteX2418" fmla="*/ 240431 w 3415751"/>
              <a:gd name="connsiteY2418" fmla="*/ 130287 h 768467"/>
              <a:gd name="connsiteX2419" fmla="*/ 241605 w 3415751"/>
              <a:gd name="connsiteY2419" fmla="*/ 130287 h 768467"/>
              <a:gd name="connsiteX2420" fmla="*/ 242892 w 3415751"/>
              <a:gd name="connsiteY2420" fmla="*/ 128205 h 768467"/>
              <a:gd name="connsiteX2421" fmla="*/ 243687 w 3415751"/>
              <a:gd name="connsiteY2421" fmla="*/ 125024 h 768467"/>
              <a:gd name="connsiteX2422" fmla="*/ 243877 w 3415751"/>
              <a:gd name="connsiteY2422" fmla="*/ 121238 h 768467"/>
              <a:gd name="connsiteX2423" fmla="*/ 237932 w 3415751"/>
              <a:gd name="connsiteY2423" fmla="*/ 111356 h 768467"/>
              <a:gd name="connsiteX2424" fmla="*/ 236266 w 3415751"/>
              <a:gd name="connsiteY2424" fmla="*/ 109349 h 768467"/>
              <a:gd name="connsiteX2425" fmla="*/ 236607 w 3415751"/>
              <a:gd name="connsiteY2425" fmla="*/ 107494 h 768467"/>
              <a:gd name="connsiteX2426" fmla="*/ 237667 w 3415751"/>
              <a:gd name="connsiteY2426" fmla="*/ 106661 h 768467"/>
              <a:gd name="connsiteX2427" fmla="*/ 238008 w 3415751"/>
              <a:gd name="connsiteY2427" fmla="*/ 103783 h 768467"/>
              <a:gd name="connsiteX2428" fmla="*/ 238008 w 3415751"/>
              <a:gd name="connsiteY2428" fmla="*/ 95605 h 768467"/>
              <a:gd name="connsiteX2429" fmla="*/ 238008 w 3415751"/>
              <a:gd name="connsiteY2429" fmla="*/ 93181 h 768467"/>
              <a:gd name="connsiteX2430" fmla="*/ 238841 w 3415751"/>
              <a:gd name="connsiteY2430" fmla="*/ 89584 h 768467"/>
              <a:gd name="connsiteX2431" fmla="*/ 237781 w 3415751"/>
              <a:gd name="connsiteY2431" fmla="*/ 87956 h 768467"/>
              <a:gd name="connsiteX2432" fmla="*/ 235736 w 3415751"/>
              <a:gd name="connsiteY2432" fmla="*/ 86215 h 768467"/>
              <a:gd name="connsiteX2433" fmla="*/ 231950 w 3415751"/>
              <a:gd name="connsiteY2433" fmla="*/ 86215 h 768467"/>
              <a:gd name="connsiteX2434" fmla="*/ 556057 w 3415751"/>
              <a:gd name="connsiteY2434" fmla="*/ 81179 h 768467"/>
              <a:gd name="connsiteX2435" fmla="*/ 554808 w 3415751"/>
              <a:gd name="connsiteY2435" fmla="*/ 81595 h 768467"/>
              <a:gd name="connsiteX2436" fmla="*/ 553520 w 3415751"/>
              <a:gd name="connsiteY2436" fmla="*/ 84132 h 768467"/>
              <a:gd name="connsiteX2437" fmla="*/ 551589 w 3415751"/>
              <a:gd name="connsiteY2437" fmla="*/ 86783 h 768467"/>
              <a:gd name="connsiteX2438" fmla="*/ 548068 w 3415751"/>
              <a:gd name="connsiteY2438" fmla="*/ 90569 h 768467"/>
              <a:gd name="connsiteX2439" fmla="*/ 542275 w 3415751"/>
              <a:gd name="connsiteY2439" fmla="*/ 89471 h 768467"/>
              <a:gd name="connsiteX2440" fmla="*/ 539360 w 3415751"/>
              <a:gd name="connsiteY2440" fmla="*/ 87691 h 768467"/>
              <a:gd name="connsiteX2441" fmla="*/ 537694 w 3415751"/>
              <a:gd name="connsiteY2441" fmla="*/ 87691 h 768467"/>
              <a:gd name="connsiteX2442" fmla="*/ 535952 w 3415751"/>
              <a:gd name="connsiteY2442" fmla="*/ 87388 h 768467"/>
              <a:gd name="connsiteX2443" fmla="*/ 534172 w 3415751"/>
              <a:gd name="connsiteY2443" fmla="*/ 87918 h 768467"/>
              <a:gd name="connsiteX2444" fmla="*/ 532469 w 3415751"/>
              <a:gd name="connsiteY2444" fmla="*/ 89395 h 768467"/>
              <a:gd name="connsiteX2445" fmla="*/ 533112 w 3415751"/>
              <a:gd name="connsiteY2445" fmla="*/ 93749 h 768467"/>
              <a:gd name="connsiteX2446" fmla="*/ 534627 w 3415751"/>
              <a:gd name="connsiteY2446" fmla="*/ 95908 h 768467"/>
              <a:gd name="connsiteX2447" fmla="*/ 535952 w 3415751"/>
              <a:gd name="connsiteY2447" fmla="*/ 96665 h 768467"/>
              <a:gd name="connsiteX2448" fmla="*/ 537542 w 3415751"/>
              <a:gd name="connsiteY2448" fmla="*/ 97081 h 768467"/>
              <a:gd name="connsiteX2449" fmla="*/ 538602 w 3415751"/>
              <a:gd name="connsiteY2449" fmla="*/ 97687 h 768467"/>
              <a:gd name="connsiteX2450" fmla="*/ 540003 w 3415751"/>
              <a:gd name="connsiteY2450" fmla="*/ 98407 h 768467"/>
              <a:gd name="connsiteX2451" fmla="*/ 538337 w 3415751"/>
              <a:gd name="connsiteY2451" fmla="*/ 99997 h 768467"/>
              <a:gd name="connsiteX2452" fmla="*/ 533074 w 3415751"/>
              <a:gd name="connsiteY2452" fmla="*/ 103101 h 768467"/>
              <a:gd name="connsiteX2453" fmla="*/ 522549 w 3415751"/>
              <a:gd name="connsiteY2453" fmla="*/ 105676 h 768467"/>
              <a:gd name="connsiteX2454" fmla="*/ 521261 w 3415751"/>
              <a:gd name="connsiteY2454" fmla="*/ 105676 h 768467"/>
              <a:gd name="connsiteX2455" fmla="*/ 519179 w 3415751"/>
              <a:gd name="connsiteY2455" fmla="*/ 105941 h 768467"/>
              <a:gd name="connsiteX2456" fmla="*/ 516377 w 3415751"/>
              <a:gd name="connsiteY2456" fmla="*/ 105941 h 768467"/>
              <a:gd name="connsiteX2457" fmla="*/ 516377 w 3415751"/>
              <a:gd name="connsiteY2457" fmla="*/ 105790 h 768467"/>
              <a:gd name="connsiteX2458" fmla="*/ 514522 w 3415751"/>
              <a:gd name="connsiteY2458" fmla="*/ 106244 h 768467"/>
              <a:gd name="connsiteX2459" fmla="*/ 515657 w 3415751"/>
              <a:gd name="connsiteY2459" fmla="*/ 107569 h 768467"/>
              <a:gd name="connsiteX2460" fmla="*/ 515657 w 3415751"/>
              <a:gd name="connsiteY2460" fmla="*/ 109765 h 768467"/>
              <a:gd name="connsiteX2461" fmla="*/ 516188 w 3415751"/>
              <a:gd name="connsiteY2461" fmla="*/ 111356 h 768467"/>
              <a:gd name="connsiteX2462" fmla="*/ 518043 w 3415751"/>
              <a:gd name="connsiteY2462" fmla="*/ 111999 h 768467"/>
              <a:gd name="connsiteX2463" fmla="*/ 521451 w 3415751"/>
              <a:gd name="connsiteY2463" fmla="*/ 112984 h 768467"/>
              <a:gd name="connsiteX2464" fmla="*/ 525729 w 3415751"/>
              <a:gd name="connsiteY2464" fmla="*/ 112984 h 768467"/>
              <a:gd name="connsiteX2465" fmla="*/ 531673 w 3415751"/>
              <a:gd name="connsiteY2465" fmla="*/ 112984 h 768467"/>
              <a:gd name="connsiteX2466" fmla="*/ 538375 w 3415751"/>
              <a:gd name="connsiteY2466" fmla="*/ 111318 h 768467"/>
              <a:gd name="connsiteX2467" fmla="*/ 543903 w 3415751"/>
              <a:gd name="connsiteY2467" fmla="*/ 108516 h 768467"/>
              <a:gd name="connsiteX2468" fmla="*/ 546024 w 3415751"/>
              <a:gd name="connsiteY2468" fmla="*/ 114725 h 768467"/>
              <a:gd name="connsiteX2469" fmla="*/ 546781 w 3415751"/>
              <a:gd name="connsiteY2469" fmla="*/ 117982 h 768467"/>
              <a:gd name="connsiteX2470" fmla="*/ 547576 w 3415751"/>
              <a:gd name="connsiteY2470" fmla="*/ 123699 h 768467"/>
              <a:gd name="connsiteX2471" fmla="*/ 547576 w 3415751"/>
              <a:gd name="connsiteY2471" fmla="*/ 130060 h 768467"/>
              <a:gd name="connsiteX2472" fmla="*/ 548636 w 3415751"/>
              <a:gd name="connsiteY2472" fmla="*/ 132332 h 768467"/>
              <a:gd name="connsiteX2473" fmla="*/ 551514 w 3415751"/>
              <a:gd name="connsiteY2473" fmla="*/ 134566 h 768467"/>
              <a:gd name="connsiteX2474" fmla="*/ 553293 w 3415751"/>
              <a:gd name="connsiteY2474" fmla="*/ 136080 h 768467"/>
              <a:gd name="connsiteX2475" fmla="*/ 555603 w 3415751"/>
              <a:gd name="connsiteY2475" fmla="*/ 137367 h 768467"/>
              <a:gd name="connsiteX2476" fmla="*/ 557723 w 3415751"/>
              <a:gd name="connsiteY2476" fmla="*/ 138768 h 768467"/>
              <a:gd name="connsiteX2477" fmla="*/ 558821 w 3415751"/>
              <a:gd name="connsiteY2477" fmla="*/ 139147 h 768467"/>
              <a:gd name="connsiteX2478" fmla="*/ 560260 w 3415751"/>
              <a:gd name="connsiteY2478" fmla="*/ 138882 h 768467"/>
              <a:gd name="connsiteX2479" fmla="*/ 563365 w 3415751"/>
              <a:gd name="connsiteY2479" fmla="*/ 138882 h 768467"/>
              <a:gd name="connsiteX2480" fmla="*/ 564463 w 3415751"/>
              <a:gd name="connsiteY2480" fmla="*/ 137443 h 768467"/>
              <a:gd name="connsiteX2481" fmla="*/ 565561 w 3415751"/>
              <a:gd name="connsiteY2481" fmla="*/ 136610 h 768467"/>
              <a:gd name="connsiteX2482" fmla="*/ 564501 w 3415751"/>
              <a:gd name="connsiteY2482" fmla="*/ 135134 h 768467"/>
              <a:gd name="connsiteX2483" fmla="*/ 561244 w 3415751"/>
              <a:gd name="connsiteY2483" fmla="*/ 131347 h 768467"/>
              <a:gd name="connsiteX2484" fmla="*/ 560109 w 3415751"/>
              <a:gd name="connsiteY2484" fmla="*/ 129113 h 768467"/>
              <a:gd name="connsiteX2485" fmla="*/ 558253 w 3415751"/>
              <a:gd name="connsiteY2485" fmla="*/ 126766 h 768467"/>
              <a:gd name="connsiteX2486" fmla="*/ 555717 w 3415751"/>
              <a:gd name="connsiteY2486" fmla="*/ 121465 h 768467"/>
              <a:gd name="connsiteX2487" fmla="*/ 554278 w 3415751"/>
              <a:gd name="connsiteY2487" fmla="*/ 114498 h 768467"/>
              <a:gd name="connsiteX2488" fmla="*/ 552006 w 3415751"/>
              <a:gd name="connsiteY2488" fmla="*/ 105638 h 768467"/>
              <a:gd name="connsiteX2489" fmla="*/ 553142 w 3415751"/>
              <a:gd name="connsiteY2489" fmla="*/ 102836 h 768467"/>
              <a:gd name="connsiteX2490" fmla="*/ 555149 w 3415751"/>
              <a:gd name="connsiteY2490" fmla="*/ 101852 h 768467"/>
              <a:gd name="connsiteX2491" fmla="*/ 559238 w 3415751"/>
              <a:gd name="connsiteY2491" fmla="*/ 102496 h 768467"/>
              <a:gd name="connsiteX2492" fmla="*/ 561585 w 3415751"/>
              <a:gd name="connsiteY2492" fmla="*/ 103480 h 768467"/>
              <a:gd name="connsiteX2493" fmla="*/ 564274 w 3415751"/>
              <a:gd name="connsiteY2493" fmla="*/ 104048 h 768467"/>
              <a:gd name="connsiteX2494" fmla="*/ 568363 w 3415751"/>
              <a:gd name="connsiteY2494" fmla="*/ 104540 h 768467"/>
              <a:gd name="connsiteX2495" fmla="*/ 570370 w 3415751"/>
              <a:gd name="connsiteY2495" fmla="*/ 104313 h 768467"/>
              <a:gd name="connsiteX2496" fmla="*/ 571543 w 3415751"/>
              <a:gd name="connsiteY2496" fmla="*/ 103821 h 768467"/>
              <a:gd name="connsiteX2497" fmla="*/ 571543 w 3415751"/>
              <a:gd name="connsiteY2497" fmla="*/ 99429 h 768467"/>
              <a:gd name="connsiteX2498" fmla="*/ 569461 w 3415751"/>
              <a:gd name="connsiteY2498" fmla="*/ 97157 h 768467"/>
              <a:gd name="connsiteX2499" fmla="*/ 566507 w 3415751"/>
              <a:gd name="connsiteY2499" fmla="*/ 95453 h 768467"/>
              <a:gd name="connsiteX2500" fmla="*/ 563781 w 3415751"/>
              <a:gd name="connsiteY2500" fmla="*/ 95680 h 768467"/>
              <a:gd name="connsiteX2501" fmla="*/ 561812 w 3415751"/>
              <a:gd name="connsiteY2501" fmla="*/ 95302 h 768467"/>
              <a:gd name="connsiteX2502" fmla="*/ 560071 w 3415751"/>
              <a:gd name="connsiteY2502" fmla="*/ 95112 h 768467"/>
              <a:gd name="connsiteX2503" fmla="*/ 558783 w 3415751"/>
              <a:gd name="connsiteY2503" fmla="*/ 94772 h 768467"/>
              <a:gd name="connsiteX2504" fmla="*/ 559768 w 3415751"/>
              <a:gd name="connsiteY2504" fmla="*/ 93181 h 768467"/>
              <a:gd name="connsiteX2505" fmla="*/ 562494 w 3415751"/>
              <a:gd name="connsiteY2505" fmla="*/ 91061 h 768467"/>
              <a:gd name="connsiteX2506" fmla="*/ 563062 w 3415751"/>
              <a:gd name="connsiteY2506" fmla="*/ 89395 h 768467"/>
              <a:gd name="connsiteX2507" fmla="*/ 563441 w 3415751"/>
              <a:gd name="connsiteY2507" fmla="*/ 87578 h 768467"/>
              <a:gd name="connsiteX2508" fmla="*/ 562305 w 3415751"/>
              <a:gd name="connsiteY2508" fmla="*/ 84511 h 768467"/>
              <a:gd name="connsiteX2509" fmla="*/ 559616 w 3415751"/>
              <a:gd name="connsiteY2509" fmla="*/ 82807 h 768467"/>
              <a:gd name="connsiteX2510" fmla="*/ 557875 w 3415751"/>
              <a:gd name="connsiteY2510" fmla="*/ 82428 h 768467"/>
              <a:gd name="connsiteX2511" fmla="*/ 556057 w 3415751"/>
              <a:gd name="connsiteY2511" fmla="*/ 81179 h 768467"/>
              <a:gd name="connsiteX2512" fmla="*/ 308282 w 3415751"/>
              <a:gd name="connsiteY2512" fmla="*/ 75310 h 768467"/>
              <a:gd name="connsiteX2513" fmla="*/ 308395 w 3415751"/>
              <a:gd name="connsiteY2513" fmla="*/ 75462 h 768467"/>
              <a:gd name="connsiteX2514" fmla="*/ 308312 w 3415751"/>
              <a:gd name="connsiteY2514" fmla="*/ 75365 h 768467"/>
              <a:gd name="connsiteX2515" fmla="*/ 217941 w 3415751"/>
              <a:gd name="connsiteY2515" fmla="*/ 68116 h 768467"/>
              <a:gd name="connsiteX2516" fmla="*/ 216010 w 3415751"/>
              <a:gd name="connsiteY2516" fmla="*/ 68608 h 768467"/>
              <a:gd name="connsiteX2517" fmla="*/ 214647 w 3415751"/>
              <a:gd name="connsiteY2517" fmla="*/ 68608 h 768467"/>
              <a:gd name="connsiteX2518" fmla="*/ 212867 w 3415751"/>
              <a:gd name="connsiteY2518" fmla="*/ 69669 h 768467"/>
              <a:gd name="connsiteX2519" fmla="*/ 211390 w 3415751"/>
              <a:gd name="connsiteY2519" fmla="*/ 70388 h 768467"/>
              <a:gd name="connsiteX2520" fmla="*/ 210482 w 3415751"/>
              <a:gd name="connsiteY2520" fmla="*/ 71524 h 768467"/>
              <a:gd name="connsiteX2521" fmla="*/ 209346 w 3415751"/>
              <a:gd name="connsiteY2521" fmla="*/ 72357 h 768467"/>
              <a:gd name="connsiteX2522" fmla="*/ 208437 w 3415751"/>
              <a:gd name="connsiteY2522" fmla="*/ 73606 h 768467"/>
              <a:gd name="connsiteX2523" fmla="*/ 206544 w 3415751"/>
              <a:gd name="connsiteY2523" fmla="*/ 75197 h 768467"/>
              <a:gd name="connsiteX2524" fmla="*/ 206809 w 3415751"/>
              <a:gd name="connsiteY2524" fmla="*/ 76635 h 768467"/>
              <a:gd name="connsiteX2525" fmla="*/ 210292 w 3415751"/>
              <a:gd name="connsiteY2525" fmla="*/ 79248 h 768467"/>
              <a:gd name="connsiteX2526" fmla="*/ 210671 w 3415751"/>
              <a:gd name="connsiteY2526" fmla="*/ 80876 h 768467"/>
              <a:gd name="connsiteX2527" fmla="*/ 210936 w 3415751"/>
              <a:gd name="connsiteY2527" fmla="*/ 82239 h 768467"/>
              <a:gd name="connsiteX2528" fmla="*/ 211352 w 3415751"/>
              <a:gd name="connsiteY2528" fmla="*/ 83564 h 768467"/>
              <a:gd name="connsiteX2529" fmla="*/ 212943 w 3415751"/>
              <a:gd name="connsiteY2529" fmla="*/ 83564 h 768467"/>
              <a:gd name="connsiteX2530" fmla="*/ 214344 w 3415751"/>
              <a:gd name="connsiteY2530" fmla="*/ 83261 h 768467"/>
              <a:gd name="connsiteX2531" fmla="*/ 215177 w 3415751"/>
              <a:gd name="connsiteY2531" fmla="*/ 84246 h 768467"/>
              <a:gd name="connsiteX2532" fmla="*/ 214117 w 3415751"/>
              <a:gd name="connsiteY2532" fmla="*/ 86215 h 768467"/>
              <a:gd name="connsiteX2533" fmla="*/ 210822 w 3415751"/>
              <a:gd name="connsiteY2533" fmla="*/ 90001 h 768467"/>
              <a:gd name="connsiteX2534" fmla="*/ 208853 w 3415751"/>
              <a:gd name="connsiteY2534" fmla="*/ 91591 h 768467"/>
              <a:gd name="connsiteX2535" fmla="*/ 204348 w 3415751"/>
              <a:gd name="connsiteY2535" fmla="*/ 95718 h 768467"/>
              <a:gd name="connsiteX2536" fmla="*/ 202644 w 3415751"/>
              <a:gd name="connsiteY2536" fmla="*/ 97725 h 768467"/>
              <a:gd name="connsiteX2537" fmla="*/ 201319 w 3415751"/>
              <a:gd name="connsiteY2537" fmla="*/ 97725 h 768467"/>
              <a:gd name="connsiteX2538" fmla="*/ 201319 w 3415751"/>
              <a:gd name="connsiteY2538" fmla="*/ 97574 h 768467"/>
              <a:gd name="connsiteX2539" fmla="*/ 198555 w 3415751"/>
              <a:gd name="connsiteY2539" fmla="*/ 101814 h 768467"/>
              <a:gd name="connsiteX2540" fmla="*/ 198971 w 3415751"/>
              <a:gd name="connsiteY2540" fmla="*/ 103291 h 768467"/>
              <a:gd name="connsiteX2541" fmla="*/ 200069 w 3415751"/>
              <a:gd name="connsiteY2541" fmla="*/ 104919 h 768467"/>
              <a:gd name="connsiteX2542" fmla="*/ 201735 w 3415751"/>
              <a:gd name="connsiteY2542" fmla="*/ 106585 h 768467"/>
              <a:gd name="connsiteX2543" fmla="*/ 203704 w 3415751"/>
              <a:gd name="connsiteY2543" fmla="*/ 105600 h 768467"/>
              <a:gd name="connsiteX2544" fmla="*/ 205143 w 3415751"/>
              <a:gd name="connsiteY2544" fmla="*/ 105600 h 768467"/>
              <a:gd name="connsiteX2545" fmla="*/ 205976 w 3415751"/>
              <a:gd name="connsiteY2545" fmla="*/ 104124 h 768467"/>
              <a:gd name="connsiteX2546" fmla="*/ 207150 w 3415751"/>
              <a:gd name="connsiteY2546" fmla="*/ 102761 h 768467"/>
              <a:gd name="connsiteX2547" fmla="*/ 208588 w 3415751"/>
              <a:gd name="connsiteY2547" fmla="*/ 101284 h 768467"/>
              <a:gd name="connsiteX2548" fmla="*/ 209611 w 3415751"/>
              <a:gd name="connsiteY2548" fmla="*/ 100603 h 768467"/>
              <a:gd name="connsiteX2549" fmla="*/ 210936 w 3415751"/>
              <a:gd name="connsiteY2549" fmla="*/ 99732 h 768467"/>
              <a:gd name="connsiteX2550" fmla="*/ 212223 w 3415751"/>
              <a:gd name="connsiteY2550" fmla="*/ 98407 h 768467"/>
              <a:gd name="connsiteX2551" fmla="*/ 213511 w 3415751"/>
              <a:gd name="connsiteY2551" fmla="*/ 97346 h 768467"/>
              <a:gd name="connsiteX2552" fmla="*/ 214950 w 3415751"/>
              <a:gd name="connsiteY2552" fmla="*/ 95945 h 768467"/>
              <a:gd name="connsiteX2553" fmla="*/ 216464 w 3415751"/>
              <a:gd name="connsiteY2553" fmla="*/ 94393 h 768467"/>
              <a:gd name="connsiteX2554" fmla="*/ 218016 w 3415751"/>
              <a:gd name="connsiteY2554" fmla="*/ 92803 h 768467"/>
              <a:gd name="connsiteX2555" fmla="*/ 223620 w 3415751"/>
              <a:gd name="connsiteY2555" fmla="*/ 87161 h 768467"/>
              <a:gd name="connsiteX2556" fmla="*/ 225740 w 3415751"/>
              <a:gd name="connsiteY2556" fmla="*/ 84284 h 768467"/>
              <a:gd name="connsiteX2557" fmla="*/ 227747 w 3415751"/>
              <a:gd name="connsiteY2557" fmla="*/ 83186 h 768467"/>
              <a:gd name="connsiteX2558" fmla="*/ 229337 w 3415751"/>
              <a:gd name="connsiteY2558" fmla="*/ 81255 h 768467"/>
              <a:gd name="connsiteX2559" fmla="*/ 231003 w 3415751"/>
              <a:gd name="connsiteY2559" fmla="*/ 79437 h 768467"/>
              <a:gd name="connsiteX2560" fmla="*/ 233048 w 3415751"/>
              <a:gd name="connsiteY2560" fmla="*/ 77847 h 768467"/>
              <a:gd name="connsiteX2561" fmla="*/ 235698 w 3415751"/>
              <a:gd name="connsiteY2561" fmla="*/ 75954 h 768467"/>
              <a:gd name="connsiteX2562" fmla="*/ 237667 w 3415751"/>
              <a:gd name="connsiteY2562" fmla="*/ 75462 h 768467"/>
              <a:gd name="connsiteX2563" fmla="*/ 239144 w 3415751"/>
              <a:gd name="connsiteY2563" fmla="*/ 71032 h 768467"/>
              <a:gd name="connsiteX2564" fmla="*/ 238197 w 3415751"/>
              <a:gd name="connsiteY2564" fmla="*/ 69252 h 768467"/>
              <a:gd name="connsiteX2565" fmla="*/ 236948 w 3415751"/>
              <a:gd name="connsiteY2565" fmla="*/ 68873 h 768467"/>
              <a:gd name="connsiteX2566" fmla="*/ 234335 w 3415751"/>
              <a:gd name="connsiteY2566" fmla="*/ 68419 h 768467"/>
              <a:gd name="connsiteX2567" fmla="*/ 232669 w 3415751"/>
              <a:gd name="connsiteY2567" fmla="*/ 68798 h 768467"/>
              <a:gd name="connsiteX2568" fmla="*/ 230928 w 3415751"/>
              <a:gd name="connsiteY2568" fmla="*/ 69063 h 768467"/>
              <a:gd name="connsiteX2569" fmla="*/ 228202 w 3415751"/>
              <a:gd name="connsiteY2569" fmla="*/ 71675 h 768467"/>
              <a:gd name="connsiteX2570" fmla="*/ 223431 w 3415751"/>
              <a:gd name="connsiteY2570" fmla="*/ 76295 h 768467"/>
              <a:gd name="connsiteX2571" fmla="*/ 222560 w 3415751"/>
              <a:gd name="connsiteY2571" fmla="*/ 75537 h 768467"/>
              <a:gd name="connsiteX2572" fmla="*/ 222560 w 3415751"/>
              <a:gd name="connsiteY2572" fmla="*/ 71751 h 768467"/>
              <a:gd name="connsiteX2573" fmla="*/ 219607 w 3415751"/>
              <a:gd name="connsiteY2573" fmla="*/ 69706 h 768467"/>
              <a:gd name="connsiteX2574" fmla="*/ 217941 w 3415751"/>
              <a:gd name="connsiteY2574" fmla="*/ 68116 h 768467"/>
              <a:gd name="connsiteX2575" fmla="*/ 337758 w 3415751"/>
              <a:gd name="connsiteY2575" fmla="*/ 57420 h 768467"/>
              <a:gd name="connsiteX2576" fmla="*/ 338383 w 3415751"/>
              <a:gd name="connsiteY2576" fmla="*/ 58083 h 768467"/>
              <a:gd name="connsiteX2577" fmla="*/ 337323 w 3415751"/>
              <a:gd name="connsiteY2577" fmla="*/ 60771 h 768467"/>
              <a:gd name="connsiteX2578" fmla="*/ 335089 w 3415751"/>
              <a:gd name="connsiteY2578" fmla="*/ 60771 h 768467"/>
              <a:gd name="connsiteX2579" fmla="*/ 334748 w 3415751"/>
              <a:gd name="connsiteY2579" fmla="*/ 59560 h 768467"/>
              <a:gd name="connsiteX2580" fmla="*/ 335164 w 3415751"/>
              <a:gd name="connsiteY2580" fmla="*/ 58196 h 768467"/>
              <a:gd name="connsiteX2581" fmla="*/ 337588 w 3415751"/>
              <a:gd name="connsiteY2581" fmla="*/ 57439 h 768467"/>
              <a:gd name="connsiteX2582" fmla="*/ 337758 w 3415751"/>
              <a:gd name="connsiteY2582" fmla="*/ 57420 h 768467"/>
              <a:gd name="connsiteX2583" fmla="*/ 344668 w 3415751"/>
              <a:gd name="connsiteY2583" fmla="*/ 54258 h 768467"/>
              <a:gd name="connsiteX2584" fmla="*/ 345955 w 3415751"/>
              <a:gd name="connsiteY2584" fmla="*/ 54523 h 768467"/>
              <a:gd name="connsiteX2585" fmla="*/ 346144 w 3415751"/>
              <a:gd name="connsiteY2585" fmla="*/ 56151 h 768467"/>
              <a:gd name="connsiteX2586" fmla="*/ 344175 w 3415751"/>
              <a:gd name="connsiteY2586" fmla="*/ 58082 h 768467"/>
              <a:gd name="connsiteX2587" fmla="*/ 342812 w 3415751"/>
              <a:gd name="connsiteY2587" fmla="*/ 57136 h 768467"/>
              <a:gd name="connsiteX2588" fmla="*/ 342812 w 3415751"/>
              <a:gd name="connsiteY2588" fmla="*/ 55167 h 768467"/>
              <a:gd name="connsiteX2589" fmla="*/ 344668 w 3415751"/>
              <a:gd name="connsiteY2589" fmla="*/ 54258 h 768467"/>
              <a:gd name="connsiteX2590" fmla="*/ 335694 w 3415751"/>
              <a:gd name="connsiteY2590" fmla="*/ 49261 h 768467"/>
              <a:gd name="connsiteX2591" fmla="*/ 337549 w 3415751"/>
              <a:gd name="connsiteY2591" fmla="*/ 50851 h 768467"/>
              <a:gd name="connsiteX2592" fmla="*/ 335391 w 3415751"/>
              <a:gd name="connsiteY2592" fmla="*/ 53539 h 768467"/>
              <a:gd name="connsiteX2593" fmla="*/ 334407 w 3415751"/>
              <a:gd name="connsiteY2593" fmla="*/ 53123 h 768467"/>
              <a:gd name="connsiteX2594" fmla="*/ 333877 w 3415751"/>
              <a:gd name="connsiteY2594" fmla="*/ 51040 h 768467"/>
              <a:gd name="connsiteX2595" fmla="*/ 335694 w 3415751"/>
              <a:gd name="connsiteY2595" fmla="*/ 49261 h 768467"/>
              <a:gd name="connsiteX2596" fmla="*/ 442090 w 3415751"/>
              <a:gd name="connsiteY2596" fmla="*/ 47708 h 768467"/>
              <a:gd name="connsiteX2597" fmla="*/ 439591 w 3415751"/>
              <a:gd name="connsiteY2597" fmla="*/ 48958 h 768467"/>
              <a:gd name="connsiteX2598" fmla="*/ 439212 w 3415751"/>
              <a:gd name="connsiteY2598" fmla="*/ 51343 h 768467"/>
              <a:gd name="connsiteX2599" fmla="*/ 439212 w 3415751"/>
              <a:gd name="connsiteY2599" fmla="*/ 53880 h 768467"/>
              <a:gd name="connsiteX2600" fmla="*/ 440121 w 3415751"/>
              <a:gd name="connsiteY2600" fmla="*/ 57287 h 768467"/>
              <a:gd name="connsiteX2601" fmla="*/ 440310 w 3415751"/>
              <a:gd name="connsiteY2601" fmla="*/ 60013 h 768467"/>
              <a:gd name="connsiteX2602" fmla="*/ 443112 w 3415751"/>
              <a:gd name="connsiteY2602" fmla="*/ 60506 h 768467"/>
              <a:gd name="connsiteX2603" fmla="*/ 445346 w 3415751"/>
              <a:gd name="connsiteY2603" fmla="*/ 60506 h 768467"/>
              <a:gd name="connsiteX2604" fmla="*/ 445346 w 3415751"/>
              <a:gd name="connsiteY2604" fmla="*/ 62588 h 768467"/>
              <a:gd name="connsiteX2605" fmla="*/ 444286 w 3415751"/>
              <a:gd name="connsiteY2605" fmla="*/ 64974 h 768467"/>
              <a:gd name="connsiteX2606" fmla="*/ 438114 w 3415751"/>
              <a:gd name="connsiteY2606" fmla="*/ 71334 h 768467"/>
              <a:gd name="connsiteX2607" fmla="*/ 431980 w 3415751"/>
              <a:gd name="connsiteY2607" fmla="*/ 72243 h 768467"/>
              <a:gd name="connsiteX2608" fmla="*/ 429860 w 3415751"/>
              <a:gd name="connsiteY2608" fmla="*/ 72243 h 768467"/>
              <a:gd name="connsiteX2609" fmla="*/ 424294 w 3415751"/>
              <a:gd name="connsiteY2609" fmla="*/ 72887 h 768467"/>
              <a:gd name="connsiteX2610" fmla="*/ 421909 w 3415751"/>
              <a:gd name="connsiteY2610" fmla="*/ 72054 h 768467"/>
              <a:gd name="connsiteX2611" fmla="*/ 417214 w 3415751"/>
              <a:gd name="connsiteY2611" fmla="*/ 73303 h 768467"/>
              <a:gd name="connsiteX2612" fmla="*/ 416797 w 3415751"/>
              <a:gd name="connsiteY2612" fmla="*/ 75954 h 768467"/>
              <a:gd name="connsiteX2613" fmla="*/ 416797 w 3415751"/>
              <a:gd name="connsiteY2613" fmla="*/ 75802 h 768467"/>
              <a:gd name="connsiteX2614" fmla="*/ 416040 w 3415751"/>
              <a:gd name="connsiteY2614" fmla="*/ 78150 h 768467"/>
              <a:gd name="connsiteX2615" fmla="*/ 418955 w 3415751"/>
              <a:gd name="connsiteY2615" fmla="*/ 82693 h 768467"/>
              <a:gd name="connsiteX2616" fmla="*/ 429822 w 3415751"/>
              <a:gd name="connsiteY2616" fmla="*/ 81406 h 768467"/>
              <a:gd name="connsiteX2617" fmla="*/ 438379 w 3415751"/>
              <a:gd name="connsiteY2617" fmla="*/ 81747 h 768467"/>
              <a:gd name="connsiteX2618" fmla="*/ 442960 w 3415751"/>
              <a:gd name="connsiteY2618" fmla="*/ 82996 h 768467"/>
              <a:gd name="connsiteX2619" fmla="*/ 447125 w 3415751"/>
              <a:gd name="connsiteY2619" fmla="*/ 83413 h 768467"/>
              <a:gd name="connsiteX2620" fmla="*/ 451404 w 3415751"/>
              <a:gd name="connsiteY2620" fmla="*/ 84132 h 768467"/>
              <a:gd name="connsiteX2621" fmla="*/ 455531 w 3415751"/>
              <a:gd name="connsiteY2621" fmla="*/ 85154 h 768467"/>
              <a:gd name="connsiteX2622" fmla="*/ 459961 w 3415751"/>
              <a:gd name="connsiteY2622" fmla="*/ 86669 h 768467"/>
              <a:gd name="connsiteX2623" fmla="*/ 462763 w 3415751"/>
              <a:gd name="connsiteY2623" fmla="*/ 87123 h 768467"/>
              <a:gd name="connsiteX2624" fmla="*/ 465338 w 3415751"/>
              <a:gd name="connsiteY2624" fmla="*/ 88259 h 768467"/>
              <a:gd name="connsiteX2625" fmla="*/ 467836 w 3415751"/>
              <a:gd name="connsiteY2625" fmla="*/ 88714 h 768467"/>
              <a:gd name="connsiteX2626" fmla="*/ 469427 w 3415751"/>
              <a:gd name="connsiteY2626" fmla="*/ 87729 h 768467"/>
              <a:gd name="connsiteX2627" fmla="*/ 470449 w 3415751"/>
              <a:gd name="connsiteY2627" fmla="*/ 86404 h 768467"/>
              <a:gd name="connsiteX2628" fmla="*/ 470449 w 3415751"/>
              <a:gd name="connsiteY2628" fmla="*/ 85419 h 768467"/>
              <a:gd name="connsiteX2629" fmla="*/ 470449 w 3415751"/>
              <a:gd name="connsiteY2629" fmla="*/ 84738 h 768467"/>
              <a:gd name="connsiteX2630" fmla="*/ 470449 w 3415751"/>
              <a:gd name="connsiteY2630" fmla="*/ 82958 h 768467"/>
              <a:gd name="connsiteX2631" fmla="*/ 468404 w 3415751"/>
              <a:gd name="connsiteY2631" fmla="*/ 80270 h 768467"/>
              <a:gd name="connsiteX2632" fmla="*/ 466738 w 3415751"/>
              <a:gd name="connsiteY2632" fmla="*/ 78718 h 768467"/>
              <a:gd name="connsiteX2633" fmla="*/ 464883 w 3415751"/>
              <a:gd name="connsiteY2633" fmla="*/ 77695 h 768467"/>
              <a:gd name="connsiteX2634" fmla="*/ 463028 w 3415751"/>
              <a:gd name="connsiteY2634" fmla="*/ 77430 h 768467"/>
              <a:gd name="connsiteX2635" fmla="*/ 460945 w 3415751"/>
              <a:gd name="connsiteY2635" fmla="*/ 77695 h 768467"/>
              <a:gd name="connsiteX2636" fmla="*/ 453600 w 3415751"/>
              <a:gd name="connsiteY2636" fmla="*/ 76067 h 768467"/>
              <a:gd name="connsiteX2637" fmla="*/ 454395 w 3415751"/>
              <a:gd name="connsiteY2637" fmla="*/ 71940 h 768467"/>
              <a:gd name="connsiteX2638" fmla="*/ 455077 w 3415751"/>
              <a:gd name="connsiteY2638" fmla="*/ 70464 h 768467"/>
              <a:gd name="connsiteX2639" fmla="*/ 455834 w 3415751"/>
              <a:gd name="connsiteY2639" fmla="*/ 69101 h 768467"/>
              <a:gd name="connsiteX2640" fmla="*/ 456743 w 3415751"/>
              <a:gd name="connsiteY2640" fmla="*/ 67813 h 768467"/>
              <a:gd name="connsiteX2641" fmla="*/ 457727 w 3415751"/>
              <a:gd name="connsiteY2641" fmla="*/ 66488 h 768467"/>
              <a:gd name="connsiteX2642" fmla="*/ 457727 w 3415751"/>
              <a:gd name="connsiteY2642" fmla="*/ 62929 h 768467"/>
              <a:gd name="connsiteX2643" fmla="*/ 462384 w 3415751"/>
              <a:gd name="connsiteY2643" fmla="*/ 61149 h 768467"/>
              <a:gd name="connsiteX2644" fmla="*/ 464694 w 3415751"/>
              <a:gd name="connsiteY2644" fmla="*/ 60316 h 768467"/>
              <a:gd name="connsiteX2645" fmla="*/ 467799 w 3415751"/>
              <a:gd name="connsiteY2645" fmla="*/ 58764 h 768467"/>
              <a:gd name="connsiteX2646" fmla="*/ 471812 w 3415751"/>
              <a:gd name="connsiteY2646" fmla="*/ 56568 h 768467"/>
              <a:gd name="connsiteX2647" fmla="*/ 471358 w 3415751"/>
              <a:gd name="connsiteY2647" fmla="*/ 55053 h 768467"/>
              <a:gd name="connsiteX2648" fmla="*/ 471358 w 3415751"/>
              <a:gd name="connsiteY2648" fmla="*/ 52971 h 768467"/>
              <a:gd name="connsiteX2649" fmla="*/ 469843 w 3415751"/>
              <a:gd name="connsiteY2649" fmla="*/ 50472 h 768467"/>
              <a:gd name="connsiteX2650" fmla="*/ 468632 w 3415751"/>
              <a:gd name="connsiteY2650" fmla="*/ 49336 h 768467"/>
              <a:gd name="connsiteX2651" fmla="*/ 466928 w 3415751"/>
              <a:gd name="connsiteY2651" fmla="*/ 49336 h 768467"/>
              <a:gd name="connsiteX2652" fmla="*/ 464997 w 3415751"/>
              <a:gd name="connsiteY2652" fmla="*/ 49109 h 768467"/>
              <a:gd name="connsiteX2653" fmla="*/ 457651 w 3415751"/>
              <a:gd name="connsiteY2653" fmla="*/ 50245 h 768467"/>
              <a:gd name="connsiteX2654" fmla="*/ 456478 w 3415751"/>
              <a:gd name="connsiteY2654" fmla="*/ 50245 h 768467"/>
              <a:gd name="connsiteX2655" fmla="*/ 454812 w 3415751"/>
              <a:gd name="connsiteY2655" fmla="*/ 50245 h 768467"/>
              <a:gd name="connsiteX2656" fmla="*/ 445573 w 3415751"/>
              <a:gd name="connsiteY2656" fmla="*/ 49525 h 768467"/>
              <a:gd name="connsiteX2657" fmla="*/ 442090 w 3415751"/>
              <a:gd name="connsiteY2657" fmla="*/ 47708 h 768467"/>
              <a:gd name="connsiteX2658" fmla="*/ 322140 w 3415751"/>
              <a:gd name="connsiteY2658" fmla="*/ 45095 h 768467"/>
              <a:gd name="connsiteX2659" fmla="*/ 319148 w 3415751"/>
              <a:gd name="connsiteY2659" fmla="*/ 45739 h 768467"/>
              <a:gd name="connsiteX2660" fmla="*/ 309228 w 3415751"/>
              <a:gd name="connsiteY2660" fmla="*/ 52327 h 768467"/>
              <a:gd name="connsiteX2661" fmla="*/ 306805 w 3415751"/>
              <a:gd name="connsiteY2661" fmla="*/ 52933 h 768467"/>
              <a:gd name="connsiteX2662" fmla="*/ 305101 w 3415751"/>
              <a:gd name="connsiteY2662" fmla="*/ 54334 h 768467"/>
              <a:gd name="connsiteX2663" fmla="*/ 304420 w 3415751"/>
              <a:gd name="connsiteY2663" fmla="*/ 55811 h 768467"/>
              <a:gd name="connsiteX2664" fmla="*/ 303360 w 3415751"/>
              <a:gd name="connsiteY2664" fmla="*/ 56682 h 768467"/>
              <a:gd name="connsiteX2665" fmla="*/ 304306 w 3415751"/>
              <a:gd name="connsiteY2665" fmla="*/ 59143 h 768467"/>
              <a:gd name="connsiteX2666" fmla="*/ 305518 w 3415751"/>
              <a:gd name="connsiteY2666" fmla="*/ 59711 h 768467"/>
              <a:gd name="connsiteX2667" fmla="*/ 307070 w 3415751"/>
              <a:gd name="connsiteY2667" fmla="*/ 60998 h 768467"/>
              <a:gd name="connsiteX2668" fmla="*/ 309304 w 3415751"/>
              <a:gd name="connsiteY2668" fmla="*/ 61490 h 768467"/>
              <a:gd name="connsiteX2669" fmla="*/ 311349 w 3415751"/>
              <a:gd name="connsiteY2669" fmla="*/ 62929 h 768467"/>
              <a:gd name="connsiteX2670" fmla="*/ 311349 w 3415751"/>
              <a:gd name="connsiteY2670" fmla="*/ 66715 h 768467"/>
              <a:gd name="connsiteX2671" fmla="*/ 309304 w 3415751"/>
              <a:gd name="connsiteY2671" fmla="*/ 68949 h 768467"/>
              <a:gd name="connsiteX2672" fmla="*/ 307600 w 3415751"/>
              <a:gd name="connsiteY2672" fmla="*/ 68949 h 768467"/>
              <a:gd name="connsiteX2673" fmla="*/ 305518 w 3415751"/>
              <a:gd name="connsiteY2673" fmla="*/ 71827 h 768467"/>
              <a:gd name="connsiteX2674" fmla="*/ 307411 w 3415751"/>
              <a:gd name="connsiteY2674" fmla="*/ 74326 h 768467"/>
              <a:gd name="connsiteX2675" fmla="*/ 308312 w 3415751"/>
              <a:gd name="connsiteY2675" fmla="*/ 75365 h 768467"/>
              <a:gd name="connsiteX2676" fmla="*/ 308963 w 3415751"/>
              <a:gd name="connsiteY2676" fmla="*/ 76597 h 768467"/>
              <a:gd name="connsiteX2677" fmla="*/ 308963 w 3415751"/>
              <a:gd name="connsiteY2677" fmla="*/ 78453 h 768467"/>
              <a:gd name="connsiteX2678" fmla="*/ 308963 w 3415751"/>
              <a:gd name="connsiteY2678" fmla="*/ 79892 h 768467"/>
              <a:gd name="connsiteX2679" fmla="*/ 307789 w 3415751"/>
              <a:gd name="connsiteY2679" fmla="*/ 81558 h 768467"/>
              <a:gd name="connsiteX2680" fmla="*/ 306048 w 3415751"/>
              <a:gd name="connsiteY2680" fmla="*/ 83261 h 768467"/>
              <a:gd name="connsiteX2681" fmla="*/ 303057 w 3415751"/>
              <a:gd name="connsiteY2681" fmla="*/ 87048 h 768467"/>
              <a:gd name="connsiteX2682" fmla="*/ 304155 w 3415751"/>
              <a:gd name="connsiteY2682" fmla="*/ 90455 h 768467"/>
              <a:gd name="connsiteX2683" fmla="*/ 305783 w 3415751"/>
              <a:gd name="connsiteY2683" fmla="*/ 92159 h 768467"/>
              <a:gd name="connsiteX2684" fmla="*/ 306957 w 3415751"/>
              <a:gd name="connsiteY2684" fmla="*/ 93939 h 768467"/>
              <a:gd name="connsiteX2685" fmla="*/ 309228 w 3415751"/>
              <a:gd name="connsiteY2685" fmla="*/ 94242 h 768467"/>
              <a:gd name="connsiteX2686" fmla="*/ 310781 w 3415751"/>
              <a:gd name="connsiteY2686" fmla="*/ 93977 h 768467"/>
              <a:gd name="connsiteX2687" fmla="*/ 314151 w 3415751"/>
              <a:gd name="connsiteY2687" fmla="*/ 90190 h 768467"/>
              <a:gd name="connsiteX2688" fmla="*/ 321496 w 3415751"/>
              <a:gd name="connsiteY2688" fmla="*/ 85117 h 768467"/>
              <a:gd name="connsiteX2689" fmla="*/ 325510 w 3415751"/>
              <a:gd name="connsiteY2689" fmla="*/ 78642 h 768467"/>
              <a:gd name="connsiteX2690" fmla="*/ 324714 w 3415751"/>
              <a:gd name="connsiteY2690" fmla="*/ 76825 h 768467"/>
              <a:gd name="connsiteX2691" fmla="*/ 322859 w 3415751"/>
              <a:gd name="connsiteY2691" fmla="*/ 75954 h 768467"/>
              <a:gd name="connsiteX2692" fmla="*/ 320966 w 3415751"/>
              <a:gd name="connsiteY2692" fmla="*/ 76219 h 768467"/>
              <a:gd name="connsiteX2693" fmla="*/ 320436 w 3415751"/>
              <a:gd name="connsiteY2693" fmla="*/ 74326 h 768467"/>
              <a:gd name="connsiteX2694" fmla="*/ 324828 w 3415751"/>
              <a:gd name="connsiteY2694" fmla="*/ 68798 h 768467"/>
              <a:gd name="connsiteX2695" fmla="*/ 325055 w 3415751"/>
              <a:gd name="connsiteY2695" fmla="*/ 67738 h 768467"/>
              <a:gd name="connsiteX2696" fmla="*/ 323654 w 3415751"/>
              <a:gd name="connsiteY2696" fmla="*/ 65390 h 768467"/>
              <a:gd name="connsiteX2697" fmla="*/ 322859 w 3415751"/>
              <a:gd name="connsiteY2697" fmla="*/ 63875 h 768467"/>
              <a:gd name="connsiteX2698" fmla="*/ 321155 w 3415751"/>
              <a:gd name="connsiteY2698" fmla="*/ 64178 h 768467"/>
              <a:gd name="connsiteX2699" fmla="*/ 320663 w 3415751"/>
              <a:gd name="connsiteY2699" fmla="*/ 61944 h 768467"/>
              <a:gd name="connsiteX2700" fmla="*/ 320474 w 3415751"/>
              <a:gd name="connsiteY2700" fmla="*/ 58650 h 768467"/>
              <a:gd name="connsiteX2701" fmla="*/ 322707 w 3415751"/>
              <a:gd name="connsiteY2701" fmla="*/ 55356 h 768467"/>
              <a:gd name="connsiteX2702" fmla="*/ 323995 w 3415751"/>
              <a:gd name="connsiteY2702" fmla="*/ 53047 h 768467"/>
              <a:gd name="connsiteX2703" fmla="*/ 324449 w 3415751"/>
              <a:gd name="connsiteY2703" fmla="*/ 50018 h 768467"/>
              <a:gd name="connsiteX2704" fmla="*/ 324449 w 3415751"/>
              <a:gd name="connsiteY2704" fmla="*/ 47367 h 768467"/>
              <a:gd name="connsiteX2705" fmla="*/ 322140 w 3415751"/>
              <a:gd name="connsiteY2705" fmla="*/ 45095 h 768467"/>
              <a:gd name="connsiteX2706" fmla="*/ 347318 w 3415751"/>
              <a:gd name="connsiteY2706" fmla="*/ 44489 h 768467"/>
              <a:gd name="connsiteX2707" fmla="*/ 347772 w 3415751"/>
              <a:gd name="connsiteY2707" fmla="*/ 46345 h 768467"/>
              <a:gd name="connsiteX2708" fmla="*/ 346334 w 3415751"/>
              <a:gd name="connsiteY2708" fmla="*/ 49109 h 768467"/>
              <a:gd name="connsiteX2709" fmla="*/ 343683 w 3415751"/>
              <a:gd name="connsiteY2709" fmla="*/ 49336 h 768467"/>
              <a:gd name="connsiteX2710" fmla="*/ 342661 w 3415751"/>
              <a:gd name="connsiteY2710" fmla="*/ 47102 h 768467"/>
              <a:gd name="connsiteX2711" fmla="*/ 347318 w 3415751"/>
              <a:gd name="connsiteY2711" fmla="*/ 44489 h 768467"/>
              <a:gd name="connsiteX2712" fmla="*/ 349249 w 3415751"/>
              <a:gd name="connsiteY2712" fmla="*/ 36955 h 768467"/>
              <a:gd name="connsiteX2713" fmla="*/ 340049 w 3415751"/>
              <a:gd name="connsiteY2713" fmla="*/ 41423 h 768467"/>
              <a:gd name="connsiteX2714" fmla="*/ 336906 w 3415751"/>
              <a:gd name="connsiteY2714" fmla="*/ 42180 h 768467"/>
              <a:gd name="connsiteX2715" fmla="*/ 333120 w 3415751"/>
              <a:gd name="connsiteY2715" fmla="*/ 44414 h 768467"/>
              <a:gd name="connsiteX2716" fmla="*/ 330848 w 3415751"/>
              <a:gd name="connsiteY2716" fmla="*/ 45512 h 768467"/>
              <a:gd name="connsiteX2717" fmla="*/ 329069 w 3415751"/>
              <a:gd name="connsiteY2717" fmla="*/ 45966 h 768467"/>
              <a:gd name="connsiteX2718" fmla="*/ 326986 w 3415751"/>
              <a:gd name="connsiteY2718" fmla="*/ 45058 h 768467"/>
              <a:gd name="connsiteX2719" fmla="*/ 325926 w 3415751"/>
              <a:gd name="connsiteY2719" fmla="*/ 48314 h 768467"/>
              <a:gd name="connsiteX2720" fmla="*/ 325926 w 3415751"/>
              <a:gd name="connsiteY2720" fmla="*/ 51456 h 768467"/>
              <a:gd name="connsiteX2721" fmla="*/ 325812 w 3415751"/>
              <a:gd name="connsiteY2721" fmla="*/ 51305 h 768467"/>
              <a:gd name="connsiteX2722" fmla="*/ 325926 w 3415751"/>
              <a:gd name="connsiteY2722" fmla="*/ 53387 h 768467"/>
              <a:gd name="connsiteX2723" fmla="*/ 326948 w 3415751"/>
              <a:gd name="connsiteY2723" fmla="*/ 55621 h 768467"/>
              <a:gd name="connsiteX2724" fmla="*/ 328273 w 3415751"/>
              <a:gd name="connsiteY2724" fmla="*/ 60998 h 768467"/>
              <a:gd name="connsiteX2725" fmla="*/ 327592 w 3415751"/>
              <a:gd name="connsiteY2725" fmla="*/ 64519 h 768467"/>
              <a:gd name="connsiteX2726" fmla="*/ 328501 w 3415751"/>
              <a:gd name="connsiteY2726" fmla="*/ 66677 h 768467"/>
              <a:gd name="connsiteX2727" fmla="*/ 329864 w 3415751"/>
              <a:gd name="connsiteY2727" fmla="*/ 68533 h 768467"/>
              <a:gd name="connsiteX2728" fmla="*/ 330507 w 3415751"/>
              <a:gd name="connsiteY2728" fmla="*/ 69858 h 768467"/>
              <a:gd name="connsiteX2729" fmla="*/ 331227 w 3415751"/>
              <a:gd name="connsiteY2729" fmla="*/ 70691 h 768467"/>
              <a:gd name="connsiteX2730" fmla="*/ 332476 w 3415751"/>
              <a:gd name="connsiteY2730" fmla="*/ 70691 h 768467"/>
              <a:gd name="connsiteX2731" fmla="*/ 333915 w 3415751"/>
              <a:gd name="connsiteY2731" fmla="*/ 70161 h 768467"/>
              <a:gd name="connsiteX2732" fmla="*/ 335468 w 3415751"/>
              <a:gd name="connsiteY2732" fmla="*/ 69441 h 768467"/>
              <a:gd name="connsiteX2733" fmla="*/ 336755 w 3415751"/>
              <a:gd name="connsiteY2733" fmla="*/ 69441 h 768467"/>
              <a:gd name="connsiteX2734" fmla="*/ 336755 w 3415751"/>
              <a:gd name="connsiteY2734" fmla="*/ 71562 h 768467"/>
              <a:gd name="connsiteX2735" fmla="*/ 335922 w 3415751"/>
              <a:gd name="connsiteY2735" fmla="*/ 72508 h 768467"/>
              <a:gd name="connsiteX2736" fmla="*/ 334937 w 3415751"/>
              <a:gd name="connsiteY2736" fmla="*/ 72698 h 768467"/>
              <a:gd name="connsiteX2737" fmla="*/ 333877 w 3415751"/>
              <a:gd name="connsiteY2737" fmla="*/ 73038 h 768467"/>
              <a:gd name="connsiteX2738" fmla="*/ 332855 w 3415751"/>
              <a:gd name="connsiteY2738" fmla="*/ 72849 h 768467"/>
              <a:gd name="connsiteX2739" fmla="*/ 332060 w 3415751"/>
              <a:gd name="connsiteY2739" fmla="*/ 74288 h 768467"/>
              <a:gd name="connsiteX2740" fmla="*/ 332060 w 3415751"/>
              <a:gd name="connsiteY2740" fmla="*/ 76067 h 768467"/>
              <a:gd name="connsiteX2741" fmla="*/ 332060 w 3415751"/>
              <a:gd name="connsiteY2741" fmla="*/ 77544 h 768467"/>
              <a:gd name="connsiteX2742" fmla="*/ 333650 w 3415751"/>
              <a:gd name="connsiteY2742" fmla="*/ 78074 h 768467"/>
              <a:gd name="connsiteX2743" fmla="*/ 335430 w 3415751"/>
              <a:gd name="connsiteY2743" fmla="*/ 78074 h 768467"/>
              <a:gd name="connsiteX2744" fmla="*/ 336300 w 3415751"/>
              <a:gd name="connsiteY2744" fmla="*/ 79210 h 768467"/>
              <a:gd name="connsiteX2745" fmla="*/ 332249 w 3415751"/>
              <a:gd name="connsiteY2745" fmla="*/ 81709 h 768467"/>
              <a:gd name="connsiteX2746" fmla="*/ 329031 w 3415751"/>
              <a:gd name="connsiteY2746" fmla="*/ 83337 h 768467"/>
              <a:gd name="connsiteX2747" fmla="*/ 327781 w 3415751"/>
              <a:gd name="connsiteY2747" fmla="*/ 82958 h 768467"/>
              <a:gd name="connsiteX2748" fmla="*/ 326948 w 3415751"/>
              <a:gd name="connsiteY2748" fmla="*/ 83829 h 768467"/>
              <a:gd name="connsiteX2749" fmla="*/ 326380 w 3415751"/>
              <a:gd name="connsiteY2749" fmla="*/ 85722 h 768467"/>
              <a:gd name="connsiteX2750" fmla="*/ 326380 w 3415751"/>
              <a:gd name="connsiteY2750" fmla="*/ 87275 h 768467"/>
              <a:gd name="connsiteX2751" fmla="*/ 327403 w 3415751"/>
              <a:gd name="connsiteY2751" fmla="*/ 90531 h 768467"/>
              <a:gd name="connsiteX2752" fmla="*/ 330091 w 3415751"/>
              <a:gd name="connsiteY2752" fmla="*/ 91478 h 768467"/>
              <a:gd name="connsiteX2753" fmla="*/ 333877 w 3415751"/>
              <a:gd name="connsiteY2753" fmla="*/ 89736 h 768467"/>
              <a:gd name="connsiteX2754" fmla="*/ 337663 w 3415751"/>
              <a:gd name="connsiteY2754" fmla="*/ 88789 h 768467"/>
              <a:gd name="connsiteX2755" fmla="*/ 341450 w 3415751"/>
              <a:gd name="connsiteY2755" fmla="*/ 87540 h 768467"/>
              <a:gd name="connsiteX2756" fmla="*/ 344441 w 3415751"/>
              <a:gd name="connsiteY2756" fmla="*/ 86593 h 768467"/>
              <a:gd name="connsiteX2757" fmla="*/ 347129 w 3415751"/>
              <a:gd name="connsiteY2757" fmla="*/ 85950 h 768467"/>
              <a:gd name="connsiteX2758" fmla="*/ 350272 w 3415751"/>
              <a:gd name="connsiteY2758" fmla="*/ 85685 h 768467"/>
              <a:gd name="connsiteX2759" fmla="*/ 355951 w 3415751"/>
              <a:gd name="connsiteY2759" fmla="*/ 84662 h 768467"/>
              <a:gd name="connsiteX2760" fmla="*/ 359548 w 3415751"/>
              <a:gd name="connsiteY2760" fmla="*/ 84662 h 768467"/>
              <a:gd name="connsiteX2761" fmla="*/ 362577 w 3415751"/>
              <a:gd name="connsiteY2761" fmla="*/ 78642 h 768467"/>
              <a:gd name="connsiteX2762" fmla="*/ 360003 w 3415751"/>
              <a:gd name="connsiteY2762" fmla="*/ 75537 h 768467"/>
              <a:gd name="connsiteX2763" fmla="*/ 357428 w 3415751"/>
              <a:gd name="connsiteY2763" fmla="*/ 75954 h 768467"/>
              <a:gd name="connsiteX2764" fmla="*/ 354512 w 3415751"/>
              <a:gd name="connsiteY2764" fmla="*/ 76976 h 768467"/>
              <a:gd name="connsiteX2765" fmla="*/ 352089 w 3415751"/>
              <a:gd name="connsiteY2765" fmla="*/ 77203 h 768467"/>
              <a:gd name="connsiteX2766" fmla="*/ 348984 w 3415751"/>
              <a:gd name="connsiteY2766" fmla="*/ 78263 h 768467"/>
              <a:gd name="connsiteX2767" fmla="*/ 347697 w 3415751"/>
              <a:gd name="connsiteY2767" fmla="*/ 77506 h 768467"/>
              <a:gd name="connsiteX2768" fmla="*/ 348227 w 3415751"/>
              <a:gd name="connsiteY2768" fmla="*/ 75992 h 768467"/>
              <a:gd name="connsiteX2769" fmla="*/ 350537 w 3415751"/>
              <a:gd name="connsiteY2769" fmla="*/ 74780 h 768467"/>
              <a:gd name="connsiteX2770" fmla="*/ 352392 w 3415751"/>
              <a:gd name="connsiteY2770" fmla="*/ 73000 h 768467"/>
              <a:gd name="connsiteX2771" fmla="*/ 352619 w 3415751"/>
              <a:gd name="connsiteY2771" fmla="*/ 71751 h 768467"/>
              <a:gd name="connsiteX2772" fmla="*/ 351597 w 3415751"/>
              <a:gd name="connsiteY2772" fmla="*/ 68873 h 768467"/>
              <a:gd name="connsiteX2773" fmla="*/ 350499 w 3415751"/>
              <a:gd name="connsiteY2773" fmla="*/ 67965 h 768467"/>
              <a:gd name="connsiteX2774" fmla="*/ 348076 w 3415751"/>
              <a:gd name="connsiteY2774" fmla="*/ 67548 h 768467"/>
              <a:gd name="connsiteX2775" fmla="*/ 346523 w 3415751"/>
              <a:gd name="connsiteY2775" fmla="*/ 68570 h 768467"/>
              <a:gd name="connsiteX2776" fmla="*/ 344479 w 3415751"/>
              <a:gd name="connsiteY2776" fmla="*/ 69214 h 768467"/>
              <a:gd name="connsiteX2777" fmla="*/ 344176 w 3415751"/>
              <a:gd name="connsiteY2777" fmla="*/ 67094 h 768467"/>
              <a:gd name="connsiteX2778" fmla="*/ 346789 w 3415751"/>
              <a:gd name="connsiteY2778" fmla="*/ 65882 h 768467"/>
              <a:gd name="connsiteX2779" fmla="*/ 348568 w 3415751"/>
              <a:gd name="connsiteY2779" fmla="*/ 65011 h 768467"/>
              <a:gd name="connsiteX2780" fmla="*/ 350348 w 3415751"/>
              <a:gd name="connsiteY2780" fmla="*/ 64708 h 768467"/>
              <a:gd name="connsiteX2781" fmla="*/ 351559 w 3415751"/>
              <a:gd name="connsiteY2781" fmla="*/ 63080 h 768467"/>
              <a:gd name="connsiteX2782" fmla="*/ 354626 w 3415751"/>
              <a:gd name="connsiteY2782" fmla="*/ 53425 h 768467"/>
              <a:gd name="connsiteX2783" fmla="*/ 356254 w 3415751"/>
              <a:gd name="connsiteY2783" fmla="*/ 50926 h 768467"/>
              <a:gd name="connsiteX2784" fmla="*/ 357769 w 3415751"/>
              <a:gd name="connsiteY2784" fmla="*/ 46837 h 768467"/>
              <a:gd name="connsiteX2785" fmla="*/ 357996 w 3415751"/>
              <a:gd name="connsiteY2785" fmla="*/ 44376 h 768467"/>
              <a:gd name="connsiteX2786" fmla="*/ 358867 w 3415751"/>
              <a:gd name="connsiteY2786" fmla="*/ 41650 h 768467"/>
              <a:gd name="connsiteX2787" fmla="*/ 356936 w 3415751"/>
              <a:gd name="connsiteY2787" fmla="*/ 38848 h 768467"/>
              <a:gd name="connsiteX2788" fmla="*/ 355951 w 3415751"/>
              <a:gd name="connsiteY2788" fmla="*/ 37182 h 768467"/>
              <a:gd name="connsiteX2789" fmla="*/ 351597 w 3415751"/>
              <a:gd name="connsiteY2789" fmla="*/ 37485 h 768467"/>
              <a:gd name="connsiteX2790" fmla="*/ 349249 w 3415751"/>
              <a:gd name="connsiteY2790" fmla="*/ 36955 h 768467"/>
              <a:gd name="connsiteX2791" fmla="*/ 384235 w 3415751"/>
              <a:gd name="connsiteY2791" fmla="*/ 13631 h 768467"/>
              <a:gd name="connsiteX2792" fmla="*/ 754687 w 3415751"/>
              <a:gd name="connsiteY2792" fmla="*/ 384234 h 768467"/>
              <a:gd name="connsiteX2793" fmla="*/ 754687 w 3415751"/>
              <a:gd name="connsiteY2793" fmla="*/ 384385 h 768467"/>
              <a:gd name="connsiteX2794" fmla="*/ 383932 w 3415751"/>
              <a:gd name="connsiteY2794" fmla="*/ 754837 h 768467"/>
              <a:gd name="connsiteX2795" fmla="*/ 13480 w 3415751"/>
              <a:gd name="connsiteY2795" fmla="*/ 384082 h 768467"/>
              <a:gd name="connsiteX2796" fmla="*/ 384235 w 3415751"/>
              <a:gd name="connsiteY2796" fmla="*/ 13631 h 768467"/>
              <a:gd name="connsiteX2797" fmla="*/ 384234 w 3415751"/>
              <a:gd name="connsiteY2797" fmla="*/ 8595 h 768467"/>
              <a:gd name="connsiteX2798" fmla="*/ 8595 w 3415751"/>
              <a:gd name="connsiteY2798" fmla="*/ 384234 h 768467"/>
              <a:gd name="connsiteX2799" fmla="*/ 384234 w 3415751"/>
              <a:gd name="connsiteY2799" fmla="*/ 759872 h 768467"/>
              <a:gd name="connsiteX2800" fmla="*/ 759873 w 3415751"/>
              <a:gd name="connsiteY2800" fmla="*/ 384234 h 768467"/>
              <a:gd name="connsiteX2801" fmla="*/ 384234 w 3415751"/>
              <a:gd name="connsiteY2801" fmla="*/ 8595 h 768467"/>
              <a:gd name="connsiteX2802" fmla="*/ 384234 w 3415751"/>
              <a:gd name="connsiteY2802" fmla="*/ 0 h 768467"/>
              <a:gd name="connsiteX2803" fmla="*/ 768468 w 3415751"/>
              <a:gd name="connsiteY2803" fmla="*/ 384234 h 768467"/>
              <a:gd name="connsiteX2804" fmla="*/ 384234 w 3415751"/>
              <a:gd name="connsiteY2804" fmla="*/ 768467 h 768467"/>
              <a:gd name="connsiteX2805" fmla="*/ 0 w 3415751"/>
              <a:gd name="connsiteY2805" fmla="*/ 384234 h 768467"/>
              <a:gd name="connsiteX2806" fmla="*/ 384234 w 3415751"/>
              <a:gd name="connsiteY2806" fmla="*/ 0 h 768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</a:cxnLst>
            <a:rect l="l" t="t" r="r" b="b"/>
            <a:pathLst>
              <a:path w="3415751" h="768467">
                <a:moveTo>
                  <a:pt x="449510" y="694142"/>
                </a:moveTo>
                <a:cubicBezTo>
                  <a:pt x="451835" y="696660"/>
                  <a:pt x="453327" y="699833"/>
                  <a:pt x="453789" y="703229"/>
                </a:cubicBezTo>
                <a:cubicBezTo>
                  <a:pt x="454610" y="706470"/>
                  <a:pt x="454398" y="709885"/>
                  <a:pt x="453183" y="712998"/>
                </a:cubicBezTo>
                <a:cubicBezTo>
                  <a:pt x="452834" y="713713"/>
                  <a:pt x="452388" y="714380"/>
                  <a:pt x="451858" y="714974"/>
                </a:cubicBezTo>
                <a:cubicBezTo>
                  <a:pt x="448677" y="718526"/>
                  <a:pt x="443217" y="718829"/>
                  <a:pt x="439666" y="715648"/>
                </a:cubicBezTo>
                <a:cubicBezTo>
                  <a:pt x="437371" y="713202"/>
                  <a:pt x="435891" y="710109"/>
                  <a:pt x="435425" y="706788"/>
                </a:cubicBezTo>
                <a:cubicBezTo>
                  <a:pt x="434588" y="703460"/>
                  <a:pt x="434800" y="699958"/>
                  <a:pt x="436031" y="696755"/>
                </a:cubicBezTo>
                <a:cubicBezTo>
                  <a:pt x="436409" y="695944"/>
                  <a:pt x="436913" y="695198"/>
                  <a:pt x="437523" y="694547"/>
                </a:cubicBezTo>
                <a:cubicBezTo>
                  <a:pt x="440722" y="691124"/>
                  <a:pt x="446087" y="690943"/>
                  <a:pt x="449510" y="694142"/>
                </a:cubicBezTo>
                <a:close/>
                <a:moveTo>
                  <a:pt x="398017" y="691681"/>
                </a:moveTo>
                <a:lnTo>
                  <a:pt x="372687" y="692136"/>
                </a:lnTo>
                <a:lnTo>
                  <a:pt x="373368" y="729544"/>
                </a:lnTo>
                <a:lnTo>
                  <a:pt x="398812" y="729052"/>
                </a:lnTo>
                <a:lnTo>
                  <a:pt x="398812" y="725720"/>
                </a:lnTo>
                <a:lnTo>
                  <a:pt x="398812" y="722426"/>
                </a:lnTo>
                <a:lnTo>
                  <a:pt x="379881" y="722767"/>
                </a:lnTo>
                <a:lnTo>
                  <a:pt x="379881" y="713036"/>
                </a:lnTo>
                <a:lnTo>
                  <a:pt x="396692" y="712733"/>
                </a:lnTo>
                <a:lnTo>
                  <a:pt x="396692" y="709515"/>
                </a:lnTo>
                <a:lnTo>
                  <a:pt x="396692" y="706296"/>
                </a:lnTo>
                <a:lnTo>
                  <a:pt x="379881" y="706599"/>
                </a:lnTo>
                <a:lnTo>
                  <a:pt x="379881" y="698648"/>
                </a:lnTo>
                <a:lnTo>
                  <a:pt x="398017" y="698345"/>
                </a:lnTo>
                <a:lnTo>
                  <a:pt x="398017" y="695013"/>
                </a:lnTo>
                <a:close/>
                <a:moveTo>
                  <a:pt x="335922" y="688804"/>
                </a:moveTo>
                <a:lnTo>
                  <a:pt x="335505" y="692098"/>
                </a:lnTo>
                <a:lnTo>
                  <a:pt x="335127" y="695392"/>
                </a:lnTo>
                <a:lnTo>
                  <a:pt x="345425" y="696641"/>
                </a:lnTo>
                <a:lnTo>
                  <a:pt x="341639" y="727159"/>
                </a:lnTo>
                <a:lnTo>
                  <a:pt x="345425" y="727613"/>
                </a:lnTo>
                <a:lnTo>
                  <a:pt x="348947" y="728030"/>
                </a:lnTo>
                <a:lnTo>
                  <a:pt x="352733" y="697512"/>
                </a:lnTo>
                <a:lnTo>
                  <a:pt x="363070" y="698799"/>
                </a:lnTo>
                <a:lnTo>
                  <a:pt x="363448" y="695468"/>
                </a:lnTo>
                <a:lnTo>
                  <a:pt x="363675" y="692211"/>
                </a:lnTo>
                <a:close/>
                <a:moveTo>
                  <a:pt x="440152" y="685793"/>
                </a:moveTo>
                <a:cubicBezTo>
                  <a:pt x="436119" y="686802"/>
                  <a:pt x="432471" y="689349"/>
                  <a:pt x="430163" y="693196"/>
                </a:cubicBezTo>
                <a:cubicBezTo>
                  <a:pt x="427853" y="697894"/>
                  <a:pt x="427278" y="703260"/>
                  <a:pt x="428535" y="708341"/>
                </a:cubicBezTo>
                <a:cubicBezTo>
                  <a:pt x="429250" y="713433"/>
                  <a:pt x="431779" y="718098"/>
                  <a:pt x="435653" y="721479"/>
                </a:cubicBezTo>
                <a:cubicBezTo>
                  <a:pt x="436005" y="721737"/>
                  <a:pt x="436369" y="721983"/>
                  <a:pt x="436740" y="722214"/>
                </a:cubicBezTo>
                <a:cubicBezTo>
                  <a:pt x="444464" y="726981"/>
                  <a:pt x="454588" y="724584"/>
                  <a:pt x="459355" y="716860"/>
                </a:cubicBezTo>
                <a:cubicBezTo>
                  <a:pt x="461684" y="712275"/>
                  <a:pt x="462263" y="707001"/>
                  <a:pt x="460983" y="702018"/>
                </a:cubicBezTo>
                <a:cubicBezTo>
                  <a:pt x="460290" y="696831"/>
                  <a:pt x="457765" y="692064"/>
                  <a:pt x="453865" y="688576"/>
                </a:cubicBezTo>
                <a:cubicBezTo>
                  <a:pt x="453411" y="688232"/>
                  <a:pt x="452937" y="687914"/>
                  <a:pt x="452449" y="687622"/>
                </a:cubicBezTo>
                <a:cubicBezTo>
                  <a:pt x="448602" y="685315"/>
                  <a:pt x="444185" y="684785"/>
                  <a:pt x="440152" y="685793"/>
                </a:cubicBezTo>
                <a:close/>
                <a:moveTo>
                  <a:pt x="300936" y="680777"/>
                </a:moveTo>
                <a:lnTo>
                  <a:pt x="295295" y="703494"/>
                </a:lnTo>
                <a:cubicBezTo>
                  <a:pt x="294011" y="707390"/>
                  <a:pt x="294212" y="711627"/>
                  <a:pt x="295863" y="715383"/>
                </a:cubicBezTo>
                <a:cubicBezTo>
                  <a:pt x="297938" y="718659"/>
                  <a:pt x="301315" y="720889"/>
                  <a:pt x="305139" y="721517"/>
                </a:cubicBezTo>
                <a:cubicBezTo>
                  <a:pt x="308819" y="722812"/>
                  <a:pt x="312875" y="722494"/>
                  <a:pt x="316309" y="720646"/>
                </a:cubicBezTo>
                <a:cubicBezTo>
                  <a:pt x="319508" y="718011"/>
                  <a:pt x="321625" y="714293"/>
                  <a:pt x="322253" y="710196"/>
                </a:cubicBezTo>
                <a:lnTo>
                  <a:pt x="327743" y="687478"/>
                </a:lnTo>
                <a:lnTo>
                  <a:pt x="324260" y="686608"/>
                </a:lnTo>
                <a:lnTo>
                  <a:pt x="320777" y="685775"/>
                </a:lnTo>
                <a:lnTo>
                  <a:pt x="315059" y="708492"/>
                </a:lnTo>
                <a:cubicBezTo>
                  <a:pt x="314726" y="710658"/>
                  <a:pt x="313673" y="712646"/>
                  <a:pt x="312068" y="714134"/>
                </a:cubicBezTo>
                <a:cubicBezTo>
                  <a:pt x="310429" y="715134"/>
                  <a:pt x="308418" y="715330"/>
                  <a:pt x="306616" y="714664"/>
                </a:cubicBezTo>
                <a:cubicBezTo>
                  <a:pt x="304745" y="714346"/>
                  <a:pt x="303129" y="713187"/>
                  <a:pt x="302224" y="711521"/>
                </a:cubicBezTo>
                <a:cubicBezTo>
                  <a:pt x="301501" y="709488"/>
                  <a:pt x="301501" y="707269"/>
                  <a:pt x="302224" y="705236"/>
                </a:cubicBezTo>
                <a:lnTo>
                  <a:pt x="307903" y="682518"/>
                </a:lnTo>
                <a:lnTo>
                  <a:pt x="304420" y="681648"/>
                </a:lnTo>
                <a:close/>
                <a:moveTo>
                  <a:pt x="490933" y="673356"/>
                </a:moveTo>
                <a:lnTo>
                  <a:pt x="467647" y="680928"/>
                </a:lnTo>
                <a:lnTo>
                  <a:pt x="479006" y="716481"/>
                </a:lnTo>
                <a:lnTo>
                  <a:pt x="482452" y="715346"/>
                </a:lnTo>
                <a:lnTo>
                  <a:pt x="485859" y="714247"/>
                </a:lnTo>
                <a:lnTo>
                  <a:pt x="481126" y="699216"/>
                </a:lnTo>
                <a:lnTo>
                  <a:pt x="495476" y="694559"/>
                </a:lnTo>
                <a:lnTo>
                  <a:pt x="494492" y="691492"/>
                </a:lnTo>
                <a:lnTo>
                  <a:pt x="493470" y="688425"/>
                </a:lnTo>
                <a:lnTo>
                  <a:pt x="479157" y="693082"/>
                </a:lnTo>
                <a:lnTo>
                  <a:pt x="476545" y="685017"/>
                </a:lnTo>
                <a:lnTo>
                  <a:pt x="492978" y="679679"/>
                </a:lnTo>
                <a:lnTo>
                  <a:pt x="491955" y="676498"/>
                </a:lnTo>
                <a:close/>
                <a:moveTo>
                  <a:pt x="266595" y="669077"/>
                </a:moveTo>
                <a:lnTo>
                  <a:pt x="265497" y="672220"/>
                </a:lnTo>
                <a:lnTo>
                  <a:pt x="264436" y="675362"/>
                </a:lnTo>
                <a:lnTo>
                  <a:pt x="274243" y="678732"/>
                </a:lnTo>
                <a:lnTo>
                  <a:pt x="264247" y="707811"/>
                </a:lnTo>
                <a:lnTo>
                  <a:pt x="267655" y="708985"/>
                </a:lnTo>
                <a:lnTo>
                  <a:pt x="271025" y="710158"/>
                </a:lnTo>
                <a:lnTo>
                  <a:pt x="281020" y="681080"/>
                </a:lnTo>
                <a:lnTo>
                  <a:pt x="290865" y="684449"/>
                </a:lnTo>
                <a:lnTo>
                  <a:pt x="291963" y="681307"/>
                </a:lnTo>
                <a:lnTo>
                  <a:pt x="293099" y="678202"/>
                </a:lnTo>
                <a:close/>
                <a:moveTo>
                  <a:pt x="253002" y="662413"/>
                </a:moveTo>
                <a:lnTo>
                  <a:pt x="237213" y="696300"/>
                </a:lnTo>
                <a:lnTo>
                  <a:pt x="240469" y="697815"/>
                </a:lnTo>
                <a:lnTo>
                  <a:pt x="243687" y="699329"/>
                </a:lnTo>
                <a:lnTo>
                  <a:pt x="259514" y="665442"/>
                </a:lnTo>
                <a:lnTo>
                  <a:pt x="256220" y="663928"/>
                </a:lnTo>
                <a:close/>
                <a:moveTo>
                  <a:pt x="536633" y="651206"/>
                </a:moveTo>
                <a:lnTo>
                  <a:pt x="511947" y="664306"/>
                </a:lnTo>
                <a:lnTo>
                  <a:pt x="513499" y="667260"/>
                </a:lnTo>
                <a:lnTo>
                  <a:pt x="515052" y="670175"/>
                </a:lnTo>
                <a:lnTo>
                  <a:pt x="524215" y="665291"/>
                </a:lnTo>
                <a:lnTo>
                  <a:pt x="538678" y="692438"/>
                </a:lnTo>
                <a:lnTo>
                  <a:pt x="541859" y="690772"/>
                </a:lnTo>
                <a:lnTo>
                  <a:pt x="545001" y="689069"/>
                </a:lnTo>
                <a:lnTo>
                  <a:pt x="530575" y="661921"/>
                </a:lnTo>
                <a:lnTo>
                  <a:pt x="539738" y="657037"/>
                </a:lnTo>
                <a:lnTo>
                  <a:pt x="538186" y="654121"/>
                </a:lnTo>
                <a:close/>
                <a:moveTo>
                  <a:pt x="220818" y="644920"/>
                </a:moveTo>
                <a:lnTo>
                  <a:pt x="219342" y="648025"/>
                </a:lnTo>
                <a:lnTo>
                  <a:pt x="217751" y="650941"/>
                </a:lnTo>
                <a:lnTo>
                  <a:pt x="226839" y="655976"/>
                </a:lnTo>
                <a:lnTo>
                  <a:pt x="211920" y="682859"/>
                </a:lnTo>
                <a:lnTo>
                  <a:pt x="215063" y="684601"/>
                </a:lnTo>
                <a:lnTo>
                  <a:pt x="218206" y="686343"/>
                </a:lnTo>
                <a:lnTo>
                  <a:pt x="232972" y="659233"/>
                </a:lnTo>
                <a:lnTo>
                  <a:pt x="242059" y="664268"/>
                </a:lnTo>
                <a:lnTo>
                  <a:pt x="243650" y="661391"/>
                </a:lnTo>
                <a:lnTo>
                  <a:pt x="245278" y="658475"/>
                </a:lnTo>
                <a:close/>
                <a:moveTo>
                  <a:pt x="455910" y="639468"/>
                </a:moveTo>
                <a:lnTo>
                  <a:pt x="455910" y="639582"/>
                </a:lnTo>
                <a:cubicBezTo>
                  <a:pt x="457386" y="639582"/>
                  <a:pt x="457613" y="641021"/>
                  <a:pt x="457386" y="642800"/>
                </a:cubicBezTo>
                <a:cubicBezTo>
                  <a:pt x="457159" y="644580"/>
                  <a:pt x="457235" y="652342"/>
                  <a:pt x="455872" y="652342"/>
                </a:cubicBezTo>
                <a:cubicBezTo>
                  <a:pt x="454509" y="652342"/>
                  <a:pt x="454963" y="646170"/>
                  <a:pt x="454963" y="643255"/>
                </a:cubicBezTo>
                <a:cubicBezTo>
                  <a:pt x="454963" y="640339"/>
                  <a:pt x="454963" y="639468"/>
                  <a:pt x="455910" y="639468"/>
                </a:cubicBezTo>
                <a:close/>
                <a:moveTo>
                  <a:pt x="391959" y="639468"/>
                </a:moveTo>
                <a:lnTo>
                  <a:pt x="391959" y="639582"/>
                </a:lnTo>
                <a:cubicBezTo>
                  <a:pt x="393435" y="639582"/>
                  <a:pt x="393662" y="641021"/>
                  <a:pt x="393435" y="642800"/>
                </a:cubicBezTo>
                <a:cubicBezTo>
                  <a:pt x="393208" y="644580"/>
                  <a:pt x="393284" y="652342"/>
                  <a:pt x="391921" y="652342"/>
                </a:cubicBezTo>
                <a:cubicBezTo>
                  <a:pt x="390558" y="652342"/>
                  <a:pt x="391012" y="646170"/>
                  <a:pt x="391012" y="643255"/>
                </a:cubicBezTo>
                <a:cubicBezTo>
                  <a:pt x="391012" y="640339"/>
                  <a:pt x="391012" y="639468"/>
                  <a:pt x="391959" y="639468"/>
                </a:cubicBezTo>
                <a:close/>
                <a:moveTo>
                  <a:pt x="316081" y="639089"/>
                </a:moveTo>
                <a:cubicBezTo>
                  <a:pt x="316081" y="639089"/>
                  <a:pt x="317671" y="638370"/>
                  <a:pt x="318125" y="639392"/>
                </a:cubicBezTo>
                <a:cubicBezTo>
                  <a:pt x="318459" y="643474"/>
                  <a:pt x="318546" y="647571"/>
                  <a:pt x="318391" y="651660"/>
                </a:cubicBezTo>
                <a:cubicBezTo>
                  <a:pt x="318391" y="652606"/>
                  <a:pt x="316535" y="652985"/>
                  <a:pt x="316081" y="651660"/>
                </a:cubicBezTo>
                <a:cubicBezTo>
                  <a:pt x="315854" y="647499"/>
                  <a:pt x="315854" y="643326"/>
                  <a:pt x="316081" y="639165"/>
                </a:cubicBezTo>
                <a:close/>
                <a:moveTo>
                  <a:pt x="445308" y="638900"/>
                </a:moveTo>
                <a:cubicBezTo>
                  <a:pt x="446254" y="638900"/>
                  <a:pt x="446708" y="640907"/>
                  <a:pt x="446708" y="642687"/>
                </a:cubicBezTo>
                <a:cubicBezTo>
                  <a:pt x="446708" y="644466"/>
                  <a:pt x="446633" y="652039"/>
                  <a:pt x="445497" y="652039"/>
                </a:cubicBezTo>
                <a:cubicBezTo>
                  <a:pt x="444361" y="652039"/>
                  <a:pt x="443717" y="645791"/>
                  <a:pt x="443717" y="642989"/>
                </a:cubicBezTo>
                <a:cubicBezTo>
                  <a:pt x="443717" y="640188"/>
                  <a:pt x="443717" y="639014"/>
                  <a:pt x="445308" y="639014"/>
                </a:cubicBezTo>
                <a:close/>
                <a:moveTo>
                  <a:pt x="381357" y="638900"/>
                </a:moveTo>
                <a:cubicBezTo>
                  <a:pt x="382303" y="638900"/>
                  <a:pt x="382758" y="641059"/>
                  <a:pt x="382758" y="642687"/>
                </a:cubicBezTo>
                <a:cubicBezTo>
                  <a:pt x="382758" y="644315"/>
                  <a:pt x="382720" y="652228"/>
                  <a:pt x="381584" y="652228"/>
                </a:cubicBezTo>
                <a:cubicBezTo>
                  <a:pt x="380448" y="652228"/>
                  <a:pt x="379766" y="645791"/>
                  <a:pt x="379766" y="642989"/>
                </a:cubicBezTo>
                <a:cubicBezTo>
                  <a:pt x="379766" y="640188"/>
                  <a:pt x="379766" y="639014"/>
                  <a:pt x="381357" y="639014"/>
                </a:cubicBezTo>
                <a:close/>
                <a:moveTo>
                  <a:pt x="327212" y="638219"/>
                </a:moveTo>
                <a:cubicBezTo>
                  <a:pt x="328613" y="638067"/>
                  <a:pt x="328273" y="641665"/>
                  <a:pt x="328273" y="642687"/>
                </a:cubicBezTo>
                <a:cubicBezTo>
                  <a:pt x="328273" y="643709"/>
                  <a:pt x="328348" y="651585"/>
                  <a:pt x="327212" y="651585"/>
                </a:cubicBezTo>
                <a:cubicBezTo>
                  <a:pt x="326077" y="651585"/>
                  <a:pt x="326077" y="644883"/>
                  <a:pt x="326077" y="642687"/>
                </a:cubicBezTo>
                <a:cubicBezTo>
                  <a:pt x="326077" y="640491"/>
                  <a:pt x="325849" y="638219"/>
                  <a:pt x="327212" y="638219"/>
                </a:cubicBezTo>
                <a:close/>
                <a:moveTo>
                  <a:pt x="947831" y="638164"/>
                </a:moveTo>
                <a:lnTo>
                  <a:pt x="947965" y="664431"/>
                </a:lnTo>
                <a:lnTo>
                  <a:pt x="971064" y="664431"/>
                </a:lnTo>
                <a:cubicBezTo>
                  <a:pt x="975108" y="664781"/>
                  <a:pt x="979128" y="663550"/>
                  <a:pt x="982285" y="661000"/>
                </a:cubicBezTo>
                <a:cubicBezTo>
                  <a:pt x="984905" y="658130"/>
                  <a:pt x="986239" y="654316"/>
                  <a:pt x="985981" y="650440"/>
                </a:cubicBezTo>
                <a:cubicBezTo>
                  <a:pt x="986224" y="646930"/>
                  <a:pt x="984808" y="643509"/>
                  <a:pt x="982152" y="641199"/>
                </a:cubicBezTo>
                <a:cubicBezTo>
                  <a:pt x="978794" y="638885"/>
                  <a:pt x="974734" y="637811"/>
                  <a:pt x="970669" y="638164"/>
                </a:cubicBezTo>
                <a:close/>
                <a:moveTo>
                  <a:pt x="321003" y="637348"/>
                </a:moveTo>
                <a:lnTo>
                  <a:pt x="321012" y="637603"/>
                </a:lnTo>
                <a:lnTo>
                  <a:pt x="321003" y="637613"/>
                </a:lnTo>
                <a:close/>
                <a:moveTo>
                  <a:pt x="321624" y="636852"/>
                </a:moveTo>
                <a:cubicBezTo>
                  <a:pt x="322321" y="636428"/>
                  <a:pt x="323229" y="636652"/>
                  <a:pt x="323653" y="637348"/>
                </a:cubicBezTo>
                <a:cubicBezTo>
                  <a:pt x="324108" y="637954"/>
                  <a:pt x="324108" y="651623"/>
                  <a:pt x="324108" y="652493"/>
                </a:cubicBezTo>
                <a:cubicBezTo>
                  <a:pt x="324108" y="653364"/>
                  <a:pt x="321950" y="653213"/>
                  <a:pt x="321495" y="652493"/>
                </a:cubicBezTo>
                <a:lnTo>
                  <a:pt x="321012" y="637603"/>
                </a:lnTo>
                <a:close/>
                <a:moveTo>
                  <a:pt x="451063" y="636287"/>
                </a:moveTo>
                <a:cubicBezTo>
                  <a:pt x="452994" y="636287"/>
                  <a:pt x="452426" y="639051"/>
                  <a:pt x="452426" y="641967"/>
                </a:cubicBezTo>
                <a:cubicBezTo>
                  <a:pt x="452426" y="644882"/>
                  <a:pt x="452918" y="652985"/>
                  <a:pt x="450835" y="652985"/>
                </a:cubicBezTo>
                <a:cubicBezTo>
                  <a:pt x="448753" y="652985"/>
                  <a:pt x="449207" y="644466"/>
                  <a:pt x="449207" y="641815"/>
                </a:cubicBezTo>
                <a:cubicBezTo>
                  <a:pt x="449207" y="639165"/>
                  <a:pt x="448753" y="636287"/>
                  <a:pt x="451063" y="636287"/>
                </a:cubicBezTo>
                <a:close/>
                <a:moveTo>
                  <a:pt x="387112" y="636287"/>
                </a:moveTo>
                <a:cubicBezTo>
                  <a:pt x="389080" y="636287"/>
                  <a:pt x="388475" y="639051"/>
                  <a:pt x="388475" y="641967"/>
                </a:cubicBezTo>
                <a:cubicBezTo>
                  <a:pt x="388475" y="644882"/>
                  <a:pt x="388967" y="652985"/>
                  <a:pt x="386884" y="652985"/>
                </a:cubicBezTo>
                <a:cubicBezTo>
                  <a:pt x="384802" y="652985"/>
                  <a:pt x="385256" y="644466"/>
                  <a:pt x="385256" y="641815"/>
                </a:cubicBezTo>
                <a:cubicBezTo>
                  <a:pt x="385256" y="639165"/>
                  <a:pt x="384802" y="636287"/>
                  <a:pt x="387112" y="636287"/>
                </a:cubicBezTo>
                <a:close/>
                <a:moveTo>
                  <a:pt x="284920" y="635114"/>
                </a:moveTo>
                <a:lnTo>
                  <a:pt x="285149" y="635324"/>
                </a:lnTo>
                <a:lnTo>
                  <a:pt x="284806" y="635266"/>
                </a:lnTo>
                <a:close/>
                <a:moveTo>
                  <a:pt x="565447" y="633069"/>
                </a:moveTo>
                <a:lnTo>
                  <a:pt x="544206" y="646851"/>
                </a:lnTo>
                <a:lnTo>
                  <a:pt x="564576" y="678202"/>
                </a:lnTo>
                <a:lnTo>
                  <a:pt x="586386" y="663890"/>
                </a:lnTo>
                <a:lnTo>
                  <a:pt x="584568" y="661088"/>
                </a:lnTo>
                <a:lnTo>
                  <a:pt x="582788" y="658324"/>
                </a:lnTo>
                <a:lnTo>
                  <a:pt x="566924" y="668623"/>
                </a:lnTo>
                <a:lnTo>
                  <a:pt x="561585" y="660482"/>
                </a:lnTo>
                <a:lnTo>
                  <a:pt x="575822" y="651395"/>
                </a:lnTo>
                <a:lnTo>
                  <a:pt x="574080" y="648669"/>
                </a:lnTo>
                <a:lnTo>
                  <a:pt x="572338" y="645981"/>
                </a:lnTo>
                <a:lnTo>
                  <a:pt x="558215" y="655143"/>
                </a:lnTo>
                <a:lnTo>
                  <a:pt x="553899" y="648480"/>
                </a:lnTo>
                <a:lnTo>
                  <a:pt x="569044" y="638635"/>
                </a:lnTo>
                <a:lnTo>
                  <a:pt x="567265" y="635833"/>
                </a:lnTo>
                <a:close/>
                <a:moveTo>
                  <a:pt x="194503" y="629283"/>
                </a:moveTo>
                <a:cubicBezTo>
                  <a:pt x="191247" y="629616"/>
                  <a:pt x="188317" y="631396"/>
                  <a:pt x="186514" y="634129"/>
                </a:cubicBezTo>
                <a:cubicBezTo>
                  <a:pt x="184746" y="636151"/>
                  <a:pt x="184008" y="638874"/>
                  <a:pt x="184508" y="641513"/>
                </a:cubicBezTo>
                <a:cubicBezTo>
                  <a:pt x="185927" y="645212"/>
                  <a:pt x="188078" y="648586"/>
                  <a:pt x="190831" y="651433"/>
                </a:cubicBezTo>
                <a:cubicBezTo>
                  <a:pt x="192273" y="652909"/>
                  <a:pt x="193455" y="654628"/>
                  <a:pt x="194314" y="656506"/>
                </a:cubicBezTo>
                <a:cubicBezTo>
                  <a:pt x="194681" y="657661"/>
                  <a:pt x="194424" y="658922"/>
                  <a:pt x="193633" y="659838"/>
                </a:cubicBezTo>
                <a:cubicBezTo>
                  <a:pt x="192837" y="660974"/>
                  <a:pt x="191486" y="661584"/>
                  <a:pt x="190111" y="661429"/>
                </a:cubicBezTo>
                <a:cubicBezTo>
                  <a:pt x="188249" y="661179"/>
                  <a:pt x="186492" y="660422"/>
                  <a:pt x="185038" y="659233"/>
                </a:cubicBezTo>
                <a:cubicBezTo>
                  <a:pt x="183451" y="658233"/>
                  <a:pt x="182289" y="656684"/>
                  <a:pt x="181781" y="654878"/>
                </a:cubicBezTo>
                <a:cubicBezTo>
                  <a:pt x="181399" y="653175"/>
                  <a:pt x="181789" y="651387"/>
                  <a:pt x="182842" y="649994"/>
                </a:cubicBezTo>
                <a:lnTo>
                  <a:pt x="177238" y="645943"/>
                </a:lnTo>
                <a:cubicBezTo>
                  <a:pt x="175133" y="648760"/>
                  <a:pt x="174296" y="652326"/>
                  <a:pt x="174928" y="655787"/>
                </a:cubicBezTo>
                <a:cubicBezTo>
                  <a:pt x="175886" y="659361"/>
                  <a:pt x="178143" y="662451"/>
                  <a:pt x="181251" y="664458"/>
                </a:cubicBezTo>
                <a:cubicBezTo>
                  <a:pt x="184137" y="666779"/>
                  <a:pt x="187734" y="668036"/>
                  <a:pt x="191436" y="668017"/>
                </a:cubicBezTo>
                <a:cubicBezTo>
                  <a:pt x="194666" y="667839"/>
                  <a:pt x="197623" y="666158"/>
                  <a:pt x="199426" y="663473"/>
                </a:cubicBezTo>
                <a:cubicBezTo>
                  <a:pt x="201239" y="661387"/>
                  <a:pt x="202114" y="658650"/>
                  <a:pt x="201849" y="655901"/>
                </a:cubicBezTo>
                <a:cubicBezTo>
                  <a:pt x="200736" y="652391"/>
                  <a:pt x="198805" y="649195"/>
                  <a:pt x="196207" y="646586"/>
                </a:cubicBezTo>
                <a:cubicBezTo>
                  <a:pt x="194583" y="644841"/>
                  <a:pt x="193174" y="642910"/>
                  <a:pt x="192005" y="640831"/>
                </a:cubicBezTo>
                <a:cubicBezTo>
                  <a:pt x="191459" y="639869"/>
                  <a:pt x="191550" y="638673"/>
                  <a:pt x="192232" y="637802"/>
                </a:cubicBezTo>
                <a:cubicBezTo>
                  <a:pt x="192989" y="636647"/>
                  <a:pt x="194227" y="635898"/>
                  <a:pt x="195601" y="635758"/>
                </a:cubicBezTo>
                <a:cubicBezTo>
                  <a:pt x="197143" y="635712"/>
                  <a:pt x="198649" y="636223"/>
                  <a:pt x="199842" y="637196"/>
                </a:cubicBezTo>
                <a:cubicBezTo>
                  <a:pt x="201376" y="638207"/>
                  <a:pt x="202515" y="639718"/>
                  <a:pt x="203060" y="641475"/>
                </a:cubicBezTo>
                <a:cubicBezTo>
                  <a:pt x="203522" y="643069"/>
                  <a:pt x="203261" y="644788"/>
                  <a:pt x="202341" y="646170"/>
                </a:cubicBezTo>
                <a:lnTo>
                  <a:pt x="207983" y="650297"/>
                </a:lnTo>
                <a:lnTo>
                  <a:pt x="207983" y="650221"/>
                </a:lnTo>
                <a:cubicBezTo>
                  <a:pt x="209887" y="647431"/>
                  <a:pt x="210610" y="644000"/>
                  <a:pt x="209989" y="640680"/>
                </a:cubicBezTo>
                <a:cubicBezTo>
                  <a:pt x="209206" y="637318"/>
                  <a:pt x="207176" y="634383"/>
                  <a:pt x="204310" y="632463"/>
                </a:cubicBezTo>
                <a:cubicBezTo>
                  <a:pt x="201550" y="630218"/>
                  <a:pt x="198055" y="629086"/>
                  <a:pt x="194503" y="629283"/>
                </a:cubicBezTo>
                <a:close/>
                <a:moveTo>
                  <a:pt x="594261" y="612472"/>
                </a:moveTo>
                <a:cubicBezTo>
                  <a:pt x="590543" y="612400"/>
                  <a:pt x="586938" y="613755"/>
                  <a:pt x="584189" y="616258"/>
                </a:cubicBezTo>
                <a:cubicBezTo>
                  <a:pt x="580695" y="618977"/>
                  <a:pt x="578699" y="623191"/>
                  <a:pt x="578813" y="627617"/>
                </a:cubicBezTo>
                <a:cubicBezTo>
                  <a:pt x="579180" y="632804"/>
                  <a:pt x="581319" y="637711"/>
                  <a:pt x="584871" y="641513"/>
                </a:cubicBezTo>
                <a:cubicBezTo>
                  <a:pt x="587945" y="645594"/>
                  <a:pt x="592353" y="648476"/>
                  <a:pt x="597328" y="649653"/>
                </a:cubicBezTo>
                <a:cubicBezTo>
                  <a:pt x="605718" y="650944"/>
                  <a:pt x="613575" y="645204"/>
                  <a:pt x="614896" y="636818"/>
                </a:cubicBezTo>
                <a:lnTo>
                  <a:pt x="614821" y="636742"/>
                </a:lnTo>
                <a:cubicBezTo>
                  <a:pt x="615086" y="632922"/>
                  <a:pt x="613973" y="629132"/>
                  <a:pt x="611678" y="626065"/>
                </a:cubicBezTo>
                <a:lnTo>
                  <a:pt x="606150" y="630684"/>
                </a:lnTo>
                <a:cubicBezTo>
                  <a:pt x="607358" y="632320"/>
                  <a:pt x="607937" y="634334"/>
                  <a:pt x="607778" y="636363"/>
                </a:cubicBezTo>
                <a:cubicBezTo>
                  <a:pt x="607725" y="636791"/>
                  <a:pt x="607634" y="637215"/>
                  <a:pt x="607506" y="637628"/>
                </a:cubicBezTo>
                <a:cubicBezTo>
                  <a:pt x="606283" y="641626"/>
                  <a:pt x="602046" y="643875"/>
                  <a:pt x="598047" y="642649"/>
                </a:cubicBezTo>
                <a:cubicBezTo>
                  <a:pt x="595018" y="641501"/>
                  <a:pt x="592391" y="639502"/>
                  <a:pt x="590475" y="636894"/>
                </a:cubicBezTo>
                <a:cubicBezTo>
                  <a:pt x="588165" y="634448"/>
                  <a:pt x="586613" y="631381"/>
                  <a:pt x="586007" y="628071"/>
                </a:cubicBezTo>
                <a:cubicBezTo>
                  <a:pt x="585617" y="625538"/>
                  <a:pt x="586598" y="622990"/>
                  <a:pt x="588582" y="621370"/>
                </a:cubicBezTo>
                <a:cubicBezTo>
                  <a:pt x="589990" y="620090"/>
                  <a:pt x="591826" y="619386"/>
                  <a:pt x="593731" y="619401"/>
                </a:cubicBezTo>
                <a:cubicBezTo>
                  <a:pt x="595582" y="619442"/>
                  <a:pt x="597351" y="620203"/>
                  <a:pt x="598653" y="621521"/>
                </a:cubicBezTo>
                <a:lnTo>
                  <a:pt x="604181" y="616902"/>
                </a:lnTo>
                <a:cubicBezTo>
                  <a:pt x="601557" y="614221"/>
                  <a:pt x="598009" y="612638"/>
                  <a:pt x="594261" y="612472"/>
                </a:cubicBezTo>
                <a:close/>
                <a:moveTo>
                  <a:pt x="396766" y="611310"/>
                </a:moveTo>
                <a:lnTo>
                  <a:pt x="396842" y="611310"/>
                </a:lnTo>
                <a:lnTo>
                  <a:pt x="396842" y="621419"/>
                </a:lnTo>
                <a:lnTo>
                  <a:pt x="388247" y="621419"/>
                </a:lnTo>
                <a:close/>
                <a:moveTo>
                  <a:pt x="370869" y="609254"/>
                </a:moveTo>
                <a:cubicBezTo>
                  <a:pt x="374731" y="609254"/>
                  <a:pt x="376283" y="611488"/>
                  <a:pt x="376283" y="614025"/>
                </a:cubicBezTo>
                <a:cubicBezTo>
                  <a:pt x="376310" y="614316"/>
                  <a:pt x="376306" y="614608"/>
                  <a:pt x="376275" y="614899"/>
                </a:cubicBezTo>
                <a:cubicBezTo>
                  <a:pt x="376018" y="617478"/>
                  <a:pt x="373712" y="619359"/>
                  <a:pt x="371134" y="619098"/>
                </a:cubicBezTo>
                <a:cubicBezTo>
                  <a:pt x="368900" y="619098"/>
                  <a:pt x="365719" y="618568"/>
                  <a:pt x="365719" y="614252"/>
                </a:cubicBezTo>
                <a:cubicBezTo>
                  <a:pt x="365712" y="614070"/>
                  <a:pt x="365715" y="613888"/>
                  <a:pt x="365727" y="613707"/>
                </a:cubicBezTo>
                <a:cubicBezTo>
                  <a:pt x="365920" y="611056"/>
                  <a:pt x="368218" y="609065"/>
                  <a:pt x="370869" y="609254"/>
                </a:cubicBezTo>
                <a:close/>
                <a:moveTo>
                  <a:pt x="417478" y="609253"/>
                </a:moveTo>
                <a:cubicBezTo>
                  <a:pt x="421491" y="609253"/>
                  <a:pt x="423082" y="612585"/>
                  <a:pt x="423082" y="618189"/>
                </a:cubicBezTo>
                <a:cubicBezTo>
                  <a:pt x="423082" y="623793"/>
                  <a:pt x="421340" y="627125"/>
                  <a:pt x="417478" y="627125"/>
                </a:cubicBezTo>
                <a:cubicBezTo>
                  <a:pt x="413616" y="627125"/>
                  <a:pt x="411874" y="623755"/>
                  <a:pt x="411874" y="618189"/>
                </a:cubicBezTo>
                <a:cubicBezTo>
                  <a:pt x="411874" y="612623"/>
                  <a:pt x="413692" y="609253"/>
                  <a:pt x="417478" y="609253"/>
                </a:cubicBezTo>
                <a:close/>
                <a:moveTo>
                  <a:pt x="369816" y="606951"/>
                </a:moveTo>
                <a:cubicBezTo>
                  <a:pt x="365632" y="606989"/>
                  <a:pt x="362274" y="610408"/>
                  <a:pt x="362311" y="614592"/>
                </a:cubicBezTo>
                <a:cubicBezTo>
                  <a:pt x="362319" y="614763"/>
                  <a:pt x="362330" y="614933"/>
                  <a:pt x="362349" y="615099"/>
                </a:cubicBezTo>
                <a:cubicBezTo>
                  <a:pt x="362815" y="619257"/>
                  <a:pt x="366560" y="622252"/>
                  <a:pt x="370717" y="621786"/>
                </a:cubicBezTo>
                <a:cubicBezTo>
                  <a:pt x="373072" y="621956"/>
                  <a:pt x="375363" y="620968"/>
                  <a:pt x="376851" y="619136"/>
                </a:cubicBezTo>
                <a:cubicBezTo>
                  <a:pt x="376018" y="624929"/>
                  <a:pt x="374200" y="627466"/>
                  <a:pt x="370414" y="627466"/>
                </a:cubicBezTo>
                <a:cubicBezTo>
                  <a:pt x="370153" y="627515"/>
                  <a:pt x="369888" y="627537"/>
                  <a:pt x="369627" y="627534"/>
                </a:cubicBezTo>
                <a:cubicBezTo>
                  <a:pt x="367533" y="627496"/>
                  <a:pt x="365871" y="625769"/>
                  <a:pt x="365908" y="623679"/>
                </a:cubicBezTo>
                <a:lnTo>
                  <a:pt x="362539" y="623679"/>
                </a:lnTo>
                <a:cubicBezTo>
                  <a:pt x="362539" y="625875"/>
                  <a:pt x="364242" y="629662"/>
                  <a:pt x="370490" y="629662"/>
                </a:cubicBezTo>
                <a:lnTo>
                  <a:pt x="370490" y="629775"/>
                </a:lnTo>
                <a:cubicBezTo>
                  <a:pt x="379842" y="629775"/>
                  <a:pt x="380221" y="619476"/>
                  <a:pt x="380296" y="617356"/>
                </a:cubicBezTo>
                <a:cubicBezTo>
                  <a:pt x="380296" y="613759"/>
                  <a:pt x="379426" y="607019"/>
                  <a:pt x="370906" y="607019"/>
                </a:cubicBezTo>
                <a:cubicBezTo>
                  <a:pt x="370543" y="606970"/>
                  <a:pt x="370179" y="606948"/>
                  <a:pt x="369816" y="606951"/>
                </a:cubicBezTo>
                <a:close/>
                <a:moveTo>
                  <a:pt x="417478" y="606906"/>
                </a:moveTo>
                <a:cubicBezTo>
                  <a:pt x="409792" y="606906"/>
                  <a:pt x="408315" y="613721"/>
                  <a:pt x="408315" y="618265"/>
                </a:cubicBezTo>
                <a:cubicBezTo>
                  <a:pt x="408315" y="622808"/>
                  <a:pt x="409905" y="629624"/>
                  <a:pt x="417478" y="629624"/>
                </a:cubicBezTo>
                <a:lnTo>
                  <a:pt x="417478" y="629775"/>
                </a:lnTo>
                <a:cubicBezTo>
                  <a:pt x="425278" y="629775"/>
                  <a:pt x="426641" y="622808"/>
                  <a:pt x="426641" y="618265"/>
                </a:cubicBezTo>
                <a:cubicBezTo>
                  <a:pt x="426641" y="613721"/>
                  <a:pt x="425164" y="606906"/>
                  <a:pt x="417478" y="606906"/>
                </a:cubicBezTo>
                <a:close/>
                <a:moveTo>
                  <a:pt x="397070" y="606755"/>
                </a:moveTo>
                <a:lnTo>
                  <a:pt x="384840" y="620877"/>
                </a:lnTo>
                <a:lnTo>
                  <a:pt x="384840" y="623603"/>
                </a:lnTo>
                <a:lnTo>
                  <a:pt x="396502" y="623603"/>
                </a:lnTo>
                <a:lnTo>
                  <a:pt x="396502" y="629056"/>
                </a:lnTo>
                <a:lnTo>
                  <a:pt x="399871" y="629056"/>
                </a:lnTo>
                <a:lnTo>
                  <a:pt x="399871" y="623603"/>
                </a:lnTo>
                <a:lnTo>
                  <a:pt x="403658" y="623603"/>
                </a:lnTo>
                <a:lnTo>
                  <a:pt x="403658" y="621218"/>
                </a:lnTo>
                <a:lnTo>
                  <a:pt x="399871" y="621218"/>
                </a:lnTo>
                <a:lnTo>
                  <a:pt x="399871" y="606755"/>
                </a:lnTo>
                <a:close/>
                <a:moveTo>
                  <a:pt x="348567" y="606603"/>
                </a:moveTo>
                <a:cubicBezTo>
                  <a:pt x="347507" y="610238"/>
                  <a:pt x="345690" y="610617"/>
                  <a:pt x="341373" y="610844"/>
                </a:cubicBezTo>
                <a:lnTo>
                  <a:pt x="341373" y="613229"/>
                </a:lnTo>
                <a:lnTo>
                  <a:pt x="347621" y="613229"/>
                </a:lnTo>
                <a:lnTo>
                  <a:pt x="347621" y="629056"/>
                </a:lnTo>
                <a:lnTo>
                  <a:pt x="351180" y="629056"/>
                </a:lnTo>
                <a:lnTo>
                  <a:pt x="351180" y="606603"/>
                </a:lnTo>
                <a:close/>
                <a:moveTo>
                  <a:pt x="164364" y="600129"/>
                </a:moveTo>
                <a:lnTo>
                  <a:pt x="138845" y="627466"/>
                </a:lnTo>
                <a:lnTo>
                  <a:pt x="141306" y="629775"/>
                </a:lnTo>
                <a:lnTo>
                  <a:pt x="143767" y="632199"/>
                </a:lnTo>
                <a:lnTo>
                  <a:pt x="162131" y="612472"/>
                </a:lnTo>
                <a:lnTo>
                  <a:pt x="154142" y="641891"/>
                </a:lnTo>
                <a:lnTo>
                  <a:pt x="156754" y="644315"/>
                </a:lnTo>
                <a:lnTo>
                  <a:pt x="159367" y="646624"/>
                </a:lnTo>
                <a:lnTo>
                  <a:pt x="184848" y="619249"/>
                </a:lnTo>
                <a:lnTo>
                  <a:pt x="182387" y="616978"/>
                </a:lnTo>
                <a:lnTo>
                  <a:pt x="179964" y="614706"/>
                </a:lnTo>
                <a:lnTo>
                  <a:pt x="162055" y="633902"/>
                </a:lnTo>
                <a:lnTo>
                  <a:pt x="169855" y="605278"/>
                </a:lnTo>
                <a:lnTo>
                  <a:pt x="167091" y="602703"/>
                </a:lnTo>
                <a:close/>
                <a:moveTo>
                  <a:pt x="947831" y="599751"/>
                </a:moveTo>
                <a:lnTo>
                  <a:pt x="947965" y="621531"/>
                </a:lnTo>
                <a:lnTo>
                  <a:pt x="969745" y="621531"/>
                </a:lnTo>
                <a:cubicBezTo>
                  <a:pt x="973531" y="621772"/>
                  <a:pt x="977292" y="620751"/>
                  <a:pt x="980437" y="618628"/>
                </a:cubicBezTo>
                <a:cubicBezTo>
                  <a:pt x="982848" y="616343"/>
                  <a:pt x="984108" y="613097"/>
                  <a:pt x="983869" y="609783"/>
                </a:cubicBezTo>
                <a:cubicBezTo>
                  <a:pt x="984055" y="606798"/>
                  <a:pt x="982650" y="603936"/>
                  <a:pt x="980173" y="602260"/>
                </a:cubicBezTo>
                <a:cubicBezTo>
                  <a:pt x="976760" y="600339"/>
                  <a:pt x="972857" y="599467"/>
                  <a:pt x="968952" y="599751"/>
                </a:cubicBezTo>
                <a:close/>
                <a:moveTo>
                  <a:pt x="3171282" y="596985"/>
                </a:moveTo>
                <a:cubicBezTo>
                  <a:pt x="3165609" y="596089"/>
                  <a:pt x="3159595" y="597357"/>
                  <a:pt x="3154583" y="601001"/>
                </a:cubicBezTo>
                <a:cubicBezTo>
                  <a:pt x="3152682" y="602382"/>
                  <a:pt x="3151010" y="604054"/>
                  <a:pt x="3149629" y="605954"/>
                </a:cubicBezTo>
                <a:cubicBezTo>
                  <a:pt x="3144709" y="613842"/>
                  <a:pt x="3142399" y="623080"/>
                  <a:pt x="3143028" y="632354"/>
                </a:cubicBezTo>
                <a:cubicBezTo>
                  <a:pt x="3142566" y="641180"/>
                  <a:pt x="3144824" y="649933"/>
                  <a:pt x="3149497" y="657435"/>
                </a:cubicBezTo>
                <a:cubicBezTo>
                  <a:pt x="3156980" y="667495"/>
                  <a:pt x="3171203" y="669583"/>
                  <a:pt x="3181265" y="662100"/>
                </a:cubicBezTo>
                <a:cubicBezTo>
                  <a:pt x="3183037" y="660779"/>
                  <a:pt x="3184609" y="659209"/>
                  <a:pt x="3185928" y="657435"/>
                </a:cubicBezTo>
                <a:lnTo>
                  <a:pt x="3185929" y="657435"/>
                </a:lnTo>
                <a:cubicBezTo>
                  <a:pt x="3190704" y="649974"/>
                  <a:pt x="3193014" y="641200"/>
                  <a:pt x="3192529" y="632354"/>
                </a:cubicBezTo>
                <a:cubicBezTo>
                  <a:pt x="3193159" y="623080"/>
                  <a:pt x="3190849" y="613842"/>
                  <a:pt x="3185929" y="605954"/>
                </a:cubicBezTo>
                <a:cubicBezTo>
                  <a:pt x="3182285" y="600942"/>
                  <a:pt x="3176955" y="597882"/>
                  <a:pt x="3171282" y="596985"/>
                </a:cubicBezTo>
                <a:close/>
                <a:moveTo>
                  <a:pt x="2985046" y="596979"/>
                </a:moveTo>
                <a:cubicBezTo>
                  <a:pt x="2979337" y="596094"/>
                  <a:pt x="2973291" y="597388"/>
                  <a:pt x="2968260" y="601069"/>
                </a:cubicBezTo>
                <a:cubicBezTo>
                  <a:pt x="2966391" y="602436"/>
                  <a:pt x="2964742" y="604086"/>
                  <a:pt x="2963374" y="605955"/>
                </a:cubicBezTo>
                <a:cubicBezTo>
                  <a:pt x="2958500" y="613859"/>
                  <a:pt x="2956237" y="623095"/>
                  <a:pt x="2956906" y="632356"/>
                </a:cubicBezTo>
                <a:cubicBezTo>
                  <a:pt x="2956382" y="641188"/>
                  <a:pt x="2958644" y="649960"/>
                  <a:pt x="2963374" y="657437"/>
                </a:cubicBezTo>
                <a:cubicBezTo>
                  <a:pt x="2970859" y="667497"/>
                  <a:pt x="2985082" y="669585"/>
                  <a:pt x="2995142" y="662100"/>
                </a:cubicBezTo>
                <a:cubicBezTo>
                  <a:pt x="2996916" y="660781"/>
                  <a:pt x="2998487" y="659209"/>
                  <a:pt x="2999807" y="657437"/>
                </a:cubicBezTo>
                <a:cubicBezTo>
                  <a:pt x="3004537" y="649960"/>
                  <a:pt x="3006798" y="641186"/>
                  <a:pt x="3006274" y="632356"/>
                </a:cubicBezTo>
                <a:cubicBezTo>
                  <a:pt x="3006944" y="623095"/>
                  <a:pt x="3004681" y="613859"/>
                  <a:pt x="2999807" y="605955"/>
                </a:cubicBezTo>
                <a:cubicBezTo>
                  <a:pt x="2996126" y="600925"/>
                  <a:pt x="2990755" y="597863"/>
                  <a:pt x="2985046" y="596979"/>
                </a:cubicBezTo>
                <a:close/>
                <a:moveTo>
                  <a:pt x="2296654" y="596979"/>
                </a:moveTo>
                <a:cubicBezTo>
                  <a:pt x="2290945" y="596094"/>
                  <a:pt x="2284899" y="597388"/>
                  <a:pt x="2279868" y="601069"/>
                </a:cubicBezTo>
                <a:cubicBezTo>
                  <a:pt x="2277999" y="602436"/>
                  <a:pt x="2276350" y="604086"/>
                  <a:pt x="2274982" y="605955"/>
                </a:cubicBezTo>
                <a:cubicBezTo>
                  <a:pt x="2270108" y="613859"/>
                  <a:pt x="2267845" y="623095"/>
                  <a:pt x="2268514" y="632356"/>
                </a:cubicBezTo>
                <a:cubicBezTo>
                  <a:pt x="2267990" y="641188"/>
                  <a:pt x="2270252" y="649960"/>
                  <a:pt x="2274982" y="657437"/>
                </a:cubicBezTo>
                <a:cubicBezTo>
                  <a:pt x="2282467" y="667497"/>
                  <a:pt x="2296690" y="669585"/>
                  <a:pt x="2306750" y="662100"/>
                </a:cubicBezTo>
                <a:cubicBezTo>
                  <a:pt x="2308524" y="660781"/>
                  <a:pt x="2310095" y="659209"/>
                  <a:pt x="2311415" y="657437"/>
                </a:cubicBezTo>
                <a:cubicBezTo>
                  <a:pt x="2316145" y="649960"/>
                  <a:pt x="2318406" y="641186"/>
                  <a:pt x="2317882" y="632356"/>
                </a:cubicBezTo>
                <a:cubicBezTo>
                  <a:pt x="2318552" y="623095"/>
                  <a:pt x="2316289" y="613859"/>
                  <a:pt x="2311415" y="605955"/>
                </a:cubicBezTo>
                <a:cubicBezTo>
                  <a:pt x="2307734" y="600925"/>
                  <a:pt x="2302363" y="597863"/>
                  <a:pt x="2296654" y="596979"/>
                </a:cubicBezTo>
                <a:close/>
                <a:moveTo>
                  <a:pt x="152286" y="586952"/>
                </a:moveTo>
                <a:lnTo>
                  <a:pt x="124495" y="611980"/>
                </a:lnTo>
                <a:lnTo>
                  <a:pt x="126918" y="614630"/>
                </a:lnTo>
                <a:lnTo>
                  <a:pt x="129303" y="617318"/>
                </a:lnTo>
                <a:lnTo>
                  <a:pt x="157095" y="592291"/>
                </a:lnTo>
                <a:lnTo>
                  <a:pt x="154709" y="589603"/>
                </a:lnTo>
                <a:close/>
                <a:moveTo>
                  <a:pt x="3328206" y="582911"/>
                </a:moveTo>
                <a:lnTo>
                  <a:pt x="3339426" y="582911"/>
                </a:lnTo>
                <a:lnTo>
                  <a:pt x="3350779" y="582911"/>
                </a:lnTo>
                <a:lnTo>
                  <a:pt x="3369720" y="625658"/>
                </a:lnTo>
                <a:lnTo>
                  <a:pt x="3369656" y="625812"/>
                </a:lnTo>
                <a:lnTo>
                  <a:pt x="3369788" y="625812"/>
                </a:lnTo>
                <a:lnTo>
                  <a:pt x="3369720" y="625658"/>
                </a:lnTo>
                <a:lnTo>
                  <a:pt x="3387475" y="582911"/>
                </a:lnTo>
                <a:lnTo>
                  <a:pt x="3398300" y="582911"/>
                </a:lnTo>
                <a:lnTo>
                  <a:pt x="3408992" y="582911"/>
                </a:lnTo>
                <a:lnTo>
                  <a:pt x="3378896" y="644292"/>
                </a:lnTo>
                <a:lnTo>
                  <a:pt x="3378896" y="681914"/>
                </a:lnTo>
                <a:lnTo>
                  <a:pt x="3369523" y="681914"/>
                </a:lnTo>
                <a:lnTo>
                  <a:pt x="3359887" y="681914"/>
                </a:lnTo>
                <a:lnTo>
                  <a:pt x="3359887" y="644688"/>
                </a:lnTo>
                <a:close/>
                <a:moveTo>
                  <a:pt x="3046117" y="582911"/>
                </a:moveTo>
                <a:lnTo>
                  <a:pt x="3055621" y="582911"/>
                </a:lnTo>
                <a:lnTo>
                  <a:pt x="3065125" y="582911"/>
                </a:lnTo>
                <a:lnTo>
                  <a:pt x="3065125" y="664224"/>
                </a:lnTo>
                <a:lnTo>
                  <a:pt x="3110271" y="664224"/>
                </a:lnTo>
                <a:lnTo>
                  <a:pt x="3110271" y="673069"/>
                </a:lnTo>
                <a:lnTo>
                  <a:pt x="3110271" y="681780"/>
                </a:lnTo>
                <a:lnTo>
                  <a:pt x="3046117" y="681780"/>
                </a:lnTo>
                <a:close/>
                <a:moveTo>
                  <a:pt x="2844946" y="582911"/>
                </a:moveTo>
                <a:lnTo>
                  <a:pt x="2854847" y="582911"/>
                </a:lnTo>
                <a:lnTo>
                  <a:pt x="2864747" y="582911"/>
                </a:lnTo>
                <a:lnTo>
                  <a:pt x="2901312" y="652345"/>
                </a:lnTo>
                <a:lnTo>
                  <a:pt x="2901312" y="582911"/>
                </a:lnTo>
                <a:lnTo>
                  <a:pt x="2910156" y="582911"/>
                </a:lnTo>
                <a:lnTo>
                  <a:pt x="2919131" y="582911"/>
                </a:lnTo>
                <a:lnTo>
                  <a:pt x="2919131" y="681780"/>
                </a:lnTo>
                <a:lnTo>
                  <a:pt x="2909627" y="681780"/>
                </a:lnTo>
                <a:lnTo>
                  <a:pt x="2900123" y="681780"/>
                </a:lnTo>
                <a:lnTo>
                  <a:pt x="2862634" y="610499"/>
                </a:lnTo>
                <a:lnTo>
                  <a:pt x="2862634" y="681780"/>
                </a:lnTo>
                <a:lnTo>
                  <a:pt x="2853791" y="681780"/>
                </a:lnTo>
                <a:lnTo>
                  <a:pt x="2844946" y="681780"/>
                </a:lnTo>
                <a:close/>
                <a:moveTo>
                  <a:pt x="2748583" y="582911"/>
                </a:moveTo>
                <a:lnTo>
                  <a:pt x="2757956" y="582911"/>
                </a:lnTo>
                <a:lnTo>
                  <a:pt x="2767460" y="582911"/>
                </a:lnTo>
                <a:lnTo>
                  <a:pt x="2767460" y="620003"/>
                </a:lnTo>
                <a:lnTo>
                  <a:pt x="2803100" y="620003"/>
                </a:lnTo>
                <a:lnTo>
                  <a:pt x="2803100" y="582911"/>
                </a:lnTo>
                <a:lnTo>
                  <a:pt x="2812604" y="582911"/>
                </a:lnTo>
                <a:lnTo>
                  <a:pt x="2822108" y="582911"/>
                </a:lnTo>
                <a:lnTo>
                  <a:pt x="2822108" y="681780"/>
                </a:lnTo>
                <a:lnTo>
                  <a:pt x="2812604" y="681780"/>
                </a:lnTo>
                <a:lnTo>
                  <a:pt x="2803100" y="681780"/>
                </a:lnTo>
                <a:lnTo>
                  <a:pt x="2803100" y="637033"/>
                </a:lnTo>
                <a:lnTo>
                  <a:pt x="2767460" y="637033"/>
                </a:lnTo>
                <a:lnTo>
                  <a:pt x="2767460" y="681780"/>
                </a:lnTo>
                <a:lnTo>
                  <a:pt x="2758087" y="681780"/>
                </a:lnTo>
                <a:lnTo>
                  <a:pt x="2748583" y="681780"/>
                </a:lnTo>
                <a:close/>
                <a:moveTo>
                  <a:pt x="2562989" y="582911"/>
                </a:moveTo>
                <a:lnTo>
                  <a:pt x="2629915" y="582911"/>
                </a:lnTo>
                <a:lnTo>
                  <a:pt x="2629915" y="591623"/>
                </a:lnTo>
                <a:lnTo>
                  <a:pt x="2629915" y="600467"/>
                </a:lnTo>
                <a:lnTo>
                  <a:pt x="2581998" y="600467"/>
                </a:lnTo>
                <a:lnTo>
                  <a:pt x="2581998" y="621456"/>
                </a:lnTo>
                <a:lnTo>
                  <a:pt x="2626482" y="621456"/>
                </a:lnTo>
                <a:lnTo>
                  <a:pt x="2626482" y="629904"/>
                </a:lnTo>
                <a:lnTo>
                  <a:pt x="2626482" y="638484"/>
                </a:lnTo>
                <a:lnTo>
                  <a:pt x="2581998" y="638484"/>
                </a:lnTo>
                <a:lnTo>
                  <a:pt x="2581998" y="664224"/>
                </a:lnTo>
                <a:lnTo>
                  <a:pt x="2632027" y="664224"/>
                </a:lnTo>
                <a:lnTo>
                  <a:pt x="2632027" y="673069"/>
                </a:lnTo>
                <a:lnTo>
                  <a:pt x="2632027" y="681780"/>
                </a:lnTo>
                <a:lnTo>
                  <a:pt x="2562989" y="681780"/>
                </a:lnTo>
                <a:close/>
                <a:moveTo>
                  <a:pt x="2472566" y="582911"/>
                </a:moveTo>
                <a:lnTo>
                  <a:pt x="2546619" y="582911"/>
                </a:lnTo>
                <a:lnTo>
                  <a:pt x="2546619" y="591623"/>
                </a:lnTo>
                <a:lnTo>
                  <a:pt x="2546619" y="600467"/>
                </a:lnTo>
                <a:lnTo>
                  <a:pt x="2519031" y="600467"/>
                </a:lnTo>
                <a:lnTo>
                  <a:pt x="2519031" y="681780"/>
                </a:lnTo>
                <a:lnTo>
                  <a:pt x="2509659" y="681780"/>
                </a:lnTo>
                <a:lnTo>
                  <a:pt x="2500154" y="681780"/>
                </a:lnTo>
                <a:lnTo>
                  <a:pt x="2500154" y="600467"/>
                </a:lnTo>
                <a:lnTo>
                  <a:pt x="2472566" y="600467"/>
                </a:lnTo>
                <a:lnTo>
                  <a:pt x="2472566" y="591756"/>
                </a:lnTo>
                <a:close/>
                <a:moveTo>
                  <a:pt x="2357725" y="582911"/>
                </a:moveTo>
                <a:lnTo>
                  <a:pt x="2422405" y="582911"/>
                </a:lnTo>
                <a:lnTo>
                  <a:pt x="2422405" y="591623"/>
                </a:lnTo>
                <a:lnTo>
                  <a:pt x="2422405" y="600467"/>
                </a:lnTo>
                <a:lnTo>
                  <a:pt x="2376733" y="600467"/>
                </a:lnTo>
                <a:lnTo>
                  <a:pt x="2376733" y="622908"/>
                </a:lnTo>
                <a:lnTo>
                  <a:pt x="2416599" y="622908"/>
                </a:lnTo>
                <a:lnTo>
                  <a:pt x="2416599" y="631488"/>
                </a:lnTo>
                <a:lnTo>
                  <a:pt x="2416599" y="639936"/>
                </a:lnTo>
                <a:lnTo>
                  <a:pt x="2376733" y="639936"/>
                </a:lnTo>
                <a:lnTo>
                  <a:pt x="2376733" y="681780"/>
                </a:lnTo>
                <a:lnTo>
                  <a:pt x="2367229" y="681780"/>
                </a:lnTo>
                <a:lnTo>
                  <a:pt x="2357725" y="681780"/>
                </a:lnTo>
                <a:close/>
                <a:moveTo>
                  <a:pt x="2124082" y="582911"/>
                </a:moveTo>
                <a:lnTo>
                  <a:pt x="2191139" y="582911"/>
                </a:lnTo>
                <a:lnTo>
                  <a:pt x="2191139" y="591623"/>
                </a:lnTo>
                <a:lnTo>
                  <a:pt x="2191139" y="600467"/>
                </a:lnTo>
                <a:lnTo>
                  <a:pt x="2143091" y="600467"/>
                </a:lnTo>
                <a:lnTo>
                  <a:pt x="2143091" y="621456"/>
                </a:lnTo>
                <a:lnTo>
                  <a:pt x="2187575" y="621456"/>
                </a:lnTo>
                <a:lnTo>
                  <a:pt x="2187575" y="629904"/>
                </a:lnTo>
                <a:lnTo>
                  <a:pt x="2187575" y="638484"/>
                </a:lnTo>
                <a:lnTo>
                  <a:pt x="2143091" y="638484"/>
                </a:lnTo>
                <a:lnTo>
                  <a:pt x="2143091" y="664224"/>
                </a:lnTo>
                <a:lnTo>
                  <a:pt x="2193251" y="664224"/>
                </a:lnTo>
                <a:lnTo>
                  <a:pt x="2193251" y="673069"/>
                </a:lnTo>
                <a:lnTo>
                  <a:pt x="2193251" y="681780"/>
                </a:lnTo>
                <a:lnTo>
                  <a:pt x="2124082" y="681780"/>
                </a:lnTo>
                <a:close/>
                <a:moveTo>
                  <a:pt x="2033792" y="582911"/>
                </a:moveTo>
                <a:lnTo>
                  <a:pt x="2107714" y="582911"/>
                </a:lnTo>
                <a:lnTo>
                  <a:pt x="2107714" y="591623"/>
                </a:lnTo>
                <a:lnTo>
                  <a:pt x="2107714" y="600467"/>
                </a:lnTo>
                <a:lnTo>
                  <a:pt x="2080257" y="600467"/>
                </a:lnTo>
                <a:lnTo>
                  <a:pt x="2080257" y="681780"/>
                </a:lnTo>
                <a:lnTo>
                  <a:pt x="2070753" y="681780"/>
                </a:lnTo>
                <a:lnTo>
                  <a:pt x="2061249" y="681780"/>
                </a:lnTo>
                <a:lnTo>
                  <a:pt x="2061249" y="600467"/>
                </a:lnTo>
                <a:lnTo>
                  <a:pt x="2033792" y="600467"/>
                </a:lnTo>
                <a:lnTo>
                  <a:pt x="2033792" y="591756"/>
                </a:lnTo>
                <a:close/>
                <a:moveTo>
                  <a:pt x="1854664" y="582911"/>
                </a:moveTo>
                <a:lnTo>
                  <a:pt x="1928585" y="582911"/>
                </a:lnTo>
                <a:lnTo>
                  <a:pt x="1928585" y="591623"/>
                </a:lnTo>
                <a:lnTo>
                  <a:pt x="1928585" y="600467"/>
                </a:lnTo>
                <a:lnTo>
                  <a:pt x="1901129" y="600467"/>
                </a:lnTo>
                <a:lnTo>
                  <a:pt x="1901129" y="681780"/>
                </a:lnTo>
                <a:lnTo>
                  <a:pt x="1891625" y="681780"/>
                </a:lnTo>
                <a:lnTo>
                  <a:pt x="1882121" y="681780"/>
                </a:lnTo>
                <a:lnTo>
                  <a:pt x="1882121" y="600467"/>
                </a:lnTo>
                <a:lnTo>
                  <a:pt x="1854664" y="600467"/>
                </a:lnTo>
                <a:lnTo>
                  <a:pt x="1854664" y="591756"/>
                </a:lnTo>
                <a:close/>
                <a:moveTo>
                  <a:pt x="1820608" y="582911"/>
                </a:moveTo>
                <a:lnTo>
                  <a:pt x="1830112" y="582911"/>
                </a:lnTo>
                <a:lnTo>
                  <a:pt x="1839616" y="582911"/>
                </a:lnTo>
                <a:lnTo>
                  <a:pt x="1839616" y="681780"/>
                </a:lnTo>
                <a:lnTo>
                  <a:pt x="1830244" y="681780"/>
                </a:lnTo>
                <a:lnTo>
                  <a:pt x="1820608" y="681780"/>
                </a:lnTo>
                <a:close/>
                <a:moveTo>
                  <a:pt x="1731902" y="582911"/>
                </a:moveTo>
                <a:lnTo>
                  <a:pt x="1805823" y="582911"/>
                </a:lnTo>
                <a:lnTo>
                  <a:pt x="1805823" y="591623"/>
                </a:lnTo>
                <a:lnTo>
                  <a:pt x="1805823" y="600467"/>
                </a:lnTo>
                <a:lnTo>
                  <a:pt x="1778367" y="600467"/>
                </a:lnTo>
                <a:lnTo>
                  <a:pt x="1778367" y="681780"/>
                </a:lnTo>
                <a:lnTo>
                  <a:pt x="1768863" y="681780"/>
                </a:lnTo>
                <a:lnTo>
                  <a:pt x="1759359" y="681780"/>
                </a:lnTo>
                <a:lnTo>
                  <a:pt x="1759359" y="600467"/>
                </a:lnTo>
                <a:lnTo>
                  <a:pt x="1731902" y="600467"/>
                </a:lnTo>
                <a:lnTo>
                  <a:pt x="1731902" y="591756"/>
                </a:lnTo>
                <a:close/>
                <a:moveTo>
                  <a:pt x="1552511" y="582911"/>
                </a:moveTo>
                <a:lnTo>
                  <a:pt x="1562543" y="582911"/>
                </a:lnTo>
                <a:lnTo>
                  <a:pt x="1572444" y="582911"/>
                </a:lnTo>
                <a:lnTo>
                  <a:pt x="1609008" y="652345"/>
                </a:lnTo>
                <a:lnTo>
                  <a:pt x="1609008" y="582911"/>
                </a:lnTo>
                <a:lnTo>
                  <a:pt x="1617853" y="582911"/>
                </a:lnTo>
                <a:lnTo>
                  <a:pt x="1626829" y="582911"/>
                </a:lnTo>
                <a:lnTo>
                  <a:pt x="1626829" y="681780"/>
                </a:lnTo>
                <a:lnTo>
                  <a:pt x="1617325" y="681780"/>
                </a:lnTo>
                <a:lnTo>
                  <a:pt x="1607820" y="681780"/>
                </a:lnTo>
                <a:lnTo>
                  <a:pt x="1570332" y="610499"/>
                </a:lnTo>
                <a:lnTo>
                  <a:pt x="1570332" y="681780"/>
                </a:lnTo>
                <a:lnTo>
                  <a:pt x="1561487" y="681780"/>
                </a:lnTo>
                <a:lnTo>
                  <a:pt x="1552511" y="681780"/>
                </a:lnTo>
                <a:close/>
                <a:moveTo>
                  <a:pt x="1511723" y="582911"/>
                </a:moveTo>
                <a:lnTo>
                  <a:pt x="1521096" y="582911"/>
                </a:lnTo>
                <a:lnTo>
                  <a:pt x="1530732" y="582911"/>
                </a:lnTo>
                <a:lnTo>
                  <a:pt x="1530732" y="681780"/>
                </a:lnTo>
                <a:lnTo>
                  <a:pt x="1521227" y="681780"/>
                </a:lnTo>
                <a:lnTo>
                  <a:pt x="1511723" y="681780"/>
                </a:lnTo>
                <a:close/>
                <a:moveTo>
                  <a:pt x="1271742" y="582911"/>
                </a:moveTo>
                <a:lnTo>
                  <a:pt x="1281643" y="582911"/>
                </a:lnTo>
                <a:lnTo>
                  <a:pt x="1291675" y="582911"/>
                </a:lnTo>
                <a:lnTo>
                  <a:pt x="1328108" y="652345"/>
                </a:lnTo>
                <a:lnTo>
                  <a:pt x="1328108" y="582911"/>
                </a:lnTo>
                <a:lnTo>
                  <a:pt x="1336951" y="582911"/>
                </a:lnTo>
                <a:lnTo>
                  <a:pt x="1345927" y="582911"/>
                </a:lnTo>
                <a:lnTo>
                  <a:pt x="1345927" y="681780"/>
                </a:lnTo>
                <a:lnTo>
                  <a:pt x="1336424" y="681780"/>
                </a:lnTo>
                <a:lnTo>
                  <a:pt x="1326920" y="681780"/>
                </a:lnTo>
                <a:lnTo>
                  <a:pt x="1289430" y="610499"/>
                </a:lnTo>
                <a:lnTo>
                  <a:pt x="1289430" y="681780"/>
                </a:lnTo>
                <a:lnTo>
                  <a:pt x="1280587" y="681780"/>
                </a:lnTo>
                <a:lnTo>
                  <a:pt x="1271742" y="681780"/>
                </a:lnTo>
                <a:close/>
                <a:moveTo>
                  <a:pt x="1230822" y="582911"/>
                </a:moveTo>
                <a:lnTo>
                  <a:pt x="1240326" y="582911"/>
                </a:lnTo>
                <a:lnTo>
                  <a:pt x="1249831" y="582911"/>
                </a:lnTo>
                <a:lnTo>
                  <a:pt x="1249831" y="681780"/>
                </a:lnTo>
                <a:lnTo>
                  <a:pt x="1240326" y="681780"/>
                </a:lnTo>
                <a:lnTo>
                  <a:pt x="1230822" y="681780"/>
                </a:lnTo>
                <a:close/>
                <a:moveTo>
                  <a:pt x="1114923" y="582911"/>
                </a:moveTo>
                <a:lnTo>
                  <a:pt x="1124427" y="582911"/>
                </a:lnTo>
                <a:lnTo>
                  <a:pt x="1133931" y="582911"/>
                </a:lnTo>
                <a:lnTo>
                  <a:pt x="1133931" y="681780"/>
                </a:lnTo>
                <a:lnTo>
                  <a:pt x="1124559" y="681780"/>
                </a:lnTo>
                <a:lnTo>
                  <a:pt x="1114923" y="681780"/>
                </a:lnTo>
                <a:close/>
                <a:moveTo>
                  <a:pt x="1026877" y="582911"/>
                </a:moveTo>
                <a:lnTo>
                  <a:pt x="1093803" y="582911"/>
                </a:lnTo>
                <a:lnTo>
                  <a:pt x="1093803" y="591623"/>
                </a:lnTo>
                <a:lnTo>
                  <a:pt x="1093803" y="600467"/>
                </a:lnTo>
                <a:lnTo>
                  <a:pt x="1045886" y="600467"/>
                </a:lnTo>
                <a:lnTo>
                  <a:pt x="1045886" y="621456"/>
                </a:lnTo>
                <a:lnTo>
                  <a:pt x="1090370" y="621456"/>
                </a:lnTo>
                <a:lnTo>
                  <a:pt x="1090370" y="629904"/>
                </a:lnTo>
                <a:lnTo>
                  <a:pt x="1090370" y="638484"/>
                </a:lnTo>
                <a:lnTo>
                  <a:pt x="1045886" y="638484"/>
                </a:lnTo>
                <a:lnTo>
                  <a:pt x="1045886" y="664224"/>
                </a:lnTo>
                <a:lnTo>
                  <a:pt x="1095915" y="664224"/>
                </a:lnTo>
                <a:lnTo>
                  <a:pt x="1095915" y="673069"/>
                </a:lnTo>
                <a:lnTo>
                  <a:pt x="1095915" y="681780"/>
                </a:lnTo>
                <a:lnTo>
                  <a:pt x="1026877" y="681780"/>
                </a:lnTo>
                <a:close/>
                <a:moveTo>
                  <a:pt x="929747" y="582723"/>
                </a:moveTo>
                <a:lnTo>
                  <a:pt x="974232" y="582723"/>
                </a:lnTo>
                <a:cubicBezTo>
                  <a:pt x="981678" y="582282"/>
                  <a:pt x="989022" y="584637"/>
                  <a:pt x="994824" y="589323"/>
                </a:cubicBezTo>
                <a:cubicBezTo>
                  <a:pt x="999969" y="594048"/>
                  <a:pt x="1002729" y="600828"/>
                  <a:pt x="1002350" y="607803"/>
                </a:cubicBezTo>
                <a:cubicBezTo>
                  <a:pt x="1002824" y="615030"/>
                  <a:pt x="999653" y="622015"/>
                  <a:pt x="993900" y="626415"/>
                </a:cubicBezTo>
                <a:cubicBezTo>
                  <a:pt x="993017" y="627255"/>
                  <a:pt x="991989" y="627925"/>
                  <a:pt x="990865" y="628395"/>
                </a:cubicBezTo>
                <a:cubicBezTo>
                  <a:pt x="992941" y="629227"/>
                  <a:pt x="994895" y="630337"/>
                  <a:pt x="996673" y="631695"/>
                </a:cubicBezTo>
                <a:cubicBezTo>
                  <a:pt x="1002551" y="636193"/>
                  <a:pt x="1005814" y="643315"/>
                  <a:pt x="1005385" y="650703"/>
                </a:cubicBezTo>
                <a:cubicBezTo>
                  <a:pt x="1005985" y="659266"/>
                  <a:pt x="1002800" y="667662"/>
                  <a:pt x="996673" y="673672"/>
                </a:cubicBezTo>
                <a:cubicBezTo>
                  <a:pt x="989580" y="679421"/>
                  <a:pt x="980565" y="682253"/>
                  <a:pt x="971460" y="681592"/>
                </a:cubicBezTo>
                <a:lnTo>
                  <a:pt x="930143" y="681592"/>
                </a:lnTo>
                <a:close/>
                <a:moveTo>
                  <a:pt x="1189131" y="582722"/>
                </a:moveTo>
                <a:lnTo>
                  <a:pt x="1208008" y="582722"/>
                </a:lnTo>
                <a:lnTo>
                  <a:pt x="1208008" y="653872"/>
                </a:lnTo>
                <a:cubicBezTo>
                  <a:pt x="1208656" y="662121"/>
                  <a:pt x="1205997" y="670290"/>
                  <a:pt x="1200616" y="676576"/>
                </a:cubicBezTo>
                <a:cubicBezTo>
                  <a:pt x="1194715" y="682111"/>
                  <a:pt x="1186774" y="684934"/>
                  <a:pt x="1178703" y="684365"/>
                </a:cubicBezTo>
                <a:cubicBezTo>
                  <a:pt x="1170266" y="685084"/>
                  <a:pt x="1161960" y="681927"/>
                  <a:pt x="1156131" y="675784"/>
                </a:cubicBezTo>
                <a:cubicBezTo>
                  <a:pt x="1150725" y="668107"/>
                  <a:pt x="1148329" y="658711"/>
                  <a:pt x="1149399" y="649383"/>
                </a:cubicBezTo>
                <a:lnTo>
                  <a:pt x="1149399" y="644236"/>
                </a:lnTo>
                <a:lnTo>
                  <a:pt x="1167483" y="644236"/>
                </a:lnTo>
                <a:lnTo>
                  <a:pt x="1167483" y="650176"/>
                </a:lnTo>
                <a:cubicBezTo>
                  <a:pt x="1167055" y="654724"/>
                  <a:pt x="1167924" y="659302"/>
                  <a:pt x="1169991" y="663376"/>
                </a:cubicBezTo>
                <a:cubicBezTo>
                  <a:pt x="1171811" y="666320"/>
                  <a:pt x="1175122" y="668001"/>
                  <a:pt x="1178571" y="667732"/>
                </a:cubicBezTo>
                <a:cubicBezTo>
                  <a:pt x="1181609" y="668030"/>
                  <a:pt x="1184604" y="666852"/>
                  <a:pt x="1186623" y="664564"/>
                </a:cubicBezTo>
                <a:cubicBezTo>
                  <a:pt x="1188516" y="661479"/>
                  <a:pt x="1189393" y="657877"/>
                  <a:pt x="1189131" y="654268"/>
                </a:cubicBezTo>
                <a:close/>
                <a:moveTo>
                  <a:pt x="1943525" y="582591"/>
                </a:moveTo>
                <a:lnTo>
                  <a:pt x="1962533" y="582591"/>
                </a:lnTo>
                <a:lnTo>
                  <a:pt x="1962533" y="644897"/>
                </a:lnTo>
                <a:cubicBezTo>
                  <a:pt x="1962152" y="650579"/>
                  <a:pt x="1963736" y="656218"/>
                  <a:pt x="1967021" y="660869"/>
                </a:cubicBezTo>
                <a:cubicBezTo>
                  <a:pt x="1970376" y="664565"/>
                  <a:pt x="1975244" y="666512"/>
                  <a:pt x="1980221" y="666149"/>
                </a:cubicBezTo>
                <a:cubicBezTo>
                  <a:pt x="1985127" y="666555"/>
                  <a:pt x="1989961" y="664767"/>
                  <a:pt x="1993421" y="661265"/>
                </a:cubicBezTo>
                <a:cubicBezTo>
                  <a:pt x="1996625" y="656441"/>
                  <a:pt x="1998069" y="650661"/>
                  <a:pt x="1997514" y="644897"/>
                </a:cubicBezTo>
                <a:lnTo>
                  <a:pt x="1997514" y="582591"/>
                </a:lnTo>
                <a:lnTo>
                  <a:pt x="2017050" y="582591"/>
                </a:lnTo>
                <a:lnTo>
                  <a:pt x="2017050" y="644237"/>
                </a:lnTo>
                <a:cubicBezTo>
                  <a:pt x="2018060" y="655154"/>
                  <a:pt x="2015006" y="666059"/>
                  <a:pt x="2008469" y="674862"/>
                </a:cubicBezTo>
                <a:cubicBezTo>
                  <a:pt x="2000815" y="681771"/>
                  <a:pt x="1990622" y="685169"/>
                  <a:pt x="1980353" y="684235"/>
                </a:cubicBezTo>
                <a:cubicBezTo>
                  <a:pt x="1970149" y="685031"/>
                  <a:pt x="1960082" y="681484"/>
                  <a:pt x="1952633" y="674466"/>
                </a:cubicBezTo>
                <a:cubicBezTo>
                  <a:pt x="1946014" y="665836"/>
                  <a:pt x="1942775" y="655087"/>
                  <a:pt x="1943525" y="644237"/>
                </a:cubicBezTo>
                <a:close/>
                <a:moveTo>
                  <a:pt x="3165398" y="580411"/>
                </a:moveTo>
                <a:cubicBezTo>
                  <a:pt x="3176327" y="579802"/>
                  <a:pt x="3187488" y="583362"/>
                  <a:pt x="3196291" y="591235"/>
                </a:cubicBezTo>
                <a:cubicBezTo>
                  <a:pt x="3197475" y="592295"/>
                  <a:pt x="3198599" y="593419"/>
                  <a:pt x="3199657" y="594602"/>
                </a:cubicBezTo>
                <a:cubicBezTo>
                  <a:pt x="3208096" y="605567"/>
                  <a:pt x="3212312" y="619200"/>
                  <a:pt x="3211538" y="633015"/>
                </a:cubicBezTo>
                <a:cubicBezTo>
                  <a:pt x="3212287" y="646583"/>
                  <a:pt x="3208064" y="659959"/>
                  <a:pt x="3199657" y="670635"/>
                </a:cubicBezTo>
                <a:cubicBezTo>
                  <a:pt x="3183478" y="688241"/>
                  <a:pt x="3156088" y="689397"/>
                  <a:pt x="3138481" y="673216"/>
                </a:cubicBezTo>
                <a:cubicBezTo>
                  <a:pt x="3137586" y="672392"/>
                  <a:pt x="3136724" y="671532"/>
                  <a:pt x="3135900" y="670635"/>
                </a:cubicBezTo>
                <a:cubicBezTo>
                  <a:pt x="3127495" y="659959"/>
                  <a:pt x="3123271" y="646583"/>
                  <a:pt x="3124019" y="633015"/>
                </a:cubicBezTo>
                <a:cubicBezTo>
                  <a:pt x="3123245" y="619200"/>
                  <a:pt x="3127461" y="605567"/>
                  <a:pt x="3135900" y="594602"/>
                </a:cubicBezTo>
                <a:cubicBezTo>
                  <a:pt x="3143774" y="585799"/>
                  <a:pt x="3154470" y="581021"/>
                  <a:pt x="3165398" y="580411"/>
                </a:cubicBezTo>
                <a:close/>
                <a:moveTo>
                  <a:pt x="2979251" y="580402"/>
                </a:moveTo>
                <a:cubicBezTo>
                  <a:pt x="2990214" y="579803"/>
                  <a:pt x="3001405" y="583387"/>
                  <a:pt x="3010227" y="591294"/>
                </a:cubicBezTo>
                <a:cubicBezTo>
                  <a:pt x="3011390" y="592336"/>
                  <a:pt x="3012493" y="593441"/>
                  <a:pt x="3013535" y="594602"/>
                </a:cubicBezTo>
                <a:cubicBezTo>
                  <a:pt x="3021937" y="605581"/>
                  <a:pt x="3026109" y="619216"/>
                  <a:pt x="3025284" y="633015"/>
                </a:cubicBezTo>
                <a:cubicBezTo>
                  <a:pt x="3026071" y="646567"/>
                  <a:pt x="3021894" y="659941"/>
                  <a:pt x="3013535" y="670637"/>
                </a:cubicBezTo>
                <a:cubicBezTo>
                  <a:pt x="2997287" y="688279"/>
                  <a:pt x="2969813" y="689408"/>
                  <a:pt x="2952171" y="673159"/>
                </a:cubicBezTo>
                <a:cubicBezTo>
                  <a:pt x="2951295" y="672354"/>
                  <a:pt x="2950454" y="671511"/>
                  <a:pt x="2949647" y="670637"/>
                </a:cubicBezTo>
                <a:lnTo>
                  <a:pt x="2949646" y="670637"/>
                </a:lnTo>
                <a:cubicBezTo>
                  <a:pt x="2941342" y="659913"/>
                  <a:pt x="2937170" y="646559"/>
                  <a:pt x="2937898" y="633015"/>
                </a:cubicBezTo>
                <a:cubicBezTo>
                  <a:pt x="2937144" y="619225"/>
                  <a:pt x="2941307" y="605613"/>
                  <a:pt x="2949646" y="594602"/>
                </a:cubicBezTo>
                <a:cubicBezTo>
                  <a:pt x="2957553" y="585781"/>
                  <a:pt x="2968288" y="581000"/>
                  <a:pt x="2979251" y="580402"/>
                </a:cubicBezTo>
                <a:close/>
                <a:moveTo>
                  <a:pt x="2290859" y="580402"/>
                </a:moveTo>
                <a:cubicBezTo>
                  <a:pt x="2301822" y="579803"/>
                  <a:pt x="2313013" y="583387"/>
                  <a:pt x="2321835" y="591294"/>
                </a:cubicBezTo>
                <a:cubicBezTo>
                  <a:pt x="2322998" y="592336"/>
                  <a:pt x="2324101" y="593441"/>
                  <a:pt x="2325143" y="594602"/>
                </a:cubicBezTo>
                <a:cubicBezTo>
                  <a:pt x="2333545" y="605581"/>
                  <a:pt x="2337717" y="619216"/>
                  <a:pt x="2336892" y="633015"/>
                </a:cubicBezTo>
                <a:cubicBezTo>
                  <a:pt x="2337679" y="646567"/>
                  <a:pt x="2333502" y="659941"/>
                  <a:pt x="2325143" y="670637"/>
                </a:cubicBezTo>
                <a:cubicBezTo>
                  <a:pt x="2308895" y="688279"/>
                  <a:pt x="2281421" y="689408"/>
                  <a:pt x="2263779" y="673159"/>
                </a:cubicBezTo>
                <a:cubicBezTo>
                  <a:pt x="2262903" y="672354"/>
                  <a:pt x="2262062" y="671511"/>
                  <a:pt x="2261255" y="670637"/>
                </a:cubicBezTo>
                <a:lnTo>
                  <a:pt x="2261254" y="670637"/>
                </a:lnTo>
                <a:cubicBezTo>
                  <a:pt x="2252950" y="659913"/>
                  <a:pt x="2248778" y="646559"/>
                  <a:pt x="2249506" y="633015"/>
                </a:cubicBezTo>
                <a:cubicBezTo>
                  <a:pt x="2248752" y="619225"/>
                  <a:pt x="2252915" y="605613"/>
                  <a:pt x="2261254" y="594602"/>
                </a:cubicBezTo>
                <a:cubicBezTo>
                  <a:pt x="2269162" y="585781"/>
                  <a:pt x="2279896" y="581000"/>
                  <a:pt x="2290859" y="580402"/>
                </a:cubicBezTo>
                <a:close/>
                <a:moveTo>
                  <a:pt x="3272259" y="580346"/>
                </a:moveTo>
                <a:cubicBezTo>
                  <a:pt x="3282159" y="579897"/>
                  <a:pt x="3291879" y="583090"/>
                  <a:pt x="3299584" y="589322"/>
                </a:cubicBezTo>
                <a:cubicBezTo>
                  <a:pt x="3306803" y="595448"/>
                  <a:pt x="3311310" y="604177"/>
                  <a:pt x="3312125" y="613611"/>
                </a:cubicBezTo>
                <a:lnTo>
                  <a:pt x="3293513" y="613611"/>
                </a:lnTo>
                <a:cubicBezTo>
                  <a:pt x="3292853" y="609123"/>
                  <a:pt x="3290429" y="605085"/>
                  <a:pt x="3286781" y="602391"/>
                </a:cubicBezTo>
                <a:cubicBezTo>
                  <a:pt x="3283120" y="599212"/>
                  <a:pt x="3278428" y="597475"/>
                  <a:pt x="3273580" y="597507"/>
                </a:cubicBezTo>
                <a:cubicBezTo>
                  <a:pt x="3265970" y="597136"/>
                  <a:pt x="3258684" y="600606"/>
                  <a:pt x="3254175" y="606747"/>
                </a:cubicBezTo>
                <a:cubicBezTo>
                  <a:pt x="3245034" y="622690"/>
                  <a:pt x="3245034" y="642285"/>
                  <a:pt x="3254175" y="658227"/>
                </a:cubicBezTo>
                <a:cubicBezTo>
                  <a:pt x="3258898" y="664205"/>
                  <a:pt x="3266238" y="667507"/>
                  <a:pt x="3273845" y="667071"/>
                </a:cubicBezTo>
                <a:cubicBezTo>
                  <a:pt x="3280814" y="667324"/>
                  <a:pt x="3287378" y="663790"/>
                  <a:pt x="3291005" y="657832"/>
                </a:cubicBezTo>
                <a:cubicBezTo>
                  <a:pt x="3293434" y="654140"/>
                  <a:pt x="3295137" y="650019"/>
                  <a:pt x="3296020" y="645688"/>
                </a:cubicBezTo>
                <a:lnTo>
                  <a:pt x="3274636" y="645688"/>
                </a:lnTo>
                <a:lnTo>
                  <a:pt x="3274636" y="628660"/>
                </a:lnTo>
                <a:lnTo>
                  <a:pt x="3312785" y="628660"/>
                </a:lnTo>
                <a:lnTo>
                  <a:pt x="3312785" y="681461"/>
                </a:lnTo>
                <a:lnTo>
                  <a:pt x="3299584" y="681461"/>
                </a:lnTo>
                <a:lnTo>
                  <a:pt x="3297737" y="668261"/>
                </a:lnTo>
                <a:lnTo>
                  <a:pt x="3297472" y="670636"/>
                </a:lnTo>
                <a:cubicBezTo>
                  <a:pt x="3291772" y="679648"/>
                  <a:pt x="3281729" y="684970"/>
                  <a:pt x="3271072" y="684629"/>
                </a:cubicBezTo>
                <a:lnTo>
                  <a:pt x="3271072" y="683836"/>
                </a:lnTo>
                <a:cubicBezTo>
                  <a:pt x="3259054" y="684479"/>
                  <a:pt x="3247397" y="679622"/>
                  <a:pt x="3239391" y="670636"/>
                </a:cubicBezTo>
                <a:cubicBezTo>
                  <a:pt x="3223326" y="647837"/>
                  <a:pt x="3223326" y="617401"/>
                  <a:pt x="3239391" y="594602"/>
                </a:cubicBezTo>
                <a:cubicBezTo>
                  <a:pt x="3247586" y="585068"/>
                  <a:pt x="3259698" y="579815"/>
                  <a:pt x="3272259" y="580346"/>
                </a:cubicBezTo>
                <a:close/>
                <a:moveTo>
                  <a:pt x="2691053" y="580083"/>
                </a:moveTo>
                <a:cubicBezTo>
                  <a:pt x="2700733" y="579833"/>
                  <a:pt x="2710153" y="583226"/>
                  <a:pt x="2717453" y="589587"/>
                </a:cubicBezTo>
                <a:cubicBezTo>
                  <a:pt x="2724942" y="596195"/>
                  <a:pt x="2729657" y="605389"/>
                  <a:pt x="2730653" y="615327"/>
                </a:cubicBezTo>
                <a:lnTo>
                  <a:pt x="2711645" y="615327"/>
                </a:lnTo>
                <a:cubicBezTo>
                  <a:pt x="2711325" y="610272"/>
                  <a:pt x="2709052" y="605538"/>
                  <a:pt x="2705309" y="602126"/>
                </a:cubicBezTo>
                <a:cubicBezTo>
                  <a:pt x="2701613" y="599026"/>
                  <a:pt x="2696934" y="597342"/>
                  <a:pt x="2692109" y="597374"/>
                </a:cubicBezTo>
                <a:cubicBezTo>
                  <a:pt x="2685304" y="597232"/>
                  <a:pt x="2678950" y="600761"/>
                  <a:pt x="2675477" y="606615"/>
                </a:cubicBezTo>
                <a:cubicBezTo>
                  <a:pt x="2671105" y="614366"/>
                  <a:pt x="2669044" y="623207"/>
                  <a:pt x="2669536" y="632091"/>
                </a:cubicBezTo>
                <a:cubicBezTo>
                  <a:pt x="2669051" y="640765"/>
                  <a:pt x="2671116" y="649394"/>
                  <a:pt x="2675477" y="656908"/>
                </a:cubicBezTo>
                <a:cubicBezTo>
                  <a:pt x="2681758" y="666214"/>
                  <a:pt x="2694394" y="668664"/>
                  <a:pt x="2703699" y="662383"/>
                </a:cubicBezTo>
                <a:cubicBezTo>
                  <a:pt x="2704497" y="661844"/>
                  <a:pt x="2705255" y="661250"/>
                  <a:pt x="2705969" y="660604"/>
                </a:cubicBezTo>
                <a:cubicBezTo>
                  <a:pt x="2709699" y="656802"/>
                  <a:pt x="2711947" y="651792"/>
                  <a:pt x="2712305" y="646479"/>
                </a:cubicBezTo>
                <a:lnTo>
                  <a:pt x="2729862" y="647007"/>
                </a:lnTo>
                <a:cubicBezTo>
                  <a:pt x="2729202" y="657287"/>
                  <a:pt x="2724786" y="666966"/>
                  <a:pt x="2717453" y="674200"/>
                </a:cubicBezTo>
                <a:cubicBezTo>
                  <a:pt x="2710319" y="680906"/>
                  <a:pt x="2700842" y="684554"/>
                  <a:pt x="2691053" y="684364"/>
                </a:cubicBezTo>
                <a:cubicBezTo>
                  <a:pt x="2679236" y="684848"/>
                  <a:pt x="2667901" y="679647"/>
                  <a:pt x="2660560" y="670373"/>
                </a:cubicBezTo>
                <a:cubicBezTo>
                  <a:pt x="2652501" y="659542"/>
                  <a:pt x="2648484" y="646232"/>
                  <a:pt x="2649208" y="632751"/>
                </a:cubicBezTo>
                <a:cubicBezTo>
                  <a:pt x="2648453" y="619021"/>
                  <a:pt x="2652464" y="605452"/>
                  <a:pt x="2660560" y="594339"/>
                </a:cubicBezTo>
                <a:cubicBezTo>
                  <a:pt x="2667832" y="584947"/>
                  <a:pt x="2679184" y="579639"/>
                  <a:pt x="2691053" y="580083"/>
                </a:cubicBezTo>
                <a:close/>
                <a:moveTo>
                  <a:pt x="1682686" y="580081"/>
                </a:moveTo>
                <a:cubicBezTo>
                  <a:pt x="1691812" y="579682"/>
                  <a:pt x="1700742" y="582800"/>
                  <a:pt x="1707636" y="588794"/>
                </a:cubicBezTo>
                <a:cubicBezTo>
                  <a:pt x="1714152" y="594957"/>
                  <a:pt x="1717950" y="603456"/>
                  <a:pt x="1718196" y="612423"/>
                </a:cubicBezTo>
                <a:lnTo>
                  <a:pt x="1698923" y="612423"/>
                </a:lnTo>
                <a:cubicBezTo>
                  <a:pt x="1698776" y="608028"/>
                  <a:pt x="1696700" y="603924"/>
                  <a:pt x="1693246" y="601202"/>
                </a:cubicBezTo>
                <a:cubicBezTo>
                  <a:pt x="1689439" y="598377"/>
                  <a:pt x="1684784" y="596935"/>
                  <a:pt x="1680046" y="597111"/>
                </a:cubicBezTo>
                <a:cubicBezTo>
                  <a:pt x="1676011" y="596828"/>
                  <a:pt x="1672014" y="598050"/>
                  <a:pt x="1668826" y="600542"/>
                </a:cubicBezTo>
                <a:cubicBezTo>
                  <a:pt x="1666027" y="602935"/>
                  <a:pt x="1664512" y="606503"/>
                  <a:pt x="1664734" y="610178"/>
                </a:cubicBezTo>
                <a:cubicBezTo>
                  <a:pt x="1664727" y="613083"/>
                  <a:pt x="1666362" y="615741"/>
                  <a:pt x="1668958" y="617042"/>
                </a:cubicBezTo>
                <a:cubicBezTo>
                  <a:pt x="1674687" y="619663"/>
                  <a:pt x="1680717" y="621570"/>
                  <a:pt x="1686910" y="622718"/>
                </a:cubicBezTo>
                <a:cubicBezTo>
                  <a:pt x="1696450" y="624395"/>
                  <a:pt x="1705482" y="628234"/>
                  <a:pt x="1713311" y="633938"/>
                </a:cubicBezTo>
                <a:cubicBezTo>
                  <a:pt x="1718207" y="639417"/>
                  <a:pt x="1720599" y="646688"/>
                  <a:pt x="1719911" y="654003"/>
                </a:cubicBezTo>
                <a:cubicBezTo>
                  <a:pt x="1720377" y="662588"/>
                  <a:pt x="1716634" y="670861"/>
                  <a:pt x="1709878" y="676179"/>
                </a:cubicBezTo>
                <a:cubicBezTo>
                  <a:pt x="1701990" y="681983"/>
                  <a:pt x="1692334" y="684875"/>
                  <a:pt x="1682555" y="684364"/>
                </a:cubicBezTo>
                <a:cubicBezTo>
                  <a:pt x="1672980" y="684820"/>
                  <a:pt x="1663575" y="681715"/>
                  <a:pt x="1656154" y="675651"/>
                </a:cubicBezTo>
                <a:cubicBezTo>
                  <a:pt x="1649425" y="669212"/>
                  <a:pt x="1645651" y="660281"/>
                  <a:pt x="1645726" y="650966"/>
                </a:cubicBezTo>
                <a:lnTo>
                  <a:pt x="1664074" y="650968"/>
                </a:lnTo>
                <a:cubicBezTo>
                  <a:pt x="1663977" y="655592"/>
                  <a:pt x="1665905" y="660028"/>
                  <a:pt x="1669354" y="663112"/>
                </a:cubicBezTo>
                <a:cubicBezTo>
                  <a:pt x="1673145" y="665983"/>
                  <a:pt x="1677801" y="667473"/>
                  <a:pt x="1682555" y="667336"/>
                </a:cubicBezTo>
                <a:cubicBezTo>
                  <a:pt x="1687506" y="667599"/>
                  <a:pt x="1692437" y="666503"/>
                  <a:pt x="1696811" y="664168"/>
                </a:cubicBezTo>
                <a:cubicBezTo>
                  <a:pt x="1699994" y="662361"/>
                  <a:pt x="1701961" y="658983"/>
                  <a:pt x="1701959" y="655323"/>
                </a:cubicBezTo>
                <a:cubicBezTo>
                  <a:pt x="1702173" y="652111"/>
                  <a:pt x="1700790" y="649001"/>
                  <a:pt x="1698263" y="647007"/>
                </a:cubicBezTo>
                <a:cubicBezTo>
                  <a:pt x="1693450" y="644358"/>
                  <a:pt x="1688231" y="642529"/>
                  <a:pt x="1682818" y="641595"/>
                </a:cubicBezTo>
                <a:cubicBezTo>
                  <a:pt x="1672503" y="639841"/>
                  <a:pt x="1662662" y="635975"/>
                  <a:pt x="1653911" y="630242"/>
                </a:cubicBezTo>
                <a:cubicBezTo>
                  <a:pt x="1648768" y="625367"/>
                  <a:pt x="1646100" y="618431"/>
                  <a:pt x="1646650" y="611367"/>
                </a:cubicBezTo>
                <a:cubicBezTo>
                  <a:pt x="1646212" y="602683"/>
                  <a:pt x="1649760" y="594275"/>
                  <a:pt x="1656286" y="588529"/>
                </a:cubicBezTo>
                <a:cubicBezTo>
                  <a:pt x="1663684" y="582444"/>
                  <a:pt x="1673131" y="579421"/>
                  <a:pt x="1682686" y="580081"/>
                </a:cubicBezTo>
                <a:close/>
                <a:moveTo>
                  <a:pt x="1405335" y="579720"/>
                </a:moveTo>
                <a:cubicBezTo>
                  <a:pt x="1416073" y="578776"/>
                  <a:pt x="1427146" y="581649"/>
                  <a:pt x="1436372" y="588532"/>
                </a:cubicBezTo>
                <a:cubicBezTo>
                  <a:pt x="1443638" y="594621"/>
                  <a:pt x="1448154" y="603371"/>
                  <a:pt x="1448912" y="612820"/>
                </a:cubicBezTo>
                <a:lnTo>
                  <a:pt x="1429904" y="612820"/>
                </a:lnTo>
                <a:cubicBezTo>
                  <a:pt x="1429365" y="608323"/>
                  <a:pt x="1426973" y="604255"/>
                  <a:pt x="1423303" y="601600"/>
                </a:cubicBezTo>
                <a:cubicBezTo>
                  <a:pt x="1419645" y="598421"/>
                  <a:pt x="1414951" y="596684"/>
                  <a:pt x="1410103" y="596715"/>
                </a:cubicBezTo>
                <a:cubicBezTo>
                  <a:pt x="1402510" y="596416"/>
                  <a:pt x="1395254" y="599871"/>
                  <a:pt x="1390700" y="605956"/>
                </a:cubicBezTo>
                <a:cubicBezTo>
                  <a:pt x="1385544" y="613754"/>
                  <a:pt x="1383087" y="623028"/>
                  <a:pt x="1383703" y="632356"/>
                </a:cubicBezTo>
                <a:cubicBezTo>
                  <a:pt x="1383087" y="641399"/>
                  <a:pt x="1385451" y="650395"/>
                  <a:pt x="1390435" y="657964"/>
                </a:cubicBezTo>
                <a:cubicBezTo>
                  <a:pt x="1395172" y="663925"/>
                  <a:pt x="1402502" y="667222"/>
                  <a:pt x="1410103" y="666809"/>
                </a:cubicBezTo>
                <a:cubicBezTo>
                  <a:pt x="1417061" y="667005"/>
                  <a:pt x="1423598" y="663485"/>
                  <a:pt x="1427264" y="657569"/>
                </a:cubicBezTo>
                <a:cubicBezTo>
                  <a:pt x="1429641" y="653849"/>
                  <a:pt x="1431338" y="649738"/>
                  <a:pt x="1432279" y="645425"/>
                </a:cubicBezTo>
                <a:lnTo>
                  <a:pt x="1410896" y="645425"/>
                </a:lnTo>
                <a:lnTo>
                  <a:pt x="1410896" y="628396"/>
                </a:lnTo>
                <a:lnTo>
                  <a:pt x="1449440" y="628396"/>
                </a:lnTo>
                <a:lnTo>
                  <a:pt x="1449440" y="681196"/>
                </a:lnTo>
                <a:lnTo>
                  <a:pt x="1436240" y="681196"/>
                </a:lnTo>
                <a:lnTo>
                  <a:pt x="1434391" y="667996"/>
                </a:lnTo>
                <a:lnTo>
                  <a:pt x="1433337" y="669580"/>
                </a:lnTo>
                <a:cubicBezTo>
                  <a:pt x="1427617" y="678572"/>
                  <a:pt x="1417587" y="683888"/>
                  <a:pt x="1406936" y="683573"/>
                </a:cubicBezTo>
                <a:lnTo>
                  <a:pt x="1407859" y="683836"/>
                </a:lnTo>
                <a:cubicBezTo>
                  <a:pt x="1395757" y="684241"/>
                  <a:pt x="1384135" y="679087"/>
                  <a:pt x="1376310" y="669845"/>
                </a:cubicBezTo>
                <a:cubicBezTo>
                  <a:pt x="1360478" y="646973"/>
                  <a:pt x="1360478" y="616684"/>
                  <a:pt x="1376310" y="593812"/>
                </a:cubicBezTo>
                <a:cubicBezTo>
                  <a:pt x="1384194" y="585425"/>
                  <a:pt x="1394597" y="580664"/>
                  <a:pt x="1405335" y="579720"/>
                </a:cubicBezTo>
                <a:close/>
                <a:moveTo>
                  <a:pt x="621825" y="579645"/>
                </a:moveTo>
                <a:lnTo>
                  <a:pt x="619440" y="582333"/>
                </a:lnTo>
                <a:lnTo>
                  <a:pt x="617017" y="584983"/>
                </a:lnTo>
                <a:lnTo>
                  <a:pt x="627429" y="594373"/>
                </a:lnTo>
                <a:lnTo>
                  <a:pt x="618456" y="604369"/>
                </a:lnTo>
                <a:lnTo>
                  <a:pt x="608043" y="594979"/>
                </a:lnTo>
                <a:lnTo>
                  <a:pt x="605620" y="597667"/>
                </a:lnTo>
                <a:lnTo>
                  <a:pt x="603235" y="600318"/>
                </a:lnTo>
                <a:lnTo>
                  <a:pt x="630950" y="625421"/>
                </a:lnTo>
                <a:lnTo>
                  <a:pt x="633336" y="622733"/>
                </a:lnTo>
                <a:lnTo>
                  <a:pt x="635759" y="620082"/>
                </a:lnTo>
                <a:lnTo>
                  <a:pt x="623151" y="608723"/>
                </a:lnTo>
                <a:lnTo>
                  <a:pt x="632162" y="598728"/>
                </a:lnTo>
                <a:lnTo>
                  <a:pt x="644733" y="610086"/>
                </a:lnTo>
                <a:lnTo>
                  <a:pt x="647156" y="607398"/>
                </a:lnTo>
                <a:lnTo>
                  <a:pt x="649617" y="604672"/>
                </a:lnTo>
                <a:close/>
                <a:moveTo>
                  <a:pt x="383780" y="560940"/>
                </a:moveTo>
                <a:cubicBezTo>
                  <a:pt x="384609" y="562171"/>
                  <a:pt x="385533" y="563337"/>
                  <a:pt x="386544" y="564424"/>
                </a:cubicBezTo>
                <a:cubicBezTo>
                  <a:pt x="387718" y="565597"/>
                  <a:pt x="389459" y="566658"/>
                  <a:pt x="389573" y="567339"/>
                </a:cubicBezTo>
                <a:cubicBezTo>
                  <a:pt x="389686" y="568021"/>
                  <a:pt x="388740" y="568248"/>
                  <a:pt x="388740" y="568248"/>
                </a:cubicBezTo>
                <a:lnTo>
                  <a:pt x="388740" y="591571"/>
                </a:lnTo>
                <a:cubicBezTo>
                  <a:pt x="388740" y="591571"/>
                  <a:pt x="397600" y="591420"/>
                  <a:pt x="400477" y="593616"/>
                </a:cubicBezTo>
                <a:cubicBezTo>
                  <a:pt x="403355" y="595812"/>
                  <a:pt x="408315" y="597667"/>
                  <a:pt x="409602" y="599182"/>
                </a:cubicBezTo>
                <a:cubicBezTo>
                  <a:pt x="410890" y="600696"/>
                  <a:pt x="416266" y="601037"/>
                  <a:pt x="418462" y="601643"/>
                </a:cubicBezTo>
                <a:cubicBezTo>
                  <a:pt x="420658" y="602249"/>
                  <a:pt x="421719" y="605089"/>
                  <a:pt x="422968" y="606035"/>
                </a:cubicBezTo>
                <a:cubicBezTo>
                  <a:pt x="424217" y="606982"/>
                  <a:pt x="426148" y="605922"/>
                  <a:pt x="428004" y="606489"/>
                </a:cubicBezTo>
                <a:cubicBezTo>
                  <a:pt x="429859" y="607057"/>
                  <a:pt x="433002" y="610768"/>
                  <a:pt x="435046" y="611752"/>
                </a:cubicBezTo>
                <a:cubicBezTo>
                  <a:pt x="437091" y="612737"/>
                  <a:pt x="439590" y="612926"/>
                  <a:pt x="440499" y="615122"/>
                </a:cubicBezTo>
                <a:cubicBezTo>
                  <a:pt x="441407" y="617318"/>
                  <a:pt x="440877" y="618530"/>
                  <a:pt x="443225" y="618530"/>
                </a:cubicBezTo>
                <a:cubicBezTo>
                  <a:pt x="445133" y="618450"/>
                  <a:pt x="446981" y="619192"/>
                  <a:pt x="448298" y="620574"/>
                </a:cubicBezTo>
                <a:cubicBezTo>
                  <a:pt x="449093" y="621256"/>
                  <a:pt x="451668" y="620423"/>
                  <a:pt x="454053" y="621256"/>
                </a:cubicBezTo>
                <a:cubicBezTo>
                  <a:pt x="455265" y="621597"/>
                  <a:pt x="459203" y="623603"/>
                  <a:pt x="461626" y="624285"/>
                </a:cubicBezTo>
                <a:cubicBezTo>
                  <a:pt x="465469" y="625940"/>
                  <a:pt x="469138" y="627984"/>
                  <a:pt x="472568" y="630381"/>
                </a:cubicBezTo>
                <a:cubicBezTo>
                  <a:pt x="479751" y="630873"/>
                  <a:pt x="486866" y="632077"/>
                  <a:pt x="493810" y="633978"/>
                </a:cubicBezTo>
                <a:lnTo>
                  <a:pt x="276665" y="634205"/>
                </a:lnTo>
                <a:cubicBezTo>
                  <a:pt x="276665" y="634205"/>
                  <a:pt x="283670" y="632804"/>
                  <a:pt x="302601" y="631176"/>
                </a:cubicBezTo>
                <a:cubicBezTo>
                  <a:pt x="305937" y="628401"/>
                  <a:pt x="309803" y="626326"/>
                  <a:pt x="313960" y="625080"/>
                </a:cubicBezTo>
                <a:cubicBezTo>
                  <a:pt x="315324" y="624967"/>
                  <a:pt x="319526" y="620120"/>
                  <a:pt x="320056" y="619325"/>
                </a:cubicBezTo>
                <a:cubicBezTo>
                  <a:pt x="320586" y="618530"/>
                  <a:pt x="325130" y="619136"/>
                  <a:pt x="326152" y="616258"/>
                </a:cubicBezTo>
                <a:cubicBezTo>
                  <a:pt x="327175" y="613381"/>
                  <a:pt x="330014" y="613759"/>
                  <a:pt x="331605" y="613191"/>
                </a:cubicBezTo>
                <a:cubicBezTo>
                  <a:pt x="333195" y="612623"/>
                  <a:pt x="333422" y="608610"/>
                  <a:pt x="336337" y="607095"/>
                </a:cubicBezTo>
                <a:cubicBezTo>
                  <a:pt x="337663" y="606414"/>
                  <a:pt x="341032" y="605316"/>
                  <a:pt x="343456" y="604369"/>
                </a:cubicBezTo>
                <a:cubicBezTo>
                  <a:pt x="345879" y="603423"/>
                  <a:pt x="348454" y="599901"/>
                  <a:pt x="350233" y="599636"/>
                </a:cubicBezTo>
                <a:cubicBezTo>
                  <a:pt x="353311" y="599485"/>
                  <a:pt x="356322" y="598671"/>
                  <a:pt x="359055" y="597251"/>
                </a:cubicBezTo>
                <a:cubicBezTo>
                  <a:pt x="361630" y="595509"/>
                  <a:pt x="364621" y="593805"/>
                  <a:pt x="366855" y="592518"/>
                </a:cubicBezTo>
                <a:cubicBezTo>
                  <a:pt x="369089" y="591231"/>
                  <a:pt x="379236" y="591912"/>
                  <a:pt x="379236" y="591912"/>
                </a:cubicBezTo>
                <a:lnTo>
                  <a:pt x="379236" y="568740"/>
                </a:lnTo>
                <a:lnTo>
                  <a:pt x="378100" y="567680"/>
                </a:lnTo>
                <a:cubicBezTo>
                  <a:pt x="377608" y="567226"/>
                  <a:pt x="379691" y="565825"/>
                  <a:pt x="381092" y="564424"/>
                </a:cubicBezTo>
                <a:cubicBezTo>
                  <a:pt x="382106" y="563360"/>
                  <a:pt x="383007" y="562194"/>
                  <a:pt x="383780" y="560940"/>
                </a:cubicBezTo>
                <a:close/>
                <a:moveTo>
                  <a:pt x="644695" y="548370"/>
                </a:moveTo>
                <a:lnTo>
                  <a:pt x="642764" y="551134"/>
                </a:lnTo>
                <a:lnTo>
                  <a:pt x="640833" y="553898"/>
                </a:lnTo>
                <a:lnTo>
                  <a:pt x="662339" y="569043"/>
                </a:lnTo>
                <a:lnTo>
                  <a:pt x="632919" y="565257"/>
                </a:lnTo>
                <a:lnTo>
                  <a:pt x="630761" y="568362"/>
                </a:lnTo>
                <a:lnTo>
                  <a:pt x="628603" y="571428"/>
                </a:lnTo>
                <a:lnTo>
                  <a:pt x="659234" y="592897"/>
                </a:lnTo>
                <a:lnTo>
                  <a:pt x="661165" y="590133"/>
                </a:lnTo>
                <a:lnTo>
                  <a:pt x="663058" y="587369"/>
                </a:lnTo>
                <a:lnTo>
                  <a:pt x="640984" y="571921"/>
                </a:lnTo>
                <a:lnTo>
                  <a:pt x="671274" y="575707"/>
                </a:lnTo>
                <a:lnTo>
                  <a:pt x="673357" y="572754"/>
                </a:lnTo>
                <a:lnTo>
                  <a:pt x="675326" y="569838"/>
                </a:lnTo>
                <a:close/>
                <a:moveTo>
                  <a:pt x="116392" y="545076"/>
                </a:moveTo>
                <a:cubicBezTo>
                  <a:pt x="105862" y="544671"/>
                  <a:pt x="96192" y="550865"/>
                  <a:pt x="92160" y="560600"/>
                </a:cubicBezTo>
                <a:cubicBezTo>
                  <a:pt x="90831" y="564969"/>
                  <a:pt x="91599" y="569709"/>
                  <a:pt x="94242" y="573435"/>
                </a:cubicBezTo>
                <a:cubicBezTo>
                  <a:pt x="96336" y="576813"/>
                  <a:pt x="100039" y="578850"/>
                  <a:pt x="104011" y="578812"/>
                </a:cubicBezTo>
                <a:lnTo>
                  <a:pt x="104730" y="578812"/>
                </a:lnTo>
                <a:lnTo>
                  <a:pt x="100944" y="582030"/>
                </a:lnTo>
                <a:lnTo>
                  <a:pt x="103556" y="586081"/>
                </a:lnTo>
                <a:lnTo>
                  <a:pt x="120481" y="575101"/>
                </a:lnTo>
                <a:lnTo>
                  <a:pt x="112644" y="562985"/>
                </a:lnTo>
                <a:lnTo>
                  <a:pt x="107229" y="566506"/>
                </a:lnTo>
                <a:lnTo>
                  <a:pt x="111432" y="573435"/>
                </a:lnTo>
                <a:cubicBezTo>
                  <a:pt x="109876" y="574045"/>
                  <a:pt x="108221" y="574367"/>
                  <a:pt x="106548" y="574382"/>
                </a:cubicBezTo>
                <a:cubicBezTo>
                  <a:pt x="103931" y="574386"/>
                  <a:pt x="101497" y="573041"/>
                  <a:pt x="100111" y="570823"/>
                </a:cubicBezTo>
                <a:cubicBezTo>
                  <a:pt x="98388" y="568505"/>
                  <a:pt x="97922" y="565488"/>
                  <a:pt x="98862" y="562758"/>
                </a:cubicBezTo>
                <a:cubicBezTo>
                  <a:pt x="100236" y="559623"/>
                  <a:pt x="102606" y="557029"/>
                  <a:pt x="105601" y="555375"/>
                </a:cubicBezTo>
                <a:cubicBezTo>
                  <a:pt x="108388" y="553326"/>
                  <a:pt x="111761" y="552236"/>
                  <a:pt x="115218" y="552270"/>
                </a:cubicBezTo>
                <a:cubicBezTo>
                  <a:pt x="118107" y="552414"/>
                  <a:pt x="120727" y="554011"/>
                  <a:pt x="122185" y="556510"/>
                </a:cubicBezTo>
                <a:cubicBezTo>
                  <a:pt x="123169" y="558036"/>
                  <a:pt x="123571" y="559861"/>
                  <a:pt x="123321" y="561660"/>
                </a:cubicBezTo>
                <a:cubicBezTo>
                  <a:pt x="123219" y="563383"/>
                  <a:pt x="122427" y="564992"/>
                  <a:pt x="121125" y="566128"/>
                </a:cubicBezTo>
                <a:lnTo>
                  <a:pt x="125366" y="572148"/>
                </a:lnTo>
                <a:cubicBezTo>
                  <a:pt x="128186" y="569940"/>
                  <a:pt x="130034" y="566722"/>
                  <a:pt x="130515" y="563174"/>
                </a:cubicBezTo>
                <a:cubicBezTo>
                  <a:pt x="130886" y="559449"/>
                  <a:pt x="129905" y="555712"/>
                  <a:pt x="127751" y="552648"/>
                </a:cubicBezTo>
                <a:cubicBezTo>
                  <a:pt x="125354" y="548487"/>
                  <a:pt x="121151" y="545689"/>
                  <a:pt x="116392" y="545076"/>
                </a:cubicBezTo>
                <a:close/>
                <a:moveTo>
                  <a:pt x="668661" y="523305"/>
                </a:moveTo>
                <a:cubicBezTo>
                  <a:pt x="672072" y="523093"/>
                  <a:pt x="675465" y="523926"/>
                  <a:pt x="678392" y="525690"/>
                </a:cubicBezTo>
                <a:cubicBezTo>
                  <a:pt x="681538" y="526996"/>
                  <a:pt x="684181" y="529280"/>
                  <a:pt x="685927" y="532203"/>
                </a:cubicBezTo>
                <a:cubicBezTo>
                  <a:pt x="686245" y="532899"/>
                  <a:pt x="686472" y="533638"/>
                  <a:pt x="686597" y="534391"/>
                </a:cubicBezTo>
                <a:cubicBezTo>
                  <a:pt x="687377" y="539097"/>
                  <a:pt x="684192" y="543539"/>
                  <a:pt x="679490" y="544319"/>
                </a:cubicBezTo>
                <a:cubicBezTo>
                  <a:pt x="676139" y="544576"/>
                  <a:pt x="672788" y="543781"/>
                  <a:pt x="669910" y="542047"/>
                </a:cubicBezTo>
                <a:cubicBezTo>
                  <a:pt x="666749" y="540638"/>
                  <a:pt x="664106" y="538283"/>
                  <a:pt x="662338" y="535307"/>
                </a:cubicBezTo>
                <a:cubicBezTo>
                  <a:pt x="661051" y="532948"/>
                  <a:pt x="661051" y="530094"/>
                  <a:pt x="662338" y="527735"/>
                </a:cubicBezTo>
                <a:cubicBezTo>
                  <a:pt x="663546" y="525270"/>
                  <a:pt x="665931" y="523596"/>
                  <a:pt x="668661" y="523305"/>
                </a:cubicBezTo>
                <a:close/>
                <a:moveTo>
                  <a:pt x="666996" y="516565"/>
                </a:moveTo>
                <a:cubicBezTo>
                  <a:pt x="666439" y="516701"/>
                  <a:pt x="665890" y="516872"/>
                  <a:pt x="665353" y="517065"/>
                </a:cubicBezTo>
                <a:cubicBezTo>
                  <a:pt x="656921" y="520132"/>
                  <a:pt x="652570" y="529450"/>
                  <a:pt x="655637" y="537882"/>
                </a:cubicBezTo>
                <a:cubicBezTo>
                  <a:pt x="657829" y="542618"/>
                  <a:pt x="661623" y="546428"/>
                  <a:pt x="666352" y="548635"/>
                </a:cubicBezTo>
                <a:cubicBezTo>
                  <a:pt x="670759" y="551282"/>
                  <a:pt x="675977" y="552251"/>
                  <a:pt x="681043" y="551361"/>
                </a:cubicBezTo>
                <a:cubicBezTo>
                  <a:pt x="685553" y="550392"/>
                  <a:pt x="689358" y="547385"/>
                  <a:pt x="691342" y="543221"/>
                </a:cubicBezTo>
                <a:lnTo>
                  <a:pt x="691266" y="543145"/>
                </a:lnTo>
                <a:cubicBezTo>
                  <a:pt x="693606" y="539188"/>
                  <a:pt x="694026" y="534383"/>
                  <a:pt x="692402" y="530082"/>
                </a:cubicBezTo>
                <a:cubicBezTo>
                  <a:pt x="690308" y="525383"/>
                  <a:pt x="686582" y="521601"/>
                  <a:pt x="681914" y="519443"/>
                </a:cubicBezTo>
                <a:cubicBezTo>
                  <a:pt x="677442" y="516735"/>
                  <a:pt x="672153" y="515717"/>
                  <a:pt x="666996" y="516565"/>
                </a:cubicBezTo>
                <a:close/>
                <a:moveTo>
                  <a:pt x="101020" y="504714"/>
                </a:moveTo>
                <a:lnTo>
                  <a:pt x="67132" y="520541"/>
                </a:lnTo>
                <a:lnTo>
                  <a:pt x="68533" y="523570"/>
                </a:lnTo>
                <a:lnTo>
                  <a:pt x="69972" y="526599"/>
                </a:lnTo>
                <a:lnTo>
                  <a:pt x="94394" y="515240"/>
                </a:lnTo>
                <a:lnTo>
                  <a:pt x="75954" y="539510"/>
                </a:lnTo>
                <a:lnTo>
                  <a:pt x="77469" y="542728"/>
                </a:lnTo>
                <a:lnTo>
                  <a:pt x="78983" y="545909"/>
                </a:lnTo>
                <a:lnTo>
                  <a:pt x="112871" y="530120"/>
                </a:lnTo>
                <a:lnTo>
                  <a:pt x="111432" y="527053"/>
                </a:lnTo>
                <a:lnTo>
                  <a:pt x="110031" y="524024"/>
                </a:lnTo>
                <a:lnTo>
                  <a:pt x="86253" y="535118"/>
                </a:lnTo>
                <a:lnTo>
                  <a:pt x="104200" y="511567"/>
                </a:lnTo>
                <a:lnTo>
                  <a:pt x="102610" y="508159"/>
                </a:lnTo>
                <a:close/>
                <a:moveTo>
                  <a:pt x="705806" y="489379"/>
                </a:moveTo>
                <a:lnTo>
                  <a:pt x="699672" y="505358"/>
                </a:lnTo>
                <a:lnTo>
                  <a:pt x="670972" y="494339"/>
                </a:lnTo>
                <a:lnTo>
                  <a:pt x="669684" y="497709"/>
                </a:lnTo>
                <a:lnTo>
                  <a:pt x="668397" y="501041"/>
                </a:lnTo>
                <a:lnTo>
                  <a:pt x="703382" y="514482"/>
                </a:lnTo>
                <a:lnTo>
                  <a:pt x="712015" y="491765"/>
                </a:lnTo>
                <a:lnTo>
                  <a:pt x="708910" y="490591"/>
                </a:lnTo>
                <a:close/>
                <a:moveTo>
                  <a:pt x="94431" y="488092"/>
                </a:moveTo>
                <a:lnTo>
                  <a:pt x="59522" y="501496"/>
                </a:lnTo>
                <a:lnTo>
                  <a:pt x="60809" y="504865"/>
                </a:lnTo>
                <a:lnTo>
                  <a:pt x="62096" y="508197"/>
                </a:lnTo>
                <a:lnTo>
                  <a:pt x="97006" y="494794"/>
                </a:lnTo>
                <a:lnTo>
                  <a:pt x="95719" y="491462"/>
                </a:lnTo>
                <a:close/>
                <a:moveTo>
                  <a:pt x="62437" y="462610"/>
                </a:moveTo>
                <a:lnTo>
                  <a:pt x="60279" y="463178"/>
                </a:lnTo>
                <a:cubicBezTo>
                  <a:pt x="56781" y="463720"/>
                  <a:pt x="53600" y="465526"/>
                  <a:pt x="51343" y="468252"/>
                </a:cubicBezTo>
                <a:cubicBezTo>
                  <a:pt x="49711" y="471001"/>
                  <a:pt x="49393" y="474333"/>
                  <a:pt x="50473" y="477339"/>
                </a:cubicBezTo>
                <a:cubicBezTo>
                  <a:pt x="51048" y="480334"/>
                  <a:pt x="52847" y="482954"/>
                  <a:pt x="55433" y="484571"/>
                </a:cubicBezTo>
                <a:lnTo>
                  <a:pt x="55433" y="484495"/>
                </a:lnTo>
                <a:cubicBezTo>
                  <a:pt x="58250" y="485888"/>
                  <a:pt x="61506" y="486108"/>
                  <a:pt x="64482" y="485101"/>
                </a:cubicBezTo>
                <a:lnTo>
                  <a:pt x="90456" y="478134"/>
                </a:lnTo>
                <a:lnTo>
                  <a:pt x="89509" y="474651"/>
                </a:lnTo>
                <a:lnTo>
                  <a:pt x="88601" y="471205"/>
                </a:lnTo>
                <a:lnTo>
                  <a:pt x="62627" y="478172"/>
                </a:lnTo>
                <a:cubicBezTo>
                  <a:pt x="61309" y="478588"/>
                  <a:pt x="59893" y="478588"/>
                  <a:pt x="58575" y="478172"/>
                </a:cubicBezTo>
                <a:cubicBezTo>
                  <a:pt x="58443" y="478092"/>
                  <a:pt x="58314" y="478002"/>
                  <a:pt x="58189" y="477907"/>
                </a:cubicBezTo>
                <a:cubicBezTo>
                  <a:pt x="56330" y="476483"/>
                  <a:pt x="55978" y="473822"/>
                  <a:pt x="57401" y="471962"/>
                </a:cubicBezTo>
                <a:cubicBezTo>
                  <a:pt x="58712" y="470823"/>
                  <a:pt x="60309" y="470066"/>
                  <a:pt x="62021" y="469766"/>
                </a:cubicBezTo>
                <a:lnTo>
                  <a:pt x="64179" y="469198"/>
                </a:lnTo>
                <a:close/>
                <a:moveTo>
                  <a:pt x="1472144" y="454680"/>
                </a:moveTo>
                <a:lnTo>
                  <a:pt x="1472011" y="454944"/>
                </a:lnTo>
                <a:lnTo>
                  <a:pt x="1472033" y="454801"/>
                </a:lnTo>
                <a:close/>
                <a:moveTo>
                  <a:pt x="693954" y="450570"/>
                </a:moveTo>
                <a:cubicBezTo>
                  <a:pt x="697221" y="449556"/>
                  <a:pt x="700720" y="449556"/>
                  <a:pt x="703987" y="450570"/>
                </a:cubicBezTo>
                <a:cubicBezTo>
                  <a:pt x="707293" y="451199"/>
                  <a:pt x="710310" y="452857"/>
                  <a:pt x="712620" y="455303"/>
                </a:cubicBezTo>
                <a:cubicBezTo>
                  <a:pt x="713097" y="455901"/>
                  <a:pt x="713495" y="456564"/>
                  <a:pt x="713801" y="457268"/>
                </a:cubicBezTo>
                <a:cubicBezTo>
                  <a:pt x="715702" y="461660"/>
                  <a:pt x="713684" y="466768"/>
                  <a:pt x="709288" y="468669"/>
                </a:cubicBezTo>
                <a:cubicBezTo>
                  <a:pt x="706085" y="469687"/>
                  <a:pt x="702647" y="469687"/>
                  <a:pt x="699444" y="468669"/>
                </a:cubicBezTo>
                <a:cubicBezTo>
                  <a:pt x="696081" y="468029"/>
                  <a:pt x="692999" y="466363"/>
                  <a:pt x="690622" y="463898"/>
                </a:cubicBezTo>
                <a:cubicBezTo>
                  <a:pt x="690042" y="463209"/>
                  <a:pt x="689577" y="462437"/>
                  <a:pt x="689243" y="461600"/>
                </a:cubicBezTo>
                <a:cubicBezTo>
                  <a:pt x="687498" y="457253"/>
                  <a:pt x="689607" y="452316"/>
                  <a:pt x="693954" y="450570"/>
                </a:cubicBezTo>
                <a:close/>
                <a:moveTo>
                  <a:pt x="705654" y="443603"/>
                </a:moveTo>
                <a:cubicBezTo>
                  <a:pt x="700667" y="442070"/>
                  <a:pt x="695299" y="442365"/>
                  <a:pt x="690509" y="444436"/>
                </a:cubicBezTo>
                <a:cubicBezTo>
                  <a:pt x="689998" y="444709"/>
                  <a:pt x="689498" y="445008"/>
                  <a:pt x="689017" y="445333"/>
                </a:cubicBezTo>
                <a:cubicBezTo>
                  <a:pt x="681603" y="450346"/>
                  <a:pt x="679661" y="460422"/>
                  <a:pt x="684678" y="467835"/>
                </a:cubicBezTo>
                <a:cubicBezTo>
                  <a:pt x="687964" y="471902"/>
                  <a:pt x="692576" y="474689"/>
                  <a:pt x="697703" y="475711"/>
                </a:cubicBezTo>
                <a:cubicBezTo>
                  <a:pt x="702625" y="477210"/>
                  <a:pt x="707918" y="476888"/>
                  <a:pt x="712621" y="474802"/>
                </a:cubicBezTo>
                <a:cubicBezTo>
                  <a:pt x="716729" y="472727"/>
                  <a:pt x="719667" y="468896"/>
                  <a:pt x="720610" y="464390"/>
                </a:cubicBezTo>
                <a:cubicBezTo>
                  <a:pt x="721931" y="459956"/>
                  <a:pt x="721121" y="455155"/>
                  <a:pt x="718414" y="451403"/>
                </a:cubicBezTo>
                <a:cubicBezTo>
                  <a:pt x="715245" y="447344"/>
                  <a:pt x="710712" y="444569"/>
                  <a:pt x="705654" y="443603"/>
                </a:cubicBezTo>
                <a:close/>
                <a:moveTo>
                  <a:pt x="81520" y="441142"/>
                </a:moveTo>
                <a:lnTo>
                  <a:pt x="44831" y="448298"/>
                </a:lnTo>
                <a:lnTo>
                  <a:pt x="45513" y="451819"/>
                </a:lnTo>
                <a:lnTo>
                  <a:pt x="46194" y="455341"/>
                </a:lnTo>
                <a:lnTo>
                  <a:pt x="82883" y="448222"/>
                </a:lnTo>
                <a:lnTo>
                  <a:pt x="82202" y="444663"/>
                </a:lnTo>
                <a:close/>
                <a:moveTo>
                  <a:pt x="161183" y="440763"/>
                </a:moveTo>
                <a:cubicBezTo>
                  <a:pt x="175219" y="444198"/>
                  <a:pt x="189520" y="446466"/>
                  <a:pt x="203931" y="447541"/>
                </a:cubicBezTo>
                <a:cubicBezTo>
                  <a:pt x="231571" y="448639"/>
                  <a:pt x="270721" y="446291"/>
                  <a:pt x="306539" y="446708"/>
                </a:cubicBezTo>
                <a:cubicBezTo>
                  <a:pt x="312257" y="447768"/>
                  <a:pt x="317406" y="448639"/>
                  <a:pt x="321420" y="449131"/>
                </a:cubicBezTo>
                <a:cubicBezTo>
                  <a:pt x="331037" y="450456"/>
                  <a:pt x="347053" y="452160"/>
                  <a:pt x="354095" y="452917"/>
                </a:cubicBezTo>
                <a:lnTo>
                  <a:pt x="344062" y="493469"/>
                </a:lnTo>
                <a:lnTo>
                  <a:pt x="384234" y="500284"/>
                </a:lnTo>
                <a:lnTo>
                  <a:pt x="424369" y="493469"/>
                </a:lnTo>
                <a:lnTo>
                  <a:pt x="414335" y="452955"/>
                </a:lnTo>
                <a:cubicBezTo>
                  <a:pt x="421378" y="452122"/>
                  <a:pt x="437394" y="450418"/>
                  <a:pt x="447011" y="449169"/>
                </a:cubicBezTo>
                <a:cubicBezTo>
                  <a:pt x="451025" y="448677"/>
                  <a:pt x="456174" y="447806"/>
                  <a:pt x="461929" y="446746"/>
                </a:cubicBezTo>
                <a:cubicBezTo>
                  <a:pt x="497748" y="446329"/>
                  <a:pt x="536860" y="448677"/>
                  <a:pt x="564538" y="447579"/>
                </a:cubicBezTo>
                <a:lnTo>
                  <a:pt x="564689" y="447541"/>
                </a:lnTo>
                <a:cubicBezTo>
                  <a:pt x="579089" y="446462"/>
                  <a:pt x="593374" y="444198"/>
                  <a:pt x="607399" y="440763"/>
                </a:cubicBezTo>
                <a:cubicBezTo>
                  <a:pt x="607399" y="440763"/>
                  <a:pt x="594866" y="460906"/>
                  <a:pt x="580516" y="470751"/>
                </a:cubicBezTo>
                <a:cubicBezTo>
                  <a:pt x="525229" y="486733"/>
                  <a:pt x="468479" y="497134"/>
                  <a:pt x="411117" y="501799"/>
                </a:cubicBezTo>
                <a:lnTo>
                  <a:pt x="421984" y="545265"/>
                </a:lnTo>
                <a:lnTo>
                  <a:pt x="384121" y="553444"/>
                </a:lnTo>
                <a:lnTo>
                  <a:pt x="346258" y="545265"/>
                </a:lnTo>
                <a:lnTo>
                  <a:pt x="357124" y="501799"/>
                </a:lnTo>
                <a:cubicBezTo>
                  <a:pt x="299876" y="497111"/>
                  <a:pt x="243244" y="486710"/>
                  <a:pt x="188066" y="470751"/>
                </a:cubicBezTo>
                <a:cubicBezTo>
                  <a:pt x="173716" y="460906"/>
                  <a:pt x="161183" y="440763"/>
                  <a:pt x="161183" y="440763"/>
                </a:cubicBezTo>
                <a:close/>
                <a:moveTo>
                  <a:pt x="1425811" y="419699"/>
                </a:moveTo>
                <a:cubicBezTo>
                  <a:pt x="1435184" y="419699"/>
                  <a:pt x="1435712" y="436199"/>
                  <a:pt x="1439011" y="436199"/>
                </a:cubicBezTo>
                <a:cubicBezTo>
                  <a:pt x="1443829" y="435810"/>
                  <a:pt x="1448553" y="434651"/>
                  <a:pt x="1453003" y="432768"/>
                </a:cubicBezTo>
                <a:cubicBezTo>
                  <a:pt x="1458410" y="432448"/>
                  <a:pt x="1463832" y="432448"/>
                  <a:pt x="1469240" y="432768"/>
                </a:cubicBezTo>
                <a:cubicBezTo>
                  <a:pt x="1471880" y="432768"/>
                  <a:pt x="1474916" y="433296"/>
                  <a:pt x="1474916" y="435408"/>
                </a:cubicBezTo>
                <a:cubicBezTo>
                  <a:pt x="1475448" y="438550"/>
                  <a:pt x="1474987" y="441780"/>
                  <a:pt x="1473595" y="444647"/>
                </a:cubicBezTo>
                <a:lnTo>
                  <a:pt x="1472033" y="454801"/>
                </a:lnTo>
                <a:lnTo>
                  <a:pt x="1465015" y="462468"/>
                </a:lnTo>
                <a:cubicBezTo>
                  <a:pt x="1463959" y="464184"/>
                  <a:pt x="1458811" y="465371"/>
                  <a:pt x="1457755" y="467880"/>
                </a:cubicBezTo>
                <a:cubicBezTo>
                  <a:pt x="1455380" y="473819"/>
                  <a:pt x="1455380" y="479233"/>
                  <a:pt x="1452608" y="482532"/>
                </a:cubicBezTo>
                <a:cubicBezTo>
                  <a:pt x="1449835" y="485832"/>
                  <a:pt x="1446667" y="486756"/>
                  <a:pt x="1442311" y="489528"/>
                </a:cubicBezTo>
                <a:cubicBezTo>
                  <a:pt x="1437955" y="492301"/>
                  <a:pt x="1433335" y="489793"/>
                  <a:pt x="1430431" y="490584"/>
                </a:cubicBezTo>
                <a:cubicBezTo>
                  <a:pt x="1425521" y="493492"/>
                  <a:pt x="1420236" y="495713"/>
                  <a:pt x="1414723" y="497185"/>
                </a:cubicBezTo>
                <a:cubicBezTo>
                  <a:pt x="1405087" y="497185"/>
                  <a:pt x="1395978" y="492828"/>
                  <a:pt x="1395978" y="481741"/>
                </a:cubicBezTo>
                <a:cubicBezTo>
                  <a:pt x="1395978" y="479101"/>
                  <a:pt x="1397958" y="472763"/>
                  <a:pt x="1397958" y="470123"/>
                </a:cubicBezTo>
                <a:cubicBezTo>
                  <a:pt x="1397958" y="467483"/>
                  <a:pt x="1395186" y="463524"/>
                  <a:pt x="1395186" y="460884"/>
                </a:cubicBezTo>
                <a:cubicBezTo>
                  <a:pt x="1395186" y="458244"/>
                  <a:pt x="1400070" y="453227"/>
                  <a:pt x="1400863" y="450059"/>
                </a:cubicBezTo>
                <a:cubicBezTo>
                  <a:pt x="1402419" y="440328"/>
                  <a:pt x="1407550" y="431526"/>
                  <a:pt x="1415251" y="425376"/>
                </a:cubicBezTo>
                <a:cubicBezTo>
                  <a:pt x="1418815" y="423527"/>
                  <a:pt x="1423171" y="419699"/>
                  <a:pt x="1425811" y="419699"/>
                </a:cubicBezTo>
                <a:close/>
                <a:moveTo>
                  <a:pt x="77166" y="405740"/>
                </a:moveTo>
                <a:lnTo>
                  <a:pt x="40060" y="410322"/>
                </a:lnTo>
                <a:lnTo>
                  <a:pt x="43241" y="436371"/>
                </a:lnTo>
                <a:lnTo>
                  <a:pt x="46535" y="435993"/>
                </a:lnTo>
                <a:lnTo>
                  <a:pt x="49829" y="435576"/>
                </a:lnTo>
                <a:lnTo>
                  <a:pt x="47519" y="416645"/>
                </a:lnTo>
                <a:lnTo>
                  <a:pt x="57174" y="415433"/>
                </a:lnTo>
                <a:lnTo>
                  <a:pt x="59219" y="432131"/>
                </a:lnTo>
                <a:lnTo>
                  <a:pt x="62437" y="431752"/>
                </a:lnTo>
                <a:lnTo>
                  <a:pt x="65618" y="431373"/>
                </a:lnTo>
                <a:lnTo>
                  <a:pt x="63573" y="414676"/>
                </a:lnTo>
                <a:lnTo>
                  <a:pt x="71449" y="413691"/>
                </a:lnTo>
                <a:lnTo>
                  <a:pt x="73645" y="431676"/>
                </a:lnTo>
                <a:lnTo>
                  <a:pt x="76977" y="431298"/>
                </a:lnTo>
                <a:lnTo>
                  <a:pt x="80233" y="430881"/>
                </a:lnTo>
                <a:close/>
                <a:moveTo>
                  <a:pt x="702928" y="399417"/>
                </a:moveTo>
                <a:cubicBezTo>
                  <a:pt x="699361" y="399364"/>
                  <a:pt x="695916" y="400727"/>
                  <a:pt x="693348" y="403203"/>
                </a:cubicBezTo>
                <a:cubicBezTo>
                  <a:pt x="687631" y="409697"/>
                  <a:pt x="687631" y="419428"/>
                  <a:pt x="693348" y="425921"/>
                </a:cubicBezTo>
                <a:cubicBezTo>
                  <a:pt x="701398" y="432691"/>
                  <a:pt x="712803" y="433762"/>
                  <a:pt x="721973" y="428609"/>
                </a:cubicBezTo>
                <a:cubicBezTo>
                  <a:pt x="725721" y="426008"/>
                  <a:pt x="728046" y="421809"/>
                  <a:pt x="728258" y="417250"/>
                </a:cubicBezTo>
                <a:cubicBezTo>
                  <a:pt x="728690" y="413298"/>
                  <a:pt x="727024" y="409405"/>
                  <a:pt x="723866" y="406990"/>
                </a:cubicBezTo>
                <a:lnTo>
                  <a:pt x="723298" y="406687"/>
                </a:lnTo>
                <a:lnTo>
                  <a:pt x="728183" y="406384"/>
                </a:lnTo>
                <a:lnTo>
                  <a:pt x="728523" y="401651"/>
                </a:lnTo>
                <a:lnTo>
                  <a:pt x="708418" y="399909"/>
                </a:lnTo>
                <a:lnTo>
                  <a:pt x="707169" y="414259"/>
                </a:lnTo>
                <a:lnTo>
                  <a:pt x="713605" y="414827"/>
                </a:lnTo>
                <a:lnTo>
                  <a:pt x="714287" y="406725"/>
                </a:lnTo>
                <a:cubicBezTo>
                  <a:pt x="715892" y="407202"/>
                  <a:pt x="717392" y="407974"/>
                  <a:pt x="718717" y="408996"/>
                </a:cubicBezTo>
                <a:cubicBezTo>
                  <a:pt x="720784" y="410605"/>
                  <a:pt x="721871" y="413169"/>
                  <a:pt x="721594" y="415774"/>
                </a:cubicBezTo>
                <a:cubicBezTo>
                  <a:pt x="721553" y="418617"/>
                  <a:pt x="720144" y="421268"/>
                  <a:pt x="717808" y="422892"/>
                </a:cubicBezTo>
                <a:cubicBezTo>
                  <a:pt x="714783" y="424501"/>
                  <a:pt x="711314" y="425088"/>
                  <a:pt x="707926" y="424558"/>
                </a:cubicBezTo>
                <a:cubicBezTo>
                  <a:pt x="704465" y="424456"/>
                  <a:pt x="701129" y="423233"/>
                  <a:pt x="698422" y="421075"/>
                </a:cubicBezTo>
                <a:cubicBezTo>
                  <a:pt x="696272" y="419181"/>
                  <a:pt x="695192" y="416346"/>
                  <a:pt x="695545" y="413502"/>
                </a:cubicBezTo>
                <a:cubicBezTo>
                  <a:pt x="695696" y="411677"/>
                  <a:pt x="696503" y="409969"/>
                  <a:pt x="697816" y="408693"/>
                </a:cubicBezTo>
                <a:cubicBezTo>
                  <a:pt x="698975" y="407414"/>
                  <a:pt x="700599" y="406653"/>
                  <a:pt x="702322" y="406573"/>
                </a:cubicBezTo>
                <a:close/>
                <a:moveTo>
                  <a:pt x="185756" y="387793"/>
                </a:moveTo>
                <a:cubicBezTo>
                  <a:pt x="193579" y="389251"/>
                  <a:pt x="201504" y="390111"/>
                  <a:pt x="209459" y="390368"/>
                </a:cubicBezTo>
                <a:cubicBezTo>
                  <a:pt x="215100" y="390595"/>
                  <a:pt x="222067" y="390368"/>
                  <a:pt x="230018" y="390368"/>
                </a:cubicBezTo>
                <a:cubicBezTo>
                  <a:pt x="237099" y="390141"/>
                  <a:pt x="245125" y="390141"/>
                  <a:pt x="253569" y="390141"/>
                </a:cubicBezTo>
                <a:cubicBezTo>
                  <a:pt x="263375" y="390141"/>
                  <a:pt x="275757" y="390254"/>
                  <a:pt x="289122" y="391050"/>
                </a:cubicBezTo>
                <a:cubicBezTo>
                  <a:pt x="301738" y="394817"/>
                  <a:pt x="314570" y="397801"/>
                  <a:pt x="327553" y="399985"/>
                </a:cubicBezTo>
                <a:cubicBezTo>
                  <a:pt x="336546" y="401261"/>
                  <a:pt x="345618" y="401882"/>
                  <a:pt x="354701" y="401840"/>
                </a:cubicBezTo>
                <a:lnTo>
                  <a:pt x="345538" y="440801"/>
                </a:lnTo>
                <a:lnTo>
                  <a:pt x="383401" y="445269"/>
                </a:lnTo>
                <a:lnTo>
                  <a:pt x="383818" y="445269"/>
                </a:lnTo>
                <a:lnTo>
                  <a:pt x="384310" y="445269"/>
                </a:lnTo>
                <a:lnTo>
                  <a:pt x="422438" y="440726"/>
                </a:lnTo>
                <a:lnTo>
                  <a:pt x="413275" y="401765"/>
                </a:lnTo>
                <a:cubicBezTo>
                  <a:pt x="422359" y="401806"/>
                  <a:pt x="431430" y="401186"/>
                  <a:pt x="440423" y="399910"/>
                </a:cubicBezTo>
                <a:cubicBezTo>
                  <a:pt x="453455" y="397770"/>
                  <a:pt x="466340" y="394821"/>
                  <a:pt x="479005" y="391087"/>
                </a:cubicBezTo>
                <a:cubicBezTo>
                  <a:pt x="492371" y="390179"/>
                  <a:pt x="504752" y="390179"/>
                  <a:pt x="514559" y="390179"/>
                </a:cubicBezTo>
                <a:cubicBezTo>
                  <a:pt x="522964" y="390179"/>
                  <a:pt x="531029" y="390406"/>
                  <a:pt x="538109" y="390406"/>
                </a:cubicBezTo>
                <a:cubicBezTo>
                  <a:pt x="546098" y="390406"/>
                  <a:pt x="553065" y="390406"/>
                  <a:pt x="558669" y="390406"/>
                </a:cubicBezTo>
                <a:lnTo>
                  <a:pt x="558669" y="390368"/>
                </a:lnTo>
                <a:cubicBezTo>
                  <a:pt x="566624" y="390111"/>
                  <a:pt x="574549" y="389251"/>
                  <a:pt x="582371" y="387793"/>
                </a:cubicBezTo>
                <a:cubicBezTo>
                  <a:pt x="575950" y="396335"/>
                  <a:pt x="568294" y="403878"/>
                  <a:pt x="559654" y="410170"/>
                </a:cubicBezTo>
                <a:cubicBezTo>
                  <a:pt x="549101" y="416183"/>
                  <a:pt x="538041" y="421249"/>
                  <a:pt x="526599" y="425316"/>
                </a:cubicBezTo>
                <a:cubicBezTo>
                  <a:pt x="500110" y="432968"/>
                  <a:pt x="473159" y="438923"/>
                  <a:pt x="445913" y="443149"/>
                </a:cubicBezTo>
                <a:cubicBezTo>
                  <a:pt x="433494" y="444739"/>
                  <a:pt x="410133" y="447200"/>
                  <a:pt x="409905" y="447200"/>
                </a:cubicBezTo>
                <a:lnTo>
                  <a:pt x="406422" y="447541"/>
                </a:lnTo>
                <a:lnTo>
                  <a:pt x="416531" y="488547"/>
                </a:lnTo>
                <a:lnTo>
                  <a:pt x="383931" y="494075"/>
                </a:lnTo>
                <a:lnTo>
                  <a:pt x="351294" y="488547"/>
                </a:lnTo>
                <a:lnTo>
                  <a:pt x="361441" y="447541"/>
                </a:lnTo>
                <a:lnTo>
                  <a:pt x="357920" y="447200"/>
                </a:lnTo>
                <a:cubicBezTo>
                  <a:pt x="357692" y="447162"/>
                  <a:pt x="334331" y="444739"/>
                  <a:pt x="321912" y="443149"/>
                </a:cubicBezTo>
                <a:cubicBezTo>
                  <a:pt x="294768" y="438905"/>
                  <a:pt x="267919" y="432949"/>
                  <a:pt x="241528" y="425316"/>
                </a:cubicBezTo>
                <a:cubicBezTo>
                  <a:pt x="230086" y="421249"/>
                  <a:pt x="219027" y="416183"/>
                  <a:pt x="208474" y="410170"/>
                </a:cubicBezTo>
                <a:cubicBezTo>
                  <a:pt x="199834" y="403878"/>
                  <a:pt x="192178" y="396335"/>
                  <a:pt x="185756" y="387793"/>
                </a:cubicBezTo>
                <a:close/>
                <a:moveTo>
                  <a:pt x="1601902" y="387226"/>
                </a:moveTo>
                <a:cubicBezTo>
                  <a:pt x="1605335" y="386698"/>
                  <a:pt x="1607050" y="390527"/>
                  <a:pt x="1612463" y="389603"/>
                </a:cubicBezTo>
                <a:cubicBezTo>
                  <a:pt x="1614179" y="389471"/>
                  <a:pt x="1620647" y="395146"/>
                  <a:pt x="1623155" y="395146"/>
                </a:cubicBezTo>
                <a:cubicBezTo>
                  <a:pt x="1626626" y="396144"/>
                  <a:pt x="1630256" y="396459"/>
                  <a:pt x="1633847" y="396071"/>
                </a:cubicBezTo>
                <a:cubicBezTo>
                  <a:pt x="1637015" y="395674"/>
                  <a:pt x="1641899" y="399371"/>
                  <a:pt x="1644407" y="399371"/>
                </a:cubicBezTo>
                <a:cubicBezTo>
                  <a:pt x="1647478" y="399145"/>
                  <a:pt x="1650526" y="398660"/>
                  <a:pt x="1653515" y="397920"/>
                </a:cubicBezTo>
                <a:cubicBezTo>
                  <a:pt x="1658927" y="396862"/>
                  <a:pt x="1671073" y="411515"/>
                  <a:pt x="1675164" y="417060"/>
                </a:cubicBezTo>
                <a:lnTo>
                  <a:pt x="1673976" y="417323"/>
                </a:lnTo>
                <a:cubicBezTo>
                  <a:pt x="1676163" y="419883"/>
                  <a:pt x="1678066" y="422671"/>
                  <a:pt x="1679653" y="425639"/>
                </a:cubicBezTo>
                <a:cubicBezTo>
                  <a:pt x="1680423" y="429207"/>
                  <a:pt x="1680423" y="432897"/>
                  <a:pt x="1679653" y="436463"/>
                </a:cubicBezTo>
                <a:cubicBezTo>
                  <a:pt x="1677804" y="442272"/>
                  <a:pt x="1674372" y="443856"/>
                  <a:pt x="1671996" y="446496"/>
                </a:cubicBezTo>
                <a:cubicBezTo>
                  <a:pt x="1669620" y="449137"/>
                  <a:pt x="1668696" y="455473"/>
                  <a:pt x="1666056" y="458641"/>
                </a:cubicBezTo>
                <a:cubicBezTo>
                  <a:pt x="1664021" y="461609"/>
                  <a:pt x="1661677" y="464353"/>
                  <a:pt x="1659060" y="466824"/>
                </a:cubicBezTo>
                <a:cubicBezTo>
                  <a:pt x="1655419" y="469323"/>
                  <a:pt x="1651273" y="470991"/>
                  <a:pt x="1646916" y="471708"/>
                </a:cubicBezTo>
                <a:cubicBezTo>
                  <a:pt x="1644011" y="471708"/>
                  <a:pt x="1639524" y="470917"/>
                  <a:pt x="1636619" y="471708"/>
                </a:cubicBezTo>
                <a:cubicBezTo>
                  <a:pt x="1631604" y="473029"/>
                  <a:pt x="1629360" y="476856"/>
                  <a:pt x="1625795" y="476856"/>
                </a:cubicBezTo>
                <a:cubicBezTo>
                  <a:pt x="1622231" y="476856"/>
                  <a:pt x="1618667" y="473557"/>
                  <a:pt x="1617347" y="467880"/>
                </a:cubicBezTo>
                <a:cubicBezTo>
                  <a:pt x="1617347" y="464977"/>
                  <a:pt x="1618798" y="459564"/>
                  <a:pt x="1617347" y="456001"/>
                </a:cubicBezTo>
                <a:cubicBezTo>
                  <a:pt x="1614146" y="450844"/>
                  <a:pt x="1611237" y="445511"/>
                  <a:pt x="1608634" y="440027"/>
                </a:cubicBezTo>
                <a:cubicBezTo>
                  <a:pt x="1608371" y="433560"/>
                  <a:pt x="1601639" y="430391"/>
                  <a:pt x="1601639" y="426167"/>
                </a:cubicBezTo>
                <a:cubicBezTo>
                  <a:pt x="1601658" y="420749"/>
                  <a:pt x="1600247" y="415421"/>
                  <a:pt x="1597546" y="410723"/>
                </a:cubicBezTo>
                <a:cubicBezTo>
                  <a:pt x="1596616" y="407566"/>
                  <a:pt x="1596899" y="404178"/>
                  <a:pt x="1598339" y="401219"/>
                </a:cubicBezTo>
                <a:cubicBezTo>
                  <a:pt x="1600451" y="398315"/>
                  <a:pt x="1597546" y="390527"/>
                  <a:pt x="1601902" y="387226"/>
                </a:cubicBezTo>
                <a:close/>
                <a:moveTo>
                  <a:pt x="61869" y="373935"/>
                </a:moveTo>
                <a:lnTo>
                  <a:pt x="70085" y="373935"/>
                </a:lnTo>
                <a:lnTo>
                  <a:pt x="70085" y="381887"/>
                </a:lnTo>
                <a:cubicBezTo>
                  <a:pt x="70161" y="383356"/>
                  <a:pt x="69805" y="384817"/>
                  <a:pt x="69063" y="386089"/>
                </a:cubicBezTo>
                <a:cubicBezTo>
                  <a:pt x="68415" y="387025"/>
                  <a:pt x="67321" y="387547"/>
                  <a:pt x="66185" y="387452"/>
                </a:cubicBezTo>
                <a:cubicBezTo>
                  <a:pt x="64955" y="387555"/>
                  <a:pt x="63743" y="387097"/>
                  <a:pt x="62891" y="386203"/>
                </a:cubicBezTo>
                <a:cubicBezTo>
                  <a:pt x="62089" y="385014"/>
                  <a:pt x="61729" y="383579"/>
                  <a:pt x="61869" y="382152"/>
                </a:cubicBezTo>
                <a:close/>
                <a:moveTo>
                  <a:pt x="45625" y="373443"/>
                </a:moveTo>
                <a:lnTo>
                  <a:pt x="55583" y="373633"/>
                </a:lnTo>
                <a:lnTo>
                  <a:pt x="55583" y="382190"/>
                </a:lnTo>
                <a:cubicBezTo>
                  <a:pt x="55659" y="383723"/>
                  <a:pt x="55231" y="385238"/>
                  <a:pt x="54372" y="386506"/>
                </a:cubicBezTo>
                <a:cubicBezTo>
                  <a:pt x="53478" y="387491"/>
                  <a:pt x="52172" y="387998"/>
                  <a:pt x="50850" y="387869"/>
                </a:cubicBezTo>
                <a:cubicBezTo>
                  <a:pt x="49377" y="387952"/>
                  <a:pt x="47935" y="387415"/>
                  <a:pt x="46875" y="386393"/>
                </a:cubicBezTo>
                <a:cubicBezTo>
                  <a:pt x="45921" y="385196"/>
                  <a:pt x="45474" y="383674"/>
                  <a:pt x="45625" y="382152"/>
                </a:cubicBezTo>
                <a:close/>
                <a:moveTo>
                  <a:pt x="39379" y="366438"/>
                </a:moveTo>
                <a:lnTo>
                  <a:pt x="39379" y="369884"/>
                </a:lnTo>
                <a:lnTo>
                  <a:pt x="39341" y="382038"/>
                </a:lnTo>
                <a:cubicBezTo>
                  <a:pt x="39023" y="385483"/>
                  <a:pt x="40026" y="388918"/>
                  <a:pt x="42143" y="391655"/>
                </a:cubicBezTo>
                <a:cubicBezTo>
                  <a:pt x="44414" y="393980"/>
                  <a:pt x="47569" y="395218"/>
                  <a:pt x="50813" y="395063"/>
                </a:cubicBezTo>
                <a:cubicBezTo>
                  <a:pt x="53600" y="395263"/>
                  <a:pt x="56311" y="394075"/>
                  <a:pt x="58045" y="391882"/>
                </a:cubicBezTo>
                <a:cubicBezTo>
                  <a:pt x="58556" y="391235"/>
                  <a:pt x="58977" y="390523"/>
                  <a:pt x="59295" y="389762"/>
                </a:cubicBezTo>
                <a:cubicBezTo>
                  <a:pt x="60768" y="392564"/>
                  <a:pt x="63706" y="394279"/>
                  <a:pt x="66867" y="394192"/>
                </a:cubicBezTo>
                <a:cubicBezTo>
                  <a:pt x="69484" y="394377"/>
                  <a:pt x="72051" y="393393"/>
                  <a:pt x="73872" y="391504"/>
                </a:cubicBezTo>
                <a:cubicBezTo>
                  <a:pt x="75678" y="389330"/>
                  <a:pt x="76609" y="386563"/>
                  <a:pt x="76484" y="383742"/>
                </a:cubicBezTo>
                <a:lnTo>
                  <a:pt x="76750" y="370528"/>
                </a:lnTo>
                <a:lnTo>
                  <a:pt x="76750" y="367120"/>
                </a:lnTo>
                <a:close/>
                <a:moveTo>
                  <a:pt x="691720" y="359775"/>
                </a:moveTo>
                <a:lnTo>
                  <a:pt x="691720" y="363864"/>
                </a:lnTo>
                <a:lnTo>
                  <a:pt x="691720" y="367915"/>
                </a:lnTo>
                <a:lnTo>
                  <a:pt x="708115" y="374049"/>
                </a:lnTo>
                <a:lnTo>
                  <a:pt x="692175" y="381621"/>
                </a:lnTo>
                <a:lnTo>
                  <a:pt x="692175" y="385900"/>
                </a:lnTo>
                <a:lnTo>
                  <a:pt x="692175" y="390178"/>
                </a:lnTo>
                <a:lnTo>
                  <a:pt x="714893" y="377343"/>
                </a:lnTo>
                <a:lnTo>
                  <a:pt x="728940" y="376851"/>
                </a:lnTo>
                <a:lnTo>
                  <a:pt x="728940" y="373254"/>
                </a:lnTo>
                <a:lnTo>
                  <a:pt x="728940" y="369695"/>
                </a:lnTo>
                <a:lnTo>
                  <a:pt x="714741" y="370187"/>
                </a:lnTo>
                <a:close/>
                <a:moveTo>
                  <a:pt x="559540" y="328765"/>
                </a:moveTo>
                <a:cubicBezTo>
                  <a:pt x="553327" y="338008"/>
                  <a:pt x="545789" y="346288"/>
                  <a:pt x="537163" y="353338"/>
                </a:cubicBezTo>
                <a:cubicBezTo>
                  <a:pt x="527152" y="361869"/>
                  <a:pt x="516062" y="369048"/>
                  <a:pt x="504185" y="374693"/>
                </a:cubicBezTo>
                <a:cubicBezTo>
                  <a:pt x="483459" y="383928"/>
                  <a:pt x="461596" y="390357"/>
                  <a:pt x="439174" y="393814"/>
                </a:cubicBezTo>
                <a:cubicBezTo>
                  <a:pt x="429879" y="395082"/>
                  <a:pt x="420500" y="395677"/>
                  <a:pt x="411117" y="395593"/>
                </a:cubicBezTo>
                <a:lnTo>
                  <a:pt x="405324" y="395593"/>
                </a:lnTo>
                <a:lnTo>
                  <a:pt x="414714" y="435463"/>
                </a:lnTo>
                <a:lnTo>
                  <a:pt x="384424" y="439249"/>
                </a:lnTo>
                <a:lnTo>
                  <a:pt x="384045" y="439249"/>
                </a:lnTo>
                <a:lnTo>
                  <a:pt x="383629" y="439249"/>
                </a:lnTo>
                <a:lnTo>
                  <a:pt x="353338" y="435463"/>
                </a:lnTo>
                <a:lnTo>
                  <a:pt x="362766" y="395669"/>
                </a:lnTo>
                <a:lnTo>
                  <a:pt x="356973" y="395669"/>
                </a:lnTo>
                <a:cubicBezTo>
                  <a:pt x="347591" y="395756"/>
                  <a:pt x="338212" y="395162"/>
                  <a:pt x="328917" y="393890"/>
                </a:cubicBezTo>
                <a:cubicBezTo>
                  <a:pt x="306491" y="390444"/>
                  <a:pt x="284629" y="384011"/>
                  <a:pt x="263906" y="374769"/>
                </a:cubicBezTo>
                <a:cubicBezTo>
                  <a:pt x="251994" y="369123"/>
                  <a:pt x="240882" y="361930"/>
                  <a:pt x="230852" y="353376"/>
                </a:cubicBezTo>
                <a:cubicBezTo>
                  <a:pt x="222241" y="346349"/>
                  <a:pt x="214726" y="338080"/>
                  <a:pt x="208550" y="328841"/>
                </a:cubicBezTo>
                <a:cubicBezTo>
                  <a:pt x="216804" y="330091"/>
                  <a:pt x="228959" y="331491"/>
                  <a:pt x="231950" y="331491"/>
                </a:cubicBezTo>
                <a:lnTo>
                  <a:pt x="241037" y="331908"/>
                </a:lnTo>
                <a:cubicBezTo>
                  <a:pt x="252055" y="332400"/>
                  <a:pt x="266367" y="333082"/>
                  <a:pt x="283746" y="334142"/>
                </a:cubicBezTo>
                <a:cubicBezTo>
                  <a:pt x="285299" y="335013"/>
                  <a:pt x="286889" y="335846"/>
                  <a:pt x="288517" y="336679"/>
                </a:cubicBezTo>
                <a:cubicBezTo>
                  <a:pt x="303674" y="344354"/>
                  <a:pt x="319958" y="349556"/>
                  <a:pt x="336754" y="352089"/>
                </a:cubicBezTo>
                <a:cubicBezTo>
                  <a:pt x="339613" y="352490"/>
                  <a:pt x="342498" y="352680"/>
                  <a:pt x="345387" y="352657"/>
                </a:cubicBezTo>
                <a:cubicBezTo>
                  <a:pt x="349363" y="352657"/>
                  <a:pt x="353187" y="352354"/>
                  <a:pt x="355989" y="352089"/>
                </a:cubicBezTo>
                <a:lnTo>
                  <a:pt x="347659" y="386734"/>
                </a:lnTo>
                <a:lnTo>
                  <a:pt x="384235" y="389043"/>
                </a:lnTo>
                <a:lnTo>
                  <a:pt x="420772" y="386734"/>
                </a:lnTo>
                <a:lnTo>
                  <a:pt x="412480" y="352089"/>
                </a:lnTo>
                <a:cubicBezTo>
                  <a:pt x="415244" y="352354"/>
                  <a:pt x="419258" y="352657"/>
                  <a:pt x="423044" y="352657"/>
                </a:cubicBezTo>
                <a:cubicBezTo>
                  <a:pt x="425933" y="352683"/>
                  <a:pt x="428818" y="352494"/>
                  <a:pt x="431677" y="352089"/>
                </a:cubicBezTo>
                <a:cubicBezTo>
                  <a:pt x="448484" y="349548"/>
                  <a:pt x="464781" y="344346"/>
                  <a:pt x="479952" y="336679"/>
                </a:cubicBezTo>
                <a:lnTo>
                  <a:pt x="484723" y="334142"/>
                </a:lnTo>
                <a:cubicBezTo>
                  <a:pt x="502102" y="333082"/>
                  <a:pt x="516377" y="332400"/>
                  <a:pt x="527432" y="331908"/>
                </a:cubicBezTo>
                <a:lnTo>
                  <a:pt x="536482" y="331491"/>
                </a:lnTo>
                <a:lnTo>
                  <a:pt x="536103" y="331416"/>
                </a:lnTo>
                <a:cubicBezTo>
                  <a:pt x="539132" y="331264"/>
                  <a:pt x="551248" y="330015"/>
                  <a:pt x="559540" y="328765"/>
                </a:cubicBezTo>
                <a:close/>
                <a:moveTo>
                  <a:pt x="1564018" y="310667"/>
                </a:moveTo>
                <a:cubicBezTo>
                  <a:pt x="1560706" y="310430"/>
                  <a:pt x="1557380" y="310879"/>
                  <a:pt x="1554249" y="311986"/>
                </a:cubicBezTo>
                <a:cubicBezTo>
                  <a:pt x="1550421" y="314363"/>
                  <a:pt x="1546725" y="313042"/>
                  <a:pt x="1544218" y="315286"/>
                </a:cubicBezTo>
                <a:cubicBezTo>
                  <a:pt x="1541926" y="317190"/>
                  <a:pt x="1539397" y="318788"/>
                  <a:pt x="1536693" y="320038"/>
                </a:cubicBezTo>
                <a:cubicBezTo>
                  <a:pt x="1529994" y="322402"/>
                  <a:pt x="1523466" y="325225"/>
                  <a:pt x="1517157" y="328486"/>
                </a:cubicBezTo>
                <a:cubicBezTo>
                  <a:pt x="1513391" y="330388"/>
                  <a:pt x="1511073" y="334303"/>
                  <a:pt x="1511217" y="338518"/>
                </a:cubicBezTo>
                <a:cubicBezTo>
                  <a:pt x="1511354" y="343126"/>
                  <a:pt x="1515057" y="346829"/>
                  <a:pt x="1519665" y="346967"/>
                </a:cubicBezTo>
                <a:cubicBezTo>
                  <a:pt x="1524854" y="346245"/>
                  <a:pt x="1529891" y="344684"/>
                  <a:pt x="1534581" y="342348"/>
                </a:cubicBezTo>
                <a:cubicBezTo>
                  <a:pt x="1539596" y="339311"/>
                  <a:pt x="1542105" y="335483"/>
                  <a:pt x="1548574" y="331523"/>
                </a:cubicBezTo>
                <a:cubicBezTo>
                  <a:pt x="1552932" y="328682"/>
                  <a:pt x="1556846" y="325212"/>
                  <a:pt x="1560190" y="321227"/>
                </a:cubicBezTo>
                <a:cubicBezTo>
                  <a:pt x="1562697" y="316870"/>
                  <a:pt x="1565997" y="310667"/>
                  <a:pt x="1564018" y="310667"/>
                </a:cubicBezTo>
                <a:close/>
                <a:moveTo>
                  <a:pt x="2027741" y="289415"/>
                </a:moveTo>
                <a:cubicBezTo>
                  <a:pt x="2022532" y="289892"/>
                  <a:pt x="2017368" y="290774"/>
                  <a:pt x="2012296" y="292055"/>
                </a:cubicBezTo>
                <a:cubicBezTo>
                  <a:pt x="2010145" y="294267"/>
                  <a:pt x="2008838" y="297162"/>
                  <a:pt x="2008600" y="300238"/>
                </a:cubicBezTo>
                <a:cubicBezTo>
                  <a:pt x="2008222" y="302852"/>
                  <a:pt x="2008636" y="305518"/>
                  <a:pt x="2009789" y="307895"/>
                </a:cubicBezTo>
                <a:cubicBezTo>
                  <a:pt x="2014145" y="309346"/>
                  <a:pt x="2020349" y="310799"/>
                  <a:pt x="2022989" y="309346"/>
                </a:cubicBezTo>
                <a:lnTo>
                  <a:pt x="2023121" y="309346"/>
                </a:lnTo>
                <a:cubicBezTo>
                  <a:pt x="2028222" y="305833"/>
                  <a:pt x="2031471" y="300209"/>
                  <a:pt x="2031965" y="294034"/>
                </a:cubicBezTo>
                <a:cubicBezTo>
                  <a:pt x="2031996" y="293802"/>
                  <a:pt x="2032006" y="293570"/>
                  <a:pt x="2031996" y="293337"/>
                </a:cubicBezTo>
                <a:cubicBezTo>
                  <a:pt x="2031903" y="291078"/>
                  <a:pt x="2029999" y="289322"/>
                  <a:pt x="2027741" y="289415"/>
                </a:cubicBezTo>
                <a:close/>
                <a:moveTo>
                  <a:pt x="2073941" y="275685"/>
                </a:moveTo>
                <a:cubicBezTo>
                  <a:pt x="2070245" y="276743"/>
                  <a:pt x="2067605" y="279646"/>
                  <a:pt x="2061930" y="279646"/>
                </a:cubicBezTo>
                <a:cubicBezTo>
                  <a:pt x="2059157" y="282814"/>
                  <a:pt x="2060346" y="288886"/>
                  <a:pt x="2060476" y="291659"/>
                </a:cubicBezTo>
                <a:cubicBezTo>
                  <a:pt x="2060610" y="294430"/>
                  <a:pt x="2066153" y="298390"/>
                  <a:pt x="2067869" y="298390"/>
                </a:cubicBezTo>
                <a:cubicBezTo>
                  <a:pt x="2073598" y="297386"/>
                  <a:pt x="2078502" y="293708"/>
                  <a:pt x="2081069" y="288491"/>
                </a:cubicBezTo>
                <a:lnTo>
                  <a:pt x="2081598" y="288491"/>
                </a:lnTo>
                <a:cubicBezTo>
                  <a:pt x="2081935" y="285155"/>
                  <a:pt x="2081935" y="281793"/>
                  <a:pt x="2081598" y="278458"/>
                </a:cubicBezTo>
                <a:cubicBezTo>
                  <a:pt x="2081069" y="275026"/>
                  <a:pt x="2077637" y="274629"/>
                  <a:pt x="2073941" y="275685"/>
                </a:cubicBezTo>
                <a:close/>
                <a:moveTo>
                  <a:pt x="1591211" y="260505"/>
                </a:moveTo>
                <a:cubicBezTo>
                  <a:pt x="1595159" y="261483"/>
                  <a:pt x="1598973" y="262947"/>
                  <a:pt x="1602562" y="264862"/>
                </a:cubicBezTo>
                <a:cubicBezTo>
                  <a:pt x="1605202" y="264862"/>
                  <a:pt x="1613123" y="263146"/>
                  <a:pt x="1615763" y="264862"/>
                </a:cubicBezTo>
                <a:cubicBezTo>
                  <a:pt x="1622358" y="268277"/>
                  <a:pt x="1628593" y="272344"/>
                  <a:pt x="1634375" y="277006"/>
                </a:cubicBezTo>
                <a:cubicBezTo>
                  <a:pt x="1636528" y="281998"/>
                  <a:pt x="1638250" y="287164"/>
                  <a:pt x="1639523" y="292450"/>
                </a:cubicBezTo>
                <a:cubicBezTo>
                  <a:pt x="1640870" y="296340"/>
                  <a:pt x="1640870" y="300571"/>
                  <a:pt x="1639523" y="304463"/>
                </a:cubicBezTo>
                <a:cubicBezTo>
                  <a:pt x="1633998" y="309495"/>
                  <a:pt x="1628754" y="314826"/>
                  <a:pt x="1623814" y="320435"/>
                </a:cubicBezTo>
                <a:lnTo>
                  <a:pt x="1623286" y="320435"/>
                </a:lnTo>
                <a:cubicBezTo>
                  <a:pt x="1621062" y="324991"/>
                  <a:pt x="1618550" y="329400"/>
                  <a:pt x="1615763" y="333635"/>
                </a:cubicBezTo>
                <a:cubicBezTo>
                  <a:pt x="1606731" y="347503"/>
                  <a:pt x="1598489" y="361870"/>
                  <a:pt x="1591078" y="376668"/>
                </a:cubicBezTo>
                <a:cubicBezTo>
                  <a:pt x="1587756" y="381503"/>
                  <a:pt x="1584140" y="386132"/>
                  <a:pt x="1580253" y="390528"/>
                </a:cubicBezTo>
                <a:cubicBezTo>
                  <a:pt x="1577968" y="392334"/>
                  <a:pt x="1574876" y="392740"/>
                  <a:pt x="1572201" y="391584"/>
                </a:cubicBezTo>
                <a:cubicBezTo>
                  <a:pt x="1570222" y="390791"/>
                  <a:pt x="1564546" y="394752"/>
                  <a:pt x="1564546" y="400164"/>
                </a:cubicBezTo>
                <a:cubicBezTo>
                  <a:pt x="1564310" y="405516"/>
                  <a:pt x="1565164" y="410860"/>
                  <a:pt x="1567054" y="415872"/>
                </a:cubicBezTo>
                <a:cubicBezTo>
                  <a:pt x="1568640" y="439121"/>
                  <a:pt x="1568640" y="462452"/>
                  <a:pt x="1567054" y="485701"/>
                </a:cubicBezTo>
                <a:cubicBezTo>
                  <a:pt x="1565909" y="493972"/>
                  <a:pt x="1561048" y="501264"/>
                  <a:pt x="1553854" y="505502"/>
                </a:cubicBezTo>
                <a:cubicBezTo>
                  <a:pt x="1550025" y="507349"/>
                  <a:pt x="1544613" y="517382"/>
                  <a:pt x="1539729" y="519625"/>
                </a:cubicBezTo>
                <a:cubicBezTo>
                  <a:pt x="1534846" y="521870"/>
                  <a:pt x="1529169" y="526358"/>
                  <a:pt x="1526529" y="526358"/>
                </a:cubicBezTo>
                <a:cubicBezTo>
                  <a:pt x="1523982" y="526093"/>
                  <a:pt x="1521744" y="524552"/>
                  <a:pt x="1520589" y="522265"/>
                </a:cubicBezTo>
                <a:cubicBezTo>
                  <a:pt x="1519400" y="520681"/>
                  <a:pt x="1514253" y="519890"/>
                  <a:pt x="1511348" y="518174"/>
                </a:cubicBezTo>
                <a:cubicBezTo>
                  <a:pt x="1508445" y="516457"/>
                  <a:pt x="1507124" y="514082"/>
                  <a:pt x="1504088" y="512498"/>
                </a:cubicBezTo>
                <a:cubicBezTo>
                  <a:pt x="1499688" y="511339"/>
                  <a:pt x="1495559" y="509320"/>
                  <a:pt x="1491944" y="506558"/>
                </a:cubicBezTo>
                <a:cubicBezTo>
                  <a:pt x="1488907" y="503653"/>
                  <a:pt x="1488381" y="499429"/>
                  <a:pt x="1485344" y="494149"/>
                </a:cubicBezTo>
                <a:cubicBezTo>
                  <a:pt x="1481120" y="486625"/>
                  <a:pt x="1466996" y="479365"/>
                  <a:pt x="1466732" y="475141"/>
                </a:cubicBezTo>
                <a:cubicBezTo>
                  <a:pt x="1466468" y="470917"/>
                  <a:pt x="1477291" y="470257"/>
                  <a:pt x="1478612" y="470257"/>
                </a:cubicBezTo>
                <a:cubicBezTo>
                  <a:pt x="1487588" y="469993"/>
                  <a:pt x="1493661" y="476329"/>
                  <a:pt x="1496168" y="476329"/>
                </a:cubicBezTo>
                <a:cubicBezTo>
                  <a:pt x="1505144" y="476329"/>
                  <a:pt x="1509500" y="473029"/>
                  <a:pt x="1510292" y="459829"/>
                </a:cubicBezTo>
                <a:cubicBezTo>
                  <a:pt x="1510292" y="457189"/>
                  <a:pt x="1510292" y="450984"/>
                  <a:pt x="1510292" y="448344"/>
                </a:cubicBezTo>
                <a:cubicBezTo>
                  <a:pt x="1509756" y="443122"/>
                  <a:pt x="1509756" y="437859"/>
                  <a:pt x="1510292" y="432637"/>
                </a:cubicBezTo>
                <a:cubicBezTo>
                  <a:pt x="1510545" y="425583"/>
                  <a:pt x="1511383" y="418562"/>
                  <a:pt x="1512801" y="411648"/>
                </a:cubicBezTo>
                <a:cubicBezTo>
                  <a:pt x="1512801" y="409536"/>
                  <a:pt x="1510820" y="404519"/>
                  <a:pt x="1508973" y="404519"/>
                </a:cubicBezTo>
                <a:cubicBezTo>
                  <a:pt x="1504616" y="405575"/>
                  <a:pt x="1500260" y="401351"/>
                  <a:pt x="1497620" y="401351"/>
                </a:cubicBezTo>
                <a:cubicBezTo>
                  <a:pt x="1494980" y="401351"/>
                  <a:pt x="1491284" y="402935"/>
                  <a:pt x="1488644" y="402935"/>
                </a:cubicBezTo>
                <a:cubicBezTo>
                  <a:pt x="1483814" y="403038"/>
                  <a:pt x="1478987" y="402596"/>
                  <a:pt x="1474256" y="401616"/>
                </a:cubicBezTo>
                <a:cubicBezTo>
                  <a:pt x="1472251" y="400433"/>
                  <a:pt x="1470500" y="398862"/>
                  <a:pt x="1469108" y="396996"/>
                </a:cubicBezTo>
                <a:cubicBezTo>
                  <a:pt x="1467725" y="393603"/>
                  <a:pt x="1466749" y="390058"/>
                  <a:pt x="1466203" y="386436"/>
                </a:cubicBezTo>
                <a:cubicBezTo>
                  <a:pt x="1465543" y="385511"/>
                  <a:pt x="1464752" y="380759"/>
                  <a:pt x="1463696" y="380759"/>
                </a:cubicBezTo>
                <a:cubicBezTo>
                  <a:pt x="1463431" y="377724"/>
                  <a:pt x="1462375" y="372707"/>
                  <a:pt x="1462375" y="369671"/>
                </a:cubicBezTo>
                <a:cubicBezTo>
                  <a:pt x="1462375" y="366636"/>
                  <a:pt x="1459735" y="361091"/>
                  <a:pt x="1458811" y="353436"/>
                </a:cubicBezTo>
                <a:cubicBezTo>
                  <a:pt x="1457888" y="345779"/>
                  <a:pt x="1455379" y="340895"/>
                  <a:pt x="1455379" y="332579"/>
                </a:cubicBezTo>
                <a:cubicBezTo>
                  <a:pt x="1454323" y="320038"/>
                  <a:pt x="1454323" y="313967"/>
                  <a:pt x="1454323" y="311458"/>
                </a:cubicBezTo>
                <a:cubicBezTo>
                  <a:pt x="1455115" y="296543"/>
                  <a:pt x="1463959" y="293243"/>
                  <a:pt x="1467524" y="287566"/>
                </a:cubicBezTo>
                <a:cubicBezTo>
                  <a:pt x="1471351" y="285454"/>
                  <a:pt x="1475047" y="281627"/>
                  <a:pt x="1479668" y="282155"/>
                </a:cubicBezTo>
                <a:cubicBezTo>
                  <a:pt x="1484288" y="282683"/>
                  <a:pt x="1485608" y="284398"/>
                  <a:pt x="1490491" y="287830"/>
                </a:cubicBezTo>
                <a:cubicBezTo>
                  <a:pt x="1492335" y="290021"/>
                  <a:pt x="1494053" y="292312"/>
                  <a:pt x="1495640" y="294694"/>
                </a:cubicBezTo>
                <a:cubicBezTo>
                  <a:pt x="1503506" y="294119"/>
                  <a:pt x="1511157" y="291869"/>
                  <a:pt x="1518081" y="288094"/>
                </a:cubicBezTo>
                <a:cubicBezTo>
                  <a:pt x="1521512" y="286246"/>
                  <a:pt x="1528904" y="286246"/>
                  <a:pt x="1534713" y="283606"/>
                </a:cubicBezTo>
                <a:cubicBezTo>
                  <a:pt x="1538525" y="281564"/>
                  <a:pt x="1542617" y="280097"/>
                  <a:pt x="1546857" y="279250"/>
                </a:cubicBezTo>
                <a:cubicBezTo>
                  <a:pt x="1549497" y="279250"/>
                  <a:pt x="1550290" y="278194"/>
                  <a:pt x="1556361" y="276478"/>
                </a:cubicBezTo>
                <a:cubicBezTo>
                  <a:pt x="1561089" y="275763"/>
                  <a:pt x="1565598" y="274004"/>
                  <a:pt x="1569561" y="271330"/>
                </a:cubicBezTo>
                <a:cubicBezTo>
                  <a:pt x="1572334" y="269349"/>
                  <a:pt x="1574841" y="267765"/>
                  <a:pt x="1577086" y="266446"/>
                </a:cubicBezTo>
                <a:cubicBezTo>
                  <a:pt x="1579203" y="265147"/>
                  <a:pt x="1581407" y="264001"/>
                  <a:pt x="1583686" y="263013"/>
                </a:cubicBezTo>
                <a:cubicBezTo>
                  <a:pt x="1585709" y="261122"/>
                  <a:pt x="1588456" y="260206"/>
                  <a:pt x="1591211" y="260505"/>
                </a:cubicBezTo>
                <a:close/>
                <a:moveTo>
                  <a:pt x="2023781" y="238858"/>
                </a:moveTo>
                <a:cubicBezTo>
                  <a:pt x="2020613" y="242026"/>
                  <a:pt x="2010580" y="238858"/>
                  <a:pt x="2010580" y="247966"/>
                </a:cubicBezTo>
                <a:cubicBezTo>
                  <a:pt x="2010712" y="252454"/>
                  <a:pt x="2008865" y="258394"/>
                  <a:pt x="2012033" y="261166"/>
                </a:cubicBezTo>
                <a:cubicBezTo>
                  <a:pt x="2012033" y="261166"/>
                  <a:pt x="2014541" y="267106"/>
                  <a:pt x="2017708" y="264599"/>
                </a:cubicBezTo>
                <a:cubicBezTo>
                  <a:pt x="2024045" y="259846"/>
                  <a:pt x="2031965" y="257866"/>
                  <a:pt x="2032757" y="250342"/>
                </a:cubicBezTo>
                <a:lnTo>
                  <a:pt x="2033416" y="249946"/>
                </a:lnTo>
                <a:cubicBezTo>
                  <a:pt x="2034605" y="239781"/>
                  <a:pt x="2032097" y="236877"/>
                  <a:pt x="2023781" y="238858"/>
                </a:cubicBezTo>
                <a:close/>
                <a:moveTo>
                  <a:pt x="2095062" y="219453"/>
                </a:moveTo>
                <a:cubicBezTo>
                  <a:pt x="2083842" y="223018"/>
                  <a:pt x="2065758" y="222490"/>
                  <a:pt x="2064834" y="231333"/>
                </a:cubicBezTo>
                <a:cubicBezTo>
                  <a:pt x="2064437" y="235953"/>
                  <a:pt x="2064437" y="243873"/>
                  <a:pt x="2069189" y="245589"/>
                </a:cubicBezTo>
                <a:cubicBezTo>
                  <a:pt x="2074494" y="246923"/>
                  <a:pt x="2080004" y="247237"/>
                  <a:pt x="2085426" y="246513"/>
                </a:cubicBezTo>
                <a:cubicBezTo>
                  <a:pt x="2090555" y="242619"/>
                  <a:pt x="2094340" y="237220"/>
                  <a:pt x="2096249" y="231069"/>
                </a:cubicBezTo>
                <a:cubicBezTo>
                  <a:pt x="2096249" y="228298"/>
                  <a:pt x="2096382" y="220641"/>
                  <a:pt x="2095062" y="219453"/>
                </a:cubicBezTo>
                <a:close/>
                <a:moveTo>
                  <a:pt x="2526445" y="216416"/>
                </a:moveTo>
                <a:cubicBezTo>
                  <a:pt x="2529896" y="217068"/>
                  <a:pt x="2533020" y="218885"/>
                  <a:pt x="2535290" y="221565"/>
                </a:cubicBezTo>
                <a:cubicBezTo>
                  <a:pt x="2539910" y="226449"/>
                  <a:pt x="2544926" y="228825"/>
                  <a:pt x="2548490" y="233841"/>
                </a:cubicBezTo>
                <a:cubicBezTo>
                  <a:pt x="2550533" y="237616"/>
                  <a:pt x="2551874" y="241730"/>
                  <a:pt x="2552449" y="245985"/>
                </a:cubicBezTo>
                <a:cubicBezTo>
                  <a:pt x="2553242" y="248890"/>
                  <a:pt x="2557598" y="252453"/>
                  <a:pt x="2557598" y="254037"/>
                </a:cubicBezTo>
                <a:cubicBezTo>
                  <a:pt x="2556673" y="265390"/>
                  <a:pt x="2548358" y="265125"/>
                  <a:pt x="2537137" y="273045"/>
                </a:cubicBezTo>
                <a:cubicBezTo>
                  <a:pt x="2530988" y="276395"/>
                  <a:pt x="2525524" y="280872"/>
                  <a:pt x="2521034" y="286245"/>
                </a:cubicBezTo>
                <a:cubicBezTo>
                  <a:pt x="2517501" y="289828"/>
                  <a:pt x="2513280" y="292656"/>
                  <a:pt x="2508625" y="294562"/>
                </a:cubicBezTo>
                <a:cubicBezTo>
                  <a:pt x="2496084" y="299973"/>
                  <a:pt x="2484864" y="299445"/>
                  <a:pt x="2483941" y="311854"/>
                </a:cubicBezTo>
                <a:cubicBezTo>
                  <a:pt x="2483017" y="324262"/>
                  <a:pt x="2489881" y="319246"/>
                  <a:pt x="2489881" y="332447"/>
                </a:cubicBezTo>
                <a:cubicBezTo>
                  <a:pt x="2489291" y="335895"/>
                  <a:pt x="2487888" y="339151"/>
                  <a:pt x="2485789" y="341951"/>
                </a:cubicBezTo>
                <a:cubicBezTo>
                  <a:pt x="2483833" y="344454"/>
                  <a:pt x="2482683" y="347491"/>
                  <a:pt x="2482489" y="350662"/>
                </a:cubicBezTo>
                <a:cubicBezTo>
                  <a:pt x="2482456" y="353906"/>
                  <a:pt x="2481591" y="357087"/>
                  <a:pt x="2479980" y="359903"/>
                </a:cubicBezTo>
                <a:cubicBezTo>
                  <a:pt x="2478535" y="362944"/>
                  <a:pt x="2477942" y="366320"/>
                  <a:pt x="2478265" y="369671"/>
                </a:cubicBezTo>
                <a:cubicBezTo>
                  <a:pt x="2478000" y="381815"/>
                  <a:pt x="2476021" y="391980"/>
                  <a:pt x="2479584" y="395015"/>
                </a:cubicBezTo>
                <a:cubicBezTo>
                  <a:pt x="2494776" y="393788"/>
                  <a:pt x="2510026" y="393436"/>
                  <a:pt x="2525258" y="393959"/>
                </a:cubicBezTo>
                <a:cubicBezTo>
                  <a:pt x="2530801" y="393959"/>
                  <a:pt x="2533046" y="390263"/>
                  <a:pt x="2537139" y="389340"/>
                </a:cubicBezTo>
                <a:cubicBezTo>
                  <a:pt x="2540864" y="388514"/>
                  <a:pt x="2544673" y="388115"/>
                  <a:pt x="2548490" y="388151"/>
                </a:cubicBezTo>
                <a:cubicBezTo>
                  <a:pt x="2552718" y="388871"/>
                  <a:pt x="2556872" y="389976"/>
                  <a:pt x="2560899" y="391452"/>
                </a:cubicBezTo>
                <a:cubicBezTo>
                  <a:pt x="2565120" y="393366"/>
                  <a:pt x="2569181" y="395618"/>
                  <a:pt x="2573042" y="398183"/>
                </a:cubicBezTo>
                <a:cubicBezTo>
                  <a:pt x="2577531" y="401351"/>
                  <a:pt x="2585582" y="403068"/>
                  <a:pt x="2588882" y="411383"/>
                </a:cubicBezTo>
                <a:cubicBezTo>
                  <a:pt x="2589891" y="414902"/>
                  <a:pt x="2590380" y="418548"/>
                  <a:pt x="2590334" y="422208"/>
                </a:cubicBezTo>
                <a:lnTo>
                  <a:pt x="2588089" y="422471"/>
                </a:lnTo>
                <a:cubicBezTo>
                  <a:pt x="2588096" y="423944"/>
                  <a:pt x="2588663" y="425361"/>
                  <a:pt x="2589673" y="426432"/>
                </a:cubicBezTo>
                <a:cubicBezTo>
                  <a:pt x="2590652" y="428200"/>
                  <a:pt x="2591023" y="430240"/>
                  <a:pt x="2590731" y="432240"/>
                </a:cubicBezTo>
                <a:cubicBezTo>
                  <a:pt x="2590114" y="435617"/>
                  <a:pt x="2588763" y="438816"/>
                  <a:pt x="2586770" y="441613"/>
                </a:cubicBezTo>
                <a:cubicBezTo>
                  <a:pt x="2584658" y="444912"/>
                  <a:pt x="2582018" y="449664"/>
                  <a:pt x="2578850" y="449664"/>
                </a:cubicBezTo>
                <a:cubicBezTo>
                  <a:pt x="2570402" y="449928"/>
                  <a:pt x="2566178" y="450720"/>
                  <a:pt x="2563406" y="450589"/>
                </a:cubicBezTo>
                <a:cubicBezTo>
                  <a:pt x="2560634" y="450456"/>
                  <a:pt x="2552449" y="447684"/>
                  <a:pt x="2546641" y="447684"/>
                </a:cubicBezTo>
                <a:cubicBezTo>
                  <a:pt x="2540833" y="447684"/>
                  <a:pt x="2536742" y="449268"/>
                  <a:pt x="2529482" y="449136"/>
                </a:cubicBezTo>
                <a:cubicBezTo>
                  <a:pt x="2522221" y="449005"/>
                  <a:pt x="2509154" y="447684"/>
                  <a:pt x="2501101" y="446760"/>
                </a:cubicBezTo>
                <a:cubicBezTo>
                  <a:pt x="2495954" y="446100"/>
                  <a:pt x="2479849" y="447421"/>
                  <a:pt x="2474700" y="446760"/>
                </a:cubicBezTo>
                <a:cubicBezTo>
                  <a:pt x="2465845" y="445931"/>
                  <a:pt x="2456912" y="446645"/>
                  <a:pt x="2448300" y="448872"/>
                </a:cubicBezTo>
                <a:lnTo>
                  <a:pt x="2423087" y="452436"/>
                </a:lnTo>
                <a:cubicBezTo>
                  <a:pt x="2414112" y="453757"/>
                  <a:pt x="2402496" y="451776"/>
                  <a:pt x="2394443" y="451776"/>
                </a:cubicBezTo>
                <a:cubicBezTo>
                  <a:pt x="2377172" y="453387"/>
                  <a:pt x="2360131" y="456883"/>
                  <a:pt x="2343622" y="462205"/>
                </a:cubicBezTo>
                <a:cubicBezTo>
                  <a:pt x="2322634" y="469464"/>
                  <a:pt x="2285938" y="486493"/>
                  <a:pt x="2281317" y="485965"/>
                </a:cubicBezTo>
                <a:cubicBezTo>
                  <a:pt x="2276697" y="485437"/>
                  <a:pt x="2266929" y="472369"/>
                  <a:pt x="2257557" y="463524"/>
                </a:cubicBezTo>
                <a:cubicBezTo>
                  <a:pt x="2256764" y="459160"/>
                  <a:pt x="2256764" y="454688"/>
                  <a:pt x="2257557" y="450324"/>
                </a:cubicBezTo>
                <a:cubicBezTo>
                  <a:pt x="2258426" y="444919"/>
                  <a:pt x="2257928" y="439381"/>
                  <a:pt x="2256104" y="434220"/>
                </a:cubicBezTo>
                <a:cubicBezTo>
                  <a:pt x="2259669" y="428016"/>
                  <a:pt x="2280393" y="420359"/>
                  <a:pt x="2282505" y="419831"/>
                </a:cubicBezTo>
                <a:cubicBezTo>
                  <a:pt x="2284617" y="419303"/>
                  <a:pt x="2292802" y="422471"/>
                  <a:pt x="2297817" y="421284"/>
                </a:cubicBezTo>
                <a:cubicBezTo>
                  <a:pt x="2300457" y="420624"/>
                  <a:pt x="2319202" y="412967"/>
                  <a:pt x="2329498" y="409271"/>
                </a:cubicBezTo>
                <a:cubicBezTo>
                  <a:pt x="2333590" y="407952"/>
                  <a:pt x="2339530" y="407687"/>
                  <a:pt x="2342698" y="406764"/>
                </a:cubicBezTo>
                <a:cubicBezTo>
                  <a:pt x="2352465" y="403728"/>
                  <a:pt x="2366855" y="396467"/>
                  <a:pt x="2377415" y="392243"/>
                </a:cubicBezTo>
                <a:cubicBezTo>
                  <a:pt x="2399988" y="383267"/>
                  <a:pt x="2401175" y="356075"/>
                  <a:pt x="2404607" y="345778"/>
                </a:cubicBezTo>
                <a:cubicBezTo>
                  <a:pt x="2406418" y="340784"/>
                  <a:pt x="2407355" y="335515"/>
                  <a:pt x="2407380" y="330203"/>
                </a:cubicBezTo>
                <a:cubicBezTo>
                  <a:pt x="2407511" y="325055"/>
                  <a:pt x="2407115" y="318850"/>
                  <a:pt x="2404607" y="317926"/>
                </a:cubicBezTo>
                <a:cubicBezTo>
                  <a:pt x="2400161" y="318304"/>
                  <a:pt x="2395748" y="319011"/>
                  <a:pt x="2391406" y="320038"/>
                </a:cubicBezTo>
                <a:cubicBezTo>
                  <a:pt x="2385848" y="321949"/>
                  <a:pt x="2379882" y="322359"/>
                  <a:pt x="2374115" y="321227"/>
                </a:cubicBezTo>
                <a:cubicBezTo>
                  <a:pt x="2368835" y="318718"/>
                  <a:pt x="2369626" y="312514"/>
                  <a:pt x="2368835" y="305518"/>
                </a:cubicBezTo>
                <a:cubicBezTo>
                  <a:pt x="2367146" y="298420"/>
                  <a:pt x="2363591" y="291904"/>
                  <a:pt x="2358538" y="286642"/>
                </a:cubicBezTo>
                <a:cubicBezTo>
                  <a:pt x="2356558" y="281835"/>
                  <a:pt x="2355657" y="276654"/>
                  <a:pt x="2355898" y="271461"/>
                </a:cubicBezTo>
                <a:cubicBezTo>
                  <a:pt x="2356030" y="268689"/>
                  <a:pt x="2354579" y="259581"/>
                  <a:pt x="2354579" y="256810"/>
                </a:cubicBezTo>
                <a:cubicBezTo>
                  <a:pt x="2354579" y="249549"/>
                  <a:pt x="2361443" y="249021"/>
                  <a:pt x="2367779" y="245853"/>
                </a:cubicBezTo>
                <a:cubicBezTo>
                  <a:pt x="2375629" y="247224"/>
                  <a:pt x="2383388" y="249075"/>
                  <a:pt x="2391012" y="251397"/>
                </a:cubicBezTo>
                <a:cubicBezTo>
                  <a:pt x="2409653" y="249377"/>
                  <a:pt x="2428163" y="246293"/>
                  <a:pt x="2446453" y="242157"/>
                </a:cubicBezTo>
                <a:cubicBezTo>
                  <a:pt x="2450545" y="241233"/>
                  <a:pt x="2455032" y="239780"/>
                  <a:pt x="2456088" y="239517"/>
                </a:cubicBezTo>
                <a:cubicBezTo>
                  <a:pt x="2457144" y="239252"/>
                  <a:pt x="2460972" y="237537"/>
                  <a:pt x="2462952" y="236877"/>
                </a:cubicBezTo>
                <a:cubicBezTo>
                  <a:pt x="2477436" y="232628"/>
                  <a:pt x="2491387" y="226738"/>
                  <a:pt x="2504534" y="219321"/>
                </a:cubicBezTo>
                <a:cubicBezTo>
                  <a:pt x="2508306" y="218024"/>
                  <a:pt x="2512307" y="217529"/>
                  <a:pt x="2516281" y="217869"/>
                </a:cubicBezTo>
                <a:cubicBezTo>
                  <a:pt x="2519695" y="217576"/>
                  <a:pt x="2523087" y="217091"/>
                  <a:pt x="2526445" y="216416"/>
                </a:cubicBezTo>
                <a:close/>
                <a:moveTo>
                  <a:pt x="1942467" y="201104"/>
                </a:moveTo>
                <a:cubicBezTo>
                  <a:pt x="1948937" y="197276"/>
                  <a:pt x="1952236" y="211532"/>
                  <a:pt x="1954348" y="216681"/>
                </a:cubicBezTo>
                <a:cubicBezTo>
                  <a:pt x="1955536" y="219188"/>
                  <a:pt x="1951973" y="228957"/>
                  <a:pt x="1951575" y="232388"/>
                </a:cubicBezTo>
                <a:cubicBezTo>
                  <a:pt x="1951180" y="235821"/>
                  <a:pt x="1946163" y="240045"/>
                  <a:pt x="1946163" y="250340"/>
                </a:cubicBezTo>
                <a:cubicBezTo>
                  <a:pt x="1946296" y="254961"/>
                  <a:pt x="1942072" y="258393"/>
                  <a:pt x="1936396" y="263540"/>
                </a:cubicBezTo>
                <a:cubicBezTo>
                  <a:pt x="1930589" y="269156"/>
                  <a:pt x="1925166" y="275154"/>
                  <a:pt x="1920161" y="281493"/>
                </a:cubicBezTo>
                <a:cubicBezTo>
                  <a:pt x="1917514" y="287793"/>
                  <a:pt x="1916914" y="294766"/>
                  <a:pt x="1918444" y="301425"/>
                </a:cubicBezTo>
                <a:cubicBezTo>
                  <a:pt x="1918444" y="303669"/>
                  <a:pt x="1915672" y="310798"/>
                  <a:pt x="1919631" y="314625"/>
                </a:cubicBezTo>
                <a:cubicBezTo>
                  <a:pt x="1923592" y="318455"/>
                  <a:pt x="1927948" y="314362"/>
                  <a:pt x="1930191" y="314625"/>
                </a:cubicBezTo>
                <a:cubicBezTo>
                  <a:pt x="1932437" y="314890"/>
                  <a:pt x="1930984" y="319378"/>
                  <a:pt x="1933624" y="324261"/>
                </a:cubicBezTo>
                <a:cubicBezTo>
                  <a:pt x="1938508" y="333634"/>
                  <a:pt x="1940092" y="335086"/>
                  <a:pt x="1940092" y="339707"/>
                </a:cubicBezTo>
                <a:cubicBezTo>
                  <a:pt x="1939959" y="342347"/>
                  <a:pt x="1939959" y="344590"/>
                  <a:pt x="1937848" y="345910"/>
                </a:cubicBezTo>
                <a:cubicBezTo>
                  <a:pt x="1925622" y="353278"/>
                  <a:pt x="1915203" y="363292"/>
                  <a:pt x="1907355" y="375215"/>
                </a:cubicBezTo>
                <a:cubicBezTo>
                  <a:pt x="1906488" y="379268"/>
                  <a:pt x="1906999" y="383496"/>
                  <a:pt x="1908808" y="387227"/>
                </a:cubicBezTo>
                <a:cubicBezTo>
                  <a:pt x="1911315" y="387227"/>
                  <a:pt x="1917651" y="387227"/>
                  <a:pt x="1920424" y="387227"/>
                </a:cubicBezTo>
                <a:lnTo>
                  <a:pt x="1920028" y="388018"/>
                </a:lnTo>
                <a:cubicBezTo>
                  <a:pt x="1924171" y="389163"/>
                  <a:pt x="1927859" y="391561"/>
                  <a:pt x="1930588" y="394883"/>
                </a:cubicBezTo>
                <a:cubicBezTo>
                  <a:pt x="1932486" y="398380"/>
                  <a:pt x="1933569" y="402261"/>
                  <a:pt x="1933756" y="406235"/>
                </a:cubicBezTo>
                <a:cubicBezTo>
                  <a:pt x="1931776" y="423000"/>
                  <a:pt x="1917256" y="433427"/>
                  <a:pt x="1904056" y="441875"/>
                </a:cubicBezTo>
                <a:cubicBezTo>
                  <a:pt x="1890855" y="450323"/>
                  <a:pt x="1866962" y="459564"/>
                  <a:pt x="1855610" y="466032"/>
                </a:cubicBezTo>
                <a:cubicBezTo>
                  <a:pt x="1846238" y="471444"/>
                  <a:pt x="1837395" y="484908"/>
                  <a:pt x="1831982" y="487152"/>
                </a:cubicBezTo>
                <a:cubicBezTo>
                  <a:pt x="1831982" y="487152"/>
                  <a:pt x="1825514" y="489264"/>
                  <a:pt x="1822611" y="487152"/>
                </a:cubicBezTo>
                <a:cubicBezTo>
                  <a:pt x="1818307" y="485599"/>
                  <a:pt x="1813894" y="484362"/>
                  <a:pt x="1809410" y="483456"/>
                </a:cubicBezTo>
                <a:cubicBezTo>
                  <a:pt x="1804922" y="482004"/>
                  <a:pt x="1807034" y="475668"/>
                  <a:pt x="1803734" y="471840"/>
                </a:cubicBezTo>
                <a:cubicBezTo>
                  <a:pt x="1800284" y="468479"/>
                  <a:pt x="1797506" y="464492"/>
                  <a:pt x="1795549" y="460092"/>
                </a:cubicBezTo>
                <a:cubicBezTo>
                  <a:pt x="1792793" y="453313"/>
                  <a:pt x="1791531" y="446019"/>
                  <a:pt x="1791853" y="438707"/>
                </a:cubicBezTo>
                <a:cubicBezTo>
                  <a:pt x="1795790" y="429386"/>
                  <a:pt x="1803376" y="422087"/>
                  <a:pt x="1812842" y="418511"/>
                </a:cubicBezTo>
                <a:cubicBezTo>
                  <a:pt x="1817009" y="415792"/>
                  <a:pt x="1821020" y="412839"/>
                  <a:pt x="1824854" y="409667"/>
                </a:cubicBezTo>
                <a:cubicBezTo>
                  <a:pt x="1828524" y="407631"/>
                  <a:pt x="1831510" y="404553"/>
                  <a:pt x="1833434" y="400822"/>
                </a:cubicBezTo>
                <a:cubicBezTo>
                  <a:pt x="1834580" y="398082"/>
                  <a:pt x="1835337" y="395194"/>
                  <a:pt x="1835678" y="392242"/>
                </a:cubicBezTo>
                <a:cubicBezTo>
                  <a:pt x="1835942" y="387755"/>
                  <a:pt x="1838186" y="384455"/>
                  <a:pt x="1838185" y="381154"/>
                </a:cubicBezTo>
                <a:cubicBezTo>
                  <a:pt x="1837822" y="377866"/>
                  <a:pt x="1836437" y="374773"/>
                  <a:pt x="1834225" y="372311"/>
                </a:cubicBezTo>
                <a:cubicBezTo>
                  <a:pt x="1832093" y="370144"/>
                  <a:pt x="1830468" y="367527"/>
                  <a:pt x="1829473" y="364655"/>
                </a:cubicBezTo>
                <a:cubicBezTo>
                  <a:pt x="1829473" y="364523"/>
                  <a:pt x="1819970" y="353566"/>
                  <a:pt x="1819969" y="348155"/>
                </a:cubicBezTo>
                <a:cubicBezTo>
                  <a:pt x="1820284" y="339813"/>
                  <a:pt x="1826825" y="333046"/>
                  <a:pt x="1835150" y="332446"/>
                </a:cubicBezTo>
                <a:cubicBezTo>
                  <a:pt x="1837790" y="331390"/>
                  <a:pt x="1842674" y="332446"/>
                  <a:pt x="1845314" y="332446"/>
                </a:cubicBezTo>
                <a:cubicBezTo>
                  <a:pt x="1851650" y="331918"/>
                  <a:pt x="1856138" y="325845"/>
                  <a:pt x="1859571" y="320698"/>
                </a:cubicBezTo>
                <a:cubicBezTo>
                  <a:pt x="1861405" y="313617"/>
                  <a:pt x="1862466" y="306359"/>
                  <a:pt x="1862738" y="299050"/>
                </a:cubicBezTo>
                <a:cubicBezTo>
                  <a:pt x="1864850" y="291658"/>
                  <a:pt x="1856007" y="290469"/>
                  <a:pt x="1851650" y="288753"/>
                </a:cubicBezTo>
                <a:cubicBezTo>
                  <a:pt x="1847460" y="286638"/>
                  <a:pt x="1843027" y="285043"/>
                  <a:pt x="1838449" y="284001"/>
                </a:cubicBezTo>
                <a:cubicBezTo>
                  <a:pt x="1834886" y="283738"/>
                  <a:pt x="1831850" y="279514"/>
                  <a:pt x="1830134" y="274893"/>
                </a:cubicBezTo>
                <a:cubicBezTo>
                  <a:pt x="1828419" y="270273"/>
                  <a:pt x="1826965" y="271725"/>
                  <a:pt x="1823270" y="270273"/>
                </a:cubicBezTo>
                <a:cubicBezTo>
                  <a:pt x="1819573" y="268820"/>
                  <a:pt x="1819573" y="256281"/>
                  <a:pt x="1819573" y="254829"/>
                </a:cubicBezTo>
                <a:cubicBezTo>
                  <a:pt x="1819573" y="253377"/>
                  <a:pt x="1823402" y="251793"/>
                  <a:pt x="1826702" y="250340"/>
                </a:cubicBezTo>
                <a:cubicBezTo>
                  <a:pt x="1830003" y="248889"/>
                  <a:pt x="1830003" y="246513"/>
                  <a:pt x="1832113" y="242025"/>
                </a:cubicBezTo>
                <a:cubicBezTo>
                  <a:pt x="1834227" y="237536"/>
                  <a:pt x="1839110" y="236480"/>
                  <a:pt x="1843598" y="235293"/>
                </a:cubicBezTo>
                <a:cubicBezTo>
                  <a:pt x="1848641" y="234996"/>
                  <a:pt x="1853666" y="234422"/>
                  <a:pt x="1858647" y="233577"/>
                </a:cubicBezTo>
                <a:cubicBezTo>
                  <a:pt x="1879766" y="224997"/>
                  <a:pt x="1903659" y="201369"/>
                  <a:pt x="1923855" y="202425"/>
                </a:cubicBezTo>
                <a:cubicBezTo>
                  <a:pt x="1934151" y="203084"/>
                  <a:pt x="1938375" y="203349"/>
                  <a:pt x="1942467" y="201104"/>
                </a:cubicBezTo>
                <a:close/>
                <a:moveTo>
                  <a:pt x="2853547" y="200576"/>
                </a:moveTo>
                <a:cubicBezTo>
                  <a:pt x="2858431" y="201367"/>
                  <a:pt x="2871500" y="199123"/>
                  <a:pt x="2872687" y="201367"/>
                </a:cubicBezTo>
                <a:cubicBezTo>
                  <a:pt x="2876483" y="206929"/>
                  <a:pt x="2881798" y="211282"/>
                  <a:pt x="2888000" y="213908"/>
                </a:cubicBezTo>
                <a:cubicBezTo>
                  <a:pt x="2893148" y="216548"/>
                  <a:pt x="2890904" y="220112"/>
                  <a:pt x="2891564" y="224731"/>
                </a:cubicBezTo>
                <a:cubicBezTo>
                  <a:pt x="2892224" y="229352"/>
                  <a:pt x="2895128" y="231200"/>
                  <a:pt x="2893676" y="235160"/>
                </a:cubicBezTo>
                <a:cubicBezTo>
                  <a:pt x="2892224" y="239121"/>
                  <a:pt x="2888661" y="246116"/>
                  <a:pt x="2885624" y="254564"/>
                </a:cubicBezTo>
                <a:cubicBezTo>
                  <a:pt x="2885624" y="256412"/>
                  <a:pt x="2883248" y="265916"/>
                  <a:pt x="2885624" y="265916"/>
                </a:cubicBezTo>
                <a:cubicBezTo>
                  <a:pt x="2888363" y="266082"/>
                  <a:pt x="2891086" y="265389"/>
                  <a:pt x="2893413" y="263937"/>
                </a:cubicBezTo>
                <a:cubicBezTo>
                  <a:pt x="2894600" y="263409"/>
                  <a:pt x="2899881" y="260769"/>
                  <a:pt x="2903180" y="259580"/>
                </a:cubicBezTo>
                <a:cubicBezTo>
                  <a:pt x="2907145" y="258697"/>
                  <a:pt x="2910998" y="257369"/>
                  <a:pt x="2914665" y="255620"/>
                </a:cubicBezTo>
                <a:cubicBezTo>
                  <a:pt x="2919154" y="252452"/>
                  <a:pt x="2925092" y="246116"/>
                  <a:pt x="2927865" y="246116"/>
                </a:cubicBezTo>
                <a:cubicBezTo>
                  <a:pt x="2927865" y="246116"/>
                  <a:pt x="2945421" y="240968"/>
                  <a:pt x="2948457" y="246116"/>
                </a:cubicBezTo>
                <a:cubicBezTo>
                  <a:pt x="2951492" y="251265"/>
                  <a:pt x="2958885" y="250737"/>
                  <a:pt x="2966410" y="251924"/>
                </a:cubicBezTo>
                <a:cubicBezTo>
                  <a:pt x="2973933" y="253112"/>
                  <a:pt x="2978817" y="265256"/>
                  <a:pt x="2978817" y="275553"/>
                </a:cubicBezTo>
                <a:cubicBezTo>
                  <a:pt x="2978949" y="279777"/>
                  <a:pt x="2978686" y="281493"/>
                  <a:pt x="2974065" y="281493"/>
                </a:cubicBezTo>
                <a:cubicBezTo>
                  <a:pt x="2971558" y="281625"/>
                  <a:pt x="2968785" y="285849"/>
                  <a:pt x="2964166" y="288885"/>
                </a:cubicBezTo>
                <a:cubicBezTo>
                  <a:pt x="2956964" y="293027"/>
                  <a:pt x="2949299" y="296306"/>
                  <a:pt x="2941329" y="298652"/>
                </a:cubicBezTo>
                <a:cubicBezTo>
                  <a:pt x="2937312" y="301334"/>
                  <a:pt x="2932839" y="303258"/>
                  <a:pt x="2928128" y="304329"/>
                </a:cubicBezTo>
                <a:cubicBezTo>
                  <a:pt x="2922320" y="305122"/>
                  <a:pt x="2917173" y="305385"/>
                  <a:pt x="2912817" y="306309"/>
                </a:cubicBezTo>
                <a:cubicBezTo>
                  <a:pt x="2904642" y="308316"/>
                  <a:pt x="2896750" y="311330"/>
                  <a:pt x="2889320" y="315285"/>
                </a:cubicBezTo>
                <a:cubicBezTo>
                  <a:pt x="2886152" y="318643"/>
                  <a:pt x="2883525" y="322474"/>
                  <a:pt x="2881532" y="326637"/>
                </a:cubicBezTo>
                <a:cubicBezTo>
                  <a:pt x="2879697" y="332819"/>
                  <a:pt x="2880713" y="339498"/>
                  <a:pt x="2884304" y="344854"/>
                </a:cubicBezTo>
                <a:cubicBezTo>
                  <a:pt x="2895298" y="359827"/>
                  <a:pt x="2908365" y="373161"/>
                  <a:pt x="2923113" y="384455"/>
                </a:cubicBezTo>
                <a:cubicBezTo>
                  <a:pt x="2930109" y="390394"/>
                  <a:pt x="2940009" y="410855"/>
                  <a:pt x="2951757" y="416795"/>
                </a:cubicBezTo>
                <a:cubicBezTo>
                  <a:pt x="2962237" y="422496"/>
                  <a:pt x="2972103" y="429265"/>
                  <a:pt x="2981194" y="436991"/>
                </a:cubicBezTo>
                <a:cubicBezTo>
                  <a:pt x="2986554" y="439830"/>
                  <a:pt x="2992224" y="442046"/>
                  <a:pt x="2998090" y="443592"/>
                </a:cubicBezTo>
                <a:cubicBezTo>
                  <a:pt x="3003370" y="445835"/>
                  <a:pt x="3007991" y="450719"/>
                  <a:pt x="3011290" y="451908"/>
                </a:cubicBezTo>
                <a:cubicBezTo>
                  <a:pt x="3019870" y="454812"/>
                  <a:pt x="3027262" y="457452"/>
                  <a:pt x="3040463" y="462732"/>
                </a:cubicBezTo>
                <a:cubicBezTo>
                  <a:pt x="3043631" y="464052"/>
                  <a:pt x="3048911" y="464447"/>
                  <a:pt x="3050495" y="467352"/>
                </a:cubicBezTo>
                <a:lnTo>
                  <a:pt x="3049439" y="468671"/>
                </a:lnTo>
                <a:cubicBezTo>
                  <a:pt x="3050759" y="471180"/>
                  <a:pt x="3046534" y="473423"/>
                  <a:pt x="3046271" y="476328"/>
                </a:cubicBezTo>
                <a:cubicBezTo>
                  <a:pt x="3046007" y="479232"/>
                  <a:pt x="3047327" y="484117"/>
                  <a:pt x="3044820" y="487152"/>
                </a:cubicBezTo>
                <a:cubicBezTo>
                  <a:pt x="3040762" y="492354"/>
                  <a:pt x="3034643" y="495533"/>
                  <a:pt x="3028055" y="495865"/>
                </a:cubicBezTo>
                <a:cubicBezTo>
                  <a:pt x="3025282" y="496128"/>
                  <a:pt x="3023170" y="500089"/>
                  <a:pt x="3021191" y="501541"/>
                </a:cubicBezTo>
                <a:cubicBezTo>
                  <a:pt x="3019211" y="502992"/>
                  <a:pt x="3016306" y="502992"/>
                  <a:pt x="3014325" y="502992"/>
                </a:cubicBezTo>
                <a:cubicBezTo>
                  <a:pt x="3009165" y="503013"/>
                  <a:pt x="3004005" y="502704"/>
                  <a:pt x="2998882" y="502069"/>
                </a:cubicBezTo>
                <a:cubicBezTo>
                  <a:pt x="2993561" y="502360"/>
                  <a:pt x="2988230" y="502360"/>
                  <a:pt x="2982910" y="502069"/>
                </a:cubicBezTo>
                <a:cubicBezTo>
                  <a:pt x="2978126" y="502026"/>
                  <a:pt x="2973387" y="501132"/>
                  <a:pt x="2968917" y="499429"/>
                </a:cubicBezTo>
                <a:cubicBezTo>
                  <a:pt x="2960205" y="494412"/>
                  <a:pt x="2953606" y="498108"/>
                  <a:pt x="2947005" y="496393"/>
                </a:cubicBezTo>
                <a:cubicBezTo>
                  <a:pt x="2941823" y="495460"/>
                  <a:pt x="2937298" y="492331"/>
                  <a:pt x="2934597" y="487813"/>
                </a:cubicBezTo>
                <a:cubicBezTo>
                  <a:pt x="2930373" y="476064"/>
                  <a:pt x="2936048" y="472632"/>
                  <a:pt x="2915589" y="453887"/>
                </a:cubicBezTo>
                <a:cubicBezTo>
                  <a:pt x="2907870" y="445224"/>
                  <a:pt x="2900684" y="436098"/>
                  <a:pt x="2894072" y="426564"/>
                </a:cubicBezTo>
                <a:cubicBezTo>
                  <a:pt x="2890047" y="421271"/>
                  <a:pt x="2885635" y="416286"/>
                  <a:pt x="2880872" y="411646"/>
                </a:cubicBezTo>
                <a:cubicBezTo>
                  <a:pt x="2867407" y="401747"/>
                  <a:pt x="2855396" y="388019"/>
                  <a:pt x="2850907" y="385246"/>
                </a:cubicBezTo>
                <a:cubicBezTo>
                  <a:pt x="2849323" y="384323"/>
                  <a:pt x="2840347" y="405707"/>
                  <a:pt x="2830183" y="416663"/>
                </a:cubicBezTo>
                <a:cubicBezTo>
                  <a:pt x="2820019" y="427620"/>
                  <a:pt x="2812627" y="432767"/>
                  <a:pt x="2800218" y="445967"/>
                </a:cubicBezTo>
                <a:cubicBezTo>
                  <a:pt x="2791162" y="453994"/>
                  <a:pt x="2780747" y="460342"/>
                  <a:pt x="2769462" y="464712"/>
                </a:cubicBezTo>
                <a:cubicBezTo>
                  <a:pt x="2764314" y="468143"/>
                  <a:pt x="2752566" y="473423"/>
                  <a:pt x="2746626" y="477120"/>
                </a:cubicBezTo>
                <a:cubicBezTo>
                  <a:pt x="2740685" y="480816"/>
                  <a:pt x="2730258" y="480288"/>
                  <a:pt x="2725638" y="482533"/>
                </a:cubicBezTo>
                <a:cubicBezTo>
                  <a:pt x="2721979" y="483963"/>
                  <a:pt x="2718080" y="484679"/>
                  <a:pt x="2714153" y="484645"/>
                </a:cubicBezTo>
                <a:cubicBezTo>
                  <a:pt x="2710985" y="484117"/>
                  <a:pt x="2708741" y="479628"/>
                  <a:pt x="2706364" y="477912"/>
                </a:cubicBezTo>
                <a:cubicBezTo>
                  <a:pt x="2703989" y="476197"/>
                  <a:pt x="2703989" y="467615"/>
                  <a:pt x="2700425" y="466031"/>
                </a:cubicBezTo>
                <a:cubicBezTo>
                  <a:pt x="2696985" y="465187"/>
                  <a:pt x="2693629" y="464038"/>
                  <a:pt x="2690393" y="462600"/>
                </a:cubicBezTo>
                <a:cubicBezTo>
                  <a:pt x="2688281" y="460620"/>
                  <a:pt x="2689996" y="457320"/>
                  <a:pt x="2696860" y="455076"/>
                </a:cubicBezTo>
                <a:cubicBezTo>
                  <a:pt x="2702334" y="453218"/>
                  <a:pt x="2707366" y="450252"/>
                  <a:pt x="2711645" y="446363"/>
                </a:cubicBezTo>
                <a:cubicBezTo>
                  <a:pt x="2715274" y="444199"/>
                  <a:pt x="2718679" y="441678"/>
                  <a:pt x="2721810" y="438840"/>
                </a:cubicBezTo>
                <a:cubicBezTo>
                  <a:pt x="2722997" y="437387"/>
                  <a:pt x="2727222" y="436728"/>
                  <a:pt x="2728939" y="435672"/>
                </a:cubicBezTo>
                <a:cubicBezTo>
                  <a:pt x="2745691" y="421472"/>
                  <a:pt x="2761560" y="406264"/>
                  <a:pt x="2776458" y="390131"/>
                </a:cubicBezTo>
                <a:cubicBezTo>
                  <a:pt x="2784977" y="380953"/>
                  <a:pt x="2791256" y="369930"/>
                  <a:pt x="2794807" y="357923"/>
                </a:cubicBezTo>
                <a:cubicBezTo>
                  <a:pt x="2797055" y="353863"/>
                  <a:pt x="2798361" y="349352"/>
                  <a:pt x="2798634" y="344722"/>
                </a:cubicBezTo>
                <a:cubicBezTo>
                  <a:pt x="2798238" y="342610"/>
                  <a:pt x="2791902" y="344722"/>
                  <a:pt x="2789130" y="344722"/>
                </a:cubicBezTo>
                <a:cubicBezTo>
                  <a:pt x="2786359" y="344722"/>
                  <a:pt x="2784643" y="344589"/>
                  <a:pt x="2781870" y="344722"/>
                </a:cubicBezTo>
                <a:cubicBezTo>
                  <a:pt x="2779098" y="344854"/>
                  <a:pt x="2775270" y="347362"/>
                  <a:pt x="2772102" y="347362"/>
                </a:cubicBezTo>
                <a:cubicBezTo>
                  <a:pt x="2769067" y="348418"/>
                  <a:pt x="2765765" y="348418"/>
                  <a:pt x="2762730" y="347362"/>
                </a:cubicBezTo>
                <a:cubicBezTo>
                  <a:pt x="2757713" y="345778"/>
                  <a:pt x="2755073" y="341554"/>
                  <a:pt x="2748341" y="340630"/>
                </a:cubicBezTo>
                <a:cubicBezTo>
                  <a:pt x="2739258" y="337408"/>
                  <a:pt x="2732769" y="329337"/>
                  <a:pt x="2731576" y="319773"/>
                </a:cubicBezTo>
                <a:cubicBezTo>
                  <a:pt x="2730437" y="314878"/>
                  <a:pt x="2732177" y="309760"/>
                  <a:pt x="2736065" y="306573"/>
                </a:cubicBezTo>
                <a:cubicBezTo>
                  <a:pt x="2739497" y="304066"/>
                  <a:pt x="2741213" y="300501"/>
                  <a:pt x="2743986" y="298389"/>
                </a:cubicBezTo>
                <a:cubicBezTo>
                  <a:pt x="2746758" y="296277"/>
                  <a:pt x="2751773" y="296012"/>
                  <a:pt x="2754018" y="294561"/>
                </a:cubicBezTo>
                <a:cubicBezTo>
                  <a:pt x="2756262" y="293109"/>
                  <a:pt x="2758637" y="290469"/>
                  <a:pt x="2762465" y="289017"/>
                </a:cubicBezTo>
                <a:cubicBezTo>
                  <a:pt x="2766294" y="287564"/>
                  <a:pt x="2776062" y="289017"/>
                  <a:pt x="2783059" y="289017"/>
                </a:cubicBezTo>
                <a:cubicBezTo>
                  <a:pt x="2795084" y="287437"/>
                  <a:pt x="2806642" y="283344"/>
                  <a:pt x="2816983" y="277004"/>
                </a:cubicBezTo>
                <a:cubicBezTo>
                  <a:pt x="2816624" y="266211"/>
                  <a:pt x="2818842" y="255486"/>
                  <a:pt x="2823451" y="245720"/>
                </a:cubicBezTo>
                <a:cubicBezTo>
                  <a:pt x="2825011" y="239237"/>
                  <a:pt x="2825767" y="232588"/>
                  <a:pt x="2825695" y="225920"/>
                </a:cubicBezTo>
                <a:cubicBezTo>
                  <a:pt x="2826419" y="220234"/>
                  <a:pt x="2826106" y="214465"/>
                  <a:pt x="2824772" y="208891"/>
                </a:cubicBezTo>
                <a:cubicBezTo>
                  <a:pt x="2824639" y="204139"/>
                  <a:pt x="2827279" y="203611"/>
                  <a:pt x="2830052" y="202820"/>
                </a:cubicBezTo>
                <a:cubicBezTo>
                  <a:pt x="2838763" y="200443"/>
                  <a:pt x="2838631" y="203744"/>
                  <a:pt x="2843252" y="203876"/>
                </a:cubicBezTo>
                <a:cubicBezTo>
                  <a:pt x="2847871" y="204007"/>
                  <a:pt x="2848664" y="199783"/>
                  <a:pt x="2853547" y="200576"/>
                </a:cubicBezTo>
                <a:close/>
                <a:moveTo>
                  <a:pt x="1026373" y="196353"/>
                </a:moveTo>
                <a:cubicBezTo>
                  <a:pt x="1028880" y="196617"/>
                  <a:pt x="1031785" y="200841"/>
                  <a:pt x="1036140" y="201764"/>
                </a:cubicBezTo>
                <a:cubicBezTo>
                  <a:pt x="1040496" y="202689"/>
                  <a:pt x="1046701" y="202557"/>
                  <a:pt x="1051716" y="203481"/>
                </a:cubicBezTo>
                <a:cubicBezTo>
                  <a:pt x="1054357" y="203481"/>
                  <a:pt x="1064916" y="203481"/>
                  <a:pt x="1067558" y="203481"/>
                </a:cubicBezTo>
                <a:cubicBezTo>
                  <a:pt x="1071126" y="203699"/>
                  <a:pt x="1074620" y="204594"/>
                  <a:pt x="1077853" y="206121"/>
                </a:cubicBezTo>
                <a:cubicBezTo>
                  <a:pt x="1079437" y="207046"/>
                  <a:pt x="1084982" y="208233"/>
                  <a:pt x="1086961" y="210477"/>
                </a:cubicBezTo>
                <a:cubicBezTo>
                  <a:pt x="1091444" y="214633"/>
                  <a:pt x="1094803" y="219855"/>
                  <a:pt x="1096730" y="225658"/>
                </a:cubicBezTo>
                <a:lnTo>
                  <a:pt x="1095013" y="226317"/>
                </a:lnTo>
                <a:cubicBezTo>
                  <a:pt x="1095674" y="231069"/>
                  <a:pt x="1094221" y="232653"/>
                  <a:pt x="1094221" y="236350"/>
                </a:cubicBezTo>
                <a:cubicBezTo>
                  <a:pt x="1094803" y="241437"/>
                  <a:pt x="1094803" y="246574"/>
                  <a:pt x="1094221" y="251662"/>
                </a:cubicBezTo>
                <a:cubicBezTo>
                  <a:pt x="1093562" y="254302"/>
                  <a:pt x="1089601" y="260770"/>
                  <a:pt x="1086433" y="268295"/>
                </a:cubicBezTo>
                <a:cubicBezTo>
                  <a:pt x="1085306" y="273959"/>
                  <a:pt x="1084558" y="279691"/>
                  <a:pt x="1084189" y="285454"/>
                </a:cubicBezTo>
                <a:cubicBezTo>
                  <a:pt x="1084058" y="293506"/>
                  <a:pt x="1083661" y="299447"/>
                  <a:pt x="1082474" y="316607"/>
                </a:cubicBezTo>
                <a:cubicBezTo>
                  <a:pt x="1082209" y="322415"/>
                  <a:pt x="1080625" y="327827"/>
                  <a:pt x="1079700" y="335615"/>
                </a:cubicBezTo>
                <a:cubicBezTo>
                  <a:pt x="1079306" y="338519"/>
                  <a:pt x="1078513" y="346703"/>
                  <a:pt x="1078513" y="351719"/>
                </a:cubicBezTo>
                <a:cubicBezTo>
                  <a:pt x="1078381" y="359244"/>
                  <a:pt x="1081813" y="360696"/>
                  <a:pt x="1082209" y="362675"/>
                </a:cubicBezTo>
                <a:cubicBezTo>
                  <a:pt x="1082605" y="364656"/>
                  <a:pt x="1082737" y="365052"/>
                  <a:pt x="1083265" y="369011"/>
                </a:cubicBezTo>
                <a:cubicBezTo>
                  <a:pt x="1083793" y="372972"/>
                  <a:pt x="1086038" y="374819"/>
                  <a:pt x="1085377" y="378912"/>
                </a:cubicBezTo>
                <a:cubicBezTo>
                  <a:pt x="1084717" y="383004"/>
                  <a:pt x="1081285" y="389868"/>
                  <a:pt x="1079437" y="400164"/>
                </a:cubicBezTo>
                <a:cubicBezTo>
                  <a:pt x="1078478" y="404844"/>
                  <a:pt x="1075792" y="408992"/>
                  <a:pt x="1071913" y="411780"/>
                </a:cubicBezTo>
                <a:cubicBezTo>
                  <a:pt x="1065213" y="417389"/>
                  <a:pt x="1057629" y="421848"/>
                  <a:pt x="1049472" y="424980"/>
                </a:cubicBezTo>
                <a:cubicBezTo>
                  <a:pt x="1040496" y="427885"/>
                  <a:pt x="1034953" y="440293"/>
                  <a:pt x="1029804" y="443592"/>
                </a:cubicBezTo>
                <a:cubicBezTo>
                  <a:pt x="1023087" y="447122"/>
                  <a:pt x="1016166" y="450251"/>
                  <a:pt x="1009080" y="452965"/>
                </a:cubicBezTo>
                <a:cubicBezTo>
                  <a:pt x="999637" y="457036"/>
                  <a:pt x="990764" y="462316"/>
                  <a:pt x="982680" y="468673"/>
                </a:cubicBezTo>
                <a:cubicBezTo>
                  <a:pt x="977491" y="471459"/>
                  <a:pt x="972056" y="473757"/>
                  <a:pt x="966443" y="475537"/>
                </a:cubicBezTo>
                <a:cubicBezTo>
                  <a:pt x="958498" y="482281"/>
                  <a:pt x="950022" y="488372"/>
                  <a:pt x="941099" y="493754"/>
                </a:cubicBezTo>
                <a:cubicBezTo>
                  <a:pt x="935951" y="495998"/>
                  <a:pt x="929747" y="484250"/>
                  <a:pt x="924862" y="479102"/>
                </a:cubicBezTo>
                <a:cubicBezTo>
                  <a:pt x="921597" y="476154"/>
                  <a:pt x="918111" y="473463"/>
                  <a:pt x="914435" y="471050"/>
                </a:cubicBezTo>
                <a:cubicBezTo>
                  <a:pt x="911530" y="468673"/>
                  <a:pt x="912586" y="461941"/>
                  <a:pt x="911530" y="457850"/>
                </a:cubicBezTo>
                <a:cubicBezTo>
                  <a:pt x="910474" y="453757"/>
                  <a:pt x="907834" y="448213"/>
                  <a:pt x="907834" y="446365"/>
                </a:cubicBezTo>
                <a:cubicBezTo>
                  <a:pt x="908107" y="442489"/>
                  <a:pt x="910567" y="439108"/>
                  <a:pt x="914170" y="437652"/>
                </a:cubicBezTo>
                <a:cubicBezTo>
                  <a:pt x="917075" y="436728"/>
                  <a:pt x="921166" y="438049"/>
                  <a:pt x="923939" y="436728"/>
                </a:cubicBezTo>
                <a:cubicBezTo>
                  <a:pt x="929238" y="434162"/>
                  <a:pt x="934315" y="431160"/>
                  <a:pt x="939119" y="427752"/>
                </a:cubicBezTo>
                <a:cubicBezTo>
                  <a:pt x="944173" y="424847"/>
                  <a:pt x="949652" y="422755"/>
                  <a:pt x="955355" y="421549"/>
                </a:cubicBezTo>
                <a:cubicBezTo>
                  <a:pt x="965082" y="417025"/>
                  <a:pt x="974479" y="411820"/>
                  <a:pt x="983471" y="405972"/>
                </a:cubicBezTo>
                <a:cubicBezTo>
                  <a:pt x="988092" y="403464"/>
                  <a:pt x="996671" y="399241"/>
                  <a:pt x="996671" y="392772"/>
                </a:cubicBezTo>
                <a:cubicBezTo>
                  <a:pt x="997033" y="382821"/>
                  <a:pt x="996769" y="372857"/>
                  <a:pt x="995880" y="362940"/>
                </a:cubicBezTo>
                <a:cubicBezTo>
                  <a:pt x="994428" y="359904"/>
                  <a:pt x="988883" y="358716"/>
                  <a:pt x="988884" y="358716"/>
                </a:cubicBezTo>
                <a:cubicBezTo>
                  <a:pt x="984598" y="359962"/>
                  <a:pt x="980147" y="360541"/>
                  <a:pt x="975684" y="360432"/>
                </a:cubicBezTo>
                <a:cubicBezTo>
                  <a:pt x="971439" y="361608"/>
                  <a:pt x="967291" y="363109"/>
                  <a:pt x="963275" y="364919"/>
                </a:cubicBezTo>
                <a:cubicBezTo>
                  <a:pt x="960767" y="366108"/>
                  <a:pt x="956280" y="367296"/>
                  <a:pt x="953903" y="366108"/>
                </a:cubicBezTo>
                <a:cubicBezTo>
                  <a:pt x="951206" y="365396"/>
                  <a:pt x="948975" y="363504"/>
                  <a:pt x="947831" y="360960"/>
                </a:cubicBezTo>
                <a:cubicBezTo>
                  <a:pt x="946106" y="356033"/>
                  <a:pt x="945171" y="350865"/>
                  <a:pt x="945060" y="345647"/>
                </a:cubicBezTo>
                <a:cubicBezTo>
                  <a:pt x="943480" y="342294"/>
                  <a:pt x="942582" y="338659"/>
                  <a:pt x="942418" y="334956"/>
                </a:cubicBezTo>
                <a:cubicBezTo>
                  <a:pt x="943628" y="327807"/>
                  <a:pt x="944027" y="320544"/>
                  <a:pt x="943607" y="313307"/>
                </a:cubicBezTo>
                <a:cubicBezTo>
                  <a:pt x="943607" y="304726"/>
                  <a:pt x="950735" y="301823"/>
                  <a:pt x="956808" y="300767"/>
                </a:cubicBezTo>
                <a:cubicBezTo>
                  <a:pt x="962879" y="299711"/>
                  <a:pt x="968291" y="295222"/>
                  <a:pt x="974363" y="295223"/>
                </a:cubicBezTo>
                <a:cubicBezTo>
                  <a:pt x="978783" y="295358"/>
                  <a:pt x="983207" y="295049"/>
                  <a:pt x="987564" y="294299"/>
                </a:cubicBezTo>
                <a:cubicBezTo>
                  <a:pt x="993821" y="292489"/>
                  <a:pt x="999779" y="289777"/>
                  <a:pt x="1005253" y="286247"/>
                </a:cubicBezTo>
                <a:cubicBezTo>
                  <a:pt x="1008684" y="281230"/>
                  <a:pt x="1013832" y="278062"/>
                  <a:pt x="1013832" y="270142"/>
                </a:cubicBezTo>
                <a:cubicBezTo>
                  <a:pt x="1014624" y="255226"/>
                  <a:pt x="1019244" y="248625"/>
                  <a:pt x="1019244" y="235425"/>
                </a:cubicBezTo>
                <a:cubicBezTo>
                  <a:pt x="1019837" y="226994"/>
                  <a:pt x="1016586" y="218745"/>
                  <a:pt x="1010400" y="212985"/>
                </a:cubicBezTo>
                <a:cubicBezTo>
                  <a:pt x="1009147" y="211059"/>
                  <a:pt x="1009147" y="208576"/>
                  <a:pt x="1010400" y="206649"/>
                </a:cubicBezTo>
                <a:cubicBezTo>
                  <a:pt x="1014067" y="204609"/>
                  <a:pt x="1017404" y="202029"/>
                  <a:pt x="1020300" y="198993"/>
                </a:cubicBezTo>
                <a:cubicBezTo>
                  <a:pt x="1021646" y="197016"/>
                  <a:pt x="1024009" y="195989"/>
                  <a:pt x="1026373" y="196353"/>
                </a:cubicBezTo>
                <a:close/>
                <a:moveTo>
                  <a:pt x="1213817" y="178796"/>
                </a:moveTo>
                <a:cubicBezTo>
                  <a:pt x="1219888" y="179060"/>
                  <a:pt x="1220681" y="182493"/>
                  <a:pt x="1223452" y="184473"/>
                </a:cubicBezTo>
                <a:cubicBezTo>
                  <a:pt x="1225984" y="185626"/>
                  <a:pt x="1228723" y="186255"/>
                  <a:pt x="1231504" y="186320"/>
                </a:cubicBezTo>
                <a:cubicBezTo>
                  <a:pt x="1234013" y="186717"/>
                  <a:pt x="1236388" y="190281"/>
                  <a:pt x="1237709" y="193316"/>
                </a:cubicBezTo>
                <a:cubicBezTo>
                  <a:pt x="1240645" y="199390"/>
                  <a:pt x="1242350" y="205985"/>
                  <a:pt x="1242724" y="212721"/>
                </a:cubicBezTo>
                <a:cubicBezTo>
                  <a:pt x="1242196" y="227109"/>
                  <a:pt x="1232032" y="230277"/>
                  <a:pt x="1228336" y="239121"/>
                </a:cubicBezTo>
                <a:cubicBezTo>
                  <a:pt x="1226884" y="243394"/>
                  <a:pt x="1225952" y="247826"/>
                  <a:pt x="1225564" y="252321"/>
                </a:cubicBezTo>
                <a:cubicBezTo>
                  <a:pt x="1226884" y="259582"/>
                  <a:pt x="1234276" y="261562"/>
                  <a:pt x="1237444" y="256414"/>
                </a:cubicBezTo>
                <a:cubicBezTo>
                  <a:pt x="1243385" y="255094"/>
                  <a:pt x="1245232" y="251662"/>
                  <a:pt x="1249325" y="249681"/>
                </a:cubicBezTo>
                <a:cubicBezTo>
                  <a:pt x="1253417" y="247702"/>
                  <a:pt x="1259225" y="254302"/>
                  <a:pt x="1268465" y="256414"/>
                </a:cubicBezTo>
                <a:cubicBezTo>
                  <a:pt x="1273613" y="257601"/>
                  <a:pt x="1275725" y="270405"/>
                  <a:pt x="1279157" y="276346"/>
                </a:cubicBezTo>
                <a:cubicBezTo>
                  <a:pt x="1280708" y="280936"/>
                  <a:pt x="1281466" y="285758"/>
                  <a:pt x="1281400" y="290603"/>
                </a:cubicBezTo>
                <a:cubicBezTo>
                  <a:pt x="1281218" y="294267"/>
                  <a:pt x="1278541" y="297327"/>
                  <a:pt x="1274933" y="297995"/>
                </a:cubicBezTo>
                <a:cubicBezTo>
                  <a:pt x="1270314" y="299051"/>
                  <a:pt x="1267541" y="299710"/>
                  <a:pt x="1261732" y="301426"/>
                </a:cubicBezTo>
                <a:cubicBezTo>
                  <a:pt x="1257395" y="303298"/>
                  <a:pt x="1253487" y="306038"/>
                  <a:pt x="1250249" y="309478"/>
                </a:cubicBezTo>
                <a:cubicBezTo>
                  <a:pt x="1245101" y="313174"/>
                  <a:pt x="1239688" y="313967"/>
                  <a:pt x="1234144" y="318454"/>
                </a:cubicBezTo>
                <a:cubicBezTo>
                  <a:pt x="1226519" y="324254"/>
                  <a:pt x="1217813" y="328472"/>
                  <a:pt x="1208536" y="330863"/>
                </a:cubicBezTo>
                <a:cubicBezTo>
                  <a:pt x="1203797" y="339621"/>
                  <a:pt x="1200794" y="349213"/>
                  <a:pt x="1199692" y="359111"/>
                </a:cubicBezTo>
                <a:cubicBezTo>
                  <a:pt x="1199097" y="363529"/>
                  <a:pt x="1199412" y="368020"/>
                  <a:pt x="1200616" y="372311"/>
                </a:cubicBezTo>
                <a:cubicBezTo>
                  <a:pt x="1202860" y="380231"/>
                  <a:pt x="1200880" y="387756"/>
                  <a:pt x="1207744" y="395676"/>
                </a:cubicBezTo>
                <a:cubicBezTo>
                  <a:pt x="1213079" y="400712"/>
                  <a:pt x="1219968" y="403783"/>
                  <a:pt x="1227280" y="404388"/>
                </a:cubicBezTo>
                <a:cubicBezTo>
                  <a:pt x="1232000" y="404469"/>
                  <a:pt x="1236694" y="405090"/>
                  <a:pt x="1241273" y="406236"/>
                </a:cubicBezTo>
                <a:cubicBezTo>
                  <a:pt x="1244485" y="407302"/>
                  <a:pt x="1247805" y="408010"/>
                  <a:pt x="1251172" y="408348"/>
                </a:cubicBezTo>
                <a:cubicBezTo>
                  <a:pt x="1254105" y="410332"/>
                  <a:pt x="1257442" y="411640"/>
                  <a:pt x="1260941" y="412176"/>
                </a:cubicBezTo>
                <a:cubicBezTo>
                  <a:pt x="1266095" y="411963"/>
                  <a:pt x="1271252" y="412496"/>
                  <a:pt x="1276253" y="413760"/>
                </a:cubicBezTo>
                <a:lnTo>
                  <a:pt x="1276913" y="414023"/>
                </a:lnTo>
                <a:cubicBezTo>
                  <a:pt x="1283646" y="418106"/>
                  <a:pt x="1287081" y="425982"/>
                  <a:pt x="1285493" y="433693"/>
                </a:cubicBezTo>
                <a:cubicBezTo>
                  <a:pt x="1283350" y="441133"/>
                  <a:pt x="1280793" y="448448"/>
                  <a:pt x="1277837" y="455604"/>
                </a:cubicBezTo>
                <a:cubicBezTo>
                  <a:pt x="1275989" y="461412"/>
                  <a:pt x="1274801" y="467485"/>
                  <a:pt x="1271501" y="469994"/>
                </a:cubicBezTo>
                <a:cubicBezTo>
                  <a:pt x="1268200" y="472501"/>
                  <a:pt x="1259753" y="470653"/>
                  <a:pt x="1255001" y="472501"/>
                </a:cubicBezTo>
                <a:cubicBezTo>
                  <a:pt x="1249850" y="474706"/>
                  <a:pt x="1244357" y="476001"/>
                  <a:pt x="1238765" y="476328"/>
                </a:cubicBezTo>
                <a:cubicBezTo>
                  <a:pt x="1234804" y="476328"/>
                  <a:pt x="1229920" y="472501"/>
                  <a:pt x="1227412" y="471445"/>
                </a:cubicBezTo>
                <a:cubicBezTo>
                  <a:pt x="1221724" y="469751"/>
                  <a:pt x="1215764" y="469168"/>
                  <a:pt x="1209856" y="469729"/>
                </a:cubicBezTo>
                <a:cubicBezTo>
                  <a:pt x="1205104" y="469729"/>
                  <a:pt x="1192563" y="469729"/>
                  <a:pt x="1192563" y="469729"/>
                </a:cubicBezTo>
                <a:cubicBezTo>
                  <a:pt x="1189923" y="469729"/>
                  <a:pt x="1184248" y="466693"/>
                  <a:pt x="1177912" y="465505"/>
                </a:cubicBezTo>
                <a:cubicBezTo>
                  <a:pt x="1171576" y="464317"/>
                  <a:pt x="1161147" y="465768"/>
                  <a:pt x="1156527" y="464317"/>
                </a:cubicBezTo>
                <a:cubicBezTo>
                  <a:pt x="1152631" y="462915"/>
                  <a:pt x="1148978" y="460911"/>
                  <a:pt x="1145703" y="458376"/>
                </a:cubicBezTo>
                <a:cubicBezTo>
                  <a:pt x="1141601" y="453520"/>
                  <a:pt x="1138222" y="448096"/>
                  <a:pt x="1135671" y="442273"/>
                </a:cubicBezTo>
                <a:cubicBezTo>
                  <a:pt x="1134711" y="436072"/>
                  <a:pt x="1134269" y="429803"/>
                  <a:pt x="1134350" y="423528"/>
                </a:cubicBezTo>
                <a:cubicBezTo>
                  <a:pt x="1133822" y="419965"/>
                  <a:pt x="1129730" y="403860"/>
                  <a:pt x="1129730" y="401220"/>
                </a:cubicBezTo>
                <a:lnTo>
                  <a:pt x="1128807" y="387228"/>
                </a:lnTo>
                <a:cubicBezTo>
                  <a:pt x="1128793" y="382773"/>
                  <a:pt x="1128218" y="378338"/>
                  <a:pt x="1127091" y="374028"/>
                </a:cubicBezTo>
                <a:cubicBezTo>
                  <a:pt x="1125450" y="367247"/>
                  <a:pt x="1124739" y="360275"/>
                  <a:pt x="1124978" y="353304"/>
                </a:cubicBezTo>
                <a:cubicBezTo>
                  <a:pt x="1124846" y="342479"/>
                  <a:pt x="1128014" y="340763"/>
                  <a:pt x="1130523" y="319906"/>
                </a:cubicBezTo>
                <a:cubicBezTo>
                  <a:pt x="1130786" y="317794"/>
                  <a:pt x="1135143" y="311458"/>
                  <a:pt x="1135143" y="309478"/>
                </a:cubicBezTo>
                <a:cubicBezTo>
                  <a:pt x="1135934" y="299182"/>
                  <a:pt x="1138178" y="299314"/>
                  <a:pt x="1139102" y="292318"/>
                </a:cubicBezTo>
                <a:cubicBezTo>
                  <a:pt x="1140027" y="285322"/>
                  <a:pt x="1142798" y="276874"/>
                  <a:pt x="1142798" y="274762"/>
                </a:cubicBezTo>
                <a:cubicBezTo>
                  <a:pt x="1144382" y="264069"/>
                  <a:pt x="1144382" y="250209"/>
                  <a:pt x="1144384" y="247438"/>
                </a:cubicBezTo>
                <a:cubicBezTo>
                  <a:pt x="1144913" y="241735"/>
                  <a:pt x="1146246" y="236136"/>
                  <a:pt x="1148343" y="230805"/>
                </a:cubicBezTo>
                <a:cubicBezTo>
                  <a:pt x="1150793" y="222135"/>
                  <a:pt x="1152688" y="213317"/>
                  <a:pt x="1154020" y="204404"/>
                </a:cubicBezTo>
                <a:cubicBezTo>
                  <a:pt x="1153575" y="198370"/>
                  <a:pt x="1153797" y="192306"/>
                  <a:pt x="1154679" y="186320"/>
                </a:cubicBezTo>
                <a:cubicBezTo>
                  <a:pt x="1156527" y="179984"/>
                  <a:pt x="1159826" y="178928"/>
                  <a:pt x="1165107" y="178928"/>
                </a:cubicBezTo>
                <a:cubicBezTo>
                  <a:pt x="1167483" y="178796"/>
                  <a:pt x="1174479" y="181568"/>
                  <a:pt x="1178307" y="181701"/>
                </a:cubicBezTo>
                <a:cubicBezTo>
                  <a:pt x="1182136" y="181833"/>
                  <a:pt x="1187416" y="179193"/>
                  <a:pt x="1190056" y="179193"/>
                </a:cubicBezTo>
                <a:cubicBezTo>
                  <a:pt x="1193616" y="179678"/>
                  <a:pt x="1197143" y="180383"/>
                  <a:pt x="1200616" y="181305"/>
                </a:cubicBezTo>
                <a:cubicBezTo>
                  <a:pt x="1204943" y="180123"/>
                  <a:pt x="1209357" y="179284"/>
                  <a:pt x="1213817" y="178796"/>
                </a:cubicBezTo>
                <a:close/>
                <a:moveTo>
                  <a:pt x="383856" y="178184"/>
                </a:moveTo>
                <a:cubicBezTo>
                  <a:pt x="379047" y="178184"/>
                  <a:pt x="377305" y="183598"/>
                  <a:pt x="376283" y="188899"/>
                </a:cubicBezTo>
                <a:lnTo>
                  <a:pt x="376283" y="189429"/>
                </a:lnTo>
                <a:cubicBezTo>
                  <a:pt x="375791" y="192193"/>
                  <a:pt x="369884" y="222483"/>
                  <a:pt x="369884" y="222483"/>
                </a:cubicBezTo>
                <a:lnTo>
                  <a:pt x="369392" y="224944"/>
                </a:lnTo>
                <a:lnTo>
                  <a:pt x="364697" y="224944"/>
                </a:lnTo>
                <a:cubicBezTo>
                  <a:pt x="325694" y="225103"/>
                  <a:pt x="286885" y="219503"/>
                  <a:pt x="249518" y="208322"/>
                </a:cubicBezTo>
                <a:cubicBezTo>
                  <a:pt x="250377" y="217368"/>
                  <a:pt x="253865" y="225963"/>
                  <a:pt x="259551" y="233047"/>
                </a:cubicBezTo>
                <a:cubicBezTo>
                  <a:pt x="266639" y="241502"/>
                  <a:pt x="276223" y="247492"/>
                  <a:pt x="286927" y="250161"/>
                </a:cubicBezTo>
                <a:lnTo>
                  <a:pt x="289198" y="250615"/>
                </a:lnTo>
                <a:lnTo>
                  <a:pt x="289198" y="252925"/>
                </a:lnTo>
                <a:lnTo>
                  <a:pt x="289350" y="252925"/>
                </a:lnTo>
                <a:cubicBezTo>
                  <a:pt x="290186" y="260641"/>
                  <a:pt x="293742" y="267809"/>
                  <a:pt x="299383" y="273144"/>
                </a:cubicBezTo>
                <a:cubicBezTo>
                  <a:pt x="305502" y="277661"/>
                  <a:pt x="312946" y="280016"/>
                  <a:pt x="320549" y="279846"/>
                </a:cubicBezTo>
                <a:cubicBezTo>
                  <a:pt x="322290" y="279846"/>
                  <a:pt x="323389" y="279846"/>
                  <a:pt x="323389" y="279846"/>
                </a:cubicBezTo>
                <a:lnTo>
                  <a:pt x="325774" y="279543"/>
                </a:lnTo>
                <a:lnTo>
                  <a:pt x="326607" y="281777"/>
                </a:lnTo>
                <a:cubicBezTo>
                  <a:pt x="329765" y="288206"/>
                  <a:pt x="335527" y="292976"/>
                  <a:pt x="342434" y="294877"/>
                </a:cubicBezTo>
                <a:cubicBezTo>
                  <a:pt x="345057" y="295691"/>
                  <a:pt x="347791" y="296100"/>
                  <a:pt x="350536" y="296089"/>
                </a:cubicBezTo>
                <a:cubicBezTo>
                  <a:pt x="354110" y="296085"/>
                  <a:pt x="357658" y="295468"/>
                  <a:pt x="361024" y="294271"/>
                </a:cubicBezTo>
                <a:lnTo>
                  <a:pt x="366590" y="291962"/>
                </a:lnTo>
                <a:lnTo>
                  <a:pt x="358412" y="325395"/>
                </a:lnTo>
                <a:lnTo>
                  <a:pt x="409905" y="325395"/>
                </a:lnTo>
                <a:lnTo>
                  <a:pt x="401689" y="291924"/>
                </a:lnTo>
                <a:lnTo>
                  <a:pt x="407293" y="294271"/>
                </a:lnTo>
                <a:cubicBezTo>
                  <a:pt x="410648" y="295472"/>
                  <a:pt x="414180" y="296089"/>
                  <a:pt x="417743" y="296089"/>
                </a:cubicBezTo>
                <a:cubicBezTo>
                  <a:pt x="420488" y="296096"/>
                  <a:pt x="423222" y="295691"/>
                  <a:pt x="425846" y="294877"/>
                </a:cubicBezTo>
                <a:cubicBezTo>
                  <a:pt x="432756" y="292980"/>
                  <a:pt x="438519" y="288210"/>
                  <a:pt x="441673" y="281777"/>
                </a:cubicBezTo>
                <a:lnTo>
                  <a:pt x="442505" y="279543"/>
                </a:lnTo>
                <a:lnTo>
                  <a:pt x="444891" y="279846"/>
                </a:lnTo>
                <a:cubicBezTo>
                  <a:pt x="444891" y="279846"/>
                  <a:pt x="445989" y="279846"/>
                  <a:pt x="447731" y="279846"/>
                </a:cubicBezTo>
                <a:cubicBezTo>
                  <a:pt x="455333" y="280016"/>
                  <a:pt x="462777" y="277661"/>
                  <a:pt x="468896" y="273144"/>
                </a:cubicBezTo>
                <a:cubicBezTo>
                  <a:pt x="474576" y="267824"/>
                  <a:pt x="478142" y="260630"/>
                  <a:pt x="478930" y="252887"/>
                </a:cubicBezTo>
                <a:lnTo>
                  <a:pt x="478930" y="250615"/>
                </a:lnTo>
                <a:lnTo>
                  <a:pt x="481202" y="250161"/>
                </a:lnTo>
                <a:cubicBezTo>
                  <a:pt x="491875" y="247450"/>
                  <a:pt x="501436" y="241464"/>
                  <a:pt x="508539" y="233047"/>
                </a:cubicBezTo>
                <a:cubicBezTo>
                  <a:pt x="514226" y="225963"/>
                  <a:pt x="517713" y="217368"/>
                  <a:pt x="518572" y="208322"/>
                </a:cubicBezTo>
                <a:cubicBezTo>
                  <a:pt x="481243" y="219492"/>
                  <a:pt x="442472" y="225092"/>
                  <a:pt x="403507" y="224944"/>
                </a:cubicBezTo>
                <a:lnTo>
                  <a:pt x="398812" y="224944"/>
                </a:lnTo>
                <a:lnTo>
                  <a:pt x="398319" y="222483"/>
                </a:lnTo>
                <a:cubicBezTo>
                  <a:pt x="398319" y="222483"/>
                  <a:pt x="392451" y="192041"/>
                  <a:pt x="391921" y="189429"/>
                </a:cubicBezTo>
                <a:lnTo>
                  <a:pt x="391921" y="188899"/>
                </a:lnTo>
                <a:cubicBezTo>
                  <a:pt x="390936" y="183598"/>
                  <a:pt x="389232" y="178184"/>
                  <a:pt x="384348" y="178184"/>
                </a:cubicBezTo>
                <a:close/>
                <a:moveTo>
                  <a:pt x="443414" y="176858"/>
                </a:moveTo>
                <a:cubicBezTo>
                  <a:pt x="449048" y="178816"/>
                  <a:pt x="454126" y="182102"/>
                  <a:pt x="458219" y="186438"/>
                </a:cubicBezTo>
                <a:cubicBezTo>
                  <a:pt x="452452" y="187687"/>
                  <a:pt x="446519" y="188009"/>
                  <a:pt x="440650" y="187384"/>
                </a:cubicBezTo>
                <a:cubicBezTo>
                  <a:pt x="433380" y="186627"/>
                  <a:pt x="427549" y="177843"/>
                  <a:pt x="427549" y="177843"/>
                </a:cubicBezTo>
                <a:cubicBezTo>
                  <a:pt x="432585" y="175787"/>
                  <a:pt x="438162" y="175439"/>
                  <a:pt x="443414" y="176858"/>
                </a:cubicBezTo>
                <a:close/>
                <a:moveTo>
                  <a:pt x="2114202" y="175100"/>
                </a:moveTo>
                <a:cubicBezTo>
                  <a:pt x="2119085" y="175100"/>
                  <a:pt x="2123046" y="180249"/>
                  <a:pt x="2127402" y="180249"/>
                </a:cubicBezTo>
                <a:cubicBezTo>
                  <a:pt x="2136252" y="179604"/>
                  <a:pt x="2145148" y="180271"/>
                  <a:pt x="2153802" y="182228"/>
                </a:cubicBezTo>
                <a:lnTo>
                  <a:pt x="2154991" y="182889"/>
                </a:lnTo>
                <a:cubicBezTo>
                  <a:pt x="2156575" y="184208"/>
                  <a:pt x="2157631" y="191997"/>
                  <a:pt x="2159479" y="193712"/>
                </a:cubicBezTo>
                <a:cubicBezTo>
                  <a:pt x="2164641" y="198574"/>
                  <a:pt x="2167875" y="205137"/>
                  <a:pt x="2168586" y="212193"/>
                </a:cubicBezTo>
                <a:cubicBezTo>
                  <a:pt x="2168191" y="217473"/>
                  <a:pt x="2161194" y="225921"/>
                  <a:pt x="2161194" y="227901"/>
                </a:cubicBezTo>
                <a:cubicBezTo>
                  <a:pt x="2161585" y="232980"/>
                  <a:pt x="2160385" y="238054"/>
                  <a:pt x="2157763" y="242421"/>
                </a:cubicBezTo>
                <a:cubicBezTo>
                  <a:pt x="2152454" y="249660"/>
                  <a:pt x="2148023" y="257503"/>
                  <a:pt x="2144563" y="265786"/>
                </a:cubicBezTo>
                <a:cubicBezTo>
                  <a:pt x="2143110" y="268558"/>
                  <a:pt x="2134134" y="275685"/>
                  <a:pt x="2132682" y="278986"/>
                </a:cubicBezTo>
                <a:cubicBezTo>
                  <a:pt x="2123706" y="299447"/>
                  <a:pt x="2113674" y="313703"/>
                  <a:pt x="2106281" y="334163"/>
                </a:cubicBezTo>
                <a:cubicBezTo>
                  <a:pt x="2105094" y="337462"/>
                  <a:pt x="2099947" y="344195"/>
                  <a:pt x="2097438" y="343007"/>
                </a:cubicBezTo>
                <a:cubicBezTo>
                  <a:pt x="2093996" y="341459"/>
                  <a:pt x="2090056" y="341459"/>
                  <a:pt x="2086614" y="343007"/>
                </a:cubicBezTo>
                <a:cubicBezTo>
                  <a:pt x="2084898" y="344459"/>
                  <a:pt x="2077637" y="344326"/>
                  <a:pt x="2075261" y="346703"/>
                </a:cubicBezTo>
                <a:cubicBezTo>
                  <a:pt x="2072885" y="349078"/>
                  <a:pt x="2060741" y="347231"/>
                  <a:pt x="2058366" y="351852"/>
                </a:cubicBezTo>
                <a:cubicBezTo>
                  <a:pt x="2056649" y="356084"/>
                  <a:pt x="2056649" y="360819"/>
                  <a:pt x="2058366" y="365052"/>
                </a:cubicBezTo>
                <a:cubicBezTo>
                  <a:pt x="2062194" y="369539"/>
                  <a:pt x="2069982" y="365052"/>
                  <a:pt x="2071565" y="362675"/>
                </a:cubicBezTo>
                <a:cubicBezTo>
                  <a:pt x="2074108" y="359622"/>
                  <a:pt x="2077890" y="357877"/>
                  <a:pt x="2081861" y="357923"/>
                </a:cubicBezTo>
                <a:cubicBezTo>
                  <a:pt x="2086440" y="359923"/>
                  <a:pt x="2091219" y="361428"/>
                  <a:pt x="2096118" y="362412"/>
                </a:cubicBezTo>
                <a:cubicBezTo>
                  <a:pt x="2099369" y="362927"/>
                  <a:pt x="2101769" y="365720"/>
                  <a:pt x="2101794" y="369011"/>
                </a:cubicBezTo>
                <a:cubicBezTo>
                  <a:pt x="2101876" y="375175"/>
                  <a:pt x="2103130" y="381269"/>
                  <a:pt x="2105490" y="386963"/>
                </a:cubicBezTo>
                <a:cubicBezTo>
                  <a:pt x="2105597" y="389610"/>
                  <a:pt x="2104806" y="392214"/>
                  <a:pt x="2103246" y="394355"/>
                </a:cubicBezTo>
                <a:cubicBezTo>
                  <a:pt x="2099248" y="397938"/>
                  <a:pt x="2094814" y="400998"/>
                  <a:pt x="2090046" y="403463"/>
                </a:cubicBezTo>
                <a:cubicBezTo>
                  <a:pt x="2086877" y="405444"/>
                  <a:pt x="2079749" y="405972"/>
                  <a:pt x="2075261" y="408876"/>
                </a:cubicBezTo>
                <a:cubicBezTo>
                  <a:pt x="2072538" y="410920"/>
                  <a:pt x="2070850" y="414057"/>
                  <a:pt x="2070642" y="417456"/>
                </a:cubicBezTo>
                <a:cubicBezTo>
                  <a:pt x="2070642" y="423133"/>
                  <a:pt x="2074997" y="423133"/>
                  <a:pt x="2077769" y="423133"/>
                </a:cubicBezTo>
                <a:cubicBezTo>
                  <a:pt x="2080542" y="423133"/>
                  <a:pt x="2092025" y="419436"/>
                  <a:pt x="2097438" y="419436"/>
                </a:cubicBezTo>
                <a:cubicBezTo>
                  <a:pt x="2102364" y="419685"/>
                  <a:pt x="2107297" y="419685"/>
                  <a:pt x="2112223" y="419436"/>
                </a:cubicBezTo>
                <a:cubicBezTo>
                  <a:pt x="2118115" y="417445"/>
                  <a:pt x="2124235" y="416203"/>
                  <a:pt x="2130438" y="415740"/>
                </a:cubicBezTo>
                <a:cubicBezTo>
                  <a:pt x="2136246" y="417193"/>
                  <a:pt x="2142714" y="411780"/>
                  <a:pt x="2146410" y="415740"/>
                </a:cubicBezTo>
                <a:cubicBezTo>
                  <a:pt x="2146410" y="422605"/>
                  <a:pt x="2159610" y="425773"/>
                  <a:pt x="2159610" y="436464"/>
                </a:cubicBezTo>
                <a:cubicBezTo>
                  <a:pt x="2159610" y="451777"/>
                  <a:pt x="2149446" y="469069"/>
                  <a:pt x="2136246" y="470125"/>
                </a:cubicBezTo>
                <a:cubicBezTo>
                  <a:pt x="2130702" y="470653"/>
                  <a:pt x="2134531" y="466429"/>
                  <a:pt x="2114994" y="466429"/>
                </a:cubicBezTo>
                <a:cubicBezTo>
                  <a:pt x="2097570" y="466692"/>
                  <a:pt x="2082653" y="467880"/>
                  <a:pt x="2079881" y="467880"/>
                </a:cubicBezTo>
                <a:cubicBezTo>
                  <a:pt x="2073480" y="467961"/>
                  <a:pt x="2067083" y="467563"/>
                  <a:pt x="2060741" y="466692"/>
                </a:cubicBezTo>
                <a:cubicBezTo>
                  <a:pt x="2055116" y="466812"/>
                  <a:pt x="2049509" y="467385"/>
                  <a:pt x="2043977" y="468410"/>
                </a:cubicBezTo>
                <a:cubicBezTo>
                  <a:pt x="2037829" y="469991"/>
                  <a:pt x="2031559" y="471051"/>
                  <a:pt x="2025233" y="471578"/>
                </a:cubicBezTo>
                <a:cubicBezTo>
                  <a:pt x="2017390" y="471464"/>
                  <a:pt x="2009612" y="472993"/>
                  <a:pt x="2002397" y="476065"/>
                </a:cubicBezTo>
                <a:cubicBezTo>
                  <a:pt x="1994621" y="477655"/>
                  <a:pt x="1986705" y="478450"/>
                  <a:pt x="1978768" y="478440"/>
                </a:cubicBezTo>
                <a:cubicBezTo>
                  <a:pt x="1970959" y="481765"/>
                  <a:pt x="1962817" y="484244"/>
                  <a:pt x="1954480" y="485832"/>
                </a:cubicBezTo>
                <a:cubicBezTo>
                  <a:pt x="1949991" y="486360"/>
                  <a:pt x="1939564" y="485041"/>
                  <a:pt x="1939168" y="477781"/>
                </a:cubicBezTo>
                <a:cubicBezTo>
                  <a:pt x="1938771" y="470520"/>
                  <a:pt x="1934812" y="466692"/>
                  <a:pt x="1935736" y="457320"/>
                </a:cubicBezTo>
                <a:cubicBezTo>
                  <a:pt x="1936528" y="454548"/>
                  <a:pt x="1936528" y="450061"/>
                  <a:pt x="1936526" y="447949"/>
                </a:cubicBezTo>
                <a:cubicBezTo>
                  <a:pt x="1936551" y="443755"/>
                  <a:pt x="1938437" y="439789"/>
                  <a:pt x="1941675" y="437124"/>
                </a:cubicBezTo>
                <a:cubicBezTo>
                  <a:pt x="1942599" y="436861"/>
                  <a:pt x="1944711" y="432240"/>
                  <a:pt x="1947351" y="432505"/>
                </a:cubicBezTo>
                <a:cubicBezTo>
                  <a:pt x="1949991" y="432768"/>
                  <a:pt x="1950521" y="435936"/>
                  <a:pt x="1954480" y="435936"/>
                </a:cubicBezTo>
                <a:cubicBezTo>
                  <a:pt x="1961685" y="434377"/>
                  <a:pt x="1968684" y="431985"/>
                  <a:pt x="1975337" y="428809"/>
                </a:cubicBezTo>
                <a:cubicBezTo>
                  <a:pt x="1983906" y="424431"/>
                  <a:pt x="1992721" y="420553"/>
                  <a:pt x="2001737" y="417193"/>
                </a:cubicBezTo>
                <a:cubicBezTo>
                  <a:pt x="2005169" y="412308"/>
                  <a:pt x="1999492" y="409801"/>
                  <a:pt x="1997380" y="409801"/>
                </a:cubicBezTo>
                <a:cubicBezTo>
                  <a:pt x="1993723" y="410787"/>
                  <a:pt x="1989823" y="410264"/>
                  <a:pt x="1986557" y="408348"/>
                </a:cubicBezTo>
                <a:cubicBezTo>
                  <a:pt x="1981145" y="407424"/>
                  <a:pt x="1978900" y="406105"/>
                  <a:pt x="1977448" y="403728"/>
                </a:cubicBezTo>
                <a:cubicBezTo>
                  <a:pt x="1975997" y="401353"/>
                  <a:pt x="1977051" y="398579"/>
                  <a:pt x="1977448" y="394883"/>
                </a:cubicBezTo>
                <a:cubicBezTo>
                  <a:pt x="1977844" y="391187"/>
                  <a:pt x="1978107" y="387228"/>
                  <a:pt x="1978637" y="384060"/>
                </a:cubicBezTo>
                <a:cubicBezTo>
                  <a:pt x="1979165" y="380892"/>
                  <a:pt x="1979560" y="376140"/>
                  <a:pt x="1984576" y="376140"/>
                </a:cubicBezTo>
                <a:cubicBezTo>
                  <a:pt x="1987348" y="376140"/>
                  <a:pt x="1988008" y="378119"/>
                  <a:pt x="1990648" y="378119"/>
                </a:cubicBezTo>
                <a:cubicBezTo>
                  <a:pt x="1993288" y="378119"/>
                  <a:pt x="1994476" y="376931"/>
                  <a:pt x="1997117" y="376931"/>
                </a:cubicBezTo>
                <a:cubicBezTo>
                  <a:pt x="1999214" y="377280"/>
                  <a:pt x="2001356" y="377280"/>
                  <a:pt x="2003453" y="376931"/>
                </a:cubicBezTo>
                <a:cubicBezTo>
                  <a:pt x="2005791" y="375782"/>
                  <a:pt x="2007759" y="373999"/>
                  <a:pt x="2009129" y="371783"/>
                </a:cubicBezTo>
                <a:cubicBezTo>
                  <a:pt x="2010316" y="367489"/>
                  <a:pt x="2010808" y="363033"/>
                  <a:pt x="2010580" y="358583"/>
                </a:cubicBezTo>
                <a:cubicBezTo>
                  <a:pt x="2010052" y="355020"/>
                  <a:pt x="2006884" y="355548"/>
                  <a:pt x="2002792" y="357527"/>
                </a:cubicBezTo>
                <a:cubicBezTo>
                  <a:pt x="1999569" y="358702"/>
                  <a:pt x="1996258" y="359629"/>
                  <a:pt x="1992891" y="360300"/>
                </a:cubicBezTo>
                <a:cubicBezTo>
                  <a:pt x="1989893" y="361119"/>
                  <a:pt x="1986853" y="361780"/>
                  <a:pt x="1983784" y="362279"/>
                </a:cubicBezTo>
                <a:cubicBezTo>
                  <a:pt x="1981281" y="362290"/>
                  <a:pt x="1978790" y="361935"/>
                  <a:pt x="1976392" y="361223"/>
                </a:cubicBezTo>
                <a:cubicBezTo>
                  <a:pt x="1972696" y="360300"/>
                  <a:pt x="1973620" y="358056"/>
                  <a:pt x="1972696" y="355415"/>
                </a:cubicBezTo>
                <a:cubicBezTo>
                  <a:pt x="1971203" y="352808"/>
                  <a:pt x="1970218" y="349942"/>
                  <a:pt x="1969792" y="346966"/>
                </a:cubicBezTo>
                <a:cubicBezTo>
                  <a:pt x="1970320" y="339443"/>
                  <a:pt x="1964247" y="336671"/>
                  <a:pt x="1963193" y="334691"/>
                </a:cubicBezTo>
                <a:cubicBezTo>
                  <a:pt x="1961203" y="330539"/>
                  <a:pt x="1959951" y="326072"/>
                  <a:pt x="1959495" y="321490"/>
                </a:cubicBezTo>
                <a:cubicBezTo>
                  <a:pt x="1959495" y="312911"/>
                  <a:pt x="1967549" y="306178"/>
                  <a:pt x="1966624" y="300766"/>
                </a:cubicBezTo>
                <a:cubicBezTo>
                  <a:pt x="1964227" y="289799"/>
                  <a:pt x="1963075" y="278596"/>
                  <a:pt x="1963191" y="267370"/>
                </a:cubicBezTo>
                <a:cubicBezTo>
                  <a:pt x="1963588" y="264334"/>
                  <a:pt x="1958967" y="259185"/>
                  <a:pt x="1958967" y="253114"/>
                </a:cubicBezTo>
                <a:cubicBezTo>
                  <a:pt x="1959163" y="249455"/>
                  <a:pt x="1959738" y="245829"/>
                  <a:pt x="1960683" y="242289"/>
                </a:cubicBezTo>
                <a:cubicBezTo>
                  <a:pt x="1962577" y="236280"/>
                  <a:pt x="1963816" y="230084"/>
                  <a:pt x="1964380" y="223809"/>
                </a:cubicBezTo>
                <a:cubicBezTo>
                  <a:pt x="1963588" y="215494"/>
                  <a:pt x="1967812" y="205065"/>
                  <a:pt x="1973488" y="205065"/>
                </a:cubicBezTo>
                <a:cubicBezTo>
                  <a:pt x="1979165" y="205065"/>
                  <a:pt x="1979032" y="212193"/>
                  <a:pt x="1985236" y="212193"/>
                </a:cubicBezTo>
                <a:cubicBezTo>
                  <a:pt x="1988971" y="212385"/>
                  <a:pt x="1992714" y="211985"/>
                  <a:pt x="1996324" y="211005"/>
                </a:cubicBezTo>
                <a:cubicBezTo>
                  <a:pt x="1997645" y="210081"/>
                  <a:pt x="2007809" y="207572"/>
                  <a:pt x="2010845" y="206385"/>
                </a:cubicBezTo>
                <a:cubicBezTo>
                  <a:pt x="2019688" y="203217"/>
                  <a:pt x="2026024" y="199257"/>
                  <a:pt x="2035660" y="196221"/>
                </a:cubicBezTo>
                <a:cubicBezTo>
                  <a:pt x="2042129" y="194240"/>
                  <a:pt x="2050181" y="195956"/>
                  <a:pt x="2055329" y="194240"/>
                </a:cubicBezTo>
                <a:cubicBezTo>
                  <a:pt x="2069586" y="189357"/>
                  <a:pt x="2109318" y="175100"/>
                  <a:pt x="2114202" y="175100"/>
                </a:cubicBezTo>
                <a:close/>
                <a:moveTo>
                  <a:pt x="125176" y="160123"/>
                </a:moveTo>
                <a:cubicBezTo>
                  <a:pt x="124684" y="160123"/>
                  <a:pt x="123927" y="160729"/>
                  <a:pt x="123624" y="160729"/>
                </a:cubicBezTo>
                <a:cubicBezTo>
                  <a:pt x="123079" y="160956"/>
                  <a:pt x="122579" y="161274"/>
                  <a:pt x="122147" y="161675"/>
                </a:cubicBezTo>
                <a:cubicBezTo>
                  <a:pt x="121844" y="162016"/>
                  <a:pt x="121087" y="163152"/>
                  <a:pt x="120406" y="163644"/>
                </a:cubicBezTo>
                <a:cubicBezTo>
                  <a:pt x="119724" y="164137"/>
                  <a:pt x="118891" y="164970"/>
                  <a:pt x="118437" y="165310"/>
                </a:cubicBezTo>
                <a:cubicBezTo>
                  <a:pt x="117982" y="165651"/>
                  <a:pt x="116998" y="165613"/>
                  <a:pt x="116695" y="165878"/>
                </a:cubicBezTo>
                <a:cubicBezTo>
                  <a:pt x="116388" y="166124"/>
                  <a:pt x="116244" y="166514"/>
                  <a:pt x="116316" y="166901"/>
                </a:cubicBezTo>
                <a:lnTo>
                  <a:pt x="116279" y="166901"/>
                </a:lnTo>
                <a:cubicBezTo>
                  <a:pt x="116312" y="167563"/>
                  <a:pt x="116248" y="168226"/>
                  <a:pt x="116089" y="168869"/>
                </a:cubicBezTo>
                <a:cubicBezTo>
                  <a:pt x="116180" y="169244"/>
                  <a:pt x="116472" y="169536"/>
                  <a:pt x="116846" y="169627"/>
                </a:cubicBezTo>
                <a:cubicBezTo>
                  <a:pt x="118262" y="169487"/>
                  <a:pt x="119667" y="170021"/>
                  <a:pt x="120633" y="171066"/>
                </a:cubicBezTo>
                <a:cubicBezTo>
                  <a:pt x="122109" y="172580"/>
                  <a:pt x="122488" y="173830"/>
                  <a:pt x="124192" y="175609"/>
                </a:cubicBezTo>
                <a:cubicBezTo>
                  <a:pt x="125176" y="176556"/>
                  <a:pt x="124949" y="177502"/>
                  <a:pt x="125176" y="178449"/>
                </a:cubicBezTo>
                <a:cubicBezTo>
                  <a:pt x="124968" y="179509"/>
                  <a:pt x="124623" y="180543"/>
                  <a:pt x="124154" y="181516"/>
                </a:cubicBezTo>
                <a:cubicBezTo>
                  <a:pt x="123749" y="182087"/>
                  <a:pt x="123306" y="182633"/>
                  <a:pt x="122829" y="183144"/>
                </a:cubicBezTo>
                <a:cubicBezTo>
                  <a:pt x="122147" y="183901"/>
                  <a:pt x="122072" y="185037"/>
                  <a:pt x="121504" y="185908"/>
                </a:cubicBezTo>
                <a:cubicBezTo>
                  <a:pt x="120724" y="186737"/>
                  <a:pt x="120724" y="188032"/>
                  <a:pt x="121504" y="188861"/>
                </a:cubicBezTo>
                <a:cubicBezTo>
                  <a:pt x="122424" y="189630"/>
                  <a:pt x="123264" y="190493"/>
                  <a:pt x="124002" y="191436"/>
                </a:cubicBezTo>
                <a:cubicBezTo>
                  <a:pt x="124646" y="192079"/>
                  <a:pt x="124798" y="191852"/>
                  <a:pt x="125555" y="192307"/>
                </a:cubicBezTo>
                <a:cubicBezTo>
                  <a:pt x="126312" y="192761"/>
                  <a:pt x="126729" y="193405"/>
                  <a:pt x="127713" y="193708"/>
                </a:cubicBezTo>
                <a:cubicBezTo>
                  <a:pt x="128133" y="193901"/>
                  <a:pt x="128618" y="193901"/>
                  <a:pt x="129038" y="193708"/>
                </a:cubicBezTo>
                <a:cubicBezTo>
                  <a:pt x="129455" y="193518"/>
                  <a:pt x="129720" y="192799"/>
                  <a:pt x="129947" y="192420"/>
                </a:cubicBezTo>
                <a:cubicBezTo>
                  <a:pt x="130178" y="191731"/>
                  <a:pt x="130454" y="191061"/>
                  <a:pt x="130780" y="190414"/>
                </a:cubicBezTo>
                <a:cubicBezTo>
                  <a:pt x="131310" y="189899"/>
                  <a:pt x="131746" y="189297"/>
                  <a:pt x="132067" y="188634"/>
                </a:cubicBezTo>
                <a:cubicBezTo>
                  <a:pt x="132067" y="188634"/>
                  <a:pt x="132825" y="188255"/>
                  <a:pt x="133355" y="188255"/>
                </a:cubicBezTo>
                <a:cubicBezTo>
                  <a:pt x="134676" y="189270"/>
                  <a:pt x="135941" y="190357"/>
                  <a:pt x="137141" y="191512"/>
                </a:cubicBezTo>
                <a:cubicBezTo>
                  <a:pt x="137785" y="192269"/>
                  <a:pt x="137368" y="193783"/>
                  <a:pt x="137141" y="194541"/>
                </a:cubicBezTo>
                <a:cubicBezTo>
                  <a:pt x="136857" y="196286"/>
                  <a:pt x="136437" y="198009"/>
                  <a:pt x="135892" y="199690"/>
                </a:cubicBezTo>
                <a:cubicBezTo>
                  <a:pt x="135377" y="200504"/>
                  <a:pt x="135005" y="201401"/>
                  <a:pt x="134793" y="202340"/>
                </a:cubicBezTo>
                <a:cubicBezTo>
                  <a:pt x="134661" y="203302"/>
                  <a:pt x="134445" y="204252"/>
                  <a:pt x="134150" y="205180"/>
                </a:cubicBezTo>
                <a:cubicBezTo>
                  <a:pt x="133998" y="205672"/>
                  <a:pt x="133393" y="205975"/>
                  <a:pt x="133165" y="206467"/>
                </a:cubicBezTo>
                <a:cubicBezTo>
                  <a:pt x="132953" y="207073"/>
                  <a:pt x="133101" y="207747"/>
                  <a:pt x="133544" y="208209"/>
                </a:cubicBezTo>
                <a:cubicBezTo>
                  <a:pt x="133733" y="208398"/>
                  <a:pt x="134793" y="208739"/>
                  <a:pt x="135324" y="209042"/>
                </a:cubicBezTo>
                <a:cubicBezTo>
                  <a:pt x="135854" y="209345"/>
                  <a:pt x="136611" y="210178"/>
                  <a:pt x="137217" y="210178"/>
                </a:cubicBezTo>
                <a:cubicBezTo>
                  <a:pt x="137929" y="210008"/>
                  <a:pt x="138648" y="209879"/>
                  <a:pt x="139375" y="209799"/>
                </a:cubicBezTo>
                <a:cubicBezTo>
                  <a:pt x="140549" y="209799"/>
                  <a:pt x="142669" y="210367"/>
                  <a:pt x="142972" y="209534"/>
                </a:cubicBezTo>
                <a:cubicBezTo>
                  <a:pt x="143324" y="207849"/>
                  <a:pt x="143540" y="206142"/>
                  <a:pt x="143615" y="204423"/>
                </a:cubicBezTo>
                <a:cubicBezTo>
                  <a:pt x="144028" y="203533"/>
                  <a:pt x="144358" y="202609"/>
                  <a:pt x="144600" y="201659"/>
                </a:cubicBezTo>
                <a:cubicBezTo>
                  <a:pt x="144767" y="199963"/>
                  <a:pt x="145149" y="198297"/>
                  <a:pt x="145736" y="196699"/>
                </a:cubicBezTo>
                <a:cubicBezTo>
                  <a:pt x="146205" y="195540"/>
                  <a:pt x="146599" y="194351"/>
                  <a:pt x="146910" y="193140"/>
                </a:cubicBezTo>
                <a:cubicBezTo>
                  <a:pt x="147137" y="192155"/>
                  <a:pt x="146266" y="190111"/>
                  <a:pt x="146910" y="188672"/>
                </a:cubicBezTo>
                <a:cubicBezTo>
                  <a:pt x="147444" y="187320"/>
                  <a:pt x="147739" y="185885"/>
                  <a:pt x="147780" y="184431"/>
                </a:cubicBezTo>
                <a:cubicBezTo>
                  <a:pt x="147890" y="183651"/>
                  <a:pt x="147686" y="182864"/>
                  <a:pt x="147213" y="182235"/>
                </a:cubicBezTo>
                <a:cubicBezTo>
                  <a:pt x="146190" y="180834"/>
                  <a:pt x="145584" y="179433"/>
                  <a:pt x="145319" y="179092"/>
                </a:cubicBezTo>
                <a:cubicBezTo>
                  <a:pt x="145054" y="178752"/>
                  <a:pt x="144448" y="178638"/>
                  <a:pt x="143918" y="178259"/>
                </a:cubicBezTo>
                <a:lnTo>
                  <a:pt x="143010" y="177654"/>
                </a:lnTo>
                <a:cubicBezTo>
                  <a:pt x="142745" y="177464"/>
                  <a:pt x="142177" y="177729"/>
                  <a:pt x="141306" y="176859"/>
                </a:cubicBezTo>
                <a:cubicBezTo>
                  <a:pt x="140666" y="176249"/>
                  <a:pt x="140060" y="175602"/>
                  <a:pt x="139488" y="174928"/>
                </a:cubicBezTo>
                <a:cubicBezTo>
                  <a:pt x="138655" y="173943"/>
                  <a:pt x="138125" y="173110"/>
                  <a:pt x="137520" y="172466"/>
                </a:cubicBezTo>
                <a:cubicBezTo>
                  <a:pt x="135551" y="170308"/>
                  <a:pt x="134907" y="169589"/>
                  <a:pt x="133960" y="168680"/>
                </a:cubicBezTo>
                <a:cubicBezTo>
                  <a:pt x="133298" y="167987"/>
                  <a:pt x="132677" y="167253"/>
                  <a:pt x="132105" y="166484"/>
                </a:cubicBezTo>
                <a:cubicBezTo>
                  <a:pt x="131575" y="165235"/>
                  <a:pt x="131234" y="164061"/>
                  <a:pt x="131007" y="163682"/>
                </a:cubicBezTo>
                <a:cubicBezTo>
                  <a:pt x="130473" y="163023"/>
                  <a:pt x="129875" y="162414"/>
                  <a:pt x="129228" y="161865"/>
                </a:cubicBezTo>
                <a:cubicBezTo>
                  <a:pt x="128735" y="161486"/>
                  <a:pt x="128735" y="161108"/>
                  <a:pt x="128092" y="160653"/>
                </a:cubicBezTo>
                <a:cubicBezTo>
                  <a:pt x="127175" y="160248"/>
                  <a:pt x="126176" y="160066"/>
                  <a:pt x="125176" y="160123"/>
                </a:cubicBezTo>
                <a:close/>
                <a:moveTo>
                  <a:pt x="459686" y="159975"/>
                </a:moveTo>
                <a:lnTo>
                  <a:pt x="474803" y="162054"/>
                </a:lnTo>
                <a:cubicBezTo>
                  <a:pt x="470892" y="166090"/>
                  <a:pt x="465894" y="168903"/>
                  <a:pt x="460415" y="170156"/>
                </a:cubicBezTo>
                <a:cubicBezTo>
                  <a:pt x="453675" y="171595"/>
                  <a:pt x="445042" y="165310"/>
                  <a:pt x="445042" y="165310"/>
                </a:cubicBezTo>
                <a:close/>
                <a:moveTo>
                  <a:pt x="459658" y="159971"/>
                </a:moveTo>
                <a:lnTo>
                  <a:pt x="459696" y="159971"/>
                </a:lnTo>
                <a:lnTo>
                  <a:pt x="459686" y="159975"/>
                </a:lnTo>
                <a:close/>
                <a:moveTo>
                  <a:pt x="640416" y="142176"/>
                </a:moveTo>
                <a:cubicBezTo>
                  <a:pt x="639697" y="141684"/>
                  <a:pt x="638296" y="142328"/>
                  <a:pt x="638372" y="142630"/>
                </a:cubicBezTo>
                <a:cubicBezTo>
                  <a:pt x="638447" y="142933"/>
                  <a:pt x="637084" y="144524"/>
                  <a:pt x="636403" y="145129"/>
                </a:cubicBezTo>
                <a:cubicBezTo>
                  <a:pt x="634131" y="147098"/>
                  <a:pt x="633601" y="148423"/>
                  <a:pt x="632616" y="149143"/>
                </a:cubicBezTo>
                <a:cubicBezTo>
                  <a:pt x="631026" y="150392"/>
                  <a:pt x="628906" y="152058"/>
                  <a:pt x="628603" y="152399"/>
                </a:cubicBezTo>
                <a:cubicBezTo>
                  <a:pt x="627993" y="153012"/>
                  <a:pt x="627459" y="153702"/>
                  <a:pt x="627013" y="154444"/>
                </a:cubicBezTo>
                <a:cubicBezTo>
                  <a:pt x="626816" y="155019"/>
                  <a:pt x="626551" y="155564"/>
                  <a:pt x="626217" y="156072"/>
                </a:cubicBezTo>
                <a:cubicBezTo>
                  <a:pt x="625914" y="156450"/>
                  <a:pt x="625006" y="156072"/>
                  <a:pt x="625006" y="156072"/>
                </a:cubicBezTo>
                <a:cubicBezTo>
                  <a:pt x="624139" y="155833"/>
                  <a:pt x="623321" y="155451"/>
                  <a:pt x="622583" y="154936"/>
                </a:cubicBezTo>
                <a:cubicBezTo>
                  <a:pt x="622469" y="154864"/>
                  <a:pt x="622374" y="154766"/>
                  <a:pt x="622302" y="154656"/>
                </a:cubicBezTo>
                <a:cubicBezTo>
                  <a:pt x="622018" y="154216"/>
                  <a:pt x="622143" y="153630"/>
                  <a:pt x="622583" y="153346"/>
                </a:cubicBezTo>
                <a:cubicBezTo>
                  <a:pt x="623480" y="152452"/>
                  <a:pt x="624256" y="151449"/>
                  <a:pt x="624892" y="150355"/>
                </a:cubicBezTo>
                <a:cubicBezTo>
                  <a:pt x="624854" y="149787"/>
                  <a:pt x="624286" y="149787"/>
                  <a:pt x="624286" y="149787"/>
                </a:cubicBezTo>
                <a:cubicBezTo>
                  <a:pt x="622469" y="150286"/>
                  <a:pt x="620621" y="150680"/>
                  <a:pt x="618758" y="150960"/>
                </a:cubicBezTo>
                <a:cubicBezTo>
                  <a:pt x="618285" y="150934"/>
                  <a:pt x="617823" y="150816"/>
                  <a:pt x="617395" y="150620"/>
                </a:cubicBezTo>
                <a:cubicBezTo>
                  <a:pt x="616744" y="150521"/>
                  <a:pt x="616093" y="150782"/>
                  <a:pt x="615691" y="151301"/>
                </a:cubicBezTo>
                <a:cubicBezTo>
                  <a:pt x="614366" y="153573"/>
                  <a:pt x="613571" y="153156"/>
                  <a:pt x="612587" y="154103"/>
                </a:cubicBezTo>
                <a:cubicBezTo>
                  <a:pt x="611595" y="155182"/>
                  <a:pt x="610872" y="156481"/>
                  <a:pt x="610466" y="157889"/>
                </a:cubicBezTo>
                <a:cubicBezTo>
                  <a:pt x="610228" y="158571"/>
                  <a:pt x="610516" y="159320"/>
                  <a:pt x="611148" y="159669"/>
                </a:cubicBezTo>
                <a:cubicBezTo>
                  <a:pt x="612511" y="160615"/>
                  <a:pt x="614518" y="160275"/>
                  <a:pt x="616752" y="160615"/>
                </a:cubicBezTo>
                <a:cubicBezTo>
                  <a:pt x="617293" y="160672"/>
                  <a:pt x="617838" y="160672"/>
                  <a:pt x="618380" y="160615"/>
                </a:cubicBezTo>
                <a:cubicBezTo>
                  <a:pt x="619618" y="160309"/>
                  <a:pt x="620894" y="160195"/>
                  <a:pt x="622166" y="160275"/>
                </a:cubicBezTo>
                <a:cubicBezTo>
                  <a:pt x="623344" y="160706"/>
                  <a:pt x="624453" y="161304"/>
                  <a:pt x="625460" y="162054"/>
                </a:cubicBezTo>
                <a:cubicBezTo>
                  <a:pt x="626217" y="162546"/>
                  <a:pt x="627353" y="163417"/>
                  <a:pt x="627921" y="163834"/>
                </a:cubicBezTo>
                <a:cubicBezTo>
                  <a:pt x="628978" y="164606"/>
                  <a:pt x="629992" y="165439"/>
                  <a:pt x="630950" y="166333"/>
                </a:cubicBezTo>
                <a:cubicBezTo>
                  <a:pt x="631586" y="166874"/>
                  <a:pt x="632272" y="167355"/>
                  <a:pt x="632995" y="167771"/>
                </a:cubicBezTo>
                <a:cubicBezTo>
                  <a:pt x="633756" y="168093"/>
                  <a:pt x="634449" y="168559"/>
                  <a:pt x="635040" y="169134"/>
                </a:cubicBezTo>
                <a:cubicBezTo>
                  <a:pt x="636024" y="170486"/>
                  <a:pt x="637323" y="171580"/>
                  <a:pt x="638826" y="172315"/>
                </a:cubicBezTo>
                <a:cubicBezTo>
                  <a:pt x="639280" y="172466"/>
                  <a:pt x="640567" y="173943"/>
                  <a:pt x="641211" y="174246"/>
                </a:cubicBezTo>
                <a:cubicBezTo>
                  <a:pt x="642048" y="174761"/>
                  <a:pt x="642801" y="175397"/>
                  <a:pt x="643445" y="176139"/>
                </a:cubicBezTo>
                <a:cubicBezTo>
                  <a:pt x="642843" y="176904"/>
                  <a:pt x="641813" y="177180"/>
                  <a:pt x="640908" y="176821"/>
                </a:cubicBezTo>
                <a:cubicBezTo>
                  <a:pt x="640492" y="176556"/>
                  <a:pt x="638939" y="176291"/>
                  <a:pt x="638599" y="175950"/>
                </a:cubicBezTo>
                <a:cubicBezTo>
                  <a:pt x="638186" y="175393"/>
                  <a:pt x="637853" y="174784"/>
                  <a:pt x="637614" y="174132"/>
                </a:cubicBezTo>
                <a:cubicBezTo>
                  <a:pt x="637425" y="173830"/>
                  <a:pt x="636668" y="173375"/>
                  <a:pt x="636213" y="172807"/>
                </a:cubicBezTo>
                <a:cubicBezTo>
                  <a:pt x="635793" y="172133"/>
                  <a:pt x="635255" y="171543"/>
                  <a:pt x="634623" y="171066"/>
                </a:cubicBezTo>
                <a:cubicBezTo>
                  <a:pt x="634169" y="170800"/>
                  <a:pt x="633411" y="170800"/>
                  <a:pt x="633411" y="170800"/>
                </a:cubicBezTo>
                <a:cubicBezTo>
                  <a:pt x="632124" y="169967"/>
                  <a:pt x="632427" y="170119"/>
                  <a:pt x="631821" y="169967"/>
                </a:cubicBezTo>
                <a:cubicBezTo>
                  <a:pt x="631215" y="169816"/>
                  <a:pt x="630458" y="168756"/>
                  <a:pt x="630155" y="168756"/>
                </a:cubicBezTo>
                <a:cubicBezTo>
                  <a:pt x="629349" y="168294"/>
                  <a:pt x="628576" y="167775"/>
                  <a:pt x="627846" y="167204"/>
                </a:cubicBezTo>
                <a:cubicBezTo>
                  <a:pt x="627315" y="166863"/>
                  <a:pt x="626520" y="165916"/>
                  <a:pt x="626066" y="165651"/>
                </a:cubicBezTo>
                <a:cubicBezTo>
                  <a:pt x="625706" y="165538"/>
                  <a:pt x="625339" y="165447"/>
                  <a:pt x="624968" y="165386"/>
                </a:cubicBezTo>
                <a:cubicBezTo>
                  <a:pt x="624324" y="165197"/>
                  <a:pt x="623794" y="163607"/>
                  <a:pt x="623075" y="163607"/>
                </a:cubicBezTo>
                <a:cubicBezTo>
                  <a:pt x="620954" y="163455"/>
                  <a:pt x="619251" y="165235"/>
                  <a:pt x="618683" y="165235"/>
                </a:cubicBezTo>
                <a:cubicBezTo>
                  <a:pt x="617891" y="165439"/>
                  <a:pt x="617179" y="165875"/>
                  <a:pt x="616638" y="166484"/>
                </a:cubicBezTo>
                <a:cubicBezTo>
                  <a:pt x="615919" y="167014"/>
                  <a:pt x="615654" y="167279"/>
                  <a:pt x="615919" y="168036"/>
                </a:cubicBezTo>
                <a:cubicBezTo>
                  <a:pt x="616150" y="168586"/>
                  <a:pt x="616566" y="169040"/>
                  <a:pt x="617092" y="169324"/>
                </a:cubicBezTo>
                <a:cubicBezTo>
                  <a:pt x="617748" y="169767"/>
                  <a:pt x="618501" y="170043"/>
                  <a:pt x="619288" y="170119"/>
                </a:cubicBezTo>
                <a:cubicBezTo>
                  <a:pt x="620027" y="170074"/>
                  <a:pt x="620765" y="170244"/>
                  <a:pt x="621409" y="170611"/>
                </a:cubicBezTo>
                <a:cubicBezTo>
                  <a:pt x="621712" y="170952"/>
                  <a:pt x="622923" y="171596"/>
                  <a:pt x="622393" y="171936"/>
                </a:cubicBezTo>
                <a:cubicBezTo>
                  <a:pt x="621742" y="172285"/>
                  <a:pt x="621057" y="172565"/>
                  <a:pt x="620349" y="172769"/>
                </a:cubicBezTo>
                <a:cubicBezTo>
                  <a:pt x="619857" y="172921"/>
                  <a:pt x="618948" y="173754"/>
                  <a:pt x="618607" y="173981"/>
                </a:cubicBezTo>
                <a:cubicBezTo>
                  <a:pt x="618266" y="174208"/>
                  <a:pt x="618001" y="174208"/>
                  <a:pt x="617471" y="174208"/>
                </a:cubicBezTo>
                <a:cubicBezTo>
                  <a:pt x="616835" y="174098"/>
                  <a:pt x="616218" y="173879"/>
                  <a:pt x="615654" y="173564"/>
                </a:cubicBezTo>
                <a:cubicBezTo>
                  <a:pt x="614866" y="172978"/>
                  <a:pt x="614029" y="172459"/>
                  <a:pt x="613155" y="172012"/>
                </a:cubicBezTo>
                <a:cubicBezTo>
                  <a:pt x="612322" y="171709"/>
                  <a:pt x="610807" y="171633"/>
                  <a:pt x="610504" y="171293"/>
                </a:cubicBezTo>
                <a:cubicBezTo>
                  <a:pt x="610201" y="170952"/>
                  <a:pt x="609671" y="169475"/>
                  <a:pt x="609330" y="169134"/>
                </a:cubicBezTo>
                <a:cubicBezTo>
                  <a:pt x="608267" y="168279"/>
                  <a:pt x="606888" y="167923"/>
                  <a:pt x="605544" y="168150"/>
                </a:cubicBezTo>
                <a:cubicBezTo>
                  <a:pt x="604707" y="168514"/>
                  <a:pt x="603931" y="168998"/>
                  <a:pt x="603235" y="169589"/>
                </a:cubicBezTo>
                <a:cubicBezTo>
                  <a:pt x="602894" y="169892"/>
                  <a:pt x="601909" y="170725"/>
                  <a:pt x="601985" y="171103"/>
                </a:cubicBezTo>
                <a:cubicBezTo>
                  <a:pt x="602061" y="171482"/>
                  <a:pt x="602439" y="172012"/>
                  <a:pt x="602439" y="172391"/>
                </a:cubicBezTo>
                <a:cubicBezTo>
                  <a:pt x="602402" y="173830"/>
                  <a:pt x="603424" y="174435"/>
                  <a:pt x="603765" y="174776"/>
                </a:cubicBezTo>
                <a:cubicBezTo>
                  <a:pt x="604105" y="175117"/>
                  <a:pt x="605999" y="175647"/>
                  <a:pt x="606604" y="176215"/>
                </a:cubicBezTo>
                <a:cubicBezTo>
                  <a:pt x="607502" y="177052"/>
                  <a:pt x="608479" y="177801"/>
                  <a:pt x="609520" y="178449"/>
                </a:cubicBezTo>
                <a:cubicBezTo>
                  <a:pt x="610546" y="179074"/>
                  <a:pt x="611508" y="179797"/>
                  <a:pt x="612397" y="180607"/>
                </a:cubicBezTo>
                <a:cubicBezTo>
                  <a:pt x="613155" y="181591"/>
                  <a:pt x="612625" y="182197"/>
                  <a:pt x="612019" y="182387"/>
                </a:cubicBezTo>
                <a:cubicBezTo>
                  <a:pt x="610012" y="182879"/>
                  <a:pt x="606529" y="185037"/>
                  <a:pt x="604711" y="184015"/>
                </a:cubicBezTo>
                <a:cubicBezTo>
                  <a:pt x="603992" y="183560"/>
                  <a:pt x="602553" y="182311"/>
                  <a:pt x="600925" y="181137"/>
                </a:cubicBezTo>
                <a:cubicBezTo>
                  <a:pt x="600016" y="180342"/>
                  <a:pt x="599107" y="179736"/>
                  <a:pt x="598880" y="180342"/>
                </a:cubicBezTo>
                <a:cubicBezTo>
                  <a:pt x="598653" y="180948"/>
                  <a:pt x="599903" y="184431"/>
                  <a:pt x="598880" y="185453"/>
                </a:cubicBezTo>
                <a:cubicBezTo>
                  <a:pt x="598350" y="185946"/>
                  <a:pt x="597328" y="186779"/>
                  <a:pt x="596836" y="187271"/>
                </a:cubicBezTo>
                <a:cubicBezTo>
                  <a:pt x="597423" y="188445"/>
                  <a:pt x="598327" y="189429"/>
                  <a:pt x="599448" y="190111"/>
                </a:cubicBezTo>
                <a:cubicBezTo>
                  <a:pt x="600262" y="190444"/>
                  <a:pt x="601016" y="190906"/>
                  <a:pt x="601682" y="191474"/>
                </a:cubicBezTo>
                <a:cubicBezTo>
                  <a:pt x="602652" y="192068"/>
                  <a:pt x="603662" y="192587"/>
                  <a:pt x="604711" y="193026"/>
                </a:cubicBezTo>
                <a:cubicBezTo>
                  <a:pt x="606150" y="193859"/>
                  <a:pt x="607665" y="192269"/>
                  <a:pt x="609255" y="191739"/>
                </a:cubicBezTo>
                <a:cubicBezTo>
                  <a:pt x="609482" y="191701"/>
                  <a:pt x="610807" y="191890"/>
                  <a:pt x="611451" y="191246"/>
                </a:cubicBezTo>
                <a:cubicBezTo>
                  <a:pt x="612197" y="190561"/>
                  <a:pt x="613071" y="190035"/>
                  <a:pt x="614025" y="189694"/>
                </a:cubicBezTo>
                <a:cubicBezTo>
                  <a:pt x="614821" y="189240"/>
                  <a:pt x="615389" y="188710"/>
                  <a:pt x="616108" y="188180"/>
                </a:cubicBezTo>
                <a:cubicBezTo>
                  <a:pt x="616828" y="187649"/>
                  <a:pt x="617244" y="186741"/>
                  <a:pt x="618153" y="185984"/>
                </a:cubicBezTo>
                <a:cubicBezTo>
                  <a:pt x="619061" y="185226"/>
                  <a:pt x="622090" y="187460"/>
                  <a:pt x="622545" y="187801"/>
                </a:cubicBezTo>
                <a:cubicBezTo>
                  <a:pt x="622999" y="188142"/>
                  <a:pt x="623302" y="188142"/>
                  <a:pt x="624286" y="188748"/>
                </a:cubicBezTo>
                <a:cubicBezTo>
                  <a:pt x="625271" y="189353"/>
                  <a:pt x="625687" y="189808"/>
                  <a:pt x="626558" y="190414"/>
                </a:cubicBezTo>
                <a:cubicBezTo>
                  <a:pt x="627202" y="190690"/>
                  <a:pt x="627914" y="190769"/>
                  <a:pt x="628603" y="190641"/>
                </a:cubicBezTo>
                <a:cubicBezTo>
                  <a:pt x="629398" y="190603"/>
                  <a:pt x="630420" y="189694"/>
                  <a:pt x="631064" y="189278"/>
                </a:cubicBezTo>
                <a:cubicBezTo>
                  <a:pt x="631708" y="188861"/>
                  <a:pt x="631064" y="187801"/>
                  <a:pt x="631064" y="187801"/>
                </a:cubicBezTo>
                <a:cubicBezTo>
                  <a:pt x="630458" y="186551"/>
                  <a:pt x="630307" y="185605"/>
                  <a:pt x="630042" y="185113"/>
                </a:cubicBezTo>
                <a:cubicBezTo>
                  <a:pt x="629209" y="183825"/>
                  <a:pt x="629512" y="182576"/>
                  <a:pt x="629209" y="182235"/>
                </a:cubicBezTo>
                <a:cubicBezTo>
                  <a:pt x="628906" y="181894"/>
                  <a:pt x="628186" y="182159"/>
                  <a:pt x="627580" y="181667"/>
                </a:cubicBezTo>
                <a:cubicBezTo>
                  <a:pt x="626975" y="181175"/>
                  <a:pt x="625801" y="180910"/>
                  <a:pt x="625271" y="180569"/>
                </a:cubicBezTo>
                <a:cubicBezTo>
                  <a:pt x="624741" y="180228"/>
                  <a:pt x="624551" y="179736"/>
                  <a:pt x="624551" y="179433"/>
                </a:cubicBezTo>
                <a:cubicBezTo>
                  <a:pt x="625089" y="178706"/>
                  <a:pt x="625865" y="178195"/>
                  <a:pt x="626748" y="177994"/>
                </a:cubicBezTo>
                <a:cubicBezTo>
                  <a:pt x="627853" y="177873"/>
                  <a:pt x="628970" y="177873"/>
                  <a:pt x="630080" y="177994"/>
                </a:cubicBezTo>
                <a:cubicBezTo>
                  <a:pt x="630886" y="178203"/>
                  <a:pt x="631734" y="178203"/>
                  <a:pt x="632541" y="177994"/>
                </a:cubicBezTo>
                <a:cubicBezTo>
                  <a:pt x="634502" y="177718"/>
                  <a:pt x="636493" y="178135"/>
                  <a:pt x="638182" y="179168"/>
                </a:cubicBezTo>
                <a:cubicBezTo>
                  <a:pt x="638977" y="179774"/>
                  <a:pt x="640000" y="180493"/>
                  <a:pt x="640075" y="181137"/>
                </a:cubicBezTo>
                <a:cubicBezTo>
                  <a:pt x="640151" y="181781"/>
                  <a:pt x="641098" y="182803"/>
                  <a:pt x="641363" y="182803"/>
                </a:cubicBezTo>
                <a:cubicBezTo>
                  <a:pt x="642006" y="182830"/>
                  <a:pt x="642616" y="183102"/>
                  <a:pt x="643067" y="183560"/>
                </a:cubicBezTo>
                <a:cubicBezTo>
                  <a:pt x="644354" y="185003"/>
                  <a:pt x="646020" y="186052"/>
                  <a:pt x="647875" y="186589"/>
                </a:cubicBezTo>
                <a:cubicBezTo>
                  <a:pt x="649102" y="186260"/>
                  <a:pt x="650238" y="185665"/>
                  <a:pt x="651207" y="184848"/>
                </a:cubicBezTo>
                <a:cubicBezTo>
                  <a:pt x="652309" y="183962"/>
                  <a:pt x="653115" y="182758"/>
                  <a:pt x="653517" y="181402"/>
                </a:cubicBezTo>
                <a:cubicBezTo>
                  <a:pt x="653592" y="180607"/>
                  <a:pt x="652873" y="180569"/>
                  <a:pt x="652759" y="179698"/>
                </a:cubicBezTo>
                <a:cubicBezTo>
                  <a:pt x="652646" y="178827"/>
                  <a:pt x="652040" y="178638"/>
                  <a:pt x="652040" y="178259"/>
                </a:cubicBezTo>
                <a:cubicBezTo>
                  <a:pt x="652040" y="177881"/>
                  <a:pt x="652040" y="176972"/>
                  <a:pt x="652040" y="176556"/>
                </a:cubicBezTo>
                <a:cubicBezTo>
                  <a:pt x="651695" y="176109"/>
                  <a:pt x="651286" y="175715"/>
                  <a:pt x="650828" y="175382"/>
                </a:cubicBezTo>
                <a:cubicBezTo>
                  <a:pt x="649871" y="175336"/>
                  <a:pt x="648943" y="175037"/>
                  <a:pt x="648140" y="174511"/>
                </a:cubicBezTo>
                <a:cubicBezTo>
                  <a:pt x="647837" y="174170"/>
                  <a:pt x="647193" y="173754"/>
                  <a:pt x="647572" y="173299"/>
                </a:cubicBezTo>
                <a:cubicBezTo>
                  <a:pt x="648254" y="172671"/>
                  <a:pt x="649034" y="172160"/>
                  <a:pt x="649882" y="171785"/>
                </a:cubicBezTo>
                <a:lnTo>
                  <a:pt x="651813" y="170725"/>
                </a:lnTo>
                <a:cubicBezTo>
                  <a:pt x="652116" y="170535"/>
                  <a:pt x="653592" y="169930"/>
                  <a:pt x="653592" y="169930"/>
                </a:cubicBezTo>
                <a:cubicBezTo>
                  <a:pt x="655156" y="168794"/>
                  <a:pt x="657004" y="168112"/>
                  <a:pt x="658931" y="167961"/>
                </a:cubicBezTo>
                <a:cubicBezTo>
                  <a:pt x="660218" y="167999"/>
                  <a:pt x="662377" y="169134"/>
                  <a:pt x="662490" y="168415"/>
                </a:cubicBezTo>
                <a:cubicBezTo>
                  <a:pt x="662604" y="167696"/>
                  <a:pt x="664043" y="167166"/>
                  <a:pt x="664573" y="166787"/>
                </a:cubicBezTo>
                <a:cubicBezTo>
                  <a:pt x="665054" y="166484"/>
                  <a:pt x="665337" y="165954"/>
                  <a:pt x="665330" y="165386"/>
                </a:cubicBezTo>
                <a:cubicBezTo>
                  <a:pt x="665254" y="164587"/>
                  <a:pt x="665088" y="163800"/>
                  <a:pt x="664838" y="163039"/>
                </a:cubicBezTo>
                <a:cubicBezTo>
                  <a:pt x="664611" y="162399"/>
                  <a:pt x="664065" y="161922"/>
                  <a:pt x="663399" y="161789"/>
                </a:cubicBezTo>
                <a:cubicBezTo>
                  <a:pt x="663058" y="161600"/>
                  <a:pt x="663058" y="161941"/>
                  <a:pt x="662414" y="161789"/>
                </a:cubicBezTo>
                <a:cubicBezTo>
                  <a:pt x="661771" y="161638"/>
                  <a:pt x="657606" y="158344"/>
                  <a:pt x="655675" y="159442"/>
                </a:cubicBezTo>
                <a:cubicBezTo>
                  <a:pt x="654728" y="159972"/>
                  <a:pt x="655334" y="161524"/>
                  <a:pt x="654312" y="162433"/>
                </a:cubicBezTo>
                <a:cubicBezTo>
                  <a:pt x="653861" y="162789"/>
                  <a:pt x="653346" y="163058"/>
                  <a:pt x="652797" y="163228"/>
                </a:cubicBezTo>
                <a:cubicBezTo>
                  <a:pt x="652267" y="163531"/>
                  <a:pt x="651434" y="163796"/>
                  <a:pt x="651018" y="163531"/>
                </a:cubicBezTo>
                <a:cubicBezTo>
                  <a:pt x="650601" y="163266"/>
                  <a:pt x="650222" y="162811"/>
                  <a:pt x="649162" y="162811"/>
                </a:cubicBezTo>
                <a:cubicBezTo>
                  <a:pt x="647496" y="163076"/>
                  <a:pt x="648216" y="163985"/>
                  <a:pt x="647762" y="164364"/>
                </a:cubicBezTo>
                <a:cubicBezTo>
                  <a:pt x="647307" y="164742"/>
                  <a:pt x="646550" y="164364"/>
                  <a:pt x="646209" y="164364"/>
                </a:cubicBezTo>
                <a:cubicBezTo>
                  <a:pt x="645679" y="164443"/>
                  <a:pt x="645141" y="164364"/>
                  <a:pt x="644657" y="164137"/>
                </a:cubicBezTo>
                <a:cubicBezTo>
                  <a:pt x="644430" y="163947"/>
                  <a:pt x="643332" y="165348"/>
                  <a:pt x="643407" y="165878"/>
                </a:cubicBezTo>
                <a:cubicBezTo>
                  <a:pt x="643483" y="166408"/>
                  <a:pt x="644733" y="166560"/>
                  <a:pt x="644240" y="167696"/>
                </a:cubicBezTo>
                <a:cubicBezTo>
                  <a:pt x="643748" y="168832"/>
                  <a:pt x="642271" y="168832"/>
                  <a:pt x="641211" y="167696"/>
                </a:cubicBezTo>
                <a:cubicBezTo>
                  <a:pt x="640151" y="166560"/>
                  <a:pt x="642991" y="166295"/>
                  <a:pt x="641817" y="165575"/>
                </a:cubicBezTo>
                <a:cubicBezTo>
                  <a:pt x="640643" y="164856"/>
                  <a:pt x="640681" y="163114"/>
                  <a:pt x="641098" y="163039"/>
                </a:cubicBezTo>
                <a:cubicBezTo>
                  <a:pt x="641514" y="162963"/>
                  <a:pt x="644467" y="162546"/>
                  <a:pt x="644467" y="162546"/>
                </a:cubicBezTo>
                <a:cubicBezTo>
                  <a:pt x="648140" y="161410"/>
                  <a:pt x="649352" y="161600"/>
                  <a:pt x="650033" y="160880"/>
                </a:cubicBezTo>
                <a:cubicBezTo>
                  <a:pt x="650446" y="160271"/>
                  <a:pt x="650609" y="159525"/>
                  <a:pt x="650488" y="158798"/>
                </a:cubicBezTo>
                <a:cubicBezTo>
                  <a:pt x="650488" y="158268"/>
                  <a:pt x="651813" y="157283"/>
                  <a:pt x="652116" y="157283"/>
                </a:cubicBezTo>
                <a:cubicBezTo>
                  <a:pt x="653115" y="156954"/>
                  <a:pt x="654175" y="156852"/>
                  <a:pt x="655220" y="156981"/>
                </a:cubicBezTo>
                <a:cubicBezTo>
                  <a:pt x="656243" y="157094"/>
                  <a:pt x="657947" y="156715"/>
                  <a:pt x="657947" y="155769"/>
                </a:cubicBezTo>
                <a:cubicBezTo>
                  <a:pt x="658253" y="154800"/>
                  <a:pt x="658159" y="153751"/>
                  <a:pt x="657682" y="152853"/>
                </a:cubicBezTo>
                <a:cubicBezTo>
                  <a:pt x="657420" y="152535"/>
                  <a:pt x="657080" y="152289"/>
                  <a:pt x="656697" y="152134"/>
                </a:cubicBezTo>
                <a:cubicBezTo>
                  <a:pt x="656357" y="152058"/>
                  <a:pt x="656167" y="151339"/>
                  <a:pt x="655788" y="151339"/>
                </a:cubicBezTo>
                <a:cubicBezTo>
                  <a:pt x="654766" y="150922"/>
                  <a:pt x="653820" y="151793"/>
                  <a:pt x="652722" y="152134"/>
                </a:cubicBezTo>
                <a:cubicBezTo>
                  <a:pt x="651624" y="152475"/>
                  <a:pt x="649390" y="152929"/>
                  <a:pt x="649390" y="152475"/>
                </a:cubicBezTo>
                <a:cubicBezTo>
                  <a:pt x="649390" y="152020"/>
                  <a:pt x="649730" y="150657"/>
                  <a:pt x="649390" y="150317"/>
                </a:cubicBezTo>
                <a:cubicBezTo>
                  <a:pt x="648697" y="150033"/>
                  <a:pt x="647924" y="150033"/>
                  <a:pt x="647231" y="150317"/>
                </a:cubicBezTo>
                <a:cubicBezTo>
                  <a:pt x="646928" y="150620"/>
                  <a:pt x="646701" y="151945"/>
                  <a:pt x="646096" y="152626"/>
                </a:cubicBezTo>
                <a:cubicBezTo>
                  <a:pt x="645452" y="153141"/>
                  <a:pt x="644679" y="153467"/>
                  <a:pt x="643862" y="153573"/>
                </a:cubicBezTo>
                <a:cubicBezTo>
                  <a:pt x="642991" y="153800"/>
                  <a:pt x="641552" y="154860"/>
                  <a:pt x="641855" y="155428"/>
                </a:cubicBezTo>
                <a:cubicBezTo>
                  <a:pt x="642158" y="155996"/>
                  <a:pt x="642612" y="155504"/>
                  <a:pt x="643256" y="155996"/>
                </a:cubicBezTo>
                <a:cubicBezTo>
                  <a:pt x="643899" y="156488"/>
                  <a:pt x="644846" y="156488"/>
                  <a:pt x="645111" y="156905"/>
                </a:cubicBezTo>
                <a:cubicBezTo>
                  <a:pt x="645376" y="157321"/>
                  <a:pt x="645262" y="159442"/>
                  <a:pt x="643899" y="159631"/>
                </a:cubicBezTo>
                <a:cubicBezTo>
                  <a:pt x="643369" y="159707"/>
                  <a:pt x="641514" y="160350"/>
                  <a:pt x="640984" y="159442"/>
                </a:cubicBezTo>
                <a:cubicBezTo>
                  <a:pt x="640795" y="159139"/>
                  <a:pt x="641211" y="158722"/>
                  <a:pt x="641173" y="158041"/>
                </a:cubicBezTo>
                <a:cubicBezTo>
                  <a:pt x="641135" y="157359"/>
                  <a:pt x="639697" y="156640"/>
                  <a:pt x="639659" y="156223"/>
                </a:cubicBezTo>
                <a:cubicBezTo>
                  <a:pt x="639621" y="155807"/>
                  <a:pt x="639394" y="155617"/>
                  <a:pt x="640000" y="155087"/>
                </a:cubicBezTo>
                <a:cubicBezTo>
                  <a:pt x="641143" y="153967"/>
                  <a:pt x="642124" y="152691"/>
                  <a:pt x="642915" y="151301"/>
                </a:cubicBezTo>
                <a:cubicBezTo>
                  <a:pt x="642979" y="150813"/>
                  <a:pt x="643222" y="150370"/>
                  <a:pt x="643596" y="150052"/>
                </a:cubicBezTo>
                <a:cubicBezTo>
                  <a:pt x="644316" y="149408"/>
                  <a:pt x="645187" y="148386"/>
                  <a:pt x="644770" y="148045"/>
                </a:cubicBezTo>
                <a:cubicBezTo>
                  <a:pt x="644354" y="147678"/>
                  <a:pt x="643809" y="147500"/>
                  <a:pt x="643256" y="147553"/>
                </a:cubicBezTo>
                <a:cubicBezTo>
                  <a:pt x="642533" y="147594"/>
                  <a:pt x="641836" y="147844"/>
                  <a:pt x="641249" y="148272"/>
                </a:cubicBezTo>
                <a:cubicBezTo>
                  <a:pt x="641018" y="148685"/>
                  <a:pt x="640753" y="149079"/>
                  <a:pt x="640454" y="149446"/>
                </a:cubicBezTo>
                <a:cubicBezTo>
                  <a:pt x="639519" y="150430"/>
                  <a:pt x="638531" y="151365"/>
                  <a:pt x="637501" y="152248"/>
                </a:cubicBezTo>
                <a:cubicBezTo>
                  <a:pt x="636933" y="152740"/>
                  <a:pt x="636062" y="154292"/>
                  <a:pt x="635721" y="154557"/>
                </a:cubicBezTo>
                <a:cubicBezTo>
                  <a:pt x="635380" y="154822"/>
                  <a:pt x="632843" y="156981"/>
                  <a:pt x="632541" y="157321"/>
                </a:cubicBezTo>
                <a:cubicBezTo>
                  <a:pt x="631867" y="157832"/>
                  <a:pt x="631567" y="158699"/>
                  <a:pt x="631783" y="159517"/>
                </a:cubicBezTo>
                <a:cubicBezTo>
                  <a:pt x="631973" y="159896"/>
                  <a:pt x="632541" y="159858"/>
                  <a:pt x="632919" y="159896"/>
                </a:cubicBezTo>
                <a:cubicBezTo>
                  <a:pt x="633298" y="159934"/>
                  <a:pt x="633866" y="160085"/>
                  <a:pt x="634207" y="159707"/>
                </a:cubicBezTo>
                <a:cubicBezTo>
                  <a:pt x="634547" y="159328"/>
                  <a:pt x="635229" y="158571"/>
                  <a:pt x="635948" y="158949"/>
                </a:cubicBezTo>
                <a:cubicBezTo>
                  <a:pt x="636668" y="159328"/>
                  <a:pt x="636441" y="160085"/>
                  <a:pt x="635721" y="160464"/>
                </a:cubicBezTo>
                <a:cubicBezTo>
                  <a:pt x="635002" y="160843"/>
                  <a:pt x="635040" y="161373"/>
                  <a:pt x="635002" y="161789"/>
                </a:cubicBezTo>
                <a:cubicBezTo>
                  <a:pt x="634964" y="162206"/>
                  <a:pt x="635721" y="162092"/>
                  <a:pt x="636516" y="162508"/>
                </a:cubicBezTo>
                <a:cubicBezTo>
                  <a:pt x="637311" y="162925"/>
                  <a:pt x="637955" y="163190"/>
                  <a:pt x="637614" y="163909"/>
                </a:cubicBezTo>
                <a:cubicBezTo>
                  <a:pt x="637482" y="164250"/>
                  <a:pt x="637145" y="164466"/>
                  <a:pt x="636781" y="164440"/>
                </a:cubicBezTo>
                <a:cubicBezTo>
                  <a:pt x="636285" y="164390"/>
                  <a:pt x="635801" y="164262"/>
                  <a:pt x="635342" y="164061"/>
                </a:cubicBezTo>
                <a:cubicBezTo>
                  <a:pt x="634831" y="163834"/>
                  <a:pt x="634339" y="163569"/>
                  <a:pt x="633866" y="163266"/>
                </a:cubicBezTo>
                <a:cubicBezTo>
                  <a:pt x="633143" y="162607"/>
                  <a:pt x="632359" y="162024"/>
                  <a:pt x="631518" y="161524"/>
                </a:cubicBezTo>
                <a:cubicBezTo>
                  <a:pt x="631052" y="161149"/>
                  <a:pt x="630609" y="160744"/>
                  <a:pt x="630193" y="160312"/>
                </a:cubicBezTo>
                <a:cubicBezTo>
                  <a:pt x="629814" y="159972"/>
                  <a:pt x="628678" y="159669"/>
                  <a:pt x="628376" y="159139"/>
                </a:cubicBezTo>
                <a:cubicBezTo>
                  <a:pt x="628190" y="158665"/>
                  <a:pt x="628190" y="158135"/>
                  <a:pt x="628376" y="157662"/>
                </a:cubicBezTo>
                <a:cubicBezTo>
                  <a:pt x="628603" y="157170"/>
                  <a:pt x="630080" y="156943"/>
                  <a:pt x="630458" y="156715"/>
                </a:cubicBezTo>
                <a:cubicBezTo>
                  <a:pt x="630837" y="156488"/>
                  <a:pt x="630912" y="156185"/>
                  <a:pt x="631821" y="155504"/>
                </a:cubicBezTo>
                <a:cubicBezTo>
                  <a:pt x="632730" y="154822"/>
                  <a:pt x="632919" y="153838"/>
                  <a:pt x="633298" y="153459"/>
                </a:cubicBezTo>
                <a:cubicBezTo>
                  <a:pt x="633676" y="153081"/>
                  <a:pt x="635380" y="151301"/>
                  <a:pt x="635872" y="150771"/>
                </a:cubicBezTo>
                <a:cubicBezTo>
                  <a:pt x="636365" y="150241"/>
                  <a:pt x="637084" y="149787"/>
                  <a:pt x="637311" y="149559"/>
                </a:cubicBezTo>
                <a:cubicBezTo>
                  <a:pt x="637538" y="149332"/>
                  <a:pt x="638220" y="148613"/>
                  <a:pt x="638485" y="148613"/>
                </a:cubicBezTo>
                <a:cubicBezTo>
                  <a:pt x="638920" y="148446"/>
                  <a:pt x="639265" y="148102"/>
                  <a:pt x="639432" y="147666"/>
                </a:cubicBezTo>
                <a:cubicBezTo>
                  <a:pt x="639545" y="147136"/>
                  <a:pt x="640567" y="146682"/>
                  <a:pt x="640946" y="146038"/>
                </a:cubicBezTo>
                <a:cubicBezTo>
                  <a:pt x="641325" y="145394"/>
                  <a:pt x="641779" y="145167"/>
                  <a:pt x="642044" y="144599"/>
                </a:cubicBezTo>
                <a:cubicBezTo>
                  <a:pt x="642309" y="144031"/>
                  <a:pt x="642461" y="143691"/>
                  <a:pt x="642309" y="143463"/>
                </a:cubicBezTo>
                <a:cubicBezTo>
                  <a:pt x="642158" y="143236"/>
                  <a:pt x="641666" y="143501"/>
                  <a:pt x="641438" y="143236"/>
                </a:cubicBezTo>
                <a:cubicBezTo>
                  <a:pt x="641117" y="142865"/>
                  <a:pt x="640776" y="142509"/>
                  <a:pt x="640416" y="142176"/>
                </a:cubicBezTo>
                <a:close/>
                <a:moveTo>
                  <a:pt x="138390" y="139829"/>
                </a:moveTo>
                <a:cubicBezTo>
                  <a:pt x="138072" y="140173"/>
                  <a:pt x="137686" y="140442"/>
                  <a:pt x="137255" y="140624"/>
                </a:cubicBezTo>
                <a:cubicBezTo>
                  <a:pt x="136687" y="140737"/>
                  <a:pt x="136194" y="140434"/>
                  <a:pt x="135475" y="141116"/>
                </a:cubicBezTo>
                <a:cubicBezTo>
                  <a:pt x="135032" y="141733"/>
                  <a:pt x="134627" y="142381"/>
                  <a:pt x="134263" y="143047"/>
                </a:cubicBezTo>
                <a:cubicBezTo>
                  <a:pt x="133960" y="143350"/>
                  <a:pt x="133127" y="143728"/>
                  <a:pt x="132825" y="144069"/>
                </a:cubicBezTo>
                <a:cubicBezTo>
                  <a:pt x="132522" y="144410"/>
                  <a:pt x="132370" y="145281"/>
                  <a:pt x="131840" y="145773"/>
                </a:cubicBezTo>
                <a:cubicBezTo>
                  <a:pt x="131310" y="146265"/>
                  <a:pt x="130250" y="146757"/>
                  <a:pt x="129947" y="147136"/>
                </a:cubicBezTo>
                <a:cubicBezTo>
                  <a:pt x="129341" y="147818"/>
                  <a:pt x="129038" y="148272"/>
                  <a:pt x="129493" y="149105"/>
                </a:cubicBezTo>
                <a:cubicBezTo>
                  <a:pt x="130129" y="149881"/>
                  <a:pt x="130841" y="150589"/>
                  <a:pt x="131613" y="151225"/>
                </a:cubicBezTo>
                <a:cubicBezTo>
                  <a:pt x="132556" y="152426"/>
                  <a:pt x="133419" y="153690"/>
                  <a:pt x="134188" y="155012"/>
                </a:cubicBezTo>
                <a:cubicBezTo>
                  <a:pt x="134608" y="155864"/>
                  <a:pt x="135142" y="156655"/>
                  <a:pt x="135778" y="157359"/>
                </a:cubicBezTo>
                <a:cubicBezTo>
                  <a:pt x="136081" y="157662"/>
                  <a:pt x="137709" y="159290"/>
                  <a:pt x="138883" y="160615"/>
                </a:cubicBezTo>
                <a:cubicBezTo>
                  <a:pt x="139110" y="160880"/>
                  <a:pt x="139754" y="161978"/>
                  <a:pt x="140587" y="163001"/>
                </a:cubicBezTo>
                <a:cubicBezTo>
                  <a:pt x="141419" y="164023"/>
                  <a:pt x="141041" y="164174"/>
                  <a:pt x="142215" y="165424"/>
                </a:cubicBezTo>
                <a:cubicBezTo>
                  <a:pt x="142442" y="165651"/>
                  <a:pt x="142707" y="166863"/>
                  <a:pt x="142934" y="167166"/>
                </a:cubicBezTo>
                <a:cubicBezTo>
                  <a:pt x="145168" y="169816"/>
                  <a:pt x="145017" y="170346"/>
                  <a:pt x="146342" y="171558"/>
                </a:cubicBezTo>
                <a:cubicBezTo>
                  <a:pt x="147148" y="172376"/>
                  <a:pt x="148064" y="173080"/>
                  <a:pt x="149068" y="173640"/>
                </a:cubicBezTo>
                <a:cubicBezTo>
                  <a:pt x="149715" y="174004"/>
                  <a:pt x="150325" y="174435"/>
                  <a:pt x="150885" y="174928"/>
                </a:cubicBezTo>
                <a:lnTo>
                  <a:pt x="152665" y="176404"/>
                </a:lnTo>
                <a:cubicBezTo>
                  <a:pt x="152968" y="176707"/>
                  <a:pt x="155391" y="177994"/>
                  <a:pt x="155883" y="178335"/>
                </a:cubicBezTo>
                <a:cubicBezTo>
                  <a:pt x="156610" y="179070"/>
                  <a:pt x="157409" y="179729"/>
                  <a:pt x="158269" y="180304"/>
                </a:cubicBezTo>
                <a:cubicBezTo>
                  <a:pt x="159257" y="180649"/>
                  <a:pt x="160290" y="180838"/>
                  <a:pt x="161335" y="180872"/>
                </a:cubicBezTo>
                <a:cubicBezTo>
                  <a:pt x="162009" y="180781"/>
                  <a:pt x="162661" y="180577"/>
                  <a:pt x="163266" y="180266"/>
                </a:cubicBezTo>
                <a:cubicBezTo>
                  <a:pt x="163986" y="179850"/>
                  <a:pt x="165122" y="178335"/>
                  <a:pt x="165841" y="177805"/>
                </a:cubicBezTo>
                <a:cubicBezTo>
                  <a:pt x="166561" y="177275"/>
                  <a:pt x="167961" y="176518"/>
                  <a:pt x="167961" y="176518"/>
                </a:cubicBezTo>
                <a:cubicBezTo>
                  <a:pt x="167961" y="176518"/>
                  <a:pt x="169438" y="175079"/>
                  <a:pt x="169968" y="174473"/>
                </a:cubicBezTo>
                <a:cubicBezTo>
                  <a:pt x="170555" y="173697"/>
                  <a:pt x="171290" y="173042"/>
                  <a:pt x="172126" y="172542"/>
                </a:cubicBezTo>
                <a:cubicBezTo>
                  <a:pt x="172543" y="172353"/>
                  <a:pt x="173565" y="172201"/>
                  <a:pt x="173982" y="171747"/>
                </a:cubicBezTo>
                <a:cubicBezTo>
                  <a:pt x="174565" y="171031"/>
                  <a:pt x="175023" y="170225"/>
                  <a:pt x="175345" y="169362"/>
                </a:cubicBezTo>
                <a:cubicBezTo>
                  <a:pt x="175648" y="168567"/>
                  <a:pt x="176821" y="167923"/>
                  <a:pt x="176897" y="167090"/>
                </a:cubicBezTo>
                <a:cubicBezTo>
                  <a:pt x="176973" y="166257"/>
                  <a:pt x="176405" y="165575"/>
                  <a:pt x="175875" y="164705"/>
                </a:cubicBezTo>
                <a:cubicBezTo>
                  <a:pt x="175367" y="163538"/>
                  <a:pt x="174773" y="162410"/>
                  <a:pt x="174095" y="161335"/>
                </a:cubicBezTo>
                <a:cubicBezTo>
                  <a:pt x="173368" y="160248"/>
                  <a:pt x="172013" y="159771"/>
                  <a:pt x="170763" y="160161"/>
                </a:cubicBezTo>
                <a:cubicBezTo>
                  <a:pt x="170048" y="160596"/>
                  <a:pt x="169408" y="161145"/>
                  <a:pt x="168870" y="161789"/>
                </a:cubicBezTo>
                <a:cubicBezTo>
                  <a:pt x="168420" y="162156"/>
                  <a:pt x="167886" y="162418"/>
                  <a:pt x="167318" y="162546"/>
                </a:cubicBezTo>
                <a:cubicBezTo>
                  <a:pt x="167129" y="162584"/>
                  <a:pt x="166485" y="163493"/>
                  <a:pt x="165917" y="163493"/>
                </a:cubicBezTo>
                <a:cubicBezTo>
                  <a:pt x="165281" y="163932"/>
                  <a:pt x="164686" y="164424"/>
                  <a:pt x="164137" y="164970"/>
                </a:cubicBezTo>
                <a:cubicBezTo>
                  <a:pt x="163248" y="165799"/>
                  <a:pt x="162096" y="166295"/>
                  <a:pt x="160881" y="166371"/>
                </a:cubicBezTo>
                <a:cubicBezTo>
                  <a:pt x="159139" y="166295"/>
                  <a:pt x="158496" y="165197"/>
                  <a:pt x="157284" y="164591"/>
                </a:cubicBezTo>
                <a:cubicBezTo>
                  <a:pt x="156610" y="164239"/>
                  <a:pt x="156016" y="163747"/>
                  <a:pt x="155542" y="163152"/>
                </a:cubicBezTo>
                <a:cubicBezTo>
                  <a:pt x="154471" y="161906"/>
                  <a:pt x="153645" y="160468"/>
                  <a:pt x="153119" y="158912"/>
                </a:cubicBezTo>
                <a:cubicBezTo>
                  <a:pt x="153892" y="157537"/>
                  <a:pt x="154369" y="156015"/>
                  <a:pt x="154520" y="154444"/>
                </a:cubicBezTo>
                <a:cubicBezTo>
                  <a:pt x="154706" y="153459"/>
                  <a:pt x="154948" y="152486"/>
                  <a:pt x="155239" y="151528"/>
                </a:cubicBezTo>
                <a:cubicBezTo>
                  <a:pt x="155183" y="150744"/>
                  <a:pt x="155285" y="149961"/>
                  <a:pt x="155542" y="149219"/>
                </a:cubicBezTo>
                <a:cubicBezTo>
                  <a:pt x="155997" y="148348"/>
                  <a:pt x="156224" y="147931"/>
                  <a:pt x="156640" y="147212"/>
                </a:cubicBezTo>
                <a:cubicBezTo>
                  <a:pt x="157042" y="146742"/>
                  <a:pt x="157042" y="146053"/>
                  <a:pt x="156640" y="145584"/>
                </a:cubicBezTo>
                <a:cubicBezTo>
                  <a:pt x="156057" y="145042"/>
                  <a:pt x="155395" y="144596"/>
                  <a:pt x="154672" y="144259"/>
                </a:cubicBezTo>
                <a:cubicBezTo>
                  <a:pt x="153573" y="144031"/>
                  <a:pt x="152362" y="142441"/>
                  <a:pt x="151075" y="143312"/>
                </a:cubicBezTo>
                <a:cubicBezTo>
                  <a:pt x="149787" y="144183"/>
                  <a:pt x="148311" y="144145"/>
                  <a:pt x="148083" y="144864"/>
                </a:cubicBezTo>
                <a:cubicBezTo>
                  <a:pt x="148057" y="145622"/>
                  <a:pt x="147890" y="146364"/>
                  <a:pt x="147591" y="147060"/>
                </a:cubicBezTo>
                <a:cubicBezTo>
                  <a:pt x="147856" y="148007"/>
                  <a:pt x="146758" y="148689"/>
                  <a:pt x="145736" y="148007"/>
                </a:cubicBezTo>
                <a:cubicBezTo>
                  <a:pt x="145217" y="147447"/>
                  <a:pt x="144774" y="146822"/>
                  <a:pt x="144411" y="146152"/>
                </a:cubicBezTo>
                <a:cubicBezTo>
                  <a:pt x="143767" y="144713"/>
                  <a:pt x="144524" y="143161"/>
                  <a:pt x="142820" y="141419"/>
                </a:cubicBezTo>
                <a:cubicBezTo>
                  <a:pt x="141965" y="140718"/>
                  <a:pt x="140992" y="140177"/>
                  <a:pt x="139943" y="139829"/>
                </a:cubicBezTo>
                <a:cubicBezTo>
                  <a:pt x="139413" y="139829"/>
                  <a:pt x="138693" y="139601"/>
                  <a:pt x="138390" y="139829"/>
                </a:cubicBezTo>
                <a:close/>
                <a:moveTo>
                  <a:pt x="469578" y="124153"/>
                </a:moveTo>
                <a:cubicBezTo>
                  <a:pt x="469464" y="129924"/>
                  <a:pt x="468480" y="135641"/>
                  <a:pt x="466662" y="141116"/>
                </a:cubicBezTo>
                <a:cubicBezTo>
                  <a:pt x="465341" y="145447"/>
                  <a:pt x="462035" y="148893"/>
                  <a:pt x="457764" y="150392"/>
                </a:cubicBezTo>
                <a:cubicBezTo>
                  <a:pt x="456954" y="152471"/>
                  <a:pt x="455788" y="154391"/>
                  <a:pt x="454319" y="156072"/>
                </a:cubicBezTo>
                <a:cubicBezTo>
                  <a:pt x="445156" y="166976"/>
                  <a:pt x="428496" y="178827"/>
                  <a:pt x="409565" y="187006"/>
                </a:cubicBezTo>
                <a:cubicBezTo>
                  <a:pt x="413942" y="185688"/>
                  <a:pt x="418648" y="185995"/>
                  <a:pt x="422817" y="187877"/>
                </a:cubicBezTo>
                <a:lnTo>
                  <a:pt x="422968" y="187763"/>
                </a:lnTo>
                <a:cubicBezTo>
                  <a:pt x="428360" y="190402"/>
                  <a:pt x="433263" y="193935"/>
                  <a:pt x="437470" y="198213"/>
                </a:cubicBezTo>
                <a:cubicBezTo>
                  <a:pt x="437470" y="198213"/>
                  <a:pt x="431942" y="201129"/>
                  <a:pt x="420356" y="198516"/>
                </a:cubicBezTo>
                <a:cubicBezTo>
                  <a:pt x="414786" y="196998"/>
                  <a:pt x="410280" y="192901"/>
                  <a:pt x="408240" y="187498"/>
                </a:cubicBezTo>
                <a:lnTo>
                  <a:pt x="398738" y="190988"/>
                </a:lnTo>
                <a:lnTo>
                  <a:pt x="400771" y="201417"/>
                </a:lnTo>
                <a:cubicBezTo>
                  <a:pt x="402030" y="207887"/>
                  <a:pt x="403412" y="215005"/>
                  <a:pt x="404112" y="218659"/>
                </a:cubicBezTo>
                <a:cubicBezTo>
                  <a:pt x="443789" y="218882"/>
                  <a:pt x="483261" y="212930"/>
                  <a:pt x="521109" y="201015"/>
                </a:cubicBezTo>
                <a:lnTo>
                  <a:pt x="525160" y="199652"/>
                </a:lnTo>
                <a:lnTo>
                  <a:pt x="525160" y="203893"/>
                </a:lnTo>
                <a:cubicBezTo>
                  <a:pt x="525134" y="215831"/>
                  <a:pt x="521049" y="227409"/>
                  <a:pt x="513574" y="236720"/>
                </a:cubicBezTo>
                <a:cubicBezTo>
                  <a:pt x="506093" y="245723"/>
                  <a:pt x="496059" y="252259"/>
                  <a:pt x="484798" y="255462"/>
                </a:cubicBezTo>
                <a:cubicBezTo>
                  <a:pt x="483568" y="264072"/>
                  <a:pt x="479316" y="271966"/>
                  <a:pt x="472796" y="277725"/>
                </a:cubicBezTo>
                <a:cubicBezTo>
                  <a:pt x="471085" y="279172"/>
                  <a:pt x="469233" y="280440"/>
                  <a:pt x="467268" y="281512"/>
                </a:cubicBezTo>
                <a:cubicBezTo>
                  <a:pt x="493280" y="278558"/>
                  <a:pt x="513082" y="274848"/>
                  <a:pt x="522548" y="273068"/>
                </a:cubicBezTo>
                <a:lnTo>
                  <a:pt x="526902" y="272235"/>
                </a:lnTo>
                <a:lnTo>
                  <a:pt x="526675" y="272235"/>
                </a:lnTo>
                <a:cubicBezTo>
                  <a:pt x="530953" y="271516"/>
                  <a:pt x="535118" y="270607"/>
                  <a:pt x="538526" y="269774"/>
                </a:cubicBezTo>
                <a:cubicBezTo>
                  <a:pt x="533415" y="279433"/>
                  <a:pt x="527258" y="288497"/>
                  <a:pt x="520163" y="296808"/>
                </a:cubicBezTo>
                <a:cubicBezTo>
                  <a:pt x="508186" y="311049"/>
                  <a:pt x="493484" y="322748"/>
                  <a:pt x="476923" y="331226"/>
                </a:cubicBezTo>
                <a:cubicBezTo>
                  <a:pt x="462350" y="338601"/>
                  <a:pt x="446693" y="343599"/>
                  <a:pt x="430541" y="346030"/>
                </a:cubicBezTo>
                <a:cubicBezTo>
                  <a:pt x="428030" y="346382"/>
                  <a:pt x="425501" y="346545"/>
                  <a:pt x="422968" y="346522"/>
                </a:cubicBezTo>
                <a:cubicBezTo>
                  <a:pt x="418243" y="346503"/>
                  <a:pt x="413525" y="346163"/>
                  <a:pt x="408845" y="345500"/>
                </a:cubicBezTo>
                <a:lnTo>
                  <a:pt x="404377" y="344856"/>
                </a:lnTo>
                <a:lnTo>
                  <a:pt x="413048" y="381091"/>
                </a:lnTo>
                <a:lnTo>
                  <a:pt x="384159" y="382946"/>
                </a:lnTo>
                <a:lnTo>
                  <a:pt x="355231" y="381091"/>
                </a:lnTo>
                <a:lnTo>
                  <a:pt x="363902" y="344856"/>
                </a:lnTo>
                <a:lnTo>
                  <a:pt x="359434" y="345500"/>
                </a:lnTo>
                <a:cubicBezTo>
                  <a:pt x="354754" y="346163"/>
                  <a:pt x="350036" y="346503"/>
                  <a:pt x="345311" y="346522"/>
                </a:cubicBezTo>
                <a:cubicBezTo>
                  <a:pt x="342778" y="346549"/>
                  <a:pt x="340245" y="346382"/>
                  <a:pt x="337739" y="346030"/>
                </a:cubicBezTo>
                <a:cubicBezTo>
                  <a:pt x="321575" y="343607"/>
                  <a:pt x="305903" y="338609"/>
                  <a:pt x="291319" y="331226"/>
                </a:cubicBezTo>
                <a:cubicBezTo>
                  <a:pt x="274753" y="322752"/>
                  <a:pt x="260055" y="311049"/>
                  <a:pt x="248079" y="296808"/>
                </a:cubicBezTo>
                <a:cubicBezTo>
                  <a:pt x="240983" y="288497"/>
                  <a:pt x="234827" y="279433"/>
                  <a:pt x="229715" y="269774"/>
                </a:cubicBezTo>
                <a:cubicBezTo>
                  <a:pt x="233161" y="270607"/>
                  <a:pt x="237402" y="271516"/>
                  <a:pt x="241566" y="272235"/>
                </a:cubicBezTo>
                <a:lnTo>
                  <a:pt x="245959" y="273068"/>
                </a:lnTo>
                <a:cubicBezTo>
                  <a:pt x="255387" y="274848"/>
                  <a:pt x="275151" y="278558"/>
                  <a:pt x="301201" y="281474"/>
                </a:cubicBezTo>
                <a:cubicBezTo>
                  <a:pt x="299236" y="280478"/>
                  <a:pt x="297380" y="279270"/>
                  <a:pt x="295673" y="277877"/>
                </a:cubicBezTo>
                <a:cubicBezTo>
                  <a:pt x="289172" y="272106"/>
                  <a:pt x="284920" y="264220"/>
                  <a:pt x="283670" y="255613"/>
                </a:cubicBezTo>
                <a:cubicBezTo>
                  <a:pt x="272414" y="252399"/>
                  <a:pt x="262384" y="245867"/>
                  <a:pt x="254894" y="236871"/>
                </a:cubicBezTo>
                <a:cubicBezTo>
                  <a:pt x="247447" y="227545"/>
                  <a:pt x="243365" y="215978"/>
                  <a:pt x="243308" y="204044"/>
                </a:cubicBezTo>
                <a:lnTo>
                  <a:pt x="243308" y="199803"/>
                </a:lnTo>
                <a:lnTo>
                  <a:pt x="247322" y="201166"/>
                </a:lnTo>
                <a:cubicBezTo>
                  <a:pt x="285238" y="213052"/>
                  <a:pt x="324774" y="218951"/>
                  <a:pt x="364508" y="218659"/>
                </a:cubicBezTo>
                <a:cubicBezTo>
                  <a:pt x="365909" y="211351"/>
                  <a:pt x="370036" y="190186"/>
                  <a:pt x="370452" y="188066"/>
                </a:cubicBezTo>
                <a:lnTo>
                  <a:pt x="370452" y="187574"/>
                </a:lnTo>
                <a:cubicBezTo>
                  <a:pt x="371209" y="183674"/>
                  <a:pt x="373481" y="171898"/>
                  <a:pt x="384045" y="171898"/>
                </a:cubicBezTo>
                <a:lnTo>
                  <a:pt x="384537" y="171898"/>
                </a:lnTo>
                <a:cubicBezTo>
                  <a:pt x="389819" y="171898"/>
                  <a:pt x="393038" y="174870"/>
                  <a:pt x="395030" y="178316"/>
                </a:cubicBezTo>
                <a:lnTo>
                  <a:pt x="397746" y="186329"/>
                </a:lnTo>
                <a:lnTo>
                  <a:pt x="406877" y="182992"/>
                </a:lnTo>
                <a:cubicBezTo>
                  <a:pt x="403813" y="178176"/>
                  <a:pt x="402481" y="172463"/>
                  <a:pt x="403090" y="166787"/>
                </a:cubicBezTo>
                <a:cubicBezTo>
                  <a:pt x="404472" y="160827"/>
                  <a:pt x="407596" y="155409"/>
                  <a:pt x="412064" y="151225"/>
                </a:cubicBezTo>
                <a:cubicBezTo>
                  <a:pt x="413771" y="156897"/>
                  <a:pt x="414752" y="162762"/>
                  <a:pt x="414979" y="168680"/>
                </a:cubicBezTo>
                <a:cubicBezTo>
                  <a:pt x="415206" y="175268"/>
                  <a:pt x="408429" y="181667"/>
                  <a:pt x="407104" y="182841"/>
                </a:cubicBezTo>
                <a:lnTo>
                  <a:pt x="425458" y="172025"/>
                </a:lnTo>
                <a:lnTo>
                  <a:pt x="421984" y="156981"/>
                </a:lnTo>
                <a:cubicBezTo>
                  <a:pt x="423135" y="150987"/>
                  <a:pt x="425986" y="145455"/>
                  <a:pt x="430200" y="141040"/>
                </a:cubicBezTo>
                <a:cubicBezTo>
                  <a:pt x="431896" y="146784"/>
                  <a:pt x="432911" y="152706"/>
                  <a:pt x="433229" y="158684"/>
                </a:cubicBezTo>
                <a:lnTo>
                  <a:pt x="433342" y="158684"/>
                </a:lnTo>
                <a:cubicBezTo>
                  <a:pt x="433437" y="162395"/>
                  <a:pt x="431544" y="166068"/>
                  <a:pt x="429628" y="168813"/>
                </a:cubicBezTo>
                <a:lnTo>
                  <a:pt x="428355" y="170317"/>
                </a:lnTo>
                <a:lnTo>
                  <a:pt x="442506" y="161978"/>
                </a:lnTo>
                <a:cubicBezTo>
                  <a:pt x="439711" y="157227"/>
                  <a:pt x="438466" y="151721"/>
                  <a:pt x="438946" y="146227"/>
                </a:cubicBezTo>
                <a:cubicBezTo>
                  <a:pt x="439999" y="140567"/>
                  <a:pt x="442623" y="135319"/>
                  <a:pt x="446519" y="131082"/>
                </a:cubicBezTo>
                <a:cubicBezTo>
                  <a:pt x="448090" y="136599"/>
                  <a:pt x="449018" y="142278"/>
                  <a:pt x="449283" y="148007"/>
                </a:cubicBezTo>
                <a:cubicBezTo>
                  <a:pt x="449624" y="154368"/>
                  <a:pt x="443641" y="160880"/>
                  <a:pt x="442619" y="161941"/>
                </a:cubicBezTo>
                <a:cubicBezTo>
                  <a:pt x="446511" y="158843"/>
                  <a:pt x="450181" y="155481"/>
                  <a:pt x="453599" y="151869"/>
                </a:cubicBezTo>
                <a:cubicBezTo>
                  <a:pt x="454432" y="150960"/>
                  <a:pt x="455379" y="149787"/>
                  <a:pt x="456061" y="148916"/>
                </a:cubicBezTo>
                <a:cubicBezTo>
                  <a:pt x="455148" y="144274"/>
                  <a:pt x="455913" y="139454"/>
                  <a:pt x="458219" y="135323"/>
                </a:cubicBezTo>
                <a:cubicBezTo>
                  <a:pt x="460771" y="130522"/>
                  <a:pt x="464735" y="126622"/>
                  <a:pt x="469578" y="124153"/>
                </a:cubicBezTo>
                <a:close/>
                <a:moveTo>
                  <a:pt x="225930" y="122184"/>
                </a:moveTo>
                <a:cubicBezTo>
                  <a:pt x="225930" y="122184"/>
                  <a:pt x="223658" y="123585"/>
                  <a:pt x="223658" y="123585"/>
                </a:cubicBezTo>
                <a:cubicBezTo>
                  <a:pt x="223188" y="124244"/>
                  <a:pt x="222613" y="124820"/>
                  <a:pt x="221954" y="125289"/>
                </a:cubicBezTo>
                <a:cubicBezTo>
                  <a:pt x="221500" y="125554"/>
                  <a:pt x="220023" y="123282"/>
                  <a:pt x="218698" y="124078"/>
                </a:cubicBezTo>
                <a:cubicBezTo>
                  <a:pt x="218319" y="124305"/>
                  <a:pt x="218016" y="125214"/>
                  <a:pt x="217676" y="125781"/>
                </a:cubicBezTo>
                <a:cubicBezTo>
                  <a:pt x="217089" y="127292"/>
                  <a:pt x="217089" y="128966"/>
                  <a:pt x="217676" y="130476"/>
                </a:cubicBezTo>
                <a:cubicBezTo>
                  <a:pt x="217676" y="131007"/>
                  <a:pt x="217448" y="132105"/>
                  <a:pt x="217676" y="132483"/>
                </a:cubicBezTo>
                <a:cubicBezTo>
                  <a:pt x="217903" y="132862"/>
                  <a:pt x="218660" y="133240"/>
                  <a:pt x="218849" y="133581"/>
                </a:cubicBezTo>
                <a:cubicBezTo>
                  <a:pt x="219039" y="133922"/>
                  <a:pt x="219342" y="134982"/>
                  <a:pt x="219569" y="135361"/>
                </a:cubicBezTo>
                <a:cubicBezTo>
                  <a:pt x="220364" y="136951"/>
                  <a:pt x="221992" y="136762"/>
                  <a:pt x="223355" y="135967"/>
                </a:cubicBezTo>
                <a:cubicBezTo>
                  <a:pt x="223999" y="135550"/>
                  <a:pt x="224680" y="134036"/>
                  <a:pt x="225021" y="133695"/>
                </a:cubicBezTo>
                <a:cubicBezTo>
                  <a:pt x="225362" y="133354"/>
                  <a:pt x="226233" y="133316"/>
                  <a:pt x="226611" y="132559"/>
                </a:cubicBezTo>
                <a:cubicBezTo>
                  <a:pt x="227005" y="131980"/>
                  <a:pt x="227300" y="131340"/>
                  <a:pt x="227482" y="130666"/>
                </a:cubicBezTo>
                <a:lnTo>
                  <a:pt x="227482" y="130514"/>
                </a:lnTo>
                <a:cubicBezTo>
                  <a:pt x="227596" y="129606"/>
                  <a:pt x="227103" y="129075"/>
                  <a:pt x="227293" y="128280"/>
                </a:cubicBezTo>
                <a:cubicBezTo>
                  <a:pt x="227217" y="127864"/>
                  <a:pt x="227861" y="127220"/>
                  <a:pt x="227861" y="126917"/>
                </a:cubicBezTo>
                <a:cubicBezTo>
                  <a:pt x="227929" y="126342"/>
                  <a:pt x="228046" y="125770"/>
                  <a:pt x="228202" y="125214"/>
                </a:cubicBezTo>
                <a:cubicBezTo>
                  <a:pt x="228103" y="124642"/>
                  <a:pt x="227884" y="124100"/>
                  <a:pt x="227558" y="123623"/>
                </a:cubicBezTo>
                <a:cubicBezTo>
                  <a:pt x="227493" y="123097"/>
                  <a:pt x="227285" y="122597"/>
                  <a:pt x="226952" y="122184"/>
                </a:cubicBezTo>
                <a:cubicBezTo>
                  <a:pt x="226687" y="121844"/>
                  <a:pt x="225930" y="122184"/>
                  <a:pt x="225930" y="122184"/>
                </a:cubicBezTo>
                <a:close/>
                <a:moveTo>
                  <a:pt x="1557152" y="118734"/>
                </a:moveTo>
                <a:cubicBezTo>
                  <a:pt x="1560517" y="118859"/>
                  <a:pt x="1563870" y="119211"/>
                  <a:pt x="1567186" y="119790"/>
                </a:cubicBezTo>
                <a:cubicBezTo>
                  <a:pt x="1571317" y="120057"/>
                  <a:pt x="1575462" y="120057"/>
                  <a:pt x="1579593" y="119790"/>
                </a:cubicBezTo>
                <a:cubicBezTo>
                  <a:pt x="1582761" y="119790"/>
                  <a:pt x="1584742" y="123883"/>
                  <a:pt x="1586061" y="124939"/>
                </a:cubicBezTo>
                <a:cubicBezTo>
                  <a:pt x="1587382" y="125995"/>
                  <a:pt x="1595698" y="126391"/>
                  <a:pt x="1597679" y="128502"/>
                </a:cubicBezTo>
                <a:cubicBezTo>
                  <a:pt x="1599658" y="130614"/>
                  <a:pt x="1599394" y="137346"/>
                  <a:pt x="1601506" y="141702"/>
                </a:cubicBezTo>
                <a:cubicBezTo>
                  <a:pt x="1603619" y="146059"/>
                  <a:pt x="1609955" y="148303"/>
                  <a:pt x="1610483" y="161503"/>
                </a:cubicBezTo>
                <a:cubicBezTo>
                  <a:pt x="1611011" y="174703"/>
                  <a:pt x="1607446" y="174967"/>
                  <a:pt x="1599394" y="181832"/>
                </a:cubicBezTo>
                <a:cubicBezTo>
                  <a:pt x="1597149" y="184735"/>
                  <a:pt x="1597414" y="189356"/>
                  <a:pt x="1601506" y="188563"/>
                </a:cubicBezTo>
                <a:cubicBezTo>
                  <a:pt x="1608767" y="187111"/>
                  <a:pt x="1634903" y="181303"/>
                  <a:pt x="1641107" y="179324"/>
                </a:cubicBezTo>
                <a:cubicBezTo>
                  <a:pt x="1648483" y="177012"/>
                  <a:pt x="1656030" y="175291"/>
                  <a:pt x="1663680" y="174175"/>
                </a:cubicBezTo>
                <a:cubicBezTo>
                  <a:pt x="1666187" y="173911"/>
                  <a:pt x="1670279" y="177475"/>
                  <a:pt x="1673316" y="178268"/>
                </a:cubicBezTo>
                <a:cubicBezTo>
                  <a:pt x="1676351" y="179059"/>
                  <a:pt x="1682292" y="178796"/>
                  <a:pt x="1683348" y="181567"/>
                </a:cubicBezTo>
                <a:cubicBezTo>
                  <a:pt x="1685404" y="186825"/>
                  <a:pt x="1689881" y="190761"/>
                  <a:pt x="1695359" y="192128"/>
                </a:cubicBezTo>
                <a:lnTo>
                  <a:pt x="1695096" y="192128"/>
                </a:lnTo>
                <a:cubicBezTo>
                  <a:pt x="1697931" y="192837"/>
                  <a:pt x="1700064" y="195179"/>
                  <a:pt x="1700507" y="198067"/>
                </a:cubicBezTo>
                <a:cubicBezTo>
                  <a:pt x="1700507" y="200576"/>
                  <a:pt x="1699848" y="204800"/>
                  <a:pt x="1699848" y="210211"/>
                </a:cubicBezTo>
                <a:cubicBezTo>
                  <a:pt x="1699055" y="218660"/>
                  <a:pt x="1684535" y="224601"/>
                  <a:pt x="1678199" y="228560"/>
                </a:cubicBezTo>
                <a:cubicBezTo>
                  <a:pt x="1676087" y="230012"/>
                  <a:pt x="1673975" y="225129"/>
                  <a:pt x="1666583" y="225129"/>
                </a:cubicBezTo>
                <a:cubicBezTo>
                  <a:pt x="1664075" y="225260"/>
                  <a:pt x="1649422" y="226448"/>
                  <a:pt x="1646915" y="226448"/>
                </a:cubicBezTo>
                <a:lnTo>
                  <a:pt x="1631207" y="228297"/>
                </a:lnTo>
                <a:cubicBezTo>
                  <a:pt x="1627642" y="229088"/>
                  <a:pt x="1620250" y="231596"/>
                  <a:pt x="1616819" y="232652"/>
                </a:cubicBezTo>
                <a:cubicBezTo>
                  <a:pt x="1611910" y="234035"/>
                  <a:pt x="1607103" y="235757"/>
                  <a:pt x="1602429" y="237801"/>
                </a:cubicBezTo>
                <a:cubicBezTo>
                  <a:pt x="1600317" y="239120"/>
                  <a:pt x="1595170" y="236745"/>
                  <a:pt x="1589229" y="237801"/>
                </a:cubicBezTo>
                <a:cubicBezTo>
                  <a:pt x="1586591" y="238329"/>
                  <a:pt x="1577218" y="244004"/>
                  <a:pt x="1569165" y="246248"/>
                </a:cubicBezTo>
                <a:cubicBezTo>
                  <a:pt x="1553294" y="249025"/>
                  <a:pt x="1537635" y="252907"/>
                  <a:pt x="1522305" y="257864"/>
                </a:cubicBezTo>
                <a:cubicBezTo>
                  <a:pt x="1518872" y="261296"/>
                  <a:pt x="1511745" y="259844"/>
                  <a:pt x="1509105" y="261296"/>
                </a:cubicBezTo>
                <a:cubicBezTo>
                  <a:pt x="1506465" y="262749"/>
                  <a:pt x="1499469" y="262749"/>
                  <a:pt x="1495905" y="264596"/>
                </a:cubicBezTo>
                <a:cubicBezTo>
                  <a:pt x="1489965" y="267633"/>
                  <a:pt x="1487324" y="265917"/>
                  <a:pt x="1484024" y="267633"/>
                </a:cubicBezTo>
                <a:cubicBezTo>
                  <a:pt x="1480823" y="268826"/>
                  <a:pt x="1477393" y="269278"/>
                  <a:pt x="1473992" y="268952"/>
                </a:cubicBezTo>
                <a:cubicBezTo>
                  <a:pt x="1470325" y="269684"/>
                  <a:pt x="1466709" y="270654"/>
                  <a:pt x="1463168" y="271857"/>
                </a:cubicBezTo>
                <a:cubicBezTo>
                  <a:pt x="1460042" y="272579"/>
                  <a:pt x="1456791" y="272579"/>
                  <a:pt x="1453664" y="271857"/>
                </a:cubicBezTo>
                <a:cubicBezTo>
                  <a:pt x="1451170" y="271487"/>
                  <a:pt x="1448633" y="271487"/>
                  <a:pt x="1446139" y="271857"/>
                </a:cubicBezTo>
                <a:cubicBezTo>
                  <a:pt x="1443632" y="275156"/>
                  <a:pt x="1438880" y="275156"/>
                  <a:pt x="1433995" y="275156"/>
                </a:cubicBezTo>
                <a:cubicBezTo>
                  <a:pt x="1430412" y="275855"/>
                  <a:pt x="1426946" y="277055"/>
                  <a:pt x="1423699" y="278721"/>
                </a:cubicBezTo>
                <a:cubicBezTo>
                  <a:pt x="1422906" y="281097"/>
                  <a:pt x="1418684" y="283208"/>
                  <a:pt x="1414723" y="283869"/>
                </a:cubicBezTo>
                <a:cubicBezTo>
                  <a:pt x="1410764" y="284529"/>
                  <a:pt x="1413139" y="281361"/>
                  <a:pt x="1407463" y="278721"/>
                </a:cubicBezTo>
                <a:cubicBezTo>
                  <a:pt x="1404823" y="277929"/>
                  <a:pt x="1398883" y="280173"/>
                  <a:pt x="1394262" y="277929"/>
                </a:cubicBezTo>
                <a:cubicBezTo>
                  <a:pt x="1389642" y="275684"/>
                  <a:pt x="1389907" y="269217"/>
                  <a:pt x="1390831" y="263805"/>
                </a:cubicBezTo>
                <a:cubicBezTo>
                  <a:pt x="1390963" y="262616"/>
                  <a:pt x="1390171" y="257600"/>
                  <a:pt x="1390171" y="252189"/>
                </a:cubicBezTo>
                <a:cubicBezTo>
                  <a:pt x="1389603" y="248889"/>
                  <a:pt x="1390521" y="245508"/>
                  <a:pt x="1392678" y="242948"/>
                </a:cubicBezTo>
                <a:cubicBezTo>
                  <a:pt x="1400644" y="237047"/>
                  <a:pt x="1409579" y="232580"/>
                  <a:pt x="1419079" y="229748"/>
                </a:cubicBezTo>
                <a:cubicBezTo>
                  <a:pt x="1421587" y="229220"/>
                  <a:pt x="1424096" y="233708"/>
                  <a:pt x="1426076" y="233708"/>
                </a:cubicBezTo>
                <a:cubicBezTo>
                  <a:pt x="1428055" y="233708"/>
                  <a:pt x="1437296" y="228560"/>
                  <a:pt x="1441255" y="228560"/>
                </a:cubicBezTo>
                <a:cubicBezTo>
                  <a:pt x="1453525" y="227083"/>
                  <a:pt x="1465661" y="224656"/>
                  <a:pt x="1477556" y="221300"/>
                </a:cubicBezTo>
                <a:cubicBezTo>
                  <a:pt x="1483761" y="219188"/>
                  <a:pt x="1489436" y="222092"/>
                  <a:pt x="1493000" y="219188"/>
                </a:cubicBezTo>
                <a:cubicBezTo>
                  <a:pt x="1502289" y="215752"/>
                  <a:pt x="1511764" y="212843"/>
                  <a:pt x="1521381" y="210476"/>
                </a:cubicBezTo>
                <a:cubicBezTo>
                  <a:pt x="1524812" y="209683"/>
                  <a:pt x="1531148" y="207968"/>
                  <a:pt x="1532997" y="203744"/>
                </a:cubicBezTo>
                <a:cubicBezTo>
                  <a:pt x="1533195" y="201036"/>
                  <a:pt x="1532742" y="198321"/>
                  <a:pt x="1531678" y="195824"/>
                </a:cubicBezTo>
                <a:cubicBezTo>
                  <a:pt x="1530092" y="191731"/>
                  <a:pt x="1526924" y="193184"/>
                  <a:pt x="1523493" y="193184"/>
                </a:cubicBezTo>
                <a:cubicBezTo>
                  <a:pt x="1520231" y="192276"/>
                  <a:pt x="1517442" y="190149"/>
                  <a:pt x="1515704" y="187244"/>
                </a:cubicBezTo>
                <a:cubicBezTo>
                  <a:pt x="1515539" y="184396"/>
                  <a:pt x="1516180" y="181559"/>
                  <a:pt x="1517553" y="179059"/>
                </a:cubicBezTo>
                <a:cubicBezTo>
                  <a:pt x="1518609" y="176156"/>
                  <a:pt x="1519269" y="174967"/>
                  <a:pt x="1520589" y="171271"/>
                </a:cubicBezTo>
                <a:cubicBezTo>
                  <a:pt x="1521819" y="168075"/>
                  <a:pt x="1522876" y="164814"/>
                  <a:pt x="1523756" y="161503"/>
                </a:cubicBezTo>
                <a:cubicBezTo>
                  <a:pt x="1525473" y="156091"/>
                  <a:pt x="1515176" y="141175"/>
                  <a:pt x="1513857" y="137083"/>
                </a:cubicBezTo>
                <a:cubicBezTo>
                  <a:pt x="1513220" y="133987"/>
                  <a:pt x="1514335" y="130793"/>
                  <a:pt x="1516760" y="128767"/>
                </a:cubicBezTo>
                <a:cubicBezTo>
                  <a:pt x="1521249" y="124146"/>
                  <a:pt x="1526396" y="126258"/>
                  <a:pt x="1531678" y="126258"/>
                </a:cubicBezTo>
                <a:cubicBezTo>
                  <a:pt x="1534785" y="125718"/>
                  <a:pt x="1537748" y="124549"/>
                  <a:pt x="1540389" y="122827"/>
                </a:cubicBezTo>
                <a:cubicBezTo>
                  <a:pt x="1542105" y="121903"/>
                  <a:pt x="1544878" y="123222"/>
                  <a:pt x="1548706" y="121903"/>
                </a:cubicBezTo>
                <a:cubicBezTo>
                  <a:pt x="1552533" y="120583"/>
                  <a:pt x="1552533" y="118734"/>
                  <a:pt x="1557152" y="118734"/>
                </a:cubicBezTo>
                <a:close/>
                <a:moveTo>
                  <a:pt x="3299319" y="116359"/>
                </a:moveTo>
                <a:cubicBezTo>
                  <a:pt x="3305390" y="116755"/>
                  <a:pt x="3309748" y="122431"/>
                  <a:pt x="3313312" y="127183"/>
                </a:cubicBezTo>
                <a:cubicBezTo>
                  <a:pt x="3316875" y="131935"/>
                  <a:pt x="3311991" y="140252"/>
                  <a:pt x="3307371" y="144343"/>
                </a:cubicBezTo>
                <a:cubicBezTo>
                  <a:pt x="3302448" y="148420"/>
                  <a:pt x="3298519" y="153567"/>
                  <a:pt x="3295888" y="159392"/>
                </a:cubicBezTo>
                <a:cubicBezTo>
                  <a:pt x="3295095" y="161108"/>
                  <a:pt x="3295095" y="171931"/>
                  <a:pt x="3295888" y="172592"/>
                </a:cubicBezTo>
                <a:cubicBezTo>
                  <a:pt x="3296679" y="173252"/>
                  <a:pt x="3302619" y="177344"/>
                  <a:pt x="3303015" y="183284"/>
                </a:cubicBezTo>
                <a:cubicBezTo>
                  <a:pt x="3303411" y="189224"/>
                  <a:pt x="3297735" y="193844"/>
                  <a:pt x="3287438" y="214833"/>
                </a:cubicBezTo>
                <a:cubicBezTo>
                  <a:pt x="3287834" y="215096"/>
                  <a:pt x="3278199" y="228296"/>
                  <a:pt x="3275690" y="231861"/>
                </a:cubicBezTo>
                <a:cubicBezTo>
                  <a:pt x="3273182" y="235425"/>
                  <a:pt x="3282026" y="241496"/>
                  <a:pt x="3289946" y="239384"/>
                </a:cubicBezTo>
                <a:cubicBezTo>
                  <a:pt x="3294171" y="238197"/>
                  <a:pt x="3287438" y="250604"/>
                  <a:pt x="3296944" y="250604"/>
                </a:cubicBezTo>
                <a:cubicBezTo>
                  <a:pt x="3304203" y="250604"/>
                  <a:pt x="3312916" y="244136"/>
                  <a:pt x="3310144" y="237404"/>
                </a:cubicBezTo>
                <a:cubicBezTo>
                  <a:pt x="3307767" y="235160"/>
                  <a:pt x="3303147" y="237404"/>
                  <a:pt x="3298659" y="233576"/>
                </a:cubicBezTo>
                <a:cubicBezTo>
                  <a:pt x="3294171" y="229749"/>
                  <a:pt x="3294304" y="220376"/>
                  <a:pt x="3296019" y="220376"/>
                </a:cubicBezTo>
                <a:cubicBezTo>
                  <a:pt x="3299064" y="219191"/>
                  <a:pt x="3301685" y="217124"/>
                  <a:pt x="3303543" y="214436"/>
                </a:cubicBezTo>
                <a:cubicBezTo>
                  <a:pt x="3304995" y="212984"/>
                  <a:pt x="3309615" y="209684"/>
                  <a:pt x="3309615" y="207308"/>
                </a:cubicBezTo>
                <a:cubicBezTo>
                  <a:pt x="3309615" y="204932"/>
                  <a:pt x="3302752" y="203217"/>
                  <a:pt x="3308560" y="194768"/>
                </a:cubicBezTo>
                <a:cubicBezTo>
                  <a:pt x="3312256" y="189355"/>
                  <a:pt x="3316875" y="189883"/>
                  <a:pt x="3319252" y="189355"/>
                </a:cubicBezTo>
                <a:cubicBezTo>
                  <a:pt x="3321627" y="188827"/>
                  <a:pt x="3324004" y="183152"/>
                  <a:pt x="3325323" y="180248"/>
                </a:cubicBezTo>
                <a:cubicBezTo>
                  <a:pt x="3326831" y="177093"/>
                  <a:pt x="3327769" y="173697"/>
                  <a:pt x="3328096" y="170215"/>
                </a:cubicBezTo>
                <a:cubicBezTo>
                  <a:pt x="3328228" y="161900"/>
                  <a:pt x="3318855" y="158203"/>
                  <a:pt x="3320439" y="151735"/>
                </a:cubicBezTo>
                <a:cubicBezTo>
                  <a:pt x="3323739" y="138667"/>
                  <a:pt x="3355553" y="133651"/>
                  <a:pt x="3358852" y="131407"/>
                </a:cubicBezTo>
                <a:cubicBezTo>
                  <a:pt x="3359775" y="130748"/>
                  <a:pt x="3360568" y="127843"/>
                  <a:pt x="3362285" y="126524"/>
                </a:cubicBezTo>
                <a:cubicBezTo>
                  <a:pt x="3365585" y="124021"/>
                  <a:pt x="3369986" y="123515"/>
                  <a:pt x="3373768" y="125203"/>
                </a:cubicBezTo>
                <a:cubicBezTo>
                  <a:pt x="3378155" y="127377"/>
                  <a:pt x="3382311" y="129987"/>
                  <a:pt x="3386177" y="132991"/>
                </a:cubicBezTo>
                <a:cubicBezTo>
                  <a:pt x="3388698" y="135302"/>
                  <a:pt x="3389889" y="138723"/>
                  <a:pt x="3389345" y="142099"/>
                </a:cubicBezTo>
                <a:cubicBezTo>
                  <a:pt x="3388816" y="146059"/>
                  <a:pt x="3386705" y="157148"/>
                  <a:pt x="3387893" y="158071"/>
                </a:cubicBezTo>
                <a:cubicBezTo>
                  <a:pt x="3389081" y="158996"/>
                  <a:pt x="3376673" y="165728"/>
                  <a:pt x="3370997" y="171271"/>
                </a:cubicBezTo>
                <a:cubicBezTo>
                  <a:pt x="3363792" y="180532"/>
                  <a:pt x="3359231" y="191571"/>
                  <a:pt x="3357796" y="203217"/>
                </a:cubicBezTo>
                <a:cubicBezTo>
                  <a:pt x="3357532" y="204273"/>
                  <a:pt x="3354232" y="212193"/>
                  <a:pt x="3353836" y="214305"/>
                </a:cubicBezTo>
                <a:cubicBezTo>
                  <a:pt x="3353439" y="216417"/>
                  <a:pt x="3351988" y="222356"/>
                  <a:pt x="3350536" y="227505"/>
                </a:cubicBezTo>
                <a:cubicBezTo>
                  <a:pt x="3348727" y="232861"/>
                  <a:pt x="3347835" y="238484"/>
                  <a:pt x="3347896" y="244136"/>
                </a:cubicBezTo>
                <a:cubicBezTo>
                  <a:pt x="3348292" y="247436"/>
                  <a:pt x="3352780" y="246513"/>
                  <a:pt x="3355551" y="246513"/>
                </a:cubicBezTo>
                <a:cubicBezTo>
                  <a:pt x="3361189" y="245229"/>
                  <a:pt x="3366355" y="242393"/>
                  <a:pt x="3370469" y="238328"/>
                </a:cubicBezTo>
                <a:cubicBezTo>
                  <a:pt x="3373876" y="237755"/>
                  <a:pt x="3377356" y="237755"/>
                  <a:pt x="3380764" y="238328"/>
                </a:cubicBezTo>
                <a:cubicBezTo>
                  <a:pt x="3383404" y="239121"/>
                  <a:pt x="3386176" y="243477"/>
                  <a:pt x="3389081" y="244401"/>
                </a:cubicBezTo>
                <a:cubicBezTo>
                  <a:pt x="3391984" y="245324"/>
                  <a:pt x="3396076" y="245589"/>
                  <a:pt x="3398453" y="247173"/>
                </a:cubicBezTo>
                <a:cubicBezTo>
                  <a:pt x="3400829" y="248757"/>
                  <a:pt x="3405977" y="247173"/>
                  <a:pt x="3409145" y="251001"/>
                </a:cubicBezTo>
                <a:lnTo>
                  <a:pt x="3409938" y="250869"/>
                </a:lnTo>
                <a:cubicBezTo>
                  <a:pt x="3414330" y="258218"/>
                  <a:pt x="3416315" y="266756"/>
                  <a:pt x="3415614" y="275289"/>
                </a:cubicBezTo>
                <a:cubicBezTo>
                  <a:pt x="3415398" y="283019"/>
                  <a:pt x="3413315" y="290583"/>
                  <a:pt x="3409541" y="297334"/>
                </a:cubicBezTo>
                <a:cubicBezTo>
                  <a:pt x="3399538" y="303429"/>
                  <a:pt x="3387986" y="306500"/>
                  <a:pt x="3376277" y="306178"/>
                </a:cubicBezTo>
                <a:cubicBezTo>
                  <a:pt x="3372395" y="306167"/>
                  <a:pt x="3368677" y="307740"/>
                  <a:pt x="3365980" y="310534"/>
                </a:cubicBezTo>
                <a:cubicBezTo>
                  <a:pt x="3361599" y="311921"/>
                  <a:pt x="3356843" y="311494"/>
                  <a:pt x="3352780" y="309346"/>
                </a:cubicBezTo>
                <a:cubicBezTo>
                  <a:pt x="3347361" y="308020"/>
                  <a:pt x="3341700" y="308020"/>
                  <a:pt x="3336280" y="309346"/>
                </a:cubicBezTo>
                <a:cubicBezTo>
                  <a:pt x="3324720" y="312493"/>
                  <a:pt x="3314659" y="319653"/>
                  <a:pt x="3307899" y="329542"/>
                </a:cubicBezTo>
                <a:cubicBezTo>
                  <a:pt x="3305389" y="334041"/>
                  <a:pt x="3301807" y="337849"/>
                  <a:pt x="3297472" y="340630"/>
                </a:cubicBezTo>
                <a:cubicBezTo>
                  <a:pt x="3291181" y="344861"/>
                  <a:pt x="3285574" y="350025"/>
                  <a:pt x="3280839" y="355943"/>
                </a:cubicBezTo>
                <a:cubicBezTo>
                  <a:pt x="3278018" y="360661"/>
                  <a:pt x="3277077" y="366268"/>
                  <a:pt x="3278199" y="371651"/>
                </a:cubicBezTo>
                <a:cubicBezTo>
                  <a:pt x="3278727" y="373235"/>
                  <a:pt x="3282291" y="374158"/>
                  <a:pt x="3286119" y="373235"/>
                </a:cubicBezTo>
                <a:cubicBezTo>
                  <a:pt x="3290767" y="371093"/>
                  <a:pt x="3295526" y="369198"/>
                  <a:pt x="3300375" y="367559"/>
                </a:cubicBezTo>
                <a:cubicBezTo>
                  <a:pt x="3304203" y="367031"/>
                  <a:pt x="3306579" y="362279"/>
                  <a:pt x="3309748" y="362542"/>
                </a:cubicBezTo>
                <a:cubicBezTo>
                  <a:pt x="3312916" y="362807"/>
                  <a:pt x="3317140" y="368746"/>
                  <a:pt x="3326116" y="370858"/>
                </a:cubicBezTo>
                <a:cubicBezTo>
                  <a:pt x="3328888" y="371651"/>
                  <a:pt x="3334036" y="374951"/>
                  <a:pt x="3342088" y="377459"/>
                </a:cubicBezTo>
                <a:cubicBezTo>
                  <a:pt x="3343144" y="377722"/>
                  <a:pt x="3349480" y="379043"/>
                  <a:pt x="3348292" y="383795"/>
                </a:cubicBezTo>
                <a:cubicBezTo>
                  <a:pt x="3348086" y="389562"/>
                  <a:pt x="3346693" y="395223"/>
                  <a:pt x="3344200" y="400427"/>
                </a:cubicBezTo>
                <a:cubicBezTo>
                  <a:pt x="3341428" y="403726"/>
                  <a:pt x="3338128" y="407819"/>
                  <a:pt x="3334696" y="408612"/>
                </a:cubicBezTo>
                <a:cubicBezTo>
                  <a:pt x="3328491" y="409799"/>
                  <a:pt x="3324795" y="409931"/>
                  <a:pt x="3317931" y="411780"/>
                </a:cubicBezTo>
                <a:cubicBezTo>
                  <a:pt x="3314500" y="412704"/>
                  <a:pt x="3311991" y="414683"/>
                  <a:pt x="3306579" y="415607"/>
                </a:cubicBezTo>
                <a:cubicBezTo>
                  <a:pt x="3301168" y="416532"/>
                  <a:pt x="3280179" y="420491"/>
                  <a:pt x="3280179" y="427487"/>
                </a:cubicBezTo>
                <a:cubicBezTo>
                  <a:pt x="3280895" y="433535"/>
                  <a:pt x="3281292" y="439616"/>
                  <a:pt x="3281367" y="445704"/>
                </a:cubicBezTo>
                <a:cubicBezTo>
                  <a:pt x="3281065" y="450935"/>
                  <a:pt x="3280402" y="456139"/>
                  <a:pt x="3279386" y="461279"/>
                </a:cubicBezTo>
                <a:cubicBezTo>
                  <a:pt x="3277133" y="466961"/>
                  <a:pt x="3275881" y="472991"/>
                  <a:pt x="3275690" y="479100"/>
                </a:cubicBezTo>
                <a:cubicBezTo>
                  <a:pt x="3276087" y="484645"/>
                  <a:pt x="3269619" y="489925"/>
                  <a:pt x="3268826" y="490981"/>
                </a:cubicBezTo>
                <a:cubicBezTo>
                  <a:pt x="3264602" y="500089"/>
                  <a:pt x="3265263" y="513554"/>
                  <a:pt x="3255626" y="516589"/>
                </a:cubicBezTo>
                <a:cubicBezTo>
                  <a:pt x="3249358" y="519294"/>
                  <a:pt x="3242920" y="521587"/>
                  <a:pt x="3236354" y="523453"/>
                </a:cubicBezTo>
                <a:cubicBezTo>
                  <a:pt x="3231038" y="524151"/>
                  <a:pt x="3225841" y="525572"/>
                  <a:pt x="3220910" y="527677"/>
                </a:cubicBezTo>
                <a:cubicBezTo>
                  <a:pt x="3213323" y="529884"/>
                  <a:pt x="3205264" y="529884"/>
                  <a:pt x="3197678" y="527677"/>
                </a:cubicBezTo>
                <a:cubicBezTo>
                  <a:pt x="3194905" y="525433"/>
                  <a:pt x="3196225" y="518041"/>
                  <a:pt x="3196225" y="513685"/>
                </a:cubicBezTo>
                <a:cubicBezTo>
                  <a:pt x="3196094" y="505632"/>
                  <a:pt x="3175765" y="497184"/>
                  <a:pt x="3173784" y="492432"/>
                </a:cubicBezTo>
                <a:cubicBezTo>
                  <a:pt x="3171804" y="487680"/>
                  <a:pt x="3178801" y="487813"/>
                  <a:pt x="3185797" y="486492"/>
                </a:cubicBezTo>
                <a:cubicBezTo>
                  <a:pt x="3197809" y="484380"/>
                  <a:pt x="3209161" y="483061"/>
                  <a:pt x="3214837" y="481212"/>
                </a:cubicBezTo>
                <a:cubicBezTo>
                  <a:pt x="3226718" y="476856"/>
                  <a:pt x="3231734" y="452568"/>
                  <a:pt x="3237674" y="441611"/>
                </a:cubicBezTo>
                <a:cubicBezTo>
                  <a:pt x="3239522" y="438180"/>
                  <a:pt x="3238994" y="432635"/>
                  <a:pt x="3231337" y="432635"/>
                </a:cubicBezTo>
                <a:cubicBezTo>
                  <a:pt x="3224107" y="433246"/>
                  <a:pt x="3216948" y="434528"/>
                  <a:pt x="3209954" y="436464"/>
                </a:cubicBezTo>
                <a:cubicBezTo>
                  <a:pt x="3202728" y="438362"/>
                  <a:pt x="3195352" y="439642"/>
                  <a:pt x="3187909" y="440292"/>
                </a:cubicBezTo>
                <a:cubicBezTo>
                  <a:pt x="3183025" y="440555"/>
                  <a:pt x="3172728" y="446760"/>
                  <a:pt x="3169825" y="446760"/>
                </a:cubicBezTo>
                <a:cubicBezTo>
                  <a:pt x="3164545" y="446891"/>
                  <a:pt x="3159924" y="449003"/>
                  <a:pt x="3153588" y="442800"/>
                </a:cubicBezTo>
                <a:cubicBezTo>
                  <a:pt x="3151252" y="441434"/>
                  <a:pt x="3148774" y="440327"/>
                  <a:pt x="3146196" y="439499"/>
                </a:cubicBezTo>
                <a:cubicBezTo>
                  <a:pt x="3142632" y="437652"/>
                  <a:pt x="3144480" y="430392"/>
                  <a:pt x="3144480" y="427620"/>
                </a:cubicBezTo>
                <a:cubicBezTo>
                  <a:pt x="3144867" y="422043"/>
                  <a:pt x="3145976" y="416541"/>
                  <a:pt x="3147780" y="411252"/>
                </a:cubicBezTo>
                <a:cubicBezTo>
                  <a:pt x="3152377" y="404575"/>
                  <a:pt x="3159556" y="400125"/>
                  <a:pt x="3167580" y="398974"/>
                </a:cubicBezTo>
                <a:cubicBezTo>
                  <a:pt x="3170353" y="398974"/>
                  <a:pt x="3179066" y="402670"/>
                  <a:pt x="3181969" y="402670"/>
                </a:cubicBezTo>
                <a:cubicBezTo>
                  <a:pt x="3184873" y="402670"/>
                  <a:pt x="3191342" y="396467"/>
                  <a:pt x="3195961" y="393959"/>
                </a:cubicBezTo>
                <a:cubicBezTo>
                  <a:pt x="3201572" y="391897"/>
                  <a:pt x="3207361" y="390350"/>
                  <a:pt x="3213253" y="389339"/>
                </a:cubicBezTo>
                <a:cubicBezTo>
                  <a:pt x="3217005" y="388186"/>
                  <a:pt x="3220531" y="386399"/>
                  <a:pt x="3223682" y="384059"/>
                </a:cubicBezTo>
                <a:cubicBezTo>
                  <a:pt x="3226585" y="382343"/>
                  <a:pt x="3226322" y="380890"/>
                  <a:pt x="3227378" y="377987"/>
                </a:cubicBezTo>
                <a:cubicBezTo>
                  <a:pt x="3228434" y="375082"/>
                  <a:pt x="3227906" y="367559"/>
                  <a:pt x="3229225" y="364787"/>
                </a:cubicBezTo>
                <a:cubicBezTo>
                  <a:pt x="3231350" y="360586"/>
                  <a:pt x="3232988" y="356157"/>
                  <a:pt x="3234110" y="351587"/>
                </a:cubicBezTo>
                <a:cubicBezTo>
                  <a:pt x="3234770" y="347891"/>
                  <a:pt x="3226850" y="350662"/>
                  <a:pt x="3224078" y="350662"/>
                </a:cubicBezTo>
                <a:cubicBezTo>
                  <a:pt x="3219713" y="351864"/>
                  <a:pt x="3215835" y="354403"/>
                  <a:pt x="3212989" y="357923"/>
                </a:cubicBezTo>
                <a:cubicBezTo>
                  <a:pt x="3209430" y="361114"/>
                  <a:pt x="3205113" y="363342"/>
                  <a:pt x="3200448" y="364391"/>
                </a:cubicBezTo>
                <a:cubicBezTo>
                  <a:pt x="3197029" y="365577"/>
                  <a:pt x="3193308" y="365577"/>
                  <a:pt x="3189889" y="364391"/>
                </a:cubicBezTo>
                <a:cubicBezTo>
                  <a:pt x="3185929" y="362279"/>
                  <a:pt x="3185929" y="359507"/>
                  <a:pt x="3185930" y="354755"/>
                </a:cubicBezTo>
                <a:cubicBezTo>
                  <a:pt x="3185518" y="349780"/>
                  <a:pt x="3186524" y="344792"/>
                  <a:pt x="3188833" y="340366"/>
                </a:cubicBezTo>
                <a:cubicBezTo>
                  <a:pt x="3191209" y="337594"/>
                  <a:pt x="3190286" y="322810"/>
                  <a:pt x="3199922" y="313965"/>
                </a:cubicBezTo>
                <a:cubicBezTo>
                  <a:pt x="3203090" y="311193"/>
                  <a:pt x="3211934" y="315021"/>
                  <a:pt x="3215497" y="312909"/>
                </a:cubicBezTo>
                <a:cubicBezTo>
                  <a:pt x="3217367" y="311537"/>
                  <a:pt x="3219305" y="310259"/>
                  <a:pt x="3221305" y="309081"/>
                </a:cubicBezTo>
                <a:cubicBezTo>
                  <a:pt x="3224473" y="307762"/>
                  <a:pt x="3231867" y="308685"/>
                  <a:pt x="3235695" y="307762"/>
                </a:cubicBezTo>
                <a:cubicBezTo>
                  <a:pt x="3241243" y="306805"/>
                  <a:pt x="3246715" y="305437"/>
                  <a:pt x="3252063" y="303670"/>
                </a:cubicBezTo>
                <a:cubicBezTo>
                  <a:pt x="3254043" y="303010"/>
                  <a:pt x="3261962" y="303010"/>
                  <a:pt x="3264339" y="301558"/>
                </a:cubicBezTo>
                <a:cubicBezTo>
                  <a:pt x="3266714" y="300105"/>
                  <a:pt x="3265923" y="300502"/>
                  <a:pt x="3274634" y="297862"/>
                </a:cubicBezTo>
                <a:cubicBezTo>
                  <a:pt x="3273843" y="297598"/>
                  <a:pt x="3278199" y="294957"/>
                  <a:pt x="3280707" y="293506"/>
                </a:cubicBezTo>
                <a:cubicBezTo>
                  <a:pt x="3285476" y="292780"/>
                  <a:pt x="3290326" y="292780"/>
                  <a:pt x="3295095" y="293506"/>
                </a:cubicBezTo>
                <a:cubicBezTo>
                  <a:pt x="3299452" y="294429"/>
                  <a:pt x="3304731" y="293506"/>
                  <a:pt x="3306844" y="293506"/>
                </a:cubicBezTo>
                <a:cubicBezTo>
                  <a:pt x="3310694" y="295165"/>
                  <a:pt x="3314803" y="296147"/>
                  <a:pt x="3318987" y="296409"/>
                </a:cubicBezTo>
                <a:cubicBezTo>
                  <a:pt x="3321760" y="296278"/>
                  <a:pt x="3329284" y="289942"/>
                  <a:pt x="3332187" y="289942"/>
                </a:cubicBezTo>
                <a:cubicBezTo>
                  <a:pt x="3337538" y="287421"/>
                  <a:pt x="3340558" y="281650"/>
                  <a:pt x="3339579" y="275817"/>
                </a:cubicBezTo>
                <a:cubicBezTo>
                  <a:pt x="3333663" y="275644"/>
                  <a:pt x="3327753" y="276310"/>
                  <a:pt x="3322023" y="277797"/>
                </a:cubicBezTo>
                <a:cubicBezTo>
                  <a:pt x="3318064" y="279381"/>
                  <a:pt x="3306183" y="279117"/>
                  <a:pt x="3303543" y="280437"/>
                </a:cubicBezTo>
                <a:cubicBezTo>
                  <a:pt x="3294223" y="283664"/>
                  <a:pt x="3284287" y="284703"/>
                  <a:pt x="3274503" y="283474"/>
                </a:cubicBezTo>
                <a:cubicBezTo>
                  <a:pt x="3269451" y="283723"/>
                  <a:pt x="3264487" y="284886"/>
                  <a:pt x="3259850" y="286905"/>
                </a:cubicBezTo>
                <a:cubicBezTo>
                  <a:pt x="3255076" y="288391"/>
                  <a:pt x="3250168" y="289408"/>
                  <a:pt x="3245197" y="289942"/>
                </a:cubicBezTo>
                <a:cubicBezTo>
                  <a:pt x="3237231" y="290549"/>
                  <a:pt x="3229302" y="291562"/>
                  <a:pt x="3221437" y="292978"/>
                </a:cubicBezTo>
                <a:cubicBezTo>
                  <a:pt x="3217346" y="293902"/>
                  <a:pt x="3208633" y="295222"/>
                  <a:pt x="3203221" y="296674"/>
                </a:cubicBezTo>
                <a:cubicBezTo>
                  <a:pt x="3195668" y="298532"/>
                  <a:pt x="3188422" y="301466"/>
                  <a:pt x="3181704" y="305385"/>
                </a:cubicBezTo>
                <a:cubicBezTo>
                  <a:pt x="3176466" y="310556"/>
                  <a:pt x="3172017" y="316472"/>
                  <a:pt x="3168504" y="322941"/>
                </a:cubicBezTo>
                <a:cubicBezTo>
                  <a:pt x="3166636" y="325645"/>
                  <a:pt x="3164514" y="328165"/>
                  <a:pt x="3162168" y="330466"/>
                </a:cubicBezTo>
                <a:cubicBezTo>
                  <a:pt x="3151476" y="338255"/>
                  <a:pt x="3144877" y="349606"/>
                  <a:pt x="3134712" y="351455"/>
                </a:cubicBezTo>
                <a:cubicBezTo>
                  <a:pt x="3130565" y="352736"/>
                  <a:pt x="3126092" y="350912"/>
                  <a:pt x="3124020" y="347098"/>
                </a:cubicBezTo>
                <a:cubicBezTo>
                  <a:pt x="3119440" y="339422"/>
                  <a:pt x="3116684" y="330796"/>
                  <a:pt x="3115968" y="321885"/>
                </a:cubicBezTo>
                <a:cubicBezTo>
                  <a:pt x="3115968" y="313834"/>
                  <a:pt x="3120587" y="311855"/>
                  <a:pt x="3115968" y="296541"/>
                </a:cubicBezTo>
                <a:cubicBezTo>
                  <a:pt x="3115279" y="292641"/>
                  <a:pt x="3116802" y="288679"/>
                  <a:pt x="3119927" y="286245"/>
                </a:cubicBezTo>
                <a:cubicBezTo>
                  <a:pt x="3122613" y="285110"/>
                  <a:pt x="3125073" y="283500"/>
                  <a:pt x="3127188" y="281493"/>
                </a:cubicBezTo>
                <a:cubicBezTo>
                  <a:pt x="3133610" y="272053"/>
                  <a:pt x="3139515" y="262270"/>
                  <a:pt x="3144877" y="252188"/>
                </a:cubicBezTo>
                <a:cubicBezTo>
                  <a:pt x="3144877" y="252188"/>
                  <a:pt x="3147780" y="250473"/>
                  <a:pt x="3149892" y="252188"/>
                </a:cubicBezTo>
                <a:cubicBezTo>
                  <a:pt x="3152191" y="259540"/>
                  <a:pt x="3153393" y="267191"/>
                  <a:pt x="3153457" y="274893"/>
                </a:cubicBezTo>
                <a:cubicBezTo>
                  <a:pt x="3153408" y="275689"/>
                  <a:pt x="3153525" y="276486"/>
                  <a:pt x="3153798" y="277236"/>
                </a:cubicBezTo>
                <a:cubicBezTo>
                  <a:pt x="3154897" y="280249"/>
                  <a:pt x="3158231" y="281801"/>
                  <a:pt x="3161244" y="280701"/>
                </a:cubicBezTo>
                <a:cubicBezTo>
                  <a:pt x="3166603" y="279585"/>
                  <a:pt x="3171733" y="277577"/>
                  <a:pt x="3176424" y="274761"/>
                </a:cubicBezTo>
                <a:cubicBezTo>
                  <a:pt x="3177349" y="274101"/>
                  <a:pt x="3181573" y="272254"/>
                  <a:pt x="3181573" y="269614"/>
                </a:cubicBezTo>
                <a:cubicBezTo>
                  <a:pt x="3180662" y="265952"/>
                  <a:pt x="3179333" y="262409"/>
                  <a:pt x="3177612" y="259054"/>
                </a:cubicBezTo>
                <a:cubicBezTo>
                  <a:pt x="3176201" y="254055"/>
                  <a:pt x="3175317" y="248923"/>
                  <a:pt x="3174972" y="243740"/>
                </a:cubicBezTo>
                <a:cubicBezTo>
                  <a:pt x="3174972" y="240968"/>
                  <a:pt x="3176161" y="224600"/>
                  <a:pt x="3177349" y="212324"/>
                </a:cubicBezTo>
                <a:cubicBezTo>
                  <a:pt x="3178141" y="205460"/>
                  <a:pt x="3175105" y="197275"/>
                  <a:pt x="3175105" y="179060"/>
                </a:cubicBezTo>
                <a:cubicBezTo>
                  <a:pt x="3175400" y="172582"/>
                  <a:pt x="3174366" y="166115"/>
                  <a:pt x="3172069" y="160052"/>
                </a:cubicBezTo>
                <a:cubicBezTo>
                  <a:pt x="3168769" y="158071"/>
                  <a:pt x="3173258" y="150283"/>
                  <a:pt x="3178405" y="149095"/>
                </a:cubicBezTo>
                <a:cubicBezTo>
                  <a:pt x="3181434" y="148833"/>
                  <a:pt x="3184483" y="148833"/>
                  <a:pt x="3187513" y="149095"/>
                </a:cubicBezTo>
                <a:cubicBezTo>
                  <a:pt x="3189493" y="148963"/>
                  <a:pt x="3189228" y="144871"/>
                  <a:pt x="3192133" y="146059"/>
                </a:cubicBezTo>
                <a:cubicBezTo>
                  <a:pt x="3195036" y="147248"/>
                  <a:pt x="3194510" y="147776"/>
                  <a:pt x="3196094" y="152000"/>
                </a:cubicBezTo>
                <a:cubicBezTo>
                  <a:pt x="3197678" y="156224"/>
                  <a:pt x="3196489" y="158468"/>
                  <a:pt x="3197678" y="162823"/>
                </a:cubicBezTo>
                <a:cubicBezTo>
                  <a:pt x="3198865" y="167179"/>
                  <a:pt x="3197017" y="173515"/>
                  <a:pt x="3198865" y="176023"/>
                </a:cubicBezTo>
                <a:cubicBezTo>
                  <a:pt x="3200019" y="178676"/>
                  <a:pt x="3200019" y="181687"/>
                  <a:pt x="3198865" y="184340"/>
                </a:cubicBezTo>
                <a:cubicBezTo>
                  <a:pt x="3198315" y="187351"/>
                  <a:pt x="3198315" y="190436"/>
                  <a:pt x="3198865" y="193448"/>
                </a:cubicBezTo>
                <a:cubicBezTo>
                  <a:pt x="3199922" y="196880"/>
                  <a:pt x="3198469" y="200443"/>
                  <a:pt x="3198865" y="204932"/>
                </a:cubicBezTo>
                <a:cubicBezTo>
                  <a:pt x="3199262" y="209420"/>
                  <a:pt x="3200185" y="224204"/>
                  <a:pt x="3200185" y="227372"/>
                </a:cubicBezTo>
                <a:cubicBezTo>
                  <a:pt x="3200185" y="230540"/>
                  <a:pt x="3203881" y="235557"/>
                  <a:pt x="3203090" y="242421"/>
                </a:cubicBezTo>
                <a:cubicBezTo>
                  <a:pt x="3203090" y="245192"/>
                  <a:pt x="3203090" y="250869"/>
                  <a:pt x="3203090" y="253509"/>
                </a:cubicBezTo>
                <a:cubicBezTo>
                  <a:pt x="3202297" y="259185"/>
                  <a:pt x="3197413" y="263541"/>
                  <a:pt x="3198601" y="266709"/>
                </a:cubicBezTo>
                <a:cubicBezTo>
                  <a:pt x="3199751" y="269633"/>
                  <a:pt x="3202038" y="271967"/>
                  <a:pt x="3204937" y="273177"/>
                </a:cubicBezTo>
                <a:cubicBezTo>
                  <a:pt x="3208501" y="273970"/>
                  <a:pt x="3214573" y="269746"/>
                  <a:pt x="3217476" y="269746"/>
                </a:cubicBezTo>
                <a:cubicBezTo>
                  <a:pt x="3221097" y="269838"/>
                  <a:pt x="3224719" y="269618"/>
                  <a:pt x="3228301" y="269085"/>
                </a:cubicBezTo>
                <a:cubicBezTo>
                  <a:pt x="3234062" y="267377"/>
                  <a:pt x="3239995" y="266316"/>
                  <a:pt x="3245990" y="265916"/>
                </a:cubicBezTo>
                <a:cubicBezTo>
                  <a:pt x="3248630" y="265785"/>
                  <a:pt x="3253250" y="262617"/>
                  <a:pt x="3255626" y="262617"/>
                </a:cubicBezTo>
                <a:cubicBezTo>
                  <a:pt x="3258418" y="261417"/>
                  <a:pt x="3260968" y="259718"/>
                  <a:pt x="3263150" y="257601"/>
                </a:cubicBezTo>
                <a:cubicBezTo>
                  <a:pt x="3264743" y="256164"/>
                  <a:pt x="3265176" y="253839"/>
                  <a:pt x="3264206" y="251925"/>
                </a:cubicBezTo>
                <a:cubicBezTo>
                  <a:pt x="3262358" y="247305"/>
                  <a:pt x="3258531" y="249153"/>
                  <a:pt x="3253645" y="250869"/>
                </a:cubicBezTo>
                <a:cubicBezTo>
                  <a:pt x="3251005" y="251925"/>
                  <a:pt x="3245727" y="256545"/>
                  <a:pt x="3244010" y="254828"/>
                </a:cubicBezTo>
                <a:cubicBezTo>
                  <a:pt x="3240986" y="253003"/>
                  <a:pt x="3239797" y="249210"/>
                  <a:pt x="3241238" y="245985"/>
                </a:cubicBezTo>
                <a:cubicBezTo>
                  <a:pt x="3241898" y="243080"/>
                  <a:pt x="3239259" y="237537"/>
                  <a:pt x="3235430" y="238725"/>
                </a:cubicBezTo>
                <a:cubicBezTo>
                  <a:pt x="3231602" y="239912"/>
                  <a:pt x="3231337" y="245457"/>
                  <a:pt x="3231602" y="249550"/>
                </a:cubicBezTo>
                <a:cubicBezTo>
                  <a:pt x="3231867" y="253641"/>
                  <a:pt x="3228829" y="254565"/>
                  <a:pt x="3226982" y="256017"/>
                </a:cubicBezTo>
                <a:cubicBezTo>
                  <a:pt x="3225134" y="257468"/>
                  <a:pt x="3223417" y="260636"/>
                  <a:pt x="3220514" y="259449"/>
                </a:cubicBezTo>
                <a:cubicBezTo>
                  <a:pt x="3216111" y="256925"/>
                  <a:pt x="3213546" y="252102"/>
                  <a:pt x="3213913" y="247041"/>
                </a:cubicBezTo>
                <a:cubicBezTo>
                  <a:pt x="3213781" y="244268"/>
                  <a:pt x="3214837" y="224072"/>
                  <a:pt x="3214837" y="221432"/>
                </a:cubicBezTo>
                <a:cubicBezTo>
                  <a:pt x="3215365" y="216020"/>
                  <a:pt x="3211934" y="208628"/>
                  <a:pt x="3211934" y="204008"/>
                </a:cubicBezTo>
                <a:cubicBezTo>
                  <a:pt x="3212368" y="195786"/>
                  <a:pt x="3212368" y="187547"/>
                  <a:pt x="3211934" y="179325"/>
                </a:cubicBezTo>
                <a:cubicBezTo>
                  <a:pt x="3211480" y="176518"/>
                  <a:pt x="3210864" y="173741"/>
                  <a:pt x="3210085" y="171008"/>
                </a:cubicBezTo>
                <a:cubicBezTo>
                  <a:pt x="3210478" y="166582"/>
                  <a:pt x="3212229" y="162385"/>
                  <a:pt x="3215102" y="158996"/>
                </a:cubicBezTo>
                <a:cubicBezTo>
                  <a:pt x="3217261" y="156455"/>
                  <a:pt x="3220258" y="154770"/>
                  <a:pt x="3223550" y="154243"/>
                </a:cubicBezTo>
                <a:cubicBezTo>
                  <a:pt x="3226718" y="153584"/>
                  <a:pt x="3227643" y="161767"/>
                  <a:pt x="3227641" y="167444"/>
                </a:cubicBezTo>
                <a:cubicBezTo>
                  <a:pt x="3227522" y="170461"/>
                  <a:pt x="3228507" y="173417"/>
                  <a:pt x="3230413" y="175760"/>
                </a:cubicBezTo>
                <a:cubicBezTo>
                  <a:pt x="3232910" y="184837"/>
                  <a:pt x="3234241" y="194197"/>
                  <a:pt x="3234374" y="203612"/>
                </a:cubicBezTo>
                <a:cubicBezTo>
                  <a:pt x="3234242" y="208760"/>
                  <a:pt x="3235033" y="208100"/>
                  <a:pt x="3238070" y="210081"/>
                </a:cubicBezTo>
                <a:cubicBezTo>
                  <a:pt x="3241106" y="212060"/>
                  <a:pt x="3250214" y="208232"/>
                  <a:pt x="3252459" y="210081"/>
                </a:cubicBezTo>
                <a:cubicBezTo>
                  <a:pt x="3254703" y="211928"/>
                  <a:pt x="3255759" y="216945"/>
                  <a:pt x="3257871" y="216945"/>
                </a:cubicBezTo>
                <a:cubicBezTo>
                  <a:pt x="3264602" y="217868"/>
                  <a:pt x="3269222" y="207308"/>
                  <a:pt x="3271071" y="204668"/>
                </a:cubicBezTo>
                <a:cubicBezTo>
                  <a:pt x="3275955" y="197803"/>
                  <a:pt x="3265526" y="188301"/>
                  <a:pt x="3264074" y="188036"/>
                </a:cubicBezTo>
                <a:cubicBezTo>
                  <a:pt x="3262622" y="187771"/>
                  <a:pt x="3258398" y="191600"/>
                  <a:pt x="3252459" y="192523"/>
                </a:cubicBezTo>
                <a:cubicBezTo>
                  <a:pt x="3246518" y="193448"/>
                  <a:pt x="3249026" y="197672"/>
                  <a:pt x="3244274" y="196352"/>
                </a:cubicBezTo>
                <a:cubicBezTo>
                  <a:pt x="3239522" y="195032"/>
                  <a:pt x="3241634" y="184603"/>
                  <a:pt x="3244274" y="179853"/>
                </a:cubicBezTo>
                <a:cubicBezTo>
                  <a:pt x="3246964" y="175910"/>
                  <a:pt x="3248683" y="171386"/>
                  <a:pt x="3249290" y="166652"/>
                </a:cubicBezTo>
                <a:cubicBezTo>
                  <a:pt x="3248762" y="160976"/>
                  <a:pt x="3243746" y="154112"/>
                  <a:pt x="3243746" y="152000"/>
                </a:cubicBezTo>
                <a:cubicBezTo>
                  <a:pt x="3243746" y="149888"/>
                  <a:pt x="3250214" y="142891"/>
                  <a:pt x="3252986" y="142759"/>
                </a:cubicBezTo>
                <a:cubicBezTo>
                  <a:pt x="3255759" y="142627"/>
                  <a:pt x="3260511" y="151075"/>
                  <a:pt x="3263151" y="151075"/>
                </a:cubicBezTo>
                <a:cubicBezTo>
                  <a:pt x="3265790" y="151075"/>
                  <a:pt x="3272391" y="140779"/>
                  <a:pt x="3275427" y="134839"/>
                </a:cubicBezTo>
                <a:cubicBezTo>
                  <a:pt x="3277406" y="131143"/>
                  <a:pt x="3278595" y="120583"/>
                  <a:pt x="3284535" y="117943"/>
                </a:cubicBezTo>
                <a:cubicBezTo>
                  <a:pt x="3286911" y="117943"/>
                  <a:pt x="3290211" y="119130"/>
                  <a:pt x="3291927" y="117943"/>
                </a:cubicBezTo>
                <a:cubicBezTo>
                  <a:pt x="3294220" y="116805"/>
                  <a:pt x="3296761" y="116260"/>
                  <a:pt x="3299319" y="116359"/>
                </a:cubicBezTo>
                <a:close/>
                <a:moveTo>
                  <a:pt x="370226" y="103560"/>
                </a:moveTo>
                <a:cubicBezTo>
                  <a:pt x="316155" y="106189"/>
                  <a:pt x="262263" y="124438"/>
                  <a:pt x="215669" y="159328"/>
                </a:cubicBezTo>
                <a:lnTo>
                  <a:pt x="215631" y="159328"/>
                </a:lnTo>
                <a:cubicBezTo>
                  <a:pt x="144751" y="212382"/>
                  <a:pt x="103072" y="295775"/>
                  <a:pt x="103178" y="384310"/>
                </a:cubicBezTo>
                <a:cubicBezTo>
                  <a:pt x="103170" y="398633"/>
                  <a:pt x="104249" y="412934"/>
                  <a:pt x="106396" y="427095"/>
                </a:cubicBezTo>
                <a:cubicBezTo>
                  <a:pt x="106585" y="428269"/>
                  <a:pt x="106851" y="429404"/>
                  <a:pt x="107040" y="430578"/>
                </a:cubicBezTo>
                <a:cubicBezTo>
                  <a:pt x="107911" y="435841"/>
                  <a:pt x="108933" y="441028"/>
                  <a:pt x="110069" y="446178"/>
                </a:cubicBezTo>
                <a:cubicBezTo>
                  <a:pt x="111735" y="453447"/>
                  <a:pt x="113552" y="460679"/>
                  <a:pt x="115748" y="467722"/>
                </a:cubicBezTo>
                <a:cubicBezTo>
                  <a:pt x="118172" y="475294"/>
                  <a:pt x="120973" y="482867"/>
                  <a:pt x="124002" y="490440"/>
                </a:cubicBezTo>
                <a:cubicBezTo>
                  <a:pt x="124419" y="491424"/>
                  <a:pt x="124798" y="492484"/>
                  <a:pt x="125214" y="493469"/>
                </a:cubicBezTo>
                <a:cubicBezTo>
                  <a:pt x="133976" y="514305"/>
                  <a:pt x="145213" y="534008"/>
                  <a:pt x="158685" y="552156"/>
                </a:cubicBezTo>
                <a:lnTo>
                  <a:pt x="158874" y="552383"/>
                </a:lnTo>
                <a:cubicBezTo>
                  <a:pt x="158969" y="552512"/>
                  <a:pt x="159064" y="552637"/>
                  <a:pt x="159158" y="552766"/>
                </a:cubicBezTo>
                <a:cubicBezTo>
                  <a:pt x="194049" y="599359"/>
                  <a:pt x="240626" y="632037"/>
                  <a:pt x="291771" y="649778"/>
                </a:cubicBezTo>
                <a:lnTo>
                  <a:pt x="303575" y="652644"/>
                </a:lnTo>
                <a:lnTo>
                  <a:pt x="303028" y="649706"/>
                </a:lnTo>
                <a:cubicBezTo>
                  <a:pt x="302053" y="646256"/>
                  <a:pt x="300330" y="642365"/>
                  <a:pt x="297339" y="640604"/>
                </a:cubicBezTo>
                <a:cubicBezTo>
                  <a:pt x="294014" y="638844"/>
                  <a:pt x="290459" y="637572"/>
                  <a:pt x="286775" y="636818"/>
                </a:cubicBezTo>
                <a:lnTo>
                  <a:pt x="285149" y="635324"/>
                </a:lnTo>
                <a:lnTo>
                  <a:pt x="301352" y="638068"/>
                </a:lnTo>
                <a:cubicBezTo>
                  <a:pt x="309417" y="641437"/>
                  <a:pt x="311954" y="654500"/>
                  <a:pt x="311954" y="654500"/>
                </a:cubicBezTo>
                <a:cubicBezTo>
                  <a:pt x="311954" y="654500"/>
                  <a:pt x="315248" y="654349"/>
                  <a:pt x="316763" y="654500"/>
                </a:cubicBezTo>
                <a:lnTo>
                  <a:pt x="318067" y="656163"/>
                </a:lnTo>
                <a:lnTo>
                  <a:pt x="319172" y="656431"/>
                </a:lnTo>
                <a:lnTo>
                  <a:pt x="331037" y="656431"/>
                </a:lnTo>
                <a:lnTo>
                  <a:pt x="330882" y="659274"/>
                </a:lnTo>
                <a:lnTo>
                  <a:pt x="344175" y="662502"/>
                </a:lnTo>
                <a:cubicBezTo>
                  <a:pt x="361975" y="665059"/>
                  <a:pt x="380018" y="665917"/>
                  <a:pt x="398042" y="665041"/>
                </a:cubicBezTo>
                <a:lnTo>
                  <a:pt x="444656" y="658212"/>
                </a:lnTo>
                <a:lnTo>
                  <a:pt x="444625" y="658210"/>
                </a:lnTo>
                <a:lnTo>
                  <a:pt x="446784" y="657528"/>
                </a:lnTo>
                <a:lnTo>
                  <a:pt x="433229" y="657528"/>
                </a:lnTo>
                <a:cubicBezTo>
                  <a:pt x="433229" y="657528"/>
                  <a:pt x="433910" y="643519"/>
                  <a:pt x="425656" y="640339"/>
                </a:cubicBezTo>
                <a:cubicBezTo>
                  <a:pt x="419507" y="637832"/>
                  <a:pt x="412677" y="637548"/>
                  <a:pt x="406346" y="639544"/>
                </a:cubicBezTo>
                <a:cubicBezTo>
                  <a:pt x="399455" y="641891"/>
                  <a:pt x="397713" y="653629"/>
                  <a:pt x="396691" y="654310"/>
                </a:cubicBezTo>
                <a:lnTo>
                  <a:pt x="395818" y="656327"/>
                </a:lnTo>
                <a:lnTo>
                  <a:pt x="395820" y="656279"/>
                </a:lnTo>
                <a:lnTo>
                  <a:pt x="395707" y="656582"/>
                </a:lnTo>
                <a:lnTo>
                  <a:pt x="395818" y="656327"/>
                </a:lnTo>
                <a:lnTo>
                  <a:pt x="395517" y="662148"/>
                </a:lnTo>
                <a:cubicBezTo>
                  <a:pt x="393230" y="662455"/>
                  <a:pt x="390913" y="662455"/>
                  <a:pt x="388626" y="662148"/>
                </a:cubicBezTo>
                <a:cubicBezTo>
                  <a:pt x="387642" y="661807"/>
                  <a:pt x="392412" y="661580"/>
                  <a:pt x="391542" y="661088"/>
                </a:cubicBezTo>
                <a:cubicBezTo>
                  <a:pt x="390671" y="660595"/>
                  <a:pt x="389497" y="660860"/>
                  <a:pt x="389118" y="660671"/>
                </a:cubicBezTo>
                <a:cubicBezTo>
                  <a:pt x="388096" y="660141"/>
                  <a:pt x="390103" y="660141"/>
                  <a:pt x="390178" y="659535"/>
                </a:cubicBezTo>
                <a:cubicBezTo>
                  <a:pt x="390254" y="658929"/>
                  <a:pt x="386846" y="659535"/>
                  <a:pt x="386392" y="659535"/>
                </a:cubicBezTo>
                <a:cubicBezTo>
                  <a:pt x="385938" y="659535"/>
                  <a:pt x="387869" y="658551"/>
                  <a:pt x="387869" y="658551"/>
                </a:cubicBezTo>
                <a:lnTo>
                  <a:pt x="381357" y="658551"/>
                </a:lnTo>
                <a:lnTo>
                  <a:pt x="382682" y="657528"/>
                </a:lnTo>
                <a:lnTo>
                  <a:pt x="369316" y="657528"/>
                </a:lnTo>
                <a:cubicBezTo>
                  <a:pt x="369316" y="657528"/>
                  <a:pt x="370035" y="643519"/>
                  <a:pt x="361743" y="640339"/>
                </a:cubicBezTo>
                <a:cubicBezTo>
                  <a:pt x="355594" y="637832"/>
                  <a:pt x="348764" y="637548"/>
                  <a:pt x="342433" y="639544"/>
                </a:cubicBezTo>
                <a:cubicBezTo>
                  <a:pt x="335542" y="641891"/>
                  <a:pt x="333801" y="653629"/>
                  <a:pt x="332778" y="654310"/>
                </a:cubicBezTo>
                <a:cubicBezTo>
                  <a:pt x="331756" y="654992"/>
                  <a:pt x="331074" y="653780"/>
                  <a:pt x="331074" y="653780"/>
                </a:cubicBezTo>
                <a:cubicBezTo>
                  <a:pt x="331074" y="653780"/>
                  <a:pt x="332551" y="644390"/>
                  <a:pt x="335315" y="641588"/>
                </a:cubicBezTo>
                <a:cubicBezTo>
                  <a:pt x="339582" y="637272"/>
                  <a:pt x="345451" y="634913"/>
                  <a:pt x="351520" y="635076"/>
                </a:cubicBezTo>
                <a:cubicBezTo>
                  <a:pt x="361289" y="634394"/>
                  <a:pt x="370149" y="636893"/>
                  <a:pt x="374238" y="641020"/>
                </a:cubicBezTo>
                <a:cubicBezTo>
                  <a:pt x="378327" y="645147"/>
                  <a:pt x="378592" y="655711"/>
                  <a:pt x="378592" y="655711"/>
                </a:cubicBezTo>
                <a:lnTo>
                  <a:pt x="393738" y="655332"/>
                </a:lnTo>
                <a:cubicBezTo>
                  <a:pt x="393738" y="655332"/>
                  <a:pt x="396653" y="644390"/>
                  <a:pt x="399417" y="641588"/>
                </a:cubicBezTo>
                <a:cubicBezTo>
                  <a:pt x="403681" y="637264"/>
                  <a:pt x="409549" y="634905"/>
                  <a:pt x="415622" y="635076"/>
                </a:cubicBezTo>
                <a:cubicBezTo>
                  <a:pt x="425391" y="634394"/>
                  <a:pt x="434251" y="636893"/>
                  <a:pt x="438340" y="641020"/>
                </a:cubicBezTo>
                <a:cubicBezTo>
                  <a:pt x="442430" y="645147"/>
                  <a:pt x="442694" y="655711"/>
                  <a:pt x="442694" y="655711"/>
                </a:cubicBezTo>
                <a:lnTo>
                  <a:pt x="456880" y="655356"/>
                </a:lnTo>
                <a:lnTo>
                  <a:pt x="457958" y="654973"/>
                </a:lnTo>
                <a:lnTo>
                  <a:pt x="460140" y="648285"/>
                </a:lnTo>
                <a:cubicBezTo>
                  <a:pt x="461636" y="644484"/>
                  <a:pt x="463822" y="640130"/>
                  <a:pt x="466586" y="637915"/>
                </a:cubicBezTo>
                <a:cubicBezTo>
                  <a:pt x="472114" y="633486"/>
                  <a:pt x="482451" y="634319"/>
                  <a:pt x="482451" y="634319"/>
                </a:cubicBezTo>
                <a:lnTo>
                  <a:pt x="482451" y="639922"/>
                </a:lnTo>
                <a:cubicBezTo>
                  <a:pt x="482451" y="639922"/>
                  <a:pt x="471092" y="638976"/>
                  <a:pt x="466700" y="642194"/>
                </a:cubicBezTo>
                <a:cubicBezTo>
                  <a:pt x="464504" y="643803"/>
                  <a:pt x="462923" y="646794"/>
                  <a:pt x="461877" y="649587"/>
                </a:cubicBezTo>
                <a:lnTo>
                  <a:pt x="460732" y="653986"/>
                </a:lnTo>
                <a:lnTo>
                  <a:pt x="503835" y="638653"/>
                </a:lnTo>
                <a:cubicBezTo>
                  <a:pt x="520724" y="630683"/>
                  <a:pt x="537066" y="620902"/>
                  <a:pt x="552597" y="609272"/>
                </a:cubicBezTo>
                <a:cubicBezTo>
                  <a:pt x="676848" y="516236"/>
                  <a:pt x="702148" y="340086"/>
                  <a:pt x="609107" y="215838"/>
                </a:cubicBezTo>
                <a:cubicBezTo>
                  <a:pt x="550957" y="138181"/>
                  <a:pt x="460343" y="99177"/>
                  <a:pt x="370226" y="103560"/>
                </a:cubicBezTo>
                <a:close/>
                <a:moveTo>
                  <a:pt x="248761" y="101814"/>
                </a:moveTo>
                <a:cubicBezTo>
                  <a:pt x="248394" y="102170"/>
                  <a:pt x="248004" y="102499"/>
                  <a:pt x="247587" y="102799"/>
                </a:cubicBezTo>
                <a:cubicBezTo>
                  <a:pt x="247247" y="102988"/>
                  <a:pt x="246224" y="102874"/>
                  <a:pt x="245846" y="103215"/>
                </a:cubicBezTo>
                <a:cubicBezTo>
                  <a:pt x="245350" y="103556"/>
                  <a:pt x="244797" y="103813"/>
                  <a:pt x="244218" y="103972"/>
                </a:cubicBezTo>
                <a:cubicBezTo>
                  <a:pt x="243801" y="103972"/>
                  <a:pt x="242930" y="103442"/>
                  <a:pt x="242249" y="103972"/>
                </a:cubicBezTo>
                <a:cubicBezTo>
                  <a:pt x="241567" y="104502"/>
                  <a:pt x="240999" y="104162"/>
                  <a:pt x="240583" y="104502"/>
                </a:cubicBezTo>
                <a:lnTo>
                  <a:pt x="240469" y="104351"/>
                </a:lnTo>
                <a:cubicBezTo>
                  <a:pt x="240128" y="105184"/>
                  <a:pt x="241189" y="106055"/>
                  <a:pt x="241264" y="106926"/>
                </a:cubicBezTo>
                <a:cubicBezTo>
                  <a:pt x="241279" y="107478"/>
                  <a:pt x="241525" y="108001"/>
                  <a:pt x="241946" y="108364"/>
                </a:cubicBezTo>
                <a:cubicBezTo>
                  <a:pt x="242726" y="108792"/>
                  <a:pt x="243381" y="109417"/>
                  <a:pt x="243839" y="110182"/>
                </a:cubicBezTo>
                <a:cubicBezTo>
                  <a:pt x="244218" y="110750"/>
                  <a:pt x="245770" y="111166"/>
                  <a:pt x="245997" y="111545"/>
                </a:cubicBezTo>
                <a:cubicBezTo>
                  <a:pt x="246224" y="111924"/>
                  <a:pt x="248042" y="112681"/>
                  <a:pt x="248572" y="113059"/>
                </a:cubicBezTo>
                <a:cubicBezTo>
                  <a:pt x="249102" y="113438"/>
                  <a:pt x="249329" y="114347"/>
                  <a:pt x="249670" y="114688"/>
                </a:cubicBezTo>
                <a:cubicBezTo>
                  <a:pt x="250098" y="115312"/>
                  <a:pt x="250904" y="115551"/>
                  <a:pt x="251601" y="115256"/>
                </a:cubicBezTo>
                <a:cubicBezTo>
                  <a:pt x="251979" y="115028"/>
                  <a:pt x="252358" y="113930"/>
                  <a:pt x="252699" y="113590"/>
                </a:cubicBezTo>
                <a:cubicBezTo>
                  <a:pt x="253040" y="113249"/>
                  <a:pt x="253759" y="113022"/>
                  <a:pt x="254138" y="112681"/>
                </a:cubicBezTo>
                <a:cubicBezTo>
                  <a:pt x="254690" y="112219"/>
                  <a:pt x="255130" y="111636"/>
                  <a:pt x="255425" y="110977"/>
                </a:cubicBezTo>
                <a:cubicBezTo>
                  <a:pt x="255584" y="110409"/>
                  <a:pt x="255686" y="109826"/>
                  <a:pt x="255728" y="109235"/>
                </a:cubicBezTo>
                <a:cubicBezTo>
                  <a:pt x="255842" y="108554"/>
                  <a:pt x="255539" y="107607"/>
                  <a:pt x="255539" y="107001"/>
                </a:cubicBezTo>
                <a:cubicBezTo>
                  <a:pt x="255800" y="106354"/>
                  <a:pt x="255879" y="105646"/>
                  <a:pt x="255766" y="104957"/>
                </a:cubicBezTo>
                <a:cubicBezTo>
                  <a:pt x="255629" y="104370"/>
                  <a:pt x="255357" y="103825"/>
                  <a:pt x="254971" y="103367"/>
                </a:cubicBezTo>
                <a:cubicBezTo>
                  <a:pt x="254478" y="103075"/>
                  <a:pt x="253960" y="102836"/>
                  <a:pt x="253418" y="102647"/>
                </a:cubicBezTo>
                <a:cubicBezTo>
                  <a:pt x="252547" y="102231"/>
                  <a:pt x="249443" y="101208"/>
                  <a:pt x="248761" y="101814"/>
                </a:cubicBezTo>
                <a:close/>
                <a:moveTo>
                  <a:pt x="228693" y="96703"/>
                </a:moveTo>
                <a:cubicBezTo>
                  <a:pt x="228996" y="96627"/>
                  <a:pt x="228996" y="97725"/>
                  <a:pt x="229034" y="98520"/>
                </a:cubicBezTo>
                <a:cubicBezTo>
                  <a:pt x="228893" y="99372"/>
                  <a:pt x="228640" y="100198"/>
                  <a:pt x="228276" y="100982"/>
                </a:cubicBezTo>
                <a:cubicBezTo>
                  <a:pt x="227708" y="102080"/>
                  <a:pt x="227671" y="102837"/>
                  <a:pt x="227216" y="103708"/>
                </a:cubicBezTo>
                <a:cubicBezTo>
                  <a:pt x="226747" y="104435"/>
                  <a:pt x="226160" y="105075"/>
                  <a:pt x="225474" y="105601"/>
                </a:cubicBezTo>
                <a:cubicBezTo>
                  <a:pt x="224823" y="105983"/>
                  <a:pt x="223986" y="105783"/>
                  <a:pt x="223581" y="105146"/>
                </a:cubicBezTo>
                <a:cubicBezTo>
                  <a:pt x="223203" y="104560"/>
                  <a:pt x="223203" y="103802"/>
                  <a:pt x="223581" y="103215"/>
                </a:cubicBezTo>
                <a:cubicBezTo>
                  <a:pt x="224191" y="102220"/>
                  <a:pt x="224876" y="101269"/>
                  <a:pt x="225626" y="100376"/>
                </a:cubicBezTo>
                <a:cubicBezTo>
                  <a:pt x="225906" y="99971"/>
                  <a:pt x="226126" y="99524"/>
                  <a:pt x="226270" y="99051"/>
                </a:cubicBezTo>
                <a:cubicBezTo>
                  <a:pt x="226421" y="98520"/>
                  <a:pt x="227065" y="98369"/>
                  <a:pt x="227405" y="97725"/>
                </a:cubicBezTo>
                <a:cubicBezTo>
                  <a:pt x="227761" y="97301"/>
                  <a:pt x="228201" y="96957"/>
                  <a:pt x="228693" y="96703"/>
                </a:cubicBezTo>
                <a:close/>
                <a:moveTo>
                  <a:pt x="231950" y="86215"/>
                </a:moveTo>
                <a:cubicBezTo>
                  <a:pt x="231420" y="86215"/>
                  <a:pt x="230473" y="87237"/>
                  <a:pt x="230095" y="87237"/>
                </a:cubicBezTo>
                <a:cubicBezTo>
                  <a:pt x="229428" y="87279"/>
                  <a:pt x="228769" y="87396"/>
                  <a:pt x="228126" y="87578"/>
                </a:cubicBezTo>
                <a:cubicBezTo>
                  <a:pt x="227713" y="87771"/>
                  <a:pt x="227399" y="88127"/>
                  <a:pt x="227255" y="88562"/>
                </a:cubicBezTo>
                <a:cubicBezTo>
                  <a:pt x="227028" y="88903"/>
                  <a:pt x="226827" y="89255"/>
                  <a:pt x="226649" y="89622"/>
                </a:cubicBezTo>
                <a:cubicBezTo>
                  <a:pt x="226396" y="90046"/>
                  <a:pt x="226183" y="90489"/>
                  <a:pt x="226005" y="90948"/>
                </a:cubicBezTo>
                <a:cubicBezTo>
                  <a:pt x="225672" y="91637"/>
                  <a:pt x="225210" y="92254"/>
                  <a:pt x="224642" y="92765"/>
                </a:cubicBezTo>
                <a:cubicBezTo>
                  <a:pt x="223923" y="93484"/>
                  <a:pt x="223885" y="93711"/>
                  <a:pt x="223507" y="93939"/>
                </a:cubicBezTo>
                <a:cubicBezTo>
                  <a:pt x="222995" y="94435"/>
                  <a:pt x="222548" y="94995"/>
                  <a:pt x="222181" y="95605"/>
                </a:cubicBezTo>
                <a:cubicBezTo>
                  <a:pt x="221576" y="96475"/>
                  <a:pt x="220591" y="97081"/>
                  <a:pt x="220212" y="97649"/>
                </a:cubicBezTo>
                <a:cubicBezTo>
                  <a:pt x="219565" y="98766"/>
                  <a:pt x="218671" y="99724"/>
                  <a:pt x="217600" y="100451"/>
                </a:cubicBezTo>
                <a:cubicBezTo>
                  <a:pt x="217183" y="100258"/>
                  <a:pt x="216752" y="100091"/>
                  <a:pt x="216313" y="99959"/>
                </a:cubicBezTo>
                <a:cubicBezTo>
                  <a:pt x="215328" y="99770"/>
                  <a:pt x="214987" y="99618"/>
                  <a:pt x="214306" y="99959"/>
                </a:cubicBezTo>
                <a:cubicBezTo>
                  <a:pt x="213844" y="100527"/>
                  <a:pt x="213416" y="101121"/>
                  <a:pt x="213018" y="101738"/>
                </a:cubicBezTo>
                <a:cubicBezTo>
                  <a:pt x="213018" y="102836"/>
                  <a:pt x="212034" y="104048"/>
                  <a:pt x="213246" y="106168"/>
                </a:cubicBezTo>
                <a:cubicBezTo>
                  <a:pt x="213473" y="106547"/>
                  <a:pt x="214079" y="107342"/>
                  <a:pt x="215214" y="109084"/>
                </a:cubicBezTo>
                <a:cubicBezTo>
                  <a:pt x="215923" y="110008"/>
                  <a:pt x="216684" y="110890"/>
                  <a:pt x="217486" y="111734"/>
                </a:cubicBezTo>
                <a:cubicBezTo>
                  <a:pt x="218130" y="112529"/>
                  <a:pt x="219114" y="113325"/>
                  <a:pt x="219342" y="113703"/>
                </a:cubicBezTo>
                <a:cubicBezTo>
                  <a:pt x="219569" y="114082"/>
                  <a:pt x="220288" y="115180"/>
                  <a:pt x="220477" y="115180"/>
                </a:cubicBezTo>
                <a:cubicBezTo>
                  <a:pt x="220667" y="115180"/>
                  <a:pt x="220780" y="115293"/>
                  <a:pt x="221310" y="115748"/>
                </a:cubicBezTo>
                <a:cubicBezTo>
                  <a:pt x="221841" y="116202"/>
                  <a:pt x="221992" y="116656"/>
                  <a:pt x="222636" y="116997"/>
                </a:cubicBezTo>
                <a:cubicBezTo>
                  <a:pt x="222980" y="117152"/>
                  <a:pt x="223355" y="117232"/>
                  <a:pt x="223734" y="117224"/>
                </a:cubicBezTo>
                <a:cubicBezTo>
                  <a:pt x="224483" y="116952"/>
                  <a:pt x="225207" y="116607"/>
                  <a:pt x="225892" y="116202"/>
                </a:cubicBezTo>
                <a:cubicBezTo>
                  <a:pt x="226233" y="115975"/>
                  <a:pt x="226460" y="115558"/>
                  <a:pt x="226990" y="115218"/>
                </a:cubicBezTo>
                <a:cubicBezTo>
                  <a:pt x="227520" y="114877"/>
                  <a:pt x="228580" y="114763"/>
                  <a:pt x="228883" y="114688"/>
                </a:cubicBezTo>
                <a:cubicBezTo>
                  <a:pt x="229186" y="114612"/>
                  <a:pt x="230019" y="115066"/>
                  <a:pt x="230019" y="115369"/>
                </a:cubicBezTo>
                <a:cubicBezTo>
                  <a:pt x="230432" y="116460"/>
                  <a:pt x="230913" y="117520"/>
                  <a:pt x="231458" y="118550"/>
                </a:cubicBezTo>
                <a:cubicBezTo>
                  <a:pt x="231825" y="119337"/>
                  <a:pt x="232268" y="120083"/>
                  <a:pt x="232783" y="120784"/>
                </a:cubicBezTo>
                <a:cubicBezTo>
                  <a:pt x="233010" y="121124"/>
                  <a:pt x="233729" y="122033"/>
                  <a:pt x="233729" y="122412"/>
                </a:cubicBezTo>
                <a:cubicBezTo>
                  <a:pt x="234714" y="124153"/>
                  <a:pt x="234411" y="125024"/>
                  <a:pt x="233086" y="125857"/>
                </a:cubicBezTo>
                <a:cubicBezTo>
                  <a:pt x="232707" y="126084"/>
                  <a:pt x="231344" y="125706"/>
                  <a:pt x="230095" y="126501"/>
                </a:cubicBezTo>
                <a:cubicBezTo>
                  <a:pt x="229905" y="126614"/>
                  <a:pt x="228391" y="127826"/>
                  <a:pt x="228845" y="128205"/>
                </a:cubicBezTo>
                <a:cubicBezTo>
                  <a:pt x="229299" y="128583"/>
                  <a:pt x="232215" y="128810"/>
                  <a:pt x="233086" y="129303"/>
                </a:cubicBezTo>
                <a:cubicBezTo>
                  <a:pt x="233957" y="129795"/>
                  <a:pt x="234373" y="130325"/>
                  <a:pt x="235055" y="130514"/>
                </a:cubicBezTo>
                <a:cubicBezTo>
                  <a:pt x="235808" y="130579"/>
                  <a:pt x="236565" y="130503"/>
                  <a:pt x="237289" y="130287"/>
                </a:cubicBezTo>
                <a:cubicBezTo>
                  <a:pt x="237857" y="130249"/>
                  <a:pt x="238425" y="130476"/>
                  <a:pt x="238803" y="130476"/>
                </a:cubicBezTo>
                <a:cubicBezTo>
                  <a:pt x="239182" y="130476"/>
                  <a:pt x="240128" y="130287"/>
                  <a:pt x="240431" y="130287"/>
                </a:cubicBezTo>
                <a:cubicBezTo>
                  <a:pt x="240806" y="130454"/>
                  <a:pt x="241230" y="130454"/>
                  <a:pt x="241605" y="130287"/>
                </a:cubicBezTo>
                <a:cubicBezTo>
                  <a:pt x="241984" y="130060"/>
                  <a:pt x="242097" y="129189"/>
                  <a:pt x="242892" y="128205"/>
                </a:cubicBezTo>
                <a:cubicBezTo>
                  <a:pt x="243687" y="127220"/>
                  <a:pt x="243271" y="125592"/>
                  <a:pt x="243687" y="125024"/>
                </a:cubicBezTo>
                <a:cubicBezTo>
                  <a:pt x="244293" y="123850"/>
                  <a:pt x="244365" y="122468"/>
                  <a:pt x="243877" y="121238"/>
                </a:cubicBezTo>
                <a:cubicBezTo>
                  <a:pt x="242135" y="117804"/>
                  <a:pt x="240147" y="114502"/>
                  <a:pt x="237932" y="111356"/>
                </a:cubicBezTo>
                <a:cubicBezTo>
                  <a:pt x="237247" y="110807"/>
                  <a:pt x="236679" y="110125"/>
                  <a:pt x="236266" y="109349"/>
                </a:cubicBezTo>
                <a:cubicBezTo>
                  <a:pt x="235812" y="108592"/>
                  <a:pt x="236266" y="107494"/>
                  <a:pt x="236607" y="107494"/>
                </a:cubicBezTo>
                <a:cubicBezTo>
                  <a:pt x="237080" y="107414"/>
                  <a:pt x="237478" y="107100"/>
                  <a:pt x="237667" y="106661"/>
                </a:cubicBezTo>
                <a:cubicBezTo>
                  <a:pt x="237845" y="105710"/>
                  <a:pt x="237959" y="104749"/>
                  <a:pt x="238008" y="103783"/>
                </a:cubicBezTo>
                <a:cubicBezTo>
                  <a:pt x="237857" y="101061"/>
                  <a:pt x="237857" y="98327"/>
                  <a:pt x="238008" y="95605"/>
                </a:cubicBezTo>
                <a:cubicBezTo>
                  <a:pt x="238050" y="94798"/>
                  <a:pt x="238050" y="93988"/>
                  <a:pt x="238008" y="93181"/>
                </a:cubicBezTo>
                <a:cubicBezTo>
                  <a:pt x="238197" y="91962"/>
                  <a:pt x="238478" y="90762"/>
                  <a:pt x="238841" y="89584"/>
                </a:cubicBezTo>
                <a:cubicBezTo>
                  <a:pt x="238686" y="88937"/>
                  <a:pt x="238311" y="88361"/>
                  <a:pt x="237781" y="87956"/>
                </a:cubicBezTo>
                <a:cubicBezTo>
                  <a:pt x="237402" y="87729"/>
                  <a:pt x="236494" y="86555"/>
                  <a:pt x="235736" y="86215"/>
                </a:cubicBezTo>
                <a:cubicBezTo>
                  <a:pt x="234475" y="86090"/>
                  <a:pt x="233211" y="86090"/>
                  <a:pt x="231950" y="86215"/>
                </a:cubicBezTo>
                <a:close/>
                <a:moveTo>
                  <a:pt x="556057" y="81179"/>
                </a:moveTo>
                <a:cubicBezTo>
                  <a:pt x="555603" y="81065"/>
                  <a:pt x="555149" y="80952"/>
                  <a:pt x="554808" y="81595"/>
                </a:cubicBezTo>
                <a:cubicBezTo>
                  <a:pt x="554528" y="82508"/>
                  <a:pt x="554092" y="83367"/>
                  <a:pt x="553520" y="84132"/>
                </a:cubicBezTo>
                <a:cubicBezTo>
                  <a:pt x="552987" y="85090"/>
                  <a:pt x="552335" y="85980"/>
                  <a:pt x="551589" y="86783"/>
                </a:cubicBezTo>
                <a:cubicBezTo>
                  <a:pt x="550120" y="87733"/>
                  <a:pt x="548913" y="89035"/>
                  <a:pt x="548068" y="90569"/>
                </a:cubicBezTo>
                <a:cubicBezTo>
                  <a:pt x="546080" y="90611"/>
                  <a:pt x="544108" y="90236"/>
                  <a:pt x="542275" y="89471"/>
                </a:cubicBezTo>
                <a:cubicBezTo>
                  <a:pt x="541215" y="88941"/>
                  <a:pt x="539965" y="87691"/>
                  <a:pt x="539360" y="87691"/>
                </a:cubicBezTo>
                <a:cubicBezTo>
                  <a:pt x="538811" y="87566"/>
                  <a:pt x="538243" y="87566"/>
                  <a:pt x="537694" y="87691"/>
                </a:cubicBezTo>
                <a:cubicBezTo>
                  <a:pt x="537050" y="87729"/>
                  <a:pt x="536520" y="87388"/>
                  <a:pt x="535952" y="87388"/>
                </a:cubicBezTo>
                <a:cubicBezTo>
                  <a:pt x="535369" y="87597"/>
                  <a:pt x="534775" y="87775"/>
                  <a:pt x="534172" y="87918"/>
                </a:cubicBezTo>
                <a:cubicBezTo>
                  <a:pt x="533351" y="88006"/>
                  <a:pt x="532669" y="88592"/>
                  <a:pt x="532469" y="89395"/>
                </a:cubicBezTo>
                <a:cubicBezTo>
                  <a:pt x="531825" y="90849"/>
                  <a:pt x="532079" y="92542"/>
                  <a:pt x="533112" y="93749"/>
                </a:cubicBezTo>
                <a:cubicBezTo>
                  <a:pt x="533983" y="94431"/>
                  <a:pt x="534021" y="95226"/>
                  <a:pt x="534627" y="95908"/>
                </a:cubicBezTo>
                <a:cubicBezTo>
                  <a:pt x="534975" y="96298"/>
                  <a:pt x="535441" y="96563"/>
                  <a:pt x="535952" y="96665"/>
                </a:cubicBezTo>
                <a:cubicBezTo>
                  <a:pt x="536490" y="96771"/>
                  <a:pt x="537020" y="96911"/>
                  <a:pt x="537542" y="97081"/>
                </a:cubicBezTo>
                <a:lnTo>
                  <a:pt x="538602" y="97687"/>
                </a:lnTo>
                <a:cubicBezTo>
                  <a:pt x="538981" y="97914"/>
                  <a:pt x="540155" y="97914"/>
                  <a:pt x="540003" y="98407"/>
                </a:cubicBezTo>
                <a:cubicBezTo>
                  <a:pt x="539852" y="98899"/>
                  <a:pt x="538830" y="99656"/>
                  <a:pt x="538337" y="99997"/>
                </a:cubicBezTo>
                <a:cubicBezTo>
                  <a:pt x="536846" y="101424"/>
                  <a:pt x="535047" y="102488"/>
                  <a:pt x="533074" y="103101"/>
                </a:cubicBezTo>
                <a:cubicBezTo>
                  <a:pt x="529614" y="104147"/>
                  <a:pt x="526100" y="105006"/>
                  <a:pt x="522549" y="105676"/>
                </a:cubicBezTo>
                <a:cubicBezTo>
                  <a:pt x="522208" y="105676"/>
                  <a:pt x="521564" y="105676"/>
                  <a:pt x="521261" y="105676"/>
                </a:cubicBezTo>
                <a:cubicBezTo>
                  <a:pt x="520572" y="105805"/>
                  <a:pt x="519875" y="105892"/>
                  <a:pt x="519179" y="105941"/>
                </a:cubicBezTo>
                <a:cubicBezTo>
                  <a:pt x="518255" y="106131"/>
                  <a:pt x="517301" y="106131"/>
                  <a:pt x="516377" y="105941"/>
                </a:cubicBezTo>
                <a:lnTo>
                  <a:pt x="516377" y="105790"/>
                </a:lnTo>
                <a:cubicBezTo>
                  <a:pt x="515203" y="105563"/>
                  <a:pt x="514408" y="105903"/>
                  <a:pt x="514522" y="106244"/>
                </a:cubicBezTo>
                <a:cubicBezTo>
                  <a:pt x="514635" y="106585"/>
                  <a:pt x="515165" y="107039"/>
                  <a:pt x="515657" y="107569"/>
                </a:cubicBezTo>
                <a:cubicBezTo>
                  <a:pt x="516150" y="108099"/>
                  <a:pt x="515430" y="109197"/>
                  <a:pt x="515657" y="109765"/>
                </a:cubicBezTo>
                <a:cubicBezTo>
                  <a:pt x="515885" y="110333"/>
                  <a:pt x="515809" y="111015"/>
                  <a:pt x="516188" y="111356"/>
                </a:cubicBezTo>
                <a:cubicBezTo>
                  <a:pt x="516759" y="111681"/>
                  <a:pt x="517392" y="111901"/>
                  <a:pt x="518043" y="111999"/>
                </a:cubicBezTo>
                <a:cubicBezTo>
                  <a:pt x="519156" y="112404"/>
                  <a:pt x="520296" y="112734"/>
                  <a:pt x="521451" y="112984"/>
                </a:cubicBezTo>
                <a:cubicBezTo>
                  <a:pt x="522359" y="112984"/>
                  <a:pt x="524745" y="112984"/>
                  <a:pt x="525729" y="112984"/>
                </a:cubicBezTo>
                <a:cubicBezTo>
                  <a:pt x="527694" y="113355"/>
                  <a:pt x="529708" y="113355"/>
                  <a:pt x="531673" y="112984"/>
                </a:cubicBezTo>
                <a:cubicBezTo>
                  <a:pt x="534589" y="112075"/>
                  <a:pt x="536293" y="111961"/>
                  <a:pt x="538375" y="111318"/>
                </a:cubicBezTo>
                <a:cubicBezTo>
                  <a:pt x="540458" y="110674"/>
                  <a:pt x="543487" y="107759"/>
                  <a:pt x="543903" y="108516"/>
                </a:cubicBezTo>
                <a:cubicBezTo>
                  <a:pt x="544320" y="109273"/>
                  <a:pt x="544888" y="112226"/>
                  <a:pt x="546024" y="114725"/>
                </a:cubicBezTo>
                <a:cubicBezTo>
                  <a:pt x="546342" y="115793"/>
                  <a:pt x="546595" y="116884"/>
                  <a:pt x="546781" y="117982"/>
                </a:cubicBezTo>
                <a:cubicBezTo>
                  <a:pt x="546925" y="119901"/>
                  <a:pt x="547190" y="121813"/>
                  <a:pt x="547576" y="123699"/>
                </a:cubicBezTo>
                <a:cubicBezTo>
                  <a:pt x="548511" y="125717"/>
                  <a:pt x="548511" y="128042"/>
                  <a:pt x="547576" y="130060"/>
                </a:cubicBezTo>
                <a:cubicBezTo>
                  <a:pt x="547591" y="130935"/>
                  <a:pt x="547974" y="131760"/>
                  <a:pt x="548636" y="132332"/>
                </a:cubicBezTo>
                <a:cubicBezTo>
                  <a:pt x="549431" y="133127"/>
                  <a:pt x="550757" y="133165"/>
                  <a:pt x="551514" y="134566"/>
                </a:cubicBezTo>
                <a:cubicBezTo>
                  <a:pt x="552010" y="135175"/>
                  <a:pt x="552612" y="135686"/>
                  <a:pt x="553293" y="136080"/>
                </a:cubicBezTo>
                <a:cubicBezTo>
                  <a:pt x="554126" y="136724"/>
                  <a:pt x="555111" y="136989"/>
                  <a:pt x="555603" y="137367"/>
                </a:cubicBezTo>
                <a:cubicBezTo>
                  <a:pt x="556281" y="137879"/>
                  <a:pt x="556989" y="138348"/>
                  <a:pt x="557723" y="138768"/>
                </a:cubicBezTo>
                <a:cubicBezTo>
                  <a:pt x="558026" y="138882"/>
                  <a:pt x="558405" y="139223"/>
                  <a:pt x="558821" y="139147"/>
                </a:cubicBezTo>
                <a:cubicBezTo>
                  <a:pt x="559238" y="139071"/>
                  <a:pt x="559844" y="138882"/>
                  <a:pt x="560260" y="138882"/>
                </a:cubicBezTo>
                <a:cubicBezTo>
                  <a:pt x="561248" y="139325"/>
                  <a:pt x="562377" y="139325"/>
                  <a:pt x="563365" y="138882"/>
                </a:cubicBezTo>
                <a:cubicBezTo>
                  <a:pt x="563971" y="138655"/>
                  <a:pt x="564236" y="137784"/>
                  <a:pt x="564463" y="137443"/>
                </a:cubicBezTo>
                <a:cubicBezTo>
                  <a:pt x="564690" y="137102"/>
                  <a:pt x="565561" y="137140"/>
                  <a:pt x="565561" y="136610"/>
                </a:cubicBezTo>
                <a:cubicBezTo>
                  <a:pt x="565561" y="136080"/>
                  <a:pt x="564841" y="135588"/>
                  <a:pt x="564501" y="135134"/>
                </a:cubicBezTo>
                <a:cubicBezTo>
                  <a:pt x="563100" y="133468"/>
                  <a:pt x="562229" y="132445"/>
                  <a:pt x="561244" y="131347"/>
                </a:cubicBezTo>
                <a:cubicBezTo>
                  <a:pt x="560866" y="130893"/>
                  <a:pt x="560601" y="129795"/>
                  <a:pt x="560109" y="129113"/>
                </a:cubicBezTo>
                <a:cubicBezTo>
                  <a:pt x="559412" y="128394"/>
                  <a:pt x="558791" y="127610"/>
                  <a:pt x="558253" y="126766"/>
                </a:cubicBezTo>
                <a:cubicBezTo>
                  <a:pt x="557576" y="124922"/>
                  <a:pt x="556727" y="123146"/>
                  <a:pt x="555717" y="121465"/>
                </a:cubicBezTo>
                <a:cubicBezTo>
                  <a:pt x="554505" y="119648"/>
                  <a:pt x="554808" y="115861"/>
                  <a:pt x="554278" y="114498"/>
                </a:cubicBezTo>
                <a:cubicBezTo>
                  <a:pt x="553108" y="111666"/>
                  <a:pt x="552343" y="108682"/>
                  <a:pt x="552006" y="105638"/>
                </a:cubicBezTo>
                <a:cubicBezTo>
                  <a:pt x="551945" y="104582"/>
                  <a:pt x="552362" y="103552"/>
                  <a:pt x="553142" y="102836"/>
                </a:cubicBezTo>
                <a:cubicBezTo>
                  <a:pt x="553748" y="102393"/>
                  <a:pt x="554429" y="102060"/>
                  <a:pt x="555149" y="101852"/>
                </a:cubicBezTo>
                <a:cubicBezTo>
                  <a:pt x="556534" y="101890"/>
                  <a:pt x="557909" y="102106"/>
                  <a:pt x="559238" y="102496"/>
                </a:cubicBezTo>
                <a:cubicBezTo>
                  <a:pt x="559957" y="102723"/>
                  <a:pt x="560715" y="103101"/>
                  <a:pt x="561585" y="103480"/>
                </a:cubicBezTo>
                <a:cubicBezTo>
                  <a:pt x="562430" y="103863"/>
                  <a:pt x="563346" y="104056"/>
                  <a:pt x="564274" y="104048"/>
                </a:cubicBezTo>
                <a:cubicBezTo>
                  <a:pt x="565614" y="104355"/>
                  <a:pt x="566985" y="104521"/>
                  <a:pt x="568363" y="104540"/>
                </a:cubicBezTo>
                <a:cubicBezTo>
                  <a:pt x="569272" y="104313"/>
                  <a:pt x="569688" y="103972"/>
                  <a:pt x="570370" y="104313"/>
                </a:cubicBezTo>
                <a:cubicBezTo>
                  <a:pt x="571051" y="104654"/>
                  <a:pt x="571202" y="104427"/>
                  <a:pt x="571543" y="103821"/>
                </a:cubicBezTo>
                <a:cubicBezTo>
                  <a:pt x="572149" y="102344"/>
                  <a:pt x="572641" y="100300"/>
                  <a:pt x="571543" y="99429"/>
                </a:cubicBezTo>
                <a:cubicBezTo>
                  <a:pt x="570445" y="98558"/>
                  <a:pt x="569499" y="97914"/>
                  <a:pt x="569461" y="97157"/>
                </a:cubicBezTo>
                <a:cubicBezTo>
                  <a:pt x="569423" y="96400"/>
                  <a:pt x="566924" y="95680"/>
                  <a:pt x="566507" y="95453"/>
                </a:cubicBezTo>
                <a:cubicBezTo>
                  <a:pt x="566091" y="95226"/>
                  <a:pt x="564728" y="95680"/>
                  <a:pt x="563781" y="95680"/>
                </a:cubicBezTo>
                <a:cubicBezTo>
                  <a:pt x="563111" y="95635"/>
                  <a:pt x="562452" y="95506"/>
                  <a:pt x="561812" y="95302"/>
                </a:cubicBezTo>
                <a:cubicBezTo>
                  <a:pt x="561244" y="95112"/>
                  <a:pt x="560071" y="95112"/>
                  <a:pt x="560071" y="95112"/>
                </a:cubicBezTo>
                <a:cubicBezTo>
                  <a:pt x="559616" y="95139"/>
                  <a:pt x="559166" y="95018"/>
                  <a:pt x="558783" y="94772"/>
                </a:cubicBezTo>
                <a:cubicBezTo>
                  <a:pt x="558480" y="94507"/>
                  <a:pt x="559768" y="93409"/>
                  <a:pt x="559768" y="93181"/>
                </a:cubicBezTo>
                <a:cubicBezTo>
                  <a:pt x="560904" y="92235"/>
                  <a:pt x="561926" y="91478"/>
                  <a:pt x="562494" y="91061"/>
                </a:cubicBezTo>
                <a:cubicBezTo>
                  <a:pt x="563062" y="90645"/>
                  <a:pt x="562683" y="90190"/>
                  <a:pt x="563062" y="89395"/>
                </a:cubicBezTo>
                <a:cubicBezTo>
                  <a:pt x="563441" y="88600"/>
                  <a:pt x="563971" y="88373"/>
                  <a:pt x="563441" y="87578"/>
                </a:cubicBezTo>
                <a:cubicBezTo>
                  <a:pt x="562770" y="86688"/>
                  <a:pt x="562373" y="85624"/>
                  <a:pt x="562305" y="84511"/>
                </a:cubicBezTo>
                <a:cubicBezTo>
                  <a:pt x="562305" y="84094"/>
                  <a:pt x="559995" y="83186"/>
                  <a:pt x="559616" y="82807"/>
                </a:cubicBezTo>
                <a:cubicBezTo>
                  <a:pt x="559238" y="82428"/>
                  <a:pt x="558329" y="82693"/>
                  <a:pt x="557875" y="82428"/>
                </a:cubicBezTo>
                <a:cubicBezTo>
                  <a:pt x="557420" y="82163"/>
                  <a:pt x="557534" y="81595"/>
                  <a:pt x="556057" y="81179"/>
                </a:cubicBezTo>
                <a:close/>
                <a:moveTo>
                  <a:pt x="308282" y="75310"/>
                </a:moveTo>
                <a:lnTo>
                  <a:pt x="308395" y="75462"/>
                </a:lnTo>
                <a:lnTo>
                  <a:pt x="308312" y="75365"/>
                </a:lnTo>
                <a:close/>
                <a:moveTo>
                  <a:pt x="217941" y="68116"/>
                </a:moveTo>
                <a:cubicBezTo>
                  <a:pt x="217448" y="67927"/>
                  <a:pt x="216691" y="68608"/>
                  <a:pt x="216010" y="68608"/>
                </a:cubicBezTo>
                <a:cubicBezTo>
                  <a:pt x="215328" y="68608"/>
                  <a:pt x="215101" y="68343"/>
                  <a:pt x="214647" y="68608"/>
                </a:cubicBezTo>
                <a:cubicBezTo>
                  <a:pt x="214082" y="69006"/>
                  <a:pt x="213488" y="69362"/>
                  <a:pt x="212867" y="69669"/>
                </a:cubicBezTo>
                <a:cubicBezTo>
                  <a:pt x="212356" y="69869"/>
                  <a:pt x="211864" y="70112"/>
                  <a:pt x="211390" y="70388"/>
                </a:cubicBezTo>
                <a:cubicBezTo>
                  <a:pt x="210747" y="70804"/>
                  <a:pt x="210747" y="71221"/>
                  <a:pt x="210482" y="71524"/>
                </a:cubicBezTo>
                <a:cubicBezTo>
                  <a:pt x="210217" y="71827"/>
                  <a:pt x="209535" y="72130"/>
                  <a:pt x="209346" y="72357"/>
                </a:cubicBezTo>
                <a:cubicBezTo>
                  <a:pt x="209156" y="72584"/>
                  <a:pt x="209156" y="73152"/>
                  <a:pt x="208437" y="73606"/>
                </a:cubicBezTo>
                <a:cubicBezTo>
                  <a:pt x="207718" y="74061"/>
                  <a:pt x="206771" y="74174"/>
                  <a:pt x="206544" y="75197"/>
                </a:cubicBezTo>
                <a:cubicBezTo>
                  <a:pt x="206381" y="75689"/>
                  <a:pt x="206480" y="76234"/>
                  <a:pt x="206809" y="76635"/>
                </a:cubicBezTo>
                <a:cubicBezTo>
                  <a:pt x="207377" y="77090"/>
                  <a:pt x="210065" y="78339"/>
                  <a:pt x="210292" y="79248"/>
                </a:cubicBezTo>
                <a:cubicBezTo>
                  <a:pt x="210463" y="79778"/>
                  <a:pt x="210588" y="80323"/>
                  <a:pt x="210671" y="80876"/>
                </a:cubicBezTo>
                <a:cubicBezTo>
                  <a:pt x="210936" y="81520"/>
                  <a:pt x="210936" y="81747"/>
                  <a:pt x="210936" y="82239"/>
                </a:cubicBezTo>
                <a:cubicBezTo>
                  <a:pt x="210917" y="82716"/>
                  <a:pt x="211065" y="83186"/>
                  <a:pt x="211352" y="83564"/>
                </a:cubicBezTo>
                <a:cubicBezTo>
                  <a:pt x="211856" y="83803"/>
                  <a:pt x="212439" y="83803"/>
                  <a:pt x="212943" y="83564"/>
                </a:cubicBezTo>
                <a:cubicBezTo>
                  <a:pt x="213473" y="83261"/>
                  <a:pt x="214117" y="83072"/>
                  <a:pt x="214344" y="83261"/>
                </a:cubicBezTo>
                <a:cubicBezTo>
                  <a:pt x="214571" y="83451"/>
                  <a:pt x="215063" y="83451"/>
                  <a:pt x="215177" y="84246"/>
                </a:cubicBezTo>
                <a:cubicBezTo>
                  <a:pt x="215290" y="85041"/>
                  <a:pt x="214798" y="85382"/>
                  <a:pt x="214117" y="86215"/>
                </a:cubicBezTo>
                <a:cubicBezTo>
                  <a:pt x="213435" y="87048"/>
                  <a:pt x="211050" y="89282"/>
                  <a:pt x="210822" y="90001"/>
                </a:cubicBezTo>
                <a:cubicBezTo>
                  <a:pt x="210595" y="90720"/>
                  <a:pt x="209573" y="90834"/>
                  <a:pt x="208853" y="91591"/>
                </a:cubicBezTo>
                <a:cubicBezTo>
                  <a:pt x="207453" y="93075"/>
                  <a:pt x="205949" y="94454"/>
                  <a:pt x="204348" y="95718"/>
                </a:cubicBezTo>
                <a:cubicBezTo>
                  <a:pt x="203818" y="96097"/>
                  <a:pt x="203023" y="97536"/>
                  <a:pt x="202644" y="97725"/>
                </a:cubicBezTo>
                <a:cubicBezTo>
                  <a:pt x="202265" y="97914"/>
                  <a:pt x="201622" y="97422"/>
                  <a:pt x="201319" y="97725"/>
                </a:cubicBezTo>
                <a:lnTo>
                  <a:pt x="201319" y="97574"/>
                </a:lnTo>
                <a:cubicBezTo>
                  <a:pt x="200137" y="98800"/>
                  <a:pt x="199198" y="100239"/>
                  <a:pt x="198555" y="101814"/>
                </a:cubicBezTo>
                <a:cubicBezTo>
                  <a:pt x="198475" y="102344"/>
                  <a:pt x="198627" y="102882"/>
                  <a:pt x="198971" y="103291"/>
                </a:cubicBezTo>
                <a:cubicBezTo>
                  <a:pt x="199501" y="104048"/>
                  <a:pt x="200069" y="104730"/>
                  <a:pt x="200069" y="104919"/>
                </a:cubicBezTo>
                <a:cubicBezTo>
                  <a:pt x="200410" y="105752"/>
                  <a:pt x="201054" y="106661"/>
                  <a:pt x="201735" y="106585"/>
                </a:cubicBezTo>
                <a:cubicBezTo>
                  <a:pt x="202417" y="106509"/>
                  <a:pt x="202682" y="105790"/>
                  <a:pt x="203704" y="105600"/>
                </a:cubicBezTo>
                <a:cubicBezTo>
                  <a:pt x="204726" y="105411"/>
                  <a:pt x="204575" y="106055"/>
                  <a:pt x="205143" y="105600"/>
                </a:cubicBezTo>
                <a:cubicBezTo>
                  <a:pt x="205711" y="105146"/>
                  <a:pt x="205976" y="104540"/>
                  <a:pt x="205976" y="104124"/>
                </a:cubicBezTo>
                <a:cubicBezTo>
                  <a:pt x="206298" y="103613"/>
                  <a:pt x="206692" y="103155"/>
                  <a:pt x="207150" y="102761"/>
                </a:cubicBezTo>
                <a:cubicBezTo>
                  <a:pt x="207793" y="102306"/>
                  <a:pt x="208588" y="101890"/>
                  <a:pt x="208588" y="101284"/>
                </a:cubicBezTo>
                <a:cubicBezTo>
                  <a:pt x="208891" y="101004"/>
                  <a:pt x="209236" y="100773"/>
                  <a:pt x="209611" y="100603"/>
                </a:cubicBezTo>
                <a:cubicBezTo>
                  <a:pt x="210111" y="100409"/>
                  <a:pt x="210561" y="100114"/>
                  <a:pt x="210936" y="99732"/>
                </a:cubicBezTo>
                <a:cubicBezTo>
                  <a:pt x="211337" y="99262"/>
                  <a:pt x="211765" y="98819"/>
                  <a:pt x="212223" y="98407"/>
                </a:cubicBezTo>
                <a:cubicBezTo>
                  <a:pt x="212734" y="98164"/>
                  <a:pt x="213177" y="97801"/>
                  <a:pt x="213511" y="97346"/>
                </a:cubicBezTo>
                <a:cubicBezTo>
                  <a:pt x="213851" y="96854"/>
                  <a:pt x="214609" y="96513"/>
                  <a:pt x="214950" y="95945"/>
                </a:cubicBezTo>
                <a:cubicBezTo>
                  <a:pt x="215290" y="95377"/>
                  <a:pt x="216085" y="95112"/>
                  <a:pt x="216464" y="94393"/>
                </a:cubicBezTo>
                <a:cubicBezTo>
                  <a:pt x="216843" y="93674"/>
                  <a:pt x="218016" y="93598"/>
                  <a:pt x="218016" y="92803"/>
                </a:cubicBezTo>
                <a:cubicBezTo>
                  <a:pt x="219754" y="90796"/>
                  <a:pt x="221628" y="88914"/>
                  <a:pt x="223620" y="87161"/>
                </a:cubicBezTo>
                <a:cubicBezTo>
                  <a:pt x="224385" y="86249"/>
                  <a:pt x="225097" y="85287"/>
                  <a:pt x="225740" y="84284"/>
                </a:cubicBezTo>
                <a:cubicBezTo>
                  <a:pt x="226498" y="83640"/>
                  <a:pt x="227406" y="83526"/>
                  <a:pt x="227747" y="83186"/>
                </a:cubicBezTo>
                <a:cubicBezTo>
                  <a:pt x="228217" y="82493"/>
                  <a:pt x="228750" y="81849"/>
                  <a:pt x="229337" y="81255"/>
                </a:cubicBezTo>
                <a:cubicBezTo>
                  <a:pt x="229716" y="80800"/>
                  <a:pt x="230549" y="79854"/>
                  <a:pt x="231003" y="79437"/>
                </a:cubicBezTo>
                <a:lnTo>
                  <a:pt x="233048" y="77847"/>
                </a:lnTo>
                <a:cubicBezTo>
                  <a:pt x="233427" y="77620"/>
                  <a:pt x="235358" y="76219"/>
                  <a:pt x="235698" y="75954"/>
                </a:cubicBezTo>
                <a:cubicBezTo>
                  <a:pt x="236721" y="75462"/>
                  <a:pt x="237667" y="75840"/>
                  <a:pt x="237667" y="75462"/>
                </a:cubicBezTo>
                <a:cubicBezTo>
                  <a:pt x="238197" y="74364"/>
                  <a:pt x="239523" y="71827"/>
                  <a:pt x="239144" y="71032"/>
                </a:cubicBezTo>
                <a:cubicBezTo>
                  <a:pt x="238765" y="70236"/>
                  <a:pt x="238425" y="69631"/>
                  <a:pt x="238197" y="69252"/>
                </a:cubicBezTo>
                <a:cubicBezTo>
                  <a:pt x="237876" y="68915"/>
                  <a:pt x="237402" y="68771"/>
                  <a:pt x="236948" y="68873"/>
                </a:cubicBezTo>
                <a:cubicBezTo>
                  <a:pt x="236054" y="69161"/>
                  <a:pt x="235077" y="68995"/>
                  <a:pt x="234335" y="68419"/>
                </a:cubicBezTo>
                <a:cubicBezTo>
                  <a:pt x="233957" y="68116"/>
                  <a:pt x="233313" y="68533"/>
                  <a:pt x="232669" y="68798"/>
                </a:cubicBezTo>
                <a:cubicBezTo>
                  <a:pt x="232026" y="69063"/>
                  <a:pt x="231268" y="68798"/>
                  <a:pt x="230928" y="69063"/>
                </a:cubicBezTo>
                <a:cubicBezTo>
                  <a:pt x="229951" y="69862"/>
                  <a:pt x="229038" y="70732"/>
                  <a:pt x="228202" y="71675"/>
                </a:cubicBezTo>
                <a:cubicBezTo>
                  <a:pt x="227482" y="72508"/>
                  <a:pt x="223923" y="75802"/>
                  <a:pt x="223431" y="76295"/>
                </a:cubicBezTo>
                <a:cubicBezTo>
                  <a:pt x="222939" y="76787"/>
                  <a:pt x="222560" y="76143"/>
                  <a:pt x="222560" y="75537"/>
                </a:cubicBezTo>
                <a:cubicBezTo>
                  <a:pt x="223279" y="73909"/>
                  <a:pt x="223772" y="73796"/>
                  <a:pt x="222560" y="71751"/>
                </a:cubicBezTo>
                <a:cubicBezTo>
                  <a:pt x="221348" y="69706"/>
                  <a:pt x="220023" y="69971"/>
                  <a:pt x="219607" y="69706"/>
                </a:cubicBezTo>
                <a:cubicBezTo>
                  <a:pt x="219190" y="69441"/>
                  <a:pt x="218433" y="68305"/>
                  <a:pt x="217941" y="68116"/>
                </a:cubicBezTo>
                <a:close/>
                <a:moveTo>
                  <a:pt x="337758" y="57420"/>
                </a:moveTo>
                <a:cubicBezTo>
                  <a:pt x="338114" y="57432"/>
                  <a:pt x="338394" y="57727"/>
                  <a:pt x="338383" y="58083"/>
                </a:cubicBezTo>
                <a:cubicBezTo>
                  <a:pt x="338462" y="59094"/>
                  <a:pt x="338072" y="60086"/>
                  <a:pt x="337323" y="60771"/>
                </a:cubicBezTo>
                <a:cubicBezTo>
                  <a:pt x="336596" y="60995"/>
                  <a:pt x="335816" y="60995"/>
                  <a:pt x="335089" y="60771"/>
                </a:cubicBezTo>
                <a:cubicBezTo>
                  <a:pt x="334839" y="60419"/>
                  <a:pt x="334721" y="59991"/>
                  <a:pt x="334748" y="59560"/>
                </a:cubicBezTo>
                <a:cubicBezTo>
                  <a:pt x="334725" y="59071"/>
                  <a:pt x="334873" y="58590"/>
                  <a:pt x="335164" y="58196"/>
                </a:cubicBezTo>
                <a:cubicBezTo>
                  <a:pt x="335956" y="57890"/>
                  <a:pt x="336762" y="57636"/>
                  <a:pt x="337588" y="57439"/>
                </a:cubicBezTo>
                <a:cubicBezTo>
                  <a:pt x="337644" y="57424"/>
                  <a:pt x="337701" y="57420"/>
                  <a:pt x="337758" y="57420"/>
                </a:cubicBezTo>
                <a:close/>
                <a:moveTo>
                  <a:pt x="344668" y="54258"/>
                </a:moveTo>
                <a:cubicBezTo>
                  <a:pt x="345008" y="53993"/>
                  <a:pt x="345765" y="53842"/>
                  <a:pt x="345955" y="54523"/>
                </a:cubicBezTo>
                <a:cubicBezTo>
                  <a:pt x="346080" y="55057"/>
                  <a:pt x="346144" y="55602"/>
                  <a:pt x="346144" y="56151"/>
                </a:cubicBezTo>
                <a:cubicBezTo>
                  <a:pt x="345837" y="57075"/>
                  <a:pt x="345103" y="57791"/>
                  <a:pt x="344175" y="58082"/>
                </a:cubicBezTo>
                <a:cubicBezTo>
                  <a:pt x="343910" y="58196"/>
                  <a:pt x="342812" y="57552"/>
                  <a:pt x="342812" y="57136"/>
                </a:cubicBezTo>
                <a:cubicBezTo>
                  <a:pt x="342812" y="56719"/>
                  <a:pt x="341865" y="55205"/>
                  <a:pt x="342812" y="55167"/>
                </a:cubicBezTo>
                <a:cubicBezTo>
                  <a:pt x="343759" y="55129"/>
                  <a:pt x="344099" y="54523"/>
                  <a:pt x="344668" y="54258"/>
                </a:cubicBezTo>
                <a:close/>
                <a:moveTo>
                  <a:pt x="335694" y="49261"/>
                </a:moveTo>
                <a:cubicBezTo>
                  <a:pt x="337019" y="48769"/>
                  <a:pt x="337512" y="49602"/>
                  <a:pt x="337549" y="50851"/>
                </a:cubicBezTo>
                <a:cubicBezTo>
                  <a:pt x="337587" y="52101"/>
                  <a:pt x="336300" y="52593"/>
                  <a:pt x="335391" y="53539"/>
                </a:cubicBezTo>
                <a:cubicBezTo>
                  <a:pt x="334937" y="53994"/>
                  <a:pt x="334937" y="53539"/>
                  <a:pt x="334407" y="53123"/>
                </a:cubicBezTo>
                <a:cubicBezTo>
                  <a:pt x="333877" y="52706"/>
                  <a:pt x="333877" y="51684"/>
                  <a:pt x="333877" y="51040"/>
                </a:cubicBezTo>
                <a:cubicBezTo>
                  <a:pt x="333612" y="49564"/>
                  <a:pt x="335353" y="49867"/>
                  <a:pt x="335694" y="49261"/>
                </a:cubicBezTo>
                <a:close/>
                <a:moveTo>
                  <a:pt x="442090" y="47708"/>
                </a:moveTo>
                <a:cubicBezTo>
                  <a:pt x="440954" y="47973"/>
                  <a:pt x="439931" y="47784"/>
                  <a:pt x="439591" y="48958"/>
                </a:cubicBezTo>
                <a:cubicBezTo>
                  <a:pt x="439477" y="49374"/>
                  <a:pt x="439212" y="50888"/>
                  <a:pt x="439212" y="51343"/>
                </a:cubicBezTo>
                <a:cubicBezTo>
                  <a:pt x="439042" y="52180"/>
                  <a:pt x="439042" y="53043"/>
                  <a:pt x="439212" y="53880"/>
                </a:cubicBezTo>
                <a:cubicBezTo>
                  <a:pt x="439806" y="54917"/>
                  <a:pt x="440117" y="56091"/>
                  <a:pt x="440121" y="57287"/>
                </a:cubicBezTo>
                <a:cubicBezTo>
                  <a:pt x="439969" y="58461"/>
                  <a:pt x="439553" y="59483"/>
                  <a:pt x="440310" y="60013"/>
                </a:cubicBezTo>
                <a:cubicBezTo>
                  <a:pt x="441185" y="60422"/>
                  <a:pt x="442150" y="60593"/>
                  <a:pt x="443112" y="60506"/>
                </a:cubicBezTo>
                <a:cubicBezTo>
                  <a:pt x="443854" y="60460"/>
                  <a:pt x="444604" y="60460"/>
                  <a:pt x="445346" y="60506"/>
                </a:cubicBezTo>
                <a:cubicBezTo>
                  <a:pt x="445762" y="60771"/>
                  <a:pt x="445573" y="61755"/>
                  <a:pt x="445346" y="62588"/>
                </a:cubicBezTo>
                <a:cubicBezTo>
                  <a:pt x="445145" y="63444"/>
                  <a:pt x="444785" y="64254"/>
                  <a:pt x="444286" y="64974"/>
                </a:cubicBezTo>
                <a:cubicBezTo>
                  <a:pt x="443339" y="66488"/>
                  <a:pt x="441900" y="70804"/>
                  <a:pt x="438114" y="71334"/>
                </a:cubicBezTo>
                <a:cubicBezTo>
                  <a:pt x="436221" y="71562"/>
                  <a:pt x="433646" y="72243"/>
                  <a:pt x="431980" y="72243"/>
                </a:cubicBezTo>
                <a:cubicBezTo>
                  <a:pt x="431412" y="72243"/>
                  <a:pt x="430466" y="72243"/>
                  <a:pt x="429860" y="72243"/>
                </a:cubicBezTo>
                <a:cubicBezTo>
                  <a:pt x="428080" y="72395"/>
                  <a:pt x="425127" y="72887"/>
                  <a:pt x="424294" y="72887"/>
                </a:cubicBezTo>
                <a:cubicBezTo>
                  <a:pt x="423461" y="72887"/>
                  <a:pt x="422363" y="72054"/>
                  <a:pt x="421909" y="72054"/>
                </a:cubicBezTo>
                <a:cubicBezTo>
                  <a:pt x="420262" y="72050"/>
                  <a:pt x="418641" y="72482"/>
                  <a:pt x="417214" y="73303"/>
                </a:cubicBezTo>
                <a:cubicBezTo>
                  <a:pt x="417301" y="74208"/>
                  <a:pt x="417157" y="75121"/>
                  <a:pt x="416797" y="75954"/>
                </a:cubicBezTo>
                <a:lnTo>
                  <a:pt x="416797" y="75802"/>
                </a:lnTo>
                <a:cubicBezTo>
                  <a:pt x="416381" y="76522"/>
                  <a:pt x="416123" y="77321"/>
                  <a:pt x="416040" y="78150"/>
                </a:cubicBezTo>
                <a:cubicBezTo>
                  <a:pt x="417176" y="79967"/>
                  <a:pt x="418539" y="82504"/>
                  <a:pt x="418955" y="82693"/>
                </a:cubicBezTo>
                <a:cubicBezTo>
                  <a:pt x="419372" y="82883"/>
                  <a:pt x="426036" y="81709"/>
                  <a:pt x="429822" y="81406"/>
                </a:cubicBezTo>
                <a:cubicBezTo>
                  <a:pt x="432677" y="81202"/>
                  <a:pt x="435547" y="81315"/>
                  <a:pt x="438379" y="81747"/>
                </a:cubicBezTo>
                <a:cubicBezTo>
                  <a:pt x="439704" y="81974"/>
                  <a:pt x="441711" y="82845"/>
                  <a:pt x="442960" y="82996"/>
                </a:cubicBezTo>
                <a:cubicBezTo>
                  <a:pt x="444210" y="83148"/>
                  <a:pt x="446330" y="83413"/>
                  <a:pt x="447125" y="83413"/>
                </a:cubicBezTo>
                <a:cubicBezTo>
                  <a:pt x="448579" y="83424"/>
                  <a:pt x="450026" y="83666"/>
                  <a:pt x="451404" y="84132"/>
                </a:cubicBezTo>
                <a:cubicBezTo>
                  <a:pt x="452199" y="84435"/>
                  <a:pt x="454281" y="84662"/>
                  <a:pt x="455531" y="85154"/>
                </a:cubicBezTo>
                <a:cubicBezTo>
                  <a:pt x="456781" y="85647"/>
                  <a:pt x="458939" y="86404"/>
                  <a:pt x="459961" y="86669"/>
                </a:cubicBezTo>
                <a:cubicBezTo>
                  <a:pt x="460983" y="86934"/>
                  <a:pt x="461854" y="86896"/>
                  <a:pt x="462763" y="87123"/>
                </a:cubicBezTo>
                <a:cubicBezTo>
                  <a:pt x="463641" y="87453"/>
                  <a:pt x="464501" y="87835"/>
                  <a:pt x="465338" y="88259"/>
                </a:cubicBezTo>
                <a:cubicBezTo>
                  <a:pt x="465754" y="88373"/>
                  <a:pt x="466473" y="88411"/>
                  <a:pt x="467836" y="88714"/>
                </a:cubicBezTo>
                <a:cubicBezTo>
                  <a:pt x="468367" y="88827"/>
                  <a:pt x="468972" y="88184"/>
                  <a:pt x="469427" y="87729"/>
                </a:cubicBezTo>
                <a:cubicBezTo>
                  <a:pt x="469862" y="87369"/>
                  <a:pt x="470211" y="86915"/>
                  <a:pt x="470449" y="86404"/>
                </a:cubicBezTo>
                <a:cubicBezTo>
                  <a:pt x="470540" y="86082"/>
                  <a:pt x="470540" y="85741"/>
                  <a:pt x="470449" y="85419"/>
                </a:cubicBezTo>
                <a:cubicBezTo>
                  <a:pt x="470449" y="85344"/>
                  <a:pt x="470449" y="84927"/>
                  <a:pt x="470449" y="84738"/>
                </a:cubicBezTo>
                <a:cubicBezTo>
                  <a:pt x="470544" y="84147"/>
                  <a:pt x="470544" y="83549"/>
                  <a:pt x="470449" y="82958"/>
                </a:cubicBezTo>
                <a:cubicBezTo>
                  <a:pt x="470260" y="81482"/>
                  <a:pt x="469048" y="80876"/>
                  <a:pt x="468404" y="80270"/>
                </a:cubicBezTo>
                <a:cubicBezTo>
                  <a:pt x="467886" y="79714"/>
                  <a:pt x="467329" y="79195"/>
                  <a:pt x="466738" y="78718"/>
                </a:cubicBezTo>
                <a:cubicBezTo>
                  <a:pt x="466152" y="78324"/>
                  <a:pt x="465531" y="77979"/>
                  <a:pt x="464883" y="77695"/>
                </a:cubicBezTo>
                <a:cubicBezTo>
                  <a:pt x="464274" y="77559"/>
                  <a:pt x="463653" y="77472"/>
                  <a:pt x="463028" y="77430"/>
                </a:cubicBezTo>
                <a:cubicBezTo>
                  <a:pt x="462346" y="77430"/>
                  <a:pt x="461854" y="77923"/>
                  <a:pt x="460945" y="77695"/>
                </a:cubicBezTo>
                <a:cubicBezTo>
                  <a:pt x="458530" y="77006"/>
                  <a:pt x="456080" y="76465"/>
                  <a:pt x="453600" y="76067"/>
                </a:cubicBezTo>
                <a:cubicBezTo>
                  <a:pt x="453146" y="75424"/>
                  <a:pt x="453903" y="73833"/>
                  <a:pt x="454395" y="71940"/>
                </a:cubicBezTo>
                <a:cubicBezTo>
                  <a:pt x="454584" y="71410"/>
                  <a:pt x="454698" y="70729"/>
                  <a:pt x="455077" y="70464"/>
                </a:cubicBezTo>
                <a:cubicBezTo>
                  <a:pt x="455451" y="70089"/>
                  <a:pt x="455713" y="69616"/>
                  <a:pt x="455834" y="69101"/>
                </a:cubicBezTo>
                <a:cubicBezTo>
                  <a:pt x="456008" y="68593"/>
                  <a:pt x="456322" y="68146"/>
                  <a:pt x="456743" y="67813"/>
                </a:cubicBezTo>
                <a:cubicBezTo>
                  <a:pt x="457182" y="67469"/>
                  <a:pt x="457523" y="67011"/>
                  <a:pt x="457727" y="66488"/>
                </a:cubicBezTo>
                <a:cubicBezTo>
                  <a:pt x="458295" y="64368"/>
                  <a:pt x="457121" y="64708"/>
                  <a:pt x="457727" y="62929"/>
                </a:cubicBezTo>
                <a:cubicBezTo>
                  <a:pt x="458333" y="61149"/>
                  <a:pt x="460150" y="61528"/>
                  <a:pt x="462384" y="61149"/>
                </a:cubicBezTo>
                <a:cubicBezTo>
                  <a:pt x="463206" y="61047"/>
                  <a:pt x="463993" y="60763"/>
                  <a:pt x="464694" y="60316"/>
                </a:cubicBezTo>
                <a:cubicBezTo>
                  <a:pt x="465622" y="59608"/>
                  <a:pt x="466674" y="59078"/>
                  <a:pt x="467799" y="58764"/>
                </a:cubicBezTo>
                <a:cubicBezTo>
                  <a:pt x="469919" y="57969"/>
                  <a:pt x="471244" y="58310"/>
                  <a:pt x="471812" y="56568"/>
                </a:cubicBezTo>
                <a:cubicBezTo>
                  <a:pt x="471926" y="56303"/>
                  <a:pt x="471358" y="55546"/>
                  <a:pt x="471358" y="55053"/>
                </a:cubicBezTo>
                <a:cubicBezTo>
                  <a:pt x="471483" y="54364"/>
                  <a:pt x="471483" y="53660"/>
                  <a:pt x="471358" y="52971"/>
                </a:cubicBezTo>
                <a:cubicBezTo>
                  <a:pt x="471017" y="52024"/>
                  <a:pt x="470298" y="51419"/>
                  <a:pt x="469843" y="50472"/>
                </a:cubicBezTo>
                <a:cubicBezTo>
                  <a:pt x="469590" y="49957"/>
                  <a:pt x="469162" y="49556"/>
                  <a:pt x="468632" y="49336"/>
                </a:cubicBezTo>
                <a:cubicBezTo>
                  <a:pt x="468177" y="49336"/>
                  <a:pt x="467799" y="49601"/>
                  <a:pt x="466928" y="49336"/>
                </a:cubicBezTo>
                <a:cubicBezTo>
                  <a:pt x="466310" y="49105"/>
                  <a:pt x="465648" y="49026"/>
                  <a:pt x="464997" y="49109"/>
                </a:cubicBezTo>
                <a:cubicBezTo>
                  <a:pt x="462600" y="49764"/>
                  <a:pt x="460135" y="50146"/>
                  <a:pt x="457651" y="50245"/>
                </a:cubicBezTo>
                <a:lnTo>
                  <a:pt x="456478" y="50245"/>
                </a:lnTo>
                <a:lnTo>
                  <a:pt x="454812" y="50245"/>
                </a:lnTo>
                <a:cubicBezTo>
                  <a:pt x="451631" y="50169"/>
                  <a:pt x="445989" y="49525"/>
                  <a:pt x="445573" y="49525"/>
                </a:cubicBezTo>
                <a:cubicBezTo>
                  <a:pt x="444475" y="49071"/>
                  <a:pt x="442544" y="47708"/>
                  <a:pt x="442090" y="47708"/>
                </a:cubicBezTo>
                <a:close/>
                <a:moveTo>
                  <a:pt x="322140" y="45095"/>
                </a:moveTo>
                <a:cubicBezTo>
                  <a:pt x="321534" y="45550"/>
                  <a:pt x="320852" y="45739"/>
                  <a:pt x="319148" y="45739"/>
                </a:cubicBezTo>
                <a:cubicBezTo>
                  <a:pt x="315817" y="46042"/>
                  <a:pt x="312485" y="50434"/>
                  <a:pt x="309228" y="52327"/>
                </a:cubicBezTo>
                <a:cubicBezTo>
                  <a:pt x="308437" y="52589"/>
                  <a:pt x="307627" y="52789"/>
                  <a:pt x="306805" y="52933"/>
                </a:cubicBezTo>
                <a:cubicBezTo>
                  <a:pt x="306124" y="53236"/>
                  <a:pt x="305253" y="53804"/>
                  <a:pt x="305101" y="54334"/>
                </a:cubicBezTo>
                <a:cubicBezTo>
                  <a:pt x="304950" y="54864"/>
                  <a:pt x="305026" y="55470"/>
                  <a:pt x="304420" y="55811"/>
                </a:cubicBezTo>
                <a:cubicBezTo>
                  <a:pt x="303814" y="56151"/>
                  <a:pt x="303322" y="56227"/>
                  <a:pt x="303360" y="56682"/>
                </a:cubicBezTo>
                <a:cubicBezTo>
                  <a:pt x="303397" y="57136"/>
                  <a:pt x="303738" y="59029"/>
                  <a:pt x="304306" y="59143"/>
                </a:cubicBezTo>
                <a:cubicBezTo>
                  <a:pt x="304874" y="59256"/>
                  <a:pt x="305291" y="59143"/>
                  <a:pt x="305518" y="59711"/>
                </a:cubicBezTo>
                <a:cubicBezTo>
                  <a:pt x="305745" y="60278"/>
                  <a:pt x="306502" y="60998"/>
                  <a:pt x="307070" y="60998"/>
                </a:cubicBezTo>
                <a:cubicBezTo>
                  <a:pt x="307831" y="61066"/>
                  <a:pt x="308585" y="61233"/>
                  <a:pt x="309304" y="61490"/>
                </a:cubicBezTo>
                <a:cubicBezTo>
                  <a:pt x="310023" y="61679"/>
                  <a:pt x="311349" y="61755"/>
                  <a:pt x="311349" y="62929"/>
                </a:cubicBezTo>
                <a:cubicBezTo>
                  <a:pt x="311349" y="64103"/>
                  <a:pt x="311765" y="65807"/>
                  <a:pt x="311349" y="66715"/>
                </a:cubicBezTo>
                <a:cubicBezTo>
                  <a:pt x="310932" y="67624"/>
                  <a:pt x="309758" y="68949"/>
                  <a:pt x="309304" y="68949"/>
                </a:cubicBezTo>
                <a:cubicBezTo>
                  <a:pt x="308850" y="68949"/>
                  <a:pt x="308055" y="68949"/>
                  <a:pt x="307600" y="68949"/>
                </a:cubicBezTo>
                <a:cubicBezTo>
                  <a:pt x="306271" y="69233"/>
                  <a:pt x="305370" y="70475"/>
                  <a:pt x="305518" y="71827"/>
                </a:cubicBezTo>
                <a:cubicBezTo>
                  <a:pt x="305631" y="72735"/>
                  <a:pt x="307411" y="74326"/>
                  <a:pt x="307411" y="74326"/>
                </a:cubicBezTo>
                <a:lnTo>
                  <a:pt x="308312" y="75365"/>
                </a:lnTo>
                <a:lnTo>
                  <a:pt x="308963" y="76597"/>
                </a:lnTo>
                <a:cubicBezTo>
                  <a:pt x="309191" y="77127"/>
                  <a:pt x="308963" y="77695"/>
                  <a:pt x="308963" y="78453"/>
                </a:cubicBezTo>
                <a:cubicBezTo>
                  <a:pt x="309039" y="78930"/>
                  <a:pt x="309039" y="79414"/>
                  <a:pt x="308963" y="79892"/>
                </a:cubicBezTo>
                <a:cubicBezTo>
                  <a:pt x="308748" y="80554"/>
                  <a:pt x="308339" y="81133"/>
                  <a:pt x="307789" y="81558"/>
                </a:cubicBezTo>
                <a:cubicBezTo>
                  <a:pt x="307411" y="81860"/>
                  <a:pt x="306426" y="83072"/>
                  <a:pt x="306048" y="83261"/>
                </a:cubicBezTo>
                <a:cubicBezTo>
                  <a:pt x="304583" y="84068"/>
                  <a:pt x="303504" y="85435"/>
                  <a:pt x="303057" y="87048"/>
                </a:cubicBezTo>
                <a:cubicBezTo>
                  <a:pt x="303197" y="88244"/>
                  <a:pt x="303568" y="89403"/>
                  <a:pt x="304155" y="90455"/>
                </a:cubicBezTo>
                <a:cubicBezTo>
                  <a:pt x="304586" y="91122"/>
                  <a:pt x="305139" y="91697"/>
                  <a:pt x="305783" y="92159"/>
                </a:cubicBezTo>
                <a:cubicBezTo>
                  <a:pt x="306389" y="92689"/>
                  <a:pt x="306199" y="93939"/>
                  <a:pt x="306957" y="93939"/>
                </a:cubicBezTo>
                <a:cubicBezTo>
                  <a:pt x="307721" y="93973"/>
                  <a:pt x="308483" y="94075"/>
                  <a:pt x="309228" y="94242"/>
                </a:cubicBezTo>
                <a:cubicBezTo>
                  <a:pt x="309758" y="94507"/>
                  <a:pt x="310781" y="93977"/>
                  <a:pt x="310781" y="93977"/>
                </a:cubicBezTo>
                <a:cubicBezTo>
                  <a:pt x="311614" y="93674"/>
                  <a:pt x="312485" y="91478"/>
                  <a:pt x="314151" y="90190"/>
                </a:cubicBezTo>
                <a:cubicBezTo>
                  <a:pt x="315817" y="88903"/>
                  <a:pt x="319527" y="86783"/>
                  <a:pt x="321496" y="85117"/>
                </a:cubicBezTo>
                <a:cubicBezTo>
                  <a:pt x="323745" y="83678"/>
                  <a:pt x="325222" y="81296"/>
                  <a:pt x="325510" y="78642"/>
                </a:cubicBezTo>
                <a:cubicBezTo>
                  <a:pt x="325396" y="77979"/>
                  <a:pt x="325123" y="77358"/>
                  <a:pt x="324714" y="76825"/>
                </a:cubicBezTo>
                <a:cubicBezTo>
                  <a:pt x="324188" y="76370"/>
                  <a:pt x="323544" y="76067"/>
                  <a:pt x="322859" y="75954"/>
                </a:cubicBezTo>
                <a:lnTo>
                  <a:pt x="320966" y="76219"/>
                </a:lnTo>
                <a:cubicBezTo>
                  <a:pt x="320701" y="76143"/>
                  <a:pt x="320436" y="74742"/>
                  <a:pt x="320436" y="74326"/>
                </a:cubicBezTo>
                <a:cubicBezTo>
                  <a:pt x="321485" y="72186"/>
                  <a:pt x="322980" y="70301"/>
                  <a:pt x="324828" y="68798"/>
                </a:cubicBezTo>
                <a:cubicBezTo>
                  <a:pt x="325055" y="68570"/>
                  <a:pt x="325093" y="68495"/>
                  <a:pt x="325055" y="67738"/>
                </a:cubicBezTo>
                <a:cubicBezTo>
                  <a:pt x="325017" y="66980"/>
                  <a:pt x="324676" y="66791"/>
                  <a:pt x="323654" y="65390"/>
                </a:cubicBezTo>
                <a:cubicBezTo>
                  <a:pt x="323124" y="64633"/>
                  <a:pt x="323427" y="63875"/>
                  <a:pt x="322859" y="63875"/>
                </a:cubicBezTo>
                <a:cubicBezTo>
                  <a:pt x="322291" y="63875"/>
                  <a:pt x="321647" y="64633"/>
                  <a:pt x="321155" y="64178"/>
                </a:cubicBezTo>
                <a:cubicBezTo>
                  <a:pt x="320663" y="63724"/>
                  <a:pt x="320663" y="62399"/>
                  <a:pt x="320663" y="61944"/>
                </a:cubicBezTo>
                <a:cubicBezTo>
                  <a:pt x="320231" y="60899"/>
                  <a:pt x="320163" y="59737"/>
                  <a:pt x="320474" y="58650"/>
                </a:cubicBezTo>
                <a:cubicBezTo>
                  <a:pt x="321136" y="57499"/>
                  <a:pt x="321882" y="56398"/>
                  <a:pt x="322707" y="55356"/>
                </a:cubicBezTo>
                <a:cubicBezTo>
                  <a:pt x="323503" y="54410"/>
                  <a:pt x="323995" y="53766"/>
                  <a:pt x="323995" y="53047"/>
                </a:cubicBezTo>
                <a:cubicBezTo>
                  <a:pt x="323730" y="51381"/>
                  <a:pt x="324449" y="50775"/>
                  <a:pt x="324449" y="50018"/>
                </a:cubicBezTo>
                <a:cubicBezTo>
                  <a:pt x="324449" y="49260"/>
                  <a:pt x="324904" y="48162"/>
                  <a:pt x="324449" y="47367"/>
                </a:cubicBezTo>
                <a:cubicBezTo>
                  <a:pt x="323995" y="46572"/>
                  <a:pt x="322745" y="44641"/>
                  <a:pt x="322140" y="45095"/>
                </a:cubicBezTo>
                <a:close/>
                <a:moveTo>
                  <a:pt x="347318" y="44489"/>
                </a:moveTo>
                <a:cubicBezTo>
                  <a:pt x="347545" y="44641"/>
                  <a:pt x="347772" y="45890"/>
                  <a:pt x="347772" y="46345"/>
                </a:cubicBezTo>
                <a:cubicBezTo>
                  <a:pt x="347606" y="47397"/>
                  <a:pt x="347098" y="48367"/>
                  <a:pt x="346334" y="49109"/>
                </a:cubicBezTo>
                <a:cubicBezTo>
                  <a:pt x="345474" y="49355"/>
                  <a:pt x="344573" y="49430"/>
                  <a:pt x="343683" y="49336"/>
                </a:cubicBezTo>
                <a:cubicBezTo>
                  <a:pt x="342888" y="49146"/>
                  <a:pt x="342699" y="47859"/>
                  <a:pt x="342661" y="47102"/>
                </a:cubicBezTo>
                <a:cubicBezTo>
                  <a:pt x="342585" y="45663"/>
                  <a:pt x="345538" y="45322"/>
                  <a:pt x="347318" y="44489"/>
                </a:cubicBezTo>
                <a:close/>
                <a:moveTo>
                  <a:pt x="349249" y="36955"/>
                </a:moveTo>
                <a:cubicBezTo>
                  <a:pt x="346111" y="38288"/>
                  <a:pt x="343040" y="39779"/>
                  <a:pt x="340049" y="41423"/>
                </a:cubicBezTo>
                <a:cubicBezTo>
                  <a:pt x="339254" y="41801"/>
                  <a:pt x="338383" y="41461"/>
                  <a:pt x="336906" y="42180"/>
                </a:cubicBezTo>
                <a:cubicBezTo>
                  <a:pt x="335430" y="42899"/>
                  <a:pt x="334483" y="43695"/>
                  <a:pt x="333120" y="44414"/>
                </a:cubicBezTo>
                <a:cubicBezTo>
                  <a:pt x="332665" y="44679"/>
                  <a:pt x="331151" y="45323"/>
                  <a:pt x="330848" y="45512"/>
                </a:cubicBezTo>
                <a:cubicBezTo>
                  <a:pt x="330284" y="45762"/>
                  <a:pt x="329682" y="45913"/>
                  <a:pt x="329069" y="45966"/>
                </a:cubicBezTo>
                <a:cubicBezTo>
                  <a:pt x="328046" y="46080"/>
                  <a:pt x="327705" y="44944"/>
                  <a:pt x="326986" y="45058"/>
                </a:cubicBezTo>
                <a:cubicBezTo>
                  <a:pt x="326267" y="45171"/>
                  <a:pt x="325623" y="46989"/>
                  <a:pt x="325926" y="48314"/>
                </a:cubicBezTo>
                <a:cubicBezTo>
                  <a:pt x="326028" y="49359"/>
                  <a:pt x="326028" y="50411"/>
                  <a:pt x="325926" y="51456"/>
                </a:cubicBezTo>
                <a:lnTo>
                  <a:pt x="325812" y="51305"/>
                </a:lnTo>
                <a:cubicBezTo>
                  <a:pt x="325767" y="52002"/>
                  <a:pt x="325805" y="52702"/>
                  <a:pt x="325926" y="53387"/>
                </a:cubicBezTo>
                <a:cubicBezTo>
                  <a:pt x="326115" y="54372"/>
                  <a:pt x="326948" y="55091"/>
                  <a:pt x="326948" y="55621"/>
                </a:cubicBezTo>
                <a:cubicBezTo>
                  <a:pt x="327172" y="57461"/>
                  <a:pt x="327615" y="59268"/>
                  <a:pt x="328273" y="60998"/>
                </a:cubicBezTo>
                <a:cubicBezTo>
                  <a:pt x="328539" y="61831"/>
                  <a:pt x="327592" y="63118"/>
                  <a:pt x="327592" y="64519"/>
                </a:cubicBezTo>
                <a:cubicBezTo>
                  <a:pt x="327743" y="65292"/>
                  <a:pt x="328054" y="66026"/>
                  <a:pt x="328501" y="66677"/>
                </a:cubicBezTo>
                <a:cubicBezTo>
                  <a:pt x="328690" y="66980"/>
                  <a:pt x="329864" y="67283"/>
                  <a:pt x="329864" y="68533"/>
                </a:cubicBezTo>
                <a:cubicBezTo>
                  <a:pt x="329864" y="68987"/>
                  <a:pt x="330280" y="69479"/>
                  <a:pt x="330507" y="69858"/>
                </a:cubicBezTo>
                <a:cubicBezTo>
                  <a:pt x="330735" y="70236"/>
                  <a:pt x="330697" y="70691"/>
                  <a:pt x="331227" y="70691"/>
                </a:cubicBezTo>
                <a:cubicBezTo>
                  <a:pt x="331643" y="70748"/>
                  <a:pt x="332060" y="70748"/>
                  <a:pt x="332476" y="70691"/>
                </a:cubicBezTo>
                <a:cubicBezTo>
                  <a:pt x="332931" y="70615"/>
                  <a:pt x="333612" y="70161"/>
                  <a:pt x="333915" y="70161"/>
                </a:cubicBezTo>
                <a:cubicBezTo>
                  <a:pt x="334449" y="69956"/>
                  <a:pt x="334968" y="69718"/>
                  <a:pt x="335468" y="69441"/>
                </a:cubicBezTo>
                <a:cubicBezTo>
                  <a:pt x="336073" y="68987"/>
                  <a:pt x="336755" y="68873"/>
                  <a:pt x="336755" y="69441"/>
                </a:cubicBezTo>
                <a:cubicBezTo>
                  <a:pt x="336861" y="70146"/>
                  <a:pt x="336861" y="70857"/>
                  <a:pt x="336755" y="71562"/>
                </a:cubicBezTo>
                <a:cubicBezTo>
                  <a:pt x="336573" y="71948"/>
                  <a:pt x="336281" y="72277"/>
                  <a:pt x="335922" y="72508"/>
                </a:cubicBezTo>
                <a:cubicBezTo>
                  <a:pt x="335611" y="72641"/>
                  <a:pt x="335274" y="72705"/>
                  <a:pt x="334937" y="72698"/>
                </a:cubicBezTo>
                <a:cubicBezTo>
                  <a:pt x="334483" y="72773"/>
                  <a:pt x="334331" y="72963"/>
                  <a:pt x="333877" y="73038"/>
                </a:cubicBezTo>
                <a:cubicBezTo>
                  <a:pt x="333423" y="73114"/>
                  <a:pt x="333650" y="72735"/>
                  <a:pt x="332855" y="72849"/>
                </a:cubicBezTo>
                <a:cubicBezTo>
                  <a:pt x="332060" y="72963"/>
                  <a:pt x="332060" y="73417"/>
                  <a:pt x="332060" y="74288"/>
                </a:cubicBezTo>
                <a:cubicBezTo>
                  <a:pt x="332060" y="75159"/>
                  <a:pt x="332060" y="75727"/>
                  <a:pt x="332060" y="76067"/>
                </a:cubicBezTo>
                <a:cubicBezTo>
                  <a:pt x="332060" y="76408"/>
                  <a:pt x="331833" y="77014"/>
                  <a:pt x="332060" y="77544"/>
                </a:cubicBezTo>
                <a:cubicBezTo>
                  <a:pt x="332287" y="78074"/>
                  <a:pt x="332741" y="78074"/>
                  <a:pt x="333650" y="78074"/>
                </a:cubicBezTo>
                <a:cubicBezTo>
                  <a:pt x="334218" y="78320"/>
                  <a:pt x="334862" y="78320"/>
                  <a:pt x="335430" y="78074"/>
                </a:cubicBezTo>
                <a:cubicBezTo>
                  <a:pt x="335770" y="77998"/>
                  <a:pt x="336755" y="78339"/>
                  <a:pt x="336300" y="79210"/>
                </a:cubicBezTo>
                <a:cubicBezTo>
                  <a:pt x="334896" y="79956"/>
                  <a:pt x="333544" y="80789"/>
                  <a:pt x="332249" y="81709"/>
                </a:cubicBezTo>
                <a:cubicBezTo>
                  <a:pt x="331246" y="82379"/>
                  <a:pt x="330163" y="82924"/>
                  <a:pt x="329031" y="83337"/>
                </a:cubicBezTo>
                <a:cubicBezTo>
                  <a:pt x="328387" y="83526"/>
                  <a:pt x="328236" y="82958"/>
                  <a:pt x="327781" y="82958"/>
                </a:cubicBezTo>
                <a:cubicBezTo>
                  <a:pt x="327327" y="82958"/>
                  <a:pt x="326948" y="83829"/>
                  <a:pt x="326948" y="83829"/>
                </a:cubicBezTo>
                <a:cubicBezTo>
                  <a:pt x="326501" y="84352"/>
                  <a:pt x="326297" y="85041"/>
                  <a:pt x="326380" y="85722"/>
                </a:cubicBezTo>
                <a:cubicBezTo>
                  <a:pt x="326380" y="86063"/>
                  <a:pt x="326380" y="86820"/>
                  <a:pt x="326380" y="87275"/>
                </a:cubicBezTo>
                <a:cubicBezTo>
                  <a:pt x="326456" y="88827"/>
                  <a:pt x="327251" y="89584"/>
                  <a:pt x="327403" y="90531"/>
                </a:cubicBezTo>
                <a:cubicBezTo>
                  <a:pt x="327554" y="91478"/>
                  <a:pt x="329371" y="91667"/>
                  <a:pt x="330091" y="91478"/>
                </a:cubicBezTo>
                <a:cubicBezTo>
                  <a:pt x="331405" y="91016"/>
                  <a:pt x="332673" y="90433"/>
                  <a:pt x="333877" y="89736"/>
                </a:cubicBezTo>
                <a:cubicBezTo>
                  <a:pt x="335168" y="89547"/>
                  <a:pt x="336437" y="89228"/>
                  <a:pt x="337663" y="88789"/>
                </a:cubicBezTo>
                <a:cubicBezTo>
                  <a:pt x="338818" y="88100"/>
                  <a:pt x="340113" y="87676"/>
                  <a:pt x="341450" y="87540"/>
                </a:cubicBezTo>
                <a:cubicBezTo>
                  <a:pt x="342476" y="87320"/>
                  <a:pt x="343476" y="87002"/>
                  <a:pt x="344441" y="86593"/>
                </a:cubicBezTo>
                <a:cubicBezTo>
                  <a:pt x="345312" y="86290"/>
                  <a:pt x="346213" y="86075"/>
                  <a:pt x="347129" y="85950"/>
                </a:cubicBezTo>
                <a:cubicBezTo>
                  <a:pt x="348182" y="85950"/>
                  <a:pt x="349234" y="85863"/>
                  <a:pt x="350272" y="85685"/>
                </a:cubicBezTo>
                <a:cubicBezTo>
                  <a:pt x="350726" y="85533"/>
                  <a:pt x="352733" y="85306"/>
                  <a:pt x="355951" y="84662"/>
                </a:cubicBezTo>
                <a:cubicBezTo>
                  <a:pt x="359170" y="84019"/>
                  <a:pt x="358640" y="84662"/>
                  <a:pt x="359548" y="84662"/>
                </a:cubicBezTo>
                <a:cubicBezTo>
                  <a:pt x="361707" y="84170"/>
                  <a:pt x="362918" y="81141"/>
                  <a:pt x="362577" y="78642"/>
                </a:cubicBezTo>
                <a:cubicBezTo>
                  <a:pt x="362312" y="76862"/>
                  <a:pt x="360684" y="76105"/>
                  <a:pt x="360003" y="75537"/>
                </a:cubicBezTo>
                <a:cubicBezTo>
                  <a:pt x="359321" y="74969"/>
                  <a:pt x="358261" y="76029"/>
                  <a:pt x="357428" y="75954"/>
                </a:cubicBezTo>
                <a:cubicBezTo>
                  <a:pt x="356595" y="75878"/>
                  <a:pt x="355081" y="76976"/>
                  <a:pt x="354512" y="76976"/>
                </a:cubicBezTo>
                <a:cubicBezTo>
                  <a:pt x="353710" y="77097"/>
                  <a:pt x="352899" y="77173"/>
                  <a:pt x="352089" y="77203"/>
                </a:cubicBezTo>
                <a:cubicBezTo>
                  <a:pt x="351037" y="77502"/>
                  <a:pt x="349999" y="77858"/>
                  <a:pt x="348984" y="78263"/>
                </a:cubicBezTo>
                <a:cubicBezTo>
                  <a:pt x="348530" y="78339"/>
                  <a:pt x="347697" y="78339"/>
                  <a:pt x="347697" y="77506"/>
                </a:cubicBezTo>
                <a:cubicBezTo>
                  <a:pt x="347652" y="76950"/>
                  <a:pt x="347845" y="76397"/>
                  <a:pt x="348227" y="75992"/>
                </a:cubicBezTo>
                <a:cubicBezTo>
                  <a:pt x="348909" y="75424"/>
                  <a:pt x="350045" y="75159"/>
                  <a:pt x="350537" y="74780"/>
                </a:cubicBezTo>
                <a:cubicBezTo>
                  <a:pt x="351226" y="74265"/>
                  <a:pt x="351847" y="73667"/>
                  <a:pt x="352392" y="73000"/>
                </a:cubicBezTo>
                <a:cubicBezTo>
                  <a:pt x="352600" y="72618"/>
                  <a:pt x="352680" y="72183"/>
                  <a:pt x="352619" y="71751"/>
                </a:cubicBezTo>
                <a:cubicBezTo>
                  <a:pt x="352086" y="70873"/>
                  <a:pt x="351737" y="69892"/>
                  <a:pt x="351597" y="68873"/>
                </a:cubicBezTo>
                <a:cubicBezTo>
                  <a:pt x="351502" y="68343"/>
                  <a:pt x="351040" y="67957"/>
                  <a:pt x="350499" y="67965"/>
                </a:cubicBezTo>
                <a:cubicBezTo>
                  <a:pt x="349677" y="67912"/>
                  <a:pt x="348867" y="67772"/>
                  <a:pt x="348076" y="67548"/>
                </a:cubicBezTo>
                <a:cubicBezTo>
                  <a:pt x="347470" y="67472"/>
                  <a:pt x="346751" y="68154"/>
                  <a:pt x="346523" y="68570"/>
                </a:cubicBezTo>
                <a:cubicBezTo>
                  <a:pt x="346296" y="68987"/>
                  <a:pt x="345160" y="69896"/>
                  <a:pt x="344479" y="69214"/>
                </a:cubicBezTo>
                <a:cubicBezTo>
                  <a:pt x="344096" y="68578"/>
                  <a:pt x="343987" y="67813"/>
                  <a:pt x="344176" y="67094"/>
                </a:cubicBezTo>
                <a:cubicBezTo>
                  <a:pt x="344441" y="66261"/>
                  <a:pt x="346334" y="66488"/>
                  <a:pt x="346789" y="65882"/>
                </a:cubicBezTo>
                <a:cubicBezTo>
                  <a:pt x="347243" y="65276"/>
                  <a:pt x="348341" y="65276"/>
                  <a:pt x="348568" y="65011"/>
                </a:cubicBezTo>
                <a:cubicBezTo>
                  <a:pt x="349079" y="64633"/>
                  <a:pt x="349738" y="64523"/>
                  <a:pt x="350348" y="64708"/>
                </a:cubicBezTo>
                <a:cubicBezTo>
                  <a:pt x="350764" y="64860"/>
                  <a:pt x="351559" y="63610"/>
                  <a:pt x="351559" y="63080"/>
                </a:cubicBezTo>
                <a:cubicBezTo>
                  <a:pt x="352316" y="59559"/>
                  <a:pt x="353604" y="56984"/>
                  <a:pt x="354626" y="53425"/>
                </a:cubicBezTo>
                <a:cubicBezTo>
                  <a:pt x="354778" y="52895"/>
                  <a:pt x="356254" y="51494"/>
                  <a:pt x="356254" y="50926"/>
                </a:cubicBezTo>
                <a:cubicBezTo>
                  <a:pt x="356599" y="49510"/>
                  <a:pt x="357106" y="48136"/>
                  <a:pt x="357769" y="46837"/>
                </a:cubicBezTo>
                <a:cubicBezTo>
                  <a:pt x="358117" y="46065"/>
                  <a:pt x="358197" y="45198"/>
                  <a:pt x="357996" y="44376"/>
                </a:cubicBezTo>
                <a:cubicBezTo>
                  <a:pt x="357958" y="44073"/>
                  <a:pt x="358867" y="42521"/>
                  <a:pt x="358867" y="41650"/>
                </a:cubicBezTo>
                <a:cubicBezTo>
                  <a:pt x="358564" y="40522"/>
                  <a:pt x="357882" y="39533"/>
                  <a:pt x="356936" y="38848"/>
                </a:cubicBezTo>
                <a:cubicBezTo>
                  <a:pt x="356595" y="38621"/>
                  <a:pt x="356254" y="37371"/>
                  <a:pt x="355951" y="37182"/>
                </a:cubicBezTo>
                <a:cubicBezTo>
                  <a:pt x="354494" y="37057"/>
                  <a:pt x="353024" y="37159"/>
                  <a:pt x="351597" y="37485"/>
                </a:cubicBezTo>
                <a:cubicBezTo>
                  <a:pt x="350878" y="37561"/>
                  <a:pt x="350120" y="36955"/>
                  <a:pt x="349249" y="36955"/>
                </a:cubicBezTo>
                <a:close/>
                <a:moveTo>
                  <a:pt x="384235" y="13631"/>
                </a:moveTo>
                <a:cubicBezTo>
                  <a:pt x="588854" y="13715"/>
                  <a:pt x="754687" y="179615"/>
                  <a:pt x="754687" y="384234"/>
                </a:cubicBezTo>
                <a:cubicBezTo>
                  <a:pt x="754687" y="384283"/>
                  <a:pt x="754687" y="384336"/>
                  <a:pt x="754687" y="384385"/>
                </a:cubicBezTo>
                <a:cubicBezTo>
                  <a:pt x="754603" y="589065"/>
                  <a:pt x="588612" y="754920"/>
                  <a:pt x="383932" y="754837"/>
                </a:cubicBezTo>
                <a:cubicBezTo>
                  <a:pt x="179252" y="754753"/>
                  <a:pt x="13397" y="588762"/>
                  <a:pt x="13480" y="384082"/>
                </a:cubicBezTo>
                <a:cubicBezTo>
                  <a:pt x="13564" y="179403"/>
                  <a:pt x="179555" y="13548"/>
                  <a:pt x="384235" y="13631"/>
                </a:cubicBezTo>
                <a:close/>
                <a:moveTo>
                  <a:pt x="384234" y="8595"/>
                </a:moveTo>
                <a:cubicBezTo>
                  <a:pt x="176775" y="8595"/>
                  <a:pt x="8595" y="176775"/>
                  <a:pt x="8595" y="384234"/>
                </a:cubicBezTo>
                <a:cubicBezTo>
                  <a:pt x="8595" y="591692"/>
                  <a:pt x="176775" y="759872"/>
                  <a:pt x="384234" y="759872"/>
                </a:cubicBezTo>
                <a:cubicBezTo>
                  <a:pt x="591591" y="759622"/>
                  <a:pt x="759623" y="591590"/>
                  <a:pt x="759873" y="384234"/>
                </a:cubicBezTo>
                <a:cubicBezTo>
                  <a:pt x="759873" y="176775"/>
                  <a:pt x="591693" y="8595"/>
                  <a:pt x="384234" y="8595"/>
                </a:cubicBezTo>
                <a:close/>
                <a:moveTo>
                  <a:pt x="384234" y="0"/>
                </a:moveTo>
                <a:cubicBezTo>
                  <a:pt x="596335" y="250"/>
                  <a:pt x="768218" y="172133"/>
                  <a:pt x="768468" y="384234"/>
                </a:cubicBezTo>
                <a:cubicBezTo>
                  <a:pt x="768468" y="596440"/>
                  <a:pt x="596441" y="768467"/>
                  <a:pt x="384234" y="768467"/>
                </a:cubicBezTo>
                <a:cubicBezTo>
                  <a:pt x="172027" y="768467"/>
                  <a:pt x="0" y="596440"/>
                  <a:pt x="0" y="384234"/>
                </a:cubicBezTo>
                <a:cubicBezTo>
                  <a:pt x="0" y="172027"/>
                  <a:pt x="172027" y="0"/>
                  <a:pt x="384234" y="0"/>
                </a:cubicBezTo>
                <a:close/>
              </a:path>
            </a:pathLst>
          </a:custGeom>
          <a:solidFill>
            <a:schemeClr val="bg1"/>
          </a:solidFill>
          <a:ln w="37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grpSp>
        <p:nvGrpSpPr>
          <p:cNvPr id="99" name="组合 98"/>
          <p:cNvGrpSpPr/>
          <p:nvPr/>
        </p:nvGrpSpPr>
        <p:grpSpPr>
          <a:xfrm>
            <a:off x="4216450" y="5826242"/>
            <a:ext cx="3759101" cy="463201"/>
            <a:chOff x="650975" y="5882279"/>
            <a:chExt cx="3328166" cy="410101"/>
          </a:xfrm>
          <a:solidFill>
            <a:schemeClr val="bg1">
              <a:alpha val="10000"/>
            </a:schemeClr>
          </a:solidFill>
        </p:grpSpPr>
        <p:grpSp>
          <p:nvGrpSpPr>
            <p:cNvPr id="100" name="组合 99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21" name="任意多边形: 形状 120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1" name="组合 100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18" name="任意多边形: 形状 117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9" name="任意多边形: 形状 118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0" name="任意多边形: 形状 119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02" name="任意多边形: 形状 101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3" name="任意多边形: 形状 102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04" name="组合 103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15" name="任意多边形: 形状 114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6" name="任意多边形: 形状 115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7" name="任意多边形: 形状 116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5" name="组合 104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13" name="任意多边形: 形状 112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4" name="任意多边形: 形状 113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11" name="任意多边形: 形状 110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2" name="任意多边形: 形状 111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07" name="组合 106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08" name="任意多边形: 形状 107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9" name="任意多边形: 形状 108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0" name="任意多边形: 形状 109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72" name="任意多边形: 形状 71"/>
          <p:cNvSpPr/>
          <p:nvPr/>
        </p:nvSpPr>
        <p:spPr>
          <a:xfrm>
            <a:off x="4387663" y="1721604"/>
            <a:ext cx="3415751" cy="768467"/>
          </a:xfrm>
          <a:custGeom>
            <a:avLst/>
            <a:gdLst>
              <a:gd name="connsiteX0" fmla="*/ 449510 w 3415751"/>
              <a:gd name="connsiteY0" fmla="*/ 694142 h 768467"/>
              <a:gd name="connsiteX1" fmla="*/ 453789 w 3415751"/>
              <a:gd name="connsiteY1" fmla="*/ 703229 h 768467"/>
              <a:gd name="connsiteX2" fmla="*/ 453183 w 3415751"/>
              <a:gd name="connsiteY2" fmla="*/ 712998 h 768467"/>
              <a:gd name="connsiteX3" fmla="*/ 451858 w 3415751"/>
              <a:gd name="connsiteY3" fmla="*/ 714974 h 768467"/>
              <a:gd name="connsiteX4" fmla="*/ 439666 w 3415751"/>
              <a:gd name="connsiteY4" fmla="*/ 715648 h 768467"/>
              <a:gd name="connsiteX5" fmla="*/ 435425 w 3415751"/>
              <a:gd name="connsiteY5" fmla="*/ 706788 h 768467"/>
              <a:gd name="connsiteX6" fmla="*/ 436031 w 3415751"/>
              <a:gd name="connsiteY6" fmla="*/ 696755 h 768467"/>
              <a:gd name="connsiteX7" fmla="*/ 437523 w 3415751"/>
              <a:gd name="connsiteY7" fmla="*/ 694547 h 768467"/>
              <a:gd name="connsiteX8" fmla="*/ 449510 w 3415751"/>
              <a:gd name="connsiteY8" fmla="*/ 694142 h 768467"/>
              <a:gd name="connsiteX9" fmla="*/ 398017 w 3415751"/>
              <a:gd name="connsiteY9" fmla="*/ 691681 h 768467"/>
              <a:gd name="connsiteX10" fmla="*/ 372687 w 3415751"/>
              <a:gd name="connsiteY10" fmla="*/ 692136 h 768467"/>
              <a:gd name="connsiteX11" fmla="*/ 373368 w 3415751"/>
              <a:gd name="connsiteY11" fmla="*/ 729544 h 768467"/>
              <a:gd name="connsiteX12" fmla="*/ 398812 w 3415751"/>
              <a:gd name="connsiteY12" fmla="*/ 729052 h 768467"/>
              <a:gd name="connsiteX13" fmla="*/ 398812 w 3415751"/>
              <a:gd name="connsiteY13" fmla="*/ 725720 h 768467"/>
              <a:gd name="connsiteX14" fmla="*/ 398812 w 3415751"/>
              <a:gd name="connsiteY14" fmla="*/ 722426 h 768467"/>
              <a:gd name="connsiteX15" fmla="*/ 379881 w 3415751"/>
              <a:gd name="connsiteY15" fmla="*/ 722767 h 768467"/>
              <a:gd name="connsiteX16" fmla="*/ 379881 w 3415751"/>
              <a:gd name="connsiteY16" fmla="*/ 713036 h 768467"/>
              <a:gd name="connsiteX17" fmla="*/ 396692 w 3415751"/>
              <a:gd name="connsiteY17" fmla="*/ 712733 h 768467"/>
              <a:gd name="connsiteX18" fmla="*/ 396692 w 3415751"/>
              <a:gd name="connsiteY18" fmla="*/ 709515 h 768467"/>
              <a:gd name="connsiteX19" fmla="*/ 396692 w 3415751"/>
              <a:gd name="connsiteY19" fmla="*/ 706296 h 768467"/>
              <a:gd name="connsiteX20" fmla="*/ 379881 w 3415751"/>
              <a:gd name="connsiteY20" fmla="*/ 706599 h 768467"/>
              <a:gd name="connsiteX21" fmla="*/ 379881 w 3415751"/>
              <a:gd name="connsiteY21" fmla="*/ 698648 h 768467"/>
              <a:gd name="connsiteX22" fmla="*/ 398017 w 3415751"/>
              <a:gd name="connsiteY22" fmla="*/ 698345 h 768467"/>
              <a:gd name="connsiteX23" fmla="*/ 398017 w 3415751"/>
              <a:gd name="connsiteY23" fmla="*/ 695013 h 768467"/>
              <a:gd name="connsiteX24" fmla="*/ 335922 w 3415751"/>
              <a:gd name="connsiteY24" fmla="*/ 688804 h 768467"/>
              <a:gd name="connsiteX25" fmla="*/ 335505 w 3415751"/>
              <a:gd name="connsiteY25" fmla="*/ 692098 h 768467"/>
              <a:gd name="connsiteX26" fmla="*/ 335127 w 3415751"/>
              <a:gd name="connsiteY26" fmla="*/ 695392 h 768467"/>
              <a:gd name="connsiteX27" fmla="*/ 345425 w 3415751"/>
              <a:gd name="connsiteY27" fmla="*/ 696641 h 768467"/>
              <a:gd name="connsiteX28" fmla="*/ 341639 w 3415751"/>
              <a:gd name="connsiteY28" fmla="*/ 727159 h 768467"/>
              <a:gd name="connsiteX29" fmla="*/ 345425 w 3415751"/>
              <a:gd name="connsiteY29" fmla="*/ 727613 h 768467"/>
              <a:gd name="connsiteX30" fmla="*/ 348947 w 3415751"/>
              <a:gd name="connsiteY30" fmla="*/ 728030 h 768467"/>
              <a:gd name="connsiteX31" fmla="*/ 352733 w 3415751"/>
              <a:gd name="connsiteY31" fmla="*/ 697512 h 768467"/>
              <a:gd name="connsiteX32" fmla="*/ 363070 w 3415751"/>
              <a:gd name="connsiteY32" fmla="*/ 698799 h 768467"/>
              <a:gd name="connsiteX33" fmla="*/ 363448 w 3415751"/>
              <a:gd name="connsiteY33" fmla="*/ 695468 h 768467"/>
              <a:gd name="connsiteX34" fmla="*/ 363675 w 3415751"/>
              <a:gd name="connsiteY34" fmla="*/ 692211 h 768467"/>
              <a:gd name="connsiteX35" fmla="*/ 440152 w 3415751"/>
              <a:gd name="connsiteY35" fmla="*/ 685793 h 768467"/>
              <a:gd name="connsiteX36" fmla="*/ 430163 w 3415751"/>
              <a:gd name="connsiteY36" fmla="*/ 693196 h 768467"/>
              <a:gd name="connsiteX37" fmla="*/ 428535 w 3415751"/>
              <a:gd name="connsiteY37" fmla="*/ 708341 h 768467"/>
              <a:gd name="connsiteX38" fmla="*/ 435653 w 3415751"/>
              <a:gd name="connsiteY38" fmla="*/ 721479 h 768467"/>
              <a:gd name="connsiteX39" fmla="*/ 436740 w 3415751"/>
              <a:gd name="connsiteY39" fmla="*/ 722214 h 768467"/>
              <a:gd name="connsiteX40" fmla="*/ 459355 w 3415751"/>
              <a:gd name="connsiteY40" fmla="*/ 716860 h 768467"/>
              <a:gd name="connsiteX41" fmla="*/ 460983 w 3415751"/>
              <a:gd name="connsiteY41" fmla="*/ 702018 h 768467"/>
              <a:gd name="connsiteX42" fmla="*/ 453865 w 3415751"/>
              <a:gd name="connsiteY42" fmla="*/ 688576 h 768467"/>
              <a:gd name="connsiteX43" fmla="*/ 452449 w 3415751"/>
              <a:gd name="connsiteY43" fmla="*/ 687622 h 768467"/>
              <a:gd name="connsiteX44" fmla="*/ 440152 w 3415751"/>
              <a:gd name="connsiteY44" fmla="*/ 685793 h 768467"/>
              <a:gd name="connsiteX45" fmla="*/ 300936 w 3415751"/>
              <a:gd name="connsiteY45" fmla="*/ 680777 h 768467"/>
              <a:gd name="connsiteX46" fmla="*/ 295295 w 3415751"/>
              <a:gd name="connsiteY46" fmla="*/ 703494 h 768467"/>
              <a:gd name="connsiteX47" fmla="*/ 295863 w 3415751"/>
              <a:gd name="connsiteY47" fmla="*/ 715383 h 768467"/>
              <a:gd name="connsiteX48" fmla="*/ 305139 w 3415751"/>
              <a:gd name="connsiteY48" fmla="*/ 721517 h 768467"/>
              <a:gd name="connsiteX49" fmla="*/ 316309 w 3415751"/>
              <a:gd name="connsiteY49" fmla="*/ 720646 h 768467"/>
              <a:gd name="connsiteX50" fmla="*/ 322253 w 3415751"/>
              <a:gd name="connsiteY50" fmla="*/ 710196 h 768467"/>
              <a:gd name="connsiteX51" fmla="*/ 327743 w 3415751"/>
              <a:gd name="connsiteY51" fmla="*/ 687478 h 768467"/>
              <a:gd name="connsiteX52" fmla="*/ 324260 w 3415751"/>
              <a:gd name="connsiteY52" fmla="*/ 686608 h 768467"/>
              <a:gd name="connsiteX53" fmla="*/ 320777 w 3415751"/>
              <a:gd name="connsiteY53" fmla="*/ 685775 h 768467"/>
              <a:gd name="connsiteX54" fmla="*/ 315059 w 3415751"/>
              <a:gd name="connsiteY54" fmla="*/ 708492 h 768467"/>
              <a:gd name="connsiteX55" fmla="*/ 312068 w 3415751"/>
              <a:gd name="connsiteY55" fmla="*/ 714134 h 768467"/>
              <a:gd name="connsiteX56" fmla="*/ 306616 w 3415751"/>
              <a:gd name="connsiteY56" fmla="*/ 714664 h 768467"/>
              <a:gd name="connsiteX57" fmla="*/ 302224 w 3415751"/>
              <a:gd name="connsiteY57" fmla="*/ 711521 h 768467"/>
              <a:gd name="connsiteX58" fmla="*/ 302224 w 3415751"/>
              <a:gd name="connsiteY58" fmla="*/ 705236 h 768467"/>
              <a:gd name="connsiteX59" fmla="*/ 307903 w 3415751"/>
              <a:gd name="connsiteY59" fmla="*/ 682518 h 768467"/>
              <a:gd name="connsiteX60" fmla="*/ 304420 w 3415751"/>
              <a:gd name="connsiteY60" fmla="*/ 681648 h 768467"/>
              <a:gd name="connsiteX61" fmla="*/ 490933 w 3415751"/>
              <a:gd name="connsiteY61" fmla="*/ 673356 h 768467"/>
              <a:gd name="connsiteX62" fmla="*/ 467647 w 3415751"/>
              <a:gd name="connsiteY62" fmla="*/ 680928 h 768467"/>
              <a:gd name="connsiteX63" fmla="*/ 479006 w 3415751"/>
              <a:gd name="connsiteY63" fmla="*/ 716481 h 768467"/>
              <a:gd name="connsiteX64" fmla="*/ 482452 w 3415751"/>
              <a:gd name="connsiteY64" fmla="*/ 715346 h 768467"/>
              <a:gd name="connsiteX65" fmla="*/ 485859 w 3415751"/>
              <a:gd name="connsiteY65" fmla="*/ 714247 h 768467"/>
              <a:gd name="connsiteX66" fmla="*/ 481126 w 3415751"/>
              <a:gd name="connsiteY66" fmla="*/ 699216 h 768467"/>
              <a:gd name="connsiteX67" fmla="*/ 495476 w 3415751"/>
              <a:gd name="connsiteY67" fmla="*/ 694559 h 768467"/>
              <a:gd name="connsiteX68" fmla="*/ 494492 w 3415751"/>
              <a:gd name="connsiteY68" fmla="*/ 691492 h 768467"/>
              <a:gd name="connsiteX69" fmla="*/ 493470 w 3415751"/>
              <a:gd name="connsiteY69" fmla="*/ 688425 h 768467"/>
              <a:gd name="connsiteX70" fmla="*/ 479157 w 3415751"/>
              <a:gd name="connsiteY70" fmla="*/ 693082 h 768467"/>
              <a:gd name="connsiteX71" fmla="*/ 476545 w 3415751"/>
              <a:gd name="connsiteY71" fmla="*/ 685017 h 768467"/>
              <a:gd name="connsiteX72" fmla="*/ 492978 w 3415751"/>
              <a:gd name="connsiteY72" fmla="*/ 679679 h 768467"/>
              <a:gd name="connsiteX73" fmla="*/ 491955 w 3415751"/>
              <a:gd name="connsiteY73" fmla="*/ 676498 h 768467"/>
              <a:gd name="connsiteX74" fmla="*/ 266595 w 3415751"/>
              <a:gd name="connsiteY74" fmla="*/ 669077 h 768467"/>
              <a:gd name="connsiteX75" fmla="*/ 265497 w 3415751"/>
              <a:gd name="connsiteY75" fmla="*/ 672220 h 768467"/>
              <a:gd name="connsiteX76" fmla="*/ 264436 w 3415751"/>
              <a:gd name="connsiteY76" fmla="*/ 675362 h 768467"/>
              <a:gd name="connsiteX77" fmla="*/ 274243 w 3415751"/>
              <a:gd name="connsiteY77" fmla="*/ 678732 h 768467"/>
              <a:gd name="connsiteX78" fmla="*/ 264247 w 3415751"/>
              <a:gd name="connsiteY78" fmla="*/ 707811 h 768467"/>
              <a:gd name="connsiteX79" fmla="*/ 267655 w 3415751"/>
              <a:gd name="connsiteY79" fmla="*/ 708985 h 768467"/>
              <a:gd name="connsiteX80" fmla="*/ 271025 w 3415751"/>
              <a:gd name="connsiteY80" fmla="*/ 710158 h 768467"/>
              <a:gd name="connsiteX81" fmla="*/ 281020 w 3415751"/>
              <a:gd name="connsiteY81" fmla="*/ 681080 h 768467"/>
              <a:gd name="connsiteX82" fmla="*/ 290865 w 3415751"/>
              <a:gd name="connsiteY82" fmla="*/ 684449 h 768467"/>
              <a:gd name="connsiteX83" fmla="*/ 291963 w 3415751"/>
              <a:gd name="connsiteY83" fmla="*/ 681307 h 768467"/>
              <a:gd name="connsiteX84" fmla="*/ 293099 w 3415751"/>
              <a:gd name="connsiteY84" fmla="*/ 678202 h 768467"/>
              <a:gd name="connsiteX85" fmla="*/ 253002 w 3415751"/>
              <a:gd name="connsiteY85" fmla="*/ 662413 h 768467"/>
              <a:gd name="connsiteX86" fmla="*/ 237213 w 3415751"/>
              <a:gd name="connsiteY86" fmla="*/ 696300 h 768467"/>
              <a:gd name="connsiteX87" fmla="*/ 240469 w 3415751"/>
              <a:gd name="connsiteY87" fmla="*/ 697815 h 768467"/>
              <a:gd name="connsiteX88" fmla="*/ 243687 w 3415751"/>
              <a:gd name="connsiteY88" fmla="*/ 699329 h 768467"/>
              <a:gd name="connsiteX89" fmla="*/ 259514 w 3415751"/>
              <a:gd name="connsiteY89" fmla="*/ 665442 h 768467"/>
              <a:gd name="connsiteX90" fmla="*/ 256220 w 3415751"/>
              <a:gd name="connsiteY90" fmla="*/ 663928 h 768467"/>
              <a:gd name="connsiteX91" fmla="*/ 536633 w 3415751"/>
              <a:gd name="connsiteY91" fmla="*/ 651206 h 768467"/>
              <a:gd name="connsiteX92" fmla="*/ 511947 w 3415751"/>
              <a:gd name="connsiteY92" fmla="*/ 664306 h 768467"/>
              <a:gd name="connsiteX93" fmla="*/ 513499 w 3415751"/>
              <a:gd name="connsiteY93" fmla="*/ 667260 h 768467"/>
              <a:gd name="connsiteX94" fmla="*/ 515052 w 3415751"/>
              <a:gd name="connsiteY94" fmla="*/ 670175 h 768467"/>
              <a:gd name="connsiteX95" fmla="*/ 524215 w 3415751"/>
              <a:gd name="connsiteY95" fmla="*/ 665291 h 768467"/>
              <a:gd name="connsiteX96" fmla="*/ 538678 w 3415751"/>
              <a:gd name="connsiteY96" fmla="*/ 692438 h 768467"/>
              <a:gd name="connsiteX97" fmla="*/ 541859 w 3415751"/>
              <a:gd name="connsiteY97" fmla="*/ 690772 h 768467"/>
              <a:gd name="connsiteX98" fmla="*/ 545001 w 3415751"/>
              <a:gd name="connsiteY98" fmla="*/ 689069 h 768467"/>
              <a:gd name="connsiteX99" fmla="*/ 530575 w 3415751"/>
              <a:gd name="connsiteY99" fmla="*/ 661921 h 768467"/>
              <a:gd name="connsiteX100" fmla="*/ 539738 w 3415751"/>
              <a:gd name="connsiteY100" fmla="*/ 657037 h 768467"/>
              <a:gd name="connsiteX101" fmla="*/ 538186 w 3415751"/>
              <a:gd name="connsiteY101" fmla="*/ 654121 h 768467"/>
              <a:gd name="connsiteX102" fmla="*/ 220818 w 3415751"/>
              <a:gd name="connsiteY102" fmla="*/ 644920 h 768467"/>
              <a:gd name="connsiteX103" fmla="*/ 219342 w 3415751"/>
              <a:gd name="connsiteY103" fmla="*/ 648025 h 768467"/>
              <a:gd name="connsiteX104" fmla="*/ 217751 w 3415751"/>
              <a:gd name="connsiteY104" fmla="*/ 650941 h 768467"/>
              <a:gd name="connsiteX105" fmla="*/ 226839 w 3415751"/>
              <a:gd name="connsiteY105" fmla="*/ 655976 h 768467"/>
              <a:gd name="connsiteX106" fmla="*/ 211920 w 3415751"/>
              <a:gd name="connsiteY106" fmla="*/ 682859 h 768467"/>
              <a:gd name="connsiteX107" fmla="*/ 215063 w 3415751"/>
              <a:gd name="connsiteY107" fmla="*/ 684601 h 768467"/>
              <a:gd name="connsiteX108" fmla="*/ 218206 w 3415751"/>
              <a:gd name="connsiteY108" fmla="*/ 686343 h 768467"/>
              <a:gd name="connsiteX109" fmla="*/ 232972 w 3415751"/>
              <a:gd name="connsiteY109" fmla="*/ 659233 h 768467"/>
              <a:gd name="connsiteX110" fmla="*/ 242059 w 3415751"/>
              <a:gd name="connsiteY110" fmla="*/ 664268 h 768467"/>
              <a:gd name="connsiteX111" fmla="*/ 243650 w 3415751"/>
              <a:gd name="connsiteY111" fmla="*/ 661391 h 768467"/>
              <a:gd name="connsiteX112" fmla="*/ 245278 w 3415751"/>
              <a:gd name="connsiteY112" fmla="*/ 658475 h 768467"/>
              <a:gd name="connsiteX113" fmla="*/ 455910 w 3415751"/>
              <a:gd name="connsiteY113" fmla="*/ 639468 h 768467"/>
              <a:gd name="connsiteX114" fmla="*/ 455910 w 3415751"/>
              <a:gd name="connsiteY114" fmla="*/ 639582 h 768467"/>
              <a:gd name="connsiteX115" fmla="*/ 457386 w 3415751"/>
              <a:gd name="connsiteY115" fmla="*/ 642800 h 768467"/>
              <a:gd name="connsiteX116" fmla="*/ 455872 w 3415751"/>
              <a:gd name="connsiteY116" fmla="*/ 652342 h 768467"/>
              <a:gd name="connsiteX117" fmla="*/ 454963 w 3415751"/>
              <a:gd name="connsiteY117" fmla="*/ 643255 h 768467"/>
              <a:gd name="connsiteX118" fmla="*/ 455910 w 3415751"/>
              <a:gd name="connsiteY118" fmla="*/ 639468 h 768467"/>
              <a:gd name="connsiteX119" fmla="*/ 391959 w 3415751"/>
              <a:gd name="connsiteY119" fmla="*/ 639468 h 768467"/>
              <a:gd name="connsiteX120" fmla="*/ 391959 w 3415751"/>
              <a:gd name="connsiteY120" fmla="*/ 639582 h 768467"/>
              <a:gd name="connsiteX121" fmla="*/ 393435 w 3415751"/>
              <a:gd name="connsiteY121" fmla="*/ 642800 h 768467"/>
              <a:gd name="connsiteX122" fmla="*/ 391921 w 3415751"/>
              <a:gd name="connsiteY122" fmla="*/ 652342 h 768467"/>
              <a:gd name="connsiteX123" fmla="*/ 391012 w 3415751"/>
              <a:gd name="connsiteY123" fmla="*/ 643255 h 768467"/>
              <a:gd name="connsiteX124" fmla="*/ 391959 w 3415751"/>
              <a:gd name="connsiteY124" fmla="*/ 639468 h 768467"/>
              <a:gd name="connsiteX125" fmla="*/ 316081 w 3415751"/>
              <a:gd name="connsiteY125" fmla="*/ 639089 h 768467"/>
              <a:gd name="connsiteX126" fmla="*/ 318125 w 3415751"/>
              <a:gd name="connsiteY126" fmla="*/ 639392 h 768467"/>
              <a:gd name="connsiteX127" fmla="*/ 318391 w 3415751"/>
              <a:gd name="connsiteY127" fmla="*/ 651660 h 768467"/>
              <a:gd name="connsiteX128" fmla="*/ 316081 w 3415751"/>
              <a:gd name="connsiteY128" fmla="*/ 651660 h 768467"/>
              <a:gd name="connsiteX129" fmla="*/ 316081 w 3415751"/>
              <a:gd name="connsiteY129" fmla="*/ 639165 h 768467"/>
              <a:gd name="connsiteX130" fmla="*/ 445308 w 3415751"/>
              <a:gd name="connsiteY130" fmla="*/ 638900 h 768467"/>
              <a:gd name="connsiteX131" fmla="*/ 446708 w 3415751"/>
              <a:gd name="connsiteY131" fmla="*/ 642687 h 768467"/>
              <a:gd name="connsiteX132" fmla="*/ 445497 w 3415751"/>
              <a:gd name="connsiteY132" fmla="*/ 652039 h 768467"/>
              <a:gd name="connsiteX133" fmla="*/ 443717 w 3415751"/>
              <a:gd name="connsiteY133" fmla="*/ 642989 h 768467"/>
              <a:gd name="connsiteX134" fmla="*/ 445308 w 3415751"/>
              <a:gd name="connsiteY134" fmla="*/ 639014 h 768467"/>
              <a:gd name="connsiteX135" fmla="*/ 381357 w 3415751"/>
              <a:gd name="connsiteY135" fmla="*/ 638900 h 768467"/>
              <a:gd name="connsiteX136" fmla="*/ 382758 w 3415751"/>
              <a:gd name="connsiteY136" fmla="*/ 642687 h 768467"/>
              <a:gd name="connsiteX137" fmla="*/ 381584 w 3415751"/>
              <a:gd name="connsiteY137" fmla="*/ 652228 h 768467"/>
              <a:gd name="connsiteX138" fmla="*/ 379766 w 3415751"/>
              <a:gd name="connsiteY138" fmla="*/ 642989 h 768467"/>
              <a:gd name="connsiteX139" fmla="*/ 381357 w 3415751"/>
              <a:gd name="connsiteY139" fmla="*/ 639014 h 768467"/>
              <a:gd name="connsiteX140" fmla="*/ 327212 w 3415751"/>
              <a:gd name="connsiteY140" fmla="*/ 638219 h 768467"/>
              <a:gd name="connsiteX141" fmla="*/ 328273 w 3415751"/>
              <a:gd name="connsiteY141" fmla="*/ 642687 h 768467"/>
              <a:gd name="connsiteX142" fmla="*/ 327212 w 3415751"/>
              <a:gd name="connsiteY142" fmla="*/ 651585 h 768467"/>
              <a:gd name="connsiteX143" fmla="*/ 326077 w 3415751"/>
              <a:gd name="connsiteY143" fmla="*/ 642687 h 768467"/>
              <a:gd name="connsiteX144" fmla="*/ 327212 w 3415751"/>
              <a:gd name="connsiteY144" fmla="*/ 638219 h 768467"/>
              <a:gd name="connsiteX145" fmla="*/ 947831 w 3415751"/>
              <a:gd name="connsiteY145" fmla="*/ 638164 h 768467"/>
              <a:gd name="connsiteX146" fmla="*/ 947965 w 3415751"/>
              <a:gd name="connsiteY146" fmla="*/ 664431 h 768467"/>
              <a:gd name="connsiteX147" fmla="*/ 971064 w 3415751"/>
              <a:gd name="connsiteY147" fmla="*/ 664431 h 768467"/>
              <a:gd name="connsiteX148" fmla="*/ 982285 w 3415751"/>
              <a:gd name="connsiteY148" fmla="*/ 661000 h 768467"/>
              <a:gd name="connsiteX149" fmla="*/ 985981 w 3415751"/>
              <a:gd name="connsiteY149" fmla="*/ 650440 h 768467"/>
              <a:gd name="connsiteX150" fmla="*/ 982152 w 3415751"/>
              <a:gd name="connsiteY150" fmla="*/ 641199 h 768467"/>
              <a:gd name="connsiteX151" fmla="*/ 970669 w 3415751"/>
              <a:gd name="connsiteY151" fmla="*/ 638164 h 768467"/>
              <a:gd name="connsiteX152" fmla="*/ 321003 w 3415751"/>
              <a:gd name="connsiteY152" fmla="*/ 637348 h 768467"/>
              <a:gd name="connsiteX153" fmla="*/ 321012 w 3415751"/>
              <a:gd name="connsiteY153" fmla="*/ 637603 h 768467"/>
              <a:gd name="connsiteX154" fmla="*/ 321003 w 3415751"/>
              <a:gd name="connsiteY154" fmla="*/ 637613 h 768467"/>
              <a:gd name="connsiteX155" fmla="*/ 321624 w 3415751"/>
              <a:gd name="connsiteY155" fmla="*/ 636852 h 768467"/>
              <a:gd name="connsiteX156" fmla="*/ 323653 w 3415751"/>
              <a:gd name="connsiteY156" fmla="*/ 637348 h 768467"/>
              <a:gd name="connsiteX157" fmla="*/ 324108 w 3415751"/>
              <a:gd name="connsiteY157" fmla="*/ 652493 h 768467"/>
              <a:gd name="connsiteX158" fmla="*/ 321495 w 3415751"/>
              <a:gd name="connsiteY158" fmla="*/ 652493 h 768467"/>
              <a:gd name="connsiteX159" fmla="*/ 321012 w 3415751"/>
              <a:gd name="connsiteY159" fmla="*/ 637603 h 768467"/>
              <a:gd name="connsiteX160" fmla="*/ 451063 w 3415751"/>
              <a:gd name="connsiteY160" fmla="*/ 636287 h 768467"/>
              <a:gd name="connsiteX161" fmla="*/ 452426 w 3415751"/>
              <a:gd name="connsiteY161" fmla="*/ 641967 h 768467"/>
              <a:gd name="connsiteX162" fmla="*/ 450835 w 3415751"/>
              <a:gd name="connsiteY162" fmla="*/ 652985 h 768467"/>
              <a:gd name="connsiteX163" fmla="*/ 449207 w 3415751"/>
              <a:gd name="connsiteY163" fmla="*/ 641815 h 768467"/>
              <a:gd name="connsiteX164" fmla="*/ 451063 w 3415751"/>
              <a:gd name="connsiteY164" fmla="*/ 636287 h 768467"/>
              <a:gd name="connsiteX165" fmla="*/ 387112 w 3415751"/>
              <a:gd name="connsiteY165" fmla="*/ 636287 h 768467"/>
              <a:gd name="connsiteX166" fmla="*/ 388475 w 3415751"/>
              <a:gd name="connsiteY166" fmla="*/ 641967 h 768467"/>
              <a:gd name="connsiteX167" fmla="*/ 386884 w 3415751"/>
              <a:gd name="connsiteY167" fmla="*/ 652985 h 768467"/>
              <a:gd name="connsiteX168" fmla="*/ 385256 w 3415751"/>
              <a:gd name="connsiteY168" fmla="*/ 641815 h 768467"/>
              <a:gd name="connsiteX169" fmla="*/ 387112 w 3415751"/>
              <a:gd name="connsiteY169" fmla="*/ 636287 h 768467"/>
              <a:gd name="connsiteX170" fmla="*/ 284920 w 3415751"/>
              <a:gd name="connsiteY170" fmla="*/ 635114 h 768467"/>
              <a:gd name="connsiteX171" fmla="*/ 285149 w 3415751"/>
              <a:gd name="connsiteY171" fmla="*/ 635324 h 768467"/>
              <a:gd name="connsiteX172" fmla="*/ 284806 w 3415751"/>
              <a:gd name="connsiteY172" fmla="*/ 635266 h 768467"/>
              <a:gd name="connsiteX173" fmla="*/ 565447 w 3415751"/>
              <a:gd name="connsiteY173" fmla="*/ 633069 h 768467"/>
              <a:gd name="connsiteX174" fmla="*/ 544206 w 3415751"/>
              <a:gd name="connsiteY174" fmla="*/ 646851 h 768467"/>
              <a:gd name="connsiteX175" fmla="*/ 564576 w 3415751"/>
              <a:gd name="connsiteY175" fmla="*/ 678202 h 768467"/>
              <a:gd name="connsiteX176" fmla="*/ 586386 w 3415751"/>
              <a:gd name="connsiteY176" fmla="*/ 663890 h 768467"/>
              <a:gd name="connsiteX177" fmla="*/ 584568 w 3415751"/>
              <a:gd name="connsiteY177" fmla="*/ 661088 h 768467"/>
              <a:gd name="connsiteX178" fmla="*/ 582788 w 3415751"/>
              <a:gd name="connsiteY178" fmla="*/ 658324 h 768467"/>
              <a:gd name="connsiteX179" fmla="*/ 566924 w 3415751"/>
              <a:gd name="connsiteY179" fmla="*/ 668623 h 768467"/>
              <a:gd name="connsiteX180" fmla="*/ 561585 w 3415751"/>
              <a:gd name="connsiteY180" fmla="*/ 660482 h 768467"/>
              <a:gd name="connsiteX181" fmla="*/ 575822 w 3415751"/>
              <a:gd name="connsiteY181" fmla="*/ 651395 h 768467"/>
              <a:gd name="connsiteX182" fmla="*/ 574080 w 3415751"/>
              <a:gd name="connsiteY182" fmla="*/ 648669 h 768467"/>
              <a:gd name="connsiteX183" fmla="*/ 572338 w 3415751"/>
              <a:gd name="connsiteY183" fmla="*/ 645981 h 768467"/>
              <a:gd name="connsiteX184" fmla="*/ 558215 w 3415751"/>
              <a:gd name="connsiteY184" fmla="*/ 655143 h 768467"/>
              <a:gd name="connsiteX185" fmla="*/ 553899 w 3415751"/>
              <a:gd name="connsiteY185" fmla="*/ 648480 h 768467"/>
              <a:gd name="connsiteX186" fmla="*/ 569044 w 3415751"/>
              <a:gd name="connsiteY186" fmla="*/ 638635 h 768467"/>
              <a:gd name="connsiteX187" fmla="*/ 567265 w 3415751"/>
              <a:gd name="connsiteY187" fmla="*/ 635833 h 768467"/>
              <a:gd name="connsiteX188" fmla="*/ 194503 w 3415751"/>
              <a:gd name="connsiteY188" fmla="*/ 629283 h 768467"/>
              <a:gd name="connsiteX189" fmla="*/ 186514 w 3415751"/>
              <a:gd name="connsiteY189" fmla="*/ 634129 h 768467"/>
              <a:gd name="connsiteX190" fmla="*/ 184508 w 3415751"/>
              <a:gd name="connsiteY190" fmla="*/ 641513 h 768467"/>
              <a:gd name="connsiteX191" fmla="*/ 190831 w 3415751"/>
              <a:gd name="connsiteY191" fmla="*/ 651433 h 768467"/>
              <a:gd name="connsiteX192" fmla="*/ 194314 w 3415751"/>
              <a:gd name="connsiteY192" fmla="*/ 656506 h 768467"/>
              <a:gd name="connsiteX193" fmla="*/ 193633 w 3415751"/>
              <a:gd name="connsiteY193" fmla="*/ 659838 h 768467"/>
              <a:gd name="connsiteX194" fmla="*/ 190111 w 3415751"/>
              <a:gd name="connsiteY194" fmla="*/ 661429 h 768467"/>
              <a:gd name="connsiteX195" fmla="*/ 185038 w 3415751"/>
              <a:gd name="connsiteY195" fmla="*/ 659233 h 768467"/>
              <a:gd name="connsiteX196" fmla="*/ 181781 w 3415751"/>
              <a:gd name="connsiteY196" fmla="*/ 654878 h 768467"/>
              <a:gd name="connsiteX197" fmla="*/ 182842 w 3415751"/>
              <a:gd name="connsiteY197" fmla="*/ 649994 h 768467"/>
              <a:gd name="connsiteX198" fmla="*/ 177238 w 3415751"/>
              <a:gd name="connsiteY198" fmla="*/ 645943 h 768467"/>
              <a:gd name="connsiteX199" fmla="*/ 174928 w 3415751"/>
              <a:gd name="connsiteY199" fmla="*/ 655787 h 768467"/>
              <a:gd name="connsiteX200" fmla="*/ 181251 w 3415751"/>
              <a:gd name="connsiteY200" fmla="*/ 664458 h 768467"/>
              <a:gd name="connsiteX201" fmla="*/ 191436 w 3415751"/>
              <a:gd name="connsiteY201" fmla="*/ 668017 h 768467"/>
              <a:gd name="connsiteX202" fmla="*/ 199426 w 3415751"/>
              <a:gd name="connsiteY202" fmla="*/ 663473 h 768467"/>
              <a:gd name="connsiteX203" fmla="*/ 201849 w 3415751"/>
              <a:gd name="connsiteY203" fmla="*/ 655901 h 768467"/>
              <a:gd name="connsiteX204" fmla="*/ 196207 w 3415751"/>
              <a:gd name="connsiteY204" fmla="*/ 646586 h 768467"/>
              <a:gd name="connsiteX205" fmla="*/ 192005 w 3415751"/>
              <a:gd name="connsiteY205" fmla="*/ 640831 h 768467"/>
              <a:gd name="connsiteX206" fmla="*/ 192232 w 3415751"/>
              <a:gd name="connsiteY206" fmla="*/ 637802 h 768467"/>
              <a:gd name="connsiteX207" fmla="*/ 195601 w 3415751"/>
              <a:gd name="connsiteY207" fmla="*/ 635758 h 768467"/>
              <a:gd name="connsiteX208" fmla="*/ 199842 w 3415751"/>
              <a:gd name="connsiteY208" fmla="*/ 637196 h 768467"/>
              <a:gd name="connsiteX209" fmla="*/ 203060 w 3415751"/>
              <a:gd name="connsiteY209" fmla="*/ 641475 h 768467"/>
              <a:gd name="connsiteX210" fmla="*/ 202341 w 3415751"/>
              <a:gd name="connsiteY210" fmla="*/ 646170 h 768467"/>
              <a:gd name="connsiteX211" fmla="*/ 207983 w 3415751"/>
              <a:gd name="connsiteY211" fmla="*/ 650297 h 768467"/>
              <a:gd name="connsiteX212" fmla="*/ 207983 w 3415751"/>
              <a:gd name="connsiteY212" fmla="*/ 650221 h 768467"/>
              <a:gd name="connsiteX213" fmla="*/ 209989 w 3415751"/>
              <a:gd name="connsiteY213" fmla="*/ 640680 h 768467"/>
              <a:gd name="connsiteX214" fmla="*/ 204310 w 3415751"/>
              <a:gd name="connsiteY214" fmla="*/ 632463 h 768467"/>
              <a:gd name="connsiteX215" fmla="*/ 194503 w 3415751"/>
              <a:gd name="connsiteY215" fmla="*/ 629283 h 768467"/>
              <a:gd name="connsiteX216" fmla="*/ 594261 w 3415751"/>
              <a:gd name="connsiteY216" fmla="*/ 612472 h 768467"/>
              <a:gd name="connsiteX217" fmla="*/ 584189 w 3415751"/>
              <a:gd name="connsiteY217" fmla="*/ 616258 h 768467"/>
              <a:gd name="connsiteX218" fmla="*/ 578813 w 3415751"/>
              <a:gd name="connsiteY218" fmla="*/ 627617 h 768467"/>
              <a:gd name="connsiteX219" fmla="*/ 584871 w 3415751"/>
              <a:gd name="connsiteY219" fmla="*/ 641513 h 768467"/>
              <a:gd name="connsiteX220" fmla="*/ 597328 w 3415751"/>
              <a:gd name="connsiteY220" fmla="*/ 649653 h 768467"/>
              <a:gd name="connsiteX221" fmla="*/ 614896 w 3415751"/>
              <a:gd name="connsiteY221" fmla="*/ 636818 h 768467"/>
              <a:gd name="connsiteX222" fmla="*/ 614821 w 3415751"/>
              <a:gd name="connsiteY222" fmla="*/ 636742 h 768467"/>
              <a:gd name="connsiteX223" fmla="*/ 611678 w 3415751"/>
              <a:gd name="connsiteY223" fmla="*/ 626065 h 768467"/>
              <a:gd name="connsiteX224" fmla="*/ 606150 w 3415751"/>
              <a:gd name="connsiteY224" fmla="*/ 630684 h 768467"/>
              <a:gd name="connsiteX225" fmla="*/ 607778 w 3415751"/>
              <a:gd name="connsiteY225" fmla="*/ 636363 h 768467"/>
              <a:gd name="connsiteX226" fmla="*/ 607506 w 3415751"/>
              <a:gd name="connsiteY226" fmla="*/ 637628 h 768467"/>
              <a:gd name="connsiteX227" fmla="*/ 598047 w 3415751"/>
              <a:gd name="connsiteY227" fmla="*/ 642649 h 768467"/>
              <a:gd name="connsiteX228" fmla="*/ 590475 w 3415751"/>
              <a:gd name="connsiteY228" fmla="*/ 636894 h 768467"/>
              <a:gd name="connsiteX229" fmla="*/ 586007 w 3415751"/>
              <a:gd name="connsiteY229" fmla="*/ 628071 h 768467"/>
              <a:gd name="connsiteX230" fmla="*/ 588582 w 3415751"/>
              <a:gd name="connsiteY230" fmla="*/ 621370 h 768467"/>
              <a:gd name="connsiteX231" fmla="*/ 593731 w 3415751"/>
              <a:gd name="connsiteY231" fmla="*/ 619401 h 768467"/>
              <a:gd name="connsiteX232" fmla="*/ 598653 w 3415751"/>
              <a:gd name="connsiteY232" fmla="*/ 621521 h 768467"/>
              <a:gd name="connsiteX233" fmla="*/ 604181 w 3415751"/>
              <a:gd name="connsiteY233" fmla="*/ 616902 h 768467"/>
              <a:gd name="connsiteX234" fmla="*/ 594261 w 3415751"/>
              <a:gd name="connsiteY234" fmla="*/ 612472 h 768467"/>
              <a:gd name="connsiteX235" fmla="*/ 396766 w 3415751"/>
              <a:gd name="connsiteY235" fmla="*/ 611310 h 768467"/>
              <a:gd name="connsiteX236" fmla="*/ 396842 w 3415751"/>
              <a:gd name="connsiteY236" fmla="*/ 611310 h 768467"/>
              <a:gd name="connsiteX237" fmla="*/ 396842 w 3415751"/>
              <a:gd name="connsiteY237" fmla="*/ 621419 h 768467"/>
              <a:gd name="connsiteX238" fmla="*/ 388247 w 3415751"/>
              <a:gd name="connsiteY238" fmla="*/ 621419 h 768467"/>
              <a:gd name="connsiteX239" fmla="*/ 370869 w 3415751"/>
              <a:gd name="connsiteY239" fmla="*/ 609254 h 768467"/>
              <a:gd name="connsiteX240" fmla="*/ 376283 w 3415751"/>
              <a:gd name="connsiteY240" fmla="*/ 614025 h 768467"/>
              <a:gd name="connsiteX241" fmla="*/ 376275 w 3415751"/>
              <a:gd name="connsiteY241" fmla="*/ 614899 h 768467"/>
              <a:gd name="connsiteX242" fmla="*/ 371134 w 3415751"/>
              <a:gd name="connsiteY242" fmla="*/ 619098 h 768467"/>
              <a:gd name="connsiteX243" fmla="*/ 365719 w 3415751"/>
              <a:gd name="connsiteY243" fmla="*/ 614252 h 768467"/>
              <a:gd name="connsiteX244" fmla="*/ 365727 w 3415751"/>
              <a:gd name="connsiteY244" fmla="*/ 613707 h 768467"/>
              <a:gd name="connsiteX245" fmla="*/ 370869 w 3415751"/>
              <a:gd name="connsiteY245" fmla="*/ 609254 h 768467"/>
              <a:gd name="connsiteX246" fmla="*/ 417478 w 3415751"/>
              <a:gd name="connsiteY246" fmla="*/ 609253 h 768467"/>
              <a:gd name="connsiteX247" fmla="*/ 423082 w 3415751"/>
              <a:gd name="connsiteY247" fmla="*/ 618189 h 768467"/>
              <a:gd name="connsiteX248" fmla="*/ 417478 w 3415751"/>
              <a:gd name="connsiteY248" fmla="*/ 627125 h 768467"/>
              <a:gd name="connsiteX249" fmla="*/ 411874 w 3415751"/>
              <a:gd name="connsiteY249" fmla="*/ 618189 h 768467"/>
              <a:gd name="connsiteX250" fmla="*/ 417478 w 3415751"/>
              <a:gd name="connsiteY250" fmla="*/ 609253 h 768467"/>
              <a:gd name="connsiteX251" fmla="*/ 369816 w 3415751"/>
              <a:gd name="connsiteY251" fmla="*/ 606951 h 768467"/>
              <a:gd name="connsiteX252" fmla="*/ 362311 w 3415751"/>
              <a:gd name="connsiteY252" fmla="*/ 614592 h 768467"/>
              <a:gd name="connsiteX253" fmla="*/ 362349 w 3415751"/>
              <a:gd name="connsiteY253" fmla="*/ 615099 h 768467"/>
              <a:gd name="connsiteX254" fmla="*/ 370717 w 3415751"/>
              <a:gd name="connsiteY254" fmla="*/ 621786 h 768467"/>
              <a:gd name="connsiteX255" fmla="*/ 376851 w 3415751"/>
              <a:gd name="connsiteY255" fmla="*/ 619136 h 768467"/>
              <a:gd name="connsiteX256" fmla="*/ 370414 w 3415751"/>
              <a:gd name="connsiteY256" fmla="*/ 627466 h 768467"/>
              <a:gd name="connsiteX257" fmla="*/ 369627 w 3415751"/>
              <a:gd name="connsiteY257" fmla="*/ 627534 h 768467"/>
              <a:gd name="connsiteX258" fmla="*/ 365908 w 3415751"/>
              <a:gd name="connsiteY258" fmla="*/ 623679 h 768467"/>
              <a:gd name="connsiteX259" fmla="*/ 362539 w 3415751"/>
              <a:gd name="connsiteY259" fmla="*/ 623679 h 768467"/>
              <a:gd name="connsiteX260" fmla="*/ 370490 w 3415751"/>
              <a:gd name="connsiteY260" fmla="*/ 629662 h 768467"/>
              <a:gd name="connsiteX261" fmla="*/ 370490 w 3415751"/>
              <a:gd name="connsiteY261" fmla="*/ 629775 h 768467"/>
              <a:gd name="connsiteX262" fmla="*/ 380296 w 3415751"/>
              <a:gd name="connsiteY262" fmla="*/ 617356 h 768467"/>
              <a:gd name="connsiteX263" fmla="*/ 370906 w 3415751"/>
              <a:gd name="connsiteY263" fmla="*/ 607019 h 768467"/>
              <a:gd name="connsiteX264" fmla="*/ 369816 w 3415751"/>
              <a:gd name="connsiteY264" fmla="*/ 606951 h 768467"/>
              <a:gd name="connsiteX265" fmla="*/ 417478 w 3415751"/>
              <a:gd name="connsiteY265" fmla="*/ 606906 h 768467"/>
              <a:gd name="connsiteX266" fmla="*/ 408315 w 3415751"/>
              <a:gd name="connsiteY266" fmla="*/ 618265 h 768467"/>
              <a:gd name="connsiteX267" fmla="*/ 417478 w 3415751"/>
              <a:gd name="connsiteY267" fmla="*/ 629624 h 768467"/>
              <a:gd name="connsiteX268" fmla="*/ 417478 w 3415751"/>
              <a:gd name="connsiteY268" fmla="*/ 629775 h 768467"/>
              <a:gd name="connsiteX269" fmla="*/ 426641 w 3415751"/>
              <a:gd name="connsiteY269" fmla="*/ 618265 h 768467"/>
              <a:gd name="connsiteX270" fmla="*/ 417478 w 3415751"/>
              <a:gd name="connsiteY270" fmla="*/ 606906 h 768467"/>
              <a:gd name="connsiteX271" fmla="*/ 397070 w 3415751"/>
              <a:gd name="connsiteY271" fmla="*/ 606755 h 768467"/>
              <a:gd name="connsiteX272" fmla="*/ 384840 w 3415751"/>
              <a:gd name="connsiteY272" fmla="*/ 620877 h 768467"/>
              <a:gd name="connsiteX273" fmla="*/ 384840 w 3415751"/>
              <a:gd name="connsiteY273" fmla="*/ 623603 h 768467"/>
              <a:gd name="connsiteX274" fmla="*/ 396502 w 3415751"/>
              <a:gd name="connsiteY274" fmla="*/ 623603 h 768467"/>
              <a:gd name="connsiteX275" fmla="*/ 396502 w 3415751"/>
              <a:gd name="connsiteY275" fmla="*/ 629056 h 768467"/>
              <a:gd name="connsiteX276" fmla="*/ 399871 w 3415751"/>
              <a:gd name="connsiteY276" fmla="*/ 629056 h 768467"/>
              <a:gd name="connsiteX277" fmla="*/ 399871 w 3415751"/>
              <a:gd name="connsiteY277" fmla="*/ 623603 h 768467"/>
              <a:gd name="connsiteX278" fmla="*/ 403658 w 3415751"/>
              <a:gd name="connsiteY278" fmla="*/ 623603 h 768467"/>
              <a:gd name="connsiteX279" fmla="*/ 403658 w 3415751"/>
              <a:gd name="connsiteY279" fmla="*/ 621218 h 768467"/>
              <a:gd name="connsiteX280" fmla="*/ 399871 w 3415751"/>
              <a:gd name="connsiteY280" fmla="*/ 621218 h 768467"/>
              <a:gd name="connsiteX281" fmla="*/ 399871 w 3415751"/>
              <a:gd name="connsiteY281" fmla="*/ 606755 h 768467"/>
              <a:gd name="connsiteX282" fmla="*/ 348567 w 3415751"/>
              <a:gd name="connsiteY282" fmla="*/ 606603 h 768467"/>
              <a:gd name="connsiteX283" fmla="*/ 341373 w 3415751"/>
              <a:gd name="connsiteY283" fmla="*/ 610844 h 768467"/>
              <a:gd name="connsiteX284" fmla="*/ 341373 w 3415751"/>
              <a:gd name="connsiteY284" fmla="*/ 613229 h 768467"/>
              <a:gd name="connsiteX285" fmla="*/ 347621 w 3415751"/>
              <a:gd name="connsiteY285" fmla="*/ 613229 h 768467"/>
              <a:gd name="connsiteX286" fmla="*/ 347621 w 3415751"/>
              <a:gd name="connsiteY286" fmla="*/ 629056 h 768467"/>
              <a:gd name="connsiteX287" fmla="*/ 351180 w 3415751"/>
              <a:gd name="connsiteY287" fmla="*/ 629056 h 768467"/>
              <a:gd name="connsiteX288" fmla="*/ 351180 w 3415751"/>
              <a:gd name="connsiteY288" fmla="*/ 606603 h 768467"/>
              <a:gd name="connsiteX289" fmla="*/ 164364 w 3415751"/>
              <a:gd name="connsiteY289" fmla="*/ 600129 h 768467"/>
              <a:gd name="connsiteX290" fmla="*/ 138845 w 3415751"/>
              <a:gd name="connsiteY290" fmla="*/ 627466 h 768467"/>
              <a:gd name="connsiteX291" fmla="*/ 141306 w 3415751"/>
              <a:gd name="connsiteY291" fmla="*/ 629775 h 768467"/>
              <a:gd name="connsiteX292" fmla="*/ 143767 w 3415751"/>
              <a:gd name="connsiteY292" fmla="*/ 632199 h 768467"/>
              <a:gd name="connsiteX293" fmla="*/ 162131 w 3415751"/>
              <a:gd name="connsiteY293" fmla="*/ 612472 h 768467"/>
              <a:gd name="connsiteX294" fmla="*/ 154142 w 3415751"/>
              <a:gd name="connsiteY294" fmla="*/ 641891 h 768467"/>
              <a:gd name="connsiteX295" fmla="*/ 156754 w 3415751"/>
              <a:gd name="connsiteY295" fmla="*/ 644315 h 768467"/>
              <a:gd name="connsiteX296" fmla="*/ 159367 w 3415751"/>
              <a:gd name="connsiteY296" fmla="*/ 646624 h 768467"/>
              <a:gd name="connsiteX297" fmla="*/ 184848 w 3415751"/>
              <a:gd name="connsiteY297" fmla="*/ 619249 h 768467"/>
              <a:gd name="connsiteX298" fmla="*/ 182387 w 3415751"/>
              <a:gd name="connsiteY298" fmla="*/ 616978 h 768467"/>
              <a:gd name="connsiteX299" fmla="*/ 179964 w 3415751"/>
              <a:gd name="connsiteY299" fmla="*/ 614706 h 768467"/>
              <a:gd name="connsiteX300" fmla="*/ 162055 w 3415751"/>
              <a:gd name="connsiteY300" fmla="*/ 633902 h 768467"/>
              <a:gd name="connsiteX301" fmla="*/ 169855 w 3415751"/>
              <a:gd name="connsiteY301" fmla="*/ 605278 h 768467"/>
              <a:gd name="connsiteX302" fmla="*/ 167091 w 3415751"/>
              <a:gd name="connsiteY302" fmla="*/ 602703 h 768467"/>
              <a:gd name="connsiteX303" fmla="*/ 947831 w 3415751"/>
              <a:gd name="connsiteY303" fmla="*/ 599751 h 768467"/>
              <a:gd name="connsiteX304" fmla="*/ 947965 w 3415751"/>
              <a:gd name="connsiteY304" fmla="*/ 621531 h 768467"/>
              <a:gd name="connsiteX305" fmla="*/ 969745 w 3415751"/>
              <a:gd name="connsiteY305" fmla="*/ 621531 h 768467"/>
              <a:gd name="connsiteX306" fmla="*/ 980437 w 3415751"/>
              <a:gd name="connsiteY306" fmla="*/ 618628 h 768467"/>
              <a:gd name="connsiteX307" fmla="*/ 983869 w 3415751"/>
              <a:gd name="connsiteY307" fmla="*/ 609783 h 768467"/>
              <a:gd name="connsiteX308" fmla="*/ 980173 w 3415751"/>
              <a:gd name="connsiteY308" fmla="*/ 602260 h 768467"/>
              <a:gd name="connsiteX309" fmla="*/ 968952 w 3415751"/>
              <a:gd name="connsiteY309" fmla="*/ 599751 h 768467"/>
              <a:gd name="connsiteX310" fmla="*/ 3171282 w 3415751"/>
              <a:gd name="connsiteY310" fmla="*/ 596985 h 768467"/>
              <a:gd name="connsiteX311" fmla="*/ 3154583 w 3415751"/>
              <a:gd name="connsiteY311" fmla="*/ 601001 h 768467"/>
              <a:gd name="connsiteX312" fmla="*/ 3149629 w 3415751"/>
              <a:gd name="connsiteY312" fmla="*/ 605954 h 768467"/>
              <a:gd name="connsiteX313" fmla="*/ 3143028 w 3415751"/>
              <a:gd name="connsiteY313" fmla="*/ 632354 h 768467"/>
              <a:gd name="connsiteX314" fmla="*/ 3149497 w 3415751"/>
              <a:gd name="connsiteY314" fmla="*/ 657435 h 768467"/>
              <a:gd name="connsiteX315" fmla="*/ 3181265 w 3415751"/>
              <a:gd name="connsiteY315" fmla="*/ 662100 h 768467"/>
              <a:gd name="connsiteX316" fmla="*/ 3185928 w 3415751"/>
              <a:gd name="connsiteY316" fmla="*/ 657435 h 768467"/>
              <a:gd name="connsiteX317" fmla="*/ 3185929 w 3415751"/>
              <a:gd name="connsiteY317" fmla="*/ 657435 h 768467"/>
              <a:gd name="connsiteX318" fmla="*/ 3192529 w 3415751"/>
              <a:gd name="connsiteY318" fmla="*/ 632354 h 768467"/>
              <a:gd name="connsiteX319" fmla="*/ 3185929 w 3415751"/>
              <a:gd name="connsiteY319" fmla="*/ 605954 h 768467"/>
              <a:gd name="connsiteX320" fmla="*/ 3171282 w 3415751"/>
              <a:gd name="connsiteY320" fmla="*/ 596985 h 768467"/>
              <a:gd name="connsiteX321" fmla="*/ 2985046 w 3415751"/>
              <a:gd name="connsiteY321" fmla="*/ 596979 h 768467"/>
              <a:gd name="connsiteX322" fmla="*/ 2968260 w 3415751"/>
              <a:gd name="connsiteY322" fmla="*/ 601069 h 768467"/>
              <a:gd name="connsiteX323" fmla="*/ 2963374 w 3415751"/>
              <a:gd name="connsiteY323" fmla="*/ 605955 h 768467"/>
              <a:gd name="connsiteX324" fmla="*/ 2956906 w 3415751"/>
              <a:gd name="connsiteY324" fmla="*/ 632356 h 768467"/>
              <a:gd name="connsiteX325" fmla="*/ 2963374 w 3415751"/>
              <a:gd name="connsiteY325" fmla="*/ 657437 h 768467"/>
              <a:gd name="connsiteX326" fmla="*/ 2995142 w 3415751"/>
              <a:gd name="connsiteY326" fmla="*/ 662100 h 768467"/>
              <a:gd name="connsiteX327" fmla="*/ 2999807 w 3415751"/>
              <a:gd name="connsiteY327" fmla="*/ 657437 h 768467"/>
              <a:gd name="connsiteX328" fmla="*/ 3006274 w 3415751"/>
              <a:gd name="connsiteY328" fmla="*/ 632356 h 768467"/>
              <a:gd name="connsiteX329" fmla="*/ 2999807 w 3415751"/>
              <a:gd name="connsiteY329" fmla="*/ 605955 h 768467"/>
              <a:gd name="connsiteX330" fmla="*/ 2985046 w 3415751"/>
              <a:gd name="connsiteY330" fmla="*/ 596979 h 768467"/>
              <a:gd name="connsiteX331" fmla="*/ 2296654 w 3415751"/>
              <a:gd name="connsiteY331" fmla="*/ 596979 h 768467"/>
              <a:gd name="connsiteX332" fmla="*/ 2279868 w 3415751"/>
              <a:gd name="connsiteY332" fmla="*/ 601069 h 768467"/>
              <a:gd name="connsiteX333" fmla="*/ 2274982 w 3415751"/>
              <a:gd name="connsiteY333" fmla="*/ 605955 h 768467"/>
              <a:gd name="connsiteX334" fmla="*/ 2268514 w 3415751"/>
              <a:gd name="connsiteY334" fmla="*/ 632356 h 768467"/>
              <a:gd name="connsiteX335" fmla="*/ 2274982 w 3415751"/>
              <a:gd name="connsiteY335" fmla="*/ 657437 h 768467"/>
              <a:gd name="connsiteX336" fmla="*/ 2306750 w 3415751"/>
              <a:gd name="connsiteY336" fmla="*/ 662100 h 768467"/>
              <a:gd name="connsiteX337" fmla="*/ 2311415 w 3415751"/>
              <a:gd name="connsiteY337" fmla="*/ 657437 h 768467"/>
              <a:gd name="connsiteX338" fmla="*/ 2317882 w 3415751"/>
              <a:gd name="connsiteY338" fmla="*/ 632356 h 768467"/>
              <a:gd name="connsiteX339" fmla="*/ 2311415 w 3415751"/>
              <a:gd name="connsiteY339" fmla="*/ 605955 h 768467"/>
              <a:gd name="connsiteX340" fmla="*/ 2296654 w 3415751"/>
              <a:gd name="connsiteY340" fmla="*/ 596979 h 768467"/>
              <a:gd name="connsiteX341" fmla="*/ 152286 w 3415751"/>
              <a:gd name="connsiteY341" fmla="*/ 586952 h 768467"/>
              <a:gd name="connsiteX342" fmla="*/ 124495 w 3415751"/>
              <a:gd name="connsiteY342" fmla="*/ 611980 h 768467"/>
              <a:gd name="connsiteX343" fmla="*/ 126918 w 3415751"/>
              <a:gd name="connsiteY343" fmla="*/ 614630 h 768467"/>
              <a:gd name="connsiteX344" fmla="*/ 129303 w 3415751"/>
              <a:gd name="connsiteY344" fmla="*/ 617318 h 768467"/>
              <a:gd name="connsiteX345" fmla="*/ 157095 w 3415751"/>
              <a:gd name="connsiteY345" fmla="*/ 592291 h 768467"/>
              <a:gd name="connsiteX346" fmla="*/ 154709 w 3415751"/>
              <a:gd name="connsiteY346" fmla="*/ 589603 h 768467"/>
              <a:gd name="connsiteX347" fmla="*/ 3328206 w 3415751"/>
              <a:gd name="connsiteY347" fmla="*/ 582911 h 768467"/>
              <a:gd name="connsiteX348" fmla="*/ 3339426 w 3415751"/>
              <a:gd name="connsiteY348" fmla="*/ 582911 h 768467"/>
              <a:gd name="connsiteX349" fmla="*/ 3350779 w 3415751"/>
              <a:gd name="connsiteY349" fmla="*/ 582911 h 768467"/>
              <a:gd name="connsiteX350" fmla="*/ 3369720 w 3415751"/>
              <a:gd name="connsiteY350" fmla="*/ 625658 h 768467"/>
              <a:gd name="connsiteX351" fmla="*/ 3369656 w 3415751"/>
              <a:gd name="connsiteY351" fmla="*/ 625812 h 768467"/>
              <a:gd name="connsiteX352" fmla="*/ 3369788 w 3415751"/>
              <a:gd name="connsiteY352" fmla="*/ 625812 h 768467"/>
              <a:gd name="connsiteX353" fmla="*/ 3369720 w 3415751"/>
              <a:gd name="connsiteY353" fmla="*/ 625658 h 768467"/>
              <a:gd name="connsiteX354" fmla="*/ 3387475 w 3415751"/>
              <a:gd name="connsiteY354" fmla="*/ 582911 h 768467"/>
              <a:gd name="connsiteX355" fmla="*/ 3398300 w 3415751"/>
              <a:gd name="connsiteY355" fmla="*/ 582911 h 768467"/>
              <a:gd name="connsiteX356" fmla="*/ 3408992 w 3415751"/>
              <a:gd name="connsiteY356" fmla="*/ 582911 h 768467"/>
              <a:gd name="connsiteX357" fmla="*/ 3378896 w 3415751"/>
              <a:gd name="connsiteY357" fmla="*/ 644292 h 768467"/>
              <a:gd name="connsiteX358" fmla="*/ 3378896 w 3415751"/>
              <a:gd name="connsiteY358" fmla="*/ 681914 h 768467"/>
              <a:gd name="connsiteX359" fmla="*/ 3369523 w 3415751"/>
              <a:gd name="connsiteY359" fmla="*/ 681914 h 768467"/>
              <a:gd name="connsiteX360" fmla="*/ 3359887 w 3415751"/>
              <a:gd name="connsiteY360" fmla="*/ 681914 h 768467"/>
              <a:gd name="connsiteX361" fmla="*/ 3359887 w 3415751"/>
              <a:gd name="connsiteY361" fmla="*/ 644688 h 768467"/>
              <a:gd name="connsiteX362" fmla="*/ 3046117 w 3415751"/>
              <a:gd name="connsiteY362" fmla="*/ 582911 h 768467"/>
              <a:gd name="connsiteX363" fmla="*/ 3055621 w 3415751"/>
              <a:gd name="connsiteY363" fmla="*/ 582911 h 768467"/>
              <a:gd name="connsiteX364" fmla="*/ 3065125 w 3415751"/>
              <a:gd name="connsiteY364" fmla="*/ 582911 h 768467"/>
              <a:gd name="connsiteX365" fmla="*/ 3065125 w 3415751"/>
              <a:gd name="connsiteY365" fmla="*/ 664224 h 768467"/>
              <a:gd name="connsiteX366" fmla="*/ 3110271 w 3415751"/>
              <a:gd name="connsiteY366" fmla="*/ 664224 h 768467"/>
              <a:gd name="connsiteX367" fmla="*/ 3110271 w 3415751"/>
              <a:gd name="connsiteY367" fmla="*/ 673069 h 768467"/>
              <a:gd name="connsiteX368" fmla="*/ 3110271 w 3415751"/>
              <a:gd name="connsiteY368" fmla="*/ 681780 h 768467"/>
              <a:gd name="connsiteX369" fmla="*/ 3046117 w 3415751"/>
              <a:gd name="connsiteY369" fmla="*/ 681780 h 768467"/>
              <a:gd name="connsiteX370" fmla="*/ 2844946 w 3415751"/>
              <a:gd name="connsiteY370" fmla="*/ 582911 h 768467"/>
              <a:gd name="connsiteX371" fmla="*/ 2854847 w 3415751"/>
              <a:gd name="connsiteY371" fmla="*/ 582911 h 768467"/>
              <a:gd name="connsiteX372" fmla="*/ 2864747 w 3415751"/>
              <a:gd name="connsiteY372" fmla="*/ 582911 h 768467"/>
              <a:gd name="connsiteX373" fmla="*/ 2901312 w 3415751"/>
              <a:gd name="connsiteY373" fmla="*/ 652345 h 768467"/>
              <a:gd name="connsiteX374" fmla="*/ 2901312 w 3415751"/>
              <a:gd name="connsiteY374" fmla="*/ 582911 h 768467"/>
              <a:gd name="connsiteX375" fmla="*/ 2910156 w 3415751"/>
              <a:gd name="connsiteY375" fmla="*/ 582911 h 768467"/>
              <a:gd name="connsiteX376" fmla="*/ 2919131 w 3415751"/>
              <a:gd name="connsiteY376" fmla="*/ 582911 h 768467"/>
              <a:gd name="connsiteX377" fmla="*/ 2919131 w 3415751"/>
              <a:gd name="connsiteY377" fmla="*/ 681780 h 768467"/>
              <a:gd name="connsiteX378" fmla="*/ 2909627 w 3415751"/>
              <a:gd name="connsiteY378" fmla="*/ 681780 h 768467"/>
              <a:gd name="connsiteX379" fmla="*/ 2900123 w 3415751"/>
              <a:gd name="connsiteY379" fmla="*/ 681780 h 768467"/>
              <a:gd name="connsiteX380" fmla="*/ 2862634 w 3415751"/>
              <a:gd name="connsiteY380" fmla="*/ 610499 h 768467"/>
              <a:gd name="connsiteX381" fmla="*/ 2862634 w 3415751"/>
              <a:gd name="connsiteY381" fmla="*/ 681780 h 768467"/>
              <a:gd name="connsiteX382" fmla="*/ 2853791 w 3415751"/>
              <a:gd name="connsiteY382" fmla="*/ 681780 h 768467"/>
              <a:gd name="connsiteX383" fmla="*/ 2844946 w 3415751"/>
              <a:gd name="connsiteY383" fmla="*/ 681780 h 768467"/>
              <a:gd name="connsiteX384" fmla="*/ 2748583 w 3415751"/>
              <a:gd name="connsiteY384" fmla="*/ 582911 h 768467"/>
              <a:gd name="connsiteX385" fmla="*/ 2757956 w 3415751"/>
              <a:gd name="connsiteY385" fmla="*/ 582911 h 768467"/>
              <a:gd name="connsiteX386" fmla="*/ 2767460 w 3415751"/>
              <a:gd name="connsiteY386" fmla="*/ 582911 h 768467"/>
              <a:gd name="connsiteX387" fmla="*/ 2767460 w 3415751"/>
              <a:gd name="connsiteY387" fmla="*/ 620003 h 768467"/>
              <a:gd name="connsiteX388" fmla="*/ 2803100 w 3415751"/>
              <a:gd name="connsiteY388" fmla="*/ 620003 h 768467"/>
              <a:gd name="connsiteX389" fmla="*/ 2803100 w 3415751"/>
              <a:gd name="connsiteY389" fmla="*/ 582911 h 768467"/>
              <a:gd name="connsiteX390" fmla="*/ 2812604 w 3415751"/>
              <a:gd name="connsiteY390" fmla="*/ 582911 h 768467"/>
              <a:gd name="connsiteX391" fmla="*/ 2822108 w 3415751"/>
              <a:gd name="connsiteY391" fmla="*/ 582911 h 768467"/>
              <a:gd name="connsiteX392" fmla="*/ 2822108 w 3415751"/>
              <a:gd name="connsiteY392" fmla="*/ 681780 h 768467"/>
              <a:gd name="connsiteX393" fmla="*/ 2812604 w 3415751"/>
              <a:gd name="connsiteY393" fmla="*/ 681780 h 768467"/>
              <a:gd name="connsiteX394" fmla="*/ 2803100 w 3415751"/>
              <a:gd name="connsiteY394" fmla="*/ 681780 h 768467"/>
              <a:gd name="connsiteX395" fmla="*/ 2803100 w 3415751"/>
              <a:gd name="connsiteY395" fmla="*/ 637033 h 768467"/>
              <a:gd name="connsiteX396" fmla="*/ 2767460 w 3415751"/>
              <a:gd name="connsiteY396" fmla="*/ 637033 h 768467"/>
              <a:gd name="connsiteX397" fmla="*/ 2767460 w 3415751"/>
              <a:gd name="connsiteY397" fmla="*/ 681780 h 768467"/>
              <a:gd name="connsiteX398" fmla="*/ 2758087 w 3415751"/>
              <a:gd name="connsiteY398" fmla="*/ 681780 h 768467"/>
              <a:gd name="connsiteX399" fmla="*/ 2748583 w 3415751"/>
              <a:gd name="connsiteY399" fmla="*/ 681780 h 768467"/>
              <a:gd name="connsiteX400" fmla="*/ 2562989 w 3415751"/>
              <a:gd name="connsiteY400" fmla="*/ 582911 h 768467"/>
              <a:gd name="connsiteX401" fmla="*/ 2629915 w 3415751"/>
              <a:gd name="connsiteY401" fmla="*/ 582911 h 768467"/>
              <a:gd name="connsiteX402" fmla="*/ 2629915 w 3415751"/>
              <a:gd name="connsiteY402" fmla="*/ 591623 h 768467"/>
              <a:gd name="connsiteX403" fmla="*/ 2629915 w 3415751"/>
              <a:gd name="connsiteY403" fmla="*/ 600467 h 768467"/>
              <a:gd name="connsiteX404" fmla="*/ 2581998 w 3415751"/>
              <a:gd name="connsiteY404" fmla="*/ 600467 h 768467"/>
              <a:gd name="connsiteX405" fmla="*/ 2581998 w 3415751"/>
              <a:gd name="connsiteY405" fmla="*/ 621456 h 768467"/>
              <a:gd name="connsiteX406" fmla="*/ 2626482 w 3415751"/>
              <a:gd name="connsiteY406" fmla="*/ 621456 h 768467"/>
              <a:gd name="connsiteX407" fmla="*/ 2626482 w 3415751"/>
              <a:gd name="connsiteY407" fmla="*/ 629904 h 768467"/>
              <a:gd name="connsiteX408" fmla="*/ 2626482 w 3415751"/>
              <a:gd name="connsiteY408" fmla="*/ 638484 h 768467"/>
              <a:gd name="connsiteX409" fmla="*/ 2581998 w 3415751"/>
              <a:gd name="connsiteY409" fmla="*/ 638484 h 768467"/>
              <a:gd name="connsiteX410" fmla="*/ 2581998 w 3415751"/>
              <a:gd name="connsiteY410" fmla="*/ 664224 h 768467"/>
              <a:gd name="connsiteX411" fmla="*/ 2632027 w 3415751"/>
              <a:gd name="connsiteY411" fmla="*/ 664224 h 768467"/>
              <a:gd name="connsiteX412" fmla="*/ 2632027 w 3415751"/>
              <a:gd name="connsiteY412" fmla="*/ 673069 h 768467"/>
              <a:gd name="connsiteX413" fmla="*/ 2632027 w 3415751"/>
              <a:gd name="connsiteY413" fmla="*/ 681780 h 768467"/>
              <a:gd name="connsiteX414" fmla="*/ 2562989 w 3415751"/>
              <a:gd name="connsiteY414" fmla="*/ 681780 h 768467"/>
              <a:gd name="connsiteX415" fmla="*/ 2472566 w 3415751"/>
              <a:gd name="connsiteY415" fmla="*/ 582911 h 768467"/>
              <a:gd name="connsiteX416" fmla="*/ 2546619 w 3415751"/>
              <a:gd name="connsiteY416" fmla="*/ 582911 h 768467"/>
              <a:gd name="connsiteX417" fmla="*/ 2546619 w 3415751"/>
              <a:gd name="connsiteY417" fmla="*/ 591623 h 768467"/>
              <a:gd name="connsiteX418" fmla="*/ 2546619 w 3415751"/>
              <a:gd name="connsiteY418" fmla="*/ 600467 h 768467"/>
              <a:gd name="connsiteX419" fmla="*/ 2519031 w 3415751"/>
              <a:gd name="connsiteY419" fmla="*/ 600467 h 768467"/>
              <a:gd name="connsiteX420" fmla="*/ 2519031 w 3415751"/>
              <a:gd name="connsiteY420" fmla="*/ 681780 h 768467"/>
              <a:gd name="connsiteX421" fmla="*/ 2509659 w 3415751"/>
              <a:gd name="connsiteY421" fmla="*/ 681780 h 768467"/>
              <a:gd name="connsiteX422" fmla="*/ 2500154 w 3415751"/>
              <a:gd name="connsiteY422" fmla="*/ 681780 h 768467"/>
              <a:gd name="connsiteX423" fmla="*/ 2500154 w 3415751"/>
              <a:gd name="connsiteY423" fmla="*/ 600467 h 768467"/>
              <a:gd name="connsiteX424" fmla="*/ 2472566 w 3415751"/>
              <a:gd name="connsiteY424" fmla="*/ 600467 h 768467"/>
              <a:gd name="connsiteX425" fmla="*/ 2472566 w 3415751"/>
              <a:gd name="connsiteY425" fmla="*/ 591756 h 768467"/>
              <a:gd name="connsiteX426" fmla="*/ 2357725 w 3415751"/>
              <a:gd name="connsiteY426" fmla="*/ 582911 h 768467"/>
              <a:gd name="connsiteX427" fmla="*/ 2422405 w 3415751"/>
              <a:gd name="connsiteY427" fmla="*/ 582911 h 768467"/>
              <a:gd name="connsiteX428" fmla="*/ 2422405 w 3415751"/>
              <a:gd name="connsiteY428" fmla="*/ 591623 h 768467"/>
              <a:gd name="connsiteX429" fmla="*/ 2422405 w 3415751"/>
              <a:gd name="connsiteY429" fmla="*/ 600467 h 768467"/>
              <a:gd name="connsiteX430" fmla="*/ 2376733 w 3415751"/>
              <a:gd name="connsiteY430" fmla="*/ 600467 h 768467"/>
              <a:gd name="connsiteX431" fmla="*/ 2376733 w 3415751"/>
              <a:gd name="connsiteY431" fmla="*/ 622908 h 768467"/>
              <a:gd name="connsiteX432" fmla="*/ 2416599 w 3415751"/>
              <a:gd name="connsiteY432" fmla="*/ 622908 h 768467"/>
              <a:gd name="connsiteX433" fmla="*/ 2416599 w 3415751"/>
              <a:gd name="connsiteY433" fmla="*/ 631488 h 768467"/>
              <a:gd name="connsiteX434" fmla="*/ 2416599 w 3415751"/>
              <a:gd name="connsiteY434" fmla="*/ 639936 h 768467"/>
              <a:gd name="connsiteX435" fmla="*/ 2376733 w 3415751"/>
              <a:gd name="connsiteY435" fmla="*/ 639936 h 768467"/>
              <a:gd name="connsiteX436" fmla="*/ 2376733 w 3415751"/>
              <a:gd name="connsiteY436" fmla="*/ 681780 h 768467"/>
              <a:gd name="connsiteX437" fmla="*/ 2367229 w 3415751"/>
              <a:gd name="connsiteY437" fmla="*/ 681780 h 768467"/>
              <a:gd name="connsiteX438" fmla="*/ 2357725 w 3415751"/>
              <a:gd name="connsiteY438" fmla="*/ 681780 h 768467"/>
              <a:gd name="connsiteX439" fmla="*/ 2124082 w 3415751"/>
              <a:gd name="connsiteY439" fmla="*/ 582911 h 768467"/>
              <a:gd name="connsiteX440" fmla="*/ 2191139 w 3415751"/>
              <a:gd name="connsiteY440" fmla="*/ 582911 h 768467"/>
              <a:gd name="connsiteX441" fmla="*/ 2191139 w 3415751"/>
              <a:gd name="connsiteY441" fmla="*/ 591623 h 768467"/>
              <a:gd name="connsiteX442" fmla="*/ 2191139 w 3415751"/>
              <a:gd name="connsiteY442" fmla="*/ 600467 h 768467"/>
              <a:gd name="connsiteX443" fmla="*/ 2143091 w 3415751"/>
              <a:gd name="connsiteY443" fmla="*/ 600467 h 768467"/>
              <a:gd name="connsiteX444" fmla="*/ 2143091 w 3415751"/>
              <a:gd name="connsiteY444" fmla="*/ 621456 h 768467"/>
              <a:gd name="connsiteX445" fmla="*/ 2187575 w 3415751"/>
              <a:gd name="connsiteY445" fmla="*/ 621456 h 768467"/>
              <a:gd name="connsiteX446" fmla="*/ 2187575 w 3415751"/>
              <a:gd name="connsiteY446" fmla="*/ 629904 h 768467"/>
              <a:gd name="connsiteX447" fmla="*/ 2187575 w 3415751"/>
              <a:gd name="connsiteY447" fmla="*/ 638484 h 768467"/>
              <a:gd name="connsiteX448" fmla="*/ 2143091 w 3415751"/>
              <a:gd name="connsiteY448" fmla="*/ 638484 h 768467"/>
              <a:gd name="connsiteX449" fmla="*/ 2143091 w 3415751"/>
              <a:gd name="connsiteY449" fmla="*/ 664224 h 768467"/>
              <a:gd name="connsiteX450" fmla="*/ 2193251 w 3415751"/>
              <a:gd name="connsiteY450" fmla="*/ 664224 h 768467"/>
              <a:gd name="connsiteX451" fmla="*/ 2193251 w 3415751"/>
              <a:gd name="connsiteY451" fmla="*/ 673069 h 768467"/>
              <a:gd name="connsiteX452" fmla="*/ 2193251 w 3415751"/>
              <a:gd name="connsiteY452" fmla="*/ 681780 h 768467"/>
              <a:gd name="connsiteX453" fmla="*/ 2124082 w 3415751"/>
              <a:gd name="connsiteY453" fmla="*/ 681780 h 768467"/>
              <a:gd name="connsiteX454" fmla="*/ 2033792 w 3415751"/>
              <a:gd name="connsiteY454" fmla="*/ 582911 h 768467"/>
              <a:gd name="connsiteX455" fmla="*/ 2107714 w 3415751"/>
              <a:gd name="connsiteY455" fmla="*/ 582911 h 768467"/>
              <a:gd name="connsiteX456" fmla="*/ 2107714 w 3415751"/>
              <a:gd name="connsiteY456" fmla="*/ 591623 h 768467"/>
              <a:gd name="connsiteX457" fmla="*/ 2107714 w 3415751"/>
              <a:gd name="connsiteY457" fmla="*/ 600467 h 768467"/>
              <a:gd name="connsiteX458" fmla="*/ 2080257 w 3415751"/>
              <a:gd name="connsiteY458" fmla="*/ 600467 h 768467"/>
              <a:gd name="connsiteX459" fmla="*/ 2080257 w 3415751"/>
              <a:gd name="connsiteY459" fmla="*/ 681780 h 768467"/>
              <a:gd name="connsiteX460" fmla="*/ 2070753 w 3415751"/>
              <a:gd name="connsiteY460" fmla="*/ 681780 h 768467"/>
              <a:gd name="connsiteX461" fmla="*/ 2061249 w 3415751"/>
              <a:gd name="connsiteY461" fmla="*/ 681780 h 768467"/>
              <a:gd name="connsiteX462" fmla="*/ 2061249 w 3415751"/>
              <a:gd name="connsiteY462" fmla="*/ 600467 h 768467"/>
              <a:gd name="connsiteX463" fmla="*/ 2033792 w 3415751"/>
              <a:gd name="connsiteY463" fmla="*/ 600467 h 768467"/>
              <a:gd name="connsiteX464" fmla="*/ 2033792 w 3415751"/>
              <a:gd name="connsiteY464" fmla="*/ 591756 h 768467"/>
              <a:gd name="connsiteX465" fmla="*/ 1854664 w 3415751"/>
              <a:gd name="connsiteY465" fmla="*/ 582911 h 768467"/>
              <a:gd name="connsiteX466" fmla="*/ 1928585 w 3415751"/>
              <a:gd name="connsiteY466" fmla="*/ 582911 h 768467"/>
              <a:gd name="connsiteX467" fmla="*/ 1928585 w 3415751"/>
              <a:gd name="connsiteY467" fmla="*/ 591623 h 768467"/>
              <a:gd name="connsiteX468" fmla="*/ 1928585 w 3415751"/>
              <a:gd name="connsiteY468" fmla="*/ 600467 h 768467"/>
              <a:gd name="connsiteX469" fmla="*/ 1901129 w 3415751"/>
              <a:gd name="connsiteY469" fmla="*/ 600467 h 768467"/>
              <a:gd name="connsiteX470" fmla="*/ 1901129 w 3415751"/>
              <a:gd name="connsiteY470" fmla="*/ 681780 h 768467"/>
              <a:gd name="connsiteX471" fmla="*/ 1891625 w 3415751"/>
              <a:gd name="connsiteY471" fmla="*/ 681780 h 768467"/>
              <a:gd name="connsiteX472" fmla="*/ 1882121 w 3415751"/>
              <a:gd name="connsiteY472" fmla="*/ 681780 h 768467"/>
              <a:gd name="connsiteX473" fmla="*/ 1882121 w 3415751"/>
              <a:gd name="connsiteY473" fmla="*/ 600467 h 768467"/>
              <a:gd name="connsiteX474" fmla="*/ 1854664 w 3415751"/>
              <a:gd name="connsiteY474" fmla="*/ 600467 h 768467"/>
              <a:gd name="connsiteX475" fmla="*/ 1854664 w 3415751"/>
              <a:gd name="connsiteY475" fmla="*/ 591756 h 768467"/>
              <a:gd name="connsiteX476" fmla="*/ 1820608 w 3415751"/>
              <a:gd name="connsiteY476" fmla="*/ 582911 h 768467"/>
              <a:gd name="connsiteX477" fmla="*/ 1830112 w 3415751"/>
              <a:gd name="connsiteY477" fmla="*/ 582911 h 768467"/>
              <a:gd name="connsiteX478" fmla="*/ 1839616 w 3415751"/>
              <a:gd name="connsiteY478" fmla="*/ 582911 h 768467"/>
              <a:gd name="connsiteX479" fmla="*/ 1839616 w 3415751"/>
              <a:gd name="connsiteY479" fmla="*/ 681780 h 768467"/>
              <a:gd name="connsiteX480" fmla="*/ 1830244 w 3415751"/>
              <a:gd name="connsiteY480" fmla="*/ 681780 h 768467"/>
              <a:gd name="connsiteX481" fmla="*/ 1820608 w 3415751"/>
              <a:gd name="connsiteY481" fmla="*/ 681780 h 768467"/>
              <a:gd name="connsiteX482" fmla="*/ 1731902 w 3415751"/>
              <a:gd name="connsiteY482" fmla="*/ 582911 h 768467"/>
              <a:gd name="connsiteX483" fmla="*/ 1805823 w 3415751"/>
              <a:gd name="connsiteY483" fmla="*/ 582911 h 768467"/>
              <a:gd name="connsiteX484" fmla="*/ 1805823 w 3415751"/>
              <a:gd name="connsiteY484" fmla="*/ 591623 h 768467"/>
              <a:gd name="connsiteX485" fmla="*/ 1805823 w 3415751"/>
              <a:gd name="connsiteY485" fmla="*/ 600467 h 768467"/>
              <a:gd name="connsiteX486" fmla="*/ 1778367 w 3415751"/>
              <a:gd name="connsiteY486" fmla="*/ 600467 h 768467"/>
              <a:gd name="connsiteX487" fmla="*/ 1778367 w 3415751"/>
              <a:gd name="connsiteY487" fmla="*/ 681780 h 768467"/>
              <a:gd name="connsiteX488" fmla="*/ 1768863 w 3415751"/>
              <a:gd name="connsiteY488" fmla="*/ 681780 h 768467"/>
              <a:gd name="connsiteX489" fmla="*/ 1759359 w 3415751"/>
              <a:gd name="connsiteY489" fmla="*/ 681780 h 768467"/>
              <a:gd name="connsiteX490" fmla="*/ 1759359 w 3415751"/>
              <a:gd name="connsiteY490" fmla="*/ 600467 h 768467"/>
              <a:gd name="connsiteX491" fmla="*/ 1731902 w 3415751"/>
              <a:gd name="connsiteY491" fmla="*/ 600467 h 768467"/>
              <a:gd name="connsiteX492" fmla="*/ 1731902 w 3415751"/>
              <a:gd name="connsiteY492" fmla="*/ 591756 h 768467"/>
              <a:gd name="connsiteX493" fmla="*/ 1552511 w 3415751"/>
              <a:gd name="connsiteY493" fmla="*/ 582911 h 768467"/>
              <a:gd name="connsiteX494" fmla="*/ 1562543 w 3415751"/>
              <a:gd name="connsiteY494" fmla="*/ 582911 h 768467"/>
              <a:gd name="connsiteX495" fmla="*/ 1572444 w 3415751"/>
              <a:gd name="connsiteY495" fmla="*/ 582911 h 768467"/>
              <a:gd name="connsiteX496" fmla="*/ 1609008 w 3415751"/>
              <a:gd name="connsiteY496" fmla="*/ 652345 h 768467"/>
              <a:gd name="connsiteX497" fmla="*/ 1609008 w 3415751"/>
              <a:gd name="connsiteY497" fmla="*/ 582911 h 768467"/>
              <a:gd name="connsiteX498" fmla="*/ 1617853 w 3415751"/>
              <a:gd name="connsiteY498" fmla="*/ 582911 h 768467"/>
              <a:gd name="connsiteX499" fmla="*/ 1626829 w 3415751"/>
              <a:gd name="connsiteY499" fmla="*/ 582911 h 768467"/>
              <a:gd name="connsiteX500" fmla="*/ 1626829 w 3415751"/>
              <a:gd name="connsiteY500" fmla="*/ 681780 h 768467"/>
              <a:gd name="connsiteX501" fmla="*/ 1617325 w 3415751"/>
              <a:gd name="connsiteY501" fmla="*/ 681780 h 768467"/>
              <a:gd name="connsiteX502" fmla="*/ 1607820 w 3415751"/>
              <a:gd name="connsiteY502" fmla="*/ 681780 h 768467"/>
              <a:gd name="connsiteX503" fmla="*/ 1570332 w 3415751"/>
              <a:gd name="connsiteY503" fmla="*/ 610499 h 768467"/>
              <a:gd name="connsiteX504" fmla="*/ 1570332 w 3415751"/>
              <a:gd name="connsiteY504" fmla="*/ 681780 h 768467"/>
              <a:gd name="connsiteX505" fmla="*/ 1561487 w 3415751"/>
              <a:gd name="connsiteY505" fmla="*/ 681780 h 768467"/>
              <a:gd name="connsiteX506" fmla="*/ 1552511 w 3415751"/>
              <a:gd name="connsiteY506" fmla="*/ 681780 h 768467"/>
              <a:gd name="connsiteX507" fmla="*/ 1511723 w 3415751"/>
              <a:gd name="connsiteY507" fmla="*/ 582911 h 768467"/>
              <a:gd name="connsiteX508" fmla="*/ 1521096 w 3415751"/>
              <a:gd name="connsiteY508" fmla="*/ 582911 h 768467"/>
              <a:gd name="connsiteX509" fmla="*/ 1530732 w 3415751"/>
              <a:gd name="connsiteY509" fmla="*/ 582911 h 768467"/>
              <a:gd name="connsiteX510" fmla="*/ 1530732 w 3415751"/>
              <a:gd name="connsiteY510" fmla="*/ 681780 h 768467"/>
              <a:gd name="connsiteX511" fmla="*/ 1521227 w 3415751"/>
              <a:gd name="connsiteY511" fmla="*/ 681780 h 768467"/>
              <a:gd name="connsiteX512" fmla="*/ 1511723 w 3415751"/>
              <a:gd name="connsiteY512" fmla="*/ 681780 h 768467"/>
              <a:gd name="connsiteX513" fmla="*/ 1271742 w 3415751"/>
              <a:gd name="connsiteY513" fmla="*/ 582911 h 768467"/>
              <a:gd name="connsiteX514" fmla="*/ 1281643 w 3415751"/>
              <a:gd name="connsiteY514" fmla="*/ 582911 h 768467"/>
              <a:gd name="connsiteX515" fmla="*/ 1291675 w 3415751"/>
              <a:gd name="connsiteY515" fmla="*/ 582911 h 768467"/>
              <a:gd name="connsiteX516" fmla="*/ 1328108 w 3415751"/>
              <a:gd name="connsiteY516" fmla="*/ 652345 h 768467"/>
              <a:gd name="connsiteX517" fmla="*/ 1328108 w 3415751"/>
              <a:gd name="connsiteY517" fmla="*/ 582911 h 768467"/>
              <a:gd name="connsiteX518" fmla="*/ 1336951 w 3415751"/>
              <a:gd name="connsiteY518" fmla="*/ 582911 h 768467"/>
              <a:gd name="connsiteX519" fmla="*/ 1345927 w 3415751"/>
              <a:gd name="connsiteY519" fmla="*/ 582911 h 768467"/>
              <a:gd name="connsiteX520" fmla="*/ 1345927 w 3415751"/>
              <a:gd name="connsiteY520" fmla="*/ 681780 h 768467"/>
              <a:gd name="connsiteX521" fmla="*/ 1336424 w 3415751"/>
              <a:gd name="connsiteY521" fmla="*/ 681780 h 768467"/>
              <a:gd name="connsiteX522" fmla="*/ 1326920 w 3415751"/>
              <a:gd name="connsiteY522" fmla="*/ 681780 h 768467"/>
              <a:gd name="connsiteX523" fmla="*/ 1289430 w 3415751"/>
              <a:gd name="connsiteY523" fmla="*/ 610499 h 768467"/>
              <a:gd name="connsiteX524" fmla="*/ 1289430 w 3415751"/>
              <a:gd name="connsiteY524" fmla="*/ 681780 h 768467"/>
              <a:gd name="connsiteX525" fmla="*/ 1280587 w 3415751"/>
              <a:gd name="connsiteY525" fmla="*/ 681780 h 768467"/>
              <a:gd name="connsiteX526" fmla="*/ 1271742 w 3415751"/>
              <a:gd name="connsiteY526" fmla="*/ 681780 h 768467"/>
              <a:gd name="connsiteX527" fmla="*/ 1230822 w 3415751"/>
              <a:gd name="connsiteY527" fmla="*/ 582911 h 768467"/>
              <a:gd name="connsiteX528" fmla="*/ 1240326 w 3415751"/>
              <a:gd name="connsiteY528" fmla="*/ 582911 h 768467"/>
              <a:gd name="connsiteX529" fmla="*/ 1249831 w 3415751"/>
              <a:gd name="connsiteY529" fmla="*/ 582911 h 768467"/>
              <a:gd name="connsiteX530" fmla="*/ 1249831 w 3415751"/>
              <a:gd name="connsiteY530" fmla="*/ 681780 h 768467"/>
              <a:gd name="connsiteX531" fmla="*/ 1240326 w 3415751"/>
              <a:gd name="connsiteY531" fmla="*/ 681780 h 768467"/>
              <a:gd name="connsiteX532" fmla="*/ 1230822 w 3415751"/>
              <a:gd name="connsiteY532" fmla="*/ 681780 h 768467"/>
              <a:gd name="connsiteX533" fmla="*/ 1114923 w 3415751"/>
              <a:gd name="connsiteY533" fmla="*/ 582911 h 768467"/>
              <a:gd name="connsiteX534" fmla="*/ 1124427 w 3415751"/>
              <a:gd name="connsiteY534" fmla="*/ 582911 h 768467"/>
              <a:gd name="connsiteX535" fmla="*/ 1133931 w 3415751"/>
              <a:gd name="connsiteY535" fmla="*/ 582911 h 768467"/>
              <a:gd name="connsiteX536" fmla="*/ 1133931 w 3415751"/>
              <a:gd name="connsiteY536" fmla="*/ 681780 h 768467"/>
              <a:gd name="connsiteX537" fmla="*/ 1124559 w 3415751"/>
              <a:gd name="connsiteY537" fmla="*/ 681780 h 768467"/>
              <a:gd name="connsiteX538" fmla="*/ 1114923 w 3415751"/>
              <a:gd name="connsiteY538" fmla="*/ 681780 h 768467"/>
              <a:gd name="connsiteX539" fmla="*/ 1026877 w 3415751"/>
              <a:gd name="connsiteY539" fmla="*/ 582911 h 768467"/>
              <a:gd name="connsiteX540" fmla="*/ 1093803 w 3415751"/>
              <a:gd name="connsiteY540" fmla="*/ 582911 h 768467"/>
              <a:gd name="connsiteX541" fmla="*/ 1093803 w 3415751"/>
              <a:gd name="connsiteY541" fmla="*/ 591623 h 768467"/>
              <a:gd name="connsiteX542" fmla="*/ 1093803 w 3415751"/>
              <a:gd name="connsiteY542" fmla="*/ 600467 h 768467"/>
              <a:gd name="connsiteX543" fmla="*/ 1045886 w 3415751"/>
              <a:gd name="connsiteY543" fmla="*/ 600467 h 768467"/>
              <a:gd name="connsiteX544" fmla="*/ 1045886 w 3415751"/>
              <a:gd name="connsiteY544" fmla="*/ 621456 h 768467"/>
              <a:gd name="connsiteX545" fmla="*/ 1090370 w 3415751"/>
              <a:gd name="connsiteY545" fmla="*/ 621456 h 768467"/>
              <a:gd name="connsiteX546" fmla="*/ 1090370 w 3415751"/>
              <a:gd name="connsiteY546" fmla="*/ 629904 h 768467"/>
              <a:gd name="connsiteX547" fmla="*/ 1090370 w 3415751"/>
              <a:gd name="connsiteY547" fmla="*/ 638484 h 768467"/>
              <a:gd name="connsiteX548" fmla="*/ 1045886 w 3415751"/>
              <a:gd name="connsiteY548" fmla="*/ 638484 h 768467"/>
              <a:gd name="connsiteX549" fmla="*/ 1045886 w 3415751"/>
              <a:gd name="connsiteY549" fmla="*/ 664224 h 768467"/>
              <a:gd name="connsiteX550" fmla="*/ 1095915 w 3415751"/>
              <a:gd name="connsiteY550" fmla="*/ 664224 h 768467"/>
              <a:gd name="connsiteX551" fmla="*/ 1095915 w 3415751"/>
              <a:gd name="connsiteY551" fmla="*/ 673069 h 768467"/>
              <a:gd name="connsiteX552" fmla="*/ 1095915 w 3415751"/>
              <a:gd name="connsiteY552" fmla="*/ 681780 h 768467"/>
              <a:gd name="connsiteX553" fmla="*/ 1026877 w 3415751"/>
              <a:gd name="connsiteY553" fmla="*/ 681780 h 768467"/>
              <a:gd name="connsiteX554" fmla="*/ 929747 w 3415751"/>
              <a:gd name="connsiteY554" fmla="*/ 582723 h 768467"/>
              <a:gd name="connsiteX555" fmla="*/ 974232 w 3415751"/>
              <a:gd name="connsiteY555" fmla="*/ 582723 h 768467"/>
              <a:gd name="connsiteX556" fmla="*/ 994824 w 3415751"/>
              <a:gd name="connsiteY556" fmla="*/ 589323 h 768467"/>
              <a:gd name="connsiteX557" fmla="*/ 1002350 w 3415751"/>
              <a:gd name="connsiteY557" fmla="*/ 607803 h 768467"/>
              <a:gd name="connsiteX558" fmla="*/ 993900 w 3415751"/>
              <a:gd name="connsiteY558" fmla="*/ 626415 h 768467"/>
              <a:gd name="connsiteX559" fmla="*/ 990865 w 3415751"/>
              <a:gd name="connsiteY559" fmla="*/ 628395 h 768467"/>
              <a:gd name="connsiteX560" fmla="*/ 996673 w 3415751"/>
              <a:gd name="connsiteY560" fmla="*/ 631695 h 768467"/>
              <a:gd name="connsiteX561" fmla="*/ 1005385 w 3415751"/>
              <a:gd name="connsiteY561" fmla="*/ 650703 h 768467"/>
              <a:gd name="connsiteX562" fmla="*/ 996673 w 3415751"/>
              <a:gd name="connsiteY562" fmla="*/ 673672 h 768467"/>
              <a:gd name="connsiteX563" fmla="*/ 971460 w 3415751"/>
              <a:gd name="connsiteY563" fmla="*/ 681592 h 768467"/>
              <a:gd name="connsiteX564" fmla="*/ 930143 w 3415751"/>
              <a:gd name="connsiteY564" fmla="*/ 681592 h 768467"/>
              <a:gd name="connsiteX565" fmla="*/ 1189131 w 3415751"/>
              <a:gd name="connsiteY565" fmla="*/ 582722 h 768467"/>
              <a:gd name="connsiteX566" fmla="*/ 1208008 w 3415751"/>
              <a:gd name="connsiteY566" fmla="*/ 582722 h 768467"/>
              <a:gd name="connsiteX567" fmla="*/ 1208008 w 3415751"/>
              <a:gd name="connsiteY567" fmla="*/ 653872 h 768467"/>
              <a:gd name="connsiteX568" fmla="*/ 1200616 w 3415751"/>
              <a:gd name="connsiteY568" fmla="*/ 676576 h 768467"/>
              <a:gd name="connsiteX569" fmla="*/ 1178703 w 3415751"/>
              <a:gd name="connsiteY569" fmla="*/ 684365 h 768467"/>
              <a:gd name="connsiteX570" fmla="*/ 1156131 w 3415751"/>
              <a:gd name="connsiteY570" fmla="*/ 675784 h 768467"/>
              <a:gd name="connsiteX571" fmla="*/ 1149399 w 3415751"/>
              <a:gd name="connsiteY571" fmla="*/ 649383 h 768467"/>
              <a:gd name="connsiteX572" fmla="*/ 1149399 w 3415751"/>
              <a:gd name="connsiteY572" fmla="*/ 644236 h 768467"/>
              <a:gd name="connsiteX573" fmla="*/ 1167483 w 3415751"/>
              <a:gd name="connsiteY573" fmla="*/ 644236 h 768467"/>
              <a:gd name="connsiteX574" fmla="*/ 1167483 w 3415751"/>
              <a:gd name="connsiteY574" fmla="*/ 650176 h 768467"/>
              <a:gd name="connsiteX575" fmla="*/ 1169991 w 3415751"/>
              <a:gd name="connsiteY575" fmla="*/ 663376 h 768467"/>
              <a:gd name="connsiteX576" fmla="*/ 1178571 w 3415751"/>
              <a:gd name="connsiteY576" fmla="*/ 667732 h 768467"/>
              <a:gd name="connsiteX577" fmla="*/ 1186623 w 3415751"/>
              <a:gd name="connsiteY577" fmla="*/ 664564 h 768467"/>
              <a:gd name="connsiteX578" fmla="*/ 1189131 w 3415751"/>
              <a:gd name="connsiteY578" fmla="*/ 654268 h 768467"/>
              <a:gd name="connsiteX579" fmla="*/ 1943525 w 3415751"/>
              <a:gd name="connsiteY579" fmla="*/ 582591 h 768467"/>
              <a:gd name="connsiteX580" fmla="*/ 1962533 w 3415751"/>
              <a:gd name="connsiteY580" fmla="*/ 582591 h 768467"/>
              <a:gd name="connsiteX581" fmla="*/ 1962533 w 3415751"/>
              <a:gd name="connsiteY581" fmla="*/ 644897 h 768467"/>
              <a:gd name="connsiteX582" fmla="*/ 1967021 w 3415751"/>
              <a:gd name="connsiteY582" fmla="*/ 660869 h 768467"/>
              <a:gd name="connsiteX583" fmla="*/ 1980221 w 3415751"/>
              <a:gd name="connsiteY583" fmla="*/ 666149 h 768467"/>
              <a:gd name="connsiteX584" fmla="*/ 1993421 w 3415751"/>
              <a:gd name="connsiteY584" fmla="*/ 661265 h 768467"/>
              <a:gd name="connsiteX585" fmla="*/ 1997514 w 3415751"/>
              <a:gd name="connsiteY585" fmla="*/ 644897 h 768467"/>
              <a:gd name="connsiteX586" fmla="*/ 1997514 w 3415751"/>
              <a:gd name="connsiteY586" fmla="*/ 582591 h 768467"/>
              <a:gd name="connsiteX587" fmla="*/ 2017050 w 3415751"/>
              <a:gd name="connsiteY587" fmla="*/ 582591 h 768467"/>
              <a:gd name="connsiteX588" fmla="*/ 2017050 w 3415751"/>
              <a:gd name="connsiteY588" fmla="*/ 644237 h 768467"/>
              <a:gd name="connsiteX589" fmla="*/ 2008469 w 3415751"/>
              <a:gd name="connsiteY589" fmla="*/ 674862 h 768467"/>
              <a:gd name="connsiteX590" fmla="*/ 1980353 w 3415751"/>
              <a:gd name="connsiteY590" fmla="*/ 684235 h 768467"/>
              <a:gd name="connsiteX591" fmla="*/ 1952633 w 3415751"/>
              <a:gd name="connsiteY591" fmla="*/ 674466 h 768467"/>
              <a:gd name="connsiteX592" fmla="*/ 1943525 w 3415751"/>
              <a:gd name="connsiteY592" fmla="*/ 644237 h 768467"/>
              <a:gd name="connsiteX593" fmla="*/ 3165398 w 3415751"/>
              <a:gd name="connsiteY593" fmla="*/ 580411 h 768467"/>
              <a:gd name="connsiteX594" fmla="*/ 3196291 w 3415751"/>
              <a:gd name="connsiteY594" fmla="*/ 591235 h 768467"/>
              <a:gd name="connsiteX595" fmla="*/ 3199657 w 3415751"/>
              <a:gd name="connsiteY595" fmla="*/ 594602 h 768467"/>
              <a:gd name="connsiteX596" fmla="*/ 3211538 w 3415751"/>
              <a:gd name="connsiteY596" fmla="*/ 633015 h 768467"/>
              <a:gd name="connsiteX597" fmla="*/ 3199657 w 3415751"/>
              <a:gd name="connsiteY597" fmla="*/ 670635 h 768467"/>
              <a:gd name="connsiteX598" fmla="*/ 3138481 w 3415751"/>
              <a:gd name="connsiteY598" fmla="*/ 673216 h 768467"/>
              <a:gd name="connsiteX599" fmla="*/ 3135900 w 3415751"/>
              <a:gd name="connsiteY599" fmla="*/ 670635 h 768467"/>
              <a:gd name="connsiteX600" fmla="*/ 3124019 w 3415751"/>
              <a:gd name="connsiteY600" fmla="*/ 633015 h 768467"/>
              <a:gd name="connsiteX601" fmla="*/ 3135900 w 3415751"/>
              <a:gd name="connsiteY601" fmla="*/ 594602 h 768467"/>
              <a:gd name="connsiteX602" fmla="*/ 3165398 w 3415751"/>
              <a:gd name="connsiteY602" fmla="*/ 580411 h 768467"/>
              <a:gd name="connsiteX603" fmla="*/ 2979251 w 3415751"/>
              <a:gd name="connsiteY603" fmla="*/ 580402 h 768467"/>
              <a:gd name="connsiteX604" fmla="*/ 3010227 w 3415751"/>
              <a:gd name="connsiteY604" fmla="*/ 591294 h 768467"/>
              <a:gd name="connsiteX605" fmla="*/ 3013535 w 3415751"/>
              <a:gd name="connsiteY605" fmla="*/ 594602 h 768467"/>
              <a:gd name="connsiteX606" fmla="*/ 3025284 w 3415751"/>
              <a:gd name="connsiteY606" fmla="*/ 633015 h 768467"/>
              <a:gd name="connsiteX607" fmla="*/ 3013535 w 3415751"/>
              <a:gd name="connsiteY607" fmla="*/ 670637 h 768467"/>
              <a:gd name="connsiteX608" fmla="*/ 2952171 w 3415751"/>
              <a:gd name="connsiteY608" fmla="*/ 673159 h 768467"/>
              <a:gd name="connsiteX609" fmla="*/ 2949647 w 3415751"/>
              <a:gd name="connsiteY609" fmla="*/ 670637 h 768467"/>
              <a:gd name="connsiteX610" fmla="*/ 2949646 w 3415751"/>
              <a:gd name="connsiteY610" fmla="*/ 670637 h 768467"/>
              <a:gd name="connsiteX611" fmla="*/ 2937898 w 3415751"/>
              <a:gd name="connsiteY611" fmla="*/ 633015 h 768467"/>
              <a:gd name="connsiteX612" fmla="*/ 2949646 w 3415751"/>
              <a:gd name="connsiteY612" fmla="*/ 594602 h 768467"/>
              <a:gd name="connsiteX613" fmla="*/ 2979251 w 3415751"/>
              <a:gd name="connsiteY613" fmla="*/ 580402 h 768467"/>
              <a:gd name="connsiteX614" fmla="*/ 2290859 w 3415751"/>
              <a:gd name="connsiteY614" fmla="*/ 580402 h 768467"/>
              <a:gd name="connsiteX615" fmla="*/ 2321835 w 3415751"/>
              <a:gd name="connsiteY615" fmla="*/ 591294 h 768467"/>
              <a:gd name="connsiteX616" fmla="*/ 2325143 w 3415751"/>
              <a:gd name="connsiteY616" fmla="*/ 594602 h 768467"/>
              <a:gd name="connsiteX617" fmla="*/ 2336892 w 3415751"/>
              <a:gd name="connsiteY617" fmla="*/ 633015 h 768467"/>
              <a:gd name="connsiteX618" fmla="*/ 2325143 w 3415751"/>
              <a:gd name="connsiteY618" fmla="*/ 670637 h 768467"/>
              <a:gd name="connsiteX619" fmla="*/ 2263779 w 3415751"/>
              <a:gd name="connsiteY619" fmla="*/ 673159 h 768467"/>
              <a:gd name="connsiteX620" fmla="*/ 2261255 w 3415751"/>
              <a:gd name="connsiteY620" fmla="*/ 670637 h 768467"/>
              <a:gd name="connsiteX621" fmla="*/ 2261254 w 3415751"/>
              <a:gd name="connsiteY621" fmla="*/ 670637 h 768467"/>
              <a:gd name="connsiteX622" fmla="*/ 2249506 w 3415751"/>
              <a:gd name="connsiteY622" fmla="*/ 633015 h 768467"/>
              <a:gd name="connsiteX623" fmla="*/ 2261254 w 3415751"/>
              <a:gd name="connsiteY623" fmla="*/ 594602 h 768467"/>
              <a:gd name="connsiteX624" fmla="*/ 2290859 w 3415751"/>
              <a:gd name="connsiteY624" fmla="*/ 580402 h 768467"/>
              <a:gd name="connsiteX625" fmla="*/ 3272259 w 3415751"/>
              <a:gd name="connsiteY625" fmla="*/ 580346 h 768467"/>
              <a:gd name="connsiteX626" fmla="*/ 3299584 w 3415751"/>
              <a:gd name="connsiteY626" fmla="*/ 589322 h 768467"/>
              <a:gd name="connsiteX627" fmla="*/ 3312125 w 3415751"/>
              <a:gd name="connsiteY627" fmla="*/ 613611 h 768467"/>
              <a:gd name="connsiteX628" fmla="*/ 3293513 w 3415751"/>
              <a:gd name="connsiteY628" fmla="*/ 613611 h 768467"/>
              <a:gd name="connsiteX629" fmla="*/ 3286781 w 3415751"/>
              <a:gd name="connsiteY629" fmla="*/ 602391 h 768467"/>
              <a:gd name="connsiteX630" fmla="*/ 3273580 w 3415751"/>
              <a:gd name="connsiteY630" fmla="*/ 597507 h 768467"/>
              <a:gd name="connsiteX631" fmla="*/ 3254175 w 3415751"/>
              <a:gd name="connsiteY631" fmla="*/ 606747 h 768467"/>
              <a:gd name="connsiteX632" fmla="*/ 3254175 w 3415751"/>
              <a:gd name="connsiteY632" fmla="*/ 658227 h 768467"/>
              <a:gd name="connsiteX633" fmla="*/ 3273845 w 3415751"/>
              <a:gd name="connsiteY633" fmla="*/ 667071 h 768467"/>
              <a:gd name="connsiteX634" fmla="*/ 3291005 w 3415751"/>
              <a:gd name="connsiteY634" fmla="*/ 657832 h 768467"/>
              <a:gd name="connsiteX635" fmla="*/ 3296020 w 3415751"/>
              <a:gd name="connsiteY635" fmla="*/ 645688 h 768467"/>
              <a:gd name="connsiteX636" fmla="*/ 3274636 w 3415751"/>
              <a:gd name="connsiteY636" fmla="*/ 645688 h 768467"/>
              <a:gd name="connsiteX637" fmla="*/ 3274636 w 3415751"/>
              <a:gd name="connsiteY637" fmla="*/ 628660 h 768467"/>
              <a:gd name="connsiteX638" fmla="*/ 3312785 w 3415751"/>
              <a:gd name="connsiteY638" fmla="*/ 628660 h 768467"/>
              <a:gd name="connsiteX639" fmla="*/ 3312785 w 3415751"/>
              <a:gd name="connsiteY639" fmla="*/ 681461 h 768467"/>
              <a:gd name="connsiteX640" fmla="*/ 3299584 w 3415751"/>
              <a:gd name="connsiteY640" fmla="*/ 681461 h 768467"/>
              <a:gd name="connsiteX641" fmla="*/ 3297737 w 3415751"/>
              <a:gd name="connsiteY641" fmla="*/ 668261 h 768467"/>
              <a:gd name="connsiteX642" fmla="*/ 3297472 w 3415751"/>
              <a:gd name="connsiteY642" fmla="*/ 670636 h 768467"/>
              <a:gd name="connsiteX643" fmla="*/ 3271072 w 3415751"/>
              <a:gd name="connsiteY643" fmla="*/ 684629 h 768467"/>
              <a:gd name="connsiteX644" fmla="*/ 3271072 w 3415751"/>
              <a:gd name="connsiteY644" fmla="*/ 683836 h 768467"/>
              <a:gd name="connsiteX645" fmla="*/ 3239391 w 3415751"/>
              <a:gd name="connsiteY645" fmla="*/ 670636 h 768467"/>
              <a:gd name="connsiteX646" fmla="*/ 3239391 w 3415751"/>
              <a:gd name="connsiteY646" fmla="*/ 594602 h 768467"/>
              <a:gd name="connsiteX647" fmla="*/ 3272259 w 3415751"/>
              <a:gd name="connsiteY647" fmla="*/ 580346 h 768467"/>
              <a:gd name="connsiteX648" fmla="*/ 2691053 w 3415751"/>
              <a:gd name="connsiteY648" fmla="*/ 580083 h 768467"/>
              <a:gd name="connsiteX649" fmla="*/ 2717453 w 3415751"/>
              <a:gd name="connsiteY649" fmla="*/ 589587 h 768467"/>
              <a:gd name="connsiteX650" fmla="*/ 2730653 w 3415751"/>
              <a:gd name="connsiteY650" fmla="*/ 615327 h 768467"/>
              <a:gd name="connsiteX651" fmla="*/ 2711645 w 3415751"/>
              <a:gd name="connsiteY651" fmla="*/ 615327 h 768467"/>
              <a:gd name="connsiteX652" fmla="*/ 2705309 w 3415751"/>
              <a:gd name="connsiteY652" fmla="*/ 602126 h 768467"/>
              <a:gd name="connsiteX653" fmla="*/ 2692109 w 3415751"/>
              <a:gd name="connsiteY653" fmla="*/ 597374 h 768467"/>
              <a:gd name="connsiteX654" fmla="*/ 2675477 w 3415751"/>
              <a:gd name="connsiteY654" fmla="*/ 606615 h 768467"/>
              <a:gd name="connsiteX655" fmla="*/ 2669536 w 3415751"/>
              <a:gd name="connsiteY655" fmla="*/ 632091 h 768467"/>
              <a:gd name="connsiteX656" fmla="*/ 2675477 w 3415751"/>
              <a:gd name="connsiteY656" fmla="*/ 656908 h 768467"/>
              <a:gd name="connsiteX657" fmla="*/ 2703699 w 3415751"/>
              <a:gd name="connsiteY657" fmla="*/ 662383 h 768467"/>
              <a:gd name="connsiteX658" fmla="*/ 2705969 w 3415751"/>
              <a:gd name="connsiteY658" fmla="*/ 660604 h 768467"/>
              <a:gd name="connsiteX659" fmla="*/ 2712305 w 3415751"/>
              <a:gd name="connsiteY659" fmla="*/ 646479 h 768467"/>
              <a:gd name="connsiteX660" fmla="*/ 2729862 w 3415751"/>
              <a:gd name="connsiteY660" fmla="*/ 647007 h 768467"/>
              <a:gd name="connsiteX661" fmla="*/ 2717453 w 3415751"/>
              <a:gd name="connsiteY661" fmla="*/ 674200 h 768467"/>
              <a:gd name="connsiteX662" fmla="*/ 2691053 w 3415751"/>
              <a:gd name="connsiteY662" fmla="*/ 684364 h 768467"/>
              <a:gd name="connsiteX663" fmla="*/ 2660560 w 3415751"/>
              <a:gd name="connsiteY663" fmla="*/ 670373 h 768467"/>
              <a:gd name="connsiteX664" fmla="*/ 2649208 w 3415751"/>
              <a:gd name="connsiteY664" fmla="*/ 632751 h 768467"/>
              <a:gd name="connsiteX665" fmla="*/ 2660560 w 3415751"/>
              <a:gd name="connsiteY665" fmla="*/ 594339 h 768467"/>
              <a:gd name="connsiteX666" fmla="*/ 2691053 w 3415751"/>
              <a:gd name="connsiteY666" fmla="*/ 580083 h 768467"/>
              <a:gd name="connsiteX667" fmla="*/ 1682686 w 3415751"/>
              <a:gd name="connsiteY667" fmla="*/ 580081 h 768467"/>
              <a:gd name="connsiteX668" fmla="*/ 1707636 w 3415751"/>
              <a:gd name="connsiteY668" fmla="*/ 588794 h 768467"/>
              <a:gd name="connsiteX669" fmla="*/ 1718196 w 3415751"/>
              <a:gd name="connsiteY669" fmla="*/ 612423 h 768467"/>
              <a:gd name="connsiteX670" fmla="*/ 1698923 w 3415751"/>
              <a:gd name="connsiteY670" fmla="*/ 612423 h 768467"/>
              <a:gd name="connsiteX671" fmla="*/ 1693246 w 3415751"/>
              <a:gd name="connsiteY671" fmla="*/ 601202 h 768467"/>
              <a:gd name="connsiteX672" fmla="*/ 1680046 w 3415751"/>
              <a:gd name="connsiteY672" fmla="*/ 597111 h 768467"/>
              <a:gd name="connsiteX673" fmla="*/ 1668826 w 3415751"/>
              <a:gd name="connsiteY673" fmla="*/ 600542 h 768467"/>
              <a:gd name="connsiteX674" fmla="*/ 1664734 w 3415751"/>
              <a:gd name="connsiteY674" fmla="*/ 610178 h 768467"/>
              <a:gd name="connsiteX675" fmla="*/ 1668958 w 3415751"/>
              <a:gd name="connsiteY675" fmla="*/ 617042 h 768467"/>
              <a:gd name="connsiteX676" fmla="*/ 1686910 w 3415751"/>
              <a:gd name="connsiteY676" fmla="*/ 622718 h 768467"/>
              <a:gd name="connsiteX677" fmla="*/ 1713311 w 3415751"/>
              <a:gd name="connsiteY677" fmla="*/ 633938 h 768467"/>
              <a:gd name="connsiteX678" fmla="*/ 1719911 w 3415751"/>
              <a:gd name="connsiteY678" fmla="*/ 654003 h 768467"/>
              <a:gd name="connsiteX679" fmla="*/ 1709878 w 3415751"/>
              <a:gd name="connsiteY679" fmla="*/ 676179 h 768467"/>
              <a:gd name="connsiteX680" fmla="*/ 1682555 w 3415751"/>
              <a:gd name="connsiteY680" fmla="*/ 684364 h 768467"/>
              <a:gd name="connsiteX681" fmla="*/ 1656154 w 3415751"/>
              <a:gd name="connsiteY681" fmla="*/ 675651 h 768467"/>
              <a:gd name="connsiteX682" fmla="*/ 1645726 w 3415751"/>
              <a:gd name="connsiteY682" fmla="*/ 650966 h 768467"/>
              <a:gd name="connsiteX683" fmla="*/ 1664074 w 3415751"/>
              <a:gd name="connsiteY683" fmla="*/ 650968 h 768467"/>
              <a:gd name="connsiteX684" fmla="*/ 1669354 w 3415751"/>
              <a:gd name="connsiteY684" fmla="*/ 663112 h 768467"/>
              <a:gd name="connsiteX685" fmla="*/ 1682555 w 3415751"/>
              <a:gd name="connsiteY685" fmla="*/ 667336 h 768467"/>
              <a:gd name="connsiteX686" fmla="*/ 1696811 w 3415751"/>
              <a:gd name="connsiteY686" fmla="*/ 664168 h 768467"/>
              <a:gd name="connsiteX687" fmla="*/ 1701959 w 3415751"/>
              <a:gd name="connsiteY687" fmla="*/ 655323 h 768467"/>
              <a:gd name="connsiteX688" fmla="*/ 1698263 w 3415751"/>
              <a:gd name="connsiteY688" fmla="*/ 647007 h 768467"/>
              <a:gd name="connsiteX689" fmla="*/ 1682818 w 3415751"/>
              <a:gd name="connsiteY689" fmla="*/ 641595 h 768467"/>
              <a:gd name="connsiteX690" fmla="*/ 1653911 w 3415751"/>
              <a:gd name="connsiteY690" fmla="*/ 630242 h 768467"/>
              <a:gd name="connsiteX691" fmla="*/ 1646650 w 3415751"/>
              <a:gd name="connsiteY691" fmla="*/ 611367 h 768467"/>
              <a:gd name="connsiteX692" fmla="*/ 1656286 w 3415751"/>
              <a:gd name="connsiteY692" fmla="*/ 588529 h 768467"/>
              <a:gd name="connsiteX693" fmla="*/ 1682686 w 3415751"/>
              <a:gd name="connsiteY693" fmla="*/ 580081 h 768467"/>
              <a:gd name="connsiteX694" fmla="*/ 1405335 w 3415751"/>
              <a:gd name="connsiteY694" fmla="*/ 579720 h 768467"/>
              <a:gd name="connsiteX695" fmla="*/ 1436372 w 3415751"/>
              <a:gd name="connsiteY695" fmla="*/ 588532 h 768467"/>
              <a:gd name="connsiteX696" fmla="*/ 1448912 w 3415751"/>
              <a:gd name="connsiteY696" fmla="*/ 612820 h 768467"/>
              <a:gd name="connsiteX697" fmla="*/ 1429904 w 3415751"/>
              <a:gd name="connsiteY697" fmla="*/ 612820 h 768467"/>
              <a:gd name="connsiteX698" fmla="*/ 1423303 w 3415751"/>
              <a:gd name="connsiteY698" fmla="*/ 601600 h 768467"/>
              <a:gd name="connsiteX699" fmla="*/ 1410103 w 3415751"/>
              <a:gd name="connsiteY699" fmla="*/ 596715 h 768467"/>
              <a:gd name="connsiteX700" fmla="*/ 1390700 w 3415751"/>
              <a:gd name="connsiteY700" fmla="*/ 605956 h 768467"/>
              <a:gd name="connsiteX701" fmla="*/ 1383703 w 3415751"/>
              <a:gd name="connsiteY701" fmla="*/ 632356 h 768467"/>
              <a:gd name="connsiteX702" fmla="*/ 1390435 w 3415751"/>
              <a:gd name="connsiteY702" fmla="*/ 657964 h 768467"/>
              <a:gd name="connsiteX703" fmla="*/ 1410103 w 3415751"/>
              <a:gd name="connsiteY703" fmla="*/ 666809 h 768467"/>
              <a:gd name="connsiteX704" fmla="*/ 1427264 w 3415751"/>
              <a:gd name="connsiteY704" fmla="*/ 657569 h 768467"/>
              <a:gd name="connsiteX705" fmla="*/ 1432279 w 3415751"/>
              <a:gd name="connsiteY705" fmla="*/ 645425 h 768467"/>
              <a:gd name="connsiteX706" fmla="*/ 1410896 w 3415751"/>
              <a:gd name="connsiteY706" fmla="*/ 645425 h 768467"/>
              <a:gd name="connsiteX707" fmla="*/ 1410896 w 3415751"/>
              <a:gd name="connsiteY707" fmla="*/ 628396 h 768467"/>
              <a:gd name="connsiteX708" fmla="*/ 1449440 w 3415751"/>
              <a:gd name="connsiteY708" fmla="*/ 628396 h 768467"/>
              <a:gd name="connsiteX709" fmla="*/ 1449440 w 3415751"/>
              <a:gd name="connsiteY709" fmla="*/ 681196 h 768467"/>
              <a:gd name="connsiteX710" fmla="*/ 1436240 w 3415751"/>
              <a:gd name="connsiteY710" fmla="*/ 681196 h 768467"/>
              <a:gd name="connsiteX711" fmla="*/ 1434391 w 3415751"/>
              <a:gd name="connsiteY711" fmla="*/ 667996 h 768467"/>
              <a:gd name="connsiteX712" fmla="*/ 1433337 w 3415751"/>
              <a:gd name="connsiteY712" fmla="*/ 669580 h 768467"/>
              <a:gd name="connsiteX713" fmla="*/ 1406936 w 3415751"/>
              <a:gd name="connsiteY713" fmla="*/ 683573 h 768467"/>
              <a:gd name="connsiteX714" fmla="*/ 1407859 w 3415751"/>
              <a:gd name="connsiteY714" fmla="*/ 683836 h 768467"/>
              <a:gd name="connsiteX715" fmla="*/ 1376310 w 3415751"/>
              <a:gd name="connsiteY715" fmla="*/ 669845 h 768467"/>
              <a:gd name="connsiteX716" fmla="*/ 1376310 w 3415751"/>
              <a:gd name="connsiteY716" fmla="*/ 593812 h 768467"/>
              <a:gd name="connsiteX717" fmla="*/ 1405335 w 3415751"/>
              <a:gd name="connsiteY717" fmla="*/ 579720 h 768467"/>
              <a:gd name="connsiteX718" fmla="*/ 621825 w 3415751"/>
              <a:gd name="connsiteY718" fmla="*/ 579645 h 768467"/>
              <a:gd name="connsiteX719" fmla="*/ 619440 w 3415751"/>
              <a:gd name="connsiteY719" fmla="*/ 582333 h 768467"/>
              <a:gd name="connsiteX720" fmla="*/ 617017 w 3415751"/>
              <a:gd name="connsiteY720" fmla="*/ 584983 h 768467"/>
              <a:gd name="connsiteX721" fmla="*/ 627429 w 3415751"/>
              <a:gd name="connsiteY721" fmla="*/ 594373 h 768467"/>
              <a:gd name="connsiteX722" fmla="*/ 618456 w 3415751"/>
              <a:gd name="connsiteY722" fmla="*/ 604369 h 768467"/>
              <a:gd name="connsiteX723" fmla="*/ 608043 w 3415751"/>
              <a:gd name="connsiteY723" fmla="*/ 594979 h 768467"/>
              <a:gd name="connsiteX724" fmla="*/ 605620 w 3415751"/>
              <a:gd name="connsiteY724" fmla="*/ 597667 h 768467"/>
              <a:gd name="connsiteX725" fmla="*/ 603235 w 3415751"/>
              <a:gd name="connsiteY725" fmla="*/ 600318 h 768467"/>
              <a:gd name="connsiteX726" fmla="*/ 630950 w 3415751"/>
              <a:gd name="connsiteY726" fmla="*/ 625421 h 768467"/>
              <a:gd name="connsiteX727" fmla="*/ 633336 w 3415751"/>
              <a:gd name="connsiteY727" fmla="*/ 622733 h 768467"/>
              <a:gd name="connsiteX728" fmla="*/ 635759 w 3415751"/>
              <a:gd name="connsiteY728" fmla="*/ 620082 h 768467"/>
              <a:gd name="connsiteX729" fmla="*/ 623151 w 3415751"/>
              <a:gd name="connsiteY729" fmla="*/ 608723 h 768467"/>
              <a:gd name="connsiteX730" fmla="*/ 632162 w 3415751"/>
              <a:gd name="connsiteY730" fmla="*/ 598728 h 768467"/>
              <a:gd name="connsiteX731" fmla="*/ 644733 w 3415751"/>
              <a:gd name="connsiteY731" fmla="*/ 610086 h 768467"/>
              <a:gd name="connsiteX732" fmla="*/ 647156 w 3415751"/>
              <a:gd name="connsiteY732" fmla="*/ 607398 h 768467"/>
              <a:gd name="connsiteX733" fmla="*/ 649617 w 3415751"/>
              <a:gd name="connsiteY733" fmla="*/ 604672 h 768467"/>
              <a:gd name="connsiteX734" fmla="*/ 383780 w 3415751"/>
              <a:gd name="connsiteY734" fmla="*/ 560940 h 768467"/>
              <a:gd name="connsiteX735" fmla="*/ 386544 w 3415751"/>
              <a:gd name="connsiteY735" fmla="*/ 564424 h 768467"/>
              <a:gd name="connsiteX736" fmla="*/ 389573 w 3415751"/>
              <a:gd name="connsiteY736" fmla="*/ 567339 h 768467"/>
              <a:gd name="connsiteX737" fmla="*/ 388740 w 3415751"/>
              <a:gd name="connsiteY737" fmla="*/ 568248 h 768467"/>
              <a:gd name="connsiteX738" fmla="*/ 388740 w 3415751"/>
              <a:gd name="connsiteY738" fmla="*/ 591571 h 768467"/>
              <a:gd name="connsiteX739" fmla="*/ 400477 w 3415751"/>
              <a:gd name="connsiteY739" fmla="*/ 593616 h 768467"/>
              <a:gd name="connsiteX740" fmla="*/ 409602 w 3415751"/>
              <a:gd name="connsiteY740" fmla="*/ 599182 h 768467"/>
              <a:gd name="connsiteX741" fmla="*/ 418462 w 3415751"/>
              <a:gd name="connsiteY741" fmla="*/ 601643 h 768467"/>
              <a:gd name="connsiteX742" fmla="*/ 422968 w 3415751"/>
              <a:gd name="connsiteY742" fmla="*/ 606035 h 768467"/>
              <a:gd name="connsiteX743" fmla="*/ 428004 w 3415751"/>
              <a:gd name="connsiteY743" fmla="*/ 606489 h 768467"/>
              <a:gd name="connsiteX744" fmla="*/ 435046 w 3415751"/>
              <a:gd name="connsiteY744" fmla="*/ 611752 h 768467"/>
              <a:gd name="connsiteX745" fmla="*/ 440499 w 3415751"/>
              <a:gd name="connsiteY745" fmla="*/ 615122 h 768467"/>
              <a:gd name="connsiteX746" fmla="*/ 443225 w 3415751"/>
              <a:gd name="connsiteY746" fmla="*/ 618530 h 768467"/>
              <a:gd name="connsiteX747" fmla="*/ 448298 w 3415751"/>
              <a:gd name="connsiteY747" fmla="*/ 620574 h 768467"/>
              <a:gd name="connsiteX748" fmla="*/ 454053 w 3415751"/>
              <a:gd name="connsiteY748" fmla="*/ 621256 h 768467"/>
              <a:gd name="connsiteX749" fmla="*/ 461626 w 3415751"/>
              <a:gd name="connsiteY749" fmla="*/ 624285 h 768467"/>
              <a:gd name="connsiteX750" fmla="*/ 472568 w 3415751"/>
              <a:gd name="connsiteY750" fmla="*/ 630381 h 768467"/>
              <a:gd name="connsiteX751" fmla="*/ 493810 w 3415751"/>
              <a:gd name="connsiteY751" fmla="*/ 633978 h 768467"/>
              <a:gd name="connsiteX752" fmla="*/ 276665 w 3415751"/>
              <a:gd name="connsiteY752" fmla="*/ 634205 h 768467"/>
              <a:gd name="connsiteX753" fmla="*/ 302601 w 3415751"/>
              <a:gd name="connsiteY753" fmla="*/ 631176 h 768467"/>
              <a:gd name="connsiteX754" fmla="*/ 313960 w 3415751"/>
              <a:gd name="connsiteY754" fmla="*/ 625080 h 768467"/>
              <a:gd name="connsiteX755" fmla="*/ 320056 w 3415751"/>
              <a:gd name="connsiteY755" fmla="*/ 619325 h 768467"/>
              <a:gd name="connsiteX756" fmla="*/ 326152 w 3415751"/>
              <a:gd name="connsiteY756" fmla="*/ 616258 h 768467"/>
              <a:gd name="connsiteX757" fmla="*/ 331605 w 3415751"/>
              <a:gd name="connsiteY757" fmla="*/ 613191 h 768467"/>
              <a:gd name="connsiteX758" fmla="*/ 336337 w 3415751"/>
              <a:gd name="connsiteY758" fmla="*/ 607095 h 768467"/>
              <a:gd name="connsiteX759" fmla="*/ 343456 w 3415751"/>
              <a:gd name="connsiteY759" fmla="*/ 604369 h 768467"/>
              <a:gd name="connsiteX760" fmla="*/ 350233 w 3415751"/>
              <a:gd name="connsiteY760" fmla="*/ 599636 h 768467"/>
              <a:gd name="connsiteX761" fmla="*/ 359055 w 3415751"/>
              <a:gd name="connsiteY761" fmla="*/ 597251 h 768467"/>
              <a:gd name="connsiteX762" fmla="*/ 366855 w 3415751"/>
              <a:gd name="connsiteY762" fmla="*/ 592518 h 768467"/>
              <a:gd name="connsiteX763" fmla="*/ 379236 w 3415751"/>
              <a:gd name="connsiteY763" fmla="*/ 591912 h 768467"/>
              <a:gd name="connsiteX764" fmla="*/ 379236 w 3415751"/>
              <a:gd name="connsiteY764" fmla="*/ 568740 h 768467"/>
              <a:gd name="connsiteX765" fmla="*/ 378100 w 3415751"/>
              <a:gd name="connsiteY765" fmla="*/ 567680 h 768467"/>
              <a:gd name="connsiteX766" fmla="*/ 381092 w 3415751"/>
              <a:gd name="connsiteY766" fmla="*/ 564424 h 768467"/>
              <a:gd name="connsiteX767" fmla="*/ 383780 w 3415751"/>
              <a:gd name="connsiteY767" fmla="*/ 560940 h 768467"/>
              <a:gd name="connsiteX768" fmla="*/ 644695 w 3415751"/>
              <a:gd name="connsiteY768" fmla="*/ 548370 h 768467"/>
              <a:gd name="connsiteX769" fmla="*/ 642764 w 3415751"/>
              <a:gd name="connsiteY769" fmla="*/ 551134 h 768467"/>
              <a:gd name="connsiteX770" fmla="*/ 640833 w 3415751"/>
              <a:gd name="connsiteY770" fmla="*/ 553898 h 768467"/>
              <a:gd name="connsiteX771" fmla="*/ 662339 w 3415751"/>
              <a:gd name="connsiteY771" fmla="*/ 569043 h 768467"/>
              <a:gd name="connsiteX772" fmla="*/ 632919 w 3415751"/>
              <a:gd name="connsiteY772" fmla="*/ 565257 h 768467"/>
              <a:gd name="connsiteX773" fmla="*/ 630761 w 3415751"/>
              <a:gd name="connsiteY773" fmla="*/ 568362 h 768467"/>
              <a:gd name="connsiteX774" fmla="*/ 628603 w 3415751"/>
              <a:gd name="connsiteY774" fmla="*/ 571428 h 768467"/>
              <a:gd name="connsiteX775" fmla="*/ 659234 w 3415751"/>
              <a:gd name="connsiteY775" fmla="*/ 592897 h 768467"/>
              <a:gd name="connsiteX776" fmla="*/ 661165 w 3415751"/>
              <a:gd name="connsiteY776" fmla="*/ 590133 h 768467"/>
              <a:gd name="connsiteX777" fmla="*/ 663058 w 3415751"/>
              <a:gd name="connsiteY777" fmla="*/ 587369 h 768467"/>
              <a:gd name="connsiteX778" fmla="*/ 640984 w 3415751"/>
              <a:gd name="connsiteY778" fmla="*/ 571921 h 768467"/>
              <a:gd name="connsiteX779" fmla="*/ 671274 w 3415751"/>
              <a:gd name="connsiteY779" fmla="*/ 575707 h 768467"/>
              <a:gd name="connsiteX780" fmla="*/ 673357 w 3415751"/>
              <a:gd name="connsiteY780" fmla="*/ 572754 h 768467"/>
              <a:gd name="connsiteX781" fmla="*/ 675326 w 3415751"/>
              <a:gd name="connsiteY781" fmla="*/ 569838 h 768467"/>
              <a:gd name="connsiteX782" fmla="*/ 116392 w 3415751"/>
              <a:gd name="connsiteY782" fmla="*/ 545076 h 768467"/>
              <a:gd name="connsiteX783" fmla="*/ 92160 w 3415751"/>
              <a:gd name="connsiteY783" fmla="*/ 560600 h 768467"/>
              <a:gd name="connsiteX784" fmla="*/ 94242 w 3415751"/>
              <a:gd name="connsiteY784" fmla="*/ 573435 h 768467"/>
              <a:gd name="connsiteX785" fmla="*/ 104011 w 3415751"/>
              <a:gd name="connsiteY785" fmla="*/ 578812 h 768467"/>
              <a:gd name="connsiteX786" fmla="*/ 104730 w 3415751"/>
              <a:gd name="connsiteY786" fmla="*/ 578812 h 768467"/>
              <a:gd name="connsiteX787" fmla="*/ 100944 w 3415751"/>
              <a:gd name="connsiteY787" fmla="*/ 582030 h 768467"/>
              <a:gd name="connsiteX788" fmla="*/ 103556 w 3415751"/>
              <a:gd name="connsiteY788" fmla="*/ 586081 h 768467"/>
              <a:gd name="connsiteX789" fmla="*/ 120481 w 3415751"/>
              <a:gd name="connsiteY789" fmla="*/ 575101 h 768467"/>
              <a:gd name="connsiteX790" fmla="*/ 112644 w 3415751"/>
              <a:gd name="connsiteY790" fmla="*/ 562985 h 768467"/>
              <a:gd name="connsiteX791" fmla="*/ 107229 w 3415751"/>
              <a:gd name="connsiteY791" fmla="*/ 566506 h 768467"/>
              <a:gd name="connsiteX792" fmla="*/ 111432 w 3415751"/>
              <a:gd name="connsiteY792" fmla="*/ 573435 h 768467"/>
              <a:gd name="connsiteX793" fmla="*/ 106548 w 3415751"/>
              <a:gd name="connsiteY793" fmla="*/ 574382 h 768467"/>
              <a:gd name="connsiteX794" fmla="*/ 100111 w 3415751"/>
              <a:gd name="connsiteY794" fmla="*/ 570823 h 768467"/>
              <a:gd name="connsiteX795" fmla="*/ 98862 w 3415751"/>
              <a:gd name="connsiteY795" fmla="*/ 562758 h 768467"/>
              <a:gd name="connsiteX796" fmla="*/ 105601 w 3415751"/>
              <a:gd name="connsiteY796" fmla="*/ 555375 h 768467"/>
              <a:gd name="connsiteX797" fmla="*/ 115218 w 3415751"/>
              <a:gd name="connsiteY797" fmla="*/ 552270 h 768467"/>
              <a:gd name="connsiteX798" fmla="*/ 122185 w 3415751"/>
              <a:gd name="connsiteY798" fmla="*/ 556510 h 768467"/>
              <a:gd name="connsiteX799" fmla="*/ 123321 w 3415751"/>
              <a:gd name="connsiteY799" fmla="*/ 561660 h 768467"/>
              <a:gd name="connsiteX800" fmla="*/ 121125 w 3415751"/>
              <a:gd name="connsiteY800" fmla="*/ 566128 h 768467"/>
              <a:gd name="connsiteX801" fmla="*/ 125366 w 3415751"/>
              <a:gd name="connsiteY801" fmla="*/ 572148 h 768467"/>
              <a:gd name="connsiteX802" fmla="*/ 130515 w 3415751"/>
              <a:gd name="connsiteY802" fmla="*/ 563174 h 768467"/>
              <a:gd name="connsiteX803" fmla="*/ 127751 w 3415751"/>
              <a:gd name="connsiteY803" fmla="*/ 552648 h 768467"/>
              <a:gd name="connsiteX804" fmla="*/ 116392 w 3415751"/>
              <a:gd name="connsiteY804" fmla="*/ 545076 h 768467"/>
              <a:gd name="connsiteX805" fmla="*/ 668661 w 3415751"/>
              <a:gd name="connsiteY805" fmla="*/ 523305 h 768467"/>
              <a:gd name="connsiteX806" fmla="*/ 678392 w 3415751"/>
              <a:gd name="connsiteY806" fmla="*/ 525690 h 768467"/>
              <a:gd name="connsiteX807" fmla="*/ 685927 w 3415751"/>
              <a:gd name="connsiteY807" fmla="*/ 532203 h 768467"/>
              <a:gd name="connsiteX808" fmla="*/ 686597 w 3415751"/>
              <a:gd name="connsiteY808" fmla="*/ 534391 h 768467"/>
              <a:gd name="connsiteX809" fmla="*/ 679490 w 3415751"/>
              <a:gd name="connsiteY809" fmla="*/ 544319 h 768467"/>
              <a:gd name="connsiteX810" fmla="*/ 669910 w 3415751"/>
              <a:gd name="connsiteY810" fmla="*/ 542047 h 768467"/>
              <a:gd name="connsiteX811" fmla="*/ 662338 w 3415751"/>
              <a:gd name="connsiteY811" fmla="*/ 535307 h 768467"/>
              <a:gd name="connsiteX812" fmla="*/ 662338 w 3415751"/>
              <a:gd name="connsiteY812" fmla="*/ 527735 h 768467"/>
              <a:gd name="connsiteX813" fmla="*/ 668661 w 3415751"/>
              <a:gd name="connsiteY813" fmla="*/ 523305 h 768467"/>
              <a:gd name="connsiteX814" fmla="*/ 666996 w 3415751"/>
              <a:gd name="connsiteY814" fmla="*/ 516565 h 768467"/>
              <a:gd name="connsiteX815" fmla="*/ 665353 w 3415751"/>
              <a:gd name="connsiteY815" fmla="*/ 517065 h 768467"/>
              <a:gd name="connsiteX816" fmla="*/ 655637 w 3415751"/>
              <a:gd name="connsiteY816" fmla="*/ 537882 h 768467"/>
              <a:gd name="connsiteX817" fmla="*/ 666352 w 3415751"/>
              <a:gd name="connsiteY817" fmla="*/ 548635 h 768467"/>
              <a:gd name="connsiteX818" fmla="*/ 681043 w 3415751"/>
              <a:gd name="connsiteY818" fmla="*/ 551361 h 768467"/>
              <a:gd name="connsiteX819" fmla="*/ 691342 w 3415751"/>
              <a:gd name="connsiteY819" fmla="*/ 543221 h 768467"/>
              <a:gd name="connsiteX820" fmla="*/ 691266 w 3415751"/>
              <a:gd name="connsiteY820" fmla="*/ 543145 h 768467"/>
              <a:gd name="connsiteX821" fmla="*/ 692402 w 3415751"/>
              <a:gd name="connsiteY821" fmla="*/ 530082 h 768467"/>
              <a:gd name="connsiteX822" fmla="*/ 681914 w 3415751"/>
              <a:gd name="connsiteY822" fmla="*/ 519443 h 768467"/>
              <a:gd name="connsiteX823" fmla="*/ 666996 w 3415751"/>
              <a:gd name="connsiteY823" fmla="*/ 516565 h 768467"/>
              <a:gd name="connsiteX824" fmla="*/ 101020 w 3415751"/>
              <a:gd name="connsiteY824" fmla="*/ 504714 h 768467"/>
              <a:gd name="connsiteX825" fmla="*/ 67132 w 3415751"/>
              <a:gd name="connsiteY825" fmla="*/ 520541 h 768467"/>
              <a:gd name="connsiteX826" fmla="*/ 68533 w 3415751"/>
              <a:gd name="connsiteY826" fmla="*/ 523570 h 768467"/>
              <a:gd name="connsiteX827" fmla="*/ 69972 w 3415751"/>
              <a:gd name="connsiteY827" fmla="*/ 526599 h 768467"/>
              <a:gd name="connsiteX828" fmla="*/ 94394 w 3415751"/>
              <a:gd name="connsiteY828" fmla="*/ 515240 h 768467"/>
              <a:gd name="connsiteX829" fmla="*/ 75954 w 3415751"/>
              <a:gd name="connsiteY829" fmla="*/ 539510 h 768467"/>
              <a:gd name="connsiteX830" fmla="*/ 77469 w 3415751"/>
              <a:gd name="connsiteY830" fmla="*/ 542728 h 768467"/>
              <a:gd name="connsiteX831" fmla="*/ 78983 w 3415751"/>
              <a:gd name="connsiteY831" fmla="*/ 545909 h 768467"/>
              <a:gd name="connsiteX832" fmla="*/ 112871 w 3415751"/>
              <a:gd name="connsiteY832" fmla="*/ 530120 h 768467"/>
              <a:gd name="connsiteX833" fmla="*/ 111432 w 3415751"/>
              <a:gd name="connsiteY833" fmla="*/ 527053 h 768467"/>
              <a:gd name="connsiteX834" fmla="*/ 110031 w 3415751"/>
              <a:gd name="connsiteY834" fmla="*/ 524024 h 768467"/>
              <a:gd name="connsiteX835" fmla="*/ 86253 w 3415751"/>
              <a:gd name="connsiteY835" fmla="*/ 535118 h 768467"/>
              <a:gd name="connsiteX836" fmla="*/ 104200 w 3415751"/>
              <a:gd name="connsiteY836" fmla="*/ 511567 h 768467"/>
              <a:gd name="connsiteX837" fmla="*/ 102610 w 3415751"/>
              <a:gd name="connsiteY837" fmla="*/ 508159 h 768467"/>
              <a:gd name="connsiteX838" fmla="*/ 705806 w 3415751"/>
              <a:gd name="connsiteY838" fmla="*/ 489379 h 768467"/>
              <a:gd name="connsiteX839" fmla="*/ 699672 w 3415751"/>
              <a:gd name="connsiteY839" fmla="*/ 505358 h 768467"/>
              <a:gd name="connsiteX840" fmla="*/ 670972 w 3415751"/>
              <a:gd name="connsiteY840" fmla="*/ 494339 h 768467"/>
              <a:gd name="connsiteX841" fmla="*/ 669684 w 3415751"/>
              <a:gd name="connsiteY841" fmla="*/ 497709 h 768467"/>
              <a:gd name="connsiteX842" fmla="*/ 668397 w 3415751"/>
              <a:gd name="connsiteY842" fmla="*/ 501041 h 768467"/>
              <a:gd name="connsiteX843" fmla="*/ 703382 w 3415751"/>
              <a:gd name="connsiteY843" fmla="*/ 514482 h 768467"/>
              <a:gd name="connsiteX844" fmla="*/ 712015 w 3415751"/>
              <a:gd name="connsiteY844" fmla="*/ 491765 h 768467"/>
              <a:gd name="connsiteX845" fmla="*/ 708910 w 3415751"/>
              <a:gd name="connsiteY845" fmla="*/ 490591 h 768467"/>
              <a:gd name="connsiteX846" fmla="*/ 94431 w 3415751"/>
              <a:gd name="connsiteY846" fmla="*/ 488092 h 768467"/>
              <a:gd name="connsiteX847" fmla="*/ 59522 w 3415751"/>
              <a:gd name="connsiteY847" fmla="*/ 501496 h 768467"/>
              <a:gd name="connsiteX848" fmla="*/ 60809 w 3415751"/>
              <a:gd name="connsiteY848" fmla="*/ 504865 h 768467"/>
              <a:gd name="connsiteX849" fmla="*/ 62096 w 3415751"/>
              <a:gd name="connsiteY849" fmla="*/ 508197 h 768467"/>
              <a:gd name="connsiteX850" fmla="*/ 97006 w 3415751"/>
              <a:gd name="connsiteY850" fmla="*/ 494794 h 768467"/>
              <a:gd name="connsiteX851" fmla="*/ 95719 w 3415751"/>
              <a:gd name="connsiteY851" fmla="*/ 491462 h 768467"/>
              <a:gd name="connsiteX852" fmla="*/ 62437 w 3415751"/>
              <a:gd name="connsiteY852" fmla="*/ 462610 h 768467"/>
              <a:gd name="connsiteX853" fmla="*/ 60279 w 3415751"/>
              <a:gd name="connsiteY853" fmla="*/ 463178 h 768467"/>
              <a:gd name="connsiteX854" fmla="*/ 51343 w 3415751"/>
              <a:gd name="connsiteY854" fmla="*/ 468252 h 768467"/>
              <a:gd name="connsiteX855" fmla="*/ 50473 w 3415751"/>
              <a:gd name="connsiteY855" fmla="*/ 477339 h 768467"/>
              <a:gd name="connsiteX856" fmla="*/ 55433 w 3415751"/>
              <a:gd name="connsiteY856" fmla="*/ 484571 h 768467"/>
              <a:gd name="connsiteX857" fmla="*/ 55433 w 3415751"/>
              <a:gd name="connsiteY857" fmla="*/ 484495 h 768467"/>
              <a:gd name="connsiteX858" fmla="*/ 64482 w 3415751"/>
              <a:gd name="connsiteY858" fmla="*/ 485101 h 768467"/>
              <a:gd name="connsiteX859" fmla="*/ 90456 w 3415751"/>
              <a:gd name="connsiteY859" fmla="*/ 478134 h 768467"/>
              <a:gd name="connsiteX860" fmla="*/ 89509 w 3415751"/>
              <a:gd name="connsiteY860" fmla="*/ 474651 h 768467"/>
              <a:gd name="connsiteX861" fmla="*/ 88601 w 3415751"/>
              <a:gd name="connsiteY861" fmla="*/ 471205 h 768467"/>
              <a:gd name="connsiteX862" fmla="*/ 62627 w 3415751"/>
              <a:gd name="connsiteY862" fmla="*/ 478172 h 768467"/>
              <a:gd name="connsiteX863" fmla="*/ 58575 w 3415751"/>
              <a:gd name="connsiteY863" fmla="*/ 478172 h 768467"/>
              <a:gd name="connsiteX864" fmla="*/ 58189 w 3415751"/>
              <a:gd name="connsiteY864" fmla="*/ 477907 h 768467"/>
              <a:gd name="connsiteX865" fmla="*/ 57401 w 3415751"/>
              <a:gd name="connsiteY865" fmla="*/ 471962 h 768467"/>
              <a:gd name="connsiteX866" fmla="*/ 62021 w 3415751"/>
              <a:gd name="connsiteY866" fmla="*/ 469766 h 768467"/>
              <a:gd name="connsiteX867" fmla="*/ 64179 w 3415751"/>
              <a:gd name="connsiteY867" fmla="*/ 469198 h 768467"/>
              <a:gd name="connsiteX868" fmla="*/ 1472144 w 3415751"/>
              <a:gd name="connsiteY868" fmla="*/ 454680 h 768467"/>
              <a:gd name="connsiteX869" fmla="*/ 1472011 w 3415751"/>
              <a:gd name="connsiteY869" fmla="*/ 454944 h 768467"/>
              <a:gd name="connsiteX870" fmla="*/ 1472033 w 3415751"/>
              <a:gd name="connsiteY870" fmla="*/ 454801 h 768467"/>
              <a:gd name="connsiteX871" fmla="*/ 693954 w 3415751"/>
              <a:gd name="connsiteY871" fmla="*/ 450570 h 768467"/>
              <a:gd name="connsiteX872" fmla="*/ 703987 w 3415751"/>
              <a:gd name="connsiteY872" fmla="*/ 450570 h 768467"/>
              <a:gd name="connsiteX873" fmla="*/ 712620 w 3415751"/>
              <a:gd name="connsiteY873" fmla="*/ 455303 h 768467"/>
              <a:gd name="connsiteX874" fmla="*/ 713801 w 3415751"/>
              <a:gd name="connsiteY874" fmla="*/ 457268 h 768467"/>
              <a:gd name="connsiteX875" fmla="*/ 709288 w 3415751"/>
              <a:gd name="connsiteY875" fmla="*/ 468669 h 768467"/>
              <a:gd name="connsiteX876" fmla="*/ 699444 w 3415751"/>
              <a:gd name="connsiteY876" fmla="*/ 468669 h 768467"/>
              <a:gd name="connsiteX877" fmla="*/ 690622 w 3415751"/>
              <a:gd name="connsiteY877" fmla="*/ 463898 h 768467"/>
              <a:gd name="connsiteX878" fmla="*/ 689243 w 3415751"/>
              <a:gd name="connsiteY878" fmla="*/ 461600 h 768467"/>
              <a:gd name="connsiteX879" fmla="*/ 693954 w 3415751"/>
              <a:gd name="connsiteY879" fmla="*/ 450570 h 768467"/>
              <a:gd name="connsiteX880" fmla="*/ 705654 w 3415751"/>
              <a:gd name="connsiteY880" fmla="*/ 443603 h 768467"/>
              <a:gd name="connsiteX881" fmla="*/ 690509 w 3415751"/>
              <a:gd name="connsiteY881" fmla="*/ 444436 h 768467"/>
              <a:gd name="connsiteX882" fmla="*/ 689017 w 3415751"/>
              <a:gd name="connsiteY882" fmla="*/ 445333 h 768467"/>
              <a:gd name="connsiteX883" fmla="*/ 684678 w 3415751"/>
              <a:gd name="connsiteY883" fmla="*/ 467835 h 768467"/>
              <a:gd name="connsiteX884" fmla="*/ 697703 w 3415751"/>
              <a:gd name="connsiteY884" fmla="*/ 475711 h 768467"/>
              <a:gd name="connsiteX885" fmla="*/ 712621 w 3415751"/>
              <a:gd name="connsiteY885" fmla="*/ 474802 h 768467"/>
              <a:gd name="connsiteX886" fmla="*/ 720610 w 3415751"/>
              <a:gd name="connsiteY886" fmla="*/ 464390 h 768467"/>
              <a:gd name="connsiteX887" fmla="*/ 718414 w 3415751"/>
              <a:gd name="connsiteY887" fmla="*/ 451403 h 768467"/>
              <a:gd name="connsiteX888" fmla="*/ 705654 w 3415751"/>
              <a:gd name="connsiteY888" fmla="*/ 443603 h 768467"/>
              <a:gd name="connsiteX889" fmla="*/ 81520 w 3415751"/>
              <a:gd name="connsiteY889" fmla="*/ 441142 h 768467"/>
              <a:gd name="connsiteX890" fmla="*/ 44831 w 3415751"/>
              <a:gd name="connsiteY890" fmla="*/ 448298 h 768467"/>
              <a:gd name="connsiteX891" fmla="*/ 45513 w 3415751"/>
              <a:gd name="connsiteY891" fmla="*/ 451819 h 768467"/>
              <a:gd name="connsiteX892" fmla="*/ 46194 w 3415751"/>
              <a:gd name="connsiteY892" fmla="*/ 455341 h 768467"/>
              <a:gd name="connsiteX893" fmla="*/ 82883 w 3415751"/>
              <a:gd name="connsiteY893" fmla="*/ 448222 h 768467"/>
              <a:gd name="connsiteX894" fmla="*/ 82202 w 3415751"/>
              <a:gd name="connsiteY894" fmla="*/ 444663 h 768467"/>
              <a:gd name="connsiteX895" fmla="*/ 161183 w 3415751"/>
              <a:gd name="connsiteY895" fmla="*/ 440763 h 768467"/>
              <a:gd name="connsiteX896" fmla="*/ 203931 w 3415751"/>
              <a:gd name="connsiteY896" fmla="*/ 447541 h 768467"/>
              <a:gd name="connsiteX897" fmla="*/ 306539 w 3415751"/>
              <a:gd name="connsiteY897" fmla="*/ 446708 h 768467"/>
              <a:gd name="connsiteX898" fmla="*/ 321420 w 3415751"/>
              <a:gd name="connsiteY898" fmla="*/ 449131 h 768467"/>
              <a:gd name="connsiteX899" fmla="*/ 354095 w 3415751"/>
              <a:gd name="connsiteY899" fmla="*/ 452917 h 768467"/>
              <a:gd name="connsiteX900" fmla="*/ 344062 w 3415751"/>
              <a:gd name="connsiteY900" fmla="*/ 493469 h 768467"/>
              <a:gd name="connsiteX901" fmla="*/ 384234 w 3415751"/>
              <a:gd name="connsiteY901" fmla="*/ 500284 h 768467"/>
              <a:gd name="connsiteX902" fmla="*/ 424369 w 3415751"/>
              <a:gd name="connsiteY902" fmla="*/ 493469 h 768467"/>
              <a:gd name="connsiteX903" fmla="*/ 414335 w 3415751"/>
              <a:gd name="connsiteY903" fmla="*/ 452955 h 768467"/>
              <a:gd name="connsiteX904" fmla="*/ 447011 w 3415751"/>
              <a:gd name="connsiteY904" fmla="*/ 449169 h 768467"/>
              <a:gd name="connsiteX905" fmla="*/ 461929 w 3415751"/>
              <a:gd name="connsiteY905" fmla="*/ 446746 h 768467"/>
              <a:gd name="connsiteX906" fmla="*/ 564538 w 3415751"/>
              <a:gd name="connsiteY906" fmla="*/ 447579 h 768467"/>
              <a:gd name="connsiteX907" fmla="*/ 564689 w 3415751"/>
              <a:gd name="connsiteY907" fmla="*/ 447541 h 768467"/>
              <a:gd name="connsiteX908" fmla="*/ 607399 w 3415751"/>
              <a:gd name="connsiteY908" fmla="*/ 440763 h 768467"/>
              <a:gd name="connsiteX909" fmla="*/ 580516 w 3415751"/>
              <a:gd name="connsiteY909" fmla="*/ 470751 h 768467"/>
              <a:gd name="connsiteX910" fmla="*/ 411117 w 3415751"/>
              <a:gd name="connsiteY910" fmla="*/ 501799 h 768467"/>
              <a:gd name="connsiteX911" fmla="*/ 421984 w 3415751"/>
              <a:gd name="connsiteY911" fmla="*/ 545265 h 768467"/>
              <a:gd name="connsiteX912" fmla="*/ 384121 w 3415751"/>
              <a:gd name="connsiteY912" fmla="*/ 553444 h 768467"/>
              <a:gd name="connsiteX913" fmla="*/ 346258 w 3415751"/>
              <a:gd name="connsiteY913" fmla="*/ 545265 h 768467"/>
              <a:gd name="connsiteX914" fmla="*/ 357124 w 3415751"/>
              <a:gd name="connsiteY914" fmla="*/ 501799 h 768467"/>
              <a:gd name="connsiteX915" fmla="*/ 188066 w 3415751"/>
              <a:gd name="connsiteY915" fmla="*/ 470751 h 768467"/>
              <a:gd name="connsiteX916" fmla="*/ 161183 w 3415751"/>
              <a:gd name="connsiteY916" fmla="*/ 440763 h 768467"/>
              <a:gd name="connsiteX917" fmla="*/ 1425811 w 3415751"/>
              <a:gd name="connsiteY917" fmla="*/ 419699 h 768467"/>
              <a:gd name="connsiteX918" fmla="*/ 1439011 w 3415751"/>
              <a:gd name="connsiteY918" fmla="*/ 436199 h 768467"/>
              <a:gd name="connsiteX919" fmla="*/ 1453003 w 3415751"/>
              <a:gd name="connsiteY919" fmla="*/ 432768 h 768467"/>
              <a:gd name="connsiteX920" fmla="*/ 1469240 w 3415751"/>
              <a:gd name="connsiteY920" fmla="*/ 432768 h 768467"/>
              <a:gd name="connsiteX921" fmla="*/ 1474916 w 3415751"/>
              <a:gd name="connsiteY921" fmla="*/ 435408 h 768467"/>
              <a:gd name="connsiteX922" fmla="*/ 1473595 w 3415751"/>
              <a:gd name="connsiteY922" fmla="*/ 444647 h 768467"/>
              <a:gd name="connsiteX923" fmla="*/ 1472033 w 3415751"/>
              <a:gd name="connsiteY923" fmla="*/ 454801 h 768467"/>
              <a:gd name="connsiteX924" fmla="*/ 1465015 w 3415751"/>
              <a:gd name="connsiteY924" fmla="*/ 462468 h 768467"/>
              <a:gd name="connsiteX925" fmla="*/ 1457755 w 3415751"/>
              <a:gd name="connsiteY925" fmla="*/ 467880 h 768467"/>
              <a:gd name="connsiteX926" fmla="*/ 1452608 w 3415751"/>
              <a:gd name="connsiteY926" fmla="*/ 482532 h 768467"/>
              <a:gd name="connsiteX927" fmla="*/ 1442311 w 3415751"/>
              <a:gd name="connsiteY927" fmla="*/ 489528 h 768467"/>
              <a:gd name="connsiteX928" fmla="*/ 1430431 w 3415751"/>
              <a:gd name="connsiteY928" fmla="*/ 490584 h 768467"/>
              <a:gd name="connsiteX929" fmla="*/ 1414723 w 3415751"/>
              <a:gd name="connsiteY929" fmla="*/ 497185 h 768467"/>
              <a:gd name="connsiteX930" fmla="*/ 1395978 w 3415751"/>
              <a:gd name="connsiteY930" fmla="*/ 481741 h 768467"/>
              <a:gd name="connsiteX931" fmla="*/ 1397958 w 3415751"/>
              <a:gd name="connsiteY931" fmla="*/ 470123 h 768467"/>
              <a:gd name="connsiteX932" fmla="*/ 1395186 w 3415751"/>
              <a:gd name="connsiteY932" fmla="*/ 460884 h 768467"/>
              <a:gd name="connsiteX933" fmla="*/ 1400863 w 3415751"/>
              <a:gd name="connsiteY933" fmla="*/ 450059 h 768467"/>
              <a:gd name="connsiteX934" fmla="*/ 1415251 w 3415751"/>
              <a:gd name="connsiteY934" fmla="*/ 425376 h 768467"/>
              <a:gd name="connsiteX935" fmla="*/ 1425811 w 3415751"/>
              <a:gd name="connsiteY935" fmla="*/ 419699 h 768467"/>
              <a:gd name="connsiteX936" fmla="*/ 77166 w 3415751"/>
              <a:gd name="connsiteY936" fmla="*/ 405740 h 768467"/>
              <a:gd name="connsiteX937" fmla="*/ 40060 w 3415751"/>
              <a:gd name="connsiteY937" fmla="*/ 410322 h 768467"/>
              <a:gd name="connsiteX938" fmla="*/ 43241 w 3415751"/>
              <a:gd name="connsiteY938" fmla="*/ 436371 h 768467"/>
              <a:gd name="connsiteX939" fmla="*/ 46535 w 3415751"/>
              <a:gd name="connsiteY939" fmla="*/ 435993 h 768467"/>
              <a:gd name="connsiteX940" fmla="*/ 49829 w 3415751"/>
              <a:gd name="connsiteY940" fmla="*/ 435576 h 768467"/>
              <a:gd name="connsiteX941" fmla="*/ 47519 w 3415751"/>
              <a:gd name="connsiteY941" fmla="*/ 416645 h 768467"/>
              <a:gd name="connsiteX942" fmla="*/ 57174 w 3415751"/>
              <a:gd name="connsiteY942" fmla="*/ 415433 h 768467"/>
              <a:gd name="connsiteX943" fmla="*/ 59219 w 3415751"/>
              <a:gd name="connsiteY943" fmla="*/ 432131 h 768467"/>
              <a:gd name="connsiteX944" fmla="*/ 62437 w 3415751"/>
              <a:gd name="connsiteY944" fmla="*/ 431752 h 768467"/>
              <a:gd name="connsiteX945" fmla="*/ 65618 w 3415751"/>
              <a:gd name="connsiteY945" fmla="*/ 431373 h 768467"/>
              <a:gd name="connsiteX946" fmla="*/ 63573 w 3415751"/>
              <a:gd name="connsiteY946" fmla="*/ 414676 h 768467"/>
              <a:gd name="connsiteX947" fmla="*/ 71449 w 3415751"/>
              <a:gd name="connsiteY947" fmla="*/ 413691 h 768467"/>
              <a:gd name="connsiteX948" fmla="*/ 73645 w 3415751"/>
              <a:gd name="connsiteY948" fmla="*/ 431676 h 768467"/>
              <a:gd name="connsiteX949" fmla="*/ 76977 w 3415751"/>
              <a:gd name="connsiteY949" fmla="*/ 431298 h 768467"/>
              <a:gd name="connsiteX950" fmla="*/ 80233 w 3415751"/>
              <a:gd name="connsiteY950" fmla="*/ 430881 h 768467"/>
              <a:gd name="connsiteX951" fmla="*/ 702928 w 3415751"/>
              <a:gd name="connsiteY951" fmla="*/ 399417 h 768467"/>
              <a:gd name="connsiteX952" fmla="*/ 693348 w 3415751"/>
              <a:gd name="connsiteY952" fmla="*/ 403203 h 768467"/>
              <a:gd name="connsiteX953" fmla="*/ 693348 w 3415751"/>
              <a:gd name="connsiteY953" fmla="*/ 425921 h 768467"/>
              <a:gd name="connsiteX954" fmla="*/ 721973 w 3415751"/>
              <a:gd name="connsiteY954" fmla="*/ 428609 h 768467"/>
              <a:gd name="connsiteX955" fmla="*/ 728258 w 3415751"/>
              <a:gd name="connsiteY955" fmla="*/ 417250 h 768467"/>
              <a:gd name="connsiteX956" fmla="*/ 723866 w 3415751"/>
              <a:gd name="connsiteY956" fmla="*/ 406990 h 768467"/>
              <a:gd name="connsiteX957" fmla="*/ 723298 w 3415751"/>
              <a:gd name="connsiteY957" fmla="*/ 406687 h 768467"/>
              <a:gd name="connsiteX958" fmla="*/ 728183 w 3415751"/>
              <a:gd name="connsiteY958" fmla="*/ 406384 h 768467"/>
              <a:gd name="connsiteX959" fmla="*/ 728523 w 3415751"/>
              <a:gd name="connsiteY959" fmla="*/ 401651 h 768467"/>
              <a:gd name="connsiteX960" fmla="*/ 708418 w 3415751"/>
              <a:gd name="connsiteY960" fmla="*/ 399909 h 768467"/>
              <a:gd name="connsiteX961" fmla="*/ 707169 w 3415751"/>
              <a:gd name="connsiteY961" fmla="*/ 414259 h 768467"/>
              <a:gd name="connsiteX962" fmla="*/ 713605 w 3415751"/>
              <a:gd name="connsiteY962" fmla="*/ 414827 h 768467"/>
              <a:gd name="connsiteX963" fmla="*/ 714287 w 3415751"/>
              <a:gd name="connsiteY963" fmla="*/ 406725 h 768467"/>
              <a:gd name="connsiteX964" fmla="*/ 718717 w 3415751"/>
              <a:gd name="connsiteY964" fmla="*/ 408996 h 768467"/>
              <a:gd name="connsiteX965" fmla="*/ 721594 w 3415751"/>
              <a:gd name="connsiteY965" fmla="*/ 415774 h 768467"/>
              <a:gd name="connsiteX966" fmla="*/ 717808 w 3415751"/>
              <a:gd name="connsiteY966" fmla="*/ 422892 h 768467"/>
              <a:gd name="connsiteX967" fmla="*/ 707926 w 3415751"/>
              <a:gd name="connsiteY967" fmla="*/ 424558 h 768467"/>
              <a:gd name="connsiteX968" fmla="*/ 698422 w 3415751"/>
              <a:gd name="connsiteY968" fmla="*/ 421075 h 768467"/>
              <a:gd name="connsiteX969" fmla="*/ 695545 w 3415751"/>
              <a:gd name="connsiteY969" fmla="*/ 413502 h 768467"/>
              <a:gd name="connsiteX970" fmla="*/ 697816 w 3415751"/>
              <a:gd name="connsiteY970" fmla="*/ 408693 h 768467"/>
              <a:gd name="connsiteX971" fmla="*/ 702322 w 3415751"/>
              <a:gd name="connsiteY971" fmla="*/ 406573 h 768467"/>
              <a:gd name="connsiteX972" fmla="*/ 185756 w 3415751"/>
              <a:gd name="connsiteY972" fmla="*/ 387793 h 768467"/>
              <a:gd name="connsiteX973" fmla="*/ 209459 w 3415751"/>
              <a:gd name="connsiteY973" fmla="*/ 390368 h 768467"/>
              <a:gd name="connsiteX974" fmla="*/ 230018 w 3415751"/>
              <a:gd name="connsiteY974" fmla="*/ 390368 h 768467"/>
              <a:gd name="connsiteX975" fmla="*/ 253569 w 3415751"/>
              <a:gd name="connsiteY975" fmla="*/ 390141 h 768467"/>
              <a:gd name="connsiteX976" fmla="*/ 289122 w 3415751"/>
              <a:gd name="connsiteY976" fmla="*/ 391050 h 768467"/>
              <a:gd name="connsiteX977" fmla="*/ 327553 w 3415751"/>
              <a:gd name="connsiteY977" fmla="*/ 399985 h 768467"/>
              <a:gd name="connsiteX978" fmla="*/ 354701 w 3415751"/>
              <a:gd name="connsiteY978" fmla="*/ 401840 h 768467"/>
              <a:gd name="connsiteX979" fmla="*/ 345538 w 3415751"/>
              <a:gd name="connsiteY979" fmla="*/ 440801 h 768467"/>
              <a:gd name="connsiteX980" fmla="*/ 383401 w 3415751"/>
              <a:gd name="connsiteY980" fmla="*/ 445269 h 768467"/>
              <a:gd name="connsiteX981" fmla="*/ 383818 w 3415751"/>
              <a:gd name="connsiteY981" fmla="*/ 445269 h 768467"/>
              <a:gd name="connsiteX982" fmla="*/ 384310 w 3415751"/>
              <a:gd name="connsiteY982" fmla="*/ 445269 h 768467"/>
              <a:gd name="connsiteX983" fmla="*/ 422438 w 3415751"/>
              <a:gd name="connsiteY983" fmla="*/ 440726 h 768467"/>
              <a:gd name="connsiteX984" fmla="*/ 413275 w 3415751"/>
              <a:gd name="connsiteY984" fmla="*/ 401765 h 768467"/>
              <a:gd name="connsiteX985" fmla="*/ 440423 w 3415751"/>
              <a:gd name="connsiteY985" fmla="*/ 399910 h 768467"/>
              <a:gd name="connsiteX986" fmla="*/ 479005 w 3415751"/>
              <a:gd name="connsiteY986" fmla="*/ 391087 h 768467"/>
              <a:gd name="connsiteX987" fmla="*/ 514559 w 3415751"/>
              <a:gd name="connsiteY987" fmla="*/ 390179 h 768467"/>
              <a:gd name="connsiteX988" fmla="*/ 538109 w 3415751"/>
              <a:gd name="connsiteY988" fmla="*/ 390406 h 768467"/>
              <a:gd name="connsiteX989" fmla="*/ 558669 w 3415751"/>
              <a:gd name="connsiteY989" fmla="*/ 390406 h 768467"/>
              <a:gd name="connsiteX990" fmla="*/ 558669 w 3415751"/>
              <a:gd name="connsiteY990" fmla="*/ 390368 h 768467"/>
              <a:gd name="connsiteX991" fmla="*/ 582371 w 3415751"/>
              <a:gd name="connsiteY991" fmla="*/ 387793 h 768467"/>
              <a:gd name="connsiteX992" fmla="*/ 559654 w 3415751"/>
              <a:gd name="connsiteY992" fmla="*/ 410170 h 768467"/>
              <a:gd name="connsiteX993" fmla="*/ 526599 w 3415751"/>
              <a:gd name="connsiteY993" fmla="*/ 425316 h 768467"/>
              <a:gd name="connsiteX994" fmla="*/ 445913 w 3415751"/>
              <a:gd name="connsiteY994" fmla="*/ 443149 h 768467"/>
              <a:gd name="connsiteX995" fmla="*/ 409905 w 3415751"/>
              <a:gd name="connsiteY995" fmla="*/ 447200 h 768467"/>
              <a:gd name="connsiteX996" fmla="*/ 406422 w 3415751"/>
              <a:gd name="connsiteY996" fmla="*/ 447541 h 768467"/>
              <a:gd name="connsiteX997" fmla="*/ 416531 w 3415751"/>
              <a:gd name="connsiteY997" fmla="*/ 488547 h 768467"/>
              <a:gd name="connsiteX998" fmla="*/ 383931 w 3415751"/>
              <a:gd name="connsiteY998" fmla="*/ 494075 h 768467"/>
              <a:gd name="connsiteX999" fmla="*/ 351294 w 3415751"/>
              <a:gd name="connsiteY999" fmla="*/ 488547 h 768467"/>
              <a:gd name="connsiteX1000" fmla="*/ 361441 w 3415751"/>
              <a:gd name="connsiteY1000" fmla="*/ 447541 h 768467"/>
              <a:gd name="connsiteX1001" fmla="*/ 357920 w 3415751"/>
              <a:gd name="connsiteY1001" fmla="*/ 447200 h 768467"/>
              <a:gd name="connsiteX1002" fmla="*/ 321912 w 3415751"/>
              <a:gd name="connsiteY1002" fmla="*/ 443149 h 768467"/>
              <a:gd name="connsiteX1003" fmla="*/ 241528 w 3415751"/>
              <a:gd name="connsiteY1003" fmla="*/ 425316 h 768467"/>
              <a:gd name="connsiteX1004" fmla="*/ 208474 w 3415751"/>
              <a:gd name="connsiteY1004" fmla="*/ 410170 h 768467"/>
              <a:gd name="connsiteX1005" fmla="*/ 185756 w 3415751"/>
              <a:gd name="connsiteY1005" fmla="*/ 387793 h 768467"/>
              <a:gd name="connsiteX1006" fmla="*/ 1601902 w 3415751"/>
              <a:gd name="connsiteY1006" fmla="*/ 387226 h 768467"/>
              <a:gd name="connsiteX1007" fmla="*/ 1612463 w 3415751"/>
              <a:gd name="connsiteY1007" fmla="*/ 389603 h 768467"/>
              <a:gd name="connsiteX1008" fmla="*/ 1623155 w 3415751"/>
              <a:gd name="connsiteY1008" fmla="*/ 395146 h 768467"/>
              <a:gd name="connsiteX1009" fmla="*/ 1633847 w 3415751"/>
              <a:gd name="connsiteY1009" fmla="*/ 396071 h 768467"/>
              <a:gd name="connsiteX1010" fmla="*/ 1644407 w 3415751"/>
              <a:gd name="connsiteY1010" fmla="*/ 399371 h 768467"/>
              <a:gd name="connsiteX1011" fmla="*/ 1653515 w 3415751"/>
              <a:gd name="connsiteY1011" fmla="*/ 397920 h 768467"/>
              <a:gd name="connsiteX1012" fmla="*/ 1675164 w 3415751"/>
              <a:gd name="connsiteY1012" fmla="*/ 417060 h 768467"/>
              <a:gd name="connsiteX1013" fmla="*/ 1673976 w 3415751"/>
              <a:gd name="connsiteY1013" fmla="*/ 417323 h 768467"/>
              <a:gd name="connsiteX1014" fmla="*/ 1679653 w 3415751"/>
              <a:gd name="connsiteY1014" fmla="*/ 425639 h 768467"/>
              <a:gd name="connsiteX1015" fmla="*/ 1679653 w 3415751"/>
              <a:gd name="connsiteY1015" fmla="*/ 436463 h 768467"/>
              <a:gd name="connsiteX1016" fmla="*/ 1671996 w 3415751"/>
              <a:gd name="connsiteY1016" fmla="*/ 446496 h 768467"/>
              <a:gd name="connsiteX1017" fmla="*/ 1666056 w 3415751"/>
              <a:gd name="connsiteY1017" fmla="*/ 458641 h 768467"/>
              <a:gd name="connsiteX1018" fmla="*/ 1659060 w 3415751"/>
              <a:gd name="connsiteY1018" fmla="*/ 466824 h 768467"/>
              <a:gd name="connsiteX1019" fmla="*/ 1646916 w 3415751"/>
              <a:gd name="connsiteY1019" fmla="*/ 471708 h 768467"/>
              <a:gd name="connsiteX1020" fmla="*/ 1636619 w 3415751"/>
              <a:gd name="connsiteY1020" fmla="*/ 471708 h 768467"/>
              <a:gd name="connsiteX1021" fmla="*/ 1625795 w 3415751"/>
              <a:gd name="connsiteY1021" fmla="*/ 476856 h 768467"/>
              <a:gd name="connsiteX1022" fmla="*/ 1617347 w 3415751"/>
              <a:gd name="connsiteY1022" fmla="*/ 467880 h 768467"/>
              <a:gd name="connsiteX1023" fmla="*/ 1617347 w 3415751"/>
              <a:gd name="connsiteY1023" fmla="*/ 456001 h 768467"/>
              <a:gd name="connsiteX1024" fmla="*/ 1608634 w 3415751"/>
              <a:gd name="connsiteY1024" fmla="*/ 440027 h 768467"/>
              <a:gd name="connsiteX1025" fmla="*/ 1601639 w 3415751"/>
              <a:gd name="connsiteY1025" fmla="*/ 426167 h 768467"/>
              <a:gd name="connsiteX1026" fmla="*/ 1597546 w 3415751"/>
              <a:gd name="connsiteY1026" fmla="*/ 410723 h 768467"/>
              <a:gd name="connsiteX1027" fmla="*/ 1598339 w 3415751"/>
              <a:gd name="connsiteY1027" fmla="*/ 401219 h 768467"/>
              <a:gd name="connsiteX1028" fmla="*/ 1601902 w 3415751"/>
              <a:gd name="connsiteY1028" fmla="*/ 387226 h 768467"/>
              <a:gd name="connsiteX1029" fmla="*/ 61869 w 3415751"/>
              <a:gd name="connsiteY1029" fmla="*/ 373935 h 768467"/>
              <a:gd name="connsiteX1030" fmla="*/ 70085 w 3415751"/>
              <a:gd name="connsiteY1030" fmla="*/ 373935 h 768467"/>
              <a:gd name="connsiteX1031" fmla="*/ 70085 w 3415751"/>
              <a:gd name="connsiteY1031" fmla="*/ 381887 h 768467"/>
              <a:gd name="connsiteX1032" fmla="*/ 69063 w 3415751"/>
              <a:gd name="connsiteY1032" fmla="*/ 386089 h 768467"/>
              <a:gd name="connsiteX1033" fmla="*/ 66185 w 3415751"/>
              <a:gd name="connsiteY1033" fmla="*/ 387452 h 768467"/>
              <a:gd name="connsiteX1034" fmla="*/ 62891 w 3415751"/>
              <a:gd name="connsiteY1034" fmla="*/ 386203 h 768467"/>
              <a:gd name="connsiteX1035" fmla="*/ 61869 w 3415751"/>
              <a:gd name="connsiteY1035" fmla="*/ 382152 h 768467"/>
              <a:gd name="connsiteX1036" fmla="*/ 45625 w 3415751"/>
              <a:gd name="connsiteY1036" fmla="*/ 373443 h 768467"/>
              <a:gd name="connsiteX1037" fmla="*/ 55583 w 3415751"/>
              <a:gd name="connsiteY1037" fmla="*/ 373633 h 768467"/>
              <a:gd name="connsiteX1038" fmla="*/ 55583 w 3415751"/>
              <a:gd name="connsiteY1038" fmla="*/ 382190 h 768467"/>
              <a:gd name="connsiteX1039" fmla="*/ 54372 w 3415751"/>
              <a:gd name="connsiteY1039" fmla="*/ 386506 h 768467"/>
              <a:gd name="connsiteX1040" fmla="*/ 50850 w 3415751"/>
              <a:gd name="connsiteY1040" fmla="*/ 387869 h 768467"/>
              <a:gd name="connsiteX1041" fmla="*/ 46875 w 3415751"/>
              <a:gd name="connsiteY1041" fmla="*/ 386393 h 768467"/>
              <a:gd name="connsiteX1042" fmla="*/ 45625 w 3415751"/>
              <a:gd name="connsiteY1042" fmla="*/ 382152 h 768467"/>
              <a:gd name="connsiteX1043" fmla="*/ 39379 w 3415751"/>
              <a:gd name="connsiteY1043" fmla="*/ 366438 h 768467"/>
              <a:gd name="connsiteX1044" fmla="*/ 39379 w 3415751"/>
              <a:gd name="connsiteY1044" fmla="*/ 369884 h 768467"/>
              <a:gd name="connsiteX1045" fmla="*/ 39341 w 3415751"/>
              <a:gd name="connsiteY1045" fmla="*/ 382038 h 768467"/>
              <a:gd name="connsiteX1046" fmla="*/ 42143 w 3415751"/>
              <a:gd name="connsiteY1046" fmla="*/ 391655 h 768467"/>
              <a:gd name="connsiteX1047" fmla="*/ 50813 w 3415751"/>
              <a:gd name="connsiteY1047" fmla="*/ 395063 h 768467"/>
              <a:gd name="connsiteX1048" fmla="*/ 58045 w 3415751"/>
              <a:gd name="connsiteY1048" fmla="*/ 391882 h 768467"/>
              <a:gd name="connsiteX1049" fmla="*/ 59295 w 3415751"/>
              <a:gd name="connsiteY1049" fmla="*/ 389762 h 768467"/>
              <a:gd name="connsiteX1050" fmla="*/ 66867 w 3415751"/>
              <a:gd name="connsiteY1050" fmla="*/ 394192 h 768467"/>
              <a:gd name="connsiteX1051" fmla="*/ 73872 w 3415751"/>
              <a:gd name="connsiteY1051" fmla="*/ 391504 h 768467"/>
              <a:gd name="connsiteX1052" fmla="*/ 76484 w 3415751"/>
              <a:gd name="connsiteY1052" fmla="*/ 383742 h 768467"/>
              <a:gd name="connsiteX1053" fmla="*/ 76750 w 3415751"/>
              <a:gd name="connsiteY1053" fmla="*/ 370528 h 768467"/>
              <a:gd name="connsiteX1054" fmla="*/ 76750 w 3415751"/>
              <a:gd name="connsiteY1054" fmla="*/ 367120 h 768467"/>
              <a:gd name="connsiteX1055" fmla="*/ 691720 w 3415751"/>
              <a:gd name="connsiteY1055" fmla="*/ 359775 h 768467"/>
              <a:gd name="connsiteX1056" fmla="*/ 691720 w 3415751"/>
              <a:gd name="connsiteY1056" fmla="*/ 363864 h 768467"/>
              <a:gd name="connsiteX1057" fmla="*/ 691720 w 3415751"/>
              <a:gd name="connsiteY1057" fmla="*/ 367915 h 768467"/>
              <a:gd name="connsiteX1058" fmla="*/ 708115 w 3415751"/>
              <a:gd name="connsiteY1058" fmla="*/ 374049 h 768467"/>
              <a:gd name="connsiteX1059" fmla="*/ 692175 w 3415751"/>
              <a:gd name="connsiteY1059" fmla="*/ 381621 h 768467"/>
              <a:gd name="connsiteX1060" fmla="*/ 692175 w 3415751"/>
              <a:gd name="connsiteY1060" fmla="*/ 385900 h 768467"/>
              <a:gd name="connsiteX1061" fmla="*/ 692175 w 3415751"/>
              <a:gd name="connsiteY1061" fmla="*/ 390178 h 768467"/>
              <a:gd name="connsiteX1062" fmla="*/ 714893 w 3415751"/>
              <a:gd name="connsiteY1062" fmla="*/ 377343 h 768467"/>
              <a:gd name="connsiteX1063" fmla="*/ 728940 w 3415751"/>
              <a:gd name="connsiteY1063" fmla="*/ 376851 h 768467"/>
              <a:gd name="connsiteX1064" fmla="*/ 728940 w 3415751"/>
              <a:gd name="connsiteY1064" fmla="*/ 373254 h 768467"/>
              <a:gd name="connsiteX1065" fmla="*/ 728940 w 3415751"/>
              <a:gd name="connsiteY1065" fmla="*/ 369695 h 768467"/>
              <a:gd name="connsiteX1066" fmla="*/ 714741 w 3415751"/>
              <a:gd name="connsiteY1066" fmla="*/ 370187 h 768467"/>
              <a:gd name="connsiteX1067" fmla="*/ 559540 w 3415751"/>
              <a:gd name="connsiteY1067" fmla="*/ 328765 h 768467"/>
              <a:gd name="connsiteX1068" fmla="*/ 537163 w 3415751"/>
              <a:gd name="connsiteY1068" fmla="*/ 353338 h 768467"/>
              <a:gd name="connsiteX1069" fmla="*/ 504185 w 3415751"/>
              <a:gd name="connsiteY1069" fmla="*/ 374693 h 768467"/>
              <a:gd name="connsiteX1070" fmla="*/ 439174 w 3415751"/>
              <a:gd name="connsiteY1070" fmla="*/ 393814 h 768467"/>
              <a:gd name="connsiteX1071" fmla="*/ 411117 w 3415751"/>
              <a:gd name="connsiteY1071" fmla="*/ 395593 h 768467"/>
              <a:gd name="connsiteX1072" fmla="*/ 405324 w 3415751"/>
              <a:gd name="connsiteY1072" fmla="*/ 395593 h 768467"/>
              <a:gd name="connsiteX1073" fmla="*/ 414714 w 3415751"/>
              <a:gd name="connsiteY1073" fmla="*/ 435463 h 768467"/>
              <a:gd name="connsiteX1074" fmla="*/ 384424 w 3415751"/>
              <a:gd name="connsiteY1074" fmla="*/ 439249 h 768467"/>
              <a:gd name="connsiteX1075" fmla="*/ 384045 w 3415751"/>
              <a:gd name="connsiteY1075" fmla="*/ 439249 h 768467"/>
              <a:gd name="connsiteX1076" fmla="*/ 383629 w 3415751"/>
              <a:gd name="connsiteY1076" fmla="*/ 439249 h 768467"/>
              <a:gd name="connsiteX1077" fmla="*/ 353338 w 3415751"/>
              <a:gd name="connsiteY1077" fmla="*/ 435463 h 768467"/>
              <a:gd name="connsiteX1078" fmla="*/ 362766 w 3415751"/>
              <a:gd name="connsiteY1078" fmla="*/ 395669 h 768467"/>
              <a:gd name="connsiteX1079" fmla="*/ 356973 w 3415751"/>
              <a:gd name="connsiteY1079" fmla="*/ 395669 h 768467"/>
              <a:gd name="connsiteX1080" fmla="*/ 328917 w 3415751"/>
              <a:gd name="connsiteY1080" fmla="*/ 393890 h 768467"/>
              <a:gd name="connsiteX1081" fmla="*/ 263906 w 3415751"/>
              <a:gd name="connsiteY1081" fmla="*/ 374769 h 768467"/>
              <a:gd name="connsiteX1082" fmla="*/ 230852 w 3415751"/>
              <a:gd name="connsiteY1082" fmla="*/ 353376 h 768467"/>
              <a:gd name="connsiteX1083" fmla="*/ 208550 w 3415751"/>
              <a:gd name="connsiteY1083" fmla="*/ 328841 h 768467"/>
              <a:gd name="connsiteX1084" fmla="*/ 231950 w 3415751"/>
              <a:gd name="connsiteY1084" fmla="*/ 331491 h 768467"/>
              <a:gd name="connsiteX1085" fmla="*/ 241037 w 3415751"/>
              <a:gd name="connsiteY1085" fmla="*/ 331908 h 768467"/>
              <a:gd name="connsiteX1086" fmla="*/ 283746 w 3415751"/>
              <a:gd name="connsiteY1086" fmla="*/ 334142 h 768467"/>
              <a:gd name="connsiteX1087" fmla="*/ 288517 w 3415751"/>
              <a:gd name="connsiteY1087" fmla="*/ 336679 h 768467"/>
              <a:gd name="connsiteX1088" fmla="*/ 336754 w 3415751"/>
              <a:gd name="connsiteY1088" fmla="*/ 352089 h 768467"/>
              <a:gd name="connsiteX1089" fmla="*/ 345387 w 3415751"/>
              <a:gd name="connsiteY1089" fmla="*/ 352657 h 768467"/>
              <a:gd name="connsiteX1090" fmla="*/ 355989 w 3415751"/>
              <a:gd name="connsiteY1090" fmla="*/ 352089 h 768467"/>
              <a:gd name="connsiteX1091" fmla="*/ 347659 w 3415751"/>
              <a:gd name="connsiteY1091" fmla="*/ 386734 h 768467"/>
              <a:gd name="connsiteX1092" fmla="*/ 384235 w 3415751"/>
              <a:gd name="connsiteY1092" fmla="*/ 389043 h 768467"/>
              <a:gd name="connsiteX1093" fmla="*/ 420772 w 3415751"/>
              <a:gd name="connsiteY1093" fmla="*/ 386734 h 768467"/>
              <a:gd name="connsiteX1094" fmla="*/ 412480 w 3415751"/>
              <a:gd name="connsiteY1094" fmla="*/ 352089 h 768467"/>
              <a:gd name="connsiteX1095" fmla="*/ 423044 w 3415751"/>
              <a:gd name="connsiteY1095" fmla="*/ 352657 h 768467"/>
              <a:gd name="connsiteX1096" fmla="*/ 431677 w 3415751"/>
              <a:gd name="connsiteY1096" fmla="*/ 352089 h 768467"/>
              <a:gd name="connsiteX1097" fmla="*/ 479952 w 3415751"/>
              <a:gd name="connsiteY1097" fmla="*/ 336679 h 768467"/>
              <a:gd name="connsiteX1098" fmla="*/ 484723 w 3415751"/>
              <a:gd name="connsiteY1098" fmla="*/ 334142 h 768467"/>
              <a:gd name="connsiteX1099" fmla="*/ 527432 w 3415751"/>
              <a:gd name="connsiteY1099" fmla="*/ 331908 h 768467"/>
              <a:gd name="connsiteX1100" fmla="*/ 536482 w 3415751"/>
              <a:gd name="connsiteY1100" fmla="*/ 331491 h 768467"/>
              <a:gd name="connsiteX1101" fmla="*/ 536103 w 3415751"/>
              <a:gd name="connsiteY1101" fmla="*/ 331416 h 768467"/>
              <a:gd name="connsiteX1102" fmla="*/ 559540 w 3415751"/>
              <a:gd name="connsiteY1102" fmla="*/ 328765 h 768467"/>
              <a:gd name="connsiteX1103" fmla="*/ 1564018 w 3415751"/>
              <a:gd name="connsiteY1103" fmla="*/ 310667 h 768467"/>
              <a:gd name="connsiteX1104" fmla="*/ 1554249 w 3415751"/>
              <a:gd name="connsiteY1104" fmla="*/ 311986 h 768467"/>
              <a:gd name="connsiteX1105" fmla="*/ 1544218 w 3415751"/>
              <a:gd name="connsiteY1105" fmla="*/ 315286 h 768467"/>
              <a:gd name="connsiteX1106" fmla="*/ 1536693 w 3415751"/>
              <a:gd name="connsiteY1106" fmla="*/ 320038 h 768467"/>
              <a:gd name="connsiteX1107" fmla="*/ 1517157 w 3415751"/>
              <a:gd name="connsiteY1107" fmla="*/ 328486 h 768467"/>
              <a:gd name="connsiteX1108" fmla="*/ 1511217 w 3415751"/>
              <a:gd name="connsiteY1108" fmla="*/ 338518 h 768467"/>
              <a:gd name="connsiteX1109" fmla="*/ 1519665 w 3415751"/>
              <a:gd name="connsiteY1109" fmla="*/ 346967 h 768467"/>
              <a:gd name="connsiteX1110" fmla="*/ 1534581 w 3415751"/>
              <a:gd name="connsiteY1110" fmla="*/ 342348 h 768467"/>
              <a:gd name="connsiteX1111" fmla="*/ 1548574 w 3415751"/>
              <a:gd name="connsiteY1111" fmla="*/ 331523 h 768467"/>
              <a:gd name="connsiteX1112" fmla="*/ 1560190 w 3415751"/>
              <a:gd name="connsiteY1112" fmla="*/ 321227 h 768467"/>
              <a:gd name="connsiteX1113" fmla="*/ 1564018 w 3415751"/>
              <a:gd name="connsiteY1113" fmla="*/ 310667 h 768467"/>
              <a:gd name="connsiteX1114" fmla="*/ 2027741 w 3415751"/>
              <a:gd name="connsiteY1114" fmla="*/ 289415 h 768467"/>
              <a:gd name="connsiteX1115" fmla="*/ 2012296 w 3415751"/>
              <a:gd name="connsiteY1115" fmla="*/ 292055 h 768467"/>
              <a:gd name="connsiteX1116" fmla="*/ 2008600 w 3415751"/>
              <a:gd name="connsiteY1116" fmla="*/ 300238 h 768467"/>
              <a:gd name="connsiteX1117" fmla="*/ 2009789 w 3415751"/>
              <a:gd name="connsiteY1117" fmla="*/ 307895 h 768467"/>
              <a:gd name="connsiteX1118" fmla="*/ 2022989 w 3415751"/>
              <a:gd name="connsiteY1118" fmla="*/ 309346 h 768467"/>
              <a:gd name="connsiteX1119" fmla="*/ 2023121 w 3415751"/>
              <a:gd name="connsiteY1119" fmla="*/ 309346 h 768467"/>
              <a:gd name="connsiteX1120" fmla="*/ 2031965 w 3415751"/>
              <a:gd name="connsiteY1120" fmla="*/ 294034 h 768467"/>
              <a:gd name="connsiteX1121" fmla="*/ 2031996 w 3415751"/>
              <a:gd name="connsiteY1121" fmla="*/ 293337 h 768467"/>
              <a:gd name="connsiteX1122" fmla="*/ 2027741 w 3415751"/>
              <a:gd name="connsiteY1122" fmla="*/ 289415 h 768467"/>
              <a:gd name="connsiteX1123" fmla="*/ 2073941 w 3415751"/>
              <a:gd name="connsiteY1123" fmla="*/ 275685 h 768467"/>
              <a:gd name="connsiteX1124" fmla="*/ 2061930 w 3415751"/>
              <a:gd name="connsiteY1124" fmla="*/ 279646 h 768467"/>
              <a:gd name="connsiteX1125" fmla="*/ 2060476 w 3415751"/>
              <a:gd name="connsiteY1125" fmla="*/ 291659 h 768467"/>
              <a:gd name="connsiteX1126" fmla="*/ 2067869 w 3415751"/>
              <a:gd name="connsiteY1126" fmla="*/ 298390 h 768467"/>
              <a:gd name="connsiteX1127" fmla="*/ 2081069 w 3415751"/>
              <a:gd name="connsiteY1127" fmla="*/ 288491 h 768467"/>
              <a:gd name="connsiteX1128" fmla="*/ 2081598 w 3415751"/>
              <a:gd name="connsiteY1128" fmla="*/ 288491 h 768467"/>
              <a:gd name="connsiteX1129" fmla="*/ 2081598 w 3415751"/>
              <a:gd name="connsiteY1129" fmla="*/ 278458 h 768467"/>
              <a:gd name="connsiteX1130" fmla="*/ 2073941 w 3415751"/>
              <a:gd name="connsiteY1130" fmla="*/ 275685 h 768467"/>
              <a:gd name="connsiteX1131" fmla="*/ 1591211 w 3415751"/>
              <a:gd name="connsiteY1131" fmla="*/ 260505 h 768467"/>
              <a:gd name="connsiteX1132" fmla="*/ 1602562 w 3415751"/>
              <a:gd name="connsiteY1132" fmla="*/ 264862 h 768467"/>
              <a:gd name="connsiteX1133" fmla="*/ 1615763 w 3415751"/>
              <a:gd name="connsiteY1133" fmla="*/ 264862 h 768467"/>
              <a:gd name="connsiteX1134" fmla="*/ 1634375 w 3415751"/>
              <a:gd name="connsiteY1134" fmla="*/ 277006 h 768467"/>
              <a:gd name="connsiteX1135" fmla="*/ 1639523 w 3415751"/>
              <a:gd name="connsiteY1135" fmla="*/ 292450 h 768467"/>
              <a:gd name="connsiteX1136" fmla="*/ 1639523 w 3415751"/>
              <a:gd name="connsiteY1136" fmla="*/ 304463 h 768467"/>
              <a:gd name="connsiteX1137" fmla="*/ 1623814 w 3415751"/>
              <a:gd name="connsiteY1137" fmla="*/ 320435 h 768467"/>
              <a:gd name="connsiteX1138" fmla="*/ 1623286 w 3415751"/>
              <a:gd name="connsiteY1138" fmla="*/ 320435 h 768467"/>
              <a:gd name="connsiteX1139" fmla="*/ 1615763 w 3415751"/>
              <a:gd name="connsiteY1139" fmla="*/ 333635 h 768467"/>
              <a:gd name="connsiteX1140" fmla="*/ 1591078 w 3415751"/>
              <a:gd name="connsiteY1140" fmla="*/ 376668 h 768467"/>
              <a:gd name="connsiteX1141" fmla="*/ 1580253 w 3415751"/>
              <a:gd name="connsiteY1141" fmla="*/ 390528 h 768467"/>
              <a:gd name="connsiteX1142" fmla="*/ 1572201 w 3415751"/>
              <a:gd name="connsiteY1142" fmla="*/ 391584 h 768467"/>
              <a:gd name="connsiteX1143" fmla="*/ 1564546 w 3415751"/>
              <a:gd name="connsiteY1143" fmla="*/ 400164 h 768467"/>
              <a:gd name="connsiteX1144" fmla="*/ 1567054 w 3415751"/>
              <a:gd name="connsiteY1144" fmla="*/ 415872 h 768467"/>
              <a:gd name="connsiteX1145" fmla="*/ 1567054 w 3415751"/>
              <a:gd name="connsiteY1145" fmla="*/ 485701 h 768467"/>
              <a:gd name="connsiteX1146" fmla="*/ 1553854 w 3415751"/>
              <a:gd name="connsiteY1146" fmla="*/ 505502 h 768467"/>
              <a:gd name="connsiteX1147" fmla="*/ 1539729 w 3415751"/>
              <a:gd name="connsiteY1147" fmla="*/ 519625 h 768467"/>
              <a:gd name="connsiteX1148" fmla="*/ 1526529 w 3415751"/>
              <a:gd name="connsiteY1148" fmla="*/ 526358 h 768467"/>
              <a:gd name="connsiteX1149" fmla="*/ 1520589 w 3415751"/>
              <a:gd name="connsiteY1149" fmla="*/ 522265 h 768467"/>
              <a:gd name="connsiteX1150" fmla="*/ 1511348 w 3415751"/>
              <a:gd name="connsiteY1150" fmla="*/ 518174 h 768467"/>
              <a:gd name="connsiteX1151" fmla="*/ 1504088 w 3415751"/>
              <a:gd name="connsiteY1151" fmla="*/ 512498 h 768467"/>
              <a:gd name="connsiteX1152" fmla="*/ 1491944 w 3415751"/>
              <a:gd name="connsiteY1152" fmla="*/ 506558 h 768467"/>
              <a:gd name="connsiteX1153" fmla="*/ 1485344 w 3415751"/>
              <a:gd name="connsiteY1153" fmla="*/ 494149 h 768467"/>
              <a:gd name="connsiteX1154" fmla="*/ 1466732 w 3415751"/>
              <a:gd name="connsiteY1154" fmla="*/ 475141 h 768467"/>
              <a:gd name="connsiteX1155" fmla="*/ 1478612 w 3415751"/>
              <a:gd name="connsiteY1155" fmla="*/ 470257 h 768467"/>
              <a:gd name="connsiteX1156" fmla="*/ 1496168 w 3415751"/>
              <a:gd name="connsiteY1156" fmla="*/ 476329 h 768467"/>
              <a:gd name="connsiteX1157" fmla="*/ 1510292 w 3415751"/>
              <a:gd name="connsiteY1157" fmla="*/ 459829 h 768467"/>
              <a:gd name="connsiteX1158" fmla="*/ 1510292 w 3415751"/>
              <a:gd name="connsiteY1158" fmla="*/ 448344 h 768467"/>
              <a:gd name="connsiteX1159" fmla="*/ 1510292 w 3415751"/>
              <a:gd name="connsiteY1159" fmla="*/ 432637 h 768467"/>
              <a:gd name="connsiteX1160" fmla="*/ 1512801 w 3415751"/>
              <a:gd name="connsiteY1160" fmla="*/ 411648 h 768467"/>
              <a:gd name="connsiteX1161" fmla="*/ 1508973 w 3415751"/>
              <a:gd name="connsiteY1161" fmla="*/ 404519 h 768467"/>
              <a:gd name="connsiteX1162" fmla="*/ 1497620 w 3415751"/>
              <a:gd name="connsiteY1162" fmla="*/ 401351 h 768467"/>
              <a:gd name="connsiteX1163" fmla="*/ 1488644 w 3415751"/>
              <a:gd name="connsiteY1163" fmla="*/ 402935 h 768467"/>
              <a:gd name="connsiteX1164" fmla="*/ 1474256 w 3415751"/>
              <a:gd name="connsiteY1164" fmla="*/ 401616 h 768467"/>
              <a:gd name="connsiteX1165" fmla="*/ 1469108 w 3415751"/>
              <a:gd name="connsiteY1165" fmla="*/ 396996 h 768467"/>
              <a:gd name="connsiteX1166" fmla="*/ 1466203 w 3415751"/>
              <a:gd name="connsiteY1166" fmla="*/ 386436 h 768467"/>
              <a:gd name="connsiteX1167" fmla="*/ 1463696 w 3415751"/>
              <a:gd name="connsiteY1167" fmla="*/ 380759 h 768467"/>
              <a:gd name="connsiteX1168" fmla="*/ 1462375 w 3415751"/>
              <a:gd name="connsiteY1168" fmla="*/ 369671 h 768467"/>
              <a:gd name="connsiteX1169" fmla="*/ 1458811 w 3415751"/>
              <a:gd name="connsiteY1169" fmla="*/ 353436 h 768467"/>
              <a:gd name="connsiteX1170" fmla="*/ 1455379 w 3415751"/>
              <a:gd name="connsiteY1170" fmla="*/ 332579 h 768467"/>
              <a:gd name="connsiteX1171" fmla="*/ 1454323 w 3415751"/>
              <a:gd name="connsiteY1171" fmla="*/ 311458 h 768467"/>
              <a:gd name="connsiteX1172" fmla="*/ 1467524 w 3415751"/>
              <a:gd name="connsiteY1172" fmla="*/ 287566 h 768467"/>
              <a:gd name="connsiteX1173" fmla="*/ 1479668 w 3415751"/>
              <a:gd name="connsiteY1173" fmla="*/ 282155 h 768467"/>
              <a:gd name="connsiteX1174" fmla="*/ 1490491 w 3415751"/>
              <a:gd name="connsiteY1174" fmla="*/ 287830 h 768467"/>
              <a:gd name="connsiteX1175" fmla="*/ 1495640 w 3415751"/>
              <a:gd name="connsiteY1175" fmla="*/ 294694 h 768467"/>
              <a:gd name="connsiteX1176" fmla="*/ 1518081 w 3415751"/>
              <a:gd name="connsiteY1176" fmla="*/ 288094 h 768467"/>
              <a:gd name="connsiteX1177" fmla="*/ 1534713 w 3415751"/>
              <a:gd name="connsiteY1177" fmla="*/ 283606 h 768467"/>
              <a:gd name="connsiteX1178" fmla="*/ 1546857 w 3415751"/>
              <a:gd name="connsiteY1178" fmla="*/ 279250 h 768467"/>
              <a:gd name="connsiteX1179" fmla="*/ 1556361 w 3415751"/>
              <a:gd name="connsiteY1179" fmla="*/ 276478 h 768467"/>
              <a:gd name="connsiteX1180" fmla="*/ 1569561 w 3415751"/>
              <a:gd name="connsiteY1180" fmla="*/ 271330 h 768467"/>
              <a:gd name="connsiteX1181" fmla="*/ 1577086 w 3415751"/>
              <a:gd name="connsiteY1181" fmla="*/ 266446 h 768467"/>
              <a:gd name="connsiteX1182" fmla="*/ 1583686 w 3415751"/>
              <a:gd name="connsiteY1182" fmla="*/ 263013 h 768467"/>
              <a:gd name="connsiteX1183" fmla="*/ 1591211 w 3415751"/>
              <a:gd name="connsiteY1183" fmla="*/ 260505 h 768467"/>
              <a:gd name="connsiteX1184" fmla="*/ 2023781 w 3415751"/>
              <a:gd name="connsiteY1184" fmla="*/ 238858 h 768467"/>
              <a:gd name="connsiteX1185" fmla="*/ 2010580 w 3415751"/>
              <a:gd name="connsiteY1185" fmla="*/ 247966 h 768467"/>
              <a:gd name="connsiteX1186" fmla="*/ 2012033 w 3415751"/>
              <a:gd name="connsiteY1186" fmla="*/ 261166 h 768467"/>
              <a:gd name="connsiteX1187" fmla="*/ 2017708 w 3415751"/>
              <a:gd name="connsiteY1187" fmla="*/ 264599 h 768467"/>
              <a:gd name="connsiteX1188" fmla="*/ 2032757 w 3415751"/>
              <a:gd name="connsiteY1188" fmla="*/ 250342 h 768467"/>
              <a:gd name="connsiteX1189" fmla="*/ 2033416 w 3415751"/>
              <a:gd name="connsiteY1189" fmla="*/ 249946 h 768467"/>
              <a:gd name="connsiteX1190" fmla="*/ 2023781 w 3415751"/>
              <a:gd name="connsiteY1190" fmla="*/ 238858 h 768467"/>
              <a:gd name="connsiteX1191" fmla="*/ 2095062 w 3415751"/>
              <a:gd name="connsiteY1191" fmla="*/ 219453 h 768467"/>
              <a:gd name="connsiteX1192" fmla="*/ 2064834 w 3415751"/>
              <a:gd name="connsiteY1192" fmla="*/ 231333 h 768467"/>
              <a:gd name="connsiteX1193" fmla="*/ 2069189 w 3415751"/>
              <a:gd name="connsiteY1193" fmla="*/ 245589 h 768467"/>
              <a:gd name="connsiteX1194" fmla="*/ 2085426 w 3415751"/>
              <a:gd name="connsiteY1194" fmla="*/ 246513 h 768467"/>
              <a:gd name="connsiteX1195" fmla="*/ 2096249 w 3415751"/>
              <a:gd name="connsiteY1195" fmla="*/ 231069 h 768467"/>
              <a:gd name="connsiteX1196" fmla="*/ 2095062 w 3415751"/>
              <a:gd name="connsiteY1196" fmla="*/ 219453 h 768467"/>
              <a:gd name="connsiteX1197" fmla="*/ 2526445 w 3415751"/>
              <a:gd name="connsiteY1197" fmla="*/ 216416 h 768467"/>
              <a:gd name="connsiteX1198" fmla="*/ 2535290 w 3415751"/>
              <a:gd name="connsiteY1198" fmla="*/ 221565 h 768467"/>
              <a:gd name="connsiteX1199" fmla="*/ 2548490 w 3415751"/>
              <a:gd name="connsiteY1199" fmla="*/ 233841 h 768467"/>
              <a:gd name="connsiteX1200" fmla="*/ 2552449 w 3415751"/>
              <a:gd name="connsiteY1200" fmla="*/ 245985 h 768467"/>
              <a:gd name="connsiteX1201" fmla="*/ 2557598 w 3415751"/>
              <a:gd name="connsiteY1201" fmla="*/ 254037 h 768467"/>
              <a:gd name="connsiteX1202" fmla="*/ 2537137 w 3415751"/>
              <a:gd name="connsiteY1202" fmla="*/ 273045 h 768467"/>
              <a:gd name="connsiteX1203" fmla="*/ 2521034 w 3415751"/>
              <a:gd name="connsiteY1203" fmla="*/ 286245 h 768467"/>
              <a:gd name="connsiteX1204" fmla="*/ 2508625 w 3415751"/>
              <a:gd name="connsiteY1204" fmla="*/ 294562 h 768467"/>
              <a:gd name="connsiteX1205" fmla="*/ 2483941 w 3415751"/>
              <a:gd name="connsiteY1205" fmla="*/ 311854 h 768467"/>
              <a:gd name="connsiteX1206" fmla="*/ 2489881 w 3415751"/>
              <a:gd name="connsiteY1206" fmla="*/ 332447 h 768467"/>
              <a:gd name="connsiteX1207" fmla="*/ 2485789 w 3415751"/>
              <a:gd name="connsiteY1207" fmla="*/ 341951 h 768467"/>
              <a:gd name="connsiteX1208" fmla="*/ 2482489 w 3415751"/>
              <a:gd name="connsiteY1208" fmla="*/ 350662 h 768467"/>
              <a:gd name="connsiteX1209" fmla="*/ 2479980 w 3415751"/>
              <a:gd name="connsiteY1209" fmla="*/ 359903 h 768467"/>
              <a:gd name="connsiteX1210" fmla="*/ 2478265 w 3415751"/>
              <a:gd name="connsiteY1210" fmla="*/ 369671 h 768467"/>
              <a:gd name="connsiteX1211" fmla="*/ 2479584 w 3415751"/>
              <a:gd name="connsiteY1211" fmla="*/ 395015 h 768467"/>
              <a:gd name="connsiteX1212" fmla="*/ 2525258 w 3415751"/>
              <a:gd name="connsiteY1212" fmla="*/ 393959 h 768467"/>
              <a:gd name="connsiteX1213" fmla="*/ 2537139 w 3415751"/>
              <a:gd name="connsiteY1213" fmla="*/ 389340 h 768467"/>
              <a:gd name="connsiteX1214" fmla="*/ 2548490 w 3415751"/>
              <a:gd name="connsiteY1214" fmla="*/ 388151 h 768467"/>
              <a:gd name="connsiteX1215" fmla="*/ 2560899 w 3415751"/>
              <a:gd name="connsiteY1215" fmla="*/ 391452 h 768467"/>
              <a:gd name="connsiteX1216" fmla="*/ 2573042 w 3415751"/>
              <a:gd name="connsiteY1216" fmla="*/ 398183 h 768467"/>
              <a:gd name="connsiteX1217" fmla="*/ 2588882 w 3415751"/>
              <a:gd name="connsiteY1217" fmla="*/ 411383 h 768467"/>
              <a:gd name="connsiteX1218" fmla="*/ 2590334 w 3415751"/>
              <a:gd name="connsiteY1218" fmla="*/ 422208 h 768467"/>
              <a:gd name="connsiteX1219" fmla="*/ 2588089 w 3415751"/>
              <a:gd name="connsiteY1219" fmla="*/ 422471 h 768467"/>
              <a:gd name="connsiteX1220" fmla="*/ 2589673 w 3415751"/>
              <a:gd name="connsiteY1220" fmla="*/ 426432 h 768467"/>
              <a:gd name="connsiteX1221" fmla="*/ 2590731 w 3415751"/>
              <a:gd name="connsiteY1221" fmla="*/ 432240 h 768467"/>
              <a:gd name="connsiteX1222" fmla="*/ 2586770 w 3415751"/>
              <a:gd name="connsiteY1222" fmla="*/ 441613 h 768467"/>
              <a:gd name="connsiteX1223" fmla="*/ 2578850 w 3415751"/>
              <a:gd name="connsiteY1223" fmla="*/ 449664 h 768467"/>
              <a:gd name="connsiteX1224" fmla="*/ 2563406 w 3415751"/>
              <a:gd name="connsiteY1224" fmla="*/ 450589 h 768467"/>
              <a:gd name="connsiteX1225" fmla="*/ 2546641 w 3415751"/>
              <a:gd name="connsiteY1225" fmla="*/ 447684 h 768467"/>
              <a:gd name="connsiteX1226" fmla="*/ 2529482 w 3415751"/>
              <a:gd name="connsiteY1226" fmla="*/ 449136 h 768467"/>
              <a:gd name="connsiteX1227" fmla="*/ 2501101 w 3415751"/>
              <a:gd name="connsiteY1227" fmla="*/ 446760 h 768467"/>
              <a:gd name="connsiteX1228" fmla="*/ 2474700 w 3415751"/>
              <a:gd name="connsiteY1228" fmla="*/ 446760 h 768467"/>
              <a:gd name="connsiteX1229" fmla="*/ 2448300 w 3415751"/>
              <a:gd name="connsiteY1229" fmla="*/ 448872 h 768467"/>
              <a:gd name="connsiteX1230" fmla="*/ 2423087 w 3415751"/>
              <a:gd name="connsiteY1230" fmla="*/ 452436 h 768467"/>
              <a:gd name="connsiteX1231" fmla="*/ 2394443 w 3415751"/>
              <a:gd name="connsiteY1231" fmla="*/ 451776 h 768467"/>
              <a:gd name="connsiteX1232" fmla="*/ 2343622 w 3415751"/>
              <a:gd name="connsiteY1232" fmla="*/ 462205 h 768467"/>
              <a:gd name="connsiteX1233" fmla="*/ 2281317 w 3415751"/>
              <a:gd name="connsiteY1233" fmla="*/ 485965 h 768467"/>
              <a:gd name="connsiteX1234" fmla="*/ 2257557 w 3415751"/>
              <a:gd name="connsiteY1234" fmla="*/ 463524 h 768467"/>
              <a:gd name="connsiteX1235" fmla="*/ 2257557 w 3415751"/>
              <a:gd name="connsiteY1235" fmla="*/ 450324 h 768467"/>
              <a:gd name="connsiteX1236" fmla="*/ 2256104 w 3415751"/>
              <a:gd name="connsiteY1236" fmla="*/ 434220 h 768467"/>
              <a:gd name="connsiteX1237" fmla="*/ 2282505 w 3415751"/>
              <a:gd name="connsiteY1237" fmla="*/ 419831 h 768467"/>
              <a:gd name="connsiteX1238" fmla="*/ 2297817 w 3415751"/>
              <a:gd name="connsiteY1238" fmla="*/ 421284 h 768467"/>
              <a:gd name="connsiteX1239" fmla="*/ 2329498 w 3415751"/>
              <a:gd name="connsiteY1239" fmla="*/ 409271 h 768467"/>
              <a:gd name="connsiteX1240" fmla="*/ 2342698 w 3415751"/>
              <a:gd name="connsiteY1240" fmla="*/ 406764 h 768467"/>
              <a:gd name="connsiteX1241" fmla="*/ 2377415 w 3415751"/>
              <a:gd name="connsiteY1241" fmla="*/ 392243 h 768467"/>
              <a:gd name="connsiteX1242" fmla="*/ 2404607 w 3415751"/>
              <a:gd name="connsiteY1242" fmla="*/ 345778 h 768467"/>
              <a:gd name="connsiteX1243" fmla="*/ 2407380 w 3415751"/>
              <a:gd name="connsiteY1243" fmla="*/ 330203 h 768467"/>
              <a:gd name="connsiteX1244" fmla="*/ 2404607 w 3415751"/>
              <a:gd name="connsiteY1244" fmla="*/ 317926 h 768467"/>
              <a:gd name="connsiteX1245" fmla="*/ 2391406 w 3415751"/>
              <a:gd name="connsiteY1245" fmla="*/ 320038 h 768467"/>
              <a:gd name="connsiteX1246" fmla="*/ 2374115 w 3415751"/>
              <a:gd name="connsiteY1246" fmla="*/ 321227 h 768467"/>
              <a:gd name="connsiteX1247" fmla="*/ 2368835 w 3415751"/>
              <a:gd name="connsiteY1247" fmla="*/ 305518 h 768467"/>
              <a:gd name="connsiteX1248" fmla="*/ 2358538 w 3415751"/>
              <a:gd name="connsiteY1248" fmla="*/ 286642 h 768467"/>
              <a:gd name="connsiteX1249" fmla="*/ 2355898 w 3415751"/>
              <a:gd name="connsiteY1249" fmla="*/ 271461 h 768467"/>
              <a:gd name="connsiteX1250" fmla="*/ 2354579 w 3415751"/>
              <a:gd name="connsiteY1250" fmla="*/ 256810 h 768467"/>
              <a:gd name="connsiteX1251" fmla="*/ 2367779 w 3415751"/>
              <a:gd name="connsiteY1251" fmla="*/ 245853 h 768467"/>
              <a:gd name="connsiteX1252" fmla="*/ 2391012 w 3415751"/>
              <a:gd name="connsiteY1252" fmla="*/ 251397 h 768467"/>
              <a:gd name="connsiteX1253" fmla="*/ 2446453 w 3415751"/>
              <a:gd name="connsiteY1253" fmla="*/ 242157 h 768467"/>
              <a:gd name="connsiteX1254" fmla="*/ 2456088 w 3415751"/>
              <a:gd name="connsiteY1254" fmla="*/ 239517 h 768467"/>
              <a:gd name="connsiteX1255" fmla="*/ 2462952 w 3415751"/>
              <a:gd name="connsiteY1255" fmla="*/ 236877 h 768467"/>
              <a:gd name="connsiteX1256" fmla="*/ 2504534 w 3415751"/>
              <a:gd name="connsiteY1256" fmla="*/ 219321 h 768467"/>
              <a:gd name="connsiteX1257" fmla="*/ 2516281 w 3415751"/>
              <a:gd name="connsiteY1257" fmla="*/ 217869 h 768467"/>
              <a:gd name="connsiteX1258" fmla="*/ 2526445 w 3415751"/>
              <a:gd name="connsiteY1258" fmla="*/ 216416 h 768467"/>
              <a:gd name="connsiteX1259" fmla="*/ 1942467 w 3415751"/>
              <a:gd name="connsiteY1259" fmla="*/ 201104 h 768467"/>
              <a:gd name="connsiteX1260" fmla="*/ 1954348 w 3415751"/>
              <a:gd name="connsiteY1260" fmla="*/ 216681 h 768467"/>
              <a:gd name="connsiteX1261" fmla="*/ 1951575 w 3415751"/>
              <a:gd name="connsiteY1261" fmla="*/ 232388 h 768467"/>
              <a:gd name="connsiteX1262" fmla="*/ 1946163 w 3415751"/>
              <a:gd name="connsiteY1262" fmla="*/ 250340 h 768467"/>
              <a:gd name="connsiteX1263" fmla="*/ 1936396 w 3415751"/>
              <a:gd name="connsiteY1263" fmla="*/ 263540 h 768467"/>
              <a:gd name="connsiteX1264" fmla="*/ 1920161 w 3415751"/>
              <a:gd name="connsiteY1264" fmla="*/ 281493 h 768467"/>
              <a:gd name="connsiteX1265" fmla="*/ 1918444 w 3415751"/>
              <a:gd name="connsiteY1265" fmla="*/ 301425 h 768467"/>
              <a:gd name="connsiteX1266" fmla="*/ 1919631 w 3415751"/>
              <a:gd name="connsiteY1266" fmla="*/ 314625 h 768467"/>
              <a:gd name="connsiteX1267" fmla="*/ 1930191 w 3415751"/>
              <a:gd name="connsiteY1267" fmla="*/ 314625 h 768467"/>
              <a:gd name="connsiteX1268" fmla="*/ 1933624 w 3415751"/>
              <a:gd name="connsiteY1268" fmla="*/ 324261 h 768467"/>
              <a:gd name="connsiteX1269" fmla="*/ 1940092 w 3415751"/>
              <a:gd name="connsiteY1269" fmla="*/ 339707 h 768467"/>
              <a:gd name="connsiteX1270" fmla="*/ 1937848 w 3415751"/>
              <a:gd name="connsiteY1270" fmla="*/ 345910 h 768467"/>
              <a:gd name="connsiteX1271" fmla="*/ 1907355 w 3415751"/>
              <a:gd name="connsiteY1271" fmla="*/ 375215 h 768467"/>
              <a:gd name="connsiteX1272" fmla="*/ 1908808 w 3415751"/>
              <a:gd name="connsiteY1272" fmla="*/ 387227 h 768467"/>
              <a:gd name="connsiteX1273" fmla="*/ 1920424 w 3415751"/>
              <a:gd name="connsiteY1273" fmla="*/ 387227 h 768467"/>
              <a:gd name="connsiteX1274" fmla="*/ 1920028 w 3415751"/>
              <a:gd name="connsiteY1274" fmla="*/ 388018 h 768467"/>
              <a:gd name="connsiteX1275" fmla="*/ 1930588 w 3415751"/>
              <a:gd name="connsiteY1275" fmla="*/ 394883 h 768467"/>
              <a:gd name="connsiteX1276" fmla="*/ 1933756 w 3415751"/>
              <a:gd name="connsiteY1276" fmla="*/ 406235 h 768467"/>
              <a:gd name="connsiteX1277" fmla="*/ 1904056 w 3415751"/>
              <a:gd name="connsiteY1277" fmla="*/ 441875 h 768467"/>
              <a:gd name="connsiteX1278" fmla="*/ 1855610 w 3415751"/>
              <a:gd name="connsiteY1278" fmla="*/ 466032 h 768467"/>
              <a:gd name="connsiteX1279" fmla="*/ 1831982 w 3415751"/>
              <a:gd name="connsiteY1279" fmla="*/ 487152 h 768467"/>
              <a:gd name="connsiteX1280" fmla="*/ 1822611 w 3415751"/>
              <a:gd name="connsiteY1280" fmla="*/ 487152 h 768467"/>
              <a:gd name="connsiteX1281" fmla="*/ 1809410 w 3415751"/>
              <a:gd name="connsiteY1281" fmla="*/ 483456 h 768467"/>
              <a:gd name="connsiteX1282" fmla="*/ 1803734 w 3415751"/>
              <a:gd name="connsiteY1282" fmla="*/ 471840 h 768467"/>
              <a:gd name="connsiteX1283" fmla="*/ 1795549 w 3415751"/>
              <a:gd name="connsiteY1283" fmla="*/ 460092 h 768467"/>
              <a:gd name="connsiteX1284" fmla="*/ 1791853 w 3415751"/>
              <a:gd name="connsiteY1284" fmla="*/ 438707 h 768467"/>
              <a:gd name="connsiteX1285" fmla="*/ 1812842 w 3415751"/>
              <a:gd name="connsiteY1285" fmla="*/ 418511 h 768467"/>
              <a:gd name="connsiteX1286" fmla="*/ 1824854 w 3415751"/>
              <a:gd name="connsiteY1286" fmla="*/ 409667 h 768467"/>
              <a:gd name="connsiteX1287" fmla="*/ 1833434 w 3415751"/>
              <a:gd name="connsiteY1287" fmla="*/ 400822 h 768467"/>
              <a:gd name="connsiteX1288" fmla="*/ 1835678 w 3415751"/>
              <a:gd name="connsiteY1288" fmla="*/ 392242 h 768467"/>
              <a:gd name="connsiteX1289" fmla="*/ 1838185 w 3415751"/>
              <a:gd name="connsiteY1289" fmla="*/ 381154 h 768467"/>
              <a:gd name="connsiteX1290" fmla="*/ 1834225 w 3415751"/>
              <a:gd name="connsiteY1290" fmla="*/ 372311 h 768467"/>
              <a:gd name="connsiteX1291" fmla="*/ 1829473 w 3415751"/>
              <a:gd name="connsiteY1291" fmla="*/ 364655 h 768467"/>
              <a:gd name="connsiteX1292" fmla="*/ 1819969 w 3415751"/>
              <a:gd name="connsiteY1292" fmla="*/ 348155 h 768467"/>
              <a:gd name="connsiteX1293" fmla="*/ 1835150 w 3415751"/>
              <a:gd name="connsiteY1293" fmla="*/ 332446 h 768467"/>
              <a:gd name="connsiteX1294" fmla="*/ 1845314 w 3415751"/>
              <a:gd name="connsiteY1294" fmla="*/ 332446 h 768467"/>
              <a:gd name="connsiteX1295" fmla="*/ 1859571 w 3415751"/>
              <a:gd name="connsiteY1295" fmla="*/ 320698 h 768467"/>
              <a:gd name="connsiteX1296" fmla="*/ 1862738 w 3415751"/>
              <a:gd name="connsiteY1296" fmla="*/ 299050 h 768467"/>
              <a:gd name="connsiteX1297" fmla="*/ 1851650 w 3415751"/>
              <a:gd name="connsiteY1297" fmla="*/ 288753 h 768467"/>
              <a:gd name="connsiteX1298" fmla="*/ 1838449 w 3415751"/>
              <a:gd name="connsiteY1298" fmla="*/ 284001 h 768467"/>
              <a:gd name="connsiteX1299" fmla="*/ 1830134 w 3415751"/>
              <a:gd name="connsiteY1299" fmla="*/ 274893 h 768467"/>
              <a:gd name="connsiteX1300" fmla="*/ 1823270 w 3415751"/>
              <a:gd name="connsiteY1300" fmla="*/ 270273 h 768467"/>
              <a:gd name="connsiteX1301" fmla="*/ 1819573 w 3415751"/>
              <a:gd name="connsiteY1301" fmla="*/ 254829 h 768467"/>
              <a:gd name="connsiteX1302" fmla="*/ 1826702 w 3415751"/>
              <a:gd name="connsiteY1302" fmla="*/ 250340 h 768467"/>
              <a:gd name="connsiteX1303" fmla="*/ 1832113 w 3415751"/>
              <a:gd name="connsiteY1303" fmla="*/ 242025 h 768467"/>
              <a:gd name="connsiteX1304" fmla="*/ 1843598 w 3415751"/>
              <a:gd name="connsiteY1304" fmla="*/ 235293 h 768467"/>
              <a:gd name="connsiteX1305" fmla="*/ 1858647 w 3415751"/>
              <a:gd name="connsiteY1305" fmla="*/ 233577 h 768467"/>
              <a:gd name="connsiteX1306" fmla="*/ 1923855 w 3415751"/>
              <a:gd name="connsiteY1306" fmla="*/ 202425 h 768467"/>
              <a:gd name="connsiteX1307" fmla="*/ 1942467 w 3415751"/>
              <a:gd name="connsiteY1307" fmla="*/ 201104 h 768467"/>
              <a:gd name="connsiteX1308" fmla="*/ 2853547 w 3415751"/>
              <a:gd name="connsiteY1308" fmla="*/ 200576 h 768467"/>
              <a:gd name="connsiteX1309" fmla="*/ 2872687 w 3415751"/>
              <a:gd name="connsiteY1309" fmla="*/ 201367 h 768467"/>
              <a:gd name="connsiteX1310" fmla="*/ 2888000 w 3415751"/>
              <a:gd name="connsiteY1310" fmla="*/ 213908 h 768467"/>
              <a:gd name="connsiteX1311" fmla="*/ 2891564 w 3415751"/>
              <a:gd name="connsiteY1311" fmla="*/ 224731 h 768467"/>
              <a:gd name="connsiteX1312" fmla="*/ 2893676 w 3415751"/>
              <a:gd name="connsiteY1312" fmla="*/ 235160 h 768467"/>
              <a:gd name="connsiteX1313" fmla="*/ 2885624 w 3415751"/>
              <a:gd name="connsiteY1313" fmla="*/ 254564 h 768467"/>
              <a:gd name="connsiteX1314" fmla="*/ 2885624 w 3415751"/>
              <a:gd name="connsiteY1314" fmla="*/ 265916 h 768467"/>
              <a:gd name="connsiteX1315" fmla="*/ 2893413 w 3415751"/>
              <a:gd name="connsiteY1315" fmla="*/ 263937 h 768467"/>
              <a:gd name="connsiteX1316" fmla="*/ 2903180 w 3415751"/>
              <a:gd name="connsiteY1316" fmla="*/ 259580 h 768467"/>
              <a:gd name="connsiteX1317" fmla="*/ 2914665 w 3415751"/>
              <a:gd name="connsiteY1317" fmla="*/ 255620 h 768467"/>
              <a:gd name="connsiteX1318" fmla="*/ 2927865 w 3415751"/>
              <a:gd name="connsiteY1318" fmla="*/ 246116 h 768467"/>
              <a:gd name="connsiteX1319" fmla="*/ 2948457 w 3415751"/>
              <a:gd name="connsiteY1319" fmla="*/ 246116 h 768467"/>
              <a:gd name="connsiteX1320" fmla="*/ 2966410 w 3415751"/>
              <a:gd name="connsiteY1320" fmla="*/ 251924 h 768467"/>
              <a:gd name="connsiteX1321" fmla="*/ 2978817 w 3415751"/>
              <a:gd name="connsiteY1321" fmla="*/ 275553 h 768467"/>
              <a:gd name="connsiteX1322" fmla="*/ 2974065 w 3415751"/>
              <a:gd name="connsiteY1322" fmla="*/ 281493 h 768467"/>
              <a:gd name="connsiteX1323" fmla="*/ 2964166 w 3415751"/>
              <a:gd name="connsiteY1323" fmla="*/ 288885 h 768467"/>
              <a:gd name="connsiteX1324" fmla="*/ 2941329 w 3415751"/>
              <a:gd name="connsiteY1324" fmla="*/ 298652 h 768467"/>
              <a:gd name="connsiteX1325" fmla="*/ 2928128 w 3415751"/>
              <a:gd name="connsiteY1325" fmla="*/ 304329 h 768467"/>
              <a:gd name="connsiteX1326" fmla="*/ 2912817 w 3415751"/>
              <a:gd name="connsiteY1326" fmla="*/ 306309 h 768467"/>
              <a:gd name="connsiteX1327" fmla="*/ 2889320 w 3415751"/>
              <a:gd name="connsiteY1327" fmla="*/ 315285 h 768467"/>
              <a:gd name="connsiteX1328" fmla="*/ 2881532 w 3415751"/>
              <a:gd name="connsiteY1328" fmla="*/ 326637 h 768467"/>
              <a:gd name="connsiteX1329" fmla="*/ 2884304 w 3415751"/>
              <a:gd name="connsiteY1329" fmla="*/ 344854 h 768467"/>
              <a:gd name="connsiteX1330" fmla="*/ 2923113 w 3415751"/>
              <a:gd name="connsiteY1330" fmla="*/ 384455 h 768467"/>
              <a:gd name="connsiteX1331" fmla="*/ 2951757 w 3415751"/>
              <a:gd name="connsiteY1331" fmla="*/ 416795 h 768467"/>
              <a:gd name="connsiteX1332" fmla="*/ 2981194 w 3415751"/>
              <a:gd name="connsiteY1332" fmla="*/ 436991 h 768467"/>
              <a:gd name="connsiteX1333" fmla="*/ 2998090 w 3415751"/>
              <a:gd name="connsiteY1333" fmla="*/ 443592 h 768467"/>
              <a:gd name="connsiteX1334" fmla="*/ 3011290 w 3415751"/>
              <a:gd name="connsiteY1334" fmla="*/ 451908 h 768467"/>
              <a:gd name="connsiteX1335" fmla="*/ 3040463 w 3415751"/>
              <a:gd name="connsiteY1335" fmla="*/ 462732 h 768467"/>
              <a:gd name="connsiteX1336" fmla="*/ 3050495 w 3415751"/>
              <a:gd name="connsiteY1336" fmla="*/ 467352 h 768467"/>
              <a:gd name="connsiteX1337" fmla="*/ 3049439 w 3415751"/>
              <a:gd name="connsiteY1337" fmla="*/ 468671 h 768467"/>
              <a:gd name="connsiteX1338" fmla="*/ 3046271 w 3415751"/>
              <a:gd name="connsiteY1338" fmla="*/ 476328 h 768467"/>
              <a:gd name="connsiteX1339" fmla="*/ 3044820 w 3415751"/>
              <a:gd name="connsiteY1339" fmla="*/ 487152 h 768467"/>
              <a:gd name="connsiteX1340" fmla="*/ 3028055 w 3415751"/>
              <a:gd name="connsiteY1340" fmla="*/ 495865 h 768467"/>
              <a:gd name="connsiteX1341" fmla="*/ 3021191 w 3415751"/>
              <a:gd name="connsiteY1341" fmla="*/ 501541 h 768467"/>
              <a:gd name="connsiteX1342" fmla="*/ 3014325 w 3415751"/>
              <a:gd name="connsiteY1342" fmla="*/ 502992 h 768467"/>
              <a:gd name="connsiteX1343" fmla="*/ 2998882 w 3415751"/>
              <a:gd name="connsiteY1343" fmla="*/ 502069 h 768467"/>
              <a:gd name="connsiteX1344" fmla="*/ 2982910 w 3415751"/>
              <a:gd name="connsiteY1344" fmla="*/ 502069 h 768467"/>
              <a:gd name="connsiteX1345" fmla="*/ 2968917 w 3415751"/>
              <a:gd name="connsiteY1345" fmla="*/ 499429 h 768467"/>
              <a:gd name="connsiteX1346" fmla="*/ 2947005 w 3415751"/>
              <a:gd name="connsiteY1346" fmla="*/ 496393 h 768467"/>
              <a:gd name="connsiteX1347" fmla="*/ 2934597 w 3415751"/>
              <a:gd name="connsiteY1347" fmla="*/ 487813 h 768467"/>
              <a:gd name="connsiteX1348" fmla="*/ 2915589 w 3415751"/>
              <a:gd name="connsiteY1348" fmla="*/ 453887 h 768467"/>
              <a:gd name="connsiteX1349" fmla="*/ 2894072 w 3415751"/>
              <a:gd name="connsiteY1349" fmla="*/ 426564 h 768467"/>
              <a:gd name="connsiteX1350" fmla="*/ 2880872 w 3415751"/>
              <a:gd name="connsiteY1350" fmla="*/ 411646 h 768467"/>
              <a:gd name="connsiteX1351" fmla="*/ 2850907 w 3415751"/>
              <a:gd name="connsiteY1351" fmla="*/ 385246 h 768467"/>
              <a:gd name="connsiteX1352" fmla="*/ 2830183 w 3415751"/>
              <a:gd name="connsiteY1352" fmla="*/ 416663 h 768467"/>
              <a:gd name="connsiteX1353" fmla="*/ 2800218 w 3415751"/>
              <a:gd name="connsiteY1353" fmla="*/ 445967 h 768467"/>
              <a:gd name="connsiteX1354" fmla="*/ 2769462 w 3415751"/>
              <a:gd name="connsiteY1354" fmla="*/ 464712 h 768467"/>
              <a:gd name="connsiteX1355" fmla="*/ 2746626 w 3415751"/>
              <a:gd name="connsiteY1355" fmla="*/ 477120 h 768467"/>
              <a:gd name="connsiteX1356" fmla="*/ 2725638 w 3415751"/>
              <a:gd name="connsiteY1356" fmla="*/ 482533 h 768467"/>
              <a:gd name="connsiteX1357" fmla="*/ 2714153 w 3415751"/>
              <a:gd name="connsiteY1357" fmla="*/ 484645 h 768467"/>
              <a:gd name="connsiteX1358" fmla="*/ 2706364 w 3415751"/>
              <a:gd name="connsiteY1358" fmla="*/ 477912 h 768467"/>
              <a:gd name="connsiteX1359" fmla="*/ 2700425 w 3415751"/>
              <a:gd name="connsiteY1359" fmla="*/ 466031 h 768467"/>
              <a:gd name="connsiteX1360" fmla="*/ 2690393 w 3415751"/>
              <a:gd name="connsiteY1360" fmla="*/ 462600 h 768467"/>
              <a:gd name="connsiteX1361" fmla="*/ 2696860 w 3415751"/>
              <a:gd name="connsiteY1361" fmla="*/ 455076 h 768467"/>
              <a:gd name="connsiteX1362" fmla="*/ 2711645 w 3415751"/>
              <a:gd name="connsiteY1362" fmla="*/ 446363 h 768467"/>
              <a:gd name="connsiteX1363" fmla="*/ 2721810 w 3415751"/>
              <a:gd name="connsiteY1363" fmla="*/ 438840 h 768467"/>
              <a:gd name="connsiteX1364" fmla="*/ 2728939 w 3415751"/>
              <a:gd name="connsiteY1364" fmla="*/ 435672 h 768467"/>
              <a:gd name="connsiteX1365" fmla="*/ 2776458 w 3415751"/>
              <a:gd name="connsiteY1365" fmla="*/ 390131 h 768467"/>
              <a:gd name="connsiteX1366" fmla="*/ 2794807 w 3415751"/>
              <a:gd name="connsiteY1366" fmla="*/ 357923 h 768467"/>
              <a:gd name="connsiteX1367" fmla="*/ 2798634 w 3415751"/>
              <a:gd name="connsiteY1367" fmla="*/ 344722 h 768467"/>
              <a:gd name="connsiteX1368" fmla="*/ 2789130 w 3415751"/>
              <a:gd name="connsiteY1368" fmla="*/ 344722 h 768467"/>
              <a:gd name="connsiteX1369" fmla="*/ 2781870 w 3415751"/>
              <a:gd name="connsiteY1369" fmla="*/ 344722 h 768467"/>
              <a:gd name="connsiteX1370" fmla="*/ 2772102 w 3415751"/>
              <a:gd name="connsiteY1370" fmla="*/ 347362 h 768467"/>
              <a:gd name="connsiteX1371" fmla="*/ 2762730 w 3415751"/>
              <a:gd name="connsiteY1371" fmla="*/ 347362 h 768467"/>
              <a:gd name="connsiteX1372" fmla="*/ 2748341 w 3415751"/>
              <a:gd name="connsiteY1372" fmla="*/ 340630 h 768467"/>
              <a:gd name="connsiteX1373" fmla="*/ 2731576 w 3415751"/>
              <a:gd name="connsiteY1373" fmla="*/ 319773 h 768467"/>
              <a:gd name="connsiteX1374" fmla="*/ 2736065 w 3415751"/>
              <a:gd name="connsiteY1374" fmla="*/ 306573 h 768467"/>
              <a:gd name="connsiteX1375" fmla="*/ 2743986 w 3415751"/>
              <a:gd name="connsiteY1375" fmla="*/ 298389 h 768467"/>
              <a:gd name="connsiteX1376" fmla="*/ 2754018 w 3415751"/>
              <a:gd name="connsiteY1376" fmla="*/ 294561 h 768467"/>
              <a:gd name="connsiteX1377" fmla="*/ 2762465 w 3415751"/>
              <a:gd name="connsiteY1377" fmla="*/ 289017 h 768467"/>
              <a:gd name="connsiteX1378" fmla="*/ 2783059 w 3415751"/>
              <a:gd name="connsiteY1378" fmla="*/ 289017 h 768467"/>
              <a:gd name="connsiteX1379" fmla="*/ 2816983 w 3415751"/>
              <a:gd name="connsiteY1379" fmla="*/ 277004 h 768467"/>
              <a:gd name="connsiteX1380" fmla="*/ 2823451 w 3415751"/>
              <a:gd name="connsiteY1380" fmla="*/ 245720 h 768467"/>
              <a:gd name="connsiteX1381" fmla="*/ 2825695 w 3415751"/>
              <a:gd name="connsiteY1381" fmla="*/ 225920 h 768467"/>
              <a:gd name="connsiteX1382" fmla="*/ 2824772 w 3415751"/>
              <a:gd name="connsiteY1382" fmla="*/ 208891 h 768467"/>
              <a:gd name="connsiteX1383" fmla="*/ 2830052 w 3415751"/>
              <a:gd name="connsiteY1383" fmla="*/ 202820 h 768467"/>
              <a:gd name="connsiteX1384" fmla="*/ 2843252 w 3415751"/>
              <a:gd name="connsiteY1384" fmla="*/ 203876 h 768467"/>
              <a:gd name="connsiteX1385" fmla="*/ 2853547 w 3415751"/>
              <a:gd name="connsiteY1385" fmla="*/ 200576 h 768467"/>
              <a:gd name="connsiteX1386" fmla="*/ 1026373 w 3415751"/>
              <a:gd name="connsiteY1386" fmla="*/ 196353 h 768467"/>
              <a:gd name="connsiteX1387" fmla="*/ 1036140 w 3415751"/>
              <a:gd name="connsiteY1387" fmla="*/ 201764 h 768467"/>
              <a:gd name="connsiteX1388" fmla="*/ 1051716 w 3415751"/>
              <a:gd name="connsiteY1388" fmla="*/ 203481 h 768467"/>
              <a:gd name="connsiteX1389" fmla="*/ 1067558 w 3415751"/>
              <a:gd name="connsiteY1389" fmla="*/ 203481 h 768467"/>
              <a:gd name="connsiteX1390" fmla="*/ 1077853 w 3415751"/>
              <a:gd name="connsiteY1390" fmla="*/ 206121 h 768467"/>
              <a:gd name="connsiteX1391" fmla="*/ 1086961 w 3415751"/>
              <a:gd name="connsiteY1391" fmla="*/ 210477 h 768467"/>
              <a:gd name="connsiteX1392" fmla="*/ 1096730 w 3415751"/>
              <a:gd name="connsiteY1392" fmla="*/ 225658 h 768467"/>
              <a:gd name="connsiteX1393" fmla="*/ 1095013 w 3415751"/>
              <a:gd name="connsiteY1393" fmla="*/ 226317 h 768467"/>
              <a:gd name="connsiteX1394" fmla="*/ 1094221 w 3415751"/>
              <a:gd name="connsiteY1394" fmla="*/ 236350 h 768467"/>
              <a:gd name="connsiteX1395" fmla="*/ 1094221 w 3415751"/>
              <a:gd name="connsiteY1395" fmla="*/ 251662 h 768467"/>
              <a:gd name="connsiteX1396" fmla="*/ 1086433 w 3415751"/>
              <a:gd name="connsiteY1396" fmla="*/ 268295 h 768467"/>
              <a:gd name="connsiteX1397" fmla="*/ 1084189 w 3415751"/>
              <a:gd name="connsiteY1397" fmla="*/ 285454 h 768467"/>
              <a:gd name="connsiteX1398" fmla="*/ 1082474 w 3415751"/>
              <a:gd name="connsiteY1398" fmla="*/ 316607 h 768467"/>
              <a:gd name="connsiteX1399" fmla="*/ 1079700 w 3415751"/>
              <a:gd name="connsiteY1399" fmla="*/ 335615 h 768467"/>
              <a:gd name="connsiteX1400" fmla="*/ 1078513 w 3415751"/>
              <a:gd name="connsiteY1400" fmla="*/ 351719 h 768467"/>
              <a:gd name="connsiteX1401" fmla="*/ 1082209 w 3415751"/>
              <a:gd name="connsiteY1401" fmla="*/ 362675 h 768467"/>
              <a:gd name="connsiteX1402" fmla="*/ 1083265 w 3415751"/>
              <a:gd name="connsiteY1402" fmla="*/ 369011 h 768467"/>
              <a:gd name="connsiteX1403" fmla="*/ 1085377 w 3415751"/>
              <a:gd name="connsiteY1403" fmla="*/ 378912 h 768467"/>
              <a:gd name="connsiteX1404" fmla="*/ 1079437 w 3415751"/>
              <a:gd name="connsiteY1404" fmla="*/ 400164 h 768467"/>
              <a:gd name="connsiteX1405" fmla="*/ 1071913 w 3415751"/>
              <a:gd name="connsiteY1405" fmla="*/ 411780 h 768467"/>
              <a:gd name="connsiteX1406" fmla="*/ 1049472 w 3415751"/>
              <a:gd name="connsiteY1406" fmla="*/ 424980 h 768467"/>
              <a:gd name="connsiteX1407" fmla="*/ 1029804 w 3415751"/>
              <a:gd name="connsiteY1407" fmla="*/ 443592 h 768467"/>
              <a:gd name="connsiteX1408" fmla="*/ 1009080 w 3415751"/>
              <a:gd name="connsiteY1408" fmla="*/ 452965 h 768467"/>
              <a:gd name="connsiteX1409" fmla="*/ 982680 w 3415751"/>
              <a:gd name="connsiteY1409" fmla="*/ 468673 h 768467"/>
              <a:gd name="connsiteX1410" fmla="*/ 966443 w 3415751"/>
              <a:gd name="connsiteY1410" fmla="*/ 475537 h 768467"/>
              <a:gd name="connsiteX1411" fmla="*/ 941099 w 3415751"/>
              <a:gd name="connsiteY1411" fmla="*/ 493754 h 768467"/>
              <a:gd name="connsiteX1412" fmla="*/ 924862 w 3415751"/>
              <a:gd name="connsiteY1412" fmla="*/ 479102 h 768467"/>
              <a:gd name="connsiteX1413" fmla="*/ 914435 w 3415751"/>
              <a:gd name="connsiteY1413" fmla="*/ 471050 h 768467"/>
              <a:gd name="connsiteX1414" fmla="*/ 911530 w 3415751"/>
              <a:gd name="connsiteY1414" fmla="*/ 457850 h 768467"/>
              <a:gd name="connsiteX1415" fmla="*/ 907834 w 3415751"/>
              <a:gd name="connsiteY1415" fmla="*/ 446365 h 768467"/>
              <a:gd name="connsiteX1416" fmla="*/ 914170 w 3415751"/>
              <a:gd name="connsiteY1416" fmla="*/ 437652 h 768467"/>
              <a:gd name="connsiteX1417" fmla="*/ 923939 w 3415751"/>
              <a:gd name="connsiteY1417" fmla="*/ 436728 h 768467"/>
              <a:gd name="connsiteX1418" fmla="*/ 939119 w 3415751"/>
              <a:gd name="connsiteY1418" fmla="*/ 427752 h 768467"/>
              <a:gd name="connsiteX1419" fmla="*/ 955355 w 3415751"/>
              <a:gd name="connsiteY1419" fmla="*/ 421549 h 768467"/>
              <a:gd name="connsiteX1420" fmla="*/ 983471 w 3415751"/>
              <a:gd name="connsiteY1420" fmla="*/ 405972 h 768467"/>
              <a:gd name="connsiteX1421" fmla="*/ 996671 w 3415751"/>
              <a:gd name="connsiteY1421" fmla="*/ 392772 h 768467"/>
              <a:gd name="connsiteX1422" fmla="*/ 995880 w 3415751"/>
              <a:gd name="connsiteY1422" fmla="*/ 362940 h 768467"/>
              <a:gd name="connsiteX1423" fmla="*/ 988884 w 3415751"/>
              <a:gd name="connsiteY1423" fmla="*/ 358716 h 768467"/>
              <a:gd name="connsiteX1424" fmla="*/ 975684 w 3415751"/>
              <a:gd name="connsiteY1424" fmla="*/ 360432 h 768467"/>
              <a:gd name="connsiteX1425" fmla="*/ 963275 w 3415751"/>
              <a:gd name="connsiteY1425" fmla="*/ 364919 h 768467"/>
              <a:gd name="connsiteX1426" fmla="*/ 953903 w 3415751"/>
              <a:gd name="connsiteY1426" fmla="*/ 366108 h 768467"/>
              <a:gd name="connsiteX1427" fmla="*/ 947831 w 3415751"/>
              <a:gd name="connsiteY1427" fmla="*/ 360960 h 768467"/>
              <a:gd name="connsiteX1428" fmla="*/ 945060 w 3415751"/>
              <a:gd name="connsiteY1428" fmla="*/ 345647 h 768467"/>
              <a:gd name="connsiteX1429" fmla="*/ 942418 w 3415751"/>
              <a:gd name="connsiteY1429" fmla="*/ 334956 h 768467"/>
              <a:gd name="connsiteX1430" fmla="*/ 943607 w 3415751"/>
              <a:gd name="connsiteY1430" fmla="*/ 313307 h 768467"/>
              <a:gd name="connsiteX1431" fmla="*/ 956808 w 3415751"/>
              <a:gd name="connsiteY1431" fmla="*/ 300767 h 768467"/>
              <a:gd name="connsiteX1432" fmla="*/ 974363 w 3415751"/>
              <a:gd name="connsiteY1432" fmla="*/ 295223 h 768467"/>
              <a:gd name="connsiteX1433" fmla="*/ 987564 w 3415751"/>
              <a:gd name="connsiteY1433" fmla="*/ 294299 h 768467"/>
              <a:gd name="connsiteX1434" fmla="*/ 1005253 w 3415751"/>
              <a:gd name="connsiteY1434" fmla="*/ 286247 h 768467"/>
              <a:gd name="connsiteX1435" fmla="*/ 1013832 w 3415751"/>
              <a:gd name="connsiteY1435" fmla="*/ 270142 h 768467"/>
              <a:gd name="connsiteX1436" fmla="*/ 1019244 w 3415751"/>
              <a:gd name="connsiteY1436" fmla="*/ 235425 h 768467"/>
              <a:gd name="connsiteX1437" fmla="*/ 1010400 w 3415751"/>
              <a:gd name="connsiteY1437" fmla="*/ 212985 h 768467"/>
              <a:gd name="connsiteX1438" fmla="*/ 1010400 w 3415751"/>
              <a:gd name="connsiteY1438" fmla="*/ 206649 h 768467"/>
              <a:gd name="connsiteX1439" fmla="*/ 1020300 w 3415751"/>
              <a:gd name="connsiteY1439" fmla="*/ 198993 h 768467"/>
              <a:gd name="connsiteX1440" fmla="*/ 1026373 w 3415751"/>
              <a:gd name="connsiteY1440" fmla="*/ 196353 h 768467"/>
              <a:gd name="connsiteX1441" fmla="*/ 1213817 w 3415751"/>
              <a:gd name="connsiteY1441" fmla="*/ 178796 h 768467"/>
              <a:gd name="connsiteX1442" fmla="*/ 1223452 w 3415751"/>
              <a:gd name="connsiteY1442" fmla="*/ 184473 h 768467"/>
              <a:gd name="connsiteX1443" fmla="*/ 1231504 w 3415751"/>
              <a:gd name="connsiteY1443" fmla="*/ 186320 h 768467"/>
              <a:gd name="connsiteX1444" fmla="*/ 1237709 w 3415751"/>
              <a:gd name="connsiteY1444" fmla="*/ 193316 h 768467"/>
              <a:gd name="connsiteX1445" fmla="*/ 1242724 w 3415751"/>
              <a:gd name="connsiteY1445" fmla="*/ 212721 h 768467"/>
              <a:gd name="connsiteX1446" fmla="*/ 1228336 w 3415751"/>
              <a:gd name="connsiteY1446" fmla="*/ 239121 h 768467"/>
              <a:gd name="connsiteX1447" fmla="*/ 1225564 w 3415751"/>
              <a:gd name="connsiteY1447" fmla="*/ 252321 h 768467"/>
              <a:gd name="connsiteX1448" fmla="*/ 1237444 w 3415751"/>
              <a:gd name="connsiteY1448" fmla="*/ 256414 h 768467"/>
              <a:gd name="connsiteX1449" fmla="*/ 1249325 w 3415751"/>
              <a:gd name="connsiteY1449" fmla="*/ 249681 h 768467"/>
              <a:gd name="connsiteX1450" fmla="*/ 1268465 w 3415751"/>
              <a:gd name="connsiteY1450" fmla="*/ 256414 h 768467"/>
              <a:gd name="connsiteX1451" fmla="*/ 1279157 w 3415751"/>
              <a:gd name="connsiteY1451" fmla="*/ 276346 h 768467"/>
              <a:gd name="connsiteX1452" fmla="*/ 1281400 w 3415751"/>
              <a:gd name="connsiteY1452" fmla="*/ 290603 h 768467"/>
              <a:gd name="connsiteX1453" fmla="*/ 1274933 w 3415751"/>
              <a:gd name="connsiteY1453" fmla="*/ 297995 h 768467"/>
              <a:gd name="connsiteX1454" fmla="*/ 1261732 w 3415751"/>
              <a:gd name="connsiteY1454" fmla="*/ 301426 h 768467"/>
              <a:gd name="connsiteX1455" fmla="*/ 1250249 w 3415751"/>
              <a:gd name="connsiteY1455" fmla="*/ 309478 h 768467"/>
              <a:gd name="connsiteX1456" fmla="*/ 1234144 w 3415751"/>
              <a:gd name="connsiteY1456" fmla="*/ 318454 h 768467"/>
              <a:gd name="connsiteX1457" fmla="*/ 1208536 w 3415751"/>
              <a:gd name="connsiteY1457" fmla="*/ 330863 h 768467"/>
              <a:gd name="connsiteX1458" fmla="*/ 1199692 w 3415751"/>
              <a:gd name="connsiteY1458" fmla="*/ 359111 h 768467"/>
              <a:gd name="connsiteX1459" fmla="*/ 1200616 w 3415751"/>
              <a:gd name="connsiteY1459" fmla="*/ 372311 h 768467"/>
              <a:gd name="connsiteX1460" fmla="*/ 1207744 w 3415751"/>
              <a:gd name="connsiteY1460" fmla="*/ 395676 h 768467"/>
              <a:gd name="connsiteX1461" fmla="*/ 1227280 w 3415751"/>
              <a:gd name="connsiteY1461" fmla="*/ 404388 h 768467"/>
              <a:gd name="connsiteX1462" fmla="*/ 1241273 w 3415751"/>
              <a:gd name="connsiteY1462" fmla="*/ 406236 h 768467"/>
              <a:gd name="connsiteX1463" fmla="*/ 1251172 w 3415751"/>
              <a:gd name="connsiteY1463" fmla="*/ 408348 h 768467"/>
              <a:gd name="connsiteX1464" fmla="*/ 1260941 w 3415751"/>
              <a:gd name="connsiteY1464" fmla="*/ 412176 h 768467"/>
              <a:gd name="connsiteX1465" fmla="*/ 1276253 w 3415751"/>
              <a:gd name="connsiteY1465" fmla="*/ 413760 h 768467"/>
              <a:gd name="connsiteX1466" fmla="*/ 1276913 w 3415751"/>
              <a:gd name="connsiteY1466" fmla="*/ 414023 h 768467"/>
              <a:gd name="connsiteX1467" fmla="*/ 1285493 w 3415751"/>
              <a:gd name="connsiteY1467" fmla="*/ 433693 h 768467"/>
              <a:gd name="connsiteX1468" fmla="*/ 1277837 w 3415751"/>
              <a:gd name="connsiteY1468" fmla="*/ 455604 h 768467"/>
              <a:gd name="connsiteX1469" fmla="*/ 1271501 w 3415751"/>
              <a:gd name="connsiteY1469" fmla="*/ 469994 h 768467"/>
              <a:gd name="connsiteX1470" fmla="*/ 1255001 w 3415751"/>
              <a:gd name="connsiteY1470" fmla="*/ 472501 h 768467"/>
              <a:gd name="connsiteX1471" fmla="*/ 1238765 w 3415751"/>
              <a:gd name="connsiteY1471" fmla="*/ 476328 h 768467"/>
              <a:gd name="connsiteX1472" fmla="*/ 1227412 w 3415751"/>
              <a:gd name="connsiteY1472" fmla="*/ 471445 h 768467"/>
              <a:gd name="connsiteX1473" fmla="*/ 1209856 w 3415751"/>
              <a:gd name="connsiteY1473" fmla="*/ 469729 h 768467"/>
              <a:gd name="connsiteX1474" fmla="*/ 1192563 w 3415751"/>
              <a:gd name="connsiteY1474" fmla="*/ 469729 h 768467"/>
              <a:gd name="connsiteX1475" fmla="*/ 1177912 w 3415751"/>
              <a:gd name="connsiteY1475" fmla="*/ 465505 h 768467"/>
              <a:gd name="connsiteX1476" fmla="*/ 1156527 w 3415751"/>
              <a:gd name="connsiteY1476" fmla="*/ 464317 h 768467"/>
              <a:gd name="connsiteX1477" fmla="*/ 1145703 w 3415751"/>
              <a:gd name="connsiteY1477" fmla="*/ 458376 h 768467"/>
              <a:gd name="connsiteX1478" fmla="*/ 1135671 w 3415751"/>
              <a:gd name="connsiteY1478" fmla="*/ 442273 h 768467"/>
              <a:gd name="connsiteX1479" fmla="*/ 1134350 w 3415751"/>
              <a:gd name="connsiteY1479" fmla="*/ 423528 h 768467"/>
              <a:gd name="connsiteX1480" fmla="*/ 1129730 w 3415751"/>
              <a:gd name="connsiteY1480" fmla="*/ 401220 h 768467"/>
              <a:gd name="connsiteX1481" fmla="*/ 1128807 w 3415751"/>
              <a:gd name="connsiteY1481" fmla="*/ 387228 h 768467"/>
              <a:gd name="connsiteX1482" fmla="*/ 1127091 w 3415751"/>
              <a:gd name="connsiteY1482" fmla="*/ 374028 h 768467"/>
              <a:gd name="connsiteX1483" fmla="*/ 1124978 w 3415751"/>
              <a:gd name="connsiteY1483" fmla="*/ 353304 h 768467"/>
              <a:gd name="connsiteX1484" fmla="*/ 1130523 w 3415751"/>
              <a:gd name="connsiteY1484" fmla="*/ 319906 h 768467"/>
              <a:gd name="connsiteX1485" fmla="*/ 1135143 w 3415751"/>
              <a:gd name="connsiteY1485" fmla="*/ 309478 h 768467"/>
              <a:gd name="connsiteX1486" fmla="*/ 1139102 w 3415751"/>
              <a:gd name="connsiteY1486" fmla="*/ 292318 h 768467"/>
              <a:gd name="connsiteX1487" fmla="*/ 1142798 w 3415751"/>
              <a:gd name="connsiteY1487" fmla="*/ 274762 h 768467"/>
              <a:gd name="connsiteX1488" fmla="*/ 1144384 w 3415751"/>
              <a:gd name="connsiteY1488" fmla="*/ 247438 h 768467"/>
              <a:gd name="connsiteX1489" fmla="*/ 1148343 w 3415751"/>
              <a:gd name="connsiteY1489" fmla="*/ 230805 h 768467"/>
              <a:gd name="connsiteX1490" fmla="*/ 1154020 w 3415751"/>
              <a:gd name="connsiteY1490" fmla="*/ 204404 h 768467"/>
              <a:gd name="connsiteX1491" fmla="*/ 1154679 w 3415751"/>
              <a:gd name="connsiteY1491" fmla="*/ 186320 h 768467"/>
              <a:gd name="connsiteX1492" fmla="*/ 1165107 w 3415751"/>
              <a:gd name="connsiteY1492" fmla="*/ 178928 h 768467"/>
              <a:gd name="connsiteX1493" fmla="*/ 1178307 w 3415751"/>
              <a:gd name="connsiteY1493" fmla="*/ 181701 h 768467"/>
              <a:gd name="connsiteX1494" fmla="*/ 1190056 w 3415751"/>
              <a:gd name="connsiteY1494" fmla="*/ 179193 h 768467"/>
              <a:gd name="connsiteX1495" fmla="*/ 1200616 w 3415751"/>
              <a:gd name="connsiteY1495" fmla="*/ 181305 h 768467"/>
              <a:gd name="connsiteX1496" fmla="*/ 1213817 w 3415751"/>
              <a:gd name="connsiteY1496" fmla="*/ 178796 h 768467"/>
              <a:gd name="connsiteX1497" fmla="*/ 383856 w 3415751"/>
              <a:gd name="connsiteY1497" fmla="*/ 178184 h 768467"/>
              <a:gd name="connsiteX1498" fmla="*/ 376283 w 3415751"/>
              <a:gd name="connsiteY1498" fmla="*/ 188899 h 768467"/>
              <a:gd name="connsiteX1499" fmla="*/ 376283 w 3415751"/>
              <a:gd name="connsiteY1499" fmla="*/ 189429 h 768467"/>
              <a:gd name="connsiteX1500" fmla="*/ 369884 w 3415751"/>
              <a:gd name="connsiteY1500" fmla="*/ 222483 h 768467"/>
              <a:gd name="connsiteX1501" fmla="*/ 369392 w 3415751"/>
              <a:gd name="connsiteY1501" fmla="*/ 224944 h 768467"/>
              <a:gd name="connsiteX1502" fmla="*/ 364697 w 3415751"/>
              <a:gd name="connsiteY1502" fmla="*/ 224944 h 768467"/>
              <a:gd name="connsiteX1503" fmla="*/ 249518 w 3415751"/>
              <a:gd name="connsiteY1503" fmla="*/ 208322 h 768467"/>
              <a:gd name="connsiteX1504" fmla="*/ 259551 w 3415751"/>
              <a:gd name="connsiteY1504" fmla="*/ 233047 h 768467"/>
              <a:gd name="connsiteX1505" fmla="*/ 286927 w 3415751"/>
              <a:gd name="connsiteY1505" fmla="*/ 250161 h 768467"/>
              <a:gd name="connsiteX1506" fmla="*/ 289198 w 3415751"/>
              <a:gd name="connsiteY1506" fmla="*/ 250615 h 768467"/>
              <a:gd name="connsiteX1507" fmla="*/ 289198 w 3415751"/>
              <a:gd name="connsiteY1507" fmla="*/ 252925 h 768467"/>
              <a:gd name="connsiteX1508" fmla="*/ 289350 w 3415751"/>
              <a:gd name="connsiteY1508" fmla="*/ 252925 h 768467"/>
              <a:gd name="connsiteX1509" fmla="*/ 299383 w 3415751"/>
              <a:gd name="connsiteY1509" fmla="*/ 273144 h 768467"/>
              <a:gd name="connsiteX1510" fmla="*/ 320549 w 3415751"/>
              <a:gd name="connsiteY1510" fmla="*/ 279846 h 768467"/>
              <a:gd name="connsiteX1511" fmla="*/ 323389 w 3415751"/>
              <a:gd name="connsiteY1511" fmla="*/ 279846 h 768467"/>
              <a:gd name="connsiteX1512" fmla="*/ 325774 w 3415751"/>
              <a:gd name="connsiteY1512" fmla="*/ 279543 h 768467"/>
              <a:gd name="connsiteX1513" fmla="*/ 326607 w 3415751"/>
              <a:gd name="connsiteY1513" fmla="*/ 281777 h 768467"/>
              <a:gd name="connsiteX1514" fmla="*/ 342434 w 3415751"/>
              <a:gd name="connsiteY1514" fmla="*/ 294877 h 768467"/>
              <a:gd name="connsiteX1515" fmla="*/ 350536 w 3415751"/>
              <a:gd name="connsiteY1515" fmla="*/ 296089 h 768467"/>
              <a:gd name="connsiteX1516" fmla="*/ 361024 w 3415751"/>
              <a:gd name="connsiteY1516" fmla="*/ 294271 h 768467"/>
              <a:gd name="connsiteX1517" fmla="*/ 366590 w 3415751"/>
              <a:gd name="connsiteY1517" fmla="*/ 291962 h 768467"/>
              <a:gd name="connsiteX1518" fmla="*/ 358412 w 3415751"/>
              <a:gd name="connsiteY1518" fmla="*/ 325395 h 768467"/>
              <a:gd name="connsiteX1519" fmla="*/ 409905 w 3415751"/>
              <a:gd name="connsiteY1519" fmla="*/ 325395 h 768467"/>
              <a:gd name="connsiteX1520" fmla="*/ 401689 w 3415751"/>
              <a:gd name="connsiteY1520" fmla="*/ 291924 h 768467"/>
              <a:gd name="connsiteX1521" fmla="*/ 407293 w 3415751"/>
              <a:gd name="connsiteY1521" fmla="*/ 294271 h 768467"/>
              <a:gd name="connsiteX1522" fmla="*/ 417743 w 3415751"/>
              <a:gd name="connsiteY1522" fmla="*/ 296089 h 768467"/>
              <a:gd name="connsiteX1523" fmla="*/ 425846 w 3415751"/>
              <a:gd name="connsiteY1523" fmla="*/ 294877 h 768467"/>
              <a:gd name="connsiteX1524" fmla="*/ 441673 w 3415751"/>
              <a:gd name="connsiteY1524" fmla="*/ 281777 h 768467"/>
              <a:gd name="connsiteX1525" fmla="*/ 442505 w 3415751"/>
              <a:gd name="connsiteY1525" fmla="*/ 279543 h 768467"/>
              <a:gd name="connsiteX1526" fmla="*/ 444891 w 3415751"/>
              <a:gd name="connsiteY1526" fmla="*/ 279846 h 768467"/>
              <a:gd name="connsiteX1527" fmla="*/ 447731 w 3415751"/>
              <a:gd name="connsiteY1527" fmla="*/ 279846 h 768467"/>
              <a:gd name="connsiteX1528" fmla="*/ 468896 w 3415751"/>
              <a:gd name="connsiteY1528" fmla="*/ 273144 h 768467"/>
              <a:gd name="connsiteX1529" fmla="*/ 478930 w 3415751"/>
              <a:gd name="connsiteY1529" fmla="*/ 252887 h 768467"/>
              <a:gd name="connsiteX1530" fmla="*/ 478930 w 3415751"/>
              <a:gd name="connsiteY1530" fmla="*/ 250615 h 768467"/>
              <a:gd name="connsiteX1531" fmla="*/ 481202 w 3415751"/>
              <a:gd name="connsiteY1531" fmla="*/ 250161 h 768467"/>
              <a:gd name="connsiteX1532" fmla="*/ 508539 w 3415751"/>
              <a:gd name="connsiteY1532" fmla="*/ 233047 h 768467"/>
              <a:gd name="connsiteX1533" fmla="*/ 518572 w 3415751"/>
              <a:gd name="connsiteY1533" fmla="*/ 208322 h 768467"/>
              <a:gd name="connsiteX1534" fmla="*/ 403507 w 3415751"/>
              <a:gd name="connsiteY1534" fmla="*/ 224944 h 768467"/>
              <a:gd name="connsiteX1535" fmla="*/ 398812 w 3415751"/>
              <a:gd name="connsiteY1535" fmla="*/ 224944 h 768467"/>
              <a:gd name="connsiteX1536" fmla="*/ 398319 w 3415751"/>
              <a:gd name="connsiteY1536" fmla="*/ 222483 h 768467"/>
              <a:gd name="connsiteX1537" fmla="*/ 391921 w 3415751"/>
              <a:gd name="connsiteY1537" fmla="*/ 189429 h 768467"/>
              <a:gd name="connsiteX1538" fmla="*/ 391921 w 3415751"/>
              <a:gd name="connsiteY1538" fmla="*/ 188899 h 768467"/>
              <a:gd name="connsiteX1539" fmla="*/ 384348 w 3415751"/>
              <a:gd name="connsiteY1539" fmla="*/ 178184 h 768467"/>
              <a:gd name="connsiteX1540" fmla="*/ 443414 w 3415751"/>
              <a:gd name="connsiteY1540" fmla="*/ 176858 h 768467"/>
              <a:gd name="connsiteX1541" fmla="*/ 458219 w 3415751"/>
              <a:gd name="connsiteY1541" fmla="*/ 186438 h 768467"/>
              <a:gd name="connsiteX1542" fmla="*/ 440650 w 3415751"/>
              <a:gd name="connsiteY1542" fmla="*/ 187384 h 768467"/>
              <a:gd name="connsiteX1543" fmla="*/ 427549 w 3415751"/>
              <a:gd name="connsiteY1543" fmla="*/ 177843 h 768467"/>
              <a:gd name="connsiteX1544" fmla="*/ 443414 w 3415751"/>
              <a:gd name="connsiteY1544" fmla="*/ 176858 h 768467"/>
              <a:gd name="connsiteX1545" fmla="*/ 2114202 w 3415751"/>
              <a:gd name="connsiteY1545" fmla="*/ 175100 h 768467"/>
              <a:gd name="connsiteX1546" fmla="*/ 2127402 w 3415751"/>
              <a:gd name="connsiteY1546" fmla="*/ 180249 h 768467"/>
              <a:gd name="connsiteX1547" fmla="*/ 2153802 w 3415751"/>
              <a:gd name="connsiteY1547" fmla="*/ 182228 h 768467"/>
              <a:gd name="connsiteX1548" fmla="*/ 2154991 w 3415751"/>
              <a:gd name="connsiteY1548" fmla="*/ 182889 h 768467"/>
              <a:gd name="connsiteX1549" fmla="*/ 2159479 w 3415751"/>
              <a:gd name="connsiteY1549" fmla="*/ 193712 h 768467"/>
              <a:gd name="connsiteX1550" fmla="*/ 2168586 w 3415751"/>
              <a:gd name="connsiteY1550" fmla="*/ 212193 h 768467"/>
              <a:gd name="connsiteX1551" fmla="*/ 2161194 w 3415751"/>
              <a:gd name="connsiteY1551" fmla="*/ 227901 h 768467"/>
              <a:gd name="connsiteX1552" fmla="*/ 2157763 w 3415751"/>
              <a:gd name="connsiteY1552" fmla="*/ 242421 h 768467"/>
              <a:gd name="connsiteX1553" fmla="*/ 2144563 w 3415751"/>
              <a:gd name="connsiteY1553" fmla="*/ 265786 h 768467"/>
              <a:gd name="connsiteX1554" fmla="*/ 2132682 w 3415751"/>
              <a:gd name="connsiteY1554" fmla="*/ 278986 h 768467"/>
              <a:gd name="connsiteX1555" fmla="*/ 2106281 w 3415751"/>
              <a:gd name="connsiteY1555" fmla="*/ 334163 h 768467"/>
              <a:gd name="connsiteX1556" fmla="*/ 2097438 w 3415751"/>
              <a:gd name="connsiteY1556" fmla="*/ 343007 h 768467"/>
              <a:gd name="connsiteX1557" fmla="*/ 2086614 w 3415751"/>
              <a:gd name="connsiteY1557" fmla="*/ 343007 h 768467"/>
              <a:gd name="connsiteX1558" fmla="*/ 2075261 w 3415751"/>
              <a:gd name="connsiteY1558" fmla="*/ 346703 h 768467"/>
              <a:gd name="connsiteX1559" fmla="*/ 2058366 w 3415751"/>
              <a:gd name="connsiteY1559" fmla="*/ 351852 h 768467"/>
              <a:gd name="connsiteX1560" fmla="*/ 2058366 w 3415751"/>
              <a:gd name="connsiteY1560" fmla="*/ 365052 h 768467"/>
              <a:gd name="connsiteX1561" fmla="*/ 2071565 w 3415751"/>
              <a:gd name="connsiteY1561" fmla="*/ 362675 h 768467"/>
              <a:gd name="connsiteX1562" fmla="*/ 2081861 w 3415751"/>
              <a:gd name="connsiteY1562" fmla="*/ 357923 h 768467"/>
              <a:gd name="connsiteX1563" fmla="*/ 2096118 w 3415751"/>
              <a:gd name="connsiteY1563" fmla="*/ 362412 h 768467"/>
              <a:gd name="connsiteX1564" fmla="*/ 2101794 w 3415751"/>
              <a:gd name="connsiteY1564" fmla="*/ 369011 h 768467"/>
              <a:gd name="connsiteX1565" fmla="*/ 2105490 w 3415751"/>
              <a:gd name="connsiteY1565" fmla="*/ 386963 h 768467"/>
              <a:gd name="connsiteX1566" fmla="*/ 2103246 w 3415751"/>
              <a:gd name="connsiteY1566" fmla="*/ 394355 h 768467"/>
              <a:gd name="connsiteX1567" fmla="*/ 2090046 w 3415751"/>
              <a:gd name="connsiteY1567" fmla="*/ 403463 h 768467"/>
              <a:gd name="connsiteX1568" fmla="*/ 2075261 w 3415751"/>
              <a:gd name="connsiteY1568" fmla="*/ 408876 h 768467"/>
              <a:gd name="connsiteX1569" fmla="*/ 2070642 w 3415751"/>
              <a:gd name="connsiteY1569" fmla="*/ 417456 h 768467"/>
              <a:gd name="connsiteX1570" fmla="*/ 2077769 w 3415751"/>
              <a:gd name="connsiteY1570" fmla="*/ 423133 h 768467"/>
              <a:gd name="connsiteX1571" fmla="*/ 2097438 w 3415751"/>
              <a:gd name="connsiteY1571" fmla="*/ 419436 h 768467"/>
              <a:gd name="connsiteX1572" fmla="*/ 2112223 w 3415751"/>
              <a:gd name="connsiteY1572" fmla="*/ 419436 h 768467"/>
              <a:gd name="connsiteX1573" fmla="*/ 2130438 w 3415751"/>
              <a:gd name="connsiteY1573" fmla="*/ 415740 h 768467"/>
              <a:gd name="connsiteX1574" fmla="*/ 2146410 w 3415751"/>
              <a:gd name="connsiteY1574" fmla="*/ 415740 h 768467"/>
              <a:gd name="connsiteX1575" fmla="*/ 2159610 w 3415751"/>
              <a:gd name="connsiteY1575" fmla="*/ 436464 h 768467"/>
              <a:gd name="connsiteX1576" fmla="*/ 2136246 w 3415751"/>
              <a:gd name="connsiteY1576" fmla="*/ 470125 h 768467"/>
              <a:gd name="connsiteX1577" fmla="*/ 2114994 w 3415751"/>
              <a:gd name="connsiteY1577" fmla="*/ 466429 h 768467"/>
              <a:gd name="connsiteX1578" fmla="*/ 2079881 w 3415751"/>
              <a:gd name="connsiteY1578" fmla="*/ 467880 h 768467"/>
              <a:gd name="connsiteX1579" fmla="*/ 2060741 w 3415751"/>
              <a:gd name="connsiteY1579" fmla="*/ 466692 h 768467"/>
              <a:gd name="connsiteX1580" fmla="*/ 2043977 w 3415751"/>
              <a:gd name="connsiteY1580" fmla="*/ 468410 h 768467"/>
              <a:gd name="connsiteX1581" fmla="*/ 2025233 w 3415751"/>
              <a:gd name="connsiteY1581" fmla="*/ 471578 h 768467"/>
              <a:gd name="connsiteX1582" fmla="*/ 2002397 w 3415751"/>
              <a:gd name="connsiteY1582" fmla="*/ 476065 h 768467"/>
              <a:gd name="connsiteX1583" fmla="*/ 1978768 w 3415751"/>
              <a:gd name="connsiteY1583" fmla="*/ 478440 h 768467"/>
              <a:gd name="connsiteX1584" fmla="*/ 1954480 w 3415751"/>
              <a:gd name="connsiteY1584" fmla="*/ 485832 h 768467"/>
              <a:gd name="connsiteX1585" fmla="*/ 1939168 w 3415751"/>
              <a:gd name="connsiteY1585" fmla="*/ 477781 h 768467"/>
              <a:gd name="connsiteX1586" fmla="*/ 1935736 w 3415751"/>
              <a:gd name="connsiteY1586" fmla="*/ 457320 h 768467"/>
              <a:gd name="connsiteX1587" fmla="*/ 1936526 w 3415751"/>
              <a:gd name="connsiteY1587" fmla="*/ 447949 h 768467"/>
              <a:gd name="connsiteX1588" fmla="*/ 1941675 w 3415751"/>
              <a:gd name="connsiteY1588" fmla="*/ 437124 h 768467"/>
              <a:gd name="connsiteX1589" fmla="*/ 1947351 w 3415751"/>
              <a:gd name="connsiteY1589" fmla="*/ 432505 h 768467"/>
              <a:gd name="connsiteX1590" fmla="*/ 1954480 w 3415751"/>
              <a:gd name="connsiteY1590" fmla="*/ 435936 h 768467"/>
              <a:gd name="connsiteX1591" fmla="*/ 1975337 w 3415751"/>
              <a:gd name="connsiteY1591" fmla="*/ 428809 h 768467"/>
              <a:gd name="connsiteX1592" fmla="*/ 2001737 w 3415751"/>
              <a:gd name="connsiteY1592" fmla="*/ 417193 h 768467"/>
              <a:gd name="connsiteX1593" fmla="*/ 1997380 w 3415751"/>
              <a:gd name="connsiteY1593" fmla="*/ 409801 h 768467"/>
              <a:gd name="connsiteX1594" fmla="*/ 1986557 w 3415751"/>
              <a:gd name="connsiteY1594" fmla="*/ 408348 h 768467"/>
              <a:gd name="connsiteX1595" fmla="*/ 1977448 w 3415751"/>
              <a:gd name="connsiteY1595" fmla="*/ 403728 h 768467"/>
              <a:gd name="connsiteX1596" fmla="*/ 1977448 w 3415751"/>
              <a:gd name="connsiteY1596" fmla="*/ 394883 h 768467"/>
              <a:gd name="connsiteX1597" fmla="*/ 1978637 w 3415751"/>
              <a:gd name="connsiteY1597" fmla="*/ 384060 h 768467"/>
              <a:gd name="connsiteX1598" fmla="*/ 1984576 w 3415751"/>
              <a:gd name="connsiteY1598" fmla="*/ 376140 h 768467"/>
              <a:gd name="connsiteX1599" fmla="*/ 1990648 w 3415751"/>
              <a:gd name="connsiteY1599" fmla="*/ 378119 h 768467"/>
              <a:gd name="connsiteX1600" fmla="*/ 1997117 w 3415751"/>
              <a:gd name="connsiteY1600" fmla="*/ 376931 h 768467"/>
              <a:gd name="connsiteX1601" fmla="*/ 2003453 w 3415751"/>
              <a:gd name="connsiteY1601" fmla="*/ 376931 h 768467"/>
              <a:gd name="connsiteX1602" fmla="*/ 2009129 w 3415751"/>
              <a:gd name="connsiteY1602" fmla="*/ 371783 h 768467"/>
              <a:gd name="connsiteX1603" fmla="*/ 2010580 w 3415751"/>
              <a:gd name="connsiteY1603" fmla="*/ 358583 h 768467"/>
              <a:gd name="connsiteX1604" fmla="*/ 2002792 w 3415751"/>
              <a:gd name="connsiteY1604" fmla="*/ 357527 h 768467"/>
              <a:gd name="connsiteX1605" fmla="*/ 1992891 w 3415751"/>
              <a:gd name="connsiteY1605" fmla="*/ 360300 h 768467"/>
              <a:gd name="connsiteX1606" fmla="*/ 1983784 w 3415751"/>
              <a:gd name="connsiteY1606" fmla="*/ 362279 h 768467"/>
              <a:gd name="connsiteX1607" fmla="*/ 1976392 w 3415751"/>
              <a:gd name="connsiteY1607" fmla="*/ 361223 h 768467"/>
              <a:gd name="connsiteX1608" fmla="*/ 1972696 w 3415751"/>
              <a:gd name="connsiteY1608" fmla="*/ 355415 h 768467"/>
              <a:gd name="connsiteX1609" fmla="*/ 1969792 w 3415751"/>
              <a:gd name="connsiteY1609" fmla="*/ 346966 h 768467"/>
              <a:gd name="connsiteX1610" fmla="*/ 1963193 w 3415751"/>
              <a:gd name="connsiteY1610" fmla="*/ 334691 h 768467"/>
              <a:gd name="connsiteX1611" fmla="*/ 1959495 w 3415751"/>
              <a:gd name="connsiteY1611" fmla="*/ 321490 h 768467"/>
              <a:gd name="connsiteX1612" fmla="*/ 1966624 w 3415751"/>
              <a:gd name="connsiteY1612" fmla="*/ 300766 h 768467"/>
              <a:gd name="connsiteX1613" fmla="*/ 1963191 w 3415751"/>
              <a:gd name="connsiteY1613" fmla="*/ 267370 h 768467"/>
              <a:gd name="connsiteX1614" fmla="*/ 1958967 w 3415751"/>
              <a:gd name="connsiteY1614" fmla="*/ 253114 h 768467"/>
              <a:gd name="connsiteX1615" fmla="*/ 1960683 w 3415751"/>
              <a:gd name="connsiteY1615" fmla="*/ 242289 h 768467"/>
              <a:gd name="connsiteX1616" fmla="*/ 1964380 w 3415751"/>
              <a:gd name="connsiteY1616" fmla="*/ 223809 h 768467"/>
              <a:gd name="connsiteX1617" fmla="*/ 1973488 w 3415751"/>
              <a:gd name="connsiteY1617" fmla="*/ 205065 h 768467"/>
              <a:gd name="connsiteX1618" fmla="*/ 1985236 w 3415751"/>
              <a:gd name="connsiteY1618" fmla="*/ 212193 h 768467"/>
              <a:gd name="connsiteX1619" fmla="*/ 1996324 w 3415751"/>
              <a:gd name="connsiteY1619" fmla="*/ 211005 h 768467"/>
              <a:gd name="connsiteX1620" fmla="*/ 2010845 w 3415751"/>
              <a:gd name="connsiteY1620" fmla="*/ 206385 h 768467"/>
              <a:gd name="connsiteX1621" fmla="*/ 2035660 w 3415751"/>
              <a:gd name="connsiteY1621" fmla="*/ 196221 h 768467"/>
              <a:gd name="connsiteX1622" fmla="*/ 2055329 w 3415751"/>
              <a:gd name="connsiteY1622" fmla="*/ 194240 h 768467"/>
              <a:gd name="connsiteX1623" fmla="*/ 2114202 w 3415751"/>
              <a:gd name="connsiteY1623" fmla="*/ 175100 h 768467"/>
              <a:gd name="connsiteX1624" fmla="*/ 125176 w 3415751"/>
              <a:gd name="connsiteY1624" fmla="*/ 160123 h 768467"/>
              <a:gd name="connsiteX1625" fmla="*/ 123624 w 3415751"/>
              <a:gd name="connsiteY1625" fmla="*/ 160729 h 768467"/>
              <a:gd name="connsiteX1626" fmla="*/ 122147 w 3415751"/>
              <a:gd name="connsiteY1626" fmla="*/ 161675 h 768467"/>
              <a:gd name="connsiteX1627" fmla="*/ 120406 w 3415751"/>
              <a:gd name="connsiteY1627" fmla="*/ 163644 h 768467"/>
              <a:gd name="connsiteX1628" fmla="*/ 118437 w 3415751"/>
              <a:gd name="connsiteY1628" fmla="*/ 165310 h 768467"/>
              <a:gd name="connsiteX1629" fmla="*/ 116695 w 3415751"/>
              <a:gd name="connsiteY1629" fmla="*/ 165878 h 768467"/>
              <a:gd name="connsiteX1630" fmla="*/ 116316 w 3415751"/>
              <a:gd name="connsiteY1630" fmla="*/ 166901 h 768467"/>
              <a:gd name="connsiteX1631" fmla="*/ 116279 w 3415751"/>
              <a:gd name="connsiteY1631" fmla="*/ 166901 h 768467"/>
              <a:gd name="connsiteX1632" fmla="*/ 116089 w 3415751"/>
              <a:gd name="connsiteY1632" fmla="*/ 168869 h 768467"/>
              <a:gd name="connsiteX1633" fmla="*/ 116846 w 3415751"/>
              <a:gd name="connsiteY1633" fmla="*/ 169627 h 768467"/>
              <a:gd name="connsiteX1634" fmla="*/ 120633 w 3415751"/>
              <a:gd name="connsiteY1634" fmla="*/ 171066 h 768467"/>
              <a:gd name="connsiteX1635" fmla="*/ 124192 w 3415751"/>
              <a:gd name="connsiteY1635" fmla="*/ 175609 h 768467"/>
              <a:gd name="connsiteX1636" fmla="*/ 125176 w 3415751"/>
              <a:gd name="connsiteY1636" fmla="*/ 178449 h 768467"/>
              <a:gd name="connsiteX1637" fmla="*/ 124154 w 3415751"/>
              <a:gd name="connsiteY1637" fmla="*/ 181516 h 768467"/>
              <a:gd name="connsiteX1638" fmla="*/ 122829 w 3415751"/>
              <a:gd name="connsiteY1638" fmla="*/ 183144 h 768467"/>
              <a:gd name="connsiteX1639" fmla="*/ 121504 w 3415751"/>
              <a:gd name="connsiteY1639" fmla="*/ 185908 h 768467"/>
              <a:gd name="connsiteX1640" fmla="*/ 121504 w 3415751"/>
              <a:gd name="connsiteY1640" fmla="*/ 188861 h 768467"/>
              <a:gd name="connsiteX1641" fmla="*/ 124002 w 3415751"/>
              <a:gd name="connsiteY1641" fmla="*/ 191436 h 768467"/>
              <a:gd name="connsiteX1642" fmla="*/ 125555 w 3415751"/>
              <a:gd name="connsiteY1642" fmla="*/ 192307 h 768467"/>
              <a:gd name="connsiteX1643" fmla="*/ 127713 w 3415751"/>
              <a:gd name="connsiteY1643" fmla="*/ 193708 h 768467"/>
              <a:gd name="connsiteX1644" fmla="*/ 129038 w 3415751"/>
              <a:gd name="connsiteY1644" fmla="*/ 193708 h 768467"/>
              <a:gd name="connsiteX1645" fmla="*/ 129947 w 3415751"/>
              <a:gd name="connsiteY1645" fmla="*/ 192420 h 768467"/>
              <a:gd name="connsiteX1646" fmla="*/ 130780 w 3415751"/>
              <a:gd name="connsiteY1646" fmla="*/ 190414 h 768467"/>
              <a:gd name="connsiteX1647" fmla="*/ 132067 w 3415751"/>
              <a:gd name="connsiteY1647" fmla="*/ 188634 h 768467"/>
              <a:gd name="connsiteX1648" fmla="*/ 133355 w 3415751"/>
              <a:gd name="connsiteY1648" fmla="*/ 188255 h 768467"/>
              <a:gd name="connsiteX1649" fmla="*/ 137141 w 3415751"/>
              <a:gd name="connsiteY1649" fmla="*/ 191512 h 768467"/>
              <a:gd name="connsiteX1650" fmla="*/ 137141 w 3415751"/>
              <a:gd name="connsiteY1650" fmla="*/ 194541 h 768467"/>
              <a:gd name="connsiteX1651" fmla="*/ 135892 w 3415751"/>
              <a:gd name="connsiteY1651" fmla="*/ 199690 h 768467"/>
              <a:gd name="connsiteX1652" fmla="*/ 134793 w 3415751"/>
              <a:gd name="connsiteY1652" fmla="*/ 202340 h 768467"/>
              <a:gd name="connsiteX1653" fmla="*/ 134150 w 3415751"/>
              <a:gd name="connsiteY1653" fmla="*/ 205180 h 768467"/>
              <a:gd name="connsiteX1654" fmla="*/ 133165 w 3415751"/>
              <a:gd name="connsiteY1654" fmla="*/ 206467 h 768467"/>
              <a:gd name="connsiteX1655" fmla="*/ 133544 w 3415751"/>
              <a:gd name="connsiteY1655" fmla="*/ 208209 h 768467"/>
              <a:gd name="connsiteX1656" fmla="*/ 135324 w 3415751"/>
              <a:gd name="connsiteY1656" fmla="*/ 209042 h 768467"/>
              <a:gd name="connsiteX1657" fmla="*/ 137217 w 3415751"/>
              <a:gd name="connsiteY1657" fmla="*/ 210178 h 768467"/>
              <a:gd name="connsiteX1658" fmla="*/ 139375 w 3415751"/>
              <a:gd name="connsiteY1658" fmla="*/ 209799 h 768467"/>
              <a:gd name="connsiteX1659" fmla="*/ 142972 w 3415751"/>
              <a:gd name="connsiteY1659" fmla="*/ 209534 h 768467"/>
              <a:gd name="connsiteX1660" fmla="*/ 143615 w 3415751"/>
              <a:gd name="connsiteY1660" fmla="*/ 204423 h 768467"/>
              <a:gd name="connsiteX1661" fmla="*/ 144600 w 3415751"/>
              <a:gd name="connsiteY1661" fmla="*/ 201659 h 768467"/>
              <a:gd name="connsiteX1662" fmla="*/ 145736 w 3415751"/>
              <a:gd name="connsiteY1662" fmla="*/ 196699 h 768467"/>
              <a:gd name="connsiteX1663" fmla="*/ 146910 w 3415751"/>
              <a:gd name="connsiteY1663" fmla="*/ 193140 h 768467"/>
              <a:gd name="connsiteX1664" fmla="*/ 146910 w 3415751"/>
              <a:gd name="connsiteY1664" fmla="*/ 188672 h 768467"/>
              <a:gd name="connsiteX1665" fmla="*/ 147780 w 3415751"/>
              <a:gd name="connsiteY1665" fmla="*/ 184431 h 768467"/>
              <a:gd name="connsiteX1666" fmla="*/ 147213 w 3415751"/>
              <a:gd name="connsiteY1666" fmla="*/ 182235 h 768467"/>
              <a:gd name="connsiteX1667" fmla="*/ 145319 w 3415751"/>
              <a:gd name="connsiteY1667" fmla="*/ 179092 h 768467"/>
              <a:gd name="connsiteX1668" fmla="*/ 143918 w 3415751"/>
              <a:gd name="connsiteY1668" fmla="*/ 178259 h 768467"/>
              <a:gd name="connsiteX1669" fmla="*/ 143010 w 3415751"/>
              <a:gd name="connsiteY1669" fmla="*/ 177654 h 768467"/>
              <a:gd name="connsiteX1670" fmla="*/ 141306 w 3415751"/>
              <a:gd name="connsiteY1670" fmla="*/ 176859 h 768467"/>
              <a:gd name="connsiteX1671" fmla="*/ 139488 w 3415751"/>
              <a:gd name="connsiteY1671" fmla="*/ 174928 h 768467"/>
              <a:gd name="connsiteX1672" fmla="*/ 137520 w 3415751"/>
              <a:gd name="connsiteY1672" fmla="*/ 172466 h 768467"/>
              <a:gd name="connsiteX1673" fmla="*/ 133960 w 3415751"/>
              <a:gd name="connsiteY1673" fmla="*/ 168680 h 768467"/>
              <a:gd name="connsiteX1674" fmla="*/ 132105 w 3415751"/>
              <a:gd name="connsiteY1674" fmla="*/ 166484 h 768467"/>
              <a:gd name="connsiteX1675" fmla="*/ 131007 w 3415751"/>
              <a:gd name="connsiteY1675" fmla="*/ 163682 h 768467"/>
              <a:gd name="connsiteX1676" fmla="*/ 129228 w 3415751"/>
              <a:gd name="connsiteY1676" fmla="*/ 161865 h 768467"/>
              <a:gd name="connsiteX1677" fmla="*/ 128092 w 3415751"/>
              <a:gd name="connsiteY1677" fmla="*/ 160653 h 768467"/>
              <a:gd name="connsiteX1678" fmla="*/ 125176 w 3415751"/>
              <a:gd name="connsiteY1678" fmla="*/ 160123 h 768467"/>
              <a:gd name="connsiteX1679" fmla="*/ 459686 w 3415751"/>
              <a:gd name="connsiteY1679" fmla="*/ 159975 h 768467"/>
              <a:gd name="connsiteX1680" fmla="*/ 474803 w 3415751"/>
              <a:gd name="connsiteY1680" fmla="*/ 162054 h 768467"/>
              <a:gd name="connsiteX1681" fmla="*/ 460415 w 3415751"/>
              <a:gd name="connsiteY1681" fmla="*/ 170156 h 768467"/>
              <a:gd name="connsiteX1682" fmla="*/ 445042 w 3415751"/>
              <a:gd name="connsiteY1682" fmla="*/ 165310 h 768467"/>
              <a:gd name="connsiteX1683" fmla="*/ 459658 w 3415751"/>
              <a:gd name="connsiteY1683" fmla="*/ 159971 h 768467"/>
              <a:gd name="connsiteX1684" fmla="*/ 459696 w 3415751"/>
              <a:gd name="connsiteY1684" fmla="*/ 159971 h 768467"/>
              <a:gd name="connsiteX1685" fmla="*/ 459686 w 3415751"/>
              <a:gd name="connsiteY1685" fmla="*/ 159975 h 768467"/>
              <a:gd name="connsiteX1686" fmla="*/ 640416 w 3415751"/>
              <a:gd name="connsiteY1686" fmla="*/ 142176 h 768467"/>
              <a:gd name="connsiteX1687" fmla="*/ 638372 w 3415751"/>
              <a:gd name="connsiteY1687" fmla="*/ 142630 h 768467"/>
              <a:gd name="connsiteX1688" fmla="*/ 636403 w 3415751"/>
              <a:gd name="connsiteY1688" fmla="*/ 145129 h 768467"/>
              <a:gd name="connsiteX1689" fmla="*/ 632616 w 3415751"/>
              <a:gd name="connsiteY1689" fmla="*/ 149143 h 768467"/>
              <a:gd name="connsiteX1690" fmla="*/ 628603 w 3415751"/>
              <a:gd name="connsiteY1690" fmla="*/ 152399 h 768467"/>
              <a:gd name="connsiteX1691" fmla="*/ 627013 w 3415751"/>
              <a:gd name="connsiteY1691" fmla="*/ 154444 h 768467"/>
              <a:gd name="connsiteX1692" fmla="*/ 626217 w 3415751"/>
              <a:gd name="connsiteY1692" fmla="*/ 156072 h 768467"/>
              <a:gd name="connsiteX1693" fmla="*/ 625006 w 3415751"/>
              <a:gd name="connsiteY1693" fmla="*/ 156072 h 768467"/>
              <a:gd name="connsiteX1694" fmla="*/ 622583 w 3415751"/>
              <a:gd name="connsiteY1694" fmla="*/ 154936 h 768467"/>
              <a:gd name="connsiteX1695" fmla="*/ 622302 w 3415751"/>
              <a:gd name="connsiteY1695" fmla="*/ 154656 h 768467"/>
              <a:gd name="connsiteX1696" fmla="*/ 622583 w 3415751"/>
              <a:gd name="connsiteY1696" fmla="*/ 153346 h 768467"/>
              <a:gd name="connsiteX1697" fmla="*/ 624892 w 3415751"/>
              <a:gd name="connsiteY1697" fmla="*/ 150355 h 768467"/>
              <a:gd name="connsiteX1698" fmla="*/ 624286 w 3415751"/>
              <a:gd name="connsiteY1698" fmla="*/ 149787 h 768467"/>
              <a:gd name="connsiteX1699" fmla="*/ 618758 w 3415751"/>
              <a:gd name="connsiteY1699" fmla="*/ 150960 h 768467"/>
              <a:gd name="connsiteX1700" fmla="*/ 617395 w 3415751"/>
              <a:gd name="connsiteY1700" fmla="*/ 150620 h 768467"/>
              <a:gd name="connsiteX1701" fmla="*/ 615691 w 3415751"/>
              <a:gd name="connsiteY1701" fmla="*/ 151301 h 768467"/>
              <a:gd name="connsiteX1702" fmla="*/ 612587 w 3415751"/>
              <a:gd name="connsiteY1702" fmla="*/ 154103 h 768467"/>
              <a:gd name="connsiteX1703" fmla="*/ 610466 w 3415751"/>
              <a:gd name="connsiteY1703" fmla="*/ 157889 h 768467"/>
              <a:gd name="connsiteX1704" fmla="*/ 611148 w 3415751"/>
              <a:gd name="connsiteY1704" fmla="*/ 159669 h 768467"/>
              <a:gd name="connsiteX1705" fmla="*/ 616752 w 3415751"/>
              <a:gd name="connsiteY1705" fmla="*/ 160615 h 768467"/>
              <a:gd name="connsiteX1706" fmla="*/ 618380 w 3415751"/>
              <a:gd name="connsiteY1706" fmla="*/ 160615 h 768467"/>
              <a:gd name="connsiteX1707" fmla="*/ 622166 w 3415751"/>
              <a:gd name="connsiteY1707" fmla="*/ 160275 h 768467"/>
              <a:gd name="connsiteX1708" fmla="*/ 625460 w 3415751"/>
              <a:gd name="connsiteY1708" fmla="*/ 162054 h 768467"/>
              <a:gd name="connsiteX1709" fmla="*/ 627921 w 3415751"/>
              <a:gd name="connsiteY1709" fmla="*/ 163834 h 768467"/>
              <a:gd name="connsiteX1710" fmla="*/ 630950 w 3415751"/>
              <a:gd name="connsiteY1710" fmla="*/ 166333 h 768467"/>
              <a:gd name="connsiteX1711" fmla="*/ 632995 w 3415751"/>
              <a:gd name="connsiteY1711" fmla="*/ 167771 h 768467"/>
              <a:gd name="connsiteX1712" fmla="*/ 635040 w 3415751"/>
              <a:gd name="connsiteY1712" fmla="*/ 169134 h 768467"/>
              <a:gd name="connsiteX1713" fmla="*/ 638826 w 3415751"/>
              <a:gd name="connsiteY1713" fmla="*/ 172315 h 768467"/>
              <a:gd name="connsiteX1714" fmla="*/ 641211 w 3415751"/>
              <a:gd name="connsiteY1714" fmla="*/ 174246 h 768467"/>
              <a:gd name="connsiteX1715" fmla="*/ 643445 w 3415751"/>
              <a:gd name="connsiteY1715" fmla="*/ 176139 h 768467"/>
              <a:gd name="connsiteX1716" fmla="*/ 640908 w 3415751"/>
              <a:gd name="connsiteY1716" fmla="*/ 176821 h 768467"/>
              <a:gd name="connsiteX1717" fmla="*/ 638599 w 3415751"/>
              <a:gd name="connsiteY1717" fmla="*/ 175950 h 768467"/>
              <a:gd name="connsiteX1718" fmla="*/ 637614 w 3415751"/>
              <a:gd name="connsiteY1718" fmla="*/ 174132 h 768467"/>
              <a:gd name="connsiteX1719" fmla="*/ 636213 w 3415751"/>
              <a:gd name="connsiteY1719" fmla="*/ 172807 h 768467"/>
              <a:gd name="connsiteX1720" fmla="*/ 634623 w 3415751"/>
              <a:gd name="connsiteY1720" fmla="*/ 171066 h 768467"/>
              <a:gd name="connsiteX1721" fmla="*/ 633411 w 3415751"/>
              <a:gd name="connsiteY1721" fmla="*/ 170800 h 768467"/>
              <a:gd name="connsiteX1722" fmla="*/ 631821 w 3415751"/>
              <a:gd name="connsiteY1722" fmla="*/ 169967 h 768467"/>
              <a:gd name="connsiteX1723" fmla="*/ 630155 w 3415751"/>
              <a:gd name="connsiteY1723" fmla="*/ 168756 h 768467"/>
              <a:gd name="connsiteX1724" fmla="*/ 627846 w 3415751"/>
              <a:gd name="connsiteY1724" fmla="*/ 167204 h 768467"/>
              <a:gd name="connsiteX1725" fmla="*/ 626066 w 3415751"/>
              <a:gd name="connsiteY1725" fmla="*/ 165651 h 768467"/>
              <a:gd name="connsiteX1726" fmla="*/ 624968 w 3415751"/>
              <a:gd name="connsiteY1726" fmla="*/ 165386 h 768467"/>
              <a:gd name="connsiteX1727" fmla="*/ 623075 w 3415751"/>
              <a:gd name="connsiteY1727" fmla="*/ 163607 h 768467"/>
              <a:gd name="connsiteX1728" fmla="*/ 618683 w 3415751"/>
              <a:gd name="connsiteY1728" fmla="*/ 165235 h 768467"/>
              <a:gd name="connsiteX1729" fmla="*/ 616638 w 3415751"/>
              <a:gd name="connsiteY1729" fmla="*/ 166484 h 768467"/>
              <a:gd name="connsiteX1730" fmla="*/ 615919 w 3415751"/>
              <a:gd name="connsiteY1730" fmla="*/ 168036 h 768467"/>
              <a:gd name="connsiteX1731" fmla="*/ 617092 w 3415751"/>
              <a:gd name="connsiteY1731" fmla="*/ 169324 h 768467"/>
              <a:gd name="connsiteX1732" fmla="*/ 619288 w 3415751"/>
              <a:gd name="connsiteY1732" fmla="*/ 170119 h 768467"/>
              <a:gd name="connsiteX1733" fmla="*/ 621409 w 3415751"/>
              <a:gd name="connsiteY1733" fmla="*/ 170611 h 768467"/>
              <a:gd name="connsiteX1734" fmla="*/ 622393 w 3415751"/>
              <a:gd name="connsiteY1734" fmla="*/ 171936 h 768467"/>
              <a:gd name="connsiteX1735" fmla="*/ 620349 w 3415751"/>
              <a:gd name="connsiteY1735" fmla="*/ 172769 h 768467"/>
              <a:gd name="connsiteX1736" fmla="*/ 618607 w 3415751"/>
              <a:gd name="connsiteY1736" fmla="*/ 173981 h 768467"/>
              <a:gd name="connsiteX1737" fmla="*/ 617471 w 3415751"/>
              <a:gd name="connsiteY1737" fmla="*/ 174208 h 768467"/>
              <a:gd name="connsiteX1738" fmla="*/ 615654 w 3415751"/>
              <a:gd name="connsiteY1738" fmla="*/ 173564 h 768467"/>
              <a:gd name="connsiteX1739" fmla="*/ 613155 w 3415751"/>
              <a:gd name="connsiteY1739" fmla="*/ 172012 h 768467"/>
              <a:gd name="connsiteX1740" fmla="*/ 610504 w 3415751"/>
              <a:gd name="connsiteY1740" fmla="*/ 171293 h 768467"/>
              <a:gd name="connsiteX1741" fmla="*/ 609330 w 3415751"/>
              <a:gd name="connsiteY1741" fmla="*/ 169134 h 768467"/>
              <a:gd name="connsiteX1742" fmla="*/ 605544 w 3415751"/>
              <a:gd name="connsiteY1742" fmla="*/ 168150 h 768467"/>
              <a:gd name="connsiteX1743" fmla="*/ 603235 w 3415751"/>
              <a:gd name="connsiteY1743" fmla="*/ 169589 h 768467"/>
              <a:gd name="connsiteX1744" fmla="*/ 601985 w 3415751"/>
              <a:gd name="connsiteY1744" fmla="*/ 171103 h 768467"/>
              <a:gd name="connsiteX1745" fmla="*/ 602439 w 3415751"/>
              <a:gd name="connsiteY1745" fmla="*/ 172391 h 768467"/>
              <a:gd name="connsiteX1746" fmla="*/ 603765 w 3415751"/>
              <a:gd name="connsiteY1746" fmla="*/ 174776 h 768467"/>
              <a:gd name="connsiteX1747" fmla="*/ 606604 w 3415751"/>
              <a:gd name="connsiteY1747" fmla="*/ 176215 h 768467"/>
              <a:gd name="connsiteX1748" fmla="*/ 609520 w 3415751"/>
              <a:gd name="connsiteY1748" fmla="*/ 178449 h 768467"/>
              <a:gd name="connsiteX1749" fmla="*/ 612397 w 3415751"/>
              <a:gd name="connsiteY1749" fmla="*/ 180607 h 768467"/>
              <a:gd name="connsiteX1750" fmla="*/ 612019 w 3415751"/>
              <a:gd name="connsiteY1750" fmla="*/ 182387 h 768467"/>
              <a:gd name="connsiteX1751" fmla="*/ 604711 w 3415751"/>
              <a:gd name="connsiteY1751" fmla="*/ 184015 h 768467"/>
              <a:gd name="connsiteX1752" fmla="*/ 600925 w 3415751"/>
              <a:gd name="connsiteY1752" fmla="*/ 181137 h 768467"/>
              <a:gd name="connsiteX1753" fmla="*/ 598880 w 3415751"/>
              <a:gd name="connsiteY1753" fmla="*/ 180342 h 768467"/>
              <a:gd name="connsiteX1754" fmla="*/ 598880 w 3415751"/>
              <a:gd name="connsiteY1754" fmla="*/ 185453 h 768467"/>
              <a:gd name="connsiteX1755" fmla="*/ 596836 w 3415751"/>
              <a:gd name="connsiteY1755" fmla="*/ 187271 h 768467"/>
              <a:gd name="connsiteX1756" fmla="*/ 599448 w 3415751"/>
              <a:gd name="connsiteY1756" fmla="*/ 190111 h 768467"/>
              <a:gd name="connsiteX1757" fmla="*/ 601682 w 3415751"/>
              <a:gd name="connsiteY1757" fmla="*/ 191474 h 768467"/>
              <a:gd name="connsiteX1758" fmla="*/ 604711 w 3415751"/>
              <a:gd name="connsiteY1758" fmla="*/ 193026 h 768467"/>
              <a:gd name="connsiteX1759" fmla="*/ 609255 w 3415751"/>
              <a:gd name="connsiteY1759" fmla="*/ 191739 h 768467"/>
              <a:gd name="connsiteX1760" fmla="*/ 611451 w 3415751"/>
              <a:gd name="connsiteY1760" fmla="*/ 191246 h 768467"/>
              <a:gd name="connsiteX1761" fmla="*/ 614025 w 3415751"/>
              <a:gd name="connsiteY1761" fmla="*/ 189694 h 768467"/>
              <a:gd name="connsiteX1762" fmla="*/ 616108 w 3415751"/>
              <a:gd name="connsiteY1762" fmla="*/ 188180 h 768467"/>
              <a:gd name="connsiteX1763" fmla="*/ 618153 w 3415751"/>
              <a:gd name="connsiteY1763" fmla="*/ 185984 h 768467"/>
              <a:gd name="connsiteX1764" fmla="*/ 622545 w 3415751"/>
              <a:gd name="connsiteY1764" fmla="*/ 187801 h 768467"/>
              <a:gd name="connsiteX1765" fmla="*/ 624286 w 3415751"/>
              <a:gd name="connsiteY1765" fmla="*/ 188748 h 768467"/>
              <a:gd name="connsiteX1766" fmla="*/ 626558 w 3415751"/>
              <a:gd name="connsiteY1766" fmla="*/ 190414 h 768467"/>
              <a:gd name="connsiteX1767" fmla="*/ 628603 w 3415751"/>
              <a:gd name="connsiteY1767" fmla="*/ 190641 h 768467"/>
              <a:gd name="connsiteX1768" fmla="*/ 631064 w 3415751"/>
              <a:gd name="connsiteY1768" fmla="*/ 189278 h 768467"/>
              <a:gd name="connsiteX1769" fmla="*/ 631064 w 3415751"/>
              <a:gd name="connsiteY1769" fmla="*/ 187801 h 768467"/>
              <a:gd name="connsiteX1770" fmla="*/ 630042 w 3415751"/>
              <a:gd name="connsiteY1770" fmla="*/ 185113 h 768467"/>
              <a:gd name="connsiteX1771" fmla="*/ 629209 w 3415751"/>
              <a:gd name="connsiteY1771" fmla="*/ 182235 h 768467"/>
              <a:gd name="connsiteX1772" fmla="*/ 627580 w 3415751"/>
              <a:gd name="connsiteY1772" fmla="*/ 181667 h 768467"/>
              <a:gd name="connsiteX1773" fmla="*/ 625271 w 3415751"/>
              <a:gd name="connsiteY1773" fmla="*/ 180569 h 768467"/>
              <a:gd name="connsiteX1774" fmla="*/ 624551 w 3415751"/>
              <a:gd name="connsiteY1774" fmla="*/ 179433 h 768467"/>
              <a:gd name="connsiteX1775" fmla="*/ 626748 w 3415751"/>
              <a:gd name="connsiteY1775" fmla="*/ 177994 h 768467"/>
              <a:gd name="connsiteX1776" fmla="*/ 630080 w 3415751"/>
              <a:gd name="connsiteY1776" fmla="*/ 177994 h 768467"/>
              <a:gd name="connsiteX1777" fmla="*/ 632541 w 3415751"/>
              <a:gd name="connsiteY1777" fmla="*/ 177994 h 768467"/>
              <a:gd name="connsiteX1778" fmla="*/ 638182 w 3415751"/>
              <a:gd name="connsiteY1778" fmla="*/ 179168 h 768467"/>
              <a:gd name="connsiteX1779" fmla="*/ 640075 w 3415751"/>
              <a:gd name="connsiteY1779" fmla="*/ 181137 h 768467"/>
              <a:gd name="connsiteX1780" fmla="*/ 641363 w 3415751"/>
              <a:gd name="connsiteY1780" fmla="*/ 182803 h 768467"/>
              <a:gd name="connsiteX1781" fmla="*/ 643067 w 3415751"/>
              <a:gd name="connsiteY1781" fmla="*/ 183560 h 768467"/>
              <a:gd name="connsiteX1782" fmla="*/ 647875 w 3415751"/>
              <a:gd name="connsiteY1782" fmla="*/ 186589 h 768467"/>
              <a:gd name="connsiteX1783" fmla="*/ 651207 w 3415751"/>
              <a:gd name="connsiteY1783" fmla="*/ 184848 h 768467"/>
              <a:gd name="connsiteX1784" fmla="*/ 653517 w 3415751"/>
              <a:gd name="connsiteY1784" fmla="*/ 181402 h 768467"/>
              <a:gd name="connsiteX1785" fmla="*/ 652759 w 3415751"/>
              <a:gd name="connsiteY1785" fmla="*/ 179698 h 768467"/>
              <a:gd name="connsiteX1786" fmla="*/ 652040 w 3415751"/>
              <a:gd name="connsiteY1786" fmla="*/ 178259 h 768467"/>
              <a:gd name="connsiteX1787" fmla="*/ 652040 w 3415751"/>
              <a:gd name="connsiteY1787" fmla="*/ 176556 h 768467"/>
              <a:gd name="connsiteX1788" fmla="*/ 650828 w 3415751"/>
              <a:gd name="connsiteY1788" fmla="*/ 175382 h 768467"/>
              <a:gd name="connsiteX1789" fmla="*/ 648140 w 3415751"/>
              <a:gd name="connsiteY1789" fmla="*/ 174511 h 768467"/>
              <a:gd name="connsiteX1790" fmla="*/ 647572 w 3415751"/>
              <a:gd name="connsiteY1790" fmla="*/ 173299 h 768467"/>
              <a:gd name="connsiteX1791" fmla="*/ 649882 w 3415751"/>
              <a:gd name="connsiteY1791" fmla="*/ 171785 h 768467"/>
              <a:gd name="connsiteX1792" fmla="*/ 651813 w 3415751"/>
              <a:gd name="connsiteY1792" fmla="*/ 170725 h 768467"/>
              <a:gd name="connsiteX1793" fmla="*/ 653592 w 3415751"/>
              <a:gd name="connsiteY1793" fmla="*/ 169930 h 768467"/>
              <a:gd name="connsiteX1794" fmla="*/ 658931 w 3415751"/>
              <a:gd name="connsiteY1794" fmla="*/ 167961 h 768467"/>
              <a:gd name="connsiteX1795" fmla="*/ 662490 w 3415751"/>
              <a:gd name="connsiteY1795" fmla="*/ 168415 h 768467"/>
              <a:gd name="connsiteX1796" fmla="*/ 664573 w 3415751"/>
              <a:gd name="connsiteY1796" fmla="*/ 166787 h 768467"/>
              <a:gd name="connsiteX1797" fmla="*/ 665330 w 3415751"/>
              <a:gd name="connsiteY1797" fmla="*/ 165386 h 768467"/>
              <a:gd name="connsiteX1798" fmla="*/ 664838 w 3415751"/>
              <a:gd name="connsiteY1798" fmla="*/ 163039 h 768467"/>
              <a:gd name="connsiteX1799" fmla="*/ 663399 w 3415751"/>
              <a:gd name="connsiteY1799" fmla="*/ 161789 h 768467"/>
              <a:gd name="connsiteX1800" fmla="*/ 662414 w 3415751"/>
              <a:gd name="connsiteY1800" fmla="*/ 161789 h 768467"/>
              <a:gd name="connsiteX1801" fmla="*/ 655675 w 3415751"/>
              <a:gd name="connsiteY1801" fmla="*/ 159442 h 768467"/>
              <a:gd name="connsiteX1802" fmla="*/ 654312 w 3415751"/>
              <a:gd name="connsiteY1802" fmla="*/ 162433 h 768467"/>
              <a:gd name="connsiteX1803" fmla="*/ 652797 w 3415751"/>
              <a:gd name="connsiteY1803" fmla="*/ 163228 h 768467"/>
              <a:gd name="connsiteX1804" fmla="*/ 651018 w 3415751"/>
              <a:gd name="connsiteY1804" fmla="*/ 163531 h 768467"/>
              <a:gd name="connsiteX1805" fmla="*/ 649162 w 3415751"/>
              <a:gd name="connsiteY1805" fmla="*/ 162811 h 768467"/>
              <a:gd name="connsiteX1806" fmla="*/ 647762 w 3415751"/>
              <a:gd name="connsiteY1806" fmla="*/ 164364 h 768467"/>
              <a:gd name="connsiteX1807" fmla="*/ 646209 w 3415751"/>
              <a:gd name="connsiteY1807" fmla="*/ 164364 h 768467"/>
              <a:gd name="connsiteX1808" fmla="*/ 644657 w 3415751"/>
              <a:gd name="connsiteY1808" fmla="*/ 164137 h 768467"/>
              <a:gd name="connsiteX1809" fmla="*/ 643407 w 3415751"/>
              <a:gd name="connsiteY1809" fmla="*/ 165878 h 768467"/>
              <a:gd name="connsiteX1810" fmla="*/ 644240 w 3415751"/>
              <a:gd name="connsiteY1810" fmla="*/ 167696 h 768467"/>
              <a:gd name="connsiteX1811" fmla="*/ 641211 w 3415751"/>
              <a:gd name="connsiteY1811" fmla="*/ 167696 h 768467"/>
              <a:gd name="connsiteX1812" fmla="*/ 641817 w 3415751"/>
              <a:gd name="connsiteY1812" fmla="*/ 165575 h 768467"/>
              <a:gd name="connsiteX1813" fmla="*/ 641098 w 3415751"/>
              <a:gd name="connsiteY1813" fmla="*/ 163039 h 768467"/>
              <a:gd name="connsiteX1814" fmla="*/ 644467 w 3415751"/>
              <a:gd name="connsiteY1814" fmla="*/ 162546 h 768467"/>
              <a:gd name="connsiteX1815" fmla="*/ 650033 w 3415751"/>
              <a:gd name="connsiteY1815" fmla="*/ 160880 h 768467"/>
              <a:gd name="connsiteX1816" fmla="*/ 650488 w 3415751"/>
              <a:gd name="connsiteY1816" fmla="*/ 158798 h 768467"/>
              <a:gd name="connsiteX1817" fmla="*/ 652116 w 3415751"/>
              <a:gd name="connsiteY1817" fmla="*/ 157283 h 768467"/>
              <a:gd name="connsiteX1818" fmla="*/ 655220 w 3415751"/>
              <a:gd name="connsiteY1818" fmla="*/ 156981 h 768467"/>
              <a:gd name="connsiteX1819" fmla="*/ 657947 w 3415751"/>
              <a:gd name="connsiteY1819" fmla="*/ 155769 h 768467"/>
              <a:gd name="connsiteX1820" fmla="*/ 657682 w 3415751"/>
              <a:gd name="connsiteY1820" fmla="*/ 152853 h 768467"/>
              <a:gd name="connsiteX1821" fmla="*/ 656697 w 3415751"/>
              <a:gd name="connsiteY1821" fmla="*/ 152134 h 768467"/>
              <a:gd name="connsiteX1822" fmla="*/ 655788 w 3415751"/>
              <a:gd name="connsiteY1822" fmla="*/ 151339 h 768467"/>
              <a:gd name="connsiteX1823" fmla="*/ 652722 w 3415751"/>
              <a:gd name="connsiteY1823" fmla="*/ 152134 h 768467"/>
              <a:gd name="connsiteX1824" fmla="*/ 649390 w 3415751"/>
              <a:gd name="connsiteY1824" fmla="*/ 152475 h 768467"/>
              <a:gd name="connsiteX1825" fmla="*/ 649390 w 3415751"/>
              <a:gd name="connsiteY1825" fmla="*/ 150317 h 768467"/>
              <a:gd name="connsiteX1826" fmla="*/ 647231 w 3415751"/>
              <a:gd name="connsiteY1826" fmla="*/ 150317 h 768467"/>
              <a:gd name="connsiteX1827" fmla="*/ 646096 w 3415751"/>
              <a:gd name="connsiteY1827" fmla="*/ 152626 h 768467"/>
              <a:gd name="connsiteX1828" fmla="*/ 643862 w 3415751"/>
              <a:gd name="connsiteY1828" fmla="*/ 153573 h 768467"/>
              <a:gd name="connsiteX1829" fmla="*/ 641855 w 3415751"/>
              <a:gd name="connsiteY1829" fmla="*/ 155428 h 768467"/>
              <a:gd name="connsiteX1830" fmla="*/ 643256 w 3415751"/>
              <a:gd name="connsiteY1830" fmla="*/ 155996 h 768467"/>
              <a:gd name="connsiteX1831" fmla="*/ 645111 w 3415751"/>
              <a:gd name="connsiteY1831" fmla="*/ 156905 h 768467"/>
              <a:gd name="connsiteX1832" fmla="*/ 643899 w 3415751"/>
              <a:gd name="connsiteY1832" fmla="*/ 159631 h 768467"/>
              <a:gd name="connsiteX1833" fmla="*/ 640984 w 3415751"/>
              <a:gd name="connsiteY1833" fmla="*/ 159442 h 768467"/>
              <a:gd name="connsiteX1834" fmla="*/ 641173 w 3415751"/>
              <a:gd name="connsiteY1834" fmla="*/ 158041 h 768467"/>
              <a:gd name="connsiteX1835" fmla="*/ 639659 w 3415751"/>
              <a:gd name="connsiteY1835" fmla="*/ 156223 h 768467"/>
              <a:gd name="connsiteX1836" fmla="*/ 640000 w 3415751"/>
              <a:gd name="connsiteY1836" fmla="*/ 155087 h 768467"/>
              <a:gd name="connsiteX1837" fmla="*/ 642915 w 3415751"/>
              <a:gd name="connsiteY1837" fmla="*/ 151301 h 768467"/>
              <a:gd name="connsiteX1838" fmla="*/ 643596 w 3415751"/>
              <a:gd name="connsiteY1838" fmla="*/ 150052 h 768467"/>
              <a:gd name="connsiteX1839" fmla="*/ 644770 w 3415751"/>
              <a:gd name="connsiteY1839" fmla="*/ 148045 h 768467"/>
              <a:gd name="connsiteX1840" fmla="*/ 643256 w 3415751"/>
              <a:gd name="connsiteY1840" fmla="*/ 147553 h 768467"/>
              <a:gd name="connsiteX1841" fmla="*/ 641249 w 3415751"/>
              <a:gd name="connsiteY1841" fmla="*/ 148272 h 768467"/>
              <a:gd name="connsiteX1842" fmla="*/ 640454 w 3415751"/>
              <a:gd name="connsiteY1842" fmla="*/ 149446 h 768467"/>
              <a:gd name="connsiteX1843" fmla="*/ 637501 w 3415751"/>
              <a:gd name="connsiteY1843" fmla="*/ 152248 h 768467"/>
              <a:gd name="connsiteX1844" fmla="*/ 635721 w 3415751"/>
              <a:gd name="connsiteY1844" fmla="*/ 154557 h 768467"/>
              <a:gd name="connsiteX1845" fmla="*/ 632541 w 3415751"/>
              <a:gd name="connsiteY1845" fmla="*/ 157321 h 768467"/>
              <a:gd name="connsiteX1846" fmla="*/ 631783 w 3415751"/>
              <a:gd name="connsiteY1846" fmla="*/ 159517 h 768467"/>
              <a:gd name="connsiteX1847" fmla="*/ 632919 w 3415751"/>
              <a:gd name="connsiteY1847" fmla="*/ 159896 h 768467"/>
              <a:gd name="connsiteX1848" fmla="*/ 634207 w 3415751"/>
              <a:gd name="connsiteY1848" fmla="*/ 159707 h 768467"/>
              <a:gd name="connsiteX1849" fmla="*/ 635948 w 3415751"/>
              <a:gd name="connsiteY1849" fmla="*/ 158949 h 768467"/>
              <a:gd name="connsiteX1850" fmla="*/ 635721 w 3415751"/>
              <a:gd name="connsiteY1850" fmla="*/ 160464 h 768467"/>
              <a:gd name="connsiteX1851" fmla="*/ 635002 w 3415751"/>
              <a:gd name="connsiteY1851" fmla="*/ 161789 h 768467"/>
              <a:gd name="connsiteX1852" fmla="*/ 636516 w 3415751"/>
              <a:gd name="connsiteY1852" fmla="*/ 162508 h 768467"/>
              <a:gd name="connsiteX1853" fmla="*/ 637614 w 3415751"/>
              <a:gd name="connsiteY1853" fmla="*/ 163909 h 768467"/>
              <a:gd name="connsiteX1854" fmla="*/ 636781 w 3415751"/>
              <a:gd name="connsiteY1854" fmla="*/ 164440 h 768467"/>
              <a:gd name="connsiteX1855" fmla="*/ 635342 w 3415751"/>
              <a:gd name="connsiteY1855" fmla="*/ 164061 h 768467"/>
              <a:gd name="connsiteX1856" fmla="*/ 633866 w 3415751"/>
              <a:gd name="connsiteY1856" fmla="*/ 163266 h 768467"/>
              <a:gd name="connsiteX1857" fmla="*/ 631518 w 3415751"/>
              <a:gd name="connsiteY1857" fmla="*/ 161524 h 768467"/>
              <a:gd name="connsiteX1858" fmla="*/ 630193 w 3415751"/>
              <a:gd name="connsiteY1858" fmla="*/ 160312 h 768467"/>
              <a:gd name="connsiteX1859" fmla="*/ 628376 w 3415751"/>
              <a:gd name="connsiteY1859" fmla="*/ 159139 h 768467"/>
              <a:gd name="connsiteX1860" fmla="*/ 628376 w 3415751"/>
              <a:gd name="connsiteY1860" fmla="*/ 157662 h 768467"/>
              <a:gd name="connsiteX1861" fmla="*/ 630458 w 3415751"/>
              <a:gd name="connsiteY1861" fmla="*/ 156715 h 768467"/>
              <a:gd name="connsiteX1862" fmla="*/ 631821 w 3415751"/>
              <a:gd name="connsiteY1862" fmla="*/ 155504 h 768467"/>
              <a:gd name="connsiteX1863" fmla="*/ 633298 w 3415751"/>
              <a:gd name="connsiteY1863" fmla="*/ 153459 h 768467"/>
              <a:gd name="connsiteX1864" fmla="*/ 635872 w 3415751"/>
              <a:gd name="connsiteY1864" fmla="*/ 150771 h 768467"/>
              <a:gd name="connsiteX1865" fmla="*/ 637311 w 3415751"/>
              <a:gd name="connsiteY1865" fmla="*/ 149559 h 768467"/>
              <a:gd name="connsiteX1866" fmla="*/ 638485 w 3415751"/>
              <a:gd name="connsiteY1866" fmla="*/ 148613 h 768467"/>
              <a:gd name="connsiteX1867" fmla="*/ 639432 w 3415751"/>
              <a:gd name="connsiteY1867" fmla="*/ 147666 h 768467"/>
              <a:gd name="connsiteX1868" fmla="*/ 640946 w 3415751"/>
              <a:gd name="connsiteY1868" fmla="*/ 146038 h 768467"/>
              <a:gd name="connsiteX1869" fmla="*/ 642044 w 3415751"/>
              <a:gd name="connsiteY1869" fmla="*/ 144599 h 768467"/>
              <a:gd name="connsiteX1870" fmla="*/ 642309 w 3415751"/>
              <a:gd name="connsiteY1870" fmla="*/ 143463 h 768467"/>
              <a:gd name="connsiteX1871" fmla="*/ 641438 w 3415751"/>
              <a:gd name="connsiteY1871" fmla="*/ 143236 h 768467"/>
              <a:gd name="connsiteX1872" fmla="*/ 640416 w 3415751"/>
              <a:gd name="connsiteY1872" fmla="*/ 142176 h 768467"/>
              <a:gd name="connsiteX1873" fmla="*/ 138390 w 3415751"/>
              <a:gd name="connsiteY1873" fmla="*/ 139829 h 768467"/>
              <a:gd name="connsiteX1874" fmla="*/ 137255 w 3415751"/>
              <a:gd name="connsiteY1874" fmla="*/ 140624 h 768467"/>
              <a:gd name="connsiteX1875" fmla="*/ 135475 w 3415751"/>
              <a:gd name="connsiteY1875" fmla="*/ 141116 h 768467"/>
              <a:gd name="connsiteX1876" fmla="*/ 134263 w 3415751"/>
              <a:gd name="connsiteY1876" fmla="*/ 143047 h 768467"/>
              <a:gd name="connsiteX1877" fmla="*/ 132825 w 3415751"/>
              <a:gd name="connsiteY1877" fmla="*/ 144069 h 768467"/>
              <a:gd name="connsiteX1878" fmla="*/ 131840 w 3415751"/>
              <a:gd name="connsiteY1878" fmla="*/ 145773 h 768467"/>
              <a:gd name="connsiteX1879" fmla="*/ 129947 w 3415751"/>
              <a:gd name="connsiteY1879" fmla="*/ 147136 h 768467"/>
              <a:gd name="connsiteX1880" fmla="*/ 129493 w 3415751"/>
              <a:gd name="connsiteY1880" fmla="*/ 149105 h 768467"/>
              <a:gd name="connsiteX1881" fmla="*/ 131613 w 3415751"/>
              <a:gd name="connsiteY1881" fmla="*/ 151225 h 768467"/>
              <a:gd name="connsiteX1882" fmla="*/ 134188 w 3415751"/>
              <a:gd name="connsiteY1882" fmla="*/ 155012 h 768467"/>
              <a:gd name="connsiteX1883" fmla="*/ 135778 w 3415751"/>
              <a:gd name="connsiteY1883" fmla="*/ 157359 h 768467"/>
              <a:gd name="connsiteX1884" fmla="*/ 138883 w 3415751"/>
              <a:gd name="connsiteY1884" fmla="*/ 160615 h 768467"/>
              <a:gd name="connsiteX1885" fmla="*/ 140587 w 3415751"/>
              <a:gd name="connsiteY1885" fmla="*/ 163001 h 768467"/>
              <a:gd name="connsiteX1886" fmla="*/ 142215 w 3415751"/>
              <a:gd name="connsiteY1886" fmla="*/ 165424 h 768467"/>
              <a:gd name="connsiteX1887" fmla="*/ 142934 w 3415751"/>
              <a:gd name="connsiteY1887" fmla="*/ 167166 h 768467"/>
              <a:gd name="connsiteX1888" fmla="*/ 146342 w 3415751"/>
              <a:gd name="connsiteY1888" fmla="*/ 171558 h 768467"/>
              <a:gd name="connsiteX1889" fmla="*/ 149068 w 3415751"/>
              <a:gd name="connsiteY1889" fmla="*/ 173640 h 768467"/>
              <a:gd name="connsiteX1890" fmla="*/ 150885 w 3415751"/>
              <a:gd name="connsiteY1890" fmla="*/ 174928 h 768467"/>
              <a:gd name="connsiteX1891" fmla="*/ 152665 w 3415751"/>
              <a:gd name="connsiteY1891" fmla="*/ 176404 h 768467"/>
              <a:gd name="connsiteX1892" fmla="*/ 155883 w 3415751"/>
              <a:gd name="connsiteY1892" fmla="*/ 178335 h 768467"/>
              <a:gd name="connsiteX1893" fmla="*/ 158269 w 3415751"/>
              <a:gd name="connsiteY1893" fmla="*/ 180304 h 768467"/>
              <a:gd name="connsiteX1894" fmla="*/ 161335 w 3415751"/>
              <a:gd name="connsiteY1894" fmla="*/ 180872 h 768467"/>
              <a:gd name="connsiteX1895" fmla="*/ 163266 w 3415751"/>
              <a:gd name="connsiteY1895" fmla="*/ 180266 h 768467"/>
              <a:gd name="connsiteX1896" fmla="*/ 165841 w 3415751"/>
              <a:gd name="connsiteY1896" fmla="*/ 177805 h 768467"/>
              <a:gd name="connsiteX1897" fmla="*/ 167961 w 3415751"/>
              <a:gd name="connsiteY1897" fmla="*/ 176518 h 768467"/>
              <a:gd name="connsiteX1898" fmla="*/ 169968 w 3415751"/>
              <a:gd name="connsiteY1898" fmla="*/ 174473 h 768467"/>
              <a:gd name="connsiteX1899" fmla="*/ 172126 w 3415751"/>
              <a:gd name="connsiteY1899" fmla="*/ 172542 h 768467"/>
              <a:gd name="connsiteX1900" fmla="*/ 173982 w 3415751"/>
              <a:gd name="connsiteY1900" fmla="*/ 171747 h 768467"/>
              <a:gd name="connsiteX1901" fmla="*/ 175345 w 3415751"/>
              <a:gd name="connsiteY1901" fmla="*/ 169362 h 768467"/>
              <a:gd name="connsiteX1902" fmla="*/ 176897 w 3415751"/>
              <a:gd name="connsiteY1902" fmla="*/ 167090 h 768467"/>
              <a:gd name="connsiteX1903" fmla="*/ 175875 w 3415751"/>
              <a:gd name="connsiteY1903" fmla="*/ 164705 h 768467"/>
              <a:gd name="connsiteX1904" fmla="*/ 174095 w 3415751"/>
              <a:gd name="connsiteY1904" fmla="*/ 161335 h 768467"/>
              <a:gd name="connsiteX1905" fmla="*/ 170763 w 3415751"/>
              <a:gd name="connsiteY1905" fmla="*/ 160161 h 768467"/>
              <a:gd name="connsiteX1906" fmla="*/ 168870 w 3415751"/>
              <a:gd name="connsiteY1906" fmla="*/ 161789 h 768467"/>
              <a:gd name="connsiteX1907" fmla="*/ 167318 w 3415751"/>
              <a:gd name="connsiteY1907" fmla="*/ 162546 h 768467"/>
              <a:gd name="connsiteX1908" fmla="*/ 165917 w 3415751"/>
              <a:gd name="connsiteY1908" fmla="*/ 163493 h 768467"/>
              <a:gd name="connsiteX1909" fmla="*/ 164137 w 3415751"/>
              <a:gd name="connsiteY1909" fmla="*/ 164970 h 768467"/>
              <a:gd name="connsiteX1910" fmla="*/ 160881 w 3415751"/>
              <a:gd name="connsiteY1910" fmla="*/ 166371 h 768467"/>
              <a:gd name="connsiteX1911" fmla="*/ 157284 w 3415751"/>
              <a:gd name="connsiteY1911" fmla="*/ 164591 h 768467"/>
              <a:gd name="connsiteX1912" fmla="*/ 155542 w 3415751"/>
              <a:gd name="connsiteY1912" fmla="*/ 163152 h 768467"/>
              <a:gd name="connsiteX1913" fmla="*/ 153119 w 3415751"/>
              <a:gd name="connsiteY1913" fmla="*/ 158912 h 768467"/>
              <a:gd name="connsiteX1914" fmla="*/ 154520 w 3415751"/>
              <a:gd name="connsiteY1914" fmla="*/ 154444 h 768467"/>
              <a:gd name="connsiteX1915" fmla="*/ 155239 w 3415751"/>
              <a:gd name="connsiteY1915" fmla="*/ 151528 h 768467"/>
              <a:gd name="connsiteX1916" fmla="*/ 155542 w 3415751"/>
              <a:gd name="connsiteY1916" fmla="*/ 149219 h 768467"/>
              <a:gd name="connsiteX1917" fmla="*/ 156640 w 3415751"/>
              <a:gd name="connsiteY1917" fmla="*/ 147212 h 768467"/>
              <a:gd name="connsiteX1918" fmla="*/ 156640 w 3415751"/>
              <a:gd name="connsiteY1918" fmla="*/ 145584 h 768467"/>
              <a:gd name="connsiteX1919" fmla="*/ 154672 w 3415751"/>
              <a:gd name="connsiteY1919" fmla="*/ 144259 h 768467"/>
              <a:gd name="connsiteX1920" fmla="*/ 151075 w 3415751"/>
              <a:gd name="connsiteY1920" fmla="*/ 143312 h 768467"/>
              <a:gd name="connsiteX1921" fmla="*/ 148083 w 3415751"/>
              <a:gd name="connsiteY1921" fmla="*/ 144864 h 768467"/>
              <a:gd name="connsiteX1922" fmla="*/ 147591 w 3415751"/>
              <a:gd name="connsiteY1922" fmla="*/ 147060 h 768467"/>
              <a:gd name="connsiteX1923" fmla="*/ 145736 w 3415751"/>
              <a:gd name="connsiteY1923" fmla="*/ 148007 h 768467"/>
              <a:gd name="connsiteX1924" fmla="*/ 144411 w 3415751"/>
              <a:gd name="connsiteY1924" fmla="*/ 146152 h 768467"/>
              <a:gd name="connsiteX1925" fmla="*/ 142820 w 3415751"/>
              <a:gd name="connsiteY1925" fmla="*/ 141419 h 768467"/>
              <a:gd name="connsiteX1926" fmla="*/ 139943 w 3415751"/>
              <a:gd name="connsiteY1926" fmla="*/ 139829 h 768467"/>
              <a:gd name="connsiteX1927" fmla="*/ 138390 w 3415751"/>
              <a:gd name="connsiteY1927" fmla="*/ 139829 h 768467"/>
              <a:gd name="connsiteX1928" fmla="*/ 469578 w 3415751"/>
              <a:gd name="connsiteY1928" fmla="*/ 124153 h 768467"/>
              <a:gd name="connsiteX1929" fmla="*/ 466662 w 3415751"/>
              <a:gd name="connsiteY1929" fmla="*/ 141116 h 768467"/>
              <a:gd name="connsiteX1930" fmla="*/ 457764 w 3415751"/>
              <a:gd name="connsiteY1930" fmla="*/ 150392 h 768467"/>
              <a:gd name="connsiteX1931" fmla="*/ 454319 w 3415751"/>
              <a:gd name="connsiteY1931" fmla="*/ 156072 h 768467"/>
              <a:gd name="connsiteX1932" fmla="*/ 409565 w 3415751"/>
              <a:gd name="connsiteY1932" fmla="*/ 187006 h 768467"/>
              <a:gd name="connsiteX1933" fmla="*/ 422817 w 3415751"/>
              <a:gd name="connsiteY1933" fmla="*/ 187877 h 768467"/>
              <a:gd name="connsiteX1934" fmla="*/ 422968 w 3415751"/>
              <a:gd name="connsiteY1934" fmla="*/ 187763 h 768467"/>
              <a:gd name="connsiteX1935" fmla="*/ 437470 w 3415751"/>
              <a:gd name="connsiteY1935" fmla="*/ 198213 h 768467"/>
              <a:gd name="connsiteX1936" fmla="*/ 420356 w 3415751"/>
              <a:gd name="connsiteY1936" fmla="*/ 198516 h 768467"/>
              <a:gd name="connsiteX1937" fmla="*/ 408240 w 3415751"/>
              <a:gd name="connsiteY1937" fmla="*/ 187498 h 768467"/>
              <a:gd name="connsiteX1938" fmla="*/ 398738 w 3415751"/>
              <a:gd name="connsiteY1938" fmla="*/ 190988 h 768467"/>
              <a:gd name="connsiteX1939" fmla="*/ 400771 w 3415751"/>
              <a:gd name="connsiteY1939" fmla="*/ 201417 h 768467"/>
              <a:gd name="connsiteX1940" fmla="*/ 404112 w 3415751"/>
              <a:gd name="connsiteY1940" fmla="*/ 218659 h 768467"/>
              <a:gd name="connsiteX1941" fmla="*/ 521109 w 3415751"/>
              <a:gd name="connsiteY1941" fmla="*/ 201015 h 768467"/>
              <a:gd name="connsiteX1942" fmla="*/ 525160 w 3415751"/>
              <a:gd name="connsiteY1942" fmla="*/ 199652 h 768467"/>
              <a:gd name="connsiteX1943" fmla="*/ 525160 w 3415751"/>
              <a:gd name="connsiteY1943" fmla="*/ 203893 h 768467"/>
              <a:gd name="connsiteX1944" fmla="*/ 513574 w 3415751"/>
              <a:gd name="connsiteY1944" fmla="*/ 236720 h 768467"/>
              <a:gd name="connsiteX1945" fmla="*/ 484798 w 3415751"/>
              <a:gd name="connsiteY1945" fmla="*/ 255462 h 768467"/>
              <a:gd name="connsiteX1946" fmla="*/ 472796 w 3415751"/>
              <a:gd name="connsiteY1946" fmla="*/ 277725 h 768467"/>
              <a:gd name="connsiteX1947" fmla="*/ 467268 w 3415751"/>
              <a:gd name="connsiteY1947" fmla="*/ 281512 h 768467"/>
              <a:gd name="connsiteX1948" fmla="*/ 522548 w 3415751"/>
              <a:gd name="connsiteY1948" fmla="*/ 273068 h 768467"/>
              <a:gd name="connsiteX1949" fmla="*/ 526902 w 3415751"/>
              <a:gd name="connsiteY1949" fmla="*/ 272235 h 768467"/>
              <a:gd name="connsiteX1950" fmla="*/ 526675 w 3415751"/>
              <a:gd name="connsiteY1950" fmla="*/ 272235 h 768467"/>
              <a:gd name="connsiteX1951" fmla="*/ 538526 w 3415751"/>
              <a:gd name="connsiteY1951" fmla="*/ 269774 h 768467"/>
              <a:gd name="connsiteX1952" fmla="*/ 520163 w 3415751"/>
              <a:gd name="connsiteY1952" fmla="*/ 296808 h 768467"/>
              <a:gd name="connsiteX1953" fmla="*/ 476923 w 3415751"/>
              <a:gd name="connsiteY1953" fmla="*/ 331226 h 768467"/>
              <a:gd name="connsiteX1954" fmla="*/ 430541 w 3415751"/>
              <a:gd name="connsiteY1954" fmla="*/ 346030 h 768467"/>
              <a:gd name="connsiteX1955" fmla="*/ 422968 w 3415751"/>
              <a:gd name="connsiteY1955" fmla="*/ 346522 h 768467"/>
              <a:gd name="connsiteX1956" fmla="*/ 408845 w 3415751"/>
              <a:gd name="connsiteY1956" fmla="*/ 345500 h 768467"/>
              <a:gd name="connsiteX1957" fmla="*/ 404377 w 3415751"/>
              <a:gd name="connsiteY1957" fmla="*/ 344856 h 768467"/>
              <a:gd name="connsiteX1958" fmla="*/ 413048 w 3415751"/>
              <a:gd name="connsiteY1958" fmla="*/ 381091 h 768467"/>
              <a:gd name="connsiteX1959" fmla="*/ 384159 w 3415751"/>
              <a:gd name="connsiteY1959" fmla="*/ 382946 h 768467"/>
              <a:gd name="connsiteX1960" fmla="*/ 355231 w 3415751"/>
              <a:gd name="connsiteY1960" fmla="*/ 381091 h 768467"/>
              <a:gd name="connsiteX1961" fmla="*/ 363902 w 3415751"/>
              <a:gd name="connsiteY1961" fmla="*/ 344856 h 768467"/>
              <a:gd name="connsiteX1962" fmla="*/ 359434 w 3415751"/>
              <a:gd name="connsiteY1962" fmla="*/ 345500 h 768467"/>
              <a:gd name="connsiteX1963" fmla="*/ 345311 w 3415751"/>
              <a:gd name="connsiteY1963" fmla="*/ 346522 h 768467"/>
              <a:gd name="connsiteX1964" fmla="*/ 337739 w 3415751"/>
              <a:gd name="connsiteY1964" fmla="*/ 346030 h 768467"/>
              <a:gd name="connsiteX1965" fmla="*/ 291319 w 3415751"/>
              <a:gd name="connsiteY1965" fmla="*/ 331226 h 768467"/>
              <a:gd name="connsiteX1966" fmla="*/ 248079 w 3415751"/>
              <a:gd name="connsiteY1966" fmla="*/ 296808 h 768467"/>
              <a:gd name="connsiteX1967" fmla="*/ 229715 w 3415751"/>
              <a:gd name="connsiteY1967" fmla="*/ 269774 h 768467"/>
              <a:gd name="connsiteX1968" fmla="*/ 241566 w 3415751"/>
              <a:gd name="connsiteY1968" fmla="*/ 272235 h 768467"/>
              <a:gd name="connsiteX1969" fmla="*/ 245959 w 3415751"/>
              <a:gd name="connsiteY1969" fmla="*/ 273068 h 768467"/>
              <a:gd name="connsiteX1970" fmla="*/ 301201 w 3415751"/>
              <a:gd name="connsiteY1970" fmla="*/ 281474 h 768467"/>
              <a:gd name="connsiteX1971" fmla="*/ 295673 w 3415751"/>
              <a:gd name="connsiteY1971" fmla="*/ 277877 h 768467"/>
              <a:gd name="connsiteX1972" fmla="*/ 283670 w 3415751"/>
              <a:gd name="connsiteY1972" fmla="*/ 255613 h 768467"/>
              <a:gd name="connsiteX1973" fmla="*/ 254894 w 3415751"/>
              <a:gd name="connsiteY1973" fmla="*/ 236871 h 768467"/>
              <a:gd name="connsiteX1974" fmla="*/ 243308 w 3415751"/>
              <a:gd name="connsiteY1974" fmla="*/ 204044 h 768467"/>
              <a:gd name="connsiteX1975" fmla="*/ 243308 w 3415751"/>
              <a:gd name="connsiteY1975" fmla="*/ 199803 h 768467"/>
              <a:gd name="connsiteX1976" fmla="*/ 247322 w 3415751"/>
              <a:gd name="connsiteY1976" fmla="*/ 201166 h 768467"/>
              <a:gd name="connsiteX1977" fmla="*/ 364508 w 3415751"/>
              <a:gd name="connsiteY1977" fmla="*/ 218659 h 768467"/>
              <a:gd name="connsiteX1978" fmla="*/ 370452 w 3415751"/>
              <a:gd name="connsiteY1978" fmla="*/ 188066 h 768467"/>
              <a:gd name="connsiteX1979" fmla="*/ 370452 w 3415751"/>
              <a:gd name="connsiteY1979" fmla="*/ 187574 h 768467"/>
              <a:gd name="connsiteX1980" fmla="*/ 384045 w 3415751"/>
              <a:gd name="connsiteY1980" fmla="*/ 171898 h 768467"/>
              <a:gd name="connsiteX1981" fmla="*/ 384537 w 3415751"/>
              <a:gd name="connsiteY1981" fmla="*/ 171898 h 768467"/>
              <a:gd name="connsiteX1982" fmla="*/ 395030 w 3415751"/>
              <a:gd name="connsiteY1982" fmla="*/ 178316 h 768467"/>
              <a:gd name="connsiteX1983" fmla="*/ 397746 w 3415751"/>
              <a:gd name="connsiteY1983" fmla="*/ 186329 h 768467"/>
              <a:gd name="connsiteX1984" fmla="*/ 406877 w 3415751"/>
              <a:gd name="connsiteY1984" fmla="*/ 182992 h 768467"/>
              <a:gd name="connsiteX1985" fmla="*/ 403090 w 3415751"/>
              <a:gd name="connsiteY1985" fmla="*/ 166787 h 768467"/>
              <a:gd name="connsiteX1986" fmla="*/ 412064 w 3415751"/>
              <a:gd name="connsiteY1986" fmla="*/ 151225 h 768467"/>
              <a:gd name="connsiteX1987" fmla="*/ 414979 w 3415751"/>
              <a:gd name="connsiteY1987" fmla="*/ 168680 h 768467"/>
              <a:gd name="connsiteX1988" fmla="*/ 407104 w 3415751"/>
              <a:gd name="connsiteY1988" fmla="*/ 182841 h 768467"/>
              <a:gd name="connsiteX1989" fmla="*/ 425458 w 3415751"/>
              <a:gd name="connsiteY1989" fmla="*/ 172025 h 768467"/>
              <a:gd name="connsiteX1990" fmla="*/ 421984 w 3415751"/>
              <a:gd name="connsiteY1990" fmla="*/ 156981 h 768467"/>
              <a:gd name="connsiteX1991" fmla="*/ 430200 w 3415751"/>
              <a:gd name="connsiteY1991" fmla="*/ 141040 h 768467"/>
              <a:gd name="connsiteX1992" fmla="*/ 433229 w 3415751"/>
              <a:gd name="connsiteY1992" fmla="*/ 158684 h 768467"/>
              <a:gd name="connsiteX1993" fmla="*/ 433342 w 3415751"/>
              <a:gd name="connsiteY1993" fmla="*/ 158684 h 768467"/>
              <a:gd name="connsiteX1994" fmla="*/ 429628 w 3415751"/>
              <a:gd name="connsiteY1994" fmla="*/ 168813 h 768467"/>
              <a:gd name="connsiteX1995" fmla="*/ 428355 w 3415751"/>
              <a:gd name="connsiteY1995" fmla="*/ 170317 h 768467"/>
              <a:gd name="connsiteX1996" fmla="*/ 442506 w 3415751"/>
              <a:gd name="connsiteY1996" fmla="*/ 161978 h 768467"/>
              <a:gd name="connsiteX1997" fmla="*/ 438946 w 3415751"/>
              <a:gd name="connsiteY1997" fmla="*/ 146227 h 768467"/>
              <a:gd name="connsiteX1998" fmla="*/ 446519 w 3415751"/>
              <a:gd name="connsiteY1998" fmla="*/ 131082 h 768467"/>
              <a:gd name="connsiteX1999" fmla="*/ 449283 w 3415751"/>
              <a:gd name="connsiteY1999" fmla="*/ 148007 h 768467"/>
              <a:gd name="connsiteX2000" fmla="*/ 442619 w 3415751"/>
              <a:gd name="connsiteY2000" fmla="*/ 161941 h 768467"/>
              <a:gd name="connsiteX2001" fmla="*/ 453599 w 3415751"/>
              <a:gd name="connsiteY2001" fmla="*/ 151869 h 768467"/>
              <a:gd name="connsiteX2002" fmla="*/ 456061 w 3415751"/>
              <a:gd name="connsiteY2002" fmla="*/ 148916 h 768467"/>
              <a:gd name="connsiteX2003" fmla="*/ 458219 w 3415751"/>
              <a:gd name="connsiteY2003" fmla="*/ 135323 h 768467"/>
              <a:gd name="connsiteX2004" fmla="*/ 469578 w 3415751"/>
              <a:gd name="connsiteY2004" fmla="*/ 124153 h 768467"/>
              <a:gd name="connsiteX2005" fmla="*/ 225930 w 3415751"/>
              <a:gd name="connsiteY2005" fmla="*/ 122184 h 768467"/>
              <a:gd name="connsiteX2006" fmla="*/ 223658 w 3415751"/>
              <a:gd name="connsiteY2006" fmla="*/ 123585 h 768467"/>
              <a:gd name="connsiteX2007" fmla="*/ 221954 w 3415751"/>
              <a:gd name="connsiteY2007" fmla="*/ 125289 h 768467"/>
              <a:gd name="connsiteX2008" fmla="*/ 218698 w 3415751"/>
              <a:gd name="connsiteY2008" fmla="*/ 124078 h 768467"/>
              <a:gd name="connsiteX2009" fmla="*/ 217676 w 3415751"/>
              <a:gd name="connsiteY2009" fmla="*/ 125781 h 768467"/>
              <a:gd name="connsiteX2010" fmla="*/ 217676 w 3415751"/>
              <a:gd name="connsiteY2010" fmla="*/ 130476 h 768467"/>
              <a:gd name="connsiteX2011" fmla="*/ 217676 w 3415751"/>
              <a:gd name="connsiteY2011" fmla="*/ 132483 h 768467"/>
              <a:gd name="connsiteX2012" fmla="*/ 218849 w 3415751"/>
              <a:gd name="connsiteY2012" fmla="*/ 133581 h 768467"/>
              <a:gd name="connsiteX2013" fmla="*/ 219569 w 3415751"/>
              <a:gd name="connsiteY2013" fmla="*/ 135361 h 768467"/>
              <a:gd name="connsiteX2014" fmla="*/ 223355 w 3415751"/>
              <a:gd name="connsiteY2014" fmla="*/ 135967 h 768467"/>
              <a:gd name="connsiteX2015" fmla="*/ 225021 w 3415751"/>
              <a:gd name="connsiteY2015" fmla="*/ 133695 h 768467"/>
              <a:gd name="connsiteX2016" fmla="*/ 226611 w 3415751"/>
              <a:gd name="connsiteY2016" fmla="*/ 132559 h 768467"/>
              <a:gd name="connsiteX2017" fmla="*/ 227482 w 3415751"/>
              <a:gd name="connsiteY2017" fmla="*/ 130666 h 768467"/>
              <a:gd name="connsiteX2018" fmla="*/ 227482 w 3415751"/>
              <a:gd name="connsiteY2018" fmla="*/ 130514 h 768467"/>
              <a:gd name="connsiteX2019" fmla="*/ 227293 w 3415751"/>
              <a:gd name="connsiteY2019" fmla="*/ 128280 h 768467"/>
              <a:gd name="connsiteX2020" fmla="*/ 227861 w 3415751"/>
              <a:gd name="connsiteY2020" fmla="*/ 126917 h 768467"/>
              <a:gd name="connsiteX2021" fmla="*/ 228202 w 3415751"/>
              <a:gd name="connsiteY2021" fmla="*/ 125214 h 768467"/>
              <a:gd name="connsiteX2022" fmla="*/ 227558 w 3415751"/>
              <a:gd name="connsiteY2022" fmla="*/ 123623 h 768467"/>
              <a:gd name="connsiteX2023" fmla="*/ 226952 w 3415751"/>
              <a:gd name="connsiteY2023" fmla="*/ 122184 h 768467"/>
              <a:gd name="connsiteX2024" fmla="*/ 225930 w 3415751"/>
              <a:gd name="connsiteY2024" fmla="*/ 122184 h 768467"/>
              <a:gd name="connsiteX2025" fmla="*/ 1557152 w 3415751"/>
              <a:gd name="connsiteY2025" fmla="*/ 118734 h 768467"/>
              <a:gd name="connsiteX2026" fmla="*/ 1567186 w 3415751"/>
              <a:gd name="connsiteY2026" fmla="*/ 119790 h 768467"/>
              <a:gd name="connsiteX2027" fmla="*/ 1579593 w 3415751"/>
              <a:gd name="connsiteY2027" fmla="*/ 119790 h 768467"/>
              <a:gd name="connsiteX2028" fmla="*/ 1586061 w 3415751"/>
              <a:gd name="connsiteY2028" fmla="*/ 124939 h 768467"/>
              <a:gd name="connsiteX2029" fmla="*/ 1597679 w 3415751"/>
              <a:gd name="connsiteY2029" fmla="*/ 128502 h 768467"/>
              <a:gd name="connsiteX2030" fmla="*/ 1601506 w 3415751"/>
              <a:gd name="connsiteY2030" fmla="*/ 141702 h 768467"/>
              <a:gd name="connsiteX2031" fmla="*/ 1610483 w 3415751"/>
              <a:gd name="connsiteY2031" fmla="*/ 161503 h 768467"/>
              <a:gd name="connsiteX2032" fmla="*/ 1599394 w 3415751"/>
              <a:gd name="connsiteY2032" fmla="*/ 181832 h 768467"/>
              <a:gd name="connsiteX2033" fmla="*/ 1601506 w 3415751"/>
              <a:gd name="connsiteY2033" fmla="*/ 188563 h 768467"/>
              <a:gd name="connsiteX2034" fmla="*/ 1641107 w 3415751"/>
              <a:gd name="connsiteY2034" fmla="*/ 179324 h 768467"/>
              <a:gd name="connsiteX2035" fmla="*/ 1663680 w 3415751"/>
              <a:gd name="connsiteY2035" fmla="*/ 174175 h 768467"/>
              <a:gd name="connsiteX2036" fmla="*/ 1673316 w 3415751"/>
              <a:gd name="connsiteY2036" fmla="*/ 178268 h 768467"/>
              <a:gd name="connsiteX2037" fmla="*/ 1683348 w 3415751"/>
              <a:gd name="connsiteY2037" fmla="*/ 181567 h 768467"/>
              <a:gd name="connsiteX2038" fmla="*/ 1695359 w 3415751"/>
              <a:gd name="connsiteY2038" fmla="*/ 192128 h 768467"/>
              <a:gd name="connsiteX2039" fmla="*/ 1695096 w 3415751"/>
              <a:gd name="connsiteY2039" fmla="*/ 192128 h 768467"/>
              <a:gd name="connsiteX2040" fmla="*/ 1700507 w 3415751"/>
              <a:gd name="connsiteY2040" fmla="*/ 198067 h 768467"/>
              <a:gd name="connsiteX2041" fmla="*/ 1699848 w 3415751"/>
              <a:gd name="connsiteY2041" fmla="*/ 210211 h 768467"/>
              <a:gd name="connsiteX2042" fmla="*/ 1678199 w 3415751"/>
              <a:gd name="connsiteY2042" fmla="*/ 228560 h 768467"/>
              <a:gd name="connsiteX2043" fmla="*/ 1666583 w 3415751"/>
              <a:gd name="connsiteY2043" fmla="*/ 225129 h 768467"/>
              <a:gd name="connsiteX2044" fmla="*/ 1646915 w 3415751"/>
              <a:gd name="connsiteY2044" fmla="*/ 226448 h 768467"/>
              <a:gd name="connsiteX2045" fmla="*/ 1631207 w 3415751"/>
              <a:gd name="connsiteY2045" fmla="*/ 228297 h 768467"/>
              <a:gd name="connsiteX2046" fmla="*/ 1616819 w 3415751"/>
              <a:gd name="connsiteY2046" fmla="*/ 232652 h 768467"/>
              <a:gd name="connsiteX2047" fmla="*/ 1602429 w 3415751"/>
              <a:gd name="connsiteY2047" fmla="*/ 237801 h 768467"/>
              <a:gd name="connsiteX2048" fmla="*/ 1589229 w 3415751"/>
              <a:gd name="connsiteY2048" fmla="*/ 237801 h 768467"/>
              <a:gd name="connsiteX2049" fmla="*/ 1569165 w 3415751"/>
              <a:gd name="connsiteY2049" fmla="*/ 246248 h 768467"/>
              <a:gd name="connsiteX2050" fmla="*/ 1522305 w 3415751"/>
              <a:gd name="connsiteY2050" fmla="*/ 257864 h 768467"/>
              <a:gd name="connsiteX2051" fmla="*/ 1509105 w 3415751"/>
              <a:gd name="connsiteY2051" fmla="*/ 261296 h 768467"/>
              <a:gd name="connsiteX2052" fmla="*/ 1495905 w 3415751"/>
              <a:gd name="connsiteY2052" fmla="*/ 264596 h 768467"/>
              <a:gd name="connsiteX2053" fmla="*/ 1484024 w 3415751"/>
              <a:gd name="connsiteY2053" fmla="*/ 267633 h 768467"/>
              <a:gd name="connsiteX2054" fmla="*/ 1473992 w 3415751"/>
              <a:gd name="connsiteY2054" fmla="*/ 268952 h 768467"/>
              <a:gd name="connsiteX2055" fmla="*/ 1463168 w 3415751"/>
              <a:gd name="connsiteY2055" fmla="*/ 271857 h 768467"/>
              <a:gd name="connsiteX2056" fmla="*/ 1453664 w 3415751"/>
              <a:gd name="connsiteY2056" fmla="*/ 271857 h 768467"/>
              <a:gd name="connsiteX2057" fmla="*/ 1446139 w 3415751"/>
              <a:gd name="connsiteY2057" fmla="*/ 271857 h 768467"/>
              <a:gd name="connsiteX2058" fmla="*/ 1433995 w 3415751"/>
              <a:gd name="connsiteY2058" fmla="*/ 275156 h 768467"/>
              <a:gd name="connsiteX2059" fmla="*/ 1423699 w 3415751"/>
              <a:gd name="connsiteY2059" fmla="*/ 278721 h 768467"/>
              <a:gd name="connsiteX2060" fmla="*/ 1414723 w 3415751"/>
              <a:gd name="connsiteY2060" fmla="*/ 283869 h 768467"/>
              <a:gd name="connsiteX2061" fmla="*/ 1407463 w 3415751"/>
              <a:gd name="connsiteY2061" fmla="*/ 278721 h 768467"/>
              <a:gd name="connsiteX2062" fmla="*/ 1394262 w 3415751"/>
              <a:gd name="connsiteY2062" fmla="*/ 277929 h 768467"/>
              <a:gd name="connsiteX2063" fmla="*/ 1390831 w 3415751"/>
              <a:gd name="connsiteY2063" fmla="*/ 263805 h 768467"/>
              <a:gd name="connsiteX2064" fmla="*/ 1390171 w 3415751"/>
              <a:gd name="connsiteY2064" fmla="*/ 252189 h 768467"/>
              <a:gd name="connsiteX2065" fmla="*/ 1392678 w 3415751"/>
              <a:gd name="connsiteY2065" fmla="*/ 242948 h 768467"/>
              <a:gd name="connsiteX2066" fmla="*/ 1419079 w 3415751"/>
              <a:gd name="connsiteY2066" fmla="*/ 229748 h 768467"/>
              <a:gd name="connsiteX2067" fmla="*/ 1426076 w 3415751"/>
              <a:gd name="connsiteY2067" fmla="*/ 233708 h 768467"/>
              <a:gd name="connsiteX2068" fmla="*/ 1441255 w 3415751"/>
              <a:gd name="connsiteY2068" fmla="*/ 228560 h 768467"/>
              <a:gd name="connsiteX2069" fmla="*/ 1477556 w 3415751"/>
              <a:gd name="connsiteY2069" fmla="*/ 221300 h 768467"/>
              <a:gd name="connsiteX2070" fmla="*/ 1493000 w 3415751"/>
              <a:gd name="connsiteY2070" fmla="*/ 219188 h 768467"/>
              <a:gd name="connsiteX2071" fmla="*/ 1521381 w 3415751"/>
              <a:gd name="connsiteY2071" fmla="*/ 210476 h 768467"/>
              <a:gd name="connsiteX2072" fmla="*/ 1532997 w 3415751"/>
              <a:gd name="connsiteY2072" fmla="*/ 203744 h 768467"/>
              <a:gd name="connsiteX2073" fmla="*/ 1531678 w 3415751"/>
              <a:gd name="connsiteY2073" fmla="*/ 195824 h 768467"/>
              <a:gd name="connsiteX2074" fmla="*/ 1523493 w 3415751"/>
              <a:gd name="connsiteY2074" fmla="*/ 193184 h 768467"/>
              <a:gd name="connsiteX2075" fmla="*/ 1515704 w 3415751"/>
              <a:gd name="connsiteY2075" fmla="*/ 187244 h 768467"/>
              <a:gd name="connsiteX2076" fmla="*/ 1517553 w 3415751"/>
              <a:gd name="connsiteY2076" fmla="*/ 179059 h 768467"/>
              <a:gd name="connsiteX2077" fmla="*/ 1520589 w 3415751"/>
              <a:gd name="connsiteY2077" fmla="*/ 171271 h 768467"/>
              <a:gd name="connsiteX2078" fmla="*/ 1523756 w 3415751"/>
              <a:gd name="connsiteY2078" fmla="*/ 161503 h 768467"/>
              <a:gd name="connsiteX2079" fmla="*/ 1513857 w 3415751"/>
              <a:gd name="connsiteY2079" fmla="*/ 137083 h 768467"/>
              <a:gd name="connsiteX2080" fmla="*/ 1516760 w 3415751"/>
              <a:gd name="connsiteY2080" fmla="*/ 128767 h 768467"/>
              <a:gd name="connsiteX2081" fmla="*/ 1531678 w 3415751"/>
              <a:gd name="connsiteY2081" fmla="*/ 126258 h 768467"/>
              <a:gd name="connsiteX2082" fmla="*/ 1540389 w 3415751"/>
              <a:gd name="connsiteY2082" fmla="*/ 122827 h 768467"/>
              <a:gd name="connsiteX2083" fmla="*/ 1548706 w 3415751"/>
              <a:gd name="connsiteY2083" fmla="*/ 121903 h 768467"/>
              <a:gd name="connsiteX2084" fmla="*/ 1557152 w 3415751"/>
              <a:gd name="connsiteY2084" fmla="*/ 118734 h 768467"/>
              <a:gd name="connsiteX2085" fmla="*/ 3299319 w 3415751"/>
              <a:gd name="connsiteY2085" fmla="*/ 116359 h 768467"/>
              <a:gd name="connsiteX2086" fmla="*/ 3313312 w 3415751"/>
              <a:gd name="connsiteY2086" fmla="*/ 127183 h 768467"/>
              <a:gd name="connsiteX2087" fmla="*/ 3307371 w 3415751"/>
              <a:gd name="connsiteY2087" fmla="*/ 144343 h 768467"/>
              <a:gd name="connsiteX2088" fmla="*/ 3295888 w 3415751"/>
              <a:gd name="connsiteY2088" fmla="*/ 159392 h 768467"/>
              <a:gd name="connsiteX2089" fmla="*/ 3295888 w 3415751"/>
              <a:gd name="connsiteY2089" fmla="*/ 172592 h 768467"/>
              <a:gd name="connsiteX2090" fmla="*/ 3303015 w 3415751"/>
              <a:gd name="connsiteY2090" fmla="*/ 183284 h 768467"/>
              <a:gd name="connsiteX2091" fmla="*/ 3287438 w 3415751"/>
              <a:gd name="connsiteY2091" fmla="*/ 214833 h 768467"/>
              <a:gd name="connsiteX2092" fmla="*/ 3275690 w 3415751"/>
              <a:gd name="connsiteY2092" fmla="*/ 231861 h 768467"/>
              <a:gd name="connsiteX2093" fmla="*/ 3289946 w 3415751"/>
              <a:gd name="connsiteY2093" fmla="*/ 239384 h 768467"/>
              <a:gd name="connsiteX2094" fmla="*/ 3296944 w 3415751"/>
              <a:gd name="connsiteY2094" fmla="*/ 250604 h 768467"/>
              <a:gd name="connsiteX2095" fmla="*/ 3310144 w 3415751"/>
              <a:gd name="connsiteY2095" fmla="*/ 237404 h 768467"/>
              <a:gd name="connsiteX2096" fmla="*/ 3298659 w 3415751"/>
              <a:gd name="connsiteY2096" fmla="*/ 233576 h 768467"/>
              <a:gd name="connsiteX2097" fmla="*/ 3296019 w 3415751"/>
              <a:gd name="connsiteY2097" fmla="*/ 220376 h 768467"/>
              <a:gd name="connsiteX2098" fmla="*/ 3303543 w 3415751"/>
              <a:gd name="connsiteY2098" fmla="*/ 214436 h 768467"/>
              <a:gd name="connsiteX2099" fmla="*/ 3309615 w 3415751"/>
              <a:gd name="connsiteY2099" fmla="*/ 207308 h 768467"/>
              <a:gd name="connsiteX2100" fmla="*/ 3308560 w 3415751"/>
              <a:gd name="connsiteY2100" fmla="*/ 194768 h 768467"/>
              <a:gd name="connsiteX2101" fmla="*/ 3319252 w 3415751"/>
              <a:gd name="connsiteY2101" fmla="*/ 189355 h 768467"/>
              <a:gd name="connsiteX2102" fmla="*/ 3325323 w 3415751"/>
              <a:gd name="connsiteY2102" fmla="*/ 180248 h 768467"/>
              <a:gd name="connsiteX2103" fmla="*/ 3328096 w 3415751"/>
              <a:gd name="connsiteY2103" fmla="*/ 170215 h 768467"/>
              <a:gd name="connsiteX2104" fmla="*/ 3320439 w 3415751"/>
              <a:gd name="connsiteY2104" fmla="*/ 151735 h 768467"/>
              <a:gd name="connsiteX2105" fmla="*/ 3358852 w 3415751"/>
              <a:gd name="connsiteY2105" fmla="*/ 131407 h 768467"/>
              <a:gd name="connsiteX2106" fmla="*/ 3362285 w 3415751"/>
              <a:gd name="connsiteY2106" fmla="*/ 126524 h 768467"/>
              <a:gd name="connsiteX2107" fmla="*/ 3373768 w 3415751"/>
              <a:gd name="connsiteY2107" fmla="*/ 125203 h 768467"/>
              <a:gd name="connsiteX2108" fmla="*/ 3386177 w 3415751"/>
              <a:gd name="connsiteY2108" fmla="*/ 132991 h 768467"/>
              <a:gd name="connsiteX2109" fmla="*/ 3389345 w 3415751"/>
              <a:gd name="connsiteY2109" fmla="*/ 142099 h 768467"/>
              <a:gd name="connsiteX2110" fmla="*/ 3387893 w 3415751"/>
              <a:gd name="connsiteY2110" fmla="*/ 158071 h 768467"/>
              <a:gd name="connsiteX2111" fmla="*/ 3370997 w 3415751"/>
              <a:gd name="connsiteY2111" fmla="*/ 171271 h 768467"/>
              <a:gd name="connsiteX2112" fmla="*/ 3357796 w 3415751"/>
              <a:gd name="connsiteY2112" fmla="*/ 203217 h 768467"/>
              <a:gd name="connsiteX2113" fmla="*/ 3353836 w 3415751"/>
              <a:gd name="connsiteY2113" fmla="*/ 214305 h 768467"/>
              <a:gd name="connsiteX2114" fmla="*/ 3350536 w 3415751"/>
              <a:gd name="connsiteY2114" fmla="*/ 227505 h 768467"/>
              <a:gd name="connsiteX2115" fmla="*/ 3347896 w 3415751"/>
              <a:gd name="connsiteY2115" fmla="*/ 244136 h 768467"/>
              <a:gd name="connsiteX2116" fmla="*/ 3355551 w 3415751"/>
              <a:gd name="connsiteY2116" fmla="*/ 246513 h 768467"/>
              <a:gd name="connsiteX2117" fmla="*/ 3370469 w 3415751"/>
              <a:gd name="connsiteY2117" fmla="*/ 238328 h 768467"/>
              <a:gd name="connsiteX2118" fmla="*/ 3380764 w 3415751"/>
              <a:gd name="connsiteY2118" fmla="*/ 238328 h 768467"/>
              <a:gd name="connsiteX2119" fmla="*/ 3389081 w 3415751"/>
              <a:gd name="connsiteY2119" fmla="*/ 244401 h 768467"/>
              <a:gd name="connsiteX2120" fmla="*/ 3398453 w 3415751"/>
              <a:gd name="connsiteY2120" fmla="*/ 247173 h 768467"/>
              <a:gd name="connsiteX2121" fmla="*/ 3409145 w 3415751"/>
              <a:gd name="connsiteY2121" fmla="*/ 251001 h 768467"/>
              <a:gd name="connsiteX2122" fmla="*/ 3409938 w 3415751"/>
              <a:gd name="connsiteY2122" fmla="*/ 250869 h 768467"/>
              <a:gd name="connsiteX2123" fmla="*/ 3415614 w 3415751"/>
              <a:gd name="connsiteY2123" fmla="*/ 275289 h 768467"/>
              <a:gd name="connsiteX2124" fmla="*/ 3409541 w 3415751"/>
              <a:gd name="connsiteY2124" fmla="*/ 297334 h 768467"/>
              <a:gd name="connsiteX2125" fmla="*/ 3376277 w 3415751"/>
              <a:gd name="connsiteY2125" fmla="*/ 306178 h 768467"/>
              <a:gd name="connsiteX2126" fmla="*/ 3365980 w 3415751"/>
              <a:gd name="connsiteY2126" fmla="*/ 310534 h 768467"/>
              <a:gd name="connsiteX2127" fmla="*/ 3352780 w 3415751"/>
              <a:gd name="connsiteY2127" fmla="*/ 309346 h 768467"/>
              <a:gd name="connsiteX2128" fmla="*/ 3336280 w 3415751"/>
              <a:gd name="connsiteY2128" fmla="*/ 309346 h 768467"/>
              <a:gd name="connsiteX2129" fmla="*/ 3307899 w 3415751"/>
              <a:gd name="connsiteY2129" fmla="*/ 329542 h 768467"/>
              <a:gd name="connsiteX2130" fmla="*/ 3297472 w 3415751"/>
              <a:gd name="connsiteY2130" fmla="*/ 340630 h 768467"/>
              <a:gd name="connsiteX2131" fmla="*/ 3280839 w 3415751"/>
              <a:gd name="connsiteY2131" fmla="*/ 355943 h 768467"/>
              <a:gd name="connsiteX2132" fmla="*/ 3278199 w 3415751"/>
              <a:gd name="connsiteY2132" fmla="*/ 371651 h 768467"/>
              <a:gd name="connsiteX2133" fmla="*/ 3286119 w 3415751"/>
              <a:gd name="connsiteY2133" fmla="*/ 373235 h 768467"/>
              <a:gd name="connsiteX2134" fmla="*/ 3300375 w 3415751"/>
              <a:gd name="connsiteY2134" fmla="*/ 367559 h 768467"/>
              <a:gd name="connsiteX2135" fmla="*/ 3309748 w 3415751"/>
              <a:gd name="connsiteY2135" fmla="*/ 362542 h 768467"/>
              <a:gd name="connsiteX2136" fmla="*/ 3326116 w 3415751"/>
              <a:gd name="connsiteY2136" fmla="*/ 370858 h 768467"/>
              <a:gd name="connsiteX2137" fmla="*/ 3342088 w 3415751"/>
              <a:gd name="connsiteY2137" fmla="*/ 377459 h 768467"/>
              <a:gd name="connsiteX2138" fmla="*/ 3348292 w 3415751"/>
              <a:gd name="connsiteY2138" fmla="*/ 383795 h 768467"/>
              <a:gd name="connsiteX2139" fmla="*/ 3344200 w 3415751"/>
              <a:gd name="connsiteY2139" fmla="*/ 400427 h 768467"/>
              <a:gd name="connsiteX2140" fmla="*/ 3334696 w 3415751"/>
              <a:gd name="connsiteY2140" fmla="*/ 408612 h 768467"/>
              <a:gd name="connsiteX2141" fmla="*/ 3317931 w 3415751"/>
              <a:gd name="connsiteY2141" fmla="*/ 411780 h 768467"/>
              <a:gd name="connsiteX2142" fmla="*/ 3306579 w 3415751"/>
              <a:gd name="connsiteY2142" fmla="*/ 415607 h 768467"/>
              <a:gd name="connsiteX2143" fmla="*/ 3280179 w 3415751"/>
              <a:gd name="connsiteY2143" fmla="*/ 427487 h 768467"/>
              <a:gd name="connsiteX2144" fmla="*/ 3281367 w 3415751"/>
              <a:gd name="connsiteY2144" fmla="*/ 445704 h 768467"/>
              <a:gd name="connsiteX2145" fmla="*/ 3279386 w 3415751"/>
              <a:gd name="connsiteY2145" fmla="*/ 461279 h 768467"/>
              <a:gd name="connsiteX2146" fmla="*/ 3275690 w 3415751"/>
              <a:gd name="connsiteY2146" fmla="*/ 479100 h 768467"/>
              <a:gd name="connsiteX2147" fmla="*/ 3268826 w 3415751"/>
              <a:gd name="connsiteY2147" fmla="*/ 490981 h 768467"/>
              <a:gd name="connsiteX2148" fmla="*/ 3255626 w 3415751"/>
              <a:gd name="connsiteY2148" fmla="*/ 516589 h 768467"/>
              <a:gd name="connsiteX2149" fmla="*/ 3236354 w 3415751"/>
              <a:gd name="connsiteY2149" fmla="*/ 523453 h 768467"/>
              <a:gd name="connsiteX2150" fmla="*/ 3220910 w 3415751"/>
              <a:gd name="connsiteY2150" fmla="*/ 527677 h 768467"/>
              <a:gd name="connsiteX2151" fmla="*/ 3197678 w 3415751"/>
              <a:gd name="connsiteY2151" fmla="*/ 527677 h 768467"/>
              <a:gd name="connsiteX2152" fmla="*/ 3196225 w 3415751"/>
              <a:gd name="connsiteY2152" fmla="*/ 513685 h 768467"/>
              <a:gd name="connsiteX2153" fmla="*/ 3173784 w 3415751"/>
              <a:gd name="connsiteY2153" fmla="*/ 492432 h 768467"/>
              <a:gd name="connsiteX2154" fmla="*/ 3185797 w 3415751"/>
              <a:gd name="connsiteY2154" fmla="*/ 486492 h 768467"/>
              <a:gd name="connsiteX2155" fmla="*/ 3214837 w 3415751"/>
              <a:gd name="connsiteY2155" fmla="*/ 481212 h 768467"/>
              <a:gd name="connsiteX2156" fmla="*/ 3237674 w 3415751"/>
              <a:gd name="connsiteY2156" fmla="*/ 441611 h 768467"/>
              <a:gd name="connsiteX2157" fmla="*/ 3231337 w 3415751"/>
              <a:gd name="connsiteY2157" fmla="*/ 432635 h 768467"/>
              <a:gd name="connsiteX2158" fmla="*/ 3209954 w 3415751"/>
              <a:gd name="connsiteY2158" fmla="*/ 436464 h 768467"/>
              <a:gd name="connsiteX2159" fmla="*/ 3187909 w 3415751"/>
              <a:gd name="connsiteY2159" fmla="*/ 440292 h 768467"/>
              <a:gd name="connsiteX2160" fmla="*/ 3169825 w 3415751"/>
              <a:gd name="connsiteY2160" fmla="*/ 446760 h 768467"/>
              <a:gd name="connsiteX2161" fmla="*/ 3153588 w 3415751"/>
              <a:gd name="connsiteY2161" fmla="*/ 442800 h 768467"/>
              <a:gd name="connsiteX2162" fmla="*/ 3146196 w 3415751"/>
              <a:gd name="connsiteY2162" fmla="*/ 439499 h 768467"/>
              <a:gd name="connsiteX2163" fmla="*/ 3144480 w 3415751"/>
              <a:gd name="connsiteY2163" fmla="*/ 427620 h 768467"/>
              <a:gd name="connsiteX2164" fmla="*/ 3147780 w 3415751"/>
              <a:gd name="connsiteY2164" fmla="*/ 411252 h 768467"/>
              <a:gd name="connsiteX2165" fmla="*/ 3167580 w 3415751"/>
              <a:gd name="connsiteY2165" fmla="*/ 398974 h 768467"/>
              <a:gd name="connsiteX2166" fmla="*/ 3181969 w 3415751"/>
              <a:gd name="connsiteY2166" fmla="*/ 402670 h 768467"/>
              <a:gd name="connsiteX2167" fmla="*/ 3195961 w 3415751"/>
              <a:gd name="connsiteY2167" fmla="*/ 393959 h 768467"/>
              <a:gd name="connsiteX2168" fmla="*/ 3213253 w 3415751"/>
              <a:gd name="connsiteY2168" fmla="*/ 389339 h 768467"/>
              <a:gd name="connsiteX2169" fmla="*/ 3223682 w 3415751"/>
              <a:gd name="connsiteY2169" fmla="*/ 384059 h 768467"/>
              <a:gd name="connsiteX2170" fmla="*/ 3227378 w 3415751"/>
              <a:gd name="connsiteY2170" fmla="*/ 377987 h 768467"/>
              <a:gd name="connsiteX2171" fmla="*/ 3229225 w 3415751"/>
              <a:gd name="connsiteY2171" fmla="*/ 364787 h 768467"/>
              <a:gd name="connsiteX2172" fmla="*/ 3234110 w 3415751"/>
              <a:gd name="connsiteY2172" fmla="*/ 351587 h 768467"/>
              <a:gd name="connsiteX2173" fmla="*/ 3224078 w 3415751"/>
              <a:gd name="connsiteY2173" fmla="*/ 350662 h 768467"/>
              <a:gd name="connsiteX2174" fmla="*/ 3212989 w 3415751"/>
              <a:gd name="connsiteY2174" fmla="*/ 357923 h 768467"/>
              <a:gd name="connsiteX2175" fmla="*/ 3200448 w 3415751"/>
              <a:gd name="connsiteY2175" fmla="*/ 364391 h 768467"/>
              <a:gd name="connsiteX2176" fmla="*/ 3189889 w 3415751"/>
              <a:gd name="connsiteY2176" fmla="*/ 364391 h 768467"/>
              <a:gd name="connsiteX2177" fmla="*/ 3185930 w 3415751"/>
              <a:gd name="connsiteY2177" fmla="*/ 354755 h 768467"/>
              <a:gd name="connsiteX2178" fmla="*/ 3188833 w 3415751"/>
              <a:gd name="connsiteY2178" fmla="*/ 340366 h 768467"/>
              <a:gd name="connsiteX2179" fmla="*/ 3199922 w 3415751"/>
              <a:gd name="connsiteY2179" fmla="*/ 313965 h 768467"/>
              <a:gd name="connsiteX2180" fmla="*/ 3215497 w 3415751"/>
              <a:gd name="connsiteY2180" fmla="*/ 312909 h 768467"/>
              <a:gd name="connsiteX2181" fmla="*/ 3221305 w 3415751"/>
              <a:gd name="connsiteY2181" fmla="*/ 309081 h 768467"/>
              <a:gd name="connsiteX2182" fmla="*/ 3235695 w 3415751"/>
              <a:gd name="connsiteY2182" fmla="*/ 307762 h 768467"/>
              <a:gd name="connsiteX2183" fmla="*/ 3252063 w 3415751"/>
              <a:gd name="connsiteY2183" fmla="*/ 303670 h 768467"/>
              <a:gd name="connsiteX2184" fmla="*/ 3264339 w 3415751"/>
              <a:gd name="connsiteY2184" fmla="*/ 301558 h 768467"/>
              <a:gd name="connsiteX2185" fmla="*/ 3274634 w 3415751"/>
              <a:gd name="connsiteY2185" fmla="*/ 297862 h 768467"/>
              <a:gd name="connsiteX2186" fmla="*/ 3280707 w 3415751"/>
              <a:gd name="connsiteY2186" fmla="*/ 293506 h 768467"/>
              <a:gd name="connsiteX2187" fmla="*/ 3295095 w 3415751"/>
              <a:gd name="connsiteY2187" fmla="*/ 293506 h 768467"/>
              <a:gd name="connsiteX2188" fmla="*/ 3306844 w 3415751"/>
              <a:gd name="connsiteY2188" fmla="*/ 293506 h 768467"/>
              <a:gd name="connsiteX2189" fmla="*/ 3318987 w 3415751"/>
              <a:gd name="connsiteY2189" fmla="*/ 296409 h 768467"/>
              <a:gd name="connsiteX2190" fmla="*/ 3332187 w 3415751"/>
              <a:gd name="connsiteY2190" fmla="*/ 289942 h 768467"/>
              <a:gd name="connsiteX2191" fmla="*/ 3339579 w 3415751"/>
              <a:gd name="connsiteY2191" fmla="*/ 275817 h 768467"/>
              <a:gd name="connsiteX2192" fmla="*/ 3322023 w 3415751"/>
              <a:gd name="connsiteY2192" fmla="*/ 277797 h 768467"/>
              <a:gd name="connsiteX2193" fmla="*/ 3303543 w 3415751"/>
              <a:gd name="connsiteY2193" fmla="*/ 280437 h 768467"/>
              <a:gd name="connsiteX2194" fmla="*/ 3274503 w 3415751"/>
              <a:gd name="connsiteY2194" fmla="*/ 283474 h 768467"/>
              <a:gd name="connsiteX2195" fmla="*/ 3259850 w 3415751"/>
              <a:gd name="connsiteY2195" fmla="*/ 286905 h 768467"/>
              <a:gd name="connsiteX2196" fmla="*/ 3245197 w 3415751"/>
              <a:gd name="connsiteY2196" fmla="*/ 289942 h 768467"/>
              <a:gd name="connsiteX2197" fmla="*/ 3221437 w 3415751"/>
              <a:gd name="connsiteY2197" fmla="*/ 292978 h 768467"/>
              <a:gd name="connsiteX2198" fmla="*/ 3203221 w 3415751"/>
              <a:gd name="connsiteY2198" fmla="*/ 296674 h 768467"/>
              <a:gd name="connsiteX2199" fmla="*/ 3181704 w 3415751"/>
              <a:gd name="connsiteY2199" fmla="*/ 305385 h 768467"/>
              <a:gd name="connsiteX2200" fmla="*/ 3168504 w 3415751"/>
              <a:gd name="connsiteY2200" fmla="*/ 322941 h 768467"/>
              <a:gd name="connsiteX2201" fmla="*/ 3162168 w 3415751"/>
              <a:gd name="connsiteY2201" fmla="*/ 330466 h 768467"/>
              <a:gd name="connsiteX2202" fmla="*/ 3134712 w 3415751"/>
              <a:gd name="connsiteY2202" fmla="*/ 351455 h 768467"/>
              <a:gd name="connsiteX2203" fmla="*/ 3124020 w 3415751"/>
              <a:gd name="connsiteY2203" fmla="*/ 347098 h 768467"/>
              <a:gd name="connsiteX2204" fmla="*/ 3115968 w 3415751"/>
              <a:gd name="connsiteY2204" fmla="*/ 321885 h 768467"/>
              <a:gd name="connsiteX2205" fmla="*/ 3115968 w 3415751"/>
              <a:gd name="connsiteY2205" fmla="*/ 296541 h 768467"/>
              <a:gd name="connsiteX2206" fmla="*/ 3119927 w 3415751"/>
              <a:gd name="connsiteY2206" fmla="*/ 286245 h 768467"/>
              <a:gd name="connsiteX2207" fmla="*/ 3127188 w 3415751"/>
              <a:gd name="connsiteY2207" fmla="*/ 281493 h 768467"/>
              <a:gd name="connsiteX2208" fmla="*/ 3144877 w 3415751"/>
              <a:gd name="connsiteY2208" fmla="*/ 252188 h 768467"/>
              <a:gd name="connsiteX2209" fmla="*/ 3149892 w 3415751"/>
              <a:gd name="connsiteY2209" fmla="*/ 252188 h 768467"/>
              <a:gd name="connsiteX2210" fmla="*/ 3153457 w 3415751"/>
              <a:gd name="connsiteY2210" fmla="*/ 274893 h 768467"/>
              <a:gd name="connsiteX2211" fmla="*/ 3153798 w 3415751"/>
              <a:gd name="connsiteY2211" fmla="*/ 277236 h 768467"/>
              <a:gd name="connsiteX2212" fmla="*/ 3161244 w 3415751"/>
              <a:gd name="connsiteY2212" fmla="*/ 280701 h 768467"/>
              <a:gd name="connsiteX2213" fmla="*/ 3176424 w 3415751"/>
              <a:gd name="connsiteY2213" fmla="*/ 274761 h 768467"/>
              <a:gd name="connsiteX2214" fmla="*/ 3181573 w 3415751"/>
              <a:gd name="connsiteY2214" fmla="*/ 269614 h 768467"/>
              <a:gd name="connsiteX2215" fmla="*/ 3177612 w 3415751"/>
              <a:gd name="connsiteY2215" fmla="*/ 259054 h 768467"/>
              <a:gd name="connsiteX2216" fmla="*/ 3174972 w 3415751"/>
              <a:gd name="connsiteY2216" fmla="*/ 243740 h 768467"/>
              <a:gd name="connsiteX2217" fmla="*/ 3177349 w 3415751"/>
              <a:gd name="connsiteY2217" fmla="*/ 212324 h 768467"/>
              <a:gd name="connsiteX2218" fmla="*/ 3175105 w 3415751"/>
              <a:gd name="connsiteY2218" fmla="*/ 179060 h 768467"/>
              <a:gd name="connsiteX2219" fmla="*/ 3172069 w 3415751"/>
              <a:gd name="connsiteY2219" fmla="*/ 160052 h 768467"/>
              <a:gd name="connsiteX2220" fmla="*/ 3178405 w 3415751"/>
              <a:gd name="connsiteY2220" fmla="*/ 149095 h 768467"/>
              <a:gd name="connsiteX2221" fmla="*/ 3187513 w 3415751"/>
              <a:gd name="connsiteY2221" fmla="*/ 149095 h 768467"/>
              <a:gd name="connsiteX2222" fmla="*/ 3192133 w 3415751"/>
              <a:gd name="connsiteY2222" fmla="*/ 146059 h 768467"/>
              <a:gd name="connsiteX2223" fmla="*/ 3196094 w 3415751"/>
              <a:gd name="connsiteY2223" fmla="*/ 152000 h 768467"/>
              <a:gd name="connsiteX2224" fmla="*/ 3197678 w 3415751"/>
              <a:gd name="connsiteY2224" fmla="*/ 162823 h 768467"/>
              <a:gd name="connsiteX2225" fmla="*/ 3198865 w 3415751"/>
              <a:gd name="connsiteY2225" fmla="*/ 176023 h 768467"/>
              <a:gd name="connsiteX2226" fmla="*/ 3198865 w 3415751"/>
              <a:gd name="connsiteY2226" fmla="*/ 184340 h 768467"/>
              <a:gd name="connsiteX2227" fmla="*/ 3198865 w 3415751"/>
              <a:gd name="connsiteY2227" fmla="*/ 193448 h 768467"/>
              <a:gd name="connsiteX2228" fmla="*/ 3198865 w 3415751"/>
              <a:gd name="connsiteY2228" fmla="*/ 204932 h 768467"/>
              <a:gd name="connsiteX2229" fmla="*/ 3200185 w 3415751"/>
              <a:gd name="connsiteY2229" fmla="*/ 227372 h 768467"/>
              <a:gd name="connsiteX2230" fmla="*/ 3203090 w 3415751"/>
              <a:gd name="connsiteY2230" fmla="*/ 242421 h 768467"/>
              <a:gd name="connsiteX2231" fmla="*/ 3203090 w 3415751"/>
              <a:gd name="connsiteY2231" fmla="*/ 253509 h 768467"/>
              <a:gd name="connsiteX2232" fmla="*/ 3198601 w 3415751"/>
              <a:gd name="connsiteY2232" fmla="*/ 266709 h 768467"/>
              <a:gd name="connsiteX2233" fmla="*/ 3204937 w 3415751"/>
              <a:gd name="connsiteY2233" fmla="*/ 273177 h 768467"/>
              <a:gd name="connsiteX2234" fmla="*/ 3217476 w 3415751"/>
              <a:gd name="connsiteY2234" fmla="*/ 269746 h 768467"/>
              <a:gd name="connsiteX2235" fmla="*/ 3228301 w 3415751"/>
              <a:gd name="connsiteY2235" fmla="*/ 269085 h 768467"/>
              <a:gd name="connsiteX2236" fmla="*/ 3245990 w 3415751"/>
              <a:gd name="connsiteY2236" fmla="*/ 265916 h 768467"/>
              <a:gd name="connsiteX2237" fmla="*/ 3255626 w 3415751"/>
              <a:gd name="connsiteY2237" fmla="*/ 262617 h 768467"/>
              <a:gd name="connsiteX2238" fmla="*/ 3263150 w 3415751"/>
              <a:gd name="connsiteY2238" fmla="*/ 257601 h 768467"/>
              <a:gd name="connsiteX2239" fmla="*/ 3264206 w 3415751"/>
              <a:gd name="connsiteY2239" fmla="*/ 251925 h 768467"/>
              <a:gd name="connsiteX2240" fmla="*/ 3253645 w 3415751"/>
              <a:gd name="connsiteY2240" fmla="*/ 250869 h 768467"/>
              <a:gd name="connsiteX2241" fmla="*/ 3244010 w 3415751"/>
              <a:gd name="connsiteY2241" fmla="*/ 254828 h 768467"/>
              <a:gd name="connsiteX2242" fmla="*/ 3241238 w 3415751"/>
              <a:gd name="connsiteY2242" fmla="*/ 245985 h 768467"/>
              <a:gd name="connsiteX2243" fmla="*/ 3235430 w 3415751"/>
              <a:gd name="connsiteY2243" fmla="*/ 238725 h 768467"/>
              <a:gd name="connsiteX2244" fmla="*/ 3231602 w 3415751"/>
              <a:gd name="connsiteY2244" fmla="*/ 249550 h 768467"/>
              <a:gd name="connsiteX2245" fmla="*/ 3226982 w 3415751"/>
              <a:gd name="connsiteY2245" fmla="*/ 256017 h 768467"/>
              <a:gd name="connsiteX2246" fmla="*/ 3220514 w 3415751"/>
              <a:gd name="connsiteY2246" fmla="*/ 259449 h 768467"/>
              <a:gd name="connsiteX2247" fmla="*/ 3213913 w 3415751"/>
              <a:gd name="connsiteY2247" fmla="*/ 247041 h 768467"/>
              <a:gd name="connsiteX2248" fmla="*/ 3214837 w 3415751"/>
              <a:gd name="connsiteY2248" fmla="*/ 221432 h 768467"/>
              <a:gd name="connsiteX2249" fmla="*/ 3211934 w 3415751"/>
              <a:gd name="connsiteY2249" fmla="*/ 204008 h 768467"/>
              <a:gd name="connsiteX2250" fmla="*/ 3211934 w 3415751"/>
              <a:gd name="connsiteY2250" fmla="*/ 179325 h 768467"/>
              <a:gd name="connsiteX2251" fmla="*/ 3210085 w 3415751"/>
              <a:gd name="connsiteY2251" fmla="*/ 171008 h 768467"/>
              <a:gd name="connsiteX2252" fmla="*/ 3215102 w 3415751"/>
              <a:gd name="connsiteY2252" fmla="*/ 158996 h 768467"/>
              <a:gd name="connsiteX2253" fmla="*/ 3223550 w 3415751"/>
              <a:gd name="connsiteY2253" fmla="*/ 154243 h 768467"/>
              <a:gd name="connsiteX2254" fmla="*/ 3227641 w 3415751"/>
              <a:gd name="connsiteY2254" fmla="*/ 167444 h 768467"/>
              <a:gd name="connsiteX2255" fmla="*/ 3230413 w 3415751"/>
              <a:gd name="connsiteY2255" fmla="*/ 175760 h 768467"/>
              <a:gd name="connsiteX2256" fmla="*/ 3234374 w 3415751"/>
              <a:gd name="connsiteY2256" fmla="*/ 203612 h 768467"/>
              <a:gd name="connsiteX2257" fmla="*/ 3238070 w 3415751"/>
              <a:gd name="connsiteY2257" fmla="*/ 210081 h 768467"/>
              <a:gd name="connsiteX2258" fmla="*/ 3252459 w 3415751"/>
              <a:gd name="connsiteY2258" fmla="*/ 210081 h 768467"/>
              <a:gd name="connsiteX2259" fmla="*/ 3257871 w 3415751"/>
              <a:gd name="connsiteY2259" fmla="*/ 216945 h 768467"/>
              <a:gd name="connsiteX2260" fmla="*/ 3271071 w 3415751"/>
              <a:gd name="connsiteY2260" fmla="*/ 204668 h 768467"/>
              <a:gd name="connsiteX2261" fmla="*/ 3264074 w 3415751"/>
              <a:gd name="connsiteY2261" fmla="*/ 188036 h 768467"/>
              <a:gd name="connsiteX2262" fmla="*/ 3252459 w 3415751"/>
              <a:gd name="connsiteY2262" fmla="*/ 192523 h 768467"/>
              <a:gd name="connsiteX2263" fmla="*/ 3244274 w 3415751"/>
              <a:gd name="connsiteY2263" fmla="*/ 196352 h 768467"/>
              <a:gd name="connsiteX2264" fmla="*/ 3244274 w 3415751"/>
              <a:gd name="connsiteY2264" fmla="*/ 179853 h 768467"/>
              <a:gd name="connsiteX2265" fmla="*/ 3249290 w 3415751"/>
              <a:gd name="connsiteY2265" fmla="*/ 166652 h 768467"/>
              <a:gd name="connsiteX2266" fmla="*/ 3243746 w 3415751"/>
              <a:gd name="connsiteY2266" fmla="*/ 152000 h 768467"/>
              <a:gd name="connsiteX2267" fmla="*/ 3252986 w 3415751"/>
              <a:gd name="connsiteY2267" fmla="*/ 142759 h 768467"/>
              <a:gd name="connsiteX2268" fmla="*/ 3263151 w 3415751"/>
              <a:gd name="connsiteY2268" fmla="*/ 151075 h 768467"/>
              <a:gd name="connsiteX2269" fmla="*/ 3275427 w 3415751"/>
              <a:gd name="connsiteY2269" fmla="*/ 134839 h 768467"/>
              <a:gd name="connsiteX2270" fmla="*/ 3284535 w 3415751"/>
              <a:gd name="connsiteY2270" fmla="*/ 117943 h 768467"/>
              <a:gd name="connsiteX2271" fmla="*/ 3291927 w 3415751"/>
              <a:gd name="connsiteY2271" fmla="*/ 117943 h 768467"/>
              <a:gd name="connsiteX2272" fmla="*/ 3299319 w 3415751"/>
              <a:gd name="connsiteY2272" fmla="*/ 116359 h 768467"/>
              <a:gd name="connsiteX2273" fmla="*/ 370226 w 3415751"/>
              <a:gd name="connsiteY2273" fmla="*/ 103560 h 768467"/>
              <a:gd name="connsiteX2274" fmla="*/ 215669 w 3415751"/>
              <a:gd name="connsiteY2274" fmla="*/ 159328 h 768467"/>
              <a:gd name="connsiteX2275" fmla="*/ 215631 w 3415751"/>
              <a:gd name="connsiteY2275" fmla="*/ 159328 h 768467"/>
              <a:gd name="connsiteX2276" fmla="*/ 103178 w 3415751"/>
              <a:gd name="connsiteY2276" fmla="*/ 384310 h 768467"/>
              <a:gd name="connsiteX2277" fmla="*/ 106396 w 3415751"/>
              <a:gd name="connsiteY2277" fmla="*/ 427095 h 768467"/>
              <a:gd name="connsiteX2278" fmla="*/ 107040 w 3415751"/>
              <a:gd name="connsiteY2278" fmla="*/ 430578 h 768467"/>
              <a:gd name="connsiteX2279" fmla="*/ 110069 w 3415751"/>
              <a:gd name="connsiteY2279" fmla="*/ 446178 h 768467"/>
              <a:gd name="connsiteX2280" fmla="*/ 115748 w 3415751"/>
              <a:gd name="connsiteY2280" fmla="*/ 467722 h 768467"/>
              <a:gd name="connsiteX2281" fmla="*/ 124002 w 3415751"/>
              <a:gd name="connsiteY2281" fmla="*/ 490440 h 768467"/>
              <a:gd name="connsiteX2282" fmla="*/ 125214 w 3415751"/>
              <a:gd name="connsiteY2282" fmla="*/ 493469 h 768467"/>
              <a:gd name="connsiteX2283" fmla="*/ 158685 w 3415751"/>
              <a:gd name="connsiteY2283" fmla="*/ 552156 h 768467"/>
              <a:gd name="connsiteX2284" fmla="*/ 158874 w 3415751"/>
              <a:gd name="connsiteY2284" fmla="*/ 552383 h 768467"/>
              <a:gd name="connsiteX2285" fmla="*/ 159158 w 3415751"/>
              <a:gd name="connsiteY2285" fmla="*/ 552766 h 768467"/>
              <a:gd name="connsiteX2286" fmla="*/ 291771 w 3415751"/>
              <a:gd name="connsiteY2286" fmla="*/ 649778 h 768467"/>
              <a:gd name="connsiteX2287" fmla="*/ 303575 w 3415751"/>
              <a:gd name="connsiteY2287" fmla="*/ 652644 h 768467"/>
              <a:gd name="connsiteX2288" fmla="*/ 303028 w 3415751"/>
              <a:gd name="connsiteY2288" fmla="*/ 649706 h 768467"/>
              <a:gd name="connsiteX2289" fmla="*/ 297339 w 3415751"/>
              <a:gd name="connsiteY2289" fmla="*/ 640604 h 768467"/>
              <a:gd name="connsiteX2290" fmla="*/ 286775 w 3415751"/>
              <a:gd name="connsiteY2290" fmla="*/ 636818 h 768467"/>
              <a:gd name="connsiteX2291" fmla="*/ 285149 w 3415751"/>
              <a:gd name="connsiteY2291" fmla="*/ 635324 h 768467"/>
              <a:gd name="connsiteX2292" fmla="*/ 301352 w 3415751"/>
              <a:gd name="connsiteY2292" fmla="*/ 638068 h 768467"/>
              <a:gd name="connsiteX2293" fmla="*/ 311954 w 3415751"/>
              <a:gd name="connsiteY2293" fmla="*/ 654500 h 768467"/>
              <a:gd name="connsiteX2294" fmla="*/ 316763 w 3415751"/>
              <a:gd name="connsiteY2294" fmla="*/ 654500 h 768467"/>
              <a:gd name="connsiteX2295" fmla="*/ 318067 w 3415751"/>
              <a:gd name="connsiteY2295" fmla="*/ 656163 h 768467"/>
              <a:gd name="connsiteX2296" fmla="*/ 319172 w 3415751"/>
              <a:gd name="connsiteY2296" fmla="*/ 656431 h 768467"/>
              <a:gd name="connsiteX2297" fmla="*/ 331037 w 3415751"/>
              <a:gd name="connsiteY2297" fmla="*/ 656431 h 768467"/>
              <a:gd name="connsiteX2298" fmla="*/ 330882 w 3415751"/>
              <a:gd name="connsiteY2298" fmla="*/ 659274 h 768467"/>
              <a:gd name="connsiteX2299" fmla="*/ 344175 w 3415751"/>
              <a:gd name="connsiteY2299" fmla="*/ 662502 h 768467"/>
              <a:gd name="connsiteX2300" fmla="*/ 398042 w 3415751"/>
              <a:gd name="connsiteY2300" fmla="*/ 665041 h 768467"/>
              <a:gd name="connsiteX2301" fmla="*/ 444656 w 3415751"/>
              <a:gd name="connsiteY2301" fmla="*/ 658212 h 768467"/>
              <a:gd name="connsiteX2302" fmla="*/ 444625 w 3415751"/>
              <a:gd name="connsiteY2302" fmla="*/ 658210 h 768467"/>
              <a:gd name="connsiteX2303" fmla="*/ 446784 w 3415751"/>
              <a:gd name="connsiteY2303" fmla="*/ 657528 h 768467"/>
              <a:gd name="connsiteX2304" fmla="*/ 433229 w 3415751"/>
              <a:gd name="connsiteY2304" fmla="*/ 657528 h 768467"/>
              <a:gd name="connsiteX2305" fmla="*/ 425656 w 3415751"/>
              <a:gd name="connsiteY2305" fmla="*/ 640339 h 768467"/>
              <a:gd name="connsiteX2306" fmla="*/ 406346 w 3415751"/>
              <a:gd name="connsiteY2306" fmla="*/ 639544 h 768467"/>
              <a:gd name="connsiteX2307" fmla="*/ 396691 w 3415751"/>
              <a:gd name="connsiteY2307" fmla="*/ 654310 h 768467"/>
              <a:gd name="connsiteX2308" fmla="*/ 395818 w 3415751"/>
              <a:gd name="connsiteY2308" fmla="*/ 656327 h 768467"/>
              <a:gd name="connsiteX2309" fmla="*/ 395820 w 3415751"/>
              <a:gd name="connsiteY2309" fmla="*/ 656279 h 768467"/>
              <a:gd name="connsiteX2310" fmla="*/ 395707 w 3415751"/>
              <a:gd name="connsiteY2310" fmla="*/ 656582 h 768467"/>
              <a:gd name="connsiteX2311" fmla="*/ 395818 w 3415751"/>
              <a:gd name="connsiteY2311" fmla="*/ 656327 h 768467"/>
              <a:gd name="connsiteX2312" fmla="*/ 395517 w 3415751"/>
              <a:gd name="connsiteY2312" fmla="*/ 662148 h 768467"/>
              <a:gd name="connsiteX2313" fmla="*/ 388626 w 3415751"/>
              <a:gd name="connsiteY2313" fmla="*/ 662148 h 768467"/>
              <a:gd name="connsiteX2314" fmla="*/ 391542 w 3415751"/>
              <a:gd name="connsiteY2314" fmla="*/ 661088 h 768467"/>
              <a:gd name="connsiteX2315" fmla="*/ 389118 w 3415751"/>
              <a:gd name="connsiteY2315" fmla="*/ 660671 h 768467"/>
              <a:gd name="connsiteX2316" fmla="*/ 390178 w 3415751"/>
              <a:gd name="connsiteY2316" fmla="*/ 659535 h 768467"/>
              <a:gd name="connsiteX2317" fmla="*/ 386392 w 3415751"/>
              <a:gd name="connsiteY2317" fmla="*/ 659535 h 768467"/>
              <a:gd name="connsiteX2318" fmla="*/ 387869 w 3415751"/>
              <a:gd name="connsiteY2318" fmla="*/ 658551 h 768467"/>
              <a:gd name="connsiteX2319" fmla="*/ 381357 w 3415751"/>
              <a:gd name="connsiteY2319" fmla="*/ 658551 h 768467"/>
              <a:gd name="connsiteX2320" fmla="*/ 382682 w 3415751"/>
              <a:gd name="connsiteY2320" fmla="*/ 657528 h 768467"/>
              <a:gd name="connsiteX2321" fmla="*/ 369316 w 3415751"/>
              <a:gd name="connsiteY2321" fmla="*/ 657528 h 768467"/>
              <a:gd name="connsiteX2322" fmla="*/ 361743 w 3415751"/>
              <a:gd name="connsiteY2322" fmla="*/ 640339 h 768467"/>
              <a:gd name="connsiteX2323" fmla="*/ 342433 w 3415751"/>
              <a:gd name="connsiteY2323" fmla="*/ 639544 h 768467"/>
              <a:gd name="connsiteX2324" fmla="*/ 332778 w 3415751"/>
              <a:gd name="connsiteY2324" fmla="*/ 654310 h 768467"/>
              <a:gd name="connsiteX2325" fmla="*/ 331074 w 3415751"/>
              <a:gd name="connsiteY2325" fmla="*/ 653780 h 768467"/>
              <a:gd name="connsiteX2326" fmla="*/ 335315 w 3415751"/>
              <a:gd name="connsiteY2326" fmla="*/ 641588 h 768467"/>
              <a:gd name="connsiteX2327" fmla="*/ 351520 w 3415751"/>
              <a:gd name="connsiteY2327" fmla="*/ 635076 h 768467"/>
              <a:gd name="connsiteX2328" fmla="*/ 374238 w 3415751"/>
              <a:gd name="connsiteY2328" fmla="*/ 641020 h 768467"/>
              <a:gd name="connsiteX2329" fmla="*/ 378592 w 3415751"/>
              <a:gd name="connsiteY2329" fmla="*/ 655711 h 768467"/>
              <a:gd name="connsiteX2330" fmla="*/ 393738 w 3415751"/>
              <a:gd name="connsiteY2330" fmla="*/ 655332 h 768467"/>
              <a:gd name="connsiteX2331" fmla="*/ 399417 w 3415751"/>
              <a:gd name="connsiteY2331" fmla="*/ 641588 h 768467"/>
              <a:gd name="connsiteX2332" fmla="*/ 415622 w 3415751"/>
              <a:gd name="connsiteY2332" fmla="*/ 635076 h 768467"/>
              <a:gd name="connsiteX2333" fmla="*/ 438340 w 3415751"/>
              <a:gd name="connsiteY2333" fmla="*/ 641020 h 768467"/>
              <a:gd name="connsiteX2334" fmla="*/ 442694 w 3415751"/>
              <a:gd name="connsiteY2334" fmla="*/ 655711 h 768467"/>
              <a:gd name="connsiteX2335" fmla="*/ 456880 w 3415751"/>
              <a:gd name="connsiteY2335" fmla="*/ 655356 h 768467"/>
              <a:gd name="connsiteX2336" fmla="*/ 457958 w 3415751"/>
              <a:gd name="connsiteY2336" fmla="*/ 654973 h 768467"/>
              <a:gd name="connsiteX2337" fmla="*/ 460140 w 3415751"/>
              <a:gd name="connsiteY2337" fmla="*/ 648285 h 768467"/>
              <a:gd name="connsiteX2338" fmla="*/ 466586 w 3415751"/>
              <a:gd name="connsiteY2338" fmla="*/ 637915 h 768467"/>
              <a:gd name="connsiteX2339" fmla="*/ 482451 w 3415751"/>
              <a:gd name="connsiteY2339" fmla="*/ 634319 h 768467"/>
              <a:gd name="connsiteX2340" fmla="*/ 482451 w 3415751"/>
              <a:gd name="connsiteY2340" fmla="*/ 639922 h 768467"/>
              <a:gd name="connsiteX2341" fmla="*/ 466700 w 3415751"/>
              <a:gd name="connsiteY2341" fmla="*/ 642194 h 768467"/>
              <a:gd name="connsiteX2342" fmla="*/ 461877 w 3415751"/>
              <a:gd name="connsiteY2342" fmla="*/ 649587 h 768467"/>
              <a:gd name="connsiteX2343" fmla="*/ 460732 w 3415751"/>
              <a:gd name="connsiteY2343" fmla="*/ 653986 h 768467"/>
              <a:gd name="connsiteX2344" fmla="*/ 503835 w 3415751"/>
              <a:gd name="connsiteY2344" fmla="*/ 638653 h 768467"/>
              <a:gd name="connsiteX2345" fmla="*/ 552597 w 3415751"/>
              <a:gd name="connsiteY2345" fmla="*/ 609272 h 768467"/>
              <a:gd name="connsiteX2346" fmla="*/ 609107 w 3415751"/>
              <a:gd name="connsiteY2346" fmla="*/ 215838 h 768467"/>
              <a:gd name="connsiteX2347" fmla="*/ 370226 w 3415751"/>
              <a:gd name="connsiteY2347" fmla="*/ 103560 h 768467"/>
              <a:gd name="connsiteX2348" fmla="*/ 248761 w 3415751"/>
              <a:gd name="connsiteY2348" fmla="*/ 101814 h 768467"/>
              <a:gd name="connsiteX2349" fmla="*/ 247587 w 3415751"/>
              <a:gd name="connsiteY2349" fmla="*/ 102799 h 768467"/>
              <a:gd name="connsiteX2350" fmla="*/ 245846 w 3415751"/>
              <a:gd name="connsiteY2350" fmla="*/ 103215 h 768467"/>
              <a:gd name="connsiteX2351" fmla="*/ 244218 w 3415751"/>
              <a:gd name="connsiteY2351" fmla="*/ 103972 h 768467"/>
              <a:gd name="connsiteX2352" fmla="*/ 242249 w 3415751"/>
              <a:gd name="connsiteY2352" fmla="*/ 103972 h 768467"/>
              <a:gd name="connsiteX2353" fmla="*/ 240583 w 3415751"/>
              <a:gd name="connsiteY2353" fmla="*/ 104502 h 768467"/>
              <a:gd name="connsiteX2354" fmla="*/ 240469 w 3415751"/>
              <a:gd name="connsiteY2354" fmla="*/ 104351 h 768467"/>
              <a:gd name="connsiteX2355" fmla="*/ 241264 w 3415751"/>
              <a:gd name="connsiteY2355" fmla="*/ 106926 h 768467"/>
              <a:gd name="connsiteX2356" fmla="*/ 241946 w 3415751"/>
              <a:gd name="connsiteY2356" fmla="*/ 108364 h 768467"/>
              <a:gd name="connsiteX2357" fmla="*/ 243839 w 3415751"/>
              <a:gd name="connsiteY2357" fmla="*/ 110182 h 768467"/>
              <a:gd name="connsiteX2358" fmla="*/ 245997 w 3415751"/>
              <a:gd name="connsiteY2358" fmla="*/ 111545 h 768467"/>
              <a:gd name="connsiteX2359" fmla="*/ 248572 w 3415751"/>
              <a:gd name="connsiteY2359" fmla="*/ 113059 h 768467"/>
              <a:gd name="connsiteX2360" fmla="*/ 249670 w 3415751"/>
              <a:gd name="connsiteY2360" fmla="*/ 114688 h 768467"/>
              <a:gd name="connsiteX2361" fmla="*/ 251601 w 3415751"/>
              <a:gd name="connsiteY2361" fmla="*/ 115256 h 768467"/>
              <a:gd name="connsiteX2362" fmla="*/ 252699 w 3415751"/>
              <a:gd name="connsiteY2362" fmla="*/ 113590 h 768467"/>
              <a:gd name="connsiteX2363" fmla="*/ 254138 w 3415751"/>
              <a:gd name="connsiteY2363" fmla="*/ 112681 h 768467"/>
              <a:gd name="connsiteX2364" fmla="*/ 255425 w 3415751"/>
              <a:gd name="connsiteY2364" fmla="*/ 110977 h 768467"/>
              <a:gd name="connsiteX2365" fmla="*/ 255728 w 3415751"/>
              <a:gd name="connsiteY2365" fmla="*/ 109235 h 768467"/>
              <a:gd name="connsiteX2366" fmla="*/ 255539 w 3415751"/>
              <a:gd name="connsiteY2366" fmla="*/ 107001 h 768467"/>
              <a:gd name="connsiteX2367" fmla="*/ 255766 w 3415751"/>
              <a:gd name="connsiteY2367" fmla="*/ 104957 h 768467"/>
              <a:gd name="connsiteX2368" fmla="*/ 254971 w 3415751"/>
              <a:gd name="connsiteY2368" fmla="*/ 103367 h 768467"/>
              <a:gd name="connsiteX2369" fmla="*/ 253418 w 3415751"/>
              <a:gd name="connsiteY2369" fmla="*/ 102647 h 768467"/>
              <a:gd name="connsiteX2370" fmla="*/ 248761 w 3415751"/>
              <a:gd name="connsiteY2370" fmla="*/ 101814 h 768467"/>
              <a:gd name="connsiteX2371" fmla="*/ 228693 w 3415751"/>
              <a:gd name="connsiteY2371" fmla="*/ 96703 h 768467"/>
              <a:gd name="connsiteX2372" fmla="*/ 229034 w 3415751"/>
              <a:gd name="connsiteY2372" fmla="*/ 98520 h 768467"/>
              <a:gd name="connsiteX2373" fmla="*/ 228276 w 3415751"/>
              <a:gd name="connsiteY2373" fmla="*/ 100982 h 768467"/>
              <a:gd name="connsiteX2374" fmla="*/ 227216 w 3415751"/>
              <a:gd name="connsiteY2374" fmla="*/ 103708 h 768467"/>
              <a:gd name="connsiteX2375" fmla="*/ 225474 w 3415751"/>
              <a:gd name="connsiteY2375" fmla="*/ 105601 h 768467"/>
              <a:gd name="connsiteX2376" fmla="*/ 223581 w 3415751"/>
              <a:gd name="connsiteY2376" fmla="*/ 105146 h 768467"/>
              <a:gd name="connsiteX2377" fmla="*/ 223581 w 3415751"/>
              <a:gd name="connsiteY2377" fmla="*/ 103215 h 768467"/>
              <a:gd name="connsiteX2378" fmla="*/ 225626 w 3415751"/>
              <a:gd name="connsiteY2378" fmla="*/ 100376 h 768467"/>
              <a:gd name="connsiteX2379" fmla="*/ 226270 w 3415751"/>
              <a:gd name="connsiteY2379" fmla="*/ 99051 h 768467"/>
              <a:gd name="connsiteX2380" fmla="*/ 227405 w 3415751"/>
              <a:gd name="connsiteY2380" fmla="*/ 97725 h 768467"/>
              <a:gd name="connsiteX2381" fmla="*/ 228693 w 3415751"/>
              <a:gd name="connsiteY2381" fmla="*/ 96703 h 768467"/>
              <a:gd name="connsiteX2382" fmla="*/ 231950 w 3415751"/>
              <a:gd name="connsiteY2382" fmla="*/ 86215 h 768467"/>
              <a:gd name="connsiteX2383" fmla="*/ 230095 w 3415751"/>
              <a:gd name="connsiteY2383" fmla="*/ 87237 h 768467"/>
              <a:gd name="connsiteX2384" fmla="*/ 228126 w 3415751"/>
              <a:gd name="connsiteY2384" fmla="*/ 87578 h 768467"/>
              <a:gd name="connsiteX2385" fmla="*/ 227255 w 3415751"/>
              <a:gd name="connsiteY2385" fmla="*/ 88562 h 768467"/>
              <a:gd name="connsiteX2386" fmla="*/ 226649 w 3415751"/>
              <a:gd name="connsiteY2386" fmla="*/ 89622 h 768467"/>
              <a:gd name="connsiteX2387" fmla="*/ 226005 w 3415751"/>
              <a:gd name="connsiteY2387" fmla="*/ 90948 h 768467"/>
              <a:gd name="connsiteX2388" fmla="*/ 224642 w 3415751"/>
              <a:gd name="connsiteY2388" fmla="*/ 92765 h 768467"/>
              <a:gd name="connsiteX2389" fmla="*/ 223507 w 3415751"/>
              <a:gd name="connsiteY2389" fmla="*/ 93939 h 768467"/>
              <a:gd name="connsiteX2390" fmla="*/ 222181 w 3415751"/>
              <a:gd name="connsiteY2390" fmla="*/ 95605 h 768467"/>
              <a:gd name="connsiteX2391" fmla="*/ 220212 w 3415751"/>
              <a:gd name="connsiteY2391" fmla="*/ 97649 h 768467"/>
              <a:gd name="connsiteX2392" fmla="*/ 217600 w 3415751"/>
              <a:gd name="connsiteY2392" fmla="*/ 100451 h 768467"/>
              <a:gd name="connsiteX2393" fmla="*/ 216313 w 3415751"/>
              <a:gd name="connsiteY2393" fmla="*/ 99959 h 768467"/>
              <a:gd name="connsiteX2394" fmla="*/ 214306 w 3415751"/>
              <a:gd name="connsiteY2394" fmla="*/ 99959 h 768467"/>
              <a:gd name="connsiteX2395" fmla="*/ 213018 w 3415751"/>
              <a:gd name="connsiteY2395" fmla="*/ 101738 h 768467"/>
              <a:gd name="connsiteX2396" fmla="*/ 213246 w 3415751"/>
              <a:gd name="connsiteY2396" fmla="*/ 106168 h 768467"/>
              <a:gd name="connsiteX2397" fmla="*/ 215214 w 3415751"/>
              <a:gd name="connsiteY2397" fmla="*/ 109084 h 768467"/>
              <a:gd name="connsiteX2398" fmla="*/ 217486 w 3415751"/>
              <a:gd name="connsiteY2398" fmla="*/ 111734 h 768467"/>
              <a:gd name="connsiteX2399" fmla="*/ 219342 w 3415751"/>
              <a:gd name="connsiteY2399" fmla="*/ 113703 h 768467"/>
              <a:gd name="connsiteX2400" fmla="*/ 220477 w 3415751"/>
              <a:gd name="connsiteY2400" fmla="*/ 115180 h 768467"/>
              <a:gd name="connsiteX2401" fmla="*/ 221310 w 3415751"/>
              <a:gd name="connsiteY2401" fmla="*/ 115748 h 768467"/>
              <a:gd name="connsiteX2402" fmla="*/ 222636 w 3415751"/>
              <a:gd name="connsiteY2402" fmla="*/ 116997 h 768467"/>
              <a:gd name="connsiteX2403" fmla="*/ 223734 w 3415751"/>
              <a:gd name="connsiteY2403" fmla="*/ 117224 h 768467"/>
              <a:gd name="connsiteX2404" fmla="*/ 225892 w 3415751"/>
              <a:gd name="connsiteY2404" fmla="*/ 116202 h 768467"/>
              <a:gd name="connsiteX2405" fmla="*/ 226990 w 3415751"/>
              <a:gd name="connsiteY2405" fmla="*/ 115218 h 768467"/>
              <a:gd name="connsiteX2406" fmla="*/ 228883 w 3415751"/>
              <a:gd name="connsiteY2406" fmla="*/ 114688 h 768467"/>
              <a:gd name="connsiteX2407" fmla="*/ 230019 w 3415751"/>
              <a:gd name="connsiteY2407" fmla="*/ 115369 h 768467"/>
              <a:gd name="connsiteX2408" fmla="*/ 231458 w 3415751"/>
              <a:gd name="connsiteY2408" fmla="*/ 118550 h 768467"/>
              <a:gd name="connsiteX2409" fmla="*/ 232783 w 3415751"/>
              <a:gd name="connsiteY2409" fmla="*/ 120784 h 768467"/>
              <a:gd name="connsiteX2410" fmla="*/ 233729 w 3415751"/>
              <a:gd name="connsiteY2410" fmla="*/ 122412 h 768467"/>
              <a:gd name="connsiteX2411" fmla="*/ 233086 w 3415751"/>
              <a:gd name="connsiteY2411" fmla="*/ 125857 h 768467"/>
              <a:gd name="connsiteX2412" fmla="*/ 230095 w 3415751"/>
              <a:gd name="connsiteY2412" fmla="*/ 126501 h 768467"/>
              <a:gd name="connsiteX2413" fmla="*/ 228845 w 3415751"/>
              <a:gd name="connsiteY2413" fmla="*/ 128205 h 768467"/>
              <a:gd name="connsiteX2414" fmla="*/ 233086 w 3415751"/>
              <a:gd name="connsiteY2414" fmla="*/ 129303 h 768467"/>
              <a:gd name="connsiteX2415" fmla="*/ 235055 w 3415751"/>
              <a:gd name="connsiteY2415" fmla="*/ 130514 h 768467"/>
              <a:gd name="connsiteX2416" fmla="*/ 237289 w 3415751"/>
              <a:gd name="connsiteY2416" fmla="*/ 130287 h 768467"/>
              <a:gd name="connsiteX2417" fmla="*/ 238803 w 3415751"/>
              <a:gd name="connsiteY2417" fmla="*/ 130476 h 768467"/>
              <a:gd name="connsiteX2418" fmla="*/ 240431 w 3415751"/>
              <a:gd name="connsiteY2418" fmla="*/ 130287 h 768467"/>
              <a:gd name="connsiteX2419" fmla="*/ 241605 w 3415751"/>
              <a:gd name="connsiteY2419" fmla="*/ 130287 h 768467"/>
              <a:gd name="connsiteX2420" fmla="*/ 242892 w 3415751"/>
              <a:gd name="connsiteY2420" fmla="*/ 128205 h 768467"/>
              <a:gd name="connsiteX2421" fmla="*/ 243687 w 3415751"/>
              <a:gd name="connsiteY2421" fmla="*/ 125024 h 768467"/>
              <a:gd name="connsiteX2422" fmla="*/ 243877 w 3415751"/>
              <a:gd name="connsiteY2422" fmla="*/ 121238 h 768467"/>
              <a:gd name="connsiteX2423" fmla="*/ 237932 w 3415751"/>
              <a:gd name="connsiteY2423" fmla="*/ 111356 h 768467"/>
              <a:gd name="connsiteX2424" fmla="*/ 236266 w 3415751"/>
              <a:gd name="connsiteY2424" fmla="*/ 109349 h 768467"/>
              <a:gd name="connsiteX2425" fmla="*/ 236607 w 3415751"/>
              <a:gd name="connsiteY2425" fmla="*/ 107494 h 768467"/>
              <a:gd name="connsiteX2426" fmla="*/ 237667 w 3415751"/>
              <a:gd name="connsiteY2426" fmla="*/ 106661 h 768467"/>
              <a:gd name="connsiteX2427" fmla="*/ 238008 w 3415751"/>
              <a:gd name="connsiteY2427" fmla="*/ 103783 h 768467"/>
              <a:gd name="connsiteX2428" fmla="*/ 238008 w 3415751"/>
              <a:gd name="connsiteY2428" fmla="*/ 95605 h 768467"/>
              <a:gd name="connsiteX2429" fmla="*/ 238008 w 3415751"/>
              <a:gd name="connsiteY2429" fmla="*/ 93181 h 768467"/>
              <a:gd name="connsiteX2430" fmla="*/ 238841 w 3415751"/>
              <a:gd name="connsiteY2430" fmla="*/ 89584 h 768467"/>
              <a:gd name="connsiteX2431" fmla="*/ 237781 w 3415751"/>
              <a:gd name="connsiteY2431" fmla="*/ 87956 h 768467"/>
              <a:gd name="connsiteX2432" fmla="*/ 235736 w 3415751"/>
              <a:gd name="connsiteY2432" fmla="*/ 86215 h 768467"/>
              <a:gd name="connsiteX2433" fmla="*/ 231950 w 3415751"/>
              <a:gd name="connsiteY2433" fmla="*/ 86215 h 768467"/>
              <a:gd name="connsiteX2434" fmla="*/ 556057 w 3415751"/>
              <a:gd name="connsiteY2434" fmla="*/ 81179 h 768467"/>
              <a:gd name="connsiteX2435" fmla="*/ 554808 w 3415751"/>
              <a:gd name="connsiteY2435" fmla="*/ 81595 h 768467"/>
              <a:gd name="connsiteX2436" fmla="*/ 553520 w 3415751"/>
              <a:gd name="connsiteY2436" fmla="*/ 84132 h 768467"/>
              <a:gd name="connsiteX2437" fmla="*/ 551589 w 3415751"/>
              <a:gd name="connsiteY2437" fmla="*/ 86783 h 768467"/>
              <a:gd name="connsiteX2438" fmla="*/ 548068 w 3415751"/>
              <a:gd name="connsiteY2438" fmla="*/ 90569 h 768467"/>
              <a:gd name="connsiteX2439" fmla="*/ 542275 w 3415751"/>
              <a:gd name="connsiteY2439" fmla="*/ 89471 h 768467"/>
              <a:gd name="connsiteX2440" fmla="*/ 539360 w 3415751"/>
              <a:gd name="connsiteY2440" fmla="*/ 87691 h 768467"/>
              <a:gd name="connsiteX2441" fmla="*/ 537694 w 3415751"/>
              <a:gd name="connsiteY2441" fmla="*/ 87691 h 768467"/>
              <a:gd name="connsiteX2442" fmla="*/ 535952 w 3415751"/>
              <a:gd name="connsiteY2442" fmla="*/ 87388 h 768467"/>
              <a:gd name="connsiteX2443" fmla="*/ 534172 w 3415751"/>
              <a:gd name="connsiteY2443" fmla="*/ 87918 h 768467"/>
              <a:gd name="connsiteX2444" fmla="*/ 532469 w 3415751"/>
              <a:gd name="connsiteY2444" fmla="*/ 89395 h 768467"/>
              <a:gd name="connsiteX2445" fmla="*/ 533112 w 3415751"/>
              <a:gd name="connsiteY2445" fmla="*/ 93749 h 768467"/>
              <a:gd name="connsiteX2446" fmla="*/ 534627 w 3415751"/>
              <a:gd name="connsiteY2446" fmla="*/ 95908 h 768467"/>
              <a:gd name="connsiteX2447" fmla="*/ 535952 w 3415751"/>
              <a:gd name="connsiteY2447" fmla="*/ 96665 h 768467"/>
              <a:gd name="connsiteX2448" fmla="*/ 537542 w 3415751"/>
              <a:gd name="connsiteY2448" fmla="*/ 97081 h 768467"/>
              <a:gd name="connsiteX2449" fmla="*/ 538602 w 3415751"/>
              <a:gd name="connsiteY2449" fmla="*/ 97687 h 768467"/>
              <a:gd name="connsiteX2450" fmla="*/ 540003 w 3415751"/>
              <a:gd name="connsiteY2450" fmla="*/ 98407 h 768467"/>
              <a:gd name="connsiteX2451" fmla="*/ 538337 w 3415751"/>
              <a:gd name="connsiteY2451" fmla="*/ 99997 h 768467"/>
              <a:gd name="connsiteX2452" fmla="*/ 533074 w 3415751"/>
              <a:gd name="connsiteY2452" fmla="*/ 103101 h 768467"/>
              <a:gd name="connsiteX2453" fmla="*/ 522549 w 3415751"/>
              <a:gd name="connsiteY2453" fmla="*/ 105676 h 768467"/>
              <a:gd name="connsiteX2454" fmla="*/ 521261 w 3415751"/>
              <a:gd name="connsiteY2454" fmla="*/ 105676 h 768467"/>
              <a:gd name="connsiteX2455" fmla="*/ 519179 w 3415751"/>
              <a:gd name="connsiteY2455" fmla="*/ 105941 h 768467"/>
              <a:gd name="connsiteX2456" fmla="*/ 516377 w 3415751"/>
              <a:gd name="connsiteY2456" fmla="*/ 105941 h 768467"/>
              <a:gd name="connsiteX2457" fmla="*/ 516377 w 3415751"/>
              <a:gd name="connsiteY2457" fmla="*/ 105790 h 768467"/>
              <a:gd name="connsiteX2458" fmla="*/ 514522 w 3415751"/>
              <a:gd name="connsiteY2458" fmla="*/ 106244 h 768467"/>
              <a:gd name="connsiteX2459" fmla="*/ 515657 w 3415751"/>
              <a:gd name="connsiteY2459" fmla="*/ 107569 h 768467"/>
              <a:gd name="connsiteX2460" fmla="*/ 515657 w 3415751"/>
              <a:gd name="connsiteY2460" fmla="*/ 109765 h 768467"/>
              <a:gd name="connsiteX2461" fmla="*/ 516188 w 3415751"/>
              <a:gd name="connsiteY2461" fmla="*/ 111356 h 768467"/>
              <a:gd name="connsiteX2462" fmla="*/ 518043 w 3415751"/>
              <a:gd name="connsiteY2462" fmla="*/ 111999 h 768467"/>
              <a:gd name="connsiteX2463" fmla="*/ 521451 w 3415751"/>
              <a:gd name="connsiteY2463" fmla="*/ 112984 h 768467"/>
              <a:gd name="connsiteX2464" fmla="*/ 525729 w 3415751"/>
              <a:gd name="connsiteY2464" fmla="*/ 112984 h 768467"/>
              <a:gd name="connsiteX2465" fmla="*/ 531673 w 3415751"/>
              <a:gd name="connsiteY2465" fmla="*/ 112984 h 768467"/>
              <a:gd name="connsiteX2466" fmla="*/ 538375 w 3415751"/>
              <a:gd name="connsiteY2466" fmla="*/ 111318 h 768467"/>
              <a:gd name="connsiteX2467" fmla="*/ 543903 w 3415751"/>
              <a:gd name="connsiteY2467" fmla="*/ 108516 h 768467"/>
              <a:gd name="connsiteX2468" fmla="*/ 546024 w 3415751"/>
              <a:gd name="connsiteY2468" fmla="*/ 114725 h 768467"/>
              <a:gd name="connsiteX2469" fmla="*/ 546781 w 3415751"/>
              <a:gd name="connsiteY2469" fmla="*/ 117982 h 768467"/>
              <a:gd name="connsiteX2470" fmla="*/ 547576 w 3415751"/>
              <a:gd name="connsiteY2470" fmla="*/ 123699 h 768467"/>
              <a:gd name="connsiteX2471" fmla="*/ 547576 w 3415751"/>
              <a:gd name="connsiteY2471" fmla="*/ 130060 h 768467"/>
              <a:gd name="connsiteX2472" fmla="*/ 548636 w 3415751"/>
              <a:gd name="connsiteY2472" fmla="*/ 132332 h 768467"/>
              <a:gd name="connsiteX2473" fmla="*/ 551514 w 3415751"/>
              <a:gd name="connsiteY2473" fmla="*/ 134566 h 768467"/>
              <a:gd name="connsiteX2474" fmla="*/ 553293 w 3415751"/>
              <a:gd name="connsiteY2474" fmla="*/ 136080 h 768467"/>
              <a:gd name="connsiteX2475" fmla="*/ 555603 w 3415751"/>
              <a:gd name="connsiteY2475" fmla="*/ 137367 h 768467"/>
              <a:gd name="connsiteX2476" fmla="*/ 557723 w 3415751"/>
              <a:gd name="connsiteY2476" fmla="*/ 138768 h 768467"/>
              <a:gd name="connsiteX2477" fmla="*/ 558821 w 3415751"/>
              <a:gd name="connsiteY2477" fmla="*/ 139147 h 768467"/>
              <a:gd name="connsiteX2478" fmla="*/ 560260 w 3415751"/>
              <a:gd name="connsiteY2478" fmla="*/ 138882 h 768467"/>
              <a:gd name="connsiteX2479" fmla="*/ 563365 w 3415751"/>
              <a:gd name="connsiteY2479" fmla="*/ 138882 h 768467"/>
              <a:gd name="connsiteX2480" fmla="*/ 564463 w 3415751"/>
              <a:gd name="connsiteY2480" fmla="*/ 137443 h 768467"/>
              <a:gd name="connsiteX2481" fmla="*/ 565561 w 3415751"/>
              <a:gd name="connsiteY2481" fmla="*/ 136610 h 768467"/>
              <a:gd name="connsiteX2482" fmla="*/ 564501 w 3415751"/>
              <a:gd name="connsiteY2482" fmla="*/ 135134 h 768467"/>
              <a:gd name="connsiteX2483" fmla="*/ 561244 w 3415751"/>
              <a:gd name="connsiteY2483" fmla="*/ 131347 h 768467"/>
              <a:gd name="connsiteX2484" fmla="*/ 560109 w 3415751"/>
              <a:gd name="connsiteY2484" fmla="*/ 129113 h 768467"/>
              <a:gd name="connsiteX2485" fmla="*/ 558253 w 3415751"/>
              <a:gd name="connsiteY2485" fmla="*/ 126766 h 768467"/>
              <a:gd name="connsiteX2486" fmla="*/ 555717 w 3415751"/>
              <a:gd name="connsiteY2486" fmla="*/ 121465 h 768467"/>
              <a:gd name="connsiteX2487" fmla="*/ 554278 w 3415751"/>
              <a:gd name="connsiteY2487" fmla="*/ 114498 h 768467"/>
              <a:gd name="connsiteX2488" fmla="*/ 552006 w 3415751"/>
              <a:gd name="connsiteY2488" fmla="*/ 105638 h 768467"/>
              <a:gd name="connsiteX2489" fmla="*/ 553142 w 3415751"/>
              <a:gd name="connsiteY2489" fmla="*/ 102836 h 768467"/>
              <a:gd name="connsiteX2490" fmla="*/ 555149 w 3415751"/>
              <a:gd name="connsiteY2490" fmla="*/ 101852 h 768467"/>
              <a:gd name="connsiteX2491" fmla="*/ 559238 w 3415751"/>
              <a:gd name="connsiteY2491" fmla="*/ 102496 h 768467"/>
              <a:gd name="connsiteX2492" fmla="*/ 561585 w 3415751"/>
              <a:gd name="connsiteY2492" fmla="*/ 103480 h 768467"/>
              <a:gd name="connsiteX2493" fmla="*/ 564274 w 3415751"/>
              <a:gd name="connsiteY2493" fmla="*/ 104048 h 768467"/>
              <a:gd name="connsiteX2494" fmla="*/ 568363 w 3415751"/>
              <a:gd name="connsiteY2494" fmla="*/ 104540 h 768467"/>
              <a:gd name="connsiteX2495" fmla="*/ 570370 w 3415751"/>
              <a:gd name="connsiteY2495" fmla="*/ 104313 h 768467"/>
              <a:gd name="connsiteX2496" fmla="*/ 571543 w 3415751"/>
              <a:gd name="connsiteY2496" fmla="*/ 103821 h 768467"/>
              <a:gd name="connsiteX2497" fmla="*/ 571543 w 3415751"/>
              <a:gd name="connsiteY2497" fmla="*/ 99429 h 768467"/>
              <a:gd name="connsiteX2498" fmla="*/ 569461 w 3415751"/>
              <a:gd name="connsiteY2498" fmla="*/ 97157 h 768467"/>
              <a:gd name="connsiteX2499" fmla="*/ 566507 w 3415751"/>
              <a:gd name="connsiteY2499" fmla="*/ 95453 h 768467"/>
              <a:gd name="connsiteX2500" fmla="*/ 563781 w 3415751"/>
              <a:gd name="connsiteY2500" fmla="*/ 95680 h 768467"/>
              <a:gd name="connsiteX2501" fmla="*/ 561812 w 3415751"/>
              <a:gd name="connsiteY2501" fmla="*/ 95302 h 768467"/>
              <a:gd name="connsiteX2502" fmla="*/ 560071 w 3415751"/>
              <a:gd name="connsiteY2502" fmla="*/ 95112 h 768467"/>
              <a:gd name="connsiteX2503" fmla="*/ 558783 w 3415751"/>
              <a:gd name="connsiteY2503" fmla="*/ 94772 h 768467"/>
              <a:gd name="connsiteX2504" fmla="*/ 559768 w 3415751"/>
              <a:gd name="connsiteY2504" fmla="*/ 93181 h 768467"/>
              <a:gd name="connsiteX2505" fmla="*/ 562494 w 3415751"/>
              <a:gd name="connsiteY2505" fmla="*/ 91061 h 768467"/>
              <a:gd name="connsiteX2506" fmla="*/ 563062 w 3415751"/>
              <a:gd name="connsiteY2506" fmla="*/ 89395 h 768467"/>
              <a:gd name="connsiteX2507" fmla="*/ 563441 w 3415751"/>
              <a:gd name="connsiteY2507" fmla="*/ 87578 h 768467"/>
              <a:gd name="connsiteX2508" fmla="*/ 562305 w 3415751"/>
              <a:gd name="connsiteY2508" fmla="*/ 84511 h 768467"/>
              <a:gd name="connsiteX2509" fmla="*/ 559616 w 3415751"/>
              <a:gd name="connsiteY2509" fmla="*/ 82807 h 768467"/>
              <a:gd name="connsiteX2510" fmla="*/ 557875 w 3415751"/>
              <a:gd name="connsiteY2510" fmla="*/ 82428 h 768467"/>
              <a:gd name="connsiteX2511" fmla="*/ 556057 w 3415751"/>
              <a:gd name="connsiteY2511" fmla="*/ 81179 h 768467"/>
              <a:gd name="connsiteX2512" fmla="*/ 308282 w 3415751"/>
              <a:gd name="connsiteY2512" fmla="*/ 75310 h 768467"/>
              <a:gd name="connsiteX2513" fmla="*/ 308395 w 3415751"/>
              <a:gd name="connsiteY2513" fmla="*/ 75462 h 768467"/>
              <a:gd name="connsiteX2514" fmla="*/ 308312 w 3415751"/>
              <a:gd name="connsiteY2514" fmla="*/ 75365 h 768467"/>
              <a:gd name="connsiteX2515" fmla="*/ 217941 w 3415751"/>
              <a:gd name="connsiteY2515" fmla="*/ 68116 h 768467"/>
              <a:gd name="connsiteX2516" fmla="*/ 216010 w 3415751"/>
              <a:gd name="connsiteY2516" fmla="*/ 68608 h 768467"/>
              <a:gd name="connsiteX2517" fmla="*/ 214647 w 3415751"/>
              <a:gd name="connsiteY2517" fmla="*/ 68608 h 768467"/>
              <a:gd name="connsiteX2518" fmla="*/ 212867 w 3415751"/>
              <a:gd name="connsiteY2518" fmla="*/ 69669 h 768467"/>
              <a:gd name="connsiteX2519" fmla="*/ 211390 w 3415751"/>
              <a:gd name="connsiteY2519" fmla="*/ 70388 h 768467"/>
              <a:gd name="connsiteX2520" fmla="*/ 210482 w 3415751"/>
              <a:gd name="connsiteY2520" fmla="*/ 71524 h 768467"/>
              <a:gd name="connsiteX2521" fmla="*/ 209346 w 3415751"/>
              <a:gd name="connsiteY2521" fmla="*/ 72357 h 768467"/>
              <a:gd name="connsiteX2522" fmla="*/ 208437 w 3415751"/>
              <a:gd name="connsiteY2522" fmla="*/ 73606 h 768467"/>
              <a:gd name="connsiteX2523" fmla="*/ 206544 w 3415751"/>
              <a:gd name="connsiteY2523" fmla="*/ 75197 h 768467"/>
              <a:gd name="connsiteX2524" fmla="*/ 206809 w 3415751"/>
              <a:gd name="connsiteY2524" fmla="*/ 76635 h 768467"/>
              <a:gd name="connsiteX2525" fmla="*/ 210292 w 3415751"/>
              <a:gd name="connsiteY2525" fmla="*/ 79248 h 768467"/>
              <a:gd name="connsiteX2526" fmla="*/ 210671 w 3415751"/>
              <a:gd name="connsiteY2526" fmla="*/ 80876 h 768467"/>
              <a:gd name="connsiteX2527" fmla="*/ 210936 w 3415751"/>
              <a:gd name="connsiteY2527" fmla="*/ 82239 h 768467"/>
              <a:gd name="connsiteX2528" fmla="*/ 211352 w 3415751"/>
              <a:gd name="connsiteY2528" fmla="*/ 83564 h 768467"/>
              <a:gd name="connsiteX2529" fmla="*/ 212943 w 3415751"/>
              <a:gd name="connsiteY2529" fmla="*/ 83564 h 768467"/>
              <a:gd name="connsiteX2530" fmla="*/ 214344 w 3415751"/>
              <a:gd name="connsiteY2530" fmla="*/ 83261 h 768467"/>
              <a:gd name="connsiteX2531" fmla="*/ 215177 w 3415751"/>
              <a:gd name="connsiteY2531" fmla="*/ 84246 h 768467"/>
              <a:gd name="connsiteX2532" fmla="*/ 214117 w 3415751"/>
              <a:gd name="connsiteY2532" fmla="*/ 86215 h 768467"/>
              <a:gd name="connsiteX2533" fmla="*/ 210822 w 3415751"/>
              <a:gd name="connsiteY2533" fmla="*/ 90001 h 768467"/>
              <a:gd name="connsiteX2534" fmla="*/ 208853 w 3415751"/>
              <a:gd name="connsiteY2534" fmla="*/ 91591 h 768467"/>
              <a:gd name="connsiteX2535" fmla="*/ 204348 w 3415751"/>
              <a:gd name="connsiteY2535" fmla="*/ 95718 h 768467"/>
              <a:gd name="connsiteX2536" fmla="*/ 202644 w 3415751"/>
              <a:gd name="connsiteY2536" fmla="*/ 97725 h 768467"/>
              <a:gd name="connsiteX2537" fmla="*/ 201319 w 3415751"/>
              <a:gd name="connsiteY2537" fmla="*/ 97725 h 768467"/>
              <a:gd name="connsiteX2538" fmla="*/ 201319 w 3415751"/>
              <a:gd name="connsiteY2538" fmla="*/ 97574 h 768467"/>
              <a:gd name="connsiteX2539" fmla="*/ 198555 w 3415751"/>
              <a:gd name="connsiteY2539" fmla="*/ 101814 h 768467"/>
              <a:gd name="connsiteX2540" fmla="*/ 198971 w 3415751"/>
              <a:gd name="connsiteY2540" fmla="*/ 103291 h 768467"/>
              <a:gd name="connsiteX2541" fmla="*/ 200069 w 3415751"/>
              <a:gd name="connsiteY2541" fmla="*/ 104919 h 768467"/>
              <a:gd name="connsiteX2542" fmla="*/ 201735 w 3415751"/>
              <a:gd name="connsiteY2542" fmla="*/ 106585 h 768467"/>
              <a:gd name="connsiteX2543" fmla="*/ 203704 w 3415751"/>
              <a:gd name="connsiteY2543" fmla="*/ 105600 h 768467"/>
              <a:gd name="connsiteX2544" fmla="*/ 205143 w 3415751"/>
              <a:gd name="connsiteY2544" fmla="*/ 105600 h 768467"/>
              <a:gd name="connsiteX2545" fmla="*/ 205976 w 3415751"/>
              <a:gd name="connsiteY2545" fmla="*/ 104124 h 768467"/>
              <a:gd name="connsiteX2546" fmla="*/ 207150 w 3415751"/>
              <a:gd name="connsiteY2546" fmla="*/ 102761 h 768467"/>
              <a:gd name="connsiteX2547" fmla="*/ 208588 w 3415751"/>
              <a:gd name="connsiteY2547" fmla="*/ 101284 h 768467"/>
              <a:gd name="connsiteX2548" fmla="*/ 209611 w 3415751"/>
              <a:gd name="connsiteY2548" fmla="*/ 100603 h 768467"/>
              <a:gd name="connsiteX2549" fmla="*/ 210936 w 3415751"/>
              <a:gd name="connsiteY2549" fmla="*/ 99732 h 768467"/>
              <a:gd name="connsiteX2550" fmla="*/ 212223 w 3415751"/>
              <a:gd name="connsiteY2550" fmla="*/ 98407 h 768467"/>
              <a:gd name="connsiteX2551" fmla="*/ 213511 w 3415751"/>
              <a:gd name="connsiteY2551" fmla="*/ 97346 h 768467"/>
              <a:gd name="connsiteX2552" fmla="*/ 214950 w 3415751"/>
              <a:gd name="connsiteY2552" fmla="*/ 95945 h 768467"/>
              <a:gd name="connsiteX2553" fmla="*/ 216464 w 3415751"/>
              <a:gd name="connsiteY2553" fmla="*/ 94393 h 768467"/>
              <a:gd name="connsiteX2554" fmla="*/ 218016 w 3415751"/>
              <a:gd name="connsiteY2554" fmla="*/ 92803 h 768467"/>
              <a:gd name="connsiteX2555" fmla="*/ 223620 w 3415751"/>
              <a:gd name="connsiteY2555" fmla="*/ 87161 h 768467"/>
              <a:gd name="connsiteX2556" fmla="*/ 225740 w 3415751"/>
              <a:gd name="connsiteY2556" fmla="*/ 84284 h 768467"/>
              <a:gd name="connsiteX2557" fmla="*/ 227747 w 3415751"/>
              <a:gd name="connsiteY2557" fmla="*/ 83186 h 768467"/>
              <a:gd name="connsiteX2558" fmla="*/ 229337 w 3415751"/>
              <a:gd name="connsiteY2558" fmla="*/ 81255 h 768467"/>
              <a:gd name="connsiteX2559" fmla="*/ 231003 w 3415751"/>
              <a:gd name="connsiteY2559" fmla="*/ 79437 h 768467"/>
              <a:gd name="connsiteX2560" fmla="*/ 233048 w 3415751"/>
              <a:gd name="connsiteY2560" fmla="*/ 77847 h 768467"/>
              <a:gd name="connsiteX2561" fmla="*/ 235698 w 3415751"/>
              <a:gd name="connsiteY2561" fmla="*/ 75954 h 768467"/>
              <a:gd name="connsiteX2562" fmla="*/ 237667 w 3415751"/>
              <a:gd name="connsiteY2562" fmla="*/ 75462 h 768467"/>
              <a:gd name="connsiteX2563" fmla="*/ 239144 w 3415751"/>
              <a:gd name="connsiteY2563" fmla="*/ 71032 h 768467"/>
              <a:gd name="connsiteX2564" fmla="*/ 238197 w 3415751"/>
              <a:gd name="connsiteY2564" fmla="*/ 69252 h 768467"/>
              <a:gd name="connsiteX2565" fmla="*/ 236948 w 3415751"/>
              <a:gd name="connsiteY2565" fmla="*/ 68873 h 768467"/>
              <a:gd name="connsiteX2566" fmla="*/ 234335 w 3415751"/>
              <a:gd name="connsiteY2566" fmla="*/ 68419 h 768467"/>
              <a:gd name="connsiteX2567" fmla="*/ 232669 w 3415751"/>
              <a:gd name="connsiteY2567" fmla="*/ 68798 h 768467"/>
              <a:gd name="connsiteX2568" fmla="*/ 230928 w 3415751"/>
              <a:gd name="connsiteY2568" fmla="*/ 69063 h 768467"/>
              <a:gd name="connsiteX2569" fmla="*/ 228202 w 3415751"/>
              <a:gd name="connsiteY2569" fmla="*/ 71675 h 768467"/>
              <a:gd name="connsiteX2570" fmla="*/ 223431 w 3415751"/>
              <a:gd name="connsiteY2570" fmla="*/ 76295 h 768467"/>
              <a:gd name="connsiteX2571" fmla="*/ 222560 w 3415751"/>
              <a:gd name="connsiteY2571" fmla="*/ 75537 h 768467"/>
              <a:gd name="connsiteX2572" fmla="*/ 222560 w 3415751"/>
              <a:gd name="connsiteY2572" fmla="*/ 71751 h 768467"/>
              <a:gd name="connsiteX2573" fmla="*/ 219607 w 3415751"/>
              <a:gd name="connsiteY2573" fmla="*/ 69706 h 768467"/>
              <a:gd name="connsiteX2574" fmla="*/ 217941 w 3415751"/>
              <a:gd name="connsiteY2574" fmla="*/ 68116 h 768467"/>
              <a:gd name="connsiteX2575" fmla="*/ 337758 w 3415751"/>
              <a:gd name="connsiteY2575" fmla="*/ 57420 h 768467"/>
              <a:gd name="connsiteX2576" fmla="*/ 338383 w 3415751"/>
              <a:gd name="connsiteY2576" fmla="*/ 58083 h 768467"/>
              <a:gd name="connsiteX2577" fmla="*/ 337323 w 3415751"/>
              <a:gd name="connsiteY2577" fmla="*/ 60771 h 768467"/>
              <a:gd name="connsiteX2578" fmla="*/ 335089 w 3415751"/>
              <a:gd name="connsiteY2578" fmla="*/ 60771 h 768467"/>
              <a:gd name="connsiteX2579" fmla="*/ 334748 w 3415751"/>
              <a:gd name="connsiteY2579" fmla="*/ 59560 h 768467"/>
              <a:gd name="connsiteX2580" fmla="*/ 335164 w 3415751"/>
              <a:gd name="connsiteY2580" fmla="*/ 58196 h 768467"/>
              <a:gd name="connsiteX2581" fmla="*/ 337588 w 3415751"/>
              <a:gd name="connsiteY2581" fmla="*/ 57439 h 768467"/>
              <a:gd name="connsiteX2582" fmla="*/ 337758 w 3415751"/>
              <a:gd name="connsiteY2582" fmla="*/ 57420 h 768467"/>
              <a:gd name="connsiteX2583" fmla="*/ 344668 w 3415751"/>
              <a:gd name="connsiteY2583" fmla="*/ 54258 h 768467"/>
              <a:gd name="connsiteX2584" fmla="*/ 345955 w 3415751"/>
              <a:gd name="connsiteY2584" fmla="*/ 54523 h 768467"/>
              <a:gd name="connsiteX2585" fmla="*/ 346144 w 3415751"/>
              <a:gd name="connsiteY2585" fmla="*/ 56151 h 768467"/>
              <a:gd name="connsiteX2586" fmla="*/ 344175 w 3415751"/>
              <a:gd name="connsiteY2586" fmla="*/ 58082 h 768467"/>
              <a:gd name="connsiteX2587" fmla="*/ 342812 w 3415751"/>
              <a:gd name="connsiteY2587" fmla="*/ 57136 h 768467"/>
              <a:gd name="connsiteX2588" fmla="*/ 342812 w 3415751"/>
              <a:gd name="connsiteY2588" fmla="*/ 55167 h 768467"/>
              <a:gd name="connsiteX2589" fmla="*/ 344668 w 3415751"/>
              <a:gd name="connsiteY2589" fmla="*/ 54258 h 768467"/>
              <a:gd name="connsiteX2590" fmla="*/ 335694 w 3415751"/>
              <a:gd name="connsiteY2590" fmla="*/ 49261 h 768467"/>
              <a:gd name="connsiteX2591" fmla="*/ 337549 w 3415751"/>
              <a:gd name="connsiteY2591" fmla="*/ 50851 h 768467"/>
              <a:gd name="connsiteX2592" fmla="*/ 335391 w 3415751"/>
              <a:gd name="connsiteY2592" fmla="*/ 53539 h 768467"/>
              <a:gd name="connsiteX2593" fmla="*/ 334407 w 3415751"/>
              <a:gd name="connsiteY2593" fmla="*/ 53123 h 768467"/>
              <a:gd name="connsiteX2594" fmla="*/ 333877 w 3415751"/>
              <a:gd name="connsiteY2594" fmla="*/ 51040 h 768467"/>
              <a:gd name="connsiteX2595" fmla="*/ 335694 w 3415751"/>
              <a:gd name="connsiteY2595" fmla="*/ 49261 h 768467"/>
              <a:gd name="connsiteX2596" fmla="*/ 442090 w 3415751"/>
              <a:gd name="connsiteY2596" fmla="*/ 47708 h 768467"/>
              <a:gd name="connsiteX2597" fmla="*/ 439591 w 3415751"/>
              <a:gd name="connsiteY2597" fmla="*/ 48958 h 768467"/>
              <a:gd name="connsiteX2598" fmla="*/ 439212 w 3415751"/>
              <a:gd name="connsiteY2598" fmla="*/ 51343 h 768467"/>
              <a:gd name="connsiteX2599" fmla="*/ 439212 w 3415751"/>
              <a:gd name="connsiteY2599" fmla="*/ 53880 h 768467"/>
              <a:gd name="connsiteX2600" fmla="*/ 440121 w 3415751"/>
              <a:gd name="connsiteY2600" fmla="*/ 57287 h 768467"/>
              <a:gd name="connsiteX2601" fmla="*/ 440310 w 3415751"/>
              <a:gd name="connsiteY2601" fmla="*/ 60013 h 768467"/>
              <a:gd name="connsiteX2602" fmla="*/ 443112 w 3415751"/>
              <a:gd name="connsiteY2602" fmla="*/ 60506 h 768467"/>
              <a:gd name="connsiteX2603" fmla="*/ 445346 w 3415751"/>
              <a:gd name="connsiteY2603" fmla="*/ 60506 h 768467"/>
              <a:gd name="connsiteX2604" fmla="*/ 445346 w 3415751"/>
              <a:gd name="connsiteY2604" fmla="*/ 62588 h 768467"/>
              <a:gd name="connsiteX2605" fmla="*/ 444286 w 3415751"/>
              <a:gd name="connsiteY2605" fmla="*/ 64974 h 768467"/>
              <a:gd name="connsiteX2606" fmla="*/ 438114 w 3415751"/>
              <a:gd name="connsiteY2606" fmla="*/ 71334 h 768467"/>
              <a:gd name="connsiteX2607" fmla="*/ 431980 w 3415751"/>
              <a:gd name="connsiteY2607" fmla="*/ 72243 h 768467"/>
              <a:gd name="connsiteX2608" fmla="*/ 429860 w 3415751"/>
              <a:gd name="connsiteY2608" fmla="*/ 72243 h 768467"/>
              <a:gd name="connsiteX2609" fmla="*/ 424294 w 3415751"/>
              <a:gd name="connsiteY2609" fmla="*/ 72887 h 768467"/>
              <a:gd name="connsiteX2610" fmla="*/ 421909 w 3415751"/>
              <a:gd name="connsiteY2610" fmla="*/ 72054 h 768467"/>
              <a:gd name="connsiteX2611" fmla="*/ 417214 w 3415751"/>
              <a:gd name="connsiteY2611" fmla="*/ 73303 h 768467"/>
              <a:gd name="connsiteX2612" fmla="*/ 416797 w 3415751"/>
              <a:gd name="connsiteY2612" fmla="*/ 75954 h 768467"/>
              <a:gd name="connsiteX2613" fmla="*/ 416797 w 3415751"/>
              <a:gd name="connsiteY2613" fmla="*/ 75802 h 768467"/>
              <a:gd name="connsiteX2614" fmla="*/ 416040 w 3415751"/>
              <a:gd name="connsiteY2614" fmla="*/ 78150 h 768467"/>
              <a:gd name="connsiteX2615" fmla="*/ 418955 w 3415751"/>
              <a:gd name="connsiteY2615" fmla="*/ 82693 h 768467"/>
              <a:gd name="connsiteX2616" fmla="*/ 429822 w 3415751"/>
              <a:gd name="connsiteY2616" fmla="*/ 81406 h 768467"/>
              <a:gd name="connsiteX2617" fmla="*/ 438379 w 3415751"/>
              <a:gd name="connsiteY2617" fmla="*/ 81747 h 768467"/>
              <a:gd name="connsiteX2618" fmla="*/ 442960 w 3415751"/>
              <a:gd name="connsiteY2618" fmla="*/ 82996 h 768467"/>
              <a:gd name="connsiteX2619" fmla="*/ 447125 w 3415751"/>
              <a:gd name="connsiteY2619" fmla="*/ 83413 h 768467"/>
              <a:gd name="connsiteX2620" fmla="*/ 451404 w 3415751"/>
              <a:gd name="connsiteY2620" fmla="*/ 84132 h 768467"/>
              <a:gd name="connsiteX2621" fmla="*/ 455531 w 3415751"/>
              <a:gd name="connsiteY2621" fmla="*/ 85154 h 768467"/>
              <a:gd name="connsiteX2622" fmla="*/ 459961 w 3415751"/>
              <a:gd name="connsiteY2622" fmla="*/ 86669 h 768467"/>
              <a:gd name="connsiteX2623" fmla="*/ 462763 w 3415751"/>
              <a:gd name="connsiteY2623" fmla="*/ 87123 h 768467"/>
              <a:gd name="connsiteX2624" fmla="*/ 465338 w 3415751"/>
              <a:gd name="connsiteY2624" fmla="*/ 88259 h 768467"/>
              <a:gd name="connsiteX2625" fmla="*/ 467836 w 3415751"/>
              <a:gd name="connsiteY2625" fmla="*/ 88714 h 768467"/>
              <a:gd name="connsiteX2626" fmla="*/ 469427 w 3415751"/>
              <a:gd name="connsiteY2626" fmla="*/ 87729 h 768467"/>
              <a:gd name="connsiteX2627" fmla="*/ 470449 w 3415751"/>
              <a:gd name="connsiteY2627" fmla="*/ 86404 h 768467"/>
              <a:gd name="connsiteX2628" fmla="*/ 470449 w 3415751"/>
              <a:gd name="connsiteY2628" fmla="*/ 85419 h 768467"/>
              <a:gd name="connsiteX2629" fmla="*/ 470449 w 3415751"/>
              <a:gd name="connsiteY2629" fmla="*/ 84738 h 768467"/>
              <a:gd name="connsiteX2630" fmla="*/ 470449 w 3415751"/>
              <a:gd name="connsiteY2630" fmla="*/ 82958 h 768467"/>
              <a:gd name="connsiteX2631" fmla="*/ 468404 w 3415751"/>
              <a:gd name="connsiteY2631" fmla="*/ 80270 h 768467"/>
              <a:gd name="connsiteX2632" fmla="*/ 466738 w 3415751"/>
              <a:gd name="connsiteY2632" fmla="*/ 78718 h 768467"/>
              <a:gd name="connsiteX2633" fmla="*/ 464883 w 3415751"/>
              <a:gd name="connsiteY2633" fmla="*/ 77695 h 768467"/>
              <a:gd name="connsiteX2634" fmla="*/ 463028 w 3415751"/>
              <a:gd name="connsiteY2634" fmla="*/ 77430 h 768467"/>
              <a:gd name="connsiteX2635" fmla="*/ 460945 w 3415751"/>
              <a:gd name="connsiteY2635" fmla="*/ 77695 h 768467"/>
              <a:gd name="connsiteX2636" fmla="*/ 453600 w 3415751"/>
              <a:gd name="connsiteY2636" fmla="*/ 76067 h 768467"/>
              <a:gd name="connsiteX2637" fmla="*/ 454395 w 3415751"/>
              <a:gd name="connsiteY2637" fmla="*/ 71940 h 768467"/>
              <a:gd name="connsiteX2638" fmla="*/ 455077 w 3415751"/>
              <a:gd name="connsiteY2638" fmla="*/ 70464 h 768467"/>
              <a:gd name="connsiteX2639" fmla="*/ 455834 w 3415751"/>
              <a:gd name="connsiteY2639" fmla="*/ 69101 h 768467"/>
              <a:gd name="connsiteX2640" fmla="*/ 456743 w 3415751"/>
              <a:gd name="connsiteY2640" fmla="*/ 67813 h 768467"/>
              <a:gd name="connsiteX2641" fmla="*/ 457727 w 3415751"/>
              <a:gd name="connsiteY2641" fmla="*/ 66488 h 768467"/>
              <a:gd name="connsiteX2642" fmla="*/ 457727 w 3415751"/>
              <a:gd name="connsiteY2642" fmla="*/ 62929 h 768467"/>
              <a:gd name="connsiteX2643" fmla="*/ 462384 w 3415751"/>
              <a:gd name="connsiteY2643" fmla="*/ 61149 h 768467"/>
              <a:gd name="connsiteX2644" fmla="*/ 464694 w 3415751"/>
              <a:gd name="connsiteY2644" fmla="*/ 60316 h 768467"/>
              <a:gd name="connsiteX2645" fmla="*/ 467799 w 3415751"/>
              <a:gd name="connsiteY2645" fmla="*/ 58764 h 768467"/>
              <a:gd name="connsiteX2646" fmla="*/ 471812 w 3415751"/>
              <a:gd name="connsiteY2646" fmla="*/ 56568 h 768467"/>
              <a:gd name="connsiteX2647" fmla="*/ 471358 w 3415751"/>
              <a:gd name="connsiteY2647" fmla="*/ 55053 h 768467"/>
              <a:gd name="connsiteX2648" fmla="*/ 471358 w 3415751"/>
              <a:gd name="connsiteY2648" fmla="*/ 52971 h 768467"/>
              <a:gd name="connsiteX2649" fmla="*/ 469843 w 3415751"/>
              <a:gd name="connsiteY2649" fmla="*/ 50472 h 768467"/>
              <a:gd name="connsiteX2650" fmla="*/ 468632 w 3415751"/>
              <a:gd name="connsiteY2650" fmla="*/ 49336 h 768467"/>
              <a:gd name="connsiteX2651" fmla="*/ 466928 w 3415751"/>
              <a:gd name="connsiteY2651" fmla="*/ 49336 h 768467"/>
              <a:gd name="connsiteX2652" fmla="*/ 464997 w 3415751"/>
              <a:gd name="connsiteY2652" fmla="*/ 49109 h 768467"/>
              <a:gd name="connsiteX2653" fmla="*/ 457651 w 3415751"/>
              <a:gd name="connsiteY2653" fmla="*/ 50245 h 768467"/>
              <a:gd name="connsiteX2654" fmla="*/ 456478 w 3415751"/>
              <a:gd name="connsiteY2654" fmla="*/ 50245 h 768467"/>
              <a:gd name="connsiteX2655" fmla="*/ 454812 w 3415751"/>
              <a:gd name="connsiteY2655" fmla="*/ 50245 h 768467"/>
              <a:gd name="connsiteX2656" fmla="*/ 445573 w 3415751"/>
              <a:gd name="connsiteY2656" fmla="*/ 49525 h 768467"/>
              <a:gd name="connsiteX2657" fmla="*/ 442090 w 3415751"/>
              <a:gd name="connsiteY2657" fmla="*/ 47708 h 768467"/>
              <a:gd name="connsiteX2658" fmla="*/ 322140 w 3415751"/>
              <a:gd name="connsiteY2658" fmla="*/ 45095 h 768467"/>
              <a:gd name="connsiteX2659" fmla="*/ 319148 w 3415751"/>
              <a:gd name="connsiteY2659" fmla="*/ 45739 h 768467"/>
              <a:gd name="connsiteX2660" fmla="*/ 309228 w 3415751"/>
              <a:gd name="connsiteY2660" fmla="*/ 52327 h 768467"/>
              <a:gd name="connsiteX2661" fmla="*/ 306805 w 3415751"/>
              <a:gd name="connsiteY2661" fmla="*/ 52933 h 768467"/>
              <a:gd name="connsiteX2662" fmla="*/ 305101 w 3415751"/>
              <a:gd name="connsiteY2662" fmla="*/ 54334 h 768467"/>
              <a:gd name="connsiteX2663" fmla="*/ 304420 w 3415751"/>
              <a:gd name="connsiteY2663" fmla="*/ 55811 h 768467"/>
              <a:gd name="connsiteX2664" fmla="*/ 303360 w 3415751"/>
              <a:gd name="connsiteY2664" fmla="*/ 56682 h 768467"/>
              <a:gd name="connsiteX2665" fmla="*/ 304306 w 3415751"/>
              <a:gd name="connsiteY2665" fmla="*/ 59143 h 768467"/>
              <a:gd name="connsiteX2666" fmla="*/ 305518 w 3415751"/>
              <a:gd name="connsiteY2666" fmla="*/ 59711 h 768467"/>
              <a:gd name="connsiteX2667" fmla="*/ 307070 w 3415751"/>
              <a:gd name="connsiteY2667" fmla="*/ 60998 h 768467"/>
              <a:gd name="connsiteX2668" fmla="*/ 309304 w 3415751"/>
              <a:gd name="connsiteY2668" fmla="*/ 61490 h 768467"/>
              <a:gd name="connsiteX2669" fmla="*/ 311349 w 3415751"/>
              <a:gd name="connsiteY2669" fmla="*/ 62929 h 768467"/>
              <a:gd name="connsiteX2670" fmla="*/ 311349 w 3415751"/>
              <a:gd name="connsiteY2670" fmla="*/ 66715 h 768467"/>
              <a:gd name="connsiteX2671" fmla="*/ 309304 w 3415751"/>
              <a:gd name="connsiteY2671" fmla="*/ 68949 h 768467"/>
              <a:gd name="connsiteX2672" fmla="*/ 307600 w 3415751"/>
              <a:gd name="connsiteY2672" fmla="*/ 68949 h 768467"/>
              <a:gd name="connsiteX2673" fmla="*/ 305518 w 3415751"/>
              <a:gd name="connsiteY2673" fmla="*/ 71827 h 768467"/>
              <a:gd name="connsiteX2674" fmla="*/ 307411 w 3415751"/>
              <a:gd name="connsiteY2674" fmla="*/ 74326 h 768467"/>
              <a:gd name="connsiteX2675" fmla="*/ 308312 w 3415751"/>
              <a:gd name="connsiteY2675" fmla="*/ 75365 h 768467"/>
              <a:gd name="connsiteX2676" fmla="*/ 308963 w 3415751"/>
              <a:gd name="connsiteY2676" fmla="*/ 76597 h 768467"/>
              <a:gd name="connsiteX2677" fmla="*/ 308963 w 3415751"/>
              <a:gd name="connsiteY2677" fmla="*/ 78453 h 768467"/>
              <a:gd name="connsiteX2678" fmla="*/ 308963 w 3415751"/>
              <a:gd name="connsiteY2678" fmla="*/ 79892 h 768467"/>
              <a:gd name="connsiteX2679" fmla="*/ 307789 w 3415751"/>
              <a:gd name="connsiteY2679" fmla="*/ 81558 h 768467"/>
              <a:gd name="connsiteX2680" fmla="*/ 306048 w 3415751"/>
              <a:gd name="connsiteY2680" fmla="*/ 83261 h 768467"/>
              <a:gd name="connsiteX2681" fmla="*/ 303057 w 3415751"/>
              <a:gd name="connsiteY2681" fmla="*/ 87048 h 768467"/>
              <a:gd name="connsiteX2682" fmla="*/ 304155 w 3415751"/>
              <a:gd name="connsiteY2682" fmla="*/ 90455 h 768467"/>
              <a:gd name="connsiteX2683" fmla="*/ 305783 w 3415751"/>
              <a:gd name="connsiteY2683" fmla="*/ 92159 h 768467"/>
              <a:gd name="connsiteX2684" fmla="*/ 306957 w 3415751"/>
              <a:gd name="connsiteY2684" fmla="*/ 93939 h 768467"/>
              <a:gd name="connsiteX2685" fmla="*/ 309228 w 3415751"/>
              <a:gd name="connsiteY2685" fmla="*/ 94242 h 768467"/>
              <a:gd name="connsiteX2686" fmla="*/ 310781 w 3415751"/>
              <a:gd name="connsiteY2686" fmla="*/ 93977 h 768467"/>
              <a:gd name="connsiteX2687" fmla="*/ 314151 w 3415751"/>
              <a:gd name="connsiteY2687" fmla="*/ 90190 h 768467"/>
              <a:gd name="connsiteX2688" fmla="*/ 321496 w 3415751"/>
              <a:gd name="connsiteY2688" fmla="*/ 85117 h 768467"/>
              <a:gd name="connsiteX2689" fmla="*/ 325510 w 3415751"/>
              <a:gd name="connsiteY2689" fmla="*/ 78642 h 768467"/>
              <a:gd name="connsiteX2690" fmla="*/ 324714 w 3415751"/>
              <a:gd name="connsiteY2690" fmla="*/ 76825 h 768467"/>
              <a:gd name="connsiteX2691" fmla="*/ 322859 w 3415751"/>
              <a:gd name="connsiteY2691" fmla="*/ 75954 h 768467"/>
              <a:gd name="connsiteX2692" fmla="*/ 320966 w 3415751"/>
              <a:gd name="connsiteY2692" fmla="*/ 76219 h 768467"/>
              <a:gd name="connsiteX2693" fmla="*/ 320436 w 3415751"/>
              <a:gd name="connsiteY2693" fmla="*/ 74326 h 768467"/>
              <a:gd name="connsiteX2694" fmla="*/ 324828 w 3415751"/>
              <a:gd name="connsiteY2694" fmla="*/ 68798 h 768467"/>
              <a:gd name="connsiteX2695" fmla="*/ 325055 w 3415751"/>
              <a:gd name="connsiteY2695" fmla="*/ 67738 h 768467"/>
              <a:gd name="connsiteX2696" fmla="*/ 323654 w 3415751"/>
              <a:gd name="connsiteY2696" fmla="*/ 65390 h 768467"/>
              <a:gd name="connsiteX2697" fmla="*/ 322859 w 3415751"/>
              <a:gd name="connsiteY2697" fmla="*/ 63875 h 768467"/>
              <a:gd name="connsiteX2698" fmla="*/ 321155 w 3415751"/>
              <a:gd name="connsiteY2698" fmla="*/ 64178 h 768467"/>
              <a:gd name="connsiteX2699" fmla="*/ 320663 w 3415751"/>
              <a:gd name="connsiteY2699" fmla="*/ 61944 h 768467"/>
              <a:gd name="connsiteX2700" fmla="*/ 320474 w 3415751"/>
              <a:gd name="connsiteY2700" fmla="*/ 58650 h 768467"/>
              <a:gd name="connsiteX2701" fmla="*/ 322707 w 3415751"/>
              <a:gd name="connsiteY2701" fmla="*/ 55356 h 768467"/>
              <a:gd name="connsiteX2702" fmla="*/ 323995 w 3415751"/>
              <a:gd name="connsiteY2702" fmla="*/ 53047 h 768467"/>
              <a:gd name="connsiteX2703" fmla="*/ 324449 w 3415751"/>
              <a:gd name="connsiteY2703" fmla="*/ 50018 h 768467"/>
              <a:gd name="connsiteX2704" fmla="*/ 324449 w 3415751"/>
              <a:gd name="connsiteY2704" fmla="*/ 47367 h 768467"/>
              <a:gd name="connsiteX2705" fmla="*/ 322140 w 3415751"/>
              <a:gd name="connsiteY2705" fmla="*/ 45095 h 768467"/>
              <a:gd name="connsiteX2706" fmla="*/ 347318 w 3415751"/>
              <a:gd name="connsiteY2706" fmla="*/ 44489 h 768467"/>
              <a:gd name="connsiteX2707" fmla="*/ 347772 w 3415751"/>
              <a:gd name="connsiteY2707" fmla="*/ 46345 h 768467"/>
              <a:gd name="connsiteX2708" fmla="*/ 346334 w 3415751"/>
              <a:gd name="connsiteY2708" fmla="*/ 49109 h 768467"/>
              <a:gd name="connsiteX2709" fmla="*/ 343683 w 3415751"/>
              <a:gd name="connsiteY2709" fmla="*/ 49336 h 768467"/>
              <a:gd name="connsiteX2710" fmla="*/ 342661 w 3415751"/>
              <a:gd name="connsiteY2710" fmla="*/ 47102 h 768467"/>
              <a:gd name="connsiteX2711" fmla="*/ 347318 w 3415751"/>
              <a:gd name="connsiteY2711" fmla="*/ 44489 h 768467"/>
              <a:gd name="connsiteX2712" fmla="*/ 349249 w 3415751"/>
              <a:gd name="connsiteY2712" fmla="*/ 36955 h 768467"/>
              <a:gd name="connsiteX2713" fmla="*/ 340049 w 3415751"/>
              <a:gd name="connsiteY2713" fmla="*/ 41423 h 768467"/>
              <a:gd name="connsiteX2714" fmla="*/ 336906 w 3415751"/>
              <a:gd name="connsiteY2714" fmla="*/ 42180 h 768467"/>
              <a:gd name="connsiteX2715" fmla="*/ 333120 w 3415751"/>
              <a:gd name="connsiteY2715" fmla="*/ 44414 h 768467"/>
              <a:gd name="connsiteX2716" fmla="*/ 330848 w 3415751"/>
              <a:gd name="connsiteY2716" fmla="*/ 45512 h 768467"/>
              <a:gd name="connsiteX2717" fmla="*/ 329069 w 3415751"/>
              <a:gd name="connsiteY2717" fmla="*/ 45966 h 768467"/>
              <a:gd name="connsiteX2718" fmla="*/ 326986 w 3415751"/>
              <a:gd name="connsiteY2718" fmla="*/ 45058 h 768467"/>
              <a:gd name="connsiteX2719" fmla="*/ 325926 w 3415751"/>
              <a:gd name="connsiteY2719" fmla="*/ 48314 h 768467"/>
              <a:gd name="connsiteX2720" fmla="*/ 325926 w 3415751"/>
              <a:gd name="connsiteY2720" fmla="*/ 51456 h 768467"/>
              <a:gd name="connsiteX2721" fmla="*/ 325812 w 3415751"/>
              <a:gd name="connsiteY2721" fmla="*/ 51305 h 768467"/>
              <a:gd name="connsiteX2722" fmla="*/ 325926 w 3415751"/>
              <a:gd name="connsiteY2722" fmla="*/ 53387 h 768467"/>
              <a:gd name="connsiteX2723" fmla="*/ 326948 w 3415751"/>
              <a:gd name="connsiteY2723" fmla="*/ 55621 h 768467"/>
              <a:gd name="connsiteX2724" fmla="*/ 328273 w 3415751"/>
              <a:gd name="connsiteY2724" fmla="*/ 60998 h 768467"/>
              <a:gd name="connsiteX2725" fmla="*/ 327592 w 3415751"/>
              <a:gd name="connsiteY2725" fmla="*/ 64519 h 768467"/>
              <a:gd name="connsiteX2726" fmla="*/ 328501 w 3415751"/>
              <a:gd name="connsiteY2726" fmla="*/ 66677 h 768467"/>
              <a:gd name="connsiteX2727" fmla="*/ 329864 w 3415751"/>
              <a:gd name="connsiteY2727" fmla="*/ 68533 h 768467"/>
              <a:gd name="connsiteX2728" fmla="*/ 330507 w 3415751"/>
              <a:gd name="connsiteY2728" fmla="*/ 69858 h 768467"/>
              <a:gd name="connsiteX2729" fmla="*/ 331227 w 3415751"/>
              <a:gd name="connsiteY2729" fmla="*/ 70691 h 768467"/>
              <a:gd name="connsiteX2730" fmla="*/ 332476 w 3415751"/>
              <a:gd name="connsiteY2730" fmla="*/ 70691 h 768467"/>
              <a:gd name="connsiteX2731" fmla="*/ 333915 w 3415751"/>
              <a:gd name="connsiteY2731" fmla="*/ 70161 h 768467"/>
              <a:gd name="connsiteX2732" fmla="*/ 335468 w 3415751"/>
              <a:gd name="connsiteY2732" fmla="*/ 69441 h 768467"/>
              <a:gd name="connsiteX2733" fmla="*/ 336755 w 3415751"/>
              <a:gd name="connsiteY2733" fmla="*/ 69441 h 768467"/>
              <a:gd name="connsiteX2734" fmla="*/ 336755 w 3415751"/>
              <a:gd name="connsiteY2734" fmla="*/ 71562 h 768467"/>
              <a:gd name="connsiteX2735" fmla="*/ 335922 w 3415751"/>
              <a:gd name="connsiteY2735" fmla="*/ 72508 h 768467"/>
              <a:gd name="connsiteX2736" fmla="*/ 334937 w 3415751"/>
              <a:gd name="connsiteY2736" fmla="*/ 72698 h 768467"/>
              <a:gd name="connsiteX2737" fmla="*/ 333877 w 3415751"/>
              <a:gd name="connsiteY2737" fmla="*/ 73038 h 768467"/>
              <a:gd name="connsiteX2738" fmla="*/ 332855 w 3415751"/>
              <a:gd name="connsiteY2738" fmla="*/ 72849 h 768467"/>
              <a:gd name="connsiteX2739" fmla="*/ 332060 w 3415751"/>
              <a:gd name="connsiteY2739" fmla="*/ 74288 h 768467"/>
              <a:gd name="connsiteX2740" fmla="*/ 332060 w 3415751"/>
              <a:gd name="connsiteY2740" fmla="*/ 76067 h 768467"/>
              <a:gd name="connsiteX2741" fmla="*/ 332060 w 3415751"/>
              <a:gd name="connsiteY2741" fmla="*/ 77544 h 768467"/>
              <a:gd name="connsiteX2742" fmla="*/ 333650 w 3415751"/>
              <a:gd name="connsiteY2742" fmla="*/ 78074 h 768467"/>
              <a:gd name="connsiteX2743" fmla="*/ 335430 w 3415751"/>
              <a:gd name="connsiteY2743" fmla="*/ 78074 h 768467"/>
              <a:gd name="connsiteX2744" fmla="*/ 336300 w 3415751"/>
              <a:gd name="connsiteY2744" fmla="*/ 79210 h 768467"/>
              <a:gd name="connsiteX2745" fmla="*/ 332249 w 3415751"/>
              <a:gd name="connsiteY2745" fmla="*/ 81709 h 768467"/>
              <a:gd name="connsiteX2746" fmla="*/ 329031 w 3415751"/>
              <a:gd name="connsiteY2746" fmla="*/ 83337 h 768467"/>
              <a:gd name="connsiteX2747" fmla="*/ 327781 w 3415751"/>
              <a:gd name="connsiteY2747" fmla="*/ 82958 h 768467"/>
              <a:gd name="connsiteX2748" fmla="*/ 326948 w 3415751"/>
              <a:gd name="connsiteY2748" fmla="*/ 83829 h 768467"/>
              <a:gd name="connsiteX2749" fmla="*/ 326380 w 3415751"/>
              <a:gd name="connsiteY2749" fmla="*/ 85722 h 768467"/>
              <a:gd name="connsiteX2750" fmla="*/ 326380 w 3415751"/>
              <a:gd name="connsiteY2750" fmla="*/ 87275 h 768467"/>
              <a:gd name="connsiteX2751" fmla="*/ 327403 w 3415751"/>
              <a:gd name="connsiteY2751" fmla="*/ 90531 h 768467"/>
              <a:gd name="connsiteX2752" fmla="*/ 330091 w 3415751"/>
              <a:gd name="connsiteY2752" fmla="*/ 91478 h 768467"/>
              <a:gd name="connsiteX2753" fmla="*/ 333877 w 3415751"/>
              <a:gd name="connsiteY2753" fmla="*/ 89736 h 768467"/>
              <a:gd name="connsiteX2754" fmla="*/ 337663 w 3415751"/>
              <a:gd name="connsiteY2754" fmla="*/ 88789 h 768467"/>
              <a:gd name="connsiteX2755" fmla="*/ 341450 w 3415751"/>
              <a:gd name="connsiteY2755" fmla="*/ 87540 h 768467"/>
              <a:gd name="connsiteX2756" fmla="*/ 344441 w 3415751"/>
              <a:gd name="connsiteY2756" fmla="*/ 86593 h 768467"/>
              <a:gd name="connsiteX2757" fmla="*/ 347129 w 3415751"/>
              <a:gd name="connsiteY2757" fmla="*/ 85950 h 768467"/>
              <a:gd name="connsiteX2758" fmla="*/ 350272 w 3415751"/>
              <a:gd name="connsiteY2758" fmla="*/ 85685 h 768467"/>
              <a:gd name="connsiteX2759" fmla="*/ 355951 w 3415751"/>
              <a:gd name="connsiteY2759" fmla="*/ 84662 h 768467"/>
              <a:gd name="connsiteX2760" fmla="*/ 359548 w 3415751"/>
              <a:gd name="connsiteY2760" fmla="*/ 84662 h 768467"/>
              <a:gd name="connsiteX2761" fmla="*/ 362577 w 3415751"/>
              <a:gd name="connsiteY2761" fmla="*/ 78642 h 768467"/>
              <a:gd name="connsiteX2762" fmla="*/ 360003 w 3415751"/>
              <a:gd name="connsiteY2762" fmla="*/ 75537 h 768467"/>
              <a:gd name="connsiteX2763" fmla="*/ 357428 w 3415751"/>
              <a:gd name="connsiteY2763" fmla="*/ 75954 h 768467"/>
              <a:gd name="connsiteX2764" fmla="*/ 354512 w 3415751"/>
              <a:gd name="connsiteY2764" fmla="*/ 76976 h 768467"/>
              <a:gd name="connsiteX2765" fmla="*/ 352089 w 3415751"/>
              <a:gd name="connsiteY2765" fmla="*/ 77203 h 768467"/>
              <a:gd name="connsiteX2766" fmla="*/ 348984 w 3415751"/>
              <a:gd name="connsiteY2766" fmla="*/ 78263 h 768467"/>
              <a:gd name="connsiteX2767" fmla="*/ 347697 w 3415751"/>
              <a:gd name="connsiteY2767" fmla="*/ 77506 h 768467"/>
              <a:gd name="connsiteX2768" fmla="*/ 348227 w 3415751"/>
              <a:gd name="connsiteY2768" fmla="*/ 75992 h 768467"/>
              <a:gd name="connsiteX2769" fmla="*/ 350537 w 3415751"/>
              <a:gd name="connsiteY2769" fmla="*/ 74780 h 768467"/>
              <a:gd name="connsiteX2770" fmla="*/ 352392 w 3415751"/>
              <a:gd name="connsiteY2770" fmla="*/ 73000 h 768467"/>
              <a:gd name="connsiteX2771" fmla="*/ 352619 w 3415751"/>
              <a:gd name="connsiteY2771" fmla="*/ 71751 h 768467"/>
              <a:gd name="connsiteX2772" fmla="*/ 351597 w 3415751"/>
              <a:gd name="connsiteY2772" fmla="*/ 68873 h 768467"/>
              <a:gd name="connsiteX2773" fmla="*/ 350499 w 3415751"/>
              <a:gd name="connsiteY2773" fmla="*/ 67965 h 768467"/>
              <a:gd name="connsiteX2774" fmla="*/ 348076 w 3415751"/>
              <a:gd name="connsiteY2774" fmla="*/ 67548 h 768467"/>
              <a:gd name="connsiteX2775" fmla="*/ 346523 w 3415751"/>
              <a:gd name="connsiteY2775" fmla="*/ 68570 h 768467"/>
              <a:gd name="connsiteX2776" fmla="*/ 344479 w 3415751"/>
              <a:gd name="connsiteY2776" fmla="*/ 69214 h 768467"/>
              <a:gd name="connsiteX2777" fmla="*/ 344176 w 3415751"/>
              <a:gd name="connsiteY2777" fmla="*/ 67094 h 768467"/>
              <a:gd name="connsiteX2778" fmla="*/ 346789 w 3415751"/>
              <a:gd name="connsiteY2778" fmla="*/ 65882 h 768467"/>
              <a:gd name="connsiteX2779" fmla="*/ 348568 w 3415751"/>
              <a:gd name="connsiteY2779" fmla="*/ 65011 h 768467"/>
              <a:gd name="connsiteX2780" fmla="*/ 350348 w 3415751"/>
              <a:gd name="connsiteY2780" fmla="*/ 64708 h 768467"/>
              <a:gd name="connsiteX2781" fmla="*/ 351559 w 3415751"/>
              <a:gd name="connsiteY2781" fmla="*/ 63080 h 768467"/>
              <a:gd name="connsiteX2782" fmla="*/ 354626 w 3415751"/>
              <a:gd name="connsiteY2782" fmla="*/ 53425 h 768467"/>
              <a:gd name="connsiteX2783" fmla="*/ 356254 w 3415751"/>
              <a:gd name="connsiteY2783" fmla="*/ 50926 h 768467"/>
              <a:gd name="connsiteX2784" fmla="*/ 357769 w 3415751"/>
              <a:gd name="connsiteY2784" fmla="*/ 46837 h 768467"/>
              <a:gd name="connsiteX2785" fmla="*/ 357996 w 3415751"/>
              <a:gd name="connsiteY2785" fmla="*/ 44376 h 768467"/>
              <a:gd name="connsiteX2786" fmla="*/ 358867 w 3415751"/>
              <a:gd name="connsiteY2786" fmla="*/ 41650 h 768467"/>
              <a:gd name="connsiteX2787" fmla="*/ 356936 w 3415751"/>
              <a:gd name="connsiteY2787" fmla="*/ 38848 h 768467"/>
              <a:gd name="connsiteX2788" fmla="*/ 355951 w 3415751"/>
              <a:gd name="connsiteY2788" fmla="*/ 37182 h 768467"/>
              <a:gd name="connsiteX2789" fmla="*/ 351597 w 3415751"/>
              <a:gd name="connsiteY2789" fmla="*/ 37485 h 768467"/>
              <a:gd name="connsiteX2790" fmla="*/ 349249 w 3415751"/>
              <a:gd name="connsiteY2790" fmla="*/ 36955 h 768467"/>
              <a:gd name="connsiteX2791" fmla="*/ 384235 w 3415751"/>
              <a:gd name="connsiteY2791" fmla="*/ 13631 h 768467"/>
              <a:gd name="connsiteX2792" fmla="*/ 754687 w 3415751"/>
              <a:gd name="connsiteY2792" fmla="*/ 384234 h 768467"/>
              <a:gd name="connsiteX2793" fmla="*/ 754687 w 3415751"/>
              <a:gd name="connsiteY2793" fmla="*/ 384385 h 768467"/>
              <a:gd name="connsiteX2794" fmla="*/ 383932 w 3415751"/>
              <a:gd name="connsiteY2794" fmla="*/ 754837 h 768467"/>
              <a:gd name="connsiteX2795" fmla="*/ 13480 w 3415751"/>
              <a:gd name="connsiteY2795" fmla="*/ 384082 h 768467"/>
              <a:gd name="connsiteX2796" fmla="*/ 384235 w 3415751"/>
              <a:gd name="connsiteY2796" fmla="*/ 13631 h 768467"/>
              <a:gd name="connsiteX2797" fmla="*/ 384234 w 3415751"/>
              <a:gd name="connsiteY2797" fmla="*/ 8595 h 768467"/>
              <a:gd name="connsiteX2798" fmla="*/ 8595 w 3415751"/>
              <a:gd name="connsiteY2798" fmla="*/ 384234 h 768467"/>
              <a:gd name="connsiteX2799" fmla="*/ 384234 w 3415751"/>
              <a:gd name="connsiteY2799" fmla="*/ 759872 h 768467"/>
              <a:gd name="connsiteX2800" fmla="*/ 759873 w 3415751"/>
              <a:gd name="connsiteY2800" fmla="*/ 384234 h 768467"/>
              <a:gd name="connsiteX2801" fmla="*/ 384234 w 3415751"/>
              <a:gd name="connsiteY2801" fmla="*/ 8595 h 768467"/>
              <a:gd name="connsiteX2802" fmla="*/ 384234 w 3415751"/>
              <a:gd name="connsiteY2802" fmla="*/ 0 h 768467"/>
              <a:gd name="connsiteX2803" fmla="*/ 768468 w 3415751"/>
              <a:gd name="connsiteY2803" fmla="*/ 384234 h 768467"/>
              <a:gd name="connsiteX2804" fmla="*/ 384234 w 3415751"/>
              <a:gd name="connsiteY2804" fmla="*/ 768467 h 768467"/>
              <a:gd name="connsiteX2805" fmla="*/ 0 w 3415751"/>
              <a:gd name="connsiteY2805" fmla="*/ 384234 h 768467"/>
              <a:gd name="connsiteX2806" fmla="*/ 384234 w 3415751"/>
              <a:gd name="connsiteY2806" fmla="*/ 0 h 768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</a:cxnLst>
            <a:rect l="l" t="t" r="r" b="b"/>
            <a:pathLst>
              <a:path w="3415751" h="768467">
                <a:moveTo>
                  <a:pt x="449510" y="694142"/>
                </a:moveTo>
                <a:cubicBezTo>
                  <a:pt x="451835" y="696660"/>
                  <a:pt x="453327" y="699833"/>
                  <a:pt x="453789" y="703229"/>
                </a:cubicBezTo>
                <a:cubicBezTo>
                  <a:pt x="454610" y="706470"/>
                  <a:pt x="454398" y="709885"/>
                  <a:pt x="453183" y="712998"/>
                </a:cubicBezTo>
                <a:cubicBezTo>
                  <a:pt x="452834" y="713713"/>
                  <a:pt x="452388" y="714380"/>
                  <a:pt x="451858" y="714974"/>
                </a:cubicBezTo>
                <a:cubicBezTo>
                  <a:pt x="448677" y="718526"/>
                  <a:pt x="443217" y="718829"/>
                  <a:pt x="439666" y="715648"/>
                </a:cubicBezTo>
                <a:cubicBezTo>
                  <a:pt x="437371" y="713202"/>
                  <a:pt x="435891" y="710109"/>
                  <a:pt x="435425" y="706788"/>
                </a:cubicBezTo>
                <a:cubicBezTo>
                  <a:pt x="434588" y="703460"/>
                  <a:pt x="434800" y="699958"/>
                  <a:pt x="436031" y="696755"/>
                </a:cubicBezTo>
                <a:cubicBezTo>
                  <a:pt x="436409" y="695944"/>
                  <a:pt x="436913" y="695198"/>
                  <a:pt x="437523" y="694547"/>
                </a:cubicBezTo>
                <a:cubicBezTo>
                  <a:pt x="440722" y="691124"/>
                  <a:pt x="446087" y="690943"/>
                  <a:pt x="449510" y="694142"/>
                </a:cubicBezTo>
                <a:close/>
                <a:moveTo>
                  <a:pt x="398017" y="691681"/>
                </a:moveTo>
                <a:lnTo>
                  <a:pt x="372687" y="692136"/>
                </a:lnTo>
                <a:lnTo>
                  <a:pt x="373368" y="729544"/>
                </a:lnTo>
                <a:lnTo>
                  <a:pt x="398812" y="729052"/>
                </a:lnTo>
                <a:lnTo>
                  <a:pt x="398812" y="725720"/>
                </a:lnTo>
                <a:lnTo>
                  <a:pt x="398812" y="722426"/>
                </a:lnTo>
                <a:lnTo>
                  <a:pt x="379881" y="722767"/>
                </a:lnTo>
                <a:lnTo>
                  <a:pt x="379881" y="713036"/>
                </a:lnTo>
                <a:lnTo>
                  <a:pt x="396692" y="712733"/>
                </a:lnTo>
                <a:lnTo>
                  <a:pt x="396692" y="709515"/>
                </a:lnTo>
                <a:lnTo>
                  <a:pt x="396692" y="706296"/>
                </a:lnTo>
                <a:lnTo>
                  <a:pt x="379881" y="706599"/>
                </a:lnTo>
                <a:lnTo>
                  <a:pt x="379881" y="698648"/>
                </a:lnTo>
                <a:lnTo>
                  <a:pt x="398017" y="698345"/>
                </a:lnTo>
                <a:lnTo>
                  <a:pt x="398017" y="695013"/>
                </a:lnTo>
                <a:close/>
                <a:moveTo>
                  <a:pt x="335922" y="688804"/>
                </a:moveTo>
                <a:lnTo>
                  <a:pt x="335505" y="692098"/>
                </a:lnTo>
                <a:lnTo>
                  <a:pt x="335127" y="695392"/>
                </a:lnTo>
                <a:lnTo>
                  <a:pt x="345425" y="696641"/>
                </a:lnTo>
                <a:lnTo>
                  <a:pt x="341639" y="727159"/>
                </a:lnTo>
                <a:lnTo>
                  <a:pt x="345425" y="727613"/>
                </a:lnTo>
                <a:lnTo>
                  <a:pt x="348947" y="728030"/>
                </a:lnTo>
                <a:lnTo>
                  <a:pt x="352733" y="697512"/>
                </a:lnTo>
                <a:lnTo>
                  <a:pt x="363070" y="698799"/>
                </a:lnTo>
                <a:lnTo>
                  <a:pt x="363448" y="695468"/>
                </a:lnTo>
                <a:lnTo>
                  <a:pt x="363675" y="692211"/>
                </a:lnTo>
                <a:close/>
                <a:moveTo>
                  <a:pt x="440152" y="685793"/>
                </a:moveTo>
                <a:cubicBezTo>
                  <a:pt x="436119" y="686802"/>
                  <a:pt x="432471" y="689349"/>
                  <a:pt x="430163" y="693196"/>
                </a:cubicBezTo>
                <a:cubicBezTo>
                  <a:pt x="427853" y="697894"/>
                  <a:pt x="427278" y="703260"/>
                  <a:pt x="428535" y="708341"/>
                </a:cubicBezTo>
                <a:cubicBezTo>
                  <a:pt x="429250" y="713433"/>
                  <a:pt x="431779" y="718098"/>
                  <a:pt x="435653" y="721479"/>
                </a:cubicBezTo>
                <a:cubicBezTo>
                  <a:pt x="436005" y="721737"/>
                  <a:pt x="436369" y="721983"/>
                  <a:pt x="436740" y="722214"/>
                </a:cubicBezTo>
                <a:cubicBezTo>
                  <a:pt x="444464" y="726981"/>
                  <a:pt x="454588" y="724584"/>
                  <a:pt x="459355" y="716860"/>
                </a:cubicBezTo>
                <a:cubicBezTo>
                  <a:pt x="461684" y="712275"/>
                  <a:pt x="462263" y="707001"/>
                  <a:pt x="460983" y="702018"/>
                </a:cubicBezTo>
                <a:cubicBezTo>
                  <a:pt x="460290" y="696831"/>
                  <a:pt x="457765" y="692064"/>
                  <a:pt x="453865" y="688576"/>
                </a:cubicBezTo>
                <a:cubicBezTo>
                  <a:pt x="453411" y="688232"/>
                  <a:pt x="452937" y="687914"/>
                  <a:pt x="452449" y="687622"/>
                </a:cubicBezTo>
                <a:cubicBezTo>
                  <a:pt x="448602" y="685315"/>
                  <a:pt x="444185" y="684785"/>
                  <a:pt x="440152" y="685793"/>
                </a:cubicBezTo>
                <a:close/>
                <a:moveTo>
                  <a:pt x="300936" y="680777"/>
                </a:moveTo>
                <a:lnTo>
                  <a:pt x="295295" y="703494"/>
                </a:lnTo>
                <a:cubicBezTo>
                  <a:pt x="294011" y="707390"/>
                  <a:pt x="294212" y="711627"/>
                  <a:pt x="295863" y="715383"/>
                </a:cubicBezTo>
                <a:cubicBezTo>
                  <a:pt x="297938" y="718659"/>
                  <a:pt x="301315" y="720889"/>
                  <a:pt x="305139" y="721517"/>
                </a:cubicBezTo>
                <a:cubicBezTo>
                  <a:pt x="308819" y="722812"/>
                  <a:pt x="312875" y="722494"/>
                  <a:pt x="316309" y="720646"/>
                </a:cubicBezTo>
                <a:cubicBezTo>
                  <a:pt x="319508" y="718011"/>
                  <a:pt x="321625" y="714293"/>
                  <a:pt x="322253" y="710196"/>
                </a:cubicBezTo>
                <a:lnTo>
                  <a:pt x="327743" y="687478"/>
                </a:lnTo>
                <a:lnTo>
                  <a:pt x="324260" y="686608"/>
                </a:lnTo>
                <a:lnTo>
                  <a:pt x="320777" y="685775"/>
                </a:lnTo>
                <a:lnTo>
                  <a:pt x="315059" y="708492"/>
                </a:lnTo>
                <a:cubicBezTo>
                  <a:pt x="314726" y="710658"/>
                  <a:pt x="313673" y="712646"/>
                  <a:pt x="312068" y="714134"/>
                </a:cubicBezTo>
                <a:cubicBezTo>
                  <a:pt x="310429" y="715134"/>
                  <a:pt x="308418" y="715330"/>
                  <a:pt x="306616" y="714664"/>
                </a:cubicBezTo>
                <a:cubicBezTo>
                  <a:pt x="304745" y="714346"/>
                  <a:pt x="303129" y="713187"/>
                  <a:pt x="302224" y="711521"/>
                </a:cubicBezTo>
                <a:cubicBezTo>
                  <a:pt x="301501" y="709488"/>
                  <a:pt x="301501" y="707269"/>
                  <a:pt x="302224" y="705236"/>
                </a:cubicBezTo>
                <a:lnTo>
                  <a:pt x="307903" y="682518"/>
                </a:lnTo>
                <a:lnTo>
                  <a:pt x="304420" y="681648"/>
                </a:lnTo>
                <a:close/>
                <a:moveTo>
                  <a:pt x="490933" y="673356"/>
                </a:moveTo>
                <a:lnTo>
                  <a:pt x="467647" y="680928"/>
                </a:lnTo>
                <a:lnTo>
                  <a:pt x="479006" y="716481"/>
                </a:lnTo>
                <a:lnTo>
                  <a:pt x="482452" y="715346"/>
                </a:lnTo>
                <a:lnTo>
                  <a:pt x="485859" y="714247"/>
                </a:lnTo>
                <a:lnTo>
                  <a:pt x="481126" y="699216"/>
                </a:lnTo>
                <a:lnTo>
                  <a:pt x="495476" y="694559"/>
                </a:lnTo>
                <a:lnTo>
                  <a:pt x="494492" y="691492"/>
                </a:lnTo>
                <a:lnTo>
                  <a:pt x="493470" y="688425"/>
                </a:lnTo>
                <a:lnTo>
                  <a:pt x="479157" y="693082"/>
                </a:lnTo>
                <a:lnTo>
                  <a:pt x="476545" y="685017"/>
                </a:lnTo>
                <a:lnTo>
                  <a:pt x="492978" y="679679"/>
                </a:lnTo>
                <a:lnTo>
                  <a:pt x="491955" y="676498"/>
                </a:lnTo>
                <a:close/>
                <a:moveTo>
                  <a:pt x="266595" y="669077"/>
                </a:moveTo>
                <a:lnTo>
                  <a:pt x="265497" y="672220"/>
                </a:lnTo>
                <a:lnTo>
                  <a:pt x="264436" y="675362"/>
                </a:lnTo>
                <a:lnTo>
                  <a:pt x="274243" y="678732"/>
                </a:lnTo>
                <a:lnTo>
                  <a:pt x="264247" y="707811"/>
                </a:lnTo>
                <a:lnTo>
                  <a:pt x="267655" y="708985"/>
                </a:lnTo>
                <a:lnTo>
                  <a:pt x="271025" y="710158"/>
                </a:lnTo>
                <a:lnTo>
                  <a:pt x="281020" y="681080"/>
                </a:lnTo>
                <a:lnTo>
                  <a:pt x="290865" y="684449"/>
                </a:lnTo>
                <a:lnTo>
                  <a:pt x="291963" y="681307"/>
                </a:lnTo>
                <a:lnTo>
                  <a:pt x="293099" y="678202"/>
                </a:lnTo>
                <a:close/>
                <a:moveTo>
                  <a:pt x="253002" y="662413"/>
                </a:moveTo>
                <a:lnTo>
                  <a:pt x="237213" y="696300"/>
                </a:lnTo>
                <a:lnTo>
                  <a:pt x="240469" y="697815"/>
                </a:lnTo>
                <a:lnTo>
                  <a:pt x="243687" y="699329"/>
                </a:lnTo>
                <a:lnTo>
                  <a:pt x="259514" y="665442"/>
                </a:lnTo>
                <a:lnTo>
                  <a:pt x="256220" y="663928"/>
                </a:lnTo>
                <a:close/>
                <a:moveTo>
                  <a:pt x="536633" y="651206"/>
                </a:moveTo>
                <a:lnTo>
                  <a:pt x="511947" y="664306"/>
                </a:lnTo>
                <a:lnTo>
                  <a:pt x="513499" y="667260"/>
                </a:lnTo>
                <a:lnTo>
                  <a:pt x="515052" y="670175"/>
                </a:lnTo>
                <a:lnTo>
                  <a:pt x="524215" y="665291"/>
                </a:lnTo>
                <a:lnTo>
                  <a:pt x="538678" y="692438"/>
                </a:lnTo>
                <a:lnTo>
                  <a:pt x="541859" y="690772"/>
                </a:lnTo>
                <a:lnTo>
                  <a:pt x="545001" y="689069"/>
                </a:lnTo>
                <a:lnTo>
                  <a:pt x="530575" y="661921"/>
                </a:lnTo>
                <a:lnTo>
                  <a:pt x="539738" y="657037"/>
                </a:lnTo>
                <a:lnTo>
                  <a:pt x="538186" y="654121"/>
                </a:lnTo>
                <a:close/>
                <a:moveTo>
                  <a:pt x="220818" y="644920"/>
                </a:moveTo>
                <a:lnTo>
                  <a:pt x="219342" y="648025"/>
                </a:lnTo>
                <a:lnTo>
                  <a:pt x="217751" y="650941"/>
                </a:lnTo>
                <a:lnTo>
                  <a:pt x="226839" y="655976"/>
                </a:lnTo>
                <a:lnTo>
                  <a:pt x="211920" y="682859"/>
                </a:lnTo>
                <a:lnTo>
                  <a:pt x="215063" y="684601"/>
                </a:lnTo>
                <a:lnTo>
                  <a:pt x="218206" y="686343"/>
                </a:lnTo>
                <a:lnTo>
                  <a:pt x="232972" y="659233"/>
                </a:lnTo>
                <a:lnTo>
                  <a:pt x="242059" y="664268"/>
                </a:lnTo>
                <a:lnTo>
                  <a:pt x="243650" y="661391"/>
                </a:lnTo>
                <a:lnTo>
                  <a:pt x="245278" y="658475"/>
                </a:lnTo>
                <a:close/>
                <a:moveTo>
                  <a:pt x="455910" y="639468"/>
                </a:moveTo>
                <a:lnTo>
                  <a:pt x="455910" y="639582"/>
                </a:lnTo>
                <a:cubicBezTo>
                  <a:pt x="457386" y="639582"/>
                  <a:pt x="457613" y="641021"/>
                  <a:pt x="457386" y="642800"/>
                </a:cubicBezTo>
                <a:cubicBezTo>
                  <a:pt x="457159" y="644580"/>
                  <a:pt x="457235" y="652342"/>
                  <a:pt x="455872" y="652342"/>
                </a:cubicBezTo>
                <a:cubicBezTo>
                  <a:pt x="454509" y="652342"/>
                  <a:pt x="454963" y="646170"/>
                  <a:pt x="454963" y="643255"/>
                </a:cubicBezTo>
                <a:cubicBezTo>
                  <a:pt x="454963" y="640339"/>
                  <a:pt x="454963" y="639468"/>
                  <a:pt x="455910" y="639468"/>
                </a:cubicBezTo>
                <a:close/>
                <a:moveTo>
                  <a:pt x="391959" y="639468"/>
                </a:moveTo>
                <a:lnTo>
                  <a:pt x="391959" y="639582"/>
                </a:lnTo>
                <a:cubicBezTo>
                  <a:pt x="393435" y="639582"/>
                  <a:pt x="393662" y="641021"/>
                  <a:pt x="393435" y="642800"/>
                </a:cubicBezTo>
                <a:cubicBezTo>
                  <a:pt x="393208" y="644580"/>
                  <a:pt x="393284" y="652342"/>
                  <a:pt x="391921" y="652342"/>
                </a:cubicBezTo>
                <a:cubicBezTo>
                  <a:pt x="390558" y="652342"/>
                  <a:pt x="391012" y="646170"/>
                  <a:pt x="391012" y="643255"/>
                </a:cubicBezTo>
                <a:cubicBezTo>
                  <a:pt x="391012" y="640339"/>
                  <a:pt x="391012" y="639468"/>
                  <a:pt x="391959" y="639468"/>
                </a:cubicBezTo>
                <a:close/>
                <a:moveTo>
                  <a:pt x="316081" y="639089"/>
                </a:moveTo>
                <a:cubicBezTo>
                  <a:pt x="316081" y="639089"/>
                  <a:pt x="317671" y="638370"/>
                  <a:pt x="318125" y="639392"/>
                </a:cubicBezTo>
                <a:cubicBezTo>
                  <a:pt x="318459" y="643474"/>
                  <a:pt x="318546" y="647571"/>
                  <a:pt x="318391" y="651660"/>
                </a:cubicBezTo>
                <a:cubicBezTo>
                  <a:pt x="318391" y="652606"/>
                  <a:pt x="316535" y="652985"/>
                  <a:pt x="316081" y="651660"/>
                </a:cubicBezTo>
                <a:cubicBezTo>
                  <a:pt x="315854" y="647499"/>
                  <a:pt x="315854" y="643326"/>
                  <a:pt x="316081" y="639165"/>
                </a:cubicBezTo>
                <a:close/>
                <a:moveTo>
                  <a:pt x="445308" y="638900"/>
                </a:moveTo>
                <a:cubicBezTo>
                  <a:pt x="446254" y="638900"/>
                  <a:pt x="446708" y="640907"/>
                  <a:pt x="446708" y="642687"/>
                </a:cubicBezTo>
                <a:cubicBezTo>
                  <a:pt x="446708" y="644466"/>
                  <a:pt x="446633" y="652039"/>
                  <a:pt x="445497" y="652039"/>
                </a:cubicBezTo>
                <a:cubicBezTo>
                  <a:pt x="444361" y="652039"/>
                  <a:pt x="443717" y="645791"/>
                  <a:pt x="443717" y="642989"/>
                </a:cubicBezTo>
                <a:cubicBezTo>
                  <a:pt x="443717" y="640188"/>
                  <a:pt x="443717" y="639014"/>
                  <a:pt x="445308" y="639014"/>
                </a:cubicBezTo>
                <a:close/>
                <a:moveTo>
                  <a:pt x="381357" y="638900"/>
                </a:moveTo>
                <a:cubicBezTo>
                  <a:pt x="382303" y="638900"/>
                  <a:pt x="382758" y="641059"/>
                  <a:pt x="382758" y="642687"/>
                </a:cubicBezTo>
                <a:cubicBezTo>
                  <a:pt x="382758" y="644315"/>
                  <a:pt x="382720" y="652228"/>
                  <a:pt x="381584" y="652228"/>
                </a:cubicBezTo>
                <a:cubicBezTo>
                  <a:pt x="380448" y="652228"/>
                  <a:pt x="379766" y="645791"/>
                  <a:pt x="379766" y="642989"/>
                </a:cubicBezTo>
                <a:cubicBezTo>
                  <a:pt x="379766" y="640188"/>
                  <a:pt x="379766" y="639014"/>
                  <a:pt x="381357" y="639014"/>
                </a:cubicBezTo>
                <a:close/>
                <a:moveTo>
                  <a:pt x="327212" y="638219"/>
                </a:moveTo>
                <a:cubicBezTo>
                  <a:pt x="328613" y="638067"/>
                  <a:pt x="328273" y="641665"/>
                  <a:pt x="328273" y="642687"/>
                </a:cubicBezTo>
                <a:cubicBezTo>
                  <a:pt x="328273" y="643709"/>
                  <a:pt x="328348" y="651585"/>
                  <a:pt x="327212" y="651585"/>
                </a:cubicBezTo>
                <a:cubicBezTo>
                  <a:pt x="326077" y="651585"/>
                  <a:pt x="326077" y="644883"/>
                  <a:pt x="326077" y="642687"/>
                </a:cubicBezTo>
                <a:cubicBezTo>
                  <a:pt x="326077" y="640491"/>
                  <a:pt x="325849" y="638219"/>
                  <a:pt x="327212" y="638219"/>
                </a:cubicBezTo>
                <a:close/>
                <a:moveTo>
                  <a:pt x="947831" y="638164"/>
                </a:moveTo>
                <a:lnTo>
                  <a:pt x="947965" y="664431"/>
                </a:lnTo>
                <a:lnTo>
                  <a:pt x="971064" y="664431"/>
                </a:lnTo>
                <a:cubicBezTo>
                  <a:pt x="975108" y="664781"/>
                  <a:pt x="979128" y="663550"/>
                  <a:pt x="982285" y="661000"/>
                </a:cubicBezTo>
                <a:cubicBezTo>
                  <a:pt x="984905" y="658130"/>
                  <a:pt x="986239" y="654316"/>
                  <a:pt x="985981" y="650440"/>
                </a:cubicBezTo>
                <a:cubicBezTo>
                  <a:pt x="986224" y="646930"/>
                  <a:pt x="984808" y="643509"/>
                  <a:pt x="982152" y="641199"/>
                </a:cubicBezTo>
                <a:cubicBezTo>
                  <a:pt x="978794" y="638885"/>
                  <a:pt x="974734" y="637811"/>
                  <a:pt x="970669" y="638164"/>
                </a:cubicBezTo>
                <a:close/>
                <a:moveTo>
                  <a:pt x="321003" y="637348"/>
                </a:moveTo>
                <a:lnTo>
                  <a:pt x="321012" y="637603"/>
                </a:lnTo>
                <a:lnTo>
                  <a:pt x="321003" y="637613"/>
                </a:lnTo>
                <a:close/>
                <a:moveTo>
                  <a:pt x="321624" y="636852"/>
                </a:moveTo>
                <a:cubicBezTo>
                  <a:pt x="322321" y="636428"/>
                  <a:pt x="323229" y="636652"/>
                  <a:pt x="323653" y="637348"/>
                </a:cubicBezTo>
                <a:cubicBezTo>
                  <a:pt x="324108" y="637954"/>
                  <a:pt x="324108" y="651623"/>
                  <a:pt x="324108" y="652493"/>
                </a:cubicBezTo>
                <a:cubicBezTo>
                  <a:pt x="324108" y="653364"/>
                  <a:pt x="321950" y="653213"/>
                  <a:pt x="321495" y="652493"/>
                </a:cubicBezTo>
                <a:lnTo>
                  <a:pt x="321012" y="637603"/>
                </a:lnTo>
                <a:close/>
                <a:moveTo>
                  <a:pt x="451063" y="636287"/>
                </a:moveTo>
                <a:cubicBezTo>
                  <a:pt x="452994" y="636287"/>
                  <a:pt x="452426" y="639051"/>
                  <a:pt x="452426" y="641967"/>
                </a:cubicBezTo>
                <a:cubicBezTo>
                  <a:pt x="452426" y="644882"/>
                  <a:pt x="452918" y="652985"/>
                  <a:pt x="450835" y="652985"/>
                </a:cubicBezTo>
                <a:cubicBezTo>
                  <a:pt x="448753" y="652985"/>
                  <a:pt x="449207" y="644466"/>
                  <a:pt x="449207" y="641815"/>
                </a:cubicBezTo>
                <a:cubicBezTo>
                  <a:pt x="449207" y="639165"/>
                  <a:pt x="448753" y="636287"/>
                  <a:pt x="451063" y="636287"/>
                </a:cubicBezTo>
                <a:close/>
                <a:moveTo>
                  <a:pt x="387112" y="636287"/>
                </a:moveTo>
                <a:cubicBezTo>
                  <a:pt x="389080" y="636287"/>
                  <a:pt x="388475" y="639051"/>
                  <a:pt x="388475" y="641967"/>
                </a:cubicBezTo>
                <a:cubicBezTo>
                  <a:pt x="388475" y="644882"/>
                  <a:pt x="388967" y="652985"/>
                  <a:pt x="386884" y="652985"/>
                </a:cubicBezTo>
                <a:cubicBezTo>
                  <a:pt x="384802" y="652985"/>
                  <a:pt x="385256" y="644466"/>
                  <a:pt x="385256" y="641815"/>
                </a:cubicBezTo>
                <a:cubicBezTo>
                  <a:pt x="385256" y="639165"/>
                  <a:pt x="384802" y="636287"/>
                  <a:pt x="387112" y="636287"/>
                </a:cubicBezTo>
                <a:close/>
                <a:moveTo>
                  <a:pt x="284920" y="635114"/>
                </a:moveTo>
                <a:lnTo>
                  <a:pt x="285149" y="635324"/>
                </a:lnTo>
                <a:lnTo>
                  <a:pt x="284806" y="635266"/>
                </a:lnTo>
                <a:close/>
                <a:moveTo>
                  <a:pt x="565447" y="633069"/>
                </a:moveTo>
                <a:lnTo>
                  <a:pt x="544206" y="646851"/>
                </a:lnTo>
                <a:lnTo>
                  <a:pt x="564576" y="678202"/>
                </a:lnTo>
                <a:lnTo>
                  <a:pt x="586386" y="663890"/>
                </a:lnTo>
                <a:lnTo>
                  <a:pt x="584568" y="661088"/>
                </a:lnTo>
                <a:lnTo>
                  <a:pt x="582788" y="658324"/>
                </a:lnTo>
                <a:lnTo>
                  <a:pt x="566924" y="668623"/>
                </a:lnTo>
                <a:lnTo>
                  <a:pt x="561585" y="660482"/>
                </a:lnTo>
                <a:lnTo>
                  <a:pt x="575822" y="651395"/>
                </a:lnTo>
                <a:lnTo>
                  <a:pt x="574080" y="648669"/>
                </a:lnTo>
                <a:lnTo>
                  <a:pt x="572338" y="645981"/>
                </a:lnTo>
                <a:lnTo>
                  <a:pt x="558215" y="655143"/>
                </a:lnTo>
                <a:lnTo>
                  <a:pt x="553899" y="648480"/>
                </a:lnTo>
                <a:lnTo>
                  <a:pt x="569044" y="638635"/>
                </a:lnTo>
                <a:lnTo>
                  <a:pt x="567265" y="635833"/>
                </a:lnTo>
                <a:close/>
                <a:moveTo>
                  <a:pt x="194503" y="629283"/>
                </a:moveTo>
                <a:cubicBezTo>
                  <a:pt x="191247" y="629616"/>
                  <a:pt x="188317" y="631396"/>
                  <a:pt x="186514" y="634129"/>
                </a:cubicBezTo>
                <a:cubicBezTo>
                  <a:pt x="184746" y="636151"/>
                  <a:pt x="184008" y="638874"/>
                  <a:pt x="184508" y="641513"/>
                </a:cubicBezTo>
                <a:cubicBezTo>
                  <a:pt x="185927" y="645212"/>
                  <a:pt x="188078" y="648586"/>
                  <a:pt x="190831" y="651433"/>
                </a:cubicBezTo>
                <a:cubicBezTo>
                  <a:pt x="192273" y="652909"/>
                  <a:pt x="193455" y="654628"/>
                  <a:pt x="194314" y="656506"/>
                </a:cubicBezTo>
                <a:cubicBezTo>
                  <a:pt x="194681" y="657661"/>
                  <a:pt x="194424" y="658922"/>
                  <a:pt x="193633" y="659838"/>
                </a:cubicBezTo>
                <a:cubicBezTo>
                  <a:pt x="192837" y="660974"/>
                  <a:pt x="191486" y="661584"/>
                  <a:pt x="190111" y="661429"/>
                </a:cubicBezTo>
                <a:cubicBezTo>
                  <a:pt x="188249" y="661179"/>
                  <a:pt x="186492" y="660422"/>
                  <a:pt x="185038" y="659233"/>
                </a:cubicBezTo>
                <a:cubicBezTo>
                  <a:pt x="183451" y="658233"/>
                  <a:pt x="182289" y="656684"/>
                  <a:pt x="181781" y="654878"/>
                </a:cubicBezTo>
                <a:cubicBezTo>
                  <a:pt x="181399" y="653175"/>
                  <a:pt x="181789" y="651387"/>
                  <a:pt x="182842" y="649994"/>
                </a:cubicBezTo>
                <a:lnTo>
                  <a:pt x="177238" y="645943"/>
                </a:lnTo>
                <a:cubicBezTo>
                  <a:pt x="175133" y="648760"/>
                  <a:pt x="174296" y="652326"/>
                  <a:pt x="174928" y="655787"/>
                </a:cubicBezTo>
                <a:cubicBezTo>
                  <a:pt x="175886" y="659361"/>
                  <a:pt x="178143" y="662451"/>
                  <a:pt x="181251" y="664458"/>
                </a:cubicBezTo>
                <a:cubicBezTo>
                  <a:pt x="184137" y="666779"/>
                  <a:pt x="187734" y="668036"/>
                  <a:pt x="191436" y="668017"/>
                </a:cubicBezTo>
                <a:cubicBezTo>
                  <a:pt x="194666" y="667839"/>
                  <a:pt x="197623" y="666158"/>
                  <a:pt x="199426" y="663473"/>
                </a:cubicBezTo>
                <a:cubicBezTo>
                  <a:pt x="201239" y="661387"/>
                  <a:pt x="202114" y="658650"/>
                  <a:pt x="201849" y="655901"/>
                </a:cubicBezTo>
                <a:cubicBezTo>
                  <a:pt x="200736" y="652391"/>
                  <a:pt x="198805" y="649195"/>
                  <a:pt x="196207" y="646586"/>
                </a:cubicBezTo>
                <a:cubicBezTo>
                  <a:pt x="194583" y="644841"/>
                  <a:pt x="193174" y="642910"/>
                  <a:pt x="192005" y="640831"/>
                </a:cubicBezTo>
                <a:cubicBezTo>
                  <a:pt x="191459" y="639869"/>
                  <a:pt x="191550" y="638673"/>
                  <a:pt x="192232" y="637802"/>
                </a:cubicBezTo>
                <a:cubicBezTo>
                  <a:pt x="192989" y="636647"/>
                  <a:pt x="194227" y="635898"/>
                  <a:pt x="195601" y="635758"/>
                </a:cubicBezTo>
                <a:cubicBezTo>
                  <a:pt x="197143" y="635712"/>
                  <a:pt x="198649" y="636223"/>
                  <a:pt x="199842" y="637196"/>
                </a:cubicBezTo>
                <a:cubicBezTo>
                  <a:pt x="201376" y="638207"/>
                  <a:pt x="202515" y="639718"/>
                  <a:pt x="203060" y="641475"/>
                </a:cubicBezTo>
                <a:cubicBezTo>
                  <a:pt x="203522" y="643069"/>
                  <a:pt x="203261" y="644788"/>
                  <a:pt x="202341" y="646170"/>
                </a:cubicBezTo>
                <a:lnTo>
                  <a:pt x="207983" y="650297"/>
                </a:lnTo>
                <a:lnTo>
                  <a:pt x="207983" y="650221"/>
                </a:lnTo>
                <a:cubicBezTo>
                  <a:pt x="209887" y="647431"/>
                  <a:pt x="210610" y="644000"/>
                  <a:pt x="209989" y="640680"/>
                </a:cubicBezTo>
                <a:cubicBezTo>
                  <a:pt x="209206" y="637318"/>
                  <a:pt x="207176" y="634383"/>
                  <a:pt x="204310" y="632463"/>
                </a:cubicBezTo>
                <a:cubicBezTo>
                  <a:pt x="201550" y="630218"/>
                  <a:pt x="198055" y="629086"/>
                  <a:pt x="194503" y="629283"/>
                </a:cubicBezTo>
                <a:close/>
                <a:moveTo>
                  <a:pt x="594261" y="612472"/>
                </a:moveTo>
                <a:cubicBezTo>
                  <a:pt x="590543" y="612400"/>
                  <a:pt x="586938" y="613755"/>
                  <a:pt x="584189" y="616258"/>
                </a:cubicBezTo>
                <a:cubicBezTo>
                  <a:pt x="580695" y="618977"/>
                  <a:pt x="578699" y="623191"/>
                  <a:pt x="578813" y="627617"/>
                </a:cubicBezTo>
                <a:cubicBezTo>
                  <a:pt x="579180" y="632804"/>
                  <a:pt x="581319" y="637711"/>
                  <a:pt x="584871" y="641513"/>
                </a:cubicBezTo>
                <a:cubicBezTo>
                  <a:pt x="587945" y="645594"/>
                  <a:pt x="592353" y="648476"/>
                  <a:pt x="597328" y="649653"/>
                </a:cubicBezTo>
                <a:cubicBezTo>
                  <a:pt x="605718" y="650944"/>
                  <a:pt x="613575" y="645204"/>
                  <a:pt x="614896" y="636818"/>
                </a:cubicBezTo>
                <a:lnTo>
                  <a:pt x="614821" y="636742"/>
                </a:lnTo>
                <a:cubicBezTo>
                  <a:pt x="615086" y="632922"/>
                  <a:pt x="613973" y="629132"/>
                  <a:pt x="611678" y="626065"/>
                </a:cubicBezTo>
                <a:lnTo>
                  <a:pt x="606150" y="630684"/>
                </a:lnTo>
                <a:cubicBezTo>
                  <a:pt x="607358" y="632320"/>
                  <a:pt x="607937" y="634334"/>
                  <a:pt x="607778" y="636363"/>
                </a:cubicBezTo>
                <a:cubicBezTo>
                  <a:pt x="607725" y="636791"/>
                  <a:pt x="607634" y="637215"/>
                  <a:pt x="607506" y="637628"/>
                </a:cubicBezTo>
                <a:cubicBezTo>
                  <a:pt x="606283" y="641626"/>
                  <a:pt x="602046" y="643875"/>
                  <a:pt x="598047" y="642649"/>
                </a:cubicBezTo>
                <a:cubicBezTo>
                  <a:pt x="595018" y="641501"/>
                  <a:pt x="592391" y="639502"/>
                  <a:pt x="590475" y="636894"/>
                </a:cubicBezTo>
                <a:cubicBezTo>
                  <a:pt x="588165" y="634448"/>
                  <a:pt x="586613" y="631381"/>
                  <a:pt x="586007" y="628071"/>
                </a:cubicBezTo>
                <a:cubicBezTo>
                  <a:pt x="585617" y="625538"/>
                  <a:pt x="586598" y="622990"/>
                  <a:pt x="588582" y="621370"/>
                </a:cubicBezTo>
                <a:cubicBezTo>
                  <a:pt x="589990" y="620090"/>
                  <a:pt x="591826" y="619386"/>
                  <a:pt x="593731" y="619401"/>
                </a:cubicBezTo>
                <a:cubicBezTo>
                  <a:pt x="595582" y="619442"/>
                  <a:pt x="597351" y="620203"/>
                  <a:pt x="598653" y="621521"/>
                </a:cubicBezTo>
                <a:lnTo>
                  <a:pt x="604181" y="616902"/>
                </a:lnTo>
                <a:cubicBezTo>
                  <a:pt x="601557" y="614221"/>
                  <a:pt x="598009" y="612638"/>
                  <a:pt x="594261" y="612472"/>
                </a:cubicBezTo>
                <a:close/>
                <a:moveTo>
                  <a:pt x="396766" y="611310"/>
                </a:moveTo>
                <a:lnTo>
                  <a:pt x="396842" y="611310"/>
                </a:lnTo>
                <a:lnTo>
                  <a:pt x="396842" y="621419"/>
                </a:lnTo>
                <a:lnTo>
                  <a:pt x="388247" y="621419"/>
                </a:lnTo>
                <a:close/>
                <a:moveTo>
                  <a:pt x="370869" y="609254"/>
                </a:moveTo>
                <a:cubicBezTo>
                  <a:pt x="374731" y="609254"/>
                  <a:pt x="376283" y="611488"/>
                  <a:pt x="376283" y="614025"/>
                </a:cubicBezTo>
                <a:cubicBezTo>
                  <a:pt x="376310" y="614316"/>
                  <a:pt x="376306" y="614608"/>
                  <a:pt x="376275" y="614899"/>
                </a:cubicBezTo>
                <a:cubicBezTo>
                  <a:pt x="376018" y="617478"/>
                  <a:pt x="373712" y="619359"/>
                  <a:pt x="371134" y="619098"/>
                </a:cubicBezTo>
                <a:cubicBezTo>
                  <a:pt x="368900" y="619098"/>
                  <a:pt x="365719" y="618568"/>
                  <a:pt x="365719" y="614252"/>
                </a:cubicBezTo>
                <a:cubicBezTo>
                  <a:pt x="365712" y="614070"/>
                  <a:pt x="365715" y="613888"/>
                  <a:pt x="365727" y="613707"/>
                </a:cubicBezTo>
                <a:cubicBezTo>
                  <a:pt x="365920" y="611056"/>
                  <a:pt x="368218" y="609065"/>
                  <a:pt x="370869" y="609254"/>
                </a:cubicBezTo>
                <a:close/>
                <a:moveTo>
                  <a:pt x="417478" y="609253"/>
                </a:moveTo>
                <a:cubicBezTo>
                  <a:pt x="421491" y="609253"/>
                  <a:pt x="423082" y="612585"/>
                  <a:pt x="423082" y="618189"/>
                </a:cubicBezTo>
                <a:cubicBezTo>
                  <a:pt x="423082" y="623793"/>
                  <a:pt x="421340" y="627125"/>
                  <a:pt x="417478" y="627125"/>
                </a:cubicBezTo>
                <a:cubicBezTo>
                  <a:pt x="413616" y="627125"/>
                  <a:pt x="411874" y="623755"/>
                  <a:pt x="411874" y="618189"/>
                </a:cubicBezTo>
                <a:cubicBezTo>
                  <a:pt x="411874" y="612623"/>
                  <a:pt x="413692" y="609253"/>
                  <a:pt x="417478" y="609253"/>
                </a:cubicBezTo>
                <a:close/>
                <a:moveTo>
                  <a:pt x="369816" y="606951"/>
                </a:moveTo>
                <a:cubicBezTo>
                  <a:pt x="365632" y="606989"/>
                  <a:pt x="362274" y="610408"/>
                  <a:pt x="362311" y="614592"/>
                </a:cubicBezTo>
                <a:cubicBezTo>
                  <a:pt x="362319" y="614763"/>
                  <a:pt x="362330" y="614933"/>
                  <a:pt x="362349" y="615099"/>
                </a:cubicBezTo>
                <a:cubicBezTo>
                  <a:pt x="362815" y="619257"/>
                  <a:pt x="366560" y="622252"/>
                  <a:pt x="370717" y="621786"/>
                </a:cubicBezTo>
                <a:cubicBezTo>
                  <a:pt x="373072" y="621956"/>
                  <a:pt x="375363" y="620968"/>
                  <a:pt x="376851" y="619136"/>
                </a:cubicBezTo>
                <a:cubicBezTo>
                  <a:pt x="376018" y="624929"/>
                  <a:pt x="374200" y="627466"/>
                  <a:pt x="370414" y="627466"/>
                </a:cubicBezTo>
                <a:cubicBezTo>
                  <a:pt x="370153" y="627515"/>
                  <a:pt x="369888" y="627537"/>
                  <a:pt x="369627" y="627534"/>
                </a:cubicBezTo>
                <a:cubicBezTo>
                  <a:pt x="367533" y="627496"/>
                  <a:pt x="365871" y="625769"/>
                  <a:pt x="365908" y="623679"/>
                </a:cubicBezTo>
                <a:lnTo>
                  <a:pt x="362539" y="623679"/>
                </a:lnTo>
                <a:cubicBezTo>
                  <a:pt x="362539" y="625875"/>
                  <a:pt x="364242" y="629662"/>
                  <a:pt x="370490" y="629662"/>
                </a:cubicBezTo>
                <a:lnTo>
                  <a:pt x="370490" y="629775"/>
                </a:lnTo>
                <a:cubicBezTo>
                  <a:pt x="379842" y="629775"/>
                  <a:pt x="380221" y="619476"/>
                  <a:pt x="380296" y="617356"/>
                </a:cubicBezTo>
                <a:cubicBezTo>
                  <a:pt x="380296" y="613759"/>
                  <a:pt x="379426" y="607019"/>
                  <a:pt x="370906" y="607019"/>
                </a:cubicBezTo>
                <a:cubicBezTo>
                  <a:pt x="370543" y="606970"/>
                  <a:pt x="370179" y="606948"/>
                  <a:pt x="369816" y="606951"/>
                </a:cubicBezTo>
                <a:close/>
                <a:moveTo>
                  <a:pt x="417478" y="606906"/>
                </a:moveTo>
                <a:cubicBezTo>
                  <a:pt x="409792" y="606906"/>
                  <a:pt x="408315" y="613721"/>
                  <a:pt x="408315" y="618265"/>
                </a:cubicBezTo>
                <a:cubicBezTo>
                  <a:pt x="408315" y="622808"/>
                  <a:pt x="409905" y="629624"/>
                  <a:pt x="417478" y="629624"/>
                </a:cubicBezTo>
                <a:lnTo>
                  <a:pt x="417478" y="629775"/>
                </a:lnTo>
                <a:cubicBezTo>
                  <a:pt x="425278" y="629775"/>
                  <a:pt x="426641" y="622808"/>
                  <a:pt x="426641" y="618265"/>
                </a:cubicBezTo>
                <a:cubicBezTo>
                  <a:pt x="426641" y="613721"/>
                  <a:pt x="425164" y="606906"/>
                  <a:pt x="417478" y="606906"/>
                </a:cubicBezTo>
                <a:close/>
                <a:moveTo>
                  <a:pt x="397070" y="606755"/>
                </a:moveTo>
                <a:lnTo>
                  <a:pt x="384840" y="620877"/>
                </a:lnTo>
                <a:lnTo>
                  <a:pt x="384840" y="623603"/>
                </a:lnTo>
                <a:lnTo>
                  <a:pt x="396502" y="623603"/>
                </a:lnTo>
                <a:lnTo>
                  <a:pt x="396502" y="629056"/>
                </a:lnTo>
                <a:lnTo>
                  <a:pt x="399871" y="629056"/>
                </a:lnTo>
                <a:lnTo>
                  <a:pt x="399871" y="623603"/>
                </a:lnTo>
                <a:lnTo>
                  <a:pt x="403658" y="623603"/>
                </a:lnTo>
                <a:lnTo>
                  <a:pt x="403658" y="621218"/>
                </a:lnTo>
                <a:lnTo>
                  <a:pt x="399871" y="621218"/>
                </a:lnTo>
                <a:lnTo>
                  <a:pt x="399871" y="606755"/>
                </a:lnTo>
                <a:close/>
                <a:moveTo>
                  <a:pt x="348567" y="606603"/>
                </a:moveTo>
                <a:cubicBezTo>
                  <a:pt x="347507" y="610238"/>
                  <a:pt x="345690" y="610617"/>
                  <a:pt x="341373" y="610844"/>
                </a:cubicBezTo>
                <a:lnTo>
                  <a:pt x="341373" y="613229"/>
                </a:lnTo>
                <a:lnTo>
                  <a:pt x="347621" y="613229"/>
                </a:lnTo>
                <a:lnTo>
                  <a:pt x="347621" y="629056"/>
                </a:lnTo>
                <a:lnTo>
                  <a:pt x="351180" y="629056"/>
                </a:lnTo>
                <a:lnTo>
                  <a:pt x="351180" y="606603"/>
                </a:lnTo>
                <a:close/>
                <a:moveTo>
                  <a:pt x="164364" y="600129"/>
                </a:moveTo>
                <a:lnTo>
                  <a:pt x="138845" y="627466"/>
                </a:lnTo>
                <a:lnTo>
                  <a:pt x="141306" y="629775"/>
                </a:lnTo>
                <a:lnTo>
                  <a:pt x="143767" y="632199"/>
                </a:lnTo>
                <a:lnTo>
                  <a:pt x="162131" y="612472"/>
                </a:lnTo>
                <a:lnTo>
                  <a:pt x="154142" y="641891"/>
                </a:lnTo>
                <a:lnTo>
                  <a:pt x="156754" y="644315"/>
                </a:lnTo>
                <a:lnTo>
                  <a:pt x="159367" y="646624"/>
                </a:lnTo>
                <a:lnTo>
                  <a:pt x="184848" y="619249"/>
                </a:lnTo>
                <a:lnTo>
                  <a:pt x="182387" y="616978"/>
                </a:lnTo>
                <a:lnTo>
                  <a:pt x="179964" y="614706"/>
                </a:lnTo>
                <a:lnTo>
                  <a:pt x="162055" y="633902"/>
                </a:lnTo>
                <a:lnTo>
                  <a:pt x="169855" y="605278"/>
                </a:lnTo>
                <a:lnTo>
                  <a:pt x="167091" y="602703"/>
                </a:lnTo>
                <a:close/>
                <a:moveTo>
                  <a:pt x="947831" y="599751"/>
                </a:moveTo>
                <a:lnTo>
                  <a:pt x="947965" y="621531"/>
                </a:lnTo>
                <a:lnTo>
                  <a:pt x="969745" y="621531"/>
                </a:lnTo>
                <a:cubicBezTo>
                  <a:pt x="973531" y="621772"/>
                  <a:pt x="977292" y="620751"/>
                  <a:pt x="980437" y="618628"/>
                </a:cubicBezTo>
                <a:cubicBezTo>
                  <a:pt x="982848" y="616343"/>
                  <a:pt x="984108" y="613097"/>
                  <a:pt x="983869" y="609783"/>
                </a:cubicBezTo>
                <a:cubicBezTo>
                  <a:pt x="984055" y="606798"/>
                  <a:pt x="982650" y="603936"/>
                  <a:pt x="980173" y="602260"/>
                </a:cubicBezTo>
                <a:cubicBezTo>
                  <a:pt x="976760" y="600339"/>
                  <a:pt x="972857" y="599467"/>
                  <a:pt x="968952" y="599751"/>
                </a:cubicBezTo>
                <a:close/>
                <a:moveTo>
                  <a:pt x="3171282" y="596985"/>
                </a:moveTo>
                <a:cubicBezTo>
                  <a:pt x="3165609" y="596089"/>
                  <a:pt x="3159595" y="597357"/>
                  <a:pt x="3154583" y="601001"/>
                </a:cubicBezTo>
                <a:cubicBezTo>
                  <a:pt x="3152682" y="602382"/>
                  <a:pt x="3151010" y="604054"/>
                  <a:pt x="3149629" y="605954"/>
                </a:cubicBezTo>
                <a:cubicBezTo>
                  <a:pt x="3144709" y="613842"/>
                  <a:pt x="3142399" y="623080"/>
                  <a:pt x="3143028" y="632354"/>
                </a:cubicBezTo>
                <a:cubicBezTo>
                  <a:pt x="3142566" y="641180"/>
                  <a:pt x="3144824" y="649933"/>
                  <a:pt x="3149497" y="657435"/>
                </a:cubicBezTo>
                <a:cubicBezTo>
                  <a:pt x="3156980" y="667495"/>
                  <a:pt x="3171203" y="669583"/>
                  <a:pt x="3181265" y="662100"/>
                </a:cubicBezTo>
                <a:cubicBezTo>
                  <a:pt x="3183037" y="660779"/>
                  <a:pt x="3184609" y="659209"/>
                  <a:pt x="3185928" y="657435"/>
                </a:cubicBezTo>
                <a:lnTo>
                  <a:pt x="3185929" y="657435"/>
                </a:lnTo>
                <a:cubicBezTo>
                  <a:pt x="3190704" y="649974"/>
                  <a:pt x="3193014" y="641200"/>
                  <a:pt x="3192529" y="632354"/>
                </a:cubicBezTo>
                <a:cubicBezTo>
                  <a:pt x="3193159" y="623080"/>
                  <a:pt x="3190849" y="613842"/>
                  <a:pt x="3185929" y="605954"/>
                </a:cubicBezTo>
                <a:cubicBezTo>
                  <a:pt x="3182285" y="600942"/>
                  <a:pt x="3176955" y="597882"/>
                  <a:pt x="3171282" y="596985"/>
                </a:cubicBezTo>
                <a:close/>
                <a:moveTo>
                  <a:pt x="2985046" y="596979"/>
                </a:moveTo>
                <a:cubicBezTo>
                  <a:pt x="2979337" y="596094"/>
                  <a:pt x="2973291" y="597388"/>
                  <a:pt x="2968260" y="601069"/>
                </a:cubicBezTo>
                <a:cubicBezTo>
                  <a:pt x="2966391" y="602436"/>
                  <a:pt x="2964742" y="604086"/>
                  <a:pt x="2963374" y="605955"/>
                </a:cubicBezTo>
                <a:cubicBezTo>
                  <a:pt x="2958500" y="613859"/>
                  <a:pt x="2956237" y="623095"/>
                  <a:pt x="2956906" y="632356"/>
                </a:cubicBezTo>
                <a:cubicBezTo>
                  <a:pt x="2956382" y="641188"/>
                  <a:pt x="2958644" y="649960"/>
                  <a:pt x="2963374" y="657437"/>
                </a:cubicBezTo>
                <a:cubicBezTo>
                  <a:pt x="2970859" y="667497"/>
                  <a:pt x="2985082" y="669585"/>
                  <a:pt x="2995142" y="662100"/>
                </a:cubicBezTo>
                <a:cubicBezTo>
                  <a:pt x="2996916" y="660781"/>
                  <a:pt x="2998487" y="659209"/>
                  <a:pt x="2999807" y="657437"/>
                </a:cubicBezTo>
                <a:cubicBezTo>
                  <a:pt x="3004537" y="649960"/>
                  <a:pt x="3006798" y="641186"/>
                  <a:pt x="3006274" y="632356"/>
                </a:cubicBezTo>
                <a:cubicBezTo>
                  <a:pt x="3006944" y="623095"/>
                  <a:pt x="3004681" y="613859"/>
                  <a:pt x="2999807" y="605955"/>
                </a:cubicBezTo>
                <a:cubicBezTo>
                  <a:pt x="2996126" y="600925"/>
                  <a:pt x="2990755" y="597863"/>
                  <a:pt x="2985046" y="596979"/>
                </a:cubicBezTo>
                <a:close/>
                <a:moveTo>
                  <a:pt x="2296654" y="596979"/>
                </a:moveTo>
                <a:cubicBezTo>
                  <a:pt x="2290945" y="596094"/>
                  <a:pt x="2284899" y="597388"/>
                  <a:pt x="2279868" y="601069"/>
                </a:cubicBezTo>
                <a:cubicBezTo>
                  <a:pt x="2277999" y="602436"/>
                  <a:pt x="2276350" y="604086"/>
                  <a:pt x="2274982" y="605955"/>
                </a:cubicBezTo>
                <a:cubicBezTo>
                  <a:pt x="2270108" y="613859"/>
                  <a:pt x="2267845" y="623095"/>
                  <a:pt x="2268514" y="632356"/>
                </a:cubicBezTo>
                <a:cubicBezTo>
                  <a:pt x="2267990" y="641188"/>
                  <a:pt x="2270252" y="649960"/>
                  <a:pt x="2274982" y="657437"/>
                </a:cubicBezTo>
                <a:cubicBezTo>
                  <a:pt x="2282467" y="667497"/>
                  <a:pt x="2296690" y="669585"/>
                  <a:pt x="2306750" y="662100"/>
                </a:cubicBezTo>
                <a:cubicBezTo>
                  <a:pt x="2308524" y="660781"/>
                  <a:pt x="2310095" y="659209"/>
                  <a:pt x="2311415" y="657437"/>
                </a:cubicBezTo>
                <a:cubicBezTo>
                  <a:pt x="2316145" y="649960"/>
                  <a:pt x="2318406" y="641186"/>
                  <a:pt x="2317882" y="632356"/>
                </a:cubicBezTo>
                <a:cubicBezTo>
                  <a:pt x="2318552" y="623095"/>
                  <a:pt x="2316289" y="613859"/>
                  <a:pt x="2311415" y="605955"/>
                </a:cubicBezTo>
                <a:cubicBezTo>
                  <a:pt x="2307734" y="600925"/>
                  <a:pt x="2302363" y="597863"/>
                  <a:pt x="2296654" y="596979"/>
                </a:cubicBezTo>
                <a:close/>
                <a:moveTo>
                  <a:pt x="152286" y="586952"/>
                </a:moveTo>
                <a:lnTo>
                  <a:pt x="124495" y="611980"/>
                </a:lnTo>
                <a:lnTo>
                  <a:pt x="126918" y="614630"/>
                </a:lnTo>
                <a:lnTo>
                  <a:pt x="129303" y="617318"/>
                </a:lnTo>
                <a:lnTo>
                  <a:pt x="157095" y="592291"/>
                </a:lnTo>
                <a:lnTo>
                  <a:pt x="154709" y="589603"/>
                </a:lnTo>
                <a:close/>
                <a:moveTo>
                  <a:pt x="3328206" y="582911"/>
                </a:moveTo>
                <a:lnTo>
                  <a:pt x="3339426" y="582911"/>
                </a:lnTo>
                <a:lnTo>
                  <a:pt x="3350779" y="582911"/>
                </a:lnTo>
                <a:lnTo>
                  <a:pt x="3369720" y="625658"/>
                </a:lnTo>
                <a:lnTo>
                  <a:pt x="3369656" y="625812"/>
                </a:lnTo>
                <a:lnTo>
                  <a:pt x="3369788" y="625812"/>
                </a:lnTo>
                <a:lnTo>
                  <a:pt x="3369720" y="625658"/>
                </a:lnTo>
                <a:lnTo>
                  <a:pt x="3387475" y="582911"/>
                </a:lnTo>
                <a:lnTo>
                  <a:pt x="3398300" y="582911"/>
                </a:lnTo>
                <a:lnTo>
                  <a:pt x="3408992" y="582911"/>
                </a:lnTo>
                <a:lnTo>
                  <a:pt x="3378896" y="644292"/>
                </a:lnTo>
                <a:lnTo>
                  <a:pt x="3378896" y="681914"/>
                </a:lnTo>
                <a:lnTo>
                  <a:pt x="3369523" y="681914"/>
                </a:lnTo>
                <a:lnTo>
                  <a:pt x="3359887" y="681914"/>
                </a:lnTo>
                <a:lnTo>
                  <a:pt x="3359887" y="644688"/>
                </a:lnTo>
                <a:close/>
                <a:moveTo>
                  <a:pt x="3046117" y="582911"/>
                </a:moveTo>
                <a:lnTo>
                  <a:pt x="3055621" y="582911"/>
                </a:lnTo>
                <a:lnTo>
                  <a:pt x="3065125" y="582911"/>
                </a:lnTo>
                <a:lnTo>
                  <a:pt x="3065125" y="664224"/>
                </a:lnTo>
                <a:lnTo>
                  <a:pt x="3110271" y="664224"/>
                </a:lnTo>
                <a:lnTo>
                  <a:pt x="3110271" y="673069"/>
                </a:lnTo>
                <a:lnTo>
                  <a:pt x="3110271" y="681780"/>
                </a:lnTo>
                <a:lnTo>
                  <a:pt x="3046117" y="681780"/>
                </a:lnTo>
                <a:close/>
                <a:moveTo>
                  <a:pt x="2844946" y="582911"/>
                </a:moveTo>
                <a:lnTo>
                  <a:pt x="2854847" y="582911"/>
                </a:lnTo>
                <a:lnTo>
                  <a:pt x="2864747" y="582911"/>
                </a:lnTo>
                <a:lnTo>
                  <a:pt x="2901312" y="652345"/>
                </a:lnTo>
                <a:lnTo>
                  <a:pt x="2901312" y="582911"/>
                </a:lnTo>
                <a:lnTo>
                  <a:pt x="2910156" y="582911"/>
                </a:lnTo>
                <a:lnTo>
                  <a:pt x="2919131" y="582911"/>
                </a:lnTo>
                <a:lnTo>
                  <a:pt x="2919131" y="681780"/>
                </a:lnTo>
                <a:lnTo>
                  <a:pt x="2909627" y="681780"/>
                </a:lnTo>
                <a:lnTo>
                  <a:pt x="2900123" y="681780"/>
                </a:lnTo>
                <a:lnTo>
                  <a:pt x="2862634" y="610499"/>
                </a:lnTo>
                <a:lnTo>
                  <a:pt x="2862634" y="681780"/>
                </a:lnTo>
                <a:lnTo>
                  <a:pt x="2853791" y="681780"/>
                </a:lnTo>
                <a:lnTo>
                  <a:pt x="2844946" y="681780"/>
                </a:lnTo>
                <a:close/>
                <a:moveTo>
                  <a:pt x="2748583" y="582911"/>
                </a:moveTo>
                <a:lnTo>
                  <a:pt x="2757956" y="582911"/>
                </a:lnTo>
                <a:lnTo>
                  <a:pt x="2767460" y="582911"/>
                </a:lnTo>
                <a:lnTo>
                  <a:pt x="2767460" y="620003"/>
                </a:lnTo>
                <a:lnTo>
                  <a:pt x="2803100" y="620003"/>
                </a:lnTo>
                <a:lnTo>
                  <a:pt x="2803100" y="582911"/>
                </a:lnTo>
                <a:lnTo>
                  <a:pt x="2812604" y="582911"/>
                </a:lnTo>
                <a:lnTo>
                  <a:pt x="2822108" y="582911"/>
                </a:lnTo>
                <a:lnTo>
                  <a:pt x="2822108" y="681780"/>
                </a:lnTo>
                <a:lnTo>
                  <a:pt x="2812604" y="681780"/>
                </a:lnTo>
                <a:lnTo>
                  <a:pt x="2803100" y="681780"/>
                </a:lnTo>
                <a:lnTo>
                  <a:pt x="2803100" y="637033"/>
                </a:lnTo>
                <a:lnTo>
                  <a:pt x="2767460" y="637033"/>
                </a:lnTo>
                <a:lnTo>
                  <a:pt x="2767460" y="681780"/>
                </a:lnTo>
                <a:lnTo>
                  <a:pt x="2758087" y="681780"/>
                </a:lnTo>
                <a:lnTo>
                  <a:pt x="2748583" y="681780"/>
                </a:lnTo>
                <a:close/>
                <a:moveTo>
                  <a:pt x="2562989" y="582911"/>
                </a:moveTo>
                <a:lnTo>
                  <a:pt x="2629915" y="582911"/>
                </a:lnTo>
                <a:lnTo>
                  <a:pt x="2629915" y="591623"/>
                </a:lnTo>
                <a:lnTo>
                  <a:pt x="2629915" y="600467"/>
                </a:lnTo>
                <a:lnTo>
                  <a:pt x="2581998" y="600467"/>
                </a:lnTo>
                <a:lnTo>
                  <a:pt x="2581998" y="621456"/>
                </a:lnTo>
                <a:lnTo>
                  <a:pt x="2626482" y="621456"/>
                </a:lnTo>
                <a:lnTo>
                  <a:pt x="2626482" y="629904"/>
                </a:lnTo>
                <a:lnTo>
                  <a:pt x="2626482" y="638484"/>
                </a:lnTo>
                <a:lnTo>
                  <a:pt x="2581998" y="638484"/>
                </a:lnTo>
                <a:lnTo>
                  <a:pt x="2581998" y="664224"/>
                </a:lnTo>
                <a:lnTo>
                  <a:pt x="2632027" y="664224"/>
                </a:lnTo>
                <a:lnTo>
                  <a:pt x="2632027" y="673069"/>
                </a:lnTo>
                <a:lnTo>
                  <a:pt x="2632027" y="681780"/>
                </a:lnTo>
                <a:lnTo>
                  <a:pt x="2562989" y="681780"/>
                </a:lnTo>
                <a:close/>
                <a:moveTo>
                  <a:pt x="2472566" y="582911"/>
                </a:moveTo>
                <a:lnTo>
                  <a:pt x="2546619" y="582911"/>
                </a:lnTo>
                <a:lnTo>
                  <a:pt x="2546619" y="591623"/>
                </a:lnTo>
                <a:lnTo>
                  <a:pt x="2546619" y="600467"/>
                </a:lnTo>
                <a:lnTo>
                  <a:pt x="2519031" y="600467"/>
                </a:lnTo>
                <a:lnTo>
                  <a:pt x="2519031" y="681780"/>
                </a:lnTo>
                <a:lnTo>
                  <a:pt x="2509659" y="681780"/>
                </a:lnTo>
                <a:lnTo>
                  <a:pt x="2500154" y="681780"/>
                </a:lnTo>
                <a:lnTo>
                  <a:pt x="2500154" y="600467"/>
                </a:lnTo>
                <a:lnTo>
                  <a:pt x="2472566" y="600467"/>
                </a:lnTo>
                <a:lnTo>
                  <a:pt x="2472566" y="591756"/>
                </a:lnTo>
                <a:close/>
                <a:moveTo>
                  <a:pt x="2357725" y="582911"/>
                </a:moveTo>
                <a:lnTo>
                  <a:pt x="2422405" y="582911"/>
                </a:lnTo>
                <a:lnTo>
                  <a:pt x="2422405" y="591623"/>
                </a:lnTo>
                <a:lnTo>
                  <a:pt x="2422405" y="600467"/>
                </a:lnTo>
                <a:lnTo>
                  <a:pt x="2376733" y="600467"/>
                </a:lnTo>
                <a:lnTo>
                  <a:pt x="2376733" y="622908"/>
                </a:lnTo>
                <a:lnTo>
                  <a:pt x="2416599" y="622908"/>
                </a:lnTo>
                <a:lnTo>
                  <a:pt x="2416599" y="631488"/>
                </a:lnTo>
                <a:lnTo>
                  <a:pt x="2416599" y="639936"/>
                </a:lnTo>
                <a:lnTo>
                  <a:pt x="2376733" y="639936"/>
                </a:lnTo>
                <a:lnTo>
                  <a:pt x="2376733" y="681780"/>
                </a:lnTo>
                <a:lnTo>
                  <a:pt x="2367229" y="681780"/>
                </a:lnTo>
                <a:lnTo>
                  <a:pt x="2357725" y="681780"/>
                </a:lnTo>
                <a:close/>
                <a:moveTo>
                  <a:pt x="2124082" y="582911"/>
                </a:moveTo>
                <a:lnTo>
                  <a:pt x="2191139" y="582911"/>
                </a:lnTo>
                <a:lnTo>
                  <a:pt x="2191139" y="591623"/>
                </a:lnTo>
                <a:lnTo>
                  <a:pt x="2191139" y="600467"/>
                </a:lnTo>
                <a:lnTo>
                  <a:pt x="2143091" y="600467"/>
                </a:lnTo>
                <a:lnTo>
                  <a:pt x="2143091" y="621456"/>
                </a:lnTo>
                <a:lnTo>
                  <a:pt x="2187575" y="621456"/>
                </a:lnTo>
                <a:lnTo>
                  <a:pt x="2187575" y="629904"/>
                </a:lnTo>
                <a:lnTo>
                  <a:pt x="2187575" y="638484"/>
                </a:lnTo>
                <a:lnTo>
                  <a:pt x="2143091" y="638484"/>
                </a:lnTo>
                <a:lnTo>
                  <a:pt x="2143091" y="664224"/>
                </a:lnTo>
                <a:lnTo>
                  <a:pt x="2193251" y="664224"/>
                </a:lnTo>
                <a:lnTo>
                  <a:pt x="2193251" y="673069"/>
                </a:lnTo>
                <a:lnTo>
                  <a:pt x="2193251" y="681780"/>
                </a:lnTo>
                <a:lnTo>
                  <a:pt x="2124082" y="681780"/>
                </a:lnTo>
                <a:close/>
                <a:moveTo>
                  <a:pt x="2033792" y="582911"/>
                </a:moveTo>
                <a:lnTo>
                  <a:pt x="2107714" y="582911"/>
                </a:lnTo>
                <a:lnTo>
                  <a:pt x="2107714" y="591623"/>
                </a:lnTo>
                <a:lnTo>
                  <a:pt x="2107714" y="600467"/>
                </a:lnTo>
                <a:lnTo>
                  <a:pt x="2080257" y="600467"/>
                </a:lnTo>
                <a:lnTo>
                  <a:pt x="2080257" y="681780"/>
                </a:lnTo>
                <a:lnTo>
                  <a:pt x="2070753" y="681780"/>
                </a:lnTo>
                <a:lnTo>
                  <a:pt x="2061249" y="681780"/>
                </a:lnTo>
                <a:lnTo>
                  <a:pt x="2061249" y="600467"/>
                </a:lnTo>
                <a:lnTo>
                  <a:pt x="2033792" y="600467"/>
                </a:lnTo>
                <a:lnTo>
                  <a:pt x="2033792" y="591756"/>
                </a:lnTo>
                <a:close/>
                <a:moveTo>
                  <a:pt x="1854664" y="582911"/>
                </a:moveTo>
                <a:lnTo>
                  <a:pt x="1928585" y="582911"/>
                </a:lnTo>
                <a:lnTo>
                  <a:pt x="1928585" y="591623"/>
                </a:lnTo>
                <a:lnTo>
                  <a:pt x="1928585" y="600467"/>
                </a:lnTo>
                <a:lnTo>
                  <a:pt x="1901129" y="600467"/>
                </a:lnTo>
                <a:lnTo>
                  <a:pt x="1901129" y="681780"/>
                </a:lnTo>
                <a:lnTo>
                  <a:pt x="1891625" y="681780"/>
                </a:lnTo>
                <a:lnTo>
                  <a:pt x="1882121" y="681780"/>
                </a:lnTo>
                <a:lnTo>
                  <a:pt x="1882121" y="600467"/>
                </a:lnTo>
                <a:lnTo>
                  <a:pt x="1854664" y="600467"/>
                </a:lnTo>
                <a:lnTo>
                  <a:pt x="1854664" y="591756"/>
                </a:lnTo>
                <a:close/>
                <a:moveTo>
                  <a:pt x="1820608" y="582911"/>
                </a:moveTo>
                <a:lnTo>
                  <a:pt x="1830112" y="582911"/>
                </a:lnTo>
                <a:lnTo>
                  <a:pt x="1839616" y="582911"/>
                </a:lnTo>
                <a:lnTo>
                  <a:pt x="1839616" y="681780"/>
                </a:lnTo>
                <a:lnTo>
                  <a:pt x="1830244" y="681780"/>
                </a:lnTo>
                <a:lnTo>
                  <a:pt x="1820608" y="681780"/>
                </a:lnTo>
                <a:close/>
                <a:moveTo>
                  <a:pt x="1731902" y="582911"/>
                </a:moveTo>
                <a:lnTo>
                  <a:pt x="1805823" y="582911"/>
                </a:lnTo>
                <a:lnTo>
                  <a:pt x="1805823" y="591623"/>
                </a:lnTo>
                <a:lnTo>
                  <a:pt x="1805823" y="600467"/>
                </a:lnTo>
                <a:lnTo>
                  <a:pt x="1778367" y="600467"/>
                </a:lnTo>
                <a:lnTo>
                  <a:pt x="1778367" y="681780"/>
                </a:lnTo>
                <a:lnTo>
                  <a:pt x="1768863" y="681780"/>
                </a:lnTo>
                <a:lnTo>
                  <a:pt x="1759359" y="681780"/>
                </a:lnTo>
                <a:lnTo>
                  <a:pt x="1759359" y="600467"/>
                </a:lnTo>
                <a:lnTo>
                  <a:pt x="1731902" y="600467"/>
                </a:lnTo>
                <a:lnTo>
                  <a:pt x="1731902" y="591756"/>
                </a:lnTo>
                <a:close/>
                <a:moveTo>
                  <a:pt x="1552511" y="582911"/>
                </a:moveTo>
                <a:lnTo>
                  <a:pt x="1562543" y="582911"/>
                </a:lnTo>
                <a:lnTo>
                  <a:pt x="1572444" y="582911"/>
                </a:lnTo>
                <a:lnTo>
                  <a:pt x="1609008" y="652345"/>
                </a:lnTo>
                <a:lnTo>
                  <a:pt x="1609008" y="582911"/>
                </a:lnTo>
                <a:lnTo>
                  <a:pt x="1617853" y="582911"/>
                </a:lnTo>
                <a:lnTo>
                  <a:pt x="1626829" y="582911"/>
                </a:lnTo>
                <a:lnTo>
                  <a:pt x="1626829" y="681780"/>
                </a:lnTo>
                <a:lnTo>
                  <a:pt x="1617325" y="681780"/>
                </a:lnTo>
                <a:lnTo>
                  <a:pt x="1607820" y="681780"/>
                </a:lnTo>
                <a:lnTo>
                  <a:pt x="1570332" y="610499"/>
                </a:lnTo>
                <a:lnTo>
                  <a:pt x="1570332" y="681780"/>
                </a:lnTo>
                <a:lnTo>
                  <a:pt x="1561487" y="681780"/>
                </a:lnTo>
                <a:lnTo>
                  <a:pt x="1552511" y="681780"/>
                </a:lnTo>
                <a:close/>
                <a:moveTo>
                  <a:pt x="1511723" y="582911"/>
                </a:moveTo>
                <a:lnTo>
                  <a:pt x="1521096" y="582911"/>
                </a:lnTo>
                <a:lnTo>
                  <a:pt x="1530732" y="582911"/>
                </a:lnTo>
                <a:lnTo>
                  <a:pt x="1530732" y="681780"/>
                </a:lnTo>
                <a:lnTo>
                  <a:pt x="1521227" y="681780"/>
                </a:lnTo>
                <a:lnTo>
                  <a:pt x="1511723" y="681780"/>
                </a:lnTo>
                <a:close/>
                <a:moveTo>
                  <a:pt x="1271742" y="582911"/>
                </a:moveTo>
                <a:lnTo>
                  <a:pt x="1281643" y="582911"/>
                </a:lnTo>
                <a:lnTo>
                  <a:pt x="1291675" y="582911"/>
                </a:lnTo>
                <a:lnTo>
                  <a:pt x="1328108" y="652345"/>
                </a:lnTo>
                <a:lnTo>
                  <a:pt x="1328108" y="582911"/>
                </a:lnTo>
                <a:lnTo>
                  <a:pt x="1336951" y="582911"/>
                </a:lnTo>
                <a:lnTo>
                  <a:pt x="1345927" y="582911"/>
                </a:lnTo>
                <a:lnTo>
                  <a:pt x="1345927" y="681780"/>
                </a:lnTo>
                <a:lnTo>
                  <a:pt x="1336424" y="681780"/>
                </a:lnTo>
                <a:lnTo>
                  <a:pt x="1326920" y="681780"/>
                </a:lnTo>
                <a:lnTo>
                  <a:pt x="1289430" y="610499"/>
                </a:lnTo>
                <a:lnTo>
                  <a:pt x="1289430" y="681780"/>
                </a:lnTo>
                <a:lnTo>
                  <a:pt x="1280587" y="681780"/>
                </a:lnTo>
                <a:lnTo>
                  <a:pt x="1271742" y="681780"/>
                </a:lnTo>
                <a:close/>
                <a:moveTo>
                  <a:pt x="1230822" y="582911"/>
                </a:moveTo>
                <a:lnTo>
                  <a:pt x="1240326" y="582911"/>
                </a:lnTo>
                <a:lnTo>
                  <a:pt x="1249831" y="582911"/>
                </a:lnTo>
                <a:lnTo>
                  <a:pt x="1249831" y="681780"/>
                </a:lnTo>
                <a:lnTo>
                  <a:pt x="1240326" y="681780"/>
                </a:lnTo>
                <a:lnTo>
                  <a:pt x="1230822" y="681780"/>
                </a:lnTo>
                <a:close/>
                <a:moveTo>
                  <a:pt x="1114923" y="582911"/>
                </a:moveTo>
                <a:lnTo>
                  <a:pt x="1124427" y="582911"/>
                </a:lnTo>
                <a:lnTo>
                  <a:pt x="1133931" y="582911"/>
                </a:lnTo>
                <a:lnTo>
                  <a:pt x="1133931" y="681780"/>
                </a:lnTo>
                <a:lnTo>
                  <a:pt x="1124559" y="681780"/>
                </a:lnTo>
                <a:lnTo>
                  <a:pt x="1114923" y="681780"/>
                </a:lnTo>
                <a:close/>
                <a:moveTo>
                  <a:pt x="1026877" y="582911"/>
                </a:moveTo>
                <a:lnTo>
                  <a:pt x="1093803" y="582911"/>
                </a:lnTo>
                <a:lnTo>
                  <a:pt x="1093803" y="591623"/>
                </a:lnTo>
                <a:lnTo>
                  <a:pt x="1093803" y="600467"/>
                </a:lnTo>
                <a:lnTo>
                  <a:pt x="1045886" y="600467"/>
                </a:lnTo>
                <a:lnTo>
                  <a:pt x="1045886" y="621456"/>
                </a:lnTo>
                <a:lnTo>
                  <a:pt x="1090370" y="621456"/>
                </a:lnTo>
                <a:lnTo>
                  <a:pt x="1090370" y="629904"/>
                </a:lnTo>
                <a:lnTo>
                  <a:pt x="1090370" y="638484"/>
                </a:lnTo>
                <a:lnTo>
                  <a:pt x="1045886" y="638484"/>
                </a:lnTo>
                <a:lnTo>
                  <a:pt x="1045886" y="664224"/>
                </a:lnTo>
                <a:lnTo>
                  <a:pt x="1095915" y="664224"/>
                </a:lnTo>
                <a:lnTo>
                  <a:pt x="1095915" y="673069"/>
                </a:lnTo>
                <a:lnTo>
                  <a:pt x="1095915" y="681780"/>
                </a:lnTo>
                <a:lnTo>
                  <a:pt x="1026877" y="681780"/>
                </a:lnTo>
                <a:close/>
                <a:moveTo>
                  <a:pt x="929747" y="582723"/>
                </a:moveTo>
                <a:lnTo>
                  <a:pt x="974232" y="582723"/>
                </a:lnTo>
                <a:cubicBezTo>
                  <a:pt x="981678" y="582282"/>
                  <a:pt x="989022" y="584637"/>
                  <a:pt x="994824" y="589323"/>
                </a:cubicBezTo>
                <a:cubicBezTo>
                  <a:pt x="999969" y="594048"/>
                  <a:pt x="1002729" y="600828"/>
                  <a:pt x="1002350" y="607803"/>
                </a:cubicBezTo>
                <a:cubicBezTo>
                  <a:pt x="1002824" y="615030"/>
                  <a:pt x="999653" y="622015"/>
                  <a:pt x="993900" y="626415"/>
                </a:cubicBezTo>
                <a:cubicBezTo>
                  <a:pt x="993017" y="627255"/>
                  <a:pt x="991989" y="627925"/>
                  <a:pt x="990865" y="628395"/>
                </a:cubicBezTo>
                <a:cubicBezTo>
                  <a:pt x="992941" y="629227"/>
                  <a:pt x="994895" y="630337"/>
                  <a:pt x="996673" y="631695"/>
                </a:cubicBezTo>
                <a:cubicBezTo>
                  <a:pt x="1002551" y="636193"/>
                  <a:pt x="1005814" y="643315"/>
                  <a:pt x="1005385" y="650703"/>
                </a:cubicBezTo>
                <a:cubicBezTo>
                  <a:pt x="1005985" y="659266"/>
                  <a:pt x="1002800" y="667662"/>
                  <a:pt x="996673" y="673672"/>
                </a:cubicBezTo>
                <a:cubicBezTo>
                  <a:pt x="989580" y="679421"/>
                  <a:pt x="980565" y="682253"/>
                  <a:pt x="971460" y="681592"/>
                </a:cubicBezTo>
                <a:lnTo>
                  <a:pt x="930143" y="681592"/>
                </a:lnTo>
                <a:close/>
                <a:moveTo>
                  <a:pt x="1189131" y="582722"/>
                </a:moveTo>
                <a:lnTo>
                  <a:pt x="1208008" y="582722"/>
                </a:lnTo>
                <a:lnTo>
                  <a:pt x="1208008" y="653872"/>
                </a:lnTo>
                <a:cubicBezTo>
                  <a:pt x="1208656" y="662121"/>
                  <a:pt x="1205997" y="670290"/>
                  <a:pt x="1200616" y="676576"/>
                </a:cubicBezTo>
                <a:cubicBezTo>
                  <a:pt x="1194715" y="682111"/>
                  <a:pt x="1186774" y="684934"/>
                  <a:pt x="1178703" y="684365"/>
                </a:cubicBezTo>
                <a:cubicBezTo>
                  <a:pt x="1170266" y="685084"/>
                  <a:pt x="1161960" y="681927"/>
                  <a:pt x="1156131" y="675784"/>
                </a:cubicBezTo>
                <a:cubicBezTo>
                  <a:pt x="1150725" y="668107"/>
                  <a:pt x="1148329" y="658711"/>
                  <a:pt x="1149399" y="649383"/>
                </a:cubicBezTo>
                <a:lnTo>
                  <a:pt x="1149399" y="644236"/>
                </a:lnTo>
                <a:lnTo>
                  <a:pt x="1167483" y="644236"/>
                </a:lnTo>
                <a:lnTo>
                  <a:pt x="1167483" y="650176"/>
                </a:lnTo>
                <a:cubicBezTo>
                  <a:pt x="1167055" y="654724"/>
                  <a:pt x="1167924" y="659302"/>
                  <a:pt x="1169991" y="663376"/>
                </a:cubicBezTo>
                <a:cubicBezTo>
                  <a:pt x="1171811" y="666320"/>
                  <a:pt x="1175122" y="668001"/>
                  <a:pt x="1178571" y="667732"/>
                </a:cubicBezTo>
                <a:cubicBezTo>
                  <a:pt x="1181609" y="668030"/>
                  <a:pt x="1184604" y="666852"/>
                  <a:pt x="1186623" y="664564"/>
                </a:cubicBezTo>
                <a:cubicBezTo>
                  <a:pt x="1188516" y="661479"/>
                  <a:pt x="1189393" y="657877"/>
                  <a:pt x="1189131" y="654268"/>
                </a:cubicBezTo>
                <a:close/>
                <a:moveTo>
                  <a:pt x="1943525" y="582591"/>
                </a:moveTo>
                <a:lnTo>
                  <a:pt x="1962533" y="582591"/>
                </a:lnTo>
                <a:lnTo>
                  <a:pt x="1962533" y="644897"/>
                </a:lnTo>
                <a:cubicBezTo>
                  <a:pt x="1962152" y="650579"/>
                  <a:pt x="1963736" y="656218"/>
                  <a:pt x="1967021" y="660869"/>
                </a:cubicBezTo>
                <a:cubicBezTo>
                  <a:pt x="1970376" y="664565"/>
                  <a:pt x="1975244" y="666512"/>
                  <a:pt x="1980221" y="666149"/>
                </a:cubicBezTo>
                <a:cubicBezTo>
                  <a:pt x="1985127" y="666555"/>
                  <a:pt x="1989961" y="664767"/>
                  <a:pt x="1993421" y="661265"/>
                </a:cubicBezTo>
                <a:cubicBezTo>
                  <a:pt x="1996625" y="656441"/>
                  <a:pt x="1998069" y="650661"/>
                  <a:pt x="1997514" y="644897"/>
                </a:cubicBezTo>
                <a:lnTo>
                  <a:pt x="1997514" y="582591"/>
                </a:lnTo>
                <a:lnTo>
                  <a:pt x="2017050" y="582591"/>
                </a:lnTo>
                <a:lnTo>
                  <a:pt x="2017050" y="644237"/>
                </a:lnTo>
                <a:cubicBezTo>
                  <a:pt x="2018060" y="655154"/>
                  <a:pt x="2015006" y="666059"/>
                  <a:pt x="2008469" y="674862"/>
                </a:cubicBezTo>
                <a:cubicBezTo>
                  <a:pt x="2000815" y="681771"/>
                  <a:pt x="1990622" y="685169"/>
                  <a:pt x="1980353" y="684235"/>
                </a:cubicBezTo>
                <a:cubicBezTo>
                  <a:pt x="1970149" y="685031"/>
                  <a:pt x="1960082" y="681484"/>
                  <a:pt x="1952633" y="674466"/>
                </a:cubicBezTo>
                <a:cubicBezTo>
                  <a:pt x="1946014" y="665836"/>
                  <a:pt x="1942775" y="655087"/>
                  <a:pt x="1943525" y="644237"/>
                </a:cubicBezTo>
                <a:close/>
                <a:moveTo>
                  <a:pt x="3165398" y="580411"/>
                </a:moveTo>
                <a:cubicBezTo>
                  <a:pt x="3176327" y="579802"/>
                  <a:pt x="3187488" y="583362"/>
                  <a:pt x="3196291" y="591235"/>
                </a:cubicBezTo>
                <a:cubicBezTo>
                  <a:pt x="3197475" y="592295"/>
                  <a:pt x="3198599" y="593419"/>
                  <a:pt x="3199657" y="594602"/>
                </a:cubicBezTo>
                <a:cubicBezTo>
                  <a:pt x="3208096" y="605567"/>
                  <a:pt x="3212312" y="619200"/>
                  <a:pt x="3211538" y="633015"/>
                </a:cubicBezTo>
                <a:cubicBezTo>
                  <a:pt x="3212287" y="646583"/>
                  <a:pt x="3208064" y="659959"/>
                  <a:pt x="3199657" y="670635"/>
                </a:cubicBezTo>
                <a:cubicBezTo>
                  <a:pt x="3183478" y="688241"/>
                  <a:pt x="3156088" y="689397"/>
                  <a:pt x="3138481" y="673216"/>
                </a:cubicBezTo>
                <a:cubicBezTo>
                  <a:pt x="3137586" y="672392"/>
                  <a:pt x="3136724" y="671532"/>
                  <a:pt x="3135900" y="670635"/>
                </a:cubicBezTo>
                <a:cubicBezTo>
                  <a:pt x="3127495" y="659959"/>
                  <a:pt x="3123271" y="646583"/>
                  <a:pt x="3124019" y="633015"/>
                </a:cubicBezTo>
                <a:cubicBezTo>
                  <a:pt x="3123245" y="619200"/>
                  <a:pt x="3127461" y="605567"/>
                  <a:pt x="3135900" y="594602"/>
                </a:cubicBezTo>
                <a:cubicBezTo>
                  <a:pt x="3143774" y="585799"/>
                  <a:pt x="3154470" y="581021"/>
                  <a:pt x="3165398" y="580411"/>
                </a:cubicBezTo>
                <a:close/>
                <a:moveTo>
                  <a:pt x="2979251" y="580402"/>
                </a:moveTo>
                <a:cubicBezTo>
                  <a:pt x="2990214" y="579803"/>
                  <a:pt x="3001405" y="583387"/>
                  <a:pt x="3010227" y="591294"/>
                </a:cubicBezTo>
                <a:cubicBezTo>
                  <a:pt x="3011390" y="592336"/>
                  <a:pt x="3012493" y="593441"/>
                  <a:pt x="3013535" y="594602"/>
                </a:cubicBezTo>
                <a:cubicBezTo>
                  <a:pt x="3021937" y="605581"/>
                  <a:pt x="3026109" y="619216"/>
                  <a:pt x="3025284" y="633015"/>
                </a:cubicBezTo>
                <a:cubicBezTo>
                  <a:pt x="3026071" y="646567"/>
                  <a:pt x="3021894" y="659941"/>
                  <a:pt x="3013535" y="670637"/>
                </a:cubicBezTo>
                <a:cubicBezTo>
                  <a:pt x="2997287" y="688279"/>
                  <a:pt x="2969813" y="689408"/>
                  <a:pt x="2952171" y="673159"/>
                </a:cubicBezTo>
                <a:cubicBezTo>
                  <a:pt x="2951295" y="672354"/>
                  <a:pt x="2950454" y="671511"/>
                  <a:pt x="2949647" y="670637"/>
                </a:cubicBezTo>
                <a:lnTo>
                  <a:pt x="2949646" y="670637"/>
                </a:lnTo>
                <a:cubicBezTo>
                  <a:pt x="2941342" y="659913"/>
                  <a:pt x="2937170" y="646559"/>
                  <a:pt x="2937898" y="633015"/>
                </a:cubicBezTo>
                <a:cubicBezTo>
                  <a:pt x="2937144" y="619225"/>
                  <a:pt x="2941307" y="605613"/>
                  <a:pt x="2949646" y="594602"/>
                </a:cubicBezTo>
                <a:cubicBezTo>
                  <a:pt x="2957553" y="585781"/>
                  <a:pt x="2968288" y="581000"/>
                  <a:pt x="2979251" y="580402"/>
                </a:cubicBezTo>
                <a:close/>
                <a:moveTo>
                  <a:pt x="2290859" y="580402"/>
                </a:moveTo>
                <a:cubicBezTo>
                  <a:pt x="2301822" y="579803"/>
                  <a:pt x="2313013" y="583387"/>
                  <a:pt x="2321835" y="591294"/>
                </a:cubicBezTo>
                <a:cubicBezTo>
                  <a:pt x="2322998" y="592336"/>
                  <a:pt x="2324101" y="593441"/>
                  <a:pt x="2325143" y="594602"/>
                </a:cubicBezTo>
                <a:cubicBezTo>
                  <a:pt x="2333545" y="605581"/>
                  <a:pt x="2337717" y="619216"/>
                  <a:pt x="2336892" y="633015"/>
                </a:cubicBezTo>
                <a:cubicBezTo>
                  <a:pt x="2337679" y="646567"/>
                  <a:pt x="2333502" y="659941"/>
                  <a:pt x="2325143" y="670637"/>
                </a:cubicBezTo>
                <a:cubicBezTo>
                  <a:pt x="2308895" y="688279"/>
                  <a:pt x="2281421" y="689408"/>
                  <a:pt x="2263779" y="673159"/>
                </a:cubicBezTo>
                <a:cubicBezTo>
                  <a:pt x="2262903" y="672354"/>
                  <a:pt x="2262062" y="671511"/>
                  <a:pt x="2261255" y="670637"/>
                </a:cubicBezTo>
                <a:lnTo>
                  <a:pt x="2261254" y="670637"/>
                </a:lnTo>
                <a:cubicBezTo>
                  <a:pt x="2252950" y="659913"/>
                  <a:pt x="2248778" y="646559"/>
                  <a:pt x="2249506" y="633015"/>
                </a:cubicBezTo>
                <a:cubicBezTo>
                  <a:pt x="2248752" y="619225"/>
                  <a:pt x="2252915" y="605613"/>
                  <a:pt x="2261254" y="594602"/>
                </a:cubicBezTo>
                <a:cubicBezTo>
                  <a:pt x="2269162" y="585781"/>
                  <a:pt x="2279896" y="581000"/>
                  <a:pt x="2290859" y="580402"/>
                </a:cubicBezTo>
                <a:close/>
                <a:moveTo>
                  <a:pt x="3272259" y="580346"/>
                </a:moveTo>
                <a:cubicBezTo>
                  <a:pt x="3282159" y="579897"/>
                  <a:pt x="3291879" y="583090"/>
                  <a:pt x="3299584" y="589322"/>
                </a:cubicBezTo>
                <a:cubicBezTo>
                  <a:pt x="3306803" y="595448"/>
                  <a:pt x="3311310" y="604177"/>
                  <a:pt x="3312125" y="613611"/>
                </a:cubicBezTo>
                <a:lnTo>
                  <a:pt x="3293513" y="613611"/>
                </a:lnTo>
                <a:cubicBezTo>
                  <a:pt x="3292853" y="609123"/>
                  <a:pt x="3290429" y="605085"/>
                  <a:pt x="3286781" y="602391"/>
                </a:cubicBezTo>
                <a:cubicBezTo>
                  <a:pt x="3283120" y="599212"/>
                  <a:pt x="3278428" y="597475"/>
                  <a:pt x="3273580" y="597507"/>
                </a:cubicBezTo>
                <a:cubicBezTo>
                  <a:pt x="3265970" y="597136"/>
                  <a:pt x="3258684" y="600606"/>
                  <a:pt x="3254175" y="606747"/>
                </a:cubicBezTo>
                <a:cubicBezTo>
                  <a:pt x="3245034" y="622690"/>
                  <a:pt x="3245034" y="642285"/>
                  <a:pt x="3254175" y="658227"/>
                </a:cubicBezTo>
                <a:cubicBezTo>
                  <a:pt x="3258898" y="664205"/>
                  <a:pt x="3266238" y="667507"/>
                  <a:pt x="3273845" y="667071"/>
                </a:cubicBezTo>
                <a:cubicBezTo>
                  <a:pt x="3280814" y="667324"/>
                  <a:pt x="3287378" y="663790"/>
                  <a:pt x="3291005" y="657832"/>
                </a:cubicBezTo>
                <a:cubicBezTo>
                  <a:pt x="3293434" y="654140"/>
                  <a:pt x="3295137" y="650019"/>
                  <a:pt x="3296020" y="645688"/>
                </a:cubicBezTo>
                <a:lnTo>
                  <a:pt x="3274636" y="645688"/>
                </a:lnTo>
                <a:lnTo>
                  <a:pt x="3274636" y="628660"/>
                </a:lnTo>
                <a:lnTo>
                  <a:pt x="3312785" y="628660"/>
                </a:lnTo>
                <a:lnTo>
                  <a:pt x="3312785" y="681461"/>
                </a:lnTo>
                <a:lnTo>
                  <a:pt x="3299584" y="681461"/>
                </a:lnTo>
                <a:lnTo>
                  <a:pt x="3297737" y="668261"/>
                </a:lnTo>
                <a:lnTo>
                  <a:pt x="3297472" y="670636"/>
                </a:lnTo>
                <a:cubicBezTo>
                  <a:pt x="3291772" y="679648"/>
                  <a:pt x="3281729" y="684970"/>
                  <a:pt x="3271072" y="684629"/>
                </a:cubicBezTo>
                <a:lnTo>
                  <a:pt x="3271072" y="683836"/>
                </a:lnTo>
                <a:cubicBezTo>
                  <a:pt x="3259054" y="684479"/>
                  <a:pt x="3247397" y="679622"/>
                  <a:pt x="3239391" y="670636"/>
                </a:cubicBezTo>
                <a:cubicBezTo>
                  <a:pt x="3223326" y="647837"/>
                  <a:pt x="3223326" y="617401"/>
                  <a:pt x="3239391" y="594602"/>
                </a:cubicBezTo>
                <a:cubicBezTo>
                  <a:pt x="3247586" y="585068"/>
                  <a:pt x="3259698" y="579815"/>
                  <a:pt x="3272259" y="580346"/>
                </a:cubicBezTo>
                <a:close/>
                <a:moveTo>
                  <a:pt x="2691053" y="580083"/>
                </a:moveTo>
                <a:cubicBezTo>
                  <a:pt x="2700733" y="579833"/>
                  <a:pt x="2710153" y="583226"/>
                  <a:pt x="2717453" y="589587"/>
                </a:cubicBezTo>
                <a:cubicBezTo>
                  <a:pt x="2724942" y="596195"/>
                  <a:pt x="2729657" y="605389"/>
                  <a:pt x="2730653" y="615327"/>
                </a:cubicBezTo>
                <a:lnTo>
                  <a:pt x="2711645" y="615327"/>
                </a:lnTo>
                <a:cubicBezTo>
                  <a:pt x="2711325" y="610272"/>
                  <a:pt x="2709052" y="605538"/>
                  <a:pt x="2705309" y="602126"/>
                </a:cubicBezTo>
                <a:cubicBezTo>
                  <a:pt x="2701613" y="599026"/>
                  <a:pt x="2696934" y="597342"/>
                  <a:pt x="2692109" y="597374"/>
                </a:cubicBezTo>
                <a:cubicBezTo>
                  <a:pt x="2685304" y="597232"/>
                  <a:pt x="2678950" y="600761"/>
                  <a:pt x="2675477" y="606615"/>
                </a:cubicBezTo>
                <a:cubicBezTo>
                  <a:pt x="2671105" y="614366"/>
                  <a:pt x="2669044" y="623207"/>
                  <a:pt x="2669536" y="632091"/>
                </a:cubicBezTo>
                <a:cubicBezTo>
                  <a:pt x="2669051" y="640765"/>
                  <a:pt x="2671116" y="649394"/>
                  <a:pt x="2675477" y="656908"/>
                </a:cubicBezTo>
                <a:cubicBezTo>
                  <a:pt x="2681758" y="666214"/>
                  <a:pt x="2694394" y="668664"/>
                  <a:pt x="2703699" y="662383"/>
                </a:cubicBezTo>
                <a:cubicBezTo>
                  <a:pt x="2704497" y="661844"/>
                  <a:pt x="2705255" y="661250"/>
                  <a:pt x="2705969" y="660604"/>
                </a:cubicBezTo>
                <a:cubicBezTo>
                  <a:pt x="2709699" y="656802"/>
                  <a:pt x="2711947" y="651792"/>
                  <a:pt x="2712305" y="646479"/>
                </a:cubicBezTo>
                <a:lnTo>
                  <a:pt x="2729862" y="647007"/>
                </a:lnTo>
                <a:cubicBezTo>
                  <a:pt x="2729202" y="657287"/>
                  <a:pt x="2724786" y="666966"/>
                  <a:pt x="2717453" y="674200"/>
                </a:cubicBezTo>
                <a:cubicBezTo>
                  <a:pt x="2710319" y="680906"/>
                  <a:pt x="2700842" y="684554"/>
                  <a:pt x="2691053" y="684364"/>
                </a:cubicBezTo>
                <a:cubicBezTo>
                  <a:pt x="2679236" y="684848"/>
                  <a:pt x="2667901" y="679647"/>
                  <a:pt x="2660560" y="670373"/>
                </a:cubicBezTo>
                <a:cubicBezTo>
                  <a:pt x="2652501" y="659542"/>
                  <a:pt x="2648484" y="646232"/>
                  <a:pt x="2649208" y="632751"/>
                </a:cubicBezTo>
                <a:cubicBezTo>
                  <a:pt x="2648453" y="619021"/>
                  <a:pt x="2652464" y="605452"/>
                  <a:pt x="2660560" y="594339"/>
                </a:cubicBezTo>
                <a:cubicBezTo>
                  <a:pt x="2667832" y="584947"/>
                  <a:pt x="2679184" y="579639"/>
                  <a:pt x="2691053" y="580083"/>
                </a:cubicBezTo>
                <a:close/>
                <a:moveTo>
                  <a:pt x="1682686" y="580081"/>
                </a:moveTo>
                <a:cubicBezTo>
                  <a:pt x="1691812" y="579682"/>
                  <a:pt x="1700742" y="582800"/>
                  <a:pt x="1707636" y="588794"/>
                </a:cubicBezTo>
                <a:cubicBezTo>
                  <a:pt x="1714152" y="594957"/>
                  <a:pt x="1717950" y="603456"/>
                  <a:pt x="1718196" y="612423"/>
                </a:cubicBezTo>
                <a:lnTo>
                  <a:pt x="1698923" y="612423"/>
                </a:lnTo>
                <a:cubicBezTo>
                  <a:pt x="1698776" y="608028"/>
                  <a:pt x="1696700" y="603924"/>
                  <a:pt x="1693246" y="601202"/>
                </a:cubicBezTo>
                <a:cubicBezTo>
                  <a:pt x="1689439" y="598377"/>
                  <a:pt x="1684784" y="596935"/>
                  <a:pt x="1680046" y="597111"/>
                </a:cubicBezTo>
                <a:cubicBezTo>
                  <a:pt x="1676011" y="596828"/>
                  <a:pt x="1672014" y="598050"/>
                  <a:pt x="1668826" y="600542"/>
                </a:cubicBezTo>
                <a:cubicBezTo>
                  <a:pt x="1666027" y="602935"/>
                  <a:pt x="1664512" y="606503"/>
                  <a:pt x="1664734" y="610178"/>
                </a:cubicBezTo>
                <a:cubicBezTo>
                  <a:pt x="1664727" y="613083"/>
                  <a:pt x="1666362" y="615741"/>
                  <a:pt x="1668958" y="617042"/>
                </a:cubicBezTo>
                <a:cubicBezTo>
                  <a:pt x="1674687" y="619663"/>
                  <a:pt x="1680717" y="621570"/>
                  <a:pt x="1686910" y="622718"/>
                </a:cubicBezTo>
                <a:cubicBezTo>
                  <a:pt x="1696450" y="624395"/>
                  <a:pt x="1705482" y="628234"/>
                  <a:pt x="1713311" y="633938"/>
                </a:cubicBezTo>
                <a:cubicBezTo>
                  <a:pt x="1718207" y="639417"/>
                  <a:pt x="1720599" y="646688"/>
                  <a:pt x="1719911" y="654003"/>
                </a:cubicBezTo>
                <a:cubicBezTo>
                  <a:pt x="1720377" y="662588"/>
                  <a:pt x="1716634" y="670861"/>
                  <a:pt x="1709878" y="676179"/>
                </a:cubicBezTo>
                <a:cubicBezTo>
                  <a:pt x="1701990" y="681983"/>
                  <a:pt x="1692334" y="684875"/>
                  <a:pt x="1682555" y="684364"/>
                </a:cubicBezTo>
                <a:cubicBezTo>
                  <a:pt x="1672980" y="684820"/>
                  <a:pt x="1663575" y="681715"/>
                  <a:pt x="1656154" y="675651"/>
                </a:cubicBezTo>
                <a:cubicBezTo>
                  <a:pt x="1649425" y="669212"/>
                  <a:pt x="1645651" y="660281"/>
                  <a:pt x="1645726" y="650966"/>
                </a:cubicBezTo>
                <a:lnTo>
                  <a:pt x="1664074" y="650968"/>
                </a:lnTo>
                <a:cubicBezTo>
                  <a:pt x="1663977" y="655592"/>
                  <a:pt x="1665905" y="660028"/>
                  <a:pt x="1669354" y="663112"/>
                </a:cubicBezTo>
                <a:cubicBezTo>
                  <a:pt x="1673145" y="665983"/>
                  <a:pt x="1677801" y="667473"/>
                  <a:pt x="1682555" y="667336"/>
                </a:cubicBezTo>
                <a:cubicBezTo>
                  <a:pt x="1687506" y="667599"/>
                  <a:pt x="1692437" y="666503"/>
                  <a:pt x="1696811" y="664168"/>
                </a:cubicBezTo>
                <a:cubicBezTo>
                  <a:pt x="1699994" y="662361"/>
                  <a:pt x="1701961" y="658983"/>
                  <a:pt x="1701959" y="655323"/>
                </a:cubicBezTo>
                <a:cubicBezTo>
                  <a:pt x="1702173" y="652111"/>
                  <a:pt x="1700790" y="649001"/>
                  <a:pt x="1698263" y="647007"/>
                </a:cubicBezTo>
                <a:cubicBezTo>
                  <a:pt x="1693450" y="644358"/>
                  <a:pt x="1688231" y="642529"/>
                  <a:pt x="1682818" y="641595"/>
                </a:cubicBezTo>
                <a:cubicBezTo>
                  <a:pt x="1672503" y="639841"/>
                  <a:pt x="1662662" y="635975"/>
                  <a:pt x="1653911" y="630242"/>
                </a:cubicBezTo>
                <a:cubicBezTo>
                  <a:pt x="1648768" y="625367"/>
                  <a:pt x="1646100" y="618431"/>
                  <a:pt x="1646650" y="611367"/>
                </a:cubicBezTo>
                <a:cubicBezTo>
                  <a:pt x="1646212" y="602683"/>
                  <a:pt x="1649760" y="594275"/>
                  <a:pt x="1656286" y="588529"/>
                </a:cubicBezTo>
                <a:cubicBezTo>
                  <a:pt x="1663684" y="582444"/>
                  <a:pt x="1673131" y="579421"/>
                  <a:pt x="1682686" y="580081"/>
                </a:cubicBezTo>
                <a:close/>
                <a:moveTo>
                  <a:pt x="1405335" y="579720"/>
                </a:moveTo>
                <a:cubicBezTo>
                  <a:pt x="1416073" y="578776"/>
                  <a:pt x="1427146" y="581649"/>
                  <a:pt x="1436372" y="588532"/>
                </a:cubicBezTo>
                <a:cubicBezTo>
                  <a:pt x="1443638" y="594621"/>
                  <a:pt x="1448154" y="603371"/>
                  <a:pt x="1448912" y="612820"/>
                </a:cubicBezTo>
                <a:lnTo>
                  <a:pt x="1429904" y="612820"/>
                </a:lnTo>
                <a:cubicBezTo>
                  <a:pt x="1429365" y="608323"/>
                  <a:pt x="1426973" y="604255"/>
                  <a:pt x="1423303" y="601600"/>
                </a:cubicBezTo>
                <a:cubicBezTo>
                  <a:pt x="1419645" y="598421"/>
                  <a:pt x="1414951" y="596684"/>
                  <a:pt x="1410103" y="596715"/>
                </a:cubicBezTo>
                <a:cubicBezTo>
                  <a:pt x="1402510" y="596416"/>
                  <a:pt x="1395254" y="599871"/>
                  <a:pt x="1390700" y="605956"/>
                </a:cubicBezTo>
                <a:cubicBezTo>
                  <a:pt x="1385544" y="613754"/>
                  <a:pt x="1383087" y="623028"/>
                  <a:pt x="1383703" y="632356"/>
                </a:cubicBezTo>
                <a:cubicBezTo>
                  <a:pt x="1383087" y="641399"/>
                  <a:pt x="1385451" y="650395"/>
                  <a:pt x="1390435" y="657964"/>
                </a:cubicBezTo>
                <a:cubicBezTo>
                  <a:pt x="1395172" y="663925"/>
                  <a:pt x="1402502" y="667222"/>
                  <a:pt x="1410103" y="666809"/>
                </a:cubicBezTo>
                <a:cubicBezTo>
                  <a:pt x="1417061" y="667005"/>
                  <a:pt x="1423598" y="663485"/>
                  <a:pt x="1427264" y="657569"/>
                </a:cubicBezTo>
                <a:cubicBezTo>
                  <a:pt x="1429641" y="653849"/>
                  <a:pt x="1431338" y="649738"/>
                  <a:pt x="1432279" y="645425"/>
                </a:cubicBezTo>
                <a:lnTo>
                  <a:pt x="1410896" y="645425"/>
                </a:lnTo>
                <a:lnTo>
                  <a:pt x="1410896" y="628396"/>
                </a:lnTo>
                <a:lnTo>
                  <a:pt x="1449440" y="628396"/>
                </a:lnTo>
                <a:lnTo>
                  <a:pt x="1449440" y="681196"/>
                </a:lnTo>
                <a:lnTo>
                  <a:pt x="1436240" y="681196"/>
                </a:lnTo>
                <a:lnTo>
                  <a:pt x="1434391" y="667996"/>
                </a:lnTo>
                <a:lnTo>
                  <a:pt x="1433337" y="669580"/>
                </a:lnTo>
                <a:cubicBezTo>
                  <a:pt x="1427617" y="678572"/>
                  <a:pt x="1417587" y="683888"/>
                  <a:pt x="1406936" y="683573"/>
                </a:cubicBezTo>
                <a:lnTo>
                  <a:pt x="1407859" y="683836"/>
                </a:lnTo>
                <a:cubicBezTo>
                  <a:pt x="1395757" y="684241"/>
                  <a:pt x="1384135" y="679087"/>
                  <a:pt x="1376310" y="669845"/>
                </a:cubicBezTo>
                <a:cubicBezTo>
                  <a:pt x="1360478" y="646973"/>
                  <a:pt x="1360478" y="616684"/>
                  <a:pt x="1376310" y="593812"/>
                </a:cubicBezTo>
                <a:cubicBezTo>
                  <a:pt x="1384194" y="585425"/>
                  <a:pt x="1394597" y="580664"/>
                  <a:pt x="1405335" y="579720"/>
                </a:cubicBezTo>
                <a:close/>
                <a:moveTo>
                  <a:pt x="621825" y="579645"/>
                </a:moveTo>
                <a:lnTo>
                  <a:pt x="619440" y="582333"/>
                </a:lnTo>
                <a:lnTo>
                  <a:pt x="617017" y="584983"/>
                </a:lnTo>
                <a:lnTo>
                  <a:pt x="627429" y="594373"/>
                </a:lnTo>
                <a:lnTo>
                  <a:pt x="618456" y="604369"/>
                </a:lnTo>
                <a:lnTo>
                  <a:pt x="608043" y="594979"/>
                </a:lnTo>
                <a:lnTo>
                  <a:pt x="605620" y="597667"/>
                </a:lnTo>
                <a:lnTo>
                  <a:pt x="603235" y="600318"/>
                </a:lnTo>
                <a:lnTo>
                  <a:pt x="630950" y="625421"/>
                </a:lnTo>
                <a:lnTo>
                  <a:pt x="633336" y="622733"/>
                </a:lnTo>
                <a:lnTo>
                  <a:pt x="635759" y="620082"/>
                </a:lnTo>
                <a:lnTo>
                  <a:pt x="623151" y="608723"/>
                </a:lnTo>
                <a:lnTo>
                  <a:pt x="632162" y="598728"/>
                </a:lnTo>
                <a:lnTo>
                  <a:pt x="644733" y="610086"/>
                </a:lnTo>
                <a:lnTo>
                  <a:pt x="647156" y="607398"/>
                </a:lnTo>
                <a:lnTo>
                  <a:pt x="649617" y="604672"/>
                </a:lnTo>
                <a:close/>
                <a:moveTo>
                  <a:pt x="383780" y="560940"/>
                </a:moveTo>
                <a:cubicBezTo>
                  <a:pt x="384609" y="562171"/>
                  <a:pt x="385533" y="563337"/>
                  <a:pt x="386544" y="564424"/>
                </a:cubicBezTo>
                <a:cubicBezTo>
                  <a:pt x="387718" y="565597"/>
                  <a:pt x="389459" y="566658"/>
                  <a:pt x="389573" y="567339"/>
                </a:cubicBezTo>
                <a:cubicBezTo>
                  <a:pt x="389686" y="568021"/>
                  <a:pt x="388740" y="568248"/>
                  <a:pt x="388740" y="568248"/>
                </a:cubicBezTo>
                <a:lnTo>
                  <a:pt x="388740" y="591571"/>
                </a:lnTo>
                <a:cubicBezTo>
                  <a:pt x="388740" y="591571"/>
                  <a:pt x="397600" y="591420"/>
                  <a:pt x="400477" y="593616"/>
                </a:cubicBezTo>
                <a:cubicBezTo>
                  <a:pt x="403355" y="595812"/>
                  <a:pt x="408315" y="597667"/>
                  <a:pt x="409602" y="599182"/>
                </a:cubicBezTo>
                <a:cubicBezTo>
                  <a:pt x="410890" y="600696"/>
                  <a:pt x="416266" y="601037"/>
                  <a:pt x="418462" y="601643"/>
                </a:cubicBezTo>
                <a:cubicBezTo>
                  <a:pt x="420658" y="602249"/>
                  <a:pt x="421719" y="605089"/>
                  <a:pt x="422968" y="606035"/>
                </a:cubicBezTo>
                <a:cubicBezTo>
                  <a:pt x="424217" y="606982"/>
                  <a:pt x="426148" y="605922"/>
                  <a:pt x="428004" y="606489"/>
                </a:cubicBezTo>
                <a:cubicBezTo>
                  <a:pt x="429859" y="607057"/>
                  <a:pt x="433002" y="610768"/>
                  <a:pt x="435046" y="611752"/>
                </a:cubicBezTo>
                <a:cubicBezTo>
                  <a:pt x="437091" y="612737"/>
                  <a:pt x="439590" y="612926"/>
                  <a:pt x="440499" y="615122"/>
                </a:cubicBezTo>
                <a:cubicBezTo>
                  <a:pt x="441407" y="617318"/>
                  <a:pt x="440877" y="618530"/>
                  <a:pt x="443225" y="618530"/>
                </a:cubicBezTo>
                <a:cubicBezTo>
                  <a:pt x="445133" y="618450"/>
                  <a:pt x="446981" y="619192"/>
                  <a:pt x="448298" y="620574"/>
                </a:cubicBezTo>
                <a:cubicBezTo>
                  <a:pt x="449093" y="621256"/>
                  <a:pt x="451668" y="620423"/>
                  <a:pt x="454053" y="621256"/>
                </a:cubicBezTo>
                <a:cubicBezTo>
                  <a:pt x="455265" y="621597"/>
                  <a:pt x="459203" y="623603"/>
                  <a:pt x="461626" y="624285"/>
                </a:cubicBezTo>
                <a:cubicBezTo>
                  <a:pt x="465469" y="625940"/>
                  <a:pt x="469138" y="627984"/>
                  <a:pt x="472568" y="630381"/>
                </a:cubicBezTo>
                <a:cubicBezTo>
                  <a:pt x="479751" y="630873"/>
                  <a:pt x="486866" y="632077"/>
                  <a:pt x="493810" y="633978"/>
                </a:cubicBezTo>
                <a:lnTo>
                  <a:pt x="276665" y="634205"/>
                </a:lnTo>
                <a:cubicBezTo>
                  <a:pt x="276665" y="634205"/>
                  <a:pt x="283670" y="632804"/>
                  <a:pt x="302601" y="631176"/>
                </a:cubicBezTo>
                <a:cubicBezTo>
                  <a:pt x="305937" y="628401"/>
                  <a:pt x="309803" y="626326"/>
                  <a:pt x="313960" y="625080"/>
                </a:cubicBezTo>
                <a:cubicBezTo>
                  <a:pt x="315324" y="624967"/>
                  <a:pt x="319526" y="620120"/>
                  <a:pt x="320056" y="619325"/>
                </a:cubicBezTo>
                <a:cubicBezTo>
                  <a:pt x="320586" y="618530"/>
                  <a:pt x="325130" y="619136"/>
                  <a:pt x="326152" y="616258"/>
                </a:cubicBezTo>
                <a:cubicBezTo>
                  <a:pt x="327175" y="613381"/>
                  <a:pt x="330014" y="613759"/>
                  <a:pt x="331605" y="613191"/>
                </a:cubicBezTo>
                <a:cubicBezTo>
                  <a:pt x="333195" y="612623"/>
                  <a:pt x="333422" y="608610"/>
                  <a:pt x="336337" y="607095"/>
                </a:cubicBezTo>
                <a:cubicBezTo>
                  <a:pt x="337663" y="606414"/>
                  <a:pt x="341032" y="605316"/>
                  <a:pt x="343456" y="604369"/>
                </a:cubicBezTo>
                <a:cubicBezTo>
                  <a:pt x="345879" y="603423"/>
                  <a:pt x="348454" y="599901"/>
                  <a:pt x="350233" y="599636"/>
                </a:cubicBezTo>
                <a:cubicBezTo>
                  <a:pt x="353311" y="599485"/>
                  <a:pt x="356322" y="598671"/>
                  <a:pt x="359055" y="597251"/>
                </a:cubicBezTo>
                <a:cubicBezTo>
                  <a:pt x="361630" y="595509"/>
                  <a:pt x="364621" y="593805"/>
                  <a:pt x="366855" y="592518"/>
                </a:cubicBezTo>
                <a:cubicBezTo>
                  <a:pt x="369089" y="591231"/>
                  <a:pt x="379236" y="591912"/>
                  <a:pt x="379236" y="591912"/>
                </a:cubicBezTo>
                <a:lnTo>
                  <a:pt x="379236" y="568740"/>
                </a:lnTo>
                <a:lnTo>
                  <a:pt x="378100" y="567680"/>
                </a:lnTo>
                <a:cubicBezTo>
                  <a:pt x="377608" y="567226"/>
                  <a:pt x="379691" y="565825"/>
                  <a:pt x="381092" y="564424"/>
                </a:cubicBezTo>
                <a:cubicBezTo>
                  <a:pt x="382106" y="563360"/>
                  <a:pt x="383007" y="562194"/>
                  <a:pt x="383780" y="560940"/>
                </a:cubicBezTo>
                <a:close/>
                <a:moveTo>
                  <a:pt x="644695" y="548370"/>
                </a:moveTo>
                <a:lnTo>
                  <a:pt x="642764" y="551134"/>
                </a:lnTo>
                <a:lnTo>
                  <a:pt x="640833" y="553898"/>
                </a:lnTo>
                <a:lnTo>
                  <a:pt x="662339" y="569043"/>
                </a:lnTo>
                <a:lnTo>
                  <a:pt x="632919" y="565257"/>
                </a:lnTo>
                <a:lnTo>
                  <a:pt x="630761" y="568362"/>
                </a:lnTo>
                <a:lnTo>
                  <a:pt x="628603" y="571428"/>
                </a:lnTo>
                <a:lnTo>
                  <a:pt x="659234" y="592897"/>
                </a:lnTo>
                <a:lnTo>
                  <a:pt x="661165" y="590133"/>
                </a:lnTo>
                <a:lnTo>
                  <a:pt x="663058" y="587369"/>
                </a:lnTo>
                <a:lnTo>
                  <a:pt x="640984" y="571921"/>
                </a:lnTo>
                <a:lnTo>
                  <a:pt x="671274" y="575707"/>
                </a:lnTo>
                <a:lnTo>
                  <a:pt x="673357" y="572754"/>
                </a:lnTo>
                <a:lnTo>
                  <a:pt x="675326" y="569838"/>
                </a:lnTo>
                <a:close/>
                <a:moveTo>
                  <a:pt x="116392" y="545076"/>
                </a:moveTo>
                <a:cubicBezTo>
                  <a:pt x="105862" y="544671"/>
                  <a:pt x="96192" y="550865"/>
                  <a:pt x="92160" y="560600"/>
                </a:cubicBezTo>
                <a:cubicBezTo>
                  <a:pt x="90831" y="564969"/>
                  <a:pt x="91599" y="569709"/>
                  <a:pt x="94242" y="573435"/>
                </a:cubicBezTo>
                <a:cubicBezTo>
                  <a:pt x="96336" y="576813"/>
                  <a:pt x="100039" y="578850"/>
                  <a:pt x="104011" y="578812"/>
                </a:cubicBezTo>
                <a:lnTo>
                  <a:pt x="104730" y="578812"/>
                </a:lnTo>
                <a:lnTo>
                  <a:pt x="100944" y="582030"/>
                </a:lnTo>
                <a:lnTo>
                  <a:pt x="103556" y="586081"/>
                </a:lnTo>
                <a:lnTo>
                  <a:pt x="120481" y="575101"/>
                </a:lnTo>
                <a:lnTo>
                  <a:pt x="112644" y="562985"/>
                </a:lnTo>
                <a:lnTo>
                  <a:pt x="107229" y="566506"/>
                </a:lnTo>
                <a:lnTo>
                  <a:pt x="111432" y="573435"/>
                </a:lnTo>
                <a:cubicBezTo>
                  <a:pt x="109876" y="574045"/>
                  <a:pt x="108221" y="574367"/>
                  <a:pt x="106548" y="574382"/>
                </a:cubicBezTo>
                <a:cubicBezTo>
                  <a:pt x="103931" y="574386"/>
                  <a:pt x="101497" y="573041"/>
                  <a:pt x="100111" y="570823"/>
                </a:cubicBezTo>
                <a:cubicBezTo>
                  <a:pt x="98388" y="568505"/>
                  <a:pt x="97922" y="565488"/>
                  <a:pt x="98862" y="562758"/>
                </a:cubicBezTo>
                <a:cubicBezTo>
                  <a:pt x="100236" y="559623"/>
                  <a:pt x="102606" y="557029"/>
                  <a:pt x="105601" y="555375"/>
                </a:cubicBezTo>
                <a:cubicBezTo>
                  <a:pt x="108388" y="553326"/>
                  <a:pt x="111761" y="552236"/>
                  <a:pt x="115218" y="552270"/>
                </a:cubicBezTo>
                <a:cubicBezTo>
                  <a:pt x="118107" y="552414"/>
                  <a:pt x="120727" y="554011"/>
                  <a:pt x="122185" y="556510"/>
                </a:cubicBezTo>
                <a:cubicBezTo>
                  <a:pt x="123169" y="558036"/>
                  <a:pt x="123571" y="559861"/>
                  <a:pt x="123321" y="561660"/>
                </a:cubicBezTo>
                <a:cubicBezTo>
                  <a:pt x="123219" y="563383"/>
                  <a:pt x="122427" y="564992"/>
                  <a:pt x="121125" y="566128"/>
                </a:cubicBezTo>
                <a:lnTo>
                  <a:pt x="125366" y="572148"/>
                </a:lnTo>
                <a:cubicBezTo>
                  <a:pt x="128186" y="569940"/>
                  <a:pt x="130034" y="566722"/>
                  <a:pt x="130515" y="563174"/>
                </a:cubicBezTo>
                <a:cubicBezTo>
                  <a:pt x="130886" y="559449"/>
                  <a:pt x="129905" y="555712"/>
                  <a:pt x="127751" y="552648"/>
                </a:cubicBezTo>
                <a:cubicBezTo>
                  <a:pt x="125354" y="548487"/>
                  <a:pt x="121151" y="545689"/>
                  <a:pt x="116392" y="545076"/>
                </a:cubicBezTo>
                <a:close/>
                <a:moveTo>
                  <a:pt x="668661" y="523305"/>
                </a:moveTo>
                <a:cubicBezTo>
                  <a:pt x="672072" y="523093"/>
                  <a:pt x="675465" y="523926"/>
                  <a:pt x="678392" y="525690"/>
                </a:cubicBezTo>
                <a:cubicBezTo>
                  <a:pt x="681538" y="526996"/>
                  <a:pt x="684181" y="529280"/>
                  <a:pt x="685927" y="532203"/>
                </a:cubicBezTo>
                <a:cubicBezTo>
                  <a:pt x="686245" y="532899"/>
                  <a:pt x="686472" y="533638"/>
                  <a:pt x="686597" y="534391"/>
                </a:cubicBezTo>
                <a:cubicBezTo>
                  <a:pt x="687377" y="539097"/>
                  <a:pt x="684192" y="543539"/>
                  <a:pt x="679490" y="544319"/>
                </a:cubicBezTo>
                <a:cubicBezTo>
                  <a:pt x="676139" y="544576"/>
                  <a:pt x="672788" y="543781"/>
                  <a:pt x="669910" y="542047"/>
                </a:cubicBezTo>
                <a:cubicBezTo>
                  <a:pt x="666749" y="540638"/>
                  <a:pt x="664106" y="538283"/>
                  <a:pt x="662338" y="535307"/>
                </a:cubicBezTo>
                <a:cubicBezTo>
                  <a:pt x="661051" y="532948"/>
                  <a:pt x="661051" y="530094"/>
                  <a:pt x="662338" y="527735"/>
                </a:cubicBezTo>
                <a:cubicBezTo>
                  <a:pt x="663546" y="525270"/>
                  <a:pt x="665931" y="523596"/>
                  <a:pt x="668661" y="523305"/>
                </a:cubicBezTo>
                <a:close/>
                <a:moveTo>
                  <a:pt x="666996" y="516565"/>
                </a:moveTo>
                <a:cubicBezTo>
                  <a:pt x="666439" y="516701"/>
                  <a:pt x="665890" y="516872"/>
                  <a:pt x="665353" y="517065"/>
                </a:cubicBezTo>
                <a:cubicBezTo>
                  <a:pt x="656921" y="520132"/>
                  <a:pt x="652570" y="529450"/>
                  <a:pt x="655637" y="537882"/>
                </a:cubicBezTo>
                <a:cubicBezTo>
                  <a:pt x="657829" y="542618"/>
                  <a:pt x="661623" y="546428"/>
                  <a:pt x="666352" y="548635"/>
                </a:cubicBezTo>
                <a:cubicBezTo>
                  <a:pt x="670759" y="551282"/>
                  <a:pt x="675977" y="552251"/>
                  <a:pt x="681043" y="551361"/>
                </a:cubicBezTo>
                <a:cubicBezTo>
                  <a:pt x="685553" y="550392"/>
                  <a:pt x="689358" y="547385"/>
                  <a:pt x="691342" y="543221"/>
                </a:cubicBezTo>
                <a:lnTo>
                  <a:pt x="691266" y="543145"/>
                </a:lnTo>
                <a:cubicBezTo>
                  <a:pt x="693606" y="539188"/>
                  <a:pt x="694026" y="534383"/>
                  <a:pt x="692402" y="530082"/>
                </a:cubicBezTo>
                <a:cubicBezTo>
                  <a:pt x="690308" y="525383"/>
                  <a:pt x="686582" y="521601"/>
                  <a:pt x="681914" y="519443"/>
                </a:cubicBezTo>
                <a:cubicBezTo>
                  <a:pt x="677442" y="516735"/>
                  <a:pt x="672153" y="515717"/>
                  <a:pt x="666996" y="516565"/>
                </a:cubicBezTo>
                <a:close/>
                <a:moveTo>
                  <a:pt x="101020" y="504714"/>
                </a:moveTo>
                <a:lnTo>
                  <a:pt x="67132" y="520541"/>
                </a:lnTo>
                <a:lnTo>
                  <a:pt x="68533" y="523570"/>
                </a:lnTo>
                <a:lnTo>
                  <a:pt x="69972" y="526599"/>
                </a:lnTo>
                <a:lnTo>
                  <a:pt x="94394" y="515240"/>
                </a:lnTo>
                <a:lnTo>
                  <a:pt x="75954" y="539510"/>
                </a:lnTo>
                <a:lnTo>
                  <a:pt x="77469" y="542728"/>
                </a:lnTo>
                <a:lnTo>
                  <a:pt x="78983" y="545909"/>
                </a:lnTo>
                <a:lnTo>
                  <a:pt x="112871" y="530120"/>
                </a:lnTo>
                <a:lnTo>
                  <a:pt x="111432" y="527053"/>
                </a:lnTo>
                <a:lnTo>
                  <a:pt x="110031" y="524024"/>
                </a:lnTo>
                <a:lnTo>
                  <a:pt x="86253" y="535118"/>
                </a:lnTo>
                <a:lnTo>
                  <a:pt x="104200" y="511567"/>
                </a:lnTo>
                <a:lnTo>
                  <a:pt x="102610" y="508159"/>
                </a:lnTo>
                <a:close/>
                <a:moveTo>
                  <a:pt x="705806" y="489379"/>
                </a:moveTo>
                <a:lnTo>
                  <a:pt x="699672" y="505358"/>
                </a:lnTo>
                <a:lnTo>
                  <a:pt x="670972" y="494339"/>
                </a:lnTo>
                <a:lnTo>
                  <a:pt x="669684" y="497709"/>
                </a:lnTo>
                <a:lnTo>
                  <a:pt x="668397" y="501041"/>
                </a:lnTo>
                <a:lnTo>
                  <a:pt x="703382" y="514482"/>
                </a:lnTo>
                <a:lnTo>
                  <a:pt x="712015" y="491765"/>
                </a:lnTo>
                <a:lnTo>
                  <a:pt x="708910" y="490591"/>
                </a:lnTo>
                <a:close/>
                <a:moveTo>
                  <a:pt x="94431" y="488092"/>
                </a:moveTo>
                <a:lnTo>
                  <a:pt x="59522" y="501496"/>
                </a:lnTo>
                <a:lnTo>
                  <a:pt x="60809" y="504865"/>
                </a:lnTo>
                <a:lnTo>
                  <a:pt x="62096" y="508197"/>
                </a:lnTo>
                <a:lnTo>
                  <a:pt x="97006" y="494794"/>
                </a:lnTo>
                <a:lnTo>
                  <a:pt x="95719" y="491462"/>
                </a:lnTo>
                <a:close/>
                <a:moveTo>
                  <a:pt x="62437" y="462610"/>
                </a:moveTo>
                <a:lnTo>
                  <a:pt x="60279" y="463178"/>
                </a:lnTo>
                <a:cubicBezTo>
                  <a:pt x="56781" y="463720"/>
                  <a:pt x="53600" y="465526"/>
                  <a:pt x="51343" y="468252"/>
                </a:cubicBezTo>
                <a:cubicBezTo>
                  <a:pt x="49711" y="471001"/>
                  <a:pt x="49393" y="474333"/>
                  <a:pt x="50473" y="477339"/>
                </a:cubicBezTo>
                <a:cubicBezTo>
                  <a:pt x="51048" y="480334"/>
                  <a:pt x="52847" y="482954"/>
                  <a:pt x="55433" y="484571"/>
                </a:cubicBezTo>
                <a:lnTo>
                  <a:pt x="55433" y="484495"/>
                </a:lnTo>
                <a:cubicBezTo>
                  <a:pt x="58250" y="485888"/>
                  <a:pt x="61506" y="486108"/>
                  <a:pt x="64482" y="485101"/>
                </a:cubicBezTo>
                <a:lnTo>
                  <a:pt x="90456" y="478134"/>
                </a:lnTo>
                <a:lnTo>
                  <a:pt x="89509" y="474651"/>
                </a:lnTo>
                <a:lnTo>
                  <a:pt x="88601" y="471205"/>
                </a:lnTo>
                <a:lnTo>
                  <a:pt x="62627" y="478172"/>
                </a:lnTo>
                <a:cubicBezTo>
                  <a:pt x="61309" y="478588"/>
                  <a:pt x="59893" y="478588"/>
                  <a:pt x="58575" y="478172"/>
                </a:cubicBezTo>
                <a:cubicBezTo>
                  <a:pt x="58443" y="478092"/>
                  <a:pt x="58314" y="478002"/>
                  <a:pt x="58189" y="477907"/>
                </a:cubicBezTo>
                <a:cubicBezTo>
                  <a:pt x="56330" y="476483"/>
                  <a:pt x="55978" y="473822"/>
                  <a:pt x="57401" y="471962"/>
                </a:cubicBezTo>
                <a:cubicBezTo>
                  <a:pt x="58712" y="470823"/>
                  <a:pt x="60309" y="470066"/>
                  <a:pt x="62021" y="469766"/>
                </a:cubicBezTo>
                <a:lnTo>
                  <a:pt x="64179" y="469198"/>
                </a:lnTo>
                <a:close/>
                <a:moveTo>
                  <a:pt x="1472144" y="454680"/>
                </a:moveTo>
                <a:lnTo>
                  <a:pt x="1472011" y="454944"/>
                </a:lnTo>
                <a:lnTo>
                  <a:pt x="1472033" y="454801"/>
                </a:lnTo>
                <a:close/>
                <a:moveTo>
                  <a:pt x="693954" y="450570"/>
                </a:moveTo>
                <a:cubicBezTo>
                  <a:pt x="697221" y="449556"/>
                  <a:pt x="700720" y="449556"/>
                  <a:pt x="703987" y="450570"/>
                </a:cubicBezTo>
                <a:cubicBezTo>
                  <a:pt x="707293" y="451199"/>
                  <a:pt x="710310" y="452857"/>
                  <a:pt x="712620" y="455303"/>
                </a:cubicBezTo>
                <a:cubicBezTo>
                  <a:pt x="713097" y="455901"/>
                  <a:pt x="713495" y="456564"/>
                  <a:pt x="713801" y="457268"/>
                </a:cubicBezTo>
                <a:cubicBezTo>
                  <a:pt x="715702" y="461660"/>
                  <a:pt x="713684" y="466768"/>
                  <a:pt x="709288" y="468669"/>
                </a:cubicBezTo>
                <a:cubicBezTo>
                  <a:pt x="706085" y="469687"/>
                  <a:pt x="702647" y="469687"/>
                  <a:pt x="699444" y="468669"/>
                </a:cubicBezTo>
                <a:cubicBezTo>
                  <a:pt x="696081" y="468029"/>
                  <a:pt x="692999" y="466363"/>
                  <a:pt x="690622" y="463898"/>
                </a:cubicBezTo>
                <a:cubicBezTo>
                  <a:pt x="690042" y="463209"/>
                  <a:pt x="689577" y="462437"/>
                  <a:pt x="689243" y="461600"/>
                </a:cubicBezTo>
                <a:cubicBezTo>
                  <a:pt x="687498" y="457253"/>
                  <a:pt x="689607" y="452316"/>
                  <a:pt x="693954" y="450570"/>
                </a:cubicBezTo>
                <a:close/>
                <a:moveTo>
                  <a:pt x="705654" y="443603"/>
                </a:moveTo>
                <a:cubicBezTo>
                  <a:pt x="700667" y="442070"/>
                  <a:pt x="695299" y="442365"/>
                  <a:pt x="690509" y="444436"/>
                </a:cubicBezTo>
                <a:cubicBezTo>
                  <a:pt x="689998" y="444709"/>
                  <a:pt x="689498" y="445008"/>
                  <a:pt x="689017" y="445333"/>
                </a:cubicBezTo>
                <a:cubicBezTo>
                  <a:pt x="681603" y="450346"/>
                  <a:pt x="679661" y="460422"/>
                  <a:pt x="684678" y="467835"/>
                </a:cubicBezTo>
                <a:cubicBezTo>
                  <a:pt x="687964" y="471902"/>
                  <a:pt x="692576" y="474689"/>
                  <a:pt x="697703" y="475711"/>
                </a:cubicBezTo>
                <a:cubicBezTo>
                  <a:pt x="702625" y="477210"/>
                  <a:pt x="707918" y="476888"/>
                  <a:pt x="712621" y="474802"/>
                </a:cubicBezTo>
                <a:cubicBezTo>
                  <a:pt x="716729" y="472727"/>
                  <a:pt x="719667" y="468896"/>
                  <a:pt x="720610" y="464390"/>
                </a:cubicBezTo>
                <a:cubicBezTo>
                  <a:pt x="721931" y="459956"/>
                  <a:pt x="721121" y="455155"/>
                  <a:pt x="718414" y="451403"/>
                </a:cubicBezTo>
                <a:cubicBezTo>
                  <a:pt x="715245" y="447344"/>
                  <a:pt x="710712" y="444569"/>
                  <a:pt x="705654" y="443603"/>
                </a:cubicBezTo>
                <a:close/>
                <a:moveTo>
                  <a:pt x="81520" y="441142"/>
                </a:moveTo>
                <a:lnTo>
                  <a:pt x="44831" y="448298"/>
                </a:lnTo>
                <a:lnTo>
                  <a:pt x="45513" y="451819"/>
                </a:lnTo>
                <a:lnTo>
                  <a:pt x="46194" y="455341"/>
                </a:lnTo>
                <a:lnTo>
                  <a:pt x="82883" y="448222"/>
                </a:lnTo>
                <a:lnTo>
                  <a:pt x="82202" y="444663"/>
                </a:lnTo>
                <a:close/>
                <a:moveTo>
                  <a:pt x="161183" y="440763"/>
                </a:moveTo>
                <a:cubicBezTo>
                  <a:pt x="175219" y="444198"/>
                  <a:pt x="189520" y="446466"/>
                  <a:pt x="203931" y="447541"/>
                </a:cubicBezTo>
                <a:cubicBezTo>
                  <a:pt x="231571" y="448639"/>
                  <a:pt x="270721" y="446291"/>
                  <a:pt x="306539" y="446708"/>
                </a:cubicBezTo>
                <a:cubicBezTo>
                  <a:pt x="312257" y="447768"/>
                  <a:pt x="317406" y="448639"/>
                  <a:pt x="321420" y="449131"/>
                </a:cubicBezTo>
                <a:cubicBezTo>
                  <a:pt x="331037" y="450456"/>
                  <a:pt x="347053" y="452160"/>
                  <a:pt x="354095" y="452917"/>
                </a:cubicBezTo>
                <a:lnTo>
                  <a:pt x="344062" y="493469"/>
                </a:lnTo>
                <a:lnTo>
                  <a:pt x="384234" y="500284"/>
                </a:lnTo>
                <a:lnTo>
                  <a:pt x="424369" y="493469"/>
                </a:lnTo>
                <a:lnTo>
                  <a:pt x="414335" y="452955"/>
                </a:lnTo>
                <a:cubicBezTo>
                  <a:pt x="421378" y="452122"/>
                  <a:pt x="437394" y="450418"/>
                  <a:pt x="447011" y="449169"/>
                </a:cubicBezTo>
                <a:cubicBezTo>
                  <a:pt x="451025" y="448677"/>
                  <a:pt x="456174" y="447806"/>
                  <a:pt x="461929" y="446746"/>
                </a:cubicBezTo>
                <a:cubicBezTo>
                  <a:pt x="497748" y="446329"/>
                  <a:pt x="536860" y="448677"/>
                  <a:pt x="564538" y="447579"/>
                </a:cubicBezTo>
                <a:lnTo>
                  <a:pt x="564689" y="447541"/>
                </a:lnTo>
                <a:cubicBezTo>
                  <a:pt x="579089" y="446462"/>
                  <a:pt x="593374" y="444198"/>
                  <a:pt x="607399" y="440763"/>
                </a:cubicBezTo>
                <a:cubicBezTo>
                  <a:pt x="607399" y="440763"/>
                  <a:pt x="594866" y="460906"/>
                  <a:pt x="580516" y="470751"/>
                </a:cubicBezTo>
                <a:cubicBezTo>
                  <a:pt x="525229" y="486733"/>
                  <a:pt x="468479" y="497134"/>
                  <a:pt x="411117" y="501799"/>
                </a:cubicBezTo>
                <a:lnTo>
                  <a:pt x="421984" y="545265"/>
                </a:lnTo>
                <a:lnTo>
                  <a:pt x="384121" y="553444"/>
                </a:lnTo>
                <a:lnTo>
                  <a:pt x="346258" y="545265"/>
                </a:lnTo>
                <a:lnTo>
                  <a:pt x="357124" y="501799"/>
                </a:lnTo>
                <a:cubicBezTo>
                  <a:pt x="299876" y="497111"/>
                  <a:pt x="243244" y="486710"/>
                  <a:pt x="188066" y="470751"/>
                </a:cubicBezTo>
                <a:cubicBezTo>
                  <a:pt x="173716" y="460906"/>
                  <a:pt x="161183" y="440763"/>
                  <a:pt x="161183" y="440763"/>
                </a:cubicBezTo>
                <a:close/>
                <a:moveTo>
                  <a:pt x="1425811" y="419699"/>
                </a:moveTo>
                <a:cubicBezTo>
                  <a:pt x="1435184" y="419699"/>
                  <a:pt x="1435712" y="436199"/>
                  <a:pt x="1439011" y="436199"/>
                </a:cubicBezTo>
                <a:cubicBezTo>
                  <a:pt x="1443829" y="435810"/>
                  <a:pt x="1448553" y="434651"/>
                  <a:pt x="1453003" y="432768"/>
                </a:cubicBezTo>
                <a:cubicBezTo>
                  <a:pt x="1458410" y="432448"/>
                  <a:pt x="1463832" y="432448"/>
                  <a:pt x="1469240" y="432768"/>
                </a:cubicBezTo>
                <a:cubicBezTo>
                  <a:pt x="1471880" y="432768"/>
                  <a:pt x="1474916" y="433296"/>
                  <a:pt x="1474916" y="435408"/>
                </a:cubicBezTo>
                <a:cubicBezTo>
                  <a:pt x="1475448" y="438550"/>
                  <a:pt x="1474987" y="441780"/>
                  <a:pt x="1473595" y="444647"/>
                </a:cubicBezTo>
                <a:lnTo>
                  <a:pt x="1472033" y="454801"/>
                </a:lnTo>
                <a:lnTo>
                  <a:pt x="1465015" y="462468"/>
                </a:lnTo>
                <a:cubicBezTo>
                  <a:pt x="1463959" y="464184"/>
                  <a:pt x="1458811" y="465371"/>
                  <a:pt x="1457755" y="467880"/>
                </a:cubicBezTo>
                <a:cubicBezTo>
                  <a:pt x="1455380" y="473819"/>
                  <a:pt x="1455380" y="479233"/>
                  <a:pt x="1452608" y="482532"/>
                </a:cubicBezTo>
                <a:cubicBezTo>
                  <a:pt x="1449835" y="485832"/>
                  <a:pt x="1446667" y="486756"/>
                  <a:pt x="1442311" y="489528"/>
                </a:cubicBezTo>
                <a:cubicBezTo>
                  <a:pt x="1437955" y="492301"/>
                  <a:pt x="1433335" y="489793"/>
                  <a:pt x="1430431" y="490584"/>
                </a:cubicBezTo>
                <a:cubicBezTo>
                  <a:pt x="1425521" y="493492"/>
                  <a:pt x="1420236" y="495713"/>
                  <a:pt x="1414723" y="497185"/>
                </a:cubicBezTo>
                <a:cubicBezTo>
                  <a:pt x="1405087" y="497185"/>
                  <a:pt x="1395978" y="492828"/>
                  <a:pt x="1395978" y="481741"/>
                </a:cubicBezTo>
                <a:cubicBezTo>
                  <a:pt x="1395978" y="479101"/>
                  <a:pt x="1397958" y="472763"/>
                  <a:pt x="1397958" y="470123"/>
                </a:cubicBezTo>
                <a:cubicBezTo>
                  <a:pt x="1397958" y="467483"/>
                  <a:pt x="1395186" y="463524"/>
                  <a:pt x="1395186" y="460884"/>
                </a:cubicBezTo>
                <a:cubicBezTo>
                  <a:pt x="1395186" y="458244"/>
                  <a:pt x="1400070" y="453227"/>
                  <a:pt x="1400863" y="450059"/>
                </a:cubicBezTo>
                <a:cubicBezTo>
                  <a:pt x="1402419" y="440328"/>
                  <a:pt x="1407550" y="431526"/>
                  <a:pt x="1415251" y="425376"/>
                </a:cubicBezTo>
                <a:cubicBezTo>
                  <a:pt x="1418815" y="423527"/>
                  <a:pt x="1423171" y="419699"/>
                  <a:pt x="1425811" y="419699"/>
                </a:cubicBezTo>
                <a:close/>
                <a:moveTo>
                  <a:pt x="77166" y="405740"/>
                </a:moveTo>
                <a:lnTo>
                  <a:pt x="40060" y="410322"/>
                </a:lnTo>
                <a:lnTo>
                  <a:pt x="43241" y="436371"/>
                </a:lnTo>
                <a:lnTo>
                  <a:pt x="46535" y="435993"/>
                </a:lnTo>
                <a:lnTo>
                  <a:pt x="49829" y="435576"/>
                </a:lnTo>
                <a:lnTo>
                  <a:pt x="47519" y="416645"/>
                </a:lnTo>
                <a:lnTo>
                  <a:pt x="57174" y="415433"/>
                </a:lnTo>
                <a:lnTo>
                  <a:pt x="59219" y="432131"/>
                </a:lnTo>
                <a:lnTo>
                  <a:pt x="62437" y="431752"/>
                </a:lnTo>
                <a:lnTo>
                  <a:pt x="65618" y="431373"/>
                </a:lnTo>
                <a:lnTo>
                  <a:pt x="63573" y="414676"/>
                </a:lnTo>
                <a:lnTo>
                  <a:pt x="71449" y="413691"/>
                </a:lnTo>
                <a:lnTo>
                  <a:pt x="73645" y="431676"/>
                </a:lnTo>
                <a:lnTo>
                  <a:pt x="76977" y="431298"/>
                </a:lnTo>
                <a:lnTo>
                  <a:pt x="80233" y="430881"/>
                </a:lnTo>
                <a:close/>
                <a:moveTo>
                  <a:pt x="702928" y="399417"/>
                </a:moveTo>
                <a:cubicBezTo>
                  <a:pt x="699361" y="399364"/>
                  <a:pt x="695916" y="400727"/>
                  <a:pt x="693348" y="403203"/>
                </a:cubicBezTo>
                <a:cubicBezTo>
                  <a:pt x="687631" y="409697"/>
                  <a:pt x="687631" y="419428"/>
                  <a:pt x="693348" y="425921"/>
                </a:cubicBezTo>
                <a:cubicBezTo>
                  <a:pt x="701398" y="432691"/>
                  <a:pt x="712803" y="433762"/>
                  <a:pt x="721973" y="428609"/>
                </a:cubicBezTo>
                <a:cubicBezTo>
                  <a:pt x="725721" y="426008"/>
                  <a:pt x="728046" y="421809"/>
                  <a:pt x="728258" y="417250"/>
                </a:cubicBezTo>
                <a:cubicBezTo>
                  <a:pt x="728690" y="413298"/>
                  <a:pt x="727024" y="409405"/>
                  <a:pt x="723866" y="406990"/>
                </a:cubicBezTo>
                <a:lnTo>
                  <a:pt x="723298" y="406687"/>
                </a:lnTo>
                <a:lnTo>
                  <a:pt x="728183" y="406384"/>
                </a:lnTo>
                <a:lnTo>
                  <a:pt x="728523" y="401651"/>
                </a:lnTo>
                <a:lnTo>
                  <a:pt x="708418" y="399909"/>
                </a:lnTo>
                <a:lnTo>
                  <a:pt x="707169" y="414259"/>
                </a:lnTo>
                <a:lnTo>
                  <a:pt x="713605" y="414827"/>
                </a:lnTo>
                <a:lnTo>
                  <a:pt x="714287" y="406725"/>
                </a:lnTo>
                <a:cubicBezTo>
                  <a:pt x="715892" y="407202"/>
                  <a:pt x="717392" y="407974"/>
                  <a:pt x="718717" y="408996"/>
                </a:cubicBezTo>
                <a:cubicBezTo>
                  <a:pt x="720784" y="410605"/>
                  <a:pt x="721871" y="413169"/>
                  <a:pt x="721594" y="415774"/>
                </a:cubicBezTo>
                <a:cubicBezTo>
                  <a:pt x="721553" y="418617"/>
                  <a:pt x="720144" y="421268"/>
                  <a:pt x="717808" y="422892"/>
                </a:cubicBezTo>
                <a:cubicBezTo>
                  <a:pt x="714783" y="424501"/>
                  <a:pt x="711314" y="425088"/>
                  <a:pt x="707926" y="424558"/>
                </a:cubicBezTo>
                <a:cubicBezTo>
                  <a:pt x="704465" y="424456"/>
                  <a:pt x="701129" y="423233"/>
                  <a:pt x="698422" y="421075"/>
                </a:cubicBezTo>
                <a:cubicBezTo>
                  <a:pt x="696272" y="419181"/>
                  <a:pt x="695192" y="416346"/>
                  <a:pt x="695545" y="413502"/>
                </a:cubicBezTo>
                <a:cubicBezTo>
                  <a:pt x="695696" y="411677"/>
                  <a:pt x="696503" y="409969"/>
                  <a:pt x="697816" y="408693"/>
                </a:cubicBezTo>
                <a:cubicBezTo>
                  <a:pt x="698975" y="407414"/>
                  <a:pt x="700599" y="406653"/>
                  <a:pt x="702322" y="406573"/>
                </a:cubicBezTo>
                <a:close/>
                <a:moveTo>
                  <a:pt x="185756" y="387793"/>
                </a:moveTo>
                <a:cubicBezTo>
                  <a:pt x="193579" y="389251"/>
                  <a:pt x="201504" y="390111"/>
                  <a:pt x="209459" y="390368"/>
                </a:cubicBezTo>
                <a:cubicBezTo>
                  <a:pt x="215100" y="390595"/>
                  <a:pt x="222067" y="390368"/>
                  <a:pt x="230018" y="390368"/>
                </a:cubicBezTo>
                <a:cubicBezTo>
                  <a:pt x="237099" y="390141"/>
                  <a:pt x="245125" y="390141"/>
                  <a:pt x="253569" y="390141"/>
                </a:cubicBezTo>
                <a:cubicBezTo>
                  <a:pt x="263375" y="390141"/>
                  <a:pt x="275757" y="390254"/>
                  <a:pt x="289122" y="391050"/>
                </a:cubicBezTo>
                <a:cubicBezTo>
                  <a:pt x="301738" y="394817"/>
                  <a:pt x="314570" y="397801"/>
                  <a:pt x="327553" y="399985"/>
                </a:cubicBezTo>
                <a:cubicBezTo>
                  <a:pt x="336546" y="401261"/>
                  <a:pt x="345618" y="401882"/>
                  <a:pt x="354701" y="401840"/>
                </a:cubicBezTo>
                <a:lnTo>
                  <a:pt x="345538" y="440801"/>
                </a:lnTo>
                <a:lnTo>
                  <a:pt x="383401" y="445269"/>
                </a:lnTo>
                <a:lnTo>
                  <a:pt x="383818" y="445269"/>
                </a:lnTo>
                <a:lnTo>
                  <a:pt x="384310" y="445269"/>
                </a:lnTo>
                <a:lnTo>
                  <a:pt x="422438" y="440726"/>
                </a:lnTo>
                <a:lnTo>
                  <a:pt x="413275" y="401765"/>
                </a:lnTo>
                <a:cubicBezTo>
                  <a:pt x="422359" y="401806"/>
                  <a:pt x="431430" y="401186"/>
                  <a:pt x="440423" y="399910"/>
                </a:cubicBezTo>
                <a:cubicBezTo>
                  <a:pt x="453455" y="397770"/>
                  <a:pt x="466340" y="394821"/>
                  <a:pt x="479005" y="391087"/>
                </a:cubicBezTo>
                <a:cubicBezTo>
                  <a:pt x="492371" y="390179"/>
                  <a:pt x="504752" y="390179"/>
                  <a:pt x="514559" y="390179"/>
                </a:cubicBezTo>
                <a:cubicBezTo>
                  <a:pt x="522964" y="390179"/>
                  <a:pt x="531029" y="390406"/>
                  <a:pt x="538109" y="390406"/>
                </a:cubicBezTo>
                <a:cubicBezTo>
                  <a:pt x="546098" y="390406"/>
                  <a:pt x="553065" y="390406"/>
                  <a:pt x="558669" y="390406"/>
                </a:cubicBezTo>
                <a:lnTo>
                  <a:pt x="558669" y="390368"/>
                </a:lnTo>
                <a:cubicBezTo>
                  <a:pt x="566624" y="390111"/>
                  <a:pt x="574549" y="389251"/>
                  <a:pt x="582371" y="387793"/>
                </a:cubicBezTo>
                <a:cubicBezTo>
                  <a:pt x="575950" y="396335"/>
                  <a:pt x="568294" y="403878"/>
                  <a:pt x="559654" y="410170"/>
                </a:cubicBezTo>
                <a:cubicBezTo>
                  <a:pt x="549101" y="416183"/>
                  <a:pt x="538041" y="421249"/>
                  <a:pt x="526599" y="425316"/>
                </a:cubicBezTo>
                <a:cubicBezTo>
                  <a:pt x="500110" y="432968"/>
                  <a:pt x="473159" y="438923"/>
                  <a:pt x="445913" y="443149"/>
                </a:cubicBezTo>
                <a:cubicBezTo>
                  <a:pt x="433494" y="444739"/>
                  <a:pt x="410133" y="447200"/>
                  <a:pt x="409905" y="447200"/>
                </a:cubicBezTo>
                <a:lnTo>
                  <a:pt x="406422" y="447541"/>
                </a:lnTo>
                <a:lnTo>
                  <a:pt x="416531" y="488547"/>
                </a:lnTo>
                <a:lnTo>
                  <a:pt x="383931" y="494075"/>
                </a:lnTo>
                <a:lnTo>
                  <a:pt x="351294" y="488547"/>
                </a:lnTo>
                <a:lnTo>
                  <a:pt x="361441" y="447541"/>
                </a:lnTo>
                <a:lnTo>
                  <a:pt x="357920" y="447200"/>
                </a:lnTo>
                <a:cubicBezTo>
                  <a:pt x="357692" y="447162"/>
                  <a:pt x="334331" y="444739"/>
                  <a:pt x="321912" y="443149"/>
                </a:cubicBezTo>
                <a:cubicBezTo>
                  <a:pt x="294768" y="438905"/>
                  <a:pt x="267919" y="432949"/>
                  <a:pt x="241528" y="425316"/>
                </a:cubicBezTo>
                <a:cubicBezTo>
                  <a:pt x="230086" y="421249"/>
                  <a:pt x="219027" y="416183"/>
                  <a:pt x="208474" y="410170"/>
                </a:cubicBezTo>
                <a:cubicBezTo>
                  <a:pt x="199834" y="403878"/>
                  <a:pt x="192178" y="396335"/>
                  <a:pt x="185756" y="387793"/>
                </a:cubicBezTo>
                <a:close/>
                <a:moveTo>
                  <a:pt x="1601902" y="387226"/>
                </a:moveTo>
                <a:cubicBezTo>
                  <a:pt x="1605335" y="386698"/>
                  <a:pt x="1607050" y="390527"/>
                  <a:pt x="1612463" y="389603"/>
                </a:cubicBezTo>
                <a:cubicBezTo>
                  <a:pt x="1614179" y="389471"/>
                  <a:pt x="1620647" y="395146"/>
                  <a:pt x="1623155" y="395146"/>
                </a:cubicBezTo>
                <a:cubicBezTo>
                  <a:pt x="1626626" y="396144"/>
                  <a:pt x="1630256" y="396459"/>
                  <a:pt x="1633847" y="396071"/>
                </a:cubicBezTo>
                <a:cubicBezTo>
                  <a:pt x="1637015" y="395674"/>
                  <a:pt x="1641899" y="399371"/>
                  <a:pt x="1644407" y="399371"/>
                </a:cubicBezTo>
                <a:cubicBezTo>
                  <a:pt x="1647478" y="399145"/>
                  <a:pt x="1650526" y="398660"/>
                  <a:pt x="1653515" y="397920"/>
                </a:cubicBezTo>
                <a:cubicBezTo>
                  <a:pt x="1658927" y="396862"/>
                  <a:pt x="1671073" y="411515"/>
                  <a:pt x="1675164" y="417060"/>
                </a:cubicBezTo>
                <a:lnTo>
                  <a:pt x="1673976" y="417323"/>
                </a:lnTo>
                <a:cubicBezTo>
                  <a:pt x="1676163" y="419883"/>
                  <a:pt x="1678066" y="422671"/>
                  <a:pt x="1679653" y="425639"/>
                </a:cubicBezTo>
                <a:cubicBezTo>
                  <a:pt x="1680423" y="429207"/>
                  <a:pt x="1680423" y="432897"/>
                  <a:pt x="1679653" y="436463"/>
                </a:cubicBezTo>
                <a:cubicBezTo>
                  <a:pt x="1677804" y="442272"/>
                  <a:pt x="1674372" y="443856"/>
                  <a:pt x="1671996" y="446496"/>
                </a:cubicBezTo>
                <a:cubicBezTo>
                  <a:pt x="1669620" y="449137"/>
                  <a:pt x="1668696" y="455473"/>
                  <a:pt x="1666056" y="458641"/>
                </a:cubicBezTo>
                <a:cubicBezTo>
                  <a:pt x="1664021" y="461609"/>
                  <a:pt x="1661677" y="464353"/>
                  <a:pt x="1659060" y="466824"/>
                </a:cubicBezTo>
                <a:cubicBezTo>
                  <a:pt x="1655419" y="469323"/>
                  <a:pt x="1651273" y="470991"/>
                  <a:pt x="1646916" y="471708"/>
                </a:cubicBezTo>
                <a:cubicBezTo>
                  <a:pt x="1644011" y="471708"/>
                  <a:pt x="1639524" y="470917"/>
                  <a:pt x="1636619" y="471708"/>
                </a:cubicBezTo>
                <a:cubicBezTo>
                  <a:pt x="1631604" y="473029"/>
                  <a:pt x="1629360" y="476856"/>
                  <a:pt x="1625795" y="476856"/>
                </a:cubicBezTo>
                <a:cubicBezTo>
                  <a:pt x="1622231" y="476856"/>
                  <a:pt x="1618667" y="473557"/>
                  <a:pt x="1617347" y="467880"/>
                </a:cubicBezTo>
                <a:cubicBezTo>
                  <a:pt x="1617347" y="464977"/>
                  <a:pt x="1618798" y="459564"/>
                  <a:pt x="1617347" y="456001"/>
                </a:cubicBezTo>
                <a:cubicBezTo>
                  <a:pt x="1614146" y="450844"/>
                  <a:pt x="1611237" y="445511"/>
                  <a:pt x="1608634" y="440027"/>
                </a:cubicBezTo>
                <a:cubicBezTo>
                  <a:pt x="1608371" y="433560"/>
                  <a:pt x="1601639" y="430391"/>
                  <a:pt x="1601639" y="426167"/>
                </a:cubicBezTo>
                <a:cubicBezTo>
                  <a:pt x="1601658" y="420749"/>
                  <a:pt x="1600247" y="415421"/>
                  <a:pt x="1597546" y="410723"/>
                </a:cubicBezTo>
                <a:cubicBezTo>
                  <a:pt x="1596616" y="407566"/>
                  <a:pt x="1596899" y="404178"/>
                  <a:pt x="1598339" y="401219"/>
                </a:cubicBezTo>
                <a:cubicBezTo>
                  <a:pt x="1600451" y="398315"/>
                  <a:pt x="1597546" y="390527"/>
                  <a:pt x="1601902" y="387226"/>
                </a:cubicBezTo>
                <a:close/>
                <a:moveTo>
                  <a:pt x="61869" y="373935"/>
                </a:moveTo>
                <a:lnTo>
                  <a:pt x="70085" y="373935"/>
                </a:lnTo>
                <a:lnTo>
                  <a:pt x="70085" y="381887"/>
                </a:lnTo>
                <a:cubicBezTo>
                  <a:pt x="70161" y="383356"/>
                  <a:pt x="69805" y="384817"/>
                  <a:pt x="69063" y="386089"/>
                </a:cubicBezTo>
                <a:cubicBezTo>
                  <a:pt x="68415" y="387025"/>
                  <a:pt x="67321" y="387547"/>
                  <a:pt x="66185" y="387452"/>
                </a:cubicBezTo>
                <a:cubicBezTo>
                  <a:pt x="64955" y="387555"/>
                  <a:pt x="63743" y="387097"/>
                  <a:pt x="62891" y="386203"/>
                </a:cubicBezTo>
                <a:cubicBezTo>
                  <a:pt x="62089" y="385014"/>
                  <a:pt x="61729" y="383579"/>
                  <a:pt x="61869" y="382152"/>
                </a:cubicBezTo>
                <a:close/>
                <a:moveTo>
                  <a:pt x="45625" y="373443"/>
                </a:moveTo>
                <a:lnTo>
                  <a:pt x="55583" y="373633"/>
                </a:lnTo>
                <a:lnTo>
                  <a:pt x="55583" y="382190"/>
                </a:lnTo>
                <a:cubicBezTo>
                  <a:pt x="55659" y="383723"/>
                  <a:pt x="55231" y="385238"/>
                  <a:pt x="54372" y="386506"/>
                </a:cubicBezTo>
                <a:cubicBezTo>
                  <a:pt x="53478" y="387491"/>
                  <a:pt x="52172" y="387998"/>
                  <a:pt x="50850" y="387869"/>
                </a:cubicBezTo>
                <a:cubicBezTo>
                  <a:pt x="49377" y="387952"/>
                  <a:pt x="47935" y="387415"/>
                  <a:pt x="46875" y="386393"/>
                </a:cubicBezTo>
                <a:cubicBezTo>
                  <a:pt x="45921" y="385196"/>
                  <a:pt x="45474" y="383674"/>
                  <a:pt x="45625" y="382152"/>
                </a:cubicBezTo>
                <a:close/>
                <a:moveTo>
                  <a:pt x="39379" y="366438"/>
                </a:moveTo>
                <a:lnTo>
                  <a:pt x="39379" y="369884"/>
                </a:lnTo>
                <a:lnTo>
                  <a:pt x="39341" y="382038"/>
                </a:lnTo>
                <a:cubicBezTo>
                  <a:pt x="39023" y="385483"/>
                  <a:pt x="40026" y="388918"/>
                  <a:pt x="42143" y="391655"/>
                </a:cubicBezTo>
                <a:cubicBezTo>
                  <a:pt x="44414" y="393980"/>
                  <a:pt x="47569" y="395218"/>
                  <a:pt x="50813" y="395063"/>
                </a:cubicBezTo>
                <a:cubicBezTo>
                  <a:pt x="53600" y="395263"/>
                  <a:pt x="56311" y="394075"/>
                  <a:pt x="58045" y="391882"/>
                </a:cubicBezTo>
                <a:cubicBezTo>
                  <a:pt x="58556" y="391235"/>
                  <a:pt x="58977" y="390523"/>
                  <a:pt x="59295" y="389762"/>
                </a:cubicBezTo>
                <a:cubicBezTo>
                  <a:pt x="60768" y="392564"/>
                  <a:pt x="63706" y="394279"/>
                  <a:pt x="66867" y="394192"/>
                </a:cubicBezTo>
                <a:cubicBezTo>
                  <a:pt x="69484" y="394377"/>
                  <a:pt x="72051" y="393393"/>
                  <a:pt x="73872" y="391504"/>
                </a:cubicBezTo>
                <a:cubicBezTo>
                  <a:pt x="75678" y="389330"/>
                  <a:pt x="76609" y="386563"/>
                  <a:pt x="76484" y="383742"/>
                </a:cubicBezTo>
                <a:lnTo>
                  <a:pt x="76750" y="370528"/>
                </a:lnTo>
                <a:lnTo>
                  <a:pt x="76750" y="367120"/>
                </a:lnTo>
                <a:close/>
                <a:moveTo>
                  <a:pt x="691720" y="359775"/>
                </a:moveTo>
                <a:lnTo>
                  <a:pt x="691720" y="363864"/>
                </a:lnTo>
                <a:lnTo>
                  <a:pt x="691720" y="367915"/>
                </a:lnTo>
                <a:lnTo>
                  <a:pt x="708115" y="374049"/>
                </a:lnTo>
                <a:lnTo>
                  <a:pt x="692175" y="381621"/>
                </a:lnTo>
                <a:lnTo>
                  <a:pt x="692175" y="385900"/>
                </a:lnTo>
                <a:lnTo>
                  <a:pt x="692175" y="390178"/>
                </a:lnTo>
                <a:lnTo>
                  <a:pt x="714893" y="377343"/>
                </a:lnTo>
                <a:lnTo>
                  <a:pt x="728940" y="376851"/>
                </a:lnTo>
                <a:lnTo>
                  <a:pt x="728940" y="373254"/>
                </a:lnTo>
                <a:lnTo>
                  <a:pt x="728940" y="369695"/>
                </a:lnTo>
                <a:lnTo>
                  <a:pt x="714741" y="370187"/>
                </a:lnTo>
                <a:close/>
                <a:moveTo>
                  <a:pt x="559540" y="328765"/>
                </a:moveTo>
                <a:cubicBezTo>
                  <a:pt x="553327" y="338008"/>
                  <a:pt x="545789" y="346288"/>
                  <a:pt x="537163" y="353338"/>
                </a:cubicBezTo>
                <a:cubicBezTo>
                  <a:pt x="527152" y="361869"/>
                  <a:pt x="516062" y="369048"/>
                  <a:pt x="504185" y="374693"/>
                </a:cubicBezTo>
                <a:cubicBezTo>
                  <a:pt x="483459" y="383928"/>
                  <a:pt x="461596" y="390357"/>
                  <a:pt x="439174" y="393814"/>
                </a:cubicBezTo>
                <a:cubicBezTo>
                  <a:pt x="429879" y="395082"/>
                  <a:pt x="420500" y="395677"/>
                  <a:pt x="411117" y="395593"/>
                </a:cubicBezTo>
                <a:lnTo>
                  <a:pt x="405324" y="395593"/>
                </a:lnTo>
                <a:lnTo>
                  <a:pt x="414714" y="435463"/>
                </a:lnTo>
                <a:lnTo>
                  <a:pt x="384424" y="439249"/>
                </a:lnTo>
                <a:lnTo>
                  <a:pt x="384045" y="439249"/>
                </a:lnTo>
                <a:lnTo>
                  <a:pt x="383629" y="439249"/>
                </a:lnTo>
                <a:lnTo>
                  <a:pt x="353338" y="435463"/>
                </a:lnTo>
                <a:lnTo>
                  <a:pt x="362766" y="395669"/>
                </a:lnTo>
                <a:lnTo>
                  <a:pt x="356973" y="395669"/>
                </a:lnTo>
                <a:cubicBezTo>
                  <a:pt x="347591" y="395756"/>
                  <a:pt x="338212" y="395162"/>
                  <a:pt x="328917" y="393890"/>
                </a:cubicBezTo>
                <a:cubicBezTo>
                  <a:pt x="306491" y="390444"/>
                  <a:pt x="284629" y="384011"/>
                  <a:pt x="263906" y="374769"/>
                </a:cubicBezTo>
                <a:cubicBezTo>
                  <a:pt x="251994" y="369123"/>
                  <a:pt x="240882" y="361930"/>
                  <a:pt x="230852" y="353376"/>
                </a:cubicBezTo>
                <a:cubicBezTo>
                  <a:pt x="222241" y="346349"/>
                  <a:pt x="214726" y="338080"/>
                  <a:pt x="208550" y="328841"/>
                </a:cubicBezTo>
                <a:cubicBezTo>
                  <a:pt x="216804" y="330091"/>
                  <a:pt x="228959" y="331491"/>
                  <a:pt x="231950" y="331491"/>
                </a:cubicBezTo>
                <a:lnTo>
                  <a:pt x="241037" y="331908"/>
                </a:lnTo>
                <a:cubicBezTo>
                  <a:pt x="252055" y="332400"/>
                  <a:pt x="266367" y="333082"/>
                  <a:pt x="283746" y="334142"/>
                </a:cubicBezTo>
                <a:cubicBezTo>
                  <a:pt x="285299" y="335013"/>
                  <a:pt x="286889" y="335846"/>
                  <a:pt x="288517" y="336679"/>
                </a:cubicBezTo>
                <a:cubicBezTo>
                  <a:pt x="303674" y="344354"/>
                  <a:pt x="319958" y="349556"/>
                  <a:pt x="336754" y="352089"/>
                </a:cubicBezTo>
                <a:cubicBezTo>
                  <a:pt x="339613" y="352490"/>
                  <a:pt x="342498" y="352680"/>
                  <a:pt x="345387" y="352657"/>
                </a:cubicBezTo>
                <a:cubicBezTo>
                  <a:pt x="349363" y="352657"/>
                  <a:pt x="353187" y="352354"/>
                  <a:pt x="355989" y="352089"/>
                </a:cubicBezTo>
                <a:lnTo>
                  <a:pt x="347659" y="386734"/>
                </a:lnTo>
                <a:lnTo>
                  <a:pt x="384235" y="389043"/>
                </a:lnTo>
                <a:lnTo>
                  <a:pt x="420772" y="386734"/>
                </a:lnTo>
                <a:lnTo>
                  <a:pt x="412480" y="352089"/>
                </a:lnTo>
                <a:cubicBezTo>
                  <a:pt x="415244" y="352354"/>
                  <a:pt x="419258" y="352657"/>
                  <a:pt x="423044" y="352657"/>
                </a:cubicBezTo>
                <a:cubicBezTo>
                  <a:pt x="425933" y="352683"/>
                  <a:pt x="428818" y="352494"/>
                  <a:pt x="431677" y="352089"/>
                </a:cubicBezTo>
                <a:cubicBezTo>
                  <a:pt x="448484" y="349548"/>
                  <a:pt x="464781" y="344346"/>
                  <a:pt x="479952" y="336679"/>
                </a:cubicBezTo>
                <a:lnTo>
                  <a:pt x="484723" y="334142"/>
                </a:lnTo>
                <a:cubicBezTo>
                  <a:pt x="502102" y="333082"/>
                  <a:pt x="516377" y="332400"/>
                  <a:pt x="527432" y="331908"/>
                </a:cubicBezTo>
                <a:lnTo>
                  <a:pt x="536482" y="331491"/>
                </a:lnTo>
                <a:lnTo>
                  <a:pt x="536103" y="331416"/>
                </a:lnTo>
                <a:cubicBezTo>
                  <a:pt x="539132" y="331264"/>
                  <a:pt x="551248" y="330015"/>
                  <a:pt x="559540" y="328765"/>
                </a:cubicBezTo>
                <a:close/>
                <a:moveTo>
                  <a:pt x="1564018" y="310667"/>
                </a:moveTo>
                <a:cubicBezTo>
                  <a:pt x="1560706" y="310430"/>
                  <a:pt x="1557380" y="310879"/>
                  <a:pt x="1554249" y="311986"/>
                </a:cubicBezTo>
                <a:cubicBezTo>
                  <a:pt x="1550421" y="314363"/>
                  <a:pt x="1546725" y="313042"/>
                  <a:pt x="1544218" y="315286"/>
                </a:cubicBezTo>
                <a:cubicBezTo>
                  <a:pt x="1541926" y="317190"/>
                  <a:pt x="1539397" y="318788"/>
                  <a:pt x="1536693" y="320038"/>
                </a:cubicBezTo>
                <a:cubicBezTo>
                  <a:pt x="1529994" y="322402"/>
                  <a:pt x="1523466" y="325225"/>
                  <a:pt x="1517157" y="328486"/>
                </a:cubicBezTo>
                <a:cubicBezTo>
                  <a:pt x="1513391" y="330388"/>
                  <a:pt x="1511073" y="334303"/>
                  <a:pt x="1511217" y="338518"/>
                </a:cubicBezTo>
                <a:cubicBezTo>
                  <a:pt x="1511354" y="343126"/>
                  <a:pt x="1515057" y="346829"/>
                  <a:pt x="1519665" y="346967"/>
                </a:cubicBezTo>
                <a:cubicBezTo>
                  <a:pt x="1524854" y="346245"/>
                  <a:pt x="1529891" y="344684"/>
                  <a:pt x="1534581" y="342348"/>
                </a:cubicBezTo>
                <a:cubicBezTo>
                  <a:pt x="1539596" y="339311"/>
                  <a:pt x="1542105" y="335483"/>
                  <a:pt x="1548574" y="331523"/>
                </a:cubicBezTo>
                <a:cubicBezTo>
                  <a:pt x="1552932" y="328682"/>
                  <a:pt x="1556846" y="325212"/>
                  <a:pt x="1560190" y="321227"/>
                </a:cubicBezTo>
                <a:cubicBezTo>
                  <a:pt x="1562697" y="316870"/>
                  <a:pt x="1565997" y="310667"/>
                  <a:pt x="1564018" y="310667"/>
                </a:cubicBezTo>
                <a:close/>
                <a:moveTo>
                  <a:pt x="2027741" y="289415"/>
                </a:moveTo>
                <a:cubicBezTo>
                  <a:pt x="2022532" y="289892"/>
                  <a:pt x="2017368" y="290774"/>
                  <a:pt x="2012296" y="292055"/>
                </a:cubicBezTo>
                <a:cubicBezTo>
                  <a:pt x="2010145" y="294267"/>
                  <a:pt x="2008838" y="297162"/>
                  <a:pt x="2008600" y="300238"/>
                </a:cubicBezTo>
                <a:cubicBezTo>
                  <a:pt x="2008222" y="302852"/>
                  <a:pt x="2008636" y="305518"/>
                  <a:pt x="2009789" y="307895"/>
                </a:cubicBezTo>
                <a:cubicBezTo>
                  <a:pt x="2014145" y="309346"/>
                  <a:pt x="2020349" y="310799"/>
                  <a:pt x="2022989" y="309346"/>
                </a:cubicBezTo>
                <a:lnTo>
                  <a:pt x="2023121" y="309346"/>
                </a:lnTo>
                <a:cubicBezTo>
                  <a:pt x="2028222" y="305833"/>
                  <a:pt x="2031471" y="300209"/>
                  <a:pt x="2031965" y="294034"/>
                </a:cubicBezTo>
                <a:cubicBezTo>
                  <a:pt x="2031996" y="293802"/>
                  <a:pt x="2032006" y="293570"/>
                  <a:pt x="2031996" y="293337"/>
                </a:cubicBezTo>
                <a:cubicBezTo>
                  <a:pt x="2031903" y="291078"/>
                  <a:pt x="2029999" y="289322"/>
                  <a:pt x="2027741" y="289415"/>
                </a:cubicBezTo>
                <a:close/>
                <a:moveTo>
                  <a:pt x="2073941" y="275685"/>
                </a:moveTo>
                <a:cubicBezTo>
                  <a:pt x="2070245" y="276743"/>
                  <a:pt x="2067605" y="279646"/>
                  <a:pt x="2061930" y="279646"/>
                </a:cubicBezTo>
                <a:cubicBezTo>
                  <a:pt x="2059157" y="282814"/>
                  <a:pt x="2060346" y="288886"/>
                  <a:pt x="2060476" y="291659"/>
                </a:cubicBezTo>
                <a:cubicBezTo>
                  <a:pt x="2060610" y="294430"/>
                  <a:pt x="2066153" y="298390"/>
                  <a:pt x="2067869" y="298390"/>
                </a:cubicBezTo>
                <a:cubicBezTo>
                  <a:pt x="2073598" y="297386"/>
                  <a:pt x="2078502" y="293708"/>
                  <a:pt x="2081069" y="288491"/>
                </a:cubicBezTo>
                <a:lnTo>
                  <a:pt x="2081598" y="288491"/>
                </a:lnTo>
                <a:cubicBezTo>
                  <a:pt x="2081935" y="285155"/>
                  <a:pt x="2081935" y="281793"/>
                  <a:pt x="2081598" y="278458"/>
                </a:cubicBezTo>
                <a:cubicBezTo>
                  <a:pt x="2081069" y="275026"/>
                  <a:pt x="2077637" y="274629"/>
                  <a:pt x="2073941" y="275685"/>
                </a:cubicBezTo>
                <a:close/>
                <a:moveTo>
                  <a:pt x="1591211" y="260505"/>
                </a:moveTo>
                <a:cubicBezTo>
                  <a:pt x="1595159" y="261483"/>
                  <a:pt x="1598973" y="262947"/>
                  <a:pt x="1602562" y="264862"/>
                </a:cubicBezTo>
                <a:cubicBezTo>
                  <a:pt x="1605202" y="264862"/>
                  <a:pt x="1613123" y="263146"/>
                  <a:pt x="1615763" y="264862"/>
                </a:cubicBezTo>
                <a:cubicBezTo>
                  <a:pt x="1622358" y="268277"/>
                  <a:pt x="1628593" y="272344"/>
                  <a:pt x="1634375" y="277006"/>
                </a:cubicBezTo>
                <a:cubicBezTo>
                  <a:pt x="1636528" y="281998"/>
                  <a:pt x="1638250" y="287164"/>
                  <a:pt x="1639523" y="292450"/>
                </a:cubicBezTo>
                <a:cubicBezTo>
                  <a:pt x="1640870" y="296340"/>
                  <a:pt x="1640870" y="300571"/>
                  <a:pt x="1639523" y="304463"/>
                </a:cubicBezTo>
                <a:cubicBezTo>
                  <a:pt x="1633998" y="309495"/>
                  <a:pt x="1628754" y="314826"/>
                  <a:pt x="1623814" y="320435"/>
                </a:cubicBezTo>
                <a:lnTo>
                  <a:pt x="1623286" y="320435"/>
                </a:lnTo>
                <a:cubicBezTo>
                  <a:pt x="1621062" y="324991"/>
                  <a:pt x="1618550" y="329400"/>
                  <a:pt x="1615763" y="333635"/>
                </a:cubicBezTo>
                <a:cubicBezTo>
                  <a:pt x="1606731" y="347503"/>
                  <a:pt x="1598489" y="361870"/>
                  <a:pt x="1591078" y="376668"/>
                </a:cubicBezTo>
                <a:cubicBezTo>
                  <a:pt x="1587756" y="381503"/>
                  <a:pt x="1584140" y="386132"/>
                  <a:pt x="1580253" y="390528"/>
                </a:cubicBezTo>
                <a:cubicBezTo>
                  <a:pt x="1577968" y="392334"/>
                  <a:pt x="1574876" y="392740"/>
                  <a:pt x="1572201" y="391584"/>
                </a:cubicBezTo>
                <a:cubicBezTo>
                  <a:pt x="1570222" y="390791"/>
                  <a:pt x="1564546" y="394752"/>
                  <a:pt x="1564546" y="400164"/>
                </a:cubicBezTo>
                <a:cubicBezTo>
                  <a:pt x="1564310" y="405516"/>
                  <a:pt x="1565164" y="410860"/>
                  <a:pt x="1567054" y="415872"/>
                </a:cubicBezTo>
                <a:cubicBezTo>
                  <a:pt x="1568640" y="439121"/>
                  <a:pt x="1568640" y="462452"/>
                  <a:pt x="1567054" y="485701"/>
                </a:cubicBezTo>
                <a:cubicBezTo>
                  <a:pt x="1565909" y="493972"/>
                  <a:pt x="1561048" y="501264"/>
                  <a:pt x="1553854" y="505502"/>
                </a:cubicBezTo>
                <a:cubicBezTo>
                  <a:pt x="1550025" y="507349"/>
                  <a:pt x="1544613" y="517382"/>
                  <a:pt x="1539729" y="519625"/>
                </a:cubicBezTo>
                <a:cubicBezTo>
                  <a:pt x="1534846" y="521870"/>
                  <a:pt x="1529169" y="526358"/>
                  <a:pt x="1526529" y="526358"/>
                </a:cubicBezTo>
                <a:cubicBezTo>
                  <a:pt x="1523982" y="526093"/>
                  <a:pt x="1521744" y="524552"/>
                  <a:pt x="1520589" y="522265"/>
                </a:cubicBezTo>
                <a:cubicBezTo>
                  <a:pt x="1519400" y="520681"/>
                  <a:pt x="1514253" y="519890"/>
                  <a:pt x="1511348" y="518174"/>
                </a:cubicBezTo>
                <a:cubicBezTo>
                  <a:pt x="1508445" y="516457"/>
                  <a:pt x="1507124" y="514082"/>
                  <a:pt x="1504088" y="512498"/>
                </a:cubicBezTo>
                <a:cubicBezTo>
                  <a:pt x="1499688" y="511339"/>
                  <a:pt x="1495559" y="509320"/>
                  <a:pt x="1491944" y="506558"/>
                </a:cubicBezTo>
                <a:cubicBezTo>
                  <a:pt x="1488907" y="503653"/>
                  <a:pt x="1488381" y="499429"/>
                  <a:pt x="1485344" y="494149"/>
                </a:cubicBezTo>
                <a:cubicBezTo>
                  <a:pt x="1481120" y="486625"/>
                  <a:pt x="1466996" y="479365"/>
                  <a:pt x="1466732" y="475141"/>
                </a:cubicBezTo>
                <a:cubicBezTo>
                  <a:pt x="1466468" y="470917"/>
                  <a:pt x="1477291" y="470257"/>
                  <a:pt x="1478612" y="470257"/>
                </a:cubicBezTo>
                <a:cubicBezTo>
                  <a:pt x="1487588" y="469993"/>
                  <a:pt x="1493661" y="476329"/>
                  <a:pt x="1496168" y="476329"/>
                </a:cubicBezTo>
                <a:cubicBezTo>
                  <a:pt x="1505144" y="476329"/>
                  <a:pt x="1509500" y="473029"/>
                  <a:pt x="1510292" y="459829"/>
                </a:cubicBezTo>
                <a:cubicBezTo>
                  <a:pt x="1510292" y="457189"/>
                  <a:pt x="1510292" y="450984"/>
                  <a:pt x="1510292" y="448344"/>
                </a:cubicBezTo>
                <a:cubicBezTo>
                  <a:pt x="1509756" y="443122"/>
                  <a:pt x="1509756" y="437859"/>
                  <a:pt x="1510292" y="432637"/>
                </a:cubicBezTo>
                <a:cubicBezTo>
                  <a:pt x="1510545" y="425583"/>
                  <a:pt x="1511383" y="418562"/>
                  <a:pt x="1512801" y="411648"/>
                </a:cubicBezTo>
                <a:cubicBezTo>
                  <a:pt x="1512801" y="409536"/>
                  <a:pt x="1510820" y="404519"/>
                  <a:pt x="1508973" y="404519"/>
                </a:cubicBezTo>
                <a:cubicBezTo>
                  <a:pt x="1504616" y="405575"/>
                  <a:pt x="1500260" y="401351"/>
                  <a:pt x="1497620" y="401351"/>
                </a:cubicBezTo>
                <a:cubicBezTo>
                  <a:pt x="1494980" y="401351"/>
                  <a:pt x="1491284" y="402935"/>
                  <a:pt x="1488644" y="402935"/>
                </a:cubicBezTo>
                <a:cubicBezTo>
                  <a:pt x="1483814" y="403038"/>
                  <a:pt x="1478987" y="402596"/>
                  <a:pt x="1474256" y="401616"/>
                </a:cubicBezTo>
                <a:cubicBezTo>
                  <a:pt x="1472251" y="400433"/>
                  <a:pt x="1470500" y="398862"/>
                  <a:pt x="1469108" y="396996"/>
                </a:cubicBezTo>
                <a:cubicBezTo>
                  <a:pt x="1467725" y="393603"/>
                  <a:pt x="1466749" y="390058"/>
                  <a:pt x="1466203" y="386436"/>
                </a:cubicBezTo>
                <a:cubicBezTo>
                  <a:pt x="1465543" y="385511"/>
                  <a:pt x="1464752" y="380759"/>
                  <a:pt x="1463696" y="380759"/>
                </a:cubicBezTo>
                <a:cubicBezTo>
                  <a:pt x="1463431" y="377724"/>
                  <a:pt x="1462375" y="372707"/>
                  <a:pt x="1462375" y="369671"/>
                </a:cubicBezTo>
                <a:cubicBezTo>
                  <a:pt x="1462375" y="366636"/>
                  <a:pt x="1459735" y="361091"/>
                  <a:pt x="1458811" y="353436"/>
                </a:cubicBezTo>
                <a:cubicBezTo>
                  <a:pt x="1457888" y="345779"/>
                  <a:pt x="1455379" y="340895"/>
                  <a:pt x="1455379" y="332579"/>
                </a:cubicBezTo>
                <a:cubicBezTo>
                  <a:pt x="1454323" y="320038"/>
                  <a:pt x="1454323" y="313967"/>
                  <a:pt x="1454323" y="311458"/>
                </a:cubicBezTo>
                <a:cubicBezTo>
                  <a:pt x="1455115" y="296543"/>
                  <a:pt x="1463959" y="293243"/>
                  <a:pt x="1467524" y="287566"/>
                </a:cubicBezTo>
                <a:cubicBezTo>
                  <a:pt x="1471351" y="285454"/>
                  <a:pt x="1475047" y="281627"/>
                  <a:pt x="1479668" y="282155"/>
                </a:cubicBezTo>
                <a:cubicBezTo>
                  <a:pt x="1484288" y="282683"/>
                  <a:pt x="1485608" y="284398"/>
                  <a:pt x="1490491" y="287830"/>
                </a:cubicBezTo>
                <a:cubicBezTo>
                  <a:pt x="1492335" y="290021"/>
                  <a:pt x="1494053" y="292312"/>
                  <a:pt x="1495640" y="294694"/>
                </a:cubicBezTo>
                <a:cubicBezTo>
                  <a:pt x="1503506" y="294119"/>
                  <a:pt x="1511157" y="291869"/>
                  <a:pt x="1518081" y="288094"/>
                </a:cubicBezTo>
                <a:cubicBezTo>
                  <a:pt x="1521512" y="286246"/>
                  <a:pt x="1528904" y="286246"/>
                  <a:pt x="1534713" y="283606"/>
                </a:cubicBezTo>
                <a:cubicBezTo>
                  <a:pt x="1538525" y="281564"/>
                  <a:pt x="1542617" y="280097"/>
                  <a:pt x="1546857" y="279250"/>
                </a:cubicBezTo>
                <a:cubicBezTo>
                  <a:pt x="1549497" y="279250"/>
                  <a:pt x="1550290" y="278194"/>
                  <a:pt x="1556361" y="276478"/>
                </a:cubicBezTo>
                <a:cubicBezTo>
                  <a:pt x="1561089" y="275763"/>
                  <a:pt x="1565598" y="274004"/>
                  <a:pt x="1569561" y="271330"/>
                </a:cubicBezTo>
                <a:cubicBezTo>
                  <a:pt x="1572334" y="269349"/>
                  <a:pt x="1574841" y="267765"/>
                  <a:pt x="1577086" y="266446"/>
                </a:cubicBezTo>
                <a:cubicBezTo>
                  <a:pt x="1579203" y="265147"/>
                  <a:pt x="1581407" y="264001"/>
                  <a:pt x="1583686" y="263013"/>
                </a:cubicBezTo>
                <a:cubicBezTo>
                  <a:pt x="1585709" y="261122"/>
                  <a:pt x="1588456" y="260206"/>
                  <a:pt x="1591211" y="260505"/>
                </a:cubicBezTo>
                <a:close/>
                <a:moveTo>
                  <a:pt x="2023781" y="238858"/>
                </a:moveTo>
                <a:cubicBezTo>
                  <a:pt x="2020613" y="242026"/>
                  <a:pt x="2010580" y="238858"/>
                  <a:pt x="2010580" y="247966"/>
                </a:cubicBezTo>
                <a:cubicBezTo>
                  <a:pt x="2010712" y="252454"/>
                  <a:pt x="2008865" y="258394"/>
                  <a:pt x="2012033" y="261166"/>
                </a:cubicBezTo>
                <a:cubicBezTo>
                  <a:pt x="2012033" y="261166"/>
                  <a:pt x="2014541" y="267106"/>
                  <a:pt x="2017708" y="264599"/>
                </a:cubicBezTo>
                <a:cubicBezTo>
                  <a:pt x="2024045" y="259846"/>
                  <a:pt x="2031965" y="257866"/>
                  <a:pt x="2032757" y="250342"/>
                </a:cubicBezTo>
                <a:lnTo>
                  <a:pt x="2033416" y="249946"/>
                </a:lnTo>
                <a:cubicBezTo>
                  <a:pt x="2034605" y="239781"/>
                  <a:pt x="2032097" y="236877"/>
                  <a:pt x="2023781" y="238858"/>
                </a:cubicBezTo>
                <a:close/>
                <a:moveTo>
                  <a:pt x="2095062" y="219453"/>
                </a:moveTo>
                <a:cubicBezTo>
                  <a:pt x="2083842" y="223018"/>
                  <a:pt x="2065758" y="222490"/>
                  <a:pt x="2064834" y="231333"/>
                </a:cubicBezTo>
                <a:cubicBezTo>
                  <a:pt x="2064437" y="235953"/>
                  <a:pt x="2064437" y="243873"/>
                  <a:pt x="2069189" y="245589"/>
                </a:cubicBezTo>
                <a:cubicBezTo>
                  <a:pt x="2074494" y="246923"/>
                  <a:pt x="2080004" y="247237"/>
                  <a:pt x="2085426" y="246513"/>
                </a:cubicBezTo>
                <a:cubicBezTo>
                  <a:pt x="2090555" y="242619"/>
                  <a:pt x="2094340" y="237220"/>
                  <a:pt x="2096249" y="231069"/>
                </a:cubicBezTo>
                <a:cubicBezTo>
                  <a:pt x="2096249" y="228298"/>
                  <a:pt x="2096382" y="220641"/>
                  <a:pt x="2095062" y="219453"/>
                </a:cubicBezTo>
                <a:close/>
                <a:moveTo>
                  <a:pt x="2526445" y="216416"/>
                </a:moveTo>
                <a:cubicBezTo>
                  <a:pt x="2529896" y="217068"/>
                  <a:pt x="2533020" y="218885"/>
                  <a:pt x="2535290" y="221565"/>
                </a:cubicBezTo>
                <a:cubicBezTo>
                  <a:pt x="2539910" y="226449"/>
                  <a:pt x="2544926" y="228825"/>
                  <a:pt x="2548490" y="233841"/>
                </a:cubicBezTo>
                <a:cubicBezTo>
                  <a:pt x="2550533" y="237616"/>
                  <a:pt x="2551874" y="241730"/>
                  <a:pt x="2552449" y="245985"/>
                </a:cubicBezTo>
                <a:cubicBezTo>
                  <a:pt x="2553242" y="248890"/>
                  <a:pt x="2557598" y="252453"/>
                  <a:pt x="2557598" y="254037"/>
                </a:cubicBezTo>
                <a:cubicBezTo>
                  <a:pt x="2556673" y="265390"/>
                  <a:pt x="2548358" y="265125"/>
                  <a:pt x="2537137" y="273045"/>
                </a:cubicBezTo>
                <a:cubicBezTo>
                  <a:pt x="2530988" y="276395"/>
                  <a:pt x="2525524" y="280872"/>
                  <a:pt x="2521034" y="286245"/>
                </a:cubicBezTo>
                <a:cubicBezTo>
                  <a:pt x="2517501" y="289828"/>
                  <a:pt x="2513280" y="292656"/>
                  <a:pt x="2508625" y="294562"/>
                </a:cubicBezTo>
                <a:cubicBezTo>
                  <a:pt x="2496084" y="299973"/>
                  <a:pt x="2484864" y="299445"/>
                  <a:pt x="2483941" y="311854"/>
                </a:cubicBezTo>
                <a:cubicBezTo>
                  <a:pt x="2483017" y="324262"/>
                  <a:pt x="2489881" y="319246"/>
                  <a:pt x="2489881" y="332447"/>
                </a:cubicBezTo>
                <a:cubicBezTo>
                  <a:pt x="2489291" y="335895"/>
                  <a:pt x="2487888" y="339151"/>
                  <a:pt x="2485789" y="341951"/>
                </a:cubicBezTo>
                <a:cubicBezTo>
                  <a:pt x="2483833" y="344454"/>
                  <a:pt x="2482683" y="347491"/>
                  <a:pt x="2482489" y="350662"/>
                </a:cubicBezTo>
                <a:cubicBezTo>
                  <a:pt x="2482456" y="353906"/>
                  <a:pt x="2481591" y="357087"/>
                  <a:pt x="2479980" y="359903"/>
                </a:cubicBezTo>
                <a:cubicBezTo>
                  <a:pt x="2478535" y="362944"/>
                  <a:pt x="2477942" y="366320"/>
                  <a:pt x="2478265" y="369671"/>
                </a:cubicBezTo>
                <a:cubicBezTo>
                  <a:pt x="2478000" y="381815"/>
                  <a:pt x="2476021" y="391980"/>
                  <a:pt x="2479584" y="395015"/>
                </a:cubicBezTo>
                <a:cubicBezTo>
                  <a:pt x="2494776" y="393788"/>
                  <a:pt x="2510026" y="393436"/>
                  <a:pt x="2525258" y="393959"/>
                </a:cubicBezTo>
                <a:cubicBezTo>
                  <a:pt x="2530801" y="393959"/>
                  <a:pt x="2533046" y="390263"/>
                  <a:pt x="2537139" y="389340"/>
                </a:cubicBezTo>
                <a:cubicBezTo>
                  <a:pt x="2540864" y="388514"/>
                  <a:pt x="2544673" y="388115"/>
                  <a:pt x="2548490" y="388151"/>
                </a:cubicBezTo>
                <a:cubicBezTo>
                  <a:pt x="2552718" y="388871"/>
                  <a:pt x="2556872" y="389976"/>
                  <a:pt x="2560899" y="391452"/>
                </a:cubicBezTo>
                <a:cubicBezTo>
                  <a:pt x="2565120" y="393366"/>
                  <a:pt x="2569181" y="395618"/>
                  <a:pt x="2573042" y="398183"/>
                </a:cubicBezTo>
                <a:cubicBezTo>
                  <a:pt x="2577531" y="401351"/>
                  <a:pt x="2585582" y="403068"/>
                  <a:pt x="2588882" y="411383"/>
                </a:cubicBezTo>
                <a:cubicBezTo>
                  <a:pt x="2589891" y="414902"/>
                  <a:pt x="2590380" y="418548"/>
                  <a:pt x="2590334" y="422208"/>
                </a:cubicBezTo>
                <a:lnTo>
                  <a:pt x="2588089" y="422471"/>
                </a:lnTo>
                <a:cubicBezTo>
                  <a:pt x="2588096" y="423944"/>
                  <a:pt x="2588663" y="425361"/>
                  <a:pt x="2589673" y="426432"/>
                </a:cubicBezTo>
                <a:cubicBezTo>
                  <a:pt x="2590652" y="428200"/>
                  <a:pt x="2591023" y="430240"/>
                  <a:pt x="2590731" y="432240"/>
                </a:cubicBezTo>
                <a:cubicBezTo>
                  <a:pt x="2590114" y="435617"/>
                  <a:pt x="2588763" y="438816"/>
                  <a:pt x="2586770" y="441613"/>
                </a:cubicBezTo>
                <a:cubicBezTo>
                  <a:pt x="2584658" y="444912"/>
                  <a:pt x="2582018" y="449664"/>
                  <a:pt x="2578850" y="449664"/>
                </a:cubicBezTo>
                <a:cubicBezTo>
                  <a:pt x="2570402" y="449928"/>
                  <a:pt x="2566178" y="450720"/>
                  <a:pt x="2563406" y="450589"/>
                </a:cubicBezTo>
                <a:cubicBezTo>
                  <a:pt x="2560634" y="450456"/>
                  <a:pt x="2552449" y="447684"/>
                  <a:pt x="2546641" y="447684"/>
                </a:cubicBezTo>
                <a:cubicBezTo>
                  <a:pt x="2540833" y="447684"/>
                  <a:pt x="2536742" y="449268"/>
                  <a:pt x="2529482" y="449136"/>
                </a:cubicBezTo>
                <a:cubicBezTo>
                  <a:pt x="2522221" y="449005"/>
                  <a:pt x="2509154" y="447684"/>
                  <a:pt x="2501101" y="446760"/>
                </a:cubicBezTo>
                <a:cubicBezTo>
                  <a:pt x="2495954" y="446100"/>
                  <a:pt x="2479849" y="447421"/>
                  <a:pt x="2474700" y="446760"/>
                </a:cubicBezTo>
                <a:cubicBezTo>
                  <a:pt x="2465845" y="445931"/>
                  <a:pt x="2456912" y="446645"/>
                  <a:pt x="2448300" y="448872"/>
                </a:cubicBezTo>
                <a:lnTo>
                  <a:pt x="2423087" y="452436"/>
                </a:lnTo>
                <a:cubicBezTo>
                  <a:pt x="2414112" y="453757"/>
                  <a:pt x="2402496" y="451776"/>
                  <a:pt x="2394443" y="451776"/>
                </a:cubicBezTo>
                <a:cubicBezTo>
                  <a:pt x="2377172" y="453387"/>
                  <a:pt x="2360131" y="456883"/>
                  <a:pt x="2343622" y="462205"/>
                </a:cubicBezTo>
                <a:cubicBezTo>
                  <a:pt x="2322634" y="469464"/>
                  <a:pt x="2285938" y="486493"/>
                  <a:pt x="2281317" y="485965"/>
                </a:cubicBezTo>
                <a:cubicBezTo>
                  <a:pt x="2276697" y="485437"/>
                  <a:pt x="2266929" y="472369"/>
                  <a:pt x="2257557" y="463524"/>
                </a:cubicBezTo>
                <a:cubicBezTo>
                  <a:pt x="2256764" y="459160"/>
                  <a:pt x="2256764" y="454688"/>
                  <a:pt x="2257557" y="450324"/>
                </a:cubicBezTo>
                <a:cubicBezTo>
                  <a:pt x="2258426" y="444919"/>
                  <a:pt x="2257928" y="439381"/>
                  <a:pt x="2256104" y="434220"/>
                </a:cubicBezTo>
                <a:cubicBezTo>
                  <a:pt x="2259669" y="428016"/>
                  <a:pt x="2280393" y="420359"/>
                  <a:pt x="2282505" y="419831"/>
                </a:cubicBezTo>
                <a:cubicBezTo>
                  <a:pt x="2284617" y="419303"/>
                  <a:pt x="2292802" y="422471"/>
                  <a:pt x="2297817" y="421284"/>
                </a:cubicBezTo>
                <a:cubicBezTo>
                  <a:pt x="2300457" y="420624"/>
                  <a:pt x="2319202" y="412967"/>
                  <a:pt x="2329498" y="409271"/>
                </a:cubicBezTo>
                <a:cubicBezTo>
                  <a:pt x="2333590" y="407952"/>
                  <a:pt x="2339530" y="407687"/>
                  <a:pt x="2342698" y="406764"/>
                </a:cubicBezTo>
                <a:cubicBezTo>
                  <a:pt x="2352465" y="403728"/>
                  <a:pt x="2366855" y="396467"/>
                  <a:pt x="2377415" y="392243"/>
                </a:cubicBezTo>
                <a:cubicBezTo>
                  <a:pt x="2399988" y="383267"/>
                  <a:pt x="2401175" y="356075"/>
                  <a:pt x="2404607" y="345778"/>
                </a:cubicBezTo>
                <a:cubicBezTo>
                  <a:pt x="2406418" y="340784"/>
                  <a:pt x="2407355" y="335515"/>
                  <a:pt x="2407380" y="330203"/>
                </a:cubicBezTo>
                <a:cubicBezTo>
                  <a:pt x="2407511" y="325055"/>
                  <a:pt x="2407115" y="318850"/>
                  <a:pt x="2404607" y="317926"/>
                </a:cubicBezTo>
                <a:cubicBezTo>
                  <a:pt x="2400161" y="318304"/>
                  <a:pt x="2395748" y="319011"/>
                  <a:pt x="2391406" y="320038"/>
                </a:cubicBezTo>
                <a:cubicBezTo>
                  <a:pt x="2385848" y="321949"/>
                  <a:pt x="2379882" y="322359"/>
                  <a:pt x="2374115" y="321227"/>
                </a:cubicBezTo>
                <a:cubicBezTo>
                  <a:pt x="2368835" y="318718"/>
                  <a:pt x="2369626" y="312514"/>
                  <a:pt x="2368835" y="305518"/>
                </a:cubicBezTo>
                <a:cubicBezTo>
                  <a:pt x="2367146" y="298420"/>
                  <a:pt x="2363591" y="291904"/>
                  <a:pt x="2358538" y="286642"/>
                </a:cubicBezTo>
                <a:cubicBezTo>
                  <a:pt x="2356558" y="281835"/>
                  <a:pt x="2355657" y="276654"/>
                  <a:pt x="2355898" y="271461"/>
                </a:cubicBezTo>
                <a:cubicBezTo>
                  <a:pt x="2356030" y="268689"/>
                  <a:pt x="2354579" y="259581"/>
                  <a:pt x="2354579" y="256810"/>
                </a:cubicBezTo>
                <a:cubicBezTo>
                  <a:pt x="2354579" y="249549"/>
                  <a:pt x="2361443" y="249021"/>
                  <a:pt x="2367779" y="245853"/>
                </a:cubicBezTo>
                <a:cubicBezTo>
                  <a:pt x="2375629" y="247224"/>
                  <a:pt x="2383388" y="249075"/>
                  <a:pt x="2391012" y="251397"/>
                </a:cubicBezTo>
                <a:cubicBezTo>
                  <a:pt x="2409653" y="249377"/>
                  <a:pt x="2428163" y="246293"/>
                  <a:pt x="2446453" y="242157"/>
                </a:cubicBezTo>
                <a:cubicBezTo>
                  <a:pt x="2450545" y="241233"/>
                  <a:pt x="2455032" y="239780"/>
                  <a:pt x="2456088" y="239517"/>
                </a:cubicBezTo>
                <a:cubicBezTo>
                  <a:pt x="2457144" y="239252"/>
                  <a:pt x="2460972" y="237537"/>
                  <a:pt x="2462952" y="236877"/>
                </a:cubicBezTo>
                <a:cubicBezTo>
                  <a:pt x="2477436" y="232628"/>
                  <a:pt x="2491387" y="226738"/>
                  <a:pt x="2504534" y="219321"/>
                </a:cubicBezTo>
                <a:cubicBezTo>
                  <a:pt x="2508306" y="218024"/>
                  <a:pt x="2512307" y="217529"/>
                  <a:pt x="2516281" y="217869"/>
                </a:cubicBezTo>
                <a:cubicBezTo>
                  <a:pt x="2519695" y="217576"/>
                  <a:pt x="2523087" y="217091"/>
                  <a:pt x="2526445" y="216416"/>
                </a:cubicBezTo>
                <a:close/>
                <a:moveTo>
                  <a:pt x="1942467" y="201104"/>
                </a:moveTo>
                <a:cubicBezTo>
                  <a:pt x="1948937" y="197276"/>
                  <a:pt x="1952236" y="211532"/>
                  <a:pt x="1954348" y="216681"/>
                </a:cubicBezTo>
                <a:cubicBezTo>
                  <a:pt x="1955536" y="219188"/>
                  <a:pt x="1951973" y="228957"/>
                  <a:pt x="1951575" y="232388"/>
                </a:cubicBezTo>
                <a:cubicBezTo>
                  <a:pt x="1951180" y="235821"/>
                  <a:pt x="1946163" y="240045"/>
                  <a:pt x="1946163" y="250340"/>
                </a:cubicBezTo>
                <a:cubicBezTo>
                  <a:pt x="1946296" y="254961"/>
                  <a:pt x="1942072" y="258393"/>
                  <a:pt x="1936396" y="263540"/>
                </a:cubicBezTo>
                <a:cubicBezTo>
                  <a:pt x="1930589" y="269156"/>
                  <a:pt x="1925166" y="275154"/>
                  <a:pt x="1920161" y="281493"/>
                </a:cubicBezTo>
                <a:cubicBezTo>
                  <a:pt x="1917514" y="287793"/>
                  <a:pt x="1916914" y="294766"/>
                  <a:pt x="1918444" y="301425"/>
                </a:cubicBezTo>
                <a:cubicBezTo>
                  <a:pt x="1918444" y="303669"/>
                  <a:pt x="1915672" y="310798"/>
                  <a:pt x="1919631" y="314625"/>
                </a:cubicBezTo>
                <a:cubicBezTo>
                  <a:pt x="1923592" y="318455"/>
                  <a:pt x="1927948" y="314362"/>
                  <a:pt x="1930191" y="314625"/>
                </a:cubicBezTo>
                <a:cubicBezTo>
                  <a:pt x="1932437" y="314890"/>
                  <a:pt x="1930984" y="319378"/>
                  <a:pt x="1933624" y="324261"/>
                </a:cubicBezTo>
                <a:cubicBezTo>
                  <a:pt x="1938508" y="333634"/>
                  <a:pt x="1940092" y="335086"/>
                  <a:pt x="1940092" y="339707"/>
                </a:cubicBezTo>
                <a:cubicBezTo>
                  <a:pt x="1939959" y="342347"/>
                  <a:pt x="1939959" y="344590"/>
                  <a:pt x="1937848" y="345910"/>
                </a:cubicBezTo>
                <a:cubicBezTo>
                  <a:pt x="1925622" y="353278"/>
                  <a:pt x="1915203" y="363292"/>
                  <a:pt x="1907355" y="375215"/>
                </a:cubicBezTo>
                <a:cubicBezTo>
                  <a:pt x="1906488" y="379268"/>
                  <a:pt x="1906999" y="383496"/>
                  <a:pt x="1908808" y="387227"/>
                </a:cubicBezTo>
                <a:cubicBezTo>
                  <a:pt x="1911315" y="387227"/>
                  <a:pt x="1917651" y="387227"/>
                  <a:pt x="1920424" y="387227"/>
                </a:cubicBezTo>
                <a:lnTo>
                  <a:pt x="1920028" y="388018"/>
                </a:lnTo>
                <a:cubicBezTo>
                  <a:pt x="1924171" y="389163"/>
                  <a:pt x="1927859" y="391561"/>
                  <a:pt x="1930588" y="394883"/>
                </a:cubicBezTo>
                <a:cubicBezTo>
                  <a:pt x="1932486" y="398380"/>
                  <a:pt x="1933569" y="402261"/>
                  <a:pt x="1933756" y="406235"/>
                </a:cubicBezTo>
                <a:cubicBezTo>
                  <a:pt x="1931776" y="423000"/>
                  <a:pt x="1917256" y="433427"/>
                  <a:pt x="1904056" y="441875"/>
                </a:cubicBezTo>
                <a:cubicBezTo>
                  <a:pt x="1890855" y="450323"/>
                  <a:pt x="1866962" y="459564"/>
                  <a:pt x="1855610" y="466032"/>
                </a:cubicBezTo>
                <a:cubicBezTo>
                  <a:pt x="1846238" y="471444"/>
                  <a:pt x="1837395" y="484908"/>
                  <a:pt x="1831982" y="487152"/>
                </a:cubicBezTo>
                <a:cubicBezTo>
                  <a:pt x="1831982" y="487152"/>
                  <a:pt x="1825514" y="489264"/>
                  <a:pt x="1822611" y="487152"/>
                </a:cubicBezTo>
                <a:cubicBezTo>
                  <a:pt x="1818307" y="485599"/>
                  <a:pt x="1813894" y="484362"/>
                  <a:pt x="1809410" y="483456"/>
                </a:cubicBezTo>
                <a:cubicBezTo>
                  <a:pt x="1804922" y="482004"/>
                  <a:pt x="1807034" y="475668"/>
                  <a:pt x="1803734" y="471840"/>
                </a:cubicBezTo>
                <a:cubicBezTo>
                  <a:pt x="1800284" y="468479"/>
                  <a:pt x="1797506" y="464492"/>
                  <a:pt x="1795549" y="460092"/>
                </a:cubicBezTo>
                <a:cubicBezTo>
                  <a:pt x="1792793" y="453313"/>
                  <a:pt x="1791531" y="446019"/>
                  <a:pt x="1791853" y="438707"/>
                </a:cubicBezTo>
                <a:cubicBezTo>
                  <a:pt x="1795790" y="429386"/>
                  <a:pt x="1803376" y="422087"/>
                  <a:pt x="1812842" y="418511"/>
                </a:cubicBezTo>
                <a:cubicBezTo>
                  <a:pt x="1817009" y="415792"/>
                  <a:pt x="1821020" y="412839"/>
                  <a:pt x="1824854" y="409667"/>
                </a:cubicBezTo>
                <a:cubicBezTo>
                  <a:pt x="1828524" y="407631"/>
                  <a:pt x="1831510" y="404553"/>
                  <a:pt x="1833434" y="400822"/>
                </a:cubicBezTo>
                <a:cubicBezTo>
                  <a:pt x="1834580" y="398082"/>
                  <a:pt x="1835337" y="395194"/>
                  <a:pt x="1835678" y="392242"/>
                </a:cubicBezTo>
                <a:cubicBezTo>
                  <a:pt x="1835942" y="387755"/>
                  <a:pt x="1838186" y="384455"/>
                  <a:pt x="1838185" y="381154"/>
                </a:cubicBezTo>
                <a:cubicBezTo>
                  <a:pt x="1837822" y="377866"/>
                  <a:pt x="1836437" y="374773"/>
                  <a:pt x="1834225" y="372311"/>
                </a:cubicBezTo>
                <a:cubicBezTo>
                  <a:pt x="1832093" y="370144"/>
                  <a:pt x="1830468" y="367527"/>
                  <a:pt x="1829473" y="364655"/>
                </a:cubicBezTo>
                <a:cubicBezTo>
                  <a:pt x="1829473" y="364523"/>
                  <a:pt x="1819970" y="353566"/>
                  <a:pt x="1819969" y="348155"/>
                </a:cubicBezTo>
                <a:cubicBezTo>
                  <a:pt x="1820284" y="339813"/>
                  <a:pt x="1826825" y="333046"/>
                  <a:pt x="1835150" y="332446"/>
                </a:cubicBezTo>
                <a:cubicBezTo>
                  <a:pt x="1837790" y="331390"/>
                  <a:pt x="1842674" y="332446"/>
                  <a:pt x="1845314" y="332446"/>
                </a:cubicBezTo>
                <a:cubicBezTo>
                  <a:pt x="1851650" y="331918"/>
                  <a:pt x="1856138" y="325845"/>
                  <a:pt x="1859571" y="320698"/>
                </a:cubicBezTo>
                <a:cubicBezTo>
                  <a:pt x="1861405" y="313617"/>
                  <a:pt x="1862466" y="306359"/>
                  <a:pt x="1862738" y="299050"/>
                </a:cubicBezTo>
                <a:cubicBezTo>
                  <a:pt x="1864850" y="291658"/>
                  <a:pt x="1856007" y="290469"/>
                  <a:pt x="1851650" y="288753"/>
                </a:cubicBezTo>
                <a:cubicBezTo>
                  <a:pt x="1847460" y="286638"/>
                  <a:pt x="1843027" y="285043"/>
                  <a:pt x="1838449" y="284001"/>
                </a:cubicBezTo>
                <a:cubicBezTo>
                  <a:pt x="1834886" y="283738"/>
                  <a:pt x="1831850" y="279514"/>
                  <a:pt x="1830134" y="274893"/>
                </a:cubicBezTo>
                <a:cubicBezTo>
                  <a:pt x="1828419" y="270273"/>
                  <a:pt x="1826965" y="271725"/>
                  <a:pt x="1823270" y="270273"/>
                </a:cubicBezTo>
                <a:cubicBezTo>
                  <a:pt x="1819573" y="268820"/>
                  <a:pt x="1819573" y="256281"/>
                  <a:pt x="1819573" y="254829"/>
                </a:cubicBezTo>
                <a:cubicBezTo>
                  <a:pt x="1819573" y="253377"/>
                  <a:pt x="1823402" y="251793"/>
                  <a:pt x="1826702" y="250340"/>
                </a:cubicBezTo>
                <a:cubicBezTo>
                  <a:pt x="1830003" y="248889"/>
                  <a:pt x="1830003" y="246513"/>
                  <a:pt x="1832113" y="242025"/>
                </a:cubicBezTo>
                <a:cubicBezTo>
                  <a:pt x="1834227" y="237536"/>
                  <a:pt x="1839110" y="236480"/>
                  <a:pt x="1843598" y="235293"/>
                </a:cubicBezTo>
                <a:cubicBezTo>
                  <a:pt x="1848641" y="234996"/>
                  <a:pt x="1853666" y="234422"/>
                  <a:pt x="1858647" y="233577"/>
                </a:cubicBezTo>
                <a:cubicBezTo>
                  <a:pt x="1879766" y="224997"/>
                  <a:pt x="1903659" y="201369"/>
                  <a:pt x="1923855" y="202425"/>
                </a:cubicBezTo>
                <a:cubicBezTo>
                  <a:pt x="1934151" y="203084"/>
                  <a:pt x="1938375" y="203349"/>
                  <a:pt x="1942467" y="201104"/>
                </a:cubicBezTo>
                <a:close/>
                <a:moveTo>
                  <a:pt x="2853547" y="200576"/>
                </a:moveTo>
                <a:cubicBezTo>
                  <a:pt x="2858431" y="201367"/>
                  <a:pt x="2871500" y="199123"/>
                  <a:pt x="2872687" y="201367"/>
                </a:cubicBezTo>
                <a:cubicBezTo>
                  <a:pt x="2876483" y="206929"/>
                  <a:pt x="2881798" y="211282"/>
                  <a:pt x="2888000" y="213908"/>
                </a:cubicBezTo>
                <a:cubicBezTo>
                  <a:pt x="2893148" y="216548"/>
                  <a:pt x="2890904" y="220112"/>
                  <a:pt x="2891564" y="224731"/>
                </a:cubicBezTo>
                <a:cubicBezTo>
                  <a:pt x="2892224" y="229352"/>
                  <a:pt x="2895128" y="231200"/>
                  <a:pt x="2893676" y="235160"/>
                </a:cubicBezTo>
                <a:cubicBezTo>
                  <a:pt x="2892224" y="239121"/>
                  <a:pt x="2888661" y="246116"/>
                  <a:pt x="2885624" y="254564"/>
                </a:cubicBezTo>
                <a:cubicBezTo>
                  <a:pt x="2885624" y="256412"/>
                  <a:pt x="2883248" y="265916"/>
                  <a:pt x="2885624" y="265916"/>
                </a:cubicBezTo>
                <a:cubicBezTo>
                  <a:pt x="2888363" y="266082"/>
                  <a:pt x="2891086" y="265389"/>
                  <a:pt x="2893413" y="263937"/>
                </a:cubicBezTo>
                <a:cubicBezTo>
                  <a:pt x="2894600" y="263409"/>
                  <a:pt x="2899881" y="260769"/>
                  <a:pt x="2903180" y="259580"/>
                </a:cubicBezTo>
                <a:cubicBezTo>
                  <a:pt x="2907145" y="258697"/>
                  <a:pt x="2910998" y="257369"/>
                  <a:pt x="2914665" y="255620"/>
                </a:cubicBezTo>
                <a:cubicBezTo>
                  <a:pt x="2919154" y="252452"/>
                  <a:pt x="2925092" y="246116"/>
                  <a:pt x="2927865" y="246116"/>
                </a:cubicBezTo>
                <a:cubicBezTo>
                  <a:pt x="2927865" y="246116"/>
                  <a:pt x="2945421" y="240968"/>
                  <a:pt x="2948457" y="246116"/>
                </a:cubicBezTo>
                <a:cubicBezTo>
                  <a:pt x="2951492" y="251265"/>
                  <a:pt x="2958885" y="250737"/>
                  <a:pt x="2966410" y="251924"/>
                </a:cubicBezTo>
                <a:cubicBezTo>
                  <a:pt x="2973933" y="253112"/>
                  <a:pt x="2978817" y="265256"/>
                  <a:pt x="2978817" y="275553"/>
                </a:cubicBezTo>
                <a:cubicBezTo>
                  <a:pt x="2978949" y="279777"/>
                  <a:pt x="2978686" y="281493"/>
                  <a:pt x="2974065" y="281493"/>
                </a:cubicBezTo>
                <a:cubicBezTo>
                  <a:pt x="2971558" y="281625"/>
                  <a:pt x="2968785" y="285849"/>
                  <a:pt x="2964166" y="288885"/>
                </a:cubicBezTo>
                <a:cubicBezTo>
                  <a:pt x="2956964" y="293027"/>
                  <a:pt x="2949299" y="296306"/>
                  <a:pt x="2941329" y="298652"/>
                </a:cubicBezTo>
                <a:cubicBezTo>
                  <a:pt x="2937312" y="301334"/>
                  <a:pt x="2932839" y="303258"/>
                  <a:pt x="2928128" y="304329"/>
                </a:cubicBezTo>
                <a:cubicBezTo>
                  <a:pt x="2922320" y="305122"/>
                  <a:pt x="2917173" y="305385"/>
                  <a:pt x="2912817" y="306309"/>
                </a:cubicBezTo>
                <a:cubicBezTo>
                  <a:pt x="2904642" y="308316"/>
                  <a:pt x="2896750" y="311330"/>
                  <a:pt x="2889320" y="315285"/>
                </a:cubicBezTo>
                <a:cubicBezTo>
                  <a:pt x="2886152" y="318643"/>
                  <a:pt x="2883525" y="322474"/>
                  <a:pt x="2881532" y="326637"/>
                </a:cubicBezTo>
                <a:cubicBezTo>
                  <a:pt x="2879697" y="332819"/>
                  <a:pt x="2880713" y="339498"/>
                  <a:pt x="2884304" y="344854"/>
                </a:cubicBezTo>
                <a:cubicBezTo>
                  <a:pt x="2895298" y="359827"/>
                  <a:pt x="2908365" y="373161"/>
                  <a:pt x="2923113" y="384455"/>
                </a:cubicBezTo>
                <a:cubicBezTo>
                  <a:pt x="2930109" y="390394"/>
                  <a:pt x="2940009" y="410855"/>
                  <a:pt x="2951757" y="416795"/>
                </a:cubicBezTo>
                <a:cubicBezTo>
                  <a:pt x="2962237" y="422496"/>
                  <a:pt x="2972103" y="429265"/>
                  <a:pt x="2981194" y="436991"/>
                </a:cubicBezTo>
                <a:cubicBezTo>
                  <a:pt x="2986554" y="439830"/>
                  <a:pt x="2992224" y="442046"/>
                  <a:pt x="2998090" y="443592"/>
                </a:cubicBezTo>
                <a:cubicBezTo>
                  <a:pt x="3003370" y="445835"/>
                  <a:pt x="3007991" y="450719"/>
                  <a:pt x="3011290" y="451908"/>
                </a:cubicBezTo>
                <a:cubicBezTo>
                  <a:pt x="3019870" y="454812"/>
                  <a:pt x="3027262" y="457452"/>
                  <a:pt x="3040463" y="462732"/>
                </a:cubicBezTo>
                <a:cubicBezTo>
                  <a:pt x="3043631" y="464052"/>
                  <a:pt x="3048911" y="464447"/>
                  <a:pt x="3050495" y="467352"/>
                </a:cubicBezTo>
                <a:lnTo>
                  <a:pt x="3049439" y="468671"/>
                </a:lnTo>
                <a:cubicBezTo>
                  <a:pt x="3050759" y="471180"/>
                  <a:pt x="3046534" y="473423"/>
                  <a:pt x="3046271" y="476328"/>
                </a:cubicBezTo>
                <a:cubicBezTo>
                  <a:pt x="3046007" y="479232"/>
                  <a:pt x="3047327" y="484117"/>
                  <a:pt x="3044820" y="487152"/>
                </a:cubicBezTo>
                <a:cubicBezTo>
                  <a:pt x="3040762" y="492354"/>
                  <a:pt x="3034643" y="495533"/>
                  <a:pt x="3028055" y="495865"/>
                </a:cubicBezTo>
                <a:cubicBezTo>
                  <a:pt x="3025282" y="496128"/>
                  <a:pt x="3023170" y="500089"/>
                  <a:pt x="3021191" y="501541"/>
                </a:cubicBezTo>
                <a:cubicBezTo>
                  <a:pt x="3019211" y="502992"/>
                  <a:pt x="3016306" y="502992"/>
                  <a:pt x="3014325" y="502992"/>
                </a:cubicBezTo>
                <a:cubicBezTo>
                  <a:pt x="3009165" y="503013"/>
                  <a:pt x="3004005" y="502704"/>
                  <a:pt x="2998882" y="502069"/>
                </a:cubicBezTo>
                <a:cubicBezTo>
                  <a:pt x="2993561" y="502360"/>
                  <a:pt x="2988230" y="502360"/>
                  <a:pt x="2982910" y="502069"/>
                </a:cubicBezTo>
                <a:cubicBezTo>
                  <a:pt x="2978126" y="502026"/>
                  <a:pt x="2973387" y="501132"/>
                  <a:pt x="2968917" y="499429"/>
                </a:cubicBezTo>
                <a:cubicBezTo>
                  <a:pt x="2960205" y="494412"/>
                  <a:pt x="2953606" y="498108"/>
                  <a:pt x="2947005" y="496393"/>
                </a:cubicBezTo>
                <a:cubicBezTo>
                  <a:pt x="2941823" y="495460"/>
                  <a:pt x="2937298" y="492331"/>
                  <a:pt x="2934597" y="487813"/>
                </a:cubicBezTo>
                <a:cubicBezTo>
                  <a:pt x="2930373" y="476064"/>
                  <a:pt x="2936048" y="472632"/>
                  <a:pt x="2915589" y="453887"/>
                </a:cubicBezTo>
                <a:cubicBezTo>
                  <a:pt x="2907870" y="445224"/>
                  <a:pt x="2900684" y="436098"/>
                  <a:pt x="2894072" y="426564"/>
                </a:cubicBezTo>
                <a:cubicBezTo>
                  <a:pt x="2890047" y="421271"/>
                  <a:pt x="2885635" y="416286"/>
                  <a:pt x="2880872" y="411646"/>
                </a:cubicBezTo>
                <a:cubicBezTo>
                  <a:pt x="2867407" y="401747"/>
                  <a:pt x="2855396" y="388019"/>
                  <a:pt x="2850907" y="385246"/>
                </a:cubicBezTo>
                <a:cubicBezTo>
                  <a:pt x="2849323" y="384323"/>
                  <a:pt x="2840347" y="405707"/>
                  <a:pt x="2830183" y="416663"/>
                </a:cubicBezTo>
                <a:cubicBezTo>
                  <a:pt x="2820019" y="427620"/>
                  <a:pt x="2812627" y="432767"/>
                  <a:pt x="2800218" y="445967"/>
                </a:cubicBezTo>
                <a:cubicBezTo>
                  <a:pt x="2791162" y="453994"/>
                  <a:pt x="2780747" y="460342"/>
                  <a:pt x="2769462" y="464712"/>
                </a:cubicBezTo>
                <a:cubicBezTo>
                  <a:pt x="2764314" y="468143"/>
                  <a:pt x="2752566" y="473423"/>
                  <a:pt x="2746626" y="477120"/>
                </a:cubicBezTo>
                <a:cubicBezTo>
                  <a:pt x="2740685" y="480816"/>
                  <a:pt x="2730258" y="480288"/>
                  <a:pt x="2725638" y="482533"/>
                </a:cubicBezTo>
                <a:cubicBezTo>
                  <a:pt x="2721979" y="483963"/>
                  <a:pt x="2718080" y="484679"/>
                  <a:pt x="2714153" y="484645"/>
                </a:cubicBezTo>
                <a:cubicBezTo>
                  <a:pt x="2710985" y="484117"/>
                  <a:pt x="2708741" y="479628"/>
                  <a:pt x="2706364" y="477912"/>
                </a:cubicBezTo>
                <a:cubicBezTo>
                  <a:pt x="2703989" y="476197"/>
                  <a:pt x="2703989" y="467615"/>
                  <a:pt x="2700425" y="466031"/>
                </a:cubicBezTo>
                <a:cubicBezTo>
                  <a:pt x="2696985" y="465187"/>
                  <a:pt x="2693629" y="464038"/>
                  <a:pt x="2690393" y="462600"/>
                </a:cubicBezTo>
                <a:cubicBezTo>
                  <a:pt x="2688281" y="460620"/>
                  <a:pt x="2689996" y="457320"/>
                  <a:pt x="2696860" y="455076"/>
                </a:cubicBezTo>
                <a:cubicBezTo>
                  <a:pt x="2702334" y="453218"/>
                  <a:pt x="2707366" y="450252"/>
                  <a:pt x="2711645" y="446363"/>
                </a:cubicBezTo>
                <a:cubicBezTo>
                  <a:pt x="2715274" y="444199"/>
                  <a:pt x="2718679" y="441678"/>
                  <a:pt x="2721810" y="438840"/>
                </a:cubicBezTo>
                <a:cubicBezTo>
                  <a:pt x="2722997" y="437387"/>
                  <a:pt x="2727222" y="436728"/>
                  <a:pt x="2728939" y="435672"/>
                </a:cubicBezTo>
                <a:cubicBezTo>
                  <a:pt x="2745691" y="421472"/>
                  <a:pt x="2761560" y="406264"/>
                  <a:pt x="2776458" y="390131"/>
                </a:cubicBezTo>
                <a:cubicBezTo>
                  <a:pt x="2784977" y="380953"/>
                  <a:pt x="2791256" y="369930"/>
                  <a:pt x="2794807" y="357923"/>
                </a:cubicBezTo>
                <a:cubicBezTo>
                  <a:pt x="2797055" y="353863"/>
                  <a:pt x="2798361" y="349352"/>
                  <a:pt x="2798634" y="344722"/>
                </a:cubicBezTo>
                <a:cubicBezTo>
                  <a:pt x="2798238" y="342610"/>
                  <a:pt x="2791902" y="344722"/>
                  <a:pt x="2789130" y="344722"/>
                </a:cubicBezTo>
                <a:cubicBezTo>
                  <a:pt x="2786359" y="344722"/>
                  <a:pt x="2784643" y="344589"/>
                  <a:pt x="2781870" y="344722"/>
                </a:cubicBezTo>
                <a:cubicBezTo>
                  <a:pt x="2779098" y="344854"/>
                  <a:pt x="2775270" y="347362"/>
                  <a:pt x="2772102" y="347362"/>
                </a:cubicBezTo>
                <a:cubicBezTo>
                  <a:pt x="2769067" y="348418"/>
                  <a:pt x="2765765" y="348418"/>
                  <a:pt x="2762730" y="347362"/>
                </a:cubicBezTo>
                <a:cubicBezTo>
                  <a:pt x="2757713" y="345778"/>
                  <a:pt x="2755073" y="341554"/>
                  <a:pt x="2748341" y="340630"/>
                </a:cubicBezTo>
                <a:cubicBezTo>
                  <a:pt x="2739258" y="337408"/>
                  <a:pt x="2732769" y="329337"/>
                  <a:pt x="2731576" y="319773"/>
                </a:cubicBezTo>
                <a:cubicBezTo>
                  <a:pt x="2730437" y="314878"/>
                  <a:pt x="2732177" y="309760"/>
                  <a:pt x="2736065" y="306573"/>
                </a:cubicBezTo>
                <a:cubicBezTo>
                  <a:pt x="2739497" y="304066"/>
                  <a:pt x="2741213" y="300501"/>
                  <a:pt x="2743986" y="298389"/>
                </a:cubicBezTo>
                <a:cubicBezTo>
                  <a:pt x="2746758" y="296277"/>
                  <a:pt x="2751773" y="296012"/>
                  <a:pt x="2754018" y="294561"/>
                </a:cubicBezTo>
                <a:cubicBezTo>
                  <a:pt x="2756262" y="293109"/>
                  <a:pt x="2758637" y="290469"/>
                  <a:pt x="2762465" y="289017"/>
                </a:cubicBezTo>
                <a:cubicBezTo>
                  <a:pt x="2766294" y="287564"/>
                  <a:pt x="2776062" y="289017"/>
                  <a:pt x="2783059" y="289017"/>
                </a:cubicBezTo>
                <a:cubicBezTo>
                  <a:pt x="2795084" y="287437"/>
                  <a:pt x="2806642" y="283344"/>
                  <a:pt x="2816983" y="277004"/>
                </a:cubicBezTo>
                <a:cubicBezTo>
                  <a:pt x="2816624" y="266211"/>
                  <a:pt x="2818842" y="255486"/>
                  <a:pt x="2823451" y="245720"/>
                </a:cubicBezTo>
                <a:cubicBezTo>
                  <a:pt x="2825011" y="239237"/>
                  <a:pt x="2825767" y="232588"/>
                  <a:pt x="2825695" y="225920"/>
                </a:cubicBezTo>
                <a:cubicBezTo>
                  <a:pt x="2826419" y="220234"/>
                  <a:pt x="2826106" y="214465"/>
                  <a:pt x="2824772" y="208891"/>
                </a:cubicBezTo>
                <a:cubicBezTo>
                  <a:pt x="2824639" y="204139"/>
                  <a:pt x="2827279" y="203611"/>
                  <a:pt x="2830052" y="202820"/>
                </a:cubicBezTo>
                <a:cubicBezTo>
                  <a:pt x="2838763" y="200443"/>
                  <a:pt x="2838631" y="203744"/>
                  <a:pt x="2843252" y="203876"/>
                </a:cubicBezTo>
                <a:cubicBezTo>
                  <a:pt x="2847871" y="204007"/>
                  <a:pt x="2848664" y="199783"/>
                  <a:pt x="2853547" y="200576"/>
                </a:cubicBezTo>
                <a:close/>
                <a:moveTo>
                  <a:pt x="1026373" y="196353"/>
                </a:moveTo>
                <a:cubicBezTo>
                  <a:pt x="1028880" y="196617"/>
                  <a:pt x="1031785" y="200841"/>
                  <a:pt x="1036140" y="201764"/>
                </a:cubicBezTo>
                <a:cubicBezTo>
                  <a:pt x="1040496" y="202689"/>
                  <a:pt x="1046701" y="202557"/>
                  <a:pt x="1051716" y="203481"/>
                </a:cubicBezTo>
                <a:cubicBezTo>
                  <a:pt x="1054357" y="203481"/>
                  <a:pt x="1064916" y="203481"/>
                  <a:pt x="1067558" y="203481"/>
                </a:cubicBezTo>
                <a:cubicBezTo>
                  <a:pt x="1071126" y="203699"/>
                  <a:pt x="1074620" y="204594"/>
                  <a:pt x="1077853" y="206121"/>
                </a:cubicBezTo>
                <a:cubicBezTo>
                  <a:pt x="1079437" y="207046"/>
                  <a:pt x="1084982" y="208233"/>
                  <a:pt x="1086961" y="210477"/>
                </a:cubicBezTo>
                <a:cubicBezTo>
                  <a:pt x="1091444" y="214633"/>
                  <a:pt x="1094803" y="219855"/>
                  <a:pt x="1096730" y="225658"/>
                </a:cubicBezTo>
                <a:lnTo>
                  <a:pt x="1095013" y="226317"/>
                </a:lnTo>
                <a:cubicBezTo>
                  <a:pt x="1095674" y="231069"/>
                  <a:pt x="1094221" y="232653"/>
                  <a:pt x="1094221" y="236350"/>
                </a:cubicBezTo>
                <a:cubicBezTo>
                  <a:pt x="1094803" y="241437"/>
                  <a:pt x="1094803" y="246574"/>
                  <a:pt x="1094221" y="251662"/>
                </a:cubicBezTo>
                <a:cubicBezTo>
                  <a:pt x="1093562" y="254302"/>
                  <a:pt x="1089601" y="260770"/>
                  <a:pt x="1086433" y="268295"/>
                </a:cubicBezTo>
                <a:cubicBezTo>
                  <a:pt x="1085306" y="273959"/>
                  <a:pt x="1084558" y="279691"/>
                  <a:pt x="1084189" y="285454"/>
                </a:cubicBezTo>
                <a:cubicBezTo>
                  <a:pt x="1084058" y="293506"/>
                  <a:pt x="1083661" y="299447"/>
                  <a:pt x="1082474" y="316607"/>
                </a:cubicBezTo>
                <a:cubicBezTo>
                  <a:pt x="1082209" y="322415"/>
                  <a:pt x="1080625" y="327827"/>
                  <a:pt x="1079700" y="335615"/>
                </a:cubicBezTo>
                <a:cubicBezTo>
                  <a:pt x="1079306" y="338519"/>
                  <a:pt x="1078513" y="346703"/>
                  <a:pt x="1078513" y="351719"/>
                </a:cubicBezTo>
                <a:cubicBezTo>
                  <a:pt x="1078381" y="359244"/>
                  <a:pt x="1081813" y="360696"/>
                  <a:pt x="1082209" y="362675"/>
                </a:cubicBezTo>
                <a:cubicBezTo>
                  <a:pt x="1082605" y="364656"/>
                  <a:pt x="1082737" y="365052"/>
                  <a:pt x="1083265" y="369011"/>
                </a:cubicBezTo>
                <a:cubicBezTo>
                  <a:pt x="1083793" y="372972"/>
                  <a:pt x="1086038" y="374819"/>
                  <a:pt x="1085377" y="378912"/>
                </a:cubicBezTo>
                <a:cubicBezTo>
                  <a:pt x="1084717" y="383004"/>
                  <a:pt x="1081285" y="389868"/>
                  <a:pt x="1079437" y="400164"/>
                </a:cubicBezTo>
                <a:cubicBezTo>
                  <a:pt x="1078478" y="404844"/>
                  <a:pt x="1075792" y="408992"/>
                  <a:pt x="1071913" y="411780"/>
                </a:cubicBezTo>
                <a:cubicBezTo>
                  <a:pt x="1065213" y="417389"/>
                  <a:pt x="1057629" y="421848"/>
                  <a:pt x="1049472" y="424980"/>
                </a:cubicBezTo>
                <a:cubicBezTo>
                  <a:pt x="1040496" y="427885"/>
                  <a:pt x="1034953" y="440293"/>
                  <a:pt x="1029804" y="443592"/>
                </a:cubicBezTo>
                <a:cubicBezTo>
                  <a:pt x="1023087" y="447122"/>
                  <a:pt x="1016166" y="450251"/>
                  <a:pt x="1009080" y="452965"/>
                </a:cubicBezTo>
                <a:cubicBezTo>
                  <a:pt x="999637" y="457036"/>
                  <a:pt x="990764" y="462316"/>
                  <a:pt x="982680" y="468673"/>
                </a:cubicBezTo>
                <a:cubicBezTo>
                  <a:pt x="977491" y="471459"/>
                  <a:pt x="972056" y="473757"/>
                  <a:pt x="966443" y="475537"/>
                </a:cubicBezTo>
                <a:cubicBezTo>
                  <a:pt x="958498" y="482281"/>
                  <a:pt x="950022" y="488372"/>
                  <a:pt x="941099" y="493754"/>
                </a:cubicBezTo>
                <a:cubicBezTo>
                  <a:pt x="935951" y="495998"/>
                  <a:pt x="929747" y="484250"/>
                  <a:pt x="924862" y="479102"/>
                </a:cubicBezTo>
                <a:cubicBezTo>
                  <a:pt x="921597" y="476154"/>
                  <a:pt x="918111" y="473463"/>
                  <a:pt x="914435" y="471050"/>
                </a:cubicBezTo>
                <a:cubicBezTo>
                  <a:pt x="911530" y="468673"/>
                  <a:pt x="912586" y="461941"/>
                  <a:pt x="911530" y="457850"/>
                </a:cubicBezTo>
                <a:cubicBezTo>
                  <a:pt x="910474" y="453757"/>
                  <a:pt x="907834" y="448213"/>
                  <a:pt x="907834" y="446365"/>
                </a:cubicBezTo>
                <a:cubicBezTo>
                  <a:pt x="908107" y="442489"/>
                  <a:pt x="910567" y="439108"/>
                  <a:pt x="914170" y="437652"/>
                </a:cubicBezTo>
                <a:cubicBezTo>
                  <a:pt x="917075" y="436728"/>
                  <a:pt x="921166" y="438049"/>
                  <a:pt x="923939" y="436728"/>
                </a:cubicBezTo>
                <a:cubicBezTo>
                  <a:pt x="929238" y="434162"/>
                  <a:pt x="934315" y="431160"/>
                  <a:pt x="939119" y="427752"/>
                </a:cubicBezTo>
                <a:cubicBezTo>
                  <a:pt x="944173" y="424847"/>
                  <a:pt x="949652" y="422755"/>
                  <a:pt x="955355" y="421549"/>
                </a:cubicBezTo>
                <a:cubicBezTo>
                  <a:pt x="965082" y="417025"/>
                  <a:pt x="974479" y="411820"/>
                  <a:pt x="983471" y="405972"/>
                </a:cubicBezTo>
                <a:cubicBezTo>
                  <a:pt x="988092" y="403464"/>
                  <a:pt x="996671" y="399241"/>
                  <a:pt x="996671" y="392772"/>
                </a:cubicBezTo>
                <a:cubicBezTo>
                  <a:pt x="997033" y="382821"/>
                  <a:pt x="996769" y="372857"/>
                  <a:pt x="995880" y="362940"/>
                </a:cubicBezTo>
                <a:cubicBezTo>
                  <a:pt x="994428" y="359904"/>
                  <a:pt x="988883" y="358716"/>
                  <a:pt x="988884" y="358716"/>
                </a:cubicBezTo>
                <a:cubicBezTo>
                  <a:pt x="984598" y="359962"/>
                  <a:pt x="980147" y="360541"/>
                  <a:pt x="975684" y="360432"/>
                </a:cubicBezTo>
                <a:cubicBezTo>
                  <a:pt x="971439" y="361608"/>
                  <a:pt x="967291" y="363109"/>
                  <a:pt x="963275" y="364919"/>
                </a:cubicBezTo>
                <a:cubicBezTo>
                  <a:pt x="960767" y="366108"/>
                  <a:pt x="956280" y="367296"/>
                  <a:pt x="953903" y="366108"/>
                </a:cubicBezTo>
                <a:cubicBezTo>
                  <a:pt x="951206" y="365396"/>
                  <a:pt x="948975" y="363504"/>
                  <a:pt x="947831" y="360960"/>
                </a:cubicBezTo>
                <a:cubicBezTo>
                  <a:pt x="946106" y="356033"/>
                  <a:pt x="945171" y="350865"/>
                  <a:pt x="945060" y="345647"/>
                </a:cubicBezTo>
                <a:cubicBezTo>
                  <a:pt x="943480" y="342294"/>
                  <a:pt x="942582" y="338659"/>
                  <a:pt x="942418" y="334956"/>
                </a:cubicBezTo>
                <a:cubicBezTo>
                  <a:pt x="943628" y="327807"/>
                  <a:pt x="944027" y="320544"/>
                  <a:pt x="943607" y="313307"/>
                </a:cubicBezTo>
                <a:cubicBezTo>
                  <a:pt x="943607" y="304726"/>
                  <a:pt x="950735" y="301823"/>
                  <a:pt x="956808" y="300767"/>
                </a:cubicBezTo>
                <a:cubicBezTo>
                  <a:pt x="962879" y="299711"/>
                  <a:pt x="968291" y="295222"/>
                  <a:pt x="974363" y="295223"/>
                </a:cubicBezTo>
                <a:cubicBezTo>
                  <a:pt x="978783" y="295358"/>
                  <a:pt x="983207" y="295049"/>
                  <a:pt x="987564" y="294299"/>
                </a:cubicBezTo>
                <a:cubicBezTo>
                  <a:pt x="993821" y="292489"/>
                  <a:pt x="999779" y="289777"/>
                  <a:pt x="1005253" y="286247"/>
                </a:cubicBezTo>
                <a:cubicBezTo>
                  <a:pt x="1008684" y="281230"/>
                  <a:pt x="1013832" y="278062"/>
                  <a:pt x="1013832" y="270142"/>
                </a:cubicBezTo>
                <a:cubicBezTo>
                  <a:pt x="1014624" y="255226"/>
                  <a:pt x="1019244" y="248625"/>
                  <a:pt x="1019244" y="235425"/>
                </a:cubicBezTo>
                <a:cubicBezTo>
                  <a:pt x="1019837" y="226994"/>
                  <a:pt x="1016586" y="218745"/>
                  <a:pt x="1010400" y="212985"/>
                </a:cubicBezTo>
                <a:cubicBezTo>
                  <a:pt x="1009147" y="211059"/>
                  <a:pt x="1009147" y="208576"/>
                  <a:pt x="1010400" y="206649"/>
                </a:cubicBezTo>
                <a:cubicBezTo>
                  <a:pt x="1014067" y="204609"/>
                  <a:pt x="1017404" y="202029"/>
                  <a:pt x="1020300" y="198993"/>
                </a:cubicBezTo>
                <a:cubicBezTo>
                  <a:pt x="1021646" y="197016"/>
                  <a:pt x="1024009" y="195989"/>
                  <a:pt x="1026373" y="196353"/>
                </a:cubicBezTo>
                <a:close/>
                <a:moveTo>
                  <a:pt x="1213817" y="178796"/>
                </a:moveTo>
                <a:cubicBezTo>
                  <a:pt x="1219888" y="179060"/>
                  <a:pt x="1220681" y="182493"/>
                  <a:pt x="1223452" y="184473"/>
                </a:cubicBezTo>
                <a:cubicBezTo>
                  <a:pt x="1225984" y="185626"/>
                  <a:pt x="1228723" y="186255"/>
                  <a:pt x="1231504" y="186320"/>
                </a:cubicBezTo>
                <a:cubicBezTo>
                  <a:pt x="1234013" y="186717"/>
                  <a:pt x="1236388" y="190281"/>
                  <a:pt x="1237709" y="193316"/>
                </a:cubicBezTo>
                <a:cubicBezTo>
                  <a:pt x="1240645" y="199390"/>
                  <a:pt x="1242350" y="205985"/>
                  <a:pt x="1242724" y="212721"/>
                </a:cubicBezTo>
                <a:cubicBezTo>
                  <a:pt x="1242196" y="227109"/>
                  <a:pt x="1232032" y="230277"/>
                  <a:pt x="1228336" y="239121"/>
                </a:cubicBezTo>
                <a:cubicBezTo>
                  <a:pt x="1226884" y="243394"/>
                  <a:pt x="1225952" y="247826"/>
                  <a:pt x="1225564" y="252321"/>
                </a:cubicBezTo>
                <a:cubicBezTo>
                  <a:pt x="1226884" y="259582"/>
                  <a:pt x="1234276" y="261562"/>
                  <a:pt x="1237444" y="256414"/>
                </a:cubicBezTo>
                <a:cubicBezTo>
                  <a:pt x="1243385" y="255094"/>
                  <a:pt x="1245232" y="251662"/>
                  <a:pt x="1249325" y="249681"/>
                </a:cubicBezTo>
                <a:cubicBezTo>
                  <a:pt x="1253417" y="247702"/>
                  <a:pt x="1259225" y="254302"/>
                  <a:pt x="1268465" y="256414"/>
                </a:cubicBezTo>
                <a:cubicBezTo>
                  <a:pt x="1273613" y="257601"/>
                  <a:pt x="1275725" y="270405"/>
                  <a:pt x="1279157" y="276346"/>
                </a:cubicBezTo>
                <a:cubicBezTo>
                  <a:pt x="1280708" y="280936"/>
                  <a:pt x="1281466" y="285758"/>
                  <a:pt x="1281400" y="290603"/>
                </a:cubicBezTo>
                <a:cubicBezTo>
                  <a:pt x="1281218" y="294267"/>
                  <a:pt x="1278541" y="297327"/>
                  <a:pt x="1274933" y="297995"/>
                </a:cubicBezTo>
                <a:cubicBezTo>
                  <a:pt x="1270314" y="299051"/>
                  <a:pt x="1267541" y="299710"/>
                  <a:pt x="1261732" y="301426"/>
                </a:cubicBezTo>
                <a:cubicBezTo>
                  <a:pt x="1257395" y="303298"/>
                  <a:pt x="1253487" y="306038"/>
                  <a:pt x="1250249" y="309478"/>
                </a:cubicBezTo>
                <a:cubicBezTo>
                  <a:pt x="1245101" y="313174"/>
                  <a:pt x="1239688" y="313967"/>
                  <a:pt x="1234144" y="318454"/>
                </a:cubicBezTo>
                <a:cubicBezTo>
                  <a:pt x="1226519" y="324254"/>
                  <a:pt x="1217813" y="328472"/>
                  <a:pt x="1208536" y="330863"/>
                </a:cubicBezTo>
                <a:cubicBezTo>
                  <a:pt x="1203797" y="339621"/>
                  <a:pt x="1200794" y="349213"/>
                  <a:pt x="1199692" y="359111"/>
                </a:cubicBezTo>
                <a:cubicBezTo>
                  <a:pt x="1199097" y="363529"/>
                  <a:pt x="1199412" y="368020"/>
                  <a:pt x="1200616" y="372311"/>
                </a:cubicBezTo>
                <a:cubicBezTo>
                  <a:pt x="1202860" y="380231"/>
                  <a:pt x="1200880" y="387756"/>
                  <a:pt x="1207744" y="395676"/>
                </a:cubicBezTo>
                <a:cubicBezTo>
                  <a:pt x="1213079" y="400712"/>
                  <a:pt x="1219968" y="403783"/>
                  <a:pt x="1227280" y="404388"/>
                </a:cubicBezTo>
                <a:cubicBezTo>
                  <a:pt x="1232000" y="404469"/>
                  <a:pt x="1236694" y="405090"/>
                  <a:pt x="1241273" y="406236"/>
                </a:cubicBezTo>
                <a:cubicBezTo>
                  <a:pt x="1244485" y="407302"/>
                  <a:pt x="1247805" y="408010"/>
                  <a:pt x="1251172" y="408348"/>
                </a:cubicBezTo>
                <a:cubicBezTo>
                  <a:pt x="1254105" y="410332"/>
                  <a:pt x="1257442" y="411640"/>
                  <a:pt x="1260941" y="412176"/>
                </a:cubicBezTo>
                <a:cubicBezTo>
                  <a:pt x="1266095" y="411963"/>
                  <a:pt x="1271252" y="412496"/>
                  <a:pt x="1276253" y="413760"/>
                </a:cubicBezTo>
                <a:lnTo>
                  <a:pt x="1276913" y="414023"/>
                </a:lnTo>
                <a:cubicBezTo>
                  <a:pt x="1283646" y="418106"/>
                  <a:pt x="1287081" y="425982"/>
                  <a:pt x="1285493" y="433693"/>
                </a:cubicBezTo>
                <a:cubicBezTo>
                  <a:pt x="1283350" y="441133"/>
                  <a:pt x="1280793" y="448448"/>
                  <a:pt x="1277837" y="455604"/>
                </a:cubicBezTo>
                <a:cubicBezTo>
                  <a:pt x="1275989" y="461412"/>
                  <a:pt x="1274801" y="467485"/>
                  <a:pt x="1271501" y="469994"/>
                </a:cubicBezTo>
                <a:cubicBezTo>
                  <a:pt x="1268200" y="472501"/>
                  <a:pt x="1259753" y="470653"/>
                  <a:pt x="1255001" y="472501"/>
                </a:cubicBezTo>
                <a:cubicBezTo>
                  <a:pt x="1249850" y="474706"/>
                  <a:pt x="1244357" y="476001"/>
                  <a:pt x="1238765" y="476328"/>
                </a:cubicBezTo>
                <a:cubicBezTo>
                  <a:pt x="1234804" y="476328"/>
                  <a:pt x="1229920" y="472501"/>
                  <a:pt x="1227412" y="471445"/>
                </a:cubicBezTo>
                <a:cubicBezTo>
                  <a:pt x="1221724" y="469751"/>
                  <a:pt x="1215764" y="469168"/>
                  <a:pt x="1209856" y="469729"/>
                </a:cubicBezTo>
                <a:cubicBezTo>
                  <a:pt x="1205104" y="469729"/>
                  <a:pt x="1192563" y="469729"/>
                  <a:pt x="1192563" y="469729"/>
                </a:cubicBezTo>
                <a:cubicBezTo>
                  <a:pt x="1189923" y="469729"/>
                  <a:pt x="1184248" y="466693"/>
                  <a:pt x="1177912" y="465505"/>
                </a:cubicBezTo>
                <a:cubicBezTo>
                  <a:pt x="1171576" y="464317"/>
                  <a:pt x="1161147" y="465768"/>
                  <a:pt x="1156527" y="464317"/>
                </a:cubicBezTo>
                <a:cubicBezTo>
                  <a:pt x="1152631" y="462915"/>
                  <a:pt x="1148978" y="460911"/>
                  <a:pt x="1145703" y="458376"/>
                </a:cubicBezTo>
                <a:cubicBezTo>
                  <a:pt x="1141601" y="453520"/>
                  <a:pt x="1138222" y="448096"/>
                  <a:pt x="1135671" y="442273"/>
                </a:cubicBezTo>
                <a:cubicBezTo>
                  <a:pt x="1134711" y="436072"/>
                  <a:pt x="1134269" y="429803"/>
                  <a:pt x="1134350" y="423528"/>
                </a:cubicBezTo>
                <a:cubicBezTo>
                  <a:pt x="1133822" y="419965"/>
                  <a:pt x="1129730" y="403860"/>
                  <a:pt x="1129730" y="401220"/>
                </a:cubicBezTo>
                <a:lnTo>
                  <a:pt x="1128807" y="387228"/>
                </a:lnTo>
                <a:cubicBezTo>
                  <a:pt x="1128793" y="382773"/>
                  <a:pt x="1128218" y="378338"/>
                  <a:pt x="1127091" y="374028"/>
                </a:cubicBezTo>
                <a:cubicBezTo>
                  <a:pt x="1125450" y="367247"/>
                  <a:pt x="1124739" y="360275"/>
                  <a:pt x="1124978" y="353304"/>
                </a:cubicBezTo>
                <a:cubicBezTo>
                  <a:pt x="1124846" y="342479"/>
                  <a:pt x="1128014" y="340763"/>
                  <a:pt x="1130523" y="319906"/>
                </a:cubicBezTo>
                <a:cubicBezTo>
                  <a:pt x="1130786" y="317794"/>
                  <a:pt x="1135143" y="311458"/>
                  <a:pt x="1135143" y="309478"/>
                </a:cubicBezTo>
                <a:cubicBezTo>
                  <a:pt x="1135934" y="299182"/>
                  <a:pt x="1138178" y="299314"/>
                  <a:pt x="1139102" y="292318"/>
                </a:cubicBezTo>
                <a:cubicBezTo>
                  <a:pt x="1140027" y="285322"/>
                  <a:pt x="1142798" y="276874"/>
                  <a:pt x="1142798" y="274762"/>
                </a:cubicBezTo>
                <a:cubicBezTo>
                  <a:pt x="1144382" y="264069"/>
                  <a:pt x="1144382" y="250209"/>
                  <a:pt x="1144384" y="247438"/>
                </a:cubicBezTo>
                <a:cubicBezTo>
                  <a:pt x="1144913" y="241735"/>
                  <a:pt x="1146246" y="236136"/>
                  <a:pt x="1148343" y="230805"/>
                </a:cubicBezTo>
                <a:cubicBezTo>
                  <a:pt x="1150793" y="222135"/>
                  <a:pt x="1152688" y="213317"/>
                  <a:pt x="1154020" y="204404"/>
                </a:cubicBezTo>
                <a:cubicBezTo>
                  <a:pt x="1153575" y="198370"/>
                  <a:pt x="1153797" y="192306"/>
                  <a:pt x="1154679" y="186320"/>
                </a:cubicBezTo>
                <a:cubicBezTo>
                  <a:pt x="1156527" y="179984"/>
                  <a:pt x="1159826" y="178928"/>
                  <a:pt x="1165107" y="178928"/>
                </a:cubicBezTo>
                <a:cubicBezTo>
                  <a:pt x="1167483" y="178796"/>
                  <a:pt x="1174479" y="181568"/>
                  <a:pt x="1178307" y="181701"/>
                </a:cubicBezTo>
                <a:cubicBezTo>
                  <a:pt x="1182136" y="181833"/>
                  <a:pt x="1187416" y="179193"/>
                  <a:pt x="1190056" y="179193"/>
                </a:cubicBezTo>
                <a:cubicBezTo>
                  <a:pt x="1193616" y="179678"/>
                  <a:pt x="1197143" y="180383"/>
                  <a:pt x="1200616" y="181305"/>
                </a:cubicBezTo>
                <a:cubicBezTo>
                  <a:pt x="1204943" y="180123"/>
                  <a:pt x="1209357" y="179284"/>
                  <a:pt x="1213817" y="178796"/>
                </a:cubicBezTo>
                <a:close/>
                <a:moveTo>
                  <a:pt x="383856" y="178184"/>
                </a:moveTo>
                <a:cubicBezTo>
                  <a:pt x="379047" y="178184"/>
                  <a:pt x="377305" y="183598"/>
                  <a:pt x="376283" y="188899"/>
                </a:cubicBezTo>
                <a:lnTo>
                  <a:pt x="376283" y="189429"/>
                </a:lnTo>
                <a:cubicBezTo>
                  <a:pt x="375791" y="192193"/>
                  <a:pt x="369884" y="222483"/>
                  <a:pt x="369884" y="222483"/>
                </a:cubicBezTo>
                <a:lnTo>
                  <a:pt x="369392" y="224944"/>
                </a:lnTo>
                <a:lnTo>
                  <a:pt x="364697" y="224944"/>
                </a:lnTo>
                <a:cubicBezTo>
                  <a:pt x="325694" y="225103"/>
                  <a:pt x="286885" y="219503"/>
                  <a:pt x="249518" y="208322"/>
                </a:cubicBezTo>
                <a:cubicBezTo>
                  <a:pt x="250377" y="217368"/>
                  <a:pt x="253865" y="225963"/>
                  <a:pt x="259551" y="233047"/>
                </a:cubicBezTo>
                <a:cubicBezTo>
                  <a:pt x="266639" y="241502"/>
                  <a:pt x="276223" y="247492"/>
                  <a:pt x="286927" y="250161"/>
                </a:cubicBezTo>
                <a:lnTo>
                  <a:pt x="289198" y="250615"/>
                </a:lnTo>
                <a:lnTo>
                  <a:pt x="289198" y="252925"/>
                </a:lnTo>
                <a:lnTo>
                  <a:pt x="289350" y="252925"/>
                </a:lnTo>
                <a:cubicBezTo>
                  <a:pt x="290186" y="260641"/>
                  <a:pt x="293742" y="267809"/>
                  <a:pt x="299383" y="273144"/>
                </a:cubicBezTo>
                <a:cubicBezTo>
                  <a:pt x="305502" y="277661"/>
                  <a:pt x="312946" y="280016"/>
                  <a:pt x="320549" y="279846"/>
                </a:cubicBezTo>
                <a:cubicBezTo>
                  <a:pt x="322290" y="279846"/>
                  <a:pt x="323389" y="279846"/>
                  <a:pt x="323389" y="279846"/>
                </a:cubicBezTo>
                <a:lnTo>
                  <a:pt x="325774" y="279543"/>
                </a:lnTo>
                <a:lnTo>
                  <a:pt x="326607" y="281777"/>
                </a:lnTo>
                <a:cubicBezTo>
                  <a:pt x="329765" y="288206"/>
                  <a:pt x="335527" y="292976"/>
                  <a:pt x="342434" y="294877"/>
                </a:cubicBezTo>
                <a:cubicBezTo>
                  <a:pt x="345057" y="295691"/>
                  <a:pt x="347791" y="296100"/>
                  <a:pt x="350536" y="296089"/>
                </a:cubicBezTo>
                <a:cubicBezTo>
                  <a:pt x="354110" y="296085"/>
                  <a:pt x="357658" y="295468"/>
                  <a:pt x="361024" y="294271"/>
                </a:cubicBezTo>
                <a:lnTo>
                  <a:pt x="366590" y="291962"/>
                </a:lnTo>
                <a:lnTo>
                  <a:pt x="358412" y="325395"/>
                </a:lnTo>
                <a:lnTo>
                  <a:pt x="409905" y="325395"/>
                </a:lnTo>
                <a:lnTo>
                  <a:pt x="401689" y="291924"/>
                </a:lnTo>
                <a:lnTo>
                  <a:pt x="407293" y="294271"/>
                </a:lnTo>
                <a:cubicBezTo>
                  <a:pt x="410648" y="295472"/>
                  <a:pt x="414180" y="296089"/>
                  <a:pt x="417743" y="296089"/>
                </a:cubicBezTo>
                <a:cubicBezTo>
                  <a:pt x="420488" y="296096"/>
                  <a:pt x="423222" y="295691"/>
                  <a:pt x="425846" y="294877"/>
                </a:cubicBezTo>
                <a:cubicBezTo>
                  <a:pt x="432756" y="292980"/>
                  <a:pt x="438519" y="288210"/>
                  <a:pt x="441673" y="281777"/>
                </a:cubicBezTo>
                <a:lnTo>
                  <a:pt x="442505" y="279543"/>
                </a:lnTo>
                <a:lnTo>
                  <a:pt x="444891" y="279846"/>
                </a:lnTo>
                <a:cubicBezTo>
                  <a:pt x="444891" y="279846"/>
                  <a:pt x="445989" y="279846"/>
                  <a:pt x="447731" y="279846"/>
                </a:cubicBezTo>
                <a:cubicBezTo>
                  <a:pt x="455333" y="280016"/>
                  <a:pt x="462777" y="277661"/>
                  <a:pt x="468896" y="273144"/>
                </a:cubicBezTo>
                <a:cubicBezTo>
                  <a:pt x="474576" y="267824"/>
                  <a:pt x="478142" y="260630"/>
                  <a:pt x="478930" y="252887"/>
                </a:cubicBezTo>
                <a:lnTo>
                  <a:pt x="478930" y="250615"/>
                </a:lnTo>
                <a:lnTo>
                  <a:pt x="481202" y="250161"/>
                </a:lnTo>
                <a:cubicBezTo>
                  <a:pt x="491875" y="247450"/>
                  <a:pt x="501436" y="241464"/>
                  <a:pt x="508539" y="233047"/>
                </a:cubicBezTo>
                <a:cubicBezTo>
                  <a:pt x="514226" y="225963"/>
                  <a:pt x="517713" y="217368"/>
                  <a:pt x="518572" y="208322"/>
                </a:cubicBezTo>
                <a:cubicBezTo>
                  <a:pt x="481243" y="219492"/>
                  <a:pt x="442472" y="225092"/>
                  <a:pt x="403507" y="224944"/>
                </a:cubicBezTo>
                <a:lnTo>
                  <a:pt x="398812" y="224944"/>
                </a:lnTo>
                <a:lnTo>
                  <a:pt x="398319" y="222483"/>
                </a:lnTo>
                <a:cubicBezTo>
                  <a:pt x="398319" y="222483"/>
                  <a:pt x="392451" y="192041"/>
                  <a:pt x="391921" y="189429"/>
                </a:cubicBezTo>
                <a:lnTo>
                  <a:pt x="391921" y="188899"/>
                </a:lnTo>
                <a:cubicBezTo>
                  <a:pt x="390936" y="183598"/>
                  <a:pt x="389232" y="178184"/>
                  <a:pt x="384348" y="178184"/>
                </a:cubicBezTo>
                <a:close/>
                <a:moveTo>
                  <a:pt x="443414" y="176858"/>
                </a:moveTo>
                <a:cubicBezTo>
                  <a:pt x="449048" y="178816"/>
                  <a:pt x="454126" y="182102"/>
                  <a:pt x="458219" y="186438"/>
                </a:cubicBezTo>
                <a:cubicBezTo>
                  <a:pt x="452452" y="187687"/>
                  <a:pt x="446519" y="188009"/>
                  <a:pt x="440650" y="187384"/>
                </a:cubicBezTo>
                <a:cubicBezTo>
                  <a:pt x="433380" y="186627"/>
                  <a:pt x="427549" y="177843"/>
                  <a:pt x="427549" y="177843"/>
                </a:cubicBezTo>
                <a:cubicBezTo>
                  <a:pt x="432585" y="175787"/>
                  <a:pt x="438162" y="175439"/>
                  <a:pt x="443414" y="176858"/>
                </a:cubicBezTo>
                <a:close/>
                <a:moveTo>
                  <a:pt x="2114202" y="175100"/>
                </a:moveTo>
                <a:cubicBezTo>
                  <a:pt x="2119085" y="175100"/>
                  <a:pt x="2123046" y="180249"/>
                  <a:pt x="2127402" y="180249"/>
                </a:cubicBezTo>
                <a:cubicBezTo>
                  <a:pt x="2136252" y="179604"/>
                  <a:pt x="2145148" y="180271"/>
                  <a:pt x="2153802" y="182228"/>
                </a:cubicBezTo>
                <a:lnTo>
                  <a:pt x="2154991" y="182889"/>
                </a:lnTo>
                <a:cubicBezTo>
                  <a:pt x="2156575" y="184208"/>
                  <a:pt x="2157631" y="191997"/>
                  <a:pt x="2159479" y="193712"/>
                </a:cubicBezTo>
                <a:cubicBezTo>
                  <a:pt x="2164641" y="198574"/>
                  <a:pt x="2167875" y="205137"/>
                  <a:pt x="2168586" y="212193"/>
                </a:cubicBezTo>
                <a:cubicBezTo>
                  <a:pt x="2168191" y="217473"/>
                  <a:pt x="2161194" y="225921"/>
                  <a:pt x="2161194" y="227901"/>
                </a:cubicBezTo>
                <a:cubicBezTo>
                  <a:pt x="2161585" y="232980"/>
                  <a:pt x="2160385" y="238054"/>
                  <a:pt x="2157763" y="242421"/>
                </a:cubicBezTo>
                <a:cubicBezTo>
                  <a:pt x="2152454" y="249660"/>
                  <a:pt x="2148023" y="257503"/>
                  <a:pt x="2144563" y="265786"/>
                </a:cubicBezTo>
                <a:cubicBezTo>
                  <a:pt x="2143110" y="268558"/>
                  <a:pt x="2134134" y="275685"/>
                  <a:pt x="2132682" y="278986"/>
                </a:cubicBezTo>
                <a:cubicBezTo>
                  <a:pt x="2123706" y="299447"/>
                  <a:pt x="2113674" y="313703"/>
                  <a:pt x="2106281" y="334163"/>
                </a:cubicBezTo>
                <a:cubicBezTo>
                  <a:pt x="2105094" y="337462"/>
                  <a:pt x="2099947" y="344195"/>
                  <a:pt x="2097438" y="343007"/>
                </a:cubicBezTo>
                <a:cubicBezTo>
                  <a:pt x="2093996" y="341459"/>
                  <a:pt x="2090056" y="341459"/>
                  <a:pt x="2086614" y="343007"/>
                </a:cubicBezTo>
                <a:cubicBezTo>
                  <a:pt x="2084898" y="344459"/>
                  <a:pt x="2077637" y="344326"/>
                  <a:pt x="2075261" y="346703"/>
                </a:cubicBezTo>
                <a:cubicBezTo>
                  <a:pt x="2072885" y="349078"/>
                  <a:pt x="2060741" y="347231"/>
                  <a:pt x="2058366" y="351852"/>
                </a:cubicBezTo>
                <a:cubicBezTo>
                  <a:pt x="2056649" y="356084"/>
                  <a:pt x="2056649" y="360819"/>
                  <a:pt x="2058366" y="365052"/>
                </a:cubicBezTo>
                <a:cubicBezTo>
                  <a:pt x="2062194" y="369539"/>
                  <a:pt x="2069982" y="365052"/>
                  <a:pt x="2071565" y="362675"/>
                </a:cubicBezTo>
                <a:cubicBezTo>
                  <a:pt x="2074108" y="359622"/>
                  <a:pt x="2077890" y="357877"/>
                  <a:pt x="2081861" y="357923"/>
                </a:cubicBezTo>
                <a:cubicBezTo>
                  <a:pt x="2086440" y="359923"/>
                  <a:pt x="2091219" y="361428"/>
                  <a:pt x="2096118" y="362412"/>
                </a:cubicBezTo>
                <a:cubicBezTo>
                  <a:pt x="2099369" y="362927"/>
                  <a:pt x="2101769" y="365720"/>
                  <a:pt x="2101794" y="369011"/>
                </a:cubicBezTo>
                <a:cubicBezTo>
                  <a:pt x="2101876" y="375175"/>
                  <a:pt x="2103130" y="381269"/>
                  <a:pt x="2105490" y="386963"/>
                </a:cubicBezTo>
                <a:cubicBezTo>
                  <a:pt x="2105597" y="389610"/>
                  <a:pt x="2104806" y="392214"/>
                  <a:pt x="2103246" y="394355"/>
                </a:cubicBezTo>
                <a:cubicBezTo>
                  <a:pt x="2099248" y="397938"/>
                  <a:pt x="2094814" y="400998"/>
                  <a:pt x="2090046" y="403463"/>
                </a:cubicBezTo>
                <a:cubicBezTo>
                  <a:pt x="2086877" y="405444"/>
                  <a:pt x="2079749" y="405972"/>
                  <a:pt x="2075261" y="408876"/>
                </a:cubicBezTo>
                <a:cubicBezTo>
                  <a:pt x="2072538" y="410920"/>
                  <a:pt x="2070850" y="414057"/>
                  <a:pt x="2070642" y="417456"/>
                </a:cubicBezTo>
                <a:cubicBezTo>
                  <a:pt x="2070642" y="423133"/>
                  <a:pt x="2074997" y="423133"/>
                  <a:pt x="2077769" y="423133"/>
                </a:cubicBezTo>
                <a:cubicBezTo>
                  <a:pt x="2080542" y="423133"/>
                  <a:pt x="2092025" y="419436"/>
                  <a:pt x="2097438" y="419436"/>
                </a:cubicBezTo>
                <a:cubicBezTo>
                  <a:pt x="2102364" y="419685"/>
                  <a:pt x="2107297" y="419685"/>
                  <a:pt x="2112223" y="419436"/>
                </a:cubicBezTo>
                <a:cubicBezTo>
                  <a:pt x="2118115" y="417445"/>
                  <a:pt x="2124235" y="416203"/>
                  <a:pt x="2130438" y="415740"/>
                </a:cubicBezTo>
                <a:cubicBezTo>
                  <a:pt x="2136246" y="417193"/>
                  <a:pt x="2142714" y="411780"/>
                  <a:pt x="2146410" y="415740"/>
                </a:cubicBezTo>
                <a:cubicBezTo>
                  <a:pt x="2146410" y="422605"/>
                  <a:pt x="2159610" y="425773"/>
                  <a:pt x="2159610" y="436464"/>
                </a:cubicBezTo>
                <a:cubicBezTo>
                  <a:pt x="2159610" y="451777"/>
                  <a:pt x="2149446" y="469069"/>
                  <a:pt x="2136246" y="470125"/>
                </a:cubicBezTo>
                <a:cubicBezTo>
                  <a:pt x="2130702" y="470653"/>
                  <a:pt x="2134531" y="466429"/>
                  <a:pt x="2114994" y="466429"/>
                </a:cubicBezTo>
                <a:cubicBezTo>
                  <a:pt x="2097570" y="466692"/>
                  <a:pt x="2082653" y="467880"/>
                  <a:pt x="2079881" y="467880"/>
                </a:cubicBezTo>
                <a:cubicBezTo>
                  <a:pt x="2073480" y="467961"/>
                  <a:pt x="2067083" y="467563"/>
                  <a:pt x="2060741" y="466692"/>
                </a:cubicBezTo>
                <a:cubicBezTo>
                  <a:pt x="2055116" y="466812"/>
                  <a:pt x="2049509" y="467385"/>
                  <a:pt x="2043977" y="468410"/>
                </a:cubicBezTo>
                <a:cubicBezTo>
                  <a:pt x="2037829" y="469991"/>
                  <a:pt x="2031559" y="471051"/>
                  <a:pt x="2025233" y="471578"/>
                </a:cubicBezTo>
                <a:cubicBezTo>
                  <a:pt x="2017390" y="471464"/>
                  <a:pt x="2009612" y="472993"/>
                  <a:pt x="2002397" y="476065"/>
                </a:cubicBezTo>
                <a:cubicBezTo>
                  <a:pt x="1994621" y="477655"/>
                  <a:pt x="1986705" y="478450"/>
                  <a:pt x="1978768" y="478440"/>
                </a:cubicBezTo>
                <a:cubicBezTo>
                  <a:pt x="1970959" y="481765"/>
                  <a:pt x="1962817" y="484244"/>
                  <a:pt x="1954480" y="485832"/>
                </a:cubicBezTo>
                <a:cubicBezTo>
                  <a:pt x="1949991" y="486360"/>
                  <a:pt x="1939564" y="485041"/>
                  <a:pt x="1939168" y="477781"/>
                </a:cubicBezTo>
                <a:cubicBezTo>
                  <a:pt x="1938771" y="470520"/>
                  <a:pt x="1934812" y="466692"/>
                  <a:pt x="1935736" y="457320"/>
                </a:cubicBezTo>
                <a:cubicBezTo>
                  <a:pt x="1936528" y="454548"/>
                  <a:pt x="1936528" y="450061"/>
                  <a:pt x="1936526" y="447949"/>
                </a:cubicBezTo>
                <a:cubicBezTo>
                  <a:pt x="1936551" y="443755"/>
                  <a:pt x="1938437" y="439789"/>
                  <a:pt x="1941675" y="437124"/>
                </a:cubicBezTo>
                <a:cubicBezTo>
                  <a:pt x="1942599" y="436861"/>
                  <a:pt x="1944711" y="432240"/>
                  <a:pt x="1947351" y="432505"/>
                </a:cubicBezTo>
                <a:cubicBezTo>
                  <a:pt x="1949991" y="432768"/>
                  <a:pt x="1950521" y="435936"/>
                  <a:pt x="1954480" y="435936"/>
                </a:cubicBezTo>
                <a:cubicBezTo>
                  <a:pt x="1961685" y="434377"/>
                  <a:pt x="1968684" y="431985"/>
                  <a:pt x="1975337" y="428809"/>
                </a:cubicBezTo>
                <a:cubicBezTo>
                  <a:pt x="1983906" y="424431"/>
                  <a:pt x="1992721" y="420553"/>
                  <a:pt x="2001737" y="417193"/>
                </a:cubicBezTo>
                <a:cubicBezTo>
                  <a:pt x="2005169" y="412308"/>
                  <a:pt x="1999492" y="409801"/>
                  <a:pt x="1997380" y="409801"/>
                </a:cubicBezTo>
                <a:cubicBezTo>
                  <a:pt x="1993723" y="410787"/>
                  <a:pt x="1989823" y="410264"/>
                  <a:pt x="1986557" y="408348"/>
                </a:cubicBezTo>
                <a:cubicBezTo>
                  <a:pt x="1981145" y="407424"/>
                  <a:pt x="1978900" y="406105"/>
                  <a:pt x="1977448" y="403728"/>
                </a:cubicBezTo>
                <a:cubicBezTo>
                  <a:pt x="1975997" y="401353"/>
                  <a:pt x="1977051" y="398579"/>
                  <a:pt x="1977448" y="394883"/>
                </a:cubicBezTo>
                <a:cubicBezTo>
                  <a:pt x="1977844" y="391187"/>
                  <a:pt x="1978107" y="387228"/>
                  <a:pt x="1978637" y="384060"/>
                </a:cubicBezTo>
                <a:cubicBezTo>
                  <a:pt x="1979165" y="380892"/>
                  <a:pt x="1979560" y="376140"/>
                  <a:pt x="1984576" y="376140"/>
                </a:cubicBezTo>
                <a:cubicBezTo>
                  <a:pt x="1987348" y="376140"/>
                  <a:pt x="1988008" y="378119"/>
                  <a:pt x="1990648" y="378119"/>
                </a:cubicBezTo>
                <a:cubicBezTo>
                  <a:pt x="1993288" y="378119"/>
                  <a:pt x="1994476" y="376931"/>
                  <a:pt x="1997117" y="376931"/>
                </a:cubicBezTo>
                <a:cubicBezTo>
                  <a:pt x="1999214" y="377280"/>
                  <a:pt x="2001356" y="377280"/>
                  <a:pt x="2003453" y="376931"/>
                </a:cubicBezTo>
                <a:cubicBezTo>
                  <a:pt x="2005791" y="375782"/>
                  <a:pt x="2007759" y="373999"/>
                  <a:pt x="2009129" y="371783"/>
                </a:cubicBezTo>
                <a:cubicBezTo>
                  <a:pt x="2010316" y="367489"/>
                  <a:pt x="2010808" y="363033"/>
                  <a:pt x="2010580" y="358583"/>
                </a:cubicBezTo>
                <a:cubicBezTo>
                  <a:pt x="2010052" y="355020"/>
                  <a:pt x="2006884" y="355548"/>
                  <a:pt x="2002792" y="357527"/>
                </a:cubicBezTo>
                <a:cubicBezTo>
                  <a:pt x="1999569" y="358702"/>
                  <a:pt x="1996258" y="359629"/>
                  <a:pt x="1992891" y="360300"/>
                </a:cubicBezTo>
                <a:cubicBezTo>
                  <a:pt x="1989893" y="361119"/>
                  <a:pt x="1986853" y="361780"/>
                  <a:pt x="1983784" y="362279"/>
                </a:cubicBezTo>
                <a:cubicBezTo>
                  <a:pt x="1981281" y="362290"/>
                  <a:pt x="1978790" y="361935"/>
                  <a:pt x="1976392" y="361223"/>
                </a:cubicBezTo>
                <a:cubicBezTo>
                  <a:pt x="1972696" y="360300"/>
                  <a:pt x="1973620" y="358056"/>
                  <a:pt x="1972696" y="355415"/>
                </a:cubicBezTo>
                <a:cubicBezTo>
                  <a:pt x="1971203" y="352808"/>
                  <a:pt x="1970218" y="349942"/>
                  <a:pt x="1969792" y="346966"/>
                </a:cubicBezTo>
                <a:cubicBezTo>
                  <a:pt x="1970320" y="339443"/>
                  <a:pt x="1964247" y="336671"/>
                  <a:pt x="1963193" y="334691"/>
                </a:cubicBezTo>
                <a:cubicBezTo>
                  <a:pt x="1961203" y="330539"/>
                  <a:pt x="1959951" y="326072"/>
                  <a:pt x="1959495" y="321490"/>
                </a:cubicBezTo>
                <a:cubicBezTo>
                  <a:pt x="1959495" y="312911"/>
                  <a:pt x="1967549" y="306178"/>
                  <a:pt x="1966624" y="300766"/>
                </a:cubicBezTo>
                <a:cubicBezTo>
                  <a:pt x="1964227" y="289799"/>
                  <a:pt x="1963075" y="278596"/>
                  <a:pt x="1963191" y="267370"/>
                </a:cubicBezTo>
                <a:cubicBezTo>
                  <a:pt x="1963588" y="264334"/>
                  <a:pt x="1958967" y="259185"/>
                  <a:pt x="1958967" y="253114"/>
                </a:cubicBezTo>
                <a:cubicBezTo>
                  <a:pt x="1959163" y="249455"/>
                  <a:pt x="1959738" y="245829"/>
                  <a:pt x="1960683" y="242289"/>
                </a:cubicBezTo>
                <a:cubicBezTo>
                  <a:pt x="1962577" y="236280"/>
                  <a:pt x="1963816" y="230084"/>
                  <a:pt x="1964380" y="223809"/>
                </a:cubicBezTo>
                <a:cubicBezTo>
                  <a:pt x="1963588" y="215494"/>
                  <a:pt x="1967812" y="205065"/>
                  <a:pt x="1973488" y="205065"/>
                </a:cubicBezTo>
                <a:cubicBezTo>
                  <a:pt x="1979165" y="205065"/>
                  <a:pt x="1979032" y="212193"/>
                  <a:pt x="1985236" y="212193"/>
                </a:cubicBezTo>
                <a:cubicBezTo>
                  <a:pt x="1988971" y="212385"/>
                  <a:pt x="1992714" y="211985"/>
                  <a:pt x="1996324" y="211005"/>
                </a:cubicBezTo>
                <a:cubicBezTo>
                  <a:pt x="1997645" y="210081"/>
                  <a:pt x="2007809" y="207572"/>
                  <a:pt x="2010845" y="206385"/>
                </a:cubicBezTo>
                <a:cubicBezTo>
                  <a:pt x="2019688" y="203217"/>
                  <a:pt x="2026024" y="199257"/>
                  <a:pt x="2035660" y="196221"/>
                </a:cubicBezTo>
                <a:cubicBezTo>
                  <a:pt x="2042129" y="194240"/>
                  <a:pt x="2050181" y="195956"/>
                  <a:pt x="2055329" y="194240"/>
                </a:cubicBezTo>
                <a:cubicBezTo>
                  <a:pt x="2069586" y="189357"/>
                  <a:pt x="2109318" y="175100"/>
                  <a:pt x="2114202" y="175100"/>
                </a:cubicBezTo>
                <a:close/>
                <a:moveTo>
                  <a:pt x="125176" y="160123"/>
                </a:moveTo>
                <a:cubicBezTo>
                  <a:pt x="124684" y="160123"/>
                  <a:pt x="123927" y="160729"/>
                  <a:pt x="123624" y="160729"/>
                </a:cubicBezTo>
                <a:cubicBezTo>
                  <a:pt x="123079" y="160956"/>
                  <a:pt x="122579" y="161274"/>
                  <a:pt x="122147" y="161675"/>
                </a:cubicBezTo>
                <a:cubicBezTo>
                  <a:pt x="121844" y="162016"/>
                  <a:pt x="121087" y="163152"/>
                  <a:pt x="120406" y="163644"/>
                </a:cubicBezTo>
                <a:cubicBezTo>
                  <a:pt x="119724" y="164137"/>
                  <a:pt x="118891" y="164970"/>
                  <a:pt x="118437" y="165310"/>
                </a:cubicBezTo>
                <a:cubicBezTo>
                  <a:pt x="117982" y="165651"/>
                  <a:pt x="116998" y="165613"/>
                  <a:pt x="116695" y="165878"/>
                </a:cubicBezTo>
                <a:cubicBezTo>
                  <a:pt x="116388" y="166124"/>
                  <a:pt x="116244" y="166514"/>
                  <a:pt x="116316" y="166901"/>
                </a:cubicBezTo>
                <a:lnTo>
                  <a:pt x="116279" y="166901"/>
                </a:lnTo>
                <a:cubicBezTo>
                  <a:pt x="116312" y="167563"/>
                  <a:pt x="116248" y="168226"/>
                  <a:pt x="116089" y="168869"/>
                </a:cubicBezTo>
                <a:cubicBezTo>
                  <a:pt x="116180" y="169244"/>
                  <a:pt x="116472" y="169536"/>
                  <a:pt x="116846" y="169627"/>
                </a:cubicBezTo>
                <a:cubicBezTo>
                  <a:pt x="118262" y="169487"/>
                  <a:pt x="119667" y="170021"/>
                  <a:pt x="120633" y="171066"/>
                </a:cubicBezTo>
                <a:cubicBezTo>
                  <a:pt x="122109" y="172580"/>
                  <a:pt x="122488" y="173830"/>
                  <a:pt x="124192" y="175609"/>
                </a:cubicBezTo>
                <a:cubicBezTo>
                  <a:pt x="125176" y="176556"/>
                  <a:pt x="124949" y="177502"/>
                  <a:pt x="125176" y="178449"/>
                </a:cubicBezTo>
                <a:cubicBezTo>
                  <a:pt x="124968" y="179509"/>
                  <a:pt x="124623" y="180543"/>
                  <a:pt x="124154" y="181516"/>
                </a:cubicBezTo>
                <a:cubicBezTo>
                  <a:pt x="123749" y="182087"/>
                  <a:pt x="123306" y="182633"/>
                  <a:pt x="122829" y="183144"/>
                </a:cubicBezTo>
                <a:cubicBezTo>
                  <a:pt x="122147" y="183901"/>
                  <a:pt x="122072" y="185037"/>
                  <a:pt x="121504" y="185908"/>
                </a:cubicBezTo>
                <a:cubicBezTo>
                  <a:pt x="120724" y="186737"/>
                  <a:pt x="120724" y="188032"/>
                  <a:pt x="121504" y="188861"/>
                </a:cubicBezTo>
                <a:cubicBezTo>
                  <a:pt x="122424" y="189630"/>
                  <a:pt x="123264" y="190493"/>
                  <a:pt x="124002" y="191436"/>
                </a:cubicBezTo>
                <a:cubicBezTo>
                  <a:pt x="124646" y="192079"/>
                  <a:pt x="124798" y="191852"/>
                  <a:pt x="125555" y="192307"/>
                </a:cubicBezTo>
                <a:cubicBezTo>
                  <a:pt x="126312" y="192761"/>
                  <a:pt x="126729" y="193405"/>
                  <a:pt x="127713" y="193708"/>
                </a:cubicBezTo>
                <a:cubicBezTo>
                  <a:pt x="128133" y="193901"/>
                  <a:pt x="128618" y="193901"/>
                  <a:pt x="129038" y="193708"/>
                </a:cubicBezTo>
                <a:cubicBezTo>
                  <a:pt x="129455" y="193518"/>
                  <a:pt x="129720" y="192799"/>
                  <a:pt x="129947" y="192420"/>
                </a:cubicBezTo>
                <a:cubicBezTo>
                  <a:pt x="130178" y="191731"/>
                  <a:pt x="130454" y="191061"/>
                  <a:pt x="130780" y="190414"/>
                </a:cubicBezTo>
                <a:cubicBezTo>
                  <a:pt x="131310" y="189899"/>
                  <a:pt x="131746" y="189297"/>
                  <a:pt x="132067" y="188634"/>
                </a:cubicBezTo>
                <a:cubicBezTo>
                  <a:pt x="132067" y="188634"/>
                  <a:pt x="132825" y="188255"/>
                  <a:pt x="133355" y="188255"/>
                </a:cubicBezTo>
                <a:cubicBezTo>
                  <a:pt x="134676" y="189270"/>
                  <a:pt x="135941" y="190357"/>
                  <a:pt x="137141" y="191512"/>
                </a:cubicBezTo>
                <a:cubicBezTo>
                  <a:pt x="137785" y="192269"/>
                  <a:pt x="137368" y="193783"/>
                  <a:pt x="137141" y="194541"/>
                </a:cubicBezTo>
                <a:cubicBezTo>
                  <a:pt x="136857" y="196286"/>
                  <a:pt x="136437" y="198009"/>
                  <a:pt x="135892" y="199690"/>
                </a:cubicBezTo>
                <a:cubicBezTo>
                  <a:pt x="135377" y="200504"/>
                  <a:pt x="135005" y="201401"/>
                  <a:pt x="134793" y="202340"/>
                </a:cubicBezTo>
                <a:cubicBezTo>
                  <a:pt x="134661" y="203302"/>
                  <a:pt x="134445" y="204252"/>
                  <a:pt x="134150" y="205180"/>
                </a:cubicBezTo>
                <a:cubicBezTo>
                  <a:pt x="133998" y="205672"/>
                  <a:pt x="133393" y="205975"/>
                  <a:pt x="133165" y="206467"/>
                </a:cubicBezTo>
                <a:cubicBezTo>
                  <a:pt x="132953" y="207073"/>
                  <a:pt x="133101" y="207747"/>
                  <a:pt x="133544" y="208209"/>
                </a:cubicBezTo>
                <a:cubicBezTo>
                  <a:pt x="133733" y="208398"/>
                  <a:pt x="134793" y="208739"/>
                  <a:pt x="135324" y="209042"/>
                </a:cubicBezTo>
                <a:cubicBezTo>
                  <a:pt x="135854" y="209345"/>
                  <a:pt x="136611" y="210178"/>
                  <a:pt x="137217" y="210178"/>
                </a:cubicBezTo>
                <a:cubicBezTo>
                  <a:pt x="137929" y="210008"/>
                  <a:pt x="138648" y="209879"/>
                  <a:pt x="139375" y="209799"/>
                </a:cubicBezTo>
                <a:cubicBezTo>
                  <a:pt x="140549" y="209799"/>
                  <a:pt x="142669" y="210367"/>
                  <a:pt x="142972" y="209534"/>
                </a:cubicBezTo>
                <a:cubicBezTo>
                  <a:pt x="143324" y="207849"/>
                  <a:pt x="143540" y="206142"/>
                  <a:pt x="143615" y="204423"/>
                </a:cubicBezTo>
                <a:cubicBezTo>
                  <a:pt x="144028" y="203533"/>
                  <a:pt x="144358" y="202609"/>
                  <a:pt x="144600" y="201659"/>
                </a:cubicBezTo>
                <a:cubicBezTo>
                  <a:pt x="144767" y="199963"/>
                  <a:pt x="145149" y="198297"/>
                  <a:pt x="145736" y="196699"/>
                </a:cubicBezTo>
                <a:cubicBezTo>
                  <a:pt x="146205" y="195540"/>
                  <a:pt x="146599" y="194351"/>
                  <a:pt x="146910" y="193140"/>
                </a:cubicBezTo>
                <a:cubicBezTo>
                  <a:pt x="147137" y="192155"/>
                  <a:pt x="146266" y="190111"/>
                  <a:pt x="146910" y="188672"/>
                </a:cubicBezTo>
                <a:cubicBezTo>
                  <a:pt x="147444" y="187320"/>
                  <a:pt x="147739" y="185885"/>
                  <a:pt x="147780" y="184431"/>
                </a:cubicBezTo>
                <a:cubicBezTo>
                  <a:pt x="147890" y="183651"/>
                  <a:pt x="147686" y="182864"/>
                  <a:pt x="147213" y="182235"/>
                </a:cubicBezTo>
                <a:cubicBezTo>
                  <a:pt x="146190" y="180834"/>
                  <a:pt x="145584" y="179433"/>
                  <a:pt x="145319" y="179092"/>
                </a:cubicBezTo>
                <a:cubicBezTo>
                  <a:pt x="145054" y="178752"/>
                  <a:pt x="144448" y="178638"/>
                  <a:pt x="143918" y="178259"/>
                </a:cubicBezTo>
                <a:lnTo>
                  <a:pt x="143010" y="177654"/>
                </a:lnTo>
                <a:cubicBezTo>
                  <a:pt x="142745" y="177464"/>
                  <a:pt x="142177" y="177729"/>
                  <a:pt x="141306" y="176859"/>
                </a:cubicBezTo>
                <a:cubicBezTo>
                  <a:pt x="140666" y="176249"/>
                  <a:pt x="140060" y="175602"/>
                  <a:pt x="139488" y="174928"/>
                </a:cubicBezTo>
                <a:cubicBezTo>
                  <a:pt x="138655" y="173943"/>
                  <a:pt x="138125" y="173110"/>
                  <a:pt x="137520" y="172466"/>
                </a:cubicBezTo>
                <a:cubicBezTo>
                  <a:pt x="135551" y="170308"/>
                  <a:pt x="134907" y="169589"/>
                  <a:pt x="133960" y="168680"/>
                </a:cubicBezTo>
                <a:cubicBezTo>
                  <a:pt x="133298" y="167987"/>
                  <a:pt x="132677" y="167253"/>
                  <a:pt x="132105" y="166484"/>
                </a:cubicBezTo>
                <a:cubicBezTo>
                  <a:pt x="131575" y="165235"/>
                  <a:pt x="131234" y="164061"/>
                  <a:pt x="131007" y="163682"/>
                </a:cubicBezTo>
                <a:cubicBezTo>
                  <a:pt x="130473" y="163023"/>
                  <a:pt x="129875" y="162414"/>
                  <a:pt x="129228" y="161865"/>
                </a:cubicBezTo>
                <a:cubicBezTo>
                  <a:pt x="128735" y="161486"/>
                  <a:pt x="128735" y="161108"/>
                  <a:pt x="128092" y="160653"/>
                </a:cubicBezTo>
                <a:cubicBezTo>
                  <a:pt x="127175" y="160248"/>
                  <a:pt x="126176" y="160066"/>
                  <a:pt x="125176" y="160123"/>
                </a:cubicBezTo>
                <a:close/>
                <a:moveTo>
                  <a:pt x="459686" y="159975"/>
                </a:moveTo>
                <a:lnTo>
                  <a:pt x="474803" y="162054"/>
                </a:lnTo>
                <a:cubicBezTo>
                  <a:pt x="470892" y="166090"/>
                  <a:pt x="465894" y="168903"/>
                  <a:pt x="460415" y="170156"/>
                </a:cubicBezTo>
                <a:cubicBezTo>
                  <a:pt x="453675" y="171595"/>
                  <a:pt x="445042" y="165310"/>
                  <a:pt x="445042" y="165310"/>
                </a:cubicBezTo>
                <a:close/>
                <a:moveTo>
                  <a:pt x="459658" y="159971"/>
                </a:moveTo>
                <a:lnTo>
                  <a:pt x="459696" y="159971"/>
                </a:lnTo>
                <a:lnTo>
                  <a:pt x="459686" y="159975"/>
                </a:lnTo>
                <a:close/>
                <a:moveTo>
                  <a:pt x="640416" y="142176"/>
                </a:moveTo>
                <a:cubicBezTo>
                  <a:pt x="639697" y="141684"/>
                  <a:pt x="638296" y="142328"/>
                  <a:pt x="638372" y="142630"/>
                </a:cubicBezTo>
                <a:cubicBezTo>
                  <a:pt x="638447" y="142933"/>
                  <a:pt x="637084" y="144524"/>
                  <a:pt x="636403" y="145129"/>
                </a:cubicBezTo>
                <a:cubicBezTo>
                  <a:pt x="634131" y="147098"/>
                  <a:pt x="633601" y="148423"/>
                  <a:pt x="632616" y="149143"/>
                </a:cubicBezTo>
                <a:cubicBezTo>
                  <a:pt x="631026" y="150392"/>
                  <a:pt x="628906" y="152058"/>
                  <a:pt x="628603" y="152399"/>
                </a:cubicBezTo>
                <a:cubicBezTo>
                  <a:pt x="627993" y="153012"/>
                  <a:pt x="627459" y="153702"/>
                  <a:pt x="627013" y="154444"/>
                </a:cubicBezTo>
                <a:cubicBezTo>
                  <a:pt x="626816" y="155019"/>
                  <a:pt x="626551" y="155564"/>
                  <a:pt x="626217" y="156072"/>
                </a:cubicBezTo>
                <a:cubicBezTo>
                  <a:pt x="625914" y="156450"/>
                  <a:pt x="625006" y="156072"/>
                  <a:pt x="625006" y="156072"/>
                </a:cubicBezTo>
                <a:cubicBezTo>
                  <a:pt x="624139" y="155833"/>
                  <a:pt x="623321" y="155451"/>
                  <a:pt x="622583" y="154936"/>
                </a:cubicBezTo>
                <a:cubicBezTo>
                  <a:pt x="622469" y="154864"/>
                  <a:pt x="622374" y="154766"/>
                  <a:pt x="622302" y="154656"/>
                </a:cubicBezTo>
                <a:cubicBezTo>
                  <a:pt x="622018" y="154216"/>
                  <a:pt x="622143" y="153630"/>
                  <a:pt x="622583" y="153346"/>
                </a:cubicBezTo>
                <a:cubicBezTo>
                  <a:pt x="623480" y="152452"/>
                  <a:pt x="624256" y="151449"/>
                  <a:pt x="624892" y="150355"/>
                </a:cubicBezTo>
                <a:cubicBezTo>
                  <a:pt x="624854" y="149787"/>
                  <a:pt x="624286" y="149787"/>
                  <a:pt x="624286" y="149787"/>
                </a:cubicBezTo>
                <a:cubicBezTo>
                  <a:pt x="622469" y="150286"/>
                  <a:pt x="620621" y="150680"/>
                  <a:pt x="618758" y="150960"/>
                </a:cubicBezTo>
                <a:cubicBezTo>
                  <a:pt x="618285" y="150934"/>
                  <a:pt x="617823" y="150816"/>
                  <a:pt x="617395" y="150620"/>
                </a:cubicBezTo>
                <a:cubicBezTo>
                  <a:pt x="616744" y="150521"/>
                  <a:pt x="616093" y="150782"/>
                  <a:pt x="615691" y="151301"/>
                </a:cubicBezTo>
                <a:cubicBezTo>
                  <a:pt x="614366" y="153573"/>
                  <a:pt x="613571" y="153156"/>
                  <a:pt x="612587" y="154103"/>
                </a:cubicBezTo>
                <a:cubicBezTo>
                  <a:pt x="611595" y="155182"/>
                  <a:pt x="610872" y="156481"/>
                  <a:pt x="610466" y="157889"/>
                </a:cubicBezTo>
                <a:cubicBezTo>
                  <a:pt x="610228" y="158571"/>
                  <a:pt x="610516" y="159320"/>
                  <a:pt x="611148" y="159669"/>
                </a:cubicBezTo>
                <a:cubicBezTo>
                  <a:pt x="612511" y="160615"/>
                  <a:pt x="614518" y="160275"/>
                  <a:pt x="616752" y="160615"/>
                </a:cubicBezTo>
                <a:cubicBezTo>
                  <a:pt x="617293" y="160672"/>
                  <a:pt x="617838" y="160672"/>
                  <a:pt x="618380" y="160615"/>
                </a:cubicBezTo>
                <a:cubicBezTo>
                  <a:pt x="619618" y="160309"/>
                  <a:pt x="620894" y="160195"/>
                  <a:pt x="622166" y="160275"/>
                </a:cubicBezTo>
                <a:cubicBezTo>
                  <a:pt x="623344" y="160706"/>
                  <a:pt x="624453" y="161304"/>
                  <a:pt x="625460" y="162054"/>
                </a:cubicBezTo>
                <a:cubicBezTo>
                  <a:pt x="626217" y="162546"/>
                  <a:pt x="627353" y="163417"/>
                  <a:pt x="627921" y="163834"/>
                </a:cubicBezTo>
                <a:cubicBezTo>
                  <a:pt x="628978" y="164606"/>
                  <a:pt x="629992" y="165439"/>
                  <a:pt x="630950" y="166333"/>
                </a:cubicBezTo>
                <a:cubicBezTo>
                  <a:pt x="631586" y="166874"/>
                  <a:pt x="632272" y="167355"/>
                  <a:pt x="632995" y="167771"/>
                </a:cubicBezTo>
                <a:cubicBezTo>
                  <a:pt x="633756" y="168093"/>
                  <a:pt x="634449" y="168559"/>
                  <a:pt x="635040" y="169134"/>
                </a:cubicBezTo>
                <a:cubicBezTo>
                  <a:pt x="636024" y="170486"/>
                  <a:pt x="637323" y="171580"/>
                  <a:pt x="638826" y="172315"/>
                </a:cubicBezTo>
                <a:cubicBezTo>
                  <a:pt x="639280" y="172466"/>
                  <a:pt x="640567" y="173943"/>
                  <a:pt x="641211" y="174246"/>
                </a:cubicBezTo>
                <a:cubicBezTo>
                  <a:pt x="642048" y="174761"/>
                  <a:pt x="642801" y="175397"/>
                  <a:pt x="643445" y="176139"/>
                </a:cubicBezTo>
                <a:cubicBezTo>
                  <a:pt x="642843" y="176904"/>
                  <a:pt x="641813" y="177180"/>
                  <a:pt x="640908" y="176821"/>
                </a:cubicBezTo>
                <a:cubicBezTo>
                  <a:pt x="640492" y="176556"/>
                  <a:pt x="638939" y="176291"/>
                  <a:pt x="638599" y="175950"/>
                </a:cubicBezTo>
                <a:cubicBezTo>
                  <a:pt x="638186" y="175393"/>
                  <a:pt x="637853" y="174784"/>
                  <a:pt x="637614" y="174132"/>
                </a:cubicBezTo>
                <a:cubicBezTo>
                  <a:pt x="637425" y="173830"/>
                  <a:pt x="636668" y="173375"/>
                  <a:pt x="636213" y="172807"/>
                </a:cubicBezTo>
                <a:cubicBezTo>
                  <a:pt x="635793" y="172133"/>
                  <a:pt x="635255" y="171543"/>
                  <a:pt x="634623" y="171066"/>
                </a:cubicBezTo>
                <a:cubicBezTo>
                  <a:pt x="634169" y="170800"/>
                  <a:pt x="633411" y="170800"/>
                  <a:pt x="633411" y="170800"/>
                </a:cubicBezTo>
                <a:cubicBezTo>
                  <a:pt x="632124" y="169967"/>
                  <a:pt x="632427" y="170119"/>
                  <a:pt x="631821" y="169967"/>
                </a:cubicBezTo>
                <a:cubicBezTo>
                  <a:pt x="631215" y="169816"/>
                  <a:pt x="630458" y="168756"/>
                  <a:pt x="630155" y="168756"/>
                </a:cubicBezTo>
                <a:cubicBezTo>
                  <a:pt x="629349" y="168294"/>
                  <a:pt x="628576" y="167775"/>
                  <a:pt x="627846" y="167204"/>
                </a:cubicBezTo>
                <a:cubicBezTo>
                  <a:pt x="627315" y="166863"/>
                  <a:pt x="626520" y="165916"/>
                  <a:pt x="626066" y="165651"/>
                </a:cubicBezTo>
                <a:cubicBezTo>
                  <a:pt x="625706" y="165538"/>
                  <a:pt x="625339" y="165447"/>
                  <a:pt x="624968" y="165386"/>
                </a:cubicBezTo>
                <a:cubicBezTo>
                  <a:pt x="624324" y="165197"/>
                  <a:pt x="623794" y="163607"/>
                  <a:pt x="623075" y="163607"/>
                </a:cubicBezTo>
                <a:cubicBezTo>
                  <a:pt x="620954" y="163455"/>
                  <a:pt x="619251" y="165235"/>
                  <a:pt x="618683" y="165235"/>
                </a:cubicBezTo>
                <a:cubicBezTo>
                  <a:pt x="617891" y="165439"/>
                  <a:pt x="617179" y="165875"/>
                  <a:pt x="616638" y="166484"/>
                </a:cubicBezTo>
                <a:cubicBezTo>
                  <a:pt x="615919" y="167014"/>
                  <a:pt x="615654" y="167279"/>
                  <a:pt x="615919" y="168036"/>
                </a:cubicBezTo>
                <a:cubicBezTo>
                  <a:pt x="616150" y="168586"/>
                  <a:pt x="616566" y="169040"/>
                  <a:pt x="617092" y="169324"/>
                </a:cubicBezTo>
                <a:cubicBezTo>
                  <a:pt x="617748" y="169767"/>
                  <a:pt x="618501" y="170043"/>
                  <a:pt x="619288" y="170119"/>
                </a:cubicBezTo>
                <a:cubicBezTo>
                  <a:pt x="620027" y="170074"/>
                  <a:pt x="620765" y="170244"/>
                  <a:pt x="621409" y="170611"/>
                </a:cubicBezTo>
                <a:cubicBezTo>
                  <a:pt x="621712" y="170952"/>
                  <a:pt x="622923" y="171596"/>
                  <a:pt x="622393" y="171936"/>
                </a:cubicBezTo>
                <a:cubicBezTo>
                  <a:pt x="621742" y="172285"/>
                  <a:pt x="621057" y="172565"/>
                  <a:pt x="620349" y="172769"/>
                </a:cubicBezTo>
                <a:cubicBezTo>
                  <a:pt x="619857" y="172921"/>
                  <a:pt x="618948" y="173754"/>
                  <a:pt x="618607" y="173981"/>
                </a:cubicBezTo>
                <a:cubicBezTo>
                  <a:pt x="618266" y="174208"/>
                  <a:pt x="618001" y="174208"/>
                  <a:pt x="617471" y="174208"/>
                </a:cubicBezTo>
                <a:cubicBezTo>
                  <a:pt x="616835" y="174098"/>
                  <a:pt x="616218" y="173879"/>
                  <a:pt x="615654" y="173564"/>
                </a:cubicBezTo>
                <a:cubicBezTo>
                  <a:pt x="614866" y="172978"/>
                  <a:pt x="614029" y="172459"/>
                  <a:pt x="613155" y="172012"/>
                </a:cubicBezTo>
                <a:cubicBezTo>
                  <a:pt x="612322" y="171709"/>
                  <a:pt x="610807" y="171633"/>
                  <a:pt x="610504" y="171293"/>
                </a:cubicBezTo>
                <a:cubicBezTo>
                  <a:pt x="610201" y="170952"/>
                  <a:pt x="609671" y="169475"/>
                  <a:pt x="609330" y="169134"/>
                </a:cubicBezTo>
                <a:cubicBezTo>
                  <a:pt x="608267" y="168279"/>
                  <a:pt x="606888" y="167923"/>
                  <a:pt x="605544" y="168150"/>
                </a:cubicBezTo>
                <a:cubicBezTo>
                  <a:pt x="604707" y="168514"/>
                  <a:pt x="603931" y="168998"/>
                  <a:pt x="603235" y="169589"/>
                </a:cubicBezTo>
                <a:cubicBezTo>
                  <a:pt x="602894" y="169892"/>
                  <a:pt x="601909" y="170725"/>
                  <a:pt x="601985" y="171103"/>
                </a:cubicBezTo>
                <a:cubicBezTo>
                  <a:pt x="602061" y="171482"/>
                  <a:pt x="602439" y="172012"/>
                  <a:pt x="602439" y="172391"/>
                </a:cubicBezTo>
                <a:cubicBezTo>
                  <a:pt x="602402" y="173830"/>
                  <a:pt x="603424" y="174435"/>
                  <a:pt x="603765" y="174776"/>
                </a:cubicBezTo>
                <a:cubicBezTo>
                  <a:pt x="604105" y="175117"/>
                  <a:pt x="605999" y="175647"/>
                  <a:pt x="606604" y="176215"/>
                </a:cubicBezTo>
                <a:cubicBezTo>
                  <a:pt x="607502" y="177052"/>
                  <a:pt x="608479" y="177801"/>
                  <a:pt x="609520" y="178449"/>
                </a:cubicBezTo>
                <a:cubicBezTo>
                  <a:pt x="610546" y="179074"/>
                  <a:pt x="611508" y="179797"/>
                  <a:pt x="612397" y="180607"/>
                </a:cubicBezTo>
                <a:cubicBezTo>
                  <a:pt x="613155" y="181591"/>
                  <a:pt x="612625" y="182197"/>
                  <a:pt x="612019" y="182387"/>
                </a:cubicBezTo>
                <a:cubicBezTo>
                  <a:pt x="610012" y="182879"/>
                  <a:pt x="606529" y="185037"/>
                  <a:pt x="604711" y="184015"/>
                </a:cubicBezTo>
                <a:cubicBezTo>
                  <a:pt x="603992" y="183560"/>
                  <a:pt x="602553" y="182311"/>
                  <a:pt x="600925" y="181137"/>
                </a:cubicBezTo>
                <a:cubicBezTo>
                  <a:pt x="600016" y="180342"/>
                  <a:pt x="599107" y="179736"/>
                  <a:pt x="598880" y="180342"/>
                </a:cubicBezTo>
                <a:cubicBezTo>
                  <a:pt x="598653" y="180948"/>
                  <a:pt x="599903" y="184431"/>
                  <a:pt x="598880" y="185453"/>
                </a:cubicBezTo>
                <a:cubicBezTo>
                  <a:pt x="598350" y="185946"/>
                  <a:pt x="597328" y="186779"/>
                  <a:pt x="596836" y="187271"/>
                </a:cubicBezTo>
                <a:cubicBezTo>
                  <a:pt x="597423" y="188445"/>
                  <a:pt x="598327" y="189429"/>
                  <a:pt x="599448" y="190111"/>
                </a:cubicBezTo>
                <a:cubicBezTo>
                  <a:pt x="600262" y="190444"/>
                  <a:pt x="601016" y="190906"/>
                  <a:pt x="601682" y="191474"/>
                </a:cubicBezTo>
                <a:cubicBezTo>
                  <a:pt x="602652" y="192068"/>
                  <a:pt x="603662" y="192587"/>
                  <a:pt x="604711" y="193026"/>
                </a:cubicBezTo>
                <a:cubicBezTo>
                  <a:pt x="606150" y="193859"/>
                  <a:pt x="607665" y="192269"/>
                  <a:pt x="609255" y="191739"/>
                </a:cubicBezTo>
                <a:cubicBezTo>
                  <a:pt x="609482" y="191701"/>
                  <a:pt x="610807" y="191890"/>
                  <a:pt x="611451" y="191246"/>
                </a:cubicBezTo>
                <a:cubicBezTo>
                  <a:pt x="612197" y="190561"/>
                  <a:pt x="613071" y="190035"/>
                  <a:pt x="614025" y="189694"/>
                </a:cubicBezTo>
                <a:cubicBezTo>
                  <a:pt x="614821" y="189240"/>
                  <a:pt x="615389" y="188710"/>
                  <a:pt x="616108" y="188180"/>
                </a:cubicBezTo>
                <a:cubicBezTo>
                  <a:pt x="616828" y="187649"/>
                  <a:pt x="617244" y="186741"/>
                  <a:pt x="618153" y="185984"/>
                </a:cubicBezTo>
                <a:cubicBezTo>
                  <a:pt x="619061" y="185226"/>
                  <a:pt x="622090" y="187460"/>
                  <a:pt x="622545" y="187801"/>
                </a:cubicBezTo>
                <a:cubicBezTo>
                  <a:pt x="622999" y="188142"/>
                  <a:pt x="623302" y="188142"/>
                  <a:pt x="624286" y="188748"/>
                </a:cubicBezTo>
                <a:cubicBezTo>
                  <a:pt x="625271" y="189353"/>
                  <a:pt x="625687" y="189808"/>
                  <a:pt x="626558" y="190414"/>
                </a:cubicBezTo>
                <a:cubicBezTo>
                  <a:pt x="627202" y="190690"/>
                  <a:pt x="627914" y="190769"/>
                  <a:pt x="628603" y="190641"/>
                </a:cubicBezTo>
                <a:cubicBezTo>
                  <a:pt x="629398" y="190603"/>
                  <a:pt x="630420" y="189694"/>
                  <a:pt x="631064" y="189278"/>
                </a:cubicBezTo>
                <a:cubicBezTo>
                  <a:pt x="631708" y="188861"/>
                  <a:pt x="631064" y="187801"/>
                  <a:pt x="631064" y="187801"/>
                </a:cubicBezTo>
                <a:cubicBezTo>
                  <a:pt x="630458" y="186551"/>
                  <a:pt x="630307" y="185605"/>
                  <a:pt x="630042" y="185113"/>
                </a:cubicBezTo>
                <a:cubicBezTo>
                  <a:pt x="629209" y="183825"/>
                  <a:pt x="629512" y="182576"/>
                  <a:pt x="629209" y="182235"/>
                </a:cubicBezTo>
                <a:cubicBezTo>
                  <a:pt x="628906" y="181894"/>
                  <a:pt x="628186" y="182159"/>
                  <a:pt x="627580" y="181667"/>
                </a:cubicBezTo>
                <a:cubicBezTo>
                  <a:pt x="626975" y="181175"/>
                  <a:pt x="625801" y="180910"/>
                  <a:pt x="625271" y="180569"/>
                </a:cubicBezTo>
                <a:cubicBezTo>
                  <a:pt x="624741" y="180228"/>
                  <a:pt x="624551" y="179736"/>
                  <a:pt x="624551" y="179433"/>
                </a:cubicBezTo>
                <a:cubicBezTo>
                  <a:pt x="625089" y="178706"/>
                  <a:pt x="625865" y="178195"/>
                  <a:pt x="626748" y="177994"/>
                </a:cubicBezTo>
                <a:cubicBezTo>
                  <a:pt x="627853" y="177873"/>
                  <a:pt x="628970" y="177873"/>
                  <a:pt x="630080" y="177994"/>
                </a:cubicBezTo>
                <a:cubicBezTo>
                  <a:pt x="630886" y="178203"/>
                  <a:pt x="631734" y="178203"/>
                  <a:pt x="632541" y="177994"/>
                </a:cubicBezTo>
                <a:cubicBezTo>
                  <a:pt x="634502" y="177718"/>
                  <a:pt x="636493" y="178135"/>
                  <a:pt x="638182" y="179168"/>
                </a:cubicBezTo>
                <a:cubicBezTo>
                  <a:pt x="638977" y="179774"/>
                  <a:pt x="640000" y="180493"/>
                  <a:pt x="640075" y="181137"/>
                </a:cubicBezTo>
                <a:cubicBezTo>
                  <a:pt x="640151" y="181781"/>
                  <a:pt x="641098" y="182803"/>
                  <a:pt x="641363" y="182803"/>
                </a:cubicBezTo>
                <a:cubicBezTo>
                  <a:pt x="642006" y="182830"/>
                  <a:pt x="642616" y="183102"/>
                  <a:pt x="643067" y="183560"/>
                </a:cubicBezTo>
                <a:cubicBezTo>
                  <a:pt x="644354" y="185003"/>
                  <a:pt x="646020" y="186052"/>
                  <a:pt x="647875" y="186589"/>
                </a:cubicBezTo>
                <a:cubicBezTo>
                  <a:pt x="649102" y="186260"/>
                  <a:pt x="650238" y="185665"/>
                  <a:pt x="651207" y="184848"/>
                </a:cubicBezTo>
                <a:cubicBezTo>
                  <a:pt x="652309" y="183962"/>
                  <a:pt x="653115" y="182758"/>
                  <a:pt x="653517" y="181402"/>
                </a:cubicBezTo>
                <a:cubicBezTo>
                  <a:pt x="653592" y="180607"/>
                  <a:pt x="652873" y="180569"/>
                  <a:pt x="652759" y="179698"/>
                </a:cubicBezTo>
                <a:cubicBezTo>
                  <a:pt x="652646" y="178827"/>
                  <a:pt x="652040" y="178638"/>
                  <a:pt x="652040" y="178259"/>
                </a:cubicBezTo>
                <a:cubicBezTo>
                  <a:pt x="652040" y="177881"/>
                  <a:pt x="652040" y="176972"/>
                  <a:pt x="652040" y="176556"/>
                </a:cubicBezTo>
                <a:cubicBezTo>
                  <a:pt x="651695" y="176109"/>
                  <a:pt x="651286" y="175715"/>
                  <a:pt x="650828" y="175382"/>
                </a:cubicBezTo>
                <a:cubicBezTo>
                  <a:pt x="649871" y="175336"/>
                  <a:pt x="648943" y="175037"/>
                  <a:pt x="648140" y="174511"/>
                </a:cubicBezTo>
                <a:cubicBezTo>
                  <a:pt x="647837" y="174170"/>
                  <a:pt x="647193" y="173754"/>
                  <a:pt x="647572" y="173299"/>
                </a:cubicBezTo>
                <a:cubicBezTo>
                  <a:pt x="648254" y="172671"/>
                  <a:pt x="649034" y="172160"/>
                  <a:pt x="649882" y="171785"/>
                </a:cubicBezTo>
                <a:lnTo>
                  <a:pt x="651813" y="170725"/>
                </a:lnTo>
                <a:cubicBezTo>
                  <a:pt x="652116" y="170535"/>
                  <a:pt x="653592" y="169930"/>
                  <a:pt x="653592" y="169930"/>
                </a:cubicBezTo>
                <a:cubicBezTo>
                  <a:pt x="655156" y="168794"/>
                  <a:pt x="657004" y="168112"/>
                  <a:pt x="658931" y="167961"/>
                </a:cubicBezTo>
                <a:cubicBezTo>
                  <a:pt x="660218" y="167999"/>
                  <a:pt x="662377" y="169134"/>
                  <a:pt x="662490" y="168415"/>
                </a:cubicBezTo>
                <a:cubicBezTo>
                  <a:pt x="662604" y="167696"/>
                  <a:pt x="664043" y="167166"/>
                  <a:pt x="664573" y="166787"/>
                </a:cubicBezTo>
                <a:cubicBezTo>
                  <a:pt x="665054" y="166484"/>
                  <a:pt x="665337" y="165954"/>
                  <a:pt x="665330" y="165386"/>
                </a:cubicBezTo>
                <a:cubicBezTo>
                  <a:pt x="665254" y="164587"/>
                  <a:pt x="665088" y="163800"/>
                  <a:pt x="664838" y="163039"/>
                </a:cubicBezTo>
                <a:cubicBezTo>
                  <a:pt x="664611" y="162399"/>
                  <a:pt x="664065" y="161922"/>
                  <a:pt x="663399" y="161789"/>
                </a:cubicBezTo>
                <a:cubicBezTo>
                  <a:pt x="663058" y="161600"/>
                  <a:pt x="663058" y="161941"/>
                  <a:pt x="662414" y="161789"/>
                </a:cubicBezTo>
                <a:cubicBezTo>
                  <a:pt x="661771" y="161638"/>
                  <a:pt x="657606" y="158344"/>
                  <a:pt x="655675" y="159442"/>
                </a:cubicBezTo>
                <a:cubicBezTo>
                  <a:pt x="654728" y="159972"/>
                  <a:pt x="655334" y="161524"/>
                  <a:pt x="654312" y="162433"/>
                </a:cubicBezTo>
                <a:cubicBezTo>
                  <a:pt x="653861" y="162789"/>
                  <a:pt x="653346" y="163058"/>
                  <a:pt x="652797" y="163228"/>
                </a:cubicBezTo>
                <a:cubicBezTo>
                  <a:pt x="652267" y="163531"/>
                  <a:pt x="651434" y="163796"/>
                  <a:pt x="651018" y="163531"/>
                </a:cubicBezTo>
                <a:cubicBezTo>
                  <a:pt x="650601" y="163266"/>
                  <a:pt x="650222" y="162811"/>
                  <a:pt x="649162" y="162811"/>
                </a:cubicBezTo>
                <a:cubicBezTo>
                  <a:pt x="647496" y="163076"/>
                  <a:pt x="648216" y="163985"/>
                  <a:pt x="647762" y="164364"/>
                </a:cubicBezTo>
                <a:cubicBezTo>
                  <a:pt x="647307" y="164742"/>
                  <a:pt x="646550" y="164364"/>
                  <a:pt x="646209" y="164364"/>
                </a:cubicBezTo>
                <a:cubicBezTo>
                  <a:pt x="645679" y="164443"/>
                  <a:pt x="645141" y="164364"/>
                  <a:pt x="644657" y="164137"/>
                </a:cubicBezTo>
                <a:cubicBezTo>
                  <a:pt x="644430" y="163947"/>
                  <a:pt x="643332" y="165348"/>
                  <a:pt x="643407" y="165878"/>
                </a:cubicBezTo>
                <a:cubicBezTo>
                  <a:pt x="643483" y="166408"/>
                  <a:pt x="644733" y="166560"/>
                  <a:pt x="644240" y="167696"/>
                </a:cubicBezTo>
                <a:cubicBezTo>
                  <a:pt x="643748" y="168832"/>
                  <a:pt x="642271" y="168832"/>
                  <a:pt x="641211" y="167696"/>
                </a:cubicBezTo>
                <a:cubicBezTo>
                  <a:pt x="640151" y="166560"/>
                  <a:pt x="642991" y="166295"/>
                  <a:pt x="641817" y="165575"/>
                </a:cubicBezTo>
                <a:cubicBezTo>
                  <a:pt x="640643" y="164856"/>
                  <a:pt x="640681" y="163114"/>
                  <a:pt x="641098" y="163039"/>
                </a:cubicBezTo>
                <a:cubicBezTo>
                  <a:pt x="641514" y="162963"/>
                  <a:pt x="644467" y="162546"/>
                  <a:pt x="644467" y="162546"/>
                </a:cubicBezTo>
                <a:cubicBezTo>
                  <a:pt x="648140" y="161410"/>
                  <a:pt x="649352" y="161600"/>
                  <a:pt x="650033" y="160880"/>
                </a:cubicBezTo>
                <a:cubicBezTo>
                  <a:pt x="650446" y="160271"/>
                  <a:pt x="650609" y="159525"/>
                  <a:pt x="650488" y="158798"/>
                </a:cubicBezTo>
                <a:cubicBezTo>
                  <a:pt x="650488" y="158268"/>
                  <a:pt x="651813" y="157283"/>
                  <a:pt x="652116" y="157283"/>
                </a:cubicBezTo>
                <a:cubicBezTo>
                  <a:pt x="653115" y="156954"/>
                  <a:pt x="654175" y="156852"/>
                  <a:pt x="655220" y="156981"/>
                </a:cubicBezTo>
                <a:cubicBezTo>
                  <a:pt x="656243" y="157094"/>
                  <a:pt x="657947" y="156715"/>
                  <a:pt x="657947" y="155769"/>
                </a:cubicBezTo>
                <a:cubicBezTo>
                  <a:pt x="658253" y="154800"/>
                  <a:pt x="658159" y="153751"/>
                  <a:pt x="657682" y="152853"/>
                </a:cubicBezTo>
                <a:cubicBezTo>
                  <a:pt x="657420" y="152535"/>
                  <a:pt x="657080" y="152289"/>
                  <a:pt x="656697" y="152134"/>
                </a:cubicBezTo>
                <a:cubicBezTo>
                  <a:pt x="656357" y="152058"/>
                  <a:pt x="656167" y="151339"/>
                  <a:pt x="655788" y="151339"/>
                </a:cubicBezTo>
                <a:cubicBezTo>
                  <a:pt x="654766" y="150922"/>
                  <a:pt x="653820" y="151793"/>
                  <a:pt x="652722" y="152134"/>
                </a:cubicBezTo>
                <a:cubicBezTo>
                  <a:pt x="651624" y="152475"/>
                  <a:pt x="649390" y="152929"/>
                  <a:pt x="649390" y="152475"/>
                </a:cubicBezTo>
                <a:cubicBezTo>
                  <a:pt x="649390" y="152020"/>
                  <a:pt x="649730" y="150657"/>
                  <a:pt x="649390" y="150317"/>
                </a:cubicBezTo>
                <a:cubicBezTo>
                  <a:pt x="648697" y="150033"/>
                  <a:pt x="647924" y="150033"/>
                  <a:pt x="647231" y="150317"/>
                </a:cubicBezTo>
                <a:cubicBezTo>
                  <a:pt x="646928" y="150620"/>
                  <a:pt x="646701" y="151945"/>
                  <a:pt x="646096" y="152626"/>
                </a:cubicBezTo>
                <a:cubicBezTo>
                  <a:pt x="645452" y="153141"/>
                  <a:pt x="644679" y="153467"/>
                  <a:pt x="643862" y="153573"/>
                </a:cubicBezTo>
                <a:cubicBezTo>
                  <a:pt x="642991" y="153800"/>
                  <a:pt x="641552" y="154860"/>
                  <a:pt x="641855" y="155428"/>
                </a:cubicBezTo>
                <a:cubicBezTo>
                  <a:pt x="642158" y="155996"/>
                  <a:pt x="642612" y="155504"/>
                  <a:pt x="643256" y="155996"/>
                </a:cubicBezTo>
                <a:cubicBezTo>
                  <a:pt x="643899" y="156488"/>
                  <a:pt x="644846" y="156488"/>
                  <a:pt x="645111" y="156905"/>
                </a:cubicBezTo>
                <a:cubicBezTo>
                  <a:pt x="645376" y="157321"/>
                  <a:pt x="645262" y="159442"/>
                  <a:pt x="643899" y="159631"/>
                </a:cubicBezTo>
                <a:cubicBezTo>
                  <a:pt x="643369" y="159707"/>
                  <a:pt x="641514" y="160350"/>
                  <a:pt x="640984" y="159442"/>
                </a:cubicBezTo>
                <a:cubicBezTo>
                  <a:pt x="640795" y="159139"/>
                  <a:pt x="641211" y="158722"/>
                  <a:pt x="641173" y="158041"/>
                </a:cubicBezTo>
                <a:cubicBezTo>
                  <a:pt x="641135" y="157359"/>
                  <a:pt x="639697" y="156640"/>
                  <a:pt x="639659" y="156223"/>
                </a:cubicBezTo>
                <a:cubicBezTo>
                  <a:pt x="639621" y="155807"/>
                  <a:pt x="639394" y="155617"/>
                  <a:pt x="640000" y="155087"/>
                </a:cubicBezTo>
                <a:cubicBezTo>
                  <a:pt x="641143" y="153967"/>
                  <a:pt x="642124" y="152691"/>
                  <a:pt x="642915" y="151301"/>
                </a:cubicBezTo>
                <a:cubicBezTo>
                  <a:pt x="642979" y="150813"/>
                  <a:pt x="643222" y="150370"/>
                  <a:pt x="643596" y="150052"/>
                </a:cubicBezTo>
                <a:cubicBezTo>
                  <a:pt x="644316" y="149408"/>
                  <a:pt x="645187" y="148386"/>
                  <a:pt x="644770" y="148045"/>
                </a:cubicBezTo>
                <a:cubicBezTo>
                  <a:pt x="644354" y="147678"/>
                  <a:pt x="643809" y="147500"/>
                  <a:pt x="643256" y="147553"/>
                </a:cubicBezTo>
                <a:cubicBezTo>
                  <a:pt x="642533" y="147594"/>
                  <a:pt x="641836" y="147844"/>
                  <a:pt x="641249" y="148272"/>
                </a:cubicBezTo>
                <a:cubicBezTo>
                  <a:pt x="641018" y="148685"/>
                  <a:pt x="640753" y="149079"/>
                  <a:pt x="640454" y="149446"/>
                </a:cubicBezTo>
                <a:cubicBezTo>
                  <a:pt x="639519" y="150430"/>
                  <a:pt x="638531" y="151365"/>
                  <a:pt x="637501" y="152248"/>
                </a:cubicBezTo>
                <a:cubicBezTo>
                  <a:pt x="636933" y="152740"/>
                  <a:pt x="636062" y="154292"/>
                  <a:pt x="635721" y="154557"/>
                </a:cubicBezTo>
                <a:cubicBezTo>
                  <a:pt x="635380" y="154822"/>
                  <a:pt x="632843" y="156981"/>
                  <a:pt x="632541" y="157321"/>
                </a:cubicBezTo>
                <a:cubicBezTo>
                  <a:pt x="631867" y="157832"/>
                  <a:pt x="631567" y="158699"/>
                  <a:pt x="631783" y="159517"/>
                </a:cubicBezTo>
                <a:cubicBezTo>
                  <a:pt x="631973" y="159896"/>
                  <a:pt x="632541" y="159858"/>
                  <a:pt x="632919" y="159896"/>
                </a:cubicBezTo>
                <a:cubicBezTo>
                  <a:pt x="633298" y="159934"/>
                  <a:pt x="633866" y="160085"/>
                  <a:pt x="634207" y="159707"/>
                </a:cubicBezTo>
                <a:cubicBezTo>
                  <a:pt x="634547" y="159328"/>
                  <a:pt x="635229" y="158571"/>
                  <a:pt x="635948" y="158949"/>
                </a:cubicBezTo>
                <a:cubicBezTo>
                  <a:pt x="636668" y="159328"/>
                  <a:pt x="636441" y="160085"/>
                  <a:pt x="635721" y="160464"/>
                </a:cubicBezTo>
                <a:cubicBezTo>
                  <a:pt x="635002" y="160843"/>
                  <a:pt x="635040" y="161373"/>
                  <a:pt x="635002" y="161789"/>
                </a:cubicBezTo>
                <a:cubicBezTo>
                  <a:pt x="634964" y="162206"/>
                  <a:pt x="635721" y="162092"/>
                  <a:pt x="636516" y="162508"/>
                </a:cubicBezTo>
                <a:cubicBezTo>
                  <a:pt x="637311" y="162925"/>
                  <a:pt x="637955" y="163190"/>
                  <a:pt x="637614" y="163909"/>
                </a:cubicBezTo>
                <a:cubicBezTo>
                  <a:pt x="637482" y="164250"/>
                  <a:pt x="637145" y="164466"/>
                  <a:pt x="636781" y="164440"/>
                </a:cubicBezTo>
                <a:cubicBezTo>
                  <a:pt x="636285" y="164390"/>
                  <a:pt x="635801" y="164262"/>
                  <a:pt x="635342" y="164061"/>
                </a:cubicBezTo>
                <a:cubicBezTo>
                  <a:pt x="634831" y="163834"/>
                  <a:pt x="634339" y="163569"/>
                  <a:pt x="633866" y="163266"/>
                </a:cubicBezTo>
                <a:cubicBezTo>
                  <a:pt x="633143" y="162607"/>
                  <a:pt x="632359" y="162024"/>
                  <a:pt x="631518" y="161524"/>
                </a:cubicBezTo>
                <a:cubicBezTo>
                  <a:pt x="631052" y="161149"/>
                  <a:pt x="630609" y="160744"/>
                  <a:pt x="630193" y="160312"/>
                </a:cubicBezTo>
                <a:cubicBezTo>
                  <a:pt x="629814" y="159972"/>
                  <a:pt x="628678" y="159669"/>
                  <a:pt x="628376" y="159139"/>
                </a:cubicBezTo>
                <a:cubicBezTo>
                  <a:pt x="628190" y="158665"/>
                  <a:pt x="628190" y="158135"/>
                  <a:pt x="628376" y="157662"/>
                </a:cubicBezTo>
                <a:cubicBezTo>
                  <a:pt x="628603" y="157170"/>
                  <a:pt x="630080" y="156943"/>
                  <a:pt x="630458" y="156715"/>
                </a:cubicBezTo>
                <a:cubicBezTo>
                  <a:pt x="630837" y="156488"/>
                  <a:pt x="630912" y="156185"/>
                  <a:pt x="631821" y="155504"/>
                </a:cubicBezTo>
                <a:cubicBezTo>
                  <a:pt x="632730" y="154822"/>
                  <a:pt x="632919" y="153838"/>
                  <a:pt x="633298" y="153459"/>
                </a:cubicBezTo>
                <a:cubicBezTo>
                  <a:pt x="633676" y="153081"/>
                  <a:pt x="635380" y="151301"/>
                  <a:pt x="635872" y="150771"/>
                </a:cubicBezTo>
                <a:cubicBezTo>
                  <a:pt x="636365" y="150241"/>
                  <a:pt x="637084" y="149787"/>
                  <a:pt x="637311" y="149559"/>
                </a:cubicBezTo>
                <a:cubicBezTo>
                  <a:pt x="637538" y="149332"/>
                  <a:pt x="638220" y="148613"/>
                  <a:pt x="638485" y="148613"/>
                </a:cubicBezTo>
                <a:cubicBezTo>
                  <a:pt x="638920" y="148446"/>
                  <a:pt x="639265" y="148102"/>
                  <a:pt x="639432" y="147666"/>
                </a:cubicBezTo>
                <a:cubicBezTo>
                  <a:pt x="639545" y="147136"/>
                  <a:pt x="640567" y="146682"/>
                  <a:pt x="640946" y="146038"/>
                </a:cubicBezTo>
                <a:cubicBezTo>
                  <a:pt x="641325" y="145394"/>
                  <a:pt x="641779" y="145167"/>
                  <a:pt x="642044" y="144599"/>
                </a:cubicBezTo>
                <a:cubicBezTo>
                  <a:pt x="642309" y="144031"/>
                  <a:pt x="642461" y="143691"/>
                  <a:pt x="642309" y="143463"/>
                </a:cubicBezTo>
                <a:cubicBezTo>
                  <a:pt x="642158" y="143236"/>
                  <a:pt x="641666" y="143501"/>
                  <a:pt x="641438" y="143236"/>
                </a:cubicBezTo>
                <a:cubicBezTo>
                  <a:pt x="641117" y="142865"/>
                  <a:pt x="640776" y="142509"/>
                  <a:pt x="640416" y="142176"/>
                </a:cubicBezTo>
                <a:close/>
                <a:moveTo>
                  <a:pt x="138390" y="139829"/>
                </a:moveTo>
                <a:cubicBezTo>
                  <a:pt x="138072" y="140173"/>
                  <a:pt x="137686" y="140442"/>
                  <a:pt x="137255" y="140624"/>
                </a:cubicBezTo>
                <a:cubicBezTo>
                  <a:pt x="136687" y="140737"/>
                  <a:pt x="136194" y="140434"/>
                  <a:pt x="135475" y="141116"/>
                </a:cubicBezTo>
                <a:cubicBezTo>
                  <a:pt x="135032" y="141733"/>
                  <a:pt x="134627" y="142381"/>
                  <a:pt x="134263" y="143047"/>
                </a:cubicBezTo>
                <a:cubicBezTo>
                  <a:pt x="133960" y="143350"/>
                  <a:pt x="133127" y="143728"/>
                  <a:pt x="132825" y="144069"/>
                </a:cubicBezTo>
                <a:cubicBezTo>
                  <a:pt x="132522" y="144410"/>
                  <a:pt x="132370" y="145281"/>
                  <a:pt x="131840" y="145773"/>
                </a:cubicBezTo>
                <a:cubicBezTo>
                  <a:pt x="131310" y="146265"/>
                  <a:pt x="130250" y="146757"/>
                  <a:pt x="129947" y="147136"/>
                </a:cubicBezTo>
                <a:cubicBezTo>
                  <a:pt x="129341" y="147818"/>
                  <a:pt x="129038" y="148272"/>
                  <a:pt x="129493" y="149105"/>
                </a:cubicBezTo>
                <a:cubicBezTo>
                  <a:pt x="130129" y="149881"/>
                  <a:pt x="130841" y="150589"/>
                  <a:pt x="131613" y="151225"/>
                </a:cubicBezTo>
                <a:cubicBezTo>
                  <a:pt x="132556" y="152426"/>
                  <a:pt x="133419" y="153690"/>
                  <a:pt x="134188" y="155012"/>
                </a:cubicBezTo>
                <a:cubicBezTo>
                  <a:pt x="134608" y="155864"/>
                  <a:pt x="135142" y="156655"/>
                  <a:pt x="135778" y="157359"/>
                </a:cubicBezTo>
                <a:cubicBezTo>
                  <a:pt x="136081" y="157662"/>
                  <a:pt x="137709" y="159290"/>
                  <a:pt x="138883" y="160615"/>
                </a:cubicBezTo>
                <a:cubicBezTo>
                  <a:pt x="139110" y="160880"/>
                  <a:pt x="139754" y="161978"/>
                  <a:pt x="140587" y="163001"/>
                </a:cubicBezTo>
                <a:cubicBezTo>
                  <a:pt x="141419" y="164023"/>
                  <a:pt x="141041" y="164174"/>
                  <a:pt x="142215" y="165424"/>
                </a:cubicBezTo>
                <a:cubicBezTo>
                  <a:pt x="142442" y="165651"/>
                  <a:pt x="142707" y="166863"/>
                  <a:pt x="142934" y="167166"/>
                </a:cubicBezTo>
                <a:cubicBezTo>
                  <a:pt x="145168" y="169816"/>
                  <a:pt x="145017" y="170346"/>
                  <a:pt x="146342" y="171558"/>
                </a:cubicBezTo>
                <a:cubicBezTo>
                  <a:pt x="147148" y="172376"/>
                  <a:pt x="148064" y="173080"/>
                  <a:pt x="149068" y="173640"/>
                </a:cubicBezTo>
                <a:cubicBezTo>
                  <a:pt x="149715" y="174004"/>
                  <a:pt x="150325" y="174435"/>
                  <a:pt x="150885" y="174928"/>
                </a:cubicBezTo>
                <a:lnTo>
                  <a:pt x="152665" y="176404"/>
                </a:lnTo>
                <a:cubicBezTo>
                  <a:pt x="152968" y="176707"/>
                  <a:pt x="155391" y="177994"/>
                  <a:pt x="155883" y="178335"/>
                </a:cubicBezTo>
                <a:cubicBezTo>
                  <a:pt x="156610" y="179070"/>
                  <a:pt x="157409" y="179729"/>
                  <a:pt x="158269" y="180304"/>
                </a:cubicBezTo>
                <a:cubicBezTo>
                  <a:pt x="159257" y="180649"/>
                  <a:pt x="160290" y="180838"/>
                  <a:pt x="161335" y="180872"/>
                </a:cubicBezTo>
                <a:cubicBezTo>
                  <a:pt x="162009" y="180781"/>
                  <a:pt x="162661" y="180577"/>
                  <a:pt x="163266" y="180266"/>
                </a:cubicBezTo>
                <a:cubicBezTo>
                  <a:pt x="163986" y="179850"/>
                  <a:pt x="165122" y="178335"/>
                  <a:pt x="165841" y="177805"/>
                </a:cubicBezTo>
                <a:cubicBezTo>
                  <a:pt x="166561" y="177275"/>
                  <a:pt x="167961" y="176518"/>
                  <a:pt x="167961" y="176518"/>
                </a:cubicBezTo>
                <a:cubicBezTo>
                  <a:pt x="167961" y="176518"/>
                  <a:pt x="169438" y="175079"/>
                  <a:pt x="169968" y="174473"/>
                </a:cubicBezTo>
                <a:cubicBezTo>
                  <a:pt x="170555" y="173697"/>
                  <a:pt x="171290" y="173042"/>
                  <a:pt x="172126" y="172542"/>
                </a:cubicBezTo>
                <a:cubicBezTo>
                  <a:pt x="172543" y="172353"/>
                  <a:pt x="173565" y="172201"/>
                  <a:pt x="173982" y="171747"/>
                </a:cubicBezTo>
                <a:cubicBezTo>
                  <a:pt x="174565" y="171031"/>
                  <a:pt x="175023" y="170225"/>
                  <a:pt x="175345" y="169362"/>
                </a:cubicBezTo>
                <a:cubicBezTo>
                  <a:pt x="175648" y="168567"/>
                  <a:pt x="176821" y="167923"/>
                  <a:pt x="176897" y="167090"/>
                </a:cubicBezTo>
                <a:cubicBezTo>
                  <a:pt x="176973" y="166257"/>
                  <a:pt x="176405" y="165575"/>
                  <a:pt x="175875" y="164705"/>
                </a:cubicBezTo>
                <a:cubicBezTo>
                  <a:pt x="175367" y="163538"/>
                  <a:pt x="174773" y="162410"/>
                  <a:pt x="174095" y="161335"/>
                </a:cubicBezTo>
                <a:cubicBezTo>
                  <a:pt x="173368" y="160248"/>
                  <a:pt x="172013" y="159771"/>
                  <a:pt x="170763" y="160161"/>
                </a:cubicBezTo>
                <a:cubicBezTo>
                  <a:pt x="170048" y="160596"/>
                  <a:pt x="169408" y="161145"/>
                  <a:pt x="168870" y="161789"/>
                </a:cubicBezTo>
                <a:cubicBezTo>
                  <a:pt x="168420" y="162156"/>
                  <a:pt x="167886" y="162418"/>
                  <a:pt x="167318" y="162546"/>
                </a:cubicBezTo>
                <a:cubicBezTo>
                  <a:pt x="167129" y="162584"/>
                  <a:pt x="166485" y="163493"/>
                  <a:pt x="165917" y="163493"/>
                </a:cubicBezTo>
                <a:cubicBezTo>
                  <a:pt x="165281" y="163932"/>
                  <a:pt x="164686" y="164424"/>
                  <a:pt x="164137" y="164970"/>
                </a:cubicBezTo>
                <a:cubicBezTo>
                  <a:pt x="163248" y="165799"/>
                  <a:pt x="162096" y="166295"/>
                  <a:pt x="160881" y="166371"/>
                </a:cubicBezTo>
                <a:cubicBezTo>
                  <a:pt x="159139" y="166295"/>
                  <a:pt x="158496" y="165197"/>
                  <a:pt x="157284" y="164591"/>
                </a:cubicBezTo>
                <a:cubicBezTo>
                  <a:pt x="156610" y="164239"/>
                  <a:pt x="156016" y="163747"/>
                  <a:pt x="155542" y="163152"/>
                </a:cubicBezTo>
                <a:cubicBezTo>
                  <a:pt x="154471" y="161906"/>
                  <a:pt x="153645" y="160468"/>
                  <a:pt x="153119" y="158912"/>
                </a:cubicBezTo>
                <a:cubicBezTo>
                  <a:pt x="153892" y="157537"/>
                  <a:pt x="154369" y="156015"/>
                  <a:pt x="154520" y="154444"/>
                </a:cubicBezTo>
                <a:cubicBezTo>
                  <a:pt x="154706" y="153459"/>
                  <a:pt x="154948" y="152486"/>
                  <a:pt x="155239" y="151528"/>
                </a:cubicBezTo>
                <a:cubicBezTo>
                  <a:pt x="155183" y="150744"/>
                  <a:pt x="155285" y="149961"/>
                  <a:pt x="155542" y="149219"/>
                </a:cubicBezTo>
                <a:cubicBezTo>
                  <a:pt x="155997" y="148348"/>
                  <a:pt x="156224" y="147931"/>
                  <a:pt x="156640" y="147212"/>
                </a:cubicBezTo>
                <a:cubicBezTo>
                  <a:pt x="157042" y="146742"/>
                  <a:pt x="157042" y="146053"/>
                  <a:pt x="156640" y="145584"/>
                </a:cubicBezTo>
                <a:cubicBezTo>
                  <a:pt x="156057" y="145042"/>
                  <a:pt x="155395" y="144596"/>
                  <a:pt x="154672" y="144259"/>
                </a:cubicBezTo>
                <a:cubicBezTo>
                  <a:pt x="153573" y="144031"/>
                  <a:pt x="152362" y="142441"/>
                  <a:pt x="151075" y="143312"/>
                </a:cubicBezTo>
                <a:cubicBezTo>
                  <a:pt x="149787" y="144183"/>
                  <a:pt x="148311" y="144145"/>
                  <a:pt x="148083" y="144864"/>
                </a:cubicBezTo>
                <a:cubicBezTo>
                  <a:pt x="148057" y="145622"/>
                  <a:pt x="147890" y="146364"/>
                  <a:pt x="147591" y="147060"/>
                </a:cubicBezTo>
                <a:cubicBezTo>
                  <a:pt x="147856" y="148007"/>
                  <a:pt x="146758" y="148689"/>
                  <a:pt x="145736" y="148007"/>
                </a:cubicBezTo>
                <a:cubicBezTo>
                  <a:pt x="145217" y="147447"/>
                  <a:pt x="144774" y="146822"/>
                  <a:pt x="144411" y="146152"/>
                </a:cubicBezTo>
                <a:cubicBezTo>
                  <a:pt x="143767" y="144713"/>
                  <a:pt x="144524" y="143161"/>
                  <a:pt x="142820" y="141419"/>
                </a:cubicBezTo>
                <a:cubicBezTo>
                  <a:pt x="141965" y="140718"/>
                  <a:pt x="140992" y="140177"/>
                  <a:pt x="139943" y="139829"/>
                </a:cubicBezTo>
                <a:cubicBezTo>
                  <a:pt x="139413" y="139829"/>
                  <a:pt x="138693" y="139601"/>
                  <a:pt x="138390" y="139829"/>
                </a:cubicBezTo>
                <a:close/>
                <a:moveTo>
                  <a:pt x="469578" y="124153"/>
                </a:moveTo>
                <a:cubicBezTo>
                  <a:pt x="469464" y="129924"/>
                  <a:pt x="468480" y="135641"/>
                  <a:pt x="466662" y="141116"/>
                </a:cubicBezTo>
                <a:cubicBezTo>
                  <a:pt x="465341" y="145447"/>
                  <a:pt x="462035" y="148893"/>
                  <a:pt x="457764" y="150392"/>
                </a:cubicBezTo>
                <a:cubicBezTo>
                  <a:pt x="456954" y="152471"/>
                  <a:pt x="455788" y="154391"/>
                  <a:pt x="454319" y="156072"/>
                </a:cubicBezTo>
                <a:cubicBezTo>
                  <a:pt x="445156" y="166976"/>
                  <a:pt x="428496" y="178827"/>
                  <a:pt x="409565" y="187006"/>
                </a:cubicBezTo>
                <a:cubicBezTo>
                  <a:pt x="413942" y="185688"/>
                  <a:pt x="418648" y="185995"/>
                  <a:pt x="422817" y="187877"/>
                </a:cubicBezTo>
                <a:lnTo>
                  <a:pt x="422968" y="187763"/>
                </a:lnTo>
                <a:cubicBezTo>
                  <a:pt x="428360" y="190402"/>
                  <a:pt x="433263" y="193935"/>
                  <a:pt x="437470" y="198213"/>
                </a:cubicBezTo>
                <a:cubicBezTo>
                  <a:pt x="437470" y="198213"/>
                  <a:pt x="431942" y="201129"/>
                  <a:pt x="420356" y="198516"/>
                </a:cubicBezTo>
                <a:cubicBezTo>
                  <a:pt x="414786" y="196998"/>
                  <a:pt x="410280" y="192901"/>
                  <a:pt x="408240" y="187498"/>
                </a:cubicBezTo>
                <a:lnTo>
                  <a:pt x="398738" y="190988"/>
                </a:lnTo>
                <a:lnTo>
                  <a:pt x="400771" y="201417"/>
                </a:lnTo>
                <a:cubicBezTo>
                  <a:pt x="402030" y="207887"/>
                  <a:pt x="403412" y="215005"/>
                  <a:pt x="404112" y="218659"/>
                </a:cubicBezTo>
                <a:cubicBezTo>
                  <a:pt x="443789" y="218882"/>
                  <a:pt x="483261" y="212930"/>
                  <a:pt x="521109" y="201015"/>
                </a:cubicBezTo>
                <a:lnTo>
                  <a:pt x="525160" y="199652"/>
                </a:lnTo>
                <a:lnTo>
                  <a:pt x="525160" y="203893"/>
                </a:lnTo>
                <a:cubicBezTo>
                  <a:pt x="525134" y="215831"/>
                  <a:pt x="521049" y="227409"/>
                  <a:pt x="513574" y="236720"/>
                </a:cubicBezTo>
                <a:cubicBezTo>
                  <a:pt x="506093" y="245723"/>
                  <a:pt x="496059" y="252259"/>
                  <a:pt x="484798" y="255462"/>
                </a:cubicBezTo>
                <a:cubicBezTo>
                  <a:pt x="483568" y="264072"/>
                  <a:pt x="479316" y="271966"/>
                  <a:pt x="472796" y="277725"/>
                </a:cubicBezTo>
                <a:cubicBezTo>
                  <a:pt x="471085" y="279172"/>
                  <a:pt x="469233" y="280440"/>
                  <a:pt x="467268" y="281512"/>
                </a:cubicBezTo>
                <a:cubicBezTo>
                  <a:pt x="493280" y="278558"/>
                  <a:pt x="513082" y="274848"/>
                  <a:pt x="522548" y="273068"/>
                </a:cubicBezTo>
                <a:lnTo>
                  <a:pt x="526902" y="272235"/>
                </a:lnTo>
                <a:lnTo>
                  <a:pt x="526675" y="272235"/>
                </a:lnTo>
                <a:cubicBezTo>
                  <a:pt x="530953" y="271516"/>
                  <a:pt x="535118" y="270607"/>
                  <a:pt x="538526" y="269774"/>
                </a:cubicBezTo>
                <a:cubicBezTo>
                  <a:pt x="533415" y="279433"/>
                  <a:pt x="527258" y="288497"/>
                  <a:pt x="520163" y="296808"/>
                </a:cubicBezTo>
                <a:cubicBezTo>
                  <a:pt x="508186" y="311049"/>
                  <a:pt x="493484" y="322748"/>
                  <a:pt x="476923" y="331226"/>
                </a:cubicBezTo>
                <a:cubicBezTo>
                  <a:pt x="462350" y="338601"/>
                  <a:pt x="446693" y="343599"/>
                  <a:pt x="430541" y="346030"/>
                </a:cubicBezTo>
                <a:cubicBezTo>
                  <a:pt x="428030" y="346382"/>
                  <a:pt x="425501" y="346545"/>
                  <a:pt x="422968" y="346522"/>
                </a:cubicBezTo>
                <a:cubicBezTo>
                  <a:pt x="418243" y="346503"/>
                  <a:pt x="413525" y="346163"/>
                  <a:pt x="408845" y="345500"/>
                </a:cubicBezTo>
                <a:lnTo>
                  <a:pt x="404377" y="344856"/>
                </a:lnTo>
                <a:lnTo>
                  <a:pt x="413048" y="381091"/>
                </a:lnTo>
                <a:lnTo>
                  <a:pt x="384159" y="382946"/>
                </a:lnTo>
                <a:lnTo>
                  <a:pt x="355231" y="381091"/>
                </a:lnTo>
                <a:lnTo>
                  <a:pt x="363902" y="344856"/>
                </a:lnTo>
                <a:lnTo>
                  <a:pt x="359434" y="345500"/>
                </a:lnTo>
                <a:cubicBezTo>
                  <a:pt x="354754" y="346163"/>
                  <a:pt x="350036" y="346503"/>
                  <a:pt x="345311" y="346522"/>
                </a:cubicBezTo>
                <a:cubicBezTo>
                  <a:pt x="342778" y="346549"/>
                  <a:pt x="340245" y="346382"/>
                  <a:pt x="337739" y="346030"/>
                </a:cubicBezTo>
                <a:cubicBezTo>
                  <a:pt x="321575" y="343607"/>
                  <a:pt x="305903" y="338609"/>
                  <a:pt x="291319" y="331226"/>
                </a:cubicBezTo>
                <a:cubicBezTo>
                  <a:pt x="274753" y="322752"/>
                  <a:pt x="260055" y="311049"/>
                  <a:pt x="248079" y="296808"/>
                </a:cubicBezTo>
                <a:cubicBezTo>
                  <a:pt x="240983" y="288497"/>
                  <a:pt x="234827" y="279433"/>
                  <a:pt x="229715" y="269774"/>
                </a:cubicBezTo>
                <a:cubicBezTo>
                  <a:pt x="233161" y="270607"/>
                  <a:pt x="237402" y="271516"/>
                  <a:pt x="241566" y="272235"/>
                </a:cubicBezTo>
                <a:lnTo>
                  <a:pt x="245959" y="273068"/>
                </a:lnTo>
                <a:cubicBezTo>
                  <a:pt x="255387" y="274848"/>
                  <a:pt x="275151" y="278558"/>
                  <a:pt x="301201" y="281474"/>
                </a:cubicBezTo>
                <a:cubicBezTo>
                  <a:pt x="299236" y="280478"/>
                  <a:pt x="297380" y="279270"/>
                  <a:pt x="295673" y="277877"/>
                </a:cubicBezTo>
                <a:cubicBezTo>
                  <a:pt x="289172" y="272106"/>
                  <a:pt x="284920" y="264220"/>
                  <a:pt x="283670" y="255613"/>
                </a:cubicBezTo>
                <a:cubicBezTo>
                  <a:pt x="272414" y="252399"/>
                  <a:pt x="262384" y="245867"/>
                  <a:pt x="254894" y="236871"/>
                </a:cubicBezTo>
                <a:cubicBezTo>
                  <a:pt x="247447" y="227545"/>
                  <a:pt x="243365" y="215978"/>
                  <a:pt x="243308" y="204044"/>
                </a:cubicBezTo>
                <a:lnTo>
                  <a:pt x="243308" y="199803"/>
                </a:lnTo>
                <a:lnTo>
                  <a:pt x="247322" y="201166"/>
                </a:lnTo>
                <a:cubicBezTo>
                  <a:pt x="285238" y="213052"/>
                  <a:pt x="324774" y="218951"/>
                  <a:pt x="364508" y="218659"/>
                </a:cubicBezTo>
                <a:cubicBezTo>
                  <a:pt x="365909" y="211351"/>
                  <a:pt x="370036" y="190186"/>
                  <a:pt x="370452" y="188066"/>
                </a:cubicBezTo>
                <a:lnTo>
                  <a:pt x="370452" y="187574"/>
                </a:lnTo>
                <a:cubicBezTo>
                  <a:pt x="371209" y="183674"/>
                  <a:pt x="373481" y="171898"/>
                  <a:pt x="384045" y="171898"/>
                </a:cubicBezTo>
                <a:lnTo>
                  <a:pt x="384537" y="171898"/>
                </a:lnTo>
                <a:cubicBezTo>
                  <a:pt x="389819" y="171898"/>
                  <a:pt x="393038" y="174870"/>
                  <a:pt x="395030" y="178316"/>
                </a:cubicBezTo>
                <a:lnTo>
                  <a:pt x="397746" y="186329"/>
                </a:lnTo>
                <a:lnTo>
                  <a:pt x="406877" y="182992"/>
                </a:lnTo>
                <a:cubicBezTo>
                  <a:pt x="403813" y="178176"/>
                  <a:pt x="402481" y="172463"/>
                  <a:pt x="403090" y="166787"/>
                </a:cubicBezTo>
                <a:cubicBezTo>
                  <a:pt x="404472" y="160827"/>
                  <a:pt x="407596" y="155409"/>
                  <a:pt x="412064" y="151225"/>
                </a:cubicBezTo>
                <a:cubicBezTo>
                  <a:pt x="413771" y="156897"/>
                  <a:pt x="414752" y="162762"/>
                  <a:pt x="414979" y="168680"/>
                </a:cubicBezTo>
                <a:cubicBezTo>
                  <a:pt x="415206" y="175268"/>
                  <a:pt x="408429" y="181667"/>
                  <a:pt x="407104" y="182841"/>
                </a:cubicBezTo>
                <a:lnTo>
                  <a:pt x="425458" y="172025"/>
                </a:lnTo>
                <a:lnTo>
                  <a:pt x="421984" y="156981"/>
                </a:lnTo>
                <a:cubicBezTo>
                  <a:pt x="423135" y="150987"/>
                  <a:pt x="425986" y="145455"/>
                  <a:pt x="430200" y="141040"/>
                </a:cubicBezTo>
                <a:cubicBezTo>
                  <a:pt x="431896" y="146784"/>
                  <a:pt x="432911" y="152706"/>
                  <a:pt x="433229" y="158684"/>
                </a:cubicBezTo>
                <a:lnTo>
                  <a:pt x="433342" y="158684"/>
                </a:lnTo>
                <a:cubicBezTo>
                  <a:pt x="433437" y="162395"/>
                  <a:pt x="431544" y="166068"/>
                  <a:pt x="429628" y="168813"/>
                </a:cubicBezTo>
                <a:lnTo>
                  <a:pt x="428355" y="170317"/>
                </a:lnTo>
                <a:lnTo>
                  <a:pt x="442506" y="161978"/>
                </a:lnTo>
                <a:cubicBezTo>
                  <a:pt x="439711" y="157227"/>
                  <a:pt x="438466" y="151721"/>
                  <a:pt x="438946" y="146227"/>
                </a:cubicBezTo>
                <a:cubicBezTo>
                  <a:pt x="439999" y="140567"/>
                  <a:pt x="442623" y="135319"/>
                  <a:pt x="446519" y="131082"/>
                </a:cubicBezTo>
                <a:cubicBezTo>
                  <a:pt x="448090" y="136599"/>
                  <a:pt x="449018" y="142278"/>
                  <a:pt x="449283" y="148007"/>
                </a:cubicBezTo>
                <a:cubicBezTo>
                  <a:pt x="449624" y="154368"/>
                  <a:pt x="443641" y="160880"/>
                  <a:pt x="442619" y="161941"/>
                </a:cubicBezTo>
                <a:cubicBezTo>
                  <a:pt x="446511" y="158843"/>
                  <a:pt x="450181" y="155481"/>
                  <a:pt x="453599" y="151869"/>
                </a:cubicBezTo>
                <a:cubicBezTo>
                  <a:pt x="454432" y="150960"/>
                  <a:pt x="455379" y="149787"/>
                  <a:pt x="456061" y="148916"/>
                </a:cubicBezTo>
                <a:cubicBezTo>
                  <a:pt x="455148" y="144274"/>
                  <a:pt x="455913" y="139454"/>
                  <a:pt x="458219" y="135323"/>
                </a:cubicBezTo>
                <a:cubicBezTo>
                  <a:pt x="460771" y="130522"/>
                  <a:pt x="464735" y="126622"/>
                  <a:pt x="469578" y="124153"/>
                </a:cubicBezTo>
                <a:close/>
                <a:moveTo>
                  <a:pt x="225930" y="122184"/>
                </a:moveTo>
                <a:cubicBezTo>
                  <a:pt x="225930" y="122184"/>
                  <a:pt x="223658" y="123585"/>
                  <a:pt x="223658" y="123585"/>
                </a:cubicBezTo>
                <a:cubicBezTo>
                  <a:pt x="223188" y="124244"/>
                  <a:pt x="222613" y="124820"/>
                  <a:pt x="221954" y="125289"/>
                </a:cubicBezTo>
                <a:cubicBezTo>
                  <a:pt x="221500" y="125554"/>
                  <a:pt x="220023" y="123282"/>
                  <a:pt x="218698" y="124078"/>
                </a:cubicBezTo>
                <a:cubicBezTo>
                  <a:pt x="218319" y="124305"/>
                  <a:pt x="218016" y="125214"/>
                  <a:pt x="217676" y="125781"/>
                </a:cubicBezTo>
                <a:cubicBezTo>
                  <a:pt x="217089" y="127292"/>
                  <a:pt x="217089" y="128966"/>
                  <a:pt x="217676" y="130476"/>
                </a:cubicBezTo>
                <a:cubicBezTo>
                  <a:pt x="217676" y="131007"/>
                  <a:pt x="217448" y="132105"/>
                  <a:pt x="217676" y="132483"/>
                </a:cubicBezTo>
                <a:cubicBezTo>
                  <a:pt x="217903" y="132862"/>
                  <a:pt x="218660" y="133240"/>
                  <a:pt x="218849" y="133581"/>
                </a:cubicBezTo>
                <a:cubicBezTo>
                  <a:pt x="219039" y="133922"/>
                  <a:pt x="219342" y="134982"/>
                  <a:pt x="219569" y="135361"/>
                </a:cubicBezTo>
                <a:cubicBezTo>
                  <a:pt x="220364" y="136951"/>
                  <a:pt x="221992" y="136762"/>
                  <a:pt x="223355" y="135967"/>
                </a:cubicBezTo>
                <a:cubicBezTo>
                  <a:pt x="223999" y="135550"/>
                  <a:pt x="224680" y="134036"/>
                  <a:pt x="225021" y="133695"/>
                </a:cubicBezTo>
                <a:cubicBezTo>
                  <a:pt x="225362" y="133354"/>
                  <a:pt x="226233" y="133316"/>
                  <a:pt x="226611" y="132559"/>
                </a:cubicBezTo>
                <a:cubicBezTo>
                  <a:pt x="227005" y="131980"/>
                  <a:pt x="227300" y="131340"/>
                  <a:pt x="227482" y="130666"/>
                </a:cubicBezTo>
                <a:lnTo>
                  <a:pt x="227482" y="130514"/>
                </a:lnTo>
                <a:cubicBezTo>
                  <a:pt x="227596" y="129606"/>
                  <a:pt x="227103" y="129075"/>
                  <a:pt x="227293" y="128280"/>
                </a:cubicBezTo>
                <a:cubicBezTo>
                  <a:pt x="227217" y="127864"/>
                  <a:pt x="227861" y="127220"/>
                  <a:pt x="227861" y="126917"/>
                </a:cubicBezTo>
                <a:cubicBezTo>
                  <a:pt x="227929" y="126342"/>
                  <a:pt x="228046" y="125770"/>
                  <a:pt x="228202" y="125214"/>
                </a:cubicBezTo>
                <a:cubicBezTo>
                  <a:pt x="228103" y="124642"/>
                  <a:pt x="227884" y="124100"/>
                  <a:pt x="227558" y="123623"/>
                </a:cubicBezTo>
                <a:cubicBezTo>
                  <a:pt x="227493" y="123097"/>
                  <a:pt x="227285" y="122597"/>
                  <a:pt x="226952" y="122184"/>
                </a:cubicBezTo>
                <a:cubicBezTo>
                  <a:pt x="226687" y="121844"/>
                  <a:pt x="225930" y="122184"/>
                  <a:pt x="225930" y="122184"/>
                </a:cubicBezTo>
                <a:close/>
                <a:moveTo>
                  <a:pt x="1557152" y="118734"/>
                </a:moveTo>
                <a:cubicBezTo>
                  <a:pt x="1560517" y="118859"/>
                  <a:pt x="1563870" y="119211"/>
                  <a:pt x="1567186" y="119790"/>
                </a:cubicBezTo>
                <a:cubicBezTo>
                  <a:pt x="1571317" y="120057"/>
                  <a:pt x="1575462" y="120057"/>
                  <a:pt x="1579593" y="119790"/>
                </a:cubicBezTo>
                <a:cubicBezTo>
                  <a:pt x="1582761" y="119790"/>
                  <a:pt x="1584742" y="123883"/>
                  <a:pt x="1586061" y="124939"/>
                </a:cubicBezTo>
                <a:cubicBezTo>
                  <a:pt x="1587382" y="125995"/>
                  <a:pt x="1595698" y="126391"/>
                  <a:pt x="1597679" y="128502"/>
                </a:cubicBezTo>
                <a:cubicBezTo>
                  <a:pt x="1599658" y="130614"/>
                  <a:pt x="1599394" y="137346"/>
                  <a:pt x="1601506" y="141702"/>
                </a:cubicBezTo>
                <a:cubicBezTo>
                  <a:pt x="1603619" y="146059"/>
                  <a:pt x="1609955" y="148303"/>
                  <a:pt x="1610483" y="161503"/>
                </a:cubicBezTo>
                <a:cubicBezTo>
                  <a:pt x="1611011" y="174703"/>
                  <a:pt x="1607446" y="174967"/>
                  <a:pt x="1599394" y="181832"/>
                </a:cubicBezTo>
                <a:cubicBezTo>
                  <a:pt x="1597149" y="184735"/>
                  <a:pt x="1597414" y="189356"/>
                  <a:pt x="1601506" y="188563"/>
                </a:cubicBezTo>
                <a:cubicBezTo>
                  <a:pt x="1608767" y="187111"/>
                  <a:pt x="1634903" y="181303"/>
                  <a:pt x="1641107" y="179324"/>
                </a:cubicBezTo>
                <a:cubicBezTo>
                  <a:pt x="1648483" y="177012"/>
                  <a:pt x="1656030" y="175291"/>
                  <a:pt x="1663680" y="174175"/>
                </a:cubicBezTo>
                <a:cubicBezTo>
                  <a:pt x="1666187" y="173911"/>
                  <a:pt x="1670279" y="177475"/>
                  <a:pt x="1673316" y="178268"/>
                </a:cubicBezTo>
                <a:cubicBezTo>
                  <a:pt x="1676351" y="179059"/>
                  <a:pt x="1682292" y="178796"/>
                  <a:pt x="1683348" y="181567"/>
                </a:cubicBezTo>
                <a:cubicBezTo>
                  <a:pt x="1685404" y="186825"/>
                  <a:pt x="1689881" y="190761"/>
                  <a:pt x="1695359" y="192128"/>
                </a:cubicBezTo>
                <a:lnTo>
                  <a:pt x="1695096" y="192128"/>
                </a:lnTo>
                <a:cubicBezTo>
                  <a:pt x="1697931" y="192837"/>
                  <a:pt x="1700064" y="195179"/>
                  <a:pt x="1700507" y="198067"/>
                </a:cubicBezTo>
                <a:cubicBezTo>
                  <a:pt x="1700507" y="200576"/>
                  <a:pt x="1699848" y="204800"/>
                  <a:pt x="1699848" y="210211"/>
                </a:cubicBezTo>
                <a:cubicBezTo>
                  <a:pt x="1699055" y="218660"/>
                  <a:pt x="1684535" y="224601"/>
                  <a:pt x="1678199" y="228560"/>
                </a:cubicBezTo>
                <a:cubicBezTo>
                  <a:pt x="1676087" y="230012"/>
                  <a:pt x="1673975" y="225129"/>
                  <a:pt x="1666583" y="225129"/>
                </a:cubicBezTo>
                <a:cubicBezTo>
                  <a:pt x="1664075" y="225260"/>
                  <a:pt x="1649422" y="226448"/>
                  <a:pt x="1646915" y="226448"/>
                </a:cubicBezTo>
                <a:lnTo>
                  <a:pt x="1631207" y="228297"/>
                </a:lnTo>
                <a:cubicBezTo>
                  <a:pt x="1627642" y="229088"/>
                  <a:pt x="1620250" y="231596"/>
                  <a:pt x="1616819" y="232652"/>
                </a:cubicBezTo>
                <a:cubicBezTo>
                  <a:pt x="1611910" y="234035"/>
                  <a:pt x="1607103" y="235757"/>
                  <a:pt x="1602429" y="237801"/>
                </a:cubicBezTo>
                <a:cubicBezTo>
                  <a:pt x="1600317" y="239120"/>
                  <a:pt x="1595170" y="236745"/>
                  <a:pt x="1589229" y="237801"/>
                </a:cubicBezTo>
                <a:cubicBezTo>
                  <a:pt x="1586591" y="238329"/>
                  <a:pt x="1577218" y="244004"/>
                  <a:pt x="1569165" y="246248"/>
                </a:cubicBezTo>
                <a:cubicBezTo>
                  <a:pt x="1553294" y="249025"/>
                  <a:pt x="1537635" y="252907"/>
                  <a:pt x="1522305" y="257864"/>
                </a:cubicBezTo>
                <a:cubicBezTo>
                  <a:pt x="1518872" y="261296"/>
                  <a:pt x="1511745" y="259844"/>
                  <a:pt x="1509105" y="261296"/>
                </a:cubicBezTo>
                <a:cubicBezTo>
                  <a:pt x="1506465" y="262749"/>
                  <a:pt x="1499469" y="262749"/>
                  <a:pt x="1495905" y="264596"/>
                </a:cubicBezTo>
                <a:cubicBezTo>
                  <a:pt x="1489965" y="267633"/>
                  <a:pt x="1487324" y="265917"/>
                  <a:pt x="1484024" y="267633"/>
                </a:cubicBezTo>
                <a:cubicBezTo>
                  <a:pt x="1480823" y="268826"/>
                  <a:pt x="1477393" y="269278"/>
                  <a:pt x="1473992" y="268952"/>
                </a:cubicBezTo>
                <a:cubicBezTo>
                  <a:pt x="1470325" y="269684"/>
                  <a:pt x="1466709" y="270654"/>
                  <a:pt x="1463168" y="271857"/>
                </a:cubicBezTo>
                <a:cubicBezTo>
                  <a:pt x="1460042" y="272579"/>
                  <a:pt x="1456791" y="272579"/>
                  <a:pt x="1453664" y="271857"/>
                </a:cubicBezTo>
                <a:cubicBezTo>
                  <a:pt x="1451170" y="271487"/>
                  <a:pt x="1448633" y="271487"/>
                  <a:pt x="1446139" y="271857"/>
                </a:cubicBezTo>
                <a:cubicBezTo>
                  <a:pt x="1443632" y="275156"/>
                  <a:pt x="1438880" y="275156"/>
                  <a:pt x="1433995" y="275156"/>
                </a:cubicBezTo>
                <a:cubicBezTo>
                  <a:pt x="1430412" y="275855"/>
                  <a:pt x="1426946" y="277055"/>
                  <a:pt x="1423699" y="278721"/>
                </a:cubicBezTo>
                <a:cubicBezTo>
                  <a:pt x="1422906" y="281097"/>
                  <a:pt x="1418684" y="283208"/>
                  <a:pt x="1414723" y="283869"/>
                </a:cubicBezTo>
                <a:cubicBezTo>
                  <a:pt x="1410764" y="284529"/>
                  <a:pt x="1413139" y="281361"/>
                  <a:pt x="1407463" y="278721"/>
                </a:cubicBezTo>
                <a:cubicBezTo>
                  <a:pt x="1404823" y="277929"/>
                  <a:pt x="1398883" y="280173"/>
                  <a:pt x="1394262" y="277929"/>
                </a:cubicBezTo>
                <a:cubicBezTo>
                  <a:pt x="1389642" y="275684"/>
                  <a:pt x="1389907" y="269217"/>
                  <a:pt x="1390831" y="263805"/>
                </a:cubicBezTo>
                <a:cubicBezTo>
                  <a:pt x="1390963" y="262616"/>
                  <a:pt x="1390171" y="257600"/>
                  <a:pt x="1390171" y="252189"/>
                </a:cubicBezTo>
                <a:cubicBezTo>
                  <a:pt x="1389603" y="248889"/>
                  <a:pt x="1390521" y="245508"/>
                  <a:pt x="1392678" y="242948"/>
                </a:cubicBezTo>
                <a:cubicBezTo>
                  <a:pt x="1400644" y="237047"/>
                  <a:pt x="1409579" y="232580"/>
                  <a:pt x="1419079" y="229748"/>
                </a:cubicBezTo>
                <a:cubicBezTo>
                  <a:pt x="1421587" y="229220"/>
                  <a:pt x="1424096" y="233708"/>
                  <a:pt x="1426076" y="233708"/>
                </a:cubicBezTo>
                <a:cubicBezTo>
                  <a:pt x="1428055" y="233708"/>
                  <a:pt x="1437296" y="228560"/>
                  <a:pt x="1441255" y="228560"/>
                </a:cubicBezTo>
                <a:cubicBezTo>
                  <a:pt x="1453525" y="227083"/>
                  <a:pt x="1465661" y="224656"/>
                  <a:pt x="1477556" y="221300"/>
                </a:cubicBezTo>
                <a:cubicBezTo>
                  <a:pt x="1483761" y="219188"/>
                  <a:pt x="1489436" y="222092"/>
                  <a:pt x="1493000" y="219188"/>
                </a:cubicBezTo>
                <a:cubicBezTo>
                  <a:pt x="1502289" y="215752"/>
                  <a:pt x="1511764" y="212843"/>
                  <a:pt x="1521381" y="210476"/>
                </a:cubicBezTo>
                <a:cubicBezTo>
                  <a:pt x="1524812" y="209683"/>
                  <a:pt x="1531148" y="207968"/>
                  <a:pt x="1532997" y="203744"/>
                </a:cubicBezTo>
                <a:cubicBezTo>
                  <a:pt x="1533195" y="201036"/>
                  <a:pt x="1532742" y="198321"/>
                  <a:pt x="1531678" y="195824"/>
                </a:cubicBezTo>
                <a:cubicBezTo>
                  <a:pt x="1530092" y="191731"/>
                  <a:pt x="1526924" y="193184"/>
                  <a:pt x="1523493" y="193184"/>
                </a:cubicBezTo>
                <a:cubicBezTo>
                  <a:pt x="1520231" y="192276"/>
                  <a:pt x="1517442" y="190149"/>
                  <a:pt x="1515704" y="187244"/>
                </a:cubicBezTo>
                <a:cubicBezTo>
                  <a:pt x="1515539" y="184396"/>
                  <a:pt x="1516180" y="181559"/>
                  <a:pt x="1517553" y="179059"/>
                </a:cubicBezTo>
                <a:cubicBezTo>
                  <a:pt x="1518609" y="176156"/>
                  <a:pt x="1519269" y="174967"/>
                  <a:pt x="1520589" y="171271"/>
                </a:cubicBezTo>
                <a:cubicBezTo>
                  <a:pt x="1521819" y="168075"/>
                  <a:pt x="1522876" y="164814"/>
                  <a:pt x="1523756" y="161503"/>
                </a:cubicBezTo>
                <a:cubicBezTo>
                  <a:pt x="1525473" y="156091"/>
                  <a:pt x="1515176" y="141175"/>
                  <a:pt x="1513857" y="137083"/>
                </a:cubicBezTo>
                <a:cubicBezTo>
                  <a:pt x="1513220" y="133987"/>
                  <a:pt x="1514335" y="130793"/>
                  <a:pt x="1516760" y="128767"/>
                </a:cubicBezTo>
                <a:cubicBezTo>
                  <a:pt x="1521249" y="124146"/>
                  <a:pt x="1526396" y="126258"/>
                  <a:pt x="1531678" y="126258"/>
                </a:cubicBezTo>
                <a:cubicBezTo>
                  <a:pt x="1534785" y="125718"/>
                  <a:pt x="1537748" y="124549"/>
                  <a:pt x="1540389" y="122827"/>
                </a:cubicBezTo>
                <a:cubicBezTo>
                  <a:pt x="1542105" y="121903"/>
                  <a:pt x="1544878" y="123222"/>
                  <a:pt x="1548706" y="121903"/>
                </a:cubicBezTo>
                <a:cubicBezTo>
                  <a:pt x="1552533" y="120583"/>
                  <a:pt x="1552533" y="118734"/>
                  <a:pt x="1557152" y="118734"/>
                </a:cubicBezTo>
                <a:close/>
                <a:moveTo>
                  <a:pt x="3299319" y="116359"/>
                </a:moveTo>
                <a:cubicBezTo>
                  <a:pt x="3305390" y="116755"/>
                  <a:pt x="3309748" y="122431"/>
                  <a:pt x="3313312" y="127183"/>
                </a:cubicBezTo>
                <a:cubicBezTo>
                  <a:pt x="3316875" y="131935"/>
                  <a:pt x="3311991" y="140252"/>
                  <a:pt x="3307371" y="144343"/>
                </a:cubicBezTo>
                <a:cubicBezTo>
                  <a:pt x="3302448" y="148420"/>
                  <a:pt x="3298519" y="153567"/>
                  <a:pt x="3295888" y="159392"/>
                </a:cubicBezTo>
                <a:cubicBezTo>
                  <a:pt x="3295095" y="161108"/>
                  <a:pt x="3295095" y="171931"/>
                  <a:pt x="3295888" y="172592"/>
                </a:cubicBezTo>
                <a:cubicBezTo>
                  <a:pt x="3296679" y="173252"/>
                  <a:pt x="3302619" y="177344"/>
                  <a:pt x="3303015" y="183284"/>
                </a:cubicBezTo>
                <a:cubicBezTo>
                  <a:pt x="3303411" y="189224"/>
                  <a:pt x="3297735" y="193844"/>
                  <a:pt x="3287438" y="214833"/>
                </a:cubicBezTo>
                <a:cubicBezTo>
                  <a:pt x="3287834" y="215096"/>
                  <a:pt x="3278199" y="228296"/>
                  <a:pt x="3275690" y="231861"/>
                </a:cubicBezTo>
                <a:cubicBezTo>
                  <a:pt x="3273182" y="235425"/>
                  <a:pt x="3282026" y="241496"/>
                  <a:pt x="3289946" y="239384"/>
                </a:cubicBezTo>
                <a:cubicBezTo>
                  <a:pt x="3294171" y="238197"/>
                  <a:pt x="3287438" y="250604"/>
                  <a:pt x="3296944" y="250604"/>
                </a:cubicBezTo>
                <a:cubicBezTo>
                  <a:pt x="3304203" y="250604"/>
                  <a:pt x="3312916" y="244136"/>
                  <a:pt x="3310144" y="237404"/>
                </a:cubicBezTo>
                <a:cubicBezTo>
                  <a:pt x="3307767" y="235160"/>
                  <a:pt x="3303147" y="237404"/>
                  <a:pt x="3298659" y="233576"/>
                </a:cubicBezTo>
                <a:cubicBezTo>
                  <a:pt x="3294171" y="229749"/>
                  <a:pt x="3294304" y="220376"/>
                  <a:pt x="3296019" y="220376"/>
                </a:cubicBezTo>
                <a:cubicBezTo>
                  <a:pt x="3299064" y="219191"/>
                  <a:pt x="3301685" y="217124"/>
                  <a:pt x="3303543" y="214436"/>
                </a:cubicBezTo>
                <a:cubicBezTo>
                  <a:pt x="3304995" y="212984"/>
                  <a:pt x="3309615" y="209684"/>
                  <a:pt x="3309615" y="207308"/>
                </a:cubicBezTo>
                <a:cubicBezTo>
                  <a:pt x="3309615" y="204932"/>
                  <a:pt x="3302752" y="203217"/>
                  <a:pt x="3308560" y="194768"/>
                </a:cubicBezTo>
                <a:cubicBezTo>
                  <a:pt x="3312256" y="189355"/>
                  <a:pt x="3316875" y="189883"/>
                  <a:pt x="3319252" y="189355"/>
                </a:cubicBezTo>
                <a:cubicBezTo>
                  <a:pt x="3321627" y="188827"/>
                  <a:pt x="3324004" y="183152"/>
                  <a:pt x="3325323" y="180248"/>
                </a:cubicBezTo>
                <a:cubicBezTo>
                  <a:pt x="3326831" y="177093"/>
                  <a:pt x="3327769" y="173697"/>
                  <a:pt x="3328096" y="170215"/>
                </a:cubicBezTo>
                <a:cubicBezTo>
                  <a:pt x="3328228" y="161900"/>
                  <a:pt x="3318855" y="158203"/>
                  <a:pt x="3320439" y="151735"/>
                </a:cubicBezTo>
                <a:cubicBezTo>
                  <a:pt x="3323739" y="138667"/>
                  <a:pt x="3355553" y="133651"/>
                  <a:pt x="3358852" y="131407"/>
                </a:cubicBezTo>
                <a:cubicBezTo>
                  <a:pt x="3359775" y="130748"/>
                  <a:pt x="3360568" y="127843"/>
                  <a:pt x="3362285" y="126524"/>
                </a:cubicBezTo>
                <a:cubicBezTo>
                  <a:pt x="3365585" y="124021"/>
                  <a:pt x="3369986" y="123515"/>
                  <a:pt x="3373768" y="125203"/>
                </a:cubicBezTo>
                <a:cubicBezTo>
                  <a:pt x="3378155" y="127377"/>
                  <a:pt x="3382311" y="129987"/>
                  <a:pt x="3386177" y="132991"/>
                </a:cubicBezTo>
                <a:cubicBezTo>
                  <a:pt x="3388698" y="135302"/>
                  <a:pt x="3389889" y="138723"/>
                  <a:pt x="3389345" y="142099"/>
                </a:cubicBezTo>
                <a:cubicBezTo>
                  <a:pt x="3388816" y="146059"/>
                  <a:pt x="3386705" y="157148"/>
                  <a:pt x="3387893" y="158071"/>
                </a:cubicBezTo>
                <a:cubicBezTo>
                  <a:pt x="3389081" y="158996"/>
                  <a:pt x="3376673" y="165728"/>
                  <a:pt x="3370997" y="171271"/>
                </a:cubicBezTo>
                <a:cubicBezTo>
                  <a:pt x="3363792" y="180532"/>
                  <a:pt x="3359231" y="191571"/>
                  <a:pt x="3357796" y="203217"/>
                </a:cubicBezTo>
                <a:cubicBezTo>
                  <a:pt x="3357532" y="204273"/>
                  <a:pt x="3354232" y="212193"/>
                  <a:pt x="3353836" y="214305"/>
                </a:cubicBezTo>
                <a:cubicBezTo>
                  <a:pt x="3353439" y="216417"/>
                  <a:pt x="3351988" y="222356"/>
                  <a:pt x="3350536" y="227505"/>
                </a:cubicBezTo>
                <a:cubicBezTo>
                  <a:pt x="3348727" y="232861"/>
                  <a:pt x="3347835" y="238484"/>
                  <a:pt x="3347896" y="244136"/>
                </a:cubicBezTo>
                <a:cubicBezTo>
                  <a:pt x="3348292" y="247436"/>
                  <a:pt x="3352780" y="246513"/>
                  <a:pt x="3355551" y="246513"/>
                </a:cubicBezTo>
                <a:cubicBezTo>
                  <a:pt x="3361189" y="245229"/>
                  <a:pt x="3366355" y="242393"/>
                  <a:pt x="3370469" y="238328"/>
                </a:cubicBezTo>
                <a:cubicBezTo>
                  <a:pt x="3373876" y="237755"/>
                  <a:pt x="3377356" y="237755"/>
                  <a:pt x="3380764" y="238328"/>
                </a:cubicBezTo>
                <a:cubicBezTo>
                  <a:pt x="3383404" y="239121"/>
                  <a:pt x="3386176" y="243477"/>
                  <a:pt x="3389081" y="244401"/>
                </a:cubicBezTo>
                <a:cubicBezTo>
                  <a:pt x="3391984" y="245324"/>
                  <a:pt x="3396076" y="245589"/>
                  <a:pt x="3398453" y="247173"/>
                </a:cubicBezTo>
                <a:cubicBezTo>
                  <a:pt x="3400829" y="248757"/>
                  <a:pt x="3405977" y="247173"/>
                  <a:pt x="3409145" y="251001"/>
                </a:cubicBezTo>
                <a:lnTo>
                  <a:pt x="3409938" y="250869"/>
                </a:lnTo>
                <a:cubicBezTo>
                  <a:pt x="3414330" y="258218"/>
                  <a:pt x="3416315" y="266756"/>
                  <a:pt x="3415614" y="275289"/>
                </a:cubicBezTo>
                <a:cubicBezTo>
                  <a:pt x="3415398" y="283019"/>
                  <a:pt x="3413315" y="290583"/>
                  <a:pt x="3409541" y="297334"/>
                </a:cubicBezTo>
                <a:cubicBezTo>
                  <a:pt x="3399538" y="303429"/>
                  <a:pt x="3387986" y="306500"/>
                  <a:pt x="3376277" y="306178"/>
                </a:cubicBezTo>
                <a:cubicBezTo>
                  <a:pt x="3372395" y="306167"/>
                  <a:pt x="3368677" y="307740"/>
                  <a:pt x="3365980" y="310534"/>
                </a:cubicBezTo>
                <a:cubicBezTo>
                  <a:pt x="3361599" y="311921"/>
                  <a:pt x="3356843" y="311494"/>
                  <a:pt x="3352780" y="309346"/>
                </a:cubicBezTo>
                <a:cubicBezTo>
                  <a:pt x="3347361" y="308020"/>
                  <a:pt x="3341700" y="308020"/>
                  <a:pt x="3336280" y="309346"/>
                </a:cubicBezTo>
                <a:cubicBezTo>
                  <a:pt x="3324720" y="312493"/>
                  <a:pt x="3314659" y="319653"/>
                  <a:pt x="3307899" y="329542"/>
                </a:cubicBezTo>
                <a:cubicBezTo>
                  <a:pt x="3305389" y="334041"/>
                  <a:pt x="3301807" y="337849"/>
                  <a:pt x="3297472" y="340630"/>
                </a:cubicBezTo>
                <a:cubicBezTo>
                  <a:pt x="3291181" y="344861"/>
                  <a:pt x="3285574" y="350025"/>
                  <a:pt x="3280839" y="355943"/>
                </a:cubicBezTo>
                <a:cubicBezTo>
                  <a:pt x="3278018" y="360661"/>
                  <a:pt x="3277077" y="366268"/>
                  <a:pt x="3278199" y="371651"/>
                </a:cubicBezTo>
                <a:cubicBezTo>
                  <a:pt x="3278727" y="373235"/>
                  <a:pt x="3282291" y="374158"/>
                  <a:pt x="3286119" y="373235"/>
                </a:cubicBezTo>
                <a:cubicBezTo>
                  <a:pt x="3290767" y="371093"/>
                  <a:pt x="3295526" y="369198"/>
                  <a:pt x="3300375" y="367559"/>
                </a:cubicBezTo>
                <a:cubicBezTo>
                  <a:pt x="3304203" y="367031"/>
                  <a:pt x="3306579" y="362279"/>
                  <a:pt x="3309748" y="362542"/>
                </a:cubicBezTo>
                <a:cubicBezTo>
                  <a:pt x="3312916" y="362807"/>
                  <a:pt x="3317140" y="368746"/>
                  <a:pt x="3326116" y="370858"/>
                </a:cubicBezTo>
                <a:cubicBezTo>
                  <a:pt x="3328888" y="371651"/>
                  <a:pt x="3334036" y="374951"/>
                  <a:pt x="3342088" y="377459"/>
                </a:cubicBezTo>
                <a:cubicBezTo>
                  <a:pt x="3343144" y="377722"/>
                  <a:pt x="3349480" y="379043"/>
                  <a:pt x="3348292" y="383795"/>
                </a:cubicBezTo>
                <a:cubicBezTo>
                  <a:pt x="3348086" y="389562"/>
                  <a:pt x="3346693" y="395223"/>
                  <a:pt x="3344200" y="400427"/>
                </a:cubicBezTo>
                <a:cubicBezTo>
                  <a:pt x="3341428" y="403726"/>
                  <a:pt x="3338128" y="407819"/>
                  <a:pt x="3334696" y="408612"/>
                </a:cubicBezTo>
                <a:cubicBezTo>
                  <a:pt x="3328491" y="409799"/>
                  <a:pt x="3324795" y="409931"/>
                  <a:pt x="3317931" y="411780"/>
                </a:cubicBezTo>
                <a:cubicBezTo>
                  <a:pt x="3314500" y="412704"/>
                  <a:pt x="3311991" y="414683"/>
                  <a:pt x="3306579" y="415607"/>
                </a:cubicBezTo>
                <a:cubicBezTo>
                  <a:pt x="3301168" y="416532"/>
                  <a:pt x="3280179" y="420491"/>
                  <a:pt x="3280179" y="427487"/>
                </a:cubicBezTo>
                <a:cubicBezTo>
                  <a:pt x="3280895" y="433535"/>
                  <a:pt x="3281292" y="439616"/>
                  <a:pt x="3281367" y="445704"/>
                </a:cubicBezTo>
                <a:cubicBezTo>
                  <a:pt x="3281065" y="450935"/>
                  <a:pt x="3280402" y="456139"/>
                  <a:pt x="3279386" y="461279"/>
                </a:cubicBezTo>
                <a:cubicBezTo>
                  <a:pt x="3277133" y="466961"/>
                  <a:pt x="3275881" y="472991"/>
                  <a:pt x="3275690" y="479100"/>
                </a:cubicBezTo>
                <a:cubicBezTo>
                  <a:pt x="3276087" y="484645"/>
                  <a:pt x="3269619" y="489925"/>
                  <a:pt x="3268826" y="490981"/>
                </a:cubicBezTo>
                <a:cubicBezTo>
                  <a:pt x="3264602" y="500089"/>
                  <a:pt x="3265263" y="513554"/>
                  <a:pt x="3255626" y="516589"/>
                </a:cubicBezTo>
                <a:cubicBezTo>
                  <a:pt x="3249358" y="519294"/>
                  <a:pt x="3242920" y="521587"/>
                  <a:pt x="3236354" y="523453"/>
                </a:cubicBezTo>
                <a:cubicBezTo>
                  <a:pt x="3231038" y="524151"/>
                  <a:pt x="3225841" y="525572"/>
                  <a:pt x="3220910" y="527677"/>
                </a:cubicBezTo>
                <a:cubicBezTo>
                  <a:pt x="3213323" y="529884"/>
                  <a:pt x="3205264" y="529884"/>
                  <a:pt x="3197678" y="527677"/>
                </a:cubicBezTo>
                <a:cubicBezTo>
                  <a:pt x="3194905" y="525433"/>
                  <a:pt x="3196225" y="518041"/>
                  <a:pt x="3196225" y="513685"/>
                </a:cubicBezTo>
                <a:cubicBezTo>
                  <a:pt x="3196094" y="505632"/>
                  <a:pt x="3175765" y="497184"/>
                  <a:pt x="3173784" y="492432"/>
                </a:cubicBezTo>
                <a:cubicBezTo>
                  <a:pt x="3171804" y="487680"/>
                  <a:pt x="3178801" y="487813"/>
                  <a:pt x="3185797" y="486492"/>
                </a:cubicBezTo>
                <a:cubicBezTo>
                  <a:pt x="3197809" y="484380"/>
                  <a:pt x="3209161" y="483061"/>
                  <a:pt x="3214837" y="481212"/>
                </a:cubicBezTo>
                <a:cubicBezTo>
                  <a:pt x="3226718" y="476856"/>
                  <a:pt x="3231734" y="452568"/>
                  <a:pt x="3237674" y="441611"/>
                </a:cubicBezTo>
                <a:cubicBezTo>
                  <a:pt x="3239522" y="438180"/>
                  <a:pt x="3238994" y="432635"/>
                  <a:pt x="3231337" y="432635"/>
                </a:cubicBezTo>
                <a:cubicBezTo>
                  <a:pt x="3224107" y="433246"/>
                  <a:pt x="3216948" y="434528"/>
                  <a:pt x="3209954" y="436464"/>
                </a:cubicBezTo>
                <a:cubicBezTo>
                  <a:pt x="3202728" y="438362"/>
                  <a:pt x="3195352" y="439642"/>
                  <a:pt x="3187909" y="440292"/>
                </a:cubicBezTo>
                <a:cubicBezTo>
                  <a:pt x="3183025" y="440555"/>
                  <a:pt x="3172728" y="446760"/>
                  <a:pt x="3169825" y="446760"/>
                </a:cubicBezTo>
                <a:cubicBezTo>
                  <a:pt x="3164545" y="446891"/>
                  <a:pt x="3159924" y="449003"/>
                  <a:pt x="3153588" y="442800"/>
                </a:cubicBezTo>
                <a:cubicBezTo>
                  <a:pt x="3151252" y="441434"/>
                  <a:pt x="3148774" y="440327"/>
                  <a:pt x="3146196" y="439499"/>
                </a:cubicBezTo>
                <a:cubicBezTo>
                  <a:pt x="3142632" y="437652"/>
                  <a:pt x="3144480" y="430392"/>
                  <a:pt x="3144480" y="427620"/>
                </a:cubicBezTo>
                <a:cubicBezTo>
                  <a:pt x="3144867" y="422043"/>
                  <a:pt x="3145976" y="416541"/>
                  <a:pt x="3147780" y="411252"/>
                </a:cubicBezTo>
                <a:cubicBezTo>
                  <a:pt x="3152377" y="404575"/>
                  <a:pt x="3159556" y="400125"/>
                  <a:pt x="3167580" y="398974"/>
                </a:cubicBezTo>
                <a:cubicBezTo>
                  <a:pt x="3170353" y="398974"/>
                  <a:pt x="3179066" y="402670"/>
                  <a:pt x="3181969" y="402670"/>
                </a:cubicBezTo>
                <a:cubicBezTo>
                  <a:pt x="3184873" y="402670"/>
                  <a:pt x="3191342" y="396467"/>
                  <a:pt x="3195961" y="393959"/>
                </a:cubicBezTo>
                <a:cubicBezTo>
                  <a:pt x="3201572" y="391897"/>
                  <a:pt x="3207361" y="390350"/>
                  <a:pt x="3213253" y="389339"/>
                </a:cubicBezTo>
                <a:cubicBezTo>
                  <a:pt x="3217005" y="388186"/>
                  <a:pt x="3220531" y="386399"/>
                  <a:pt x="3223682" y="384059"/>
                </a:cubicBezTo>
                <a:cubicBezTo>
                  <a:pt x="3226585" y="382343"/>
                  <a:pt x="3226322" y="380890"/>
                  <a:pt x="3227378" y="377987"/>
                </a:cubicBezTo>
                <a:cubicBezTo>
                  <a:pt x="3228434" y="375082"/>
                  <a:pt x="3227906" y="367559"/>
                  <a:pt x="3229225" y="364787"/>
                </a:cubicBezTo>
                <a:cubicBezTo>
                  <a:pt x="3231350" y="360586"/>
                  <a:pt x="3232988" y="356157"/>
                  <a:pt x="3234110" y="351587"/>
                </a:cubicBezTo>
                <a:cubicBezTo>
                  <a:pt x="3234770" y="347891"/>
                  <a:pt x="3226850" y="350662"/>
                  <a:pt x="3224078" y="350662"/>
                </a:cubicBezTo>
                <a:cubicBezTo>
                  <a:pt x="3219713" y="351864"/>
                  <a:pt x="3215835" y="354403"/>
                  <a:pt x="3212989" y="357923"/>
                </a:cubicBezTo>
                <a:cubicBezTo>
                  <a:pt x="3209430" y="361114"/>
                  <a:pt x="3205113" y="363342"/>
                  <a:pt x="3200448" y="364391"/>
                </a:cubicBezTo>
                <a:cubicBezTo>
                  <a:pt x="3197029" y="365577"/>
                  <a:pt x="3193308" y="365577"/>
                  <a:pt x="3189889" y="364391"/>
                </a:cubicBezTo>
                <a:cubicBezTo>
                  <a:pt x="3185929" y="362279"/>
                  <a:pt x="3185929" y="359507"/>
                  <a:pt x="3185930" y="354755"/>
                </a:cubicBezTo>
                <a:cubicBezTo>
                  <a:pt x="3185518" y="349780"/>
                  <a:pt x="3186524" y="344792"/>
                  <a:pt x="3188833" y="340366"/>
                </a:cubicBezTo>
                <a:cubicBezTo>
                  <a:pt x="3191209" y="337594"/>
                  <a:pt x="3190286" y="322810"/>
                  <a:pt x="3199922" y="313965"/>
                </a:cubicBezTo>
                <a:cubicBezTo>
                  <a:pt x="3203090" y="311193"/>
                  <a:pt x="3211934" y="315021"/>
                  <a:pt x="3215497" y="312909"/>
                </a:cubicBezTo>
                <a:cubicBezTo>
                  <a:pt x="3217367" y="311537"/>
                  <a:pt x="3219305" y="310259"/>
                  <a:pt x="3221305" y="309081"/>
                </a:cubicBezTo>
                <a:cubicBezTo>
                  <a:pt x="3224473" y="307762"/>
                  <a:pt x="3231867" y="308685"/>
                  <a:pt x="3235695" y="307762"/>
                </a:cubicBezTo>
                <a:cubicBezTo>
                  <a:pt x="3241243" y="306805"/>
                  <a:pt x="3246715" y="305437"/>
                  <a:pt x="3252063" y="303670"/>
                </a:cubicBezTo>
                <a:cubicBezTo>
                  <a:pt x="3254043" y="303010"/>
                  <a:pt x="3261962" y="303010"/>
                  <a:pt x="3264339" y="301558"/>
                </a:cubicBezTo>
                <a:cubicBezTo>
                  <a:pt x="3266714" y="300105"/>
                  <a:pt x="3265923" y="300502"/>
                  <a:pt x="3274634" y="297862"/>
                </a:cubicBezTo>
                <a:cubicBezTo>
                  <a:pt x="3273843" y="297598"/>
                  <a:pt x="3278199" y="294957"/>
                  <a:pt x="3280707" y="293506"/>
                </a:cubicBezTo>
                <a:cubicBezTo>
                  <a:pt x="3285476" y="292780"/>
                  <a:pt x="3290326" y="292780"/>
                  <a:pt x="3295095" y="293506"/>
                </a:cubicBezTo>
                <a:cubicBezTo>
                  <a:pt x="3299452" y="294429"/>
                  <a:pt x="3304731" y="293506"/>
                  <a:pt x="3306844" y="293506"/>
                </a:cubicBezTo>
                <a:cubicBezTo>
                  <a:pt x="3310694" y="295165"/>
                  <a:pt x="3314803" y="296147"/>
                  <a:pt x="3318987" y="296409"/>
                </a:cubicBezTo>
                <a:cubicBezTo>
                  <a:pt x="3321760" y="296278"/>
                  <a:pt x="3329284" y="289942"/>
                  <a:pt x="3332187" y="289942"/>
                </a:cubicBezTo>
                <a:cubicBezTo>
                  <a:pt x="3337538" y="287421"/>
                  <a:pt x="3340558" y="281650"/>
                  <a:pt x="3339579" y="275817"/>
                </a:cubicBezTo>
                <a:cubicBezTo>
                  <a:pt x="3333663" y="275644"/>
                  <a:pt x="3327753" y="276310"/>
                  <a:pt x="3322023" y="277797"/>
                </a:cubicBezTo>
                <a:cubicBezTo>
                  <a:pt x="3318064" y="279381"/>
                  <a:pt x="3306183" y="279117"/>
                  <a:pt x="3303543" y="280437"/>
                </a:cubicBezTo>
                <a:cubicBezTo>
                  <a:pt x="3294223" y="283664"/>
                  <a:pt x="3284287" y="284703"/>
                  <a:pt x="3274503" y="283474"/>
                </a:cubicBezTo>
                <a:cubicBezTo>
                  <a:pt x="3269451" y="283723"/>
                  <a:pt x="3264487" y="284886"/>
                  <a:pt x="3259850" y="286905"/>
                </a:cubicBezTo>
                <a:cubicBezTo>
                  <a:pt x="3255076" y="288391"/>
                  <a:pt x="3250168" y="289408"/>
                  <a:pt x="3245197" y="289942"/>
                </a:cubicBezTo>
                <a:cubicBezTo>
                  <a:pt x="3237231" y="290549"/>
                  <a:pt x="3229302" y="291562"/>
                  <a:pt x="3221437" y="292978"/>
                </a:cubicBezTo>
                <a:cubicBezTo>
                  <a:pt x="3217346" y="293902"/>
                  <a:pt x="3208633" y="295222"/>
                  <a:pt x="3203221" y="296674"/>
                </a:cubicBezTo>
                <a:cubicBezTo>
                  <a:pt x="3195668" y="298532"/>
                  <a:pt x="3188422" y="301466"/>
                  <a:pt x="3181704" y="305385"/>
                </a:cubicBezTo>
                <a:cubicBezTo>
                  <a:pt x="3176466" y="310556"/>
                  <a:pt x="3172017" y="316472"/>
                  <a:pt x="3168504" y="322941"/>
                </a:cubicBezTo>
                <a:cubicBezTo>
                  <a:pt x="3166636" y="325645"/>
                  <a:pt x="3164514" y="328165"/>
                  <a:pt x="3162168" y="330466"/>
                </a:cubicBezTo>
                <a:cubicBezTo>
                  <a:pt x="3151476" y="338255"/>
                  <a:pt x="3144877" y="349606"/>
                  <a:pt x="3134712" y="351455"/>
                </a:cubicBezTo>
                <a:cubicBezTo>
                  <a:pt x="3130565" y="352736"/>
                  <a:pt x="3126092" y="350912"/>
                  <a:pt x="3124020" y="347098"/>
                </a:cubicBezTo>
                <a:cubicBezTo>
                  <a:pt x="3119440" y="339422"/>
                  <a:pt x="3116684" y="330796"/>
                  <a:pt x="3115968" y="321885"/>
                </a:cubicBezTo>
                <a:cubicBezTo>
                  <a:pt x="3115968" y="313834"/>
                  <a:pt x="3120587" y="311855"/>
                  <a:pt x="3115968" y="296541"/>
                </a:cubicBezTo>
                <a:cubicBezTo>
                  <a:pt x="3115279" y="292641"/>
                  <a:pt x="3116802" y="288679"/>
                  <a:pt x="3119927" y="286245"/>
                </a:cubicBezTo>
                <a:cubicBezTo>
                  <a:pt x="3122613" y="285110"/>
                  <a:pt x="3125073" y="283500"/>
                  <a:pt x="3127188" y="281493"/>
                </a:cubicBezTo>
                <a:cubicBezTo>
                  <a:pt x="3133610" y="272053"/>
                  <a:pt x="3139515" y="262270"/>
                  <a:pt x="3144877" y="252188"/>
                </a:cubicBezTo>
                <a:cubicBezTo>
                  <a:pt x="3144877" y="252188"/>
                  <a:pt x="3147780" y="250473"/>
                  <a:pt x="3149892" y="252188"/>
                </a:cubicBezTo>
                <a:cubicBezTo>
                  <a:pt x="3152191" y="259540"/>
                  <a:pt x="3153393" y="267191"/>
                  <a:pt x="3153457" y="274893"/>
                </a:cubicBezTo>
                <a:cubicBezTo>
                  <a:pt x="3153408" y="275689"/>
                  <a:pt x="3153525" y="276486"/>
                  <a:pt x="3153798" y="277236"/>
                </a:cubicBezTo>
                <a:cubicBezTo>
                  <a:pt x="3154897" y="280249"/>
                  <a:pt x="3158231" y="281801"/>
                  <a:pt x="3161244" y="280701"/>
                </a:cubicBezTo>
                <a:cubicBezTo>
                  <a:pt x="3166603" y="279585"/>
                  <a:pt x="3171733" y="277577"/>
                  <a:pt x="3176424" y="274761"/>
                </a:cubicBezTo>
                <a:cubicBezTo>
                  <a:pt x="3177349" y="274101"/>
                  <a:pt x="3181573" y="272254"/>
                  <a:pt x="3181573" y="269614"/>
                </a:cubicBezTo>
                <a:cubicBezTo>
                  <a:pt x="3180662" y="265952"/>
                  <a:pt x="3179333" y="262409"/>
                  <a:pt x="3177612" y="259054"/>
                </a:cubicBezTo>
                <a:cubicBezTo>
                  <a:pt x="3176201" y="254055"/>
                  <a:pt x="3175317" y="248923"/>
                  <a:pt x="3174972" y="243740"/>
                </a:cubicBezTo>
                <a:cubicBezTo>
                  <a:pt x="3174972" y="240968"/>
                  <a:pt x="3176161" y="224600"/>
                  <a:pt x="3177349" y="212324"/>
                </a:cubicBezTo>
                <a:cubicBezTo>
                  <a:pt x="3178141" y="205460"/>
                  <a:pt x="3175105" y="197275"/>
                  <a:pt x="3175105" y="179060"/>
                </a:cubicBezTo>
                <a:cubicBezTo>
                  <a:pt x="3175400" y="172582"/>
                  <a:pt x="3174366" y="166115"/>
                  <a:pt x="3172069" y="160052"/>
                </a:cubicBezTo>
                <a:cubicBezTo>
                  <a:pt x="3168769" y="158071"/>
                  <a:pt x="3173258" y="150283"/>
                  <a:pt x="3178405" y="149095"/>
                </a:cubicBezTo>
                <a:cubicBezTo>
                  <a:pt x="3181434" y="148833"/>
                  <a:pt x="3184483" y="148833"/>
                  <a:pt x="3187513" y="149095"/>
                </a:cubicBezTo>
                <a:cubicBezTo>
                  <a:pt x="3189493" y="148963"/>
                  <a:pt x="3189228" y="144871"/>
                  <a:pt x="3192133" y="146059"/>
                </a:cubicBezTo>
                <a:cubicBezTo>
                  <a:pt x="3195036" y="147248"/>
                  <a:pt x="3194510" y="147776"/>
                  <a:pt x="3196094" y="152000"/>
                </a:cubicBezTo>
                <a:cubicBezTo>
                  <a:pt x="3197678" y="156224"/>
                  <a:pt x="3196489" y="158468"/>
                  <a:pt x="3197678" y="162823"/>
                </a:cubicBezTo>
                <a:cubicBezTo>
                  <a:pt x="3198865" y="167179"/>
                  <a:pt x="3197017" y="173515"/>
                  <a:pt x="3198865" y="176023"/>
                </a:cubicBezTo>
                <a:cubicBezTo>
                  <a:pt x="3200019" y="178676"/>
                  <a:pt x="3200019" y="181687"/>
                  <a:pt x="3198865" y="184340"/>
                </a:cubicBezTo>
                <a:cubicBezTo>
                  <a:pt x="3198315" y="187351"/>
                  <a:pt x="3198315" y="190436"/>
                  <a:pt x="3198865" y="193448"/>
                </a:cubicBezTo>
                <a:cubicBezTo>
                  <a:pt x="3199922" y="196880"/>
                  <a:pt x="3198469" y="200443"/>
                  <a:pt x="3198865" y="204932"/>
                </a:cubicBezTo>
                <a:cubicBezTo>
                  <a:pt x="3199262" y="209420"/>
                  <a:pt x="3200185" y="224204"/>
                  <a:pt x="3200185" y="227372"/>
                </a:cubicBezTo>
                <a:cubicBezTo>
                  <a:pt x="3200185" y="230540"/>
                  <a:pt x="3203881" y="235557"/>
                  <a:pt x="3203090" y="242421"/>
                </a:cubicBezTo>
                <a:cubicBezTo>
                  <a:pt x="3203090" y="245192"/>
                  <a:pt x="3203090" y="250869"/>
                  <a:pt x="3203090" y="253509"/>
                </a:cubicBezTo>
                <a:cubicBezTo>
                  <a:pt x="3202297" y="259185"/>
                  <a:pt x="3197413" y="263541"/>
                  <a:pt x="3198601" y="266709"/>
                </a:cubicBezTo>
                <a:cubicBezTo>
                  <a:pt x="3199751" y="269633"/>
                  <a:pt x="3202038" y="271967"/>
                  <a:pt x="3204937" y="273177"/>
                </a:cubicBezTo>
                <a:cubicBezTo>
                  <a:pt x="3208501" y="273970"/>
                  <a:pt x="3214573" y="269746"/>
                  <a:pt x="3217476" y="269746"/>
                </a:cubicBezTo>
                <a:cubicBezTo>
                  <a:pt x="3221097" y="269838"/>
                  <a:pt x="3224719" y="269618"/>
                  <a:pt x="3228301" y="269085"/>
                </a:cubicBezTo>
                <a:cubicBezTo>
                  <a:pt x="3234062" y="267377"/>
                  <a:pt x="3239995" y="266316"/>
                  <a:pt x="3245990" y="265916"/>
                </a:cubicBezTo>
                <a:cubicBezTo>
                  <a:pt x="3248630" y="265785"/>
                  <a:pt x="3253250" y="262617"/>
                  <a:pt x="3255626" y="262617"/>
                </a:cubicBezTo>
                <a:cubicBezTo>
                  <a:pt x="3258418" y="261417"/>
                  <a:pt x="3260968" y="259718"/>
                  <a:pt x="3263150" y="257601"/>
                </a:cubicBezTo>
                <a:cubicBezTo>
                  <a:pt x="3264743" y="256164"/>
                  <a:pt x="3265176" y="253839"/>
                  <a:pt x="3264206" y="251925"/>
                </a:cubicBezTo>
                <a:cubicBezTo>
                  <a:pt x="3262358" y="247305"/>
                  <a:pt x="3258531" y="249153"/>
                  <a:pt x="3253645" y="250869"/>
                </a:cubicBezTo>
                <a:cubicBezTo>
                  <a:pt x="3251005" y="251925"/>
                  <a:pt x="3245727" y="256545"/>
                  <a:pt x="3244010" y="254828"/>
                </a:cubicBezTo>
                <a:cubicBezTo>
                  <a:pt x="3240986" y="253003"/>
                  <a:pt x="3239797" y="249210"/>
                  <a:pt x="3241238" y="245985"/>
                </a:cubicBezTo>
                <a:cubicBezTo>
                  <a:pt x="3241898" y="243080"/>
                  <a:pt x="3239259" y="237537"/>
                  <a:pt x="3235430" y="238725"/>
                </a:cubicBezTo>
                <a:cubicBezTo>
                  <a:pt x="3231602" y="239912"/>
                  <a:pt x="3231337" y="245457"/>
                  <a:pt x="3231602" y="249550"/>
                </a:cubicBezTo>
                <a:cubicBezTo>
                  <a:pt x="3231867" y="253641"/>
                  <a:pt x="3228829" y="254565"/>
                  <a:pt x="3226982" y="256017"/>
                </a:cubicBezTo>
                <a:cubicBezTo>
                  <a:pt x="3225134" y="257468"/>
                  <a:pt x="3223417" y="260636"/>
                  <a:pt x="3220514" y="259449"/>
                </a:cubicBezTo>
                <a:cubicBezTo>
                  <a:pt x="3216111" y="256925"/>
                  <a:pt x="3213546" y="252102"/>
                  <a:pt x="3213913" y="247041"/>
                </a:cubicBezTo>
                <a:cubicBezTo>
                  <a:pt x="3213781" y="244268"/>
                  <a:pt x="3214837" y="224072"/>
                  <a:pt x="3214837" y="221432"/>
                </a:cubicBezTo>
                <a:cubicBezTo>
                  <a:pt x="3215365" y="216020"/>
                  <a:pt x="3211934" y="208628"/>
                  <a:pt x="3211934" y="204008"/>
                </a:cubicBezTo>
                <a:cubicBezTo>
                  <a:pt x="3212368" y="195786"/>
                  <a:pt x="3212368" y="187547"/>
                  <a:pt x="3211934" y="179325"/>
                </a:cubicBezTo>
                <a:cubicBezTo>
                  <a:pt x="3211480" y="176518"/>
                  <a:pt x="3210864" y="173741"/>
                  <a:pt x="3210085" y="171008"/>
                </a:cubicBezTo>
                <a:cubicBezTo>
                  <a:pt x="3210478" y="166582"/>
                  <a:pt x="3212229" y="162385"/>
                  <a:pt x="3215102" y="158996"/>
                </a:cubicBezTo>
                <a:cubicBezTo>
                  <a:pt x="3217261" y="156455"/>
                  <a:pt x="3220258" y="154770"/>
                  <a:pt x="3223550" y="154243"/>
                </a:cubicBezTo>
                <a:cubicBezTo>
                  <a:pt x="3226718" y="153584"/>
                  <a:pt x="3227643" y="161767"/>
                  <a:pt x="3227641" y="167444"/>
                </a:cubicBezTo>
                <a:cubicBezTo>
                  <a:pt x="3227522" y="170461"/>
                  <a:pt x="3228507" y="173417"/>
                  <a:pt x="3230413" y="175760"/>
                </a:cubicBezTo>
                <a:cubicBezTo>
                  <a:pt x="3232910" y="184837"/>
                  <a:pt x="3234241" y="194197"/>
                  <a:pt x="3234374" y="203612"/>
                </a:cubicBezTo>
                <a:cubicBezTo>
                  <a:pt x="3234242" y="208760"/>
                  <a:pt x="3235033" y="208100"/>
                  <a:pt x="3238070" y="210081"/>
                </a:cubicBezTo>
                <a:cubicBezTo>
                  <a:pt x="3241106" y="212060"/>
                  <a:pt x="3250214" y="208232"/>
                  <a:pt x="3252459" y="210081"/>
                </a:cubicBezTo>
                <a:cubicBezTo>
                  <a:pt x="3254703" y="211928"/>
                  <a:pt x="3255759" y="216945"/>
                  <a:pt x="3257871" y="216945"/>
                </a:cubicBezTo>
                <a:cubicBezTo>
                  <a:pt x="3264602" y="217868"/>
                  <a:pt x="3269222" y="207308"/>
                  <a:pt x="3271071" y="204668"/>
                </a:cubicBezTo>
                <a:cubicBezTo>
                  <a:pt x="3275955" y="197803"/>
                  <a:pt x="3265526" y="188301"/>
                  <a:pt x="3264074" y="188036"/>
                </a:cubicBezTo>
                <a:cubicBezTo>
                  <a:pt x="3262622" y="187771"/>
                  <a:pt x="3258398" y="191600"/>
                  <a:pt x="3252459" y="192523"/>
                </a:cubicBezTo>
                <a:cubicBezTo>
                  <a:pt x="3246518" y="193448"/>
                  <a:pt x="3249026" y="197672"/>
                  <a:pt x="3244274" y="196352"/>
                </a:cubicBezTo>
                <a:cubicBezTo>
                  <a:pt x="3239522" y="195032"/>
                  <a:pt x="3241634" y="184603"/>
                  <a:pt x="3244274" y="179853"/>
                </a:cubicBezTo>
                <a:cubicBezTo>
                  <a:pt x="3246964" y="175910"/>
                  <a:pt x="3248683" y="171386"/>
                  <a:pt x="3249290" y="166652"/>
                </a:cubicBezTo>
                <a:cubicBezTo>
                  <a:pt x="3248762" y="160976"/>
                  <a:pt x="3243746" y="154112"/>
                  <a:pt x="3243746" y="152000"/>
                </a:cubicBezTo>
                <a:cubicBezTo>
                  <a:pt x="3243746" y="149888"/>
                  <a:pt x="3250214" y="142891"/>
                  <a:pt x="3252986" y="142759"/>
                </a:cubicBezTo>
                <a:cubicBezTo>
                  <a:pt x="3255759" y="142627"/>
                  <a:pt x="3260511" y="151075"/>
                  <a:pt x="3263151" y="151075"/>
                </a:cubicBezTo>
                <a:cubicBezTo>
                  <a:pt x="3265790" y="151075"/>
                  <a:pt x="3272391" y="140779"/>
                  <a:pt x="3275427" y="134839"/>
                </a:cubicBezTo>
                <a:cubicBezTo>
                  <a:pt x="3277406" y="131143"/>
                  <a:pt x="3278595" y="120583"/>
                  <a:pt x="3284535" y="117943"/>
                </a:cubicBezTo>
                <a:cubicBezTo>
                  <a:pt x="3286911" y="117943"/>
                  <a:pt x="3290211" y="119130"/>
                  <a:pt x="3291927" y="117943"/>
                </a:cubicBezTo>
                <a:cubicBezTo>
                  <a:pt x="3294220" y="116805"/>
                  <a:pt x="3296761" y="116260"/>
                  <a:pt x="3299319" y="116359"/>
                </a:cubicBezTo>
                <a:close/>
                <a:moveTo>
                  <a:pt x="370226" y="103560"/>
                </a:moveTo>
                <a:cubicBezTo>
                  <a:pt x="316155" y="106189"/>
                  <a:pt x="262263" y="124438"/>
                  <a:pt x="215669" y="159328"/>
                </a:cubicBezTo>
                <a:lnTo>
                  <a:pt x="215631" y="159328"/>
                </a:lnTo>
                <a:cubicBezTo>
                  <a:pt x="144751" y="212382"/>
                  <a:pt x="103072" y="295775"/>
                  <a:pt x="103178" y="384310"/>
                </a:cubicBezTo>
                <a:cubicBezTo>
                  <a:pt x="103170" y="398633"/>
                  <a:pt x="104249" y="412934"/>
                  <a:pt x="106396" y="427095"/>
                </a:cubicBezTo>
                <a:cubicBezTo>
                  <a:pt x="106585" y="428269"/>
                  <a:pt x="106851" y="429404"/>
                  <a:pt x="107040" y="430578"/>
                </a:cubicBezTo>
                <a:cubicBezTo>
                  <a:pt x="107911" y="435841"/>
                  <a:pt x="108933" y="441028"/>
                  <a:pt x="110069" y="446178"/>
                </a:cubicBezTo>
                <a:cubicBezTo>
                  <a:pt x="111735" y="453447"/>
                  <a:pt x="113552" y="460679"/>
                  <a:pt x="115748" y="467722"/>
                </a:cubicBezTo>
                <a:cubicBezTo>
                  <a:pt x="118172" y="475294"/>
                  <a:pt x="120973" y="482867"/>
                  <a:pt x="124002" y="490440"/>
                </a:cubicBezTo>
                <a:cubicBezTo>
                  <a:pt x="124419" y="491424"/>
                  <a:pt x="124798" y="492484"/>
                  <a:pt x="125214" y="493469"/>
                </a:cubicBezTo>
                <a:cubicBezTo>
                  <a:pt x="133976" y="514305"/>
                  <a:pt x="145213" y="534008"/>
                  <a:pt x="158685" y="552156"/>
                </a:cubicBezTo>
                <a:lnTo>
                  <a:pt x="158874" y="552383"/>
                </a:lnTo>
                <a:cubicBezTo>
                  <a:pt x="158969" y="552512"/>
                  <a:pt x="159064" y="552637"/>
                  <a:pt x="159158" y="552766"/>
                </a:cubicBezTo>
                <a:cubicBezTo>
                  <a:pt x="194049" y="599359"/>
                  <a:pt x="240626" y="632037"/>
                  <a:pt x="291771" y="649778"/>
                </a:cubicBezTo>
                <a:lnTo>
                  <a:pt x="303575" y="652644"/>
                </a:lnTo>
                <a:lnTo>
                  <a:pt x="303028" y="649706"/>
                </a:lnTo>
                <a:cubicBezTo>
                  <a:pt x="302053" y="646256"/>
                  <a:pt x="300330" y="642365"/>
                  <a:pt x="297339" y="640604"/>
                </a:cubicBezTo>
                <a:cubicBezTo>
                  <a:pt x="294014" y="638844"/>
                  <a:pt x="290459" y="637572"/>
                  <a:pt x="286775" y="636818"/>
                </a:cubicBezTo>
                <a:lnTo>
                  <a:pt x="285149" y="635324"/>
                </a:lnTo>
                <a:lnTo>
                  <a:pt x="301352" y="638068"/>
                </a:lnTo>
                <a:cubicBezTo>
                  <a:pt x="309417" y="641437"/>
                  <a:pt x="311954" y="654500"/>
                  <a:pt x="311954" y="654500"/>
                </a:cubicBezTo>
                <a:cubicBezTo>
                  <a:pt x="311954" y="654500"/>
                  <a:pt x="315248" y="654349"/>
                  <a:pt x="316763" y="654500"/>
                </a:cubicBezTo>
                <a:lnTo>
                  <a:pt x="318067" y="656163"/>
                </a:lnTo>
                <a:lnTo>
                  <a:pt x="319172" y="656431"/>
                </a:lnTo>
                <a:lnTo>
                  <a:pt x="331037" y="656431"/>
                </a:lnTo>
                <a:lnTo>
                  <a:pt x="330882" y="659274"/>
                </a:lnTo>
                <a:lnTo>
                  <a:pt x="344175" y="662502"/>
                </a:lnTo>
                <a:cubicBezTo>
                  <a:pt x="361975" y="665059"/>
                  <a:pt x="380018" y="665917"/>
                  <a:pt x="398042" y="665041"/>
                </a:cubicBezTo>
                <a:lnTo>
                  <a:pt x="444656" y="658212"/>
                </a:lnTo>
                <a:lnTo>
                  <a:pt x="444625" y="658210"/>
                </a:lnTo>
                <a:lnTo>
                  <a:pt x="446784" y="657528"/>
                </a:lnTo>
                <a:lnTo>
                  <a:pt x="433229" y="657528"/>
                </a:lnTo>
                <a:cubicBezTo>
                  <a:pt x="433229" y="657528"/>
                  <a:pt x="433910" y="643519"/>
                  <a:pt x="425656" y="640339"/>
                </a:cubicBezTo>
                <a:cubicBezTo>
                  <a:pt x="419507" y="637832"/>
                  <a:pt x="412677" y="637548"/>
                  <a:pt x="406346" y="639544"/>
                </a:cubicBezTo>
                <a:cubicBezTo>
                  <a:pt x="399455" y="641891"/>
                  <a:pt x="397713" y="653629"/>
                  <a:pt x="396691" y="654310"/>
                </a:cubicBezTo>
                <a:lnTo>
                  <a:pt x="395818" y="656327"/>
                </a:lnTo>
                <a:lnTo>
                  <a:pt x="395820" y="656279"/>
                </a:lnTo>
                <a:lnTo>
                  <a:pt x="395707" y="656582"/>
                </a:lnTo>
                <a:lnTo>
                  <a:pt x="395818" y="656327"/>
                </a:lnTo>
                <a:lnTo>
                  <a:pt x="395517" y="662148"/>
                </a:lnTo>
                <a:cubicBezTo>
                  <a:pt x="393230" y="662455"/>
                  <a:pt x="390913" y="662455"/>
                  <a:pt x="388626" y="662148"/>
                </a:cubicBezTo>
                <a:cubicBezTo>
                  <a:pt x="387642" y="661807"/>
                  <a:pt x="392412" y="661580"/>
                  <a:pt x="391542" y="661088"/>
                </a:cubicBezTo>
                <a:cubicBezTo>
                  <a:pt x="390671" y="660595"/>
                  <a:pt x="389497" y="660860"/>
                  <a:pt x="389118" y="660671"/>
                </a:cubicBezTo>
                <a:cubicBezTo>
                  <a:pt x="388096" y="660141"/>
                  <a:pt x="390103" y="660141"/>
                  <a:pt x="390178" y="659535"/>
                </a:cubicBezTo>
                <a:cubicBezTo>
                  <a:pt x="390254" y="658929"/>
                  <a:pt x="386846" y="659535"/>
                  <a:pt x="386392" y="659535"/>
                </a:cubicBezTo>
                <a:cubicBezTo>
                  <a:pt x="385938" y="659535"/>
                  <a:pt x="387869" y="658551"/>
                  <a:pt x="387869" y="658551"/>
                </a:cubicBezTo>
                <a:lnTo>
                  <a:pt x="381357" y="658551"/>
                </a:lnTo>
                <a:lnTo>
                  <a:pt x="382682" y="657528"/>
                </a:lnTo>
                <a:lnTo>
                  <a:pt x="369316" y="657528"/>
                </a:lnTo>
                <a:cubicBezTo>
                  <a:pt x="369316" y="657528"/>
                  <a:pt x="370035" y="643519"/>
                  <a:pt x="361743" y="640339"/>
                </a:cubicBezTo>
                <a:cubicBezTo>
                  <a:pt x="355594" y="637832"/>
                  <a:pt x="348764" y="637548"/>
                  <a:pt x="342433" y="639544"/>
                </a:cubicBezTo>
                <a:cubicBezTo>
                  <a:pt x="335542" y="641891"/>
                  <a:pt x="333801" y="653629"/>
                  <a:pt x="332778" y="654310"/>
                </a:cubicBezTo>
                <a:cubicBezTo>
                  <a:pt x="331756" y="654992"/>
                  <a:pt x="331074" y="653780"/>
                  <a:pt x="331074" y="653780"/>
                </a:cubicBezTo>
                <a:cubicBezTo>
                  <a:pt x="331074" y="653780"/>
                  <a:pt x="332551" y="644390"/>
                  <a:pt x="335315" y="641588"/>
                </a:cubicBezTo>
                <a:cubicBezTo>
                  <a:pt x="339582" y="637272"/>
                  <a:pt x="345451" y="634913"/>
                  <a:pt x="351520" y="635076"/>
                </a:cubicBezTo>
                <a:cubicBezTo>
                  <a:pt x="361289" y="634394"/>
                  <a:pt x="370149" y="636893"/>
                  <a:pt x="374238" y="641020"/>
                </a:cubicBezTo>
                <a:cubicBezTo>
                  <a:pt x="378327" y="645147"/>
                  <a:pt x="378592" y="655711"/>
                  <a:pt x="378592" y="655711"/>
                </a:cubicBezTo>
                <a:lnTo>
                  <a:pt x="393738" y="655332"/>
                </a:lnTo>
                <a:cubicBezTo>
                  <a:pt x="393738" y="655332"/>
                  <a:pt x="396653" y="644390"/>
                  <a:pt x="399417" y="641588"/>
                </a:cubicBezTo>
                <a:cubicBezTo>
                  <a:pt x="403681" y="637264"/>
                  <a:pt x="409549" y="634905"/>
                  <a:pt x="415622" y="635076"/>
                </a:cubicBezTo>
                <a:cubicBezTo>
                  <a:pt x="425391" y="634394"/>
                  <a:pt x="434251" y="636893"/>
                  <a:pt x="438340" y="641020"/>
                </a:cubicBezTo>
                <a:cubicBezTo>
                  <a:pt x="442430" y="645147"/>
                  <a:pt x="442694" y="655711"/>
                  <a:pt x="442694" y="655711"/>
                </a:cubicBezTo>
                <a:lnTo>
                  <a:pt x="456880" y="655356"/>
                </a:lnTo>
                <a:lnTo>
                  <a:pt x="457958" y="654973"/>
                </a:lnTo>
                <a:lnTo>
                  <a:pt x="460140" y="648285"/>
                </a:lnTo>
                <a:cubicBezTo>
                  <a:pt x="461636" y="644484"/>
                  <a:pt x="463822" y="640130"/>
                  <a:pt x="466586" y="637915"/>
                </a:cubicBezTo>
                <a:cubicBezTo>
                  <a:pt x="472114" y="633486"/>
                  <a:pt x="482451" y="634319"/>
                  <a:pt x="482451" y="634319"/>
                </a:cubicBezTo>
                <a:lnTo>
                  <a:pt x="482451" y="639922"/>
                </a:lnTo>
                <a:cubicBezTo>
                  <a:pt x="482451" y="639922"/>
                  <a:pt x="471092" y="638976"/>
                  <a:pt x="466700" y="642194"/>
                </a:cubicBezTo>
                <a:cubicBezTo>
                  <a:pt x="464504" y="643803"/>
                  <a:pt x="462923" y="646794"/>
                  <a:pt x="461877" y="649587"/>
                </a:cubicBezTo>
                <a:lnTo>
                  <a:pt x="460732" y="653986"/>
                </a:lnTo>
                <a:lnTo>
                  <a:pt x="503835" y="638653"/>
                </a:lnTo>
                <a:cubicBezTo>
                  <a:pt x="520724" y="630683"/>
                  <a:pt x="537066" y="620902"/>
                  <a:pt x="552597" y="609272"/>
                </a:cubicBezTo>
                <a:cubicBezTo>
                  <a:pt x="676848" y="516236"/>
                  <a:pt x="702148" y="340086"/>
                  <a:pt x="609107" y="215838"/>
                </a:cubicBezTo>
                <a:cubicBezTo>
                  <a:pt x="550957" y="138181"/>
                  <a:pt x="460343" y="99177"/>
                  <a:pt x="370226" y="103560"/>
                </a:cubicBezTo>
                <a:close/>
                <a:moveTo>
                  <a:pt x="248761" y="101814"/>
                </a:moveTo>
                <a:cubicBezTo>
                  <a:pt x="248394" y="102170"/>
                  <a:pt x="248004" y="102499"/>
                  <a:pt x="247587" y="102799"/>
                </a:cubicBezTo>
                <a:cubicBezTo>
                  <a:pt x="247247" y="102988"/>
                  <a:pt x="246224" y="102874"/>
                  <a:pt x="245846" y="103215"/>
                </a:cubicBezTo>
                <a:cubicBezTo>
                  <a:pt x="245350" y="103556"/>
                  <a:pt x="244797" y="103813"/>
                  <a:pt x="244218" y="103972"/>
                </a:cubicBezTo>
                <a:cubicBezTo>
                  <a:pt x="243801" y="103972"/>
                  <a:pt x="242930" y="103442"/>
                  <a:pt x="242249" y="103972"/>
                </a:cubicBezTo>
                <a:cubicBezTo>
                  <a:pt x="241567" y="104502"/>
                  <a:pt x="240999" y="104162"/>
                  <a:pt x="240583" y="104502"/>
                </a:cubicBezTo>
                <a:lnTo>
                  <a:pt x="240469" y="104351"/>
                </a:lnTo>
                <a:cubicBezTo>
                  <a:pt x="240128" y="105184"/>
                  <a:pt x="241189" y="106055"/>
                  <a:pt x="241264" y="106926"/>
                </a:cubicBezTo>
                <a:cubicBezTo>
                  <a:pt x="241279" y="107478"/>
                  <a:pt x="241525" y="108001"/>
                  <a:pt x="241946" y="108364"/>
                </a:cubicBezTo>
                <a:cubicBezTo>
                  <a:pt x="242726" y="108792"/>
                  <a:pt x="243381" y="109417"/>
                  <a:pt x="243839" y="110182"/>
                </a:cubicBezTo>
                <a:cubicBezTo>
                  <a:pt x="244218" y="110750"/>
                  <a:pt x="245770" y="111166"/>
                  <a:pt x="245997" y="111545"/>
                </a:cubicBezTo>
                <a:cubicBezTo>
                  <a:pt x="246224" y="111924"/>
                  <a:pt x="248042" y="112681"/>
                  <a:pt x="248572" y="113059"/>
                </a:cubicBezTo>
                <a:cubicBezTo>
                  <a:pt x="249102" y="113438"/>
                  <a:pt x="249329" y="114347"/>
                  <a:pt x="249670" y="114688"/>
                </a:cubicBezTo>
                <a:cubicBezTo>
                  <a:pt x="250098" y="115312"/>
                  <a:pt x="250904" y="115551"/>
                  <a:pt x="251601" y="115256"/>
                </a:cubicBezTo>
                <a:cubicBezTo>
                  <a:pt x="251979" y="115028"/>
                  <a:pt x="252358" y="113930"/>
                  <a:pt x="252699" y="113590"/>
                </a:cubicBezTo>
                <a:cubicBezTo>
                  <a:pt x="253040" y="113249"/>
                  <a:pt x="253759" y="113022"/>
                  <a:pt x="254138" y="112681"/>
                </a:cubicBezTo>
                <a:cubicBezTo>
                  <a:pt x="254690" y="112219"/>
                  <a:pt x="255130" y="111636"/>
                  <a:pt x="255425" y="110977"/>
                </a:cubicBezTo>
                <a:cubicBezTo>
                  <a:pt x="255584" y="110409"/>
                  <a:pt x="255686" y="109826"/>
                  <a:pt x="255728" y="109235"/>
                </a:cubicBezTo>
                <a:cubicBezTo>
                  <a:pt x="255842" y="108554"/>
                  <a:pt x="255539" y="107607"/>
                  <a:pt x="255539" y="107001"/>
                </a:cubicBezTo>
                <a:cubicBezTo>
                  <a:pt x="255800" y="106354"/>
                  <a:pt x="255879" y="105646"/>
                  <a:pt x="255766" y="104957"/>
                </a:cubicBezTo>
                <a:cubicBezTo>
                  <a:pt x="255629" y="104370"/>
                  <a:pt x="255357" y="103825"/>
                  <a:pt x="254971" y="103367"/>
                </a:cubicBezTo>
                <a:cubicBezTo>
                  <a:pt x="254478" y="103075"/>
                  <a:pt x="253960" y="102836"/>
                  <a:pt x="253418" y="102647"/>
                </a:cubicBezTo>
                <a:cubicBezTo>
                  <a:pt x="252547" y="102231"/>
                  <a:pt x="249443" y="101208"/>
                  <a:pt x="248761" y="101814"/>
                </a:cubicBezTo>
                <a:close/>
                <a:moveTo>
                  <a:pt x="228693" y="96703"/>
                </a:moveTo>
                <a:cubicBezTo>
                  <a:pt x="228996" y="96627"/>
                  <a:pt x="228996" y="97725"/>
                  <a:pt x="229034" y="98520"/>
                </a:cubicBezTo>
                <a:cubicBezTo>
                  <a:pt x="228893" y="99372"/>
                  <a:pt x="228640" y="100198"/>
                  <a:pt x="228276" y="100982"/>
                </a:cubicBezTo>
                <a:cubicBezTo>
                  <a:pt x="227708" y="102080"/>
                  <a:pt x="227671" y="102837"/>
                  <a:pt x="227216" y="103708"/>
                </a:cubicBezTo>
                <a:cubicBezTo>
                  <a:pt x="226747" y="104435"/>
                  <a:pt x="226160" y="105075"/>
                  <a:pt x="225474" y="105601"/>
                </a:cubicBezTo>
                <a:cubicBezTo>
                  <a:pt x="224823" y="105983"/>
                  <a:pt x="223986" y="105783"/>
                  <a:pt x="223581" y="105146"/>
                </a:cubicBezTo>
                <a:cubicBezTo>
                  <a:pt x="223203" y="104560"/>
                  <a:pt x="223203" y="103802"/>
                  <a:pt x="223581" y="103215"/>
                </a:cubicBezTo>
                <a:cubicBezTo>
                  <a:pt x="224191" y="102220"/>
                  <a:pt x="224876" y="101269"/>
                  <a:pt x="225626" y="100376"/>
                </a:cubicBezTo>
                <a:cubicBezTo>
                  <a:pt x="225906" y="99971"/>
                  <a:pt x="226126" y="99524"/>
                  <a:pt x="226270" y="99051"/>
                </a:cubicBezTo>
                <a:cubicBezTo>
                  <a:pt x="226421" y="98520"/>
                  <a:pt x="227065" y="98369"/>
                  <a:pt x="227405" y="97725"/>
                </a:cubicBezTo>
                <a:cubicBezTo>
                  <a:pt x="227761" y="97301"/>
                  <a:pt x="228201" y="96957"/>
                  <a:pt x="228693" y="96703"/>
                </a:cubicBezTo>
                <a:close/>
                <a:moveTo>
                  <a:pt x="231950" y="86215"/>
                </a:moveTo>
                <a:cubicBezTo>
                  <a:pt x="231420" y="86215"/>
                  <a:pt x="230473" y="87237"/>
                  <a:pt x="230095" y="87237"/>
                </a:cubicBezTo>
                <a:cubicBezTo>
                  <a:pt x="229428" y="87279"/>
                  <a:pt x="228769" y="87396"/>
                  <a:pt x="228126" y="87578"/>
                </a:cubicBezTo>
                <a:cubicBezTo>
                  <a:pt x="227713" y="87771"/>
                  <a:pt x="227399" y="88127"/>
                  <a:pt x="227255" y="88562"/>
                </a:cubicBezTo>
                <a:cubicBezTo>
                  <a:pt x="227028" y="88903"/>
                  <a:pt x="226827" y="89255"/>
                  <a:pt x="226649" y="89622"/>
                </a:cubicBezTo>
                <a:cubicBezTo>
                  <a:pt x="226396" y="90046"/>
                  <a:pt x="226183" y="90489"/>
                  <a:pt x="226005" y="90948"/>
                </a:cubicBezTo>
                <a:cubicBezTo>
                  <a:pt x="225672" y="91637"/>
                  <a:pt x="225210" y="92254"/>
                  <a:pt x="224642" y="92765"/>
                </a:cubicBezTo>
                <a:cubicBezTo>
                  <a:pt x="223923" y="93484"/>
                  <a:pt x="223885" y="93711"/>
                  <a:pt x="223507" y="93939"/>
                </a:cubicBezTo>
                <a:cubicBezTo>
                  <a:pt x="222995" y="94435"/>
                  <a:pt x="222548" y="94995"/>
                  <a:pt x="222181" y="95605"/>
                </a:cubicBezTo>
                <a:cubicBezTo>
                  <a:pt x="221576" y="96475"/>
                  <a:pt x="220591" y="97081"/>
                  <a:pt x="220212" y="97649"/>
                </a:cubicBezTo>
                <a:cubicBezTo>
                  <a:pt x="219565" y="98766"/>
                  <a:pt x="218671" y="99724"/>
                  <a:pt x="217600" y="100451"/>
                </a:cubicBezTo>
                <a:cubicBezTo>
                  <a:pt x="217183" y="100258"/>
                  <a:pt x="216752" y="100091"/>
                  <a:pt x="216313" y="99959"/>
                </a:cubicBezTo>
                <a:cubicBezTo>
                  <a:pt x="215328" y="99770"/>
                  <a:pt x="214987" y="99618"/>
                  <a:pt x="214306" y="99959"/>
                </a:cubicBezTo>
                <a:cubicBezTo>
                  <a:pt x="213844" y="100527"/>
                  <a:pt x="213416" y="101121"/>
                  <a:pt x="213018" y="101738"/>
                </a:cubicBezTo>
                <a:cubicBezTo>
                  <a:pt x="213018" y="102836"/>
                  <a:pt x="212034" y="104048"/>
                  <a:pt x="213246" y="106168"/>
                </a:cubicBezTo>
                <a:cubicBezTo>
                  <a:pt x="213473" y="106547"/>
                  <a:pt x="214079" y="107342"/>
                  <a:pt x="215214" y="109084"/>
                </a:cubicBezTo>
                <a:cubicBezTo>
                  <a:pt x="215923" y="110008"/>
                  <a:pt x="216684" y="110890"/>
                  <a:pt x="217486" y="111734"/>
                </a:cubicBezTo>
                <a:cubicBezTo>
                  <a:pt x="218130" y="112529"/>
                  <a:pt x="219114" y="113325"/>
                  <a:pt x="219342" y="113703"/>
                </a:cubicBezTo>
                <a:cubicBezTo>
                  <a:pt x="219569" y="114082"/>
                  <a:pt x="220288" y="115180"/>
                  <a:pt x="220477" y="115180"/>
                </a:cubicBezTo>
                <a:cubicBezTo>
                  <a:pt x="220667" y="115180"/>
                  <a:pt x="220780" y="115293"/>
                  <a:pt x="221310" y="115748"/>
                </a:cubicBezTo>
                <a:cubicBezTo>
                  <a:pt x="221841" y="116202"/>
                  <a:pt x="221992" y="116656"/>
                  <a:pt x="222636" y="116997"/>
                </a:cubicBezTo>
                <a:cubicBezTo>
                  <a:pt x="222980" y="117152"/>
                  <a:pt x="223355" y="117232"/>
                  <a:pt x="223734" y="117224"/>
                </a:cubicBezTo>
                <a:cubicBezTo>
                  <a:pt x="224483" y="116952"/>
                  <a:pt x="225207" y="116607"/>
                  <a:pt x="225892" y="116202"/>
                </a:cubicBezTo>
                <a:cubicBezTo>
                  <a:pt x="226233" y="115975"/>
                  <a:pt x="226460" y="115558"/>
                  <a:pt x="226990" y="115218"/>
                </a:cubicBezTo>
                <a:cubicBezTo>
                  <a:pt x="227520" y="114877"/>
                  <a:pt x="228580" y="114763"/>
                  <a:pt x="228883" y="114688"/>
                </a:cubicBezTo>
                <a:cubicBezTo>
                  <a:pt x="229186" y="114612"/>
                  <a:pt x="230019" y="115066"/>
                  <a:pt x="230019" y="115369"/>
                </a:cubicBezTo>
                <a:cubicBezTo>
                  <a:pt x="230432" y="116460"/>
                  <a:pt x="230913" y="117520"/>
                  <a:pt x="231458" y="118550"/>
                </a:cubicBezTo>
                <a:cubicBezTo>
                  <a:pt x="231825" y="119337"/>
                  <a:pt x="232268" y="120083"/>
                  <a:pt x="232783" y="120784"/>
                </a:cubicBezTo>
                <a:cubicBezTo>
                  <a:pt x="233010" y="121124"/>
                  <a:pt x="233729" y="122033"/>
                  <a:pt x="233729" y="122412"/>
                </a:cubicBezTo>
                <a:cubicBezTo>
                  <a:pt x="234714" y="124153"/>
                  <a:pt x="234411" y="125024"/>
                  <a:pt x="233086" y="125857"/>
                </a:cubicBezTo>
                <a:cubicBezTo>
                  <a:pt x="232707" y="126084"/>
                  <a:pt x="231344" y="125706"/>
                  <a:pt x="230095" y="126501"/>
                </a:cubicBezTo>
                <a:cubicBezTo>
                  <a:pt x="229905" y="126614"/>
                  <a:pt x="228391" y="127826"/>
                  <a:pt x="228845" y="128205"/>
                </a:cubicBezTo>
                <a:cubicBezTo>
                  <a:pt x="229299" y="128583"/>
                  <a:pt x="232215" y="128810"/>
                  <a:pt x="233086" y="129303"/>
                </a:cubicBezTo>
                <a:cubicBezTo>
                  <a:pt x="233957" y="129795"/>
                  <a:pt x="234373" y="130325"/>
                  <a:pt x="235055" y="130514"/>
                </a:cubicBezTo>
                <a:cubicBezTo>
                  <a:pt x="235808" y="130579"/>
                  <a:pt x="236565" y="130503"/>
                  <a:pt x="237289" y="130287"/>
                </a:cubicBezTo>
                <a:cubicBezTo>
                  <a:pt x="237857" y="130249"/>
                  <a:pt x="238425" y="130476"/>
                  <a:pt x="238803" y="130476"/>
                </a:cubicBezTo>
                <a:cubicBezTo>
                  <a:pt x="239182" y="130476"/>
                  <a:pt x="240128" y="130287"/>
                  <a:pt x="240431" y="130287"/>
                </a:cubicBezTo>
                <a:cubicBezTo>
                  <a:pt x="240806" y="130454"/>
                  <a:pt x="241230" y="130454"/>
                  <a:pt x="241605" y="130287"/>
                </a:cubicBezTo>
                <a:cubicBezTo>
                  <a:pt x="241984" y="130060"/>
                  <a:pt x="242097" y="129189"/>
                  <a:pt x="242892" y="128205"/>
                </a:cubicBezTo>
                <a:cubicBezTo>
                  <a:pt x="243687" y="127220"/>
                  <a:pt x="243271" y="125592"/>
                  <a:pt x="243687" y="125024"/>
                </a:cubicBezTo>
                <a:cubicBezTo>
                  <a:pt x="244293" y="123850"/>
                  <a:pt x="244365" y="122468"/>
                  <a:pt x="243877" y="121238"/>
                </a:cubicBezTo>
                <a:cubicBezTo>
                  <a:pt x="242135" y="117804"/>
                  <a:pt x="240147" y="114502"/>
                  <a:pt x="237932" y="111356"/>
                </a:cubicBezTo>
                <a:cubicBezTo>
                  <a:pt x="237247" y="110807"/>
                  <a:pt x="236679" y="110125"/>
                  <a:pt x="236266" y="109349"/>
                </a:cubicBezTo>
                <a:cubicBezTo>
                  <a:pt x="235812" y="108592"/>
                  <a:pt x="236266" y="107494"/>
                  <a:pt x="236607" y="107494"/>
                </a:cubicBezTo>
                <a:cubicBezTo>
                  <a:pt x="237080" y="107414"/>
                  <a:pt x="237478" y="107100"/>
                  <a:pt x="237667" y="106661"/>
                </a:cubicBezTo>
                <a:cubicBezTo>
                  <a:pt x="237845" y="105710"/>
                  <a:pt x="237959" y="104749"/>
                  <a:pt x="238008" y="103783"/>
                </a:cubicBezTo>
                <a:cubicBezTo>
                  <a:pt x="237857" y="101061"/>
                  <a:pt x="237857" y="98327"/>
                  <a:pt x="238008" y="95605"/>
                </a:cubicBezTo>
                <a:cubicBezTo>
                  <a:pt x="238050" y="94798"/>
                  <a:pt x="238050" y="93988"/>
                  <a:pt x="238008" y="93181"/>
                </a:cubicBezTo>
                <a:cubicBezTo>
                  <a:pt x="238197" y="91962"/>
                  <a:pt x="238478" y="90762"/>
                  <a:pt x="238841" y="89584"/>
                </a:cubicBezTo>
                <a:cubicBezTo>
                  <a:pt x="238686" y="88937"/>
                  <a:pt x="238311" y="88361"/>
                  <a:pt x="237781" y="87956"/>
                </a:cubicBezTo>
                <a:cubicBezTo>
                  <a:pt x="237402" y="87729"/>
                  <a:pt x="236494" y="86555"/>
                  <a:pt x="235736" y="86215"/>
                </a:cubicBezTo>
                <a:cubicBezTo>
                  <a:pt x="234475" y="86090"/>
                  <a:pt x="233211" y="86090"/>
                  <a:pt x="231950" y="86215"/>
                </a:cubicBezTo>
                <a:close/>
                <a:moveTo>
                  <a:pt x="556057" y="81179"/>
                </a:moveTo>
                <a:cubicBezTo>
                  <a:pt x="555603" y="81065"/>
                  <a:pt x="555149" y="80952"/>
                  <a:pt x="554808" y="81595"/>
                </a:cubicBezTo>
                <a:cubicBezTo>
                  <a:pt x="554528" y="82508"/>
                  <a:pt x="554092" y="83367"/>
                  <a:pt x="553520" y="84132"/>
                </a:cubicBezTo>
                <a:cubicBezTo>
                  <a:pt x="552987" y="85090"/>
                  <a:pt x="552335" y="85980"/>
                  <a:pt x="551589" y="86783"/>
                </a:cubicBezTo>
                <a:cubicBezTo>
                  <a:pt x="550120" y="87733"/>
                  <a:pt x="548913" y="89035"/>
                  <a:pt x="548068" y="90569"/>
                </a:cubicBezTo>
                <a:cubicBezTo>
                  <a:pt x="546080" y="90611"/>
                  <a:pt x="544108" y="90236"/>
                  <a:pt x="542275" y="89471"/>
                </a:cubicBezTo>
                <a:cubicBezTo>
                  <a:pt x="541215" y="88941"/>
                  <a:pt x="539965" y="87691"/>
                  <a:pt x="539360" y="87691"/>
                </a:cubicBezTo>
                <a:cubicBezTo>
                  <a:pt x="538811" y="87566"/>
                  <a:pt x="538243" y="87566"/>
                  <a:pt x="537694" y="87691"/>
                </a:cubicBezTo>
                <a:cubicBezTo>
                  <a:pt x="537050" y="87729"/>
                  <a:pt x="536520" y="87388"/>
                  <a:pt x="535952" y="87388"/>
                </a:cubicBezTo>
                <a:cubicBezTo>
                  <a:pt x="535369" y="87597"/>
                  <a:pt x="534775" y="87775"/>
                  <a:pt x="534172" y="87918"/>
                </a:cubicBezTo>
                <a:cubicBezTo>
                  <a:pt x="533351" y="88006"/>
                  <a:pt x="532669" y="88592"/>
                  <a:pt x="532469" y="89395"/>
                </a:cubicBezTo>
                <a:cubicBezTo>
                  <a:pt x="531825" y="90849"/>
                  <a:pt x="532079" y="92542"/>
                  <a:pt x="533112" y="93749"/>
                </a:cubicBezTo>
                <a:cubicBezTo>
                  <a:pt x="533983" y="94431"/>
                  <a:pt x="534021" y="95226"/>
                  <a:pt x="534627" y="95908"/>
                </a:cubicBezTo>
                <a:cubicBezTo>
                  <a:pt x="534975" y="96298"/>
                  <a:pt x="535441" y="96563"/>
                  <a:pt x="535952" y="96665"/>
                </a:cubicBezTo>
                <a:cubicBezTo>
                  <a:pt x="536490" y="96771"/>
                  <a:pt x="537020" y="96911"/>
                  <a:pt x="537542" y="97081"/>
                </a:cubicBezTo>
                <a:lnTo>
                  <a:pt x="538602" y="97687"/>
                </a:lnTo>
                <a:cubicBezTo>
                  <a:pt x="538981" y="97914"/>
                  <a:pt x="540155" y="97914"/>
                  <a:pt x="540003" y="98407"/>
                </a:cubicBezTo>
                <a:cubicBezTo>
                  <a:pt x="539852" y="98899"/>
                  <a:pt x="538830" y="99656"/>
                  <a:pt x="538337" y="99997"/>
                </a:cubicBezTo>
                <a:cubicBezTo>
                  <a:pt x="536846" y="101424"/>
                  <a:pt x="535047" y="102488"/>
                  <a:pt x="533074" y="103101"/>
                </a:cubicBezTo>
                <a:cubicBezTo>
                  <a:pt x="529614" y="104147"/>
                  <a:pt x="526100" y="105006"/>
                  <a:pt x="522549" y="105676"/>
                </a:cubicBezTo>
                <a:cubicBezTo>
                  <a:pt x="522208" y="105676"/>
                  <a:pt x="521564" y="105676"/>
                  <a:pt x="521261" y="105676"/>
                </a:cubicBezTo>
                <a:cubicBezTo>
                  <a:pt x="520572" y="105805"/>
                  <a:pt x="519875" y="105892"/>
                  <a:pt x="519179" y="105941"/>
                </a:cubicBezTo>
                <a:cubicBezTo>
                  <a:pt x="518255" y="106131"/>
                  <a:pt x="517301" y="106131"/>
                  <a:pt x="516377" y="105941"/>
                </a:cubicBezTo>
                <a:lnTo>
                  <a:pt x="516377" y="105790"/>
                </a:lnTo>
                <a:cubicBezTo>
                  <a:pt x="515203" y="105563"/>
                  <a:pt x="514408" y="105903"/>
                  <a:pt x="514522" y="106244"/>
                </a:cubicBezTo>
                <a:cubicBezTo>
                  <a:pt x="514635" y="106585"/>
                  <a:pt x="515165" y="107039"/>
                  <a:pt x="515657" y="107569"/>
                </a:cubicBezTo>
                <a:cubicBezTo>
                  <a:pt x="516150" y="108099"/>
                  <a:pt x="515430" y="109197"/>
                  <a:pt x="515657" y="109765"/>
                </a:cubicBezTo>
                <a:cubicBezTo>
                  <a:pt x="515885" y="110333"/>
                  <a:pt x="515809" y="111015"/>
                  <a:pt x="516188" y="111356"/>
                </a:cubicBezTo>
                <a:cubicBezTo>
                  <a:pt x="516759" y="111681"/>
                  <a:pt x="517392" y="111901"/>
                  <a:pt x="518043" y="111999"/>
                </a:cubicBezTo>
                <a:cubicBezTo>
                  <a:pt x="519156" y="112404"/>
                  <a:pt x="520296" y="112734"/>
                  <a:pt x="521451" y="112984"/>
                </a:cubicBezTo>
                <a:cubicBezTo>
                  <a:pt x="522359" y="112984"/>
                  <a:pt x="524745" y="112984"/>
                  <a:pt x="525729" y="112984"/>
                </a:cubicBezTo>
                <a:cubicBezTo>
                  <a:pt x="527694" y="113355"/>
                  <a:pt x="529708" y="113355"/>
                  <a:pt x="531673" y="112984"/>
                </a:cubicBezTo>
                <a:cubicBezTo>
                  <a:pt x="534589" y="112075"/>
                  <a:pt x="536293" y="111961"/>
                  <a:pt x="538375" y="111318"/>
                </a:cubicBezTo>
                <a:cubicBezTo>
                  <a:pt x="540458" y="110674"/>
                  <a:pt x="543487" y="107759"/>
                  <a:pt x="543903" y="108516"/>
                </a:cubicBezTo>
                <a:cubicBezTo>
                  <a:pt x="544320" y="109273"/>
                  <a:pt x="544888" y="112226"/>
                  <a:pt x="546024" y="114725"/>
                </a:cubicBezTo>
                <a:cubicBezTo>
                  <a:pt x="546342" y="115793"/>
                  <a:pt x="546595" y="116884"/>
                  <a:pt x="546781" y="117982"/>
                </a:cubicBezTo>
                <a:cubicBezTo>
                  <a:pt x="546925" y="119901"/>
                  <a:pt x="547190" y="121813"/>
                  <a:pt x="547576" y="123699"/>
                </a:cubicBezTo>
                <a:cubicBezTo>
                  <a:pt x="548511" y="125717"/>
                  <a:pt x="548511" y="128042"/>
                  <a:pt x="547576" y="130060"/>
                </a:cubicBezTo>
                <a:cubicBezTo>
                  <a:pt x="547591" y="130935"/>
                  <a:pt x="547974" y="131760"/>
                  <a:pt x="548636" y="132332"/>
                </a:cubicBezTo>
                <a:cubicBezTo>
                  <a:pt x="549431" y="133127"/>
                  <a:pt x="550757" y="133165"/>
                  <a:pt x="551514" y="134566"/>
                </a:cubicBezTo>
                <a:cubicBezTo>
                  <a:pt x="552010" y="135175"/>
                  <a:pt x="552612" y="135686"/>
                  <a:pt x="553293" y="136080"/>
                </a:cubicBezTo>
                <a:cubicBezTo>
                  <a:pt x="554126" y="136724"/>
                  <a:pt x="555111" y="136989"/>
                  <a:pt x="555603" y="137367"/>
                </a:cubicBezTo>
                <a:cubicBezTo>
                  <a:pt x="556281" y="137879"/>
                  <a:pt x="556989" y="138348"/>
                  <a:pt x="557723" y="138768"/>
                </a:cubicBezTo>
                <a:cubicBezTo>
                  <a:pt x="558026" y="138882"/>
                  <a:pt x="558405" y="139223"/>
                  <a:pt x="558821" y="139147"/>
                </a:cubicBezTo>
                <a:cubicBezTo>
                  <a:pt x="559238" y="139071"/>
                  <a:pt x="559844" y="138882"/>
                  <a:pt x="560260" y="138882"/>
                </a:cubicBezTo>
                <a:cubicBezTo>
                  <a:pt x="561248" y="139325"/>
                  <a:pt x="562377" y="139325"/>
                  <a:pt x="563365" y="138882"/>
                </a:cubicBezTo>
                <a:cubicBezTo>
                  <a:pt x="563971" y="138655"/>
                  <a:pt x="564236" y="137784"/>
                  <a:pt x="564463" y="137443"/>
                </a:cubicBezTo>
                <a:cubicBezTo>
                  <a:pt x="564690" y="137102"/>
                  <a:pt x="565561" y="137140"/>
                  <a:pt x="565561" y="136610"/>
                </a:cubicBezTo>
                <a:cubicBezTo>
                  <a:pt x="565561" y="136080"/>
                  <a:pt x="564841" y="135588"/>
                  <a:pt x="564501" y="135134"/>
                </a:cubicBezTo>
                <a:cubicBezTo>
                  <a:pt x="563100" y="133468"/>
                  <a:pt x="562229" y="132445"/>
                  <a:pt x="561244" y="131347"/>
                </a:cubicBezTo>
                <a:cubicBezTo>
                  <a:pt x="560866" y="130893"/>
                  <a:pt x="560601" y="129795"/>
                  <a:pt x="560109" y="129113"/>
                </a:cubicBezTo>
                <a:cubicBezTo>
                  <a:pt x="559412" y="128394"/>
                  <a:pt x="558791" y="127610"/>
                  <a:pt x="558253" y="126766"/>
                </a:cubicBezTo>
                <a:cubicBezTo>
                  <a:pt x="557576" y="124922"/>
                  <a:pt x="556727" y="123146"/>
                  <a:pt x="555717" y="121465"/>
                </a:cubicBezTo>
                <a:cubicBezTo>
                  <a:pt x="554505" y="119648"/>
                  <a:pt x="554808" y="115861"/>
                  <a:pt x="554278" y="114498"/>
                </a:cubicBezTo>
                <a:cubicBezTo>
                  <a:pt x="553108" y="111666"/>
                  <a:pt x="552343" y="108682"/>
                  <a:pt x="552006" y="105638"/>
                </a:cubicBezTo>
                <a:cubicBezTo>
                  <a:pt x="551945" y="104582"/>
                  <a:pt x="552362" y="103552"/>
                  <a:pt x="553142" y="102836"/>
                </a:cubicBezTo>
                <a:cubicBezTo>
                  <a:pt x="553748" y="102393"/>
                  <a:pt x="554429" y="102060"/>
                  <a:pt x="555149" y="101852"/>
                </a:cubicBezTo>
                <a:cubicBezTo>
                  <a:pt x="556534" y="101890"/>
                  <a:pt x="557909" y="102106"/>
                  <a:pt x="559238" y="102496"/>
                </a:cubicBezTo>
                <a:cubicBezTo>
                  <a:pt x="559957" y="102723"/>
                  <a:pt x="560715" y="103101"/>
                  <a:pt x="561585" y="103480"/>
                </a:cubicBezTo>
                <a:cubicBezTo>
                  <a:pt x="562430" y="103863"/>
                  <a:pt x="563346" y="104056"/>
                  <a:pt x="564274" y="104048"/>
                </a:cubicBezTo>
                <a:cubicBezTo>
                  <a:pt x="565614" y="104355"/>
                  <a:pt x="566985" y="104521"/>
                  <a:pt x="568363" y="104540"/>
                </a:cubicBezTo>
                <a:cubicBezTo>
                  <a:pt x="569272" y="104313"/>
                  <a:pt x="569688" y="103972"/>
                  <a:pt x="570370" y="104313"/>
                </a:cubicBezTo>
                <a:cubicBezTo>
                  <a:pt x="571051" y="104654"/>
                  <a:pt x="571202" y="104427"/>
                  <a:pt x="571543" y="103821"/>
                </a:cubicBezTo>
                <a:cubicBezTo>
                  <a:pt x="572149" y="102344"/>
                  <a:pt x="572641" y="100300"/>
                  <a:pt x="571543" y="99429"/>
                </a:cubicBezTo>
                <a:cubicBezTo>
                  <a:pt x="570445" y="98558"/>
                  <a:pt x="569499" y="97914"/>
                  <a:pt x="569461" y="97157"/>
                </a:cubicBezTo>
                <a:cubicBezTo>
                  <a:pt x="569423" y="96400"/>
                  <a:pt x="566924" y="95680"/>
                  <a:pt x="566507" y="95453"/>
                </a:cubicBezTo>
                <a:cubicBezTo>
                  <a:pt x="566091" y="95226"/>
                  <a:pt x="564728" y="95680"/>
                  <a:pt x="563781" y="95680"/>
                </a:cubicBezTo>
                <a:cubicBezTo>
                  <a:pt x="563111" y="95635"/>
                  <a:pt x="562452" y="95506"/>
                  <a:pt x="561812" y="95302"/>
                </a:cubicBezTo>
                <a:cubicBezTo>
                  <a:pt x="561244" y="95112"/>
                  <a:pt x="560071" y="95112"/>
                  <a:pt x="560071" y="95112"/>
                </a:cubicBezTo>
                <a:cubicBezTo>
                  <a:pt x="559616" y="95139"/>
                  <a:pt x="559166" y="95018"/>
                  <a:pt x="558783" y="94772"/>
                </a:cubicBezTo>
                <a:cubicBezTo>
                  <a:pt x="558480" y="94507"/>
                  <a:pt x="559768" y="93409"/>
                  <a:pt x="559768" y="93181"/>
                </a:cubicBezTo>
                <a:cubicBezTo>
                  <a:pt x="560904" y="92235"/>
                  <a:pt x="561926" y="91478"/>
                  <a:pt x="562494" y="91061"/>
                </a:cubicBezTo>
                <a:cubicBezTo>
                  <a:pt x="563062" y="90645"/>
                  <a:pt x="562683" y="90190"/>
                  <a:pt x="563062" y="89395"/>
                </a:cubicBezTo>
                <a:cubicBezTo>
                  <a:pt x="563441" y="88600"/>
                  <a:pt x="563971" y="88373"/>
                  <a:pt x="563441" y="87578"/>
                </a:cubicBezTo>
                <a:cubicBezTo>
                  <a:pt x="562770" y="86688"/>
                  <a:pt x="562373" y="85624"/>
                  <a:pt x="562305" y="84511"/>
                </a:cubicBezTo>
                <a:cubicBezTo>
                  <a:pt x="562305" y="84094"/>
                  <a:pt x="559995" y="83186"/>
                  <a:pt x="559616" y="82807"/>
                </a:cubicBezTo>
                <a:cubicBezTo>
                  <a:pt x="559238" y="82428"/>
                  <a:pt x="558329" y="82693"/>
                  <a:pt x="557875" y="82428"/>
                </a:cubicBezTo>
                <a:cubicBezTo>
                  <a:pt x="557420" y="82163"/>
                  <a:pt x="557534" y="81595"/>
                  <a:pt x="556057" y="81179"/>
                </a:cubicBezTo>
                <a:close/>
                <a:moveTo>
                  <a:pt x="308282" y="75310"/>
                </a:moveTo>
                <a:lnTo>
                  <a:pt x="308395" y="75462"/>
                </a:lnTo>
                <a:lnTo>
                  <a:pt x="308312" y="75365"/>
                </a:lnTo>
                <a:close/>
                <a:moveTo>
                  <a:pt x="217941" y="68116"/>
                </a:moveTo>
                <a:cubicBezTo>
                  <a:pt x="217448" y="67927"/>
                  <a:pt x="216691" y="68608"/>
                  <a:pt x="216010" y="68608"/>
                </a:cubicBezTo>
                <a:cubicBezTo>
                  <a:pt x="215328" y="68608"/>
                  <a:pt x="215101" y="68343"/>
                  <a:pt x="214647" y="68608"/>
                </a:cubicBezTo>
                <a:cubicBezTo>
                  <a:pt x="214082" y="69006"/>
                  <a:pt x="213488" y="69362"/>
                  <a:pt x="212867" y="69669"/>
                </a:cubicBezTo>
                <a:cubicBezTo>
                  <a:pt x="212356" y="69869"/>
                  <a:pt x="211864" y="70112"/>
                  <a:pt x="211390" y="70388"/>
                </a:cubicBezTo>
                <a:cubicBezTo>
                  <a:pt x="210747" y="70804"/>
                  <a:pt x="210747" y="71221"/>
                  <a:pt x="210482" y="71524"/>
                </a:cubicBezTo>
                <a:cubicBezTo>
                  <a:pt x="210217" y="71827"/>
                  <a:pt x="209535" y="72130"/>
                  <a:pt x="209346" y="72357"/>
                </a:cubicBezTo>
                <a:cubicBezTo>
                  <a:pt x="209156" y="72584"/>
                  <a:pt x="209156" y="73152"/>
                  <a:pt x="208437" y="73606"/>
                </a:cubicBezTo>
                <a:cubicBezTo>
                  <a:pt x="207718" y="74061"/>
                  <a:pt x="206771" y="74174"/>
                  <a:pt x="206544" y="75197"/>
                </a:cubicBezTo>
                <a:cubicBezTo>
                  <a:pt x="206381" y="75689"/>
                  <a:pt x="206480" y="76234"/>
                  <a:pt x="206809" y="76635"/>
                </a:cubicBezTo>
                <a:cubicBezTo>
                  <a:pt x="207377" y="77090"/>
                  <a:pt x="210065" y="78339"/>
                  <a:pt x="210292" y="79248"/>
                </a:cubicBezTo>
                <a:cubicBezTo>
                  <a:pt x="210463" y="79778"/>
                  <a:pt x="210588" y="80323"/>
                  <a:pt x="210671" y="80876"/>
                </a:cubicBezTo>
                <a:cubicBezTo>
                  <a:pt x="210936" y="81520"/>
                  <a:pt x="210936" y="81747"/>
                  <a:pt x="210936" y="82239"/>
                </a:cubicBezTo>
                <a:cubicBezTo>
                  <a:pt x="210917" y="82716"/>
                  <a:pt x="211065" y="83186"/>
                  <a:pt x="211352" y="83564"/>
                </a:cubicBezTo>
                <a:cubicBezTo>
                  <a:pt x="211856" y="83803"/>
                  <a:pt x="212439" y="83803"/>
                  <a:pt x="212943" y="83564"/>
                </a:cubicBezTo>
                <a:cubicBezTo>
                  <a:pt x="213473" y="83261"/>
                  <a:pt x="214117" y="83072"/>
                  <a:pt x="214344" y="83261"/>
                </a:cubicBezTo>
                <a:cubicBezTo>
                  <a:pt x="214571" y="83451"/>
                  <a:pt x="215063" y="83451"/>
                  <a:pt x="215177" y="84246"/>
                </a:cubicBezTo>
                <a:cubicBezTo>
                  <a:pt x="215290" y="85041"/>
                  <a:pt x="214798" y="85382"/>
                  <a:pt x="214117" y="86215"/>
                </a:cubicBezTo>
                <a:cubicBezTo>
                  <a:pt x="213435" y="87048"/>
                  <a:pt x="211050" y="89282"/>
                  <a:pt x="210822" y="90001"/>
                </a:cubicBezTo>
                <a:cubicBezTo>
                  <a:pt x="210595" y="90720"/>
                  <a:pt x="209573" y="90834"/>
                  <a:pt x="208853" y="91591"/>
                </a:cubicBezTo>
                <a:cubicBezTo>
                  <a:pt x="207453" y="93075"/>
                  <a:pt x="205949" y="94454"/>
                  <a:pt x="204348" y="95718"/>
                </a:cubicBezTo>
                <a:cubicBezTo>
                  <a:pt x="203818" y="96097"/>
                  <a:pt x="203023" y="97536"/>
                  <a:pt x="202644" y="97725"/>
                </a:cubicBezTo>
                <a:cubicBezTo>
                  <a:pt x="202265" y="97914"/>
                  <a:pt x="201622" y="97422"/>
                  <a:pt x="201319" y="97725"/>
                </a:cubicBezTo>
                <a:lnTo>
                  <a:pt x="201319" y="97574"/>
                </a:lnTo>
                <a:cubicBezTo>
                  <a:pt x="200137" y="98800"/>
                  <a:pt x="199198" y="100239"/>
                  <a:pt x="198555" y="101814"/>
                </a:cubicBezTo>
                <a:cubicBezTo>
                  <a:pt x="198475" y="102344"/>
                  <a:pt x="198627" y="102882"/>
                  <a:pt x="198971" y="103291"/>
                </a:cubicBezTo>
                <a:cubicBezTo>
                  <a:pt x="199501" y="104048"/>
                  <a:pt x="200069" y="104730"/>
                  <a:pt x="200069" y="104919"/>
                </a:cubicBezTo>
                <a:cubicBezTo>
                  <a:pt x="200410" y="105752"/>
                  <a:pt x="201054" y="106661"/>
                  <a:pt x="201735" y="106585"/>
                </a:cubicBezTo>
                <a:cubicBezTo>
                  <a:pt x="202417" y="106509"/>
                  <a:pt x="202682" y="105790"/>
                  <a:pt x="203704" y="105600"/>
                </a:cubicBezTo>
                <a:cubicBezTo>
                  <a:pt x="204726" y="105411"/>
                  <a:pt x="204575" y="106055"/>
                  <a:pt x="205143" y="105600"/>
                </a:cubicBezTo>
                <a:cubicBezTo>
                  <a:pt x="205711" y="105146"/>
                  <a:pt x="205976" y="104540"/>
                  <a:pt x="205976" y="104124"/>
                </a:cubicBezTo>
                <a:cubicBezTo>
                  <a:pt x="206298" y="103613"/>
                  <a:pt x="206692" y="103155"/>
                  <a:pt x="207150" y="102761"/>
                </a:cubicBezTo>
                <a:cubicBezTo>
                  <a:pt x="207793" y="102306"/>
                  <a:pt x="208588" y="101890"/>
                  <a:pt x="208588" y="101284"/>
                </a:cubicBezTo>
                <a:cubicBezTo>
                  <a:pt x="208891" y="101004"/>
                  <a:pt x="209236" y="100773"/>
                  <a:pt x="209611" y="100603"/>
                </a:cubicBezTo>
                <a:cubicBezTo>
                  <a:pt x="210111" y="100409"/>
                  <a:pt x="210561" y="100114"/>
                  <a:pt x="210936" y="99732"/>
                </a:cubicBezTo>
                <a:cubicBezTo>
                  <a:pt x="211337" y="99262"/>
                  <a:pt x="211765" y="98819"/>
                  <a:pt x="212223" y="98407"/>
                </a:cubicBezTo>
                <a:cubicBezTo>
                  <a:pt x="212734" y="98164"/>
                  <a:pt x="213177" y="97801"/>
                  <a:pt x="213511" y="97346"/>
                </a:cubicBezTo>
                <a:cubicBezTo>
                  <a:pt x="213851" y="96854"/>
                  <a:pt x="214609" y="96513"/>
                  <a:pt x="214950" y="95945"/>
                </a:cubicBezTo>
                <a:cubicBezTo>
                  <a:pt x="215290" y="95377"/>
                  <a:pt x="216085" y="95112"/>
                  <a:pt x="216464" y="94393"/>
                </a:cubicBezTo>
                <a:cubicBezTo>
                  <a:pt x="216843" y="93674"/>
                  <a:pt x="218016" y="93598"/>
                  <a:pt x="218016" y="92803"/>
                </a:cubicBezTo>
                <a:cubicBezTo>
                  <a:pt x="219754" y="90796"/>
                  <a:pt x="221628" y="88914"/>
                  <a:pt x="223620" y="87161"/>
                </a:cubicBezTo>
                <a:cubicBezTo>
                  <a:pt x="224385" y="86249"/>
                  <a:pt x="225097" y="85287"/>
                  <a:pt x="225740" y="84284"/>
                </a:cubicBezTo>
                <a:cubicBezTo>
                  <a:pt x="226498" y="83640"/>
                  <a:pt x="227406" y="83526"/>
                  <a:pt x="227747" y="83186"/>
                </a:cubicBezTo>
                <a:cubicBezTo>
                  <a:pt x="228217" y="82493"/>
                  <a:pt x="228750" y="81849"/>
                  <a:pt x="229337" y="81255"/>
                </a:cubicBezTo>
                <a:cubicBezTo>
                  <a:pt x="229716" y="80800"/>
                  <a:pt x="230549" y="79854"/>
                  <a:pt x="231003" y="79437"/>
                </a:cubicBezTo>
                <a:lnTo>
                  <a:pt x="233048" y="77847"/>
                </a:lnTo>
                <a:cubicBezTo>
                  <a:pt x="233427" y="77620"/>
                  <a:pt x="235358" y="76219"/>
                  <a:pt x="235698" y="75954"/>
                </a:cubicBezTo>
                <a:cubicBezTo>
                  <a:pt x="236721" y="75462"/>
                  <a:pt x="237667" y="75840"/>
                  <a:pt x="237667" y="75462"/>
                </a:cubicBezTo>
                <a:cubicBezTo>
                  <a:pt x="238197" y="74364"/>
                  <a:pt x="239523" y="71827"/>
                  <a:pt x="239144" y="71032"/>
                </a:cubicBezTo>
                <a:cubicBezTo>
                  <a:pt x="238765" y="70236"/>
                  <a:pt x="238425" y="69631"/>
                  <a:pt x="238197" y="69252"/>
                </a:cubicBezTo>
                <a:cubicBezTo>
                  <a:pt x="237876" y="68915"/>
                  <a:pt x="237402" y="68771"/>
                  <a:pt x="236948" y="68873"/>
                </a:cubicBezTo>
                <a:cubicBezTo>
                  <a:pt x="236054" y="69161"/>
                  <a:pt x="235077" y="68995"/>
                  <a:pt x="234335" y="68419"/>
                </a:cubicBezTo>
                <a:cubicBezTo>
                  <a:pt x="233957" y="68116"/>
                  <a:pt x="233313" y="68533"/>
                  <a:pt x="232669" y="68798"/>
                </a:cubicBezTo>
                <a:cubicBezTo>
                  <a:pt x="232026" y="69063"/>
                  <a:pt x="231268" y="68798"/>
                  <a:pt x="230928" y="69063"/>
                </a:cubicBezTo>
                <a:cubicBezTo>
                  <a:pt x="229951" y="69862"/>
                  <a:pt x="229038" y="70732"/>
                  <a:pt x="228202" y="71675"/>
                </a:cubicBezTo>
                <a:cubicBezTo>
                  <a:pt x="227482" y="72508"/>
                  <a:pt x="223923" y="75802"/>
                  <a:pt x="223431" y="76295"/>
                </a:cubicBezTo>
                <a:cubicBezTo>
                  <a:pt x="222939" y="76787"/>
                  <a:pt x="222560" y="76143"/>
                  <a:pt x="222560" y="75537"/>
                </a:cubicBezTo>
                <a:cubicBezTo>
                  <a:pt x="223279" y="73909"/>
                  <a:pt x="223772" y="73796"/>
                  <a:pt x="222560" y="71751"/>
                </a:cubicBezTo>
                <a:cubicBezTo>
                  <a:pt x="221348" y="69706"/>
                  <a:pt x="220023" y="69971"/>
                  <a:pt x="219607" y="69706"/>
                </a:cubicBezTo>
                <a:cubicBezTo>
                  <a:pt x="219190" y="69441"/>
                  <a:pt x="218433" y="68305"/>
                  <a:pt x="217941" y="68116"/>
                </a:cubicBezTo>
                <a:close/>
                <a:moveTo>
                  <a:pt x="337758" y="57420"/>
                </a:moveTo>
                <a:cubicBezTo>
                  <a:pt x="338114" y="57432"/>
                  <a:pt x="338394" y="57727"/>
                  <a:pt x="338383" y="58083"/>
                </a:cubicBezTo>
                <a:cubicBezTo>
                  <a:pt x="338462" y="59094"/>
                  <a:pt x="338072" y="60086"/>
                  <a:pt x="337323" y="60771"/>
                </a:cubicBezTo>
                <a:cubicBezTo>
                  <a:pt x="336596" y="60995"/>
                  <a:pt x="335816" y="60995"/>
                  <a:pt x="335089" y="60771"/>
                </a:cubicBezTo>
                <a:cubicBezTo>
                  <a:pt x="334839" y="60419"/>
                  <a:pt x="334721" y="59991"/>
                  <a:pt x="334748" y="59560"/>
                </a:cubicBezTo>
                <a:cubicBezTo>
                  <a:pt x="334725" y="59071"/>
                  <a:pt x="334873" y="58590"/>
                  <a:pt x="335164" y="58196"/>
                </a:cubicBezTo>
                <a:cubicBezTo>
                  <a:pt x="335956" y="57890"/>
                  <a:pt x="336762" y="57636"/>
                  <a:pt x="337588" y="57439"/>
                </a:cubicBezTo>
                <a:cubicBezTo>
                  <a:pt x="337644" y="57424"/>
                  <a:pt x="337701" y="57420"/>
                  <a:pt x="337758" y="57420"/>
                </a:cubicBezTo>
                <a:close/>
                <a:moveTo>
                  <a:pt x="344668" y="54258"/>
                </a:moveTo>
                <a:cubicBezTo>
                  <a:pt x="345008" y="53993"/>
                  <a:pt x="345765" y="53842"/>
                  <a:pt x="345955" y="54523"/>
                </a:cubicBezTo>
                <a:cubicBezTo>
                  <a:pt x="346080" y="55057"/>
                  <a:pt x="346144" y="55602"/>
                  <a:pt x="346144" y="56151"/>
                </a:cubicBezTo>
                <a:cubicBezTo>
                  <a:pt x="345837" y="57075"/>
                  <a:pt x="345103" y="57791"/>
                  <a:pt x="344175" y="58082"/>
                </a:cubicBezTo>
                <a:cubicBezTo>
                  <a:pt x="343910" y="58196"/>
                  <a:pt x="342812" y="57552"/>
                  <a:pt x="342812" y="57136"/>
                </a:cubicBezTo>
                <a:cubicBezTo>
                  <a:pt x="342812" y="56719"/>
                  <a:pt x="341865" y="55205"/>
                  <a:pt x="342812" y="55167"/>
                </a:cubicBezTo>
                <a:cubicBezTo>
                  <a:pt x="343759" y="55129"/>
                  <a:pt x="344099" y="54523"/>
                  <a:pt x="344668" y="54258"/>
                </a:cubicBezTo>
                <a:close/>
                <a:moveTo>
                  <a:pt x="335694" y="49261"/>
                </a:moveTo>
                <a:cubicBezTo>
                  <a:pt x="337019" y="48769"/>
                  <a:pt x="337512" y="49602"/>
                  <a:pt x="337549" y="50851"/>
                </a:cubicBezTo>
                <a:cubicBezTo>
                  <a:pt x="337587" y="52101"/>
                  <a:pt x="336300" y="52593"/>
                  <a:pt x="335391" y="53539"/>
                </a:cubicBezTo>
                <a:cubicBezTo>
                  <a:pt x="334937" y="53994"/>
                  <a:pt x="334937" y="53539"/>
                  <a:pt x="334407" y="53123"/>
                </a:cubicBezTo>
                <a:cubicBezTo>
                  <a:pt x="333877" y="52706"/>
                  <a:pt x="333877" y="51684"/>
                  <a:pt x="333877" y="51040"/>
                </a:cubicBezTo>
                <a:cubicBezTo>
                  <a:pt x="333612" y="49564"/>
                  <a:pt x="335353" y="49867"/>
                  <a:pt x="335694" y="49261"/>
                </a:cubicBezTo>
                <a:close/>
                <a:moveTo>
                  <a:pt x="442090" y="47708"/>
                </a:moveTo>
                <a:cubicBezTo>
                  <a:pt x="440954" y="47973"/>
                  <a:pt x="439931" y="47784"/>
                  <a:pt x="439591" y="48958"/>
                </a:cubicBezTo>
                <a:cubicBezTo>
                  <a:pt x="439477" y="49374"/>
                  <a:pt x="439212" y="50888"/>
                  <a:pt x="439212" y="51343"/>
                </a:cubicBezTo>
                <a:cubicBezTo>
                  <a:pt x="439042" y="52180"/>
                  <a:pt x="439042" y="53043"/>
                  <a:pt x="439212" y="53880"/>
                </a:cubicBezTo>
                <a:cubicBezTo>
                  <a:pt x="439806" y="54917"/>
                  <a:pt x="440117" y="56091"/>
                  <a:pt x="440121" y="57287"/>
                </a:cubicBezTo>
                <a:cubicBezTo>
                  <a:pt x="439969" y="58461"/>
                  <a:pt x="439553" y="59483"/>
                  <a:pt x="440310" y="60013"/>
                </a:cubicBezTo>
                <a:cubicBezTo>
                  <a:pt x="441185" y="60422"/>
                  <a:pt x="442150" y="60593"/>
                  <a:pt x="443112" y="60506"/>
                </a:cubicBezTo>
                <a:cubicBezTo>
                  <a:pt x="443854" y="60460"/>
                  <a:pt x="444604" y="60460"/>
                  <a:pt x="445346" y="60506"/>
                </a:cubicBezTo>
                <a:cubicBezTo>
                  <a:pt x="445762" y="60771"/>
                  <a:pt x="445573" y="61755"/>
                  <a:pt x="445346" y="62588"/>
                </a:cubicBezTo>
                <a:cubicBezTo>
                  <a:pt x="445145" y="63444"/>
                  <a:pt x="444785" y="64254"/>
                  <a:pt x="444286" y="64974"/>
                </a:cubicBezTo>
                <a:cubicBezTo>
                  <a:pt x="443339" y="66488"/>
                  <a:pt x="441900" y="70804"/>
                  <a:pt x="438114" y="71334"/>
                </a:cubicBezTo>
                <a:cubicBezTo>
                  <a:pt x="436221" y="71562"/>
                  <a:pt x="433646" y="72243"/>
                  <a:pt x="431980" y="72243"/>
                </a:cubicBezTo>
                <a:cubicBezTo>
                  <a:pt x="431412" y="72243"/>
                  <a:pt x="430466" y="72243"/>
                  <a:pt x="429860" y="72243"/>
                </a:cubicBezTo>
                <a:cubicBezTo>
                  <a:pt x="428080" y="72395"/>
                  <a:pt x="425127" y="72887"/>
                  <a:pt x="424294" y="72887"/>
                </a:cubicBezTo>
                <a:cubicBezTo>
                  <a:pt x="423461" y="72887"/>
                  <a:pt x="422363" y="72054"/>
                  <a:pt x="421909" y="72054"/>
                </a:cubicBezTo>
                <a:cubicBezTo>
                  <a:pt x="420262" y="72050"/>
                  <a:pt x="418641" y="72482"/>
                  <a:pt x="417214" y="73303"/>
                </a:cubicBezTo>
                <a:cubicBezTo>
                  <a:pt x="417301" y="74208"/>
                  <a:pt x="417157" y="75121"/>
                  <a:pt x="416797" y="75954"/>
                </a:cubicBezTo>
                <a:lnTo>
                  <a:pt x="416797" y="75802"/>
                </a:lnTo>
                <a:cubicBezTo>
                  <a:pt x="416381" y="76522"/>
                  <a:pt x="416123" y="77321"/>
                  <a:pt x="416040" y="78150"/>
                </a:cubicBezTo>
                <a:cubicBezTo>
                  <a:pt x="417176" y="79967"/>
                  <a:pt x="418539" y="82504"/>
                  <a:pt x="418955" y="82693"/>
                </a:cubicBezTo>
                <a:cubicBezTo>
                  <a:pt x="419372" y="82883"/>
                  <a:pt x="426036" y="81709"/>
                  <a:pt x="429822" y="81406"/>
                </a:cubicBezTo>
                <a:cubicBezTo>
                  <a:pt x="432677" y="81202"/>
                  <a:pt x="435547" y="81315"/>
                  <a:pt x="438379" y="81747"/>
                </a:cubicBezTo>
                <a:cubicBezTo>
                  <a:pt x="439704" y="81974"/>
                  <a:pt x="441711" y="82845"/>
                  <a:pt x="442960" y="82996"/>
                </a:cubicBezTo>
                <a:cubicBezTo>
                  <a:pt x="444210" y="83148"/>
                  <a:pt x="446330" y="83413"/>
                  <a:pt x="447125" y="83413"/>
                </a:cubicBezTo>
                <a:cubicBezTo>
                  <a:pt x="448579" y="83424"/>
                  <a:pt x="450026" y="83666"/>
                  <a:pt x="451404" y="84132"/>
                </a:cubicBezTo>
                <a:cubicBezTo>
                  <a:pt x="452199" y="84435"/>
                  <a:pt x="454281" y="84662"/>
                  <a:pt x="455531" y="85154"/>
                </a:cubicBezTo>
                <a:cubicBezTo>
                  <a:pt x="456781" y="85647"/>
                  <a:pt x="458939" y="86404"/>
                  <a:pt x="459961" y="86669"/>
                </a:cubicBezTo>
                <a:cubicBezTo>
                  <a:pt x="460983" y="86934"/>
                  <a:pt x="461854" y="86896"/>
                  <a:pt x="462763" y="87123"/>
                </a:cubicBezTo>
                <a:cubicBezTo>
                  <a:pt x="463641" y="87453"/>
                  <a:pt x="464501" y="87835"/>
                  <a:pt x="465338" y="88259"/>
                </a:cubicBezTo>
                <a:cubicBezTo>
                  <a:pt x="465754" y="88373"/>
                  <a:pt x="466473" y="88411"/>
                  <a:pt x="467836" y="88714"/>
                </a:cubicBezTo>
                <a:cubicBezTo>
                  <a:pt x="468367" y="88827"/>
                  <a:pt x="468972" y="88184"/>
                  <a:pt x="469427" y="87729"/>
                </a:cubicBezTo>
                <a:cubicBezTo>
                  <a:pt x="469862" y="87369"/>
                  <a:pt x="470211" y="86915"/>
                  <a:pt x="470449" y="86404"/>
                </a:cubicBezTo>
                <a:cubicBezTo>
                  <a:pt x="470540" y="86082"/>
                  <a:pt x="470540" y="85741"/>
                  <a:pt x="470449" y="85419"/>
                </a:cubicBezTo>
                <a:cubicBezTo>
                  <a:pt x="470449" y="85344"/>
                  <a:pt x="470449" y="84927"/>
                  <a:pt x="470449" y="84738"/>
                </a:cubicBezTo>
                <a:cubicBezTo>
                  <a:pt x="470544" y="84147"/>
                  <a:pt x="470544" y="83549"/>
                  <a:pt x="470449" y="82958"/>
                </a:cubicBezTo>
                <a:cubicBezTo>
                  <a:pt x="470260" y="81482"/>
                  <a:pt x="469048" y="80876"/>
                  <a:pt x="468404" y="80270"/>
                </a:cubicBezTo>
                <a:cubicBezTo>
                  <a:pt x="467886" y="79714"/>
                  <a:pt x="467329" y="79195"/>
                  <a:pt x="466738" y="78718"/>
                </a:cubicBezTo>
                <a:cubicBezTo>
                  <a:pt x="466152" y="78324"/>
                  <a:pt x="465531" y="77979"/>
                  <a:pt x="464883" y="77695"/>
                </a:cubicBezTo>
                <a:cubicBezTo>
                  <a:pt x="464274" y="77559"/>
                  <a:pt x="463653" y="77472"/>
                  <a:pt x="463028" y="77430"/>
                </a:cubicBezTo>
                <a:cubicBezTo>
                  <a:pt x="462346" y="77430"/>
                  <a:pt x="461854" y="77923"/>
                  <a:pt x="460945" y="77695"/>
                </a:cubicBezTo>
                <a:cubicBezTo>
                  <a:pt x="458530" y="77006"/>
                  <a:pt x="456080" y="76465"/>
                  <a:pt x="453600" y="76067"/>
                </a:cubicBezTo>
                <a:cubicBezTo>
                  <a:pt x="453146" y="75424"/>
                  <a:pt x="453903" y="73833"/>
                  <a:pt x="454395" y="71940"/>
                </a:cubicBezTo>
                <a:cubicBezTo>
                  <a:pt x="454584" y="71410"/>
                  <a:pt x="454698" y="70729"/>
                  <a:pt x="455077" y="70464"/>
                </a:cubicBezTo>
                <a:cubicBezTo>
                  <a:pt x="455451" y="70089"/>
                  <a:pt x="455713" y="69616"/>
                  <a:pt x="455834" y="69101"/>
                </a:cubicBezTo>
                <a:cubicBezTo>
                  <a:pt x="456008" y="68593"/>
                  <a:pt x="456322" y="68146"/>
                  <a:pt x="456743" y="67813"/>
                </a:cubicBezTo>
                <a:cubicBezTo>
                  <a:pt x="457182" y="67469"/>
                  <a:pt x="457523" y="67011"/>
                  <a:pt x="457727" y="66488"/>
                </a:cubicBezTo>
                <a:cubicBezTo>
                  <a:pt x="458295" y="64368"/>
                  <a:pt x="457121" y="64708"/>
                  <a:pt x="457727" y="62929"/>
                </a:cubicBezTo>
                <a:cubicBezTo>
                  <a:pt x="458333" y="61149"/>
                  <a:pt x="460150" y="61528"/>
                  <a:pt x="462384" y="61149"/>
                </a:cubicBezTo>
                <a:cubicBezTo>
                  <a:pt x="463206" y="61047"/>
                  <a:pt x="463993" y="60763"/>
                  <a:pt x="464694" y="60316"/>
                </a:cubicBezTo>
                <a:cubicBezTo>
                  <a:pt x="465622" y="59608"/>
                  <a:pt x="466674" y="59078"/>
                  <a:pt x="467799" y="58764"/>
                </a:cubicBezTo>
                <a:cubicBezTo>
                  <a:pt x="469919" y="57969"/>
                  <a:pt x="471244" y="58310"/>
                  <a:pt x="471812" y="56568"/>
                </a:cubicBezTo>
                <a:cubicBezTo>
                  <a:pt x="471926" y="56303"/>
                  <a:pt x="471358" y="55546"/>
                  <a:pt x="471358" y="55053"/>
                </a:cubicBezTo>
                <a:cubicBezTo>
                  <a:pt x="471483" y="54364"/>
                  <a:pt x="471483" y="53660"/>
                  <a:pt x="471358" y="52971"/>
                </a:cubicBezTo>
                <a:cubicBezTo>
                  <a:pt x="471017" y="52024"/>
                  <a:pt x="470298" y="51419"/>
                  <a:pt x="469843" y="50472"/>
                </a:cubicBezTo>
                <a:cubicBezTo>
                  <a:pt x="469590" y="49957"/>
                  <a:pt x="469162" y="49556"/>
                  <a:pt x="468632" y="49336"/>
                </a:cubicBezTo>
                <a:cubicBezTo>
                  <a:pt x="468177" y="49336"/>
                  <a:pt x="467799" y="49601"/>
                  <a:pt x="466928" y="49336"/>
                </a:cubicBezTo>
                <a:cubicBezTo>
                  <a:pt x="466310" y="49105"/>
                  <a:pt x="465648" y="49026"/>
                  <a:pt x="464997" y="49109"/>
                </a:cubicBezTo>
                <a:cubicBezTo>
                  <a:pt x="462600" y="49764"/>
                  <a:pt x="460135" y="50146"/>
                  <a:pt x="457651" y="50245"/>
                </a:cubicBezTo>
                <a:lnTo>
                  <a:pt x="456478" y="50245"/>
                </a:lnTo>
                <a:lnTo>
                  <a:pt x="454812" y="50245"/>
                </a:lnTo>
                <a:cubicBezTo>
                  <a:pt x="451631" y="50169"/>
                  <a:pt x="445989" y="49525"/>
                  <a:pt x="445573" y="49525"/>
                </a:cubicBezTo>
                <a:cubicBezTo>
                  <a:pt x="444475" y="49071"/>
                  <a:pt x="442544" y="47708"/>
                  <a:pt x="442090" y="47708"/>
                </a:cubicBezTo>
                <a:close/>
                <a:moveTo>
                  <a:pt x="322140" y="45095"/>
                </a:moveTo>
                <a:cubicBezTo>
                  <a:pt x="321534" y="45550"/>
                  <a:pt x="320852" y="45739"/>
                  <a:pt x="319148" y="45739"/>
                </a:cubicBezTo>
                <a:cubicBezTo>
                  <a:pt x="315817" y="46042"/>
                  <a:pt x="312485" y="50434"/>
                  <a:pt x="309228" y="52327"/>
                </a:cubicBezTo>
                <a:cubicBezTo>
                  <a:pt x="308437" y="52589"/>
                  <a:pt x="307627" y="52789"/>
                  <a:pt x="306805" y="52933"/>
                </a:cubicBezTo>
                <a:cubicBezTo>
                  <a:pt x="306124" y="53236"/>
                  <a:pt x="305253" y="53804"/>
                  <a:pt x="305101" y="54334"/>
                </a:cubicBezTo>
                <a:cubicBezTo>
                  <a:pt x="304950" y="54864"/>
                  <a:pt x="305026" y="55470"/>
                  <a:pt x="304420" y="55811"/>
                </a:cubicBezTo>
                <a:cubicBezTo>
                  <a:pt x="303814" y="56151"/>
                  <a:pt x="303322" y="56227"/>
                  <a:pt x="303360" y="56682"/>
                </a:cubicBezTo>
                <a:cubicBezTo>
                  <a:pt x="303397" y="57136"/>
                  <a:pt x="303738" y="59029"/>
                  <a:pt x="304306" y="59143"/>
                </a:cubicBezTo>
                <a:cubicBezTo>
                  <a:pt x="304874" y="59256"/>
                  <a:pt x="305291" y="59143"/>
                  <a:pt x="305518" y="59711"/>
                </a:cubicBezTo>
                <a:cubicBezTo>
                  <a:pt x="305745" y="60278"/>
                  <a:pt x="306502" y="60998"/>
                  <a:pt x="307070" y="60998"/>
                </a:cubicBezTo>
                <a:cubicBezTo>
                  <a:pt x="307831" y="61066"/>
                  <a:pt x="308585" y="61233"/>
                  <a:pt x="309304" y="61490"/>
                </a:cubicBezTo>
                <a:cubicBezTo>
                  <a:pt x="310023" y="61679"/>
                  <a:pt x="311349" y="61755"/>
                  <a:pt x="311349" y="62929"/>
                </a:cubicBezTo>
                <a:cubicBezTo>
                  <a:pt x="311349" y="64103"/>
                  <a:pt x="311765" y="65807"/>
                  <a:pt x="311349" y="66715"/>
                </a:cubicBezTo>
                <a:cubicBezTo>
                  <a:pt x="310932" y="67624"/>
                  <a:pt x="309758" y="68949"/>
                  <a:pt x="309304" y="68949"/>
                </a:cubicBezTo>
                <a:cubicBezTo>
                  <a:pt x="308850" y="68949"/>
                  <a:pt x="308055" y="68949"/>
                  <a:pt x="307600" y="68949"/>
                </a:cubicBezTo>
                <a:cubicBezTo>
                  <a:pt x="306271" y="69233"/>
                  <a:pt x="305370" y="70475"/>
                  <a:pt x="305518" y="71827"/>
                </a:cubicBezTo>
                <a:cubicBezTo>
                  <a:pt x="305631" y="72735"/>
                  <a:pt x="307411" y="74326"/>
                  <a:pt x="307411" y="74326"/>
                </a:cubicBezTo>
                <a:lnTo>
                  <a:pt x="308312" y="75365"/>
                </a:lnTo>
                <a:lnTo>
                  <a:pt x="308963" y="76597"/>
                </a:lnTo>
                <a:cubicBezTo>
                  <a:pt x="309191" y="77127"/>
                  <a:pt x="308963" y="77695"/>
                  <a:pt x="308963" y="78453"/>
                </a:cubicBezTo>
                <a:cubicBezTo>
                  <a:pt x="309039" y="78930"/>
                  <a:pt x="309039" y="79414"/>
                  <a:pt x="308963" y="79892"/>
                </a:cubicBezTo>
                <a:cubicBezTo>
                  <a:pt x="308748" y="80554"/>
                  <a:pt x="308339" y="81133"/>
                  <a:pt x="307789" y="81558"/>
                </a:cubicBezTo>
                <a:cubicBezTo>
                  <a:pt x="307411" y="81860"/>
                  <a:pt x="306426" y="83072"/>
                  <a:pt x="306048" y="83261"/>
                </a:cubicBezTo>
                <a:cubicBezTo>
                  <a:pt x="304583" y="84068"/>
                  <a:pt x="303504" y="85435"/>
                  <a:pt x="303057" y="87048"/>
                </a:cubicBezTo>
                <a:cubicBezTo>
                  <a:pt x="303197" y="88244"/>
                  <a:pt x="303568" y="89403"/>
                  <a:pt x="304155" y="90455"/>
                </a:cubicBezTo>
                <a:cubicBezTo>
                  <a:pt x="304586" y="91122"/>
                  <a:pt x="305139" y="91697"/>
                  <a:pt x="305783" y="92159"/>
                </a:cubicBezTo>
                <a:cubicBezTo>
                  <a:pt x="306389" y="92689"/>
                  <a:pt x="306199" y="93939"/>
                  <a:pt x="306957" y="93939"/>
                </a:cubicBezTo>
                <a:cubicBezTo>
                  <a:pt x="307721" y="93973"/>
                  <a:pt x="308483" y="94075"/>
                  <a:pt x="309228" y="94242"/>
                </a:cubicBezTo>
                <a:cubicBezTo>
                  <a:pt x="309758" y="94507"/>
                  <a:pt x="310781" y="93977"/>
                  <a:pt x="310781" y="93977"/>
                </a:cubicBezTo>
                <a:cubicBezTo>
                  <a:pt x="311614" y="93674"/>
                  <a:pt x="312485" y="91478"/>
                  <a:pt x="314151" y="90190"/>
                </a:cubicBezTo>
                <a:cubicBezTo>
                  <a:pt x="315817" y="88903"/>
                  <a:pt x="319527" y="86783"/>
                  <a:pt x="321496" y="85117"/>
                </a:cubicBezTo>
                <a:cubicBezTo>
                  <a:pt x="323745" y="83678"/>
                  <a:pt x="325222" y="81296"/>
                  <a:pt x="325510" y="78642"/>
                </a:cubicBezTo>
                <a:cubicBezTo>
                  <a:pt x="325396" y="77979"/>
                  <a:pt x="325123" y="77358"/>
                  <a:pt x="324714" y="76825"/>
                </a:cubicBezTo>
                <a:cubicBezTo>
                  <a:pt x="324188" y="76370"/>
                  <a:pt x="323544" y="76067"/>
                  <a:pt x="322859" y="75954"/>
                </a:cubicBezTo>
                <a:lnTo>
                  <a:pt x="320966" y="76219"/>
                </a:lnTo>
                <a:cubicBezTo>
                  <a:pt x="320701" y="76143"/>
                  <a:pt x="320436" y="74742"/>
                  <a:pt x="320436" y="74326"/>
                </a:cubicBezTo>
                <a:cubicBezTo>
                  <a:pt x="321485" y="72186"/>
                  <a:pt x="322980" y="70301"/>
                  <a:pt x="324828" y="68798"/>
                </a:cubicBezTo>
                <a:cubicBezTo>
                  <a:pt x="325055" y="68570"/>
                  <a:pt x="325093" y="68495"/>
                  <a:pt x="325055" y="67738"/>
                </a:cubicBezTo>
                <a:cubicBezTo>
                  <a:pt x="325017" y="66980"/>
                  <a:pt x="324676" y="66791"/>
                  <a:pt x="323654" y="65390"/>
                </a:cubicBezTo>
                <a:cubicBezTo>
                  <a:pt x="323124" y="64633"/>
                  <a:pt x="323427" y="63875"/>
                  <a:pt x="322859" y="63875"/>
                </a:cubicBezTo>
                <a:cubicBezTo>
                  <a:pt x="322291" y="63875"/>
                  <a:pt x="321647" y="64633"/>
                  <a:pt x="321155" y="64178"/>
                </a:cubicBezTo>
                <a:cubicBezTo>
                  <a:pt x="320663" y="63724"/>
                  <a:pt x="320663" y="62399"/>
                  <a:pt x="320663" y="61944"/>
                </a:cubicBezTo>
                <a:cubicBezTo>
                  <a:pt x="320231" y="60899"/>
                  <a:pt x="320163" y="59737"/>
                  <a:pt x="320474" y="58650"/>
                </a:cubicBezTo>
                <a:cubicBezTo>
                  <a:pt x="321136" y="57499"/>
                  <a:pt x="321882" y="56398"/>
                  <a:pt x="322707" y="55356"/>
                </a:cubicBezTo>
                <a:cubicBezTo>
                  <a:pt x="323503" y="54410"/>
                  <a:pt x="323995" y="53766"/>
                  <a:pt x="323995" y="53047"/>
                </a:cubicBezTo>
                <a:cubicBezTo>
                  <a:pt x="323730" y="51381"/>
                  <a:pt x="324449" y="50775"/>
                  <a:pt x="324449" y="50018"/>
                </a:cubicBezTo>
                <a:cubicBezTo>
                  <a:pt x="324449" y="49260"/>
                  <a:pt x="324904" y="48162"/>
                  <a:pt x="324449" y="47367"/>
                </a:cubicBezTo>
                <a:cubicBezTo>
                  <a:pt x="323995" y="46572"/>
                  <a:pt x="322745" y="44641"/>
                  <a:pt x="322140" y="45095"/>
                </a:cubicBezTo>
                <a:close/>
                <a:moveTo>
                  <a:pt x="347318" y="44489"/>
                </a:moveTo>
                <a:cubicBezTo>
                  <a:pt x="347545" y="44641"/>
                  <a:pt x="347772" y="45890"/>
                  <a:pt x="347772" y="46345"/>
                </a:cubicBezTo>
                <a:cubicBezTo>
                  <a:pt x="347606" y="47397"/>
                  <a:pt x="347098" y="48367"/>
                  <a:pt x="346334" y="49109"/>
                </a:cubicBezTo>
                <a:cubicBezTo>
                  <a:pt x="345474" y="49355"/>
                  <a:pt x="344573" y="49430"/>
                  <a:pt x="343683" y="49336"/>
                </a:cubicBezTo>
                <a:cubicBezTo>
                  <a:pt x="342888" y="49146"/>
                  <a:pt x="342699" y="47859"/>
                  <a:pt x="342661" y="47102"/>
                </a:cubicBezTo>
                <a:cubicBezTo>
                  <a:pt x="342585" y="45663"/>
                  <a:pt x="345538" y="45322"/>
                  <a:pt x="347318" y="44489"/>
                </a:cubicBezTo>
                <a:close/>
                <a:moveTo>
                  <a:pt x="349249" y="36955"/>
                </a:moveTo>
                <a:cubicBezTo>
                  <a:pt x="346111" y="38288"/>
                  <a:pt x="343040" y="39779"/>
                  <a:pt x="340049" y="41423"/>
                </a:cubicBezTo>
                <a:cubicBezTo>
                  <a:pt x="339254" y="41801"/>
                  <a:pt x="338383" y="41461"/>
                  <a:pt x="336906" y="42180"/>
                </a:cubicBezTo>
                <a:cubicBezTo>
                  <a:pt x="335430" y="42899"/>
                  <a:pt x="334483" y="43695"/>
                  <a:pt x="333120" y="44414"/>
                </a:cubicBezTo>
                <a:cubicBezTo>
                  <a:pt x="332665" y="44679"/>
                  <a:pt x="331151" y="45323"/>
                  <a:pt x="330848" y="45512"/>
                </a:cubicBezTo>
                <a:cubicBezTo>
                  <a:pt x="330284" y="45762"/>
                  <a:pt x="329682" y="45913"/>
                  <a:pt x="329069" y="45966"/>
                </a:cubicBezTo>
                <a:cubicBezTo>
                  <a:pt x="328046" y="46080"/>
                  <a:pt x="327705" y="44944"/>
                  <a:pt x="326986" y="45058"/>
                </a:cubicBezTo>
                <a:cubicBezTo>
                  <a:pt x="326267" y="45171"/>
                  <a:pt x="325623" y="46989"/>
                  <a:pt x="325926" y="48314"/>
                </a:cubicBezTo>
                <a:cubicBezTo>
                  <a:pt x="326028" y="49359"/>
                  <a:pt x="326028" y="50411"/>
                  <a:pt x="325926" y="51456"/>
                </a:cubicBezTo>
                <a:lnTo>
                  <a:pt x="325812" y="51305"/>
                </a:lnTo>
                <a:cubicBezTo>
                  <a:pt x="325767" y="52002"/>
                  <a:pt x="325805" y="52702"/>
                  <a:pt x="325926" y="53387"/>
                </a:cubicBezTo>
                <a:cubicBezTo>
                  <a:pt x="326115" y="54372"/>
                  <a:pt x="326948" y="55091"/>
                  <a:pt x="326948" y="55621"/>
                </a:cubicBezTo>
                <a:cubicBezTo>
                  <a:pt x="327172" y="57461"/>
                  <a:pt x="327615" y="59268"/>
                  <a:pt x="328273" y="60998"/>
                </a:cubicBezTo>
                <a:cubicBezTo>
                  <a:pt x="328539" y="61831"/>
                  <a:pt x="327592" y="63118"/>
                  <a:pt x="327592" y="64519"/>
                </a:cubicBezTo>
                <a:cubicBezTo>
                  <a:pt x="327743" y="65292"/>
                  <a:pt x="328054" y="66026"/>
                  <a:pt x="328501" y="66677"/>
                </a:cubicBezTo>
                <a:cubicBezTo>
                  <a:pt x="328690" y="66980"/>
                  <a:pt x="329864" y="67283"/>
                  <a:pt x="329864" y="68533"/>
                </a:cubicBezTo>
                <a:cubicBezTo>
                  <a:pt x="329864" y="68987"/>
                  <a:pt x="330280" y="69479"/>
                  <a:pt x="330507" y="69858"/>
                </a:cubicBezTo>
                <a:cubicBezTo>
                  <a:pt x="330735" y="70236"/>
                  <a:pt x="330697" y="70691"/>
                  <a:pt x="331227" y="70691"/>
                </a:cubicBezTo>
                <a:cubicBezTo>
                  <a:pt x="331643" y="70748"/>
                  <a:pt x="332060" y="70748"/>
                  <a:pt x="332476" y="70691"/>
                </a:cubicBezTo>
                <a:cubicBezTo>
                  <a:pt x="332931" y="70615"/>
                  <a:pt x="333612" y="70161"/>
                  <a:pt x="333915" y="70161"/>
                </a:cubicBezTo>
                <a:cubicBezTo>
                  <a:pt x="334449" y="69956"/>
                  <a:pt x="334968" y="69718"/>
                  <a:pt x="335468" y="69441"/>
                </a:cubicBezTo>
                <a:cubicBezTo>
                  <a:pt x="336073" y="68987"/>
                  <a:pt x="336755" y="68873"/>
                  <a:pt x="336755" y="69441"/>
                </a:cubicBezTo>
                <a:cubicBezTo>
                  <a:pt x="336861" y="70146"/>
                  <a:pt x="336861" y="70857"/>
                  <a:pt x="336755" y="71562"/>
                </a:cubicBezTo>
                <a:cubicBezTo>
                  <a:pt x="336573" y="71948"/>
                  <a:pt x="336281" y="72277"/>
                  <a:pt x="335922" y="72508"/>
                </a:cubicBezTo>
                <a:cubicBezTo>
                  <a:pt x="335611" y="72641"/>
                  <a:pt x="335274" y="72705"/>
                  <a:pt x="334937" y="72698"/>
                </a:cubicBezTo>
                <a:cubicBezTo>
                  <a:pt x="334483" y="72773"/>
                  <a:pt x="334331" y="72963"/>
                  <a:pt x="333877" y="73038"/>
                </a:cubicBezTo>
                <a:cubicBezTo>
                  <a:pt x="333423" y="73114"/>
                  <a:pt x="333650" y="72735"/>
                  <a:pt x="332855" y="72849"/>
                </a:cubicBezTo>
                <a:cubicBezTo>
                  <a:pt x="332060" y="72963"/>
                  <a:pt x="332060" y="73417"/>
                  <a:pt x="332060" y="74288"/>
                </a:cubicBezTo>
                <a:cubicBezTo>
                  <a:pt x="332060" y="75159"/>
                  <a:pt x="332060" y="75727"/>
                  <a:pt x="332060" y="76067"/>
                </a:cubicBezTo>
                <a:cubicBezTo>
                  <a:pt x="332060" y="76408"/>
                  <a:pt x="331833" y="77014"/>
                  <a:pt x="332060" y="77544"/>
                </a:cubicBezTo>
                <a:cubicBezTo>
                  <a:pt x="332287" y="78074"/>
                  <a:pt x="332741" y="78074"/>
                  <a:pt x="333650" y="78074"/>
                </a:cubicBezTo>
                <a:cubicBezTo>
                  <a:pt x="334218" y="78320"/>
                  <a:pt x="334862" y="78320"/>
                  <a:pt x="335430" y="78074"/>
                </a:cubicBezTo>
                <a:cubicBezTo>
                  <a:pt x="335770" y="77998"/>
                  <a:pt x="336755" y="78339"/>
                  <a:pt x="336300" y="79210"/>
                </a:cubicBezTo>
                <a:cubicBezTo>
                  <a:pt x="334896" y="79956"/>
                  <a:pt x="333544" y="80789"/>
                  <a:pt x="332249" y="81709"/>
                </a:cubicBezTo>
                <a:cubicBezTo>
                  <a:pt x="331246" y="82379"/>
                  <a:pt x="330163" y="82924"/>
                  <a:pt x="329031" y="83337"/>
                </a:cubicBezTo>
                <a:cubicBezTo>
                  <a:pt x="328387" y="83526"/>
                  <a:pt x="328236" y="82958"/>
                  <a:pt x="327781" y="82958"/>
                </a:cubicBezTo>
                <a:cubicBezTo>
                  <a:pt x="327327" y="82958"/>
                  <a:pt x="326948" y="83829"/>
                  <a:pt x="326948" y="83829"/>
                </a:cubicBezTo>
                <a:cubicBezTo>
                  <a:pt x="326501" y="84352"/>
                  <a:pt x="326297" y="85041"/>
                  <a:pt x="326380" y="85722"/>
                </a:cubicBezTo>
                <a:cubicBezTo>
                  <a:pt x="326380" y="86063"/>
                  <a:pt x="326380" y="86820"/>
                  <a:pt x="326380" y="87275"/>
                </a:cubicBezTo>
                <a:cubicBezTo>
                  <a:pt x="326456" y="88827"/>
                  <a:pt x="327251" y="89584"/>
                  <a:pt x="327403" y="90531"/>
                </a:cubicBezTo>
                <a:cubicBezTo>
                  <a:pt x="327554" y="91478"/>
                  <a:pt x="329371" y="91667"/>
                  <a:pt x="330091" y="91478"/>
                </a:cubicBezTo>
                <a:cubicBezTo>
                  <a:pt x="331405" y="91016"/>
                  <a:pt x="332673" y="90433"/>
                  <a:pt x="333877" y="89736"/>
                </a:cubicBezTo>
                <a:cubicBezTo>
                  <a:pt x="335168" y="89547"/>
                  <a:pt x="336437" y="89228"/>
                  <a:pt x="337663" y="88789"/>
                </a:cubicBezTo>
                <a:cubicBezTo>
                  <a:pt x="338818" y="88100"/>
                  <a:pt x="340113" y="87676"/>
                  <a:pt x="341450" y="87540"/>
                </a:cubicBezTo>
                <a:cubicBezTo>
                  <a:pt x="342476" y="87320"/>
                  <a:pt x="343476" y="87002"/>
                  <a:pt x="344441" y="86593"/>
                </a:cubicBezTo>
                <a:cubicBezTo>
                  <a:pt x="345312" y="86290"/>
                  <a:pt x="346213" y="86075"/>
                  <a:pt x="347129" y="85950"/>
                </a:cubicBezTo>
                <a:cubicBezTo>
                  <a:pt x="348182" y="85950"/>
                  <a:pt x="349234" y="85863"/>
                  <a:pt x="350272" y="85685"/>
                </a:cubicBezTo>
                <a:cubicBezTo>
                  <a:pt x="350726" y="85533"/>
                  <a:pt x="352733" y="85306"/>
                  <a:pt x="355951" y="84662"/>
                </a:cubicBezTo>
                <a:cubicBezTo>
                  <a:pt x="359170" y="84019"/>
                  <a:pt x="358640" y="84662"/>
                  <a:pt x="359548" y="84662"/>
                </a:cubicBezTo>
                <a:cubicBezTo>
                  <a:pt x="361707" y="84170"/>
                  <a:pt x="362918" y="81141"/>
                  <a:pt x="362577" y="78642"/>
                </a:cubicBezTo>
                <a:cubicBezTo>
                  <a:pt x="362312" y="76862"/>
                  <a:pt x="360684" y="76105"/>
                  <a:pt x="360003" y="75537"/>
                </a:cubicBezTo>
                <a:cubicBezTo>
                  <a:pt x="359321" y="74969"/>
                  <a:pt x="358261" y="76029"/>
                  <a:pt x="357428" y="75954"/>
                </a:cubicBezTo>
                <a:cubicBezTo>
                  <a:pt x="356595" y="75878"/>
                  <a:pt x="355081" y="76976"/>
                  <a:pt x="354512" y="76976"/>
                </a:cubicBezTo>
                <a:cubicBezTo>
                  <a:pt x="353710" y="77097"/>
                  <a:pt x="352899" y="77173"/>
                  <a:pt x="352089" y="77203"/>
                </a:cubicBezTo>
                <a:cubicBezTo>
                  <a:pt x="351037" y="77502"/>
                  <a:pt x="349999" y="77858"/>
                  <a:pt x="348984" y="78263"/>
                </a:cubicBezTo>
                <a:cubicBezTo>
                  <a:pt x="348530" y="78339"/>
                  <a:pt x="347697" y="78339"/>
                  <a:pt x="347697" y="77506"/>
                </a:cubicBezTo>
                <a:cubicBezTo>
                  <a:pt x="347652" y="76950"/>
                  <a:pt x="347845" y="76397"/>
                  <a:pt x="348227" y="75992"/>
                </a:cubicBezTo>
                <a:cubicBezTo>
                  <a:pt x="348909" y="75424"/>
                  <a:pt x="350045" y="75159"/>
                  <a:pt x="350537" y="74780"/>
                </a:cubicBezTo>
                <a:cubicBezTo>
                  <a:pt x="351226" y="74265"/>
                  <a:pt x="351847" y="73667"/>
                  <a:pt x="352392" y="73000"/>
                </a:cubicBezTo>
                <a:cubicBezTo>
                  <a:pt x="352600" y="72618"/>
                  <a:pt x="352680" y="72183"/>
                  <a:pt x="352619" y="71751"/>
                </a:cubicBezTo>
                <a:cubicBezTo>
                  <a:pt x="352086" y="70873"/>
                  <a:pt x="351737" y="69892"/>
                  <a:pt x="351597" y="68873"/>
                </a:cubicBezTo>
                <a:cubicBezTo>
                  <a:pt x="351502" y="68343"/>
                  <a:pt x="351040" y="67957"/>
                  <a:pt x="350499" y="67965"/>
                </a:cubicBezTo>
                <a:cubicBezTo>
                  <a:pt x="349677" y="67912"/>
                  <a:pt x="348867" y="67772"/>
                  <a:pt x="348076" y="67548"/>
                </a:cubicBezTo>
                <a:cubicBezTo>
                  <a:pt x="347470" y="67472"/>
                  <a:pt x="346751" y="68154"/>
                  <a:pt x="346523" y="68570"/>
                </a:cubicBezTo>
                <a:cubicBezTo>
                  <a:pt x="346296" y="68987"/>
                  <a:pt x="345160" y="69896"/>
                  <a:pt x="344479" y="69214"/>
                </a:cubicBezTo>
                <a:cubicBezTo>
                  <a:pt x="344096" y="68578"/>
                  <a:pt x="343987" y="67813"/>
                  <a:pt x="344176" y="67094"/>
                </a:cubicBezTo>
                <a:cubicBezTo>
                  <a:pt x="344441" y="66261"/>
                  <a:pt x="346334" y="66488"/>
                  <a:pt x="346789" y="65882"/>
                </a:cubicBezTo>
                <a:cubicBezTo>
                  <a:pt x="347243" y="65276"/>
                  <a:pt x="348341" y="65276"/>
                  <a:pt x="348568" y="65011"/>
                </a:cubicBezTo>
                <a:cubicBezTo>
                  <a:pt x="349079" y="64633"/>
                  <a:pt x="349738" y="64523"/>
                  <a:pt x="350348" y="64708"/>
                </a:cubicBezTo>
                <a:cubicBezTo>
                  <a:pt x="350764" y="64860"/>
                  <a:pt x="351559" y="63610"/>
                  <a:pt x="351559" y="63080"/>
                </a:cubicBezTo>
                <a:cubicBezTo>
                  <a:pt x="352316" y="59559"/>
                  <a:pt x="353604" y="56984"/>
                  <a:pt x="354626" y="53425"/>
                </a:cubicBezTo>
                <a:cubicBezTo>
                  <a:pt x="354778" y="52895"/>
                  <a:pt x="356254" y="51494"/>
                  <a:pt x="356254" y="50926"/>
                </a:cubicBezTo>
                <a:cubicBezTo>
                  <a:pt x="356599" y="49510"/>
                  <a:pt x="357106" y="48136"/>
                  <a:pt x="357769" y="46837"/>
                </a:cubicBezTo>
                <a:cubicBezTo>
                  <a:pt x="358117" y="46065"/>
                  <a:pt x="358197" y="45198"/>
                  <a:pt x="357996" y="44376"/>
                </a:cubicBezTo>
                <a:cubicBezTo>
                  <a:pt x="357958" y="44073"/>
                  <a:pt x="358867" y="42521"/>
                  <a:pt x="358867" y="41650"/>
                </a:cubicBezTo>
                <a:cubicBezTo>
                  <a:pt x="358564" y="40522"/>
                  <a:pt x="357882" y="39533"/>
                  <a:pt x="356936" y="38848"/>
                </a:cubicBezTo>
                <a:cubicBezTo>
                  <a:pt x="356595" y="38621"/>
                  <a:pt x="356254" y="37371"/>
                  <a:pt x="355951" y="37182"/>
                </a:cubicBezTo>
                <a:cubicBezTo>
                  <a:pt x="354494" y="37057"/>
                  <a:pt x="353024" y="37159"/>
                  <a:pt x="351597" y="37485"/>
                </a:cubicBezTo>
                <a:cubicBezTo>
                  <a:pt x="350878" y="37561"/>
                  <a:pt x="350120" y="36955"/>
                  <a:pt x="349249" y="36955"/>
                </a:cubicBezTo>
                <a:close/>
                <a:moveTo>
                  <a:pt x="384235" y="13631"/>
                </a:moveTo>
                <a:cubicBezTo>
                  <a:pt x="588854" y="13715"/>
                  <a:pt x="754687" y="179615"/>
                  <a:pt x="754687" y="384234"/>
                </a:cubicBezTo>
                <a:cubicBezTo>
                  <a:pt x="754687" y="384283"/>
                  <a:pt x="754687" y="384336"/>
                  <a:pt x="754687" y="384385"/>
                </a:cubicBezTo>
                <a:cubicBezTo>
                  <a:pt x="754603" y="589065"/>
                  <a:pt x="588612" y="754920"/>
                  <a:pt x="383932" y="754837"/>
                </a:cubicBezTo>
                <a:cubicBezTo>
                  <a:pt x="179252" y="754753"/>
                  <a:pt x="13397" y="588762"/>
                  <a:pt x="13480" y="384082"/>
                </a:cubicBezTo>
                <a:cubicBezTo>
                  <a:pt x="13564" y="179403"/>
                  <a:pt x="179555" y="13548"/>
                  <a:pt x="384235" y="13631"/>
                </a:cubicBezTo>
                <a:close/>
                <a:moveTo>
                  <a:pt x="384234" y="8595"/>
                </a:moveTo>
                <a:cubicBezTo>
                  <a:pt x="176775" y="8595"/>
                  <a:pt x="8595" y="176775"/>
                  <a:pt x="8595" y="384234"/>
                </a:cubicBezTo>
                <a:cubicBezTo>
                  <a:pt x="8595" y="591692"/>
                  <a:pt x="176775" y="759872"/>
                  <a:pt x="384234" y="759872"/>
                </a:cubicBezTo>
                <a:cubicBezTo>
                  <a:pt x="591591" y="759622"/>
                  <a:pt x="759623" y="591590"/>
                  <a:pt x="759873" y="384234"/>
                </a:cubicBezTo>
                <a:cubicBezTo>
                  <a:pt x="759873" y="176775"/>
                  <a:pt x="591693" y="8595"/>
                  <a:pt x="384234" y="8595"/>
                </a:cubicBezTo>
                <a:close/>
                <a:moveTo>
                  <a:pt x="384234" y="0"/>
                </a:moveTo>
                <a:cubicBezTo>
                  <a:pt x="596335" y="250"/>
                  <a:pt x="768218" y="172133"/>
                  <a:pt x="768468" y="384234"/>
                </a:cubicBezTo>
                <a:cubicBezTo>
                  <a:pt x="768468" y="596440"/>
                  <a:pt x="596441" y="768467"/>
                  <a:pt x="384234" y="768467"/>
                </a:cubicBezTo>
                <a:cubicBezTo>
                  <a:pt x="172027" y="768467"/>
                  <a:pt x="0" y="596440"/>
                  <a:pt x="0" y="384234"/>
                </a:cubicBezTo>
                <a:cubicBezTo>
                  <a:pt x="0" y="172027"/>
                  <a:pt x="172027" y="0"/>
                  <a:pt x="384234" y="0"/>
                </a:cubicBezTo>
                <a:close/>
              </a:path>
            </a:pathLst>
          </a:custGeom>
          <a:solidFill>
            <a:schemeClr val="bg1"/>
          </a:solidFill>
          <a:ln w="375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 dirty="0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10272478" y="6396638"/>
            <a:ext cx="1629576" cy="198576"/>
            <a:chOff x="10272478" y="6308389"/>
            <a:chExt cx="1629576" cy="198576"/>
          </a:xfrm>
        </p:grpSpPr>
        <p:grpSp>
          <p:nvGrpSpPr>
            <p:cNvPr id="32" name="组合 31"/>
            <p:cNvGrpSpPr/>
            <p:nvPr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5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76" name="Freeform 6"/>
              <p:cNvSpPr/>
              <p:nvPr/>
            </p:nvSpPr>
            <p:spPr bwMode="auto">
              <a:xfrm>
                <a:off x="4620306" y="1229886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charset="-122"/>
                  <a:cs typeface="+mn-cs"/>
                </a:endParaRPr>
              </a:p>
            </p:txBody>
          </p:sp>
          <p:grpSp>
            <p:nvGrpSpPr>
              <p:cNvPr id="77" name="组合 76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82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83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9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80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81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  <p:grpSp>
          <p:nvGrpSpPr>
            <p:cNvPr id="33" name="组合 32"/>
            <p:cNvGrpSpPr/>
            <p:nvPr/>
          </p:nvGrpSpPr>
          <p:grpSpPr>
            <a:xfrm>
              <a:off x="10272478" y="6308389"/>
              <a:ext cx="716480" cy="198576"/>
              <a:chOff x="2372715" y="161759"/>
              <a:chExt cx="2695608" cy="747103"/>
            </a:xfrm>
          </p:grpSpPr>
          <p:grpSp>
            <p:nvGrpSpPr>
              <p:cNvPr id="34" name="组合 33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73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74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71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72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8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69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70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  <p:grpSp>
            <p:nvGrpSpPr>
              <p:cNvPr id="38" name="组合 37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39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  <p:sp>
              <p:nvSpPr>
                <p:cNvPr id="40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45" name="Freeform 46_1_1"/>
          <p:cNvSpPr/>
          <p:nvPr/>
        </p:nvSpPr>
        <p:spPr>
          <a:xfrm>
            <a:off x="-124860" y="82060"/>
            <a:ext cx="12441721" cy="3630608"/>
          </a:xfrm>
          <a:custGeom>
            <a:avLst/>
            <a:gdLst>
              <a:gd name="connsiteX0" fmla="*/ 0 w 12326112"/>
              <a:gd name="connsiteY0" fmla="*/ 0 h 3630608"/>
              <a:gd name="connsiteX1" fmla="*/ 12326112 w 12326112"/>
              <a:gd name="connsiteY1" fmla="*/ 0 h 3630608"/>
              <a:gd name="connsiteX2" fmla="*/ 12326112 w 12326112"/>
              <a:gd name="connsiteY2" fmla="*/ 2583101 h 3630608"/>
              <a:gd name="connsiteX3" fmla="*/ 11938167 w 12326112"/>
              <a:gd name="connsiteY3" fmla="*/ 2721741 h 3630608"/>
              <a:gd name="connsiteX4" fmla="*/ 6163057 w 12326112"/>
              <a:gd name="connsiteY4" fmla="*/ 3630608 h 3630608"/>
              <a:gd name="connsiteX5" fmla="*/ 387948 w 12326112"/>
              <a:gd name="connsiteY5" fmla="*/ 2721741 h 3630608"/>
              <a:gd name="connsiteX6" fmla="*/ 0 w 12326112"/>
              <a:gd name="connsiteY6" fmla="*/ 2583100 h 363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326112" h="3630608">
                <a:moveTo>
                  <a:pt x="0" y="0"/>
                </a:moveTo>
                <a:lnTo>
                  <a:pt x="12326112" y="0"/>
                </a:lnTo>
                <a:lnTo>
                  <a:pt x="12326112" y="2583101"/>
                </a:lnTo>
                <a:lnTo>
                  <a:pt x="11938167" y="2721741"/>
                </a:lnTo>
                <a:cubicBezTo>
                  <a:pt x="10221440" y="3301367"/>
                  <a:pt x="8254111" y="3630608"/>
                  <a:pt x="6163057" y="3630608"/>
                </a:cubicBezTo>
                <a:cubicBezTo>
                  <a:pt x="4072004" y="3630608"/>
                  <a:pt x="2104675" y="3301367"/>
                  <a:pt x="387948" y="2721741"/>
                </a:cubicBezTo>
                <a:lnTo>
                  <a:pt x="0" y="2583100"/>
                </a:lnTo>
                <a:close/>
              </a:path>
            </a:pathLst>
          </a:cu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41" name="矩形 40"/>
          <p:cNvSpPr/>
          <p:nvPr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51" name="Picture 49_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65340"/>
            <a:ext cx="12192000" cy="3464189"/>
          </a:xfrm>
          <a:custGeom>
            <a:avLst/>
            <a:gdLst>
              <a:gd name="connsiteX0" fmla="*/ 0 w 12192000"/>
              <a:gd name="connsiteY0" fmla="*/ 0 h 3464189"/>
              <a:gd name="connsiteX1" fmla="*/ 12192000 w 12192000"/>
              <a:gd name="connsiteY1" fmla="*/ 0 h 3464189"/>
              <a:gd name="connsiteX2" fmla="*/ 12192000 w 12192000"/>
              <a:gd name="connsiteY2" fmla="*/ 2441725 h 3464189"/>
              <a:gd name="connsiteX3" fmla="*/ 11871111 w 12192000"/>
              <a:gd name="connsiteY3" fmla="*/ 2556401 h 3464189"/>
              <a:gd name="connsiteX4" fmla="*/ 8389550 w 12192000"/>
              <a:gd name="connsiteY4" fmla="*/ 3330528 h 3464189"/>
              <a:gd name="connsiteX5" fmla="*/ 7698095 w 12192000"/>
              <a:gd name="connsiteY5" fmla="*/ 3398932 h 3464189"/>
              <a:gd name="connsiteX6" fmla="*/ 7546654 w 12192000"/>
              <a:gd name="connsiteY6" fmla="*/ 3410233 h 3464189"/>
              <a:gd name="connsiteX7" fmla="*/ 7028131 w 12192000"/>
              <a:gd name="connsiteY7" fmla="*/ 3440884 h 3464189"/>
              <a:gd name="connsiteX8" fmla="*/ 6558783 w 12192000"/>
              <a:gd name="connsiteY8" fmla="*/ 3459298 h 3464189"/>
              <a:gd name="connsiteX9" fmla="*/ 6552017 w 12192000"/>
              <a:gd name="connsiteY9" fmla="*/ 3459498 h 3464189"/>
              <a:gd name="connsiteX10" fmla="*/ 6118025 w 12192000"/>
              <a:gd name="connsiteY10" fmla="*/ 3464189 h 3464189"/>
              <a:gd name="connsiteX11" fmla="*/ 6117657 w 12192000"/>
              <a:gd name="connsiteY11" fmla="*/ 3464189 h 3464189"/>
              <a:gd name="connsiteX12" fmla="*/ 5681352 w 12192000"/>
              <a:gd name="connsiteY12" fmla="*/ 3459473 h 3464189"/>
              <a:gd name="connsiteX13" fmla="*/ 5077668 w 12192000"/>
              <a:gd name="connsiteY13" fmla="*/ 3435788 h 3464189"/>
              <a:gd name="connsiteX14" fmla="*/ 4855517 w 12192000"/>
              <a:gd name="connsiteY14" fmla="*/ 3422656 h 3464189"/>
              <a:gd name="connsiteX15" fmla="*/ 4359830 w 12192000"/>
              <a:gd name="connsiteY15" fmla="*/ 3385668 h 3464189"/>
              <a:gd name="connsiteX16" fmla="*/ 4142836 w 12192000"/>
              <a:gd name="connsiteY16" fmla="*/ 3364201 h 3464189"/>
              <a:gd name="connsiteX17" fmla="*/ 3668256 w 12192000"/>
              <a:gd name="connsiteY17" fmla="*/ 3311828 h 3464189"/>
              <a:gd name="connsiteX18" fmla="*/ 3392309 w 12192000"/>
              <a:gd name="connsiteY18" fmla="*/ 3273375 h 3464189"/>
              <a:gd name="connsiteX19" fmla="*/ 2998571 w 12192000"/>
              <a:gd name="connsiteY19" fmla="*/ 3215638 h 3464189"/>
              <a:gd name="connsiteX20" fmla="*/ 2384031 w 12192000"/>
              <a:gd name="connsiteY20" fmla="*/ 3104614 h 3464189"/>
              <a:gd name="connsiteX21" fmla="*/ 2348736 w 12192000"/>
              <a:gd name="connsiteY21" fmla="*/ 3098132 h 3464189"/>
              <a:gd name="connsiteX22" fmla="*/ 1653443 w 12192000"/>
              <a:gd name="connsiteY22" fmla="*/ 2942941 h 3464189"/>
              <a:gd name="connsiteX23" fmla="*/ 320892 w 12192000"/>
              <a:gd name="connsiteY23" fmla="*/ 2556401 h 3464189"/>
              <a:gd name="connsiteX24" fmla="*/ 0 w 12192000"/>
              <a:gd name="connsiteY24" fmla="*/ 2441724 h 3464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3464189">
                <a:moveTo>
                  <a:pt x="0" y="0"/>
                </a:moveTo>
                <a:lnTo>
                  <a:pt x="12192000" y="0"/>
                </a:lnTo>
                <a:lnTo>
                  <a:pt x="12192000" y="2441725"/>
                </a:lnTo>
                <a:lnTo>
                  <a:pt x="11871111" y="2556401"/>
                </a:lnTo>
                <a:cubicBezTo>
                  <a:pt x="10798157" y="2918667"/>
                  <a:pt x="9627311" y="3183127"/>
                  <a:pt x="8389550" y="3330528"/>
                </a:cubicBezTo>
                <a:lnTo>
                  <a:pt x="7698095" y="3398932"/>
                </a:lnTo>
                <a:lnTo>
                  <a:pt x="7546654" y="3410233"/>
                </a:lnTo>
                <a:lnTo>
                  <a:pt x="7028131" y="3440884"/>
                </a:lnTo>
                <a:lnTo>
                  <a:pt x="6558783" y="3459298"/>
                </a:lnTo>
                <a:lnTo>
                  <a:pt x="6552017" y="3459498"/>
                </a:lnTo>
                <a:lnTo>
                  <a:pt x="6118025" y="3464189"/>
                </a:lnTo>
                <a:lnTo>
                  <a:pt x="6117657" y="3464189"/>
                </a:lnTo>
                <a:lnTo>
                  <a:pt x="5681352" y="3459473"/>
                </a:lnTo>
                <a:lnTo>
                  <a:pt x="5077668" y="3435788"/>
                </a:lnTo>
                <a:lnTo>
                  <a:pt x="4855517" y="3422656"/>
                </a:lnTo>
                <a:lnTo>
                  <a:pt x="4359830" y="3385668"/>
                </a:lnTo>
                <a:lnTo>
                  <a:pt x="4142836" y="3364201"/>
                </a:lnTo>
                <a:lnTo>
                  <a:pt x="3668256" y="3311828"/>
                </a:lnTo>
                <a:lnTo>
                  <a:pt x="3392309" y="3273375"/>
                </a:lnTo>
                <a:lnTo>
                  <a:pt x="2998571" y="3215638"/>
                </a:lnTo>
                <a:lnTo>
                  <a:pt x="2384031" y="3104614"/>
                </a:lnTo>
                <a:lnTo>
                  <a:pt x="2348736" y="3098132"/>
                </a:lnTo>
                <a:lnTo>
                  <a:pt x="1653443" y="2942941"/>
                </a:lnTo>
                <a:cubicBezTo>
                  <a:pt x="1194918" y="2830565"/>
                  <a:pt x="750074" y="2701308"/>
                  <a:pt x="320892" y="2556401"/>
                </a:cubicBezTo>
                <a:lnTo>
                  <a:pt x="0" y="2441724"/>
                </a:lnTo>
                <a:close/>
              </a:path>
            </a:pathLst>
          </a:custGeom>
        </p:spPr>
      </p:pic>
      <p:sp>
        <p:nvSpPr>
          <p:cNvPr id="52" name="文本框 51"/>
          <p:cNvSpPr txBox="1"/>
          <p:nvPr/>
        </p:nvSpPr>
        <p:spPr>
          <a:xfrm>
            <a:off x="346663" y="6414182"/>
            <a:ext cx="1660787" cy="195379"/>
          </a:xfrm>
          <a:custGeom>
            <a:avLst/>
            <a:gdLst/>
            <a:ahLst/>
            <a:cxnLst/>
            <a:rect l="l" t="t" r="r" b="b"/>
            <a:pathLst>
              <a:path w="1660787" h="195379">
                <a:moveTo>
                  <a:pt x="29161" y="90222"/>
                </a:moveTo>
                <a:lnTo>
                  <a:pt x="29161" y="127778"/>
                </a:lnTo>
                <a:lnTo>
                  <a:pt x="46481" y="127778"/>
                </a:lnTo>
                <a:cubicBezTo>
                  <a:pt x="53844" y="127778"/>
                  <a:pt x="59603" y="126070"/>
                  <a:pt x="63756" y="122653"/>
                </a:cubicBezTo>
                <a:cubicBezTo>
                  <a:pt x="67910" y="119236"/>
                  <a:pt x="69986" y="114494"/>
                  <a:pt x="69986" y="108426"/>
                </a:cubicBezTo>
                <a:cubicBezTo>
                  <a:pt x="69986" y="102652"/>
                  <a:pt x="67924" y="98175"/>
                  <a:pt x="63800" y="94994"/>
                </a:cubicBezTo>
                <a:cubicBezTo>
                  <a:pt x="59677" y="91813"/>
                  <a:pt x="53815" y="90222"/>
                  <a:pt x="46216" y="90222"/>
                </a:cubicBezTo>
                <a:close/>
                <a:moveTo>
                  <a:pt x="1496048" y="49397"/>
                </a:moveTo>
                <a:cubicBezTo>
                  <a:pt x="1493220" y="54699"/>
                  <a:pt x="1489170" y="61120"/>
                  <a:pt x="1483898" y="68661"/>
                </a:cubicBezTo>
                <a:cubicBezTo>
                  <a:pt x="1478625" y="76201"/>
                  <a:pt x="1470716" y="86511"/>
                  <a:pt x="1460171" y="99589"/>
                </a:cubicBezTo>
                <a:lnTo>
                  <a:pt x="1496048" y="99589"/>
                </a:lnTo>
                <a:close/>
                <a:moveTo>
                  <a:pt x="29161" y="34374"/>
                </a:moveTo>
                <a:lnTo>
                  <a:pt x="29161" y="68219"/>
                </a:lnTo>
                <a:lnTo>
                  <a:pt x="43034" y="68219"/>
                </a:lnTo>
                <a:cubicBezTo>
                  <a:pt x="49691" y="68219"/>
                  <a:pt x="54934" y="66628"/>
                  <a:pt x="58764" y="63447"/>
                </a:cubicBezTo>
                <a:cubicBezTo>
                  <a:pt x="62593" y="60266"/>
                  <a:pt x="64507" y="55818"/>
                  <a:pt x="64507" y="50104"/>
                </a:cubicBezTo>
                <a:cubicBezTo>
                  <a:pt x="64507" y="39618"/>
                  <a:pt x="56849" y="34374"/>
                  <a:pt x="41532" y="34374"/>
                </a:cubicBezTo>
                <a:close/>
                <a:moveTo>
                  <a:pt x="1612362" y="32254"/>
                </a:moveTo>
                <a:cubicBezTo>
                  <a:pt x="1598518" y="32254"/>
                  <a:pt x="1591596" y="49043"/>
                  <a:pt x="1591596" y="82623"/>
                </a:cubicBezTo>
                <a:cubicBezTo>
                  <a:pt x="1591596" y="114199"/>
                  <a:pt x="1598341" y="129987"/>
                  <a:pt x="1611832" y="129987"/>
                </a:cubicBezTo>
                <a:cubicBezTo>
                  <a:pt x="1625087" y="129987"/>
                  <a:pt x="1631714" y="113728"/>
                  <a:pt x="1631714" y="81209"/>
                </a:cubicBezTo>
                <a:cubicBezTo>
                  <a:pt x="1631714" y="48572"/>
                  <a:pt x="1625263" y="32254"/>
                  <a:pt x="1612362" y="32254"/>
                </a:cubicBezTo>
                <a:close/>
                <a:moveTo>
                  <a:pt x="1362679" y="32254"/>
                </a:moveTo>
                <a:cubicBezTo>
                  <a:pt x="1356965" y="32254"/>
                  <a:pt x="1352385" y="34522"/>
                  <a:pt x="1348938" y="39058"/>
                </a:cubicBezTo>
                <a:cubicBezTo>
                  <a:pt x="1345492" y="43594"/>
                  <a:pt x="1343769" y="49191"/>
                  <a:pt x="1343769" y="55848"/>
                </a:cubicBezTo>
                <a:cubicBezTo>
                  <a:pt x="1343769" y="63094"/>
                  <a:pt x="1345521" y="68779"/>
                  <a:pt x="1349027" y="72902"/>
                </a:cubicBezTo>
                <a:cubicBezTo>
                  <a:pt x="1352532" y="77026"/>
                  <a:pt x="1357318" y="79088"/>
                  <a:pt x="1363386" y="79088"/>
                </a:cubicBezTo>
                <a:cubicBezTo>
                  <a:pt x="1368806" y="79088"/>
                  <a:pt x="1373269" y="77114"/>
                  <a:pt x="1376774" y="73167"/>
                </a:cubicBezTo>
                <a:cubicBezTo>
                  <a:pt x="1380279" y="69220"/>
                  <a:pt x="1382032" y="64331"/>
                  <a:pt x="1382032" y="58499"/>
                </a:cubicBezTo>
                <a:cubicBezTo>
                  <a:pt x="1382032" y="51488"/>
                  <a:pt x="1380279" y="45361"/>
                  <a:pt x="1376774" y="40118"/>
                </a:cubicBezTo>
                <a:cubicBezTo>
                  <a:pt x="1373269" y="34875"/>
                  <a:pt x="1368570" y="32254"/>
                  <a:pt x="1362679" y="32254"/>
                </a:cubicBezTo>
                <a:close/>
                <a:moveTo>
                  <a:pt x="1495606" y="12636"/>
                </a:moveTo>
                <a:lnTo>
                  <a:pt x="1522028" y="12636"/>
                </a:lnTo>
                <a:lnTo>
                  <a:pt x="1522028" y="99589"/>
                </a:lnTo>
                <a:lnTo>
                  <a:pt x="1541380" y="99589"/>
                </a:lnTo>
                <a:lnTo>
                  <a:pt x="1541380" y="120355"/>
                </a:lnTo>
                <a:lnTo>
                  <a:pt x="1522028" y="120355"/>
                </a:lnTo>
                <a:lnTo>
                  <a:pt x="1522028" y="149516"/>
                </a:lnTo>
                <a:lnTo>
                  <a:pt x="1496048" y="149516"/>
                </a:lnTo>
                <a:lnTo>
                  <a:pt x="1496048" y="120355"/>
                </a:lnTo>
                <a:lnTo>
                  <a:pt x="1434898" y="120355"/>
                </a:lnTo>
                <a:lnTo>
                  <a:pt x="1434898" y="99412"/>
                </a:lnTo>
                <a:cubicBezTo>
                  <a:pt x="1447564" y="85274"/>
                  <a:pt x="1459435" y="70310"/>
                  <a:pt x="1470510" y="54522"/>
                </a:cubicBezTo>
                <a:cubicBezTo>
                  <a:pt x="1481585" y="38734"/>
                  <a:pt x="1489951" y="24772"/>
                  <a:pt x="1495606" y="12636"/>
                </a:cubicBezTo>
                <a:close/>
                <a:moveTo>
                  <a:pt x="1009650" y="12636"/>
                </a:moveTo>
                <a:lnTo>
                  <a:pt x="1087501" y="12636"/>
                </a:lnTo>
                <a:lnTo>
                  <a:pt x="1087501" y="36495"/>
                </a:lnTo>
                <a:lnTo>
                  <a:pt x="1038811" y="36495"/>
                </a:lnTo>
                <a:lnTo>
                  <a:pt x="1038811" y="68749"/>
                </a:lnTo>
                <a:lnTo>
                  <a:pt x="1084055" y="68749"/>
                </a:lnTo>
                <a:lnTo>
                  <a:pt x="1084055" y="92520"/>
                </a:lnTo>
                <a:lnTo>
                  <a:pt x="1038811" y="92520"/>
                </a:lnTo>
                <a:lnTo>
                  <a:pt x="1038811" y="125657"/>
                </a:lnTo>
                <a:lnTo>
                  <a:pt x="1090682" y="125657"/>
                </a:lnTo>
                <a:lnTo>
                  <a:pt x="1090682" y="149516"/>
                </a:lnTo>
                <a:lnTo>
                  <a:pt x="1009650" y="149516"/>
                </a:lnTo>
                <a:close/>
                <a:moveTo>
                  <a:pt x="714375" y="12636"/>
                </a:moveTo>
                <a:lnTo>
                  <a:pt x="746187" y="12636"/>
                </a:lnTo>
                <a:lnTo>
                  <a:pt x="802034" y="98705"/>
                </a:lnTo>
                <a:cubicBezTo>
                  <a:pt x="805746" y="104420"/>
                  <a:pt x="808014" y="108043"/>
                  <a:pt x="808839" y="109574"/>
                </a:cubicBezTo>
                <a:lnTo>
                  <a:pt x="809281" y="109574"/>
                </a:lnTo>
                <a:cubicBezTo>
                  <a:pt x="808691" y="106275"/>
                  <a:pt x="808397" y="99972"/>
                  <a:pt x="808397" y="90664"/>
                </a:cubicBezTo>
                <a:lnTo>
                  <a:pt x="808397" y="12636"/>
                </a:lnTo>
                <a:lnTo>
                  <a:pt x="836056" y="12636"/>
                </a:lnTo>
                <a:lnTo>
                  <a:pt x="836056" y="149516"/>
                </a:lnTo>
                <a:lnTo>
                  <a:pt x="806188" y="149516"/>
                </a:lnTo>
                <a:lnTo>
                  <a:pt x="748219" y="60973"/>
                </a:lnTo>
                <a:cubicBezTo>
                  <a:pt x="745215" y="56378"/>
                  <a:pt x="743035" y="52666"/>
                  <a:pt x="741680" y="49839"/>
                </a:cubicBezTo>
                <a:lnTo>
                  <a:pt x="741238" y="49839"/>
                </a:lnTo>
                <a:cubicBezTo>
                  <a:pt x="741768" y="54551"/>
                  <a:pt x="742033" y="61827"/>
                  <a:pt x="742033" y="71665"/>
                </a:cubicBezTo>
                <a:lnTo>
                  <a:pt x="742033" y="149516"/>
                </a:lnTo>
                <a:lnTo>
                  <a:pt x="714375" y="149516"/>
                </a:lnTo>
                <a:close/>
                <a:moveTo>
                  <a:pt x="647611" y="12636"/>
                </a:moveTo>
                <a:lnTo>
                  <a:pt x="676772" y="12636"/>
                </a:lnTo>
                <a:lnTo>
                  <a:pt x="676772" y="149516"/>
                </a:lnTo>
                <a:lnTo>
                  <a:pt x="647611" y="149516"/>
                </a:lnTo>
                <a:close/>
                <a:moveTo>
                  <a:pt x="187212" y="12636"/>
                </a:moveTo>
                <a:lnTo>
                  <a:pt x="294489" y="12636"/>
                </a:lnTo>
                <a:lnTo>
                  <a:pt x="294489" y="36495"/>
                </a:lnTo>
                <a:lnTo>
                  <a:pt x="255431" y="36495"/>
                </a:lnTo>
                <a:lnTo>
                  <a:pt x="255431" y="149516"/>
                </a:lnTo>
                <a:lnTo>
                  <a:pt x="226181" y="149516"/>
                </a:lnTo>
                <a:lnTo>
                  <a:pt x="226181" y="36495"/>
                </a:lnTo>
                <a:lnTo>
                  <a:pt x="187212" y="36495"/>
                </a:lnTo>
                <a:close/>
                <a:moveTo>
                  <a:pt x="133261" y="12636"/>
                </a:moveTo>
                <a:lnTo>
                  <a:pt x="162422" y="12636"/>
                </a:lnTo>
                <a:lnTo>
                  <a:pt x="162422" y="149516"/>
                </a:lnTo>
                <a:lnTo>
                  <a:pt x="133261" y="149516"/>
                </a:lnTo>
                <a:close/>
                <a:moveTo>
                  <a:pt x="0" y="12636"/>
                </a:moveTo>
                <a:lnTo>
                  <a:pt x="48601" y="12636"/>
                </a:lnTo>
                <a:cubicBezTo>
                  <a:pt x="63506" y="12636"/>
                  <a:pt x="74994" y="15464"/>
                  <a:pt x="83064" y="21119"/>
                </a:cubicBezTo>
                <a:cubicBezTo>
                  <a:pt x="91135" y="26775"/>
                  <a:pt x="95171" y="34610"/>
                  <a:pt x="95171" y="44625"/>
                </a:cubicBezTo>
                <a:cubicBezTo>
                  <a:pt x="95171" y="52048"/>
                  <a:pt x="92667" y="58557"/>
                  <a:pt x="87659" y="64154"/>
                </a:cubicBezTo>
                <a:cubicBezTo>
                  <a:pt x="82652" y="69751"/>
                  <a:pt x="76349" y="73609"/>
                  <a:pt x="68749" y="75730"/>
                </a:cubicBezTo>
                <a:lnTo>
                  <a:pt x="68749" y="76083"/>
                </a:lnTo>
                <a:cubicBezTo>
                  <a:pt x="78293" y="77262"/>
                  <a:pt x="85995" y="80796"/>
                  <a:pt x="91857" y="86687"/>
                </a:cubicBezTo>
                <a:cubicBezTo>
                  <a:pt x="97719" y="92579"/>
                  <a:pt x="100649" y="99972"/>
                  <a:pt x="100649" y="108868"/>
                </a:cubicBezTo>
                <a:cubicBezTo>
                  <a:pt x="100649" y="121298"/>
                  <a:pt x="96231" y="131180"/>
                  <a:pt x="87394" y="138515"/>
                </a:cubicBezTo>
                <a:cubicBezTo>
                  <a:pt x="78558" y="145849"/>
                  <a:pt x="66481" y="149516"/>
                  <a:pt x="51164" y="149516"/>
                </a:cubicBezTo>
                <a:lnTo>
                  <a:pt x="0" y="149516"/>
                </a:lnTo>
                <a:close/>
                <a:moveTo>
                  <a:pt x="1613599" y="10339"/>
                </a:moveTo>
                <a:cubicBezTo>
                  <a:pt x="1645057" y="10339"/>
                  <a:pt x="1660787" y="33609"/>
                  <a:pt x="1660787" y="80148"/>
                </a:cubicBezTo>
                <a:cubicBezTo>
                  <a:pt x="1660787" y="103065"/>
                  <a:pt x="1656516" y="120753"/>
                  <a:pt x="1647974" y="133213"/>
                </a:cubicBezTo>
                <a:cubicBezTo>
                  <a:pt x="1639431" y="145672"/>
                  <a:pt x="1627090" y="151902"/>
                  <a:pt x="1610948" y="151902"/>
                </a:cubicBezTo>
                <a:cubicBezTo>
                  <a:pt x="1578782" y="151902"/>
                  <a:pt x="1562700" y="129045"/>
                  <a:pt x="1562700" y="83330"/>
                </a:cubicBezTo>
                <a:cubicBezTo>
                  <a:pt x="1562700" y="59647"/>
                  <a:pt x="1567059" y="41562"/>
                  <a:pt x="1575778" y="29072"/>
                </a:cubicBezTo>
                <a:cubicBezTo>
                  <a:pt x="1584497" y="16583"/>
                  <a:pt x="1597104" y="10339"/>
                  <a:pt x="1613599" y="10339"/>
                </a:cubicBezTo>
                <a:close/>
                <a:moveTo>
                  <a:pt x="1363563" y="10339"/>
                </a:moveTo>
                <a:cubicBezTo>
                  <a:pt x="1378350" y="10339"/>
                  <a:pt x="1389955" y="15965"/>
                  <a:pt x="1398380" y="27217"/>
                </a:cubicBezTo>
                <a:cubicBezTo>
                  <a:pt x="1406804" y="38469"/>
                  <a:pt x="1411016" y="54169"/>
                  <a:pt x="1411016" y="74316"/>
                </a:cubicBezTo>
                <a:cubicBezTo>
                  <a:pt x="1411016" y="98234"/>
                  <a:pt x="1405935" y="117145"/>
                  <a:pt x="1395773" y="131048"/>
                </a:cubicBezTo>
                <a:cubicBezTo>
                  <a:pt x="1385611" y="144951"/>
                  <a:pt x="1370986" y="151902"/>
                  <a:pt x="1351899" y="151902"/>
                </a:cubicBezTo>
                <a:cubicBezTo>
                  <a:pt x="1341118" y="151902"/>
                  <a:pt x="1331663" y="150164"/>
                  <a:pt x="1323533" y="146688"/>
                </a:cubicBezTo>
                <a:lnTo>
                  <a:pt x="1323533" y="122918"/>
                </a:lnTo>
                <a:cubicBezTo>
                  <a:pt x="1330838" y="127631"/>
                  <a:pt x="1339439" y="129987"/>
                  <a:pt x="1349336" y="129987"/>
                </a:cubicBezTo>
                <a:cubicBezTo>
                  <a:pt x="1371428" y="129987"/>
                  <a:pt x="1382709" y="115613"/>
                  <a:pt x="1383180" y="86864"/>
                </a:cubicBezTo>
                <a:lnTo>
                  <a:pt x="1382650" y="86687"/>
                </a:lnTo>
                <a:cubicBezTo>
                  <a:pt x="1376641" y="95937"/>
                  <a:pt x="1367363" y="100561"/>
                  <a:pt x="1354815" y="100561"/>
                </a:cubicBezTo>
                <a:cubicBezTo>
                  <a:pt x="1343445" y="100561"/>
                  <a:pt x="1334093" y="96570"/>
                  <a:pt x="1326758" y="88587"/>
                </a:cubicBezTo>
                <a:cubicBezTo>
                  <a:pt x="1319424" y="80605"/>
                  <a:pt x="1315757" y="70546"/>
                  <a:pt x="1315757" y="58410"/>
                </a:cubicBezTo>
                <a:cubicBezTo>
                  <a:pt x="1315757" y="44154"/>
                  <a:pt x="1320175" y="32578"/>
                  <a:pt x="1329012" y="23682"/>
                </a:cubicBezTo>
                <a:cubicBezTo>
                  <a:pt x="1337848" y="14786"/>
                  <a:pt x="1349365" y="10339"/>
                  <a:pt x="1363563" y="10339"/>
                </a:cubicBezTo>
                <a:close/>
                <a:moveTo>
                  <a:pt x="940366" y="10339"/>
                </a:moveTo>
                <a:cubicBezTo>
                  <a:pt x="953738" y="10339"/>
                  <a:pt x="964932" y="12077"/>
                  <a:pt x="973945" y="15552"/>
                </a:cubicBezTo>
                <a:lnTo>
                  <a:pt x="973945" y="43741"/>
                </a:lnTo>
                <a:cubicBezTo>
                  <a:pt x="964696" y="38321"/>
                  <a:pt x="954210" y="35612"/>
                  <a:pt x="942486" y="35612"/>
                </a:cubicBezTo>
                <a:cubicBezTo>
                  <a:pt x="929114" y="35612"/>
                  <a:pt x="918421" y="39883"/>
                  <a:pt x="910409" y="48425"/>
                </a:cubicBezTo>
                <a:cubicBezTo>
                  <a:pt x="902397" y="56967"/>
                  <a:pt x="898391" y="68130"/>
                  <a:pt x="898391" y="81916"/>
                </a:cubicBezTo>
                <a:cubicBezTo>
                  <a:pt x="898391" y="95347"/>
                  <a:pt x="902191" y="106158"/>
                  <a:pt x="909791" y="114346"/>
                </a:cubicBezTo>
                <a:cubicBezTo>
                  <a:pt x="917390" y="122535"/>
                  <a:pt x="927670" y="126629"/>
                  <a:pt x="940631" y="126629"/>
                </a:cubicBezTo>
                <a:cubicBezTo>
                  <a:pt x="952825" y="126629"/>
                  <a:pt x="963930" y="123684"/>
                  <a:pt x="973945" y="117793"/>
                </a:cubicBezTo>
                <a:lnTo>
                  <a:pt x="973945" y="144568"/>
                </a:lnTo>
                <a:cubicBezTo>
                  <a:pt x="963989" y="149457"/>
                  <a:pt x="950999" y="151902"/>
                  <a:pt x="934975" y="151902"/>
                </a:cubicBezTo>
                <a:cubicBezTo>
                  <a:pt x="914356" y="151902"/>
                  <a:pt x="897994" y="145731"/>
                  <a:pt x="885887" y="133389"/>
                </a:cubicBezTo>
                <a:cubicBezTo>
                  <a:pt x="873781" y="121047"/>
                  <a:pt x="867728" y="104597"/>
                  <a:pt x="867728" y="84036"/>
                </a:cubicBezTo>
                <a:cubicBezTo>
                  <a:pt x="867728" y="62416"/>
                  <a:pt x="874488" y="44728"/>
                  <a:pt x="888008" y="30972"/>
                </a:cubicBezTo>
                <a:cubicBezTo>
                  <a:pt x="901528" y="17217"/>
                  <a:pt x="918981" y="10339"/>
                  <a:pt x="940366" y="10339"/>
                </a:cubicBezTo>
                <a:close/>
                <a:moveTo>
                  <a:pt x="579615" y="10339"/>
                </a:moveTo>
                <a:cubicBezTo>
                  <a:pt x="592988" y="10339"/>
                  <a:pt x="604211" y="12077"/>
                  <a:pt x="613283" y="15552"/>
                </a:cubicBezTo>
                <a:lnTo>
                  <a:pt x="613283" y="42946"/>
                </a:lnTo>
                <a:cubicBezTo>
                  <a:pt x="604093" y="36701"/>
                  <a:pt x="593342" y="33579"/>
                  <a:pt x="581029" y="33579"/>
                </a:cubicBezTo>
                <a:cubicBezTo>
                  <a:pt x="573842" y="33579"/>
                  <a:pt x="568098" y="34890"/>
                  <a:pt x="563798" y="37511"/>
                </a:cubicBezTo>
                <a:cubicBezTo>
                  <a:pt x="559497" y="40133"/>
                  <a:pt x="557347" y="43653"/>
                  <a:pt x="557347" y="48071"/>
                </a:cubicBezTo>
                <a:cubicBezTo>
                  <a:pt x="557347" y="51606"/>
                  <a:pt x="558820" y="54861"/>
                  <a:pt x="561765" y="57836"/>
                </a:cubicBezTo>
                <a:cubicBezTo>
                  <a:pt x="564711" y="60811"/>
                  <a:pt x="571986" y="64831"/>
                  <a:pt x="583592" y="69898"/>
                </a:cubicBezTo>
                <a:cubicBezTo>
                  <a:pt x="597200" y="75730"/>
                  <a:pt x="606553" y="81886"/>
                  <a:pt x="611648" y="88366"/>
                </a:cubicBezTo>
                <a:cubicBezTo>
                  <a:pt x="616744" y="94847"/>
                  <a:pt x="619292" y="102564"/>
                  <a:pt x="619292" y="111519"/>
                </a:cubicBezTo>
                <a:cubicBezTo>
                  <a:pt x="619292" y="124656"/>
                  <a:pt x="614638" y="134671"/>
                  <a:pt x="605330" y="141563"/>
                </a:cubicBezTo>
                <a:cubicBezTo>
                  <a:pt x="596022" y="148456"/>
                  <a:pt x="582797" y="151902"/>
                  <a:pt x="565654" y="151902"/>
                </a:cubicBezTo>
                <a:cubicBezTo>
                  <a:pt x="549983" y="151902"/>
                  <a:pt x="537141" y="149369"/>
                  <a:pt x="527126" y="144303"/>
                </a:cubicBezTo>
                <a:lnTo>
                  <a:pt x="527126" y="115053"/>
                </a:lnTo>
                <a:cubicBezTo>
                  <a:pt x="538142" y="124184"/>
                  <a:pt x="550661" y="128750"/>
                  <a:pt x="564682" y="128750"/>
                </a:cubicBezTo>
                <a:cubicBezTo>
                  <a:pt x="572635" y="128750"/>
                  <a:pt x="578614" y="127380"/>
                  <a:pt x="582620" y="124641"/>
                </a:cubicBezTo>
                <a:cubicBezTo>
                  <a:pt x="586626" y="121902"/>
                  <a:pt x="588629" y="118382"/>
                  <a:pt x="588629" y="114081"/>
                </a:cubicBezTo>
                <a:cubicBezTo>
                  <a:pt x="588629" y="110370"/>
                  <a:pt x="587038" y="106865"/>
                  <a:pt x="583857" y="103566"/>
                </a:cubicBezTo>
                <a:cubicBezTo>
                  <a:pt x="580676" y="100267"/>
                  <a:pt x="572281" y="95789"/>
                  <a:pt x="558673" y="90134"/>
                </a:cubicBezTo>
                <a:cubicBezTo>
                  <a:pt x="537288" y="81061"/>
                  <a:pt x="526595" y="67865"/>
                  <a:pt x="526595" y="50546"/>
                </a:cubicBezTo>
                <a:cubicBezTo>
                  <a:pt x="526595" y="37821"/>
                  <a:pt x="531441" y="27938"/>
                  <a:pt x="541132" y="20899"/>
                </a:cubicBezTo>
                <a:cubicBezTo>
                  <a:pt x="550823" y="13859"/>
                  <a:pt x="563651" y="10339"/>
                  <a:pt x="579615" y="10339"/>
                </a:cubicBezTo>
                <a:close/>
                <a:moveTo>
                  <a:pt x="1242919" y="9632"/>
                </a:moveTo>
                <a:lnTo>
                  <a:pt x="1261123" y="9632"/>
                </a:lnTo>
                <a:lnTo>
                  <a:pt x="1261123" y="149516"/>
                </a:lnTo>
                <a:lnTo>
                  <a:pt x="1232404" y="149516"/>
                </a:lnTo>
                <a:lnTo>
                  <a:pt x="1232404" y="41797"/>
                </a:lnTo>
                <a:cubicBezTo>
                  <a:pt x="1228869" y="44861"/>
                  <a:pt x="1224038" y="47615"/>
                  <a:pt x="1217911" y="50060"/>
                </a:cubicBezTo>
                <a:cubicBezTo>
                  <a:pt x="1211785" y="52504"/>
                  <a:pt x="1206159" y="54021"/>
                  <a:pt x="1201033" y="54610"/>
                </a:cubicBezTo>
                <a:lnTo>
                  <a:pt x="1201033" y="30133"/>
                </a:lnTo>
                <a:cubicBezTo>
                  <a:pt x="1217175" y="25420"/>
                  <a:pt x="1231137" y="18586"/>
                  <a:pt x="1242919" y="9632"/>
                </a:cubicBezTo>
                <a:close/>
                <a:moveTo>
                  <a:pt x="403761" y="0"/>
                </a:moveTo>
                <a:lnTo>
                  <a:pt x="426648" y="0"/>
                </a:lnTo>
                <a:lnTo>
                  <a:pt x="426648" y="195379"/>
                </a:lnTo>
                <a:lnTo>
                  <a:pt x="403761" y="195379"/>
                </a:lnTo>
                <a:close/>
              </a:path>
            </a:pathLst>
          </a:custGeom>
          <a:solidFill>
            <a:srgbClr val="A2A2A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16" name="组合 115"/>
          <p:cNvGrpSpPr>
            <a:grpSpLocks noChangeAspect="1"/>
          </p:cNvGrpSpPr>
          <p:nvPr/>
        </p:nvGrpSpPr>
        <p:grpSpPr>
          <a:xfrm>
            <a:off x="5500200" y="3067200"/>
            <a:ext cx="1191600" cy="1191600"/>
            <a:chOff x="2216986" y="864164"/>
            <a:chExt cx="5847244" cy="5847244"/>
          </a:xfrm>
        </p:grpSpPr>
        <p:sp>
          <p:nvSpPr>
            <p:cNvPr id="117" name="任意多边形: 形状 116"/>
            <p:cNvSpPr/>
            <p:nvPr/>
          </p:nvSpPr>
          <p:spPr>
            <a:xfrm>
              <a:off x="2953301" y="1600488"/>
              <a:ext cx="4374605" cy="4374605"/>
            </a:xfrm>
            <a:custGeom>
              <a:avLst/>
              <a:gdLst>
                <a:gd name="connsiteX0" fmla="*/ -365 w 404050"/>
                <a:gd name="connsiteY0" fmla="*/ 201889 h 404050"/>
                <a:gd name="connsiteX1" fmla="*/ 201660 w 404050"/>
                <a:gd name="connsiteY1" fmla="*/ -136 h 404050"/>
                <a:gd name="connsiteX2" fmla="*/ 403685 w 404050"/>
                <a:gd name="connsiteY2" fmla="*/ 201889 h 404050"/>
                <a:gd name="connsiteX3" fmla="*/ 201660 w 404050"/>
                <a:gd name="connsiteY3" fmla="*/ 403914 h 404050"/>
                <a:gd name="connsiteX4" fmla="*/ -365 w 404050"/>
                <a:gd name="connsiteY4" fmla="*/ 201889 h 404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050" h="404050">
                  <a:moveTo>
                    <a:pt x="-365" y="201889"/>
                  </a:moveTo>
                  <a:cubicBezTo>
                    <a:pt x="-365" y="90314"/>
                    <a:pt x="90085" y="-136"/>
                    <a:pt x="201660" y="-136"/>
                  </a:cubicBezTo>
                  <a:cubicBezTo>
                    <a:pt x="313236" y="-136"/>
                    <a:pt x="403685" y="90314"/>
                    <a:pt x="403685" y="201889"/>
                  </a:cubicBezTo>
                  <a:cubicBezTo>
                    <a:pt x="403685" y="313465"/>
                    <a:pt x="313236" y="403914"/>
                    <a:pt x="201660" y="403914"/>
                  </a:cubicBezTo>
                  <a:cubicBezTo>
                    <a:pt x="90107" y="403862"/>
                    <a:pt x="-312" y="313443"/>
                    <a:pt x="-365" y="201889"/>
                  </a:cubicBezTo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18" name="任意多边形: 形状 117"/>
            <p:cNvSpPr/>
            <p:nvPr/>
          </p:nvSpPr>
          <p:spPr>
            <a:xfrm>
              <a:off x="4296171" y="5162025"/>
              <a:ext cx="1689209" cy="788797"/>
            </a:xfrm>
            <a:custGeom>
              <a:avLst/>
              <a:gdLst>
                <a:gd name="connsiteX0" fmla="*/ 884371 w 1689209"/>
                <a:gd name="connsiteY0" fmla="*/ 777495 h 788797"/>
                <a:gd name="connsiteX1" fmla="*/ 884308 w 1689209"/>
                <a:gd name="connsiteY1" fmla="*/ 777576 h 788797"/>
                <a:gd name="connsiteX2" fmla="*/ 881730 w 1689209"/>
                <a:gd name="connsiteY2" fmla="*/ 778607 h 788797"/>
                <a:gd name="connsiteX3" fmla="*/ 1398399 w 1689209"/>
                <a:gd name="connsiteY3" fmla="*/ 610508 h 788797"/>
                <a:gd name="connsiteX4" fmla="*/ 1409735 w 1689209"/>
                <a:gd name="connsiteY4" fmla="*/ 635258 h 788797"/>
                <a:gd name="connsiteX5" fmla="*/ 1398399 w 1689209"/>
                <a:gd name="connsiteY5" fmla="*/ 709509 h 788797"/>
                <a:gd name="connsiteX6" fmla="*/ 1391177 w 1689209"/>
                <a:gd name="connsiteY6" fmla="*/ 639383 h 788797"/>
                <a:gd name="connsiteX7" fmla="*/ 1398399 w 1689209"/>
                <a:gd name="connsiteY7" fmla="*/ 610508 h 788797"/>
                <a:gd name="connsiteX8" fmla="*/ 900298 w 1689209"/>
                <a:gd name="connsiteY8" fmla="*/ 610508 h 788797"/>
                <a:gd name="connsiteX9" fmla="*/ 912673 w 1689209"/>
                <a:gd name="connsiteY9" fmla="*/ 635258 h 788797"/>
                <a:gd name="connsiteX10" fmla="*/ 900298 w 1689209"/>
                <a:gd name="connsiteY10" fmla="*/ 709509 h 788797"/>
                <a:gd name="connsiteX11" fmla="*/ 893076 w 1689209"/>
                <a:gd name="connsiteY11" fmla="*/ 639383 h 788797"/>
                <a:gd name="connsiteX12" fmla="*/ 900298 w 1689209"/>
                <a:gd name="connsiteY12" fmla="*/ 610508 h 788797"/>
                <a:gd name="connsiteX13" fmla="*/ 1312802 w 1689209"/>
                <a:gd name="connsiteY13" fmla="*/ 607412 h 788797"/>
                <a:gd name="connsiteX14" fmla="*/ 1323120 w 1689209"/>
                <a:gd name="connsiteY14" fmla="*/ 635259 h 788797"/>
                <a:gd name="connsiteX15" fmla="*/ 1314860 w 1689209"/>
                <a:gd name="connsiteY15" fmla="*/ 708481 h 788797"/>
                <a:gd name="connsiteX16" fmla="*/ 1300427 w 1689209"/>
                <a:gd name="connsiteY16" fmla="*/ 638344 h 788797"/>
                <a:gd name="connsiteX17" fmla="*/ 1312802 w 1689209"/>
                <a:gd name="connsiteY17" fmla="*/ 607412 h 788797"/>
                <a:gd name="connsiteX18" fmla="*/ 818826 w 1689209"/>
                <a:gd name="connsiteY18" fmla="*/ 607412 h 788797"/>
                <a:gd name="connsiteX19" fmla="*/ 829144 w 1689209"/>
                <a:gd name="connsiteY19" fmla="*/ 635259 h 788797"/>
                <a:gd name="connsiteX20" fmla="*/ 819866 w 1689209"/>
                <a:gd name="connsiteY20" fmla="*/ 709510 h 788797"/>
                <a:gd name="connsiteX21" fmla="*/ 805422 w 1689209"/>
                <a:gd name="connsiteY21" fmla="*/ 638344 h 788797"/>
                <a:gd name="connsiteX22" fmla="*/ 818826 w 1689209"/>
                <a:gd name="connsiteY22" fmla="*/ 607412 h 788797"/>
                <a:gd name="connsiteX23" fmla="*/ 320211 w 1689209"/>
                <a:gd name="connsiteY23" fmla="*/ 606386 h 788797"/>
                <a:gd name="connsiteX24" fmla="*/ 327946 w 1689209"/>
                <a:gd name="connsiteY24" fmla="*/ 609480 h 788797"/>
                <a:gd name="connsiteX25" fmla="*/ 327946 w 1689209"/>
                <a:gd name="connsiteY25" fmla="*/ 705385 h 788797"/>
                <a:gd name="connsiteX26" fmla="*/ 310418 w 1689209"/>
                <a:gd name="connsiteY26" fmla="*/ 705385 h 788797"/>
                <a:gd name="connsiteX27" fmla="*/ 310418 w 1689209"/>
                <a:gd name="connsiteY27" fmla="*/ 608452 h 788797"/>
                <a:gd name="connsiteX28" fmla="*/ 312475 w 1689209"/>
                <a:gd name="connsiteY28" fmla="*/ 609480 h 788797"/>
                <a:gd name="connsiteX29" fmla="*/ 320211 w 1689209"/>
                <a:gd name="connsiteY29" fmla="*/ 606386 h 788797"/>
                <a:gd name="connsiteX30" fmla="*/ 397044 w 1689209"/>
                <a:gd name="connsiteY30" fmla="*/ 601229 h 788797"/>
                <a:gd name="connsiteX31" fmla="*/ 405294 w 1689209"/>
                <a:gd name="connsiteY31" fmla="*/ 635258 h 788797"/>
                <a:gd name="connsiteX32" fmla="*/ 397044 w 1689209"/>
                <a:gd name="connsiteY32" fmla="*/ 704356 h 788797"/>
                <a:gd name="connsiteX33" fmla="*/ 387765 w 1689209"/>
                <a:gd name="connsiteY33" fmla="*/ 635258 h 788797"/>
                <a:gd name="connsiteX34" fmla="*/ 397044 w 1689209"/>
                <a:gd name="connsiteY34" fmla="*/ 601229 h 788797"/>
                <a:gd name="connsiteX35" fmla="*/ 362834 w 1689209"/>
                <a:gd name="connsiteY35" fmla="*/ 586035 h 788797"/>
                <a:gd name="connsiteX36" fmla="*/ 369196 w 1689209"/>
                <a:gd name="connsiteY36" fmla="*/ 591951 h 788797"/>
                <a:gd name="connsiteX37" fmla="*/ 369196 w 1689209"/>
                <a:gd name="connsiteY37" fmla="*/ 711577 h 788797"/>
                <a:gd name="connsiteX38" fmla="*/ 348571 w 1689209"/>
                <a:gd name="connsiteY38" fmla="*/ 711577 h 788797"/>
                <a:gd name="connsiteX39" fmla="*/ 348571 w 1689209"/>
                <a:gd name="connsiteY39" fmla="*/ 595036 h 788797"/>
                <a:gd name="connsiteX40" fmla="*/ 348571 w 1689209"/>
                <a:gd name="connsiteY40" fmla="*/ 591951 h 788797"/>
                <a:gd name="connsiteX41" fmla="*/ 354158 w 1689209"/>
                <a:gd name="connsiteY41" fmla="*/ 586364 h 788797"/>
                <a:gd name="connsiteX42" fmla="*/ 362834 w 1689209"/>
                <a:gd name="connsiteY42" fmla="*/ 586035 h 788797"/>
                <a:gd name="connsiteX43" fmla="*/ 1360234 w 1689209"/>
                <a:gd name="connsiteY43" fmla="*/ 585758 h 788797"/>
                <a:gd name="connsiteX44" fmla="*/ 1371581 w 1689209"/>
                <a:gd name="connsiteY44" fmla="*/ 630105 h 788797"/>
                <a:gd name="connsiteX45" fmla="*/ 1359206 w 1689209"/>
                <a:gd name="connsiteY45" fmla="*/ 715692 h 788797"/>
                <a:gd name="connsiteX46" fmla="*/ 1346831 w 1689209"/>
                <a:gd name="connsiteY46" fmla="*/ 629066 h 788797"/>
                <a:gd name="connsiteX47" fmla="*/ 1360234 w 1689209"/>
                <a:gd name="connsiteY47" fmla="*/ 585758 h 788797"/>
                <a:gd name="connsiteX48" fmla="*/ 863173 w 1689209"/>
                <a:gd name="connsiteY48" fmla="*/ 585758 h 788797"/>
                <a:gd name="connsiteX49" fmla="*/ 873481 w 1689209"/>
                <a:gd name="connsiteY49" fmla="*/ 630105 h 788797"/>
                <a:gd name="connsiteX50" fmla="*/ 861105 w 1689209"/>
                <a:gd name="connsiteY50" fmla="*/ 715692 h 788797"/>
                <a:gd name="connsiteX51" fmla="*/ 848730 w 1689209"/>
                <a:gd name="connsiteY51" fmla="*/ 629066 h 788797"/>
                <a:gd name="connsiteX52" fmla="*/ 863173 w 1689209"/>
                <a:gd name="connsiteY52" fmla="*/ 585758 h 788797"/>
                <a:gd name="connsiteX53" fmla="*/ 651698 w 1689209"/>
                <a:gd name="connsiteY53" fmla="*/ 575844 h 788797"/>
                <a:gd name="connsiteX54" fmla="*/ 788738 w 1689209"/>
                <a:gd name="connsiteY54" fmla="*/ 678111 h 788797"/>
                <a:gd name="connsiteX55" fmla="*/ 797172 w 1689209"/>
                <a:gd name="connsiteY55" fmla="*/ 744567 h 788797"/>
                <a:gd name="connsiteX56" fmla="*/ 914731 w 1689209"/>
                <a:gd name="connsiteY56" fmla="*/ 744567 h 788797"/>
                <a:gd name="connsiteX57" fmla="*/ 959078 w 1689209"/>
                <a:gd name="connsiteY57" fmla="*/ 641440 h 788797"/>
                <a:gd name="connsiteX58" fmla="*/ 1084886 w 1689209"/>
                <a:gd name="connsiteY58" fmla="*/ 590911 h 788797"/>
                <a:gd name="connsiteX59" fmla="*/ 1260206 w 1689209"/>
                <a:gd name="connsiteY59" fmla="*/ 637315 h 788797"/>
                <a:gd name="connsiteX60" fmla="*/ 1294234 w 1689209"/>
                <a:gd name="connsiteY60" fmla="*/ 750760 h 788797"/>
                <a:gd name="connsiteX61" fmla="*/ 1412832 w 1689209"/>
                <a:gd name="connsiteY61" fmla="*/ 750760 h 788797"/>
                <a:gd name="connsiteX62" fmla="*/ 1480890 w 1689209"/>
                <a:gd name="connsiteY62" fmla="*/ 614633 h 788797"/>
                <a:gd name="connsiteX63" fmla="*/ 1603612 w 1689209"/>
                <a:gd name="connsiteY63" fmla="*/ 586786 h 788797"/>
                <a:gd name="connsiteX64" fmla="*/ 1603612 w 1689209"/>
                <a:gd name="connsiteY64" fmla="*/ 630105 h 788797"/>
                <a:gd name="connsiteX65" fmla="*/ 1481929 w 1689209"/>
                <a:gd name="connsiteY65" fmla="*/ 647633 h 788797"/>
                <a:gd name="connsiteX66" fmla="*/ 1431400 w 1689209"/>
                <a:gd name="connsiteY66" fmla="*/ 750760 h 788797"/>
                <a:gd name="connsiteX67" fmla="*/ 1426236 w 1689209"/>
                <a:gd name="connsiteY67" fmla="*/ 766231 h 788797"/>
                <a:gd name="connsiteX68" fmla="*/ 1362303 w 1689209"/>
                <a:gd name="connsiteY68" fmla="*/ 778607 h 788797"/>
                <a:gd name="connsiteX69" fmla="*/ 1363633 w 1689209"/>
                <a:gd name="connsiteY69" fmla="*/ 776539 h 788797"/>
                <a:gd name="connsiteX70" fmla="*/ 1363672 w 1689209"/>
                <a:gd name="connsiteY70" fmla="*/ 776479 h 788797"/>
                <a:gd name="connsiteX71" fmla="*/ 1394264 w 1689209"/>
                <a:gd name="connsiteY71" fmla="*/ 763135 h 788797"/>
                <a:gd name="connsiteX72" fmla="*/ 1331360 w 1689209"/>
                <a:gd name="connsiteY72" fmla="*/ 776539 h 788797"/>
                <a:gd name="connsiteX73" fmla="*/ 1309706 w 1689209"/>
                <a:gd name="connsiteY73" fmla="*/ 776539 h 788797"/>
                <a:gd name="connsiteX74" fmla="*/ 1327235 w 1689209"/>
                <a:gd name="connsiteY74" fmla="*/ 771385 h 788797"/>
                <a:gd name="connsiteX75" fmla="*/ 1224109 w 1689209"/>
                <a:gd name="connsiteY75" fmla="*/ 771385 h 788797"/>
                <a:gd name="connsiteX76" fmla="*/ 1166358 w 1689209"/>
                <a:gd name="connsiteY76" fmla="*/ 638355 h 788797"/>
                <a:gd name="connsiteX77" fmla="*/ 1015800 w 1689209"/>
                <a:gd name="connsiteY77" fmla="*/ 631133 h 788797"/>
                <a:gd name="connsiteX78" fmla="*/ 940520 w 1689209"/>
                <a:gd name="connsiteY78" fmla="*/ 746635 h 788797"/>
                <a:gd name="connsiteX79" fmla="*/ 933299 w 1689209"/>
                <a:gd name="connsiteY79" fmla="*/ 764164 h 788797"/>
                <a:gd name="connsiteX80" fmla="*/ 931231 w 1689209"/>
                <a:gd name="connsiteY80" fmla="*/ 741481 h 788797"/>
                <a:gd name="connsiteX81" fmla="*/ 931231 w 1689209"/>
                <a:gd name="connsiteY81" fmla="*/ 786857 h 788797"/>
                <a:gd name="connsiteX82" fmla="*/ 877605 w 1689209"/>
                <a:gd name="connsiteY82" fmla="*/ 786857 h 788797"/>
                <a:gd name="connsiteX83" fmla="*/ 900298 w 1689209"/>
                <a:gd name="connsiteY83" fmla="*/ 778607 h 788797"/>
                <a:gd name="connsiteX84" fmla="*/ 889082 w 1689209"/>
                <a:gd name="connsiteY84" fmla="*/ 775513 h 788797"/>
                <a:gd name="connsiteX85" fmla="*/ 884371 w 1689209"/>
                <a:gd name="connsiteY85" fmla="*/ 777495 h 788797"/>
                <a:gd name="connsiteX86" fmla="*/ 889980 w 1689209"/>
                <a:gd name="connsiteY86" fmla="*/ 770357 h 788797"/>
                <a:gd name="connsiteX87" fmla="*/ 860077 w 1689209"/>
                <a:gd name="connsiteY87" fmla="*/ 770357 h 788797"/>
                <a:gd name="connsiteX88" fmla="*/ 871423 w 1689209"/>
                <a:gd name="connsiteY88" fmla="*/ 763135 h 788797"/>
                <a:gd name="connsiteX89" fmla="*/ 820894 w 1689209"/>
                <a:gd name="connsiteY89" fmla="*/ 763135 h 788797"/>
                <a:gd name="connsiteX90" fmla="*/ 831201 w 1689209"/>
                <a:gd name="connsiteY90" fmla="*/ 754885 h 788797"/>
                <a:gd name="connsiteX91" fmla="*/ 728075 w 1689209"/>
                <a:gd name="connsiteY91" fmla="*/ 754885 h 788797"/>
                <a:gd name="connsiteX92" fmla="*/ 670325 w 1689209"/>
                <a:gd name="connsiteY92" fmla="*/ 621854 h 788797"/>
                <a:gd name="connsiteX93" fmla="*/ 519755 w 1689209"/>
                <a:gd name="connsiteY93" fmla="*/ 614633 h 788797"/>
                <a:gd name="connsiteX94" fmla="*/ 444476 w 1689209"/>
                <a:gd name="connsiteY94" fmla="*/ 730134 h 788797"/>
                <a:gd name="connsiteX95" fmla="*/ 431072 w 1689209"/>
                <a:gd name="connsiteY95" fmla="*/ 730134 h 788797"/>
                <a:gd name="connsiteX96" fmla="*/ 465101 w 1689209"/>
                <a:gd name="connsiteY96" fmla="*/ 635258 h 788797"/>
                <a:gd name="connsiteX97" fmla="*/ 590920 w 1689209"/>
                <a:gd name="connsiteY97" fmla="*/ 584729 h 788797"/>
                <a:gd name="connsiteX98" fmla="*/ 651698 w 1689209"/>
                <a:gd name="connsiteY98" fmla="*/ 575844 h 788797"/>
                <a:gd name="connsiteX99" fmla="*/ 70137 w 1689209"/>
                <a:gd name="connsiteY99" fmla="*/ 573383 h 788797"/>
                <a:gd name="connsiteX100" fmla="*/ 199042 w 1689209"/>
                <a:gd name="connsiteY100" fmla="*/ 596065 h 788797"/>
                <a:gd name="connsiteX101" fmla="*/ 281543 w 1689209"/>
                <a:gd name="connsiteY101" fmla="*/ 723942 h 788797"/>
                <a:gd name="connsiteX102" fmla="*/ 310418 w 1689209"/>
                <a:gd name="connsiteY102" fmla="*/ 723942 h 788797"/>
                <a:gd name="connsiteX103" fmla="*/ 321765 w 1689209"/>
                <a:gd name="connsiteY103" fmla="*/ 738374 h 788797"/>
                <a:gd name="connsiteX104" fmla="*/ 424891 w 1689209"/>
                <a:gd name="connsiteY104" fmla="*/ 738374 h 788797"/>
                <a:gd name="connsiteX105" fmla="*/ 424891 w 1689209"/>
                <a:gd name="connsiteY105" fmla="*/ 776539 h 788797"/>
                <a:gd name="connsiteX106" fmla="*/ 330015 w 1689209"/>
                <a:gd name="connsiteY106" fmla="*/ 776539 h 788797"/>
                <a:gd name="connsiteX107" fmla="*/ 383630 w 1689209"/>
                <a:gd name="connsiteY107" fmla="*/ 770346 h 788797"/>
                <a:gd name="connsiteX108" fmla="*/ 325890 w 1689209"/>
                <a:gd name="connsiteY108" fmla="*/ 770346 h 788797"/>
                <a:gd name="connsiteX109" fmla="*/ 344447 w 1689209"/>
                <a:gd name="connsiteY109" fmla="*/ 764164 h 788797"/>
                <a:gd name="connsiteX110" fmla="*/ 286697 w 1689209"/>
                <a:gd name="connsiteY110" fmla="*/ 764164 h 788797"/>
                <a:gd name="connsiteX111" fmla="*/ 286697 w 1689209"/>
                <a:gd name="connsiteY111" fmla="*/ 740442 h 788797"/>
                <a:gd name="connsiteX112" fmla="*/ 218639 w 1689209"/>
                <a:gd name="connsiteY112" fmla="*/ 740442 h 788797"/>
                <a:gd name="connsiteX113" fmla="*/ 165013 w 1689209"/>
                <a:gd name="connsiteY113" fmla="*/ 619787 h 788797"/>
                <a:gd name="connsiteX114" fmla="*/ 82512 w 1689209"/>
                <a:gd name="connsiteY114" fmla="*/ 589883 h 788797"/>
                <a:gd name="connsiteX115" fmla="*/ 68069 w 1689209"/>
                <a:gd name="connsiteY115" fmla="*/ 576469 h 788797"/>
                <a:gd name="connsiteX116" fmla="*/ 833341 w 1689209"/>
                <a:gd name="connsiteY116" fmla="*/ 5257 h 788797"/>
                <a:gd name="connsiteX117" fmla="*/ 854912 w 1689209"/>
                <a:gd name="connsiteY117" fmla="*/ 31973 h 788797"/>
                <a:gd name="connsiteX118" fmla="*/ 878634 w 1689209"/>
                <a:gd name="connsiteY118" fmla="*/ 54666 h 788797"/>
                <a:gd name="connsiteX119" fmla="*/ 872452 w 1689209"/>
                <a:gd name="connsiteY119" fmla="*/ 61877 h 788797"/>
                <a:gd name="connsiteX120" fmla="*/ 872441 w 1689209"/>
                <a:gd name="connsiteY120" fmla="*/ 243379 h 788797"/>
                <a:gd name="connsiteX121" fmla="*/ 964231 w 1689209"/>
                <a:gd name="connsiteY121" fmla="*/ 258850 h 788797"/>
                <a:gd name="connsiteX122" fmla="*/ 1035385 w 1689209"/>
                <a:gd name="connsiteY122" fmla="*/ 302169 h 788797"/>
                <a:gd name="connsiteX123" fmla="*/ 1103454 w 1689209"/>
                <a:gd name="connsiteY123" fmla="*/ 321755 h 788797"/>
                <a:gd name="connsiteX124" fmla="*/ 1138511 w 1689209"/>
                <a:gd name="connsiteY124" fmla="*/ 355784 h 788797"/>
                <a:gd name="connsiteX125" fmla="*/ 1177704 w 1689209"/>
                <a:gd name="connsiteY125" fmla="*/ 355784 h 788797"/>
                <a:gd name="connsiteX126" fmla="*/ 1233387 w 1689209"/>
                <a:gd name="connsiteY126" fmla="*/ 397034 h 788797"/>
                <a:gd name="connsiteX127" fmla="*/ 1275677 w 1689209"/>
                <a:gd name="connsiteY127" fmla="*/ 423852 h 788797"/>
                <a:gd name="connsiteX128" fmla="*/ 1296291 w 1689209"/>
                <a:gd name="connsiteY128" fmla="*/ 449631 h 788797"/>
                <a:gd name="connsiteX129" fmla="*/ 1335484 w 1689209"/>
                <a:gd name="connsiteY129" fmla="*/ 466132 h 788797"/>
                <a:gd name="connsiteX130" fmla="*/ 1380860 w 1689209"/>
                <a:gd name="connsiteY130" fmla="*/ 471285 h 788797"/>
                <a:gd name="connsiteX131" fmla="*/ 1438610 w 1689209"/>
                <a:gd name="connsiteY131" fmla="*/ 495007 h 788797"/>
                <a:gd name="connsiteX132" fmla="*/ 1524208 w 1689209"/>
                <a:gd name="connsiteY132" fmla="*/ 542450 h 788797"/>
                <a:gd name="connsiteX133" fmla="*/ 1689209 w 1689209"/>
                <a:gd name="connsiteY133" fmla="*/ 569258 h 788797"/>
                <a:gd name="connsiteX134" fmla="*/ 0 w 1689209"/>
                <a:gd name="connsiteY134" fmla="*/ 569258 h 788797"/>
                <a:gd name="connsiteX135" fmla="*/ 206252 w 1689209"/>
                <a:gd name="connsiteY135" fmla="*/ 545536 h 788797"/>
                <a:gd name="connsiteX136" fmla="*/ 294946 w 1689209"/>
                <a:gd name="connsiteY136" fmla="*/ 498103 h 788797"/>
                <a:gd name="connsiteX137" fmla="*/ 342379 w 1689209"/>
                <a:gd name="connsiteY137" fmla="*/ 452728 h 788797"/>
                <a:gd name="connsiteX138" fmla="*/ 389822 w 1689209"/>
                <a:gd name="connsiteY138" fmla="*/ 429006 h 788797"/>
                <a:gd name="connsiteX139" fmla="*/ 432101 w 1689209"/>
                <a:gd name="connsiteY139" fmla="*/ 405295 h 788797"/>
                <a:gd name="connsiteX140" fmla="*/ 469226 w 1689209"/>
                <a:gd name="connsiteY140" fmla="*/ 357852 h 788797"/>
                <a:gd name="connsiteX141" fmla="*/ 523880 w 1689209"/>
                <a:gd name="connsiteY141" fmla="*/ 337226 h 788797"/>
                <a:gd name="connsiteX142" fmla="*/ 577506 w 1689209"/>
                <a:gd name="connsiteY142" fmla="*/ 300101 h 788797"/>
                <a:gd name="connsiteX143" fmla="*/ 645574 w 1689209"/>
                <a:gd name="connsiteY143" fmla="*/ 281533 h 788797"/>
                <a:gd name="connsiteX144" fmla="*/ 706411 w 1689209"/>
                <a:gd name="connsiteY144" fmla="*/ 244407 h 788797"/>
                <a:gd name="connsiteX145" fmla="*/ 802326 w 1689209"/>
                <a:gd name="connsiteY145" fmla="*/ 239254 h 788797"/>
                <a:gd name="connsiteX146" fmla="*/ 802326 w 1689209"/>
                <a:gd name="connsiteY146" fmla="*/ 59819 h 788797"/>
                <a:gd name="connsiteX147" fmla="*/ 794076 w 1689209"/>
                <a:gd name="connsiteY147" fmla="*/ 51569 h 788797"/>
                <a:gd name="connsiteX148" fmla="*/ 816758 w 1689209"/>
                <a:gd name="connsiteY148" fmla="*/ 26819 h 788797"/>
                <a:gd name="connsiteX149" fmla="*/ 837383 w 1689209"/>
                <a:gd name="connsiteY149" fmla="*/ 0 h 788797"/>
                <a:gd name="connsiteX150" fmla="*/ 833341 w 1689209"/>
                <a:gd name="connsiteY150" fmla="*/ 5257 h 788797"/>
                <a:gd name="connsiteX151" fmla="*/ 833258 w 1689209"/>
                <a:gd name="connsiteY151" fmla="*/ 5154 h 78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89209" h="788797">
                  <a:moveTo>
                    <a:pt x="884371" y="777495"/>
                  </a:moveTo>
                  <a:lnTo>
                    <a:pt x="884308" y="777576"/>
                  </a:lnTo>
                  <a:cubicBezTo>
                    <a:pt x="881987" y="778607"/>
                    <a:pt x="880182" y="778607"/>
                    <a:pt x="881730" y="778607"/>
                  </a:cubicBezTo>
                  <a:close/>
                  <a:moveTo>
                    <a:pt x="1398399" y="610508"/>
                  </a:moveTo>
                  <a:cubicBezTo>
                    <a:pt x="1409735" y="610508"/>
                    <a:pt x="1411803" y="620826"/>
                    <a:pt x="1409735" y="635258"/>
                  </a:cubicBezTo>
                  <a:cubicBezTo>
                    <a:pt x="1407678" y="649701"/>
                    <a:pt x="1405610" y="709509"/>
                    <a:pt x="1398399" y="709509"/>
                  </a:cubicBezTo>
                  <a:cubicBezTo>
                    <a:pt x="1391177" y="709509"/>
                    <a:pt x="1391177" y="661037"/>
                    <a:pt x="1391177" y="639383"/>
                  </a:cubicBezTo>
                  <a:cubicBezTo>
                    <a:pt x="1391177" y="617729"/>
                    <a:pt x="1391177" y="610508"/>
                    <a:pt x="1398399" y="610508"/>
                  </a:cubicBezTo>
                  <a:close/>
                  <a:moveTo>
                    <a:pt x="900298" y="610508"/>
                  </a:moveTo>
                  <a:cubicBezTo>
                    <a:pt x="912673" y="610508"/>
                    <a:pt x="914731" y="620826"/>
                    <a:pt x="912673" y="635258"/>
                  </a:cubicBezTo>
                  <a:cubicBezTo>
                    <a:pt x="910605" y="649701"/>
                    <a:pt x="907520" y="709509"/>
                    <a:pt x="900298" y="709509"/>
                  </a:cubicBezTo>
                  <a:cubicBezTo>
                    <a:pt x="893076" y="709509"/>
                    <a:pt x="893076" y="661037"/>
                    <a:pt x="893076" y="639383"/>
                  </a:cubicBezTo>
                  <a:cubicBezTo>
                    <a:pt x="893076" y="617729"/>
                    <a:pt x="893076" y="610508"/>
                    <a:pt x="900298" y="610508"/>
                  </a:cubicBezTo>
                  <a:close/>
                  <a:moveTo>
                    <a:pt x="1312802" y="607412"/>
                  </a:moveTo>
                  <a:cubicBezTo>
                    <a:pt x="1323120" y="607412"/>
                    <a:pt x="1323120" y="621855"/>
                    <a:pt x="1323120" y="635259"/>
                  </a:cubicBezTo>
                  <a:cubicBezTo>
                    <a:pt x="1323120" y="648662"/>
                    <a:pt x="1329303" y="708481"/>
                    <a:pt x="1314860" y="708481"/>
                  </a:cubicBezTo>
                  <a:cubicBezTo>
                    <a:pt x="1300427" y="708481"/>
                    <a:pt x="1300427" y="660009"/>
                    <a:pt x="1300427" y="638344"/>
                  </a:cubicBezTo>
                  <a:cubicBezTo>
                    <a:pt x="1300427" y="616690"/>
                    <a:pt x="1300427" y="607412"/>
                    <a:pt x="1312802" y="607412"/>
                  </a:cubicBezTo>
                  <a:close/>
                  <a:moveTo>
                    <a:pt x="818826" y="607412"/>
                  </a:moveTo>
                  <a:cubicBezTo>
                    <a:pt x="829144" y="607412"/>
                    <a:pt x="829144" y="621855"/>
                    <a:pt x="829144" y="635259"/>
                  </a:cubicBezTo>
                  <a:cubicBezTo>
                    <a:pt x="829144" y="648662"/>
                    <a:pt x="828116" y="709510"/>
                    <a:pt x="819866" y="709510"/>
                  </a:cubicBezTo>
                  <a:cubicBezTo>
                    <a:pt x="811615" y="709510"/>
                    <a:pt x="805422" y="660009"/>
                    <a:pt x="805422" y="638344"/>
                  </a:cubicBezTo>
                  <a:cubicBezTo>
                    <a:pt x="805422" y="616690"/>
                    <a:pt x="805422" y="607412"/>
                    <a:pt x="818826" y="607412"/>
                  </a:cubicBezTo>
                  <a:close/>
                  <a:moveTo>
                    <a:pt x="320211" y="606386"/>
                  </a:moveTo>
                  <a:cubicBezTo>
                    <a:pt x="324078" y="605355"/>
                    <a:pt x="327946" y="605355"/>
                    <a:pt x="327946" y="609480"/>
                  </a:cubicBezTo>
                  <a:cubicBezTo>
                    <a:pt x="330003" y="641409"/>
                    <a:pt x="330003" y="673445"/>
                    <a:pt x="327946" y="705385"/>
                  </a:cubicBezTo>
                  <a:cubicBezTo>
                    <a:pt x="327946" y="712606"/>
                    <a:pt x="310418" y="715692"/>
                    <a:pt x="310418" y="705385"/>
                  </a:cubicBezTo>
                  <a:cubicBezTo>
                    <a:pt x="308339" y="673110"/>
                    <a:pt x="308339" y="640726"/>
                    <a:pt x="310418" y="608452"/>
                  </a:cubicBezTo>
                  <a:lnTo>
                    <a:pt x="312475" y="609480"/>
                  </a:lnTo>
                  <a:cubicBezTo>
                    <a:pt x="312475" y="609480"/>
                    <a:pt x="316343" y="607418"/>
                    <a:pt x="320211" y="606386"/>
                  </a:cubicBezTo>
                  <a:close/>
                  <a:moveTo>
                    <a:pt x="397044" y="601229"/>
                  </a:moveTo>
                  <a:cubicBezTo>
                    <a:pt x="405294" y="600190"/>
                    <a:pt x="405294" y="627008"/>
                    <a:pt x="405294" y="635258"/>
                  </a:cubicBezTo>
                  <a:cubicBezTo>
                    <a:pt x="405294" y="643508"/>
                    <a:pt x="406322" y="704356"/>
                    <a:pt x="397044" y="704356"/>
                  </a:cubicBezTo>
                  <a:cubicBezTo>
                    <a:pt x="387765" y="704356"/>
                    <a:pt x="387765" y="651758"/>
                    <a:pt x="387765" y="635258"/>
                  </a:cubicBezTo>
                  <a:cubicBezTo>
                    <a:pt x="387765" y="618758"/>
                    <a:pt x="386725" y="601229"/>
                    <a:pt x="397044" y="601229"/>
                  </a:cubicBezTo>
                  <a:close/>
                  <a:moveTo>
                    <a:pt x="362834" y="586035"/>
                  </a:moveTo>
                  <a:cubicBezTo>
                    <a:pt x="365556" y="587046"/>
                    <a:pt x="367892" y="589098"/>
                    <a:pt x="369196" y="591951"/>
                  </a:cubicBezTo>
                  <a:cubicBezTo>
                    <a:pt x="371275" y="631794"/>
                    <a:pt x="371275" y="671723"/>
                    <a:pt x="369196" y="711577"/>
                  </a:cubicBezTo>
                  <a:cubicBezTo>
                    <a:pt x="369196" y="717759"/>
                    <a:pt x="348571" y="716730"/>
                    <a:pt x="348571" y="711577"/>
                  </a:cubicBezTo>
                  <a:cubicBezTo>
                    <a:pt x="344901" y="672817"/>
                    <a:pt x="344901" y="633797"/>
                    <a:pt x="348571" y="595036"/>
                  </a:cubicBezTo>
                  <a:lnTo>
                    <a:pt x="348571" y="591951"/>
                  </a:lnTo>
                  <a:cubicBezTo>
                    <a:pt x="349708" y="589471"/>
                    <a:pt x="351690" y="587490"/>
                    <a:pt x="354158" y="586364"/>
                  </a:cubicBezTo>
                  <a:cubicBezTo>
                    <a:pt x="357006" y="585054"/>
                    <a:pt x="360113" y="585024"/>
                    <a:pt x="362834" y="586035"/>
                  </a:cubicBezTo>
                  <a:close/>
                  <a:moveTo>
                    <a:pt x="1360234" y="585758"/>
                  </a:moveTo>
                  <a:cubicBezTo>
                    <a:pt x="1371581" y="585758"/>
                    <a:pt x="1371581" y="607412"/>
                    <a:pt x="1371581" y="630105"/>
                  </a:cubicBezTo>
                  <a:cubicBezTo>
                    <a:pt x="1371581" y="652787"/>
                    <a:pt x="1371581" y="715692"/>
                    <a:pt x="1359206" y="715692"/>
                  </a:cubicBezTo>
                  <a:cubicBezTo>
                    <a:pt x="1346831" y="715692"/>
                    <a:pt x="1346831" y="649691"/>
                    <a:pt x="1346831" y="629066"/>
                  </a:cubicBezTo>
                  <a:cubicBezTo>
                    <a:pt x="1346831" y="608451"/>
                    <a:pt x="1342706" y="585758"/>
                    <a:pt x="1360234" y="585758"/>
                  </a:cubicBezTo>
                  <a:close/>
                  <a:moveTo>
                    <a:pt x="863173" y="585758"/>
                  </a:moveTo>
                  <a:cubicBezTo>
                    <a:pt x="878645" y="585758"/>
                    <a:pt x="873481" y="607412"/>
                    <a:pt x="873481" y="630105"/>
                  </a:cubicBezTo>
                  <a:cubicBezTo>
                    <a:pt x="873481" y="652787"/>
                    <a:pt x="873481" y="715692"/>
                    <a:pt x="861105" y="715692"/>
                  </a:cubicBezTo>
                  <a:cubicBezTo>
                    <a:pt x="848730" y="715692"/>
                    <a:pt x="848730" y="649691"/>
                    <a:pt x="848730" y="629066"/>
                  </a:cubicBezTo>
                  <a:cubicBezTo>
                    <a:pt x="848730" y="608451"/>
                    <a:pt x="845644" y="585758"/>
                    <a:pt x="863173" y="585758"/>
                  </a:cubicBezTo>
                  <a:close/>
                  <a:moveTo>
                    <a:pt x="651698" y="575844"/>
                  </a:moveTo>
                  <a:cubicBezTo>
                    <a:pt x="711885" y="579205"/>
                    <a:pt x="767114" y="617803"/>
                    <a:pt x="788738" y="678111"/>
                  </a:cubicBezTo>
                  <a:cubicBezTo>
                    <a:pt x="796371" y="699386"/>
                    <a:pt x="799251" y="722068"/>
                    <a:pt x="797172" y="744567"/>
                  </a:cubicBezTo>
                  <a:lnTo>
                    <a:pt x="914731" y="744567"/>
                  </a:lnTo>
                  <a:cubicBezTo>
                    <a:pt x="924215" y="708156"/>
                    <a:pt x="939167" y="673380"/>
                    <a:pt x="959078" y="641440"/>
                  </a:cubicBezTo>
                  <a:cubicBezTo>
                    <a:pt x="992273" y="608007"/>
                    <a:pt x="1037789" y="589720"/>
                    <a:pt x="1084886" y="590911"/>
                  </a:cubicBezTo>
                  <a:cubicBezTo>
                    <a:pt x="1147216" y="581708"/>
                    <a:pt x="1210597" y="598490"/>
                    <a:pt x="1260206" y="637315"/>
                  </a:cubicBezTo>
                  <a:cubicBezTo>
                    <a:pt x="1281773" y="671279"/>
                    <a:pt x="1293552" y="710538"/>
                    <a:pt x="1294234" y="750760"/>
                  </a:cubicBezTo>
                  <a:lnTo>
                    <a:pt x="1412832" y="750760"/>
                  </a:lnTo>
                  <a:cubicBezTo>
                    <a:pt x="1424189" y="700555"/>
                    <a:pt x="1447543" y="653848"/>
                    <a:pt x="1480890" y="614633"/>
                  </a:cubicBezTo>
                  <a:cubicBezTo>
                    <a:pt x="1517907" y="592795"/>
                    <a:pt x="1560803" y="583062"/>
                    <a:pt x="1603612" y="586786"/>
                  </a:cubicBezTo>
                  <a:lnTo>
                    <a:pt x="1603612" y="630105"/>
                  </a:lnTo>
                  <a:cubicBezTo>
                    <a:pt x="1562221" y="625665"/>
                    <a:pt x="1520386" y="631685"/>
                    <a:pt x="1481929" y="647633"/>
                  </a:cubicBezTo>
                  <a:cubicBezTo>
                    <a:pt x="1455208" y="676227"/>
                    <a:pt x="1437626" y="712129"/>
                    <a:pt x="1431400" y="750760"/>
                  </a:cubicBezTo>
                  <a:cubicBezTo>
                    <a:pt x="1431389" y="763135"/>
                    <a:pt x="1438611" y="760038"/>
                    <a:pt x="1426236" y="766231"/>
                  </a:cubicBezTo>
                  <a:cubicBezTo>
                    <a:pt x="1405632" y="773421"/>
                    <a:pt x="1384097" y="777589"/>
                    <a:pt x="1362303" y="778607"/>
                  </a:cubicBezTo>
                  <a:lnTo>
                    <a:pt x="1363633" y="776539"/>
                  </a:lnTo>
                  <a:lnTo>
                    <a:pt x="1363672" y="776479"/>
                  </a:lnTo>
                  <a:cubicBezTo>
                    <a:pt x="1371259" y="772609"/>
                    <a:pt x="1393492" y="764678"/>
                    <a:pt x="1394264" y="763135"/>
                  </a:cubicBezTo>
                  <a:cubicBezTo>
                    <a:pt x="1395303" y="761067"/>
                    <a:pt x="1338581" y="776539"/>
                    <a:pt x="1331360" y="776539"/>
                  </a:cubicBezTo>
                  <a:lnTo>
                    <a:pt x="1309706" y="776539"/>
                  </a:lnTo>
                  <a:lnTo>
                    <a:pt x="1327235" y="771385"/>
                  </a:lnTo>
                  <a:lnTo>
                    <a:pt x="1224109" y="771385"/>
                  </a:lnTo>
                  <a:cubicBezTo>
                    <a:pt x="1224109" y="771385"/>
                    <a:pt x="1229262" y="662066"/>
                    <a:pt x="1166358" y="638355"/>
                  </a:cubicBezTo>
                  <a:cubicBezTo>
                    <a:pt x="1118536" y="618520"/>
                    <a:pt x="1065300" y="615965"/>
                    <a:pt x="1015800" y="631133"/>
                  </a:cubicBezTo>
                  <a:cubicBezTo>
                    <a:pt x="962174" y="649690"/>
                    <a:pt x="948760" y="741481"/>
                    <a:pt x="940520" y="746635"/>
                  </a:cubicBezTo>
                  <a:cubicBezTo>
                    <a:pt x="937500" y="752211"/>
                    <a:pt x="935074" y="758079"/>
                    <a:pt x="933299" y="764164"/>
                  </a:cubicBezTo>
                  <a:lnTo>
                    <a:pt x="931231" y="741481"/>
                  </a:lnTo>
                  <a:cubicBezTo>
                    <a:pt x="926813" y="756282"/>
                    <a:pt x="926813" y="772046"/>
                    <a:pt x="931231" y="786857"/>
                  </a:cubicBezTo>
                  <a:cubicBezTo>
                    <a:pt x="913453" y="789444"/>
                    <a:pt x="895383" y="789444"/>
                    <a:pt x="877605" y="786857"/>
                  </a:cubicBezTo>
                  <a:cubicBezTo>
                    <a:pt x="870384" y="786857"/>
                    <a:pt x="908549" y="786857"/>
                    <a:pt x="900298" y="778607"/>
                  </a:cubicBezTo>
                  <a:cubicBezTo>
                    <a:pt x="896173" y="774482"/>
                    <a:pt x="892305" y="774482"/>
                    <a:pt x="889082" y="775513"/>
                  </a:cubicBezTo>
                  <a:lnTo>
                    <a:pt x="884371" y="777495"/>
                  </a:lnTo>
                  <a:lnTo>
                    <a:pt x="889980" y="770357"/>
                  </a:lnTo>
                  <a:cubicBezTo>
                    <a:pt x="891009" y="762106"/>
                    <a:pt x="864202" y="770357"/>
                    <a:pt x="860077" y="770357"/>
                  </a:cubicBezTo>
                  <a:cubicBezTo>
                    <a:pt x="855952" y="770357"/>
                    <a:pt x="871423" y="763135"/>
                    <a:pt x="871423" y="763135"/>
                  </a:cubicBezTo>
                  <a:lnTo>
                    <a:pt x="820894" y="763135"/>
                  </a:lnTo>
                  <a:lnTo>
                    <a:pt x="831201" y="754885"/>
                  </a:lnTo>
                  <a:lnTo>
                    <a:pt x="728075" y="754885"/>
                  </a:lnTo>
                  <a:cubicBezTo>
                    <a:pt x="728075" y="754885"/>
                    <a:pt x="734268" y="645565"/>
                    <a:pt x="670325" y="621854"/>
                  </a:cubicBezTo>
                  <a:cubicBezTo>
                    <a:pt x="622513" y="601933"/>
                    <a:pt x="569245" y="599378"/>
                    <a:pt x="519755" y="614633"/>
                  </a:cubicBezTo>
                  <a:cubicBezTo>
                    <a:pt x="466130" y="633190"/>
                    <a:pt x="452726" y="724981"/>
                    <a:pt x="444476" y="730134"/>
                  </a:cubicBezTo>
                  <a:cubicBezTo>
                    <a:pt x="436226" y="735288"/>
                    <a:pt x="431072" y="730134"/>
                    <a:pt x="431072" y="730134"/>
                  </a:cubicBezTo>
                  <a:cubicBezTo>
                    <a:pt x="435869" y="696528"/>
                    <a:pt x="447454" y="664253"/>
                    <a:pt x="465101" y="635258"/>
                  </a:cubicBezTo>
                  <a:cubicBezTo>
                    <a:pt x="498091" y="601500"/>
                    <a:pt x="543748" y="583159"/>
                    <a:pt x="590920" y="584729"/>
                  </a:cubicBezTo>
                  <a:cubicBezTo>
                    <a:pt x="611023" y="577518"/>
                    <a:pt x="631636" y="574723"/>
                    <a:pt x="651698" y="575844"/>
                  </a:cubicBezTo>
                  <a:close/>
                  <a:moveTo>
                    <a:pt x="70137" y="573383"/>
                  </a:moveTo>
                  <a:cubicBezTo>
                    <a:pt x="114214" y="571943"/>
                    <a:pt x="158106" y="579663"/>
                    <a:pt x="199042" y="596065"/>
                  </a:cubicBezTo>
                  <a:cubicBezTo>
                    <a:pt x="260918" y="620816"/>
                    <a:pt x="281543" y="723942"/>
                    <a:pt x="281543" y="723942"/>
                  </a:cubicBezTo>
                  <a:lnTo>
                    <a:pt x="310418" y="723942"/>
                  </a:lnTo>
                  <a:cubicBezTo>
                    <a:pt x="321765" y="724971"/>
                    <a:pt x="321765" y="738374"/>
                    <a:pt x="321765" y="738374"/>
                  </a:cubicBezTo>
                  <a:lnTo>
                    <a:pt x="424891" y="738374"/>
                  </a:lnTo>
                  <a:cubicBezTo>
                    <a:pt x="424891" y="738374"/>
                    <a:pt x="433141" y="769318"/>
                    <a:pt x="424891" y="776539"/>
                  </a:cubicBezTo>
                  <a:cubicBezTo>
                    <a:pt x="393363" y="780101"/>
                    <a:pt x="361532" y="780101"/>
                    <a:pt x="330015" y="776539"/>
                  </a:cubicBezTo>
                  <a:cubicBezTo>
                    <a:pt x="315572" y="776539"/>
                    <a:pt x="379515" y="770346"/>
                    <a:pt x="383630" y="770346"/>
                  </a:cubicBezTo>
                  <a:cubicBezTo>
                    <a:pt x="387766" y="770346"/>
                    <a:pt x="342390" y="771386"/>
                    <a:pt x="325890" y="770346"/>
                  </a:cubicBezTo>
                  <a:cubicBezTo>
                    <a:pt x="309379" y="769318"/>
                    <a:pt x="344447" y="764164"/>
                    <a:pt x="344447" y="764164"/>
                  </a:cubicBezTo>
                  <a:lnTo>
                    <a:pt x="286697" y="764164"/>
                  </a:lnTo>
                  <a:lnTo>
                    <a:pt x="286697" y="740442"/>
                  </a:lnTo>
                  <a:lnTo>
                    <a:pt x="218639" y="740442"/>
                  </a:lnTo>
                  <a:cubicBezTo>
                    <a:pt x="218639" y="740442"/>
                    <a:pt x="211417" y="647634"/>
                    <a:pt x="165013" y="619787"/>
                  </a:cubicBezTo>
                  <a:cubicBezTo>
                    <a:pt x="139115" y="605842"/>
                    <a:pt x="111323" y="595773"/>
                    <a:pt x="82512" y="589883"/>
                  </a:cubicBezTo>
                  <a:cubicBezTo>
                    <a:pt x="75107" y="589450"/>
                    <a:pt x="69044" y="583820"/>
                    <a:pt x="68069" y="576469"/>
                  </a:cubicBezTo>
                  <a:close/>
                  <a:moveTo>
                    <a:pt x="833341" y="5257"/>
                  </a:moveTo>
                  <a:lnTo>
                    <a:pt x="854912" y="31973"/>
                  </a:lnTo>
                  <a:cubicBezTo>
                    <a:pt x="864201" y="41251"/>
                    <a:pt x="877605" y="47444"/>
                    <a:pt x="878634" y="54666"/>
                  </a:cubicBezTo>
                  <a:cubicBezTo>
                    <a:pt x="879662" y="61877"/>
                    <a:pt x="872452" y="61877"/>
                    <a:pt x="872452" y="61877"/>
                  </a:cubicBezTo>
                  <a:lnTo>
                    <a:pt x="872441" y="243379"/>
                  </a:lnTo>
                  <a:cubicBezTo>
                    <a:pt x="903785" y="242047"/>
                    <a:pt x="935063" y="247320"/>
                    <a:pt x="964231" y="258850"/>
                  </a:cubicBezTo>
                  <a:cubicBezTo>
                    <a:pt x="985885" y="276379"/>
                    <a:pt x="1026107" y="289794"/>
                    <a:pt x="1035385" y="302169"/>
                  </a:cubicBezTo>
                  <a:cubicBezTo>
                    <a:pt x="1044664" y="314533"/>
                    <a:pt x="1085914" y="317630"/>
                    <a:pt x="1103454" y="321755"/>
                  </a:cubicBezTo>
                  <a:cubicBezTo>
                    <a:pt x="1120982" y="325880"/>
                    <a:pt x="1129232" y="355784"/>
                    <a:pt x="1138511" y="355784"/>
                  </a:cubicBezTo>
                  <a:cubicBezTo>
                    <a:pt x="1147790" y="355784"/>
                    <a:pt x="1163261" y="350630"/>
                    <a:pt x="1177704" y="355784"/>
                  </a:cubicBezTo>
                  <a:cubicBezTo>
                    <a:pt x="1192137" y="360948"/>
                    <a:pt x="1217915" y="388784"/>
                    <a:pt x="1233387" y="397034"/>
                  </a:cubicBezTo>
                  <a:cubicBezTo>
                    <a:pt x="1248859" y="405295"/>
                    <a:pt x="1268455" y="407352"/>
                    <a:pt x="1275677" y="423852"/>
                  </a:cubicBezTo>
                  <a:cubicBezTo>
                    <a:pt x="1282887" y="440353"/>
                    <a:pt x="1278762" y="449631"/>
                    <a:pt x="1296291" y="449631"/>
                  </a:cubicBezTo>
                  <a:cubicBezTo>
                    <a:pt x="1311178" y="448960"/>
                    <a:pt x="1325567" y="455023"/>
                    <a:pt x="1335484" y="466132"/>
                  </a:cubicBezTo>
                  <a:cubicBezTo>
                    <a:pt x="1342706" y="471285"/>
                    <a:pt x="1372610" y="469228"/>
                    <a:pt x="1380860" y="471285"/>
                  </a:cubicBezTo>
                  <a:cubicBezTo>
                    <a:pt x="1389110" y="473353"/>
                    <a:pt x="1420042" y="488825"/>
                    <a:pt x="1438610" y="495007"/>
                  </a:cubicBezTo>
                  <a:cubicBezTo>
                    <a:pt x="1468850" y="507512"/>
                    <a:pt x="1497563" y="523427"/>
                    <a:pt x="1524208" y="542450"/>
                  </a:cubicBezTo>
                  <a:cubicBezTo>
                    <a:pt x="1579966" y="545774"/>
                    <a:pt x="1635248" y="554761"/>
                    <a:pt x="1689209" y="569258"/>
                  </a:cubicBezTo>
                  <a:lnTo>
                    <a:pt x="0" y="569258"/>
                  </a:lnTo>
                  <a:cubicBezTo>
                    <a:pt x="0" y="569258"/>
                    <a:pt x="59819" y="557911"/>
                    <a:pt x="206252" y="545536"/>
                  </a:cubicBezTo>
                  <a:cubicBezTo>
                    <a:pt x="232172" y="523698"/>
                    <a:pt x="262390" y="507534"/>
                    <a:pt x="294946" y="498103"/>
                  </a:cubicBezTo>
                  <a:cubicBezTo>
                    <a:pt x="305253" y="497075"/>
                    <a:pt x="338254" y="458910"/>
                    <a:pt x="342379" y="452728"/>
                  </a:cubicBezTo>
                  <a:cubicBezTo>
                    <a:pt x="346504" y="446535"/>
                    <a:pt x="382600" y="452728"/>
                    <a:pt x="389822" y="429006"/>
                  </a:cubicBezTo>
                  <a:cubicBezTo>
                    <a:pt x="397033" y="405295"/>
                    <a:pt x="419726" y="409409"/>
                    <a:pt x="432101" y="405295"/>
                  </a:cubicBezTo>
                  <a:cubicBezTo>
                    <a:pt x="444476" y="401159"/>
                    <a:pt x="459948" y="363005"/>
                    <a:pt x="469226" y="357852"/>
                  </a:cubicBezTo>
                  <a:cubicBezTo>
                    <a:pt x="478505" y="352698"/>
                    <a:pt x="504284" y="344448"/>
                    <a:pt x="523880" y="337226"/>
                  </a:cubicBezTo>
                  <a:cubicBezTo>
                    <a:pt x="543477" y="330005"/>
                    <a:pt x="563074" y="300101"/>
                    <a:pt x="577506" y="300101"/>
                  </a:cubicBezTo>
                  <a:cubicBezTo>
                    <a:pt x="601206" y="298531"/>
                    <a:pt x="624354" y="292219"/>
                    <a:pt x="645574" y="281533"/>
                  </a:cubicBezTo>
                  <a:cubicBezTo>
                    <a:pt x="665160" y="268129"/>
                    <a:pt x="687853" y="255754"/>
                    <a:pt x="706411" y="244407"/>
                  </a:cubicBezTo>
                  <a:cubicBezTo>
                    <a:pt x="737949" y="237933"/>
                    <a:pt x="770278" y="236201"/>
                    <a:pt x="802326" y="239254"/>
                  </a:cubicBezTo>
                  <a:lnTo>
                    <a:pt x="802326" y="59819"/>
                  </a:lnTo>
                  <a:lnTo>
                    <a:pt x="794076" y="51569"/>
                  </a:lnTo>
                  <a:cubicBezTo>
                    <a:pt x="789951" y="48473"/>
                    <a:pt x="806451" y="38166"/>
                    <a:pt x="816758" y="26819"/>
                  </a:cubicBezTo>
                  <a:close/>
                  <a:moveTo>
                    <a:pt x="837383" y="0"/>
                  </a:moveTo>
                  <a:lnTo>
                    <a:pt x="833341" y="5257"/>
                  </a:lnTo>
                  <a:lnTo>
                    <a:pt x="833258" y="5154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19" name="任意多边形: 形状 118"/>
            <p:cNvSpPr/>
            <p:nvPr/>
          </p:nvSpPr>
          <p:spPr>
            <a:xfrm>
              <a:off x="2252210" y="898783"/>
              <a:ext cx="5775066" cy="5775066"/>
            </a:xfrm>
            <a:custGeom>
              <a:avLst/>
              <a:gdLst>
                <a:gd name="connsiteX0" fmla="*/ 680730 w 1362920"/>
                <a:gd name="connsiteY0" fmla="*/ 165255 h 1362920"/>
                <a:gd name="connsiteX1" fmla="*/ 164524 w 1362920"/>
                <a:gd name="connsiteY1" fmla="*/ 681460 h 1362920"/>
                <a:gd name="connsiteX2" fmla="*/ 680730 w 1362920"/>
                <a:gd name="connsiteY2" fmla="*/ 1197665 h 1362920"/>
                <a:gd name="connsiteX3" fmla="*/ 1196935 w 1362920"/>
                <a:gd name="connsiteY3" fmla="*/ 681460 h 1362920"/>
                <a:gd name="connsiteX4" fmla="*/ 680730 w 1362920"/>
                <a:gd name="connsiteY4" fmla="*/ 165255 h 1362920"/>
                <a:gd name="connsiteX5" fmla="*/ 681460 w 1362920"/>
                <a:gd name="connsiteY5" fmla="*/ 0 h 1362920"/>
                <a:gd name="connsiteX6" fmla="*/ 1362920 w 1362920"/>
                <a:gd name="connsiteY6" fmla="*/ 681460 h 1362920"/>
                <a:gd name="connsiteX7" fmla="*/ 681460 w 1362920"/>
                <a:gd name="connsiteY7" fmla="*/ 1362920 h 1362920"/>
                <a:gd name="connsiteX8" fmla="*/ 0 w 1362920"/>
                <a:gd name="connsiteY8" fmla="*/ 681460 h 1362920"/>
                <a:gd name="connsiteX9" fmla="*/ 681460 w 1362920"/>
                <a:gd name="connsiteY9" fmla="*/ 0 h 136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2920" h="1362920">
                  <a:moveTo>
                    <a:pt x="680730" y="165255"/>
                  </a:moveTo>
                  <a:cubicBezTo>
                    <a:pt x="395638" y="165255"/>
                    <a:pt x="164524" y="396368"/>
                    <a:pt x="164524" y="681460"/>
                  </a:cubicBezTo>
                  <a:cubicBezTo>
                    <a:pt x="164660" y="966497"/>
                    <a:pt x="395694" y="1197532"/>
                    <a:pt x="680730" y="1197665"/>
                  </a:cubicBezTo>
                  <a:cubicBezTo>
                    <a:pt x="965823" y="1197665"/>
                    <a:pt x="1196935" y="966554"/>
                    <a:pt x="1196935" y="681460"/>
                  </a:cubicBezTo>
                  <a:cubicBezTo>
                    <a:pt x="1196935" y="396368"/>
                    <a:pt x="965823" y="165255"/>
                    <a:pt x="680730" y="165255"/>
                  </a:cubicBezTo>
                  <a:close/>
                  <a:moveTo>
                    <a:pt x="681460" y="0"/>
                  </a:moveTo>
                  <a:cubicBezTo>
                    <a:pt x="1057819" y="0"/>
                    <a:pt x="1362920" y="305101"/>
                    <a:pt x="1362920" y="681460"/>
                  </a:cubicBezTo>
                  <a:cubicBezTo>
                    <a:pt x="1362920" y="1057819"/>
                    <a:pt x="1057819" y="1362920"/>
                    <a:pt x="681460" y="1362920"/>
                  </a:cubicBezTo>
                  <a:cubicBezTo>
                    <a:pt x="305101" y="1362920"/>
                    <a:pt x="0" y="1057819"/>
                    <a:pt x="0" y="681460"/>
                  </a:cubicBezTo>
                  <a:cubicBezTo>
                    <a:pt x="0" y="305101"/>
                    <a:pt x="305101" y="0"/>
                    <a:pt x="681460" y="0"/>
                  </a:cubicBezTo>
                  <a:close/>
                </a:path>
              </a:pathLst>
            </a:custGeom>
            <a:solidFill>
              <a:srgbClr val="A13F0B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0" name="任意多边形: 形状 119"/>
            <p:cNvSpPr/>
            <p:nvPr/>
          </p:nvSpPr>
          <p:spPr>
            <a:xfrm>
              <a:off x="2216986" y="864164"/>
              <a:ext cx="5847244" cy="5847244"/>
            </a:xfrm>
            <a:custGeom>
              <a:avLst/>
              <a:gdLst>
                <a:gd name="connsiteX0" fmla="*/ 269669 w 540067"/>
                <a:gd name="connsiteY0" fmla="*/ 539932 h 540067"/>
                <a:gd name="connsiteX1" fmla="*/ -365 w 540067"/>
                <a:gd name="connsiteY1" fmla="*/ 269898 h 540067"/>
                <a:gd name="connsiteX2" fmla="*/ 269669 w 540067"/>
                <a:gd name="connsiteY2" fmla="*/ -136 h 540067"/>
                <a:gd name="connsiteX3" fmla="*/ 539703 w 540067"/>
                <a:gd name="connsiteY3" fmla="*/ 269898 h 540067"/>
                <a:gd name="connsiteX4" fmla="*/ 269669 w 540067"/>
                <a:gd name="connsiteY4" fmla="*/ 539932 h 540067"/>
                <a:gd name="connsiteX5" fmla="*/ 269669 w 540067"/>
                <a:gd name="connsiteY5" fmla="*/ 7198 h 540067"/>
                <a:gd name="connsiteX6" fmla="*/ 6779 w 540067"/>
                <a:gd name="connsiteY6" fmla="*/ 269898 h 540067"/>
                <a:gd name="connsiteX7" fmla="*/ 269478 w 540067"/>
                <a:gd name="connsiteY7" fmla="*/ 532788 h 540067"/>
                <a:gd name="connsiteX8" fmla="*/ 532368 w 540067"/>
                <a:gd name="connsiteY8" fmla="*/ 270089 h 540067"/>
                <a:gd name="connsiteX9" fmla="*/ 532368 w 540067"/>
                <a:gd name="connsiteY9" fmla="*/ 269898 h 540067"/>
                <a:gd name="connsiteX10" fmla="*/ 269573 w 540067"/>
                <a:gd name="connsiteY10" fmla="*/ 7199 h 54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0067" h="540067">
                  <a:moveTo>
                    <a:pt x="269669" y="539932"/>
                  </a:moveTo>
                  <a:cubicBezTo>
                    <a:pt x="120533" y="539932"/>
                    <a:pt x="-365" y="419034"/>
                    <a:pt x="-365" y="269898"/>
                  </a:cubicBezTo>
                  <a:cubicBezTo>
                    <a:pt x="-365" y="120762"/>
                    <a:pt x="120533" y="-136"/>
                    <a:pt x="269669" y="-136"/>
                  </a:cubicBezTo>
                  <a:cubicBezTo>
                    <a:pt x="418804" y="-136"/>
                    <a:pt x="539703" y="120762"/>
                    <a:pt x="539703" y="269898"/>
                  </a:cubicBezTo>
                  <a:cubicBezTo>
                    <a:pt x="539545" y="418968"/>
                    <a:pt x="418739" y="539774"/>
                    <a:pt x="269669" y="539932"/>
                  </a:cubicBezTo>
                  <a:moveTo>
                    <a:pt x="269669" y="7198"/>
                  </a:moveTo>
                  <a:cubicBezTo>
                    <a:pt x="124531" y="7146"/>
                    <a:pt x="6831" y="124760"/>
                    <a:pt x="6779" y="269898"/>
                  </a:cubicBezTo>
                  <a:cubicBezTo>
                    <a:pt x="6726" y="415036"/>
                    <a:pt x="124341" y="532735"/>
                    <a:pt x="269478" y="532788"/>
                  </a:cubicBezTo>
                  <a:cubicBezTo>
                    <a:pt x="414616" y="532841"/>
                    <a:pt x="532316" y="415226"/>
                    <a:pt x="532368" y="270089"/>
                  </a:cubicBezTo>
                  <a:cubicBezTo>
                    <a:pt x="532368" y="270025"/>
                    <a:pt x="532368" y="269962"/>
                    <a:pt x="532368" y="269898"/>
                  </a:cubicBezTo>
                  <a:cubicBezTo>
                    <a:pt x="532211" y="124841"/>
                    <a:pt x="414630" y="7304"/>
                    <a:pt x="269573" y="7199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1" name="任意多边形: 形状 120"/>
            <p:cNvSpPr/>
            <p:nvPr/>
          </p:nvSpPr>
          <p:spPr>
            <a:xfrm>
              <a:off x="2925454" y="1572645"/>
              <a:ext cx="4430295" cy="4430295"/>
            </a:xfrm>
            <a:custGeom>
              <a:avLst/>
              <a:gdLst>
                <a:gd name="connsiteX0" fmla="*/ 204232 w 409194"/>
                <a:gd name="connsiteY0" fmla="*/ 409058 h 409194"/>
                <a:gd name="connsiteX1" fmla="*/ -365 w 409194"/>
                <a:gd name="connsiteY1" fmla="*/ 204461 h 409194"/>
                <a:gd name="connsiteX2" fmla="*/ 204232 w 409194"/>
                <a:gd name="connsiteY2" fmla="*/ -136 h 409194"/>
                <a:gd name="connsiteX3" fmla="*/ 408829 w 409194"/>
                <a:gd name="connsiteY3" fmla="*/ 204461 h 409194"/>
                <a:gd name="connsiteX4" fmla="*/ 204232 w 409194"/>
                <a:gd name="connsiteY4" fmla="*/ 409058 h 409194"/>
                <a:gd name="connsiteX5" fmla="*/ 204232 w 409194"/>
                <a:gd name="connsiteY5" fmla="*/ 5008 h 409194"/>
                <a:gd name="connsiteX6" fmla="*/ 4779 w 409194"/>
                <a:gd name="connsiteY6" fmla="*/ 204461 h 409194"/>
                <a:gd name="connsiteX7" fmla="*/ 204232 w 409194"/>
                <a:gd name="connsiteY7" fmla="*/ 403915 h 409194"/>
                <a:gd name="connsiteX8" fmla="*/ 403686 w 409194"/>
                <a:gd name="connsiteY8" fmla="*/ 204461 h 409194"/>
                <a:gd name="connsiteX9" fmla="*/ 204232 w 409194"/>
                <a:gd name="connsiteY9" fmla="*/ 5008 h 409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9194" h="409194">
                  <a:moveTo>
                    <a:pt x="204232" y="409058"/>
                  </a:moveTo>
                  <a:cubicBezTo>
                    <a:pt x="91236" y="409058"/>
                    <a:pt x="-365" y="317457"/>
                    <a:pt x="-365" y="204461"/>
                  </a:cubicBezTo>
                  <a:cubicBezTo>
                    <a:pt x="-365" y="91465"/>
                    <a:pt x="91236" y="-136"/>
                    <a:pt x="204232" y="-136"/>
                  </a:cubicBezTo>
                  <a:cubicBezTo>
                    <a:pt x="317228" y="-136"/>
                    <a:pt x="408829" y="91465"/>
                    <a:pt x="408829" y="204461"/>
                  </a:cubicBezTo>
                  <a:cubicBezTo>
                    <a:pt x="408672" y="317392"/>
                    <a:pt x="317163" y="408901"/>
                    <a:pt x="204232" y="409058"/>
                  </a:cubicBezTo>
                  <a:moveTo>
                    <a:pt x="204232" y="5008"/>
                  </a:moveTo>
                  <a:cubicBezTo>
                    <a:pt x="94077" y="5008"/>
                    <a:pt x="4779" y="94306"/>
                    <a:pt x="4779" y="204461"/>
                  </a:cubicBezTo>
                  <a:cubicBezTo>
                    <a:pt x="4779" y="314616"/>
                    <a:pt x="94077" y="403915"/>
                    <a:pt x="204232" y="403915"/>
                  </a:cubicBezTo>
                  <a:cubicBezTo>
                    <a:pt x="314387" y="403915"/>
                    <a:pt x="403686" y="314616"/>
                    <a:pt x="403686" y="204461"/>
                  </a:cubicBezTo>
                  <a:cubicBezTo>
                    <a:pt x="403372" y="94436"/>
                    <a:pt x="314257" y="5322"/>
                    <a:pt x="204232" y="5008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2" name="任意多边形: 形状 121"/>
            <p:cNvSpPr/>
            <p:nvPr/>
          </p:nvSpPr>
          <p:spPr>
            <a:xfrm>
              <a:off x="4803560" y="5511495"/>
              <a:ext cx="663105" cy="184906"/>
            </a:xfrm>
            <a:custGeom>
              <a:avLst/>
              <a:gdLst>
                <a:gd name="connsiteX0" fmla="*/ 430891 w 663105"/>
                <a:gd name="connsiteY0" fmla="*/ 41814 h 184906"/>
                <a:gd name="connsiteX1" fmla="*/ 364890 w 663105"/>
                <a:gd name="connsiteY1" fmla="*/ 121216 h 184906"/>
                <a:gd name="connsiteX2" fmla="*/ 431919 w 663105"/>
                <a:gd name="connsiteY2" fmla="*/ 121216 h 184906"/>
                <a:gd name="connsiteX3" fmla="*/ 431919 w 663105"/>
                <a:gd name="connsiteY3" fmla="*/ 41814 h 184906"/>
                <a:gd name="connsiteX4" fmla="*/ 591939 w 663105"/>
                <a:gd name="connsiteY4" fmla="*/ 25910 h 184906"/>
                <a:gd name="connsiteX5" fmla="*/ 548632 w 663105"/>
                <a:gd name="connsiteY5" fmla="*/ 96035 h 184906"/>
                <a:gd name="connsiteX6" fmla="*/ 591939 w 663105"/>
                <a:gd name="connsiteY6" fmla="*/ 165132 h 184906"/>
                <a:gd name="connsiteX7" fmla="*/ 635257 w 663105"/>
                <a:gd name="connsiteY7" fmla="*/ 96035 h 184906"/>
                <a:gd name="connsiteX8" fmla="*/ 591939 w 663105"/>
                <a:gd name="connsiteY8" fmla="*/ 25910 h 184906"/>
                <a:gd name="connsiteX9" fmla="*/ 226833 w 663105"/>
                <a:gd name="connsiteY9" fmla="*/ 20253 h 184906"/>
                <a:gd name="connsiteX10" fmla="*/ 196296 w 663105"/>
                <a:gd name="connsiteY10" fmla="*/ 31255 h 184906"/>
                <a:gd name="connsiteX11" fmla="*/ 184471 w 663105"/>
                <a:gd name="connsiteY11" fmla="*/ 59635 h 184906"/>
                <a:gd name="connsiteX12" fmla="*/ 196296 w 663105"/>
                <a:gd name="connsiteY12" fmla="*/ 88078 h 184906"/>
                <a:gd name="connsiteX13" fmla="*/ 226833 w 663105"/>
                <a:gd name="connsiteY13" fmla="*/ 99142 h 184906"/>
                <a:gd name="connsiteX14" fmla="*/ 257369 w 663105"/>
                <a:gd name="connsiteY14" fmla="*/ 88015 h 184906"/>
                <a:gd name="connsiteX15" fmla="*/ 269194 w 663105"/>
                <a:gd name="connsiteY15" fmla="*/ 59635 h 184906"/>
                <a:gd name="connsiteX16" fmla="*/ 257369 w 663105"/>
                <a:gd name="connsiteY16" fmla="*/ 31255 h 184906"/>
                <a:gd name="connsiteX17" fmla="*/ 226833 w 663105"/>
                <a:gd name="connsiteY17" fmla="*/ 20253 h 184906"/>
                <a:gd name="connsiteX18" fmla="*/ 436041 w 663105"/>
                <a:gd name="connsiteY18" fmla="*/ 7784 h 184906"/>
                <a:gd name="connsiteX19" fmla="*/ 457695 w 663105"/>
                <a:gd name="connsiteY19" fmla="*/ 7784 h 184906"/>
                <a:gd name="connsiteX20" fmla="*/ 457695 w 663105"/>
                <a:gd name="connsiteY20" fmla="*/ 121227 h 184906"/>
                <a:gd name="connsiteX21" fmla="*/ 488638 w 663105"/>
                <a:gd name="connsiteY21" fmla="*/ 121227 h 184906"/>
                <a:gd name="connsiteX22" fmla="*/ 488638 w 663105"/>
                <a:gd name="connsiteY22" fmla="*/ 139785 h 184906"/>
                <a:gd name="connsiteX23" fmla="*/ 457695 w 663105"/>
                <a:gd name="connsiteY23" fmla="*/ 139785 h 184906"/>
                <a:gd name="connsiteX24" fmla="*/ 457695 w 663105"/>
                <a:gd name="connsiteY24" fmla="*/ 182063 h 184906"/>
                <a:gd name="connsiteX25" fmla="*/ 431916 w 663105"/>
                <a:gd name="connsiteY25" fmla="*/ 182063 h 184906"/>
                <a:gd name="connsiteX26" fmla="*/ 431916 w 663105"/>
                <a:gd name="connsiteY26" fmla="*/ 139785 h 184906"/>
                <a:gd name="connsiteX27" fmla="*/ 341166 w 663105"/>
                <a:gd name="connsiteY27" fmla="*/ 139785 h 184906"/>
                <a:gd name="connsiteX28" fmla="*/ 341166 w 663105"/>
                <a:gd name="connsiteY28" fmla="*/ 118131 h 184906"/>
                <a:gd name="connsiteX29" fmla="*/ 591940 w 663105"/>
                <a:gd name="connsiteY29" fmla="*/ 6311 h 184906"/>
                <a:gd name="connsiteX30" fmla="*/ 663105 w 663105"/>
                <a:gd name="connsiteY30" fmla="*/ 96034 h 184906"/>
                <a:gd name="connsiteX31" fmla="*/ 591940 w 663105"/>
                <a:gd name="connsiteY31" fmla="*/ 184718 h 184906"/>
                <a:gd name="connsiteX32" fmla="*/ 520785 w 663105"/>
                <a:gd name="connsiteY32" fmla="*/ 96034 h 184906"/>
                <a:gd name="connsiteX33" fmla="*/ 591940 w 663105"/>
                <a:gd name="connsiteY33" fmla="*/ 6311 h 184906"/>
                <a:gd name="connsiteX34" fmla="*/ 55695 w 663105"/>
                <a:gd name="connsiteY34" fmla="*/ 6311 h 184906"/>
                <a:gd name="connsiteX35" fmla="*/ 76309 w 663105"/>
                <a:gd name="connsiteY35" fmla="*/ 6311 h 184906"/>
                <a:gd name="connsiteX36" fmla="*/ 76309 w 663105"/>
                <a:gd name="connsiteY36" fmla="*/ 180591 h 184906"/>
                <a:gd name="connsiteX37" fmla="*/ 48473 w 663105"/>
                <a:gd name="connsiteY37" fmla="*/ 180591 h 184906"/>
                <a:gd name="connsiteX38" fmla="*/ 48473 w 663105"/>
                <a:gd name="connsiteY38" fmla="*/ 56840 h 184906"/>
                <a:gd name="connsiteX39" fmla="*/ 0 w 663105"/>
                <a:gd name="connsiteY39" fmla="*/ 56840 h 184906"/>
                <a:gd name="connsiteX40" fmla="*/ 0 w 663105"/>
                <a:gd name="connsiteY40" fmla="*/ 39312 h 184906"/>
                <a:gd name="connsiteX41" fmla="*/ 55695 w 663105"/>
                <a:gd name="connsiteY41" fmla="*/ 6311 h 184906"/>
                <a:gd name="connsiteX42" fmla="*/ 228329 w 663105"/>
                <a:gd name="connsiteY42" fmla="*/ 0 h 184906"/>
                <a:gd name="connsiteX43" fmla="*/ 281842 w 663105"/>
                <a:gd name="connsiteY43" fmla="*/ 20567 h 184906"/>
                <a:gd name="connsiteX44" fmla="*/ 300627 w 663105"/>
                <a:gd name="connsiteY44" fmla="*/ 79013 h 184906"/>
                <a:gd name="connsiteX45" fmla="*/ 280271 w 663105"/>
                <a:gd name="connsiteY45" fmla="*/ 157402 h 184906"/>
                <a:gd name="connsiteX46" fmla="*/ 222492 w 663105"/>
                <a:gd name="connsiteY46" fmla="*/ 184906 h 184906"/>
                <a:gd name="connsiteX47" fmla="*/ 176912 w 663105"/>
                <a:gd name="connsiteY47" fmla="*/ 172092 h 184906"/>
                <a:gd name="connsiteX48" fmla="*/ 158725 w 663105"/>
                <a:gd name="connsiteY48" fmla="*/ 136773 h 184906"/>
                <a:gd name="connsiteX49" fmla="*/ 184772 w 663105"/>
                <a:gd name="connsiteY49" fmla="*/ 136773 h 184906"/>
                <a:gd name="connsiteX50" fmla="*/ 196223 w 663105"/>
                <a:gd name="connsiteY50" fmla="*/ 158214 h 184906"/>
                <a:gd name="connsiteX51" fmla="*/ 222492 w 663105"/>
                <a:gd name="connsiteY51" fmla="*/ 165778 h 184906"/>
                <a:gd name="connsiteX52" fmla="*/ 259913 w 663105"/>
                <a:gd name="connsiteY52" fmla="*/ 143150 h 184906"/>
                <a:gd name="connsiteX53" fmla="*/ 272337 w 663105"/>
                <a:gd name="connsiteY53" fmla="*/ 98768 h 184906"/>
                <a:gd name="connsiteX54" fmla="*/ 222492 w 663105"/>
                <a:gd name="connsiteY54" fmla="*/ 119396 h 184906"/>
                <a:gd name="connsiteX55" fmla="*/ 174218 w 663105"/>
                <a:gd name="connsiteY55" fmla="*/ 102955 h 184906"/>
                <a:gd name="connsiteX56" fmla="*/ 155882 w 663105"/>
                <a:gd name="connsiteY56" fmla="*/ 59635 h 184906"/>
                <a:gd name="connsiteX57" fmla="*/ 175790 w 663105"/>
                <a:gd name="connsiteY57" fmla="*/ 16378 h 184906"/>
                <a:gd name="connsiteX58" fmla="*/ 228329 w 663105"/>
                <a:gd name="connsiteY58" fmla="*/ 0 h 18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663105" h="184906">
                  <a:moveTo>
                    <a:pt x="430891" y="41814"/>
                  </a:moveTo>
                  <a:lnTo>
                    <a:pt x="364890" y="121216"/>
                  </a:lnTo>
                  <a:lnTo>
                    <a:pt x="431919" y="121216"/>
                  </a:lnTo>
                  <a:lnTo>
                    <a:pt x="431919" y="41814"/>
                  </a:lnTo>
                  <a:close/>
                  <a:moveTo>
                    <a:pt x="591939" y="25910"/>
                  </a:moveTo>
                  <a:cubicBezTo>
                    <a:pt x="562036" y="25910"/>
                    <a:pt x="548632" y="52728"/>
                    <a:pt x="548632" y="96035"/>
                  </a:cubicBezTo>
                  <a:cubicBezTo>
                    <a:pt x="548632" y="139353"/>
                    <a:pt x="562036" y="165132"/>
                    <a:pt x="591939" y="165132"/>
                  </a:cubicBezTo>
                  <a:cubicBezTo>
                    <a:pt x="621854" y="165132"/>
                    <a:pt x="635257" y="139353"/>
                    <a:pt x="635257" y="96035"/>
                  </a:cubicBezTo>
                  <a:cubicBezTo>
                    <a:pt x="635257" y="52728"/>
                    <a:pt x="621854" y="25910"/>
                    <a:pt x="591939" y="25910"/>
                  </a:cubicBezTo>
                  <a:close/>
                  <a:moveTo>
                    <a:pt x="226833" y="20253"/>
                  </a:moveTo>
                  <a:cubicBezTo>
                    <a:pt x="214358" y="20253"/>
                    <a:pt x="204180" y="23921"/>
                    <a:pt x="196296" y="31255"/>
                  </a:cubicBezTo>
                  <a:cubicBezTo>
                    <a:pt x="188414" y="38591"/>
                    <a:pt x="184471" y="48050"/>
                    <a:pt x="184471" y="59635"/>
                  </a:cubicBezTo>
                  <a:cubicBezTo>
                    <a:pt x="184471" y="71221"/>
                    <a:pt x="188414" y="80701"/>
                    <a:pt x="196296" y="88078"/>
                  </a:cubicBezTo>
                  <a:cubicBezTo>
                    <a:pt x="204180" y="95454"/>
                    <a:pt x="214358" y="99142"/>
                    <a:pt x="226833" y="99142"/>
                  </a:cubicBezTo>
                  <a:cubicBezTo>
                    <a:pt x="239307" y="99142"/>
                    <a:pt x="249485" y="95433"/>
                    <a:pt x="257369" y="88015"/>
                  </a:cubicBezTo>
                  <a:cubicBezTo>
                    <a:pt x="265251" y="80681"/>
                    <a:pt x="269194" y="71221"/>
                    <a:pt x="269194" y="59635"/>
                  </a:cubicBezTo>
                  <a:cubicBezTo>
                    <a:pt x="269194" y="48050"/>
                    <a:pt x="265251" y="38591"/>
                    <a:pt x="257369" y="31255"/>
                  </a:cubicBezTo>
                  <a:cubicBezTo>
                    <a:pt x="249485" y="23921"/>
                    <a:pt x="239307" y="20253"/>
                    <a:pt x="226833" y="20253"/>
                  </a:cubicBezTo>
                  <a:close/>
                  <a:moveTo>
                    <a:pt x="436041" y="7784"/>
                  </a:moveTo>
                  <a:lnTo>
                    <a:pt x="457695" y="7784"/>
                  </a:lnTo>
                  <a:lnTo>
                    <a:pt x="457695" y="121227"/>
                  </a:lnTo>
                  <a:lnTo>
                    <a:pt x="488638" y="121227"/>
                  </a:lnTo>
                  <a:lnTo>
                    <a:pt x="488638" y="139785"/>
                  </a:lnTo>
                  <a:lnTo>
                    <a:pt x="457695" y="139785"/>
                  </a:lnTo>
                  <a:lnTo>
                    <a:pt x="457695" y="182063"/>
                  </a:lnTo>
                  <a:lnTo>
                    <a:pt x="431916" y="182063"/>
                  </a:lnTo>
                  <a:lnTo>
                    <a:pt x="431916" y="139785"/>
                  </a:lnTo>
                  <a:lnTo>
                    <a:pt x="341166" y="139785"/>
                  </a:lnTo>
                  <a:lnTo>
                    <a:pt x="341166" y="118131"/>
                  </a:lnTo>
                  <a:close/>
                  <a:moveTo>
                    <a:pt x="591940" y="6311"/>
                  </a:moveTo>
                  <a:cubicBezTo>
                    <a:pt x="651759" y="6311"/>
                    <a:pt x="663105" y="59938"/>
                    <a:pt x="663105" y="96034"/>
                  </a:cubicBezTo>
                  <a:cubicBezTo>
                    <a:pt x="663105" y="132131"/>
                    <a:pt x="651759" y="184718"/>
                    <a:pt x="591940" y="184718"/>
                  </a:cubicBezTo>
                  <a:cubicBezTo>
                    <a:pt x="532132" y="184718"/>
                    <a:pt x="520785" y="132131"/>
                    <a:pt x="520785" y="96034"/>
                  </a:cubicBezTo>
                  <a:cubicBezTo>
                    <a:pt x="520785" y="59938"/>
                    <a:pt x="532132" y="6311"/>
                    <a:pt x="591940" y="6311"/>
                  </a:cubicBezTo>
                  <a:close/>
                  <a:moveTo>
                    <a:pt x="55695" y="6311"/>
                  </a:moveTo>
                  <a:lnTo>
                    <a:pt x="76309" y="6311"/>
                  </a:lnTo>
                  <a:lnTo>
                    <a:pt x="76309" y="180591"/>
                  </a:lnTo>
                  <a:lnTo>
                    <a:pt x="48473" y="180591"/>
                  </a:lnTo>
                  <a:lnTo>
                    <a:pt x="48473" y="56840"/>
                  </a:lnTo>
                  <a:lnTo>
                    <a:pt x="0" y="56840"/>
                  </a:lnTo>
                  <a:lnTo>
                    <a:pt x="0" y="39312"/>
                  </a:lnTo>
                  <a:cubicBezTo>
                    <a:pt x="33001" y="37244"/>
                    <a:pt x="47434" y="35187"/>
                    <a:pt x="55695" y="6311"/>
                  </a:cubicBezTo>
                  <a:close/>
                  <a:moveTo>
                    <a:pt x="228329" y="0"/>
                  </a:moveTo>
                  <a:cubicBezTo>
                    <a:pt x="251480" y="0"/>
                    <a:pt x="269319" y="6855"/>
                    <a:pt x="281842" y="20567"/>
                  </a:cubicBezTo>
                  <a:cubicBezTo>
                    <a:pt x="294366" y="34277"/>
                    <a:pt x="300627" y="53759"/>
                    <a:pt x="300627" y="79013"/>
                  </a:cubicBezTo>
                  <a:cubicBezTo>
                    <a:pt x="300627" y="112936"/>
                    <a:pt x="293842" y="139066"/>
                    <a:pt x="280271" y="157402"/>
                  </a:cubicBezTo>
                  <a:cubicBezTo>
                    <a:pt x="266698" y="175739"/>
                    <a:pt x="247440" y="184906"/>
                    <a:pt x="222492" y="184906"/>
                  </a:cubicBezTo>
                  <a:cubicBezTo>
                    <a:pt x="203432" y="184906"/>
                    <a:pt x="188238" y="180635"/>
                    <a:pt x="176912" y="172092"/>
                  </a:cubicBezTo>
                  <a:cubicBezTo>
                    <a:pt x="165586" y="163549"/>
                    <a:pt x="159524" y="151776"/>
                    <a:pt x="158725" y="136773"/>
                  </a:cubicBezTo>
                  <a:lnTo>
                    <a:pt x="184772" y="136773"/>
                  </a:lnTo>
                  <a:cubicBezTo>
                    <a:pt x="185869" y="146025"/>
                    <a:pt x="189685" y="153172"/>
                    <a:pt x="196223" y="158214"/>
                  </a:cubicBezTo>
                  <a:cubicBezTo>
                    <a:pt x="202759" y="163257"/>
                    <a:pt x="211514" y="165778"/>
                    <a:pt x="222492" y="165778"/>
                  </a:cubicBezTo>
                  <a:cubicBezTo>
                    <a:pt x="238658" y="165778"/>
                    <a:pt x="251132" y="158236"/>
                    <a:pt x="259913" y="143150"/>
                  </a:cubicBezTo>
                  <a:cubicBezTo>
                    <a:pt x="266300" y="131898"/>
                    <a:pt x="270441" y="117104"/>
                    <a:pt x="272337" y="98768"/>
                  </a:cubicBezTo>
                  <a:cubicBezTo>
                    <a:pt x="258965" y="112520"/>
                    <a:pt x="242349" y="119396"/>
                    <a:pt x="222492" y="119396"/>
                  </a:cubicBezTo>
                  <a:cubicBezTo>
                    <a:pt x="202533" y="119396"/>
                    <a:pt x="186443" y="113915"/>
                    <a:pt x="174218" y="102955"/>
                  </a:cubicBezTo>
                  <a:cubicBezTo>
                    <a:pt x="161995" y="91995"/>
                    <a:pt x="155882" y="77555"/>
                    <a:pt x="155882" y="59635"/>
                  </a:cubicBezTo>
                  <a:cubicBezTo>
                    <a:pt x="155882" y="41715"/>
                    <a:pt x="162518" y="27296"/>
                    <a:pt x="175790" y="16378"/>
                  </a:cubicBezTo>
                  <a:cubicBezTo>
                    <a:pt x="189062" y="5459"/>
                    <a:pt x="206575" y="0"/>
                    <a:pt x="228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3" name="任意多边形: 形状 122"/>
            <p:cNvSpPr/>
            <p:nvPr/>
          </p:nvSpPr>
          <p:spPr>
            <a:xfrm>
              <a:off x="3373025" y="4211641"/>
              <a:ext cx="3537217" cy="893065"/>
            </a:xfrm>
            <a:custGeom>
              <a:avLst/>
              <a:gdLst>
                <a:gd name="connsiteX0" fmla="*/ 162894 w 326707"/>
                <a:gd name="connsiteY0" fmla="*/ 82351 h 82486"/>
                <a:gd name="connsiteX1" fmla="*/ 135176 w 326707"/>
                <a:gd name="connsiteY1" fmla="*/ 76350 h 82486"/>
                <a:gd name="connsiteX2" fmla="*/ 143177 w 326707"/>
                <a:gd name="connsiteY2" fmla="*/ 44536 h 82486"/>
                <a:gd name="connsiteX3" fmla="*/ 19352 w 326707"/>
                <a:gd name="connsiteY3" fmla="*/ 21771 h 82486"/>
                <a:gd name="connsiteX4" fmla="*/ -365 w 326707"/>
                <a:gd name="connsiteY4" fmla="*/ -136 h 82486"/>
                <a:gd name="connsiteX5" fmla="*/ 30877 w 326707"/>
                <a:gd name="connsiteY5" fmla="*/ 4817 h 82486"/>
                <a:gd name="connsiteX6" fmla="*/ 133842 w 326707"/>
                <a:gd name="connsiteY6" fmla="*/ 5674 h 82486"/>
                <a:gd name="connsiteX7" fmla="*/ 162989 w 326707"/>
                <a:gd name="connsiteY7" fmla="*/ 5674 h 82486"/>
                <a:gd name="connsiteX8" fmla="*/ 192135 w 326707"/>
                <a:gd name="connsiteY8" fmla="*/ 5674 h 82486"/>
                <a:gd name="connsiteX9" fmla="*/ 295100 w 326707"/>
                <a:gd name="connsiteY9" fmla="*/ 4817 h 82486"/>
                <a:gd name="connsiteX10" fmla="*/ 326342 w 326707"/>
                <a:gd name="connsiteY10" fmla="*/ -136 h 82486"/>
                <a:gd name="connsiteX11" fmla="*/ 306721 w 326707"/>
                <a:gd name="connsiteY11" fmla="*/ 21771 h 82486"/>
                <a:gd name="connsiteX12" fmla="*/ 182896 w 326707"/>
                <a:gd name="connsiteY12" fmla="*/ 44536 h 82486"/>
                <a:gd name="connsiteX13" fmla="*/ 190897 w 326707"/>
                <a:gd name="connsiteY13" fmla="*/ 76350 h 8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707" h="82486">
                  <a:moveTo>
                    <a:pt x="162894" y="82351"/>
                  </a:moveTo>
                  <a:lnTo>
                    <a:pt x="135176" y="76350"/>
                  </a:lnTo>
                  <a:lnTo>
                    <a:pt x="143177" y="44536"/>
                  </a:lnTo>
                  <a:cubicBezTo>
                    <a:pt x="101245" y="41102"/>
                    <a:pt x="59763" y="33475"/>
                    <a:pt x="19352" y="21771"/>
                  </a:cubicBezTo>
                  <a:cubicBezTo>
                    <a:pt x="11564" y="15662"/>
                    <a:pt x="4893" y="8250"/>
                    <a:pt x="-365" y="-136"/>
                  </a:cubicBezTo>
                  <a:cubicBezTo>
                    <a:pt x="9900" y="2347"/>
                    <a:pt x="20347" y="4003"/>
                    <a:pt x="30877" y="4817"/>
                  </a:cubicBezTo>
                  <a:cubicBezTo>
                    <a:pt x="58785" y="5865"/>
                    <a:pt x="102410" y="2245"/>
                    <a:pt x="133842" y="5674"/>
                  </a:cubicBezTo>
                  <a:lnTo>
                    <a:pt x="162989" y="5674"/>
                  </a:lnTo>
                  <a:lnTo>
                    <a:pt x="192135" y="5674"/>
                  </a:lnTo>
                  <a:cubicBezTo>
                    <a:pt x="223568" y="2245"/>
                    <a:pt x="267288" y="5674"/>
                    <a:pt x="295100" y="4817"/>
                  </a:cubicBezTo>
                  <a:cubicBezTo>
                    <a:pt x="305630" y="4003"/>
                    <a:pt x="316077" y="2347"/>
                    <a:pt x="326342" y="-136"/>
                  </a:cubicBezTo>
                  <a:cubicBezTo>
                    <a:pt x="321105" y="8236"/>
                    <a:pt x="314468" y="15647"/>
                    <a:pt x="306721" y="21771"/>
                  </a:cubicBezTo>
                  <a:cubicBezTo>
                    <a:pt x="266307" y="33462"/>
                    <a:pt x="224826" y="41088"/>
                    <a:pt x="182896" y="44536"/>
                  </a:cubicBezTo>
                  <a:lnTo>
                    <a:pt x="190897" y="76350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4" name="任意多边形: 形状 123"/>
            <p:cNvSpPr/>
            <p:nvPr/>
          </p:nvSpPr>
          <p:spPr>
            <a:xfrm>
              <a:off x="3518431" y="3788820"/>
              <a:ext cx="3246401" cy="902357"/>
            </a:xfrm>
            <a:custGeom>
              <a:avLst/>
              <a:gdLst>
                <a:gd name="connsiteX0" fmla="*/ 149463 w 299846"/>
                <a:gd name="connsiteY0" fmla="*/ 6151 h 83344"/>
                <a:gd name="connsiteX1" fmla="*/ 191564 w 299846"/>
                <a:gd name="connsiteY1" fmla="*/ 6151 h 83344"/>
                <a:gd name="connsiteX2" fmla="*/ 277289 w 299846"/>
                <a:gd name="connsiteY2" fmla="*/ 2722 h 83344"/>
                <a:gd name="connsiteX3" fmla="*/ 299482 w 299846"/>
                <a:gd name="connsiteY3" fmla="*/ -135 h 83344"/>
                <a:gd name="connsiteX4" fmla="*/ 279289 w 299846"/>
                <a:gd name="connsiteY4" fmla="*/ 21391 h 83344"/>
                <a:gd name="connsiteX5" fmla="*/ 254619 w 299846"/>
                <a:gd name="connsiteY5" fmla="*/ 32631 h 83344"/>
                <a:gd name="connsiteX6" fmla="*/ 195278 w 299846"/>
                <a:gd name="connsiteY6" fmla="*/ 45871 h 83344"/>
                <a:gd name="connsiteX7" fmla="*/ 168799 w 299846"/>
                <a:gd name="connsiteY7" fmla="*/ 48823 h 83344"/>
                <a:gd name="connsiteX8" fmla="*/ 176229 w 299846"/>
                <a:gd name="connsiteY8" fmla="*/ 78636 h 83344"/>
                <a:gd name="connsiteX9" fmla="*/ 149558 w 299846"/>
                <a:gd name="connsiteY9" fmla="*/ 83208 h 83344"/>
                <a:gd name="connsiteX10" fmla="*/ 122889 w 299846"/>
                <a:gd name="connsiteY10" fmla="*/ 78636 h 83344"/>
                <a:gd name="connsiteX11" fmla="*/ 130318 w 299846"/>
                <a:gd name="connsiteY11" fmla="*/ 48823 h 83344"/>
                <a:gd name="connsiteX12" fmla="*/ 103839 w 299846"/>
                <a:gd name="connsiteY12" fmla="*/ 45870 h 83344"/>
                <a:gd name="connsiteX13" fmla="*/ 44498 w 299846"/>
                <a:gd name="connsiteY13" fmla="*/ 32630 h 83344"/>
                <a:gd name="connsiteX14" fmla="*/ 19828 w 299846"/>
                <a:gd name="connsiteY14" fmla="*/ 21391 h 83344"/>
                <a:gd name="connsiteX15" fmla="*/ -365 w 299846"/>
                <a:gd name="connsiteY15" fmla="*/ -136 h 83344"/>
                <a:gd name="connsiteX16" fmla="*/ 21828 w 299846"/>
                <a:gd name="connsiteY16" fmla="*/ 2721 h 83344"/>
                <a:gd name="connsiteX17" fmla="*/ 107553 w 299846"/>
                <a:gd name="connsiteY17" fmla="*/ 6150 h 83344"/>
                <a:gd name="connsiteX18" fmla="*/ 149654 w 299846"/>
                <a:gd name="connsiteY18" fmla="*/ 6151 h 83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846" h="83344">
                  <a:moveTo>
                    <a:pt x="149463" y="6151"/>
                  </a:moveTo>
                  <a:cubicBezTo>
                    <a:pt x="170323" y="6151"/>
                    <a:pt x="191659" y="6151"/>
                    <a:pt x="191564" y="6151"/>
                  </a:cubicBezTo>
                  <a:cubicBezTo>
                    <a:pt x="219999" y="2694"/>
                    <a:pt x="248668" y="1547"/>
                    <a:pt x="277289" y="2722"/>
                  </a:cubicBezTo>
                  <a:cubicBezTo>
                    <a:pt x="284757" y="2441"/>
                    <a:pt x="292185" y="1485"/>
                    <a:pt x="299482" y="-135"/>
                  </a:cubicBezTo>
                  <a:cubicBezTo>
                    <a:pt x="294242" y="8306"/>
                    <a:pt x="287378" y="15623"/>
                    <a:pt x="279289" y="21391"/>
                  </a:cubicBezTo>
                  <a:cubicBezTo>
                    <a:pt x="271430" y="25890"/>
                    <a:pt x="263171" y="29653"/>
                    <a:pt x="254619" y="32631"/>
                  </a:cubicBezTo>
                  <a:cubicBezTo>
                    <a:pt x="235136" y="38283"/>
                    <a:pt x="215317" y="42705"/>
                    <a:pt x="195278" y="45871"/>
                  </a:cubicBezTo>
                  <a:cubicBezTo>
                    <a:pt x="185754" y="47013"/>
                    <a:pt x="176800" y="48156"/>
                    <a:pt x="168799" y="48823"/>
                  </a:cubicBezTo>
                  <a:lnTo>
                    <a:pt x="176229" y="78636"/>
                  </a:lnTo>
                  <a:lnTo>
                    <a:pt x="149558" y="83208"/>
                  </a:lnTo>
                  <a:lnTo>
                    <a:pt x="122889" y="78636"/>
                  </a:lnTo>
                  <a:lnTo>
                    <a:pt x="130318" y="48823"/>
                  </a:lnTo>
                  <a:cubicBezTo>
                    <a:pt x="122317" y="48156"/>
                    <a:pt x="113078" y="47013"/>
                    <a:pt x="103839" y="45870"/>
                  </a:cubicBezTo>
                  <a:cubicBezTo>
                    <a:pt x="83800" y="42705"/>
                    <a:pt x="63981" y="38283"/>
                    <a:pt x="44498" y="32630"/>
                  </a:cubicBezTo>
                  <a:cubicBezTo>
                    <a:pt x="35946" y="29652"/>
                    <a:pt x="27687" y="25889"/>
                    <a:pt x="19828" y="21391"/>
                  </a:cubicBezTo>
                  <a:cubicBezTo>
                    <a:pt x="11739" y="15622"/>
                    <a:pt x="4875" y="8305"/>
                    <a:pt x="-365" y="-136"/>
                  </a:cubicBezTo>
                  <a:cubicBezTo>
                    <a:pt x="6931" y="1484"/>
                    <a:pt x="14359" y="2441"/>
                    <a:pt x="21828" y="2721"/>
                  </a:cubicBezTo>
                  <a:cubicBezTo>
                    <a:pt x="50449" y="1547"/>
                    <a:pt x="79118" y="2694"/>
                    <a:pt x="107553" y="6150"/>
                  </a:cubicBezTo>
                  <a:cubicBezTo>
                    <a:pt x="107553" y="6151"/>
                    <a:pt x="128794" y="6151"/>
                    <a:pt x="149654" y="6151"/>
                  </a:cubicBezTo>
                </a:path>
              </a:pathLst>
            </a:custGeom>
            <a:solidFill>
              <a:srgbClr val="13AE6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5" name="任意多边形: 形状 124"/>
            <p:cNvSpPr/>
            <p:nvPr/>
          </p:nvSpPr>
          <p:spPr>
            <a:xfrm>
              <a:off x="3703032" y="3358787"/>
              <a:ext cx="2883406" cy="928137"/>
            </a:xfrm>
            <a:custGeom>
              <a:avLst/>
              <a:gdLst>
                <a:gd name="connsiteX0" fmla="*/ 132699 w 266319"/>
                <a:gd name="connsiteY0" fmla="*/ 85589 h 85725"/>
                <a:gd name="connsiteX1" fmla="*/ 132223 w 266319"/>
                <a:gd name="connsiteY1" fmla="*/ 85589 h 85725"/>
                <a:gd name="connsiteX2" fmla="*/ 107077 w 266319"/>
                <a:gd name="connsiteY2" fmla="*/ 82637 h 85725"/>
                <a:gd name="connsiteX3" fmla="*/ 113840 w 266319"/>
                <a:gd name="connsiteY3" fmla="*/ 54062 h 85725"/>
                <a:gd name="connsiteX4" fmla="*/ 91551 w 266319"/>
                <a:gd name="connsiteY4" fmla="*/ 52728 h 85725"/>
                <a:gd name="connsiteX5" fmla="*/ 43355 w 266319"/>
                <a:gd name="connsiteY5" fmla="*/ 38536 h 85725"/>
                <a:gd name="connsiteX6" fmla="*/ 18685 w 266319"/>
                <a:gd name="connsiteY6" fmla="*/ 22629 h 85725"/>
                <a:gd name="connsiteX7" fmla="*/ -365 w 266319"/>
                <a:gd name="connsiteY7" fmla="*/ -136 h 85725"/>
                <a:gd name="connsiteX8" fmla="*/ 21352 w 266319"/>
                <a:gd name="connsiteY8" fmla="*/ 2627 h 85725"/>
                <a:gd name="connsiteX9" fmla="*/ 91456 w 266319"/>
                <a:gd name="connsiteY9" fmla="*/ 6818 h 85725"/>
                <a:gd name="connsiteX10" fmla="*/ 132794 w 266319"/>
                <a:gd name="connsiteY10" fmla="*/ 6818 h 85725"/>
                <a:gd name="connsiteX11" fmla="*/ 174133 w 266319"/>
                <a:gd name="connsiteY11" fmla="*/ 6818 h 85725"/>
                <a:gd name="connsiteX12" fmla="*/ 244237 w 266319"/>
                <a:gd name="connsiteY12" fmla="*/ 2627 h 85725"/>
                <a:gd name="connsiteX13" fmla="*/ 265954 w 266319"/>
                <a:gd name="connsiteY13" fmla="*/ -136 h 85725"/>
                <a:gd name="connsiteX14" fmla="*/ 246904 w 266319"/>
                <a:gd name="connsiteY14" fmla="*/ 22629 h 85725"/>
                <a:gd name="connsiteX15" fmla="*/ 222234 w 266319"/>
                <a:gd name="connsiteY15" fmla="*/ 38536 h 85725"/>
                <a:gd name="connsiteX16" fmla="*/ 174038 w 266319"/>
                <a:gd name="connsiteY16" fmla="*/ 52728 h 85725"/>
                <a:gd name="connsiteX17" fmla="*/ 151654 w 266319"/>
                <a:gd name="connsiteY17" fmla="*/ 54062 h 85725"/>
                <a:gd name="connsiteX18" fmla="*/ 158417 w 266319"/>
                <a:gd name="connsiteY18" fmla="*/ 82637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319" h="85725">
                  <a:moveTo>
                    <a:pt x="132699" y="85589"/>
                  </a:moveTo>
                  <a:lnTo>
                    <a:pt x="132223" y="85589"/>
                  </a:lnTo>
                  <a:lnTo>
                    <a:pt x="107077" y="82637"/>
                  </a:lnTo>
                  <a:lnTo>
                    <a:pt x="113840" y="54062"/>
                  </a:lnTo>
                  <a:cubicBezTo>
                    <a:pt x="106384" y="54659"/>
                    <a:pt x="98882" y="54210"/>
                    <a:pt x="91551" y="52728"/>
                  </a:cubicBezTo>
                  <a:cubicBezTo>
                    <a:pt x="74928" y="50153"/>
                    <a:pt x="58721" y="45380"/>
                    <a:pt x="43355" y="38536"/>
                  </a:cubicBezTo>
                  <a:cubicBezTo>
                    <a:pt x="34466" y="34344"/>
                    <a:pt x="26171" y="28996"/>
                    <a:pt x="18685" y="22629"/>
                  </a:cubicBezTo>
                  <a:cubicBezTo>
                    <a:pt x="11003" y="16263"/>
                    <a:pt x="4548" y="8548"/>
                    <a:pt x="-365" y="-136"/>
                  </a:cubicBezTo>
                  <a:cubicBezTo>
                    <a:pt x="-365" y="-136"/>
                    <a:pt x="14684" y="2246"/>
                    <a:pt x="21352" y="2627"/>
                  </a:cubicBezTo>
                  <a:cubicBezTo>
                    <a:pt x="34020" y="3198"/>
                    <a:pt x="58404" y="4055"/>
                    <a:pt x="91456" y="6818"/>
                  </a:cubicBezTo>
                  <a:cubicBezTo>
                    <a:pt x="91456" y="6818"/>
                    <a:pt x="112411" y="6818"/>
                    <a:pt x="132794" y="6818"/>
                  </a:cubicBezTo>
                  <a:cubicBezTo>
                    <a:pt x="153178" y="6818"/>
                    <a:pt x="173942" y="6818"/>
                    <a:pt x="174133" y="6818"/>
                  </a:cubicBezTo>
                  <a:cubicBezTo>
                    <a:pt x="207185" y="4055"/>
                    <a:pt x="231283" y="3198"/>
                    <a:pt x="244237" y="2627"/>
                  </a:cubicBezTo>
                  <a:cubicBezTo>
                    <a:pt x="250904" y="2627"/>
                    <a:pt x="266049" y="55"/>
                    <a:pt x="265954" y="-136"/>
                  </a:cubicBezTo>
                  <a:cubicBezTo>
                    <a:pt x="261024" y="8536"/>
                    <a:pt x="254571" y="16248"/>
                    <a:pt x="246904" y="22629"/>
                  </a:cubicBezTo>
                  <a:cubicBezTo>
                    <a:pt x="239402" y="28975"/>
                    <a:pt x="231110" y="34322"/>
                    <a:pt x="222234" y="38536"/>
                  </a:cubicBezTo>
                  <a:cubicBezTo>
                    <a:pt x="206859" y="45355"/>
                    <a:pt x="190655" y="50127"/>
                    <a:pt x="174038" y="52728"/>
                  </a:cubicBezTo>
                  <a:cubicBezTo>
                    <a:pt x="166675" y="54209"/>
                    <a:pt x="159141" y="54658"/>
                    <a:pt x="151654" y="54062"/>
                  </a:cubicBezTo>
                  <a:lnTo>
                    <a:pt x="158417" y="82637"/>
                  </a:lnTo>
                  <a:close/>
                </a:path>
              </a:pathLst>
            </a:custGeom>
            <a:solidFill>
              <a:srgbClr val="89C99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6" name="任意多边形: 形状 125"/>
            <p:cNvSpPr/>
            <p:nvPr/>
          </p:nvSpPr>
          <p:spPr>
            <a:xfrm>
              <a:off x="3872159" y="2875128"/>
              <a:ext cx="2534835" cy="962162"/>
            </a:xfrm>
            <a:custGeom>
              <a:avLst/>
              <a:gdLst>
                <a:gd name="connsiteX0" fmla="*/ 116793 w 234124"/>
                <a:gd name="connsiteY0" fmla="*/ 88732 h 88868"/>
                <a:gd name="connsiteX1" fmla="*/ 92790 w 234124"/>
                <a:gd name="connsiteY1" fmla="*/ 87208 h 88868"/>
                <a:gd name="connsiteX2" fmla="*/ 99076 w 234124"/>
                <a:gd name="connsiteY2" fmla="*/ 61300 h 88868"/>
                <a:gd name="connsiteX3" fmla="*/ 82407 w 234124"/>
                <a:gd name="connsiteY3" fmla="*/ 61300 h 88868"/>
                <a:gd name="connsiteX4" fmla="*/ 47736 w 234124"/>
                <a:gd name="connsiteY4" fmla="*/ 50251 h 88868"/>
                <a:gd name="connsiteX5" fmla="*/ 15351 w 234124"/>
                <a:gd name="connsiteY5" fmla="*/ 24534 h 88868"/>
                <a:gd name="connsiteX6" fmla="*/ -365 w 234124"/>
                <a:gd name="connsiteY6" fmla="*/ -136 h 88868"/>
                <a:gd name="connsiteX7" fmla="*/ 12684 w 234124"/>
                <a:gd name="connsiteY7" fmla="*/ 2817 h 88868"/>
                <a:gd name="connsiteX8" fmla="*/ 88884 w 234124"/>
                <a:gd name="connsiteY8" fmla="*/ 12342 h 88868"/>
                <a:gd name="connsiteX9" fmla="*/ 144510 w 234124"/>
                <a:gd name="connsiteY9" fmla="*/ 12342 h 88868"/>
                <a:gd name="connsiteX10" fmla="*/ 220710 w 234124"/>
                <a:gd name="connsiteY10" fmla="*/ 2817 h 88868"/>
                <a:gd name="connsiteX11" fmla="*/ 233759 w 234124"/>
                <a:gd name="connsiteY11" fmla="*/ -136 h 88868"/>
                <a:gd name="connsiteX12" fmla="*/ 218043 w 234124"/>
                <a:gd name="connsiteY12" fmla="*/ 24534 h 88868"/>
                <a:gd name="connsiteX13" fmla="*/ 185753 w 234124"/>
                <a:gd name="connsiteY13" fmla="*/ 50252 h 88868"/>
                <a:gd name="connsiteX14" fmla="*/ 150892 w 234124"/>
                <a:gd name="connsiteY14" fmla="*/ 62063 h 88868"/>
                <a:gd name="connsiteX15" fmla="*/ 134318 w 234124"/>
                <a:gd name="connsiteY15" fmla="*/ 62063 h 88868"/>
                <a:gd name="connsiteX16" fmla="*/ 140510 w 234124"/>
                <a:gd name="connsiteY16" fmla="*/ 879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124" h="88868">
                  <a:moveTo>
                    <a:pt x="116793" y="88732"/>
                  </a:moveTo>
                  <a:lnTo>
                    <a:pt x="92790" y="87208"/>
                  </a:lnTo>
                  <a:lnTo>
                    <a:pt x="99076" y="61300"/>
                  </a:lnTo>
                  <a:cubicBezTo>
                    <a:pt x="93620" y="62791"/>
                    <a:pt x="87864" y="62791"/>
                    <a:pt x="82407" y="61300"/>
                  </a:cubicBezTo>
                  <a:cubicBezTo>
                    <a:pt x="70332" y="59502"/>
                    <a:pt x="58625" y="55771"/>
                    <a:pt x="47736" y="50251"/>
                  </a:cubicBezTo>
                  <a:cubicBezTo>
                    <a:pt x="35340" y="43915"/>
                    <a:pt x="24330" y="35173"/>
                    <a:pt x="15351" y="24534"/>
                  </a:cubicBezTo>
                  <a:cubicBezTo>
                    <a:pt x="8934" y="17123"/>
                    <a:pt x="3639" y="8812"/>
                    <a:pt x="-365" y="-136"/>
                  </a:cubicBezTo>
                  <a:cubicBezTo>
                    <a:pt x="3925" y="1097"/>
                    <a:pt x="8282" y="2082"/>
                    <a:pt x="12684" y="2817"/>
                  </a:cubicBezTo>
                  <a:cubicBezTo>
                    <a:pt x="37809" y="7902"/>
                    <a:pt x="63281" y="11086"/>
                    <a:pt x="88884" y="12342"/>
                  </a:cubicBezTo>
                  <a:lnTo>
                    <a:pt x="144510" y="12342"/>
                  </a:lnTo>
                  <a:cubicBezTo>
                    <a:pt x="170114" y="11086"/>
                    <a:pt x="195586" y="7902"/>
                    <a:pt x="220710" y="2817"/>
                  </a:cubicBezTo>
                  <a:cubicBezTo>
                    <a:pt x="225113" y="2083"/>
                    <a:pt x="229470" y="1097"/>
                    <a:pt x="233759" y="-136"/>
                  </a:cubicBezTo>
                  <a:cubicBezTo>
                    <a:pt x="229756" y="8812"/>
                    <a:pt x="224460" y="17124"/>
                    <a:pt x="218043" y="24534"/>
                  </a:cubicBezTo>
                  <a:cubicBezTo>
                    <a:pt x="209092" y="35163"/>
                    <a:pt x="198116" y="43905"/>
                    <a:pt x="185753" y="50252"/>
                  </a:cubicBezTo>
                  <a:cubicBezTo>
                    <a:pt x="174841" y="56032"/>
                    <a:pt x="163070" y="60020"/>
                    <a:pt x="150892" y="62063"/>
                  </a:cubicBezTo>
                  <a:cubicBezTo>
                    <a:pt x="145468" y="63555"/>
                    <a:pt x="139742" y="63555"/>
                    <a:pt x="134318" y="62063"/>
                  </a:cubicBezTo>
                  <a:lnTo>
                    <a:pt x="140510" y="87971"/>
                  </a:lnTo>
                  <a:close/>
                </a:path>
              </a:pathLst>
            </a:custGeom>
            <a:solidFill>
              <a:srgbClr val="CAE5C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7" name="任意多边形: 形状 126"/>
            <p:cNvSpPr/>
            <p:nvPr/>
          </p:nvSpPr>
          <p:spPr>
            <a:xfrm>
              <a:off x="4050561" y="2168719"/>
              <a:ext cx="2183167" cy="1215848"/>
            </a:xfrm>
            <a:custGeom>
              <a:avLst/>
              <a:gdLst>
                <a:gd name="connsiteX0" fmla="*/ 78597 w 201643"/>
                <a:gd name="connsiteY0" fmla="*/ 112164 h 112299"/>
                <a:gd name="connsiteX1" fmla="*/ 84217 w 201643"/>
                <a:gd name="connsiteY1" fmla="*/ 89113 h 112299"/>
                <a:gd name="connsiteX2" fmla="*/ 69072 w 201643"/>
                <a:gd name="connsiteY2" fmla="*/ 89685 h 112299"/>
                <a:gd name="connsiteX3" fmla="*/ 56118 w 201643"/>
                <a:gd name="connsiteY3" fmla="*/ 78731 h 112299"/>
                <a:gd name="connsiteX4" fmla="*/ 37068 w 201643"/>
                <a:gd name="connsiteY4" fmla="*/ 73397 h 112299"/>
                <a:gd name="connsiteX5" fmla="*/ 28972 w 201643"/>
                <a:gd name="connsiteY5" fmla="*/ 57014 h 112299"/>
                <a:gd name="connsiteX6" fmla="*/ 7636 w 201643"/>
                <a:gd name="connsiteY6" fmla="*/ 43679 h 112299"/>
                <a:gd name="connsiteX7" fmla="*/ -365 w 201643"/>
                <a:gd name="connsiteY7" fmla="*/ 21105 h 112299"/>
                <a:gd name="connsiteX8" fmla="*/ 87837 w 201643"/>
                <a:gd name="connsiteY8" fmla="*/ 34154 h 112299"/>
                <a:gd name="connsiteX9" fmla="*/ 92599 w 201643"/>
                <a:gd name="connsiteY9" fmla="*/ 9961 h 112299"/>
                <a:gd name="connsiteX10" fmla="*/ 100409 w 201643"/>
                <a:gd name="connsiteY10" fmla="*/ -136 h 112299"/>
                <a:gd name="connsiteX11" fmla="*/ 100409 w 201643"/>
                <a:gd name="connsiteY11" fmla="*/ -136 h 112299"/>
                <a:gd name="connsiteX12" fmla="*/ 108220 w 201643"/>
                <a:gd name="connsiteY12" fmla="*/ 9961 h 112299"/>
                <a:gd name="connsiteX13" fmla="*/ 112982 w 201643"/>
                <a:gd name="connsiteY13" fmla="*/ 34154 h 112299"/>
                <a:gd name="connsiteX14" fmla="*/ 201279 w 201643"/>
                <a:gd name="connsiteY14" fmla="*/ 21105 h 112299"/>
                <a:gd name="connsiteX15" fmla="*/ 193278 w 201643"/>
                <a:gd name="connsiteY15" fmla="*/ 43679 h 112299"/>
                <a:gd name="connsiteX16" fmla="*/ 171942 w 201643"/>
                <a:gd name="connsiteY16" fmla="*/ 57014 h 112299"/>
                <a:gd name="connsiteX17" fmla="*/ 163751 w 201643"/>
                <a:gd name="connsiteY17" fmla="*/ 73397 h 112299"/>
                <a:gd name="connsiteX18" fmla="*/ 144701 w 201643"/>
                <a:gd name="connsiteY18" fmla="*/ 78731 h 112299"/>
                <a:gd name="connsiteX19" fmla="*/ 131651 w 201643"/>
                <a:gd name="connsiteY19" fmla="*/ 89685 h 112299"/>
                <a:gd name="connsiteX20" fmla="*/ 116507 w 201643"/>
                <a:gd name="connsiteY20" fmla="*/ 89113 h 112299"/>
                <a:gd name="connsiteX21" fmla="*/ 122126 w 201643"/>
                <a:gd name="connsiteY21" fmla="*/ 112164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1643" h="112299">
                  <a:moveTo>
                    <a:pt x="78597" y="112164"/>
                  </a:moveTo>
                  <a:lnTo>
                    <a:pt x="84217" y="89113"/>
                  </a:lnTo>
                  <a:cubicBezTo>
                    <a:pt x="79371" y="90976"/>
                    <a:pt x="74044" y="91177"/>
                    <a:pt x="69072" y="89685"/>
                  </a:cubicBezTo>
                  <a:cubicBezTo>
                    <a:pt x="63385" y="88055"/>
                    <a:pt x="58670" y="84068"/>
                    <a:pt x="56118" y="78731"/>
                  </a:cubicBezTo>
                  <a:cubicBezTo>
                    <a:pt x="49336" y="79278"/>
                    <a:pt x="42581" y="77387"/>
                    <a:pt x="37068" y="73397"/>
                  </a:cubicBezTo>
                  <a:cubicBezTo>
                    <a:pt x="32448" y="69117"/>
                    <a:pt x="29565" y="63285"/>
                    <a:pt x="28972" y="57014"/>
                  </a:cubicBezTo>
                  <a:cubicBezTo>
                    <a:pt x="20600" y="55005"/>
                    <a:pt x="13110" y="50324"/>
                    <a:pt x="7636" y="43679"/>
                  </a:cubicBezTo>
                  <a:cubicBezTo>
                    <a:pt x="2458" y="37295"/>
                    <a:pt x="-368" y="29325"/>
                    <a:pt x="-365" y="21105"/>
                  </a:cubicBezTo>
                  <a:cubicBezTo>
                    <a:pt x="28175" y="30029"/>
                    <a:pt x="57935" y="34432"/>
                    <a:pt x="87837" y="34154"/>
                  </a:cubicBezTo>
                  <a:lnTo>
                    <a:pt x="92599" y="9961"/>
                  </a:lnTo>
                  <a:cubicBezTo>
                    <a:pt x="93075" y="7389"/>
                    <a:pt x="94218" y="-136"/>
                    <a:pt x="100409" y="-136"/>
                  </a:cubicBezTo>
                  <a:lnTo>
                    <a:pt x="100409" y="-136"/>
                  </a:lnTo>
                  <a:cubicBezTo>
                    <a:pt x="106600" y="-136"/>
                    <a:pt x="107744" y="7389"/>
                    <a:pt x="108220" y="9961"/>
                  </a:cubicBezTo>
                  <a:lnTo>
                    <a:pt x="112982" y="34154"/>
                  </a:lnTo>
                  <a:cubicBezTo>
                    <a:pt x="142914" y="34422"/>
                    <a:pt x="172704" y="30019"/>
                    <a:pt x="201279" y="21105"/>
                  </a:cubicBezTo>
                  <a:cubicBezTo>
                    <a:pt x="201236" y="29317"/>
                    <a:pt x="198416" y="37273"/>
                    <a:pt x="193278" y="43679"/>
                  </a:cubicBezTo>
                  <a:cubicBezTo>
                    <a:pt x="187790" y="50308"/>
                    <a:pt x="180306" y="54986"/>
                    <a:pt x="171942" y="57014"/>
                  </a:cubicBezTo>
                  <a:cubicBezTo>
                    <a:pt x="171289" y="63288"/>
                    <a:pt x="168378" y="69110"/>
                    <a:pt x="163751" y="73397"/>
                  </a:cubicBezTo>
                  <a:cubicBezTo>
                    <a:pt x="158238" y="77387"/>
                    <a:pt x="151483" y="79278"/>
                    <a:pt x="144701" y="78731"/>
                  </a:cubicBezTo>
                  <a:cubicBezTo>
                    <a:pt x="142098" y="84066"/>
                    <a:pt x="137356" y="88046"/>
                    <a:pt x="131651" y="89685"/>
                  </a:cubicBezTo>
                  <a:cubicBezTo>
                    <a:pt x="126679" y="91177"/>
                    <a:pt x="121352" y="90976"/>
                    <a:pt x="116507" y="89113"/>
                  </a:cubicBezTo>
                  <a:lnTo>
                    <a:pt x="122126" y="11216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8" name="任意多边形: 形状 127"/>
            <p:cNvSpPr/>
            <p:nvPr/>
          </p:nvSpPr>
          <p:spPr>
            <a:xfrm>
              <a:off x="4030967" y="2154274"/>
              <a:ext cx="2216175" cy="1248848"/>
            </a:xfrm>
            <a:custGeom>
              <a:avLst/>
              <a:gdLst>
                <a:gd name="connsiteX0" fmla="*/ 126032 w 204692"/>
                <a:gd name="connsiteY0" fmla="*/ 115212 h 115347"/>
                <a:gd name="connsiteX1" fmla="*/ 78407 w 204692"/>
                <a:gd name="connsiteY1" fmla="*/ 115212 h 115347"/>
                <a:gd name="connsiteX2" fmla="*/ 83932 w 204692"/>
                <a:gd name="connsiteY2" fmla="*/ 93019 h 115347"/>
                <a:gd name="connsiteX3" fmla="*/ 77740 w 204692"/>
                <a:gd name="connsiteY3" fmla="*/ 93685 h 115347"/>
                <a:gd name="connsiteX4" fmla="*/ 70597 w 204692"/>
                <a:gd name="connsiteY4" fmla="*/ 92638 h 115347"/>
                <a:gd name="connsiteX5" fmla="*/ 57071 w 204692"/>
                <a:gd name="connsiteY5" fmla="*/ 81874 h 115347"/>
                <a:gd name="connsiteX6" fmla="*/ 55737 w 204692"/>
                <a:gd name="connsiteY6" fmla="*/ 81874 h 115347"/>
                <a:gd name="connsiteX7" fmla="*/ 37735 w 204692"/>
                <a:gd name="connsiteY7" fmla="*/ 76064 h 115347"/>
                <a:gd name="connsiteX8" fmla="*/ 29067 w 204692"/>
                <a:gd name="connsiteY8" fmla="*/ 59777 h 115347"/>
                <a:gd name="connsiteX9" fmla="*/ 8017 w 204692"/>
                <a:gd name="connsiteY9" fmla="*/ 46156 h 115347"/>
                <a:gd name="connsiteX10" fmla="*/ -365 w 204692"/>
                <a:gd name="connsiteY10" fmla="*/ 22439 h 115347"/>
                <a:gd name="connsiteX11" fmla="*/ -365 w 204692"/>
                <a:gd name="connsiteY11" fmla="*/ 20057 h 115347"/>
                <a:gd name="connsiteX12" fmla="*/ 1826 w 204692"/>
                <a:gd name="connsiteY12" fmla="*/ 20819 h 115347"/>
                <a:gd name="connsiteX13" fmla="*/ 88027 w 204692"/>
                <a:gd name="connsiteY13" fmla="*/ 33773 h 115347"/>
                <a:gd name="connsiteX14" fmla="*/ 88027 w 204692"/>
                <a:gd name="connsiteY14" fmla="*/ 33773 h 115347"/>
                <a:gd name="connsiteX15" fmla="*/ 92409 w 204692"/>
                <a:gd name="connsiteY15" fmla="*/ 10913 h 115347"/>
                <a:gd name="connsiteX16" fmla="*/ 92409 w 204692"/>
                <a:gd name="connsiteY16" fmla="*/ 10913 h 115347"/>
                <a:gd name="connsiteX17" fmla="*/ 101934 w 204692"/>
                <a:gd name="connsiteY17" fmla="*/ -136 h 115347"/>
                <a:gd name="connsiteX18" fmla="*/ 101934 w 204692"/>
                <a:gd name="connsiteY18" fmla="*/ -136 h 115347"/>
                <a:gd name="connsiteX19" fmla="*/ 111459 w 204692"/>
                <a:gd name="connsiteY19" fmla="*/ 10913 h 115347"/>
                <a:gd name="connsiteX20" fmla="*/ 111459 w 204692"/>
                <a:gd name="connsiteY20" fmla="*/ 10913 h 115347"/>
                <a:gd name="connsiteX21" fmla="*/ 115935 w 204692"/>
                <a:gd name="connsiteY21" fmla="*/ 33773 h 115347"/>
                <a:gd name="connsiteX22" fmla="*/ 115935 w 204692"/>
                <a:gd name="connsiteY22" fmla="*/ 33773 h 115347"/>
                <a:gd name="connsiteX23" fmla="*/ 202137 w 204692"/>
                <a:gd name="connsiteY23" fmla="*/ 20819 h 115347"/>
                <a:gd name="connsiteX24" fmla="*/ 204327 w 204692"/>
                <a:gd name="connsiteY24" fmla="*/ 20057 h 115347"/>
                <a:gd name="connsiteX25" fmla="*/ 204327 w 204692"/>
                <a:gd name="connsiteY25" fmla="*/ 22438 h 115347"/>
                <a:gd name="connsiteX26" fmla="*/ 196041 w 204692"/>
                <a:gd name="connsiteY26" fmla="*/ 46155 h 115347"/>
                <a:gd name="connsiteX27" fmla="*/ 174895 w 204692"/>
                <a:gd name="connsiteY27" fmla="*/ 59776 h 115347"/>
                <a:gd name="connsiteX28" fmla="*/ 166227 w 204692"/>
                <a:gd name="connsiteY28" fmla="*/ 76064 h 115347"/>
                <a:gd name="connsiteX29" fmla="*/ 147177 w 204692"/>
                <a:gd name="connsiteY29" fmla="*/ 81874 h 115347"/>
                <a:gd name="connsiteX30" fmla="*/ 133747 w 204692"/>
                <a:gd name="connsiteY30" fmla="*/ 92637 h 115347"/>
                <a:gd name="connsiteX31" fmla="*/ 126603 w 204692"/>
                <a:gd name="connsiteY31" fmla="*/ 93685 h 115347"/>
                <a:gd name="connsiteX32" fmla="*/ 120412 w 204692"/>
                <a:gd name="connsiteY32" fmla="*/ 93018 h 115347"/>
                <a:gd name="connsiteX33" fmla="*/ 82598 w 204692"/>
                <a:gd name="connsiteY33" fmla="*/ 111783 h 115347"/>
                <a:gd name="connsiteX34" fmla="*/ 121651 w 204692"/>
                <a:gd name="connsiteY34" fmla="*/ 111783 h 115347"/>
                <a:gd name="connsiteX35" fmla="*/ 115745 w 204692"/>
                <a:gd name="connsiteY35" fmla="*/ 87589 h 115347"/>
                <a:gd name="connsiteX36" fmla="*/ 118888 w 204692"/>
                <a:gd name="connsiteY36" fmla="*/ 88923 h 115347"/>
                <a:gd name="connsiteX37" fmla="*/ 126794 w 204692"/>
                <a:gd name="connsiteY37" fmla="*/ 90352 h 115347"/>
                <a:gd name="connsiteX38" fmla="*/ 132890 w 204692"/>
                <a:gd name="connsiteY38" fmla="*/ 89399 h 115347"/>
                <a:gd name="connsiteX39" fmla="*/ 144796 w 204692"/>
                <a:gd name="connsiteY39" fmla="*/ 79874 h 115347"/>
                <a:gd name="connsiteX40" fmla="*/ 145273 w 204692"/>
                <a:gd name="connsiteY40" fmla="*/ 78636 h 115347"/>
                <a:gd name="connsiteX41" fmla="*/ 148702 w 204692"/>
                <a:gd name="connsiteY41" fmla="*/ 78636 h 115347"/>
                <a:gd name="connsiteX42" fmla="*/ 164513 w 204692"/>
                <a:gd name="connsiteY42" fmla="*/ 73683 h 115347"/>
                <a:gd name="connsiteX43" fmla="*/ 172133 w 204692"/>
                <a:gd name="connsiteY43" fmla="*/ 58443 h 115347"/>
                <a:gd name="connsiteX44" fmla="*/ 172133 w 204692"/>
                <a:gd name="connsiteY44" fmla="*/ 57205 h 115347"/>
                <a:gd name="connsiteX45" fmla="*/ 173371 w 204692"/>
                <a:gd name="connsiteY45" fmla="*/ 57205 h 115347"/>
                <a:gd name="connsiteX46" fmla="*/ 193755 w 204692"/>
                <a:gd name="connsiteY46" fmla="*/ 44441 h 115347"/>
                <a:gd name="connsiteX47" fmla="*/ 201280 w 204692"/>
                <a:gd name="connsiteY47" fmla="*/ 25391 h 115347"/>
                <a:gd name="connsiteX48" fmla="*/ 116317 w 204692"/>
                <a:gd name="connsiteY48" fmla="*/ 37774 h 115347"/>
                <a:gd name="connsiteX49" fmla="*/ 113364 w 204692"/>
                <a:gd name="connsiteY49" fmla="*/ 37774 h 115347"/>
                <a:gd name="connsiteX50" fmla="*/ 113364 w 204692"/>
                <a:gd name="connsiteY50" fmla="*/ 36345 h 115347"/>
                <a:gd name="connsiteX51" fmla="*/ 108696 w 204692"/>
                <a:gd name="connsiteY51" fmla="*/ 12151 h 115347"/>
                <a:gd name="connsiteX52" fmla="*/ 108696 w 204692"/>
                <a:gd name="connsiteY52" fmla="*/ 12151 h 115347"/>
                <a:gd name="connsiteX53" fmla="*/ 102601 w 204692"/>
                <a:gd name="connsiteY53" fmla="*/ 3865 h 115347"/>
                <a:gd name="connsiteX54" fmla="*/ 102601 w 204692"/>
                <a:gd name="connsiteY54" fmla="*/ 3865 h 115347"/>
                <a:gd name="connsiteX55" fmla="*/ 96504 w 204692"/>
                <a:gd name="connsiteY55" fmla="*/ 12151 h 115347"/>
                <a:gd name="connsiteX56" fmla="*/ 96504 w 204692"/>
                <a:gd name="connsiteY56" fmla="*/ 12151 h 115347"/>
                <a:gd name="connsiteX57" fmla="*/ 91837 w 204692"/>
                <a:gd name="connsiteY57" fmla="*/ 36345 h 115347"/>
                <a:gd name="connsiteX58" fmla="*/ 91837 w 204692"/>
                <a:gd name="connsiteY58" fmla="*/ 37774 h 115347"/>
                <a:gd name="connsiteX59" fmla="*/ 88885 w 204692"/>
                <a:gd name="connsiteY59" fmla="*/ 37774 h 115347"/>
                <a:gd name="connsiteX60" fmla="*/ 3921 w 204692"/>
                <a:gd name="connsiteY60" fmla="*/ 25391 h 115347"/>
                <a:gd name="connsiteX61" fmla="*/ 11541 w 204692"/>
                <a:gd name="connsiteY61" fmla="*/ 44441 h 115347"/>
                <a:gd name="connsiteX62" fmla="*/ 31830 w 204692"/>
                <a:gd name="connsiteY62" fmla="*/ 57205 h 115347"/>
                <a:gd name="connsiteX63" fmla="*/ 33068 w 204692"/>
                <a:gd name="connsiteY63" fmla="*/ 57205 h 115347"/>
                <a:gd name="connsiteX64" fmla="*/ 33068 w 204692"/>
                <a:gd name="connsiteY64" fmla="*/ 58443 h 115347"/>
                <a:gd name="connsiteX65" fmla="*/ 40688 w 204692"/>
                <a:gd name="connsiteY65" fmla="*/ 73683 h 115347"/>
                <a:gd name="connsiteX66" fmla="*/ 56500 w 204692"/>
                <a:gd name="connsiteY66" fmla="*/ 78636 h 115347"/>
                <a:gd name="connsiteX67" fmla="*/ 59928 w 204692"/>
                <a:gd name="connsiteY67" fmla="*/ 78636 h 115347"/>
                <a:gd name="connsiteX68" fmla="*/ 60405 w 204692"/>
                <a:gd name="connsiteY68" fmla="*/ 79874 h 115347"/>
                <a:gd name="connsiteX69" fmla="*/ 72406 w 204692"/>
                <a:gd name="connsiteY69" fmla="*/ 89399 h 115347"/>
                <a:gd name="connsiteX70" fmla="*/ 78503 w 204692"/>
                <a:gd name="connsiteY70" fmla="*/ 90352 h 115347"/>
                <a:gd name="connsiteX71" fmla="*/ 86313 w 204692"/>
                <a:gd name="connsiteY71" fmla="*/ 88923 h 115347"/>
                <a:gd name="connsiteX72" fmla="*/ 89456 w 204692"/>
                <a:gd name="connsiteY72" fmla="*/ 87685 h 11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04692" h="115347">
                  <a:moveTo>
                    <a:pt x="126032" y="115212"/>
                  </a:moveTo>
                  <a:lnTo>
                    <a:pt x="78407" y="115212"/>
                  </a:lnTo>
                  <a:lnTo>
                    <a:pt x="83932" y="93019"/>
                  </a:lnTo>
                  <a:cubicBezTo>
                    <a:pt x="81899" y="93471"/>
                    <a:pt x="79823" y="93695"/>
                    <a:pt x="77740" y="93685"/>
                  </a:cubicBezTo>
                  <a:cubicBezTo>
                    <a:pt x="75321" y="93686"/>
                    <a:pt x="72914" y="93333"/>
                    <a:pt x="70597" y="92638"/>
                  </a:cubicBezTo>
                  <a:cubicBezTo>
                    <a:pt x="64863" y="90940"/>
                    <a:pt x="60013" y="87081"/>
                    <a:pt x="57071" y="81874"/>
                  </a:cubicBezTo>
                  <a:lnTo>
                    <a:pt x="55737" y="81874"/>
                  </a:lnTo>
                  <a:cubicBezTo>
                    <a:pt x="49259" y="81986"/>
                    <a:pt x="42926" y="79942"/>
                    <a:pt x="37735" y="76064"/>
                  </a:cubicBezTo>
                  <a:cubicBezTo>
                    <a:pt x="33007" y="71834"/>
                    <a:pt x="29935" y="66061"/>
                    <a:pt x="29067" y="59777"/>
                  </a:cubicBezTo>
                  <a:cubicBezTo>
                    <a:pt x="20837" y="57463"/>
                    <a:pt x="13500" y="52715"/>
                    <a:pt x="8017" y="46156"/>
                  </a:cubicBezTo>
                  <a:cubicBezTo>
                    <a:pt x="2619" y="39427"/>
                    <a:pt x="-337" y="31065"/>
                    <a:pt x="-365" y="22439"/>
                  </a:cubicBezTo>
                  <a:lnTo>
                    <a:pt x="-365" y="20057"/>
                  </a:lnTo>
                  <a:lnTo>
                    <a:pt x="1826" y="20819"/>
                  </a:lnTo>
                  <a:cubicBezTo>
                    <a:pt x="29712" y="29590"/>
                    <a:pt x="58795" y="33961"/>
                    <a:pt x="88027" y="33773"/>
                  </a:cubicBezTo>
                  <a:lnTo>
                    <a:pt x="88027" y="33773"/>
                  </a:lnTo>
                  <a:cubicBezTo>
                    <a:pt x="88980" y="28915"/>
                    <a:pt x="92123" y="12532"/>
                    <a:pt x="92409" y="10913"/>
                  </a:cubicBezTo>
                  <a:lnTo>
                    <a:pt x="92409" y="10913"/>
                  </a:lnTo>
                  <a:cubicBezTo>
                    <a:pt x="92980" y="7960"/>
                    <a:pt x="94600" y="-136"/>
                    <a:pt x="101934" y="-136"/>
                  </a:cubicBezTo>
                  <a:lnTo>
                    <a:pt x="101934" y="-136"/>
                  </a:lnTo>
                  <a:cubicBezTo>
                    <a:pt x="109268" y="-136"/>
                    <a:pt x="110792" y="7960"/>
                    <a:pt x="111459" y="10913"/>
                  </a:cubicBezTo>
                  <a:lnTo>
                    <a:pt x="111459" y="10913"/>
                  </a:lnTo>
                  <a:cubicBezTo>
                    <a:pt x="111459" y="12532"/>
                    <a:pt x="114983" y="28915"/>
                    <a:pt x="115935" y="33773"/>
                  </a:cubicBezTo>
                  <a:lnTo>
                    <a:pt x="115935" y="33773"/>
                  </a:lnTo>
                  <a:cubicBezTo>
                    <a:pt x="145168" y="33961"/>
                    <a:pt x="174251" y="29590"/>
                    <a:pt x="202137" y="20819"/>
                  </a:cubicBezTo>
                  <a:lnTo>
                    <a:pt x="204327" y="20057"/>
                  </a:lnTo>
                  <a:lnTo>
                    <a:pt x="204327" y="22438"/>
                  </a:lnTo>
                  <a:cubicBezTo>
                    <a:pt x="204326" y="31053"/>
                    <a:pt x="201405" y="39414"/>
                    <a:pt x="196041" y="46155"/>
                  </a:cubicBezTo>
                  <a:cubicBezTo>
                    <a:pt x="190529" y="52726"/>
                    <a:pt x="183157" y="57474"/>
                    <a:pt x="174895" y="59776"/>
                  </a:cubicBezTo>
                  <a:cubicBezTo>
                    <a:pt x="174028" y="66061"/>
                    <a:pt x="170956" y="71833"/>
                    <a:pt x="166227" y="76064"/>
                  </a:cubicBezTo>
                  <a:cubicBezTo>
                    <a:pt x="160724" y="80113"/>
                    <a:pt x="154004" y="82163"/>
                    <a:pt x="147177" y="81874"/>
                  </a:cubicBezTo>
                  <a:cubicBezTo>
                    <a:pt x="144258" y="87061"/>
                    <a:pt x="139446" y="90918"/>
                    <a:pt x="133747" y="92637"/>
                  </a:cubicBezTo>
                  <a:cubicBezTo>
                    <a:pt x="131428" y="93324"/>
                    <a:pt x="129022" y="93677"/>
                    <a:pt x="126603" y="93685"/>
                  </a:cubicBezTo>
                  <a:cubicBezTo>
                    <a:pt x="124521" y="93699"/>
                    <a:pt x="122444" y="93475"/>
                    <a:pt x="120412" y="93018"/>
                  </a:cubicBezTo>
                  <a:close/>
                  <a:moveTo>
                    <a:pt x="82598" y="111783"/>
                  </a:moveTo>
                  <a:lnTo>
                    <a:pt x="121651" y="111783"/>
                  </a:lnTo>
                  <a:lnTo>
                    <a:pt x="115745" y="87589"/>
                  </a:lnTo>
                  <a:lnTo>
                    <a:pt x="118888" y="88923"/>
                  </a:lnTo>
                  <a:cubicBezTo>
                    <a:pt x="121417" y="89866"/>
                    <a:pt x="124095" y="90350"/>
                    <a:pt x="126794" y="90352"/>
                  </a:cubicBezTo>
                  <a:cubicBezTo>
                    <a:pt x="128861" y="90330"/>
                    <a:pt x="130915" y="90009"/>
                    <a:pt x="132890" y="89399"/>
                  </a:cubicBezTo>
                  <a:cubicBezTo>
                    <a:pt x="138012" y="88020"/>
                    <a:pt x="142327" y="84568"/>
                    <a:pt x="144796" y="79874"/>
                  </a:cubicBezTo>
                  <a:lnTo>
                    <a:pt x="145273" y="78636"/>
                  </a:lnTo>
                  <a:lnTo>
                    <a:pt x="148702" y="78636"/>
                  </a:lnTo>
                  <a:cubicBezTo>
                    <a:pt x="154379" y="78811"/>
                    <a:pt x="159950" y="77066"/>
                    <a:pt x="164513" y="73683"/>
                  </a:cubicBezTo>
                  <a:cubicBezTo>
                    <a:pt x="168817" y="69695"/>
                    <a:pt x="171525" y="64279"/>
                    <a:pt x="172133" y="58443"/>
                  </a:cubicBezTo>
                  <a:lnTo>
                    <a:pt x="172133" y="57205"/>
                  </a:lnTo>
                  <a:lnTo>
                    <a:pt x="173371" y="57205"/>
                  </a:lnTo>
                  <a:cubicBezTo>
                    <a:pt x="181350" y="55225"/>
                    <a:pt x="188489" y="50754"/>
                    <a:pt x="193755" y="44441"/>
                  </a:cubicBezTo>
                  <a:cubicBezTo>
                    <a:pt x="198109" y="38985"/>
                    <a:pt x="200730" y="32350"/>
                    <a:pt x="201280" y="25391"/>
                  </a:cubicBezTo>
                  <a:cubicBezTo>
                    <a:pt x="173736" y="33738"/>
                    <a:pt x="145097" y="37911"/>
                    <a:pt x="116317" y="37774"/>
                  </a:cubicBezTo>
                  <a:lnTo>
                    <a:pt x="113364" y="37774"/>
                  </a:lnTo>
                  <a:lnTo>
                    <a:pt x="113364" y="36345"/>
                  </a:lnTo>
                  <a:lnTo>
                    <a:pt x="108696" y="12151"/>
                  </a:lnTo>
                  <a:lnTo>
                    <a:pt x="108696" y="12151"/>
                  </a:lnTo>
                  <a:cubicBezTo>
                    <a:pt x="107935" y="8056"/>
                    <a:pt x="106601" y="3865"/>
                    <a:pt x="102601" y="3865"/>
                  </a:cubicBezTo>
                  <a:lnTo>
                    <a:pt x="102601" y="3865"/>
                  </a:lnTo>
                  <a:cubicBezTo>
                    <a:pt x="98695" y="3865"/>
                    <a:pt x="97362" y="8056"/>
                    <a:pt x="96504" y="12151"/>
                  </a:cubicBezTo>
                  <a:lnTo>
                    <a:pt x="96504" y="12151"/>
                  </a:lnTo>
                  <a:lnTo>
                    <a:pt x="91837" y="36345"/>
                  </a:lnTo>
                  <a:lnTo>
                    <a:pt x="91837" y="37774"/>
                  </a:lnTo>
                  <a:lnTo>
                    <a:pt x="88885" y="37774"/>
                  </a:lnTo>
                  <a:cubicBezTo>
                    <a:pt x="60105" y="37901"/>
                    <a:pt x="31468" y="33728"/>
                    <a:pt x="3921" y="25391"/>
                  </a:cubicBezTo>
                  <a:cubicBezTo>
                    <a:pt x="4470" y="32367"/>
                    <a:pt x="7127" y="39012"/>
                    <a:pt x="11541" y="44441"/>
                  </a:cubicBezTo>
                  <a:cubicBezTo>
                    <a:pt x="16755" y="50768"/>
                    <a:pt x="23870" y="55244"/>
                    <a:pt x="31830" y="57205"/>
                  </a:cubicBezTo>
                  <a:lnTo>
                    <a:pt x="33068" y="57205"/>
                  </a:lnTo>
                  <a:lnTo>
                    <a:pt x="33068" y="58443"/>
                  </a:lnTo>
                  <a:cubicBezTo>
                    <a:pt x="33726" y="64264"/>
                    <a:pt x="36425" y="69664"/>
                    <a:pt x="40688" y="73683"/>
                  </a:cubicBezTo>
                  <a:cubicBezTo>
                    <a:pt x="45255" y="77059"/>
                    <a:pt x="50823" y="78803"/>
                    <a:pt x="56500" y="78636"/>
                  </a:cubicBezTo>
                  <a:lnTo>
                    <a:pt x="59928" y="78636"/>
                  </a:lnTo>
                  <a:lnTo>
                    <a:pt x="60405" y="79874"/>
                  </a:lnTo>
                  <a:cubicBezTo>
                    <a:pt x="62896" y="84589"/>
                    <a:pt x="67249" y="88044"/>
                    <a:pt x="72406" y="89399"/>
                  </a:cubicBezTo>
                  <a:cubicBezTo>
                    <a:pt x="74380" y="90016"/>
                    <a:pt x="76435" y="90336"/>
                    <a:pt x="78503" y="90352"/>
                  </a:cubicBezTo>
                  <a:cubicBezTo>
                    <a:pt x="81172" y="90357"/>
                    <a:pt x="83819" y="89873"/>
                    <a:pt x="86313" y="88923"/>
                  </a:cubicBezTo>
                  <a:lnTo>
                    <a:pt x="89456" y="87685"/>
                  </a:lnTo>
                  <a:close/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9" name="任意多边形: 形状 128"/>
            <p:cNvSpPr/>
            <p:nvPr/>
          </p:nvSpPr>
          <p:spPr>
            <a:xfrm>
              <a:off x="5089901" y="1768141"/>
              <a:ext cx="765536" cy="591631"/>
            </a:xfrm>
            <a:custGeom>
              <a:avLst/>
              <a:gdLst>
                <a:gd name="connsiteX0" fmla="*/ 235474 w 765536"/>
                <a:gd name="connsiteY0" fmla="*/ 492940 h 591631"/>
                <a:gd name="connsiteX1" fmla="*/ 238582 w 765536"/>
                <a:gd name="connsiteY1" fmla="*/ 497458 h 591631"/>
                <a:gd name="connsiteX2" fmla="*/ 235474 w 765536"/>
                <a:gd name="connsiteY2" fmla="*/ 498104 h 591631"/>
                <a:gd name="connsiteX3" fmla="*/ 294255 w 765536"/>
                <a:gd name="connsiteY3" fmla="*/ 485883 h 591631"/>
                <a:gd name="connsiteX4" fmla="*/ 353043 w 765536"/>
                <a:gd name="connsiteY4" fmla="*/ 498104 h 591631"/>
                <a:gd name="connsiteX5" fmla="*/ 467503 w 765536"/>
                <a:gd name="connsiteY5" fmla="*/ 580604 h 591631"/>
                <a:gd name="connsiteX6" fmla="*/ 332418 w 765536"/>
                <a:gd name="connsiteY6" fmla="*/ 580604 h 591631"/>
                <a:gd name="connsiteX7" fmla="*/ 273540 w 765536"/>
                <a:gd name="connsiteY7" fmla="*/ 548278 h 591631"/>
                <a:gd name="connsiteX8" fmla="*/ 238582 w 765536"/>
                <a:gd name="connsiteY8" fmla="*/ 497458 h 591631"/>
                <a:gd name="connsiteX9" fmla="*/ 454621 w 765536"/>
                <a:gd name="connsiteY9" fmla="*/ 406943 h 591631"/>
                <a:gd name="connsiteX10" fmla="*/ 519074 w 765536"/>
                <a:gd name="connsiteY10" fmla="*/ 417670 h 591631"/>
                <a:gd name="connsiteX11" fmla="*/ 636644 w 765536"/>
                <a:gd name="connsiteY11" fmla="*/ 492952 h 591631"/>
                <a:gd name="connsiteX12" fmla="*/ 497420 w 765536"/>
                <a:gd name="connsiteY12" fmla="*/ 501202 h 591631"/>
                <a:gd name="connsiteX13" fmla="*/ 394293 w 765536"/>
                <a:gd name="connsiteY13" fmla="*/ 424881 h 591631"/>
                <a:gd name="connsiteX14" fmla="*/ 390168 w 765536"/>
                <a:gd name="connsiteY14" fmla="*/ 417670 h 591631"/>
                <a:gd name="connsiteX15" fmla="*/ 454621 w 765536"/>
                <a:gd name="connsiteY15" fmla="*/ 406943 h 591631"/>
                <a:gd name="connsiteX16" fmla="*/ 644882 w 765536"/>
                <a:gd name="connsiteY16" fmla="*/ 279479 h 591631"/>
                <a:gd name="connsiteX17" fmla="*/ 765536 w 765536"/>
                <a:gd name="connsiteY17" fmla="*/ 295979 h 591631"/>
                <a:gd name="connsiteX18" fmla="*/ 651075 w 765536"/>
                <a:gd name="connsiteY18" fmla="*/ 359921 h 591631"/>
                <a:gd name="connsiteX19" fmla="*/ 529380 w 765536"/>
                <a:gd name="connsiteY19" fmla="*/ 321757 h 591631"/>
                <a:gd name="connsiteX20" fmla="*/ 644882 w 765536"/>
                <a:gd name="connsiteY20" fmla="*/ 279479 h 591631"/>
                <a:gd name="connsiteX21" fmla="*/ 725324 w 765536"/>
                <a:gd name="connsiteY21" fmla="*/ 0 h 591631"/>
                <a:gd name="connsiteX22" fmla="*/ 702642 w 765536"/>
                <a:gd name="connsiteY22" fmla="*/ 135098 h 591631"/>
                <a:gd name="connsiteX23" fmla="*/ 672700 w 765536"/>
                <a:gd name="connsiteY23" fmla="*/ 184089 h 591631"/>
                <a:gd name="connsiteX24" fmla="*/ 622477 w 765536"/>
                <a:gd name="connsiteY24" fmla="*/ 211255 h 591631"/>
                <a:gd name="connsiteX25" fmla="*/ 600535 w 765536"/>
                <a:gd name="connsiteY25" fmla="*/ 244409 h 591631"/>
                <a:gd name="connsiteX26" fmla="*/ 24068 w 765536"/>
                <a:gd name="connsiteY26" fmla="*/ 558942 h 591631"/>
                <a:gd name="connsiteX27" fmla="*/ 520 w 765536"/>
                <a:gd name="connsiteY27" fmla="*/ 544336 h 591631"/>
                <a:gd name="connsiteX28" fmla="*/ 15136 w 765536"/>
                <a:gd name="connsiteY28" fmla="*/ 520788 h 591631"/>
                <a:gd name="connsiteX29" fmla="*/ 22000 w 765536"/>
                <a:gd name="connsiteY29" fmla="*/ 520788 h 591631"/>
                <a:gd name="connsiteX30" fmla="*/ 79751 w 765536"/>
                <a:gd name="connsiteY30" fmla="*/ 507384 h 591631"/>
                <a:gd name="connsiteX31" fmla="*/ 222404 w 765536"/>
                <a:gd name="connsiteY31" fmla="*/ 459271 h 591631"/>
                <a:gd name="connsiteX32" fmla="*/ 224223 w 765536"/>
                <a:gd name="connsiteY32" fmla="*/ 458380 h 591631"/>
                <a:gd name="connsiteX33" fmla="*/ 200027 w 765536"/>
                <a:gd name="connsiteY33" fmla="*/ 401188 h 591631"/>
                <a:gd name="connsiteX34" fmla="*/ 196289 w 765536"/>
                <a:gd name="connsiteY34" fmla="*/ 334133 h 591631"/>
                <a:gd name="connsiteX35" fmla="*/ 267444 w 765536"/>
                <a:gd name="connsiteY35" fmla="*/ 210381 h 591631"/>
                <a:gd name="connsiteX36" fmla="*/ 290126 w 765536"/>
                <a:gd name="connsiteY36" fmla="*/ 349604 h 591631"/>
                <a:gd name="connsiteX37" fmla="*/ 258160 w 765536"/>
                <a:gd name="connsiteY37" fmla="*/ 427978 h 591631"/>
                <a:gd name="connsiteX38" fmla="*/ 237560 w 765536"/>
                <a:gd name="connsiteY38" fmla="*/ 451839 h 591631"/>
                <a:gd name="connsiteX39" fmla="*/ 357006 w 765536"/>
                <a:gd name="connsiteY39" fmla="*/ 393266 h 591631"/>
                <a:gd name="connsiteX40" fmla="*/ 374979 w 765536"/>
                <a:gd name="connsiteY40" fmla="*/ 381329 h 591631"/>
                <a:gd name="connsiteX41" fmla="*/ 351341 w 765536"/>
                <a:gd name="connsiteY41" fmla="*/ 323131 h 591631"/>
                <a:gd name="connsiteX42" fmla="*/ 346848 w 765536"/>
                <a:gd name="connsiteY42" fmla="*/ 255756 h 591631"/>
                <a:gd name="connsiteX43" fmla="*/ 411818 w 765536"/>
                <a:gd name="connsiteY43" fmla="*/ 128907 h 591631"/>
                <a:gd name="connsiteX44" fmla="*/ 435529 w 765536"/>
                <a:gd name="connsiteY44" fmla="*/ 269160 h 591631"/>
                <a:gd name="connsiteX45" fmla="*/ 416846 w 765536"/>
                <a:gd name="connsiteY45" fmla="*/ 332829 h 591631"/>
                <a:gd name="connsiteX46" fmla="*/ 385216 w 765536"/>
                <a:gd name="connsiteY46" fmla="*/ 374530 h 591631"/>
                <a:gd name="connsiteX47" fmla="*/ 481888 w 765536"/>
                <a:gd name="connsiteY47" fmla="*/ 310325 h 591631"/>
                <a:gd name="connsiteX48" fmla="*/ 506039 w 765536"/>
                <a:gd name="connsiteY48" fmla="*/ 289276 h 591631"/>
                <a:gd name="connsiteX49" fmla="*/ 484391 w 765536"/>
                <a:gd name="connsiteY49" fmla="*/ 235880 h 591631"/>
                <a:gd name="connsiteX50" fmla="*/ 479881 w 765536"/>
                <a:gd name="connsiteY50" fmla="*/ 171186 h 591631"/>
                <a:gd name="connsiteX51" fmla="*/ 540727 w 765536"/>
                <a:gd name="connsiteY51" fmla="*/ 50530 h 591631"/>
                <a:gd name="connsiteX52" fmla="*/ 563420 w 765536"/>
                <a:gd name="connsiteY52" fmla="*/ 184590 h 591631"/>
                <a:gd name="connsiteX53" fmla="*/ 546019 w 765536"/>
                <a:gd name="connsiteY53" fmla="*/ 245158 h 591631"/>
                <a:gd name="connsiteX54" fmla="*/ 527169 w 765536"/>
                <a:gd name="connsiteY54" fmla="*/ 270860 h 591631"/>
                <a:gd name="connsiteX55" fmla="*/ 595382 w 765536"/>
                <a:gd name="connsiteY55" fmla="*/ 211408 h 591631"/>
                <a:gd name="connsiteX56" fmla="*/ 619656 w 765536"/>
                <a:gd name="connsiteY56" fmla="*/ 180334 h 591631"/>
                <a:gd name="connsiteX57" fmla="*/ 617073 w 765536"/>
                <a:gd name="connsiteY57" fmla="*/ 148754 h 591631"/>
                <a:gd name="connsiteX58" fmla="*/ 635602 w 765536"/>
                <a:gd name="connsiteY58" fmla="*/ 88684 h 591631"/>
                <a:gd name="connsiteX59" fmla="*/ 725324 w 765536"/>
                <a:gd name="connsiteY59" fmla="*/ 0 h 591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765536" h="591631">
                  <a:moveTo>
                    <a:pt x="235474" y="492940"/>
                  </a:moveTo>
                  <a:lnTo>
                    <a:pt x="238582" y="497458"/>
                  </a:lnTo>
                  <a:lnTo>
                    <a:pt x="235474" y="498104"/>
                  </a:lnTo>
                  <a:close/>
                  <a:moveTo>
                    <a:pt x="294255" y="485883"/>
                  </a:moveTo>
                  <a:cubicBezTo>
                    <a:pt x="314272" y="485883"/>
                    <a:pt x="334291" y="489957"/>
                    <a:pt x="353043" y="498104"/>
                  </a:cubicBezTo>
                  <a:cubicBezTo>
                    <a:pt x="395646" y="518827"/>
                    <a:pt x="434373" y="546727"/>
                    <a:pt x="467503" y="580604"/>
                  </a:cubicBezTo>
                  <a:cubicBezTo>
                    <a:pt x="423677" y="595307"/>
                    <a:pt x="376244" y="595307"/>
                    <a:pt x="332418" y="580604"/>
                  </a:cubicBezTo>
                  <a:cubicBezTo>
                    <a:pt x="310234" y="574487"/>
                    <a:pt x="290153" y="563300"/>
                    <a:pt x="273540" y="548278"/>
                  </a:cubicBezTo>
                  <a:lnTo>
                    <a:pt x="238582" y="497458"/>
                  </a:lnTo>
                  <a:close/>
                  <a:moveTo>
                    <a:pt x="454621" y="406943"/>
                  </a:moveTo>
                  <a:cubicBezTo>
                    <a:pt x="476402" y="406943"/>
                    <a:pt x="498183" y="410519"/>
                    <a:pt x="519074" y="417670"/>
                  </a:cubicBezTo>
                  <a:cubicBezTo>
                    <a:pt x="563757" y="432915"/>
                    <a:pt x="604098" y="458749"/>
                    <a:pt x="636644" y="492952"/>
                  </a:cubicBezTo>
                  <a:cubicBezTo>
                    <a:pt x="590998" y="503291"/>
                    <a:pt x="543965" y="506085"/>
                    <a:pt x="497420" y="501202"/>
                  </a:cubicBezTo>
                  <a:cubicBezTo>
                    <a:pt x="454860" y="489249"/>
                    <a:pt x="418167" y="462094"/>
                    <a:pt x="394293" y="424881"/>
                  </a:cubicBezTo>
                  <a:lnTo>
                    <a:pt x="390168" y="417670"/>
                  </a:lnTo>
                  <a:cubicBezTo>
                    <a:pt x="411059" y="410519"/>
                    <a:pt x="432840" y="406943"/>
                    <a:pt x="454621" y="406943"/>
                  </a:cubicBezTo>
                  <a:close/>
                  <a:moveTo>
                    <a:pt x="644882" y="279479"/>
                  </a:moveTo>
                  <a:cubicBezTo>
                    <a:pt x="685537" y="281092"/>
                    <a:pt x="725943" y="286624"/>
                    <a:pt x="765536" y="295979"/>
                  </a:cubicBezTo>
                  <a:cubicBezTo>
                    <a:pt x="734398" y="327950"/>
                    <a:pt x="694620" y="350167"/>
                    <a:pt x="651075" y="359921"/>
                  </a:cubicBezTo>
                  <a:cubicBezTo>
                    <a:pt x="607345" y="361448"/>
                    <a:pt x="564405" y="347990"/>
                    <a:pt x="529380" y="321757"/>
                  </a:cubicBezTo>
                  <a:cubicBezTo>
                    <a:pt x="561699" y="294495"/>
                    <a:pt x="602603" y="279522"/>
                    <a:pt x="644882" y="279479"/>
                  </a:cubicBezTo>
                  <a:close/>
                  <a:moveTo>
                    <a:pt x="725324" y="0"/>
                  </a:moveTo>
                  <a:cubicBezTo>
                    <a:pt x="724642" y="45917"/>
                    <a:pt x="716988" y="91477"/>
                    <a:pt x="702642" y="135098"/>
                  </a:cubicBezTo>
                  <a:cubicBezTo>
                    <a:pt x="697061" y="154116"/>
                    <a:pt x="686594" y="170908"/>
                    <a:pt x="672700" y="184089"/>
                  </a:cubicBezTo>
                  <a:lnTo>
                    <a:pt x="622477" y="211255"/>
                  </a:lnTo>
                  <a:lnTo>
                    <a:pt x="600535" y="244409"/>
                  </a:lnTo>
                  <a:cubicBezTo>
                    <a:pt x="445321" y="406077"/>
                    <a:pt x="244006" y="515916"/>
                    <a:pt x="24068" y="558942"/>
                  </a:cubicBezTo>
                  <a:cubicBezTo>
                    <a:pt x="13523" y="561411"/>
                    <a:pt x="2988" y="554871"/>
                    <a:pt x="520" y="544336"/>
                  </a:cubicBezTo>
                  <a:cubicBezTo>
                    <a:pt x="-1949" y="533802"/>
                    <a:pt x="4601" y="523256"/>
                    <a:pt x="15136" y="520788"/>
                  </a:cubicBezTo>
                  <a:lnTo>
                    <a:pt x="22000" y="520788"/>
                  </a:lnTo>
                  <a:lnTo>
                    <a:pt x="79751" y="507384"/>
                  </a:lnTo>
                  <a:cubicBezTo>
                    <a:pt x="128458" y="494435"/>
                    <a:pt x="176102" y="478344"/>
                    <a:pt x="222404" y="459271"/>
                  </a:cubicBezTo>
                  <a:lnTo>
                    <a:pt x="224223" y="458380"/>
                  </a:lnTo>
                  <a:lnTo>
                    <a:pt x="200027" y="401188"/>
                  </a:lnTo>
                  <a:cubicBezTo>
                    <a:pt x="194968" y="379378"/>
                    <a:pt x="193647" y="356702"/>
                    <a:pt x="196289" y="334133"/>
                  </a:cubicBezTo>
                  <a:cubicBezTo>
                    <a:pt x="206986" y="286657"/>
                    <a:pt x="231791" y="243512"/>
                    <a:pt x="267444" y="210381"/>
                  </a:cubicBezTo>
                  <a:cubicBezTo>
                    <a:pt x="280534" y="255714"/>
                    <a:pt x="288156" y="302453"/>
                    <a:pt x="290126" y="349604"/>
                  </a:cubicBezTo>
                  <a:cubicBezTo>
                    <a:pt x="290126" y="378480"/>
                    <a:pt x="274143" y="406838"/>
                    <a:pt x="258160" y="427978"/>
                  </a:cubicBezTo>
                  <a:lnTo>
                    <a:pt x="237560" y="451839"/>
                  </a:lnTo>
                  <a:lnTo>
                    <a:pt x="357006" y="393266"/>
                  </a:lnTo>
                  <a:lnTo>
                    <a:pt x="374979" y="381329"/>
                  </a:lnTo>
                  <a:lnTo>
                    <a:pt x="351341" y="323131"/>
                  </a:lnTo>
                  <a:cubicBezTo>
                    <a:pt x="346293" y="301194"/>
                    <a:pt x="344731" y="278455"/>
                    <a:pt x="346848" y="255756"/>
                  </a:cubicBezTo>
                  <a:cubicBezTo>
                    <a:pt x="355596" y="208020"/>
                    <a:pt x="378191" y="163911"/>
                    <a:pt x="411818" y="128907"/>
                  </a:cubicBezTo>
                  <a:cubicBezTo>
                    <a:pt x="424897" y="174630"/>
                    <a:pt x="432854" y="221673"/>
                    <a:pt x="435529" y="269160"/>
                  </a:cubicBezTo>
                  <a:cubicBezTo>
                    <a:pt x="433201" y="291529"/>
                    <a:pt x="426808" y="313080"/>
                    <a:pt x="416846" y="332829"/>
                  </a:cubicBezTo>
                  <a:lnTo>
                    <a:pt x="385216" y="374530"/>
                  </a:lnTo>
                  <a:lnTo>
                    <a:pt x="481888" y="310325"/>
                  </a:lnTo>
                  <a:lnTo>
                    <a:pt x="506039" y="289276"/>
                  </a:lnTo>
                  <a:lnTo>
                    <a:pt x="484391" y="235880"/>
                  </a:lnTo>
                  <a:cubicBezTo>
                    <a:pt x="479518" y="214819"/>
                    <a:pt x="477953" y="192991"/>
                    <a:pt x="479881" y="171186"/>
                  </a:cubicBezTo>
                  <a:cubicBezTo>
                    <a:pt x="488629" y="126124"/>
                    <a:pt x="509698" y="84365"/>
                    <a:pt x="540727" y="50530"/>
                  </a:cubicBezTo>
                  <a:cubicBezTo>
                    <a:pt x="553189" y="94250"/>
                    <a:pt x="560800" y="139214"/>
                    <a:pt x="563420" y="184590"/>
                  </a:cubicBezTo>
                  <a:cubicBezTo>
                    <a:pt x="561217" y="205816"/>
                    <a:pt x="555273" y="226301"/>
                    <a:pt x="546019" y="245158"/>
                  </a:cubicBezTo>
                  <a:lnTo>
                    <a:pt x="527169" y="270860"/>
                  </a:lnTo>
                  <a:lnTo>
                    <a:pt x="595382" y="211408"/>
                  </a:lnTo>
                  <a:lnTo>
                    <a:pt x="619656" y="180334"/>
                  </a:lnTo>
                  <a:lnTo>
                    <a:pt x="617073" y="148754"/>
                  </a:lnTo>
                  <a:cubicBezTo>
                    <a:pt x="619348" y="127920"/>
                    <a:pt x="625565" y="107517"/>
                    <a:pt x="635602" y="88684"/>
                  </a:cubicBezTo>
                  <a:cubicBezTo>
                    <a:pt x="655512" y="50486"/>
                    <a:pt x="686889" y="19467"/>
                    <a:pt x="7253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30" name="任意多边形: 形状 129"/>
            <p:cNvSpPr/>
            <p:nvPr/>
          </p:nvSpPr>
          <p:spPr>
            <a:xfrm>
              <a:off x="2452782" y="1084415"/>
              <a:ext cx="5372199" cy="5390836"/>
            </a:xfrm>
            <a:custGeom>
              <a:avLst/>
              <a:gdLst>
                <a:gd name="connsiteX0" fmla="*/ 3137621 w 5372199"/>
                <a:gd name="connsiteY0" fmla="*/ 5098566 h 5390836"/>
                <a:gd name="connsiteX1" fmla="*/ 3090189 w 5372199"/>
                <a:gd name="connsiteY1" fmla="*/ 5135680 h 5390836"/>
                <a:gd name="connsiteX2" fmla="*/ 3090189 w 5372199"/>
                <a:gd name="connsiteY2" fmla="*/ 5214053 h 5390836"/>
                <a:gd name="connsiteX3" fmla="*/ 3123189 w 5372199"/>
                <a:gd name="connsiteY3" fmla="*/ 5282125 h 5390836"/>
                <a:gd name="connsiteX4" fmla="*/ 3179909 w 5372199"/>
                <a:gd name="connsiteY4" fmla="*/ 5298625 h 5390836"/>
                <a:gd name="connsiteX5" fmla="*/ 3227342 w 5372199"/>
                <a:gd name="connsiteY5" fmla="*/ 5262527 h 5390836"/>
                <a:gd name="connsiteX6" fmla="*/ 3223219 w 5372199"/>
                <a:gd name="connsiteY6" fmla="*/ 5262527 h 5390836"/>
                <a:gd name="connsiteX7" fmla="*/ 3228384 w 5372199"/>
                <a:gd name="connsiteY7" fmla="*/ 5186218 h 5390836"/>
                <a:gd name="connsiteX8" fmla="*/ 3195371 w 5372199"/>
                <a:gd name="connsiteY8" fmla="*/ 5115066 h 5390836"/>
                <a:gd name="connsiteX9" fmla="*/ 3137621 w 5372199"/>
                <a:gd name="connsiteY9" fmla="*/ 5098566 h 5390836"/>
                <a:gd name="connsiteX10" fmla="*/ 2793012 w 5372199"/>
                <a:gd name="connsiteY10" fmla="*/ 5095901 h 5390836"/>
                <a:gd name="connsiteX11" fmla="*/ 2794038 w 5372199"/>
                <a:gd name="connsiteY11" fmla="*/ 5121680 h 5390836"/>
                <a:gd name="connsiteX12" fmla="*/ 2794038 w 5372199"/>
                <a:gd name="connsiteY12" fmla="*/ 5147468 h 5390836"/>
                <a:gd name="connsiteX13" fmla="*/ 2652759 w 5372199"/>
                <a:gd name="connsiteY13" fmla="*/ 5150557 h 5390836"/>
                <a:gd name="connsiteX14" fmla="*/ 2654818 w 5372199"/>
                <a:gd name="connsiteY14" fmla="*/ 5212430 h 5390836"/>
                <a:gd name="connsiteX15" fmla="*/ 2785788 w 5372199"/>
                <a:gd name="connsiteY15" fmla="*/ 5210375 h 5390836"/>
                <a:gd name="connsiteX16" fmla="*/ 2785788 w 5372199"/>
                <a:gd name="connsiteY16" fmla="*/ 5235125 h 5390836"/>
                <a:gd name="connsiteX17" fmla="*/ 2785788 w 5372199"/>
                <a:gd name="connsiteY17" fmla="*/ 5259875 h 5390836"/>
                <a:gd name="connsiteX18" fmla="*/ 2654818 w 5372199"/>
                <a:gd name="connsiteY18" fmla="*/ 5261930 h 5390836"/>
                <a:gd name="connsiteX19" fmla="*/ 2656886 w 5372199"/>
                <a:gd name="connsiteY19" fmla="*/ 5338252 h 5390836"/>
                <a:gd name="connsiteX20" fmla="*/ 2803317 w 5372199"/>
                <a:gd name="connsiteY20" fmla="*/ 5335154 h 5390836"/>
                <a:gd name="connsiteX21" fmla="*/ 2804347 w 5372199"/>
                <a:gd name="connsiteY21" fmla="*/ 5360934 h 5390836"/>
                <a:gd name="connsiteX22" fmla="*/ 2804347 w 5372199"/>
                <a:gd name="connsiteY22" fmla="*/ 5386722 h 5390836"/>
                <a:gd name="connsiteX23" fmla="*/ 2601191 w 5372199"/>
                <a:gd name="connsiteY23" fmla="*/ 5390836 h 5390836"/>
                <a:gd name="connsiteX24" fmla="*/ 2597068 w 5372199"/>
                <a:gd name="connsiteY24" fmla="*/ 5100028 h 5390836"/>
                <a:gd name="connsiteX25" fmla="*/ 2311412 w 5372199"/>
                <a:gd name="connsiteY25" fmla="*/ 5073218 h 5390836"/>
                <a:gd name="connsiteX26" fmla="*/ 2527979 w 5372199"/>
                <a:gd name="connsiteY26" fmla="*/ 5100036 h 5390836"/>
                <a:gd name="connsiteX27" fmla="*/ 2524886 w 5372199"/>
                <a:gd name="connsiteY27" fmla="*/ 5124786 h 5390836"/>
                <a:gd name="connsiteX28" fmla="*/ 2521789 w 5372199"/>
                <a:gd name="connsiteY28" fmla="*/ 5150566 h 5390836"/>
                <a:gd name="connsiteX29" fmla="*/ 2441357 w 5372199"/>
                <a:gd name="connsiteY29" fmla="*/ 5141286 h 5390836"/>
                <a:gd name="connsiteX30" fmla="*/ 2412480 w 5372199"/>
                <a:gd name="connsiteY30" fmla="*/ 5378472 h 5390836"/>
                <a:gd name="connsiteX31" fmla="*/ 2384632 w 5372199"/>
                <a:gd name="connsiteY31" fmla="*/ 5375374 h 5390836"/>
                <a:gd name="connsiteX32" fmla="*/ 2356798 w 5372199"/>
                <a:gd name="connsiteY32" fmla="*/ 5372277 h 5390836"/>
                <a:gd name="connsiteX33" fmla="*/ 2385662 w 5372199"/>
                <a:gd name="connsiteY33" fmla="*/ 5134066 h 5390836"/>
                <a:gd name="connsiteX34" fmla="*/ 2305230 w 5372199"/>
                <a:gd name="connsiteY34" fmla="*/ 5124786 h 5390836"/>
                <a:gd name="connsiteX35" fmla="*/ 2308328 w 5372199"/>
                <a:gd name="connsiteY35" fmla="*/ 5098998 h 5390836"/>
                <a:gd name="connsiteX36" fmla="*/ 3178501 w 5372199"/>
                <a:gd name="connsiteY36" fmla="*/ 5049077 h 5390836"/>
                <a:gd name="connsiteX37" fmla="*/ 3227342 w 5372199"/>
                <a:gd name="connsiteY37" fmla="*/ 5072774 h 5390836"/>
                <a:gd name="connsiteX38" fmla="*/ 3283036 w 5372199"/>
                <a:gd name="connsiteY38" fmla="*/ 5175900 h 5390836"/>
                <a:gd name="connsiteX39" fmla="*/ 3270659 w 5372199"/>
                <a:gd name="connsiteY39" fmla="*/ 5291404 h 5390836"/>
                <a:gd name="connsiteX40" fmla="*/ 3094478 w 5372199"/>
                <a:gd name="connsiteY40" fmla="*/ 5332188 h 5390836"/>
                <a:gd name="connsiteX41" fmla="*/ 3086062 w 5372199"/>
                <a:gd name="connsiteY41" fmla="*/ 5326472 h 5390836"/>
                <a:gd name="connsiteX42" fmla="*/ 3082978 w 5372199"/>
                <a:gd name="connsiteY42" fmla="*/ 5329557 h 5390836"/>
                <a:gd name="connsiteX43" fmla="*/ 3027283 w 5372199"/>
                <a:gd name="connsiteY43" fmla="*/ 5226430 h 5390836"/>
                <a:gd name="connsiteX44" fmla="*/ 3040690 w 5372199"/>
                <a:gd name="connsiteY44" fmla="*/ 5108871 h 5390836"/>
                <a:gd name="connsiteX45" fmla="*/ 3124219 w 5372199"/>
                <a:gd name="connsiteY45" fmla="*/ 5050083 h 5390836"/>
                <a:gd name="connsiteX46" fmla="*/ 3178501 w 5372199"/>
                <a:gd name="connsiteY46" fmla="*/ 5049077 h 5390836"/>
                <a:gd name="connsiteX47" fmla="*/ 2038303 w 5372199"/>
                <a:gd name="connsiteY47" fmla="*/ 5009871 h 5390836"/>
                <a:gd name="connsiteX48" fmla="*/ 2065121 w 5372199"/>
                <a:gd name="connsiteY48" fmla="*/ 5017092 h 5390836"/>
                <a:gd name="connsiteX49" fmla="*/ 2092960 w 5372199"/>
                <a:gd name="connsiteY49" fmla="*/ 5023274 h 5390836"/>
                <a:gd name="connsiteX50" fmla="*/ 2048621 w 5372199"/>
                <a:gd name="connsiteY50" fmla="*/ 5201688 h 5390836"/>
                <a:gd name="connsiteX51" fmla="*/ 2048621 w 5372199"/>
                <a:gd name="connsiteY51" fmla="*/ 5250150 h 5390836"/>
                <a:gd name="connsiteX52" fmla="*/ 2082650 w 5372199"/>
                <a:gd name="connsiteY52" fmla="*/ 5274900 h 5390836"/>
                <a:gd name="connsiteX53" fmla="*/ 2124930 w 5372199"/>
                <a:gd name="connsiteY53" fmla="*/ 5274900 h 5390836"/>
                <a:gd name="connsiteX54" fmla="*/ 2148650 w 5372199"/>
                <a:gd name="connsiteY54" fmla="*/ 5230565 h 5390836"/>
                <a:gd name="connsiteX55" fmla="*/ 2192989 w 5372199"/>
                <a:gd name="connsiteY55" fmla="*/ 5053189 h 5390836"/>
                <a:gd name="connsiteX56" fmla="*/ 2219807 w 5372199"/>
                <a:gd name="connsiteY56" fmla="*/ 5059371 h 5390836"/>
                <a:gd name="connsiteX57" fmla="*/ 2247654 w 5372199"/>
                <a:gd name="connsiteY57" fmla="*/ 5066591 h 5390836"/>
                <a:gd name="connsiteX58" fmla="*/ 2200209 w 5372199"/>
                <a:gd name="connsiteY58" fmla="*/ 5237773 h 5390836"/>
                <a:gd name="connsiteX59" fmla="*/ 2153807 w 5372199"/>
                <a:gd name="connsiteY59" fmla="*/ 5319247 h 5390836"/>
                <a:gd name="connsiteX60" fmla="*/ 2067180 w 5372199"/>
                <a:gd name="connsiteY60" fmla="*/ 5326468 h 5390836"/>
                <a:gd name="connsiteX61" fmla="*/ 1994985 w 5372199"/>
                <a:gd name="connsiteY61" fmla="*/ 5279023 h 5390836"/>
                <a:gd name="connsiteX62" fmla="*/ 1994985 w 5372199"/>
                <a:gd name="connsiteY62" fmla="*/ 5186218 h 5390836"/>
                <a:gd name="connsiteX63" fmla="*/ 3514900 w 5372199"/>
                <a:gd name="connsiteY63" fmla="*/ 4952554 h 5390836"/>
                <a:gd name="connsiteX64" fmla="*/ 3523150 w 5372199"/>
                <a:gd name="connsiteY64" fmla="*/ 4977304 h 5390836"/>
                <a:gd name="connsiteX65" fmla="*/ 3531400 w 5372199"/>
                <a:gd name="connsiteY65" fmla="*/ 5002053 h 5390836"/>
                <a:gd name="connsiteX66" fmla="*/ 3403523 w 5372199"/>
                <a:gd name="connsiteY66" fmla="*/ 5043303 h 5390836"/>
                <a:gd name="connsiteX67" fmla="*/ 3424146 w 5372199"/>
                <a:gd name="connsiteY67" fmla="*/ 5106210 h 5390836"/>
                <a:gd name="connsiteX68" fmla="*/ 3535523 w 5372199"/>
                <a:gd name="connsiteY68" fmla="*/ 5070125 h 5390836"/>
                <a:gd name="connsiteX69" fmla="*/ 3542743 w 5372199"/>
                <a:gd name="connsiteY69" fmla="*/ 5093833 h 5390836"/>
                <a:gd name="connsiteX70" fmla="*/ 3550993 w 5372199"/>
                <a:gd name="connsiteY70" fmla="*/ 5117557 h 5390836"/>
                <a:gd name="connsiteX71" fmla="*/ 3439621 w 5372199"/>
                <a:gd name="connsiteY71" fmla="*/ 5153655 h 5390836"/>
                <a:gd name="connsiteX72" fmla="*/ 3477773 w 5372199"/>
                <a:gd name="connsiteY72" fmla="*/ 5271222 h 5390836"/>
                <a:gd name="connsiteX73" fmla="*/ 3450955 w 5372199"/>
                <a:gd name="connsiteY73" fmla="*/ 5279459 h 5390836"/>
                <a:gd name="connsiteX74" fmla="*/ 3424146 w 5372199"/>
                <a:gd name="connsiteY74" fmla="*/ 5288752 h 5390836"/>
                <a:gd name="connsiteX75" fmla="*/ 3334426 w 5372199"/>
                <a:gd name="connsiteY75" fmla="*/ 5012371 h 5390836"/>
                <a:gd name="connsiteX76" fmla="*/ 1772071 w 5372199"/>
                <a:gd name="connsiteY76" fmla="*/ 4919562 h 5390836"/>
                <a:gd name="connsiteX77" fmla="*/ 1978320 w 5372199"/>
                <a:gd name="connsiteY77" fmla="*/ 4990719 h 5390836"/>
                <a:gd name="connsiteX78" fmla="*/ 1970070 w 5372199"/>
                <a:gd name="connsiteY78" fmla="*/ 5014439 h 5390836"/>
                <a:gd name="connsiteX79" fmla="*/ 1960782 w 5372199"/>
                <a:gd name="connsiteY79" fmla="*/ 5039189 h 5390836"/>
                <a:gd name="connsiteX80" fmla="*/ 1884473 w 5372199"/>
                <a:gd name="connsiteY80" fmla="*/ 5013409 h 5390836"/>
                <a:gd name="connsiteX81" fmla="*/ 1807130 w 5372199"/>
                <a:gd name="connsiteY81" fmla="*/ 5239260 h 5390836"/>
                <a:gd name="connsiteX82" fmla="*/ 1780321 w 5372199"/>
                <a:gd name="connsiteY82" fmla="*/ 5229968 h 5390836"/>
                <a:gd name="connsiteX83" fmla="*/ 1753503 w 5372199"/>
                <a:gd name="connsiteY83" fmla="*/ 5220693 h 5390836"/>
                <a:gd name="connsiteX84" fmla="*/ 1831880 w 5372199"/>
                <a:gd name="connsiteY84" fmla="*/ 4994842 h 5390836"/>
                <a:gd name="connsiteX85" fmla="*/ 1755571 w 5372199"/>
                <a:gd name="connsiteY85" fmla="*/ 4969062 h 5390836"/>
                <a:gd name="connsiteX86" fmla="*/ 1763821 w 5372199"/>
                <a:gd name="connsiteY86" fmla="*/ 4944312 h 5390836"/>
                <a:gd name="connsiteX87" fmla="*/ 1666876 w 5372199"/>
                <a:gd name="connsiteY87" fmla="*/ 4867995 h 5390836"/>
                <a:gd name="connsiteX88" fmla="*/ 1691626 w 5372199"/>
                <a:gd name="connsiteY88" fmla="*/ 4879342 h 5390836"/>
                <a:gd name="connsiteX89" fmla="*/ 1717406 w 5372199"/>
                <a:gd name="connsiteY89" fmla="*/ 4891715 h 5390836"/>
                <a:gd name="connsiteX90" fmla="*/ 1594694 w 5372199"/>
                <a:gd name="connsiteY90" fmla="*/ 5154680 h 5390836"/>
                <a:gd name="connsiteX91" fmla="*/ 1568906 w 5372199"/>
                <a:gd name="connsiteY91" fmla="*/ 5143345 h 5390836"/>
                <a:gd name="connsiteX92" fmla="*/ 1543127 w 5372199"/>
                <a:gd name="connsiteY92" fmla="*/ 5130968 h 5390836"/>
                <a:gd name="connsiteX93" fmla="*/ 3872751 w 5372199"/>
                <a:gd name="connsiteY93" fmla="*/ 4780342 h 5390836"/>
                <a:gd name="connsiteX94" fmla="*/ 3884085 w 5372199"/>
                <a:gd name="connsiteY94" fmla="*/ 4803037 h 5390836"/>
                <a:gd name="connsiteX95" fmla="*/ 3896462 w 5372199"/>
                <a:gd name="connsiteY95" fmla="*/ 4825719 h 5390836"/>
                <a:gd name="connsiteX96" fmla="*/ 3825306 w 5372199"/>
                <a:gd name="connsiteY96" fmla="*/ 4863872 h 5390836"/>
                <a:gd name="connsiteX97" fmla="*/ 3937712 w 5372199"/>
                <a:gd name="connsiteY97" fmla="*/ 5075278 h 5390836"/>
                <a:gd name="connsiteX98" fmla="*/ 3912962 w 5372199"/>
                <a:gd name="connsiteY98" fmla="*/ 5088689 h 5390836"/>
                <a:gd name="connsiteX99" fmla="*/ 3888212 w 5372199"/>
                <a:gd name="connsiteY99" fmla="*/ 5102096 h 5390836"/>
                <a:gd name="connsiteX100" fmla="*/ 3775806 w 5372199"/>
                <a:gd name="connsiteY100" fmla="*/ 4890689 h 5390836"/>
                <a:gd name="connsiteX101" fmla="*/ 3704649 w 5372199"/>
                <a:gd name="connsiteY101" fmla="*/ 4927816 h 5390836"/>
                <a:gd name="connsiteX102" fmla="*/ 3692277 w 5372199"/>
                <a:gd name="connsiteY102" fmla="*/ 4905122 h 5390836"/>
                <a:gd name="connsiteX103" fmla="*/ 3680929 w 5372199"/>
                <a:gd name="connsiteY103" fmla="*/ 4882439 h 5390836"/>
                <a:gd name="connsiteX104" fmla="*/ 1417309 w 5372199"/>
                <a:gd name="connsiteY104" fmla="*/ 4732898 h 5390836"/>
                <a:gd name="connsiteX105" fmla="*/ 1607059 w 5372199"/>
                <a:gd name="connsiteY105" fmla="*/ 4839122 h 5390836"/>
                <a:gd name="connsiteX106" fmla="*/ 1594682 w 5372199"/>
                <a:gd name="connsiteY106" fmla="*/ 4861804 h 5390836"/>
                <a:gd name="connsiteX107" fmla="*/ 1582309 w 5372199"/>
                <a:gd name="connsiteY107" fmla="*/ 4883456 h 5390836"/>
                <a:gd name="connsiteX108" fmla="*/ 1512182 w 5372199"/>
                <a:gd name="connsiteY108" fmla="*/ 4844274 h 5390836"/>
                <a:gd name="connsiteX109" fmla="*/ 1395653 w 5372199"/>
                <a:gd name="connsiteY109" fmla="*/ 5053625 h 5390836"/>
                <a:gd name="connsiteX110" fmla="*/ 1370903 w 5372199"/>
                <a:gd name="connsiteY110" fmla="*/ 5040210 h 5390836"/>
                <a:gd name="connsiteX111" fmla="*/ 1347182 w 5372199"/>
                <a:gd name="connsiteY111" fmla="*/ 5026808 h 5390836"/>
                <a:gd name="connsiteX112" fmla="*/ 1462682 w 5372199"/>
                <a:gd name="connsiteY112" fmla="*/ 4817457 h 5390836"/>
                <a:gd name="connsiteX113" fmla="*/ 1392555 w 5372199"/>
                <a:gd name="connsiteY113" fmla="*/ 4778274 h 5390836"/>
                <a:gd name="connsiteX114" fmla="*/ 1404932 w 5372199"/>
                <a:gd name="connsiteY114" fmla="*/ 4755592 h 5390836"/>
                <a:gd name="connsiteX115" fmla="*/ 4097559 w 5372199"/>
                <a:gd name="connsiteY115" fmla="*/ 4639059 h 5390836"/>
                <a:gd name="connsiteX116" fmla="*/ 4110962 w 5372199"/>
                <a:gd name="connsiteY116" fmla="*/ 4660711 h 5390836"/>
                <a:gd name="connsiteX117" fmla="*/ 4125402 w 5372199"/>
                <a:gd name="connsiteY117" fmla="*/ 4682368 h 5390836"/>
                <a:gd name="connsiteX118" fmla="*/ 4006805 w 5372199"/>
                <a:gd name="connsiteY118" fmla="*/ 4759715 h 5390836"/>
                <a:gd name="connsiteX119" fmla="*/ 4040835 w 5372199"/>
                <a:gd name="connsiteY119" fmla="*/ 4811283 h 5390836"/>
                <a:gd name="connsiteX120" fmla="*/ 4150152 w 5372199"/>
                <a:gd name="connsiteY120" fmla="*/ 4740118 h 5390836"/>
                <a:gd name="connsiteX121" fmla="*/ 4164589 w 5372199"/>
                <a:gd name="connsiteY121" fmla="*/ 4760741 h 5390836"/>
                <a:gd name="connsiteX122" fmla="*/ 4177991 w 5372199"/>
                <a:gd name="connsiteY122" fmla="*/ 4782406 h 5390836"/>
                <a:gd name="connsiteX123" fmla="*/ 4067652 w 5372199"/>
                <a:gd name="connsiteY123" fmla="*/ 4853562 h 5390836"/>
                <a:gd name="connsiteX124" fmla="*/ 4108902 w 5372199"/>
                <a:gd name="connsiteY124" fmla="*/ 4916465 h 5390836"/>
                <a:gd name="connsiteX125" fmla="*/ 4232656 w 5372199"/>
                <a:gd name="connsiteY125" fmla="*/ 4837062 h 5390836"/>
                <a:gd name="connsiteX126" fmla="*/ 4247088 w 5372199"/>
                <a:gd name="connsiteY126" fmla="*/ 4858715 h 5390836"/>
                <a:gd name="connsiteX127" fmla="*/ 4261529 w 5372199"/>
                <a:gd name="connsiteY127" fmla="*/ 4880367 h 5390836"/>
                <a:gd name="connsiteX128" fmla="*/ 4090335 w 5372199"/>
                <a:gd name="connsiteY128" fmla="*/ 4990714 h 5390836"/>
                <a:gd name="connsiteX129" fmla="*/ 3932555 w 5372199"/>
                <a:gd name="connsiteY129" fmla="*/ 4746308 h 5390836"/>
                <a:gd name="connsiteX130" fmla="*/ 1204009 w 5372199"/>
                <a:gd name="connsiteY130" fmla="*/ 4608716 h 5390836"/>
                <a:gd name="connsiteX131" fmla="*/ 1280327 w 5372199"/>
                <a:gd name="connsiteY131" fmla="*/ 4633466 h 5390836"/>
                <a:gd name="connsiteX132" fmla="*/ 1323636 w 5372199"/>
                <a:gd name="connsiteY132" fmla="*/ 4697398 h 5390836"/>
                <a:gd name="connsiteX133" fmla="*/ 1308174 w 5372199"/>
                <a:gd name="connsiteY133" fmla="*/ 4771647 h 5390836"/>
                <a:gd name="connsiteX134" fmla="*/ 1268992 w 5372199"/>
                <a:gd name="connsiteY134" fmla="*/ 4739686 h 5390836"/>
                <a:gd name="connsiteX135" fmla="*/ 1274144 w 5372199"/>
                <a:gd name="connsiteY135" fmla="*/ 4703593 h 5390836"/>
                <a:gd name="connsiteX136" fmla="*/ 1249395 w 5372199"/>
                <a:gd name="connsiteY136" fmla="*/ 4670588 h 5390836"/>
                <a:gd name="connsiteX137" fmla="*/ 1216395 w 5372199"/>
                <a:gd name="connsiteY137" fmla="*/ 4659245 h 5390836"/>
                <a:gd name="connsiteX138" fmla="*/ 1189577 w 5372199"/>
                <a:gd name="connsiteY138" fmla="*/ 4674715 h 5390836"/>
                <a:gd name="connsiteX139" fmla="*/ 1189577 w 5372199"/>
                <a:gd name="connsiteY139" fmla="*/ 4698436 h 5390836"/>
                <a:gd name="connsiteX140" fmla="*/ 1221547 w 5372199"/>
                <a:gd name="connsiteY140" fmla="*/ 4742775 h 5390836"/>
                <a:gd name="connsiteX141" fmla="*/ 1265894 w 5372199"/>
                <a:gd name="connsiteY141" fmla="*/ 4815995 h 5390836"/>
                <a:gd name="connsiteX142" fmla="*/ 1247327 w 5372199"/>
                <a:gd name="connsiteY142" fmla="*/ 4874774 h 5390836"/>
                <a:gd name="connsiteX143" fmla="*/ 1184424 w 5372199"/>
                <a:gd name="connsiteY143" fmla="*/ 4909842 h 5390836"/>
                <a:gd name="connsiteX144" fmla="*/ 1106048 w 5372199"/>
                <a:gd name="connsiteY144" fmla="*/ 4881999 h 5390836"/>
                <a:gd name="connsiteX145" fmla="*/ 1056548 w 5372199"/>
                <a:gd name="connsiteY145" fmla="*/ 4814965 h 5390836"/>
                <a:gd name="connsiteX146" fmla="*/ 1074073 w 5372199"/>
                <a:gd name="connsiteY146" fmla="*/ 4738660 h 5390836"/>
                <a:gd name="connsiteX147" fmla="*/ 1118420 w 5372199"/>
                <a:gd name="connsiteY147" fmla="*/ 4769592 h 5390836"/>
                <a:gd name="connsiteX148" fmla="*/ 1109145 w 5372199"/>
                <a:gd name="connsiteY148" fmla="*/ 4807745 h 5390836"/>
                <a:gd name="connsiteX149" fmla="*/ 1134920 w 5372199"/>
                <a:gd name="connsiteY149" fmla="*/ 4841774 h 5390836"/>
                <a:gd name="connsiteX150" fmla="*/ 1174115 w 5372199"/>
                <a:gd name="connsiteY150" fmla="*/ 4859312 h 5390836"/>
                <a:gd name="connsiteX151" fmla="*/ 1201954 w 5372199"/>
                <a:gd name="connsiteY151" fmla="*/ 4846940 h 5390836"/>
                <a:gd name="connsiteX152" fmla="*/ 1201954 w 5372199"/>
                <a:gd name="connsiteY152" fmla="*/ 4821160 h 5390836"/>
                <a:gd name="connsiteX153" fmla="*/ 1175145 w 5372199"/>
                <a:gd name="connsiteY153" fmla="*/ 4780940 h 5390836"/>
                <a:gd name="connsiteX154" fmla="*/ 1125645 w 5372199"/>
                <a:gd name="connsiteY154" fmla="*/ 4703593 h 5390836"/>
                <a:gd name="connsiteX155" fmla="*/ 1141102 w 5372199"/>
                <a:gd name="connsiteY155" fmla="*/ 4646868 h 5390836"/>
                <a:gd name="connsiteX156" fmla="*/ 1204009 w 5372199"/>
                <a:gd name="connsiteY156" fmla="*/ 4608716 h 5390836"/>
                <a:gd name="connsiteX157" fmla="*/ 4318414 w 5372199"/>
                <a:gd name="connsiteY157" fmla="*/ 4479809 h 5390836"/>
                <a:gd name="connsiteX158" fmla="*/ 4394732 w 5372199"/>
                <a:gd name="connsiteY158" fmla="*/ 4513839 h 5390836"/>
                <a:gd name="connsiteX159" fmla="*/ 4352444 w 5372199"/>
                <a:gd name="connsiteY159" fmla="*/ 4549936 h 5390836"/>
                <a:gd name="connsiteX160" fmla="*/ 4314287 w 5372199"/>
                <a:gd name="connsiteY160" fmla="*/ 4533436 h 5390836"/>
                <a:gd name="connsiteX161" fmla="*/ 4274067 w 5372199"/>
                <a:gd name="connsiteY161" fmla="*/ 4548894 h 5390836"/>
                <a:gd name="connsiteX162" fmla="*/ 4253440 w 5372199"/>
                <a:gd name="connsiteY162" fmla="*/ 4600466 h 5390836"/>
                <a:gd name="connsiteX163" fmla="*/ 4288508 w 5372199"/>
                <a:gd name="connsiteY163" fmla="*/ 4669563 h 5390836"/>
                <a:gd name="connsiteX164" fmla="*/ 4349347 w 5372199"/>
                <a:gd name="connsiteY164" fmla="*/ 4714936 h 5390836"/>
                <a:gd name="connsiteX165" fmla="*/ 4402974 w 5372199"/>
                <a:gd name="connsiteY165" fmla="*/ 4703593 h 5390836"/>
                <a:gd name="connsiteX166" fmla="*/ 4424626 w 5372199"/>
                <a:gd name="connsiteY166" fmla="*/ 4665436 h 5390836"/>
                <a:gd name="connsiteX167" fmla="*/ 4412262 w 5372199"/>
                <a:gd name="connsiteY167" fmla="*/ 4621089 h 5390836"/>
                <a:gd name="connsiteX168" fmla="*/ 4454541 w 5372199"/>
                <a:gd name="connsiteY168" fmla="*/ 4581898 h 5390836"/>
                <a:gd name="connsiteX169" fmla="*/ 4478261 w 5372199"/>
                <a:gd name="connsiteY169" fmla="*/ 4667495 h 5390836"/>
                <a:gd name="connsiteX170" fmla="*/ 4344389 w 5372199"/>
                <a:gd name="connsiteY170" fmla="*/ 4770936 h 5390836"/>
                <a:gd name="connsiteX171" fmla="*/ 4342135 w 5372199"/>
                <a:gd name="connsiteY171" fmla="*/ 4770622 h 5390836"/>
                <a:gd name="connsiteX172" fmla="*/ 4245203 w 5372199"/>
                <a:gd name="connsiteY172" fmla="*/ 4706686 h 5390836"/>
                <a:gd name="connsiteX173" fmla="*/ 4197758 w 5372199"/>
                <a:gd name="connsiteY173" fmla="*/ 4598398 h 5390836"/>
                <a:gd name="connsiteX174" fmla="*/ 4239008 w 5372199"/>
                <a:gd name="connsiteY174" fmla="*/ 4508686 h 5390836"/>
                <a:gd name="connsiteX175" fmla="*/ 4318414 w 5372199"/>
                <a:gd name="connsiteY175" fmla="*/ 4479809 h 5390836"/>
                <a:gd name="connsiteX176" fmla="*/ 976955 w 5372199"/>
                <a:gd name="connsiteY176" fmla="*/ 4384335 h 5390836"/>
                <a:gd name="connsiteX177" fmla="*/ 998607 w 5372199"/>
                <a:gd name="connsiteY177" fmla="*/ 4403932 h 5390836"/>
                <a:gd name="connsiteX178" fmla="*/ 1019243 w 5372199"/>
                <a:gd name="connsiteY178" fmla="*/ 4424560 h 5390836"/>
                <a:gd name="connsiteX179" fmla="*/ 958400 w 5372199"/>
                <a:gd name="connsiteY179" fmla="*/ 4647309 h 5390836"/>
                <a:gd name="connsiteX180" fmla="*/ 1097611 w 5372199"/>
                <a:gd name="connsiteY180" fmla="*/ 4497780 h 5390836"/>
                <a:gd name="connsiteX181" fmla="*/ 1117204 w 5372199"/>
                <a:gd name="connsiteY181" fmla="*/ 4515309 h 5390836"/>
                <a:gd name="connsiteX182" fmla="*/ 1135772 w 5372199"/>
                <a:gd name="connsiteY182" fmla="*/ 4532839 h 5390836"/>
                <a:gd name="connsiteX183" fmla="*/ 937773 w 5372199"/>
                <a:gd name="connsiteY183" fmla="*/ 4746313 h 5390836"/>
                <a:gd name="connsiteX184" fmla="*/ 917146 w 5372199"/>
                <a:gd name="connsiteY184" fmla="*/ 4726715 h 5390836"/>
                <a:gd name="connsiteX185" fmla="*/ 897552 w 5372199"/>
                <a:gd name="connsiteY185" fmla="*/ 4708148 h 5390836"/>
                <a:gd name="connsiteX186" fmla="*/ 959425 w 5372199"/>
                <a:gd name="connsiteY186" fmla="*/ 4479212 h 5390836"/>
                <a:gd name="connsiteX187" fmla="*/ 816078 w 5372199"/>
                <a:gd name="connsiteY187" fmla="*/ 4632868 h 5390836"/>
                <a:gd name="connsiteX188" fmla="*/ 797523 w 5372199"/>
                <a:gd name="connsiteY188" fmla="*/ 4615339 h 5390836"/>
                <a:gd name="connsiteX189" fmla="*/ 777926 w 5372199"/>
                <a:gd name="connsiteY189" fmla="*/ 4596771 h 5390836"/>
                <a:gd name="connsiteX190" fmla="*/ 883108 w 5372199"/>
                <a:gd name="connsiteY190" fmla="*/ 4280170 h 5390836"/>
                <a:gd name="connsiteX191" fmla="*/ 901675 w 5372199"/>
                <a:gd name="connsiteY191" fmla="*/ 4301823 h 5390836"/>
                <a:gd name="connsiteX192" fmla="*/ 920235 w 5372199"/>
                <a:gd name="connsiteY192" fmla="*/ 4322450 h 5390836"/>
                <a:gd name="connsiteX193" fmla="*/ 703676 w 5372199"/>
                <a:gd name="connsiteY193" fmla="*/ 4516326 h 5390836"/>
                <a:gd name="connsiteX194" fmla="*/ 685104 w 5372199"/>
                <a:gd name="connsiteY194" fmla="*/ 4495703 h 5390836"/>
                <a:gd name="connsiteX195" fmla="*/ 666549 w 5372199"/>
                <a:gd name="connsiteY195" fmla="*/ 4475076 h 5390836"/>
                <a:gd name="connsiteX196" fmla="*/ 4535842 w 5372199"/>
                <a:gd name="connsiteY196" fmla="*/ 4224488 h 5390836"/>
                <a:gd name="connsiteX197" fmla="*/ 4751379 w 5372199"/>
                <a:gd name="connsiteY197" fmla="*/ 4419394 h 5390836"/>
                <a:gd name="connsiteX198" fmla="*/ 4732811 w 5372199"/>
                <a:gd name="connsiteY198" fmla="*/ 4440030 h 5390836"/>
                <a:gd name="connsiteX199" fmla="*/ 4714244 w 5372199"/>
                <a:gd name="connsiteY199" fmla="*/ 4460644 h 5390836"/>
                <a:gd name="connsiteX200" fmla="*/ 4616282 w 5372199"/>
                <a:gd name="connsiteY200" fmla="*/ 4372992 h 5390836"/>
                <a:gd name="connsiteX201" fmla="*/ 4546160 w 5372199"/>
                <a:gd name="connsiteY201" fmla="*/ 4450339 h 5390836"/>
                <a:gd name="connsiteX202" fmla="*/ 4644121 w 5372199"/>
                <a:gd name="connsiteY202" fmla="*/ 4539021 h 5390836"/>
                <a:gd name="connsiteX203" fmla="*/ 4625562 w 5372199"/>
                <a:gd name="connsiteY203" fmla="*/ 4559648 h 5390836"/>
                <a:gd name="connsiteX204" fmla="*/ 4606994 w 5372199"/>
                <a:gd name="connsiteY204" fmla="*/ 4580271 h 5390836"/>
                <a:gd name="connsiteX205" fmla="*/ 4390435 w 5372199"/>
                <a:gd name="connsiteY205" fmla="*/ 4385365 h 5390836"/>
                <a:gd name="connsiteX206" fmla="*/ 4409003 w 5372199"/>
                <a:gd name="connsiteY206" fmla="*/ 4364742 h 5390836"/>
                <a:gd name="connsiteX207" fmla="*/ 4428588 w 5372199"/>
                <a:gd name="connsiteY207" fmla="*/ 4344115 h 5390836"/>
                <a:gd name="connsiteX208" fmla="*/ 4509033 w 5372199"/>
                <a:gd name="connsiteY208" fmla="*/ 4417339 h 5390836"/>
                <a:gd name="connsiteX209" fmla="*/ 4579159 w 5372199"/>
                <a:gd name="connsiteY209" fmla="*/ 4338962 h 5390836"/>
                <a:gd name="connsiteX210" fmla="*/ 4497685 w 5372199"/>
                <a:gd name="connsiteY210" fmla="*/ 4265738 h 5390836"/>
                <a:gd name="connsiteX211" fmla="*/ 4517282 w 5372199"/>
                <a:gd name="connsiteY211" fmla="*/ 4245115 h 5390836"/>
                <a:gd name="connsiteX212" fmla="*/ 4714244 w 5372199"/>
                <a:gd name="connsiteY212" fmla="*/ 3980082 h 5390836"/>
                <a:gd name="connsiteX213" fmla="*/ 4952468 w 5372199"/>
                <a:gd name="connsiteY213" fmla="*/ 4147141 h 5390836"/>
                <a:gd name="connsiteX214" fmla="*/ 4936997 w 5372199"/>
                <a:gd name="connsiteY214" fmla="*/ 4169836 h 5390836"/>
                <a:gd name="connsiteX215" fmla="*/ 4920497 w 5372199"/>
                <a:gd name="connsiteY215" fmla="*/ 4193556 h 5390836"/>
                <a:gd name="connsiteX216" fmla="*/ 4685371 w 5372199"/>
                <a:gd name="connsiteY216" fmla="*/ 4162611 h 5390836"/>
                <a:gd name="connsiteX217" fmla="*/ 4857595 w 5372199"/>
                <a:gd name="connsiteY217" fmla="*/ 4283280 h 5390836"/>
                <a:gd name="connsiteX218" fmla="*/ 4843150 w 5372199"/>
                <a:gd name="connsiteY218" fmla="*/ 4304933 h 5390836"/>
                <a:gd name="connsiteX219" fmla="*/ 4827688 w 5372199"/>
                <a:gd name="connsiteY219" fmla="*/ 4326585 h 5390836"/>
                <a:gd name="connsiteX220" fmla="*/ 4589464 w 5372199"/>
                <a:gd name="connsiteY220" fmla="*/ 4159526 h 5390836"/>
                <a:gd name="connsiteX221" fmla="*/ 4605964 w 5372199"/>
                <a:gd name="connsiteY221" fmla="*/ 4135806 h 5390836"/>
                <a:gd name="connsiteX222" fmla="*/ 4622464 w 5372199"/>
                <a:gd name="connsiteY222" fmla="*/ 4111056 h 5390836"/>
                <a:gd name="connsiteX223" fmla="*/ 4852438 w 5372199"/>
                <a:gd name="connsiteY223" fmla="*/ 4140959 h 5390836"/>
                <a:gd name="connsiteX224" fmla="*/ 4684341 w 5372199"/>
                <a:gd name="connsiteY224" fmla="*/ 4023400 h 5390836"/>
                <a:gd name="connsiteX225" fmla="*/ 4699812 w 5372199"/>
                <a:gd name="connsiteY225" fmla="*/ 4001735 h 5390836"/>
                <a:gd name="connsiteX226" fmla="*/ 597638 w 5372199"/>
                <a:gd name="connsiteY226" fmla="*/ 3950764 h 5390836"/>
                <a:gd name="connsiteX227" fmla="*/ 685290 w 5372199"/>
                <a:gd name="connsiteY227" fmla="*/ 4008514 h 5390836"/>
                <a:gd name="connsiteX228" fmla="*/ 706947 w 5372199"/>
                <a:gd name="connsiteY228" fmla="*/ 4089984 h 5390836"/>
                <a:gd name="connsiteX229" fmla="*/ 666723 w 5372199"/>
                <a:gd name="connsiteY229" fmla="*/ 4160111 h 5390836"/>
                <a:gd name="connsiteX230" fmla="*/ 636820 w 5372199"/>
                <a:gd name="connsiteY230" fmla="*/ 4113709 h 5390836"/>
                <a:gd name="connsiteX231" fmla="*/ 653320 w 5372199"/>
                <a:gd name="connsiteY231" fmla="*/ 4078637 h 5390836"/>
                <a:gd name="connsiteX232" fmla="*/ 645083 w 5372199"/>
                <a:gd name="connsiteY232" fmla="*/ 4038417 h 5390836"/>
                <a:gd name="connsiteX233" fmla="*/ 590418 w 5372199"/>
                <a:gd name="connsiteY233" fmla="*/ 4005417 h 5390836"/>
                <a:gd name="connsiteX234" fmla="*/ 516164 w 5372199"/>
                <a:gd name="connsiteY234" fmla="*/ 4030167 h 5390836"/>
                <a:gd name="connsiteX235" fmla="*/ 463579 w 5372199"/>
                <a:gd name="connsiteY235" fmla="*/ 4087917 h 5390836"/>
                <a:gd name="connsiteX236" fmla="*/ 472859 w 5372199"/>
                <a:gd name="connsiteY236" fmla="*/ 4149793 h 5390836"/>
                <a:gd name="connsiteX237" fmla="*/ 523388 w 5372199"/>
                <a:gd name="connsiteY237" fmla="*/ 4177641 h 5390836"/>
                <a:gd name="connsiteX238" fmla="*/ 561537 w 5372199"/>
                <a:gd name="connsiteY238" fmla="*/ 4170421 h 5390836"/>
                <a:gd name="connsiteX239" fmla="*/ 561541 w 5372199"/>
                <a:gd name="connsiteY239" fmla="*/ 4170429 h 5390836"/>
                <a:gd name="connsiteX240" fmla="*/ 561541 w 5372199"/>
                <a:gd name="connsiteY240" fmla="*/ 4170416 h 5390836"/>
                <a:gd name="connsiteX241" fmla="*/ 561537 w 5372199"/>
                <a:gd name="connsiteY241" fmla="*/ 4170421 h 5390836"/>
                <a:gd name="connsiteX242" fmla="*/ 527511 w 5372199"/>
                <a:gd name="connsiteY242" fmla="*/ 4117832 h 5390836"/>
                <a:gd name="connsiteX243" fmla="*/ 569791 w 5372199"/>
                <a:gd name="connsiteY243" fmla="*/ 4089984 h 5390836"/>
                <a:gd name="connsiteX244" fmla="*/ 630638 w 5372199"/>
                <a:gd name="connsiteY244" fmla="*/ 4183831 h 5390836"/>
                <a:gd name="connsiteX245" fmla="*/ 498638 w 5372199"/>
                <a:gd name="connsiteY245" fmla="*/ 4269420 h 5390836"/>
                <a:gd name="connsiteX246" fmla="*/ 478011 w 5372199"/>
                <a:gd name="connsiteY246" fmla="*/ 4238488 h 5390836"/>
                <a:gd name="connsiteX247" fmla="*/ 506888 w 5372199"/>
                <a:gd name="connsiteY247" fmla="*/ 4212709 h 5390836"/>
                <a:gd name="connsiteX248" fmla="*/ 501732 w 5372199"/>
                <a:gd name="connsiteY248" fmla="*/ 4212709 h 5390836"/>
                <a:gd name="connsiteX249" fmla="*/ 425414 w 5372199"/>
                <a:gd name="connsiteY249" fmla="*/ 4171459 h 5390836"/>
                <a:gd name="connsiteX250" fmla="*/ 425414 w 5372199"/>
                <a:gd name="connsiteY250" fmla="*/ 4174543 h 5390836"/>
                <a:gd name="connsiteX251" fmla="*/ 408914 w 5372199"/>
                <a:gd name="connsiteY251" fmla="*/ 4071417 h 5390836"/>
                <a:gd name="connsiteX252" fmla="*/ 597638 w 5372199"/>
                <a:gd name="connsiteY252" fmla="*/ 3950764 h 5390836"/>
                <a:gd name="connsiteX253" fmla="*/ 4896947 w 5372199"/>
                <a:gd name="connsiteY253" fmla="*/ 3786790 h 5390836"/>
                <a:gd name="connsiteX254" fmla="*/ 4848489 w 5372199"/>
                <a:gd name="connsiteY254" fmla="*/ 3820820 h 5390836"/>
                <a:gd name="connsiteX255" fmla="*/ 4848489 w 5372199"/>
                <a:gd name="connsiteY255" fmla="*/ 3880625 h 5390836"/>
                <a:gd name="connsiteX256" fmla="*/ 4906239 w 5372199"/>
                <a:gd name="connsiteY256" fmla="*/ 3933222 h 5390836"/>
                <a:gd name="connsiteX257" fmla="*/ 4980489 w 5372199"/>
                <a:gd name="connsiteY257" fmla="*/ 3950764 h 5390836"/>
                <a:gd name="connsiteX258" fmla="*/ 5028950 w 5372199"/>
                <a:gd name="connsiteY258" fmla="*/ 3916722 h 5390836"/>
                <a:gd name="connsiteX259" fmla="*/ 5028950 w 5372199"/>
                <a:gd name="connsiteY259" fmla="*/ 3856917 h 5390836"/>
                <a:gd name="connsiteX260" fmla="*/ 4973268 w 5372199"/>
                <a:gd name="connsiteY260" fmla="*/ 3805345 h 5390836"/>
                <a:gd name="connsiteX261" fmla="*/ 4896947 w 5372199"/>
                <a:gd name="connsiteY261" fmla="*/ 3786790 h 5390836"/>
                <a:gd name="connsiteX262" fmla="*/ 4883544 w 5372199"/>
                <a:gd name="connsiteY262" fmla="*/ 3732138 h 5390836"/>
                <a:gd name="connsiteX263" fmla="*/ 5000073 w 5372199"/>
                <a:gd name="connsiteY263" fmla="*/ 3754820 h 5390836"/>
                <a:gd name="connsiteX264" fmla="*/ 5081548 w 5372199"/>
                <a:gd name="connsiteY264" fmla="*/ 3837320 h 5390836"/>
                <a:gd name="connsiteX265" fmla="*/ 5073298 w 5372199"/>
                <a:gd name="connsiteY265" fmla="*/ 3940447 h 5390836"/>
                <a:gd name="connsiteX266" fmla="*/ 4992866 w 5372199"/>
                <a:gd name="connsiteY266" fmla="*/ 4004387 h 5390836"/>
                <a:gd name="connsiteX267" fmla="*/ 4992853 w 5372199"/>
                <a:gd name="connsiteY267" fmla="*/ 4002319 h 5390836"/>
                <a:gd name="connsiteX268" fmla="*/ 4795892 w 5372199"/>
                <a:gd name="connsiteY268" fmla="*/ 3899193 h 5390836"/>
                <a:gd name="connsiteX269" fmla="*/ 4802074 w 5372199"/>
                <a:gd name="connsiteY269" fmla="*/ 3796070 h 5390836"/>
                <a:gd name="connsiteX270" fmla="*/ 4883544 w 5372199"/>
                <a:gd name="connsiteY270" fmla="*/ 3732138 h 5390836"/>
                <a:gd name="connsiteX271" fmla="*/ 484020 w 5372199"/>
                <a:gd name="connsiteY271" fmla="*/ 3640799 h 5390836"/>
                <a:gd name="connsiteX272" fmla="*/ 496393 w 5372199"/>
                <a:gd name="connsiteY272" fmla="*/ 3667609 h 5390836"/>
                <a:gd name="connsiteX273" fmla="*/ 508770 w 5372199"/>
                <a:gd name="connsiteY273" fmla="*/ 3693397 h 5390836"/>
                <a:gd name="connsiteX274" fmla="*/ 368516 w 5372199"/>
                <a:gd name="connsiteY274" fmla="*/ 3877985 h 5390836"/>
                <a:gd name="connsiteX275" fmla="*/ 554147 w 5372199"/>
                <a:gd name="connsiteY275" fmla="*/ 3791358 h 5390836"/>
                <a:gd name="connsiteX276" fmla="*/ 564464 w 5372199"/>
                <a:gd name="connsiteY276" fmla="*/ 3815083 h 5390836"/>
                <a:gd name="connsiteX277" fmla="*/ 575799 w 5372199"/>
                <a:gd name="connsiteY277" fmla="*/ 3838803 h 5390836"/>
                <a:gd name="connsiteX278" fmla="*/ 311796 w 5372199"/>
                <a:gd name="connsiteY278" fmla="*/ 3961527 h 5390836"/>
                <a:gd name="connsiteX279" fmla="*/ 300448 w 5372199"/>
                <a:gd name="connsiteY279" fmla="*/ 3936777 h 5390836"/>
                <a:gd name="connsiteX280" fmla="*/ 289114 w 5372199"/>
                <a:gd name="connsiteY280" fmla="*/ 3910985 h 5390836"/>
                <a:gd name="connsiteX281" fmla="*/ 432461 w 5372199"/>
                <a:gd name="connsiteY281" fmla="*/ 3722274 h 5390836"/>
                <a:gd name="connsiteX282" fmla="*/ 241669 w 5372199"/>
                <a:gd name="connsiteY282" fmla="*/ 3810956 h 5390836"/>
                <a:gd name="connsiteX283" fmla="*/ 231364 w 5372199"/>
                <a:gd name="connsiteY283" fmla="*/ 3787235 h 5390836"/>
                <a:gd name="connsiteX284" fmla="*/ 220016 w 5372199"/>
                <a:gd name="connsiteY284" fmla="*/ 3763511 h 5390836"/>
                <a:gd name="connsiteX285" fmla="*/ 5190696 w 5372199"/>
                <a:gd name="connsiteY285" fmla="*/ 3522202 h 5390836"/>
                <a:gd name="connsiteX286" fmla="*/ 5214407 w 5372199"/>
                <a:gd name="connsiteY286" fmla="*/ 3530452 h 5390836"/>
                <a:gd name="connsiteX287" fmla="*/ 5238128 w 5372199"/>
                <a:gd name="connsiteY287" fmla="*/ 3540770 h 5390836"/>
                <a:gd name="connsiteX288" fmla="*/ 5171098 w 5372199"/>
                <a:gd name="connsiteY288" fmla="*/ 3717108 h 5390836"/>
                <a:gd name="connsiteX289" fmla="*/ 4898845 w 5372199"/>
                <a:gd name="connsiteY289" fmla="*/ 3612952 h 5390836"/>
                <a:gd name="connsiteX290" fmla="*/ 4909150 w 5372199"/>
                <a:gd name="connsiteY290" fmla="*/ 3586134 h 5390836"/>
                <a:gd name="connsiteX291" fmla="*/ 4919468 w 5372199"/>
                <a:gd name="connsiteY291" fmla="*/ 3560359 h 5390836"/>
                <a:gd name="connsiteX292" fmla="*/ 5142225 w 5372199"/>
                <a:gd name="connsiteY292" fmla="*/ 3645956 h 5390836"/>
                <a:gd name="connsiteX293" fmla="*/ 432461 w 5372199"/>
                <a:gd name="connsiteY293" fmla="*/ 3510855 h 5390836"/>
                <a:gd name="connsiteX294" fmla="*/ 442766 w 5372199"/>
                <a:gd name="connsiteY294" fmla="*/ 3537673 h 5390836"/>
                <a:gd name="connsiteX295" fmla="*/ 453083 w 5372199"/>
                <a:gd name="connsiteY295" fmla="*/ 3563452 h 5390836"/>
                <a:gd name="connsiteX296" fmla="*/ 180834 w 5372199"/>
                <a:gd name="connsiteY296" fmla="*/ 3667609 h 5390836"/>
                <a:gd name="connsiteX297" fmla="*/ 170517 w 5372199"/>
                <a:gd name="connsiteY297" fmla="*/ 3641829 h 5390836"/>
                <a:gd name="connsiteX298" fmla="*/ 161237 w 5372199"/>
                <a:gd name="connsiteY298" fmla="*/ 3616037 h 5390836"/>
                <a:gd name="connsiteX299" fmla="*/ 175851 w 5372199"/>
                <a:gd name="connsiteY299" fmla="*/ 3314478 h 5390836"/>
                <a:gd name="connsiteX300" fmla="*/ 189254 w 5372199"/>
                <a:gd name="connsiteY300" fmla="*/ 3366046 h 5390836"/>
                <a:gd name="connsiteX301" fmla="*/ 172754 w 5372199"/>
                <a:gd name="connsiteY301" fmla="*/ 3371198 h 5390836"/>
                <a:gd name="connsiteX302" fmla="*/ 136656 w 5372199"/>
                <a:gd name="connsiteY302" fmla="*/ 3387698 h 5390836"/>
                <a:gd name="connsiteX303" fmla="*/ 130474 w 5372199"/>
                <a:gd name="connsiteY303" fmla="*/ 3415546 h 5390836"/>
                <a:gd name="connsiteX304" fmla="*/ 145936 w 5372199"/>
                <a:gd name="connsiteY304" fmla="*/ 3436169 h 5390836"/>
                <a:gd name="connsiteX305" fmla="*/ 176881 w 5372199"/>
                <a:gd name="connsiteY305" fmla="*/ 3436169 h 5390836"/>
                <a:gd name="connsiteX306" fmla="*/ 383130 w 5372199"/>
                <a:gd name="connsiteY306" fmla="*/ 3378410 h 5390836"/>
                <a:gd name="connsiteX307" fmla="*/ 390342 w 5372199"/>
                <a:gd name="connsiteY307" fmla="*/ 3405228 h 5390836"/>
                <a:gd name="connsiteX308" fmla="*/ 397562 w 5372199"/>
                <a:gd name="connsiteY308" fmla="*/ 3432046 h 5390836"/>
                <a:gd name="connsiteX309" fmla="*/ 191313 w 5372199"/>
                <a:gd name="connsiteY309" fmla="*/ 3485668 h 5390836"/>
                <a:gd name="connsiteX310" fmla="*/ 121186 w 5372199"/>
                <a:gd name="connsiteY310" fmla="*/ 3485668 h 5390836"/>
                <a:gd name="connsiteX311" fmla="*/ 83034 w 5372199"/>
                <a:gd name="connsiteY311" fmla="*/ 3428948 h 5390836"/>
                <a:gd name="connsiteX312" fmla="*/ 89224 w 5372199"/>
                <a:gd name="connsiteY312" fmla="*/ 3358821 h 5390836"/>
                <a:gd name="connsiteX313" fmla="*/ 159351 w 5372199"/>
                <a:gd name="connsiteY313" fmla="*/ 3319631 h 5390836"/>
                <a:gd name="connsiteX314" fmla="*/ 5138274 w 5372199"/>
                <a:gd name="connsiteY314" fmla="*/ 3210244 h 5390836"/>
                <a:gd name="connsiteX315" fmla="*/ 5099086 w 5372199"/>
                <a:gd name="connsiteY315" fmla="*/ 3216504 h 5390836"/>
                <a:gd name="connsiteX316" fmla="*/ 5059891 w 5372199"/>
                <a:gd name="connsiteY316" fmla="*/ 3261881 h 5390836"/>
                <a:gd name="connsiteX317" fmla="*/ 5073306 w 5372199"/>
                <a:gd name="connsiteY317" fmla="*/ 3320669 h 5390836"/>
                <a:gd name="connsiteX318" fmla="*/ 5142395 w 5372199"/>
                <a:gd name="connsiteY318" fmla="*/ 3357783 h 5390836"/>
                <a:gd name="connsiteX319" fmla="*/ 5218712 w 5372199"/>
                <a:gd name="connsiteY319" fmla="*/ 3357783 h 5390836"/>
                <a:gd name="connsiteX320" fmla="*/ 5257895 w 5372199"/>
                <a:gd name="connsiteY320" fmla="*/ 3312406 h 5390836"/>
                <a:gd name="connsiteX321" fmla="*/ 5244492 w 5372199"/>
                <a:gd name="connsiteY321" fmla="*/ 3253631 h 5390836"/>
                <a:gd name="connsiteX322" fmla="*/ 5244492 w 5372199"/>
                <a:gd name="connsiteY322" fmla="*/ 3252601 h 5390836"/>
                <a:gd name="connsiteX323" fmla="*/ 5177463 w 5372199"/>
                <a:gd name="connsiteY323" fmla="*/ 3216504 h 5390836"/>
                <a:gd name="connsiteX324" fmla="*/ 5138274 w 5372199"/>
                <a:gd name="connsiteY324" fmla="*/ 3210244 h 5390836"/>
                <a:gd name="connsiteX325" fmla="*/ 5126906 w 5372199"/>
                <a:gd name="connsiteY325" fmla="*/ 3154598 h 5390836"/>
                <a:gd name="connsiteX326" fmla="*/ 5186742 w 5372199"/>
                <a:gd name="connsiteY326" fmla="*/ 3161852 h 5390836"/>
                <a:gd name="connsiteX327" fmla="*/ 5289865 w 5372199"/>
                <a:gd name="connsiteY327" fmla="*/ 3222699 h 5390836"/>
                <a:gd name="connsiteX328" fmla="*/ 5249797 w 5372199"/>
                <a:gd name="connsiteY328" fmla="*/ 3402033 h 5390836"/>
                <a:gd name="connsiteX329" fmla="*/ 5244492 w 5372199"/>
                <a:gd name="connsiteY329" fmla="*/ 3405228 h 5390836"/>
                <a:gd name="connsiteX330" fmla="*/ 5240365 w 5372199"/>
                <a:gd name="connsiteY330" fmla="*/ 3407296 h 5390836"/>
                <a:gd name="connsiteX331" fmla="*/ 5022768 w 5372199"/>
                <a:gd name="connsiteY331" fmla="*/ 3352631 h 5390836"/>
                <a:gd name="connsiteX332" fmla="*/ 5004209 w 5372199"/>
                <a:gd name="connsiteY332" fmla="*/ 3249504 h 5390836"/>
                <a:gd name="connsiteX333" fmla="*/ 5068141 w 5372199"/>
                <a:gd name="connsiteY333" fmla="*/ 3168042 h 5390836"/>
                <a:gd name="connsiteX334" fmla="*/ 5126906 w 5372199"/>
                <a:gd name="connsiteY334" fmla="*/ 3154598 h 5390836"/>
                <a:gd name="connsiteX335" fmla="*/ 332419 w 5372199"/>
                <a:gd name="connsiteY335" fmla="*/ 3145784 h 5390836"/>
                <a:gd name="connsiteX336" fmla="*/ 337575 w 5372199"/>
                <a:gd name="connsiteY336" fmla="*/ 3173631 h 5390836"/>
                <a:gd name="connsiteX337" fmla="*/ 342736 w 5372199"/>
                <a:gd name="connsiteY337" fmla="*/ 3201479 h 5390836"/>
                <a:gd name="connsiteX338" fmla="*/ 57080 w 5372199"/>
                <a:gd name="connsiteY338" fmla="*/ 3256135 h 5390836"/>
                <a:gd name="connsiteX339" fmla="*/ 51915 w 5372199"/>
                <a:gd name="connsiteY339" fmla="*/ 3229313 h 5390836"/>
                <a:gd name="connsiteX340" fmla="*/ 46763 w 5372199"/>
                <a:gd name="connsiteY340" fmla="*/ 3201479 h 5390836"/>
                <a:gd name="connsiteX341" fmla="*/ 298393 w 5372199"/>
                <a:gd name="connsiteY341" fmla="*/ 2871475 h 5390836"/>
                <a:gd name="connsiteX342" fmla="*/ 322114 w 5372199"/>
                <a:gd name="connsiteY342" fmla="*/ 3066382 h 5390836"/>
                <a:gd name="connsiteX343" fmla="*/ 296334 w 5372199"/>
                <a:gd name="connsiteY343" fmla="*/ 3069479 h 5390836"/>
                <a:gd name="connsiteX344" fmla="*/ 270554 w 5372199"/>
                <a:gd name="connsiteY344" fmla="*/ 3072576 h 5390836"/>
                <a:gd name="connsiteX345" fmla="*/ 253016 w 5372199"/>
                <a:gd name="connsiteY345" fmla="*/ 2933352 h 5390836"/>
                <a:gd name="connsiteX346" fmla="*/ 192169 w 5372199"/>
                <a:gd name="connsiteY346" fmla="*/ 2940573 h 5390836"/>
                <a:gd name="connsiteX347" fmla="*/ 207639 w 5372199"/>
                <a:gd name="connsiteY347" fmla="*/ 3070509 h 5390836"/>
                <a:gd name="connsiteX348" fmla="*/ 183932 w 5372199"/>
                <a:gd name="connsiteY348" fmla="*/ 3073606 h 5390836"/>
                <a:gd name="connsiteX349" fmla="*/ 158139 w 5372199"/>
                <a:gd name="connsiteY349" fmla="*/ 3076699 h 5390836"/>
                <a:gd name="connsiteX350" fmla="*/ 142669 w 5372199"/>
                <a:gd name="connsiteY350" fmla="*/ 2946755 h 5390836"/>
                <a:gd name="connsiteX351" fmla="*/ 67390 w 5372199"/>
                <a:gd name="connsiteY351" fmla="*/ 2956047 h 5390836"/>
                <a:gd name="connsiteX352" fmla="*/ 84919 w 5372199"/>
                <a:gd name="connsiteY352" fmla="*/ 3102479 h 5390836"/>
                <a:gd name="connsiteX353" fmla="*/ 60178 w 5372199"/>
                <a:gd name="connsiteY353" fmla="*/ 3105576 h 5390836"/>
                <a:gd name="connsiteX354" fmla="*/ 34390 w 5372199"/>
                <a:gd name="connsiteY354" fmla="*/ 3108674 h 5390836"/>
                <a:gd name="connsiteX355" fmla="*/ 8610 w 5372199"/>
                <a:gd name="connsiteY355" fmla="*/ 2906535 h 5390836"/>
                <a:gd name="connsiteX356" fmla="*/ 5165090 w 5372199"/>
                <a:gd name="connsiteY356" fmla="*/ 2814306 h 5390836"/>
                <a:gd name="connsiteX357" fmla="*/ 5159933 w 5372199"/>
                <a:gd name="connsiteY357" fmla="*/ 2870001 h 5390836"/>
                <a:gd name="connsiteX358" fmla="*/ 5124865 w 5372199"/>
                <a:gd name="connsiteY358" fmla="*/ 2886501 h 5390836"/>
                <a:gd name="connsiteX359" fmla="*/ 5107340 w 5372199"/>
                <a:gd name="connsiteY359" fmla="*/ 2924653 h 5390836"/>
                <a:gd name="connsiteX360" fmla="*/ 5130022 w 5372199"/>
                <a:gd name="connsiteY360" fmla="*/ 2983433 h 5390836"/>
                <a:gd name="connsiteX361" fmla="*/ 5203242 w 5372199"/>
                <a:gd name="connsiteY361" fmla="*/ 3010250 h 5390836"/>
                <a:gd name="connsiteX362" fmla="*/ 5280589 w 5372199"/>
                <a:gd name="connsiteY362" fmla="*/ 2997878 h 5390836"/>
                <a:gd name="connsiteX363" fmla="*/ 5311521 w 5372199"/>
                <a:gd name="connsiteY363" fmla="*/ 2942183 h 5390836"/>
                <a:gd name="connsiteX364" fmla="*/ 5311534 w 5372199"/>
                <a:gd name="connsiteY364" fmla="*/ 2942183 h 5390836"/>
                <a:gd name="connsiteX365" fmla="*/ 5288839 w 5372199"/>
                <a:gd name="connsiteY365" fmla="*/ 2889598 h 5390836"/>
                <a:gd name="connsiteX366" fmla="*/ 5254810 w 5372199"/>
                <a:gd name="connsiteY366" fmla="*/ 2872056 h 5390836"/>
                <a:gd name="connsiteX367" fmla="*/ 5254810 w 5372199"/>
                <a:gd name="connsiteY367" fmla="*/ 2933933 h 5390836"/>
                <a:gd name="connsiteX368" fmla="*/ 5204272 w 5372199"/>
                <a:gd name="connsiteY368" fmla="*/ 2933933 h 5390836"/>
                <a:gd name="connsiteX369" fmla="*/ 5214590 w 5372199"/>
                <a:gd name="connsiteY369" fmla="*/ 2822556 h 5390836"/>
                <a:gd name="connsiteX370" fmla="*/ 5370309 w 5372199"/>
                <a:gd name="connsiteY370" fmla="*/ 2835971 h 5390836"/>
                <a:gd name="connsiteX371" fmla="*/ 5370309 w 5372199"/>
                <a:gd name="connsiteY371" fmla="*/ 2873098 h 5390836"/>
                <a:gd name="connsiteX372" fmla="*/ 5337310 w 5372199"/>
                <a:gd name="connsiteY372" fmla="*/ 2873098 h 5390836"/>
                <a:gd name="connsiteX373" fmla="*/ 5371339 w 5372199"/>
                <a:gd name="connsiteY373" fmla="*/ 2952501 h 5390836"/>
                <a:gd name="connsiteX374" fmla="*/ 5362059 w 5372199"/>
                <a:gd name="connsiteY374" fmla="*/ 2957653 h 5390836"/>
                <a:gd name="connsiteX375" fmla="*/ 5312560 w 5372199"/>
                <a:gd name="connsiteY375" fmla="*/ 3046335 h 5390836"/>
                <a:gd name="connsiteX376" fmla="*/ 5199115 w 5372199"/>
                <a:gd name="connsiteY376" fmla="*/ 3071085 h 5390836"/>
                <a:gd name="connsiteX377" fmla="*/ 5089810 w 5372199"/>
                <a:gd name="connsiteY377" fmla="*/ 3025712 h 5390836"/>
                <a:gd name="connsiteX378" fmla="*/ 5056806 w 5372199"/>
                <a:gd name="connsiteY378" fmla="*/ 2922585 h 5390836"/>
                <a:gd name="connsiteX379" fmla="*/ 5089810 w 5372199"/>
                <a:gd name="connsiteY379" fmla="*/ 2845251 h 5390836"/>
                <a:gd name="connsiteX380" fmla="*/ 5165090 w 5372199"/>
                <a:gd name="connsiteY380" fmla="*/ 2814306 h 5390836"/>
                <a:gd name="connsiteX381" fmla="*/ 176868 w 5372199"/>
                <a:gd name="connsiteY381" fmla="*/ 2618374 h 5390836"/>
                <a:gd name="connsiteX382" fmla="*/ 176868 w 5372199"/>
                <a:gd name="connsiteY382" fmla="*/ 2682319 h 5390836"/>
                <a:gd name="connsiteX383" fmla="*/ 184089 w 5372199"/>
                <a:gd name="connsiteY383" fmla="*/ 2713251 h 5390836"/>
                <a:gd name="connsiteX384" fmla="*/ 209868 w 5372199"/>
                <a:gd name="connsiteY384" fmla="*/ 2724599 h 5390836"/>
                <a:gd name="connsiteX385" fmla="*/ 232550 w 5372199"/>
                <a:gd name="connsiteY385" fmla="*/ 2714281 h 5390836"/>
                <a:gd name="connsiteX386" fmla="*/ 240800 w 5372199"/>
                <a:gd name="connsiteY386" fmla="*/ 2681281 h 5390836"/>
                <a:gd name="connsiteX387" fmla="*/ 240813 w 5372199"/>
                <a:gd name="connsiteY387" fmla="*/ 2619413 h 5390836"/>
                <a:gd name="connsiteX388" fmla="*/ 50021 w 5372199"/>
                <a:gd name="connsiteY388" fmla="*/ 2618374 h 5390836"/>
                <a:gd name="connsiteX389" fmla="*/ 50021 w 5372199"/>
                <a:gd name="connsiteY389" fmla="*/ 2686442 h 5390836"/>
                <a:gd name="connsiteX390" fmla="*/ 59309 w 5372199"/>
                <a:gd name="connsiteY390" fmla="*/ 2719446 h 5390836"/>
                <a:gd name="connsiteX391" fmla="*/ 90241 w 5372199"/>
                <a:gd name="connsiteY391" fmla="*/ 2730781 h 5390836"/>
                <a:gd name="connsiteX392" fmla="*/ 118089 w 5372199"/>
                <a:gd name="connsiteY392" fmla="*/ 2719446 h 5390836"/>
                <a:gd name="connsiteX393" fmla="*/ 127368 w 5372199"/>
                <a:gd name="connsiteY393" fmla="*/ 2686442 h 5390836"/>
                <a:gd name="connsiteX394" fmla="*/ 127368 w 5372199"/>
                <a:gd name="connsiteY394" fmla="*/ 2619413 h 5390836"/>
                <a:gd name="connsiteX395" fmla="*/ 521 w 5372199"/>
                <a:gd name="connsiteY395" fmla="*/ 2563722 h 5390836"/>
                <a:gd name="connsiteX396" fmla="*/ 291342 w 5372199"/>
                <a:gd name="connsiteY396" fmla="*/ 2568875 h 5390836"/>
                <a:gd name="connsiteX397" fmla="*/ 291342 w 5372199"/>
                <a:gd name="connsiteY397" fmla="*/ 2595692 h 5390836"/>
                <a:gd name="connsiteX398" fmla="*/ 291342 w 5372199"/>
                <a:gd name="connsiteY398" fmla="*/ 2698819 h 5390836"/>
                <a:gd name="connsiteX399" fmla="*/ 270715 w 5372199"/>
                <a:gd name="connsiteY399" fmla="*/ 2758628 h 5390836"/>
                <a:gd name="connsiteX400" fmla="*/ 216050 w 5372199"/>
                <a:gd name="connsiteY400" fmla="*/ 2779251 h 5390836"/>
                <a:gd name="connsiteX401" fmla="*/ 161398 w 5372199"/>
                <a:gd name="connsiteY401" fmla="*/ 2754501 h 5390836"/>
                <a:gd name="connsiteX402" fmla="*/ 156245 w 5372199"/>
                <a:gd name="connsiteY402" fmla="*/ 2745222 h 5390836"/>
                <a:gd name="connsiteX403" fmla="*/ 145928 w 5372199"/>
                <a:gd name="connsiteY403" fmla="*/ 2761721 h 5390836"/>
                <a:gd name="connsiteX404" fmla="*/ 90241 w 5372199"/>
                <a:gd name="connsiteY404" fmla="*/ 2786476 h 5390836"/>
                <a:gd name="connsiteX405" fmla="*/ 22174 w 5372199"/>
                <a:gd name="connsiteY405" fmla="*/ 2759654 h 5390836"/>
                <a:gd name="connsiteX406" fmla="*/ 521 w 5372199"/>
                <a:gd name="connsiteY406" fmla="*/ 2685404 h 5390836"/>
                <a:gd name="connsiteX407" fmla="*/ 521 w 5372199"/>
                <a:gd name="connsiteY407" fmla="*/ 2590540 h 5390836"/>
                <a:gd name="connsiteX408" fmla="*/ 5076221 w 5372199"/>
                <a:gd name="connsiteY408" fmla="*/ 2512595 h 5390836"/>
                <a:gd name="connsiteX409" fmla="*/ 5259793 w 5372199"/>
                <a:gd name="connsiteY409" fmla="*/ 2594069 h 5390836"/>
                <a:gd name="connsiteX410" fmla="*/ 5370131 w 5372199"/>
                <a:gd name="connsiteY410" fmla="*/ 2589942 h 5390836"/>
                <a:gd name="connsiteX411" fmla="*/ 5371170 w 5372199"/>
                <a:gd name="connsiteY411" fmla="*/ 2618819 h 5390836"/>
                <a:gd name="connsiteX412" fmla="*/ 5372199 w 5372199"/>
                <a:gd name="connsiteY412" fmla="*/ 2646654 h 5390836"/>
                <a:gd name="connsiteX413" fmla="*/ 5262878 w 5372199"/>
                <a:gd name="connsiteY413" fmla="*/ 2649751 h 5390836"/>
                <a:gd name="connsiteX414" fmla="*/ 5084471 w 5372199"/>
                <a:gd name="connsiteY414" fmla="*/ 2749781 h 5390836"/>
                <a:gd name="connsiteX415" fmla="*/ 5083442 w 5372199"/>
                <a:gd name="connsiteY415" fmla="*/ 2716781 h 5390836"/>
                <a:gd name="connsiteX416" fmla="*/ 5082416 w 5372199"/>
                <a:gd name="connsiteY416" fmla="*/ 2683781 h 5390836"/>
                <a:gd name="connsiteX417" fmla="*/ 5206166 w 5372199"/>
                <a:gd name="connsiteY417" fmla="*/ 2622942 h 5390836"/>
                <a:gd name="connsiteX418" fmla="*/ 5207196 w 5372199"/>
                <a:gd name="connsiteY418" fmla="*/ 2622942 h 5390836"/>
                <a:gd name="connsiteX419" fmla="*/ 5078289 w 5372199"/>
                <a:gd name="connsiteY419" fmla="*/ 2575502 h 5390836"/>
                <a:gd name="connsiteX420" fmla="*/ 5077251 w 5372199"/>
                <a:gd name="connsiteY420" fmla="*/ 2543527 h 5390836"/>
                <a:gd name="connsiteX421" fmla="*/ 605887 w 5372199"/>
                <a:gd name="connsiteY421" fmla="*/ 985886 h 5390836"/>
                <a:gd name="connsiteX422" fmla="*/ 605887 w 5372199"/>
                <a:gd name="connsiteY422" fmla="*/ 994136 h 5390836"/>
                <a:gd name="connsiteX423" fmla="*/ 605887 w 5372199"/>
                <a:gd name="connsiteY423" fmla="*/ 998261 h 5390836"/>
                <a:gd name="connsiteX424" fmla="*/ 601762 w 5372199"/>
                <a:gd name="connsiteY424" fmla="*/ 998261 h 5390836"/>
                <a:gd name="connsiteX425" fmla="*/ 667763 w 5372199"/>
                <a:gd name="connsiteY425" fmla="*/ 958039 h 5390836"/>
                <a:gd name="connsiteX426" fmla="*/ 690446 w 5372199"/>
                <a:gd name="connsiteY426" fmla="*/ 958039 h 5390836"/>
                <a:gd name="connsiteX427" fmla="*/ 699735 w 5372199"/>
                <a:gd name="connsiteY427" fmla="*/ 967329 h 5390836"/>
                <a:gd name="connsiteX428" fmla="*/ 713139 w 5372199"/>
                <a:gd name="connsiteY428" fmla="*/ 981761 h 5390836"/>
                <a:gd name="connsiteX429" fmla="*/ 721389 w 5372199"/>
                <a:gd name="connsiteY429" fmla="*/ 1003414 h 5390836"/>
                <a:gd name="connsiteX430" fmla="*/ 735821 w 5372199"/>
                <a:gd name="connsiteY430" fmla="*/ 1020943 h 5390836"/>
                <a:gd name="connsiteX431" fmla="*/ 763668 w 5372199"/>
                <a:gd name="connsiteY431" fmla="*/ 1049818 h 5390836"/>
                <a:gd name="connsiteX432" fmla="*/ 779140 w 5372199"/>
                <a:gd name="connsiteY432" fmla="*/ 1068386 h 5390836"/>
                <a:gd name="connsiteX433" fmla="*/ 793572 w 5372199"/>
                <a:gd name="connsiteY433" fmla="*/ 1083858 h 5390836"/>
                <a:gd name="connsiteX434" fmla="*/ 806987 w 5372199"/>
                <a:gd name="connsiteY434" fmla="*/ 1090040 h 5390836"/>
                <a:gd name="connsiteX435" fmla="*/ 813169 w 5372199"/>
                <a:gd name="connsiteY435" fmla="*/ 1090040 h 5390836"/>
                <a:gd name="connsiteX436" fmla="*/ 824515 w 5372199"/>
                <a:gd name="connsiteY436" fmla="*/ 1097261 h 5390836"/>
                <a:gd name="connsiteX437" fmla="*/ 838948 w 5372199"/>
                <a:gd name="connsiteY437" fmla="*/ 1120983 h 5390836"/>
                <a:gd name="connsiteX438" fmla="*/ 844112 w 5372199"/>
                <a:gd name="connsiteY438" fmla="*/ 1138512 h 5390836"/>
                <a:gd name="connsiteX439" fmla="*/ 836890 w 5372199"/>
                <a:gd name="connsiteY439" fmla="*/ 1171512 h 5390836"/>
                <a:gd name="connsiteX440" fmla="*/ 836890 w 5372199"/>
                <a:gd name="connsiteY440" fmla="*/ 1206570 h 5390836"/>
                <a:gd name="connsiteX441" fmla="*/ 827612 w 5372199"/>
                <a:gd name="connsiteY441" fmla="*/ 1233388 h 5390836"/>
                <a:gd name="connsiteX442" fmla="*/ 819362 w 5372199"/>
                <a:gd name="connsiteY442" fmla="*/ 1272570 h 5390836"/>
                <a:gd name="connsiteX443" fmla="*/ 811112 w 5372199"/>
                <a:gd name="connsiteY443" fmla="*/ 1294235 h 5390836"/>
                <a:gd name="connsiteX444" fmla="*/ 811112 w 5372199"/>
                <a:gd name="connsiteY444" fmla="*/ 1333418 h 5390836"/>
                <a:gd name="connsiteX445" fmla="*/ 782236 w 5372199"/>
                <a:gd name="connsiteY445" fmla="*/ 1333418 h 5390836"/>
                <a:gd name="connsiteX446" fmla="*/ 765736 w 5372199"/>
                <a:gd name="connsiteY446" fmla="*/ 1333418 h 5390836"/>
                <a:gd name="connsiteX447" fmla="*/ 751293 w 5372199"/>
                <a:gd name="connsiteY447" fmla="*/ 1325168 h 5390836"/>
                <a:gd name="connsiteX448" fmla="*/ 736861 w 5372199"/>
                <a:gd name="connsiteY448" fmla="*/ 1317946 h 5390836"/>
                <a:gd name="connsiteX449" fmla="*/ 736861 w 5372199"/>
                <a:gd name="connsiteY449" fmla="*/ 1304542 h 5390836"/>
                <a:gd name="connsiteX450" fmla="*/ 744071 w 5372199"/>
                <a:gd name="connsiteY450" fmla="*/ 1294235 h 5390836"/>
                <a:gd name="connsiteX451" fmla="*/ 749225 w 5372199"/>
                <a:gd name="connsiteY451" fmla="*/ 1272570 h 5390836"/>
                <a:gd name="connsiteX452" fmla="*/ 757475 w 5372199"/>
                <a:gd name="connsiteY452" fmla="*/ 1251945 h 5390836"/>
                <a:gd name="connsiteX453" fmla="*/ 767793 w 5372199"/>
                <a:gd name="connsiteY453" fmla="*/ 1211723 h 5390836"/>
                <a:gd name="connsiteX454" fmla="*/ 767793 w 5372199"/>
                <a:gd name="connsiteY454" fmla="*/ 1188012 h 5390836"/>
                <a:gd name="connsiteX455" fmla="*/ 738918 w 5372199"/>
                <a:gd name="connsiteY455" fmla="*/ 1163262 h 5390836"/>
                <a:gd name="connsiteX456" fmla="*/ 728610 w 5372199"/>
                <a:gd name="connsiteY456" fmla="*/ 1163262 h 5390836"/>
                <a:gd name="connsiteX457" fmla="*/ 719321 w 5372199"/>
                <a:gd name="connsiteY457" fmla="*/ 1177705 h 5390836"/>
                <a:gd name="connsiteX458" fmla="*/ 712110 w 5372199"/>
                <a:gd name="connsiteY458" fmla="*/ 1193166 h 5390836"/>
                <a:gd name="connsiteX459" fmla="*/ 704889 w 5372199"/>
                <a:gd name="connsiteY459" fmla="*/ 1203484 h 5390836"/>
                <a:gd name="connsiteX460" fmla="*/ 695610 w 5372199"/>
                <a:gd name="connsiteY460" fmla="*/ 1203484 h 5390836"/>
                <a:gd name="connsiteX461" fmla="*/ 678070 w 5372199"/>
                <a:gd name="connsiteY461" fmla="*/ 1192138 h 5390836"/>
                <a:gd name="connsiteX462" fmla="*/ 665695 w 5372199"/>
                <a:gd name="connsiteY462" fmla="*/ 1185945 h 5390836"/>
                <a:gd name="connsiteX463" fmla="*/ 647138 w 5372199"/>
                <a:gd name="connsiteY463" fmla="*/ 1165319 h 5390836"/>
                <a:gd name="connsiteX464" fmla="*/ 647138 w 5372199"/>
                <a:gd name="connsiteY464" fmla="*/ 1142637 h 5390836"/>
                <a:gd name="connsiteX465" fmla="*/ 657445 w 5372199"/>
                <a:gd name="connsiteY465" fmla="*/ 1120983 h 5390836"/>
                <a:gd name="connsiteX466" fmla="*/ 667763 w 5372199"/>
                <a:gd name="connsiteY466" fmla="*/ 1108608 h 5390836"/>
                <a:gd name="connsiteX467" fmla="*/ 676013 w 5372199"/>
                <a:gd name="connsiteY467" fmla="*/ 1084886 h 5390836"/>
                <a:gd name="connsiteX468" fmla="*/ 667763 w 5372199"/>
                <a:gd name="connsiteY468" fmla="*/ 1063233 h 5390836"/>
                <a:gd name="connsiteX469" fmla="*/ 639916 w 5372199"/>
                <a:gd name="connsiteY469" fmla="*/ 1027136 h 5390836"/>
                <a:gd name="connsiteX470" fmla="*/ 612080 w 5372199"/>
                <a:gd name="connsiteY470" fmla="*/ 1015789 h 5390836"/>
                <a:gd name="connsiteX471" fmla="*/ 605887 w 5372199"/>
                <a:gd name="connsiteY471" fmla="*/ 1010636 h 5390836"/>
                <a:gd name="connsiteX472" fmla="*/ 605887 w 5372199"/>
                <a:gd name="connsiteY472" fmla="*/ 998261 h 5390836"/>
                <a:gd name="connsiteX473" fmla="*/ 607303 w 5372199"/>
                <a:gd name="connsiteY473" fmla="*/ 998261 h 5390836"/>
                <a:gd name="connsiteX474" fmla="*/ 615166 w 5372199"/>
                <a:gd name="connsiteY474" fmla="*/ 998261 h 5390836"/>
                <a:gd name="connsiteX475" fmla="*/ 630638 w 5372199"/>
                <a:gd name="connsiteY475" fmla="*/ 984858 h 5390836"/>
                <a:gd name="connsiteX476" fmla="*/ 644041 w 5372199"/>
                <a:gd name="connsiteY476" fmla="*/ 970415 h 5390836"/>
                <a:gd name="connsiteX477" fmla="*/ 655388 w 5372199"/>
                <a:gd name="connsiteY477" fmla="*/ 963193 h 5390836"/>
                <a:gd name="connsiteX478" fmla="*/ 667763 w 5372199"/>
                <a:gd name="connsiteY478" fmla="*/ 958039 h 5390836"/>
                <a:gd name="connsiteX479" fmla="*/ 4670338 w 5372199"/>
                <a:gd name="connsiteY479" fmla="*/ 809159 h 5390836"/>
                <a:gd name="connsiteX480" fmla="*/ 4680391 w 5372199"/>
                <a:gd name="connsiteY480" fmla="*/ 812634 h 5390836"/>
                <a:gd name="connsiteX481" fmla="*/ 4688641 w 5372199"/>
                <a:gd name="connsiteY481" fmla="*/ 820884 h 5390836"/>
                <a:gd name="connsiteX482" fmla="*/ 4695863 w 5372199"/>
                <a:gd name="connsiteY482" fmla="*/ 820884 h 5390836"/>
                <a:gd name="connsiteX483" fmla="*/ 4695863 w 5372199"/>
                <a:gd name="connsiteY483" fmla="*/ 830174 h 5390836"/>
                <a:gd name="connsiteX484" fmla="*/ 4687613 w 5372199"/>
                <a:gd name="connsiteY484" fmla="*/ 841510 h 5390836"/>
                <a:gd name="connsiteX485" fmla="*/ 4675238 w 5372199"/>
                <a:gd name="connsiteY485" fmla="*/ 853885 h 5390836"/>
                <a:gd name="connsiteX486" fmla="*/ 4668016 w 5372199"/>
                <a:gd name="connsiteY486" fmla="*/ 861106 h 5390836"/>
                <a:gd name="connsiteX487" fmla="*/ 4658737 w 5372199"/>
                <a:gd name="connsiteY487" fmla="*/ 868328 h 5390836"/>
                <a:gd name="connsiteX488" fmla="*/ 4647391 w 5372199"/>
                <a:gd name="connsiteY488" fmla="*/ 878635 h 5390836"/>
                <a:gd name="connsiteX489" fmla="*/ 4627794 w 5372199"/>
                <a:gd name="connsiteY489" fmla="*/ 899260 h 5390836"/>
                <a:gd name="connsiteX490" fmla="*/ 4616459 w 5372199"/>
                <a:gd name="connsiteY490" fmla="*/ 914732 h 5390836"/>
                <a:gd name="connsiteX491" fmla="*/ 4606141 w 5372199"/>
                <a:gd name="connsiteY491" fmla="*/ 924011 h 5390836"/>
                <a:gd name="connsiteX492" fmla="*/ 4589640 w 5372199"/>
                <a:gd name="connsiteY492" fmla="*/ 932261 h 5390836"/>
                <a:gd name="connsiteX493" fmla="*/ 4589640 w 5372199"/>
                <a:gd name="connsiteY493" fmla="*/ 943608 h 5390836"/>
                <a:gd name="connsiteX494" fmla="*/ 4604083 w 5372199"/>
                <a:gd name="connsiteY494" fmla="*/ 951858 h 5390836"/>
                <a:gd name="connsiteX495" fmla="*/ 4614391 w 5372199"/>
                <a:gd name="connsiteY495" fmla="*/ 962176 h 5390836"/>
                <a:gd name="connsiteX496" fmla="*/ 4632959 w 5372199"/>
                <a:gd name="connsiteY496" fmla="*/ 975579 h 5390836"/>
                <a:gd name="connsiteX497" fmla="*/ 4644294 w 5372199"/>
                <a:gd name="connsiteY497" fmla="*/ 981762 h 5390836"/>
                <a:gd name="connsiteX498" fmla="*/ 4655641 w 5372199"/>
                <a:gd name="connsiteY498" fmla="*/ 981762 h 5390836"/>
                <a:gd name="connsiteX499" fmla="*/ 4661834 w 5372199"/>
                <a:gd name="connsiteY499" fmla="*/ 981762 h 5390836"/>
                <a:gd name="connsiteX500" fmla="*/ 4653584 w 5372199"/>
                <a:gd name="connsiteY500" fmla="*/ 970426 h 5390836"/>
                <a:gd name="connsiteX501" fmla="*/ 4641209 w 5372199"/>
                <a:gd name="connsiteY501" fmla="*/ 965261 h 5390836"/>
                <a:gd name="connsiteX502" fmla="*/ 4647391 w 5372199"/>
                <a:gd name="connsiteY502" fmla="*/ 954954 h 5390836"/>
                <a:gd name="connsiteX503" fmla="*/ 4647391 w 5372199"/>
                <a:gd name="connsiteY503" fmla="*/ 942579 h 5390836"/>
                <a:gd name="connsiteX504" fmla="*/ 4633987 w 5372199"/>
                <a:gd name="connsiteY504" fmla="*/ 948761 h 5390836"/>
                <a:gd name="connsiteX505" fmla="*/ 4625250 w 5372199"/>
                <a:gd name="connsiteY505" fmla="*/ 949313 h 5390836"/>
                <a:gd name="connsiteX506" fmla="*/ 4624709 w 5372199"/>
                <a:gd name="connsiteY506" fmla="*/ 948761 h 5390836"/>
                <a:gd name="connsiteX507" fmla="*/ 4615419 w 5372199"/>
                <a:gd name="connsiteY507" fmla="*/ 948761 h 5390836"/>
                <a:gd name="connsiteX508" fmla="*/ 4621612 w 5372199"/>
                <a:gd name="connsiteY508" fmla="*/ 932261 h 5390836"/>
                <a:gd name="connsiteX509" fmla="*/ 4646362 w 5372199"/>
                <a:gd name="connsiteY509" fmla="*/ 910607 h 5390836"/>
                <a:gd name="connsiteX510" fmla="*/ 4659766 w 5372199"/>
                <a:gd name="connsiteY510" fmla="*/ 893078 h 5390836"/>
                <a:gd name="connsiteX511" fmla="*/ 4682459 w 5372199"/>
                <a:gd name="connsiteY511" fmla="*/ 870385 h 5390836"/>
                <a:gd name="connsiteX512" fmla="*/ 4688641 w 5372199"/>
                <a:gd name="connsiteY512" fmla="*/ 862146 h 5390836"/>
                <a:gd name="connsiteX513" fmla="*/ 4705141 w 5372199"/>
                <a:gd name="connsiteY513" fmla="*/ 855953 h 5390836"/>
                <a:gd name="connsiteX514" fmla="*/ 4716488 w 5372199"/>
                <a:gd name="connsiteY514" fmla="*/ 855953 h 5390836"/>
                <a:gd name="connsiteX515" fmla="*/ 4707209 w 5372199"/>
                <a:gd name="connsiteY515" fmla="*/ 871424 h 5390836"/>
                <a:gd name="connsiteX516" fmla="*/ 4702056 w 5372199"/>
                <a:gd name="connsiteY516" fmla="*/ 881732 h 5390836"/>
                <a:gd name="connsiteX517" fmla="*/ 4679363 w 5372199"/>
                <a:gd name="connsiteY517" fmla="*/ 909579 h 5390836"/>
                <a:gd name="connsiteX518" fmla="*/ 4679363 w 5372199"/>
                <a:gd name="connsiteY518" fmla="*/ 918857 h 5390836"/>
                <a:gd name="connsiteX519" fmla="*/ 4691738 w 5372199"/>
                <a:gd name="connsiteY519" fmla="*/ 932261 h 5390836"/>
                <a:gd name="connsiteX520" fmla="*/ 4691738 w 5372199"/>
                <a:gd name="connsiteY520" fmla="*/ 943608 h 5390836"/>
                <a:gd name="connsiteX521" fmla="*/ 4714420 w 5372199"/>
                <a:gd name="connsiteY521" fmla="*/ 943608 h 5390836"/>
                <a:gd name="connsiteX522" fmla="*/ 4723709 w 5372199"/>
                <a:gd name="connsiteY522" fmla="*/ 922982 h 5390836"/>
                <a:gd name="connsiteX523" fmla="*/ 4709266 w 5372199"/>
                <a:gd name="connsiteY523" fmla="*/ 915761 h 5390836"/>
                <a:gd name="connsiteX524" fmla="*/ 4698959 w 5372199"/>
                <a:gd name="connsiteY524" fmla="*/ 915761 h 5390836"/>
                <a:gd name="connsiteX525" fmla="*/ 4714420 w 5372199"/>
                <a:gd name="connsiteY525" fmla="*/ 901328 h 5390836"/>
                <a:gd name="connsiteX526" fmla="*/ 4731959 w 5372199"/>
                <a:gd name="connsiteY526" fmla="*/ 893078 h 5390836"/>
                <a:gd name="connsiteX527" fmla="*/ 4740209 w 5372199"/>
                <a:gd name="connsiteY527" fmla="*/ 875549 h 5390836"/>
                <a:gd name="connsiteX528" fmla="*/ 4757738 w 5372199"/>
                <a:gd name="connsiteY528" fmla="*/ 875549 h 5390836"/>
                <a:gd name="connsiteX529" fmla="*/ 4757738 w 5372199"/>
                <a:gd name="connsiteY529" fmla="*/ 893078 h 5390836"/>
                <a:gd name="connsiteX530" fmla="*/ 4783517 w 5372199"/>
                <a:gd name="connsiteY530" fmla="*/ 893078 h 5390836"/>
                <a:gd name="connsiteX531" fmla="*/ 4807239 w 5372199"/>
                <a:gd name="connsiteY531" fmla="*/ 886885 h 5390836"/>
                <a:gd name="connsiteX532" fmla="*/ 4814460 w 5372199"/>
                <a:gd name="connsiteY532" fmla="*/ 893078 h 5390836"/>
                <a:gd name="connsiteX533" fmla="*/ 4822710 w 5372199"/>
                <a:gd name="connsiteY533" fmla="*/ 899260 h 5390836"/>
                <a:gd name="connsiteX534" fmla="*/ 4815489 w 5372199"/>
                <a:gd name="connsiteY534" fmla="*/ 903386 h 5390836"/>
                <a:gd name="connsiteX535" fmla="*/ 4815489 w 5372199"/>
                <a:gd name="connsiteY535" fmla="*/ 926079 h 5390836"/>
                <a:gd name="connsiteX536" fmla="*/ 4793835 w 5372199"/>
                <a:gd name="connsiteY536" fmla="*/ 935357 h 5390836"/>
                <a:gd name="connsiteX537" fmla="*/ 4770113 w 5372199"/>
                <a:gd name="connsiteY537" fmla="*/ 935357 h 5390836"/>
                <a:gd name="connsiteX538" fmla="*/ 4756710 w 5372199"/>
                <a:gd name="connsiteY538" fmla="*/ 946704 h 5390836"/>
                <a:gd name="connsiteX539" fmla="*/ 4756710 w 5372199"/>
                <a:gd name="connsiteY539" fmla="*/ 963204 h 5390836"/>
                <a:gd name="connsiteX540" fmla="*/ 4713391 w 5372199"/>
                <a:gd name="connsiteY540" fmla="*/ 976608 h 5390836"/>
                <a:gd name="connsiteX541" fmla="*/ 4686584 w 5372199"/>
                <a:gd name="connsiteY541" fmla="*/ 976608 h 5390836"/>
                <a:gd name="connsiteX542" fmla="*/ 4692766 w 5372199"/>
                <a:gd name="connsiteY542" fmla="*/ 997233 h 5390836"/>
                <a:gd name="connsiteX543" fmla="*/ 4687613 w 5372199"/>
                <a:gd name="connsiteY543" fmla="*/ 1013733 h 5390836"/>
                <a:gd name="connsiteX544" fmla="*/ 4711334 w 5372199"/>
                <a:gd name="connsiteY544" fmla="*/ 1013733 h 5390836"/>
                <a:gd name="connsiteX545" fmla="*/ 4705141 w 5372199"/>
                <a:gd name="connsiteY545" fmla="*/ 999301 h 5390836"/>
                <a:gd name="connsiteX546" fmla="*/ 4714420 w 5372199"/>
                <a:gd name="connsiteY546" fmla="*/ 985887 h 5390836"/>
                <a:gd name="connsiteX547" fmla="*/ 4726795 w 5372199"/>
                <a:gd name="connsiteY547" fmla="*/ 985887 h 5390836"/>
                <a:gd name="connsiteX548" fmla="*/ 4739181 w 5372199"/>
                <a:gd name="connsiteY548" fmla="*/ 985887 h 5390836"/>
                <a:gd name="connsiteX549" fmla="*/ 4749488 w 5372199"/>
                <a:gd name="connsiteY549" fmla="*/ 974551 h 5390836"/>
                <a:gd name="connsiteX550" fmla="*/ 4763920 w 5372199"/>
                <a:gd name="connsiteY550" fmla="*/ 979704 h 5390836"/>
                <a:gd name="connsiteX551" fmla="*/ 4778363 w 5372199"/>
                <a:gd name="connsiteY551" fmla="*/ 979704 h 5390836"/>
                <a:gd name="connsiteX552" fmla="*/ 4789710 w 5372199"/>
                <a:gd name="connsiteY552" fmla="*/ 973511 h 5390836"/>
                <a:gd name="connsiteX553" fmla="*/ 4800017 w 5372199"/>
                <a:gd name="connsiteY553" fmla="*/ 949800 h 5390836"/>
                <a:gd name="connsiteX554" fmla="*/ 4852614 w 5372199"/>
                <a:gd name="connsiteY554" fmla="*/ 968358 h 5390836"/>
                <a:gd name="connsiteX555" fmla="*/ 4860864 w 5372199"/>
                <a:gd name="connsiteY555" fmla="*/ 968358 h 5390836"/>
                <a:gd name="connsiteX556" fmla="*/ 4872210 w 5372199"/>
                <a:gd name="connsiteY556" fmla="*/ 977637 h 5390836"/>
                <a:gd name="connsiteX557" fmla="*/ 4872210 w 5372199"/>
                <a:gd name="connsiteY557" fmla="*/ 996205 h 5390836"/>
                <a:gd name="connsiteX558" fmla="*/ 4866017 w 5372199"/>
                <a:gd name="connsiteY558" fmla="*/ 1006512 h 5390836"/>
                <a:gd name="connsiteX559" fmla="*/ 4850546 w 5372199"/>
                <a:gd name="connsiteY559" fmla="*/ 1019926 h 5390836"/>
                <a:gd name="connsiteX560" fmla="*/ 4822710 w 5372199"/>
                <a:gd name="connsiteY560" fmla="*/ 1019926 h 5390836"/>
                <a:gd name="connsiteX561" fmla="*/ 4781460 w 5372199"/>
                <a:gd name="connsiteY561" fmla="*/ 1035387 h 5390836"/>
                <a:gd name="connsiteX562" fmla="*/ 4767017 w 5372199"/>
                <a:gd name="connsiteY562" fmla="*/ 1041580 h 5390836"/>
                <a:gd name="connsiteX563" fmla="*/ 4752585 w 5372199"/>
                <a:gd name="connsiteY563" fmla="*/ 1049830 h 5390836"/>
                <a:gd name="connsiteX564" fmla="*/ 4734016 w 5372199"/>
                <a:gd name="connsiteY564" fmla="*/ 1062205 h 5390836"/>
                <a:gd name="connsiteX565" fmla="*/ 4739181 w 5372199"/>
                <a:gd name="connsiteY565" fmla="*/ 1071484 h 5390836"/>
                <a:gd name="connsiteX566" fmla="*/ 4759806 w 5372199"/>
                <a:gd name="connsiteY566" fmla="*/ 1077677 h 5390836"/>
                <a:gd name="connsiteX567" fmla="*/ 4769085 w 5372199"/>
                <a:gd name="connsiteY567" fmla="*/ 1086956 h 5390836"/>
                <a:gd name="connsiteX568" fmla="*/ 4769085 w 5372199"/>
                <a:gd name="connsiteY568" fmla="*/ 1100359 h 5390836"/>
                <a:gd name="connsiteX569" fmla="*/ 4775267 w 5372199"/>
                <a:gd name="connsiteY569" fmla="*/ 1111706 h 5390836"/>
                <a:gd name="connsiteX570" fmla="*/ 4775267 w 5372199"/>
                <a:gd name="connsiteY570" fmla="*/ 1125110 h 5390836"/>
                <a:gd name="connsiteX571" fmla="*/ 4757738 w 5372199"/>
                <a:gd name="connsiteY571" fmla="*/ 1151928 h 5390836"/>
                <a:gd name="connsiteX572" fmla="*/ 4731959 w 5372199"/>
                <a:gd name="connsiteY572" fmla="*/ 1165332 h 5390836"/>
                <a:gd name="connsiteX573" fmla="*/ 4694834 w 5372199"/>
                <a:gd name="connsiteY573" fmla="*/ 1141610 h 5390836"/>
                <a:gd name="connsiteX574" fmla="*/ 4681430 w 5372199"/>
                <a:gd name="connsiteY574" fmla="*/ 1135428 h 5390836"/>
                <a:gd name="connsiteX575" fmla="*/ 4671112 w 5372199"/>
                <a:gd name="connsiteY575" fmla="*/ 1123053 h 5390836"/>
                <a:gd name="connsiteX576" fmla="*/ 4656669 w 5372199"/>
                <a:gd name="connsiteY576" fmla="*/ 1107581 h 5390836"/>
                <a:gd name="connsiteX577" fmla="*/ 4612333 w 5372199"/>
                <a:gd name="connsiteY577" fmla="*/ 1098302 h 5390836"/>
                <a:gd name="connsiteX578" fmla="*/ 4592737 w 5372199"/>
                <a:gd name="connsiteY578" fmla="*/ 1098302 h 5390836"/>
                <a:gd name="connsiteX579" fmla="*/ 4567987 w 5372199"/>
                <a:gd name="connsiteY579" fmla="*/ 1098302 h 5390836"/>
                <a:gd name="connsiteX580" fmla="*/ 4550458 w 5372199"/>
                <a:gd name="connsiteY580" fmla="*/ 1109638 h 5390836"/>
                <a:gd name="connsiteX581" fmla="*/ 4550458 w 5372199"/>
                <a:gd name="connsiteY581" fmla="*/ 1118928 h 5390836"/>
                <a:gd name="connsiteX582" fmla="*/ 4569015 w 5372199"/>
                <a:gd name="connsiteY582" fmla="*/ 1127178 h 5390836"/>
                <a:gd name="connsiteX583" fmla="*/ 4581390 w 5372199"/>
                <a:gd name="connsiteY583" fmla="*/ 1127178 h 5390836"/>
                <a:gd name="connsiteX584" fmla="*/ 4587583 w 5372199"/>
                <a:gd name="connsiteY584" fmla="*/ 1149860 h 5390836"/>
                <a:gd name="connsiteX585" fmla="*/ 4595833 w 5372199"/>
                <a:gd name="connsiteY585" fmla="*/ 1170485 h 5390836"/>
                <a:gd name="connsiteX586" fmla="*/ 4595833 w 5372199"/>
                <a:gd name="connsiteY586" fmla="*/ 1181832 h 5390836"/>
                <a:gd name="connsiteX587" fmla="*/ 4577265 w 5372199"/>
                <a:gd name="connsiteY587" fmla="*/ 1192139 h 5390836"/>
                <a:gd name="connsiteX588" fmla="*/ 4560765 w 5372199"/>
                <a:gd name="connsiteY588" fmla="*/ 1192139 h 5390836"/>
                <a:gd name="connsiteX589" fmla="*/ 4543237 w 5372199"/>
                <a:gd name="connsiteY589" fmla="*/ 1178736 h 5390836"/>
                <a:gd name="connsiteX590" fmla="*/ 4529833 w 5372199"/>
                <a:gd name="connsiteY590" fmla="*/ 1171514 h 5390836"/>
                <a:gd name="connsiteX591" fmla="*/ 4495793 w 5372199"/>
                <a:gd name="connsiteY591" fmla="*/ 1157082 h 5390836"/>
                <a:gd name="connsiteX592" fmla="*/ 4480332 w 5372199"/>
                <a:gd name="connsiteY592" fmla="*/ 1174611 h 5390836"/>
                <a:gd name="connsiteX593" fmla="*/ 4463832 w 5372199"/>
                <a:gd name="connsiteY593" fmla="*/ 1185957 h 5390836"/>
                <a:gd name="connsiteX594" fmla="*/ 4443207 w 5372199"/>
                <a:gd name="connsiteY594" fmla="*/ 1198332 h 5390836"/>
                <a:gd name="connsiteX595" fmla="*/ 4426707 w 5372199"/>
                <a:gd name="connsiteY595" fmla="*/ 1198332 h 5390836"/>
                <a:gd name="connsiteX596" fmla="*/ 4390610 w 5372199"/>
                <a:gd name="connsiteY596" fmla="*/ 1208640 h 5390836"/>
                <a:gd name="connsiteX597" fmla="*/ 4367928 w 5372199"/>
                <a:gd name="connsiteY597" fmla="*/ 1196264 h 5390836"/>
                <a:gd name="connsiteX598" fmla="*/ 4350389 w 5372199"/>
                <a:gd name="connsiteY598" fmla="*/ 1184929 h 5390836"/>
                <a:gd name="connsiteX599" fmla="*/ 4329763 w 5372199"/>
                <a:gd name="connsiteY599" fmla="*/ 1163275 h 5390836"/>
                <a:gd name="connsiteX600" fmla="*/ 4342139 w 5372199"/>
                <a:gd name="connsiteY600" fmla="*/ 1149860 h 5390836"/>
                <a:gd name="connsiteX601" fmla="*/ 4342139 w 5372199"/>
                <a:gd name="connsiteY601" fmla="*/ 1110678 h 5390836"/>
                <a:gd name="connsiteX602" fmla="*/ 4358639 w 5372199"/>
                <a:gd name="connsiteY602" fmla="*/ 1116860 h 5390836"/>
                <a:gd name="connsiteX603" fmla="*/ 4388553 w 5372199"/>
                <a:gd name="connsiteY603" fmla="*/ 1138514 h 5390836"/>
                <a:gd name="connsiteX604" fmla="*/ 4445264 w 5372199"/>
                <a:gd name="connsiteY604" fmla="*/ 1126138 h 5390836"/>
                <a:gd name="connsiteX605" fmla="*/ 4445264 w 5372199"/>
                <a:gd name="connsiteY605" fmla="*/ 1112735 h 5390836"/>
                <a:gd name="connsiteX606" fmla="*/ 4422582 w 5372199"/>
                <a:gd name="connsiteY606" fmla="*/ 1095206 h 5390836"/>
                <a:gd name="connsiteX607" fmla="*/ 4399889 w 5372199"/>
                <a:gd name="connsiteY607" fmla="*/ 1078706 h 5390836"/>
                <a:gd name="connsiteX608" fmla="*/ 4378235 w 5372199"/>
                <a:gd name="connsiteY608" fmla="*/ 1067359 h 5390836"/>
                <a:gd name="connsiteX609" fmla="*/ 4367928 w 5372199"/>
                <a:gd name="connsiteY609" fmla="*/ 1048802 h 5390836"/>
                <a:gd name="connsiteX610" fmla="*/ 4367928 w 5372199"/>
                <a:gd name="connsiteY610" fmla="*/ 1038484 h 5390836"/>
                <a:gd name="connsiteX611" fmla="*/ 4378235 w 5372199"/>
                <a:gd name="connsiteY611" fmla="*/ 1026108 h 5390836"/>
                <a:gd name="connsiteX612" fmla="*/ 4395764 w 5372199"/>
                <a:gd name="connsiteY612" fmla="*/ 1015790 h 5390836"/>
                <a:gd name="connsiteX613" fmla="*/ 4424639 w 5372199"/>
                <a:gd name="connsiteY613" fmla="*/ 1023012 h 5390836"/>
                <a:gd name="connsiteX614" fmla="*/ 4433929 w 5372199"/>
                <a:gd name="connsiteY614" fmla="*/ 1039512 h 5390836"/>
                <a:gd name="connsiteX615" fmla="*/ 4454543 w 5372199"/>
                <a:gd name="connsiteY615" fmla="*/ 1045705 h 5390836"/>
                <a:gd name="connsiteX616" fmla="*/ 4474140 w 5372199"/>
                <a:gd name="connsiteY616" fmla="*/ 1057041 h 5390836"/>
                <a:gd name="connsiteX617" fmla="*/ 4488583 w 5372199"/>
                <a:gd name="connsiteY617" fmla="*/ 1062205 h 5390836"/>
                <a:gd name="connsiteX618" fmla="*/ 4496833 w 5372199"/>
                <a:gd name="connsiteY618" fmla="*/ 1062205 h 5390836"/>
                <a:gd name="connsiteX619" fmla="*/ 4510236 w 5372199"/>
                <a:gd name="connsiteY619" fmla="*/ 1052927 h 5390836"/>
                <a:gd name="connsiteX620" fmla="*/ 4526736 w 5372199"/>
                <a:gd name="connsiteY620" fmla="*/ 1045705 h 5390836"/>
                <a:gd name="connsiteX621" fmla="*/ 4518486 w 5372199"/>
                <a:gd name="connsiteY621" fmla="*/ 1035387 h 5390836"/>
                <a:gd name="connsiteX622" fmla="*/ 4501986 w 5372199"/>
                <a:gd name="connsiteY622" fmla="*/ 1035387 h 5390836"/>
                <a:gd name="connsiteX623" fmla="*/ 4485486 w 5372199"/>
                <a:gd name="connsiteY623" fmla="*/ 1030234 h 5390836"/>
                <a:gd name="connsiteX624" fmla="*/ 4476207 w 5372199"/>
                <a:gd name="connsiteY624" fmla="*/ 1019926 h 5390836"/>
                <a:gd name="connsiteX625" fmla="*/ 4476207 w 5372199"/>
                <a:gd name="connsiteY625" fmla="*/ 1007551 h 5390836"/>
                <a:gd name="connsiteX626" fmla="*/ 4492708 w 5372199"/>
                <a:gd name="connsiteY626" fmla="*/ 998262 h 5390836"/>
                <a:gd name="connsiteX627" fmla="*/ 4526736 w 5372199"/>
                <a:gd name="connsiteY627" fmla="*/ 984858 h 5390836"/>
                <a:gd name="connsiteX628" fmla="*/ 4541169 w 5372199"/>
                <a:gd name="connsiteY628" fmla="*/ 999301 h 5390836"/>
                <a:gd name="connsiteX629" fmla="*/ 4550458 w 5372199"/>
                <a:gd name="connsiteY629" fmla="*/ 999301 h 5390836"/>
                <a:gd name="connsiteX630" fmla="*/ 4563862 w 5372199"/>
                <a:gd name="connsiteY630" fmla="*/ 1011676 h 5390836"/>
                <a:gd name="connsiteX631" fmla="*/ 4582419 w 5372199"/>
                <a:gd name="connsiteY631" fmla="*/ 1023012 h 5390836"/>
                <a:gd name="connsiteX632" fmla="*/ 4594805 w 5372199"/>
                <a:gd name="connsiteY632" fmla="*/ 1032291 h 5390836"/>
                <a:gd name="connsiteX633" fmla="*/ 4607180 w 5372199"/>
                <a:gd name="connsiteY633" fmla="*/ 1039512 h 5390836"/>
                <a:gd name="connsiteX634" fmla="*/ 4616459 w 5372199"/>
                <a:gd name="connsiteY634" fmla="*/ 1039512 h 5390836"/>
                <a:gd name="connsiteX635" fmla="*/ 4628834 w 5372199"/>
                <a:gd name="connsiteY635" fmla="*/ 1052927 h 5390836"/>
                <a:gd name="connsiteX636" fmla="*/ 4640169 w 5372199"/>
                <a:gd name="connsiteY636" fmla="*/ 1063234 h 5390836"/>
                <a:gd name="connsiteX637" fmla="*/ 4647391 w 5372199"/>
                <a:gd name="connsiteY637" fmla="*/ 1076638 h 5390836"/>
                <a:gd name="connsiteX638" fmla="*/ 4665959 w 5372199"/>
                <a:gd name="connsiteY638" fmla="*/ 1083859 h 5390836"/>
                <a:gd name="connsiteX639" fmla="*/ 4685545 w 5372199"/>
                <a:gd name="connsiteY639" fmla="*/ 1078706 h 5390836"/>
                <a:gd name="connsiteX640" fmla="*/ 4668016 w 5372199"/>
                <a:gd name="connsiteY640" fmla="*/ 1064263 h 5390836"/>
                <a:gd name="connsiteX641" fmla="*/ 4649459 w 5372199"/>
                <a:gd name="connsiteY641" fmla="*/ 1048802 h 5390836"/>
                <a:gd name="connsiteX642" fmla="*/ 4620584 w 5372199"/>
                <a:gd name="connsiteY642" fmla="*/ 1024051 h 5390836"/>
                <a:gd name="connsiteX643" fmla="*/ 4605112 w 5372199"/>
                <a:gd name="connsiteY643" fmla="*/ 1013733 h 5390836"/>
                <a:gd name="connsiteX644" fmla="*/ 4589640 w 5372199"/>
                <a:gd name="connsiteY644" fmla="*/ 1002387 h 5390836"/>
                <a:gd name="connsiteX645" fmla="*/ 4565930 w 5372199"/>
                <a:gd name="connsiteY645" fmla="*/ 982801 h 5390836"/>
                <a:gd name="connsiteX646" fmla="*/ 4519515 w 5372199"/>
                <a:gd name="connsiteY646" fmla="*/ 955983 h 5390836"/>
                <a:gd name="connsiteX647" fmla="*/ 4496833 w 5372199"/>
                <a:gd name="connsiteY647" fmla="*/ 955983 h 5390836"/>
                <a:gd name="connsiteX648" fmla="*/ 4453514 w 5372199"/>
                <a:gd name="connsiteY648" fmla="*/ 947732 h 5390836"/>
                <a:gd name="connsiteX649" fmla="*/ 4448361 w 5372199"/>
                <a:gd name="connsiteY649" fmla="*/ 934329 h 5390836"/>
                <a:gd name="connsiteX650" fmla="*/ 4464861 w 5372199"/>
                <a:gd name="connsiteY650" fmla="*/ 904425 h 5390836"/>
                <a:gd name="connsiteX651" fmla="*/ 4488583 w 5372199"/>
                <a:gd name="connsiteY651" fmla="*/ 882760 h 5390836"/>
                <a:gd name="connsiteX652" fmla="*/ 4501986 w 5372199"/>
                <a:gd name="connsiteY652" fmla="*/ 882760 h 5390836"/>
                <a:gd name="connsiteX653" fmla="*/ 4512304 w 5372199"/>
                <a:gd name="connsiteY653" fmla="*/ 882760 h 5390836"/>
                <a:gd name="connsiteX654" fmla="*/ 4555612 w 5372199"/>
                <a:gd name="connsiteY654" fmla="*/ 873482 h 5390836"/>
                <a:gd name="connsiteX655" fmla="*/ 4560765 w 5372199"/>
                <a:gd name="connsiteY655" fmla="*/ 873482 h 5390836"/>
                <a:gd name="connsiteX656" fmla="*/ 4542208 w 5372199"/>
                <a:gd name="connsiteY656" fmla="*/ 897203 h 5390836"/>
                <a:gd name="connsiteX657" fmla="*/ 4541472 w 5372199"/>
                <a:gd name="connsiteY657" fmla="*/ 908853 h 5390836"/>
                <a:gd name="connsiteX658" fmla="*/ 4542208 w 5372199"/>
                <a:gd name="connsiteY658" fmla="*/ 909579 h 5390836"/>
                <a:gd name="connsiteX659" fmla="*/ 4561805 w 5372199"/>
                <a:gd name="connsiteY659" fmla="*/ 917829 h 5390836"/>
                <a:gd name="connsiteX660" fmla="*/ 4571083 w 5372199"/>
                <a:gd name="connsiteY660" fmla="*/ 917829 h 5390836"/>
                <a:gd name="connsiteX661" fmla="*/ 4577265 w 5372199"/>
                <a:gd name="connsiteY661" fmla="*/ 904425 h 5390836"/>
                <a:gd name="connsiteX662" fmla="*/ 4589640 w 5372199"/>
                <a:gd name="connsiteY662" fmla="*/ 888953 h 5390836"/>
                <a:gd name="connsiteX663" fmla="*/ 4620584 w 5372199"/>
                <a:gd name="connsiteY663" fmla="*/ 863174 h 5390836"/>
                <a:gd name="connsiteX664" fmla="*/ 4649459 w 5372199"/>
                <a:gd name="connsiteY664" fmla="*/ 832231 h 5390836"/>
                <a:gd name="connsiteX665" fmla="*/ 4664930 w 5372199"/>
                <a:gd name="connsiteY665" fmla="*/ 812634 h 5390836"/>
                <a:gd name="connsiteX666" fmla="*/ 4670338 w 5372199"/>
                <a:gd name="connsiteY666" fmla="*/ 809159 h 5390836"/>
                <a:gd name="connsiteX667" fmla="*/ 770888 w 5372199"/>
                <a:gd name="connsiteY667" fmla="*/ 804383 h 5390836"/>
                <a:gd name="connsiteX668" fmla="*/ 782234 w 5372199"/>
                <a:gd name="connsiteY668" fmla="*/ 804383 h 5390836"/>
                <a:gd name="connsiteX669" fmla="*/ 804917 w 5372199"/>
                <a:gd name="connsiteY669" fmla="*/ 816759 h 5390836"/>
                <a:gd name="connsiteX670" fmla="*/ 817292 w 5372199"/>
                <a:gd name="connsiteY670" fmla="*/ 853884 h 5390836"/>
                <a:gd name="connsiteX671" fmla="*/ 827610 w 5372199"/>
                <a:gd name="connsiteY671" fmla="*/ 868327 h 5390836"/>
                <a:gd name="connsiteX672" fmla="*/ 842042 w 5372199"/>
                <a:gd name="connsiteY672" fmla="*/ 861105 h 5390836"/>
                <a:gd name="connsiteX673" fmla="*/ 842042 w 5372199"/>
                <a:gd name="connsiteY673" fmla="*/ 843576 h 5390836"/>
                <a:gd name="connsiteX674" fmla="*/ 864735 w 5372199"/>
                <a:gd name="connsiteY674" fmla="*/ 832230 h 5390836"/>
                <a:gd name="connsiteX675" fmla="*/ 893610 w 5372199"/>
                <a:gd name="connsiteY675" fmla="*/ 839441 h 5390836"/>
                <a:gd name="connsiteX676" fmla="*/ 909071 w 5372199"/>
                <a:gd name="connsiteY676" fmla="*/ 849759 h 5390836"/>
                <a:gd name="connsiteX677" fmla="*/ 909071 w 5372199"/>
                <a:gd name="connsiteY677" fmla="*/ 862134 h 5390836"/>
                <a:gd name="connsiteX678" fmla="*/ 899793 w 5372199"/>
                <a:gd name="connsiteY678" fmla="*/ 877606 h 5390836"/>
                <a:gd name="connsiteX679" fmla="*/ 899793 w 5372199"/>
                <a:gd name="connsiteY679" fmla="*/ 895134 h 5390836"/>
                <a:gd name="connsiteX680" fmla="*/ 899793 w 5372199"/>
                <a:gd name="connsiteY680" fmla="*/ 918856 h 5390836"/>
                <a:gd name="connsiteX681" fmla="*/ 888457 w 5372199"/>
                <a:gd name="connsiteY681" fmla="*/ 952885 h 5390836"/>
                <a:gd name="connsiteX682" fmla="*/ 907014 w 5372199"/>
                <a:gd name="connsiteY682" fmla="*/ 985885 h 5390836"/>
                <a:gd name="connsiteX683" fmla="*/ 920418 w 5372199"/>
                <a:gd name="connsiteY683" fmla="*/ 997232 h 5390836"/>
                <a:gd name="connsiteX684" fmla="*/ 949293 w 5372199"/>
                <a:gd name="connsiteY684" fmla="*/ 1010636 h 5390836"/>
                <a:gd name="connsiteX685" fmla="*/ 974043 w 5372199"/>
                <a:gd name="connsiteY685" fmla="*/ 1000318 h 5390836"/>
                <a:gd name="connsiteX686" fmla="*/ 988486 w 5372199"/>
                <a:gd name="connsiteY686" fmla="*/ 988982 h 5390836"/>
                <a:gd name="connsiteX687" fmla="*/ 998794 w 5372199"/>
                <a:gd name="connsiteY687" fmla="*/ 981760 h 5390836"/>
                <a:gd name="connsiteX688" fmla="*/ 1011169 w 5372199"/>
                <a:gd name="connsiteY688" fmla="*/ 975578 h 5390836"/>
                <a:gd name="connsiteX689" fmla="*/ 1025612 w 5372199"/>
                <a:gd name="connsiteY689" fmla="*/ 962164 h 5390836"/>
                <a:gd name="connsiteX690" fmla="*/ 1051391 w 5372199"/>
                <a:gd name="connsiteY690" fmla="*/ 971442 h 5390836"/>
                <a:gd name="connsiteX691" fmla="*/ 1065834 w 5372199"/>
                <a:gd name="connsiteY691" fmla="*/ 998260 h 5390836"/>
                <a:gd name="connsiteX692" fmla="*/ 1073044 w 5372199"/>
                <a:gd name="connsiteY692" fmla="*/ 1016828 h 5390836"/>
                <a:gd name="connsiteX693" fmla="*/ 1061698 w 5372199"/>
                <a:gd name="connsiteY693" fmla="*/ 1034357 h 5390836"/>
                <a:gd name="connsiteX694" fmla="*/ 1051391 w 5372199"/>
                <a:gd name="connsiteY694" fmla="*/ 1052914 h 5390836"/>
                <a:gd name="connsiteX695" fmla="*/ 1035919 w 5372199"/>
                <a:gd name="connsiteY695" fmla="*/ 1059107 h 5390836"/>
                <a:gd name="connsiteX696" fmla="*/ 1019419 w 5372199"/>
                <a:gd name="connsiteY696" fmla="*/ 1074568 h 5390836"/>
                <a:gd name="connsiteX697" fmla="*/ 1003947 w 5372199"/>
                <a:gd name="connsiteY697" fmla="*/ 1090039 h 5390836"/>
                <a:gd name="connsiteX698" fmla="*/ 987447 w 5372199"/>
                <a:gd name="connsiteY698" fmla="*/ 1100357 h 5390836"/>
                <a:gd name="connsiteX699" fmla="*/ 967861 w 5372199"/>
                <a:gd name="connsiteY699" fmla="*/ 1118915 h 5390836"/>
                <a:gd name="connsiteX700" fmla="*/ 952390 w 5372199"/>
                <a:gd name="connsiteY700" fmla="*/ 1124079 h 5390836"/>
                <a:gd name="connsiteX701" fmla="*/ 928668 w 5372199"/>
                <a:gd name="connsiteY701" fmla="*/ 1124079 h 5390836"/>
                <a:gd name="connsiteX702" fmla="*/ 910111 w 5372199"/>
                <a:gd name="connsiteY702" fmla="*/ 1108607 h 5390836"/>
                <a:gd name="connsiteX703" fmla="*/ 885360 w 5372199"/>
                <a:gd name="connsiteY703" fmla="*/ 1093136 h 5390836"/>
                <a:gd name="connsiteX704" fmla="*/ 870917 w 5372199"/>
                <a:gd name="connsiteY704" fmla="*/ 1081789 h 5390836"/>
                <a:gd name="connsiteX705" fmla="*/ 856485 w 5372199"/>
                <a:gd name="connsiteY705" fmla="*/ 1071482 h 5390836"/>
                <a:gd name="connsiteX706" fmla="*/ 835849 w 5372199"/>
                <a:gd name="connsiteY706" fmla="*/ 1056010 h 5390836"/>
                <a:gd name="connsiteX707" fmla="*/ 809042 w 5372199"/>
                <a:gd name="connsiteY707" fmla="*/ 1020953 h 5390836"/>
                <a:gd name="connsiteX708" fmla="*/ 803888 w 5372199"/>
                <a:gd name="connsiteY708" fmla="*/ 1007539 h 5390836"/>
                <a:gd name="connsiteX709" fmla="*/ 790484 w 5372199"/>
                <a:gd name="connsiteY709" fmla="*/ 988982 h 5390836"/>
                <a:gd name="connsiteX710" fmla="*/ 778109 w 5372199"/>
                <a:gd name="connsiteY710" fmla="*/ 970414 h 5390836"/>
                <a:gd name="connsiteX711" fmla="*/ 753359 w 5372199"/>
                <a:gd name="connsiteY711" fmla="*/ 944635 h 5390836"/>
                <a:gd name="connsiteX712" fmla="*/ 740984 w 5372199"/>
                <a:gd name="connsiteY712" fmla="*/ 927106 h 5390836"/>
                <a:gd name="connsiteX713" fmla="*/ 721387 w 5372199"/>
                <a:gd name="connsiteY713" fmla="*/ 898231 h 5390836"/>
                <a:gd name="connsiteX714" fmla="*/ 704887 w 5372199"/>
                <a:gd name="connsiteY714" fmla="*/ 881731 h 5390836"/>
                <a:gd name="connsiteX715" fmla="*/ 704887 w 5372199"/>
                <a:gd name="connsiteY715" fmla="*/ 865230 h 5390836"/>
                <a:gd name="connsiteX716" fmla="*/ 719319 w 5372199"/>
                <a:gd name="connsiteY716" fmla="*/ 854912 h 5390836"/>
                <a:gd name="connsiteX717" fmla="*/ 727580 w 5372199"/>
                <a:gd name="connsiteY717" fmla="*/ 841508 h 5390836"/>
                <a:gd name="connsiteX718" fmla="*/ 738916 w 5372199"/>
                <a:gd name="connsiteY718" fmla="*/ 833259 h 5390836"/>
                <a:gd name="connsiteX719" fmla="*/ 748194 w 5372199"/>
                <a:gd name="connsiteY719" fmla="*/ 818815 h 5390836"/>
                <a:gd name="connsiteX720" fmla="*/ 748194 w 5372199"/>
                <a:gd name="connsiteY720" fmla="*/ 810576 h 5390836"/>
                <a:gd name="connsiteX721" fmla="*/ 761609 w 5372199"/>
                <a:gd name="connsiteY721" fmla="*/ 810576 h 5390836"/>
                <a:gd name="connsiteX722" fmla="*/ 770888 w 5372199"/>
                <a:gd name="connsiteY722" fmla="*/ 804383 h 5390836"/>
                <a:gd name="connsiteX723" fmla="*/ 1449455 w 5372199"/>
                <a:gd name="connsiteY723" fmla="*/ 662074 h 5390836"/>
                <a:gd name="connsiteX724" fmla="*/ 1457705 w 5372199"/>
                <a:gd name="connsiteY724" fmla="*/ 662074 h 5390836"/>
                <a:gd name="connsiteX725" fmla="*/ 1457705 w 5372199"/>
                <a:gd name="connsiteY725" fmla="*/ 673421 h 5390836"/>
                <a:gd name="connsiteX726" fmla="*/ 1462859 w 5372199"/>
                <a:gd name="connsiteY726" fmla="*/ 685795 h 5390836"/>
                <a:gd name="connsiteX727" fmla="*/ 1462859 w 5372199"/>
                <a:gd name="connsiteY727" fmla="*/ 698171 h 5390836"/>
                <a:gd name="connsiteX728" fmla="*/ 1457705 w 5372199"/>
                <a:gd name="connsiteY728" fmla="*/ 709517 h 5390836"/>
                <a:gd name="connsiteX729" fmla="*/ 1457705 w 5372199"/>
                <a:gd name="connsiteY729" fmla="*/ 729114 h 5390836"/>
                <a:gd name="connsiteX730" fmla="*/ 1451512 w 5372199"/>
                <a:gd name="connsiteY730" fmla="*/ 743546 h 5390836"/>
                <a:gd name="connsiteX731" fmla="*/ 1439137 w 5372199"/>
                <a:gd name="connsiteY731" fmla="*/ 752825 h 5390836"/>
                <a:gd name="connsiteX732" fmla="*/ 1425733 w 5372199"/>
                <a:gd name="connsiteY732" fmla="*/ 770353 h 5390836"/>
                <a:gd name="connsiteX733" fmla="*/ 1396619 w 5372199"/>
                <a:gd name="connsiteY733" fmla="*/ 772182 h 5390836"/>
                <a:gd name="connsiteX734" fmla="*/ 1394800 w 5372199"/>
                <a:gd name="connsiteY734" fmla="*/ 770353 h 5390836"/>
                <a:gd name="connsiteX735" fmla="*/ 1389646 w 5372199"/>
                <a:gd name="connsiteY735" fmla="*/ 755921 h 5390836"/>
                <a:gd name="connsiteX736" fmla="*/ 1380357 w 5372199"/>
                <a:gd name="connsiteY736" fmla="*/ 747671 h 5390836"/>
                <a:gd name="connsiteX737" fmla="*/ 1380357 w 5372199"/>
                <a:gd name="connsiteY737" fmla="*/ 732199 h 5390836"/>
                <a:gd name="connsiteX738" fmla="*/ 1380357 w 5372199"/>
                <a:gd name="connsiteY738" fmla="*/ 696103 h 5390836"/>
                <a:gd name="connsiteX739" fmla="*/ 1387578 w 5372199"/>
                <a:gd name="connsiteY739" fmla="*/ 682699 h 5390836"/>
                <a:gd name="connsiteX740" fmla="*/ 1392732 w 5372199"/>
                <a:gd name="connsiteY740" fmla="*/ 676517 h 5390836"/>
                <a:gd name="connsiteX741" fmla="*/ 1418511 w 5372199"/>
                <a:gd name="connsiteY741" fmla="*/ 685795 h 5390836"/>
                <a:gd name="connsiteX742" fmla="*/ 1431926 w 5372199"/>
                <a:gd name="connsiteY742" fmla="*/ 672392 h 5390836"/>
                <a:gd name="connsiteX743" fmla="*/ 1646166 w 5372199"/>
                <a:gd name="connsiteY743" fmla="*/ 509318 h 5390836"/>
                <a:gd name="connsiteX744" fmla="*/ 1664986 w 5372199"/>
                <a:gd name="connsiteY744" fmla="*/ 516660 h 5390836"/>
                <a:gd name="connsiteX745" fmla="*/ 1677361 w 5372199"/>
                <a:gd name="connsiteY745" fmla="*/ 521825 h 5390836"/>
                <a:gd name="connsiteX746" fmla="*/ 1683554 w 5372199"/>
                <a:gd name="connsiteY746" fmla="*/ 534200 h 5390836"/>
                <a:gd name="connsiteX747" fmla="*/ 1683554 w 5372199"/>
                <a:gd name="connsiteY747" fmla="*/ 550701 h 5390836"/>
                <a:gd name="connsiteX748" fmla="*/ 1683554 w 5372199"/>
                <a:gd name="connsiteY748" fmla="*/ 568229 h 5390836"/>
                <a:gd name="connsiteX749" fmla="*/ 1683554 w 5372199"/>
                <a:gd name="connsiteY749" fmla="*/ 581633 h 5390836"/>
                <a:gd name="connsiteX750" fmla="*/ 1674265 w 5372199"/>
                <a:gd name="connsiteY750" fmla="*/ 595036 h 5390836"/>
                <a:gd name="connsiteX751" fmla="*/ 1662929 w 5372199"/>
                <a:gd name="connsiteY751" fmla="*/ 602258 h 5390836"/>
                <a:gd name="connsiteX752" fmla="*/ 1654678 w 5372199"/>
                <a:gd name="connsiteY752" fmla="*/ 614633 h 5390836"/>
                <a:gd name="connsiteX753" fmla="*/ 1639206 w 5372199"/>
                <a:gd name="connsiteY753" fmla="*/ 614633 h 5390836"/>
                <a:gd name="connsiteX754" fmla="*/ 1630956 w 5372199"/>
                <a:gd name="connsiteY754" fmla="*/ 602258 h 5390836"/>
                <a:gd name="connsiteX755" fmla="*/ 1610331 w 5372199"/>
                <a:gd name="connsiteY755" fmla="*/ 589883 h 5390836"/>
                <a:gd name="connsiteX756" fmla="*/ 1593830 w 5372199"/>
                <a:gd name="connsiteY756" fmla="*/ 579576 h 5390836"/>
                <a:gd name="connsiteX757" fmla="*/ 1579387 w 5372199"/>
                <a:gd name="connsiteY757" fmla="*/ 565133 h 5390836"/>
                <a:gd name="connsiteX758" fmla="*/ 1573204 w 5372199"/>
                <a:gd name="connsiteY758" fmla="*/ 553797 h 5390836"/>
                <a:gd name="connsiteX759" fmla="*/ 1568051 w 5372199"/>
                <a:gd name="connsiteY759" fmla="*/ 536257 h 5390836"/>
                <a:gd name="connsiteX760" fmla="*/ 1564954 w 5372199"/>
                <a:gd name="connsiteY760" fmla="*/ 523882 h 5390836"/>
                <a:gd name="connsiteX761" fmla="*/ 1578358 w 5372199"/>
                <a:gd name="connsiteY761" fmla="*/ 523882 h 5390836"/>
                <a:gd name="connsiteX762" fmla="*/ 1593830 w 5372199"/>
                <a:gd name="connsiteY762" fmla="*/ 523882 h 5390836"/>
                <a:gd name="connsiteX763" fmla="*/ 1606205 w 5372199"/>
                <a:gd name="connsiteY763" fmla="*/ 517700 h 5390836"/>
                <a:gd name="connsiteX764" fmla="*/ 1619609 w 5372199"/>
                <a:gd name="connsiteY764" fmla="*/ 517700 h 5390836"/>
                <a:gd name="connsiteX765" fmla="*/ 1628888 w 5372199"/>
                <a:gd name="connsiteY765" fmla="*/ 510479 h 5390836"/>
                <a:gd name="connsiteX766" fmla="*/ 1646166 w 5372199"/>
                <a:gd name="connsiteY766" fmla="*/ 509318 h 5390836"/>
                <a:gd name="connsiteX767" fmla="*/ 1473177 w 5372199"/>
                <a:gd name="connsiteY767" fmla="*/ 465101 h 5390836"/>
                <a:gd name="connsiteX768" fmla="*/ 1463898 w 5372199"/>
                <a:gd name="connsiteY768" fmla="*/ 472322 h 5390836"/>
                <a:gd name="connsiteX769" fmla="*/ 1460802 w 5372199"/>
                <a:gd name="connsiteY769" fmla="*/ 476447 h 5390836"/>
                <a:gd name="connsiteX770" fmla="*/ 1451512 w 5372199"/>
                <a:gd name="connsiteY770" fmla="*/ 486753 h 5390836"/>
                <a:gd name="connsiteX771" fmla="*/ 1446358 w 5372199"/>
                <a:gd name="connsiteY771" fmla="*/ 497071 h 5390836"/>
                <a:gd name="connsiteX772" fmla="*/ 1430897 w 5372199"/>
                <a:gd name="connsiteY772" fmla="*/ 519754 h 5390836"/>
                <a:gd name="connsiteX773" fmla="*/ 1430897 w 5372199"/>
                <a:gd name="connsiteY773" fmla="*/ 534197 h 5390836"/>
                <a:gd name="connsiteX774" fmla="*/ 1445330 w 5372199"/>
                <a:gd name="connsiteY774" fmla="*/ 534197 h 5390836"/>
                <a:gd name="connsiteX775" fmla="*/ 1458734 w 5372199"/>
                <a:gd name="connsiteY775" fmla="*/ 518725 h 5390836"/>
                <a:gd name="connsiteX776" fmla="*/ 1466984 w 5372199"/>
                <a:gd name="connsiteY776" fmla="*/ 498100 h 5390836"/>
                <a:gd name="connsiteX777" fmla="*/ 1473177 w 5372199"/>
                <a:gd name="connsiteY777" fmla="*/ 478503 h 5390836"/>
                <a:gd name="connsiteX778" fmla="*/ 1473177 w 5372199"/>
                <a:gd name="connsiteY778" fmla="*/ 465101 h 5390836"/>
                <a:gd name="connsiteX779" fmla="*/ 1498954 w 5372199"/>
                <a:gd name="connsiteY779" fmla="*/ 383631 h 5390836"/>
                <a:gd name="connsiteX780" fmla="*/ 1527830 w 5372199"/>
                <a:gd name="connsiteY780" fmla="*/ 383631 h 5390836"/>
                <a:gd name="connsiteX781" fmla="*/ 1543291 w 5372199"/>
                <a:gd name="connsiteY781" fmla="*/ 398073 h 5390836"/>
                <a:gd name="connsiteX782" fmla="*/ 1551541 w 5372199"/>
                <a:gd name="connsiteY782" fmla="*/ 410449 h 5390836"/>
                <a:gd name="connsiteX783" fmla="*/ 1545359 w 5372199"/>
                <a:gd name="connsiteY783" fmla="*/ 438295 h 5390836"/>
                <a:gd name="connsiteX784" fmla="*/ 1545359 w 5372199"/>
                <a:gd name="connsiteY784" fmla="*/ 456852 h 5390836"/>
                <a:gd name="connsiteX785" fmla="*/ 1545359 w 5372199"/>
                <a:gd name="connsiteY785" fmla="*/ 520796 h 5390836"/>
                <a:gd name="connsiteX786" fmla="*/ 1545359 w 5372199"/>
                <a:gd name="connsiteY786" fmla="*/ 543478 h 5390836"/>
                <a:gd name="connsiteX787" fmla="*/ 1538137 w 5372199"/>
                <a:gd name="connsiteY787" fmla="*/ 549671 h 5390836"/>
                <a:gd name="connsiteX788" fmla="*/ 1538137 w 5372199"/>
                <a:gd name="connsiteY788" fmla="*/ 564104 h 5390836"/>
                <a:gd name="connsiteX789" fmla="*/ 1551552 w 5372199"/>
                <a:gd name="connsiteY789" fmla="*/ 579576 h 5390836"/>
                <a:gd name="connsiteX790" fmla="*/ 1596927 w 5372199"/>
                <a:gd name="connsiteY790" fmla="*/ 656923 h 5390836"/>
                <a:gd name="connsiteX791" fmla="*/ 1596927 w 5372199"/>
                <a:gd name="connsiteY791" fmla="*/ 686827 h 5390836"/>
                <a:gd name="connsiteX792" fmla="*/ 1590734 w 5372199"/>
                <a:gd name="connsiteY792" fmla="*/ 711577 h 5390836"/>
                <a:gd name="connsiteX793" fmla="*/ 1580427 w 5372199"/>
                <a:gd name="connsiteY793" fmla="*/ 728078 h 5390836"/>
                <a:gd name="connsiteX794" fmla="*/ 1571138 w 5372199"/>
                <a:gd name="connsiteY794" fmla="*/ 728078 h 5390836"/>
                <a:gd name="connsiteX795" fmla="*/ 1558762 w 5372199"/>
                <a:gd name="connsiteY795" fmla="*/ 728078 h 5390836"/>
                <a:gd name="connsiteX796" fmla="*/ 1547427 w 5372199"/>
                <a:gd name="connsiteY796" fmla="*/ 728078 h 5390836"/>
                <a:gd name="connsiteX797" fmla="*/ 1529887 w 5372199"/>
                <a:gd name="connsiteY797" fmla="*/ 728078 h 5390836"/>
                <a:gd name="connsiteX798" fmla="*/ 1514415 w 5372199"/>
                <a:gd name="connsiteY798" fmla="*/ 718798 h 5390836"/>
                <a:gd name="connsiteX799" fmla="*/ 1481415 w 5372199"/>
                <a:gd name="connsiteY799" fmla="*/ 710548 h 5390836"/>
                <a:gd name="connsiteX800" fmla="*/ 1490704 w 5372199"/>
                <a:gd name="connsiteY800" fmla="*/ 697135 h 5390836"/>
                <a:gd name="connsiteX801" fmla="*/ 1506176 w 5372199"/>
                <a:gd name="connsiteY801" fmla="*/ 688884 h 5390836"/>
                <a:gd name="connsiteX802" fmla="*/ 1506176 w 5372199"/>
                <a:gd name="connsiteY802" fmla="*/ 661048 h 5390836"/>
                <a:gd name="connsiteX803" fmla="*/ 1498954 w 5372199"/>
                <a:gd name="connsiteY803" fmla="*/ 648674 h 5390836"/>
                <a:gd name="connsiteX804" fmla="*/ 1488636 w 5372199"/>
                <a:gd name="connsiteY804" fmla="*/ 631133 h 5390836"/>
                <a:gd name="connsiteX805" fmla="*/ 1477300 w 5372199"/>
                <a:gd name="connsiteY805" fmla="*/ 606383 h 5390836"/>
                <a:gd name="connsiteX806" fmla="*/ 1469050 w 5372199"/>
                <a:gd name="connsiteY806" fmla="*/ 601230 h 5390836"/>
                <a:gd name="connsiteX807" fmla="*/ 1454607 w 5372199"/>
                <a:gd name="connsiteY807" fmla="*/ 601230 h 5390836"/>
                <a:gd name="connsiteX808" fmla="*/ 1445328 w 5372199"/>
                <a:gd name="connsiteY808" fmla="*/ 608451 h 5390836"/>
                <a:gd name="connsiteX809" fmla="*/ 1428828 w 5372199"/>
                <a:gd name="connsiteY809" fmla="*/ 616702 h 5390836"/>
                <a:gd name="connsiteX810" fmla="*/ 1420578 w 5372199"/>
                <a:gd name="connsiteY810" fmla="*/ 616702 h 5390836"/>
                <a:gd name="connsiteX811" fmla="*/ 1410260 w 5372199"/>
                <a:gd name="connsiteY811" fmla="*/ 607411 h 5390836"/>
                <a:gd name="connsiteX812" fmla="*/ 1404078 w 5372199"/>
                <a:gd name="connsiteY812" fmla="*/ 607411 h 5390836"/>
                <a:gd name="connsiteX813" fmla="*/ 1394799 w 5372199"/>
                <a:gd name="connsiteY813" fmla="*/ 596076 h 5390836"/>
                <a:gd name="connsiteX814" fmla="*/ 1380356 w 5372199"/>
                <a:gd name="connsiteY814" fmla="*/ 580605 h 5390836"/>
                <a:gd name="connsiteX815" fmla="*/ 1362827 w 5372199"/>
                <a:gd name="connsiteY815" fmla="*/ 559979 h 5390836"/>
                <a:gd name="connsiteX816" fmla="*/ 1347355 w 5372199"/>
                <a:gd name="connsiteY816" fmla="*/ 537296 h 5390836"/>
                <a:gd name="connsiteX817" fmla="*/ 1347355 w 5372199"/>
                <a:gd name="connsiteY817" fmla="*/ 502228 h 5390836"/>
                <a:gd name="connsiteX818" fmla="*/ 1357673 w 5372199"/>
                <a:gd name="connsiteY818" fmla="*/ 488825 h 5390836"/>
                <a:gd name="connsiteX819" fmla="*/ 1373134 w 5372199"/>
                <a:gd name="connsiteY819" fmla="*/ 488825 h 5390836"/>
                <a:gd name="connsiteX820" fmla="*/ 1383452 w 5372199"/>
                <a:gd name="connsiteY820" fmla="*/ 488825 h 5390836"/>
                <a:gd name="connsiteX821" fmla="*/ 1404078 w 5372199"/>
                <a:gd name="connsiteY821" fmla="*/ 467171 h 5390836"/>
                <a:gd name="connsiteX822" fmla="*/ 1418510 w 5372199"/>
                <a:gd name="connsiteY822" fmla="*/ 450670 h 5390836"/>
                <a:gd name="connsiteX823" fmla="*/ 1428828 w 5372199"/>
                <a:gd name="connsiteY823" fmla="*/ 438295 h 5390836"/>
                <a:gd name="connsiteX824" fmla="*/ 1438107 w 5372199"/>
                <a:gd name="connsiteY824" fmla="*/ 429006 h 5390836"/>
                <a:gd name="connsiteX825" fmla="*/ 1448425 w 5372199"/>
                <a:gd name="connsiteY825" fmla="*/ 414573 h 5390836"/>
                <a:gd name="connsiteX826" fmla="*/ 1448425 w 5372199"/>
                <a:gd name="connsiteY826" fmla="*/ 404255 h 5390836"/>
                <a:gd name="connsiteX827" fmla="*/ 1453579 w 5372199"/>
                <a:gd name="connsiteY827" fmla="*/ 396005 h 5390836"/>
                <a:gd name="connsiteX828" fmla="*/ 1459761 w 5372199"/>
                <a:gd name="connsiteY828" fmla="*/ 388795 h 5390836"/>
                <a:gd name="connsiteX829" fmla="*/ 1469050 w 5372199"/>
                <a:gd name="connsiteY829" fmla="*/ 391881 h 5390836"/>
                <a:gd name="connsiteX830" fmla="*/ 1484511 w 5372199"/>
                <a:gd name="connsiteY830" fmla="*/ 391881 h 5390836"/>
                <a:gd name="connsiteX831" fmla="*/ 1498954 w 5372199"/>
                <a:gd name="connsiteY831" fmla="*/ 383631 h 5390836"/>
                <a:gd name="connsiteX832" fmla="*/ 4049260 w 5372199"/>
                <a:gd name="connsiteY832" fmla="*/ 354753 h 5390836"/>
                <a:gd name="connsiteX833" fmla="*/ 4069885 w 5372199"/>
                <a:gd name="connsiteY833" fmla="*/ 368156 h 5390836"/>
                <a:gd name="connsiteX834" fmla="*/ 4079164 w 5372199"/>
                <a:gd name="connsiteY834" fmla="*/ 390849 h 5390836"/>
                <a:gd name="connsiteX835" fmla="*/ 4079164 w 5372199"/>
                <a:gd name="connsiteY835" fmla="*/ 405282 h 5390836"/>
                <a:gd name="connsiteX836" fmla="*/ 4074010 w 5372199"/>
                <a:gd name="connsiteY836" fmla="*/ 418685 h 5390836"/>
                <a:gd name="connsiteX837" fmla="*/ 4053385 w 5372199"/>
                <a:gd name="connsiteY837" fmla="*/ 435196 h 5390836"/>
                <a:gd name="connsiteX838" fmla="*/ 4045135 w 5372199"/>
                <a:gd name="connsiteY838" fmla="*/ 447561 h 5390836"/>
                <a:gd name="connsiteX839" fmla="*/ 4055442 w 5372199"/>
                <a:gd name="connsiteY839" fmla="*/ 447561 h 5390836"/>
                <a:gd name="connsiteX840" fmla="*/ 4068856 w 5372199"/>
                <a:gd name="connsiteY840" fmla="*/ 447561 h 5390836"/>
                <a:gd name="connsiteX841" fmla="*/ 4084317 w 5372199"/>
                <a:gd name="connsiteY841" fmla="*/ 447561 h 5390836"/>
                <a:gd name="connsiteX842" fmla="*/ 4105971 w 5372199"/>
                <a:gd name="connsiteY842" fmla="*/ 447561 h 5390836"/>
                <a:gd name="connsiteX843" fmla="*/ 4128664 w 5372199"/>
                <a:gd name="connsiteY843" fmla="*/ 460975 h 5390836"/>
                <a:gd name="connsiteX844" fmla="*/ 4145164 w 5372199"/>
                <a:gd name="connsiteY844" fmla="*/ 478504 h 5390836"/>
                <a:gd name="connsiteX845" fmla="*/ 4145164 w 5372199"/>
                <a:gd name="connsiteY845" fmla="*/ 512533 h 5390836"/>
                <a:gd name="connsiteX846" fmla="*/ 4135886 w 5372199"/>
                <a:gd name="connsiteY846" fmla="*/ 512533 h 5390836"/>
                <a:gd name="connsiteX847" fmla="*/ 4120414 w 5372199"/>
                <a:gd name="connsiteY847" fmla="*/ 512533 h 5390836"/>
                <a:gd name="connsiteX848" fmla="*/ 4088442 w 5372199"/>
                <a:gd name="connsiteY848" fmla="*/ 512533 h 5390836"/>
                <a:gd name="connsiteX849" fmla="*/ 4069885 w 5372199"/>
                <a:gd name="connsiteY849" fmla="*/ 512533 h 5390836"/>
                <a:gd name="connsiteX850" fmla="*/ 4052356 w 5372199"/>
                <a:gd name="connsiteY850" fmla="*/ 504283 h 5390836"/>
                <a:gd name="connsiteX851" fmla="*/ 4020384 w 5372199"/>
                <a:gd name="connsiteY851" fmla="*/ 499129 h 5390836"/>
                <a:gd name="connsiteX852" fmla="*/ 4004913 w 5372199"/>
                <a:gd name="connsiteY852" fmla="*/ 507379 h 5390836"/>
                <a:gd name="connsiteX853" fmla="*/ 3995634 w 5372199"/>
                <a:gd name="connsiteY853" fmla="*/ 529033 h 5390836"/>
                <a:gd name="connsiteX854" fmla="*/ 4013163 w 5372199"/>
                <a:gd name="connsiteY854" fmla="*/ 598130 h 5390836"/>
                <a:gd name="connsiteX855" fmla="*/ 4024509 w 5372199"/>
                <a:gd name="connsiteY855" fmla="*/ 651756 h 5390836"/>
                <a:gd name="connsiteX856" fmla="*/ 4044106 w 5372199"/>
                <a:gd name="connsiteY856" fmla="*/ 693006 h 5390836"/>
                <a:gd name="connsiteX857" fmla="*/ 4058538 w 5372199"/>
                <a:gd name="connsiteY857" fmla="*/ 711564 h 5390836"/>
                <a:gd name="connsiteX858" fmla="*/ 4067817 w 5372199"/>
                <a:gd name="connsiteY858" fmla="*/ 729103 h 5390836"/>
                <a:gd name="connsiteX859" fmla="*/ 4092567 w 5372199"/>
                <a:gd name="connsiteY859" fmla="*/ 760036 h 5390836"/>
                <a:gd name="connsiteX860" fmla="*/ 4100817 w 5372199"/>
                <a:gd name="connsiteY860" fmla="*/ 771382 h 5390836"/>
                <a:gd name="connsiteX861" fmla="*/ 4092567 w 5372199"/>
                <a:gd name="connsiteY861" fmla="*/ 777564 h 5390836"/>
                <a:gd name="connsiteX862" fmla="*/ 4084317 w 5372199"/>
                <a:gd name="connsiteY862" fmla="*/ 788911 h 5390836"/>
                <a:gd name="connsiteX863" fmla="*/ 4059567 w 5372199"/>
                <a:gd name="connsiteY863" fmla="*/ 788911 h 5390836"/>
                <a:gd name="connsiteX864" fmla="*/ 4049260 w 5372199"/>
                <a:gd name="connsiteY864" fmla="*/ 788911 h 5390836"/>
                <a:gd name="connsiteX865" fmla="*/ 4039981 w 5372199"/>
                <a:gd name="connsiteY865" fmla="*/ 788911 h 5390836"/>
                <a:gd name="connsiteX866" fmla="*/ 4023481 w 5372199"/>
                <a:gd name="connsiteY866" fmla="*/ 777564 h 5390836"/>
                <a:gd name="connsiteX867" fmla="*/ 4005941 w 5372199"/>
                <a:gd name="connsiteY867" fmla="*/ 768286 h 5390836"/>
                <a:gd name="connsiteX868" fmla="*/ 3991509 w 5372199"/>
                <a:gd name="connsiteY868" fmla="*/ 755910 h 5390836"/>
                <a:gd name="connsiteX869" fmla="*/ 3969855 w 5372199"/>
                <a:gd name="connsiteY869" fmla="*/ 738382 h 5390836"/>
                <a:gd name="connsiteX870" fmla="*/ 3961605 w 5372199"/>
                <a:gd name="connsiteY870" fmla="*/ 720853 h 5390836"/>
                <a:gd name="connsiteX871" fmla="*/ 3961605 w 5372199"/>
                <a:gd name="connsiteY871" fmla="*/ 671352 h 5390836"/>
                <a:gd name="connsiteX872" fmla="*/ 3955412 w 5372199"/>
                <a:gd name="connsiteY872" fmla="*/ 627006 h 5390836"/>
                <a:gd name="connsiteX873" fmla="*/ 3949230 w 5372199"/>
                <a:gd name="connsiteY873" fmla="*/ 601227 h 5390836"/>
                <a:gd name="connsiteX874" fmla="*/ 3933758 w 5372199"/>
                <a:gd name="connsiteY874" fmla="*/ 553783 h 5390836"/>
                <a:gd name="connsiteX875" fmla="*/ 3890440 w 5372199"/>
                <a:gd name="connsiteY875" fmla="*/ 575437 h 5390836"/>
                <a:gd name="connsiteX876" fmla="*/ 3837843 w 5372199"/>
                <a:gd name="connsiteY876" fmla="*/ 587812 h 5390836"/>
                <a:gd name="connsiteX877" fmla="*/ 3791439 w 5372199"/>
                <a:gd name="connsiteY877" fmla="*/ 587812 h 5390836"/>
                <a:gd name="connsiteX878" fmla="*/ 3758439 w 5372199"/>
                <a:gd name="connsiteY878" fmla="*/ 587812 h 5390836"/>
                <a:gd name="connsiteX879" fmla="*/ 3731631 w 5372199"/>
                <a:gd name="connsiteY879" fmla="*/ 579562 h 5390836"/>
                <a:gd name="connsiteX880" fmla="*/ 3718228 w 5372199"/>
                <a:gd name="connsiteY880" fmla="*/ 579562 h 5390836"/>
                <a:gd name="connsiteX881" fmla="*/ 3718228 w 5372199"/>
                <a:gd name="connsiteY881" fmla="*/ 567198 h 5390836"/>
                <a:gd name="connsiteX882" fmla="*/ 3718228 w 5372199"/>
                <a:gd name="connsiteY882" fmla="*/ 549658 h 5390836"/>
                <a:gd name="connsiteX883" fmla="*/ 3709977 w 5372199"/>
                <a:gd name="connsiteY883" fmla="*/ 539351 h 5390836"/>
                <a:gd name="connsiteX884" fmla="*/ 3721313 w 5372199"/>
                <a:gd name="connsiteY884" fmla="*/ 539351 h 5390836"/>
                <a:gd name="connsiteX885" fmla="*/ 3744006 w 5372199"/>
                <a:gd name="connsiteY885" fmla="*/ 539351 h 5390836"/>
                <a:gd name="connsiteX886" fmla="*/ 3759478 w 5372199"/>
                <a:gd name="connsiteY886" fmla="*/ 539351 h 5390836"/>
                <a:gd name="connsiteX887" fmla="*/ 3769785 w 5372199"/>
                <a:gd name="connsiteY887" fmla="*/ 539351 h 5390836"/>
                <a:gd name="connsiteX888" fmla="*/ 3851258 w 5372199"/>
                <a:gd name="connsiteY888" fmla="*/ 519754 h 5390836"/>
                <a:gd name="connsiteX889" fmla="*/ 3892508 w 5372199"/>
                <a:gd name="connsiteY889" fmla="*/ 495004 h 5390836"/>
                <a:gd name="connsiteX890" fmla="*/ 3905912 w 5372199"/>
                <a:gd name="connsiteY890" fmla="*/ 482629 h 5390836"/>
                <a:gd name="connsiteX891" fmla="*/ 3894565 w 5372199"/>
                <a:gd name="connsiteY891" fmla="*/ 477476 h 5390836"/>
                <a:gd name="connsiteX892" fmla="*/ 3886315 w 5372199"/>
                <a:gd name="connsiteY892" fmla="*/ 477476 h 5390836"/>
                <a:gd name="connsiteX893" fmla="*/ 3873940 w 5372199"/>
                <a:gd name="connsiteY893" fmla="*/ 477476 h 5390836"/>
                <a:gd name="connsiteX894" fmla="*/ 3863633 w 5372199"/>
                <a:gd name="connsiteY894" fmla="*/ 471282 h 5390836"/>
                <a:gd name="connsiteX895" fmla="*/ 3852286 w 5372199"/>
                <a:gd name="connsiteY895" fmla="*/ 454782 h 5390836"/>
                <a:gd name="connsiteX896" fmla="*/ 3847132 w 5372199"/>
                <a:gd name="connsiteY896" fmla="*/ 420753 h 5390836"/>
                <a:gd name="connsiteX897" fmla="*/ 3860536 w 5372199"/>
                <a:gd name="connsiteY897" fmla="*/ 409418 h 5390836"/>
                <a:gd name="connsiteX898" fmla="*/ 3873951 w 5372199"/>
                <a:gd name="connsiteY898" fmla="*/ 409418 h 5390836"/>
                <a:gd name="connsiteX899" fmla="*/ 3887354 w 5372199"/>
                <a:gd name="connsiteY899" fmla="*/ 409407 h 5390836"/>
                <a:gd name="connsiteX900" fmla="*/ 3900758 w 5372199"/>
                <a:gd name="connsiteY900" fmla="*/ 409407 h 5390836"/>
                <a:gd name="connsiteX901" fmla="*/ 3923440 w 5372199"/>
                <a:gd name="connsiteY901" fmla="*/ 422821 h 5390836"/>
                <a:gd name="connsiteX902" fmla="*/ 3968816 w 5372199"/>
                <a:gd name="connsiteY902" fmla="*/ 431061 h 5390836"/>
                <a:gd name="connsiteX903" fmla="*/ 3995634 w 5372199"/>
                <a:gd name="connsiteY903" fmla="*/ 401157 h 5390836"/>
                <a:gd name="connsiteX904" fmla="*/ 4011106 w 5372199"/>
                <a:gd name="connsiteY904" fmla="*/ 380532 h 5390836"/>
                <a:gd name="connsiteX905" fmla="*/ 4020384 w 5372199"/>
                <a:gd name="connsiteY905" fmla="*/ 360935 h 5390836"/>
                <a:gd name="connsiteX906" fmla="*/ 4030692 w 5372199"/>
                <a:gd name="connsiteY906" fmla="*/ 360946 h 5390836"/>
                <a:gd name="connsiteX907" fmla="*/ 4045135 w 5372199"/>
                <a:gd name="connsiteY907" fmla="*/ 371253 h 5390836"/>
                <a:gd name="connsiteX908" fmla="*/ 4058538 w 5372199"/>
                <a:gd name="connsiteY908" fmla="*/ 371253 h 5390836"/>
                <a:gd name="connsiteX909" fmla="*/ 1383200 w 5372199"/>
                <a:gd name="connsiteY909" fmla="*/ 242484 h 5390836"/>
                <a:gd name="connsiteX910" fmla="*/ 1389646 w 5372199"/>
                <a:gd name="connsiteY910" fmla="*/ 244417 h 5390836"/>
                <a:gd name="connsiteX911" fmla="*/ 1403049 w 5372199"/>
                <a:gd name="connsiteY911" fmla="*/ 256792 h 5390836"/>
                <a:gd name="connsiteX912" fmla="*/ 1425742 w 5372199"/>
                <a:gd name="connsiteY912" fmla="*/ 272253 h 5390836"/>
                <a:gd name="connsiteX913" fmla="*/ 1425742 w 5372199"/>
                <a:gd name="connsiteY913" fmla="*/ 302168 h 5390836"/>
                <a:gd name="connsiteX914" fmla="*/ 1432953 w 5372199"/>
                <a:gd name="connsiteY914" fmla="*/ 308350 h 5390836"/>
                <a:gd name="connsiteX915" fmla="*/ 1470078 w 5372199"/>
                <a:gd name="connsiteY915" fmla="*/ 272253 h 5390836"/>
                <a:gd name="connsiteX916" fmla="*/ 1491732 w 5372199"/>
                <a:gd name="connsiteY916" fmla="*/ 251628 h 5390836"/>
                <a:gd name="connsiteX917" fmla="*/ 1505146 w 5372199"/>
                <a:gd name="connsiteY917" fmla="*/ 251628 h 5390836"/>
                <a:gd name="connsiteX918" fmla="*/ 1517522 w 5372199"/>
                <a:gd name="connsiteY918" fmla="*/ 251628 h 5390836"/>
                <a:gd name="connsiteX919" fmla="*/ 1538147 w 5372199"/>
                <a:gd name="connsiteY919" fmla="*/ 251628 h 5390836"/>
                <a:gd name="connsiteX920" fmla="*/ 1547425 w 5372199"/>
                <a:gd name="connsiteY920" fmla="*/ 251628 h 5390836"/>
                <a:gd name="connsiteX921" fmla="*/ 1555675 w 5372199"/>
                <a:gd name="connsiteY921" fmla="*/ 266071 h 5390836"/>
                <a:gd name="connsiteX922" fmla="*/ 1543300 w 5372199"/>
                <a:gd name="connsiteY922" fmla="*/ 300100 h 5390836"/>
                <a:gd name="connsiteX923" fmla="*/ 1528868 w 5372199"/>
                <a:gd name="connsiteY923" fmla="*/ 300100 h 5390836"/>
                <a:gd name="connsiteX924" fmla="*/ 1507204 w 5372199"/>
                <a:gd name="connsiteY924" fmla="*/ 314543 h 5390836"/>
                <a:gd name="connsiteX925" fmla="*/ 1491732 w 5372199"/>
                <a:gd name="connsiteY925" fmla="*/ 326918 h 5390836"/>
                <a:gd name="connsiteX926" fmla="*/ 1478328 w 5372199"/>
                <a:gd name="connsiteY926" fmla="*/ 341350 h 5390836"/>
                <a:gd name="connsiteX927" fmla="*/ 1465953 w 5372199"/>
                <a:gd name="connsiteY927" fmla="*/ 356822 h 5390836"/>
                <a:gd name="connsiteX928" fmla="*/ 1450493 w 5372199"/>
                <a:gd name="connsiteY928" fmla="*/ 365072 h 5390836"/>
                <a:gd name="connsiteX929" fmla="*/ 1433982 w 5372199"/>
                <a:gd name="connsiteY929" fmla="*/ 387754 h 5390836"/>
                <a:gd name="connsiteX930" fmla="*/ 1390674 w 5372199"/>
                <a:gd name="connsiteY930" fmla="*/ 431072 h 5390836"/>
                <a:gd name="connsiteX931" fmla="*/ 1378299 w 5372199"/>
                <a:gd name="connsiteY931" fmla="*/ 443448 h 5390836"/>
                <a:gd name="connsiteX932" fmla="*/ 1366953 w 5372199"/>
                <a:gd name="connsiteY932" fmla="*/ 455823 h 5390836"/>
                <a:gd name="connsiteX933" fmla="*/ 1355617 w 5372199"/>
                <a:gd name="connsiteY933" fmla="*/ 466130 h 5390836"/>
                <a:gd name="connsiteX934" fmla="*/ 1345299 w 5372199"/>
                <a:gd name="connsiteY934" fmla="*/ 474391 h 5390836"/>
                <a:gd name="connsiteX935" fmla="*/ 1336020 w 5372199"/>
                <a:gd name="connsiteY935" fmla="*/ 484698 h 5390836"/>
                <a:gd name="connsiteX936" fmla="*/ 1325702 w 5372199"/>
                <a:gd name="connsiteY936" fmla="*/ 491920 h 5390836"/>
                <a:gd name="connsiteX937" fmla="*/ 1317452 w 5372199"/>
                <a:gd name="connsiteY937" fmla="*/ 497073 h 5390836"/>
                <a:gd name="connsiteX938" fmla="*/ 1306117 w 5372199"/>
                <a:gd name="connsiteY938" fmla="*/ 508420 h 5390836"/>
                <a:gd name="connsiteX939" fmla="*/ 1296827 w 5372199"/>
                <a:gd name="connsiteY939" fmla="*/ 519756 h 5390836"/>
                <a:gd name="connsiteX940" fmla="*/ 1290645 w 5372199"/>
                <a:gd name="connsiteY940" fmla="*/ 531102 h 5390836"/>
                <a:gd name="connsiteX941" fmla="*/ 1279299 w 5372199"/>
                <a:gd name="connsiteY941" fmla="*/ 531102 h 5390836"/>
                <a:gd name="connsiteX942" fmla="*/ 1263827 w 5372199"/>
                <a:gd name="connsiteY942" fmla="*/ 539352 h 5390836"/>
                <a:gd name="connsiteX943" fmla="*/ 1251452 w 5372199"/>
                <a:gd name="connsiteY943" fmla="*/ 525949 h 5390836"/>
                <a:gd name="connsiteX944" fmla="*/ 1242173 w 5372199"/>
                <a:gd name="connsiteY944" fmla="*/ 513574 h 5390836"/>
                <a:gd name="connsiteX945" fmla="*/ 1242173 w 5372199"/>
                <a:gd name="connsiteY945" fmla="*/ 501198 h 5390836"/>
                <a:gd name="connsiteX946" fmla="*/ 1262798 w 5372199"/>
                <a:gd name="connsiteY946" fmla="*/ 469227 h 5390836"/>
                <a:gd name="connsiteX947" fmla="*/ 1273106 w 5372199"/>
                <a:gd name="connsiteY947" fmla="*/ 469227 h 5390836"/>
                <a:gd name="connsiteX948" fmla="*/ 1286520 w 5372199"/>
                <a:gd name="connsiteY948" fmla="*/ 453755 h 5390836"/>
                <a:gd name="connsiteX949" fmla="*/ 1321577 w 5372199"/>
                <a:gd name="connsiteY949" fmla="*/ 421794 h 5390836"/>
                <a:gd name="connsiteX950" fmla="*/ 1337049 w 5372199"/>
                <a:gd name="connsiteY950" fmla="*/ 408380 h 5390836"/>
                <a:gd name="connsiteX951" fmla="*/ 1362828 w 5372199"/>
                <a:gd name="connsiteY951" fmla="*/ 380543 h 5390836"/>
                <a:gd name="connsiteX952" fmla="*/ 1371078 w 5372199"/>
                <a:gd name="connsiteY952" fmla="*/ 365072 h 5390836"/>
                <a:gd name="connsiteX953" fmla="*/ 1363867 w 5372199"/>
                <a:gd name="connsiteY953" fmla="*/ 357851 h 5390836"/>
                <a:gd name="connsiteX954" fmla="*/ 1353549 w 5372199"/>
                <a:gd name="connsiteY954" fmla="*/ 357851 h 5390836"/>
                <a:gd name="connsiteX955" fmla="*/ 1341174 w 5372199"/>
                <a:gd name="connsiteY955" fmla="*/ 357851 h 5390836"/>
                <a:gd name="connsiteX956" fmla="*/ 1341174 w 5372199"/>
                <a:gd name="connsiteY956" fmla="*/ 347543 h 5390836"/>
                <a:gd name="connsiteX957" fmla="*/ 1341174 w 5372199"/>
                <a:gd name="connsiteY957" fmla="*/ 337225 h 5390836"/>
                <a:gd name="connsiteX958" fmla="*/ 1341174 w 5372199"/>
                <a:gd name="connsiteY958" fmla="*/ 323822 h 5390836"/>
                <a:gd name="connsiteX959" fmla="*/ 1313327 w 5372199"/>
                <a:gd name="connsiteY959" fmla="*/ 304225 h 5390836"/>
                <a:gd name="connsiteX960" fmla="*/ 1313327 w 5372199"/>
                <a:gd name="connsiteY960" fmla="*/ 292878 h 5390836"/>
                <a:gd name="connsiteX961" fmla="*/ 1328799 w 5372199"/>
                <a:gd name="connsiteY961" fmla="*/ 280503 h 5390836"/>
                <a:gd name="connsiteX962" fmla="*/ 1336020 w 5372199"/>
                <a:gd name="connsiteY962" fmla="*/ 270196 h 5390836"/>
                <a:gd name="connsiteX963" fmla="*/ 1344270 w 5372199"/>
                <a:gd name="connsiteY963" fmla="*/ 264003 h 5390836"/>
                <a:gd name="connsiteX964" fmla="*/ 1351492 w 5372199"/>
                <a:gd name="connsiteY964" fmla="*/ 254724 h 5390836"/>
                <a:gd name="connsiteX965" fmla="*/ 1339117 w 5372199"/>
                <a:gd name="connsiteY965" fmla="*/ 257821 h 5390836"/>
                <a:gd name="connsiteX966" fmla="*/ 1350453 w 5372199"/>
                <a:gd name="connsiteY966" fmla="*/ 252667 h 5390836"/>
                <a:gd name="connsiteX967" fmla="*/ 1363867 w 5372199"/>
                <a:gd name="connsiteY967" fmla="*/ 244417 h 5390836"/>
                <a:gd name="connsiteX968" fmla="*/ 1375203 w 5372199"/>
                <a:gd name="connsiteY968" fmla="*/ 244417 h 5390836"/>
                <a:gd name="connsiteX969" fmla="*/ 1383200 w 5372199"/>
                <a:gd name="connsiteY969" fmla="*/ 242484 h 5390836"/>
                <a:gd name="connsiteX970" fmla="*/ 2319836 w 5372199"/>
                <a:gd name="connsiteY970" fmla="*/ 154694 h 5390836"/>
                <a:gd name="connsiteX971" fmla="*/ 2301267 w 5372199"/>
                <a:gd name="connsiteY971" fmla="*/ 159847 h 5390836"/>
                <a:gd name="connsiteX972" fmla="*/ 2301267 w 5372199"/>
                <a:gd name="connsiteY972" fmla="*/ 171193 h 5390836"/>
                <a:gd name="connsiteX973" fmla="*/ 2301267 w 5372199"/>
                <a:gd name="connsiteY973" fmla="*/ 180472 h 5390836"/>
                <a:gd name="connsiteX974" fmla="*/ 2318808 w 5372199"/>
                <a:gd name="connsiteY974" fmla="*/ 180472 h 5390836"/>
                <a:gd name="connsiteX975" fmla="*/ 2327047 w 5372199"/>
                <a:gd name="connsiteY975" fmla="*/ 158819 h 5390836"/>
                <a:gd name="connsiteX976" fmla="*/ 2320865 w 5372199"/>
                <a:gd name="connsiteY976" fmla="*/ 158819 h 5390836"/>
                <a:gd name="connsiteX977" fmla="*/ 2375531 w 5372199"/>
                <a:gd name="connsiteY977" fmla="*/ 130974 h 5390836"/>
                <a:gd name="connsiteX978" fmla="*/ 2361089 w 5372199"/>
                <a:gd name="connsiteY978" fmla="*/ 138195 h 5390836"/>
                <a:gd name="connsiteX979" fmla="*/ 2361089 w 5372199"/>
                <a:gd name="connsiteY979" fmla="*/ 153665 h 5390836"/>
                <a:gd name="connsiteX980" fmla="*/ 2371407 w 5372199"/>
                <a:gd name="connsiteY980" fmla="*/ 160876 h 5390836"/>
                <a:gd name="connsiteX981" fmla="*/ 2386877 w 5372199"/>
                <a:gd name="connsiteY981" fmla="*/ 146444 h 5390836"/>
                <a:gd name="connsiteX982" fmla="*/ 2386877 w 5372199"/>
                <a:gd name="connsiteY982" fmla="*/ 133031 h 5390836"/>
                <a:gd name="connsiteX983" fmla="*/ 2376560 w 5372199"/>
                <a:gd name="connsiteY983" fmla="*/ 133031 h 5390836"/>
                <a:gd name="connsiteX984" fmla="*/ 2306432 w 5372199"/>
                <a:gd name="connsiteY984" fmla="*/ 95915 h 5390836"/>
                <a:gd name="connsiteX985" fmla="*/ 2310546 w 5372199"/>
                <a:gd name="connsiteY985" fmla="*/ 100039 h 5390836"/>
                <a:gd name="connsiteX986" fmla="*/ 2296113 w 5372199"/>
                <a:gd name="connsiteY986" fmla="*/ 113442 h 5390836"/>
                <a:gd name="connsiteX987" fmla="*/ 2296113 w 5372199"/>
                <a:gd name="connsiteY987" fmla="*/ 128913 h 5390836"/>
                <a:gd name="connsiteX988" fmla="*/ 2304364 w 5372199"/>
                <a:gd name="connsiteY988" fmla="*/ 128913 h 5390836"/>
                <a:gd name="connsiteX989" fmla="*/ 2320865 w 5372199"/>
                <a:gd name="connsiteY989" fmla="*/ 108289 h 5390836"/>
                <a:gd name="connsiteX990" fmla="*/ 2306432 w 5372199"/>
                <a:gd name="connsiteY990" fmla="*/ 95915 h 5390836"/>
                <a:gd name="connsiteX991" fmla="*/ 3341817 w 5372199"/>
                <a:gd name="connsiteY991" fmla="*/ 93847 h 5390836"/>
                <a:gd name="connsiteX992" fmla="*/ 3351096 w 5372199"/>
                <a:gd name="connsiteY992" fmla="*/ 103125 h 5390836"/>
                <a:gd name="connsiteX993" fmla="*/ 3363471 w 5372199"/>
                <a:gd name="connsiteY993" fmla="*/ 121693 h 5390836"/>
                <a:gd name="connsiteX994" fmla="*/ 3363471 w 5372199"/>
                <a:gd name="connsiteY994" fmla="*/ 138193 h 5390836"/>
                <a:gd name="connsiteX995" fmla="*/ 3363482 w 5372199"/>
                <a:gd name="connsiteY995" fmla="*/ 150569 h 5390836"/>
                <a:gd name="connsiteX996" fmla="*/ 3332539 w 5372199"/>
                <a:gd name="connsiteY996" fmla="*/ 167069 h 5390836"/>
                <a:gd name="connsiteX997" fmla="*/ 3307789 w 5372199"/>
                <a:gd name="connsiteY997" fmla="*/ 179444 h 5390836"/>
                <a:gd name="connsiteX998" fmla="*/ 3290260 w 5372199"/>
                <a:gd name="connsiteY998" fmla="*/ 185626 h 5390836"/>
                <a:gd name="connsiteX999" fmla="*/ 3254163 w 5372199"/>
                <a:gd name="connsiteY999" fmla="*/ 200069 h 5390836"/>
                <a:gd name="connsiteX1000" fmla="*/ 3254163 w 5372199"/>
                <a:gd name="connsiteY1000" fmla="*/ 226877 h 5390836"/>
                <a:gd name="connsiteX1001" fmla="*/ 3245913 w 5372199"/>
                <a:gd name="connsiteY1001" fmla="*/ 238223 h 5390836"/>
                <a:gd name="connsiteX1002" fmla="*/ 3238692 w 5372199"/>
                <a:gd name="connsiteY1002" fmla="*/ 247502 h 5390836"/>
                <a:gd name="connsiteX1003" fmla="*/ 3232510 w 5372199"/>
                <a:gd name="connsiteY1003" fmla="*/ 257820 h 5390836"/>
                <a:gd name="connsiteX1004" fmla="*/ 3227356 w 5372199"/>
                <a:gd name="connsiteY1004" fmla="*/ 270195 h 5390836"/>
                <a:gd name="connsiteX1005" fmla="*/ 3221163 w 5372199"/>
                <a:gd name="connsiteY1005" fmla="*/ 302156 h 5390836"/>
                <a:gd name="connsiteX1006" fmla="*/ 3278913 w 5372199"/>
                <a:gd name="connsiteY1006" fmla="*/ 314531 h 5390836"/>
                <a:gd name="connsiteX1007" fmla="*/ 3294385 w 5372199"/>
                <a:gd name="connsiteY1007" fmla="*/ 314531 h 5390836"/>
                <a:gd name="connsiteX1008" fmla="*/ 3309846 w 5372199"/>
                <a:gd name="connsiteY1008" fmla="*/ 314531 h 5390836"/>
                <a:gd name="connsiteX1009" fmla="*/ 3323260 w 5372199"/>
                <a:gd name="connsiteY1009" fmla="*/ 322792 h 5390836"/>
                <a:gd name="connsiteX1010" fmla="*/ 3336664 w 5372199"/>
                <a:gd name="connsiteY1010" fmla="*/ 335156 h 5390836"/>
                <a:gd name="connsiteX1011" fmla="*/ 3352135 w 5372199"/>
                <a:gd name="connsiteY1011" fmla="*/ 355792 h 5390836"/>
                <a:gd name="connsiteX1012" fmla="*/ 3352135 w 5372199"/>
                <a:gd name="connsiteY1012" fmla="*/ 369196 h 5390836"/>
                <a:gd name="connsiteX1013" fmla="*/ 3352135 w 5372199"/>
                <a:gd name="connsiteY1013" fmla="*/ 374349 h 5390836"/>
                <a:gd name="connsiteX1014" fmla="*/ 3352135 w 5372199"/>
                <a:gd name="connsiteY1014" fmla="*/ 382599 h 5390836"/>
                <a:gd name="connsiteX1015" fmla="*/ 3344914 w 5372199"/>
                <a:gd name="connsiteY1015" fmla="*/ 392907 h 5390836"/>
                <a:gd name="connsiteX1016" fmla="*/ 3332539 w 5372199"/>
                <a:gd name="connsiteY1016" fmla="*/ 400128 h 5390836"/>
                <a:gd name="connsiteX1017" fmla="*/ 3312942 w 5372199"/>
                <a:gd name="connsiteY1017" fmla="*/ 400128 h 5390836"/>
                <a:gd name="connsiteX1018" fmla="*/ 3292317 w 5372199"/>
                <a:gd name="connsiteY1018" fmla="*/ 390849 h 5390836"/>
                <a:gd name="connsiteX1019" fmla="*/ 3270663 w 5372199"/>
                <a:gd name="connsiteY1019" fmla="*/ 390849 h 5390836"/>
                <a:gd name="connsiteX1020" fmla="*/ 3236635 w 5372199"/>
                <a:gd name="connsiteY1020" fmla="*/ 378474 h 5390836"/>
                <a:gd name="connsiteX1021" fmla="*/ 3203634 w 5372199"/>
                <a:gd name="connsiteY1021" fmla="*/ 371253 h 5390836"/>
                <a:gd name="connsiteX1022" fmla="*/ 3170634 w 5372199"/>
                <a:gd name="connsiteY1022" fmla="*/ 365070 h 5390836"/>
                <a:gd name="connsiteX1023" fmla="*/ 3138662 w 5372199"/>
                <a:gd name="connsiteY1023" fmla="*/ 365070 h 5390836"/>
                <a:gd name="connsiteX1024" fmla="*/ 3102566 w 5372199"/>
                <a:gd name="connsiteY1024" fmla="*/ 355781 h 5390836"/>
                <a:gd name="connsiteX1025" fmla="*/ 3036565 w 5372199"/>
                <a:gd name="connsiteY1025" fmla="*/ 355781 h 5390836"/>
                <a:gd name="connsiteX1026" fmla="*/ 2952008 w 5372199"/>
                <a:gd name="connsiteY1026" fmla="*/ 366099 h 5390836"/>
                <a:gd name="connsiteX1027" fmla="*/ 2929314 w 5372199"/>
                <a:gd name="connsiteY1027" fmla="*/ 331031 h 5390836"/>
                <a:gd name="connsiteX1028" fmla="*/ 2929314 w 5372199"/>
                <a:gd name="connsiteY1028" fmla="*/ 314531 h 5390836"/>
                <a:gd name="connsiteX1029" fmla="*/ 2929314 w 5372199"/>
                <a:gd name="connsiteY1029" fmla="*/ 293906 h 5390836"/>
                <a:gd name="connsiteX1030" fmla="*/ 2965411 w 5372199"/>
                <a:gd name="connsiteY1030" fmla="*/ 283598 h 5390836"/>
                <a:gd name="connsiteX1031" fmla="*/ 2983968 w 5372199"/>
                <a:gd name="connsiteY1031" fmla="*/ 290820 h 5390836"/>
                <a:gd name="connsiteX1032" fmla="*/ 3027287 w 5372199"/>
                <a:gd name="connsiteY1032" fmla="*/ 290820 h 5390836"/>
                <a:gd name="connsiteX1033" fmla="*/ 3043787 w 5372199"/>
                <a:gd name="connsiteY1033" fmla="*/ 290820 h 5390836"/>
                <a:gd name="connsiteX1034" fmla="*/ 3092259 w 5372199"/>
                <a:gd name="connsiteY1034" fmla="*/ 283598 h 5390836"/>
                <a:gd name="connsiteX1035" fmla="*/ 3139691 w 5372199"/>
                <a:gd name="connsiteY1035" fmla="*/ 234098 h 5390836"/>
                <a:gd name="connsiteX1036" fmla="*/ 3147941 w 5372199"/>
                <a:gd name="connsiteY1036" fmla="*/ 216569 h 5390836"/>
                <a:gd name="connsiteX1037" fmla="*/ 3147941 w 5372199"/>
                <a:gd name="connsiteY1037" fmla="*/ 200069 h 5390836"/>
                <a:gd name="connsiteX1038" fmla="*/ 3130412 w 5372199"/>
                <a:gd name="connsiteY1038" fmla="*/ 200069 h 5390836"/>
                <a:gd name="connsiteX1039" fmla="*/ 3108759 w 5372199"/>
                <a:gd name="connsiteY1039" fmla="*/ 200069 h 5390836"/>
                <a:gd name="connsiteX1040" fmla="*/ 3108759 w 5372199"/>
                <a:gd name="connsiteY1040" fmla="*/ 178405 h 5390836"/>
                <a:gd name="connsiteX1041" fmla="*/ 3101537 w 5372199"/>
                <a:gd name="connsiteY1041" fmla="*/ 151597 h 5390836"/>
                <a:gd name="connsiteX1042" fmla="*/ 3101537 w 5372199"/>
                <a:gd name="connsiteY1042" fmla="*/ 132001 h 5390836"/>
                <a:gd name="connsiteX1043" fmla="*/ 3101537 w 5372199"/>
                <a:gd name="connsiteY1043" fmla="*/ 113443 h 5390836"/>
                <a:gd name="connsiteX1044" fmla="*/ 3121134 w 5372199"/>
                <a:gd name="connsiteY1044" fmla="*/ 104154 h 5390836"/>
                <a:gd name="connsiteX1045" fmla="*/ 3147941 w 5372199"/>
                <a:gd name="connsiteY1045" fmla="*/ 117569 h 5390836"/>
                <a:gd name="connsiteX1046" fmla="*/ 3220134 w 5372199"/>
                <a:gd name="connsiteY1046" fmla="*/ 123750 h 5390836"/>
                <a:gd name="connsiteX1047" fmla="*/ 3259317 w 5372199"/>
                <a:gd name="connsiteY1047" fmla="*/ 123750 h 5390836"/>
                <a:gd name="connsiteX1048" fmla="*/ 3316039 w 5372199"/>
                <a:gd name="connsiteY1048" fmla="*/ 114472 h 5390836"/>
                <a:gd name="connsiteX1049" fmla="*/ 3331510 w 5372199"/>
                <a:gd name="connsiteY1049" fmla="*/ 114472 h 5390836"/>
                <a:gd name="connsiteX1050" fmla="*/ 3343885 w 5372199"/>
                <a:gd name="connsiteY1050" fmla="*/ 114472 h 5390836"/>
                <a:gd name="connsiteX1051" fmla="*/ 2198081 w 5372199"/>
                <a:gd name="connsiteY1051" fmla="*/ 79112 h 5390836"/>
                <a:gd name="connsiteX1052" fmla="*/ 2212588 w 5372199"/>
                <a:gd name="connsiteY1052" fmla="*/ 96946 h 5390836"/>
                <a:gd name="connsiteX1053" fmla="*/ 2218770 w 5372199"/>
                <a:gd name="connsiteY1053" fmla="*/ 79417 h 5390836"/>
                <a:gd name="connsiteX1054" fmla="*/ 2218770 w 5372199"/>
                <a:gd name="connsiteY1054" fmla="*/ 100042 h 5390836"/>
                <a:gd name="connsiteX1055" fmla="*/ 2218770 w 5372199"/>
                <a:gd name="connsiteY1055" fmla="*/ 123764 h 5390836"/>
                <a:gd name="connsiteX1056" fmla="*/ 2208463 w 5372199"/>
                <a:gd name="connsiteY1056" fmla="*/ 142321 h 5390836"/>
                <a:gd name="connsiteX1057" fmla="*/ 2191952 w 5372199"/>
                <a:gd name="connsiteY1057" fmla="*/ 168100 h 5390836"/>
                <a:gd name="connsiteX1058" fmla="*/ 2191952 w 5372199"/>
                <a:gd name="connsiteY1058" fmla="*/ 192850 h 5390836"/>
                <a:gd name="connsiteX1059" fmla="*/ 2191952 w 5372199"/>
                <a:gd name="connsiteY1059" fmla="*/ 210379 h 5390836"/>
                <a:gd name="connsiteX1060" fmla="*/ 2205367 w 5372199"/>
                <a:gd name="connsiteY1060" fmla="*/ 210379 h 5390836"/>
                <a:gd name="connsiteX1061" fmla="*/ 2211549 w 5372199"/>
                <a:gd name="connsiteY1061" fmla="*/ 221725 h 5390836"/>
                <a:gd name="connsiteX1062" fmla="*/ 2221867 w 5372199"/>
                <a:gd name="connsiteY1062" fmla="*/ 240293 h 5390836"/>
                <a:gd name="connsiteX1063" fmla="*/ 2221867 w 5372199"/>
                <a:gd name="connsiteY1063" fmla="*/ 248543 h 5390836"/>
                <a:gd name="connsiteX1064" fmla="*/ 2186798 w 5372199"/>
                <a:gd name="connsiteY1064" fmla="*/ 291851 h 5390836"/>
                <a:gd name="connsiteX1065" fmla="*/ 2186798 w 5372199"/>
                <a:gd name="connsiteY1065" fmla="*/ 306293 h 5390836"/>
                <a:gd name="connsiteX1066" fmla="*/ 2202270 w 5372199"/>
                <a:gd name="connsiteY1066" fmla="*/ 306293 h 5390836"/>
                <a:gd name="connsiteX1067" fmla="*/ 2216713 w 5372199"/>
                <a:gd name="connsiteY1067" fmla="*/ 313515 h 5390836"/>
                <a:gd name="connsiteX1068" fmla="*/ 2222895 w 5372199"/>
                <a:gd name="connsiteY1068" fmla="*/ 326919 h 5390836"/>
                <a:gd name="connsiteX1069" fmla="*/ 2190923 w 5372199"/>
                <a:gd name="connsiteY1069" fmla="*/ 377448 h 5390836"/>
                <a:gd name="connsiteX1070" fmla="*/ 2134201 w 5372199"/>
                <a:gd name="connsiteY1070" fmla="*/ 416630 h 5390836"/>
                <a:gd name="connsiteX1071" fmla="*/ 2107393 w 5372199"/>
                <a:gd name="connsiteY1071" fmla="*/ 447573 h 5390836"/>
                <a:gd name="connsiteX1072" fmla="*/ 2096047 w 5372199"/>
                <a:gd name="connsiteY1072" fmla="*/ 447573 h 5390836"/>
                <a:gd name="connsiteX1073" fmla="*/ 2078518 w 5372199"/>
                <a:gd name="connsiteY1073" fmla="*/ 447573 h 5390836"/>
                <a:gd name="connsiteX1074" fmla="*/ 2069239 w 5372199"/>
                <a:gd name="connsiteY1074" fmla="*/ 434169 h 5390836"/>
                <a:gd name="connsiteX1075" fmla="*/ 2056864 w 5372199"/>
                <a:gd name="connsiteY1075" fmla="*/ 420765 h 5390836"/>
                <a:gd name="connsiteX1076" fmla="*/ 2047585 w 5372199"/>
                <a:gd name="connsiteY1076" fmla="*/ 393948 h 5390836"/>
                <a:gd name="connsiteX1077" fmla="*/ 2071296 w 5372199"/>
                <a:gd name="connsiteY1077" fmla="*/ 365072 h 5390836"/>
                <a:gd name="connsiteX1078" fmla="*/ 2084700 w 5372199"/>
                <a:gd name="connsiteY1078" fmla="*/ 351669 h 5390836"/>
                <a:gd name="connsiteX1079" fmla="*/ 2093989 w 5372199"/>
                <a:gd name="connsiteY1079" fmla="*/ 338265 h 5390836"/>
                <a:gd name="connsiteX1080" fmla="*/ 2093989 w 5372199"/>
                <a:gd name="connsiteY1080" fmla="*/ 326919 h 5390836"/>
                <a:gd name="connsiteX1081" fmla="*/ 2093989 w 5372199"/>
                <a:gd name="connsiteY1081" fmla="*/ 312475 h 5390836"/>
                <a:gd name="connsiteX1082" fmla="*/ 2087796 w 5372199"/>
                <a:gd name="connsiteY1082" fmla="*/ 302169 h 5390836"/>
                <a:gd name="connsiteX1083" fmla="*/ 2080575 w 5372199"/>
                <a:gd name="connsiteY1083" fmla="*/ 292890 h 5390836"/>
                <a:gd name="connsiteX1084" fmla="*/ 2065114 w 5372199"/>
                <a:gd name="connsiteY1084" fmla="*/ 274322 h 5390836"/>
                <a:gd name="connsiteX1085" fmla="*/ 2081614 w 5372199"/>
                <a:gd name="connsiteY1085" fmla="*/ 251639 h 5390836"/>
                <a:gd name="connsiteX1086" fmla="*/ 2095018 w 5372199"/>
                <a:gd name="connsiteY1086" fmla="*/ 251639 h 5390836"/>
                <a:gd name="connsiteX1087" fmla="*/ 2110490 w 5372199"/>
                <a:gd name="connsiteY1087" fmla="*/ 234100 h 5390836"/>
                <a:gd name="connsiteX1088" fmla="*/ 2110490 w 5372199"/>
                <a:gd name="connsiteY1088" fmla="*/ 206264 h 5390836"/>
                <a:gd name="connsiteX1089" fmla="*/ 2093989 w 5372199"/>
                <a:gd name="connsiteY1089" fmla="*/ 194918 h 5390836"/>
                <a:gd name="connsiteX1090" fmla="*/ 2076461 w 5372199"/>
                <a:gd name="connsiteY1090" fmla="*/ 194918 h 5390836"/>
                <a:gd name="connsiteX1091" fmla="*/ 2065114 w 5372199"/>
                <a:gd name="connsiteY1091" fmla="*/ 184599 h 5390836"/>
                <a:gd name="connsiteX1092" fmla="*/ 2054796 w 5372199"/>
                <a:gd name="connsiteY1092" fmla="*/ 184599 h 5390836"/>
                <a:gd name="connsiteX1093" fmla="*/ 2047585 w 5372199"/>
                <a:gd name="connsiteY1093" fmla="*/ 166043 h 5390836"/>
                <a:gd name="connsiteX1094" fmla="*/ 2055824 w 5372199"/>
                <a:gd name="connsiteY1094" fmla="*/ 158821 h 5390836"/>
                <a:gd name="connsiteX1095" fmla="*/ 2060989 w 5372199"/>
                <a:gd name="connsiteY1095" fmla="*/ 147475 h 5390836"/>
                <a:gd name="connsiteX1096" fmla="*/ 2074393 w 5372199"/>
                <a:gd name="connsiteY1096" fmla="*/ 136139 h 5390836"/>
                <a:gd name="connsiteX1097" fmla="*/ 2093989 w 5372199"/>
                <a:gd name="connsiteY1097" fmla="*/ 136139 h 5390836"/>
                <a:gd name="connsiteX1098" fmla="*/ 2171337 w 5372199"/>
                <a:gd name="connsiteY1098" fmla="*/ 84571 h 5390836"/>
                <a:gd name="connsiteX1099" fmla="*/ 2194020 w 5372199"/>
                <a:gd name="connsiteY1099" fmla="*/ 79417 h 5390836"/>
                <a:gd name="connsiteX1100" fmla="*/ 2198081 w 5372199"/>
                <a:gd name="connsiteY1100" fmla="*/ 79112 h 5390836"/>
                <a:gd name="connsiteX1101" fmla="*/ 2394088 w 5372199"/>
                <a:gd name="connsiteY1101" fmla="*/ 55695 h 5390836"/>
                <a:gd name="connsiteX1102" fmla="*/ 2356963 w 5372199"/>
                <a:gd name="connsiteY1102" fmla="*/ 76320 h 5390836"/>
                <a:gd name="connsiteX1103" fmla="*/ 2365213 w 5372199"/>
                <a:gd name="connsiteY1103" fmla="*/ 93860 h 5390836"/>
                <a:gd name="connsiteX1104" fmla="*/ 2385838 w 5372199"/>
                <a:gd name="connsiteY1104" fmla="*/ 93860 h 5390836"/>
                <a:gd name="connsiteX1105" fmla="*/ 2397185 w 5372199"/>
                <a:gd name="connsiteY1105" fmla="*/ 73224 h 5390836"/>
                <a:gd name="connsiteX1106" fmla="*/ 2397185 w 5372199"/>
                <a:gd name="connsiteY1106" fmla="*/ 57763 h 5390836"/>
                <a:gd name="connsiteX1107" fmla="*/ 2409561 w 5372199"/>
                <a:gd name="connsiteY1107" fmla="*/ 1039 h 5390836"/>
                <a:gd name="connsiteX1108" fmla="*/ 2427090 w 5372199"/>
                <a:gd name="connsiteY1108" fmla="*/ 1039 h 5390836"/>
                <a:gd name="connsiteX1109" fmla="*/ 2461119 w 5372199"/>
                <a:gd name="connsiteY1109" fmla="*/ 1039 h 5390836"/>
                <a:gd name="connsiteX1110" fmla="*/ 2469369 w 5372199"/>
                <a:gd name="connsiteY1110" fmla="*/ 14443 h 5390836"/>
                <a:gd name="connsiteX1111" fmla="*/ 2483812 w 5372199"/>
                <a:gd name="connsiteY1111" fmla="*/ 36096 h 5390836"/>
                <a:gd name="connsiteX1112" fmla="*/ 2477630 w 5372199"/>
                <a:gd name="connsiteY1112" fmla="*/ 57761 h 5390836"/>
                <a:gd name="connsiteX1113" fmla="*/ 2477630 w 5372199"/>
                <a:gd name="connsiteY1113" fmla="*/ 76318 h 5390836"/>
                <a:gd name="connsiteX1114" fmla="*/ 2466283 w 5372199"/>
                <a:gd name="connsiteY1114" fmla="*/ 108290 h 5390836"/>
                <a:gd name="connsiteX1115" fmla="*/ 2452879 w 5372199"/>
                <a:gd name="connsiteY1115" fmla="*/ 127886 h 5390836"/>
                <a:gd name="connsiteX1116" fmla="*/ 2429158 w 5372199"/>
                <a:gd name="connsiteY1116" fmla="*/ 203165 h 5390836"/>
                <a:gd name="connsiteX1117" fmla="*/ 2419868 w 5372199"/>
                <a:gd name="connsiteY1117" fmla="*/ 215541 h 5390836"/>
                <a:gd name="connsiteX1118" fmla="*/ 2406464 w 5372199"/>
                <a:gd name="connsiteY1118" fmla="*/ 215541 h 5390836"/>
                <a:gd name="connsiteX1119" fmla="*/ 2392032 w 5372199"/>
                <a:gd name="connsiteY1119" fmla="*/ 222762 h 5390836"/>
                <a:gd name="connsiteX1120" fmla="*/ 2372435 w 5372199"/>
                <a:gd name="connsiteY1120" fmla="*/ 232041 h 5390836"/>
                <a:gd name="connsiteX1121" fmla="*/ 2372435 w 5372199"/>
                <a:gd name="connsiteY1121" fmla="*/ 248541 h 5390836"/>
                <a:gd name="connsiteX1122" fmla="*/ 2387907 w 5372199"/>
                <a:gd name="connsiteY1122" fmla="*/ 243387 h 5390836"/>
                <a:gd name="connsiteX1123" fmla="*/ 2400282 w 5372199"/>
                <a:gd name="connsiteY1123" fmla="*/ 235137 h 5390836"/>
                <a:gd name="connsiteX1124" fmla="*/ 2418840 w 5372199"/>
                <a:gd name="connsiteY1124" fmla="*/ 235137 h 5390836"/>
                <a:gd name="connsiteX1125" fmla="*/ 2427090 w 5372199"/>
                <a:gd name="connsiteY1125" fmla="*/ 242348 h 5390836"/>
                <a:gd name="connsiteX1126" fmla="*/ 2435340 w 5372199"/>
                <a:gd name="connsiteY1126" fmla="*/ 265041 h 5390836"/>
                <a:gd name="connsiteX1127" fmla="*/ 2435340 w 5372199"/>
                <a:gd name="connsiteY1127" fmla="*/ 274319 h 5390836"/>
                <a:gd name="connsiteX1128" fmla="*/ 2419868 w 5372199"/>
                <a:gd name="connsiteY1128" fmla="*/ 288763 h 5390836"/>
                <a:gd name="connsiteX1129" fmla="*/ 2402339 w 5372199"/>
                <a:gd name="connsiteY1129" fmla="*/ 298041 h 5390836"/>
                <a:gd name="connsiteX1130" fmla="*/ 2402339 w 5372199"/>
                <a:gd name="connsiteY1130" fmla="*/ 309377 h 5390836"/>
                <a:gd name="connsiteX1131" fmla="*/ 2412657 w 5372199"/>
                <a:gd name="connsiteY1131" fmla="*/ 315570 h 5390836"/>
                <a:gd name="connsiteX1132" fmla="*/ 2436368 w 5372199"/>
                <a:gd name="connsiteY1132" fmla="*/ 307320 h 5390836"/>
                <a:gd name="connsiteX1133" fmla="*/ 2455965 w 5372199"/>
                <a:gd name="connsiteY1133" fmla="*/ 307320 h 5390836"/>
                <a:gd name="connsiteX1134" fmla="*/ 2477630 w 5372199"/>
                <a:gd name="connsiteY1134" fmla="*/ 300098 h 5390836"/>
                <a:gd name="connsiteX1135" fmla="*/ 2498244 w 5372199"/>
                <a:gd name="connsiteY1135" fmla="*/ 300098 h 5390836"/>
                <a:gd name="connsiteX1136" fmla="*/ 2517841 w 5372199"/>
                <a:gd name="connsiteY1136" fmla="*/ 323820 h 5390836"/>
                <a:gd name="connsiteX1137" fmla="*/ 2494119 w 5372199"/>
                <a:gd name="connsiteY1137" fmla="*/ 370224 h 5390836"/>
                <a:gd name="connsiteX1138" fmla="*/ 2467312 w 5372199"/>
                <a:gd name="connsiteY1138" fmla="*/ 370224 h 5390836"/>
                <a:gd name="connsiteX1139" fmla="*/ 2422965 w 5372199"/>
                <a:gd name="connsiteY1139" fmla="*/ 377445 h 5390836"/>
                <a:gd name="connsiteX1140" fmla="*/ 2398214 w 5372199"/>
                <a:gd name="connsiteY1140" fmla="*/ 377445 h 5390836"/>
                <a:gd name="connsiteX1141" fmla="*/ 2377589 w 5372199"/>
                <a:gd name="connsiteY1141" fmla="*/ 382599 h 5390836"/>
                <a:gd name="connsiteX1142" fmla="*/ 2353878 w 5372199"/>
                <a:gd name="connsiteY1142" fmla="*/ 389820 h 5390836"/>
                <a:gd name="connsiteX1143" fmla="*/ 2326031 w 5372199"/>
                <a:gd name="connsiteY1143" fmla="*/ 400138 h 5390836"/>
                <a:gd name="connsiteX1144" fmla="*/ 2296127 w 5372199"/>
                <a:gd name="connsiteY1144" fmla="*/ 407360 h 5390836"/>
                <a:gd name="connsiteX1145" fmla="*/ 2266212 w 5372199"/>
                <a:gd name="connsiteY1145" fmla="*/ 420763 h 5390836"/>
                <a:gd name="connsiteX1146" fmla="*/ 2245587 w 5372199"/>
                <a:gd name="connsiteY1146" fmla="*/ 413542 h 5390836"/>
                <a:gd name="connsiteX1147" fmla="*/ 2237348 w 5372199"/>
                <a:gd name="connsiteY1147" fmla="*/ 387752 h 5390836"/>
                <a:gd name="connsiteX1148" fmla="*/ 2237337 w 5372199"/>
                <a:gd name="connsiteY1148" fmla="*/ 379513 h 5390836"/>
                <a:gd name="connsiteX1149" fmla="*/ 2237337 w 5372199"/>
                <a:gd name="connsiteY1149" fmla="*/ 364042 h 5390836"/>
                <a:gd name="connsiteX1150" fmla="*/ 2243530 w 5372199"/>
                <a:gd name="connsiteY1150" fmla="*/ 357849 h 5390836"/>
                <a:gd name="connsiteX1151" fmla="*/ 2253837 w 5372199"/>
                <a:gd name="connsiteY1151" fmla="*/ 357849 h 5390836"/>
                <a:gd name="connsiteX1152" fmla="*/ 2278588 w 5372199"/>
                <a:gd name="connsiteY1152" fmla="*/ 344445 h 5390836"/>
                <a:gd name="connsiteX1153" fmla="*/ 2310560 w 5372199"/>
                <a:gd name="connsiteY1153" fmla="*/ 324848 h 5390836"/>
                <a:gd name="connsiteX1154" fmla="*/ 2303338 w 5372199"/>
                <a:gd name="connsiteY1154" fmla="*/ 316609 h 5390836"/>
                <a:gd name="connsiteX1155" fmla="*/ 2289934 w 5372199"/>
                <a:gd name="connsiteY1155" fmla="*/ 316609 h 5390836"/>
                <a:gd name="connsiteX1156" fmla="*/ 2277559 w 5372199"/>
                <a:gd name="connsiteY1156" fmla="*/ 316609 h 5390836"/>
                <a:gd name="connsiteX1157" fmla="*/ 2277559 w 5372199"/>
                <a:gd name="connsiteY1157" fmla="*/ 305263 h 5390836"/>
                <a:gd name="connsiteX1158" fmla="*/ 2277559 w 5372199"/>
                <a:gd name="connsiteY1158" fmla="*/ 291848 h 5390836"/>
                <a:gd name="connsiteX1159" fmla="*/ 2283752 w 5372199"/>
                <a:gd name="connsiteY1159" fmla="*/ 280512 h 5390836"/>
                <a:gd name="connsiteX1160" fmla="*/ 2291991 w 5372199"/>
                <a:gd name="connsiteY1160" fmla="*/ 280512 h 5390836"/>
                <a:gd name="connsiteX1161" fmla="*/ 2300252 w 5372199"/>
                <a:gd name="connsiteY1161" fmla="*/ 280512 h 5390836"/>
                <a:gd name="connsiteX1162" fmla="*/ 2307463 w 5372199"/>
                <a:gd name="connsiteY1162" fmla="*/ 280512 h 5390836"/>
                <a:gd name="connsiteX1163" fmla="*/ 2313656 w 5372199"/>
                <a:gd name="connsiteY1163" fmla="*/ 273291 h 5390836"/>
                <a:gd name="connsiteX1164" fmla="*/ 2313656 w 5372199"/>
                <a:gd name="connsiteY1164" fmla="*/ 256791 h 5390836"/>
                <a:gd name="connsiteX1165" fmla="*/ 2303338 w 5372199"/>
                <a:gd name="connsiteY1165" fmla="*/ 256791 h 5390836"/>
                <a:gd name="connsiteX1166" fmla="*/ 2290963 w 5372199"/>
                <a:gd name="connsiteY1166" fmla="*/ 261944 h 5390836"/>
                <a:gd name="connsiteX1167" fmla="*/ 2280656 w 5372199"/>
                <a:gd name="connsiteY1167" fmla="*/ 261944 h 5390836"/>
                <a:gd name="connsiteX1168" fmla="*/ 2270338 w 5372199"/>
                <a:gd name="connsiteY1168" fmla="*/ 261944 h 5390836"/>
                <a:gd name="connsiteX1169" fmla="*/ 2265184 w 5372199"/>
                <a:gd name="connsiteY1169" fmla="*/ 255751 h 5390836"/>
                <a:gd name="connsiteX1170" fmla="*/ 2260030 w 5372199"/>
                <a:gd name="connsiteY1170" fmla="*/ 245444 h 5390836"/>
                <a:gd name="connsiteX1171" fmla="*/ 2248684 w 5372199"/>
                <a:gd name="connsiteY1171" fmla="*/ 231012 h 5390836"/>
                <a:gd name="connsiteX1172" fmla="*/ 2242502 w 5372199"/>
                <a:gd name="connsiteY1172" fmla="*/ 213473 h 5390836"/>
                <a:gd name="connsiteX1173" fmla="*/ 2247655 w 5372199"/>
                <a:gd name="connsiteY1173" fmla="*/ 186665 h 5390836"/>
                <a:gd name="connsiteX1174" fmla="*/ 2237337 w 5372199"/>
                <a:gd name="connsiteY1174" fmla="*/ 144386 h 5390836"/>
                <a:gd name="connsiteX1175" fmla="*/ 2229086 w 5372199"/>
                <a:gd name="connsiteY1175" fmla="*/ 126847 h 5390836"/>
                <a:gd name="connsiteX1176" fmla="*/ 2229086 w 5372199"/>
                <a:gd name="connsiteY1176" fmla="*/ 113443 h 5390836"/>
                <a:gd name="connsiteX1177" fmla="*/ 2229086 w 5372199"/>
                <a:gd name="connsiteY1177" fmla="*/ 88693 h 5390836"/>
                <a:gd name="connsiteX1178" fmla="*/ 2228058 w 5372199"/>
                <a:gd name="connsiteY1178" fmla="*/ 86636 h 5390836"/>
                <a:gd name="connsiteX1179" fmla="*/ 2236309 w 5372199"/>
                <a:gd name="connsiteY1179" fmla="*/ 61886 h 5390836"/>
                <a:gd name="connsiteX1180" fmla="*/ 2251780 w 5372199"/>
                <a:gd name="connsiteY1180" fmla="*/ 68068 h 5390836"/>
                <a:gd name="connsiteX1181" fmla="*/ 2266223 w 5372199"/>
                <a:gd name="connsiteY1181" fmla="*/ 68068 h 5390836"/>
                <a:gd name="connsiteX1182" fmla="*/ 2283752 w 5372199"/>
                <a:gd name="connsiteY1182" fmla="*/ 59818 h 5390836"/>
                <a:gd name="connsiteX1183" fmla="*/ 2313656 w 5372199"/>
                <a:gd name="connsiteY1183" fmla="*/ 42289 h 5390836"/>
                <a:gd name="connsiteX1184" fmla="*/ 2337367 w 5372199"/>
                <a:gd name="connsiteY1184" fmla="*/ 36096 h 5390836"/>
                <a:gd name="connsiteX1185" fmla="*/ 2409561 w 5372199"/>
                <a:gd name="connsiteY1185" fmla="*/ 1039 h 5390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</a:cxnLst>
              <a:rect l="l" t="t" r="r" b="b"/>
              <a:pathLst>
                <a:path w="5372199" h="5390836">
                  <a:moveTo>
                    <a:pt x="3137621" y="5098566"/>
                  </a:moveTo>
                  <a:cubicBezTo>
                    <a:pt x="3116367" y="5101693"/>
                    <a:pt x="3098342" y="5115799"/>
                    <a:pt x="3090189" y="5135680"/>
                  </a:cubicBezTo>
                  <a:cubicBezTo>
                    <a:pt x="3082122" y="5161189"/>
                    <a:pt x="3082122" y="5188557"/>
                    <a:pt x="3090189" y="5214053"/>
                  </a:cubicBezTo>
                  <a:cubicBezTo>
                    <a:pt x="3092906" y="5239900"/>
                    <a:pt x="3104588" y="5263976"/>
                    <a:pt x="3123189" y="5282125"/>
                  </a:cubicBezTo>
                  <a:cubicBezTo>
                    <a:pt x="3137977" y="5297044"/>
                    <a:pt x="3159427" y="5303290"/>
                    <a:pt x="3179909" y="5298625"/>
                  </a:cubicBezTo>
                  <a:cubicBezTo>
                    <a:pt x="3200859" y="5295506"/>
                    <a:pt x="3218757" y="5281887"/>
                    <a:pt x="3227342" y="5262527"/>
                  </a:cubicBezTo>
                  <a:lnTo>
                    <a:pt x="3223219" y="5262527"/>
                  </a:lnTo>
                  <a:cubicBezTo>
                    <a:pt x="3233028" y="5238286"/>
                    <a:pt x="3234837" y="5211553"/>
                    <a:pt x="3228384" y="5186218"/>
                  </a:cubicBezTo>
                  <a:cubicBezTo>
                    <a:pt x="3224659" y="5159756"/>
                    <a:pt x="3213172" y="5134998"/>
                    <a:pt x="3195371" y="5115066"/>
                  </a:cubicBezTo>
                  <a:cubicBezTo>
                    <a:pt x="3180159" y="5100134"/>
                    <a:pt x="3158431" y="5093918"/>
                    <a:pt x="3137621" y="5098566"/>
                  </a:cubicBezTo>
                  <a:close/>
                  <a:moveTo>
                    <a:pt x="2793012" y="5095901"/>
                  </a:moveTo>
                  <a:lnTo>
                    <a:pt x="2794038" y="5121680"/>
                  </a:lnTo>
                  <a:lnTo>
                    <a:pt x="2794038" y="5147468"/>
                  </a:lnTo>
                  <a:lnTo>
                    <a:pt x="2652759" y="5150557"/>
                  </a:lnTo>
                  <a:lnTo>
                    <a:pt x="2654818" y="5212430"/>
                  </a:lnTo>
                  <a:lnTo>
                    <a:pt x="2785788" y="5210375"/>
                  </a:lnTo>
                  <a:lnTo>
                    <a:pt x="2785788" y="5235125"/>
                  </a:lnTo>
                  <a:lnTo>
                    <a:pt x="2785788" y="5259875"/>
                  </a:lnTo>
                  <a:lnTo>
                    <a:pt x="2654818" y="5261930"/>
                  </a:lnTo>
                  <a:lnTo>
                    <a:pt x="2656886" y="5338252"/>
                  </a:lnTo>
                  <a:lnTo>
                    <a:pt x="2803317" y="5335154"/>
                  </a:lnTo>
                  <a:lnTo>
                    <a:pt x="2804347" y="5360934"/>
                  </a:lnTo>
                  <a:lnTo>
                    <a:pt x="2804347" y="5386722"/>
                  </a:lnTo>
                  <a:lnTo>
                    <a:pt x="2601191" y="5390836"/>
                  </a:lnTo>
                  <a:lnTo>
                    <a:pt x="2597068" y="5100028"/>
                  </a:lnTo>
                  <a:close/>
                  <a:moveTo>
                    <a:pt x="2311412" y="5073218"/>
                  </a:moveTo>
                  <a:lnTo>
                    <a:pt x="2527979" y="5100036"/>
                  </a:lnTo>
                  <a:lnTo>
                    <a:pt x="2524886" y="5124786"/>
                  </a:lnTo>
                  <a:lnTo>
                    <a:pt x="2521789" y="5150566"/>
                  </a:lnTo>
                  <a:lnTo>
                    <a:pt x="2441357" y="5141286"/>
                  </a:lnTo>
                  <a:lnTo>
                    <a:pt x="2412480" y="5378472"/>
                  </a:lnTo>
                  <a:lnTo>
                    <a:pt x="2384632" y="5375374"/>
                  </a:lnTo>
                  <a:lnTo>
                    <a:pt x="2356798" y="5372277"/>
                  </a:lnTo>
                  <a:lnTo>
                    <a:pt x="2385662" y="5134066"/>
                  </a:lnTo>
                  <a:lnTo>
                    <a:pt x="2305230" y="5124786"/>
                  </a:lnTo>
                  <a:lnTo>
                    <a:pt x="2308328" y="5098998"/>
                  </a:lnTo>
                  <a:close/>
                  <a:moveTo>
                    <a:pt x="3178501" y="5049077"/>
                  </a:moveTo>
                  <a:cubicBezTo>
                    <a:pt x="3196181" y="5052967"/>
                    <a:pt x="3212954" y="5060973"/>
                    <a:pt x="3227342" y="5072774"/>
                  </a:cubicBezTo>
                  <a:cubicBezTo>
                    <a:pt x="3257680" y="5099354"/>
                    <a:pt x="3277452" y="5135960"/>
                    <a:pt x="3283036" y="5175900"/>
                  </a:cubicBezTo>
                  <a:cubicBezTo>
                    <a:pt x="3293053" y="5214629"/>
                    <a:pt x="3288655" y="5255671"/>
                    <a:pt x="3270659" y="5291404"/>
                  </a:cubicBezTo>
                  <a:cubicBezTo>
                    <a:pt x="3233278" y="5351319"/>
                    <a:pt x="3154393" y="5369582"/>
                    <a:pt x="3094478" y="5332188"/>
                  </a:cubicBezTo>
                  <a:cubicBezTo>
                    <a:pt x="3091596" y="5330391"/>
                    <a:pt x="3088791" y="5328485"/>
                    <a:pt x="3086062" y="5326472"/>
                  </a:cubicBezTo>
                  <a:lnTo>
                    <a:pt x="3082978" y="5329557"/>
                  </a:lnTo>
                  <a:cubicBezTo>
                    <a:pt x="3052338" y="5303214"/>
                    <a:pt x="3032503" y="5266502"/>
                    <a:pt x="3027283" y="5226430"/>
                  </a:cubicBezTo>
                  <a:cubicBezTo>
                    <a:pt x="3017995" y="5186879"/>
                    <a:pt x="3022736" y="5145316"/>
                    <a:pt x="3040690" y="5108871"/>
                  </a:cubicBezTo>
                  <a:cubicBezTo>
                    <a:pt x="3057762" y="5077244"/>
                    <a:pt x="3088694" y="5055485"/>
                    <a:pt x="3124219" y="5050083"/>
                  </a:cubicBezTo>
                  <a:cubicBezTo>
                    <a:pt x="3142234" y="5045416"/>
                    <a:pt x="3160821" y="5045188"/>
                    <a:pt x="3178501" y="5049077"/>
                  </a:cubicBezTo>
                  <a:close/>
                  <a:moveTo>
                    <a:pt x="2038303" y="5009871"/>
                  </a:moveTo>
                  <a:lnTo>
                    <a:pt x="2065121" y="5017092"/>
                  </a:lnTo>
                  <a:lnTo>
                    <a:pt x="2092960" y="5023274"/>
                  </a:lnTo>
                  <a:lnTo>
                    <a:pt x="2048621" y="5201688"/>
                  </a:lnTo>
                  <a:cubicBezTo>
                    <a:pt x="2042765" y="5217311"/>
                    <a:pt x="2042765" y="5234527"/>
                    <a:pt x="2048621" y="5250150"/>
                  </a:cubicBezTo>
                  <a:cubicBezTo>
                    <a:pt x="2055604" y="5263154"/>
                    <a:pt x="2068133" y="5272269"/>
                    <a:pt x="2082650" y="5274900"/>
                  </a:cubicBezTo>
                  <a:cubicBezTo>
                    <a:pt x="2096066" y="5281082"/>
                    <a:pt x="2111515" y="5281082"/>
                    <a:pt x="2124930" y="5274900"/>
                  </a:cubicBezTo>
                  <a:cubicBezTo>
                    <a:pt x="2137748" y="5263337"/>
                    <a:pt x="2146142" y="5247650"/>
                    <a:pt x="2148650" y="5230565"/>
                  </a:cubicBezTo>
                  <a:lnTo>
                    <a:pt x="2192989" y="5053189"/>
                  </a:lnTo>
                  <a:lnTo>
                    <a:pt x="2219807" y="5059371"/>
                  </a:lnTo>
                  <a:lnTo>
                    <a:pt x="2247654" y="5066591"/>
                  </a:lnTo>
                  <a:lnTo>
                    <a:pt x="2200209" y="5237773"/>
                  </a:lnTo>
                  <a:cubicBezTo>
                    <a:pt x="2195425" y="5269756"/>
                    <a:pt x="2178870" y="5298815"/>
                    <a:pt x="2153807" y="5319247"/>
                  </a:cubicBezTo>
                  <a:cubicBezTo>
                    <a:pt x="2127400" y="5334294"/>
                    <a:pt x="2095710" y="5336938"/>
                    <a:pt x="2067180" y="5326468"/>
                  </a:cubicBezTo>
                  <a:cubicBezTo>
                    <a:pt x="2037328" y="5321976"/>
                    <a:pt x="2010956" y="5304641"/>
                    <a:pt x="1994985" y="5279023"/>
                  </a:cubicBezTo>
                  <a:cubicBezTo>
                    <a:pt x="1983261" y="5249209"/>
                    <a:pt x="1983261" y="5216044"/>
                    <a:pt x="1994985" y="5186218"/>
                  </a:cubicBezTo>
                  <a:close/>
                  <a:moveTo>
                    <a:pt x="3514900" y="4952554"/>
                  </a:moveTo>
                  <a:lnTo>
                    <a:pt x="3523150" y="4977304"/>
                  </a:lnTo>
                  <a:lnTo>
                    <a:pt x="3531400" y="5002053"/>
                  </a:lnTo>
                  <a:lnTo>
                    <a:pt x="3403523" y="5043303"/>
                  </a:lnTo>
                  <a:lnTo>
                    <a:pt x="3424146" y="5106210"/>
                  </a:lnTo>
                  <a:lnTo>
                    <a:pt x="3535523" y="5070125"/>
                  </a:lnTo>
                  <a:lnTo>
                    <a:pt x="3542743" y="5093833"/>
                  </a:lnTo>
                  <a:lnTo>
                    <a:pt x="3550993" y="5117557"/>
                  </a:lnTo>
                  <a:lnTo>
                    <a:pt x="3439621" y="5153655"/>
                  </a:lnTo>
                  <a:lnTo>
                    <a:pt x="3477773" y="5271222"/>
                  </a:lnTo>
                  <a:lnTo>
                    <a:pt x="3450955" y="5279459"/>
                  </a:lnTo>
                  <a:lnTo>
                    <a:pt x="3424146" y="5288752"/>
                  </a:lnTo>
                  <a:lnTo>
                    <a:pt x="3334426" y="5012371"/>
                  </a:lnTo>
                  <a:close/>
                  <a:moveTo>
                    <a:pt x="1772071" y="4919562"/>
                  </a:moveTo>
                  <a:lnTo>
                    <a:pt x="1978320" y="4990719"/>
                  </a:lnTo>
                  <a:lnTo>
                    <a:pt x="1970070" y="5014439"/>
                  </a:lnTo>
                  <a:lnTo>
                    <a:pt x="1960782" y="5039189"/>
                  </a:lnTo>
                  <a:lnTo>
                    <a:pt x="1884473" y="5013409"/>
                  </a:lnTo>
                  <a:lnTo>
                    <a:pt x="1807130" y="5239260"/>
                  </a:lnTo>
                  <a:lnTo>
                    <a:pt x="1780321" y="5229968"/>
                  </a:lnTo>
                  <a:lnTo>
                    <a:pt x="1753503" y="5220693"/>
                  </a:lnTo>
                  <a:lnTo>
                    <a:pt x="1831880" y="4994842"/>
                  </a:lnTo>
                  <a:lnTo>
                    <a:pt x="1755571" y="4969062"/>
                  </a:lnTo>
                  <a:lnTo>
                    <a:pt x="1763821" y="4944312"/>
                  </a:lnTo>
                  <a:close/>
                  <a:moveTo>
                    <a:pt x="1666876" y="4867995"/>
                  </a:moveTo>
                  <a:lnTo>
                    <a:pt x="1691626" y="4879342"/>
                  </a:lnTo>
                  <a:lnTo>
                    <a:pt x="1717406" y="4891715"/>
                  </a:lnTo>
                  <a:lnTo>
                    <a:pt x="1594694" y="5154680"/>
                  </a:lnTo>
                  <a:lnTo>
                    <a:pt x="1568906" y="5143345"/>
                  </a:lnTo>
                  <a:lnTo>
                    <a:pt x="1543127" y="5130968"/>
                  </a:lnTo>
                  <a:close/>
                  <a:moveTo>
                    <a:pt x="3872751" y="4780342"/>
                  </a:moveTo>
                  <a:lnTo>
                    <a:pt x="3884085" y="4803037"/>
                  </a:lnTo>
                  <a:lnTo>
                    <a:pt x="3896462" y="4825719"/>
                  </a:lnTo>
                  <a:lnTo>
                    <a:pt x="3825306" y="4863872"/>
                  </a:lnTo>
                  <a:lnTo>
                    <a:pt x="3937712" y="5075278"/>
                  </a:lnTo>
                  <a:lnTo>
                    <a:pt x="3912962" y="5088689"/>
                  </a:lnTo>
                  <a:lnTo>
                    <a:pt x="3888212" y="5102096"/>
                  </a:lnTo>
                  <a:lnTo>
                    <a:pt x="3775806" y="4890689"/>
                  </a:lnTo>
                  <a:lnTo>
                    <a:pt x="3704649" y="4927816"/>
                  </a:lnTo>
                  <a:lnTo>
                    <a:pt x="3692277" y="4905122"/>
                  </a:lnTo>
                  <a:lnTo>
                    <a:pt x="3680929" y="4882439"/>
                  </a:lnTo>
                  <a:close/>
                  <a:moveTo>
                    <a:pt x="1417309" y="4732898"/>
                  </a:moveTo>
                  <a:lnTo>
                    <a:pt x="1607059" y="4839122"/>
                  </a:lnTo>
                  <a:lnTo>
                    <a:pt x="1594682" y="4861804"/>
                  </a:lnTo>
                  <a:lnTo>
                    <a:pt x="1582309" y="4883456"/>
                  </a:lnTo>
                  <a:lnTo>
                    <a:pt x="1512182" y="4844274"/>
                  </a:lnTo>
                  <a:lnTo>
                    <a:pt x="1395653" y="5053625"/>
                  </a:lnTo>
                  <a:lnTo>
                    <a:pt x="1370903" y="5040210"/>
                  </a:lnTo>
                  <a:lnTo>
                    <a:pt x="1347182" y="5026808"/>
                  </a:lnTo>
                  <a:lnTo>
                    <a:pt x="1462682" y="4817457"/>
                  </a:lnTo>
                  <a:lnTo>
                    <a:pt x="1392555" y="4778274"/>
                  </a:lnTo>
                  <a:lnTo>
                    <a:pt x="1404932" y="4755592"/>
                  </a:lnTo>
                  <a:close/>
                  <a:moveTo>
                    <a:pt x="4097559" y="4639059"/>
                  </a:moveTo>
                  <a:lnTo>
                    <a:pt x="4110962" y="4660711"/>
                  </a:lnTo>
                  <a:lnTo>
                    <a:pt x="4125402" y="4682368"/>
                  </a:lnTo>
                  <a:lnTo>
                    <a:pt x="4006805" y="4759715"/>
                  </a:lnTo>
                  <a:lnTo>
                    <a:pt x="4040835" y="4811283"/>
                  </a:lnTo>
                  <a:lnTo>
                    <a:pt x="4150152" y="4740118"/>
                  </a:lnTo>
                  <a:lnTo>
                    <a:pt x="4164589" y="4760741"/>
                  </a:lnTo>
                  <a:lnTo>
                    <a:pt x="4177991" y="4782406"/>
                  </a:lnTo>
                  <a:lnTo>
                    <a:pt x="4067652" y="4853562"/>
                  </a:lnTo>
                  <a:lnTo>
                    <a:pt x="4108902" y="4916465"/>
                  </a:lnTo>
                  <a:lnTo>
                    <a:pt x="4232656" y="4837062"/>
                  </a:lnTo>
                  <a:lnTo>
                    <a:pt x="4247088" y="4858715"/>
                  </a:lnTo>
                  <a:lnTo>
                    <a:pt x="4261529" y="4880367"/>
                  </a:lnTo>
                  <a:lnTo>
                    <a:pt x="4090335" y="4990714"/>
                  </a:lnTo>
                  <a:lnTo>
                    <a:pt x="3932555" y="4746308"/>
                  </a:lnTo>
                  <a:close/>
                  <a:moveTo>
                    <a:pt x="1204009" y="4608716"/>
                  </a:moveTo>
                  <a:cubicBezTo>
                    <a:pt x="1231598" y="4607576"/>
                    <a:pt x="1258666" y="4616360"/>
                    <a:pt x="1280327" y="4633466"/>
                  </a:cubicBezTo>
                  <a:cubicBezTo>
                    <a:pt x="1302500" y="4648364"/>
                    <a:pt x="1318026" y="4671283"/>
                    <a:pt x="1323636" y="4697398"/>
                  </a:cubicBezTo>
                  <a:cubicBezTo>
                    <a:pt x="1328106" y="4723220"/>
                    <a:pt x="1322576" y="4749766"/>
                    <a:pt x="1308174" y="4771647"/>
                  </a:cubicBezTo>
                  <a:lnTo>
                    <a:pt x="1268992" y="4739686"/>
                  </a:lnTo>
                  <a:cubicBezTo>
                    <a:pt x="1276225" y="4729109"/>
                    <a:pt x="1278132" y="4715770"/>
                    <a:pt x="1274144" y="4703593"/>
                  </a:cubicBezTo>
                  <a:cubicBezTo>
                    <a:pt x="1270238" y="4689915"/>
                    <a:pt x="1261424" y="4678169"/>
                    <a:pt x="1249395" y="4670588"/>
                  </a:cubicBezTo>
                  <a:cubicBezTo>
                    <a:pt x="1240407" y="4662457"/>
                    <a:pt x="1228479" y="4658355"/>
                    <a:pt x="1216395" y="4659245"/>
                  </a:cubicBezTo>
                  <a:cubicBezTo>
                    <a:pt x="1205534" y="4659957"/>
                    <a:pt x="1195640" y="4665673"/>
                    <a:pt x="1189577" y="4674715"/>
                  </a:cubicBezTo>
                  <a:cubicBezTo>
                    <a:pt x="1184865" y="4681915"/>
                    <a:pt x="1184865" y="4691228"/>
                    <a:pt x="1189577" y="4698436"/>
                  </a:cubicBezTo>
                  <a:cubicBezTo>
                    <a:pt x="1198229" y="4714567"/>
                    <a:pt x="1208979" y="4729478"/>
                    <a:pt x="1221547" y="4742775"/>
                  </a:cubicBezTo>
                  <a:cubicBezTo>
                    <a:pt x="1242259" y="4763063"/>
                    <a:pt x="1257505" y="4788245"/>
                    <a:pt x="1265894" y="4815995"/>
                  </a:cubicBezTo>
                  <a:cubicBezTo>
                    <a:pt x="1267878" y="4837291"/>
                    <a:pt x="1261187" y="4858482"/>
                    <a:pt x="1247327" y="4874774"/>
                  </a:cubicBezTo>
                  <a:cubicBezTo>
                    <a:pt x="1233297" y="4895973"/>
                    <a:pt x="1209835" y="4909054"/>
                    <a:pt x="1184424" y="4909842"/>
                  </a:cubicBezTo>
                  <a:cubicBezTo>
                    <a:pt x="1155734" y="4910719"/>
                    <a:pt x="1127768" y="4900783"/>
                    <a:pt x="1106048" y="4881999"/>
                  </a:cubicBezTo>
                  <a:cubicBezTo>
                    <a:pt x="1081501" y="4866906"/>
                    <a:pt x="1063755" y="4842867"/>
                    <a:pt x="1056548" y="4814965"/>
                  </a:cubicBezTo>
                  <a:cubicBezTo>
                    <a:pt x="1051404" y="4788202"/>
                    <a:pt x="1057768" y="4760495"/>
                    <a:pt x="1074073" y="4738660"/>
                  </a:cubicBezTo>
                  <a:lnTo>
                    <a:pt x="1118420" y="4769592"/>
                  </a:lnTo>
                  <a:cubicBezTo>
                    <a:pt x="1110204" y="4780482"/>
                    <a:pt x="1106836" y="4794300"/>
                    <a:pt x="1109145" y="4807745"/>
                  </a:cubicBezTo>
                  <a:cubicBezTo>
                    <a:pt x="1113721" y="4821635"/>
                    <a:pt x="1122797" y="4833601"/>
                    <a:pt x="1134920" y="4841774"/>
                  </a:cubicBezTo>
                  <a:cubicBezTo>
                    <a:pt x="1146280" y="4850859"/>
                    <a:pt x="1159772" y="4856889"/>
                    <a:pt x="1174115" y="4859312"/>
                  </a:cubicBezTo>
                  <a:cubicBezTo>
                    <a:pt x="1184857" y="4859973"/>
                    <a:pt x="1195251" y="4855351"/>
                    <a:pt x="1201954" y="4846940"/>
                  </a:cubicBezTo>
                  <a:cubicBezTo>
                    <a:pt x="1206174" y="4838863"/>
                    <a:pt x="1206174" y="4829228"/>
                    <a:pt x="1201954" y="4821160"/>
                  </a:cubicBezTo>
                  <a:cubicBezTo>
                    <a:pt x="1195488" y="4806253"/>
                    <a:pt x="1186403" y="4792630"/>
                    <a:pt x="1175145" y="4780940"/>
                  </a:cubicBezTo>
                  <a:cubicBezTo>
                    <a:pt x="1153467" y="4758851"/>
                    <a:pt x="1136611" y="4732520"/>
                    <a:pt x="1125645" y="4703593"/>
                  </a:cubicBezTo>
                  <a:cubicBezTo>
                    <a:pt x="1122094" y="4683321"/>
                    <a:pt x="1127768" y="4662533"/>
                    <a:pt x="1141102" y="4646868"/>
                  </a:cubicBezTo>
                  <a:cubicBezTo>
                    <a:pt x="1155158" y="4625216"/>
                    <a:pt x="1178327" y="4611161"/>
                    <a:pt x="1204009" y="4608716"/>
                  </a:cubicBezTo>
                  <a:close/>
                  <a:moveTo>
                    <a:pt x="4318414" y="4479809"/>
                  </a:moveTo>
                  <a:cubicBezTo>
                    <a:pt x="4347236" y="4481131"/>
                    <a:pt x="4374486" y="4493280"/>
                    <a:pt x="4394732" y="4513839"/>
                  </a:cubicBezTo>
                  <a:lnTo>
                    <a:pt x="4352444" y="4549936"/>
                  </a:lnTo>
                  <a:cubicBezTo>
                    <a:pt x="4342224" y="4539890"/>
                    <a:pt x="4328614" y="4534000"/>
                    <a:pt x="4314287" y="4533436"/>
                  </a:cubicBezTo>
                  <a:cubicBezTo>
                    <a:pt x="4299465" y="4533597"/>
                    <a:pt x="4285198" y="4539085"/>
                    <a:pt x="4274067" y="4548894"/>
                  </a:cubicBezTo>
                  <a:cubicBezTo>
                    <a:pt x="4258508" y="4561186"/>
                    <a:pt x="4250648" y="4580826"/>
                    <a:pt x="4253440" y="4600466"/>
                  </a:cubicBezTo>
                  <a:cubicBezTo>
                    <a:pt x="4258521" y="4626296"/>
                    <a:pt x="4270656" y="4650216"/>
                    <a:pt x="4288508" y="4669563"/>
                  </a:cubicBezTo>
                  <a:cubicBezTo>
                    <a:pt x="4303906" y="4690317"/>
                    <a:pt x="4325063" y="4706093"/>
                    <a:pt x="4349347" y="4714936"/>
                  </a:cubicBezTo>
                  <a:cubicBezTo>
                    <a:pt x="4367991" y="4720609"/>
                    <a:pt x="4388236" y="4716334"/>
                    <a:pt x="4402974" y="4703593"/>
                  </a:cubicBezTo>
                  <a:cubicBezTo>
                    <a:pt x="4414851" y="4694139"/>
                    <a:pt x="4422613" y="4680474"/>
                    <a:pt x="4424626" y="4665436"/>
                  </a:cubicBezTo>
                  <a:cubicBezTo>
                    <a:pt x="4425384" y="4649707"/>
                    <a:pt x="4421041" y="4634156"/>
                    <a:pt x="4412262" y="4621089"/>
                  </a:cubicBezTo>
                  <a:lnTo>
                    <a:pt x="4454541" y="4581898"/>
                  </a:lnTo>
                  <a:cubicBezTo>
                    <a:pt x="4472859" y="4606474"/>
                    <a:pt x="4481316" y="4637004"/>
                    <a:pt x="4478261" y="4667495"/>
                  </a:cubicBezTo>
                  <a:cubicBezTo>
                    <a:pt x="4469859" y="4733029"/>
                    <a:pt x="4409923" y="4779334"/>
                    <a:pt x="4344389" y="4770936"/>
                  </a:cubicBezTo>
                  <a:cubicBezTo>
                    <a:pt x="4343639" y="4770838"/>
                    <a:pt x="4342880" y="4770728"/>
                    <a:pt x="4342135" y="4770622"/>
                  </a:cubicBezTo>
                  <a:cubicBezTo>
                    <a:pt x="4303364" y="4761253"/>
                    <a:pt x="4269076" y="4738639"/>
                    <a:pt x="4245203" y="4706686"/>
                  </a:cubicBezTo>
                  <a:cubicBezTo>
                    <a:pt x="4217258" y="4677215"/>
                    <a:pt x="4200474" y="4638923"/>
                    <a:pt x="4197758" y="4598398"/>
                  </a:cubicBezTo>
                  <a:cubicBezTo>
                    <a:pt x="4196449" y="4563631"/>
                    <a:pt x="4211771" y="4530318"/>
                    <a:pt x="4239008" y="4508686"/>
                  </a:cubicBezTo>
                  <a:cubicBezTo>
                    <a:pt x="4260771" y="4489186"/>
                    <a:pt x="4289215" y="4478848"/>
                    <a:pt x="4318414" y="4479809"/>
                  </a:cubicBezTo>
                  <a:close/>
                  <a:moveTo>
                    <a:pt x="976955" y="4384335"/>
                  </a:moveTo>
                  <a:lnTo>
                    <a:pt x="998607" y="4403932"/>
                  </a:lnTo>
                  <a:lnTo>
                    <a:pt x="1019243" y="4424560"/>
                  </a:lnTo>
                  <a:lnTo>
                    <a:pt x="958400" y="4647309"/>
                  </a:lnTo>
                  <a:lnTo>
                    <a:pt x="1097611" y="4497780"/>
                  </a:lnTo>
                  <a:lnTo>
                    <a:pt x="1117204" y="4515309"/>
                  </a:lnTo>
                  <a:lnTo>
                    <a:pt x="1135772" y="4532839"/>
                  </a:lnTo>
                  <a:lnTo>
                    <a:pt x="937773" y="4746313"/>
                  </a:lnTo>
                  <a:lnTo>
                    <a:pt x="917146" y="4726715"/>
                  </a:lnTo>
                  <a:lnTo>
                    <a:pt x="897552" y="4708148"/>
                  </a:lnTo>
                  <a:lnTo>
                    <a:pt x="959425" y="4479212"/>
                  </a:lnTo>
                  <a:lnTo>
                    <a:pt x="816078" y="4632868"/>
                  </a:lnTo>
                  <a:lnTo>
                    <a:pt x="797523" y="4615339"/>
                  </a:lnTo>
                  <a:lnTo>
                    <a:pt x="777926" y="4596771"/>
                  </a:lnTo>
                  <a:close/>
                  <a:moveTo>
                    <a:pt x="883108" y="4280170"/>
                  </a:moveTo>
                  <a:lnTo>
                    <a:pt x="901675" y="4301823"/>
                  </a:lnTo>
                  <a:lnTo>
                    <a:pt x="920235" y="4322450"/>
                  </a:lnTo>
                  <a:lnTo>
                    <a:pt x="703676" y="4516326"/>
                  </a:lnTo>
                  <a:lnTo>
                    <a:pt x="685104" y="4495703"/>
                  </a:lnTo>
                  <a:lnTo>
                    <a:pt x="666549" y="4475076"/>
                  </a:lnTo>
                  <a:close/>
                  <a:moveTo>
                    <a:pt x="4535842" y="4224488"/>
                  </a:moveTo>
                  <a:lnTo>
                    <a:pt x="4751379" y="4419394"/>
                  </a:lnTo>
                  <a:lnTo>
                    <a:pt x="4732811" y="4440030"/>
                  </a:lnTo>
                  <a:lnTo>
                    <a:pt x="4714244" y="4460644"/>
                  </a:lnTo>
                  <a:lnTo>
                    <a:pt x="4616282" y="4372992"/>
                  </a:lnTo>
                  <a:lnTo>
                    <a:pt x="4546160" y="4450339"/>
                  </a:lnTo>
                  <a:lnTo>
                    <a:pt x="4644121" y="4539021"/>
                  </a:lnTo>
                  <a:lnTo>
                    <a:pt x="4625562" y="4559648"/>
                  </a:lnTo>
                  <a:lnTo>
                    <a:pt x="4606994" y="4580271"/>
                  </a:lnTo>
                  <a:lnTo>
                    <a:pt x="4390435" y="4385365"/>
                  </a:lnTo>
                  <a:lnTo>
                    <a:pt x="4409003" y="4364742"/>
                  </a:lnTo>
                  <a:lnTo>
                    <a:pt x="4428588" y="4344115"/>
                  </a:lnTo>
                  <a:lnTo>
                    <a:pt x="4509033" y="4417339"/>
                  </a:lnTo>
                  <a:lnTo>
                    <a:pt x="4579159" y="4338962"/>
                  </a:lnTo>
                  <a:lnTo>
                    <a:pt x="4497685" y="4265738"/>
                  </a:lnTo>
                  <a:lnTo>
                    <a:pt x="4517282" y="4245115"/>
                  </a:lnTo>
                  <a:close/>
                  <a:moveTo>
                    <a:pt x="4714244" y="3980082"/>
                  </a:moveTo>
                  <a:lnTo>
                    <a:pt x="4952468" y="4147141"/>
                  </a:lnTo>
                  <a:lnTo>
                    <a:pt x="4936997" y="4169836"/>
                  </a:lnTo>
                  <a:lnTo>
                    <a:pt x="4920497" y="4193556"/>
                  </a:lnTo>
                  <a:lnTo>
                    <a:pt x="4685371" y="4162611"/>
                  </a:lnTo>
                  <a:lnTo>
                    <a:pt x="4857595" y="4283280"/>
                  </a:lnTo>
                  <a:lnTo>
                    <a:pt x="4843150" y="4304933"/>
                  </a:lnTo>
                  <a:lnTo>
                    <a:pt x="4827688" y="4326585"/>
                  </a:lnTo>
                  <a:lnTo>
                    <a:pt x="4589464" y="4159526"/>
                  </a:lnTo>
                  <a:lnTo>
                    <a:pt x="4605964" y="4135806"/>
                  </a:lnTo>
                  <a:lnTo>
                    <a:pt x="4622464" y="4111056"/>
                  </a:lnTo>
                  <a:lnTo>
                    <a:pt x="4852438" y="4140959"/>
                  </a:lnTo>
                  <a:lnTo>
                    <a:pt x="4684341" y="4023400"/>
                  </a:lnTo>
                  <a:lnTo>
                    <a:pt x="4699812" y="4001735"/>
                  </a:lnTo>
                  <a:close/>
                  <a:moveTo>
                    <a:pt x="597638" y="3950764"/>
                  </a:moveTo>
                  <a:cubicBezTo>
                    <a:pt x="634299" y="3955171"/>
                    <a:pt x="666769" y="3976565"/>
                    <a:pt x="685290" y="4008514"/>
                  </a:cubicBezTo>
                  <a:cubicBezTo>
                    <a:pt x="701824" y="4032298"/>
                    <a:pt x="709489" y="4061133"/>
                    <a:pt x="706947" y="4089984"/>
                  </a:cubicBezTo>
                  <a:cubicBezTo>
                    <a:pt x="703642" y="4117853"/>
                    <a:pt x="689112" y="4143179"/>
                    <a:pt x="666723" y="4160111"/>
                  </a:cubicBezTo>
                  <a:lnTo>
                    <a:pt x="636820" y="4113709"/>
                  </a:lnTo>
                  <a:cubicBezTo>
                    <a:pt x="646858" y="4104743"/>
                    <a:pt x="652824" y="4092086"/>
                    <a:pt x="653320" y="4078637"/>
                  </a:cubicBezTo>
                  <a:cubicBezTo>
                    <a:pt x="655312" y="4064684"/>
                    <a:pt x="652401" y="4050467"/>
                    <a:pt x="645083" y="4038417"/>
                  </a:cubicBezTo>
                  <a:cubicBezTo>
                    <a:pt x="633333" y="4019158"/>
                    <a:pt x="612935" y="4006836"/>
                    <a:pt x="590418" y="4005417"/>
                  </a:cubicBezTo>
                  <a:cubicBezTo>
                    <a:pt x="563672" y="4005633"/>
                    <a:pt x="537689" y="4014294"/>
                    <a:pt x="516164" y="4030167"/>
                  </a:cubicBezTo>
                  <a:cubicBezTo>
                    <a:pt x="492672" y="4042984"/>
                    <a:pt x="474155" y="4063332"/>
                    <a:pt x="463579" y="4087917"/>
                  </a:cubicBezTo>
                  <a:cubicBezTo>
                    <a:pt x="456444" y="4108823"/>
                    <a:pt x="459910" y="4131895"/>
                    <a:pt x="472859" y="4149793"/>
                  </a:cubicBezTo>
                  <a:cubicBezTo>
                    <a:pt x="483524" y="4167429"/>
                    <a:pt x="502782" y="4178039"/>
                    <a:pt x="523388" y="4177641"/>
                  </a:cubicBezTo>
                  <a:lnTo>
                    <a:pt x="561537" y="4170421"/>
                  </a:lnTo>
                  <a:lnTo>
                    <a:pt x="561541" y="4170429"/>
                  </a:lnTo>
                  <a:lnTo>
                    <a:pt x="561541" y="4170416"/>
                  </a:lnTo>
                  <a:lnTo>
                    <a:pt x="561537" y="4170421"/>
                  </a:lnTo>
                  <a:lnTo>
                    <a:pt x="527511" y="4117832"/>
                  </a:lnTo>
                  <a:lnTo>
                    <a:pt x="569791" y="4089984"/>
                  </a:lnTo>
                  <a:lnTo>
                    <a:pt x="630638" y="4183831"/>
                  </a:lnTo>
                  <a:lnTo>
                    <a:pt x="498638" y="4269420"/>
                  </a:lnTo>
                  <a:lnTo>
                    <a:pt x="478011" y="4238488"/>
                  </a:lnTo>
                  <a:lnTo>
                    <a:pt x="506888" y="4212709"/>
                  </a:lnTo>
                  <a:lnTo>
                    <a:pt x="501732" y="4212709"/>
                  </a:lnTo>
                  <a:cubicBezTo>
                    <a:pt x="470791" y="4213391"/>
                    <a:pt x="441787" y="4197713"/>
                    <a:pt x="425414" y="4171459"/>
                  </a:cubicBezTo>
                  <a:lnTo>
                    <a:pt x="425414" y="4174543"/>
                  </a:lnTo>
                  <a:cubicBezTo>
                    <a:pt x="403478" y="4144899"/>
                    <a:pt x="397321" y="4106433"/>
                    <a:pt x="408914" y="4071417"/>
                  </a:cubicBezTo>
                  <a:cubicBezTo>
                    <a:pt x="439867" y="3995252"/>
                    <a:pt x="515507" y="3946900"/>
                    <a:pt x="597638" y="3950764"/>
                  </a:cubicBezTo>
                  <a:close/>
                  <a:moveTo>
                    <a:pt x="4896947" y="3786790"/>
                  </a:moveTo>
                  <a:cubicBezTo>
                    <a:pt x="4875921" y="3788782"/>
                    <a:pt x="4857493" y="3801710"/>
                    <a:pt x="4848489" y="3820820"/>
                  </a:cubicBezTo>
                  <a:cubicBezTo>
                    <a:pt x="4837582" y="3839269"/>
                    <a:pt x="4837582" y="3862188"/>
                    <a:pt x="4848489" y="3880625"/>
                  </a:cubicBezTo>
                  <a:cubicBezTo>
                    <a:pt x="4861425" y="3904036"/>
                    <a:pt x="4881726" y="3922515"/>
                    <a:pt x="4906239" y="3933222"/>
                  </a:cubicBezTo>
                  <a:cubicBezTo>
                    <a:pt x="4928574" y="3946616"/>
                    <a:pt x="4954514" y="3952735"/>
                    <a:pt x="4980489" y="3950764"/>
                  </a:cubicBezTo>
                  <a:cubicBezTo>
                    <a:pt x="5001234" y="3948036"/>
                    <a:pt x="5019344" y="3935324"/>
                    <a:pt x="5028950" y="3916722"/>
                  </a:cubicBezTo>
                  <a:cubicBezTo>
                    <a:pt x="5039226" y="3898112"/>
                    <a:pt x="5039226" y="3875527"/>
                    <a:pt x="5028950" y="3856917"/>
                  </a:cubicBezTo>
                  <a:cubicBezTo>
                    <a:pt x="5016544" y="3834091"/>
                    <a:pt x="4996980" y="3815981"/>
                    <a:pt x="4973268" y="3805345"/>
                  </a:cubicBezTo>
                  <a:cubicBezTo>
                    <a:pt x="4950455" y="3791176"/>
                    <a:pt x="4923722" y="3784680"/>
                    <a:pt x="4896947" y="3786790"/>
                  </a:cubicBezTo>
                  <a:close/>
                  <a:moveTo>
                    <a:pt x="4883544" y="3732138"/>
                  </a:moveTo>
                  <a:cubicBezTo>
                    <a:pt x="4923853" y="3725553"/>
                    <a:pt x="4965179" y="3733596"/>
                    <a:pt x="5000073" y="3754820"/>
                  </a:cubicBezTo>
                  <a:cubicBezTo>
                    <a:pt x="5036268" y="3771634"/>
                    <a:pt x="5065188" y="3800917"/>
                    <a:pt x="5081548" y="3837320"/>
                  </a:cubicBezTo>
                  <a:cubicBezTo>
                    <a:pt x="5095048" y="3871099"/>
                    <a:pt x="5091997" y="3909243"/>
                    <a:pt x="5073298" y="3940447"/>
                  </a:cubicBezTo>
                  <a:cubicBezTo>
                    <a:pt x="5057586" y="3972870"/>
                    <a:pt x="5027997" y="3996396"/>
                    <a:pt x="4992866" y="4004387"/>
                  </a:cubicBezTo>
                  <a:lnTo>
                    <a:pt x="4992853" y="4002319"/>
                  </a:lnTo>
                  <a:cubicBezTo>
                    <a:pt x="4912332" y="4011243"/>
                    <a:pt x="4834434" y="3970455"/>
                    <a:pt x="4795892" y="3899193"/>
                  </a:cubicBezTo>
                  <a:cubicBezTo>
                    <a:pt x="4781608" y="3865760"/>
                    <a:pt x="4783892" y="3827553"/>
                    <a:pt x="4802074" y="3796070"/>
                  </a:cubicBezTo>
                  <a:cubicBezTo>
                    <a:pt x="4817879" y="3763295"/>
                    <a:pt x="4847955" y="3739693"/>
                    <a:pt x="4883544" y="3732138"/>
                  </a:cubicBezTo>
                  <a:close/>
                  <a:moveTo>
                    <a:pt x="484020" y="3640799"/>
                  </a:moveTo>
                  <a:lnTo>
                    <a:pt x="496393" y="3667609"/>
                  </a:lnTo>
                  <a:lnTo>
                    <a:pt x="508770" y="3693397"/>
                  </a:lnTo>
                  <a:lnTo>
                    <a:pt x="368516" y="3877985"/>
                  </a:lnTo>
                  <a:lnTo>
                    <a:pt x="554147" y="3791358"/>
                  </a:lnTo>
                  <a:lnTo>
                    <a:pt x="564464" y="3815083"/>
                  </a:lnTo>
                  <a:lnTo>
                    <a:pt x="575799" y="3838803"/>
                  </a:lnTo>
                  <a:lnTo>
                    <a:pt x="311796" y="3961527"/>
                  </a:lnTo>
                  <a:lnTo>
                    <a:pt x="300448" y="3936777"/>
                  </a:lnTo>
                  <a:lnTo>
                    <a:pt x="289114" y="3910985"/>
                  </a:lnTo>
                  <a:lnTo>
                    <a:pt x="432461" y="3722274"/>
                  </a:lnTo>
                  <a:lnTo>
                    <a:pt x="241669" y="3810956"/>
                  </a:lnTo>
                  <a:lnTo>
                    <a:pt x="231364" y="3787235"/>
                  </a:lnTo>
                  <a:lnTo>
                    <a:pt x="220016" y="3763511"/>
                  </a:lnTo>
                  <a:close/>
                  <a:moveTo>
                    <a:pt x="5190696" y="3522202"/>
                  </a:moveTo>
                  <a:lnTo>
                    <a:pt x="5214407" y="3530452"/>
                  </a:lnTo>
                  <a:lnTo>
                    <a:pt x="5238128" y="3540770"/>
                  </a:lnTo>
                  <a:lnTo>
                    <a:pt x="5171098" y="3717108"/>
                  </a:lnTo>
                  <a:lnTo>
                    <a:pt x="4898845" y="3612952"/>
                  </a:lnTo>
                  <a:lnTo>
                    <a:pt x="4909150" y="3586134"/>
                  </a:lnTo>
                  <a:lnTo>
                    <a:pt x="4919468" y="3560359"/>
                  </a:lnTo>
                  <a:lnTo>
                    <a:pt x="5142225" y="3645956"/>
                  </a:lnTo>
                  <a:close/>
                  <a:moveTo>
                    <a:pt x="432461" y="3510855"/>
                  </a:moveTo>
                  <a:lnTo>
                    <a:pt x="442766" y="3537673"/>
                  </a:lnTo>
                  <a:lnTo>
                    <a:pt x="453083" y="3563452"/>
                  </a:lnTo>
                  <a:lnTo>
                    <a:pt x="180834" y="3667609"/>
                  </a:lnTo>
                  <a:lnTo>
                    <a:pt x="170517" y="3641829"/>
                  </a:lnTo>
                  <a:lnTo>
                    <a:pt x="161237" y="3616037"/>
                  </a:lnTo>
                  <a:close/>
                  <a:moveTo>
                    <a:pt x="175851" y="3314478"/>
                  </a:moveTo>
                  <a:lnTo>
                    <a:pt x="189254" y="3366046"/>
                  </a:lnTo>
                  <a:lnTo>
                    <a:pt x="172754" y="3371198"/>
                  </a:lnTo>
                  <a:cubicBezTo>
                    <a:pt x="159428" y="3373266"/>
                    <a:pt x="146945" y="3378982"/>
                    <a:pt x="136656" y="3387698"/>
                  </a:cubicBezTo>
                  <a:cubicBezTo>
                    <a:pt x="129428" y="3395016"/>
                    <a:pt x="127012" y="3405842"/>
                    <a:pt x="130474" y="3415546"/>
                  </a:cubicBezTo>
                  <a:cubicBezTo>
                    <a:pt x="132250" y="3424402"/>
                    <a:pt x="137936" y="3431978"/>
                    <a:pt x="145936" y="3436169"/>
                  </a:cubicBezTo>
                  <a:cubicBezTo>
                    <a:pt x="155932" y="3439796"/>
                    <a:pt x="166885" y="3439796"/>
                    <a:pt x="176881" y="3436169"/>
                  </a:cubicBezTo>
                  <a:lnTo>
                    <a:pt x="383130" y="3378410"/>
                  </a:lnTo>
                  <a:lnTo>
                    <a:pt x="390342" y="3405228"/>
                  </a:lnTo>
                  <a:lnTo>
                    <a:pt x="397562" y="3432046"/>
                  </a:lnTo>
                  <a:lnTo>
                    <a:pt x="191313" y="3485668"/>
                  </a:lnTo>
                  <a:cubicBezTo>
                    <a:pt x="168911" y="3495177"/>
                    <a:pt x="143597" y="3495177"/>
                    <a:pt x="121186" y="3485668"/>
                  </a:cubicBezTo>
                  <a:cubicBezTo>
                    <a:pt x="101059" y="3472969"/>
                    <a:pt x="87203" y="3452376"/>
                    <a:pt x="83034" y="3428948"/>
                  </a:cubicBezTo>
                  <a:cubicBezTo>
                    <a:pt x="74220" y="3405864"/>
                    <a:pt x="76491" y="3380012"/>
                    <a:pt x="89224" y="3358821"/>
                  </a:cubicBezTo>
                  <a:cubicBezTo>
                    <a:pt x="106907" y="3337495"/>
                    <a:pt x="131906" y="3323516"/>
                    <a:pt x="159351" y="3319631"/>
                  </a:cubicBezTo>
                  <a:close/>
                  <a:moveTo>
                    <a:pt x="5138274" y="3210244"/>
                  </a:moveTo>
                  <a:cubicBezTo>
                    <a:pt x="5125043" y="3210244"/>
                    <a:pt x="5111813" y="3212330"/>
                    <a:pt x="5099086" y="3216504"/>
                  </a:cubicBezTo>
                  <a:cubicBezTo>
                    <a:pt x="5079077" y="3223868"/>
                    <a:pt x="5064268" y="3241017"/>
                    <a:pt x="5059891" y="3261881"/>
                  </a:cubicBezTo>
                  <a:cubicBezTo>
                    <a:pt x="5054264" y="3282483"/>
                    <a:pt x="5059298" y="3304538"/>
                    <a:pt x="5073306" y="3320669"/>
                  </a:cubicBezTo>
                  <a:cubicBezTo>
                    <a:pt x="5092234" y="3339495"/>
                    <a:pt x="5116247" y="3352402"/>
                    <a:pt x="5142395" y="3357783"/>
                  </a:cubicBezTo>
                  <a:cubicBezTo>
                    <a:pt x="5167221" y="3365686"/>
                    <a:pt x="5193886" y="3365686"/>
                    <a:pt x="5218712" y="3357783"/>
                  </a:cubicBezTo>
                  <a:cubicBezTo>
                    <a:pt x="5238386" y="3349957"/>
                    <a:pt x="5253013" y="3333021"/>
                    <a:pt x="5257895" y="3312406"/>
                  </a:cubicBezTo>
                  <a:cubicBezTo>
                    <a:pt x="5263526" y="3291805"/>
                    <a:pt x="5258500" y="3269762"/>
                    <a:pt x="5244492" y="3253631"/>
                  </a:cubicBezTo>
                  <a:lnTo>
                    <a:pt x="5244492" y="3252601"/>
                  </a:lnTo>
                  <a:cubicBezTo>
                    <a:pt x="5226539" y="3233775"/>
                    <a:pt x="5203068" y="3221127"/>
                    <a:pt x="5177463" y="3216504"/>
                  </a:cubicBezTo>
                  <a:cubicBezTo>
                    <a:pt x="5164736" y="3212330"/>
                    <a:pt x="5151505" y="3210244"/>
                    <a:pt x="5138274" y="3210244"/>
                  </a:cubicBezTo>
                  <a:close/>
                  <a:moveTo>
                    <a:pt x="5126906" y="3154598"/>
                  </a:moveTo>
                  <a:cubicBezTo>
                    <a:pt x="5146974" y="3153550"/>
                    <a:pt x="5167221" y="3155951"/>
                    <a:pt x="5186742" y="3161852"/>
                  </a:cubicBezTo>
                  <a:cubicBezTo>
                    <a:pt x="5227289" y="3169148"/>
                    <a:pt x="5263869" y="3190737"/>
                    <a:pt x="5289865" y="3222699"/>
                  </a:cubicBezTo>
                  <a:cubicBezTo>
                    <a:pt x="5328322" y="3283283"/>
                    <a:pt x="5310382" y="3363576"/>
                    <a:pt x="5249797" y="3402033"/>
                  </a:cubicBezTo>
                  <a:cubicBezTo>
                    <a:pt x="5248051" y="3403135"/>
                    <a:pt x="5246289" y="3404207"/>
                    <a:pt x="5244492" y="3405228"/>
                  </a:cubicBezTo>
                  <a:lnTo>
                    <a:pt x="5240365" y="3407296"/>
                  </a:lnTo>
                  <a:cubicBezTo>
                    <a:pt x="5163484" y="3435283"/>
                    <a:pt x="5077302" y="3413639"/>
                    <a:pt x="5022768" y="3352631"/>
                  </a:cubicBezTo>
                  <a:cubicBezTo>
                    <a:pt x="5000455" y="3323203"/>
                    <a:pt x="4993544" y="3284877"/>
                    <a:pt x="5004209" y="3249504"/>
                  </a:cubicBezTo>
                  <a:cubicBezTo>
                    <a:pt x="5012188" y="3214123"/>
                    <a:pt x="5035675" y="3184199"/>
                    <a:pt x="5068141" y="3168042"/>
                  </a:cubicBezTo>
                  <a:cubicBezTo>
                    <a:pt x="5086948" y="3160144"/>
                    <a:pt x="5106838" y="3155646"/>
                    <a:pt x="5126906" y="3154598"/>
                  </a:cubicBezTo>
                  <a:close/>
                  <a:moveTo>
                    <a:pt x="332419" y="3145784"/>
                  </a:moveTo>
                  <a:lnTo>
                    <a:pt x="337575" y="3173631"/>
                  </a:lnTo>
                  <a:lnTo>
                    <a:pt x="342736" y="3201479"/>
                  </a:lnTo>
                  <a:lnTo>
                    <a:pt x="57080" y="3256135"/>
                  </a:lnTo>
                  <a:lnTo>
                    <a:pt x="51915" y="3229313"/>
                  </a:lnTo>
                  <a:lnTo>
                    <a:pt x="46763" y="3201479"/>
                  </a:lnTo>
                  <a:close/>
                  <a:moveTo>
                    <a:pt x="298393" y="2871475"/>
                  </a:moveTo>
                  <a:lnTo>
                    <a:pt x="322114" y="3066382"/>
                  </a:lnTo>
                  <a:lnTo>
                    <a:pt x="296334" y="3069479"/>
                  </a:lnTo>
                  <a:lnTo>
                    <a:pt x="270554" y="3072576"/>
                  </a:lnTo>
                  <a:lnTo>
                    <a:pt x="253016" y="2933352"/>
                  </a:lnTo>
                  <a:lnTo>
                    <a:pt x="192169" y="2940573"/>
                  </a:lnTo>
                  <a:lnTo>
                    <a:pt x="207639" y="3070509"/>
                  </a:lnTo>
                  <a:lnTo>
                    <a:pt x="183932" y="3073606"/>
                  </a:lnTo>
                  <a:lnTo>
                    <a:pt x="158139" y="3076699"/>
                  </a:lnTo>
                  <a:lnTo>
                    <a:pt x="142669" y="2946755"/>
                  </a:lnTo>
                  <a:lnTo>
                    <a:pt x="67390" y="2956047"/>
                  </a:lnTo>
                  <a:lnTo>
                    <a:pt x="84919" y="3102479"/>
                  </a:lnTo>
                  <a:lnTo>
                    <a:pt x="60178" y="3105576"/>
                  </a:lnTo>
                  <a:lnTo>
                    <a:pt x="34390" y="3108674"/>
                  </a:lnTo>
                  <a:lnTo>
                    <a:pt x="8610" y="2906535"/>
                  </a:lnTo>
                  <a:close/>
                  <a:moveTo>
                    <a:pt x="5165090" y="2814306"/>
                  </a:moveTo>
                  <a:lnTo>
                    <a:pt x="5159933" y="2870001"/>
                  </a:lnTo>
                  <a:cubicBezTo>
                    <a:pt x="5146649" y="2871128"/>
                    <a:pt x="5134200" y="2876984"/>
                    <a:pt x="5124865" y="2886501"/>
                  </a:cubicBezTo>
                  <a:cubicBezTo>
                    <a:pt x="5114755" y="2896785"/>
                    <a:pt x="5108552" y="2910285"/>
                    <a:pt x="5107340" y="2924653"/>
                  </a:cubicBezTo>
                  <a:cubicBezTo>
                    <a:pt x="5104459" y="2946827"/>
                    <a:pt x="5112988" y="2968945"/>
                    <a:pt x="5130022" y="2983433"/>
                  </a:cubicBezTo>
                  <a:cubicBezTo>
                    <a:pt x="5150581" y="3000594"/>
                    <a:pt x="5176467" y="3010068"/>
                    <a:pt x="5203242" y="3010250"/>
                  </a:cubicBezTo>
                  <a:cubicBezTo>
                    <a:pt x="5229683" y="3014538"/>
                    <a:pt x="5256801" y="3010195"/>
                    <a:pt x="5280589" y="2997878"/>
                  </a:cubicBezTo>
                  <a:cubicBezTo>
                    <a:pt x="5298852" y="2985000"/>
                    <a:pt x="5310255" y="2964496"/>
                    <a:pt x="5311521" y="2942183"/>
                  </a:cubicBezTo>
                  <a:lnTo>
                    <a:pt x="5311534" y="2942183"/>
                  </a:lnTo>
                  <a:cubicBezTo>
                    <a:pt x="5313394" y="2921937"/>
                    <a:pt x="5304852" y="2902124"/>
                    <a:pt x="5288839" y="2889598"/>
                  </a:cubicBezTo>
                  <a:cubicBezTo>
                    <a:pt x="5278695" y="2881683"/>
                    <a:pt x="5267140" y="2875725"/>
                    <a:pt x="5254810" y="2872056"/>
                  </a:cubicBezTo>
                  <a:lnTo>
                    <a:pt x="5254810" y="2933933"/>
                  </a:lnTo>
                  <a:lnTo>
                    <a:pt x="5204272" y="2933933"/>
                  </a:lnTo>
                  <a:lnTo>
                    <a:pt x="5214590" y="2822556"/>
                  </a:lnTo>
                  <a:lnTo>
                    <a:pt x="5370309" y="2835971"/>
                  </a:lnTo>
                  <a:lnTo>
                    <a:pt x="5370309" y="2873098"/>
                  </a:lnTo>
                  <a:lnTo>
                    <a:pt x="5337310" y="2873098"/>
                  </a:lnTo>
                  <a:cubicBezTo>
                    <a:pt x="5362157" y="2891471"/>
                    <a:pt x="5375161" y="2921827"/>
                    <a:pt x="5371339" y="2952501"/>
                  </a:cubicBezTo>
                  <a:lnTo>
                    <a:pt x="5362059" y="2957653"/>
                  </a:lnTo>
                  <a:cubicBezTo>
                    <a:pt x="5360623" y="2993416"/>
                    <a:pt x="5342237" y="3026339"/>
                    <a:pt x="5312560" y="3046335"/>
                  </a:cubicBezTo>
                  <a:cubicBezTo>
                    <a:pt x="5278996" y="3068064"/>
                    <a:pt x="5238678" y="3076856"/>
                    <a:pt x="5199115" y="3071085"/>
                  </a:cubicBezTo>
                  <a:cubicBezTo>
                    <a:pt x="5158463" y="3069356"/>
                    <a:pt x="5119734" y="3053276"/>
                    <a:pt x="5089810" y="3025712"/>
                  </a:cubicBezTo>
                  <a:cubicBezTo>
                    <a:pt x="5062840" y="2998653"/>
                    <a:pt x="5050552" y="2960276"/>
                    <a:pt x="5056806" y="2922585"/>
                  </a:cubicBezTo>
                  <a:cubicBezTo>
                    <a:pt x="5058268" y="2893700"/>
                    <a:pt x="5069963" y="2866285"/>
                    <a:pt x="5089810" y="2845251"/>
                  </a:cubicBezTo>
                  <a:cubicBezTo>
                    <a:pt x="5109603" y="2825048"/>
                    <a:pt x="5136819" y="2813861"/>
                    <a:pt x="5165090" y="2814306"/>
                  </a:cubicBezTo>
                  <a:close/>
                  <a:moveTo>
                    <a:pt x="176868" y="2618374"/>
                  </a:moveTo>
                  <a:lnTo>
                    <a:pt x="176868" y="2682319"/>
                  </a:lnTo>
                  <a:cubicBezTo>
                    <a:pt x="175377" y="2693167"/>
                    <a:pt x="177940" y="2704188"/>
                    <a:pt x="184089" y="2713251"/>
                  </a:cubicBezTo>
                  <a:cubicBezTo>
                    <a:pt x="190466" y="2720819"/>
                    <a:pt x="199983" y="2725010"/>
                    <a:pt x="209868" y="2724599"/>
                  </a:cubicBezTo>
                  <a:cubicBezTo>
                    <a:pt x="218703" y="2725281"/>
                    <a:pt x="227266" y="2721391"/>
                    <a:pt x="232550" y="2714281"/>
                  </a:cubicBezTo>
                  <a:cubicBezTo>
                    <a:pt x="238097" y="2704167"/>
                    <a:pt x="240944" y="2692811"/>
                    <a:pt x="240800" y="2681281"/>
                  </a:cubicBezTo>
                  <a:lnTo>
                    <a:pt x="240813" y="2619413"/>
                  </a:lnTo>
                  <a:close/>
                  <a:moveTo>
                    <a:pt x="50021" y="2618374"/>
                  </a:moveTo>
                  <a:lnTo>
                    <a:pt x="50021" y="2686442"/>
                  </a:lnTo>
                  <a:cubicBezTo>
                    <a:pt x="49352" y="2698171"/>
                    <a:pt x="52619" y="2709785"/>
                    <a:pt x="59309" y="2719446"/>
                  </a:cubicBezTo>
                  <a:cubicBezTo>
                    <a:pt x="67886" y="2726883"/>
                    <a:pt x="78885" y="2730921"/>
                    <a:pt x="90241" y="2730781"/>
                  </a:cubicBezTo>
                  <a:cubicBezTo>
                    <a:pt x="100758" y="2731374"/>
                    <a:pt x="110979" y="2727217"/>
                    <a:pt x="118089" y="2719446"/>
                  </a:cubicBezTo>
                  <a:cubicBezTo>
                    <a:pt x="124932" y="2709861"/>
                    <a:pt x="128212" y="2698192"/>
                    <a:pt x="127368" y="2686442"/>
                  </a:cubicBezTo>
                  <a:lnTo>
                    <a:pt x="127368" y="2619413"/>
                  </a:lnTo>
                  <a:close/>
                  <a:moveTo>
                    <a:pt x="521" y="2563722"/>
                  </a:moveTo>
                  <a:lnTo>
                    <a:pt x="291342" y="2568875"/>
                  </a:lnTo>
                  <a:lnTo>
                    <a:pt x="291342" y="2595692"/>
                  </a:lnTo>
                  <a:lnTo>
                    <a:pt x="291342" y="2698819"/>
                  </a:lnTo>
                  <a:cubicBezTo>
                    <a:pt x="292465" y="2720667"/>
                    <a:pt x="285071" y="2742116"/>
                    <a:pt x="270715" y="2758628"/>
                  </a:cubicBezTo>
                  <a:cubicBezTo>
                    <a:pt x="256694" y="2773632"/>
                    <a:pt x="236491" y="2781255"/>
                    <a:pt x="216050" y="2779251"/>
                  </a:cubicBezTo>
                  <a:cubicBezTo>
                    <a:pt x="194898" y="2780421"/>
                    <a:pt x="174487" y="2771175"/>
                    <a:pt x="161398" y="2754501"/>
                  </a:cubicBezTo>
                  <a:cubicBezTo>
                    <a:pt x="159296" y="2751645"/>
                    <a:pt x="157563" y="2748527"/>
                    <a:pt x="156245" y="2745222"/>
                  </a:cubicBezTo>
                  <a:cubicBezTo>
                    <a:pt x="153419" y="2751090"/>
                    <a:pt x="149966" y="2756624"/>
                    <a:pt x="145928" y="2761721"/>
                  </a:cubicBezTo>
                  <a:cubicBezTo>
                    <a:pt x="132512" y="2778569"/>
                    <a:pt x="111733" y="2787806"/>
                    <a:pt x="90241" y="2786476"/>
                  </a:cubicBezTo>
                  <a:cubicBezTo>
                    <a:pt x="64780" y="2787611"/>
                    <a:pt x="40030" y="2777865"/>
                    <a:pt x="22174" y="2759654"/>
                  </a:cubicBezTo>
                  <a:cubicBezTo>
                    <a:pt x="5598" y="2738650"/>
                    <a:pt x="-2165" y="2712027"/>
                    <a:pt x="521" y="2685404"/>
                  </a:cubicBezTo>
                  <a:lnTo>
                    <a:pt x="521" y="2590540"/>
                  </a:lnTo>
                  <a:close/>
                  <a:moveTo>
                    <a:pt x="5076221" y="2512595"/>
                  </a:moveTo>
                  <a:lnTo>
                    <a:pt x="5259793" y="2594069"/>
                  </a:lnTo>
                  <a:lnTo>
                    <a:pt x="5370131" y="2589942"/>
                  </a:lnTo>
                  <a:lnTo>
                    <a:pt x="5371170" y="2618819"/>
                  </a:lnTo>
                  <a:lnTo>
                    <a:pt x="5372199" y="2646654"/>
                  </a:lnTo>
                  <a:lnTo>
                    <a:pt x="5262878" y="2649751"/>
                  </a:lnTo>
                  <a:lnTo>
                    <a:pt x="5084471" y="2749781"/>
                  </a:lnTo>
                  <a:lnTo>
                    <a:pt x="5083442" y="2716781"/>
                  </a:lnTo>
                  <a:lnTo>
                    <a:pt x="5082416" y="2683781"/>
                  </a:lnTo>
                  <a:lnTo>
                    <a:pt x="5206166" y="2622942"/>
                  </a:lnTo>
                  <a:lnTo>
                    <a:pt x="5207196" y="2622942"/>
                  </a:lnTo>
                  <a:lnTo>
                    <a:pt x="5078289" y="2575502"/>
                  </a:lnTo>
                  <a:lnTo>
                    <a:pt x="5077251" y="2543527"/>
                  </a:lnTo>
                  <a:close/>
                  <a:moveTo>
                    <a:pt x="605887" y="985886"/>
                  </a:moveTo>
                  <a:cubicBezTo>
                    <a:pt x="604415" y="988441"/>
                    <a:pt x="604415" y="991581"/>
                    <a:pt x="605887" y="994136"/>
                  </a:cubicBezTo>
                  <a:lnTo>
                    <a:pt x="605887" y="998261"/>
                  </a:lnTo>
                  <a:lnTo>
                    <a:pt x="601762" y="998261"/>
                  </a:lnTo>
                  <a:close/>
                  <a:moveTo>
                    <a:pt x="667763" y="958039"/>
                  </a:moveTo>
                  <a:cubicBezTo>
                    <a:pt x="671888" y="958039"/>
                    <a:pt x="685292" y="958039"/>
                    <a:pt x="690446" y="958039"/>
                  </a:cubicBezTo>
                  <a:lnTo>
                    <a:pt x="699735" y="967329"/>
                  </a:lnTo>
                  <a:cubicBezTo>
                    <a:pt x="704705" y="971638"/>
                    <a:pt x="709198" y="976478"/>
                    <a:pt x="713139" y="981761"/>
                  </a:cubicBezTo>
                  <a:cubicBezTo>
                    <a:pt x="713139" y="981761"/>
                    <a:pt x="713139" y="994136"/>
                    <a:pt x="721389" y="1003414"/>
                  </a:cubicBezTo>
                  <a:lnTo>
                    <a:pt x="735821" y="1020943"/>
                  </a:lnTo>
                  <a:lnTo>
                    <a:pt x="763668" y="1049818"/>
                  </a:lnTo>
                  <a:cubicBezTo>
                    <a:pt x="769276" y="1055621"/>
                    <a:pt x="774452" y="1061825"/>
                    <a:pt x="779140" y="1068386"/>
                  </a:cubicBezTo>
                  <a:lnTo>
                    <a:pt x="793572" y="1083858"/>
                  </a:lnTo>
                  <a:cubicBezTo>
                    <a:pt x="799765" y="1090040"/>
                    <a:pt x="804919" y="1083858"/>
                    <a:pt x="806987" y="1090040"/>
                  </a:cubicBezTo>
                  <a:lnTo>
                    <a:pt x="813169" y="1090040"/>
                  </a:lnTo>
                  <a:cubicBezTo>
                    <a:pt x="813169" y="1090040"/>
                    <a:pt x="822447" y="1090040"/>
                    <a:pt x="824515" y="1097261"/>
                  </a:cubicBezTo>
                  <a:cubicBezTo>
                    <a:pt x="826572" y="1104483"/>
                    <a:pt x="831737" y="1110665"/>
                    <a:pt x="838948" y="1120983"/>
                  </a:cubicBezTo>
                  <a:cubicBezTo>
                    <a:pt x="842672" y="1126039"/>
                    <a:pt x="844491" y="1132243"/>
                    <a:pt x="844112" y="1138512"/>
                  </a:cubicBezTo>
                  <a:cubicBezTo>
                    <a:pt x="843527" y="1149837"/>
                    <a:pt x="841091" y="1160989"/>
                    <a:pt x="836890" y="1171512"/>
                  </a:cubicBezTo>
                  <a:cubicBezTo>
                    <a:pt x="831737" y="1182859"/>
                    <a:pt x="836890" y="1198320"/>
                    <a:pt x="836890" y="1206570"/>
                  </a:cubicBezTo>
                  <a:cubicBezTo>
                    <a:pt x="834877" y="1215848"/>
                    <a:pt x="831758" y="1224856"/>
                    <a:pt x="827612" y="1233388"/>
                  </a:cubicBezTo>
                  <a:cubicBezTo>
                    <a:pt x="823389" y="1246099"/>
                    <a:pt x="820618" y="1259243"/>
                    <a:pt x="819362" y="1272570"/>
                  </a:cubicBezTo>
                  <a:cubicBezTo>
                    <a:pt x="819362" y="1279792"/>
                    <a:pt x="813169" y="1287014"/>
                    <a:pt x="811112" y="1294235"/>
                  </a:cubicBezTo>
                  <a:cubicBezTo>
                    <a:pt x="812238" y="1307271"/>
                    <a:pt x="812238" y="1320382"/>
                    <a:pt x="811112" y="1333418"/>
                  </a:cubicBezTo>
                  <a:cubicBezTo>
                    <a:pt x="811112" y="1340639"/>
                    <a:pt x="791515" y="1333418"/>
                    <a:pt x="782236" y="1333418"/>
                  </a:cubicBezTo>
                  <a:lnTo>
                    <a:pt x="765736" y="1333418"/>
                  </a:lnTo>
                  <a:cubicBezTo>
                    <a:pt x="765736" y="1333418"/>
                    <a:pt x="755418" y="1327235"/>
                    <a:pt x="751293" y="1325168"/>
                  </a:cubicBezTo>
                  <a:lnTo>
                    <a:pt x="736861" y="1317946"/>
                  </a:lnTo>
                  <a:cubicBezTo>
                    <a:pt x="733937" y="1313962"/>
                    <a:pt x="733937" y="1308537"/>
                    <a:pt x="736861" y="1304542"/>
                  </a:cubicBezTo>
                  <a:cubicBezTo>
                    <a:pt x="736861" y="1304542"/>
                    <a:pt x="743043" y="1298360"/>
                    <a:pt x="744071" y="1294235"/>
                  </a:cubicBezTo>
                  <a:cubicBezTo>
                    <a:pt x="746388" y="1287165"/>
                    <a:pt x="748121" y="1279922"/>
                    <a:pt x="749225" y="1272570"/>
                  </a:cubicBezTo>
                  <a:cubicBezTo>
                    <a:pt x="750589" y="1265219"/>
                    <a:pt x="753393" y="1258214"/>
                    <a:pt x="757475" y="1251945"/>
                  </a:cubicBezTo>
                  <a:cubicBezTo>
                    <a:pt x="761633" y="1238736"/>
                    <a:pt x="765076" y="1225311"/>
                    <a:pt x="767793" y="1211723"/>
                  </a:cubicBezTo>
                  <a:cubicBezTo>
                    <a:pt x="767793" y="1205541"/>
                    <a:pt x="772958" y="1194195"/>
                    <a:pt x="767793" y="1188012"/>
                  </a:cubicBezTo>
                  <a:cubicBezTo>
                    <a:pt x="758807" y="1179048"/>
                    <a:pt x="749149" y="1170776"/>
                    <a:pt x="738918" y="1163262"/>
                  </a:cubicBezTo>
                  <a:cubicBezTo>
                    <a:pt x="735540" y="1162342"/>
                    <a:pt x="731978" y="1162342"/>
                    <a:pt x="728610" y="1163262"/>
                  </a:cubicBezTo>
                  <a:cubicBezTo>
                    <a:pt x="726510" y="1168643"/>
                    <a:pt x="723349" y="1173559"/>
                    <a:pt x="719321" y="1177705"/>
                  </a:cubicBezTo>
                  <a:cubicBezTo>
                    <a:pt x="719321" y="1177694"/>
                    <a:pt x="719321" y="1189041"/>
                    <a:pt x="712110" y="1193166"/>
                  </a:cubicBezTo>
                  <a:cubicBezTo>
                    <a:pt x="704889" y="1197291"/>
                    <a:pt x="712110" y="1202456"/>
                    <a:pt x="704889" y="1203484"/>
                  </a:cubicBezTo>
                  <a:cubicBezTo>
                    <a:pt x="701890" y="1204588"/>
                    <a:pt x="698609" y="1204588"/>
                    <a:pt x="695610" y="1203484"/>
                  </a:cubicBezTo>
                  <a:cubicBezTo>
                    <a:pt x="687360" y="1203484"/>
                    <a:pt x="684263" y="1196263"/>
                    <a:pt x="678070" y="1192138"/>
                  </a:cubicBezTo>
                  <a:cubicBezTo>
                    <a:pt x="671888" y="1188012"/>
                    <a:pt x="670860" y="1192138"/>
                    <a:pt x="665695" y="1185945"/>
                  </a:cubicBezTo>
                  <a:cubicBezTo>
                    <a:pt x="660336" y="1178377"/>
                    <a:pt x="654100" y="1171458"/>
                    <a:pt x="647138" y="1165319"/>
                  </a:cubicBezTo>
                  <a:cubicBezTo>
                    <a:pt x="637859" y="1158109"/>
                    <a:pt x="647138" y="1147791"/>
                    <a:pt x="647138" y="1142637"/>
                  </a:cubicBezTo>
                  <a:cubicBezTo>
                    <a:pt x="647138" y="1137483"/>
                    <a:pt x="652292" y="1127165"/>
                    <a:pt x="657445" y="1120983"/>
                  </a:cubicBezTo>
                  <a:cubicBezTo>
                    <a:pt x="661473" y="1117389"/>
                    <a:pt x="664959" y="1113220"/>
                    <a:pt x="667763" y="1108608"/>
                  </a:cubicBezTo>
                  <a:cubicBezTo>
                    <a:pt x="671574" y="1101105"/>
                    <a:pt x="674346" y="1093126"/>
                    <a:pt x="676013" y="1084886"/>
                  </a:cubicBezTo>
                  <a:cubicBezTo>
                    <a:pt x="676013" y="1077665"/>
                    <a:pt x="676013" y="1070454"/>
                    <a:pt x="667763" y="1063233"/>
                  </a:cubicBezTo>
                  <a:cubicBezTo>
                    <a:pt x="659513" y="1056011"/>
                    <a:pt x="652292" y="1039511"/>
                    <a:pt x="639916" y="1027136"/>
                  </a:cubicBezTo>
                  <a:cubicBezTo>
                    <a:pt x="632511" y="1019806"/>
                    <a:pt x="622496" y="1015724"/>
                    <a:pt x="612080" y="1015789"/>
                  </a:cubicBezTo>
                  <a:cubicBezTo>
                    <a:pt x="609255" y="1015269"/>
                    <a:pt x="606916" y="1013310"/>
                    <a:pt x="605887" y="1010636"/>
                  </a:cubicBezTo>
                  <a:lnTo>
                    <a:pt x="605887" y="998261"/>
                  </a:lnTo>
                  <a:lnTo>
                    <a:pt x="607303" y="998261"/>
                  </a:lnTo>
                  <a:cubicBezTo>
                    <a:pt x="610267" y="998261"/>
                    <a:pt x="613618" y="998261"/>
                    <a:pt x="615166" y="998261"/>
                  </a:cubicBezTo>
                  <a:cubicBezTo>
                    <a:pt x="620569" y="994093"/>
                    <a:pt x="625733" y="989610"/>
                    <a:pt x="630638" y="984858"/>
                  </a:cubicBezTo>
                  <a:cubicBezTo>
                    <a:pt x="635358" y="980289"/>
                    <a:pt x="639830" y="975460"/>
                    <a:pt x="644041" y="970415"/>
                  </a:cubicBezTo>
                  <a:cubicBezTo>
                    <a:pt x="647051" y="966961"/>
                    <a:pt x="650992" y="964460"/>
                    <a:pt x="655388" y="963193"/>
                  </a:cubicBezTo>
                  <a:cubicBezTo>
                    <a:pt x="655388" y="963193"/>
                    <a:pt x="663638" y="958039"/>
                    <a:pt x="667763" y="958039"/>
                  </a:cubicBezTo>
                  <a:close/>
                  <a:moveTo>
                    <a:pt x="4670338" y="809159"/>
                  </a:moveTo>
                  <a:cubicBezTo>
                    <a:pt x="4673689" y="808515"/>
                    <a:pt x="4677814" y="809029"/>
                    <a:pt x="4680391" y="812634"/>
                  </a:cubicBezTo>
                  <a:cubicBezTo>
                    <a:pt x="4685545" y="819856"/>
                    <a:pt x="4686584" y="818827"/>
                    <a:pt x="4688641" y="820884"/>
                  </a:cubicBezTo>
                  <a:cubicBezTo>
                    <a:pt x="4690709" y="822952"/>
                    <a:pt x="4694834" y="820884"/>
                    <a:pt x="4695863" y="820884"/>
                  </a:cubicBezTo>
                  <a:cubicBezTo>
                    <a:pt x="4697768" y="823689"/>
                    <a:pt x="4697768" y="827370"/>
                    <a:pt x="4695863" y="830174"/>
                  </a:cubicBezTo>
                  <a:cubicBezTo>
                    <a:pt x="4695863" y="835327"/>
                    <a:pt x="4689670" y="836356"/>
                    <a:pt x="4687613" y="841510"/>
                  </a:cubicBezTo>
                  <a:cubicBezTo>
                    <a:pt x="4685545" y="846674"/>
                    <a:pt x="4676266" y="849760"/>
                    <a:pt x="4675238" y="853885"/>
                  </a:cubicBezTo>
                  <a:cubicBezTo>
                    <a:pt x="4674209" y="858021"/>
                    <a:pt x="4675238" y="861106"/>
                    <a:pt x="4668016" y="861106"/>
                  </a:cubicBezTo>
                  <a:cubicBezTo>
                    <a:pt x="4660794" y="861106"/>
                    <a:pt x="4660794" y="867299"/>
                    <a:pt x="4658737" y="868328"/>
                  </a:cubicBezTo>
                  <a:cubicBezTo>
                    <a:pt x="4655197" y="872020"/>
                    <a:pt x="4651408" y="875463"/>
                    <a:pt x="4647391" y="878635"/>
                  </a:cubicBezTo>
                  <a:lnTo>
                    <a:pt x="4627794" y="899260"/>
                  </a:lnTo>
                  <a:cubicBezTo>
                    <a:pt x="4627794" y="899260"/>
                    <a:pt x="4627794" y="909579"/>
                    <a:pt x="4616459" y="914732"/>
                  </a:cubicBezTo>
                  <a:lnTo>
                    <a:pt x="4606141" y="924011"/>
                  </a:lnTo>
                  <a:cubicBezTo>
                    <a:pt x="4599958" y="929164"/>
                    <a:pt x="4591708" y="924011"/>
                    <a:pt x="4589640" y="932261"/>
                  </a:cubicBezTo>
                  <a:cubicBezTo>
                    <a:pt x="4588092" y="935888"/>
                    <a:pt x="4588092" y="939981"/>
                    <a:pt x="4589640" y="943608"/>
                  </a:cubicBezTo>
                  <a:cubicBezTo>
                    <a:pt x="4589640" y="943608"/>
                    <a:pt x="4600987" y="949800"/>
                    <a:pt x="4604083" y="951858"/>
                  </a:cubicBezTo>
                  <a:cubicBezTo>
                    <a:pt x="4606985" y="955799"/>
                    <a:pt x="4610460" y="959274"/>
                    <a:pt x="4614391" y="962176"/>
                  </a:cubicBezTo>
                  <a:lnTo>
                    <a:pt x="4632959" y="975579"/>
                  </a:lnTo>
                  <a:lnTo>
                    <a:pt x="4644294" y="981762"/>
                  </a:lnTo>
                  <a:lnTo>
                    <a:pt x="4655641" y="981762"/>
                  </a:lnTo>
                  <a:cubicBezTo>
                    <a:pt x="4657601" y="982693"/>
                    <a:pt x="4659874" y="982693"/>
                    <a:pt x="4661834" y="981762"/>
                  </a:cubicBezTo>
                  <a:cubicBezTo>
                    <a:pt x="4661834" y="975579"/>
                    <a:pt x="4661834" y="973511"/>
                    <a:pt x="4653584" y="970426"/>
                  </a:cubicBezTo>
                  <a:cubicBezTo>
                    <a:pt x="4645334" y="967329"/>
                    <a:pt x="4641209" y="970426"/>
                    <a:pt x="4641209" y="965261"/>
                  </a:cubicBezTo>
                  <a:cubicBezTo>
                    <a:pt x="4641209" y="960108"/>
                    <a:pt x="4641209" y="957011"/>
                    <a:pt x="4647391" y="954954"/>
                  </a:cubicBezTo>
                  <a:cubicBezTo>
                    <a:pt x="4653584" y="952886"/>
                    <a:pt x="4654612" y="945675"/>
                    <a:pt x="4647391" y="942579"/>
                  </a:cubicBezTo>
                  <a:cubicBezTo>
                    <a:pt x="4640180" y="939482"/>
                    <a:pt x="4637084" y="942579"/>
                    <a:pt x="4633987" y="948761"/>
                  </a:cubicBezTo>
                  <a:cubicBezTo>
                    <a:pt x="4631724" y="951327"/>
                    <a:pt x="4627816" y="951576"/>
                    <a:pt x="4625250" y="949313"/>
                  </a:cubicBezTo>
                  <a:cubicBezTo>
                    <a:pt x="4625055" y="949140"/>
                    <a:pt x="4624871" y="948956"/>
                    <a:pt x="4624709" y="948761"/>
                  </a:cubicBezTo>
                  <a:cubicBezTo>
                    <a:pt x="4624709" y="948761"/>
                    <a:pt x="4616459" y="948761"/>
                    <a:pt x="4615419" y="948761"/>
                  </a:cubicBezTo>
                  <a:cubicBezTo>
                    <a:pt x="4613503" y="942503"/>
                    <a:pt x="4616036" y="935726"/>
                    <a:pt x="4621612" y="932261"/>
                  </a:cubicBezTo>
                  <a:cubicBezTo>
                    <a:pt x="4629375" y="924509"/>
                    <a:pt x="4637647" y="917266"/>
                    <a:pt x="4646362" y="910607"/>
                  </a:cubicBezTo>
                  <a:cubicBezTo>
                    <a:pt x="4651516" y="910607"/>
                    <a:pt x="4655641" y="896175"/>
                    <a:pt x="4659766" y="893078"/>
                  </a:cubicBezTo>
                  <a:cubicBezTo>
                    <a:pt x="4667854" y="886062"/>
                    <a:pt x="4675443" y="878484"/>
                    <a:pt x="4682459" y="870385"/>
                  </a:cubicBezTo>
                  <a:cubicBezTo>
                    <a:pt x="4684689" y="867776"/>
                    <a:pt x="4686757" y="865015"/>
                    <a:pt x="4688641" y="862146"/>
                  </a:cubicBezTo>
                  <a:cubicBezTo>
                    <a:pt x="4693199" y="858129"/>
                    <a:pt x="4699067" y="855920"/>
                    <a:pt x="4705141" y="855953"/>
                  </a:cubicBezTo>
                  <a:cubicBezTo>
                    <a:pt x="4708855" y="854946"/>
                    <a:pt x="4712774" y="854946"/>
                    <a:pt x="4716488" y="855953"/>
                  </a:cubicBezTo>
                  <a:cubicBezTo>
                    <a:pt x="4716488" y="855953"/>
                    <a:pt x="4716488" y="866260"/>
                    <a:pt x="4707209" y="871424"/>
                  </a:cubicBezTo>
                  <a:cubicBezTo>
                    <a:pt x="4704134" y="873990"/>
                    <a:pt x="4702261" y="877726"/>
                    <a:pt x="4702056" y="881732"/>
                  </a:cubicBezTo>
                  <a:cubicBezTo>
                    <a:pt x="4695440" y="891747"/>
                    <a:pt x="4687840" y="901079"/>
                    <a:pt x="4679363" y="909579"/>
                  </a:cubicBezTo>
                  <a:cubicBezTo>
                    <a:pt x="4674209" y="909579"/>
                    <a:pt x="4679363" y="914732"/>
                    <a:pt x="4679363" y="918857"/>
                  </a:cubicBezTo>
                  <a:cubicBezTo>
                    <a:pt x="4679363" y="922982"/>
                    <a:pt x="4690709" y="927107"/>
                    <a:pt x="4691738" y="932261"/>
                  </a:cubicBezTo>
                  <a:cubicBezTo>
                    <a:pt x="4692766" y="937425"/>
                    <a:pt x="4691738" y="941550"/>
                    <a:pt x="4691738" y="943608"/>
                  </a:cubicBezTo>
                  <a:cubicBezTo>
                    <a:pt x="4691738" y="945675"/>
                    <a:pt x="4710306" y="943608"/>
                    <a:pt x="4714420" y="943608"/>
                  </a:cubicBezTo>
                  <a:cubicBezTo>
                    <a:pt x="4718545" y="943608"/>
                    <a:pt x="4725766" y="926079"/>
                    <a:pt x="4723709" y="922982"/>
                  </a:cubicBezTo>
                  <a:cubicBezTo>
                    <a:pt x="4721641" y="919886"/>
                    <a:pt x="4714420" y="922982"/>
                    <a:pt x="4709266" y="915761"/>
                  </a:cubicBezTo>
                  <a:cubicBezTo>
                    <a:pt x="4704113" y="908550"/>
                    <a:pt x="4701016" y="915761"/>
                    <a:pt x="4698959" y="915761"/>
                  </a:cubicBezTo>
                  <a:cubicBezTo>
                    <a:pt x="4696891" y="915761"/>
                    <a:pt x="4707209" y="902357"/>
                    <a:pt x="4714420" y="901328"/>
                  </a:cubicBezTo>
                  <a:cubicBezTo>
                    <a:pt x="4720862" y="900083"/>
                    <a:pt x="4726892" y="897247"/>
                    <a:pt x="4731959" y="893078"/>
                  </a:cubicBezTo>
                  <a:cubicBezTo>
                    <a:pt x="4737113" y="887925"/>
                    <a:pt x="4738142" y="877606"/>
                    <a:pt x="4740209" y="875549"/>
                  </a:cubicBezTo>
                  <a:cubicBezTo>
                    <a:pt x="4745872" y="873492"/>
                    <a:pt x="4752076" y="873492"/>
                    <a:pt x="4757738" y="875549"/>
                  </a:cubicBezTo>
                  <a:cubicBezTo>
                    <a:pt x="4757738" y="875549"/>
                    <a:pt x="4757738" y="888953"/>
                    <a:pt x="4757738" y="893078"/>
                  </a:cubicBezTo>
                  <a:cubicBezTo>
                    <a:pt x="4766183" y="895309"/>
                    <a:pt x="4775072" y="895309"/>
                    <a:pt x="4783517" y="893078"/>
                  </a:cubicBezTo>
                  <a:cubicBezTo>
                    <a:pt x="4788670" y="893078"/>
                    <a:pt x="4800017" y="883800"/>
                    <a:pt x="4807239" y="886885"/>
                  </a:cubicBezTo>
                  <a:cubicBezTo>
                    <a:pt x="4814460" y="889982"/>
                    <a:pt x="4807239" y="893078"/>
                    <a:pt x="4814460" y="893078"/>
                  </a:cubicBezTo>
                  <a:lnTo>
                    <a:pt x="4822710" y="899260"/>
                  </a:lnTo>
                  <a:lnTo>
                    <a:pt x="4815489" y="903386"/>
                  </a:lnTo>
                  <a:cubicBezTo>
                    <a:pt x="4818000" y="910748"/>
                    <a:pt x="4818000" y="918716"/>
                    <a:pt x="4815489" y="926079"/>
                  </a:cubicBezTo>
                  <a:cubicBezTo>
                    <a:pt x="4815489" y="933300"/>
                    <a:pt x="4802085" y="936386"/>
                    <a:pt x="4793835" y="935357"/>
                  </a:cubicBezTo>
                  <a:cubicBezTo>
                    <a:pt x="4786018" y="933625"/>
                    <a:pt x="4777919" y="933625"/>
                    <a:pt x="4770113" y="935357"/>
                  </a:cubicBezTo>
                  <a:cubicBezTo>
                    <a:pt x="4770113" y="935357"/>
                    <a:pt x="4756710" y="943608"/>
                    <a:pt x="4756710" y="946704"/>
                  </a:cubicBezTo>
                  <a:cubicBezTo>
                    <a:pt x="4758442" y="952063"/>
                    <a:pt x="4758442" y="957845"/>
                    <a:pt x="4756710" y="963204"/>
                  </a:cubicBezTo>
                  <a:cubicBezTo>
                    <a:pt x="4751556" y="968358"/>
                    <a:pt x="4741238" y="963204"/>
                    <a:pt x="4713391" y="976608"/>
                  </a:cubicBezTo>
                  <a:lnTo>
                    <a:pt x="4686584" y="976608"/>
                  </a:lnTo>
                  <a:cubicBezTo>
                    <a:pt x="4681430" y="976608"/>
                    <a:pt x="4686584" y="991051"/>
                    <a:pt x="4692766" y="997233"/>
                  </a:cubicBezTo>
                  <a:cubicBezTo>
                    <a:pt x="4698959" y="1003415"/>
                    <a:pt x="4679363" y="1004455"/>
                    <a:pt x="4687613" y="1013733"/>
                  </a:cubicBezTo>
                  <a:cubicBezTo>
                    <a:pt x="4695863" y="1023012"/>
                    <a:pt x="4707209" y="1021983"/>
                    <a:pt x="4711334" y="1013733"/>
                  </a:cubicBezTo>
                  <a:cubicBezTo>
                    <a:pt x="4715459" y="1005483"/>
                    <a:pt x="4705141" y="1003415"/>
                    <a:pt x="4705141" y="999301"/>
                  </a:cubicBezTo>
                  <a:cubicBezTo>
                    <a:pt x="4705141" y="995176"/>
                    <a:pt x="4712363" y="984858"/>
                    <a:pt x="4714420" y="985887"/>
                  </a:cubicBezTo>
                  <a:cubicBezTo>
                    <a:pt x="4718426" y="987305"/>
                    <a:pt x="4722800" y="987305"/>
                    <a:pt x="4726795" y="985887"/>
                  </a:cubicBezTo>
                  <a:cubicBezTo>
                    <a:pt x="4726806" y="985887"/>
                    <a:pt x="4735045" y="985887"/>
                    <a:pt x="4739181" y="985887"/>
                  </a:cubicBezTo>
                  <a:cubicBezTo>
                    <a:pt x="4743306" y="985887"/>
                    <a:pt x="4739181" y="976608"/>
                    <a:pt x="4749488" y="974551"/>
                  </a:cubicBezTo>
                  <a:cubicBezTo>
                    <a:pt x="4759795" y="972483"/>
                    <a:pt x="4760835" y="974551"/>
                    <a:pt x="4763920" y="979704"/>
                  </a:cubicBezTo>
                  <a:cubicBezTo>
                    <a:pt x="4767017" y="984858"/>
                    <a:pt x="4774238" y="979704"/>
                    <a:pt x="4778363" y="979704"/>
                  </a:cubicBezTo>
                  <a:lnTo>
                    <a:pt x="4789710" y="973511"/>
                  </a:lnTo>
                  <a:cubicBezTo>
                    <a:pt x="4797960" y="966301"/>
                    <a:pt x="4789710" y="953926"/>
                    <a:pt x="4800017" y="949800"/>
                  </a:cubicBezTo>
                  <a:cubicBezTo>
                    <a:pt x="4810335" y="945675"/>
                    <a:pt x="4847460" y="967329"/>
                    <a:pt x="4852614" y="968358"/>
                  </a:cubicBezTo>
                  <a:cubicBezTo>
                    <a:pt x="4857767" y="969386"/>
                    <a:pt x="4857767" y="968358"/>
                    <a:pt x="4860864" y="968358"/>
                  </a:cubicBezTo>
                  <a:cubicBezTo>
                    <a:pt x="4866050" y="969159"/>
                    <a:pt x="4870392" y="972710"/>
                    <a:pt x="4872210" y="977637"/>
                  </a:cubicBezTo>
                  <a:cubicBezTo>
                    <a:pt x="4872633" y="983819"/>
                    <a:pt x="4872633" y="990023"/>
                    <a:pt x="4872210" y="996205"/>
                  </a:cubicBezTo>
                  <a:cubicBezTo>
                    <a:pt x="4872286" y="1000535"/>
                    <a:pt x="4869883" y="1004541"/>
                    <a:pt x="4866017" y="1006512"/>
                  </a:cubicBezTo>
                  <a:cubicBezTo>
                    <a:pt x="4866017" y="1006512"/>
                    <a:pt x="4850546" y="1013733"/>
                    <a:pt x="4850546" y="1019926"/>
                  </a:cubicBezTo>
                  <a:cubicBezTo>
                    <a:pt x="4850546" y="1026108"/>
                    <a:pt x="4833017" y="1019926"/>
                    <a:pt x="4822710" y="1019926"/>
                  </a:cubicBezTo>
                  <a:cubicBezTo>
                    <a:pt x="4807747" y="1020966"/>
                    <a:pt x="4793413" y="1026347"/>
                    <a:pt x="4781460" y="1035387"/>
                  </a:cubicBezTo>
                  <a:lnTo>
                    <a:pt x="4767017" y="1041580"/>
                  </a:lnTo>
                  <a:lnTo>
                    <a:pt x="4752585" y="1049830"/>
                  </a:lnTo>
                  <a:cubicBezTo>
                    <a:pt x="4745515" y="1052450"/>
                    <a:pt x="4739159" y="1056695"/>
                    <a:pt x="4734016" y="1062205"/>
                  </a:cubicBezTo>
                  <a:cubicBezTo>
                    <a:pt x="4734016" y="1062205"/>
                    <a:pt x="4734016" y="1068388"/>
                    <a:pt x="4739181" y="1071484"/>
                  </a:cubicBezTo>
                  <a:cubicBezTo>
                    <a:pt x="4745363" y="1075382"/>
                    <a:pt x="4752487" y="1077526"/>
                    <a:pt x="4759806" y="1077677"/>
                  </a:cubicBezTo>
                  <a:lnTo>
                    <a:pt x="4769085" y="1086956"/>
                  </a:lnTo>
                  <a:cubicBezTo>
                    <a:pt x="4769085" y="1086956"/>
                    <a:pt x="4769085" y="1097263"/>
                    <a:pt x="4769085" y="1100359"/>
                  </a:cubicBezTo>
                  <a:cubicBezTo>
                    <a:pt x="4769085" y="1103456"/>
                    <a:pt x="4774238" y="1100359"/>
                    <a:pt x="4775267" y="1111706"/>
                  </a:cubicBezTo>
                  <a:cubicBezTo>
                    <a:pt x="4776295" y="1123053"/>
                    <a:pt x="4781460" y="1118928"/>
                    <a:pt x="4775267" y="1125110"/>
                  </a:cubicBezTo>
                  <a:cubicBezTo>
                    <a:pt x="4772300" y="1135623"/>
                    <a:pt x="4766183" y="1144988"/>
                    <a:pt x="4757738" y="1151928"/>
                  </a:cubicBezTo>
                  <a:cubicBezTo>
                    <a:pt x="4750073" y="1157980"/>
                    <a:pt x="4741325" y="1162528"/>
                    <a:pt x="4731959" y="1165332"/>
                  </a:cubicBezTo>
                  <a:cubicBezTo>
                    <a:pt x="4717700" y="1160850"/>
                    <a:pt x="4704892" y="1152664"/>
                    <a:pt x="4694834" y="1141610"/>
                  </a:cubicBezTo>
                  <a:cubicBezTo>
                    <a:pt x="4691175" y="1138113"/>
                    <a:pt x="4686465" y="1135937"/>
                    <a:pt x="4681430" y="1135428"/>
                  </a:cubicBezTo>
                  <a:cubicBezTo>
                    <a:pt x="4681430" y="1135417"/>
                    <a:pt x="4672141" y="1127178"/>
                    <a:pt x="4671112" y="1123053"/>
                  </a:cubicBezTo>
                  <a:cubicBezTo>
                    <a:pt x="4667767" y="1116697"/>
                    <a:pt x="4662787" y="1111349"/>
                    <a:pt x="4656669" y="1107581"/>
                  </a:cubicBezTo>
                  <a:cubicBezTo>
                    <a:pt x="4643385" y="1099515"/>
                    <a:pt x="4627740" y="1096234"/>
                    <a:pt x="4612333" y="1098302"/>
                  </a:cubicBezTo>
                  <a:cubicBezTo>
                    <a:pt x="4605892" y="1099829"/>
                    <a:pt x="4599179" y="1099829"/>
                    <a:pt x="4592737" y="1098302"/>
                  </a:cubicBezTo>
                  <a:cubicBezTo>
                    <a:pt x="4584519" y="1097198"/>
                    <a:pt x="4576193" y="1097198"/>
                    <a:pt x="4567987" y="1098302"/>
                  </a:cubicBezTo>
                  <a:cubicBezTo>
                    <a:pt x="4561003" y="1099937"/>
                    <a:pt x="4554810" y="1103943"/>
                    <a:pt x="4550458" y="1109638"/>
                  </a:cubicBezTo>
                  <a:cubicBezTo>
                    <a:pt x="4550458" y="1109638"/>
                    <a:pt x="4550458" y="1115831"/>
                    <a:pt x="4550458" y="1118928"/>
                  </a:cubicBezTo>
                  <a:cubicBezTo>
                    <a:pt x="4556922" y="1120996"/>
                    <a:pt x="4563147" y="1123767"/>
                    <a:pt x="4569015" y="1127178"/>
                  </a:cubicBezTo>
                  <a:cubicBezTo>
                    <a:pt x="4569015" y="1127178"/>
                    <a:pt x="4579333" y="1127178"/>
                    <a:pt x="4581390" y="1127178"/>
                  </a:cubicBezTo>
                  <a:cubicBezTo>
                    <a:pt x="4583458" y="1127178"/>
                    <a:pt x="4581390" y="1139553"/>
                    <a:pt x="4587583" y="1149860"/>
                  </a:cubicBezTo>
                  <a:cubicBezTo>
                    <a:pt x="4593765" y="1160178"/>
                    <a:pt x="4587583" y="1161207"/>
                    <a:pt x="4595833" y="1170485"/>
                  </a:cubicBezTo>
                  <a:cubicBezTo>
                    <a:pt x="4604083" y="1179764"/>
                    <a:pt x="4600987" y="1178736"/>
                    <a:pt x="4595833" y="1181832"/>
                  </a:cubicBezTo>
                  <a:cubicBezTo>
                    <a:pt x="4590680" y="1184929"/>
                    <a:pt x="4583458" y="1192139"/>
                    <a:pt x="4577265" y="1192139"/>
                  </a:cubicBezTo>
                  <a:cubicBezTo>
                    <a:pt x="4571874" y="1193688"/>
                    <a:pt x="4566157" y="1193688"/>
                    <a:pt x="4560765" y="1192139"/>
                  </a:cubicBezTo>
                  <a:cubicBezTo>
                    <a:pt x="4555308" y="1187191"/>
                    <a:pt x="4549451" y="1182698"/>
                    <a:pt x="4543237" y="1178736"/>
                  </a:cubicBezTo>
                  <a:lnTo>
                    <a:pt x="4529833" y="1171514"/>
                  </a:lnTo>
                  <a:cubicBezTo>
                    <a:pt x="4524668" y="1171514"/>
                    <a:pt x="4503015" y="1151928"/>
                    <a:pt x="4495793" y="1157082"/>
                  </a:cubicBezTo>
                  <a:cubicBezTo>
                    <a:pt x="4490975" y="1163210"/>
                    <a:pt x="4485811" y="1169067"/>
                    <a:pt x="4480332" y="1174611"/>
                  </a:cubicBezTo>
                  <a:cubicBezTo>
                    <a:pt x="4480332" y="1174611"/>
                    <a:pt x="4470015" y="1182861"/>
                    <a:pt x="4463832" y="1185957"/>
                  </a:cubicBezTo>
                  <a:cubicBezTo>
                    <a:pt x="4456394" y="1189075"/>
                    <a:pt x="4449454" y="1193244"/>
                    <a:pt x="4443207" y="1198332"/>
                  </a:cubicBezTo>
                  <a:cubicBezTo>
                    <a:pt x="4443207" y="1203486"/>
                    <a:pt x="4427736" y="1198332"/>
                    <a:pt x="4426707" y="1198332"/>
                  </a:cubicBezTo>
                  <a:cubicBezTo>
                    <a:pt x="4425668" y="1198332"/>
                    <a:pt x="4401957" y="1214833"/>
                    <a:pt x="4390610" y="1208640"/>
                  </a:cubicBezTo>
                  <a:cubicBezTo>
                    <a:pt x="4379264" y="1202457"/>
                    <a:pt x="4373082" y="1200389"/>
                    <a:pt x="4367928" y="1196264"/>
                  </a:cubicBezTo>
                  <a:cubicBezTo>
                    <a:pt x="4362439" y="1191966"/>
                    <a:pt x="4356571" y="1188166"/>
                    <a:pt x="4350389" y="1184929"/>
                  </a:cubicBezTo>
                  <a:cubicBezTo>
                    <a:pt x="4341532" y="1179905"/>
                    <a:pt x="4334354" y="1172369"/>
                    <a:pt x="4329763" y="1163275"/>
                  </a:cubicBezTo>
                  <a:cubicBezTo>
                    <a:pt x="4329763" y="1163264"/>
                    <a:pt x="4338014" y="1153985"/>
                    <a:pt x="4342139" y="1149860"/>
                  </a:cubicBezTo>
                  <a:cubicBezTo>
                    <a:pt x="4346264" y="1145735"/>
                    <a:pt x="4342139" y="1114803"/>
                    <a:pt x="4342139" y="1110678"/>
                  </a:cubicBezTo>
                  <a:cubicBezTo>
                    <a:pt x="4342139" y="1106542"/>
                    <a:pt x="4351417" y="1110678"/>
                    <a:pt x="4358639" y="1116860"/>
                  </a:cubicBezTo>
                  <a:cubicBezTo>
                    <a:pt x="4368188" y="1124655"/>
                    <a:pt x="4378170" y="1131877"/>
                    <a:pt x="4388553" y="1138514"/>
                  </a:cubicBezTo>
                  <a:cubicBezTo>
                    <a:pt x="4402985" y="1146764"/>
                    <a:pt x="4429804" y="1130263"/>
                    <a:pt x="4445264" y="1126138"/>
                  </a:cubicBezTo>
                  <a:cubicBezTo>
                    <a:pt x="4460736" y="1122013"/>
                    <a:pt x="4454543" y="1119956"/>
                    <a:pt x="4445264" y="1112735"/>
                  </a:cubicBezTo>
                  <a:cubicBezTo>
                    <a:pt x="4438249" y="1106217"/>
                    <a:pt x="4430659" y="1100349"/>
                    <a:pt x="4422582" y="1095206"/>
                  </a:cubicBezTo>
                  <a:lnTo>
                    <a:pt x="4399889" y="1078706"/>
                  </a:lnTo>
                  <a:cubicBezTo>
                    <a:pt x="4399889" y="1073552"/>
                    <a:pt x="4380292" y="1069427"/>
                    <a:pt x="4378235" y="1067359"/>
                  </a:cubicBezTo>
                  <a:cubicBezTo>
                    <a:pt x="4376167" y="1065302"/>
                    <a:pt x="4366889" y="1060137"/>
                    <a:pt x="4367928" y="1048802"/>
                  </a:cubicBezTo>
                  <a:cubicBezTo>
                    <a:pt x="4368957" y="1037455"/>
                    <a:pt x="4367928" y="1041580"/>
                    <a:pt x="4367928" y="1038484"/>
                  </a:cubicBezTo>
                  <a:cubicBezTo>
                    <a:pt x="4367928" y="1035387"/>
                    <a:pt x="4375139" y="1029205"/>
                    <a:pt x="4378235" y="1026108"/>
                  </a:cubicBezTo>
                  <a:cubicBezTo>
                    <a:pt x="4383497" y="1021767"/>
                    <a:pt x="4389419" y="1018291"/>
                    <a:pt x="4395764" y="1015790"/>
                  </a:cubicBezTo>
                  <a:cubicBezTo>
                    <a:pt x="4405984" y="1013939"/>
                    <a:pt x="4416508" y="1016570"/>
                    <a:pt x="4424639" y="1023012"/>
                  </a:cubicBezTo>
                  <a:cubicBezTo>
                    <a:pt x="4424639" y="1023012"/>
                    <a:pt x="4431861" y="1037455"/>
                    <a:pt x="4433929" y="1039512"/>
                  </a:cubicBezTo>
                  <a:cubicBezTo>
                    <a:pt x="4435986" y="1041580"/>
                    <a:pt x="4448361" y="1039512"/>
                    <a:pt x="4454543" y="1045705"/>
                  </a:cubicBezTo>
                  <a:cubicBezTo>
                    <a:pt x="4461418" y="1048867"/>
                    <a:pt x="4467979" y="1052667"/>
                    <a:pt x="4474140" y="1057041"/>
                  </a:cubicBezTo>
                  <a:cubicBezTo>
                    <a:pt x="4478427" y="1059986"/>
                    <a:pt x="4483396" y="1061762"/>
                    <a:pt x="4488583" y="1062205"/>
                  </a:cubicBezTo>
                  <a:cubicBezTo>
                    <a:pt x="4491062" y="1063927"/>
                    <a:pt x="4494353" y="1063927"/>
                    <a:pt x="4496833" y="1062205"/>
                  </a:cubicBezTo>
                  <a:cubicBezTo>
                    <a:pt x="4496833" y="1062205"/>
                    <a:pt x="4507140" y="1053955"/>
                    <a:pt x="4510236" y="1052927"/>
                  </a:cubicBezTo>
                  <a:lnTo>
                    <a:pt x="4526736" y="1045705"/>
                  </a:lnTo>
                  <a:cubicBezTo>
                    <a:pt x="4526736" y="1045705"/>
                    <a:pt x="4526736" y="1038484"/>
                    <a:pt x="4518486" y="1035387"/>
                  </a:cubicBezTo>
                  <a:cubicBezTo>
                    <a:pt x="4513084" y="1033947"/>
                    <a:pt x="4507389" y="1033947"/>
                    <a:pt x="4501986" y="1035387"/>
                  </a:cubicBezTo>
                  <a:cubicBezTo>
                    <a:pt x="4496172" y="1034922"/>
                    <a:pt x="4490531" y="1033157"/>
                    <a:pt x="4485486" y="1030234"/>
                  </a:cubicBezTo>
                  <a:cubicBezTo>
                    <a:pt x="4481394" y="1027852"/>
                    <a:pt x="4478145" y="1024246"/>
                    <a:pt x="4476207" y="1019926"/>
                  </a:cubicBezTo>
                  <a:cubicBezTo>
                    <a:pt x="4476207" y="1013733"/>
                    <a:pt x="4476207" y="1011676"/>
                    <a:pt x="4476207" y="1007551"/>
                  </a:cubicBezTo>
                  <a:cubicBezTo>
                    <a:pt x="4480549" y="1002744"/>
                    <a:pt x="4486341" y="999485"/>
                    <a:pt x="4492708" y="998262"/>
                  </a:cubicBezTo>
                  <a:cubicBezTo>
                    <a:pt x="4492708" y="998262"/>
                    <a:pt x="4510236" y="983830"/>
                    <a:pt x="4526736" y="984858"/>
                  </a:cubicBezTo>
                  <a:cubicBezTo>
                    <a:pt x="4543237" y="985887"/>
                    <a:pt x="4536015" y="997233"/>
                    <a:pt x="4541169" y="999301"/>
                  </a:cubicBezTo>
                  <a:lnTo>
                    <a:pt x="4550458" y="999301"/>
                  </a:lnTo>
                  <a:lnTo>
                    <a:pt x="4563862" y="1011676"/>
                  </a:lnTo>
                  <a:cubicBezTo>
                    <a:pt x="4569762" y="1015910"/>
                    <a:pt x="4575966" y="1019699"/>
                    <a:pt x="4582419" y="1023012"/>
                  </a:cubicBezTo>
                  <a:cubicBezTo>
                    <a:pt x="4582419" y="1023012"/>
                    <a:pt x="4589640" y="1031262"/>
                    <a:pt x="4594805" y="1032291"/>
                  </a:cubicBezTo>
                  <a:lnTo>
                    <a:pt x="4607180" y="1039512"/>
                  </a:lnTo>
                  <a:cubicBezTo>
                    <a:pt x="4607180" y="1039512"/>
                    <a:pt x="4613362" y="1039512"/>
                    <a:pt x="4616459" y="1039512"/>
                  </a:cubicBezTo>
                  <a:cubicBezTo>
                    <a:pt x="4619555" y="1039512"/>
                    <a:pt x="4626766" y="1049830"/>
                    <a:pt x="4628834" y="1052927"/>
                  </a:cubicBezTo>
                  <a:cubicBezTo>
                    <a:pt x="4632818" y="1056121"/>
                    <a:pt x="4636607" y="1059564"/>
                    <a:pt x="4640169" y="1063234"/>
                  </a:cubicBezTo>
                  <a:cubicBezTo>
                    <a:pt x="4641534" y="1068193"/>
                    <a:pt x="4644002" y="1072773"/>
                    <a:pt x="4647391" y="1076638"/>
                  </a:cubicBezTo>
                  <a:cubicBezTo>
                    <a:pt x="4647391" y="1076638"/>
                    <a:pt x="4662862" y="1081802"/>
                    <a:pt x="4665959" y="1083859"/>
                  </a:cubicBezTo>
                  <a:cubicBezTo>
                    <a:pt x="4669055" y="1085927"/>
                    <a:pt x="4683488" y="1083859"/>
                    <a:pt x="4685545" y="1078706"/>
                  </a:cubicBezTo>
                  <a:cubicBezTo>
                    <a:pt x="4680553" y="1072946"/>
                    <a:pt x="4674631" y="1068063"/>
                    <a:pt x="4668016" y="1064263"/>
                  </a:cubicBezTo>
                  <a:cubicBezTo>
                    <a:pt x="4662862" y="1064273"/>
                    <a:pt x="4652555" y="1049830"/>
                    <a:pt x="4649459" y="1048802"/>
                  </a:cubicBezTo>
                  <a:cubicBezTo>
                    <a:pt x="4638101" y="1042814"/>
                    <a:pt x="4628227" y="1034359"/>
                    <a:pt x="4620584" y="1024051"/>
                  </a:cubicBezTo>
                  <a:cubicBezTo>
                    <a:pt x="4616383" y="1019352"/>
                    <a:pt x="4611067" y="1015801"/>
                    <a:pt x="4605112" y="1013733"/>
                  </a:cubicBezTo>
                  <a:cubicBezTo>
                    <a:pt x="4599493" y="1010637"/>
                    <a:pt x="4594285" y="1006826"/>
                    <a:pt x="4589640" y="1002387"/>
                  </a:cubicBezTo>
                  <a:lnTo>
                    <a:pt x="4565930" y="982801"/>
                  </a:lnTo>
                  <a:cubicBezTo>
                    <a:pt x="4551746" y="971790"/>
                    <a:pt x="4536134" y="962760"/>
                    <a:pt x="4519515" y="955983"/>
                  </a:cubicBezTo>
                  <a:lnTo>
                    <a:pt x="4496833" y="955983"/>
                  </a:lnTo>
                  <a:cubicBezTo>
                    <a:pt x="4479293" y="955983"/>
                    <a:pt x="4463832" y="955983"/>
                    <a:pt x="4453514" y="947732"/>
                  </a:cubicBezTo>
                  <a:cubicBezTo>
                    <a:pt x="4448458" y="945394"/>
                    <a:pt x="4446174" y="939461"/>
                    <a:pt x="4448361" y="934329"/>
                  </a:cubicBezTo>
                  <a:cubicBezTo>
                    <a:pt x="4451652" y="923296"/>
                    <a:pt x="4457282" y="913097"/>
                    <a:pt x="4464861" y="904425"/>
                  </a:cubicBezTo>
                  <a:cubicBezTo>
                    <a:pt x="4472082" y="897203"/>
                    <a:pt x="4478265" y="904425"/>
                    <a:pt x="4488583" y="882760"/>
                  </a:cubicBezTo>
                  <a:cubicBezTo>
                    <a:pt x="4492729" y="880367"/>
                    <a:pt x="4497840" y="880367"/>
                    <a:pt x="4501986" y="882760"/>
                  </a:cubicBezTo>
                  <a:cubicBezTo>
                    <a:pt x="4505375" y="883637"/>
                    <a:pt x="4508915" y="883637"/>
                    <a:pt x="4512304" y="882760"/>
                  </a:cubicBezTo>
                  <a:cubicBezTo>
                    <a:pt x="4525708" y="882760"/>
                    <a:pt x="4539111" y="876578"/>
                    <a:pt x="4555612" y="873482"/>
                  </a:cubicBezTo>
                  <a:cubicBezTo>
                    <a:pt x="4555612" y="873482"/>
                    <a:pt x="4555612" y="873482"/>
                    <a:pt x="4560765" y="873482"/>
                  </a:cubicBezTo>
                  <a:cubicBezTo>
                    <a:pt x="4555373" y="881981"/>
                    <a:pt x="4549159" y="889928"/>
                    <a:pt x="4542208" y="897203"/>
                  </a:cubicBezTo>
                  <a:cubicBezTo>
                    <a:pt x="4538787" y="900224"/>
                    <a:pt x="4538462" y="905432"/>
                    <a:pt x="4541472" y="908853"/>
                  </a:cubicBezTo>
                  <a:cubicBezTo>
                    <a:pt x="4541699" y="909102"/>
                    <a:pt x="4541948" y="909351"/>
                    <a:pt x="4542208" y="909579"/>
                  </a:cubicBezTo>
                  <a:cubicBezTo>
                    <a:pt x="4548390" y="913097"/>
                    <a:pt x="4554962" y="915858"/>
                    <a:pt x="4561805" y="917829"/>
                  </a:cubicBezTo>
                  <a:cubicBezTo>
                    <a:pt x="4564674" y="919485"/>
                    <a:pt x="4568214" y="919485"/>
                    <a:pt x="4571083" y="917829"/>
                  </a:cubicBezTo>
                  <a:cubicBezTo>
                    <a:pt x="4571083" y="917829"/>
                    <a:pt x="4571083" y="907511"/>
                    <a:pt x="4577265" y="904425"/>
                  </a:cubicBezTo>
                  <a:cubicBezTo>
                    <a:pt x="4580286" y="898470"/>
                    <a:pt x="4584498" y="893197"/>
                    <a:pt x="4589640" y="888953"/>
                  </a:cubicBezTo>
                  <a:cubicBezTo>
                    <a:pt x="4599320" y="879620"/>
                    <a:pt x="4609659" y="871002"/>
                    <a:pt x="4620584" y="863174"/>
                  </a:cubicBezTo>
                  <a:cubicBezTo>
                    <a:pt x="4628834" y="858021"/>
                    <a:pt x="4631919" y="847703"/>
                    <a:pt x="4649459" y="832231"/>
                  </a:cubicBezTo>
                  <a:cubicBezTo>
                    <a:pt x="4666987" y="816759"/>
                    <a:pt x="4665959" y="814702"/>
                    <a:pt x="4664930" y="812634"/>
                  </a:cubicBezTo>
                  <a:cubicBezTo>
                    <a:pt x="4664411" y="811606"/>
                    <a:pt x="4666987" y="809803"/>
                    <a:pt x="4670338" y="809159"/>
                  </a:cubicBezTo>
                  <a:close/>
                  <a:moveTo>
                    <a:pt x="770888" y="804383"/>
                  </a:moveTo>
                  <a:cubicBezTo>
                    <a:pt x="770888" y="804383"/>
                    <a:pt x="778109" y="804383"/>
                    <a:pt x="782234" y="804383"/>
                  </a:cubicBezTo>
                  <a:cubicBezTo>
                    <a:pt x="790419" y="807242"/>
                    <a:pt x="798085" y="811420"/>
                    <a:pt x="804917" y="816759"/>
                  </a:cubicBezTo>
                  <a:cubicBezTo>
                    <a:pt x="818320" y="830162"/>
                    <a:pt x="812138" y="842537"/>
                    <a:pt x="817292" y="853884"/>
                  </a:cubicBezTo>
                  <a:cubicBezTo>
                    <a:pt x="820172" y="859070"/>
                    <a:pt x="823636" y="863920"/>
                    <a:pt x="827610" y="868327"/>
                  </a:cubicBezTo>
                  <a:cubicBezTo>
                    <a:pt x="835860" y="873481"/>
                    <a:pt x="844110" y="868316"/>
                    <a:pt x="842042" y="861105"/>
                  </a:cubicBezTo>
                  <a:cubicBezTo>
                    <a:pt x="843265" y="855324"/>
                    <a:pt x="843265" y="849358"/>
                    <a:pt x="842042" y="843576"/>
                  </a:cubicBezTo>
                  <a:cubicBezTo>
                    <a:pt x="842042" y="843576"/>
                    <a:pt x="855446" y="843576"/>
                    <a:pt x="864735" y="832230"/>
                  </a:cubicBezTo>
                  <a:cubicBezTo>
                    <a:pt x="874014" y="820884"/>
                    <a:pt x="884321" y="832230"/>
                    <a:pt x="893610" y="839441"/>
                  </a:cubicBezTo>
                  <a:cubicBezTo>
                    <a:pt x="899143" y="842278"/>
                    <a:pt x="904340" y="845731"/>
                    <a:pt x="909071" y="849759"/>
                  </a:cubicBezTo>
                  <a:cubicBezTo>
                    <a:pt x="909071" y="849759"/>
                    <a:pt x="909071" y="858009"/>
                    <a:pt x="909071" y="862134"/>
                  </a:cubicBezTo>
                  <a:lnTo>
                    <a:pt x="899793" y="877606"/>
                  </a:lnTo>
                  <a:cubicBezTo>
                    <a:pt x="899793" y="883788"/>
                    <a:pt x="899793" y="889981"/>
                    <a:pt x="899793" y="895134"/>
                  </a:cubicBezTo>
                  <a:cubicBezTo>
                    <a:pt x="899208" y="903027"/>
                    <a:pt x="899208" y="910963"/>
                    <a:pt x="899793" y="918856"/>
                  </a:cubicBezTo>
                  <a:cubicBezTo>
                    <a:pt x="898212" y="930820"/>
                    <a:pt x="894357" y="942372"/>
                    <a:pt x="888457" y="952885"/>
                  </a:cubicBezTo>
                  <a:cubicBezTo>
                    <a:pt x="892549" y="964935"/>
                    <a:pt x="898840" y="976119"/>
                    <a:pt x="907014" y="985885"/>
                  </a:cubicBezTo>
                  <a:cubicBezTo>
                    <a:pt x="910836" y="990368"/>
                    <a:pt x="915372" y="994201"/>
                    <a:pt x="920418" y="997232"/>
                  </a:cubicBezTo>
                  <a:cubicBezTo>
                    <a:pt x="929696" y="1002386"/>
                    <a:pt x="935889" y="1010636"/>
                    <a:pt x="949293" y="1010636"/>
                  </a:cubicBezTo>
                  <a:cubicBezTo>
                    <a:pt x="958604" y="1010733"/>
                    <a:pt x="967558" y="1007009"/>
                    <a:pt x="974043" y="1000318"/>
                  </a:cubicBezTo>
                  <a:cubicBezTo>
                    <a:pt x="978266" y="995846"/>
                    <a:pt x="983138" y="992024"/>
                    <a:pt x="988486" y="988982"/>
                  </a:cubicBezTo>
                  <a:cubicBezTo>
                    <a:pt x="988486" y="988982"/>
                    <a:pt x="997765" y="981760"/>
                    <a:pt x="998794" y="981760"/>
                  </a:cubicBezTo>
                  <a:cubicBezTo>
                    <a:pt x="1003287" y="980537"/>
                    <a:pt x="1007498" y="978436"/>
                    <a:pt x="1011169" y="975578"/>
                  </a:cubicBezTo>
                  <a:cubicBezTo>
                    <a:pt x="1015489" y="970598"/>
                    <a:pt x="1020328" y="966105"/>
                    <a:pt x="1025612" y="962164"/>
                  </a:cubicBezTo>
                  <a:cubicBezTo>
                    <a:pt x="1035302" y="959479"/>
                    <a:pt x="1045631" y="963203"/>
                    <a:pt x="1051391" y="971442"/>
                  </a:cubicBezTo>
                  <a:cubicBezTo>
                    <a:pt x="1057021" y="979919"/>
                    <a:pt x="1061860" y="988895"/>
                    <a:pt x="1065834" y="998260"/>
                  </a:cubicBezTo>
                  <a:cubicBezTo>
                    <a:pt x="1070446" y="1003349"/>
                    <a:pt x="1073012" y="1009964"/>
                    <a:pt x="1073044" y="1016828"/>
                  </a:cubicBezTo>
                  <a:cubicBezTo>
                    <a:pt x="1073044" y="1021981"/>
                    <a:pt x="1063766" y="1028164"/>
                    <a:pt x="1061698" y="1034357"/>
                  </a:cubicBezTo>
                  <a:cubicBezTo>
                    <a:pt x="1059424" y="1041123"/>
                    <a:pt x="1055927" y="1047403"/>
                    <a:pt x="1051391" y="1052914"/>
                  </a:cubicBezTo>
                  <a:cubicBezTo>
                    <a:pt x="1046551" y="1055686"/>
                    <a:pt x="1041343" y="1057775"/>
                    <a:pt x="1035919" y="1059107"/>
                  </a:cubicBezTo>
                  <a:cubicBezTo>
                    <a:pt x="1029509" y="1063189"/>
                    <a:pt x="1023901" y="1068429"/>
                    <a:pt x="1019419" y="1074568"/>
                  </a:cubicBezTo>
                  <a:lnTo>
                    <a:pt x="1003947" y="1090039"/>
                  </a:lnTo>
                  <a:lnTo>
                    <a:pt x="987447" y="1100357"/>
                  </a:lnTo>
                  <a:cubicBezTo>
                    <a:pt x="981265" y="1105511"/>
                    <a:pt x="973015" y="1115829"/>
                    <a:pt x="967861" y="1118915"/>
                  </a:cubicBezTo>
                  <a:cubicBezTo>
                    <a:pt x="962989" y="1121405"/>
                    <a:pt x="957770" y="1123137"/>
                    <a:pt x="952390" y="1124079"/>
                  </a:cubicBezTo>
                  <a:cubicBezTo>
                    <a:pt x="944508" y="1124989"/>
                    <a:pt x="936550" y="1124989"/>
                    <a:pt x="928668" y="1124079"/>
                  </a:cubicBezTo>
                  <a:cubicBezTo>
                    <a:pt x="922107" y="1119380"/>
                    <a:pt x="915903" y="1114216"/>
                    <a:pt x="910111" y="1108607"/>
                  </a:cubicBezTo>
                  <a:lnTo>
                    <a:pt x="885360" y="1093136"/>
                  </a:lnTo>
                  <a:lnTo>
                    <a:pt x="870917" y="1081789"/>
                  </a:lnTo>
                  <a:cubicBezTo>
                    <a:pt x="866543" y="1077783"/>
                    <a:pt x="861693" y="1074319"/>
                    <a:pt x="856485" y="1071482"/>
                  </a:cubicBezTo>
                  <a:cubicBezTo>
                    <a:pt x="848885" y="1067357"/>
                    <a:pt x="841944" y="1062149"/>
                    <a:pt x="835849" y="1056010"/>
                  </a:cubicBezTo>
                  <a:cubicBezTo>
                    <a:pt x="825542" y="1046732"/>
                    <a:pt x="826570" y="1041578"/>
                    <a:pt x="809042" y="1020953"/>
                  </a:cubicBezTo>
                  <a:lnTo>
                    <a:pt x="803888" y="1007539"/>
                  </a:lnTo>
                  <a:cubicBezTo>
                    <a:pt x="794609" y="998260"/>
                    <a:pt x="797695" y="997232"/>
                    <a:pt x="790484" y="988982"/>
                  </a:cubicBezTo>
                  <a:lnTo>
                    <a:pt x="778109" y="970414"/>
                  </a:lnTo>
                  <a:lnTo>
                    <a:pt x="753359" y="944635"/>
                  </a:lnTo>
                  <a:cubicBezTo>
                    <a:pt x="748422" y="939406"/>
                    <a:pt x="744264" y="933505"/>
                    <a:pt x="740984" y="927106"/>
                  </a:cubicBezTo>
                  <a:cubicBezTo>
                    <a:pt x="735202" y="916994"/>
                    <a:pt x="728652" y="907336"/>
                    <a:pt x="721387" y="898231"/>
                  </a:cubicBezTo>
                  <a:cubicBezTo>
                    <a:pt x="715367" y="893272"/>
                    <a:pt x="709846" y="887750"/>
                    <a:pt x="704887" y="881731"/>
                  </a:cubicBezTo>
                  <a:cubicBezTo>
                    <a:pt x="700686" y="877032"/>
                    <a:pt x="700686" y="869930"/>
                    <a:pt x="704887" y="865230"/>
                  </a:cubicBezTo>
                  <a:cubicBezTo>
                    <a:pt x="704887" y="865230"/>
                    <a:pt x="715194" y="859037"/>
                    <a:pt x="719319" y="854912"/>
                  </a:cubicBezTo>
                  <a:cubicBezTo>
                    <a:pt x="723444" y="850787"/>
                    <a:pt x="725512" y="843576"/>
                    <a:pt x="727580" y="841508"/>
                  </a:cubicBezTo>
                  <a:cubicBezTo>
                    <a:pt x="729637" y="839441"/>
                    <a:pt x="735819" y="841508"/>
                    <a:pt x="738916" y="833259"/>
                  </a:cubicBezTo>
                  <a:cubicBezTo>
                    <a:pt x="741742" y="828278"/>
                    <a:pt x="744838" y="823460"/>
                    <a:pt x="748194" y="818815"/>
                  </a:cubicBezTo>
                  <a:lnTo>
                    <a:pt x="748194" y="810576"/>
                  </a:lnTo>
                  <a:cubicBezTo>
                    <a:pt x="753359" y="805412"/>
                    <a:pt x="757484" y="810576"/>
                    <a:pt x="761609" y="810576"/>
                  </a:cubicBezTo>
                  <a:cubicBezTo>
                    <a:pt x="764922" y="808877"/>
                    <a:pt x="768040" y="806798"/>
                    <a:pt x="770888" y="804383"/>
                  </a:cubicBezTo>
                  <a:close/>
                  <a:moveTo>
                    <a:pt x="1449455" y="662074"/>
                  </a:moveTo>
                  <a:cubicBezTo>
                    <a:pt x="1449455" y="662074"/>
                    <a:pt x="1455637" y="662074"/>
                    <a:pt x="1457705" y="662074"/>
                  </a:cubicBezTo>
                  <a:cubicBezTo>
                    <a:pt x="1459762" y="662074"/>
                    <a:pt x="1457705" y="673421"/>
                    <a:pt x="1457705" y="673421"/>
                  </a:cubicBezTo>
                  <a:cubicBezTo>
                    <a:pt x="1457705" y="673421"/>
                    <a:pt x="1463888" y="682699"/>
                    <a:pt x="1462859" y="685795"/>
                  </a:cubicBezTo>
                  <a:cubicBezTo>
                    <a:pt x="1461830" y="688892"/>
                    <a:pt x="1462859" y="693017"/>
                    <a:pt x="1462859" y="698171"/>
                  </a:cubicBezTo>
                  <a:cubicBezTo>
                    <a:pt x="1462859" y="703324"/>
                    <a:pt x="1457705" y="706421"/>
                    <a:pt x="1457705" y="709517"/>
                  </a:cubicBezTo>
                  <a:cubicBezTo>
                    <a:pt x="1457705" y="712603"/>
                    <a:pt x="1462859" y="721892"/>
                    <a:pt x="1457705" y="729114"/>
                  </a:cubicBezTo>
                  <a:cubicBezTo>
                    <a:pt x="1456146" y="734127"/>
                    <a:pt x="1454078" y="738966"/>
                    <a:pt x="1451512" y="743546"/>
                  </a:cubicBezTo>
                  <a:cubicBezTo>
                    <a:pt x="1451512" y="748699"/>
                    <a:pt x="1441205" y="749728"/>
                    <a:pt x="1439137" y="752825"/>
                  </a:cubicBezTo>
                  <a:cubicBezTo>
                    <a:pt x="1437080" y="755921"/>
                    <a:pt x="1430887" y="767268"/>
                    <a:pt x="1425733" y="770353"/>
                  </a:cubicBezTo>
                  <a:cubicBezTo>
                    <a:pt x="1418197" y="778906"/>
                    <a:pt x="1405161" y="779718"/>
                    <a:pt x="1396619" y="772182"/>
                  </a:cubicBezTo>
                  <a:cubicBezTo>
                    <a:pt x="1395980" y="771609"/>
                    <a:pt x="1395363" y="771002"/>
                    <a:pt x="1394800" y="770353"/>
                  </a:cubicBezTo>
                  <a:cubicBezTo>
                    <a:pt x="1393544" y="765394"/>
                    <a:pt x="1391812" y="760555"/>
                    <a:pt x="1389646" y="755921"/>
                  </a:cubicBezTo>
                  <a:cubicBezTo>
                    <a:pt x="1386301" y="753463"/>
                    <a:pt x="1383193" y="750702"/>
                    <a:pt x="1380357" y="747671"/>
                  </a:cubicBezTo>
                  <a:cubicBezTo>
                    <a:pt x="1380357" y="747671"/>
                    <a:pt x="1380357" y="736324"/>
                    <a:pt x="1380357" y="732199"/>
                  </a:cubicBezTo>
                  <a:cubicBezTo>
                    <a:pt x="1375712" y="720626"/>
                    <a:pt x="1375712" y="707688"/>
                    <a:pt x="1380357" y="696103"/>
                  </a:cubicBezTo>
                  <a:cubicBezTo>
                    <a:pt x="1382089" y="691306"/>
                    <a:pt x="1384525" y="686792"/>
                    <a:pt x="1387578" y="682699"/>
                  </a:cubicBezTo>
                  <a:lnTo>
                    <a:pt x="1392732" y="676517"/>
                  </a:lnTo>
                  <a:cubicBezTo>
                    <a:pt x="1404079" y="670325"/>
                    <a:pt x="1415415" y="687853"/>
                    <a:pt x="1418511" y="685795"/>
                  </a:cubicBezTo>
                  <a:cubicBezTo>
                    <a:pt x="1423730" y="682136"/>
                    <a:pt x="1428266" y="677600"/>
                    <a:pt x="1431926" y="672392"/>
                  </a:cubicBezTo>
                  <a:close/>
                  <a:moveTo>
                    <a:pt x="1646166" y="509318"/>
                  </a:moveTo>
                  <a:cubicBezTo>
                    <a:pt x="1653642" y="510735"/>
                    <a:pt x="1661375" y="513570"/>
                    <a:pt x="1664986" y="516660"/>
                  </a:cubicBezTo>
                  <a:lnTo>
                    <a:pt x="1677361" y="521825"/>
                  </a:lnTo>
                  <a:cubicBezTo>
                    <a:pt x="1680035" y="525614"/>
                    <a:pt x="1682114" y="529794"/>
                    <a:pt x="1683554" y="534200"/>
                  </a:cubicBezTo>
                  <a:cubicBezTo>
                    <a:pt x="1683554" y="542450"/>
                    <a:pt x="1683554" y="544507"/>
                    <a:pt x="1683554" y="550701"/>
                  </a:cubicBezTo>
                  <a:cubicBezTo>
                    <a:pt x="1683099" y="556536"/>
                    <a:pt x="1683099" y="562393"/>
                    <a:pt x="1683554" y="568229"/>
                  </a:cubicBezTo>
                  <a:cubicBezTo>
                    <a:pt x="1683814" y="572701"/>
                    <a:pt x="1683814" y="577172"/>
                    <a:pt x="1683554" y="581633"/>
                  </a:cubicBezTo>
                  <a:cubicBezTo>
                    <a:pt x="1683554" y="586797"/>
                    <a:pt x="1678400" y="589883"/>
                    <a:pt x="1674265" y="595036"/>
                  </a:cubicBezTo>
                  <a:cubicBezTo>
                    <a:pt x="1670139" y="600201"/>
                    <a:pt x="1664986" y="595036"/>
                    <a:pt x="1662929" y="602258"/>
                  </a:cubicBezTo>
                  <a:cubicBezTo>
                    <a:pt x="1660861" y="609480"/>
                    <a:pt x="1656735" y="613605"/>
                    <a:pt x="1654678" y="614633"/>
                  </a:cubicBezTo>
                  <a:cubicBezTo>
                    <a:pt x="1650044" y="617914"/>
                    <a:pt x="1643840" y="617914"/>
                    <a:pt x="1639206" y="614633"/>
                  </a:cubicBezTo>
                  <a:cubicBezTo>
                    <a:pt x="1639206" y="614633"/>
                    <a:pt x="1639206" y="605355"/>
                    <a:pt x="1630956" y="602258"/>
                  </a:cubicBezTo>
                  <a:cubicBezTo>
                    <a:pt x="1622706" y="599173"/>
                    <a:pt x="1612388" y="592980"/>
                    <a:pt x="1610331" y="589883"/>
                  </a:cubicBezTo>
                  <a:cubicBezTo>
                    <a:pt x="1608263" y="586797"/>
                    <a:pt x="1596927" y="583701"/>
                    <a:pt x="1593830" y="579576"/>
                  </a:cubicBezTo>
                  <a:cubicBezTo>
                    <a:pt x="1590235" y="573675"/>
                    <a:pt x="1585288" y="568727"/>
                    <a:pt x="1579387" y="565133"/>
                  </a:cubicBezTo>
                  <a:cubicBezTo>
                    <a:pt x="1575662" y="562534"/>
                    <a:pt x="1573367" y="558333"/>
                    <a:pt x="1573204" y="553797"/>
                  </a:cubicBezTo>
                  <a:cubicBezTo>
                    <a:pt x="1573204" y="553797"/>
                    <a:pt x="1565983" y="542450"/>
                    <a:pt x="1568051" y="536257"/>
                  </a:cubicBezTo>
                  <a:lnTo>
                    <a:pt x="1564954" y="523882"/>
                  </a:lnTo>
                  <a:cubicBezTo>
                    <a:pt x="1564954" y="523882"/>
                    <a:pt x="1573204" y="523882"/>
                    <a:pt x="1578358" y="523882"/>
                  </a:cubicBezTo>
                  <a:lnTo>
                    <a:pt x="1593830" y="523882"/>
                  </a:lnTo>
                  <a:lnTo>
                    <a:pt x="1606205" y="517700"/>
                  </a:lnTo>
                  <a:cubicBezTo>
                    <a:pt x="1606205" y="517700"/>
                    <a:pt x="1617552" y="517700"/>
                    <a:pt x="1619609" y="517700"/>
                  </a:cubicBezTo>
                  <a:lnTo>
                    <a:pt x="1628888" y="510479"/>
                  </a:lnTo>
                  <a:cubicBezTo>
                    <a:pt x="1631470" y="507902"/>
                    <a:pt x="1638689" y="507902"/>
                    <a:pt x="1646166" y="509318"/>
                  </a:cubicBezTo>
                  <a:close/>
                  <a:moveTo>
                    <a:pt x="1473177" y="465101"/>
                  </a:moveTo>
                  <a:cubicBezTo>
                    <a:pt x="1469572" y="466757"/>
                    <a:pt x="1466388" y="469225"/>
                    <a:pt x="1463898" y="472322"/>
                  </a:cubicBezTo>
                  <a:lnTo>
                    <a:pt x="1460802" y="476447"/>
                  </a:lnTo>
                  <a:cubicBezTo>
                    <a:pt x="1457705" y="481601"/>
                    <a:pt x="1451523" y="486753"/>
                    <a:pt x="1451512" y="486753"/>
                  </a:cubicBezTo>
                  <a:cubicBezTo>
                    <a:pt x="1450667" y="490564"/>
                    <a:pt x="1448903" y="494105"/>
                    <a:pt x="1446358" y="497071"/>
                  </a:cubicBezTo>
                  <a:cubicBezTo>
                    <a:pt x="1440750" y="504304"/>
                    <a:pt x="1435574" y="511883"/>
                    <a:pt x="1430897" y="519754"/>
                  </a:cubicBezTo>
                  <a:cubicBezTo>
                    <a:pt x="1427800" y="524074"/>
                    <a:pt x="1427800" y="529877"/>
                    <a:pt x="1430897" y="534197"/>
                  </a:cubicBezTo>
                  <a:cubicBezTo>
                    <a:pt x="1434903" y="538128"/>
                    <a:pt x="1441324" y="538128"/>
                    <a:pt x="1445330" y="534197"/>
                  </a:cubicBezTo>
                  <a:cubicBezTo>
                    <a:pt x="1450851" y="530050"/>
                    <a:pt x="1455421" y="524777"/>
                    <a:pt x="1458734" y="518725"/>
                  </a:cubicBezTo>
                  <a:cubicBezTo>
                    <a:pt x="1461841" y="512002"/>
                    <a:pt x="1464602" y="505116"/>
                    <a:pt x="1466984" y="498100"/>
                  </a:cubicBezTo>
                  <a:cubicBezTo>
                    <a:pt x="1469875" y="491864"/>
                    <a:pt x="1471954" y="485282"/>
                    <a:pt x="1473177" y="478503"/>
                  </a:cubicBezTo>
                  <a:cubicBezTo>
                    <a:pt x="1473177" y="472322"/>
                    <a:pt x="1473177" y="465101"/>
                    <a:pt x="1473177" y="465101"/>
                  </a:cubicBezTo>
                  <a:close/>
                  <a:moveTo>
                    <a:pt x="1498954" y="383631"/>
                  </a:moveTo>
                  <a:cubicBezTo>
                    <a:pt x="1508569" y="383078"/>
                    <a:pt x="1518205" y="383078"/>
                    <a:pt x="1527830" y="383631"/>
                  </a:cubicBezTo>
                  <a:cubicBezTo>
                    <a:pt x="1532983" y="383631"/>
                    <a:pt x="1540205" y="396005"/>
                    <a:pt x="1543291" y="398073"/>
                  </a:cubicBezTo>
                  <a:cubicBezTo>
                    <a:pt x="1547654" y="400866"/>
                    <a:pt x="1550642" y="405349"/>
                    <a:pt x="1551541" y="410449"/>
                  </a:cubicBezTo>
                  <a:cubicBezTo>
                    <a:pt x="1551552" y="423852"/>
                    <a:pt x="1545359" y="432102"/>
                    <a:pt x="1545359" y="438295"/>
                  </a:cubicBezTo>
                  <a:cubicBezTo>
                    <a:pt x="1545922" y="444466"/>
                    <a:pt x="1545922" y="450681"/>
                    <a:pt x="1545359" y="456852"/>
                  </a:cubicBezTo>
                  <a:cubicBezTo>
                    <a:pt x="1545359" y="478506"/>
                    <a:pt x="1545359" y="499132"/>
                    <a:pt x="1545359" y="520796"/>
                  </a:cubicBezTo>
                  <a:cubicBezTo>
                    <a:pt x="1545359" y="526978"/>
                    <a:pt x="1545359" y="535229"/>
                    <a:pt x="1545359" y="543478"/>
                  </a:cubicBezTo>
                  <a:cubicBezTo>
                    <a:pt x="1544276" y="546716"/>
                    <a:pt x="1541504" y="549087"/>
                    <a:pt x="1538137" y="549671"/>
                  </a:cubicBezTo>
                  <a:cubicBezTo>
                    <a:pt x="1538137" y="549671"/>
                    <a:pt x="1531955" y="557922"/>
                    <a:pt x="1538137" y="564104"/>
                  </a:cubicBezTo>
                  <a:cubicBezTo>
                    <a:pt x="1541234" y="570307"/>
                    <a:pt x="1545846" y="575623"/>
                    <a:pt x="1551552" y="579576"/>
                  </a:cubicBezTo>
                  <a:cubicBezTo>
                    <a:pt x="1568767" y="604067"/>
                    <a:pt x="1583946" y="629942"/>
                    <a:pt x="1596927" y="656923"/>
                  </a:cubicBezTo>
                  <a:cubicBezTo>
                    <a:pt x="1601702" y="666320"/>
                    <a:pt x="1601702" y="677429"/>
                    <a:pt x="1596927" y="686827"/>
                  </a:cubicBezTo>
                  <a:cubicBezTo>
                    <a:pt x="1596927" y="691980"/>
                    <a:pt x="1596927" y="704355"/>
                    <a:pt x="1590734" y="711577"/>
                  </a:cubicBezTo>
                  <a:cubicBezTo>
                    <a:pt x="1584552" y="718798"/>
                    <a:pt x="1583513" y="726010"/>
                    <a:pt x="1580427" y="728078"/>
                  </a:cubicBezTo>
                  <a:cubicBezTo>
                    <a:pt x="1577504" y="729550"/>
                    <a:pt x="1574061" y="729550"/>
                    <a:pt x="1571138" y="728078"/>
                  </a:cubicBezTo>
                  <a:cubicBezTo>
                    <a:pt x="1571138" y="728078"/>
                    <a:pt x="1561859" y="728078"/>
                    <a:pt x="1558762" y="728078"/>
                  </a:cubicBezTo>
                  <a:lnTo>
                    <a:pt x="1547427" y="728078"/>
                  </a:lnTo>
                  <a:cubicBezTo>
                    <a:pt x="1541623" y="729138"/>
                    <a:pt x="1535690" y="729138"/>
                    <a:pt x="1529887" y="728078"/>
                  </a:cubicBezTo>
                  <a:cubicBezTo>
                    <a:pt x="1524733" y="728078"/>
                    <a:pt x="1520608" y="721885"/>
                    <a:pt x="1514415" y="718798"/>
                  </a:cubicBezTo>
                  <a:cubicBezTo>
                    <a:pt x="1503697" y="715043"/>
                    <a:pt x="1492653" y="712282"/>
                    <a:pt x="1481415" y="710548"/>
                  </a:cubicBezTo>
                  <a:cubicBezTo>
                    <a:pt x="1481425" y="705384"/>
                    <a:pt x="1489676" y="698173"/>
                    <a:pt x="1490704" y="697135"/>
                  </a:cubicBezTo>
                  <a:cubicBezTo>
                    <a:pt x="1495371" y="693551"/>
                    <a:pt x="1500600" y="690769"/>
                    <a:pt x="1506176" y="688884"/>
                  </a:cubicBezTo>
                  <a:cubicBezTo>
                    <a:pt x="1516483" y="682702"/>
                    <a:pt x="1518551" y="676509"/>
                    <a:pt x="1506176" y="661048"/>
                  </a:cubicBezTo>
                  <a:cubicBezTo>
                    <a:pt x="1504151" y="656706"/>
                    <a:pt x="1501737" y="652560"/>
                    <a:pt x="1498954" y="648674"/>
                  </a:cubicBezTo>
                  <a:cubicBezTo>
                    <a:pt x="1498954" y="648662"/>
                    <a:pt x="1491733" y="637327"/>
                    <a:pt x="1488636" y="631133"/>
                  </a:cubicBezTo>
                  <a:cubicBezTo>
                    <a:pt x="1485540" y="624952"/>
                    <a:pt x="1481425" y="616702"/>
                    <a:pt x="1477300" y="606383"/>
                  </a:cubicBezTo>
                  <a:cubicBezTo>
                    <a:pt x="1473175" y="596076"/>
                    <a:pt x="1471107" y="600202"/>
                    <a:pt x="1469050" y="601230"/>
                  </a:cubicBezTo>
                  <a:cubicBezTo>
                    <a:pt x="1466982" y="602258"/>
                    <a:pt x="1458732" y="601230"/>
                    <a:pt x="1454607" y="601230"/>
                  </a:cubicBezTo>
                  <a:cubicBezTo>
                    <a:pt x="1450482" y="601230"/>
                    <a:pt x="1448425" y="607411"/>
                    <a:pt x="1445328" y="608451"/>
                  </a:cubicBezTo>
                  <a:cubicBezTo>
                    <a:pt x="1440283" y="612025"/>
                    <a:pt x="1434718" y="614806"/>
                    <a:pt x="1428828" y="616702"/>
                  </a:cubicBezTo>
                  <a:cubicBezTo>
                    <a:pt x="1426143" y="617568"/>
                    <a:pt x="1423263" y="617568"/>
                    <a:pt x="1420578" y="616702"/>
                  </a:cubicBezTo>
                  <a:cubicBezTo>
                    <a:pt x="1415424" y="616702"/>
                    <a:pt x="1414385" y="616702"/>
                    <a:pt x="1410260" y="607411"/>
                  </a:cubicBezTo>
                  <a:lnTo>
                    <a:pt x="1404078" y="607411"/>
                  </a:lnTo>
                  <a:lnTo>
                    <a:pt x="1394799" y="596076"/>
                  </a:lnTo>
                  <a:lnTo>
                    <a:pt x="1380356" y="580605"/>
                  </a:lnTo>
                  <a:cubicBezTo>
                    <a:pt x="1373968" y="574217"/>
                    <a:pt x="1368100" y="567319"/>
                    <a:pt x="1362827" y="559979"/>
                  </a:cubicBezTo>
                  <a:lnTo>
                    <a:pt x="1347355" y="537296"/>
                  </a:lnTo>
                  <a:cubicBezTo>
                    <a:pt x="1338076" y="520796"/>
                    <a:pt x="1347355" y="511507"/>
                    <a:pt x="1347355" y="502228"/>
                  </a:cubicBezTo>
                  <a:lnTo>
                    <a:pt x="1357673" y="488825"/>
                  </a:lnTo>
                  <a:cubicBezTo>
                    <a:pt x="1357673" y="488825"/>
                    <a:pt x="1365924" y="488825"/>
                    <a:pt x="1373134" y="488825"/>
                  </a:cubicBezTo>
                  <a:cubicBezTo>
                    <a:pt x="1380356" y="488825"/>
                    <a:pt x="1381384" y="488825"/>
                    <a:pt x="1383452" y="488825"/>
                  </a:cubicBezTo>
                  <a:cubicBezTo>
                    <a:pt x="1391573" y="482903"/>
                    <a:pt x="1398556" y="475561"/>
                    <a:pt x="1404078" y="467171"/>
                  </a:cubicBezTo>
                  <a:cubicBezTo>
                    <a:pt x="1404078" y="462007"/>
                    <a:pt x="1414385" y="457881"/>
                    <a:pt x="1418510" y="450670"/>
                  </a:cubicBezTo>
                  <a:cubicBezTo>
                    <a:pt x="1421477" y="446167"/>
                    <a:pt x="1424930" y="442009"/>
                    <a:pt x="1428828" y="438295"/>
                  </a:cubicBezTo>
                  <a:lnTo>
                    <a:pt x="1438107" y="429006"/>
                  </a:lnTo>
                  <a:cubicBezTo>
                    <a:pt x="1442665" y="425098"/>
                    <a:pt x="1446195" y="420149"/>
                    <a:pt x="1448425" y="414573"/>
                  </a:cubicBezTo>
                  <a:lnTo>
                    <a:pt x="1448425" y="404255"/>
                  </a:lnTo>
                  <a:cubicBezTo>
                    <a:pt x="1449908" y="401364"/>
                    <a:pt x="1451630" y="398605"/>
                    <a:pt x="1453579" y="396005"/>
                  </a:cubicBezTo>
                  <a:cubicBezTo>
                    <a:pt x="1453579" y="396005"/>
                    <a:pt x="1453579" y="396005"/>
                    <a:pt x="1459761" y="388795"/>
                  </a:cubicBezTo>
                  <a:lnTo>
                    <a:pt x="1469050" y="391881"/>
                  </a:lnTo>
                  <a:cubicBezTo>
                    <a:pt x="1474171" y="391090"/>
                    <a:pt x="1479390" y="391090"/>
                    <a:pt x="1484511" y="391881"/>
                  </a:cubicBezTo>
                  <a:cubicBezTo>
                    <a:pt x="1484511" y="391881"/>
                    <a:pt x="1494829" y="383631"/>
                    <a:pt x="1498954" y="383631"/>
                  </a:cubicBezTo>
                  <a:close/>
                  <a:moveTo>
                    <a:pt x="4049260" y="354753"/>
                  </a:moveTo>
                  <a:cubicBezTo>
                    <a:pt x="4049260" y="354753"/>
                    <a:pt x="4069885" y="364031"/>
                    <a:pt x="4069885" y="368156"/>
                  </a:cubicBezTo>
                  <a:cubicBezTo>
                    <a:pt x="4070318" y="376558"/>
                    <a:pt x="4073588" y="384548"/>
                    <a:pt x="4079164" y="390849"/>
                  </a:cubicBezTo>
                  <a:cubicBezTo>
                    <a:pt x="4079164" y="398060"/>
                    <a:pt x="4079164" y="399100"/>
                    <a:pt x="4079164" y="405282"/>
                  </a:cubicBezTo>
                  <a:cubicBezTo>
                    <a:pt x="4079164" y="411475"/>
                    <a:pt x="4079164" y="415600"/>
                    <a:pt x="4074010" y="418685"/>
                  </a:cubicBezTo>
                  <a:lnTo>
                    <a:pt x="4053385" y="435196"/>
                  </a:lnTo>
                  <a:cubicBezTo>
                    <a:pt x="4053385" y="435196"/>
                    <a:pt x="4043067" y="445504"/>
                    <a:pt x="4045135" y="447561"/>
                  </a:cubicBezTo>
                  <a:cubicBezTo>
                    <a:pt x="4048545" y="448167"/>
                    <a:pt x="4052031" y="448167"/>
                    <a:pt x="4055442" y="447561"/>
                  </a:cubicBezTo>
                  <a:lnTo>
                    <a:pt x="4068856" y="447561"/>
                  </a:lnTo>
                  <a:lnTo>
                    <a:pt x="4084317" y="447561"/>
                  </a:lnTo>
                  <a:cubicBezTo>
                    <a:pt x="4091539" y="447561"/>
                    <a:pt x="4102885" y="447561"/>
                    <a:pt x="4105971" y="447561"/>
                  </a:cubicBezTo>
                  <a:cubicBezTo>
                    <a:pt x="4109068" y="447561"/>
                    <a:pt x="4128664" y="454782"/>
                    <a:pt x="4128664" y="460975"/>
                  </a:cubicBezTo>
                  <a:cubicBezTo>
                    <a:pt x="4128664" y="467157"/>
                    <a:pt x="4135886" y="471282"/>
                    <a:pt x="4145164" y="478504"/>
                  </a:cubicBezTo>
                  <a:cubicBezTo>
                    <a:pt x="4154443" y="485725"/>
                    <a:pt x="4145164" y="501186"/>
                    <a:pt x="4145164" y="512533"/>
                  </a:cubicBezTo>
                  <a:cubicBezTo>
                    <a:pt x="4145164" y="523879"/>
                    <a:pt x="4145164" y="519754"/>
                    <a:pt x="4135886" y="512533"/>
                  </a:cubicBezTo>
                  <a:cubicBezTo>
                    <a:pt x="4126607" y="505311"/>
                    <a:pt x="4127636" y="512533"/>
                    <a:pt x="4120414" y="512533"/>
                  </a:cubicBezTo>
                  <a:cubicBezTo>
                    <a:pt x="4109804" y="513886"/>
                    <a:pt x="4099063" y="513886"/>
                    <a:pt x="4088442" y="512533"/>
                  </a:cubicBezTo>
                  <a:cubicBezTo>
                    <a:pt x="4082271" y="513042"/>
                    <a:pt x="4076067" y="513042"/>
                    <a:pt x="4069885" y="512533"/>
                  </a:cubicBezTo>
                  <a:lnTo>
                    <a:pt x="4052356" y="504283"/>
                  </a:lnTo>
                  <a:cubicBezTo>
                    <a:pt x="4041887" y="501565"/>
                    <a:pt x="4031179" y="499833"/>
                    <a:pt x="4020384" y="499129"/>
                  </a:cubicBezTo>
                  <a:cubicBezTo>
                    <a:pt x="4014830" y="501056"/>
                    <a:pt x="4009612" y="503839"/>
                    <a:pt x="4004913" y="507379"/>
                  </a:cubicBezTo>
                  <a:cubicBezTo>
                    <a:pt x="3997691" y="507379"/>
                    <a:pt x="3995634" y="524908"/>
                    <a:pt x="3995634" y="529033"/>
                  </a:cubicBezTo>
                  <a:cubicBezTo>
                    <a:pt x="3998341" y="552755"/>
                    <a:pt x="4004242" y="576000"/>
                    <a:pt x="4013163" y="598130"/>
                  </a:cubicBezTo>
                  <a:cubicBezTo>
                    <a:pt x="4013163" y="608437"/>
                    <a:pt x="4013163" y="638352"/>
                    <a:pt x="4024509" y="651756"/>
                  </a:cubicBezTo>
                  <a:cubicBezTo>
                    <a:pt x="4032337" y="664856"/>
                    <a:pt x="4038898" y="678661"/>
                    <a:pt x="4044106" y="693006"/>
                  </a:cubicBezTo>
                  <a:cubicBezTo>
                    <a:pt x="4044095" y="700228"/>
                    <a:pt x="4055442" y="706410"/>
                    <a:pt x="4058538" y="711564"/>
                  </a:cubicBezTo>
                  <a:cubicBezTo>
                    <a:pt x="4061635" y="716728"/>
                    <a:pt x="4064731" y="726007"/>
                    <a:pt x="4067817" y="729103"/>
                  </a:cubicBezTo>
                  <a:cubicBezTo>
                    <a:pt x="4076641" y="738945"/>
                    <a:pt x="4084902" y="749273"/>
                    <a:pt x="4092567" y="760036"/>
                  </a:cubicBezTo>
                  <a:cubicBezTo>
                    <a:pt x="4092567" y="760036"/>
                    <a:pt x="4100817" y="767257"/>
                    <a:pt x="4100817" y="771382"/>
                  </a:cubicBezTo>
                  <a:cubicBezTo>
                    <a:pt x="4100817" y="775507"/>
                    <a:pt x="4094635" y="771382"/>
                    <a:pt x="4092567" y="777564"/>
                  </a:cubicBezTo>
                  <a:cubicBezTo>
                    <a:pt x="4090510" y="783757"/>
                    <a:pt x="4092567" y="786854"/>
                    <a:pt x="4084317" y="788911"/>
                  </a:cubicBezTo>
                  <a:cubicBezTo>
                    <a:pt x="4076359" y="792018"/>
                    <a:pt x="4067525" y="792018"/>
                    <a:pt x="4059567" y="788911"/>
                  </a:cubicBezTo>
                  <a:cubicBezTo>
                    <a:pt x="4059567" y="788911"/>
                    <a:pt x="4052356" y="788911"/>
                    <a:pt x="4049260" y="788911"/>
                  </a:cubicBezTo>
                  <a:cubicBezTo>
                    <a:pt x="4046196" y="789496"/>
                    <a:pt x="4043045" y="789496"/>
                    <a:pt x="4039981" y="788911"/>
                  </a:cubicBezTo>
                  <a:lnTo>
                    <a:pt x="4023481" y="777564"/>
                  </a:lnTo>
                  <a:cubicBezTo>
                    <a:pt x="4017234" y="775280"/>
                    <a:pt x="4011344" y="772162"/>
                    <a:pt x="4005941" y="768286"/>
                  </a:cubicBezTo>
                  <a:cubicBezTo>
                    <a:pt x="4005941" y="768286"/>
                    <a:pt x="3994606" y="761075"/>
                    <a:pt x="3991509" y="755910"/>
                  </a:cubicBezTo>
                  <a:cubicBezTo>
                    <a:pt x="3988413" y="750757"/>
                    <a:pt x="3976037" y="744575"/>
                    <a:pt x="3969855" y="738382"/>
                  </a:cubicBezTo>
                  <a:cubicBezTo>
                    <a:pt x="3964734" y="733975"/>
                    <a:pt x="3961735" y="727598"/>
                    <a:pt x="3961605" y="720853"/>
                  </a:cubicBezTo>
                  <a:cubicBezTo>
                    <a:pt x="3961605" y="705381"/>
                    <a:pt x="3972941" y="705381"/>
                    <a:pt x="3961605" y="671352"/>
                  </a:cubicBezTo>
                  <a:cubicBezTo>
                    <a:pt x="3958595" y="656715"/>
                    <a:pt x="3956527" y="641903"/>
                    <a:pt x="3955412" y="627006"/>
                  </a:cubicBezTo>
                  <a:cubicBezTo>
                    <a:pt x="3954373" y="618192"/>
                    <a:pt x="3952294" y="609542"/>
                    <a:pt x="3949230" y="601227"/>
                  </a:cubicBezTo>
                  <a:cubicBezTo>
                    <a:pt x="3940969" y="582658"/>
                    <a:pt x="3936855" y="558937"/>
                    <a:pt x="3933758" y="553783"/>
                  </a:cubicBezTo>
                  <a:cubicBezTo>
                    <a:pt x="3930662" y="548630"/>
                    <a:pt x="3906940" y="570283"/>
                    <a:pt x="3890440" y="575437"/>
                  </a:cubicBezTo>
                  <a:cubicBezTo>
                    <a:pt x="3873940" y="580602"/>
                    <a:pt x="3860536" y="580602"/>
                    <a:pt x="3837843" y="587812"/>
                  </a:cubicBezTo>
                  <a:cubicBezTo>
                    <a:pt x="3822469" y="590227"/>
                    <a:pt x="3806813" y="590227"/>
                    <a:pt x="3791439" y="587812"/>
                  </a:cubicBezTo>
                  <a:lnTo>
                    <a:pt x="3758439" y="587812"/>
                  </a:lnTo>
                  <a:cubicBezTo>
                    <a:pt x="3749160" y="587812"/>
                    <a:pt x="3738853" y="580602"/>
                    <a:pt x="3731631" y="579562"/>
                  </a:cubicBezTo>
                  <a:lnTo>
                    <a:pt x="3718228" y="579562"/>
                  </a:lnTo>
                  <a:cubicBezTo>
                    <a:pt x="3718228" y="579562"/>
                    <a:pt x="3718228" y="571312"/>
                    <a:pt x="3718228" y="567198"/>
                  </a:cubicBezTo>
                  <a:cubicBezTo>
                    <a:pt x="3718228" y="563062"/>
                    <a:pt x="3718228" y="553783"/>
                    <a:pt x="3718228" y="549658"/>
                  </a:cubicBezTo>
                  <a:cubicBezTo>
                    <a:pt x="3718228" y="545533"/>
                    <a:pt x="3711006" y="542437"/>
                    <a:pt x="3709977" y="539351"/>
                  </a:cubicBezTo>
                  <a:cubicBezTo>
                    <a:pt x="3708938" y="536254"/>
                    <a:pt x="3709977" y="533158"/>
                    <a:pt x="3721313" y="539351"/>
                  </a:cubicBezTo>
                  <a:cubicBezTo>
                    <a:pt x="3728805" y="540899"/>
                    <a:pt x="3736525" y="540899"/>
                    <a:pt x="3744006" y="539351"/>
                  </a:cubicBezTo>
                  <a:cubicBezTo>
                    <a:pt x="3749127" y="540174"/>
                    <a:pt x="3754346" y="540174"/>
                    <a:pt x="3759478" y="539351"/>
                  </a:cubicBezTo>
                  <a:cubicBezTo>
                    <a:pt x="3759478" y="539351"/>
                    <a:pt x="3766689" y="539351"/>
                    <a:pt x="3769785" y="539351"/>
                  </a:cubicBezTo>
                  <a:cubicBezTo>
                    <a:pt x="3797329" y="534544"/>
                    <a:pt x="3824537" y="527994"/>
                    <a:pt x="3851258" y="519754"/>
                  </a:cubicBezTo>
                  <a:cubicBezTo>
                    <a:pt x="3866762" y="514871"/>
                    <a:pt x="3880902" y="506394"/>
                    <a:pt x="3892508" y="495004"/>
                  </a:cubicBezTo>
                  <a:cubicBezTo>
                    <a:pt x="3897911" y="492027"/>
                    <a:pt x="3902512" y="487772"/>
                    <a:pt x="3905912" y="482629"/>
                  </a:cubicBezTo>
                  <a:cubicBezTo>
                    <a:pt x="3905912" y="482629"/>
                    <a:pt x="3897662" y="482629"/>
                    <a:pt x="3894565" y="477476"/>
                  </a:cubicBezTo>
                  <a:lnTo>
                    <a:pt x="3886315" y="477476"/>
                  </a:lnTo>
                  <a:lnTo>
                    <a:pt x="3873940" y="477476"/>
                  </a:lnTo>
                  <a:cubicBezTo>
                    <a:pt x="3869717" y="477151"/>
                    <a:pt x="3865895" y="474866"/>
                    <a:pt x="3863633" y="471282"/>
                  </a:cubicBezTo>
                  <a:cubicBezTo>
                    <a:pt x="3863633" y="466129"/>
                    <a:pt x="3863633" y="459936"/>
                    <a:pt x="3852286" y="454782"/>
                  </a:cubicBezTo>
                  <a:cubicBezTo>
                    <a:pt x="3843830" y="445536"/>
                    <a:pt x="3841795" y="432089"/>
                    <a:pt x="3847132" y="420753"/>
                  </a:cubicBezTo>
                  <a:cubicBezTo>
                    <a:pt x="3849049" y="414712"/>
                    <a:pt x="3854257" y="410305"/>
                    <a:pt x="3860536" y="409418"/>
                  </a:cubicBezTo>
                  <a:cubicBezTo>
                    <a:pt x="3864975" y="410143"/>
                    <a:pt x="3869501" y="410143"/>
                    <a:pt x="3873951" y="409418"/>
                  </a:cubicBezTo>
                  <a:cubicBezTo>
                    <a:pt x="3873940" y="409407"/>
                    <a:pt x="3882190" y="409407"/>
                    <a:pt x="3887354" y="409407"/>
                  </a:cubicBezTo>
                  <a:cubicBezTo>
                    <a:pt x="3891750" y="408357"/>
                    <a:pt x="3896352" y="408357"/>
                    <a:pt x="3900758" y="409407"/>
                  </a:cubicBezTo>
                  <a:cubicBezTo>
                    <a:pt x="3900758" y="409407"/>
                    <a:pt x="3915190" y="418685"/>
                    <a:pt x="3923440" y="422821"/>
                  </a:cubicBezTo>
                  <a:cubicBezTo>
                    <a:pt x="3937829" y="428700"/>
                    <a:pt x="3953290" y="431515"/>
                    <a:pt x="3968816" y="431061"/>
                  </a:cubicBezTo>
                  <a:cubicBezTo>
                    <a:pt x="3974836" y="418826"/>
                    <a:pt x="3984114" y="408476"/>
                    <a:pt x="3995634" y="401157"/>
                  </a:cubicBezTo>
                  <a:cubicBezTo>
                    <a:pt x="4001275" y="394660"/>
                    <a:pt x="4006450" y="387775"/>
                    <a:pt x="4011106" y="380532"/>
                  </a:cubicBezTo>
                  <a:cubicBezTo>
                    <a:pt x="4015664" y="374804"/>
                    <a:pt x="4018847" y="368102"/>
                    <a:pt x="4020384" y="360935"/>
                  </a:cubicBezTo>
                  <a:cubicBezTo>
                    <a:pt x="4020384" y="355781"/>
                    <a:pt x="4026567" y="360946"/>
                    <a:pt x="4030692" y="360946"/>
                  </a:cubicBezTo>
                  <a:cubicBezTo>
                    <a:pt x="4034817" y="360946"/>
                    <a:pt x="4041010" y="369185"/>
                    <a:pt x="4045135" y="371253"/>
                  </a:cubicBezTo>
                  <a:cubicBezTo>
                    <a:pt x="4049260" y="373310"/>
                    <a:pt x="4055442" y="371253"/>
                    <a:pt x="4058538" y="371253"/>
                  </a:cubicBezTo>
                  <a:close/>
                  <a:moveTo>
                    <a:pt x="1383200" y="242484"/>
                  </a:moveTo>
                  <a:cubicBezTo>
                    <a:pt x="1385778" y="241841"/>
                    <a:pt x="1388098" y="241841"/>
                    <a:pt x="1389646" y="244417"/>
                  </a:cubicBezTo>
                  <a:cubicBezTo>
                    <a:pt x="1392742" y="249571"/>
                    <a:pt x="1399953" y="254724"/>
                    <a:pt x="1403049" y="256792"/>
                  </a:cubicBezTo>
                  <a:cubicBezTo>
                    <a:pt x="1406146" y="258850"/>
                    <a:pt x="1416453" y="256792"/>
                    <a:pt x="1425742" y="272253"/>
                  </a:cubicBezTo>
                  <a:cubicBezTo>
                    <a:pt x="1435021" y="287725"/>
                    <a:pt x="1431925" y="288753"/>
                    <a:pt x="1425742" y="302168"/>
                  </a:cubicBezTo>
                  <a:cubicBezTo>
                    <a:pt x="1419549" y="315572"/>
                    <a:pt x="1425742" y="311447"/>
                    <a:pt x="1432953" y="308350"/>
                  </a:cubicBezTo>
                  <a:lnTo>
                    <a:pt x="1470078" y="272253"/>
                  </a:lnTo>
                  <a:cubicBezTo>
                    <a:pt x="1476488" y="264566"/>
                    <a:pt x="1483753" y="257647"/>
                    <a:pt x="1491732" y="251628"/>
                  </a:cubicBezTo>
                  <a:cubicBezTo>
                    <a:pt x="1491732" y="251628"/>
                    <a:pt x="1499993" y="251628"/>
                    <a:pt x="1505146" y="251628"/>
                  </a:cubicBezTo>
                  <a:cubicBezTo>
                    <a:pt x="1510300" y="251628"/>
                    <a:pt x="1514425" y="246474"/>
                    <a:pt x="1517522" y="251628"/>
                  </a:cubicBezTo>
                  <a:cubicBezTo>
                    <a:pt x="1524115" y="254389"/>
                    <a:pt x="1531542" y="254389"/>
                    <a:pt x="1538147" y="251628"/>
                  </a:cubicBezTo>
                  <a:cubicBezTo>
                    <a:pt x="1538147" y="251628"/>
                    <a:pt x="1546397" y="251628"/>
                    <a:pt x="1547425" y="251628"/>
                  </a:cubicBezTo>
                  <a:lnTo>
                    <a:pt x="1555675" y="266071"/>
                  </a:lnTo>
                  <a:cubicBezTo>
                    <a:pt x="1555675" y="275350"/>
                    <a:pt x="1547425" y="291850"/>
                    <a:pt x="1543300" y="300100"/>
                  </a:cubicBezTo>
                  <a:cubicBezTo>
                    <a:pt x="1539175" y="308350"/>
                    <a:pt x="1536079" y="300100"/>
                    <a:pt x="1528868" y="300100"/>
                  </a:cubicBezTo>
                  <a:lnTo>
                    <a:pt x="1507204" y="314543"/>
                  </a:lnTo>
                  <a:lnTo>
                    <a:pt x="1491732" y="326918"/>
                  </a:lnTo>
                  <a:lnTo>
                    <a:pt x="1478328" y="341350"/>
                  </a:lnTo>
                  <a:lnTo>
                    <a:pt x="1465953" y="356822"/>
                  </a:lnTo>
                  <a:cubicBezTo>
                    <a:pt x="1460616" y="359204"/>
                    <a:pt x="1455440" y="361965"/>
                    <a:pt x="1450493" y="365072"/>
                  </a:cubicBezTo>
                  <a:cubicBezTo>
                    <a:pt x="1445577" y="373040"/>
                    <a:pt x="1440056" y="380631"/>
                    <a:pt x="1433982" y="387754"/>
                  </a:cubicBezTo>
                  <a:cubicBezTo>
                    <a:pt x="1418467" y="401061"/>
                    <a:pt x="1403980" y="415547"/>
                    <a:pt x="1390674" y="431072"/>
                  </a:cubicBezTo>
                  <a:cubicBezTo>
                    <a:pt x="1390674" y="437255"/>
                    <a:pt x="1381396" y="438294"/>
                    <a:pt x="1378299" y="443448"/>
                  </a:cubicBezTo>
                  <a:cubicBezTo>
                    <a:pt x="1375203" y="448601"/>
                    <a:pt x="1369021" y="450669"/>
                    <a:pt x="1366953" y="455823"/>
                  </a:cubicBezTo>
                  <a:cubicBezTo>
                    <a:pt x="1364896" y="460977"/>
                    <a:pt x="1358703" y="463044"/>
                    <a:pt x="1355617" y="466130"/>
                  </a:cubicBezTo>
                  <a:cubicBezTo>
                    <a:pt x="1352521" y="469227"/>
                    <a:pt x="1350453" y="471295"/>
                    <a:pt x="1345299" y="474391"/>
                  </a:cubicBezTo>
                  <a:cubicBezTo>
                    <a:pt x="1340145" y="477477"/>
                    <a:pt x="1340145" y="481602"/>
                    <a:pt x="1336020" y="484698"/>
                  </a:cubicBezTo>
                  <a:cubicBezTo>
                    <a:pt x="1332826" y="487438"/>
                    <a:pt x="1329373" y="489863"/>
                    <a:pt x="1325702" y="491920"/>
                  </a:cubicBezTo>
                  <a:cubicBezTo>
                    <a:pt x="1325702" y="491920"/>
                    <a:pt x="1317452" y="497073"/>
                    <a:pt x="1317452" y="497073"/>
                  </a:cubicBezTo>
                  <a:cubicBezTo>
                    <a:pt x="1317452" y="497073"/>
                    <a:pt x="1311270" y="505323"/>
                    <a:pt x="1306117" y="508420"/>
                  </a:cubicBezTo>
                  <a:cubicBezTo>
                    <a:pt x="1302425" y="511668"/>
                    <a:pt x="1299285" y="515501"/>
                    <a:pt x="1296827" y="519756"/>
                  </a:cubicBezTo>
                  <a:cubicBezTo>
                    <a:pt x="1296827" y="519756"/>
                    <a:pt x="1296827" y="526977"/>
                    <a:pt x="1290645" y="531102"/>
                  </a:cubicBezTo>
                  <a:cubicBezTo>
                    <a:pt x="1284452" y="535227"/>
                    <a:pt x="1290645" y="531102"/>
                    <a:pt x="1279299" y="531102"/>
                  </a:cubicBezTo>
                  <a:cubicBezTo>
                    <a:pt x="1267952" y="531102"/>
                    <a:pt x="1268991" y="538324"/>
                    <a:pt x="1263827" y="539352"/>
                  </a:cubicBezTo>
                  <a:cubicBezTo>
                    <a:pt x="1258673" y="540381"/>
                    <a:pt x="1253520" y="532131"/>
                    <a:pt x="1251452" y="525949"/>
                  </a:cubicBezTo>
                  <a:lnTo>
                    <a:pt x="1242173" y="513574"/>
                  </a:lnTo>
                  <a:cubicBezTo>
                    <a:pt x="1240755" y="509568"/>
                    <a:pt x="1240755" y="505204"/>
                    <a:pt x="1242173" y="501198"/>
                  </a:cubicBezTo>
                  <a:cubicBezTo>
                    <a:pt x="1247316" y="489516"/>
                    <a:pt x="1254278" y="478722"/>
                    <a:pt x="1262798" y="469227"/>
                  </a:cubicBezTo>
                  <a:cubicBezTo>
                    <a:pt x="1262798" y="469227"/>
                    <a:pt x="1270020" y="469227"/>
                    <a:pt x="1273106" y="469227"/>
                  </a:cubicBezTo>
                  <a:cubicBezTo>
                    <a:pt x="1276202" y="469227"/>
                    <a:pt x="1282395" y="456852"/>
                    <a:pt x="1286520" y="453755"/>
                  </a:cubicBezTo>
                  <a:lnTo>
                    <a:pt x="1321577" y="421794"/>
                  </a:lnTo>
                  <a:cubicBezTo>
                    <a:pt x="1326742" y="415601"/>
                    <a:pt x="1334992" y="414573"/>
                    <a:pt x="1337049" y="408380"/>
                  </a:cubicBezTo>
                  <a:cubicBezTo>
                    <a:pt x="1345028" y="398560"/>
                    <a:pt x="1353647" y="389259"/>
                    <a:pt x="1362828" y="380543"/>
                  </a:cubicBezTo>
                  <a:cubicBezTo>
                    <a:pt x="1367375" y="376559"/>
                    <a:pt x="1370309" y="371059"/>
                    <a:pt x="1371078" y="365072"/>
                  </a:cubicBezTo>
                  <a:lnTo>
                    <a:pt x="1363867" y="357851"/>
                  </a:lnTo>
                  <a:cubicBezTo>
                    <a:pt x="1363867" y="357851"/>
                    <a:pt x="1357674" y="357851"/>
                    <a:pt x="1353549" y="357851"/>
                  </a:cubicBezTo>
                  <a:cubicBezTo>
                    <a:pt x="1349424" y="357851"/>
                    <a:pt x="1342203" y="357851"/>
                    <a:pt x="1341174" y="357851"/>
                  </a:cubicBezTo>
                  <a:cubicBezTo>
                    <a:pt x="1340145" y="357851"/>
                    <a:pt x="1341174" y="350629"/>
                    <a:pt x="1341174" y="347543"/>
                  </a:cubicBezTo>
                  <a:cubicBezTo>
                    <a:pt x="1341683" y="344122"/>
                    <a:pt x="1341683" y="340646"/>
                    <a:pt x="1341174" y="337225"/>
                  </a:cubicBezTo>
                  <a:lnTo>
                    <a:pt x="1341174" y="323822"/>
                  </a:lnTo>
                  <a:cubicBezTo>
                    <a:pt x="1341174" y="316600"/>
                    <a:pt x="1318492" y="307321"/>
                    <a:pt x="1313327" y="304225"/>
                  </a:cubicBezTo>
                  <a:cubicBezTo>
                    <a:pt x="1311779" y="300598"/>
                    <a:pt x="1311779" y="296506"/>
                    <a:pt x="1313327" y="292878"/>
                  </a:cubicBezTo>
                  <a:cubicBezTo>
                    <a:pt x="1313327" y="284628"/>
                    <a:pt x="1322617" y="283599"/>
                    <a:pt x="1328799" y="280503"/>
                  </a:cubicBezTo>
                  <a:cubicBezTo>
                    <a:pt x="1334992" y="277418"/>
                    <a:pt x="1328799" y="272253"/>
                    <a:pt x="1336020" y="270196"/>
                  </a:cubicBezTo>
                  <a:cubicBezTo>
                    <a:pt x="1343242" y="268128"/>
                    <a:pt x="1342203" y="270196"/>
                    <a:pt x="1344270" y="264003"/>
                  </a:cubicBezTo>
                  <a:cubicBezTo>
                    <a:pt x="1346328" y="257821"/>
                    <a:pt x="1344270" y="257821"/>
                    <a:pt x="1351492" y="254724"/>
                  </a:cubicBezTo>
                  <a:lnTo>
                    <a:pt x="1339117" y="257821"/>
                  </a:lnTo>
                  <a:lnTo>
                    <a:pt x="1350453" y="252667"/>
                  </a:lnTo>
                  <a:cubicBezTo>
                    <a:pt x="1355325" y="250632"/>
                    <a:pt x="1359850" y="247849"/>
                    <a:pt x="1363867" y="244417"/>
                  </a:cubicBezTo>
                  <a:cubicBezTo>
                    <a:pt x="1363867" y="244417"/>
                    <a:pt x="1370049" y="244417"/>
                    <a:pt x="1375203" y="244417"/>
                  </a:cubicBezTo>
                  <a:cubicBezTo>
                    <a:pt x="1377785" y="244417"/>
                    <a:pt x="1380622" y="243129"/>
                    <a:pt x="1383200" y="242484"/>
                  </a:cubicBezTo>
                  <a:close/>
                  <a:moveTo>
                    <a:pt x="2319836" y="154694"/>
                  </a:moveTo>
                  <a:lnTo>
                    <a:pt x="2301267" y="159847"/>
                  </a:lnTo>
                  <a:cubicBezTo>
                    <a:pt x="2299589" y="163441"/>
                    <a:pt x="2299589" y="167599"/>
                    <a:pt x="2301267" y="171193"/>
                  </a:cubicBezTo>
                  <a:cubicBezTo>
                    <a:pt x="2301267" y="175318"/>
                    <a:pt x="2301267" y="180472"/>
                    <a:pt x="2301267" y="180472"/>
                  </a:cubicBezTo>
                  <a:cubicBezTo>
                    <a:pt x="2307006" y="182052"/>
                    <a:pt x="2313069" y="182052"/>
                    <a:pt x="2318808" y="180472"/>
                  </a:cubicBezTo>
                  <a:cubicBezTo>
                    <a:pt x="2324968" y="175069"/>
                    <a:pt x="2328054" y="166960"/>
                    <a:pt x="2327047" y="158819"/>
                  </a:cubicBezTo>
                  <a:lnTo>
                    <a:pt x="2320865" y="158819"/>
                  </a:lnTo>
                  <a:close/>
                  <a:moveTo>
                    <a:pt x="2375531" y="130974"/>
                  </a:moveTo>
                  <a:cubicBezTo>
                    <a:pt x="2370378" y="133031"/>
                    <a:pt x="2361089" y="133031"/>
                    <a:pt x="2361089" y="138195"/>
                  </a:cubicBezTo>
                  <a:cubicBezTo>
                    <a:pt x="2361089" y="143348"/>
                    <a:pt x="2360061" y="146444"/>
                    <a:pt x="2361089" y="153665"/>
                  </a:cubicBezTo>
                  <a:cubicBezTo>
                    <a:pt x="2362118" y="160876"/>
                    <a:pt x="2371407" y="160876"/>
                    <a:pt x="2371407" y="160876"/>
                  </a:cubicBezTo>
                  <a:cubicBezTo>
                    <a:pt x="2378541" y="158754"/>
                    <a:pt x="2384268" y="153416"/>
                    <a:pt x="2386877" y="146444"/>
                  </a:cubicBezTo>
                  <a:cubicBezTo>
                    <a:pt x="2387212" y="141984"/>
                    <a:pt x="2387212" y="137502"/>
                    <a:pt x="2386877" y="133031"/>
                  </a:cubicBezTo>
                  <a:cubicBezTo>
                    <a:pt x="2384809" y="133031"/>
                    <a:pt x="2376560" y="133031"/>
                    <a:pt x="2376560" y="133031"/>
                  </a:cubicBezTo>
                  <a:close/>
                  <a:moveTo>
                    <a:pt x="2306432" y="95915"/>
                  </a:moveTo>
                  <a:lnTo>
                    <a:pt x="2310546" y="100039"/>
                  </a:lnTo>
                  <a:cubicBezTo>
                    <a:pt x="2307460" y="104164"/>
                    <a:pt x="2296113" y="108289"/>
                    <a:pt x="2296113" y="113442"/>
                  </a:cubicBezTo>
                  <a:cubicBezTo>
                    <a:pt x="2296113" y="118607"/>
                    <a:pt x="2296113" y="128913"/>
                    <a:pt x="2296113" y="128913"/>
                  </a:cubicBezTo>
                  <a:cubicBezTo>
                    <a:pt x="2296113" y="128913"/>
                    <a:pt x="2297142" y="136134"/>
                    <a:pt x="2304364" y="128913"/>
                  </a:cubicBezTo>
                  <a:cubicBezTo>
                    <a:pt x="2311586" y="121692"/>
                    <a:pt x="2320865" y="120664"/>
                    <a:pt x="2320865" y="108289"/>
                  </a:cubicBezTo>
                  <a:cubicBezTo>
                    <a:pt x="2320865" y="95915"/>
                    <a:pt x="2316740" y="95915"/>
                    <a:pt x="2306432" y="95915"/>
                  </a:cubicBezTo>
                  <a:close/>
                  <a:moveTo>
                    <a:pt x="3341817" y="93847"/>
                  </a:moveTo>
                  <a:cubicBezTo>
                    <a:pt x="3346224" y="95276"/>
                    <a:pt x="3349678" y="98730"/>
                    <a:pt x="3351096" y="103125"/>
                  </a:cubicBezTo>
                  <a:cubicBezTo>
                    <a:pt x="3355578" y="109069"/>
                    <a:pt x="3359714" y="115273"/>
                    <a:pt x="3363471" y="121693"/>
                  </a:cubicBezTo>
                  <a:cubicBezTo>
                    <a:pt x="3364532" y="127139"/>
                    <a:pt x="3364532" y="132737"/>
                    <a:pt x="3363471" y="138193"/>
                  </a:cubicBezTo>
                  <a:cubicBezTo>
                    <a:pt x="3363482" y="138193"/>
                    <a:pt x="3368636" y="148501"/>
                    <a:pt x="3363482" y="150569"/>
                  </a:cubicBezTo>
                  <a:cubicBezTo>
                    <a:pt x="3358318" y="152626"/>
                    <a:pt x="3348010" y="160876"/>
                    <a:pt x="3332539" y="167069"/>
                  </a:cubicBezTo>
                  <a:cubicBezTo>
                    <a:pt x="3323542" y="169505"/>
                    <a:pt x="3315129" y="173716"/>
                    <a:pt x="3307789" y="179444"/>
                  </a:cubicBezTo>
                  <a:cubicBezTo>
                    <a:pt x="3302581" y="182995"/>
                    <a:pt x="3296540" y="185128"/>
                    <a:pt x="3290260" y="185626"/>
                  </a:cubicBezTo>
                  <a:cubicBezTo>
                    <a:pt x="3272731" y="185626"/>
                    <a:pt x="3258288" y="185626"/>
                    <a:pt x="3254163" y="200069"/>
                  </a:cubicBezTo>
                  <a:cubicBezTo>
                    <a:pt x="3250038" y="214501"/>
                    <a:pt x="3254163" y="210376"/>
                    <a:pt x="3254163" y="226877"/>
                  </a:cubicBezTo>
                  <a:cubicBezTo>
                    <a:pt x="3252290" y="231229"/>
                    <a:pt x="3249464" y="235094"/>
                    <a:pt x="3245913" y="238223"/>
                  </a:cubicBezTo>
                  <a:cubicBezTo>
                    <a:pt x="3240760" y="238223"/>
                    <a:pt x="3240760" y="244405"/>
                    <a:pt x="3238692" y="247502"/>
                  </a:cubicBezTo>
                  <a:cubicBezTo>
                    <a:pt x="3238378" y="251724"/>
                    <a:pt x="3236082" y="255546"/>
                    <a:pt x="3232510" y="257820"/>
                  </a:cubicBezTo>
                  <a:cubicBezTo>
                    <a:pt x="3232510" y="257820"/>
                    <a:pt x="3232510" y="266070"/>
                    <a:pt x="3227356" y="270195"/>
                  </a:cubicBezTo>
                  <a:cubicBezTo>
                    <a:pt x="3222192" y="274320"/>
                    <a:pt x="3218067" y="297002"/>
                    <a:pt x="3221163" y="302156"/>
                  </a:cubicBezTo>
                  <a:cubicBezTo>
                    <a:pt x="3224259" y="307320"/>
                    <a:pt x="3261385" y="310406"/>
                    <a:pt x="3278913" y="314531"/>
                  </a:cubicBezTo>
                  <a:cubicBezTo>
                    <a:pt x="3296442" y="318656"/>
                    <a:pt x="3289231" y="314531"/>
                    <a:pt x="3294385" y="314531"/>
                  </a:cubicBezTo>
                  <a:lnTo>
                    <a:pt x="3309846" y="314531"/>
                  </a:lnTo>
                  <a:lnTo>
                    <a:pt x="3323260" y="322792"/>
                  </a:lnTo>
                  <a:cubicBezTo>
                    <a:pt x="3328219" y="326332"/>
                    <a:pt x="3332723" y="330490"/>
                    <a:pt x="3336664" y="335156"/>
                  </a:cubicBezTo>
                  <a:cubicBezTo>
                    <a:pt x="3344665" y="339346"/>
                    <a:pt x="3350360" y="346925"/>
                    <a:pt x="3352135" y="355792"/>
                  </a:cubicBezTo>
                  <a:cubicBezTo>
                    <a:pt x="3353142" y="360198"/>
                    <a:pt x="3353142" y="364778"/>
                    <a:pt x="3352135" y="369196"/>
                  </a:cubicBezTo>
                  <a:cubicBezTo>
                    <a:pt x="3352135" y="369196"/>
                    <a:pt x="3352135" y="374349"/>
                    <a:pt x="3352135" y="374349"/>
                  </a:cubicBezTo>
                  <a:cubicBezTo>
                    <a:pt x="3352579" y="377078"/>
                    <a:pt x="3352579" y="379871"/>
                    <a:pt x="3352135" y="382599"/>
                  </a:cubicBezTo>
                  <a:cubicBezTo>
                    <a:pt x="3350078" y="386270"/>
                    <a:pt x="3347653" y="389723"/>
                    <a:pt x="3344914" y="392907"/>
                  </a:cubicBezTo>
                  <a:cubicBezTo>
                    <a:pt x="3344914" y="392907"/>
                    <a:pt x="3335635" y="401157"/>
                    <a:pt x="3332539" y="400128"/>
                  </a:cubicBezTo>
                  <a:lnTo>
                    <a:pt x="3312942" y="400128"/>
                  </a:lnTo>
                  <a:lnTo>
                    <a:pt x="3292317" y="390849"/>
                  </a:lnTo>
                  <a:lnTo>
                    <a:pt x="3270663" y="390849"/>
                  </a:lnTo>
                  <a:lnTo>
                    <a:pt x="3236635" y="378474"/>
                  </a:lnTo>
                  <a:lnTo>
                    <a:pt x="3203634" y="371253"/>
                  </a:lnTo>
                  <a:cubicBezTo>
                    <a:pt x="3193002" y="367572"/>
                    <a:pt x="3181872" y="365482"/>
                    <a:pt x="3170634" y="365070"/>
                  </a:cubicBezTo>
                  <a:lnTo>
                    <a:pt x="3138662" y="365070"/>
                  </a:lnTo>
                  <a:cubicBezTo>
                    <a:pt x="3126287" y="365070"/>
                    <a:pt x="3112884" y="356821"/>
                    <a:pt x="3102566" y="355781"/>
                  </a:cubicBezTo>
                  <a:cubicBezTo>
                    <a:pt x="3080630" y="353432"/>
                    <a:pt x="3058511" y="353432"/>
                    <a:pt x="3036565" y="355781"/>
                  </a:cubicBezTo>
                  <a:cubicBezTo>
                    <a:pt x="3007690" y="355781"/>
                    <a:pt x="2955093" y="367128"/>
                    <a:pt x="2952008" y="366099"/>
                  </a:cubicBezTo>
                  <a:cubicBezTo>
                    <a:pt x="2948911" y="365070"/>
                    <a:pt x="2937564" y="344446"/>
                    <a:pt x="2929314" y="331031"/>
                  </a:cubicBezTo>
                  <a:cubicBezTo>
                    <a:pt x="2928145" y="325596"/>
                    <a:pt x="2928145" y="319977"/>
                    <a:pt x="2929314" y="314531"/>
                  </a:cubicBezTo>
                  <a:cubicBezTo>
                    <a:pt x="2931155" y="307786"/>
                    <a:pt x="2931155" y="300662"/>
                    <a:pt x="2929314" y="293906"/>
                  </a:cubicBezTo>
                  <a:cubicBezTo>
                    <a:pt x="2929314" y="286695"/>
                    <a:pt x="2961286" y="283598"/>
                    <a:pt x="2965411" y="283598"/>
                  </a:cubicBezTo>
                  <a:cubicBezTo>
                    <a:pt x="2969536" y="283598"/>
                    <a:pt x="2977786" y="290820"/>
                    <a:pt x="2983968" y="290820"/>
                  </a:cubicBezTo>
                  <a:lnTo>
                    <a:pt x="3027287" y="290820"/>
                  </a:lnTo>
                  <a:cubicBezTo>
                    <a:pt x="3032440" y="290820"/>
                    <a:pt x="3039662" y="290820"/>
                    <a:pt x="3043787" y="290820"/>
                  </a:cubicBezTo>
                  <a:cubicBezTo>
                    <a:pt x="3060070" y="289348"/>
                    <a:pt x="3076256" y="286933"/>
                    <a:pt x="3092259" y="283598"/>
                  </a:cubicBezTo>
                  <a:cubicBezTo>
                    <a:pt x="3122162" y="283598"/>
                    <a:pt x="3132469" y="246473"/>
                    <a:pt x="3139691" y="234098"/>
                  </a:cubicBezTo>
                  <a:cubicBezTo>
                    <a:pt x="3143448" y="228782"/>
                    <a:pt x="3146241" y="222849"/>
                    <a:pt x="3147941" y="216569"/>
                  </a:cubicBezTo>
                  <a:cubicBezTo>
                    <a:pt x="3147941" y="209348"/>
                    <a:pt x="3147941" y="202126"/>
                    <a:pt x="3147941" y="200069"/>
                  </a:cubicBezTo>
                  <a:cubicBezTo>
                    <a:pt x="3142105" y="199733"/>
                    <a:pt x="3136248" y="199733"/>
                    <a:pt x="3130412" y="200069"/>
                  </a:cubicBezTo>
                  <a:cubicBezTo>
                    <a:pt x="3123277" y="201661"/>
                    <a:pt x="3115883" y="201661"/>
                    <a:pt x="3108759" y="200069"/>
                  </a:cubicBezTo>
                  <a:cubicBezTo>
                    <a:pt x="3102566" y="200069"/>
                    <a:pt x="3108759" y="187694"/>
                    <a:pt x="3108759" y="178405"/>
                  </a:cubicBezTo>
                  <a:cubicBezTo>
                    <a:pt x="3109073" y="168953"/>
                    <a:pt x="3106561" y="159609"/>
                    <a:pt x="3101537" y="151597"/>
                  </a:cubicBezTo>
                  <a:cubicBezTo>
                    <a:pt x="3101537" y="151597"/>
                    <a:pt x="3101537" y="135097"/>
                    <a:pt x="3101537" y="132001"/>
                  </a:cubicBezTo>
                  <a:cubicBezTo>
                    <a:pt x="3102046" y="125829"/>
                    <a:pt x="3102046" y="119615"/>
                    <a:pt x="3101537" y="113443"/>
                  </a:cubicBezTo>
                  <a:cubicBezTo>
                    <a:pt x="3101537" y="104154"/>
                    <a:pt x="3112884" y="106222"/>
                    <a:pt x="3121134" y="104154"/>
                  </a:cubicBezTo>
                  <a:cubicBezTo>
                    <a:pt x="3129384" y="102097"/>
                    <a:pt x="3139691" y="114472"/>
                    <a:pt x="3147941" y="117569"/>
                  </a:cubicBezTo>
                  <a:cubicBezTo>
                    <a:pt x="3171858" y="121076"/>
                    <a:pt x="3195969" y="123144"/>
                    <a:pt x="3220134" y="123750"/>
                  </a:cubicBezTo>
                  <a:lnTo>
                    <a:pt x="3259317" y="123750"/>
                  </a:lnTo>
                  <a:cubicBezTo>
                    <a:pt x="3278480" y="122516"/>
                    <a:pt x="3297481" y="119398"/>
                    <a:pt x="3316039" y="114472"/>
                  </a:cubicBezTo>
                  <a:cubicBezTo>
                    <a:pt x="3321095" y="113064"/>
                    <a:pt x="3326443" y="113064"/>
                    <a:pt x="3331510" y="114472"/>
                  </a:cubicBezTo>
                  <a:lnTo>
                    <a:pt x="3343885" y="114472"/>
                  </a:lnTo>
                  <a:close/>
                  <a:moveTo>
                    <a:pt x="2198081" y="79112"/>
                  </a:moveTo>
                  <a:cubicBezTo>
                    <a:pt x="2202917" y="81869"/>
                    <a:pt x="2209495" y="92309"/>
                    <a:pt x="2212588" y="96946"/>
                  </a:cubicBezTo>
                  <a:lnTo>
                    <a:pt x="2218770" y="79417"/>
                  </a:lnTo>
                  <a:cubicBezTo>
                    <a:pt x="2218770" y="79417"/>
                    <a:pt x="2218770" y="94889"/>
                    <a:pt x="2218770" y="100042"/>
                  </a:cubicBezTo>
                  <a:cubicBezTo>
                    <a:pt x="2216995" y="107848"/>
                    <a:pt x="2216995" y="115957"/>
                    <a:pt x="2218770" y="123764"/>
                  </a:cubicBezTo>
                  <a:cubicBezTo>
                    <a:pt x="2218770" y="128917"/>
                    <a:pt x="2218770" y="134071"/>
                    <a:pt x="2208463" y="142321"/>
                  </a:cubicBezTo>
                  <a:cubicBezTo>
                    <a:pt x="2202108" y="150344"/>
                    <a:pt x="2196575" y="158984"/>
                    <a:pt x="2191952" y="168100"/>
                  </a:cubicBezTo>
                  <a:cubicBezTo>
                    <a:pt x="2188509" y="175992"/>
                    <a:pt x="2188509" y="184968"/>
                    <a:pt x="2191952" y="192850"/>
                  </a:cubicBezTo>
                  <a:cubicBezTo>
                    <a:pt x="2191952" y="192850"/>
                    <a:pt x="2191952" y="207293"/>
                    <a:pt x="2191952" y="210379"/>
                  </a:cubicBezTo>
                  <a:cubicBezTo>
                    <a:pt x="2191952" y="213475"/>
                    <a:pt x="2200213" y="210379"/>
                    <a:pt x="2205367" y="210379"/>
                  </a:cubicBezTo>
                  <a:cubicBezTo>
                    <a:pt x="2210520" y="210379"/>
                    <a:pt x="2205367" y="216572"/>
                    <a:pt x="2211549" y="221725"/>
                  </a:cubicBezTo>
                  <a:cubicBezTo>
                    <a:pt x="2217742" y="226879"/>
                    <a:pt x="2221867" y="234100"/>
                    <a:pt x="2221867" y="240293"/>
                  </a:cubicBezTo>
                  <a:cubicBezTo>
                    <a:pt x="2223339" y="242848"/>
                    <a:pt x="2223339" y="245988"/>
                    <a:pt x="2221867" y="248543"/>
                  </a:cubicBezTo>
                  <a:cubicBezTo>
                    <a:pt x="2206872" y="259954"/>
                    <a:pt x="2194854" y="274809"/>
                    <a:pt x="2186798" y="291851"/>
                  </a:cubicBezTo>
                  <a:cubicBezTo>
                    <a:pt x="2186798" y="291851"/>
                    <a:pt x="2186798" y="305265"/>
                    <a:pt x="2186798" y="306293"/>
                  </a:cubicBezTo>
                  <a:lnTo>
                    <a:pt x="2202270" y="306293"/>
                  </a:lnTo>
                  <a:cubicBezTo>
                    <a:pt x="2207694" y="307224"/>
                    <a:pt x="2212718" y="309736"/>
                    <a:pt x="2216713" y="313515"/>
                  </a:cubicBezTo>
                  <a:cubicBezTo>
                    <a:pt x="2219788" y="317434"/>
                    <a:pt x="2221910" y="322025"/>
                    <a:pt x="2222895" y="326919"/>
                  </a:cubicBezTo>
                  <a:cubicBezTo>
                    <a:pt x="2220611" y="347793"/>
                    <a:pt x="2208810" y="366436"/>
                    <a:pt x="2190923" y="377448"/>
                  </a:cubicBezTo>
                  <a:cubicBezTo>
                    <a:pt x="2175452" y="390851"/>
                    <a:pt x="2147615" y="406323"/>
                    <a:pt x="2134201" y="416630"/>
                  </a:cubicBezTo>
                  <a:cubicBezTo>
                    <a:pt x="2120797" y="426948"/>
                    <a:pt x="2114615" y="444476"/>
                    <a:pt x="2107393" y="447573"/>
                  </a:cubicBezTo>
                  <a:cubicBezTo>
                    <a:pt x="2100172" y="450669"/>
                    <a:pt x="2100172" y="447573"/>
                    <a:pt x="2096047" y="447573"/>
                  </a:cubicBezTo>
                  <a:lnTo>
                    <a:pt x="2078518" y="447573"/>
                  </a:lnTo>
                  <a:cubicBezTo>
                    <a:pt x="2072325" y="447573"/>
                    <a:pt x="2073364" y="438294"/>
                    <a:pt x="2069239" y="434169"/>
                  </a:cubicBezTo>
                  <a:cubicBezTo>
                    <a:pt x="2064085" y="430769"/>
                    <a:pt x="2059841" y="426168"/>
                    <a:pt x="2056864" y="420765"/>
                  </a:cubicBezTo>
                  <a:cubicBezTo>
                    <a:pt x="2052100" y="412494"/>
                    <a:pt x="2048949" y="403388"/>
                    <a:pt x="2047585" y="393948"/>
                  </a:cubicBezTo>
                  <a:cubicBezTo>
                    <a:pt x="2051504" y="381648"/>
                    <a:pt x="2059993" y="371308"/>
                    <a:pt x="2071296" y="365072"/>
                  </a:cubicBezTo>
                  <a:cubicBezTo>
                    <a:pt x="2071296" y="365072"/>
                    <a:pt x="2081614" y="353726"/>
                    <a:pt x="2084700" y="351669"/>
                  </a:cubicBezTo>
                  <a:cubicBezTo>
                    <a:pt x="2088836" y="348020"/>
                    <a:pt x="2092030" y="343419"/>
                    <a:pt x="2093989" y="338265"/>
                  </a:cubicBezTo>
                  <a:cubicBezTo>
                    <a:pt x="2094552" y="334497"/>
                    <a:pt x="2094552" y="330676"/>
                    <a:pt x="2093989" y="326919"/>
                  </a:cubicBezTo>
                  <a:cubicBezTo>
                    <a:pt x="2094455" y="322122"/>
                    <a:pt x="2094455" y="317283"/>
                    <a:pt x="2093989" y="312475"/>
                  </a:cubicBezTo>
                  <a:cubicBezTo>
                    <a:pt x="2092885" y="308546"/>
                    <a:pt x="2090752" y="304983"/>
                    <a:pt x="2087796" y="302169"/>
                  </a:cubicBezTo>
                  <a:cubicBezTo>
                    <a:pt x="2084624" y="299765"/>
                    <a:pt x="2082123" y="296560"/>
                    <a:pt x="2080575" y="292890"/>
                  </a:cubicBezTo>
                  <a:cubicBezTo>
                    <a:pt x="2080586" y="292890"/>
                    <a:pt x="2066142" y="280515"/>
                    <a:pt x="2065114" y="274322"/>
                  </a:cubicBezTo>
                  <a:cubicBezTo>
                    <a:pt x="2064313" y="263744"/>
                    <a:pt x="2071296" y="254130"/>
                    <a:pt x="2081614" y="251639"/>
                  </a:cubicBezTo>
                  <a:lnTo>
                    <a:pt x="2095018" y="251639"/>
                  </a:lnTo>
                  <a:cubicBezTo>
                    <a:pt x="2103268" y="251639"/>
                    <a:pt x="2107393" y="241322"/>
                    <a:pt x="2110490" y="234100"/>
                  </a:cubicBezTo>
                  <a:cubicBezTo>
                    <a:pt x="2113586" y="226879"/>
                    <a:pt x="2110490" y="213475"/>
                    <a:pt x="2110490" y="206264"/>
                  </a:cubicBezTo>
                  <a:cubicBezTo>
                    <a:pt x="2110490" y="199043"/>
                    <a:pt x="2100172" y="195946"/>
                    <a:pt x="2093989" y="194918"/>
                  </a:cubicBezTo>
                  <a:cubicBezTo>
                    <a:pt x="2088154" y="194420"/>
                    <a:pt x="2082285" y="194420"/>
                    <a:pt x="2076461" y="194918"/>
                  </a:cubicBezTo>
                  <a:cubicBezTo>
                    <a:pt x="2076461" y="194918"/>
                    <a:pt x="2066142" y="189764"/>
                    <a:pt x="2065114" y="184599"/>
                  </a:cubicBezTo>
                  <a:cubicBezTo>
                    <a:pt x="2064085" y="179446"/>
                    <a:pt x="2059949" y="184599"/>
                    <a:pt x="2054796" y="184599"/>
                  </a:cubicBezTo>
                  <a:cubicBezTo>
                    <a:pt x="2049642" y="184599"/>
                    <a:pt x="2048614" y="169139"/>
                    <a:pt x="2047585" y="166043"/>
                  </a:cubicBezTo>
                  <a:cubicBezTo>
                    <a:pt x="2046546" y="162946"/>
                    <a:pt x="2047585" y="166043"/>
                    <a:pt x="2055824" y="158821"/>
                  </a:cubicBezTo>
                  <a:cubicBezTo>
                    <a:pt x="2064085" y="151600"/>
                    <a:pt x="2055824" y="151600"/>
                    <a:pt x="2060989" y="147475"/>
                  </a:cubicBezTo>
                  <a:cubicBezTo>
                    <a:pt x="2066142" y="143350"/>
                    <a:pt x="2069239" y="139225"/>
                    <a:pt x="2074393" y="136139"/>
                  </a:cubicBezTo>
                  <a:lnTo>
                    <a:pt x="2093989" y="136139"/>
                  </a:lnTo>
                  <a:cubicBezTo>
                    <a:pt x="2118740" y="121696"/>
                    <a:pt x="2144519" y="86639"/>
                    <a:pt x="2171337" y="84571"/>
                  </a:cubicBezTo>
                  <a:cubicBezTo>
                    <a:pt x="2198145" y="82514"/>
                    <a:pt x="2189895" y="84571"/>
                    <a:pt x="2194020" y="79417"/>
                  </a:cubicBezTo>
                  <a:cubicBezTo>
                    <a:pt x="2195051" y="78129"/>
                    <a:pt x="2196469" y="78194"/>
                    <a:pt x="2198081" y="79112"/>
                  </a:cubicBezTo>
                  <a:close/>
                  <a:moveTo>
                    <a:pt x="2394088" y="55695"/>
                  </a:moveTo>
                  <a:cubicBezTo>
                    <a:pt x="2379656" y="62916"/>
                    <a:pt x="2355934" y="70138"/>
                    <a:pt x="2356963" y="76320"/>
                  </a:cubicBezTo>
                  <a:cubicBezTo>
                    <a:pt x="2357991" y="82513"/>
                    <a:pt x="2359020" y="93860"/>
                    <a:pt x="2365213" y="93860"/>
                  </a:cubicBezTo>
                  <a:cubicBezTo>
                    <a:pt x="2372001" y="95408"/>
                    <a:pt x="2379050" y="95408"/>
                    <a:pt x="2385838" y="93860"/>
                  </a:cubicBezTo>
                  <a:cubicBezTo>
                    <a:pt x="2390992" y="88695"/>
                    <a:pt x="2397185" y="73224"/>
                    <a:pt x="2397185" y="73224"/>
                  </a:cubicBezTo>
                  <a:cubicBezTo>
                    <a:pt x="2397867" y="68092"/>
                    <a:pt x="2397867" y="62895"/>
                    <a:pt x="2397185" y="57763"/>
                  </a:cubicBezTo>
                  <a:close/>
                  <a:moveTo>
                    <a:pt x="2409561" y="1039"/>
                  </a:moveTo>
                  <a:cubicBezTo>
                    <a:pt x="2416782" y="10"/>
                    <a:pt x="2421936" y="6193"/>
                    <a:pt x="2427090" y="1039"/>
                  </a:cubicBezTo>
                  <a:cubicBezTo>
                    <a:pt x="2438393" y="-347"/>
                    <a:pt x="2449815" y="-347"/>
                    <a:pt x="2461119" y="1039"/>
                  </a:cubicBezTo>
                  <a:cubicBezTo>
                    <a:pt x="2461130" y="1039"/>
                    <a:pt x="2461130" y="12386"/>
                    <a:pt x="2469369" y="14443"/>
                  </a:cubicBezTo>
                  <a:cubicBezTo>
                    <a:pt x="2476872" y="19466"/>
                    <a:pt x="2482058" y="27251"/>
                    <a:pt x="2483812" y="36096"/>
                  </a:cubicBezTo>
                  <a:cubicBezTo>
                    <a:pt x="2483812" y="43318"/>
                    <a:pt x="2477630" y="54664"/>
                    <a:pt x="2477630" y="57761"/>
                  </a:cubicBezTo>
                  <a:cubicBezTo>
                    <a:pt x="2479600" y="63791"/>
                    <a:pt x="2479600" y="70288"/>
                    <a:pt x="2477630" y="76318"/>
                  </a:cubicBezTo>
                  <a:cubicBezTo>
                    <a:pt x="2472747" y="86549"/>
                    <a:pt x="2468936" y="97268"/>
                    <a:pt x="2466283" y="108290"/>
                  </a:cubicBezTo>
                  <a:cubicBezTo>
                    <a:pt x="2462169" y="115057"/>
                    <a:pt x="2457697" y="121596"/>
                    <a:pt x="2452879" y="127886"/>
                  </a:cubicBezTo>
                  <a:cubicBezTo>
                    <a:pt x="2445658" y="155722"/>
                    <a:pt x="2435340" y="175319"/>
                    <a:pt x="2429158" y="203165"/>
                  </a:cubicBezTo>
                  <a:cubicBezTo>
                    <a:pt x="2429158" y="203165"/>
                    <a:pt x="2422965" y="216569"/>
                    <a:pt x="2419868" y="215541"/>
                  </a:cubicBezTo>
                  <a:cubicBezTo>
                    <a:pt x="2416782" y="214512"/>
                    <a:pt x="2408532" y="215541"/>
                    <a:pt x="2406464" y="215541"/>
                  </a:cubicBezTo>
                  <a:cubicBezTo>
                    <a:pt x="2404407" y="215541"/>
                    <a:pt x="2396157" y="215541"/>
                    <a:pt x="2392032" y="222762"/>
                  </a:cubicBezTo>
                  <a:cubicBezTo>
                    <a:pt x="2387907" y="229973"/>
                    <a:pt x="2374503" y="222762"/>
                    <a:pt x="2372435" y="232041"/>
                  </a:cubicBezTo>
                  <a:cubicBezTo>
                    <a:pt x="2369859" y="237238"/>
                    <a:pt x="2369859" y="243344"/>
                    <a:pt x="2372435" y="248541"/>
                  </a:cubicBezTo>
                  <a:cubicBezTo>
                    <a:pt x="2377589" y="253694"/>
                    <a:pt x="2386879" y="248541"/>
                    <a:pt x="2387907" y="243387"/>
                  </a:cubicBezTo>
                  <a:cubicBezTo>
                    <a:pt x="2390603" y="238937"/>
                    <a:pt x="2395129" y="235906"/>
                    <a:pt x="2400282" y="235137"/>
                  </a:cubicBezTo>
                  <a:cubicBezTo>
                    <a:pt x="2406432" y="236079"/>
                    <a:pt x="2412690" y="236079"/>
                    <a:pt x="2418840" y="235137"/>
                  </a:cubicBezTo>
                  <a:cubicBezTo>
                    <a:pt x="2422867" y="235484"/>
                    <a:pt x="2426213" y="238407"/>
                    <a:pt x="2427090" y="242348"/>
                  </a:cubicBezTo>
                  <a:cubicBezTo>
                    <a:pt x="2428486" y="250338"/>
                    <a:pt x="2431280" y="258014"/>
                    <a:pt x="2435340" y="265041"/>
                  </a:cubicBezTo>
                  <a:cubicBezTo>
                    <a:pt x="2436444" y="268040"/>
                    <a:pt x="2436444" y="271320"/>
                    <a:pt x="2435340" y="274319"/>
                  </a:cubicBezTo>
                  <a:cubicBezTo>
                    <a:pt x="2430663" y="279625"/>
                    <a:pt x="2425477" y="284453"/>
                    <a:pt x="2419868" y="288763"/>
                  </a:cubicBezTo>
                  <a:cubicBezTo>
                    <a:pt x="2419868" y="288763"/>
                    <a:pt x="2407493" y="288763"/>
                    <a:pt x="2402339" y="298041"/>
                  </a:cubicBezTo>
                  <a:cubicBezTo>
                    <a:pt x="2400791" y="301657"/>
                    <a:pt x="2400791" y="305761"/>
                    <a:pt x="2402339" y="309377"/>
                  </a:cubicBezTo>
                  <a:cubicBezTo>
                    <a:pt x="2402339" y="316609"/>
                    <a:pt x="2408532" y="316609"/>
                    <a:pt x="2412657" y="315570"/>
                  </a:cubicBezTo>
                  <a:cubicBezTo>
                    <a:pt x="2416782" y="314541"/>
                    <a:pt x="2430186" y="308348"/>
                    <a:pt x="2436368" y="307320"/>
                  </a:cubicBezTo>
                  <a:cubicBezTo>
                    <a:pt x="2442886" y="307883"/>
                    <a:pt x="2449447" y="307883"/>
                    <a:pt x="2455965" y="307320"/>
                  </a:cubicBezTo>
                  <a:cubicBezTo>
                    <a:pt x="2455965" y="307320"/>
                    <a:pt x="2471437" y="299070"/>
                    <a:pt x="2477630" y="300098"/>
                  </a:cubicBezTo>
                  <a:cubicBezTo>
                    <a:pt x="2483812" y="301138"/>
                    <a:pt x="2493091" y="291848"/>
                    <a:pt x="2498244" y="300098"/>
                  </a:cubicBezTo>
                  <a:cubicBezTo>
                    <a:pt x="2503409" y="308348"/>
                    <a:pt x="2516812" y="310416"/>
                    <a:pt x="2517841" y="323820"/>
                  </a:cubicBezTo>
                  <a:cubicBezTo>
                    <a:pt x="2518880" y="337223"/>
                    <a:pt x="2511659" y="367138"/>
                    <a:pt x="2494119" y="370224"/>
                  </a:cubicBezTo>
                  <a:cubicBezTo>
                    <a:pt x="2476590" y="373320"/>
                    <a:pt x="2494119" y="370224"/>
                    <a:pt x="2467312" y="370224"/>
                  </a:cubicBezTo>
                  <a:lnTo>
                    <a:pt x="2422965" y="377445"/>
                  </a:lnTo>
                  <a:cubicBezTo>
                    <a:pt x="2414725" y="377997"/>
                    <a:pt x="2406454" y="377997"/>
                    <a:pt x="2398214" y="377445"/>
                  </a:cubicBezTo>
                  <a:cubicBezTo>
                    <a:pt x="2391177" y="378398"/>
                    <a:pt x="2384258" y="380130"/>
                    <a:pt x="2377589" y="382599"/>
                  </a:cubicBezTo>
                  <a:cubicBezTo>
                    <a:pt x="2369934" y="385760"/>
                    <a:pt x="2361987" y="388185"/>
                    <a:pt x="2353878" y="389820"/>
                  </a:cubicBezTo>
                  <a:cubicBezTo>
                    <a:pt x="2343971" y="391260"/>
                    <a:pt x="2334487" y="394779"/>
                    <a:pt x="2326031" y="400138"/>
                  </a:cubicBezTo>
                  <a:cubicBezTo>
                    <a:pt x="2316244" y="403256"/>
                    <a:pt x="2306250" y="405671"/>
                    <a:pt x="2296127" y="407360"/>
                  </a:cubicBezTo>
                  <a:cubicBezTo>
                    <a:pt x="2286578" y="412708"/>
                    <a:pt x="2276563" y="417191"/>
                    <a:pt x="2266212" y="420763"/>
                  </a:cubicBezTo>
                  <a:cubicBezTo>
                    <a:pt x="2261059" y="420763"/>
                    <a:pt x="2246616" y="420763"/>
                    <a:pt x="2245587" y="413542"/>
                  </a:cubicBezTo>
                  <a:cubicBezTo>
                    <a:pt x="2241776" y="405324"/>
                    <a:pt x="2239004" y="396663"/>
                    <a:pt x="2237348" y="387752"/>
                  </a:cubicBezTo>
                  <a:lnTo>
                    <a:pt x="2237337" y="379513"/>
                  </a:lnTo>
                  <a:cubicBezTo>
                    <a:pt x="2237337" y="379513"/>
                    <a:pt x="2237337" y="368167"/>
                    <a:pt x="2237337" y="364042"/>
                  </a:cubicBezTo>
                  <a:cubicBezTo>
                    <a:pt x="2237337" y="359917"/>
                    <a:pt x="2237337" y="357849"/>
                    <a:pt x="2243530" y="357849"/>
                  </a:cubicBezTo>
                  <a:cubicBezTo>
                    <a:pt x="2249712" y="357849"/>
                    <a:pt x="2248684" y="357849"/>
                    <a:pt x="2253837" y="357849"/>
                  </a:cubicBezTo>
                  <a:cubicBezTo>
                    <a:pt x="2262585" y="354362"/>
                    <a:pt x="2270890" y="349869"/>
                    <a:pt x="2278588" y="344445"/>
                  </a:cubicBezTo>
                  <a:lnTo>
                    <a:pt x="2310560" y="324848"/>
                  </a:lnTo>
                  <a:cubicBezTo>
                    <a:pt x="2310560" y="318666"/>
                    <a:pt x="2310560" y="315570"/>
                    <a:pt x="2303338" y="316609"/>
                  </a:cubicBezTo>
                  <a:cubicBezTo>
                    <a:pt x="2296127" y="317638"/>
                    <a:pt x="2293031" y="316609"/>
                    <a:pt x="2289934" y="316609"/>
                  </a:cubicBezTo>
                  <a:cubicBezTo>
                    <a:pt x="2286838" y="316609"/>
                    <a:pt x="2278588" y="316609"/>
                    <a:pt x="2277559" y="316609"/>
                  </a:cubicBezTo>
                  <a:cubicBezTo>
                    <a:pt x="2276531" y="316609"/>
                    <a:pt x="2277559" y="308348"/>
                    <a:pt x="2277559" y="305263"/>
                  </a:cubicBezTo>
                  <a:lnTo>
                    <a:pt x="2277559" y="291848"/>
                  </a:lnTo>
                  <a:cubicBezTo>
                    <a:pt x="2277559" y="291848"/>
                    <a:pt x="2277559" y="281541"/>
                    <a:pt x="2283752" y="280512"/>
                  </a:cubicBezTo>
                  <a:cubicBezTo>
                    <a:pt x="2289934" y="279473"/>
                    <a:pt x="2283752" y="280512"/>
                    <a:pt x="2291991" y="280512"/>
                  </a:cubicBezTo>
                  <a:lnTo>
                    <a:pt x="2300252" y="280512"/>
                  </a:lnTo>
                  <a:lnTo>
                    <a:pt x="2307463" y="280512"/>
                  </a:lnTo>
                  <a:cubicBezTo>
                    <a:pt x="2310289" y="278867"/>
                    <a:pt x="2312465" y="276322"/>
                    <a:pt x="2313656" y="273291"/>
                  </a:cubicBezTo>
                  <a:cubicBezTo>
                    <a:pt x="2314706" y="267845"/>
                    <a:pt x="2314706" y="262237"/>
                    <a:pt x="2313656" y="256791"/>
                  </a:cubicBezTo>
                  <a:cubicBezTo>
                    <a:pt x="2313656" y="256791"/>
                    <a:pt x="2308492" y="256791"/>
                    <a:pt x="2303338" y="256791"/>
                  </a:cubicBezTo>
                  <a:lnTo>
                    <a:pt x="2290963" y="261944"/>
                  </a:lnTo>
                  <a:cubicBezTo>
                    <a:pt x="2287552" y="262518"/>
                    <a:pt x="2284066" y="262518"/>
                    <a:pt x="2280656" y="261944"/>
                  </a:cubicBezTo>
                  <a:cubicBezTo>
                    <a:pt x="2277288" y="262984"/>
                    <a:pt x="2273694" y="262984"/>
                    <a:pt x="2270338" y="261944"/>
                  </a:cubicBezTo>
                  <a:cubicBezTo>
                    <a:pt x="2270338" y="261944"/>
                    <a:pt x="2270338" y="261944"/>
                    <a:pt x="2265184" y="255751"/>
                  </a:cubicBezTo>
                  <a:cubicBezTo>
                    <a:pt x="2262672" y="252774"/>
                    <a:pt x="2260907" y="249245"/>
                    <a:pt x="2260030" y="245444"/>
                  </a:cubicBezTo>
                  <a:cubicBezTo>
                    <a:pt x="2260030" y="235137"/>
                    <a:pt x="2250752" y="233069"/>
                    <a:pt x="2248684" y="231012"/>
                  </a:cubicBezTo>
                  <a:cubicBezTo>
                    <a:pt x="2245576" y="225588"/>
                    <a:pt x="2243476" y="219644"/>
                    <a:pt x="2242502" y="213473"/>
                  </a:cubicBezTo>
                  <a:cubicBezTo>
                    <a:pt x="2242502" y="203165"/>
                    <a:pt x="2249712" y="192847"/>
                    <a:pt x="2247655" y="186665"/>
                  </a:cubicBezTo>
                  <a:cubicBezTo>
                    <a:pt x="2242631" y="173002"/>
                    <a:pt x="2239167" y="158819"/>
                    <a:pt x="2237337" y="144386"/>
                  </a:cubicBezTo>
                  <a:cubicBezTo>
                    <a:pt x="2237337" y="144386"/>
                    <a:pt x="2231154" y="135097"/>
                    <a:pt x="2229086" y="126847"/>
                  </a:cubicBezTo>
                  <a:cubicBezTo>
                    <a:pt x="2227029" y="118597"/>
                    <a:pt x="2229086" y="117568"/>
                    <a:pt x="2229086" y="113443"/>
                  </a:cubicBezTo>
                  <a:cubicBezTo>
                    <a:pt x="2230191" y="105237"/>
                    <a:pt x="2230191" y="96911"/>
                    <a:pt x="2229086" y="88693"/>
                  </a:cubicBezTo>
                  <a:lnTo>
                    <a:pt x="2228058" y="86636"/>
                  </a:lnTo>
                  <a:cubicBezTo>
                    <a:pt x="2228058" y="76318"/>
                    <a:pt x="2228058" y="61886"/>
                    <a:pt x="2236309" y="61886"/>
                  </a:cubicBezTo>
                  <a:cubicBezTo>
                    <a:pt x="2244559" y="61886"/>
                    <a:pt x="2244559" y="69097"/>
                    <a:pt x="2251780" y="68068"/>
                  </a:cubicBezTo>
                  <a:cubicBezTo>
                    <a:pt x="2256533" y="69140"/>
                    <a:pt x="2261459" y="69140"/>
                    <a:pt x="2266223" y="68068"/>
                  </a:cubicBezTo>
                  <a:lnTo>
                    <a:pt x="2283752" y="59818"/>
                  </a:lnTo>
                  <a:cubicBezTo>
                    <a:pt x="2293204" y="53149"/>
                    <a:pt x="2303208" y="47280"/>
                    <a:pt x="2313656" y="42289"/>
                  </a:cubicBezTo>
                  <a:cubicBezTo>
                    <a:pt x="2320867" y="42289"/>
                    <a:pt x="2331185" y="42289"/>
                    <a:pt x="2337367" y="36096"/>
                  </a:cubicBezTo>
                  <a:cubicBezTo>
                    <a:pt x="2343560" y="29914"/>
                    <a:pt x="2402339" y="2068"/>
                    <a:pt x="2409561" y="103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46_1_1"/>
          <p:cNvSpPr/>
          <p:nvPr/>
        </p:nvSpPr>
        <p:spPr>
          <a:xfrm>
            <a:off x="-124860" y="16477"/>
            <a:ext cx="12441721" cy="3630608"/>
          </a:xfrm>
          <a:custGeom>
            <a:avLst/>
            <a:gdLst>
              <a:gd name="connsiteX0" fmla="*/ 0 w 12326112"/>
              <a:gd name="connsiteY0" fmla="*/ 0 h 3630608"/>
              <a:gd name="connsiteX1" fmla="*/ 12326112 w 12326112"/>
              <a:gd name="connsiteY1" fmla="*/ 0 h 3630608"/>
              <a:gd name="connsiteX2" fmla="*/ 12326112 w 12326112"/>
              <a:gd name="connsiteY2" fmla="*/ 2583101 h 3630608"/>
              <a:gd name="connsiteX3" fmla="*/ 11938167 w 12326112"/>
              <a:gd name="connsiteY3" fmla="*/ 2721741 h 3630608"/>
              <a:gd name="connsiteX4" fmla="*/ 6163057 w 12326112"/>
              <a:gd name="connsiteY4" fmla="*/ 3630608 h 3630608"/>
              <a:gd name="connsiteX5" fmla="*/ 387948 w 12326112"/>
              <a:gd name="connsiteY5" fmla="*/ 2721741 h 3630608"/>
              <a:gd name="connsiteX6" fmla="*/ 0 w 12326112"/>
              <a:gd name="connsiteY6" fmla="*/ 2583100 h 363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326112" h="3630608">
                <a:moveTo>
                  <a:pt x="0" y="0"/>
                </a:moveTo>
                <a:lnTo>
                  <a:pt x="12326112" y="0"/>
                </a:lnTo>
                <a:lnTo>
                  <a:pt x="12326112" y="2583101"/>
                </a:lnTo>
                <a:lnTo>
                  <a:pt x="11938167" y="2721741"/>
                </a:lnTo>
                <a:cubicBezTo>
                  <a:pt x="10221440" y="3301367"/>
                  <a:pt x="8254111" y="3630608"/>
                  <a:pt x="6163057" y="3630608"/>
                </a:cubicBezTo>
                <a:cubicBezTo>
                  <a:pt x="4072004" y="3630608"/>
                  <a:pt x="2104675" y="3301367"/>
                  <a:pt x="387948" y="2721741"/>
                </a:cubicBezTo>
                <a:lnTo>
                  <a:pt x="0" y="2583100"/>
                </a:lnTo>
                <a:close/>
              </a:path>
            </a:pathLst>
          </a:custGeom>
          <a:solidFill>
            <a:schemeClr val="accent5"/>
          </a:solidFill>
          <a:ln w="76200">
            <a:solidFill>
              <a:srgbClr val="A13F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7" name="Freeform 46_1_1_1"/>
          <p:cNvSpPr/>
          <p:nvPr/>
        </p:nvSpPr>
        <p:spPr>
          <a:xfrm>
            <a:off x="-124860" y="-139776"/>
            <a:ext cx="12441721" cy="3630608"/>
          </a:xfrm>
          <a:custGeom>
            <a:avLst/>
            <a:gdLst>
              <a:gd name="connsiteX0" fmla="*/ 0 w 12326112"/>
              <a:gd name="connsiteY0" fmla="*/ 0 h 3630608"/>
              <a:gd name="connsiteX1" fmla="*/ 12326112 w 12326112"/>
              <a:gd name="connsiteY1" fmla="*/ 0 h 3630608"/>
              <a:gd name="connsiteX2" fmla="*/ 12326112 w 12326112"/>
              <a:gd name="connsiteY2" fmla="*/ 2583101 h 3630608"/>
              <a:gd name="connsiteX3" fmla="*/ 11938167 w 12326112"/>
              <a:gd name="connsiteY3" fmla="*/ 2721741 h 3630608"/>
              <a:gd name="connsiteX4" fmla="*/ 6163057 w 12326112"/>
              <a:gd name="connsiteY4" fmla="*/ 3630608 h 3630608"/>
              <a:gd name="connsiteX5" fmla="*/ 387948 w 12326112"/>
              <a:gd name="connsiteY5" fmla="*/ 2721741 h 3630608"/>
              <a:gd name="connsiteX6" fmla="*/ 0 w 12326112"/>
              <a:gd name="connsiteY6" fmla="*/ 2583100 h 363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326112" h="3630608">
                <a:moveTo>
                  <a:pt x="0" y="0"/>
                </a:moveTo>
                <a:lnTo>
                  <a:pt x="12326112" y="0"/>
                </a:lnTo>
                <a:lnTo>
                  <a:pt x="12326112" y="2583101"/>
                </a:lnTo>
                <a:lnTo>
                  <a:pt x="11938167" y="2721741"/>
                </a:lnTo>
                <a:cubicBezTo>
                  <a:pt x="10221440" y="3301367"/>
                  <a:pt x="8254111" y="3630608"/>
                  <a:pt x="6163057" y="3630608"/>
                </a:cubicBezTo>
                <a:cubicBezTo>
                  <a:pt x="4072004" y="3630608"/>
                  <a:pt x="2104675" y="3301367"/>
                  <a:pt x="387948" y="2721741"/>
                </a:cubicBezTo>
                <a:lnTo>
                  <a:pt x="0" y="2583100"/>
                </a:lnTo>
                <a:close/>
              </a:path>
            </a:pathLst>
          </a:custGeom>
          <a:solidFill>
            <a:schemeClr val="bg1"/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 eaLnBrk="0" fontAlgn="base" hangingPunct="0"/>
            <a:endParaRPr lang="zh-CN" altLang="en-US" dirty="0"/>
          </a:p>
        </p:txBody>
      </p:sp>
      <p:pic>
        <p:nvPicPr>
          <p:cNvPr id="8" name="Picture 49_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-97958"/>
            <a:ext cx="12192000" cy="3464189"/>
          </a:xfrm>
          <a:custGeom>
            <a:avLst/>
            <a:gdLst>
              <a:gd name="connsiteX0" fmla="*/ 0 w 12192000"/>
              <a:gd name="connsiteY0" fmla="*/ 0 h 3464189"/>
              <a:gd name="connsiteX1" fmla="*/ 12192000 w 12192000"/>
              <a:gd name="connsiteY1" fmla="*/ 0 h 3464189"/>
              <a:gd name="connsiteX2" fmla="*/ 12192000 w 12192000"/>
              <a:gd name="connsiteY2" fmla="*/ 2441725 h 3464189"/>
              <a:gd name="connsiteX3" fmla="*/ 11871111 w 12192000"/>
              <a:gd name="connsiteY3" fmla="*/ 2556401 h 3464189"/>
              <a:gd name="connsiteX4" fmla="*/ 8389550 w 12192000"/>
              <a:gd name="connsiteY4" fmla="*/ 3330528 h 3464189"/>
              <a:gd name="connsiteX5" fmla="*/ 7698095 w 12192000"/>
              <a:gd name="connsiteY5" fmla="*/ 3398932 h 3464189"/>
              <a:gd name="connsiteX6" fmla="*/ 7546654 w 12192000"/>
              <a:gd name="connsiteY6" fmla="*/ 3410233 h 3464189"/>
              <a:gd name="connsiteX7" fmla="*/ 7028131 w 12192000"/>
              <a:gd name="connsiteY7" fmla="*/ 3440884 h 3464189"/>
              <a:gd name="connsiteX8" fmla="*/ 6558783 w 12192000"/>
              <a:gd name="connsiteY8" fmla="*/ 3459298 h 3464189"/>
              <a:gd name="connsiteX9" fmla="*/ 6552017 w 12192000"/>
              <a:gd name="connsiteY9" fmla="*/ 3459498 h 3464189"/>
              <a:gd name="connsiteX10" fmla="*/ 6118025 w 12192000"/>
              <a:gd name="connsiteY10" fmla="*/ 3464189 h 3464189"/>
              <a:gd name="connsiteX11" fmla="*/ 6117657 w 12192000"/>
              <a:gd name="connsiteY11" fmla="*/ 3464189 h 3464189"/>
              <a:gd name="connsiteX12" fmla="*/ 5681352 w 12192000"/>
              <a:gd name="connsiteY12" fmla="*/ 3459473 h 3464189"/>
              <a:gd name="connsiteX13" fmla="*/ 5077668 w 12192000"/>
              <a:gd name="connsiteY13" fmla="*/ 3435788 h 3464189"/>
              <a:gd name="connsiteX14" fmla="*/ 4855517 w 12192000"/>
              <a:gd name="connsiteY14" fmla="*/ 3422656 h 3464189"/>
              <a:gd name="connsiteX15" fmla="*/ 4359830 w 12192000"/>
              <a:gd name="connsiteY15" fmla="*/ 3385668 h 3464189"/>
              <a:gd name="connsiteX16" fmla="*/ 4142836 w 12192000"/>
              <a:gd name="connsiteY16" fmla="*/ 3364201 h 3464189"/>
              <a:gd name="connsiteX17" fmla="*/ 3668256 w 12192000"/>
              <a:gd name="connsiteY17" fmla="*/ 3311828 h 3464189"/>
              <a:gd name="connsiteX18" fmla="*/ 3392309 w 12192000"/>
              <a:gd name="connsiteY18" fmla="*/ 3273375 h 3464189"/>
              <a:gd name="connsiteX19" fmla="*/ 2998571 w 12192000"/>
              <a:gd name="connsiteY19" fmla="*/ 3215638 h 3464189"/>
              <a:gd name="connsiteX20" fmla="*/ 2384031 w 12192000"/>
              <a:gd name="connsiteY20" fmla="*/ 3104614 h 3464189"/>
              <a:gd name="connsiteX21" fmla="*/ 2348736 w 12192000"/>
              <a:gd name="connsiteY21" fmla="*/ 3098132 h 3464189"/>
              <a:gd name="connsiteX22" fmla="*/ 1653443 w 12192000"/>
              <a:gd name="connsiteY22" fmla="*/ 2942941 h 3464189"/>
              <a:gd name="connsiteX23" fmla="*/ 320892 w 12192000"/>
              <a:gd name="connsiteY23" fmla="*/ 2556401 h 3464189"/>
              <a:gd name="connsiteX24" fmla="*/ 0 w 12192000"/>
              <a:gd name="connsiteY24" fmla="*/ 2441724 h 3464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3464189">
                <a:moveTo>
                  <a:pt x="0" y="0"/>
                </a:moveTo>
                <a:lnTo>
                  <a:pt x="12192000" y="0"/>
                </a:lnTo>
                <a:lnTo>
                  <a:pt x="12192000" y="2441725"/>
                </a:lnTo>
                <a:lnTo>
                  <a:pt x="11871111" y="2556401"/>
                </a:lnTo>
                <a:cubicBezTo>
                  <a:pt x="10798157" y="2918667"/>
                  <a:pt x="9627311" y="3183127"/>
                  <a:pt x="8389550" y="3330528"/>
                </a:cubicBezTo>
                <a:lnTo>
                  <a:pt x="7698095" y="3398932"/>
                </a:lnTo>
                <a:lnTo>
                  <a:pt x="7546654" y="3410233"/>
                </a:lnTo>
                <a:lnTo>
                  <a:pt x="7028131" y="3440884"/>
                </a:lnTo>
                <a:lnTo>
                  <a:pt x="6558783" y="3459298"/>
                </a:lnTo>
                <a:lnTo>
                  <a:pt x="6552017" y="3459498"/>
                </a:lnTo>
                <a:lnTo>
                  <a:pt x="6118025" y="3464189"/>
                </a:lnTo>
                <a:lnTo>
                  <a:pt x="6117657" y="3464189"/>
                </a:lnTo>
                <a:lnTo>
                  <a:pt x="5681352" y="3459473"/>
                </a:lnTo>
                <a:lnTo>
                  <a:pt x="5077668" y="3435788"/>
                </a:lnTo>
                <a:lnTo>
                  <a:pt x="4855517" y="3422656"/>
                </a:lnTo>
                <a:lnTo>
                  <a:pt x="4359830" y="3385668"/>
                </a:lnTo>
                <a:lnTo>
                  <a:pt x="4142836" y="3364201"/>
                </a:lnTo>
                <a:lnTo>
                  <a:pt x="3668256" y="3311828"/>
                </a:lnTo>
                <a:lnTo>
                  <a:pt x="3392309" y="3273375"/>
                </a:lnTo>
                <a:lnTo>
                  <a:pt x="2998571" y="3215638"/>
                </a:lnTo>
                <a:lnTo>
                  <a:pt x="2384031" y="3104614"/>
                </a:lnTo>
                <a:lnTo>
                  <a:pt x="2348736" y="3098132"/>
                </a:lnTo>
                <a:lnTo>
                  <a:pt x="1653443" y="2942941"/>
                </a:lnTo>
                <a:cubicBezTo>
                  <a:pt x="1194918" y="2830565"/>
                  <a:pt x="750074" y="2701308"/>
                  <a:pt x="320892" y="2556401"/>
                </a:cubicBezTo>
                <a:lnTo>
                  <a:pt x="0" y="2441724"/>
                </a:lnTo>
                <a:close/>
              </a:path>
            </a:pathLst>
          </a:custGeom>
        </p:spPr>
      </p:pic>
      <p:sp>
        <p:nvSpPr>
          <p:cNvPr id="22" name="任意多边形: 形状 21"/>
          <p:cNvSpPr/>
          <p:nvPr>
            <p:custDataLst>
              <p:tags r:id="rId3"/>
            </p:custDataLst>
          </p:nvPr>
        </p:nvSpPr>
        <p:spPr>
          <a:xfrm>
            <a:off x="0" y="2797056"/>
            <a:ext cx="12192000" cy="4065452"/>
          </a:xfrm>
          <a:custGeom>
            <a:avLst/>
            <a:gdLst>
              <a:gd name="connsiteX0" fmla="*/ 0 w 12192000"/>
              <a:gd name="connsiteY0" fmla="*/ 0 h 4065452"/>
              <a:gd name="connsiteX1" fmla="*/ 266727 w 12192000"/>
              <a:gd name="connsiteY1" fmla="*/ 94434 h 4065452"/>
              <a:gd name="connsiteX2" fmla="*/ 6096003 w 12192000"/>
              <a:gd name="connsiteY2" fmla="*/ 1003301 h 4065452"/>
              <a:gd name="connsiteX3" fmla="*/ 11925277 w 12192000"/>
              <a:gd name="connsiteY3" fmla="*/ 94434 h 4065452"/>
              <a:gd name="connsiteX4" fmla="*/ 12192000 w 12192000"/>
              <a:gd name="connsiteY4" fmla="*/ 1 h 4065452"/>
              <a:gd name="connsiteX5" fmla="*/ 12192000 w 12192000"/>
              <a:gd name="connsiteY5" fmla="*/ 2284097 h 4065452"/>
              <a:gd name="connsiteX6" fmla="*/ 12192000 w 12192000"/>
              <a:gd name="connsiteY6" fmla="*/ 3977817 h 4065452"/>
              <a:gd name="connsiteX7" fmla="*/ 12192000 w 12192000"/>
              <a:gd name="connsiteY7" fmla="*/ 4065452 h 4065452"/>
              <a:gd name="connsiteX8" fmla="*/ 0 w 12192000"/>
              <a:gd name="connsiteY8" fmla="*/ 4065452 h 4065452"/>
              <a:gd name="connsiteX9" fmla="*/ 0 w 12192000"/>
              <a:gd name="connsiteY9" fmla="*/ 3977817 h 4065452"/>
              <a:gd name="connsiteX10" fmla="*/ 0 w 12192000"/>
              <a:gd name="connsiteY10" fmla="*/ 2284097 h 4065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4065452">
                <a:moveTo>
                  <a:pt x="0" y="0"/>
                </a:moveTo>
                <a:lnTo>
                  <a:pt x="266727" y="94434"/>
                </a:lnTo>
                <a:cubicBezTo>
                  <a:pt x="1999555" y="674060"/>
                  <a:pt x="3985336" y="1003301"/>
                  <a:pt x="6096003" y="1003301"/>
                </a:cubicBezTo>
                <a:cubicBezTo>
                  <a:pt x="8206668" y="1003301"/>
                  <a:pt x="10192449" y="674060"/>
                  <a:pt x="11925277" y="94434"/>
                </a:cubicBezTo>
                <a:lnTo>
                  <a:pt x="12192000" y="1"/>
                </a:lnTo>
                <a:lnTo>
                  <a:pt x="12192000" y="2284097"/>
                </a:lnTo>
                <a:lnTo>
                  <a:pt x="12192000" y="3977817"/>
                </a:lnTo>
                <a:lnTo>
                  <a:pt x="12192000" y="4065452"/>
                </a:lnTo>
                <a:lnTo>
                  <a:pt x="0" y="4065452"/>
                </a:lnTo>
                <a:lnTo>
                  <a:pt x="0" y="3977817"/>
                </a:lnTo>
                <a:lnTo>
                  <a:pt x="0" y="228409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4" name="组合 93"/>
          <p:cNvGrpSpPr>
            <a:grpSpLocks noChangeAspect="1"/>
          </p:cNvGrpSpPr>
          <p:nvPr/>
        </p:nvGrpSpPr>
        <p:grpSpPr>
          <a:xfrm>
            <a:off x="5500200" y="2984071"/>
            <a:ext cx="1191600" cy="1191600"/>
            <a:chOff x="2216986" y="864164"/>
            <a:chExt cx="5847244" cy="5847244"/>
          </a:xfrm>
        </p:grpSpPr>
        <p:sp>
          <p:nvSpPr>
            <p:cNvPr id="95" name="任意多边形: 形状 94"/>
            <p:cNvSpPr/>
            <p:nvPr/>
          </p:nvSpPr>
          <p:spPr>
            <a:xfrm>
              <a:off x="2953301" y="1600488"/>
              <a:ext cx="4374605" cy="4374605"/>
            </a:xfrm>
            <a:custGeom>
              <a:avLst/>
              <a:gdLst>
                <a:gd name="connsiteX0" fmla="*/ -365 w 404050"/>
                <a:gd name="connsiteY0" fmla="*/ 201889 h 404050"/>
                <a:gd name="connsiteX1" fmla="*/ 201660 w 404050"/>
                <a:gd name="connsiteY1" fmla="*/ -136 h 404050"/>
                <a:gd name="connsiteX2" fmla="*/ 403685 w 404050"/>
                <a:gd name="connsiteY2" fmla="*/ 201889 h 404050"/>
                <a:gd name="connsiteX3" fmla="*/ 201660 w 404050"/>
                <a:gd name="connsiteY3" fmla="*/ 403914 h 404050"/>
                <a:gd name="connsiteX4" fmla="*/ -365 w 404050"/>
                <a:gd name="connsiteY4" fmla="*/ 201889 h 404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050" h="404050">
                  <a:moveTo>
                    <a:pt x="-365" y="201889"/>
                  </a:moveTo>
                  <a:cubicBezTo>
                    <a:pt x="-365" y="90314"/>
                    <a:pt x="90085" y="-136"/>
                    <a:pt x="201660" y="-136"/>
                  </a:cubicBezTo>
                  <a:cubicBezTo>
                    <a:pt x="313236" y="-136"/>
                    <a:pt x="403685" y="90314"/>
                    <a:pt x="403685" y="201889"/>
                  </a:cubicBezTo>
                  <a:cubicBezTo>
                    <a:pt x="403685" y="313465"/>
                    <a:pt x="313236" y="403914"/>
                    <a:pt x="201660" y="403914"/>
                  </a:cubicBezTo>
                  <a:cubicBezTo>
                    <a:pt x="90107" y="403862"/>
                    <a:pt x="-312" y="313443"/>
                    <a:pt x="-365" y="201889"/>
                  </a:cubicBezTo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4296171" y="5162025"/>
              <a:ext cx="1689209" cy="788797"/>
            </a:xfrm>
            <a:custGeom>
              <a:avLst/>
              <a:gdLst>
                <a:gd name="connsiteX0" fmla="*/ 884371 w 1689209"/>
                <a:gd name="connsiteY0" fmla="*/ 777495 h 788797"/>
                <a:gd name="connsiteX1" fmla="*/ 884308 w 1689209"/>
                <a:gd name="connsiteY1" fmla="*/ 777576 h 788797"/>
                <a:gd name="connsiteX2" fmla="*/ 881730 w 1689209"/>
                <a:gd name="connsiteY2" fmla="*/ 778607 h 788797"/>
                <a:gd name="connsiteX3" fmla="*/ 1398399 w 1689209"/>
                <a:gd name="connsiteY3" fmla="*/ 610508 h 788797"/>
                <a:gd name="connsiteX4" fmla="*/ 1409735 w 1689209"/>
                <a:gd name="connsiteY4" fmla="*/ 635258 h 788797"/>
                <a:gd name="connsiteX5" fmla="*/ 1398399 w 1689209"/>
                <a:gd name="connsiteY5" fmla="*/ 709509 h 788797"/>
                <a:gd name="connsiteX6" fmla="*/ 1391177 w 1689209"/>
                <a:gd name="connsiteY6" fmla="*/ 639383 h 788797"/>
                <a:gd name="connsiteX7" fmla="*/ 1398399 w 1689209"/>
                <a:gd name="connsiteY7" fmla="*/ 610508 h 788797"/>
                <a:gd name="connsiteX8" fmla="*/ 900298 w 1689209"/>
                <a:gd name="connsiteY8" fmla="*/ 610508 h 788797"/>
                <a:gd name="connsiteX9" fmla="*/ 912673 w 1689209"/>
                <a:gd name="connsiteY9" fmla="*/ 635258 h 788797"/>
                <a:gd name="connsiteX10" fmla="*/ 900298 w 1689209"/>
                <a:gd name="connsiteY10" fmla="*/ 709509 h 788797"/>
                <a:gd name="connsiteX11" fmla="*/ 893076 w 1689209"/>
                <a:gd name="connsiteY11" fmla="*/ 639383 h 788797"/>
                <a:gd name="connsiteX12" fmla="*/ 900298 w 1689209"/>
                <a:gd name="connsiteY12" fmla="*/ 610508 h 788797"/>
                <a:gd name="connsiteX13" fmla="*/ 1312802 w 1689209"/>
                <a:gd name="connsiteY13" fmla="*/ 607412 h 788797"/>
                <a:gd name="connsiteX14" fmla="*/ 1323120 w 1689209"/>
                <a:gd name="connsiteY14" fmla="*/ 635259 h 788797"/>
                <a:gd name="connsiteX15" fmla="*/ 1314860 w 1689209"/>
                <a:gd name="connsiteY15" fmla="*/ 708481 h 788797"/>
                <a:gd name="connsiteX16" fmla="*/ 1300427 w 1689209"/>
                <a:gd name="connsiteY16" fmla="*/ 638344 h 788797"/>
                <a:gd name="connsiteX17" fmla="*/ 1312802 w 1689209"/>
                <a:gd name="connsiteY17" fmla="*/ 607412 h 788797"/>
                <a:gd name="connsiteX18" fmla="*/ 818826 w 1689209"/>
                <a:gd name="connsiteY18" fmla="*/ 607412 h 788797"/>
                <a:gd name="connsiteX19" fmla="*/ 829144 w 1689209"/>
                <a:gd name="connsiteY19" fmla="*/ 635259 h 788797"/>
                <a:gd name="connsiteX20" fmla="*/ 819866 w 1689209"/>
                <a:gd name="connsiteY20" fmla="*/ 709510 h 788797"/>
                <a:gd name="connsiteX21" fmla="*/ 805422 w 1689209"/>
                <a:gd name="connsiteY21" fmla="*/ 638344 h 788797"/>
                <a:gd name="connsiteX22" fmla="*/ 818826 w 1689209"/>
                <a:gd name="connsiteY22" fmla="*/ 607412 h 788797"/>
                <a:gd name="connsiteX23" fmla="*/ 320211 w 1689209"/>
                <a:gd name="connsiteY23" fmla="*/ 606386 h 788797"/>
                <a:gd name="connsiteX24" fmla="*/ 327946 w 1689209"/>
                <a:gd name="connsiteY24" fmla="*/ 609480 h 788797"/>
                <a:gd name="connsiteX25" fmla="*/ 327946 w 1689209"/>
                <a:gd name="connsiteY25" fmla="*/ 705385 h 788797"/>
                <a:gd name="connsiteX26" fmla="*/ 310418 w 1689209"/>
                <a:gd name="connsiteY26" fmla="*/ 705385 h 788797"/>
                <a:gd name="connsiteX27" fmla="*/ 310418 w 1689209"/>
                <a:gd name="connsiteY27" fmla="*/ 608452 h 788797"/>
                <a:gd name="connsiteX28" fmla="*/ 312475 w 1689209"/>
                <a:gd name="connsiteY28" fmla="*/ 609480 h 788797"/>
                <a:gd name="connsiteX29" fmla="*/ 320211 w 1689209"/>
                <a:gd name="connsiteY29" fmla="*/ 606386 h 788797"/>
                <a:gd name="connsiteX30" fmla="*/ 397044 w 1689209"/>
                <a:gd name="connsiteY30" fmla="*/ 601229 h 788797"/>
                <a:gd name="connsiteX31" fmla="*/ 405294 w 1689209"/>
                <a:gd name="connsiteY31" fmla="*/ 635258 h 788797"/>
                <a:gd name="connsiteX32" fmla="*/ 397044 w 1689209"/>
                <a:gd name="connsiteY32" fmla="*/ 704356 h 788797"/>
                <a:gd name="connsiteX33" fmla="*/ 387765 w 1689209"/>
                <a:gd name="connsiteY33" fmla="*/ 635258 h 788797"/>
                <a:gd name="connsiteX34" fmla="*/ 397044 w 1689209"/>
                <a:gd name="connsiteY34" fmla="*/ 601229 h 788797"/>
                <a:gd name="connsiteX35" fmla="*/ 362834 w 1689209"/>
                <a:gd name="connsiteY35" fmla="*/ 586035 h 788797"/>
                <a:gd name="connsiteX36" fmla="*/ 369196 w 1689209"/>
                <a:gd name="connsiteY36" fmla="*/ 591951 h 788797"/>
                <a:gd name="connsiteX37" fmla="*/ 369196 w 1689209"/>
                <a:gd name="connsiteY37" fmla="*/ 711577 h 788797"/>
                <a:gd name="connsiteX38" fmla="*/ 348571 w 1689209"/>
                <a:gd name="connsiteY38" fmla="*/ 711577 h 788797"/>
                <a:gd name="connsiteX39" fmla="*/ 348571 w 1689209"/>
                <a:gd name="connsiteY39" fmla="*/ 595036 h 788797"/>
                <a:gd name="connsiteX40" fmla="*/ 348571 w 1689209"/>
                <a:gd name="connsiteY40" fmla="*/ 591951 h 788797"/>
                <a:gd name="connsiteX41" fmla="*/ 354158 w 1689209"/>
                <a:gd name="connsiteY41" fmla="*/ 586364 h 788797"/>
                <a:gd name="connsiteX42" fmla="*/ 362834 w 1689209"/>
                <a:gd name="connsiteY42" fmla="*/ 586035 h 788797"/>
                <a:gd name="connsiteX43" fmla="*/ 1360234 w 1689209"/>
                <a:gd name="connsiteY43" fmla="*/ 585758 h 788797"/>
                <a:gd name="connsiteX44" fmla="*/ 1371581 w 1689209"/>
                <a:gd name="connsiteY44" fmla="*/ 630105 h 788797"/>
                <a:gd name="connsiteX45" fmla="*/ 1359206 w 1689209"/>
                <a:gd name="connsiteY45" fmla="*/ 715692 h 788797"/>
                <a:gd name="connsiteX46" fmla="*/ 1346831 w 1689209"/>
                <a:gd name="connsiteY46" fmla="*/ 629066 h 788797"/>
                <a:gd name="connsiteX47" fmla="*/ 1360234 w 1689209"/>
                <a:gd name="connsiteY47" fmla="*/ 585758 h 788797"/>
                <a:gd name="connsiteX48" fmla="*/ 863173 w 1689209"/>
                <a:gd name="connsiteY48" fmla="*/ 585758 h 788797"/>
                <a:gd name="connsiteX49" fmla="*/ 873481 w 1689209"/>
                <a:gd name="connsiteY49" fmla="*/ 630105 h 788797"/>
                <a:gd name="connsiteX50" fmla="*/ 861105 w 1689209"/>
                <a:gd name="connsiteY50" fmla="*/ 715692 h 788797"/>
                <a:gd name="connsiteX51" fmla="*/ 848730 w 1689209"/>
                <a:gd name="connsiteY51" fmla="*/ 629066 h 788797"/>
                <a:gd name="connsiteX52" fmla="*/ 863173 w 1689209"/>
                <a:gd name="connsiteY52" fmla="*/ 585758 h 788797"/>
                <a:gd name="connsiteX53" fmla="*/ 651698 w 1689209"/>
                <a:gd name="connsiteY53" fmla="*/ 575844 h 788797"/>
                <a:gd name="connsiteX54" fmla="*/ 788738 w 1689209"/>
                <a:gd name="connsiteY54" fmla="*/ 678111 h 788797"/>
                <a:gd name="connsiteX55" fmla="*/ 797172 w 1689209"/>
                <a:gd name="connsiteY55" fmla="*/ 744567 h 788797"/>
                <a:gd name="connsiteX56" fmla="*/ 914731 w 1689209"/>
                <a:gd name="connsiteY56" fmla="*/ 744567 h 788797"/>
                <a:gd name="connsiteX57" fmla="*/ 959078 w 1689209"/>
                <a:gd name="connsiteY57" fmla="*/ 641440 h 788797"/>
                <a:gd name="connsiteX58" fmla="*/ 1084886 w 1689209"/>
                <a:gd name="connsiteY58" fmla="*/ 590911 h 788797"/>
                <a:gd name="connsiteX59" fmla="*/ 1260206 w 1689209"/>
                <a:gd name="connsiteY59" fmla="*/ 637315 h 788797"/>
                <a:gd name="connsiteX60" fmla="*/ 1294234 w 1689209"/>
                <a:gd name="connsiteY60" fmla="*/ 750760 h 788797"/>
                <a:gd name="connsiteX61" fmla="*/ 1412832 w 1689209"/>
                <a:gd name="connsiteY61" fmla="*/ 750760 h 788797"/>
                <a:gd name="connsiteX62" fmla="*/ 1480890 w 1689209"/>
                <a:gd name="connsiteY62" fmla="*/ 614633 h 788797"/>
                <a:gd name="connsiteX63" fmla="*/ 1603612 w 1689209"/>
                <a:gd name="connsiteY63" fmla="*/ 586786 h 788797"/>
                <a:gd name="connsiteX64" fmla="*/ 1603612 w 1689209"/>
                <a:gd name="connsiteY64" fmla="*/ 630105 h 788797"/>
                <a:gd name="connsiteX65" fmla="*/ 1481929 w 1689209"/>
                <a:gd name="connsiteY65" fmla="*/ 647633 h 788797"/>
                <a:gd name="connsiteX66" fmla="*/ 1431400 w 1689209"/>
                <a:gd name="connsiteY66" fmla="*/ 750760 h 788797"/>
                <a:gd name="connsiteX67" fmla="*/ 1426236 w 1689209"/>
                <a:gd name="connsiteY67" fmla="*/ 766231 h 788797"/>
                <a:gd name="connsiteX68" fmla="*/ 1362303 w 1689209"/>
                <a:gd name="connsiteY68" fmla="*/ 778607 h 788797"/>
                <a:gd name="connsiteX69" fmla="*/ 1363633 w 1689209"/>
                <a:gd name="connsiteY69" fmla="*/ 776539 h 788797"/>
                <a:gd name="connsiteX70" fmla="*/ 1363672 w 1689209"/>
                <a:gd name="connsiteY70" fmla="*/ 776479 h 788797"/>
                <a:gd name="connsiteX71" fmla="*/ 1394264 w 1689209"/>
                <a:gd name="connsiteY71" fmla="*/ 763135 h 788797"/>
                <a:gd name="connsiteX72" fmla="*/ 1331360 w 1689209"/>
                <a:gd name="connsiteY72" fmla="*/ 776539 h 788797"/>
                <a:gd name="connsiteX73" fmla="*/ 1309706 w 1689209"/>
                <a:gd name="connsiteY73" fmla="*/ 776539 h 788797"/>
                <a:gd name="connsiteX74" fmla="*/ 1327235 w 1689209"/>
                <a:gd name="connsiteY74" fmla="*/ 771385 h 788797"/>
                <a:gd name="connsiteX75" fmla="*/ 1224109 w 1689209"/>
                <a:gd name="connsiteY75" fmla="*/ 771385 h 788797"/>
                <a:gd name="connsiteX76" fmla="*/ 1166358 w 1689209"/>
                <a:gd name="connsiteY76" fmla="*/ 638355 h 788797"/>
                <a:gd name="connsiteX77" fmla="*/ 1015800 w 1689209"/>
                <a:gd name="connsiteY77" fmla="*/ 631133 h 788797"/>
                <a:gd name="connsiteX78" fmla="*/ 940520 w 1689209"/>
                <a:gd name="connsiteY78" fmla="*/ 746635 h 788797"/>
                <a:gd name="connsiteX79" fmla="*/ 933299 w 1689209"/>
                <a:gd name="connsiteY79" fmla="*/ 764164 h 788797"/>
                <a:gd name="connsiteX80" fmla="*/ 931231 w 1689209"/>
                <a:gd name="connsiteY80" fmla="*/ 741481 h 788797"/>
                <a:gd name="connsiteX81" fmla="*/ 931231 w 1689209"/>
                <a:gd name="connsiteY81" fmla="*/ 786857 h 788797"/>
                <a:gd name="connsiteX82" fmla="*/ 877605 w 1689209"/>
                <a:gd name="connsiteY82" fmla="*/ 786857 h 788797"/>
                <a:gd name="connsiteX83" fmla="*/ 900298 w 1689209"/>
                <a:gd name="connsiteY83" fmla="*/ 778607 h 788797"/>
                <a:gd name="connsiteX84" fmla="*/ 889082 w 1689209"/>
                <a:gd name="connsiteY84" fmla="*/ 775513 h 788797"/>
                <a:gd name="connsiteX85" fmla="*/ 884371 w 1689209"/>
                <a:gd name="connsiteY85" fmla="*/ 777495 h 788797"/>
                <a:gd name="connsiteX86" fmla="*/ 889980 w 1689209"/>
                <a:gd name="connsiteY86" fmla="*/ 770357 h 788797"/>
                <a:gd name="connsiteX87" fmla="*/ 860077 w 1689209"/>
                <a:gd name="connsiteY87" fmla="*/ 770357 h 788797"/>
                <a:gd name="connsiteX88" fmla="*/ 871423 w 1689209"/>
                <a:gd name="connsiteY88" fmla="*/ 763135 h 788797"/>
                <a:gd name="connsiteX89" fmla="*/ 820894 w 1689209"/>
                <a:gd name="connsiteY89" fmla="*/ 763135 h 788797"/>
                <a:gd name="connsiteX90" fmla="*/ 831201 w 1689209"/>
                <a:gd name="connsiteY90" fmla="*/ 754885 h 788797"/>
                <a:gd name="connsiteX91" fmla="*/ 728075 w 1689209"/>
                <a:gd name="connsiteY91" fmla="*/ 754885 h 788797"/>
                <a:gd name="connsiteX92" fmla="*/ 670325 w 1689209"/>
                <a:gd name="connsiteY92" fmla="*/ 621854 h 788797"/>
                <a:gd name="connsiteX93" fmla="*/ 519755 w 1689209"/>
                <a:gd name="connsiteY93" fmla="*/ 614633 h 788797"/>
                <a:gd name="connsiteX94" fmla="*/ 444476 w 1689209"/>
                <a:gd name="connsiteY94" fmla="*/ 730134 h 788797"/>
                <a:gd name="connsiteX95" fmla="*/ 431072 w 1689209"/>
                <a:gd name="connsiteY95" fmla="*/ 730134 h 788797"/>
                <a:gd name="connsiteX96" fmla="*/ 465101 w 1689209"/>
                <a:gd name="connsiteY96" fmla="*/ 635258 h 788797"/>
                <a:gd name="connsiteX97" fmla="*/ 590920 w 1689209"/>
                <a:gd name="connsiteY97" fmla="*/ 584729 h 788797"/>
                <a:gd name="connsiteX98" fmla="*/ 651698 w 1689209"/>
                <a:gd name="connsiteY98" fmla="*/ 575844 h 788797"/>
                <a:gd name="connsiteX99" fmla="*/ 70137 w 1689209"/>
                <a:gd name="connsiteY99" fmla="*/ 573383 h 788797"/>
                <a:gd name="connsiteX100" fmla="*/ 199042 w 1689209"/>
                <a:gd name="connsiteY100" fmla="*/ 596065 h 788797"/>
                <a:gd name="connsiteX101" fmla="*/ 281543 w 1689209"/>
                <a:gd name="connsiteY101" fmla="*/ 723942 h 788797"/>
                <a:gd name="connsiteX102" fmla="*/ 310418 w 1689209"/>
                <a:gd name="connsiteY102" fmla="*/ 723942 h 788797"/>
                <a:gd name="connsiteX103" fmla="*/ 321765 w 1689209"/>
                <a:gd name="connsiteY103" fmla="*/ 738374 h 788797"/>
                <a:gd name="connsiteX104" fmla="*/ 424891 w 1689209"/>
                <a:gd name="connsiteY104" fmla="*/ 738374 h 788797"/>
                <a:gd name="connsiteX105" fmla="*/ 424891 w 1689209"/>
                <a:gd name="connsiteY105" fmla="*/ 776539 h 788797"/>
                <a:gd name="connsiteX106" fmla="*/ 330015 w 1689209"/>
                <a:gd name="connsiteY106" fmla="*/ 776539 h 788797"/>
                <a:gd name="connsiteX107" fmla="*/ 383630 w 1689209"/>
                <a:gd name="connsiteY107" fmla="*/ 770346 h 788797"/>
                <a:gd name="connsiteX108" fmla="*/ 325890 w 1689209"/>
                <a:gd name="connsiteY108" fmla="*/ 770346 h 788797"/>
                <a:gd name="connsiteX109" fmla="*/ 344447 w 1689209"/>
                <a:gd name="connsiteY109" fmla="*/ 764164 h 788797"/>
                <a:gd name="connsiteX110" fmla="*/ 286697 w 1689209"/>
                <a:gd name="connsiteY110" fmla="*/ 764164 h 788797"/>
                <a:gd name="connsiteX111" fmla="*/ 286697 w 1689209"/>
                <a:gd name="connsiteY111" fmla="*/ 740442 h 788797"/>
                <a:gd name="connsiteX112" fmla="*/ 218639 w 1689209"/>
                <a:gd name="connsiteY112" fmla="*/ 740442 h 788797"/>
                <a:gd name="connsiteX113" fmla="*/ 165013 w 1689209"/>
                <a:gd name="connsiteY113" fmla="*/ 619787 h 788797"/>
                <a:gd name="connsiteX114" fmla="*/ 82512 w 1689209"/>
                <a:gd name="connsiteY114" fmla="*/ 589883 h 788797"/>
                <a:gd name="connsiteX115" fmla="*/ 68069 w 1689209"/>
                <a:gd name="connsiteY115" fmla="*/ 576469 h 788797"/>
                <a:gd name="connsiteX116" fmla="*/ 833341 w 1689209"/>
                <a:gd name="connsiteY116" fmla="*/ 5257 h 788797"/>
                <a:gd name="connsiteX117" fmla="*/ 854912 w 1689209"/>
                <a:gd name="connsiteY117" fmla="*/ 31973 h 788797"/>
                <a:gd name="connsiteX118" fmla="*/ 878634 w 1689209"/>
                <a:gd name="connsiteY118" fmla="*/ 54666 h 788797"/>
                <a:gd name="connsiteX119" fmla="*/ 872452 w 1689209"/>
                <a:gd name="connsiteY119" fmla="*/ 61877 h 788797"/>
                <a:gd name="connsiteX120" fmla="*/ 872441 w 1689209"/>
                <a:gd name="connsiteY120" fmla="*/ 243379 h 788797"/>
                <a:gd name="connsiteX121" fmla="*/ 964231 w 1689209"/>
                <a:gd name="connsiteY121" fmla="*/ 258850 h 788797"/>
                <a:gd name="connsiteX122" fmla="*/ 1035385 w 1689209"/>
                <a:gd name="connsiteY122" fmla="*/ 302169 h 788797"/>
                <a:gd name="connsiteX123" fmla="*/ 1103454 w 1689209"/>
                <a:gd name="connsiteY123" fmla="*/ 321755 h 788797"/>
                <a:gd name="connsiteX124" fmla="*/ 1138511 w 1689209"/>
                <a:gd name="connsiteY124" fmla="*/ 355784 h 788797"/>
                <a:gd name="connsiteX125" fmla="*/ 1177704 w 1689209"/>
                <a:gd name="connsiteY125" fmla="*/ 355784 h 788797"/>
                <a:gd name="connsiteX126" fmla="*/ 1233387 w 1689209"/>
                <a:gd name="connsiteY126" fmla="*/ 397034 h 788797"/>
                <a:gd name="connsiteX127" fmla="*/ 1275677 w 1689209"/>
                <a:gd name="connsiteY127" fmla="*/ 423852 h 788797"/>
                <a:gd name="connsiteX128" fmla="*/ 1296291 w 1689209"/>
                <a:gd name="connsiteY128" fmla="*/ 449631 h 788797"/>
                <a:gd name="connsiteX129" fmla="*/ 1335484 w 1689209"/>
                <a:gd name="connsiteY129" fmla="*/ 466132 h 788797"/>
                <a:gd name="connsiteX130" fmla="*/ 1380860 w 1689209"/>
                <a:gd name="connsiteY130" fmla="*/ 471285 h 788797"/>
                <a:gd name="connsiteX131" fmla="*/ 1438610 w 1689209"/>
                <a:gd name="connsiteY131" fmla="*/ 495007 h 788797"/>
                <a:gd name="connsiteX132" fmla="*/ 1524208 w 1689209"/>
                <a:gd name="connsiteY132" fmla="*/ 542450 h 788797"/>
                <a:gd name="connsiteX133" fmla="*/ 1689209 w 1689209"/>
                <a:gd name="connsiteY133" fmla="*/ 569258 h 788797"/>
                <a:gd name="connsiteX134" fmla="*/ 0 w 1689209"/>
                <a:gd name="connsiteY134" fmla="*/ 569258 h 788797"/>
                <a:gd name="connsiteX135" fmla="*/ 206252 w 1689209"/>
                <a:gd name="connsiteY135" fmla="*/ 545536 h 788797"/>
                <a:gd name="connsiteX136" fmla="*/ 294946 w 1689209"/>
                <a:gd name="connsiteY136" fmla="*/ 498103 h 788797"/>
                <a:gd name="connsiteX137" fmla="*/ 342379 w 1689209"/>
                <a:gd name="connsiteY137" fmla="*/ 452728 h 788797"/>
                <a:gd name="connsiteX138" fmla="*/ 389822 w 1689209"/>
                <a:gd name="connsiteY138" fmla="*/ 429006 h 788797"/>
                <a:gd name="connsiteX139" fmla="*/ 432101 w 1689209"/>
                <a:gd name="connsiteY139" fmla="*/ 405295 h 788797"/>
                <a:gd name="connsiteX140" fmla="*/ 469226 w 1689209"/>
                <a:gd name="connsiteY140" fmla="*/ 357852 h 788797"/>
                <a:gd name="connsiteX141" fmla="*/ 523880 w 1689209"/>
                <a:gd name="connsiteY141" fmla="*/ 337226 h 788797"/>
                <a:gd name="connsiteX142" fmla="*/ 577506 w 1689209"/>
                <a:gd name="connsiteY142" fmla="*/ 300101 h 788797"/>
                <a:gd name="connsiteX143" fmla="*/ 645574 w 1689209"/>
                <a:gd name="connsiteY143" fmla="*/ 281533 h 788797"/>
                <a:gd name="connsiteX144" fmla="*/ 706411 w 1689209"/>
                <a:gd name="connsiteY144" fmla="*/ 244407 h 788797"/>
                <a:gd name="connsiteX145" fmla="*/ 802326 w 1689209"/>
                <a:gd name="connsiteY145" fmla="*/ 239254 h 788797"/>
                <a:gd name="connsiteX146" fmla="*/ 802326 w 1689209"/>
                <a:gd name="connsiteY146" fmla="*/ 59819 h 788797"/>
                <a:gd name="connsiteX147" fmla="*/ 794076 w 1689209"/>
                <a:gd name="connsiteY147" fmla="*/ 51569 h 788797"/>
                <a:gd name="connsiteX148" fmla="*/ 816758 w 1689209"/>
                <a:gd name="connsiteY148" fmla="*/ 26819 h 788797"/>
                <a:gd name="connsiteX149" fmla="*/ 837383 w 1689209"/>
                <a:gd name="connsiteY149" fmla="*/ 0 h 788797"/>
                <a:gd name="connsiteX150" fmla="*/ 833341 w 1689209"/>
                <a:gd name="connsiteY150" fmla="*/ 5257 h 788797"/>
                <a:gd name="connsiteX151" fmla="*/ 833258 w 1689209"/>
                <a:gd name="connsiteY151" fmla="*/ 5154 h 78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89209" h="788797">
                  <a:moveTo>
                    <a:pt x="884371" y="777495"/>
                  </a:moveTo>
                  <a:lnTo>
                    <a:pt x="884308" y="777576"/>
                  </a:lnTo>
                  <a:cubicBezTo>
                    <a:pt x="881987" y="778607"/>
                    <a:pt x="880182" y="778607"/>
                    <a:pt x="881730" y="778607"/>
                  </a:cubicBezTo>
                  <a:close/>
                  <a:moveTo>
                    <a:pt x="1398399" y="610508"/>
                  </a:moveTo>
                  <a:cubicBezTo>
                    <a:pt x="1409735" y="610508"/>
                    <a:pt x="1411803" y="620826"/>
                    <a:pt x="1409735" y="635258"/>
                  </a:cubicBezTo>
                  <a:cubicBezTo>
                    <a:pt x="1407678" y="649701"/>
                    <a:pt x="1405610" y="709509"/>
                    <a:pt x="1398399" y="709509"/>
                  </a:cubicBezTo>
                  <a:cubicBezTo>
                    <a:pt x="1391177" y="709509"/>
                    <a:pt x="1391177" y="661037"/>
                    <a:pt x="1391177" y="639383"/>
                  </a:cubicBezTo>
                  <a:cubicBezTo>
                    <a:pt x="1391177" y="617729"/>
                    <a:pt x="1391177" y="610508"/>
                    <a:pt x="1398399" y="610508"/>
                  </a:cubicBezTo>
                  <a:close/>
                  <a:moveTo>
                    <a:pt x="900298" y="610508"/>
                  </a:moveTo>
                  <a:cubicBezTo>
                    <a:pt x="912673" y="610508"/>
                    <a:pt x="914731" y="620826"/>
                    <a:pt x="912673" y="635258"/>
                  </a:cubicBezTo>
                  <a:cubicBezTo>
                    <a:pt x="910605" y="649701"/>
                    <a:pt x="907520" y="709509"/>
                    <a:pt x="900298" y="709509"/>
                  </a:cubicBezTo>
                  <a:cubicBezTo>
                    <a:pt x="893076" y="709509"/>
                    <a:pt x="893076" y="661037"/>
                    <a:pt x="893076" y="639383"/>
                  </a:cubicBezTo>
                  <a:cubicBezTo>
                    <a:pt x="893076" y="617729"/>
                    <a:pt x="893076" y="610508"/>
                    <a:pt x="900298" y="610508"/>
                  </a:cubicBezTo>
                  <a:close/>
                  <a:moveTo>
                    <a:pt x="1312802" y="607412"/>
                  </a:moveTo>
                  <a:cubicBezTo>
                    <a:pt x="1323120" y="607412"/>
                    <a:pt x="1323120" y="621855"/>
                    <a:pt x="1323120" y="635259"/>
                  </a:cubicBezTo>
                  <a:cubicBezTo>
                    <a:pt x="1323120" y="648662"/>
                    <a:pt x="1329303" y="708481"/>
                    <a:pt x="1314860" y="708481"/>
                  </a:cubicBezTo>
                  <a:cubicBezTo>
                    <a:pt x="1300427" y="708481"/>
                    <a:pt x="1300427" y="660009"/>
                    <a:pt x="1300427" y="638344"/>
                  </a:cubicBezTo>
                  <a:cubicBezTo>
                    <a:pt x="1300427" y="616690"/>
                    <a:pt x="1300427" y="607412"/>
                    <a:pt x="1312802" y="607412"/>
                  </a:cubicBezTo>
                  <a:close/>
                  <a:moveTo>
                    <a:pt x="818826" y="607412"/>
                  </a:moveTo>
                  <a:cubicBezTo>
                    <a:pt x="829144" y="607412"/>
                    <a:pt x="829144" y="621855"/>
                    <a:pt x="829144" y="635259"/>
                  </a:cubicBezTo>
                  <a:cubicBezTo>
                    <a:pt x="829144" y="648662"/>
                    <a:pt x="828116" y="709510"/>
                    <a:pt x="819866" y="709510"/>
                  </a:cubicBezTo>
                  <a:cubicBezTo>
                    <a:pt x="811615" y="709510"/>
                    <a:pt x="805422" y="660009"/>
                    <a:pt x="805422" y="638344"/>
                  </a:cubicBezTo>
                  <a:cubicBezTo>
                    <a:pt x="805422" y="616690"/>
                    <a:pt x="805422" y="607412"/>
                    <a:pt x="818826" y="607412"/>
                  </a:cubicBezTo>
                  <a:close/>
                  <a:moveTo>
                    <a:pt x="320211" y="606386"/>
                  </a:moveTo>
                  <a:cubicBezTo>
                    <a:pt x="324078" y="605355"/>
                    <a:pt x="327946" y="605355"/>
                    <a:pt x="327946" y="609480"/>
                  </a:cubicBezTo>
                  <a:cubicBezTo>
                    <a:pt x="330003" y="641409"/>
                    <a:pt x="330003" y="673445"/>
                    <a:pt x="327946" y="705385"/>
                  </a:cubicBezTo>
                  <a:cubicBezTo>
                    <a:pt x="327946" y="712606"/>
                    <a:pt x="310418" y="715692"/>
                    <a:pt x="310418" y="705385"/>
                  </a:cubicBezTo>
                  <a:cubicBezTo>
                    <a:pt x="308339" y="673110"/>
                    <a:pt x="308339" y="640726"/>
                    <a:pt x="310418" y="608452"/>
                  </a:cubicBezTo>
                  <a:lnTo>
                    <a:pt x="312475" y="609480"/>
                  </a:lnTo>
                  <a:cubicBezTo>
                    <a:pt x="312475" y="609480"/>
                    <a:pt x="316343" y="607418"/>
                    <a:pt x="320211" y="606386"/>
                  </a:cubicBezTo>
                  <a:close/>
                  <a:moveTo>
                    <a:pt x="397044" y="601229"/>
                  </a:moveTo>
                  <a:cubicBezTo>
                    <a:pt x="405294" y="600190"/>
                    <a:pt x="405294" y="627008"/>
                    <a:pt x="405294" y="635258"/>
                  </a:cubicBezTo>
                  <a:cubicBezTo>
                    <a:pt x="405294" y="643508"/>
                    <a:pt x="406322" y="704356"/>
                    <a:pt x="397044" y="704356"/>
                  </a:cubicBezTo>
                  <a:cubicBezTo>
                    <a:pt x="387765" y="704356"/>
                    <a:pt x="387765" y="651758"/>
                    <a:pt x="387765" y="635258"/>
                  </a:cubicBezTo>
                  <a:cubicBezTo>
                    <a:pt x="387765" y="618758"/>
                    <a:pt x="386725" y="601229"/>
                    <a:pt x="397044" y="601229"/>
                  </a:cubicBezTo>
                  <a:close/>
                  <a:moveTo>
                    <a:pt x="362834" y="586035"/>
                  </a:moveTo>
                  <a:cubicBezTo>
                    <a:pt x="365556" y="587046"/>
                    <a:pt x="367892" y="589098"/>
                    <a:pt x="369196" y="591951"/>
                  </a:cubicBezTo>
                  <a:cubicBezTo>
                    <a:pt x="371275" y="631794"/>
                    <a:pt x="371275" y="671723"/>
                    <a:pt x="369196" y="711577"/>
                  </a:cubicBezTo>
                  <a:cubicBezTo>
                    <a:pt x="369196" y="717759"/>
                    <a:pt x="348571" y="716730"/>
                    <a:pt x="348571" y="711577"/>
                  </a:cubicBezTo>
                  <a:cubicBezTo>
                    <a:pt x="344901" y="672817"/>
                    <a:pt x="344901" y="633797"/>
                    <a:pt x="348571" y="595036"/>
                  </a:cubicBezTo>
                  <a:lnTo>
                    <a:pt x="348571" y="591951"/>
                  </a:lnTo>
                  <a:cubicBezTo>
                    <a:pt x="349708" y="589471"/>
                    <a:pt x="351690" y="587490"/>
                    <a:pt x="354158" y="586364"/>
                  </a:cubicBezTo>
                  <a:cubicBezTo>
                    <a:pt x="357006" y="585054"/>
                    <a:pt x="360113" y="585024"/>
                    <a:pt x="362834" y="586035"/>
                  </a:cubicBezTo>
                  <a:close/>
                  <a:moveTo>
                    <a:pt x="1360234" y="585758"/>
                  </a:moveTo>
                  <a:cubicBezTo>
                    <a:pt x="1371581" y="585758"/>
                    <a:pt x="1371581" y="607412"/>
                    <a:pt x="1371581" y="630105"/>
                  </a:cubicBezTo>
                  <a:cubicBezTo>
                    <a:pt x="1371581" y="652787"/>
                    <a:pt x="1371581" y="715692"/>
                    <a:pt x="1359206" y="715692"/>
                  </a:cubicBezTo>
                  <a:cubicBezTo>
                    <a:pt x="1346831" y="715692"/>
                    <a:pt x="1346831" y="649691"/>
                    <a:pt x="1346831" y="629066"/>
                  </a:cubicBezTo>
                  <a:cubicBezTo>
                    <a:pt x="1346831" y="608451"/>
                    <a:pt x="1342706" y="585758"/>
                    <a:pt x="1360234" y="585758"/>
                  </a:cubicBezTo>
                  <a:close/>
                  <a:moveTo>
                    <a:pt x="863173" y="585758"/>
                  </a:moveTo>
                  <a:cubicBezTo>
                    <a:pt x="878645" y="585758"/>
                    <a:pt x="873481" y="607412"/>
                    <a:pt x="873481" y="630105"/>
                  </a:cubicBezTo>
                  <a:cubicBezTo>
                    <a:pt x="873481" y="652787"/>
                    <a:pt x="873481" y="715692"/>
                    <a:pt x="861105" y="715692"/>
                  </a:cubicBezTo>
                  <a:cubicBezTo>
                    <a:pt x="848730" y="715692"/>
                    <a:pt x="848730" y="649691"/>
                    <a:pt x="848730" y="629066"/>
                  </a:cubicBezTo>
                  <a:cubicBezTo>
                    <a:pt x="848730" y="608451"/>
                    <a:pt x="845644" y="585758"/>
                    <a:pt x="863173" y="585758"/>
                  </a:cubicBezTo>
                  <a:close/>
                  <a:moveTo>
                    <a:pt x="651698" y="575844"/>
                  </a:moveTo>
                  <a:cubicBezTo>
                    <a:pt x="711885" y="579205"/>
                    <a:pt x="767114" y="617803"/>
                    <a:pt x="788738" y="678111"/>
                  </a:cubicBezTo>
                  <a:cubicBezTo>
                    <a:pt x="796371" y="699386"/>
                    <a:pt x="799251" y="722068"/>
                    <a:pt x="797172" y="744567"/>
                  </a:cubicBezTo>
                  <a:lnTo>
                    <a:pt x="914731" y="744567"/>
                  </a:lnTo>
                  <a:cubicBezTo>
                    <a:pt x="924215" y="708156"/>
                    <a:pt x="939167" y="673380"/>
                    <a:pt x="959078" y="641440"/>
                  </a:cubicBezTo>
                  <a:cubicBezTo>
                    <a:pt x="992273" y="608007"/>
                    <a:pt x="1037789" y="589720"/>
                    <a:pt x="1084886" y="590911"/>
                  </a:cubicBezTo>
                  <a:cubicBezTo>
                    <a:pt x="1147216" y="581708"/>
                    <a:pt x="1210597" y="598490"/>
                    <a:pt x="1260206" y="637315"/>
                  </a:cubicBezTo>
                  <a:cubicBezTo>
                    <a:pt x="1281773" y="671279"/>
                    <a:pt x="1293552" y="710538"/>
                    <a:pt x="1294234" y="750760"/>
                  </a:cubicBezTo>
                  <a:lnTo>
                    <a:pt x="1412832" y="750760"/>
                  </a:lnTo>
                  <a:cubicBezTo>
                    <a:pt x="1424189" y="700555"/>
                    <a:pt x="1447543" y="653848"/>
                    <a:pt x="1480890" y="614633"/>
                  </a:cubicBezTo>
                  <a:cubicBezTo>
                    <a:pt x="1517907" y="592795"/>
                    <a:pt x="1560803" y="583062"/>
                    <a:pt x="1603612" y="586786"/>
                  </a:cubicBezTo>
                  <a:lnTo>
                    <a:pt x="1603612" y="630105"/>
                  </a:lnTo>
                  <a:cubicBezTo>
                    <a:pt x="1562221" y="625665"/>
                    <a:pt x="1520386" y="631685"/>
                    <a:pt x="1481929" y="647633"/>
                  </a:cubicBezTo>
                  <a:cubicBezTo>
                    <a:pt x="1455208" y="676227"/>
                    <a:pt x="1437626" y="712129"/>
                    <a:pt x="1431400" y="750760"/>
                  </a:cubicBezTo>
                  <a:cubicBezTo>
                    <a:pt x="1431389" y="763135"/>
                    <a:pt x="1438611" y="760038"/>
                    <a:pt x="1426236" y="766231"/>
                  </a:cubicBezTo>
                  <a:cubicBezTo>
                    <a:pt x="1405632" y="773421"/>
                    <a:pt x="1384097" y="777589"/>
                    <a:pt x="1362303" y="778607"/>
                  </a:cubicBezTo>
                  <a:lnTo>
                    <a:pt x="1363633" y="776539"/>
                  </a:lnTo>
                  <a:lnTo>
                    <a:pt x="1363672" y="776479"/>
                  </a:lnTo>
                  <a:cubicBezTo>
                    <a:pt x="1371259" y="772609"/>
                    <a:pt x="1393492" y="764678"/>
                    <a:pt x="1394264" y="763135"/>
                  </a:cubicBezTo>
                  <a:cubicBezTo>
                    <a:pt x="1395303" y="761067"/>
                    <a:pt x="1338581" y="776539"/>
                    <a:pt x="1331360" y="776539"/>
                  </a:cubicBezTo>
                  <a:lnTo>
                    <a:pt x="1309706" y="776539"/>
                  </a:lnTo>
                  <a:lnTo>
                    <a:pt x="1327235" y="771385"/>
                  </a:lnTo>
                  <a:lnTo>
                    <a:pt x="1224109" y="771385"/>
                  </a:lnTo>
                  <a:cubicBezTo>
                    <a:pt x="1224109" y="771385"/>
                    <a:pt x="1229262" y="662066"/>
                    <a:pt x="1166358" y="638355"/>
                  </a:cubicBezTo>
                  <a:cubicBezTo>
                    <a:pt x="1118536" y="618520"/>
                    <a:pt x="1065300" y="615965"/>
                    <a:pt x="1015800" y="631133"/>
                  </a:cubicBezTo>
                  <a:cubicBezTo>
                    <a:pt x="962174" y="649690"/>
                    <a:pt x="948760" y="741481"/>
                    <a:pt x="940520" y="746635"/>
                  </a:cubicBezTo>
                  <a:cubicBezTo>
                    <a:pt x="937500" y="752211"/>
                    <a:pt x="935074" y="758079"/>
                    <a:pt x="933299" y="764164"/>
                  </a:cubicBezTo>
                  <a:lnTo>
                    <a:pt x="931231" y="741481"/>
                  </a:lnTo>
                  <a:cubicBezTo>
                    <a:pt x="926813" y="756282"/>
                    <a:pt x="926813" y="772046"/>
                    <a:pt x="931231" y="786857"/>
                  </a:cubicBezTo>
                  <a:cubicBezTo>
                    <a:pt x="913453" y="789444"/>
                    <a:pt x="895383" y="789444"/>
                    <a:pt x="877605" y="786857"/>
                  </a:cubicBezTo>
                  <a:cubicBezTo>
                    <a:pt x="870384" y="786857"/>
                    <a:pt x="908549" y="786857"/>
                    <a:pt x="900298" y="778607"/>
                  </a:cubicBezTo>
                  <a:cubicBezTo>
                    <a:pt x="896173" y="774482"/>
                    <a:pt x="892305" y="774482"/>
                    <a:pt x="889082" y="775513"/>
                  </a:cubicBezTo>
                  <a:lnTo>
                    <a:pt x="884371" y="777495"/>
                  </a:lnTo>
                  <a:lnTo>
                    <a:pt x="889980" y="770357"/>
                  </a:lnTo>
                  <a:cubicBezTo>
                    <a:pt x="891009" y="762106"/>
                    <a:pt x="864202" y="770357"/>
                    <a:pt x="860077" y="770357"/>
                  </a:cubicBezTo>
                  <a:cubicBezTo>
                    <a:pt x="855952" y="770357"/>
                    <a:pt x="871423" y="763135"/>
                    <a:pt x="871423" y="763135"/>
                  </a:cubicBezTo>
                  <a:lnTo>
                    <a:pt x="820894" y="763135"/>
                  </a:lnTo>
                  <a:lnTo>
                    <a:pt x="831201" y="754885"/>
                  </a:lnTo>
                  <a:lnTo>
                    <a:pt x="728075" y="754885"/>
                  </a:lnTo>
                  <a:cubicBezTo>
                    <a:pt x="728075" y="754885"/>
                    <a:pt x="734268" y="645565"/>
                    <a:pt x="670325" y="621854"/>
                  </a:cubicBezTo>
                  <a:cubicBezTo>
                    <a:pt x="622513" y="601933"/>
                    <a:pt x="569245" y="599378"/>
                    <a:pt x="519755" y="614633"/>
                  </a:cubicBezTo>
                  <a:cubicBezTo>
                    <a:pt x="466130" y="633190"/>
                    <a:pt x="452726" y="724981"/>
                    <a:pt x="444476" y="730134"/>
                  </a:cubicBezTo>
                  <a:cubicBezTo>
                    <a:pt x="436226" y="735288"/>
                    <a:pt x="431072" y="730134"/>
                    <a:pt x="431072" y="730134"/>
                  </a:cubicBezTo>
                  <a:cubicBezTo>
                    <a:pt x="435869" y="696528"/>
                    <a:pt x="447454" y="664253"/>
                    <a:pt x="465101" y="635258"/>
                  </a:cubicBezTo>
                  <a:cubicBezTo>
                    <a:pt x="498091" y="601500"/>
                    <a:pt x="543748" y="583159"/>
                    <a:pt x="590920" y="584729"/>
                  </a:cubicBezTo>
                  <a:cubicBezTo>
                    <a:pt x="611023" y="577518"/>
                    <a:pt x="631636" y="574723"/>
                    <a:pt x="651698" y="575844"/>
                  </a:cubicBezTo>
                  <a:close/>
                  <a:moveTo>
                    <a:pt x="70137" y="573383"/>
                  </a:moveTo>
                  <a:cubicBezTo>
                    <a:pt x="114214" y="571943"/>
                    <a:pt x="158106" y="579663"/>
                    <a:pt x="199042" y="596065"/>
                  </a:cubicBezTo>
                  <a:cubicBezTo>
                    <a:pt x="260918" y="620816"/>
                    <a:pt x="281543" y="723942"/>
                    <a:pt x="281543" y="723942"/>
                  </a:cubicBezTo>
                  <a:lnTo>
                    <a:pt x="310418" y="723942"/>
                  </a:lnTo>
                  <a:cubicBezTo>
                    <a:pt x="321765" y="724971"/>
                    <a:pt x="321765" y="738374"/>
                    <a:pt x="321765" y="738374"/>
                  </a:cubicBezTo>
                  <a:lnTo>
                    <a:pt x="424891" y="738374"/>
                  </a:lnTo>
                  <a:cubicBezTo>
                    <a:pt x="424891" y="738374"/>
                    <a:pt x="433141" y="769318"/>
                    <a:pt x="424891" y="776539"/>
                  </a:cubicBezTo>
                  <a:cubicBezTo>
                    <a:pt x="393363" y="780101"/>
                    <a:pt x="361532" y="780101"/>
                    <a:pt x="330015" y="776539"/>
                  </a:cubicBezTo>
                  <a:cubicBezTo>
                    <a:pt x="315572" y="776539"/>
                    <a:pt x="379515" y="770346"/>
                    <a:pt x="383630" y="770346"/>
                  </a:cubicBezTo>
                  <a:cubicBezTo>
                    <a:pt x="387766" y="770346"/>
                    <a:pt x="342390" y="771386"/>
                    <a:pt x="325890" y="770346"/>
                  </a:cubicBezTo>
                  <a:cubicBezTo>
                    <a:pt x="309379" y="769318"/>
                    <a:pt x="344447" y="764164"/>
                    <a:pt x="344447" y="764164"/>
                  </a:cubicBezTo>
                  <a:lnTo>
                    <a:pt x="286697" y="764164"/>
                  </a:lnTo>
                  <a:lnTo>
                    <a:pt x="286697" y="740442"/>
                  </a:lnTo>
                  <a:lnTo>
                    <a:pt x="218639" y="740442"/>
                  </a:lnTo>
                  <a:cubicBezTo>
                    <a:pt x="218639" y="740442"/>
                    <a:pt x="211417" y="647634"/>
                    <a:pt x="165013" y="619787"/>
                  </a:cubicBezTo>
                  <a:cubicBezTo>
                    <a:pt x="139115" y="605842"/>
                    <a:pt x="111323" y="595773"/>
                    <a:pt x="82512" y="589883"/>
                  </a:cubicBezTo>
                  <a:cubicBezTo>
                    <a:pt x="75107" y="589450"/>
                    <a:pt x="69044" y="583820"/>
                    <a:pt x="68069" y="576469"/>
                  </a:cubicBezTo>
                  <a:close/>
                  <a:moveTo>
                    <a:pt x="833341" y="5257"/>
                  </a:moveTo>
                  <a:lnTo>
                    <a:pt x="854912" y="31973"/>
                  </a:lnTo>
                  <a:cubicBezTo>
                    <a:pt x="864201" y="41251"/>
                    <a:pt x="877605" y="47444"/>
                    <a:pt x="878634" y="54666"/>
                  </a:cubicBezTo>
                  <a:cubicBezTo>
                    <a:pt x="879662" y="61877"/>
                    <a:pt x="872452" y="61877"/>
                    <a:pt x="872452" y="61877"/>
                  </a:cubicBezTo>
                  <a:lnTo>
                    <a:pt x="872441" y="243379"/>
                  </a:lnTo>
                  <a:cubicBezTo>
                    <a:pt x="903785" y="242047"/>
                    <a:pt x="935063" y="247320"/>
                    <a:pt x="964231" y="258850"/>
                  </a:cubicBezTo>
                  <a:cubicBezTo>
                    <a:pt x="985885" y="276379"/>
                    <a:pt x="1026107" y="289794"/>
                    <a:pt x="1035385" y="302169"/>
                  </a:cubicBezTo>
                  <a:cubicBezTo>
                    <a:pt x="1044664" y="314533"/>
                    <a:pt x="1085914" y="317630"/>
                    <a:pt x="1103454" y="321755"/>
                  </a:cubicBezTo>
                  <a:cubicBezTo>
                    <a:pt x="1120982" y="325880"/>
                    <a:pt x="1129232" y="355784"/>
                    <a:pt x="1138511" y="355784"/>
                  </a:cubicBezTo>
                  <a:cubicBezTo>
                    <a:pt x="1147790" y="355784"/>
                    <a:pt x="1163261" y="350630"/>
                    <a:pt x="1177704" y="355784"/>
                  </a:cubicBezTo>
                  <a:cubicBezTo>
                    <a:pt x="1192137" y="360948"/>
                    <a:pt x="1217915" y="388784"/>
                    <a:pt x="1233387" y="397034"/>
                  </a:cubicBezTo>
                  <a:cubicBezTo>
                    <a:pt x="1248859" y="405295"/>
                    <a:pt x="1268455" y="407352"/>
                    <a:pt x="1275677" y="423852"/>
                  </a:cubicBezTo>
                  <a:cubicBezTo>
                    <a:pt x="1282887" y="440353"/>
                    <a:pt x="1278762" y="449631"/>
                    <a:pt x="1296291" y="449631"/>
                  </a:cubicBezTo>
                  <a:cubicBezTo>
                    <a:pt x="1311178" y="448960"/>
                    <a:pt x="1325567" y="455023"/>
                    <a:pt x="1335484" y="466132"/>
                  </a:cubicBezTo>
                  <a:cubicBezTo>
                    <a:pt x="1342706" y="471285"/>
                    <a:pt x="1372610" y="469228"/>
                    <a:pt x="1380860" y="471285"/>
                  </a:cubicBezTo>
                  <a:cubicBezTo>
                    <a:pt x="1389110" y="473353"/>
                    <a:pt x="1420042" y="488825"/>
                    <a:pt x="1438610" y="495007"/>
                  </a:cubicBezTo>
                  <a:cubicBezTo>
                    <a:pt x="1468850" y="507512"/>
                    <a:pt x="1497563" y="523427"/>
                    <a:pt x="1524208" y="542450"/>
                  </a:cubicBezTo>
                  <a:cubicBezTo>
                    <a:pt x="1579966" y="545774"/>
                    <a:pt x="1635248" y="554761"/>
                    <a:pt x="1689209" y="569258"/>
                  </a:cubicBezTo>
                  <a:lnTo>
                    <a:pt x="0" y="569258"/>
                  </a:lnTo>
                  <a:cubicBezTo>
                    <a:pt x="0" y="569258"/>
                    <a:pt x="59819" y="557911"/>
                    <a:pt x="206252" y="545536"/>
                  </a:cubicBezTo>
                  <a:cubicBezTo>
                    <a:pt x="232172" y="523698"/>
                    <a:pt x="262390" y="507534"/>
                    <a:pt x="294946" y="498103"/>
                  </a:cubicBezTo>
                  <a:cubicBezTo>
                    <a:pt x="305253" y="497075"/>
                    <a:pt x="338254" y="458910"/>
                    <a:pt x="342379" y="452728"/>
                  </a:cubicBezTo>
                  <a:cubicBezTo>
                    <a:pt x="346504" y="446535"/>
                    <a:pt x="382600" y="452728"/>
                    <a:pt x="389822" y="429006"/>
                  </a:cubicBezTo>
                  <a:cubicBezTo>
                    <a:pt x="397033" y="405295"/>
                    <a:pt x="419726" y="409409"/>
                    <a:pt x="432101" y="405295"/>
                  </a:cubicBezTo>
                  <a:cubicBezTo>
                    <a:pt x="444476" y="401159"/>
                    <a:pt x="459948" y="363005"/>
                    <a:pt x="469226" y="357852"/>
                  </a:cubicBezTo>
                  <a:cubicBezTo>
                    <a:pt x="478505" y="352698"/>
                    <a:pt x="504284" y="344448"/>
                    <a:pt x="523880" y="337226"/>
                  </a:cubicBezTo>
                  <a:cubicBezTo>
                    <a:pt x="543477" y="330005"/>
                    <a:pt x="563074" y="300101"/>
                    <a:pt x="577506" y="300101"/>
                  </a:cubicBezTo>
                  <a:cubicBezTo>
                    <a:pt x="601206" y="298531"/>
                    <a:pt x="624354" y="292219"/>
                    <a:pt x="645574" y="281533"/>
                  </a:cubicBezTo>
                  <a:cubicBezTo>
                    <a:pt x="665160" y="268129"/>
                    <a:pt x="687853" y="255754"/>
                    <a:pt x="706411" y="244407"/>
                  </a:cubicBezTo>
                  <a:cubicBezTo>
                    <a:pt x="737949" y="237933"/>
                    <a:pt x="770278" y="236201"/>
                    <a:pt x="802326" y="239254"/>
                  </a:cubicBezTo>
                  <a:lnTo>
                    <a:pt x="802326" y="59819"/>
                  </a:lnTo>
                  <a:lnTo>
                    <a:pt x="794076" y="51569"/>
                  </a:lnTo>
                  <a:cubicBezTo>
                    <a:pt x="789951" y="48473"/>
                    <a:pt x="806451" y="38166"/>
                    <a:pt x="816758" y="26819"/>
                  </a:cubicBezTo>
                  <a:close/>
                  <a:moveTo>
                    <a:pt x="837383" y="0"/>
                  </a:moveTo>
                  <a:lnTo>
                    <a:pt x="833341" y="5257"/>
                  </a:lnTo>
                  <a:lnTo>
                    <a:pt x="833258" y="5154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7" name="任意多边形: 形状 96"/>
            <p:cNvSpPr/>
            <p:nvPr/>
          </p:nvSpPr>
          <p:spPr>
            <a:xfrm>
              <a:off x="2252210" y="898783"/>
              <a:ext cx="5775066" cy="5775066"/>
            </a:xfrm>
            <a:custGeom>
              <a:avLst/>
              <a:gdLst>
                <a:gd name="connsiteX0" fmla="*/ 680730 w 1362920"/>
                <a:gd name="connsiteY0" fmla="*/ 165255 h 1362920"/>
                <a:gd name="connsiteX1" fmla="*/ 164524 w 1362920"/>
                <a:gd name="connsiteY1" fmla="*/ 681460 h 1362920"/>
                <a:gd name="connsiteX2" fmla="*/ 680730 w 1362920"/>
                <a:gd name="connsiteY2" fmla="*/ 1197665 h 1362920"/>
                <a:gd name="connsiteX3" fmla="*/ 1196935 w 1362920"/>
                <a:gd name="connsiteY3" fmla="*/ 681460 h 1362920"/>
                <a:gd name="connsiteX4" fmla="*/ 680730 w 1362920"/>
                <a:gd name="connsiteY4" fmla="*/ 165255 h 1362920"/>
                <a:gd name="connsiteX5" fmla="*/ 681460 w 1362920"/>
                <a:gd name="connsiteY5" fmla="*/ 0 h 1362920"/>
                <a:gd name="connsiteX6" fmla="*/ 1362920 w 1362920"/>
                <a:gd name="connsiteY6" fmla="*/ 681460 h 1362920"/>
                <a:gd name="connsiteX7" fmla="*/ 681460 w 1362920"/>
                <a:gd name="connsiteY7" fmla="*/ 1362920 h 1362920"/>
                <a:gd name="connsiteX8" fmla="*/ 0 w 1362920"/>
                <a:gd name="connsiteY8" fmla="*/ 681460 h 1362920"/>
                <a:gd name="connsiteX9" fmla="*/ 681460 w 1362920"/>
                <a:gd name="connsiteY9" fmla="*/ 0 h 136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2920" h="1362920">
                  <a:moveTo>
                    <a:pt x="680730" y="165255"/>
                  </a:moveTo>
                  <a:cubicBezTo>
                    <a:pt x="395638" y="165255"/>
                    <a:pt x="164524" y="396368"/>
                    <a:pt x="164524" y="681460"/>
                  </a:cubicBezTo>
                  <a:cubicBezTo>
                    <a:pt x="164660" y="966497"/>
                    <a:pt x="395694" y="1197532"/>
                    <a:pt x="680730" y="1197665"/>
                  </a:cubicBezTo>
                  <a:cubicBezTo>
                    <a:pt x="965823" y="1197665"/>
                    <a:pt x="1196935" y="966554"/>
                    <a:pt x="1196935" y="681460"/>
                  </a:cubicBezTo>
                  <a:cubicBezTo>
                    <a:pt x="1196935" y="396368"/>
                    <a:pt x="965823" y="165255"/>
                    <a:pt x="680730" y="165255"/>
                  </a:cubicBezTo>
                  <a:close/>
                  <a:moveTo>
                    <a:pt x="681460" y="0"/>
                  </a:moveTo>
                  <a:cubicBezTo>
                    <a:pt x="1057819" y="0"/>
                    <a:pt x="1362920" y="305101"/>
                    <a:pt x="1362920" y="681460"/>
                  </a:cubicBezTo>
                  <a:cubicBezTo>
                    <a:pt x="1362920" y="1057819"/>
                    <a:pt x="1057819" y="1362920"/>
                    <a:pt x="681460" y="1362920"/>
                  </a:cubicBezTo>
                  <a:cubicBezTo>
                    <a:pt x="305101" y="1362920"/>
                    <a:pt x="0" y="1057819"/>
                    <a:pt x="0" y="681460"/>
                  </a:cubicBezTo>
                  <a:cubicBezTo>
                    <a:pt x="0" y="305101"/>
                    <a:pt x="305101" y="0"/>
                    <a:pt x="681460" y="0"/>
                  </a:cubicBezTo>
                  <a:close/>
                </a:path>
              </a:pathLst>
            </a:custGeom>
            <a:solidFill>
              <a:srgbClr val="A13F0B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8" name="任意多边形: 形状 97"/>
            <p:cNvSpPr/>
            <p:nvPr/>
          </p:nvSpPr>
          <p:spPr>
            <a:xfrm>
              <a:off x="2216986" y="864164"/>
              <a:ext cx="5847244" cy="5847244"/>
            </a:xfrm>
            <a:custGeom>
              <a:avLst/>
              <a:gdLst>
                <a:gd name="connsiteX0" fmla="*/ 269669 w 540067"/>
                <a:gd name="connsiteY0" fmla="*/ 539932 h 540067"/>
                <a:gd name="connsiteX1" fmla="*/ -365 w 540067"/>
                <a:gd name="connsiteY1" fmla="*/ 269898 h 540067"/>
                <a:gd name="connsiteX2" fmla="*/ 269669 w 540067"/>
                <a:gd name="connsiteY2" fmla="*/ -136 h 540067"/>
                <a:gd name="connsiteX3" fmla="*/ 539703 w 540067"/>
                <a:gd name="connsiteY3" fmla="*/ 269898 h 540067"/>
                <a:gd name="connsiteX4" fmla="*/ 269669 w 540067"/>
                <a:gd name="connsiteY4" fmla="*/ 539932 h 540067"/>
                <a:gd name="connsiteX5" fmla="*/ 269669 w 540067"/>
                <a:gd name="connsiteY5" fmla="*/ 7198 h 540067"/>
                <a:gd name="connsiteX6" fmla="*/ 6779 w 540067"/>
                <a:gd name="connsiteY6" fmla="*/ 269898 h 540067"/>
                <a:gd name="connsiteX7" fmla="*/ 269478 w 540067"/>
                <a:gd name="connsiteY7" fmla="*/ 532788 h 540067"/>
                <a:gd name="connsiteX8" fmla="*/ 532368 w 540067"/>
                <a:gd name="connsiteY8" fmla="*/ 270089 h 540067"/>
                <a:gd name="connsiteX9" fmla="*/ 532368 w 540067"/>
                <a:gd name="connsiteY9" fmla="*/ 269898 h 540067"/>
                <a:gd name="connsiteX10" fmla="*/ 269573 w 540067"/>
                <a:gd name="connsiteY10" fmla="*/ 7199 h 54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0067" h="540067">
                  <a:moveTo>
                    <a:pt x="269669" y="539932"/>
                  </a:moveTo>
                  <a:cubicBezTo>
                    <a:pt x="120533" y="539932"/>
                    <a:pt x="-365" y="419034"/>
                    <a:pt x="-365" y="269898"/>
                  </a:cubicBezTo>
                  <a:cubicBezTo>
                    <a:pt x="-365" y="120762"/>
                    <a:pt x="120533" y="-136"/>
                    <a:pt x="269669" y="-136"/>
                  </a:cubicBezTo>
                  <a:cubicBezTo>
                    <a:pt x="418804" y="-136"/>
                    <a:pt x="539703" y="120762"/>
                    <a:pt x="539703" y="269898"/>
                  </a:cubicBezTo>
                  <a:cubicBezTo>
                    <a:pt x="539545" y="418968"/>
                    <a:pt x="418739" y="539774"/>
                    <a:pt x="269669" y="539932"/>
                  </a:cubicBezTo>
                  <a:moveTo>
                    <a:pt x="269669" y="7198"/>
                  </a:moveTo>
                  <a:cubicBezTo>
                    <a:pt x="124531" y="7146"/>
                    <a:pt x="6831" y="124760"/>
                    <a:pt x="6779" y="269898"/>
                  </a:cubicBezTo>
                  <a:cubicBezTo>
                    <a:pt x="6726" y="415036"/>
                    <a:pt x="124341" y="532735"/>
                    <a:pt x="269478" y="532788"/>
                  </a:cubicBezTo>
                  <a:cubicBezTo>
                    <a:pt x="414616" y="532841"/>
                    <a:pt x="532316" y="415226"/>
                    <a:pt x="532368" y="270089"/>
                  </a:cubicBezTo>
                  <a:cubicBezTo>
                    <a:pt x="532368" y="270025"/>
                    <a:pt x="532368" y="269962"/>
                    <a:pt x="532368" y="269898"/>
                  </a:cubicBezTo>
                  <a:cubicBezTo>
                    <a:pt x="532211" y="124841"/>
                    <a:pt x="414630" y="7304"/>
                    <a:pt x="269573" y="7199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9" name="任意多边形: 形状 98"/>
            <p:cNvSpPr/>
            <p:nvPr/>
          </p:nvSpPr>
          <p:spPr>
            <a:xfrm>
              <a:off x="2925454" y="1572645"/>
              <a:ext cx="4430295" cy="4430295"/>
            </a:xfrm>
            <a:custGeom>
              <a:avLst/>
              <a:gdLst>
                <a:gd name="connsiteX0" fmla="*/ 204232 w 409194"/>
                <a:gd name="connsiteY0" fmla="*/ 409058 h 409194"/>
                <a:gd name="connsiteX1" fmla="*/ -365 w 409194"/>
                <a:gd name="connsiteY1" fmla="*/ 204461 h 409194"/>
                <a:gd name="connsiteX2" fmla="*/ 204232 w 409194"/>
                <a:gd name="connsiteY2" fmla="*/ -136 h 409194"/>
                <a:gd name="connsiteX3" fmla="*/ 408829 w 409194"/>
                <a:gd name="connsiteY3" fmla="*/ 204461 h 409194"/>
                <a:gd name="connsiteX4" fmla="*/ 204232 w 409194"/>
                <a:gd name="connsiteY4" fmla="*/ 409058 h 409194"/>
                <a:gd name="connsiteX5" fmla="*/ 204232 w 409194"/>
                <a:gd name="connsiteY5" fmla="*/ 5008 h 409194"/>
                <a:gd name="connsiteX6" fmla="*/ 4779 w 409194"/>
                <a:gd name="connsiteY6" fmla="*/ 204461 h 409194"/>
                <a:gd name="connsiteX7" fmla="*/ 204232 w 409194"/>
                <a:gd name="connsiteY7" fmla="*/ 403915 h 409194"/>
                <a:gd name="connsiteX8" fmla="*/ 403686 w 409194"/>
                <a:gd name="connsiteY8" fmla="*/ 204461 h 409194"/>
                <a:gd name="connsiteX9" fmla="*/ 204232 w 409194"/>
                <a:gd name="connsiteY9" fmla="*/ 5008 h 409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9194" h="409194">
                  <a:moveTo>
                    <a:pt x="204232" y="409058"/>
                  </a:moveTo>
                  <a:cubicBezTo>
                    <a:pt x="91236" y="409058"/>
                    <a:pt x="-365" y="317457"/>
                    <a:pt x="-365" y="204461"/>
                  </a:cubicBezTo>
                  <a:cubicBezTo>
                    <a:pt x="-365" y="91465"/>
                    <a:pt x="91236" y="-136"/>
                    <a:pt x="204232" y="-136"/>
                  </a:cubicBezTo>
                  <a:cubicBezTo>
                    <a:pt x="317228" y="-136"/>
                    <a:pt x="408829" y="91465"/>
                    <a:pt x="408829" y="204461"/>
                  </a:cubicBezTo>
                  <a:cubicBezTo>
                    <a:pt x="408672" y="317392"/>
                    <a:pt x="317163" y="408901"/>
                    <a:pt x="204232" y="409058"/>
                  </a:cubicBezTo>
                  <a:moveTo>
                    <a:pt x="204232" y="5008"/>
                  </a:moveTo>
                  <a:cubicBezTo>
                    <a:pt x="94077" y="5008"/>
                    <a:pt x="4779" y="94306"/>
                    <a:pt x="4779" y="204461"/>
                  </a:cubicBezTo>
                  <a:cubicBezTo>
                    <a:pt x="4779" y="314616"/>
                    <a:pt x="94077" y="403915"/>
                    <a:pt x="204232" y="403915"/>
                  </a:cubicBezTo>
                  <a:cubicBezTo>
                    <a:pt x="314387" y="403915"/>
                    <a:pt x="403686" y="314616"/>
                    <a:pt x="403686" y="204461"/>
                  </a:cubicBezTo>
                  <a:cubicBezTo>
                    <a:pt x="403372" y="94436"/>
                    <a:pt x="314257" y="5322"/>
                    <a:pt x="204232" y="5008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0" name="任意多边形: 形状 99"/>
            <p:cNvSpPr/>
            <p:nvPr/>
          </p:nvSpPr>
          <p:spPr>
            <a:xfrm>
              <a:off x="4803560" y="5511495"/>
              <a:ext cx="663105" cy="184906"/>
            </a:xfrm>
            <a:custGeom>
              <a:avLst/>
              <a:gdLst>
                <a:gd name="connsiteX0" fmla="*/ 430891 w 663105"/>
                <a:gd name="connsiteY0" fmla="*/ 41814 h 184906"/>
                <a:gd name="connsiteX1" fmla="*/ 364890 w 663105"/>
                <a:gd name="connsiteY1" fmla="*/ 121216 h 184906"/>
                <a:gd name="connsiteX2" fmla="*/ 431919 w 663105"/>
                <a:gd name="connsiteY2" fmla="*/ 121216 h 184906"/>
                <a:gd name="connsiteX3" fmla="*/ 431919 w 663105"/>
                <a:gd name="connsiteY3" fmla="*/ 41814 h 184906"/>
                <a:gd name="connsiteX4" fmla="*/ 591939 w 663105"/>
                <a:gd name="connsiteY4" fmla="*/ 25910 h 184906"/>
                <a:gd name="connsiteX5" fmla="*/ 548632 w 663105"/>
                <a:gd name="connsiteY5" fmla="*/ 96035 h 184906"/>
                <a:gd name="connsiteX6" fmla="*/ 591939 w 663105"/>
                <a:gd name="connsiteY6" fmla="*/ 165132 h 184906"/>
                <a:gd name="connsiteX7" fmla="*/ 635257 w 663105"/>
                <a:gd name="connsiteY7" fmla="*/ 96035 h 184906"/>
                <a:gd name="connsiteX8" fmla="*/ 591939 w 663105"/>
                <a:gd name="connsiteY8" fmla="*/ 25910 h 184906"/>
                <a:gd name="connsiteX9" fmla="*/ 226833 w 663105"/>
                <a:gd name="connsiteY9" fmla="*/ 20253 h 184906"/>
                <a:gd name="connsiteX10" fmla="*/ 196296 w 663105"/>
                <a:gd name="connsiteY10" fmla="*/ 31255 h 184906"/>
                <a:gd name="connsiteX11" fmla="*/ 184471 w 663105"/>
                <a:gd name="connsiteY11" fmla="*/ 59635 h 184906"/>
                <a:gd name="connsiteX12" fmla="*/ 196296 w 663105"/>
                <a:gd name="connsiteY12" fmla="*/ 88078 h 184906"/>
                <a:gd name="connsiteX13" fmla="*/ 226833 w 663105"/>
                <a:gd name="connsiteY13" fmla="*/ 99142 h 184906"/>
                <a:gd name="connsiteX14" fmla="*/ 257369 w 663105"/>
                <a:gd name="connsiteY14" fmla="*/ 88015 h 184906"/>
                <a:gd name="connsiteX15" fmla="*/ 269194 w 663105"/>
                <a:gd name="connsiteY15" fmla="*/ 59635 h 184906"/>
                <a:gd name="connsiteX16" fmla="*/ 257369 w 663105"/>
                <a:gd name="connsiteY16" fmla="*/ 31255 h 184906"/>
                <a:gd name="connsiteX17" fmla="*/ 226833 w 663105"/>
                <a:gd name="connsiteY17" fmla="*/ 20253 h 184906"/>
                <a:gd name="connsiteX18" fmla="*/ 436041 w 663105"/>
                <a:gd name="connsiteY18" fmla="*/ 7784 h 184906"/>
                <a:gd name="connsiteX19" fmla="*/ 457695 w 663105"/>
                <a:gd name="connsiteY19" fmla="*/ 7784 h 184906"/>
                <a:gd name="connsiteX20" fmla="*/ 457695 w 663105"/>
                <a:gd name="connsiteY20" fmla="*/ 121227 h 184906"/>
                <a:gd name="connsiteX21" fmla="*/ 488638 w 663105"/>
                <a:gd name="connsiteY21" fmla="*/ 121227 h 184906"/>
                <a:gd name="connsiteX22" fmla="*/ 488638 w 663105"/>
                <a:gd name="connsiteY22" fmla="*/ 139785 h 184906"/>
                <a:gd name="connsiteX23" fmla="*/ 457695 w 663105"/>
                <a:gd name="connsiteY23" fmla="*/ 139785 h 184906"/>
                <a:gd name="connsiteX24" fmla="*/ 457695 w 663105"/>
                <a:gd name="connsiteY24" fmla="*/ 182063 h 184906"/>
                <a:gd name="connsiteX25" fmla="*/ 431916 w 663105"/>
                <a:gd name="connsiteY25" fmla="*/ 182063 h 184906"/>
                <a:gd name="connsiteX26" fmla="*/ 431916 w 663105"/>
                <a:gd name="connsiteY26" fmla="*/ 139785 h 184906"/>
                <a:gd name="connsiteX27" fmla="*/ 341166 w 663105"/>
                <a:gd name="connsiteY27" fmla="*/ 139785 h 184906"/>
                <a:gd name="connsiteX28" fmla="*/ 341166 w 663105"/>
                <a:gd name="connsiteY28" fmla="*/ 118131 h 184906"/>
                <a:gd name="connsiteX29" fmla="*/ 591940 w 663105"/>
                <a:gd name="connsiteY29" fmla="*/ 6311 h 184906"/>
                <a:gd name="connsiteX30" fmla="*/ 663105 w 663105"/>
                <a:gd name="connsiteY30" fmla="*/ 96034 h 184906"/>
                <a:gd name="connsiteX31" fmla="*/ 591940 w 663105"/>
                <a:gd name="connsiteY31" fmla="*/ 184718 h 184906"/>
                <a:gd name="connsiteX32" fmla="*/ 520785 w 663105"/>
                <a:gd name="connsiteY32" fmla="*/ 96034 h 184906"/>
                <a:gd name="connsiteX33" fmla="*/ 591940 w 663105"/>
                <a:gd name="connsiteY33" fmla="*/ 6311 h 184906"/>
                <a:gd name="connsiteX34" fmla="*/ 55695 w 663105"/>
                <a:gd name="connsiteY34" fmla="*/ 6311 h 184906"/>
                <a:gd name="connsiteX35" fmla="*/ 76309 w 663105"/>
                <a:gd name="connsiteY35" fmla="*/ 6311 h 184906"/>
                <a:gd name="connsiteX36" fmla="*/ 76309 w 663105"/>
                <a:gd name="connsiteY36" fmla="*/ 180591 h 184906"/>
                <a:gd name="connsiteX37" fmla="*/ 48473 w 663105"/>
                <a:gd name="connsiteY37" fmla="*/ 180591 h 184906"/>
                <a:gd name="connsiteX38" fmla="*/ 48473 w 663105"/>
                <a:gd name="connsiteY38" fmla="*/ 56840 h 184906"/>
                <a:gd name="connsiteX39" fmla="*/ 0 w 663105"/>
                <a:gd name="connsiteY39" fmla="*/ 56840 h 184906"/>
                <a:gd name="connsiteX40" fmla="*/ 0 w 663105"/>
                <a:gd name="connsiteY40" fmla="*/ 39312 h 184906"/>
                <a:gd name="connsiteX41" fmla="*/ 55695 w 663105"/>
                <a:gd name="connsiteY41" fmla="*/ 6311 h 184906"/>
                <a:gd name="connsiteX42" fmla="*/ 228329 w 663105"/>
                <a:gd name="connsiteY42" fmla="*/ 0 h 184906"/>
                <a:gd name="connsiteX43" fmla="*/ 281842 w 663105"/>
                <a:gd name="connsiteY43" fmla="*/ 20567 h 184906"/>
                <a:gd name="connsiteX44" fmla="*/ 300627 w 663105"/>
                <a:gd name="connsiteY44" fmla="*/ 79013 h 184906"/>
                <a:gd name="connsiteX45" fmla="*/ 280271 w 663105"/>
                <a:gd name="connsiteY45" fmla="*/ 157402 h 184906"/>
                <a:gd name="connsiteX46" fmla="*/ 222492 w 663105"/>
                <a:gd name="connsiteY46" fmla="*/ 184906 h 184906"/>
                <a:gd name="connsiteX47" fmla="*/ 176912 w 663105"/>
                <a:gd name="connsiteY47" fmla="*/ 172092 h 184906"/>
                <a:gd name="connsiteX48" fmla="*/ 158725 w 663105"/>
                <a:gd name="connsiteY48" fmla="*/ 136773 h 184906"/>
                <a:gd name="connsiteX49" fmla="*/ 184772 w 663105"/>
                <a:gd name="connsiteY49" fmla="*/ 136773 h 184906"/>
                <a:gd name="connsiteX50" fmla="*/ 196223 w 663105"/>
                <a:gd name="connsiteY50" fmla="*/ 158214 h 184906"/>
                <a:gd name="connsiteX51" fmla="*/ 222492 w 663105"/>
                <a:gd name="connsiteY51" fmla="*/ 165778 h 184906"/>
                <a:gd name="connsiteX52" fmla="*/ 259913 w 663105"/>
                <a:gd name="connsiteY52" fmla="*/ 143150 h 184906"/>
                <a:gd name="connsiteX53" fmla="*/ 272337 w 663105"/>
                <a:gd name="connsiteY53" fmla="*/ 98768 h 184906"/>
                <a:gd name="connsiteX54" fmla="*/ 222492 w 663105"/>
                <a:gd name="connsiteY54" fmla="*/ 119396 h 184906"/>
                <a:gd name="connsiteX55" fmla="*/ 174218 w 663105"/>
                <a:gd name="connsiteY55" fmla="*/ 102955 h 184906"/>
                <a:gd name="connsiteX56" fmla="*/ 155882 w 663105"/>
                <a:gd name="connsiteY56" fmla="*/ 59635 h 184906"/>
                <a:gd name="connsiteX57" fmla="*/ 175790 w 663105"/>
                <a:gd name="connsiteY57" fmla="*/ 16378 h 184906"/>
                <a:gd name="connsiteX58" fmla="*/ 228329 w 663105"/>
                <a:gd name="connsiteY58" fmla="*/ 0 h 18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663105" h="184906">
                  <a:moveTo>
                    <a:pt x="430891" y="41814"/>
                  </a:moveTo>
                  <a:lnTo>
                    <a:pt x="364890" y="121216"/>
                  </a:lnTo>
                  <a:lnTo>
                    <a:pt x="431919" y="121216"/>
                  </a:lnTo>
                  <a:lnTo>
                    <a:pt x="431919" y="41814"/>
                  </a:lnTo>
                  <a:close/>
                  <a:moveTo>
                    <a:pt x="591939" y="25910"/>
                  </a:moveTo>
                  <a:cubicBezTo>
                    <a:pt x="562036" y="25910"/>
                    <a:pt x="548632" y="52728"/>
                    <a:pt x="548632" y="96035"/>
                  </a:cubicBezTo>
                  <a:cubicBezTo>
                    <a:pt x="548632" y="139353"/>
                    <a:pt x="562036" y="165132"/>
                    <a:pt x="591939" y="165132"/>
                  </a:cubicBezTo>
                  <a:cubicBezTo>
                    <a:pt x="621854" y="165132"/>
                    <a:pt x="635257" y="139353"/>
                    <a:pt x="635257" y="96035"/>
                  </a:cubicBezTo>
                  <a:cubicBezTo>
                    <a:pt x="635257" y="52728"/>
                    <a:pt x="621854" y="25910"/>
                    <a:pt x="591939" y="25910"/>
                  </a:cubicBezTo>
                  <a:close/>
                  <a:moveTo>
                    <a:pt x="226833" y="20253"/>
                  </a:moveTo>
                  <a:cubicBezTo>
                    <a:pt x="214358" y="20253"/>
                    <a:pt x="204180" y="23921"/>
                    <a:pt x="196296" y="31255"/>
                  </a:cubicBezTo>
                  <a:cubicBezTo>
                    <a:pt x="188414" y="38591"/>
                    <a:pt x="184471" y="48050"/>
                    <a:pt x="184471" y="59635"/>
                  </a:cubicBezTo>
                  <a:cubicBezTo>
                    <a:pt x="184471" y="71221"/>
                    <a:pt x="188414" y="80701"/>
                    <a:pt x="196296" y="88078"/>
                  </a:cubicBezTo>
                  <a:cubicBezTo>
                    <a:pt x="204180" y="95454"/>
                    <a:pt x="214358" y="99142"/>
                    <a:pt x="226833" y="99142"/>
                  </a:cubicBezTo>
                  <a:cubicBezTo>
                    <a:pt x="239307" y="99142"/>
                    <a:pt x="249485" y="95433"/>
                    <a:pt x="257369" y="88015"/>
                  </a:cubicBezTo>
                  <a:cubicBezTo>
                    <a:pt x="265251" y="80681"/>
                    <a:pt x="269194" y="71221"/>
                    <a:pt x="269194" y="59635"/>
                  </a:cubicBezTo>
                  <a:cubicBezTo>
                    <a:pt x="269194" y="48050"/>
                    <a:pt x="265251" y="38591"/>
                    <a:pt x="257369" y="31255"/>
                  </a:cubicBezTo>
                  <a:cubicBezTo>
                    <a:pt x="249485" y="23921"/>
                    <a:pt x="239307" y="20253"/>
                    <a:pt x="226833" y="20253"/>
                  </a:cubicBezTo>
                  <a:close/>
                  <a:moveTo>
                    <a:pt x="436041" y="7784"/>
                  </a:moveTo>
                  <a:lnTo>
                    <a:pt x="457695" y="7784"/>
                  </a:lnTo>
                  <a:lnTo>
                    <a:pt x="457695" y="121227"/>
                  </a:lnTo>
                  <a:lnTo>
                    <a:pt x="488638" y="121227"/>
                  </a:lnTo>
                  <a:lnTo>
                    <a:pt x="488638" y="139785"/>
                  </a:lnTo>
                  <a:lnTo>
                    <a:pt x="457695" y="139785"/>
                  </a:lnTo>
                  <a:lnTo>
                    <a:pt x="457695" y="182063"/>
                  </a:lnTo>
                  <a:lnTo>
                    <a:pt x="431916" y="182063"/>
                  </a:lnTo>
                  <a:lnTo>
                    <a:pt x="431916" y="139785"/>
                  </a:lnTo>
                  <a:lnTo>
                    <a:pt x="341166" y="139785"/>
                  </a:lnTo>
                  <a:lnTo>
                    <a:pt x="341166" y="118131"/>
                  </a:lnTo>
                  <a:close/>
                  <a:moveTo>
                    <a:pt x="591940" y="6311"/>
                  </a:moveTo>
                  <a:cubicBezTo>
                    <a:pt x="651759" y="6311"/>
                    <a:pt x="663105" y="59938"/>
                    <a:pt x="663105" y="96034"/>
                  </a:cubicBezTo>
                  <a:cubicBezTo>
                    <a:pt x="663105" y="132131"/>
                    <a:pt x="651759" y="184718"/>
                    <a:pt x="591940" y="184718"/>
                  </a:cubicBezTo>
                  <a:cubicBezTo>
                    <a:pt x="532132" y="184718"/>
                    <a:pt x="520785" y="132131"/>
                    <a:pt x="520785" y="96034"/>
                  </a:cubicBezTo>
                  <a:cubicBezTo>
                    <a:pt x="520785" y="59938"/>
                    <a:pt x="532132" y="6311"/>
                    <a:pt x="591940" y="6311"/>
                  </a:cubicBezTo>
                  <a:close/>
                  <a:moveTo>
                    <a:pt x="55695" y="6311"/>
                  </a:moveTo>
                  <a:lnTo>
                    <a:pt x="76309" y="6311"/>
                  </a:lnTo>
                  <a:lnTo>
                    <a:pt x="76309" y="180591"/>
                  </a:lnTo>
                  <a:lnTo>
                    <a:pt x="48473" y="180591"/>
                  </a:lnTo>
                  <a:lnTo>
                    <a:pt x="48473" y="56840"/>
                  </a:lnTo>
                  <a:lnTo>
                    <a:pt x="0" y="56840"/>
                  </a:lnTo>
                  <a:lnTo>
                    <a:pt x="0" y="39312"/>
                  </a:lnTo>
                  <a:cubicBezTo>
                    <a:pt x="33001" y="37244"/>
                    <a:pt x="47434" y="35187"/>
                    <a:pt x="55695" y="6311"/>
                  </a:cubicBezTo>
                  <a:close/>
                  <a:moveTo>
                    <a:pt x="228329" y="0"/>
                  </a:moveTo>
                  <a:cubicBezTo>
                    <a:pt x="251480" y="0"/>
                    <a:pt x="269319" y="6855"/>
                    <a:pt x="281842" y="20567"/>
                  </a:cubicBezTo>
                  <a:cubicBezTo>
                    <a:pt x="294366" y="34277"/>
                    <a:pt x="300627" y="53759"/>
                    <a:pt x="300627" y="79013"/>
                  </a:cubicBezTo>
                  <a:cubicBezTo>
                    <a:pt x="300627" y="112936"/>
                    <a:pt x="293842" y="139066"/>
                    <a:pt x="280271" y="157402"/>
                  </a:cubicBezTo>
                  <a:cubicBezTo>
                    <a:pt x="266698" y="175739"/>
                    <a:pt x="247440" y="184906"/>
                    <a:pt x="222492" y="184906"/>
                  </a:cubicBezTo>
                  <a:cubicBezTo>
                    <a:pt x="203432" y="184906"/>
                    <a:pt x="188238" y="180635"/>
                    <a:pt x="176912" y="172092"/>
                  </a:cubicBezTo>
                  <a:cubicBezTo>
                    <a:pt x="165586" y="163549"/>
                    <a:pt x="159524" y="151776"/>
                    <a:pt x="158725" y="136773"/>
                  </a:cubicBezTo>
                  <a:lnTo>
                    <a:pt x="184772" y="136773"/>
                  </a:lnTo>
                  <a:cubicBezTo>
                    <a:pt x="185869" y="146025"/>
                    <a:pt x="189685" y="153172"/>
                    <a:pt x="196223" y="158214"/>
                  </a:cubicBezTo>
                  <a:cubicBezTo>
                    <a:pt x="202759" y="163257"/>
                    <a:pt x="211514" y="165778"/>
                    <a:pt x="222492" y="165778"/>
                  </a:cubicBezTo>
                  <a:cubicBezTo>
                    <a:pt x="238658" y="165778"/>
                    <a:pt x="251132" y="158236"/>
                    <a:pt x="259913" y="143150"/>
                  </a:cubicBezTo>
                  <a:cubicBezTo>
                    <a:pt x="266300" y="131898"/>
                    <a:pt x="270441" y="117104"/>
                    <a:pt x="272337" y="98768"/>
                  </a:cubicBezTo>
                  <a:cubicBezTo>
                    <a:pt x="258965" y="112520"/>
                    <a:pt x="242349" y="119396"/>
                    <a:pt x="222492" y="119396"/>
                  </a:cubicBezTo>
                  <a:cubicBezTo>
                    <a:pt x="202533" y="119396"/>
                    <a:pt x="186443" y="113915"/>
                    <a:pt x="174218" y="102955"/>
                  </a:cubicBezTo>
                  <a:cubicBezTo>
                    <a:pt x="161995" y="91995"/>
                    <a:pt x="155882" y="77555"/>
                    <a:pt x="155882" y="59635"/>
                  </a:cubicBezTo>
                  <a:cubicBezTo>
                    <a:pt x="155882" y="41715"/>
                    <a:pt x="162518" y="27296"/>
                    <a:pt x="175790" y="16378"/>
                  </a:cubicBezTo>
                  <a:cubicBezTo>
                    <a:pt x="189062" y="5459"/>
                    <a:pt x="206575" y="0"/>
                    <a:pt x="228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1" name="任意多边形: 形状 100"/>
            <p:cNvSpPr/>
            <p:nvPr/>
          </p:nvSpPr>
          <p:spPr>
            <a:xfrm>
              <a:off x="3373025" y="4211641"/>
              <a:ext cx="3537217" cy="893065"/>
            </a:xfrm>
            <a:custGeom>
              <a:avLst/>
              <a:gdLst>
                <a:gd name="connsiteX0" fmla="*/ 162894 w 326707"/>
                <a:gd name="connsiteY0" fmla="*/ 82351 h 82486"/>
                <a:gd name="connsiteX1" fmla="*/ 135176 w 326707"/>
                <a:gd name="connsiteY1" fmla="*/ 76350 h 82486"/>
                <a:gd name="connsiteX2" fmla="*/ 143177 w 326707"/>
                <a:gd name="connsiteY2" fmla="*/ 44536 h 82486"/>
                <a:gd name="connsiteX3" fmla="*/ 19352 w 326707"/>
                <a:gd name="connsiteY3" fmla="*/ 21771 h 82486"/>
                <a:gd name="connsiteX4" fmla="*/ -365 w 326707"/>
                <a:gd name="connsiteY4" fmla="*/ -136 h 82486"/>
                <a:gd name="connsiteX5" fmla="*/ 30877 w 326707"/>
                <a:gd name="connsiteY5" fmla="*/ 4817 h 82486"/>
                <a:gd name="connsiteX6" fmla="*/ 133842 w 326707"/>
                <a:gd name="connsiteY6" fmla="*/ 5674 h 82486"/>
                <a:gd name="connsiteX7" fmla="*/ 162989 w 326707"/>
                <a:gd name="connsiteY7" fmla="*/ 5674 h 82486"/>
                <a:gd name="connsiteX8" fmla="*/ 192135 w 326707"/>
                <a:gd name="connsiteY8" fmla="*/ 5674 h 82486"/>
                <a:gd name="connsiteX9" fmla="*/ 295100 w 326707"/>
                <a:gd name="connsiteY9" fmla="*/ 4817 h 82486"/>
                <a:gd name="connsiteX10" fmla="*/ 326342 w 326707"/>
                <a:gd name="connsiteY10" fmla="*/ -136 h 82486"/>
                <a:gd name="connsiteX11" fmla="*/ 306721 w 326707"/>
                <a:gd name="connsiteY11" fmla="*/ 21771 h 82486"/>
                <a:gd name="connsiteX12" fmla="*/ 182896 w 326707"/>
                <a:gd name="connsiteY12" fmla="*/ 44536 h 82486"/>
                <a:gd name="connsiteX13" fmla="*/ 190897 w 326707"/>
                <a:gd name="connsiteY13" fmla="*/ 76350 h 8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707" h="82486">
                  <a:moveTo>
                    <a:pt x="162894" y="82351"/>
                  </a:moveTo>
                  <a:lnTo>
                    <a:pt x="135176" y="76350"/>
                  </a:lnTo>
                  <a:lnTo>
                    <a:pt x="143177" y="44536"/>
                  </a:lnTo>
                  <a:cubicBezTo>
                    <a:pt x="101245" y="41102"/>
                    <a:pt x="59763" y="33475"/>
                    <a:pt x="19352" y="21771"/>
                  </a:cubicBezTo>
                  <a:cubicBezTo>
                    <a:pt x="11564" y="15662"/>
                    <a:pt x="4893" y="8250"/>
                    <a:pt x="-365" y="-136"/>
                  </a:cubicBezTo>
                  <a:cubicBezTo>
                    <a:pt x="9900" y="2347"/>
                    <a:pt x="20347" y="4003"/>
                    <a:pt x="30877" y="4817"/>
                  </a:cubicBezTo>
                  <a:cubicBezTo>
                    <a:pt x="58785" y="5865"/>
                    <a:pt x="102410" y="2245"/>
                    <a:pt x="133842" y="5674"/>
                  </a:cubicBezTo>
                  <a:lnTo>
                    <a:pt x="162989" y="5674"/>
                  </a:lnTo>
                  <a:lnTo>
                    <a:pt x="192135" y="5674"/>
                  </a:lnTo>
                  <a:cubicBezTo>
                    <a:pt x="223568" y="2245"/>
                    <a:pt x="267288" y="5674"/>
                    <a:pt x="295100" y="4817"/>
                  </a:cubicBezTo>
                  <a:cubicBezTo>
                    <a:pt x="305630" y="4003"/>
                    <a:pt x="316077" y="2347"/>
                    <a:pt x="326342" y="-136"/>
                  </a:cubicBezTo>
                  <a:cubicBezTo>
                    <a:pt x="321105" y="8236"/>
                    <a:pt x="314468" y="15647"/>
                    <a:pt x="306721" y="21771"/>
                  </a:cubicBezTo>
                  <a:cubicBezTo>
                    <a:pt x="266307" y="33462"/>
                    <a:pt x="224826" y="41088"/>
                    <a:pt x="182896" y="44536"/>
                  </a:cubicBezTo>
                  <a:lnTo>
                    <a:pt x="190897" y="76350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2" name="任意多边形: 形状 101"/>
            <p:cNvSpPr/>
            <p:nvPr/>
          </p:nvSpPr>
          <p:spPr>
            <a:xfrm>
              <a:off x="3518431" y="3788820"/>
              <a:ext cx="3246401" cy="902357"/>
            </a:xfrm>
            <a:custGeom>
              <a:avLst/>
              <a:gdLst>
                <a:gd name="connsiteX0" fmla="*/ 149463 w 299846"/>
                <a:gd name="connsiteY0" fmla="*/ 6151 h 83344"/>
                <a:gd name="connsiteX1" fmla="*/ 191564 w 299846"/>
                <a:gd name="connsiteY1" fmla="*/ 6151 h 83344"/>
                <a:gd name="connsiteX2" fmla="*/ 277289 w 299846"/>
                <a:gd name="connsiteY2" fmla="*/ 2722 h 83344"/>
                <a:gd name="connsiteX3" fmla="*/ 299482 w 299846"/>
                <a:gd name="connsiteY3" fmla="*/ -135 h 83344"/>
                <a:gd name="connsiteX4" fmla="*/ 279289 w 299846"/>
                <a:gd name="connsiteY4" fmla="*/ 21391 h 83344"/>
                <a:gd name="connsiteX5" fmla="*/ 254619 w 299846"/>
                <a:gd name="connsiteY5" fmla="*/ 32631 h 83344"/>
                <a:gd name="connsiteX6" fmla="*/ 195278 w 299846"/>
                <a:gd name="connsiteY6" fmla="*/ 45871 h 83344"/>
                <a:gd name="connsiteX7" fmla="*/ 168799 w 299846"/>
                <a:gd name="connsiteY7" fmla="*/ 48823 h 83344"/>
                <a:gd name="connsiteX8" fmla="*/ 176229 w 299846"/>
                <a:gd name="connsiteY8" fmla="*/ 78636 h 83344"/>
                <a:gd name="connsiteX9" fmla="*/ 149558 w 299846"/>
                <a:gd name="connsiteY9" fmla="*/ 83208 h 83344"/>
                <a:gd name="connsiteX10" fmla="*/ 122889 w 299846"/>
                <a:gd name="connsiteY10" fmla="*/ 78636 h 83344"/>
                <a:gd name="connsiteX11" fmla="*/ 130318 w 299846"/>
                <a:gd name="connsiteY11" fmla="*/ 48823 h 83344"/>
                <a:gd name="connsiteX12" fmla="*/ 103839 w 299846"/>
                <a:gd name="connsiteY12" fmla="*/ 45870 h 83344"/>
                <a:gd name="connsiteX13" fmla="*/ 44498 w 299846"/>
                <a:gd name="connsiteY13" fmla="*/ 32630 h 83344"/>
                <a:gd name="connsiteX14" fmla="*/ 19828 w 299846"/>
                <a:gd name="connsiteY14" fmla="*/ 21391 h 83344"/>
                <a:gd name="connsiteX15" fmla="*/ -365 w 299846"/>
                <a:gd name="connsiteY15" fmla="*/ -136 h 83344"/>
                <a:gd name="connsiteX16" fmla="*/ 21828 w 299846"/>
                <a:gd name="connsiteY16" fmla="*/ 2721 h 83344"/>
                <a:gd name="connsiteX17" fmla="*/ 107553 w 299846"/>
                <a:gd name="connsiteY17" fmla="*/ 6150 h 83344"/>
                <a:gd name="connsiteX18" fmla="*/ 149654 w 299846"/>
                <a:gd name="connsiteY18" fmla="*/ 6151 h 83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846" h="83344">
                  <a:moveTo>
                    <a:pt x="149463" y="6151"/>
                  </a:moveTo>
                  <a:cubicBezTo>
                    <a:pt x="170323" y="6151"/>
                    <a:pt x="191659" y="6151"/>
                    <a:pt x="191564" y="6151"/>
                  </a:cubicBezTo>
                  <a:cubicBezTo>
                    <a:pt x="219999" y="2694"/>
                    <a:pt x="248668" y="1547"/>
                    <a:pt x="277289" y="2722"/>
                  </a:cubicBezTo>
                  <a:cubicBezTo>
                    <a:pt x="284757" y="2441"/>
                    <a:pt x="292185" y="1485"/>
                    <a:pt x="299482" y="-135"/>
                  </a:cubicBezTo>
                  <a:cubicBezTo>
                    <a:pt x="294242" y="8306"/>
                    <a:pt x="287378" y="15623"/>
                    <a:pt x="279289" y="21391"/>
                  </a:cubicBezTo>
                  <a:cubicBezTo>
                    <a:pt x="271430" y="25890"/>
                    <a:pt x="263171" y="29653"/>
                    <a:pt x="254619" y="32631"/>
                  </a:cubicBezTo>
                  <a:cubicBezTo>
                    <a:pt x="235136" y="38283"/>
                    <a:pt x="215317" y="42705"/>
                    <a:pt x="195278" y="45871"/>
                  </a:cubicBezTo>
                  <a:cubicBezTo>
                    <a:pt x="185754" y="47013"/>
                    <a:pt x="176800" y="48156"/>
                    <a:pt x="168799" y="48823"/>
                  </a:cubicBezTo>
                  <a:lnTo>
                    <a:pt x="176229" y="78636"/>
                  </a:lnTo>
                  <a:lnTo>
                    <a:pt x="149558" y="83208"/>
                  </a:lnTo>
                  <a:lnTo>
                    <a:pt x="122889" y="78636"/>
                  </a:lnTo>
                  <a:lnTo>
                    <a:pt x="130318" y="48823"/>
                  </a:lnTo>
                  <a:cubicBezTo>
                    <a:pt x="122317" y="48156"/>
                    <a:pt x="113078" y="47013"/>
                    <a:pt x="103839" y="45870"/>
                  </a:cubicBezTo>
                  <a:cubicBezTo>
                    <a:pt x="83800" y="42705"/>
                    <a:pt x="63981" y="38283"/>
                    <a:pt x="44498" y="32630"/>
                  </a:cubicBezTo>
                  <a:cubicBezTo>
                    <a:pt x="35946" y="29652"/>
                    <a:pt x="27687" y="25889"/>
                    <a:pt x="19828" y="21391"/>
                  </a:cubicBezTo>
                  <a:cubicBezTo>
                    <a:pt x="11739" y="15622"/>
                    <a:pt x="4875" y="8305"/>
                    <a:pt x="-365" y="-136"/>
                  </a:cubicBezTo>
                  <a:cubicBezTo>
                    <a:pt x="6931" y="1484"/>
                    <a:pt x="14359" y="2441"/>
                    <a:pt x="21828" y="2721"/>
                  </a:cubicBezTo>
                  <a:cubicBezTo>
                    <a:pt x="50449" y="1547"/>
                    <a:pt x="79118" y="2694"/>
                    <a:pt x="107553" y="6150"/>
                  </a:cubicBezTo>
                  <a:cubicBezTo>
                    <a:pt x="107553" y="6151"/>
                    <a:pt x="128794" y="6151"/>
                    <a:pt x="149654" y="6151"/>
                  </a:cubicBezTo>
                </a:path>
              </a:pathLst>
            </a:custGeom>
            <a:solidFill>
              <a:srgbClr val="13AE6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3" name="任意多边形: 形状 102"/>
            <p:cNvSpPr/>
            <p:nvPr/>
          </p:nvSpPr>
          <p:spPr>
            <a:xfrm>
              <a:off x="3703032" y="3358787"/>
              <a:ext cx="2883406" cy="928137"/>
            </a:xfrm>
            <a:custGeom>
              <a:avLst/>
              <a:gdLst>
                <a:gd name="connsiteX0" fmla="*/ 132699 w 266319"/>
                <a:gd name="connsiteY0" fmla="*/ 85589 h 85725"/>
                <a:gd name="connsiteX1" fmla="*/ 132223 w 266319"/>
                <a:gd name="connsiteY1" fmla="*/ 85589 h 85725"/>
                <a:gd name="connsiteX2" fmla="*/ 107077 w 266319"/>
                <a:gd name="connsiteY2" fmla="*/ 82637 h 85725"/>
                <a:gd name="connsiteX3" fmla="*/ 113840 w 266319"/>
                <a:gd name="connsiteY3" fmla="*/ 54062 h 85725"/>
                <a:gd name="connsiteX4" fmla="*/ 91551 w 266319"/>
                <a:gd name="connsiteY4" fmla="*/ 52728 h 85725"/>
                <a:gd name="connsiteX5" fmla="*/ 43355 w 266319"/>
                <a:gd name="connsiteY5" fmla="*/ 38536 h 85725"/>
                <a:gd name="connsiteX6" fmla="*/ 18685 w 266319"/>
                <a:gd name="connsiteY6" fmla="*/ 22629 h 85725"/>
                <a:gd name="connsiteX7" fmla="*/ -365 w 266319"/>
                <a:gd name="connsiteY7" fmla="*/ -136 h 85725"/>
                <a:gd name="connsiteX8" fmla="*/ 21352 w 266319"/>
                <a:gd name="connsiteY8" fmla="*/ 2627 h 85725"/>
                <a:gd name="connsiteX9" fmla="*/ 91456 w 266319"/>
                <a:gd name="connsiteY9" fmla="*/ 6818 h 85725"/>
                <a:gd name="connsiteX10" fmla="*/ 132794 w 266319"/>
                <a:gd name="connsiteY10" fmla="*/ 6818 h 85725"/>
                <a:gd name="connsiteX11" fmla="*/ 174133 w 266319"/>
                <a:gd name="connsiteY11" fmla="*/ 6818 h 85725"/>
                <a:gd name="connsiteX12" fmla="*/ 244237 w 266319"/>
                <a:gd name="connsiteY12" fmla="*/ 2627 h 85725"/>
                <a:gd name="connsiteX13" fmla="*/ 265954 w 266319"/>
                <a:gd name="connsiteY13" fmla="*/ -136 h 85725"/>
                <a:gd name="connsiteX14" fmla="*/ 246904 w 266319"/>
                <a:gd name="connsiteY14" fmla="*/ 22629 h 85725"/>
                <a:gd name="connsiteX15" fmla="*/ 222234 w 266319"/>
                <a:gd name="connsiteY15" fmla="*/ 38536 h 85725"/>
                <a:gd name="connsiteX16" fmla="*/ 174038 w 266319"/>
                <a:gd name="connsiteY16" fmla="*/ 52728 h 85725"/>
                <a:gd name="connsiteX17" fmla="*/ 151654 w 266319"/>
                <a:gd name="connsiteY17" fmla="*/ 54062 h 85725"/>
                <a:gd name="connsiteX18" fmla="*/ 158417 w 266319"/>
                <a:gd name="connsiteY18" fmla="*/ 82637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319" h="85725">
                  <a:moveTo>
                    <a:pt x="132699" y="85589"/>
                  </a:moveTo>
                  <a:lnTo>
                    <a:pt x="132223" y="85589"/>
                  </a:lnTo>
                  <a:lnTo>
                    <a:pt x="107077" y="82637"/>
                  </a:lnTo>
                  <a:lnTo>
                    <a:pt x="113840" y="54062"/>
                  </a:lnTo>
                  <a:cubicBezTo>
                    <a:pt x="106384" y="54659"/>
                    <a:pt x="98882" y="54210"/>
                    <a:pt x="91551" y="52728"/>
                  </a:cubicBezTo>
                  <a:cubicBezTo>
                    <a:pt x="74928" y="50153"/>
                    <a:pt x="58721" y="45380"/>
                    <a:pt x="43355" y="38536"/>
                  </a:cubicBezTo>
                  <a:cubicBezTo>
                    <a:pt x="34466" y="34344"/>
                    <a:pt x="26171" y="28996"/>
                    <a:pt x="18685" y="22629"/>
                  </a:cubicBezTo>
                  <a:cubicBezTo>
                    <a:pt x="11003" y="16263"/>
                    <a:pt x="4548" y="8548"/>
                    <a:pt x="-365" y="-136"/>
                  </a:cubicBezTo>
                  <a:cubicBezTo>
                    <a:pt x="-365" y="-136"/>
                    <a:pt x="14684" y="2246"/>
                    <a:pt x="21352" y="2627"/>
                  </a:cubicBezTo>
                  <a:cubicBezTo>
                    <a:pt x="34020" y="3198"/>
                    <a:pt x="58404" y="4055"/>
                    <a:pt x="91456" y="6818"/>
                  </a:cubicBezTo>
                  <a:cubicBezTo>
                    <a:pt x="91456" y="6818"/>
                    <a:pt x="112411" y="6818"/>
                    <a:pt x="132794" y="6818"/>
                  </a:cubicBezTo>
                  <a:cubicBezTo>
                    <a:pt x="153178" y="6818"/>
                    <a:pt x="173942" y="6818"/>
                    <a:pt x="174133" y="6818"/>
                  </a:cubicBezTo>
                  <a:cubicBezTo>
                    <a:pt x="207185" y="4055"/>
                    <a:pt x="231283" y="3198"/>
                    <a:pt x="244237" y="2627"/>
                  </a:cubicBezTo>
                  <a:cubicBezTo>
                    <a:pt x="250904" y="2627"/>
                    <a:pt x="266049" y="55"/>
                    <a:pt x="265954" y="-136"/>
                  </a:cubicBezTo>
                  <a:cubicBezTo>
                    <a:pt x="261024" y="8536"/>
                    <a:pt x="254571" y="16248"/>
                    <a:pt x="246904" y="22629"/>
                  </a:cubicBezTo>
                  <a:cubicBezTo>
                    <a:pt x="239402" y="28975"/>
                    <a:pt x="231110" y="34322"/>
                    <a:pt x="222234" y="38536"/>
                  </a:cubicBezTo>
                  <a:cubicBezTo>
                    <a:pt x="206859" y="45355"/>
                    <a:pt x="190655" y="50127"/>
                    <a:pt x="174038" y="52728"/>
                  </a:cubicBezTo>
                  <a:cubicBezTo>
                    <a:pt x="166675" y="54209"/>
                    <a:pt x="159141" y="54658"/>
                    <a:pt x="151654" y="54062"/>
                  </a:cubicBezTo>
                  <a:lnTo>
                    <a:pt x="158417" y="82637"/>
                  </a:lnTo>
                  <a:close/>
                </a:path>
              </a:pathLst>
            </a:custGeom>
            <a:solidFill>
              <a:srgbClr val="89C99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4" name="任意多边形: 形状 103"/>
            <p:cNvSpPr/>
            <p:nvPr/>
          </p:nvSpPr>
          <p:spPr>
            <a:xfrm>
              <a:off x="3872159" y="2875128"/>
              <a:ext cx="2534835" cy="962162"/>
            </a:xfrm>
            <a:custGeom>
              <a:avLst/>
              <a:gdLst>
                <a:gd name="connsiteX0" fmla="*/ 116793 w 234124"/>
                <a:gd name="connsiteY0" fmla="*/ 88732 h 88868"/>
                <a:gd name="connsiteX1" fmla="*/ 92790 w 234124"/>
                <a:gd name="connsiteY1" fmla="*/ 87208 h 88868"/>
                <a:gd name="connsiteX2" fmla="*/ 99076 w 234124"/>
                <a:gd name="connsiteY2" fmla="*/ 61300 h 88868"/>
                <a:gd name="connsiteX3" fmla="*/ 82407 w 234124"/>
                <a:gd name="connsiteY3" fmla="*/ 61300 h 88868"/>
                <a:gd name="connsiteX4" fmla="*/ 47736 w 234124"/>
                <a:gd name="connsiteY4" fmla="*/ 50251 h 88868"/>
                <a:gd name="connsiteX5" fmla="*/ 15351 w 234124"/>
                <a:gd name="connsiteY5" fmla="*/ 24534 h 88868"/>
                <a:gd name="connsiteX6" fmla="*/ -365 w 234124"/>
                <a:gd name="connsiteY6" fmla="*/ -136 h 88868"/>
                <a:gd name="connsiteX7" fmla="*/ 12684 w 234124"/>
                <a:gd name="connsiteY7" fmla="*/ 2817 h 88868"/>
                <a:gd name="connsiteX8" fmla="*/ 88884 w 234124"/>
                <a:gd name="connsiteY8" fmla="*/ 12342 h 88868"/>
                <a:gd name="connsiteX9" fmla="*/ 144510 w 234124"/>
                <a:gd name="connsiteY9" fmla="*/ 12342 h 88868"/>
                <a:gd name="connsiteX10" fmla="*/ 220710 w 234124"/>
                <a:gd name="connsiteY10" fmla="*/ 2817 h 88868"/>
                <a:gd name="connsiteX11" fmla="*/ 233759 w 234124"/>
                <a:gd name="connsiteY11" fmla="*/ -136 h 88868"/>
                <a:gd name="connsiteX12" fmla="*/ 218043 w 234124"/>
                <a:gd name="connsiteY12" fmla="*/ 24534 h 88868"/>
                <a:gd name="connsiteX13" fmla="*/ 185753 w 234124"/>
                <a:gd name="connsiteY13" fmla="*/ 50252 h 88868"/>
                <a:gd name="connsiteX14" fmla="*/ 150892 w 234124"/>
                <a:gd name="connsiteY14" fmla="*/ 62063 h 88868"/>
                <a:gd name="connsiteX15" fmla="*/ 134318 w 234124"/>
                <a:gd name="connsiteY15" fmla="*/ 62063 h 88868"/>
                <a:gd name="connsiteX16" fmla="*/ 140510 w 234124"/>
                <a:gd name="connsiteY16" fmla="*/ 879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124" h="88868">
                  <a:moveTo>
                    <a:pt x="116793" y="88732"/>
                  </a:moveTo>
                  <a:lnTo>
                    <a:pt x="92790" y="87208"/>
                  </a:lnTo>
                  <a:lnTo>
                    <a:pt x="99076" y="61300"/>
                  </a:lnTo>
                  <a:cubicBezTo>
                    <a:pt x="93620" y="62791"/>
                    <a:pt x="87864" y="62791"/>
                    <a:pt x="82407" y="61300"/>
                  </a:cubicBezTo>
                  <a:cubicBezTo>
                    <a:pt x="70332" y="59502"/>
                    <a:pt x="58625" y="55771"/>
                    <a:pt x="47736" y="50251"/>
                  </a:cubicBezTo>
                  <a:cubicBezTo>
                    <a:pt x="35340" y="43915"/>
                    <a:pt x="24330" y="35173"/>
                    <a:pt x="15351" y="24534"/>
                  </a:cubicBezTo>
                  <a:cubicBezTo>
                    <a:pt x="8934" y="17123"/>
                    <a:pt x="3639" y="8812"/>
                    <a:pt x="-365" y="-136"/>
                  </a:cubicBezTo>
                  <a:cubicBezTo>
                    <a:pt x="3925" y="1097"/>
                    <a:pt x="8282" y="2082"/>
                    <a:pt x="12684" y="2817"/>
                  </a:cubicBezTo>
                  <a:cubicBezTo>
                    <a:pt x="37809" y="7902"/>
                    <a:pt x="63281" y="11086"/>
                    <a:pt x="88884" y="12342"/>
                  </a:cubicBezTo>
                  <a:lnTo>
                    <a:pt x="144510" y="12342"/>
                  </a:lnTo>
                  <a:cubicBezTo>
                    <a:pt x="170114" y="11086"/>
                    <a:pt x="195586" y="7902"/>
                    <a:pt x="220710" y="2817"/>
                  </a:cubicBezTo>
                  <a:cubicBezTo>
                    <a:pt x="225113" y="2083"/>
                    <a:pt x="229470" y="1097"/>
                    <a:pt x="233759" y="-136"/>
                  </a:cubicBezTo>
                  <a:cubicBezTo>
                    <a:pt x="229756" y="8812"/>
                    <a:pt x="224460" y="17124"/>
                    <a:pt x="218043" y="24534"/>
                  </a:cubicBezTo>
                  <a:cubicBezTo>
                    <a:pt x="209092" y="35163"/>
                    <a:pt x="198116" y="43905"/>
                    <a:pt x="185753" y="50252"/>
                  </a:cubicBezTo>
                  <a:cubicBezTo>
                    <a:pt x="174841" y="56032"/>
                    <a:pt x="163070" y="60020"/>
                    <a:pt x="150892" y="62063"/>
                  </a:cubicBezTo>
                  <a:cubicBezTo>
                    <a:pt x="145468" y="63555"/>
                    <a:pt x="139742" y="63555"/>
                    <a:pt x="134318" y="62063"/>
                  </a:cubicBezTo>
                  <a:lnTo>
                    <a:pt x="140510" y="87971"/>
                  </a:lnTo>
                  <a:close/>
                </a:path>
              </a:pathLst>
            </a:custGeom>
            <a:solidFill>
              <a:srgbClr val="CAE5C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5" name="任意多边形: 形状 104"/>
            <p:cNvSpPr/>
            <p:nvPr/>
          </p:nvSpPr>
          <p:spPr>
            <a:xfrm>
              <a:off x="4050561" y="2168719"/>
              <a:ext cx="2183167" cy="1215848"/>
            </a:xfrm>
            <a:custGeom>
              <a:avLst/>
              <a:gdLst>
                <a:gd name="connsiteX0" fmla="*/ 78597 w 201643"/>
                <a:gd name="connsiteY0" fmla="*/ 112164 h 112299"/>
                <a:gd name="connsiteX1" fmla="*/ 84217 w 201643"/>
                <a:gd name="connsiteY1" fmla="*/ 89113 h 112299"/>
                <a:gd name="connsiteX2" fmla="*/ 69072 w 201643"/>
                <a:gd name="connsiteY2" fmla="*/ 89685 h 112299"/>
                <a:gd name="connsiteX3" fmla="*/ 56118 w 201643"/>
                <a:gd name="connsiteY3" fmla="*/ 78731 h 112299"/>
                <a:gd name="connsiteX4" fmla="*/ 37068 w 201643"/>
                <a:gd name="connsiteY4" fmla="*/ 73397 h 112299"/>
                <a:gd name="connsiteX5" fmla="*/ 28972 w 201643"/>
                <a:gd name="connsiteY5" fmla="*/ 57014 h 112299"/>
                <a:gd name="connsiteX6" fmla="*/ 7636 w 201643"/>
                <a:gd name="connsiteY6" fmla="*/ 43679 h 112299"/>
                <a:gd name="connsiteX7" fmla="*/ -365 w 201643"/>
                <a:gd name="connsiteY7" fmla="*/ 21105 h 112299"/>
                <a:gd name="connsiteX8" fmla="*/ 87837 w 201643"/>
                <a:gd name="connsiteY8" fmla="*/ 34154 h 112299"/>
                <a:gd name="connsiteX9" fmla="*/ 92599 w 201643"/>
                <a:gd name="connsiteY9" fmla="*/ 9961 h 112299"/>
                <a:gd name="connsiteX10" fmla="*/ 100409 w 201643"/>
                <a:gd name="connsiteY10" fmla="*/ -136 h 112299"/>
                <a:gd name="connsiteX11" fmla="*/ 100409 w 201643"/>
                <a:gd name="connsiteY11" fmla="*/ -136 h 112299"/>
                <a:gd name="connsiteX12" fmla="*/ 108220 w 201643"/>
                <a:gd name="connsiteY12" fmla="*/ 9961 h 112299"/>
                <a:gd name="connsiteX13" fmla="*/ 112982 w 201643"/>
                <a:gd name="connsiteY13" fmla="*/ 34154 h 112299"/>
                <a:gd name="connsiteX14" fmla="*/ 201279 w 201643"/>
                <a:gd name="connsiteY14" fmla="*/ 21105 h 112299"/>
                <a:gd name="connsiteX15" fmla="*/ 193278 w 201643"/>
                <a:gd name="connsiteY15" fmla="*/ 43679 h 112299"/>
                <a:gd name="connsiteX16" fmla="*/ 171942 w 201643"/>
                <a:gd name="connsiteY16" fmla="*/ 57014 h 112299"/>
                <a:gd name="connsiteX17" fmla="*/ 163751 w 201643"/>
                <a:gd name="connsiteY17" fmla="*/ 73397 h 112299"/>
                <a:gd name="connsiteX18" fmla="*/ 144701 w 201643"/>
                <a:gd name="connsiteY18" fmla="*/ 78731 h 112299"/>
                <a:gd name="connsiteX19" fmla="*/ 131651 w 201643"/>
                <a:gd name="connsiteY19" fmla="*/ 89685 h 112299"/>
                <a:gd name="connsiteX20" fmla="*/ 116507 w 201643"/>
                <a:gd name="connsiteY20" fmla="*/ 89113 h 112299"/>
                <a:gd name="connsiteX21" fmla="*/ 122126 w 201643"/>
                <a:gd name="connsiteY21" fmla="*/ 112164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1643" h="112299">
                  <a:moveTo>
                    <a:pt x="78597" y="112164"/>
                  </a:moveTo>
                  <a:lnTo>
                    <a:pt x="84217" y="89113"/>
                  </a:lnTo>
                  <a:cubicBezTo>
                    <a:pt x="79371" y="90976"/>
                    <a:pt x="74044" y="91177"/>
                    <a:pt x="69072" y="89685"/>
                  </a:cubicBezTo>
                  <a:cubicBezTo>
                    <a:pt x="63385" y="88055"/>
                    <a:pt x="58670" y="84068"/>
                    <a:pt x="56118" y="78731"/>
                  </a:cubicBezTo>
                  <a:cubicBezTo>
                    <a:pt x="49336" y="79278"/>
                    <a:pt x="42581" y="77387"/>
                    <a:pt x="37068" y="73397"/>
                  </a:cubicBezTo>
                  <a:cubicBezTo>
                    <a:pt x="32448" y="69117"/>
                    <a:pt x="29565" y="63285"/>
                    <a:pt x="28972" y="57014"/>
                  </a:cubicBezTo>
                  <a:cubicBezTo>
                    <a:pt x="20600" y="55005"/>
                    <a:pt x="13110" y="50324"/>
                    <a:pt x="7636" y="43679"/>
                  </a:cubicBezTo>
                  <a:cubicBezTo>
                    <a:pt x="2458" y="37295"/>
                    <a:pt x="-368" y="29325"/>
                    <a:pt x="-365" y="21105"/>
                  </a:cubicBezTo>
                  <a:cubicBezTo>
                    <a:pt x="28175" y="30029"/>
                    <a:pt x="57935" y="34432"/>
                    <a:pt x="87837" y="34154"/>
                  </a:cubicBezTo>
                  <a:lnTo>
                    <a:pt x="92599" y="9961"/>
                  </a:lnTo>
                  <a:cubicBezTo>
                    <a:pt x="93075" y="7389"/>
                    <a:pt x="94218" y="-136"/>
                    <a:pt x="100409" y="-136"/>
                  </a:cubicBezTo>
                  <a:lnTo>
                    <a:pt x="100409" y="-136"/>
                  </a:lnTo>
                  <a:cubicBezTo>
                    <a:pt x="106600" y="-136"/>
                    <a:pt x="107744" y="7389"/>
                    <a:pt x="108220" y="9961"/>
                  </a:cubicBezTo>
                  <a:lnTo>
                    <a:pt x="112982" y="34154"/>
                  </a:lnTo>
                  <a:cubicBezTo>
                    <a:pt x="142914" y="34422"/>
                    <a:pt x="172704" y="30019"/>
                    <a:pt x="201279" y="21105"/>
                  </a:cubicBezTo>
                  <a:cubicBezTo>
                    <a:pt x="201236" y="29317"/>
                    <a:pt x="198416" y="37273"/>
                    <a:pt x="193278" y="43679"/>
                  </a:cubicBezTo>
                  <a:cubicBezTo>
                    <a:pt x="187790" y="50308"/>
                    <a:pt x="180306" y="54986"/>
                    <a:pt x="171942" y="57014"/>
                  </a:cubicBezTo>
                  <a:cubicBezTo>
                    <a:pt x="171289" y="63288"/>
                    <a:pt x="168378" y="69110"/>
                    <a:pt x="163751" y="73397"/>
                  </a:cubicBezTo>
                  <a:cubicBezTo>
                    <a:pt x="158238" y="77387"/>
                    <a:pt x="151483" y="79278"/>
                    <a:pt x="144701" y="78731"/>
                  </a:cubicBezTo>
                  <a:cubicBezTo>
                    <a:pt x="142098" y="84066"/>
                    <a:pt x="137356" y="88046"/>
                    <a:pt x="131651" y="89685"/>
                  </a:cubicBezTo>
                  <a:cubicBezTo>
                    <a:pt x="126679" y="91177"/>
                    <a:pt x="121352" y="90976"/>
                    <a:pt x="116507" y="89113"/>
                  </a:cubicBezTo>
                  <a:lnTo>
                    <a:pt x="122126" y="11216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6" name="任意多边形: 形状 105"/>
            <p:cNvSpPr/>
            <p:nvPr/>
          </p:nvSpPr>
          <p:spPr>
            <a:xfrm>
              <a:off x="4030967" y="2154274"/>
              <a:ext cx="2216175" cy="1248848"/>
            </a:xfrm>
            <a:custGeom>
              <a:avLst/>
              <a:gdLst>
                <a:gd name="connsiteX0" fmla="*/ 126032 w 204692"/>
                <a:gd name="connsiteY0" fmla="*/ 115212 h 115347"/>
                <a:gd name="connsiteX1" fmla="*/ 78407 w 204692"/>
                <a:gd name="connsiteY1" fmla="*/ 115212 h 115347"/>
                <a:gd name="connsiteX2" fmla="*/ 83932 w 204692"/>
                <a:gd name="connsiteY2" fmla="*/ 93019 h 115347"/>
                <a:gd name="connsiteX3" fmla="*/ 77740 w 204692"/>
                <a:gd name="connsiteY3" fmla="*/ 93685 h 115347"/>
                <a:gd name="connsiteX4" fmla="*/ 70597 w 204692"/>
                <a:gd name="connsiteY4" fmla="*/ 92638 h 115347"/>
                <a:gd name="connsiteX5" fmla="*/ 57071 w 204692"/>
                <a:gd name="connsiteY5" fmla="*/ 81874 h 115347"/>
                <a:gd name="connsiteX6" fmla="*/ 55737 w 204692"/>
                <a:gd name="connsiteY6" fmla="*/ 81874 h 115347"/>
                <a:gd name="connsiteX7" fmla="*/ 37735 w 204692"/>
                <a:gd name="connsiteY7" fmla="*/ 76064 h 115347"/>
                <a:gd name="connsiteX8" fmla="*/ 29067 w 204692"/>
                <a:gd name="connsiteY8" fmla="*/ 59777 h 115347"/>
                <a:gd name="connsiteX9" fmla="*/ 8017 w 204692"/>
                <a:gd name="connsiteY9" fmla="*/ 46156 h 115347"/>
                <a:gd name="connsiteX10" fmla="*/ -365 w 204692"/>
                <a:gd name="connsiteY10" fmla="*/ 22439 h 115347"/>
                <a:gd name="connsiteX11" fmla="*/ -365 w 204692"/>
                <a:gd name="connsiteY11" fmla="*/ 20057 h 115347"/>
                <a:gd name="connsiteX12" fmla="*/ 1826 w 204692"/>
                <a:gd name="connsiteY12" fmla="*/ 20819 h 115347"/>
                <a:gd name="connsiteX13" fmla="*/ 88027 w 204692"/>
                <a:gd name="connsiteY13" fmla="*/ 33773 h 115347"/>
                <a:gd name="connsiteX14" fmla="*/ 88027 w 204692"/>
                <a:gd name="connsiteY14" fmla="*/ 33773 h 115347"/>
                <a:gd name="connsiteX15" fmla="*/ 92409 w 204692"/>
                <a:gd name="connsiteY15" fmla="*/ 10913 h 115347"/>
                <a:gd name="connsiteX16" fmla="*/ 92409 w 204692"/>
                <a:gd name="connsiteY16" fmla="*/ 10913 h 115347"/>
                <a:gd name="connsiteX17" fmla="*/ 101934 w 204692"/>
                <a:gd name="connsiteY17" fmla="*/ -136 h 115347"/>
                <a:gd name="connsiteX18" fmla="*/ 101934 w 204692"/>
                <a:gd name="connsiteY18" fmla="*/ -136 h 115347"/>
                <a:gd name="connsiteX19" fmla="*/ 111459 w 204692"/>
                <a:gd name="connsiteY19" fmla="*/ 10913 h 115347"/>
                <a:gd name="connsiteX20" fmla="*/ 111459 w 204692"/>
                <a:gd name="connsiteY20" fmla="*/ 10913 h 115347"/>
                <a:gd name="connsiteX21" fmla="*/ 115935 w 204692"/>
                <a:gd name="connsiteY21" fmla="*/ 33773 h 115347"/>
                <a:gd name="connsiteX22" fmla="*/ 115935 w 204692"/>
                <a:gd name="connsiteY22" fmla="*/ 33773 h 115347"/>
                <a:gd name="connsiteX23" fmla="*/ 202137 w 204692"/>
                <a:gd name="connsiteY23" fmla="*/ 20819 h 115347"/>
                <a:gd name="connsiteX24" fmla="*/ 204327 w 204692"/>
                <a:gd name="connsiteY24" fmla="*/ 20057 h 115347"/>
                <a:gd name="connsiteX25" fmla="*/ 204327 w 204692"/>
                <a:gd name="connsiteY25" fmla="*/ 22438 h 115347"/>
                <a:gd name="connsiteX26" fmla="*/ 196041 w 204692"/>
                <a:gd name="connsiteY26" fmla="*/ 46155 h 115347"/>
                <a:gd name="connsiteX27" fmla="*/ 174895 w 204692"/>
                <a:gd name="connsiteY27" fmla="*/ 59776 h 115347"/>
                <a:gd name="connsiteX28" fmla="*/ 166227 w 204692"/>
                <a:gd name="connsiteY28" fmla="*/ 76064 h 115347"/>
                <a:gd name="connsiteX29" fmla="*/ 147177 w 204692"/>
                <a:gd name="connsiteY29" fmla="*/ 81874 h 115347"/>
                <a:gd name="connsiteX30" fmla="*/ 133747 w 204692"/>
                <a:gd name="connsiteY30" fmla="*/ 92637 h 115347"/>
                <a:gd name="connsiteX31" fmla="*/ 126603 w 204692"/>
                <a:gd name="connsiteY31" fmla="*/ 93685 h 115347"/>
                <a:gd name="connsiteX32" fmla="*/ 120412 w 204692"/>
                <a:gd name="connsiteY32" fmla="*/ 93018 h 115347"/>
                <a:gd name="connsiteX33" fmla="*/ 82598 w 204692"/>
                <a:gd name="connsiteY33" fmla="*/ 111783 h 115347"/>
                <a:gd name="connsiteX34" fmla="*/ 121651 w 204692"/>
                <a:gd name="connsiteY34" fmla="*/ 111783 h 115347"/>
                <a:gd name="connsiteX35" fmla="*/ 115745 w 204692"/>
                <a:gd name="connsiteY35" fmla="*/ 87589 h 115347"/>
                <a:gd name="connsiteX36" fmla="*/ 118888 w 204692"/>
                <a:gd name="connsiteY36" fmla="*/ 88923 h 115347"/>
                <a:gd name="connsiteX37" fmla="*/ 126794 w 204692"/>
                <a:gd name="connsiteY37" fmla="*/ 90352 h 115347"/>
                <a:gd name="connsiteX38" fmla="*/ 132890 w 204692"/>
                <a:gd name="connsiteY38" fmla="*/ 89399 h 115347"/>
                <a:gd name="connsiteX39" fmla="*/ 144796 w 204692"/>
                <a:gd name="connsiteY39" fmla="*/ 79874 h 115347"/>
                <a:gd name="connsiteX40" fmla="*/ 145273 w 204692"/>
                <a:gd name="connsiteY40" fmla="*/ 78636 h 115347"/>
                <a:gd name="connsiteX41" fmla="*/ 148702 w 204692"/>
                <a:gd name="connsiteY41" fmla="*/ 78636 h 115347"/>
                <a:gd name="connsiteX42" fmla="*/ 164513 w 204692"/>
                <a:gd name="connsiteY42" fmla="*/ 73683 h 115347"/>
                <a:gd name="connsiteX43" fmla="*/ 172133 w 204692"/>
                <a:gd name="connsiteY43" fmla="*/ 58443 h 115347"/>
                <a:gd name="connsiteX44" fmla="*/ 172133 w 204692"/>
                <a:gd name="connsiteY44" fmla="*/ 57205 h 115347"/>
                <a:gd name="connsiteX45" fmla="*/ 173371 w 204692"/>
                <a:gd name="connsiteY45" fmla="*/ 57205 h 115347"/>
                <a:gd name="connsiteX46" fmla="*/ 193755 w 204692"/>
                <a:gd name="connsiteY46" fmla="*/ 44441 h 115347"/>
                <a:gd name="connsiteX47" fmla="*/ 201280 w 204692"/>
                <a:gd name="connsiteY47" fmla="*/ 25391 h 115347"/>
                <a:gd name="connsiteX48" fmla="*/ 116317 w 204692"/>
                <a:gd name="connsiteY48" fmla="*/ 37774 h 115347"/>
                <a:gd name="connsiteX49" fmla="*/ 113364 w 204692"/>
                <a:gd name="connsiteY49" fmla="*/ 37774 h 115347"/>
                <a:gd name="connsiteX50" fmla="*/ 113364 w 204692"/>
                <a:gd name="connsiteY50" fmla="*/ 36345 h 115347"/>
                <a:gd name="connsiteX51" fmla="*/ 108696 w 204692"/>
                <a:gd name="connsiteY51" fmla="*/ 12151 h 115347"/>
                <a:gd name="connsiteX52" fmla="*/ 108696 w 204692"/>
                <a:gd name="connsiteY52" fmla="*/ 12151 h 115347"/>
                <a:gd name="connsiteX53" fmla="*/ 102601 w 204692"/>
                <a:gd name="connsiteY53" fmla="*/ 3865 h 115347"/>
                <a:gd name="connsiteX54" fmla="*/ 102601 w 204692"/>
                <a:gd name="connsiteY54" fmla="*/ 3865 h 115347"/>
                <a:gd name="connsiteX55" fmla="*/ 96504 w 204692"/>
                <a:gd name="connsiteY55" fmla="*/ 12151 h 115347"/>
                <a:gd name="connsiteX56" fmla="*/ 96504 w 204692"/>
                <a:gd name="connsiteY56" fmla="*/ 12151 h 115347"/>
                <a:gd name="connsiteX57" fmla="*/ 91837 w 204692"/>
                <a:gd name="connsiteY57" fmla="*/ 36345 h 115347"/>
                <a:gd name="connsiteX58" fmla="*/ 91837 w 204692"/>
                <a:gd name="connsiteY58" fmla="*/ 37774 h 115347"/>
                <a:gd name="connsiteX59" fmla="*/ 88885 w 204692"/>
                <a:gd name="connsiteY59" fmla="*/ 37774 h 115347"/>
                <a:gd name="connsiteX60" fmla="*/ 3921 w 204692"/>
                <a:gd name="connsiteY60" fmla="*/ 25391 h 115347"/>
                <a:gd name="connsiteX61" fmla="*/ 11541 w 204692"/>
                <a:gd name="connsiteY61" fmla="*/ 44441 h 115347"/>
                <a:gd name="connsiteX62" fmla="*/ 31830 w 204692"/>
                <a:gd name="connsiteY62" fmla="*/ 57205 h 115347"/>
                <a:gd name="connsiteX63" fmla="*/ 33068 w 204692"/>
                <a:gd name="connsiteY63" fmla="*/ 57205 h 115347"/>
                <a:gd name="connsiteX64" fmla="*/ 33068 w 204692"/>
                <a:gd name="connsiteY64" fmla="*/ 58443 h 115347"/>
                <a:gd name="connsiteX65" fmla="*/ 40688 w 204692"/>
                <a:gd name="connsiteY65" fmla="*/ 73683 h 115347"/>
                <a:gd name="connsiteX66" fmla="*/ 56500 w 204692"/>
                <a:gd name="connsiteY66" fmla="*/ 78636 h 115347"/>
                <a:gd name="connsiteX67" fmla="*/ 59928 w 204692"/>
                <a:gd name="connsiteY67" fmla="*/ 78636 h 115347"/>
                <a:gd name="connsiteX68" fmla="*/ 60405 w 204692"/>
                <a:gd name="connsiteY68" fmla="*/ 79874 h 115347"/>
                <a:gd name="connsiteX69" fmla="*/ 72406 w 204692"/>
                <a:gd name="connsiteY69" fmla="*/ 89399 h 115347"/>
                <a:gd name="connsiteX70" fmla="*/ 78503 w 204692"/>
                <a:gd name="connsiteY70" fmla="*/ 90352 h 115347"/>
                <a:gd name="connsiteX71" fmla="*/ 86313 w 204692"/>
                <a:gd name="connsiteY71" fmla="*/ 88923 h 115347"/>
                <a:gd name="connsiteX72" fmla="*/ 89456 w 204692"/>
                <a:gd name="connsiteY72" fmla="*/ 87685 h 11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04692" h="115347">
                  <a:moveTo>
                    <a:pt x="126032" y="115212"/>
                  </a:moveTo>
                  <a:lnTo>
                    <a:pt x="78407" y="115212"/>
                  </a:lnTo>
                  <a:lnTo>
                    <a:pt x="83932" y="93019"/>
                  </a:lnTo>
                  <a:cubicBezTo>
                    <a:pt x="81899" y="93471"/>
                    <a:pt x="79823" y="93695"/>
                    <a:pt x="77740" y="93685"/>
                  </a:cubicBezTo>
                  <a:cubicBezTo>
                    <a:pt x="75321" y="93686"/>
                    <a:pt x="72914" y="93333"/>
                    <a:pt x="70597" y="92638"/>
                  </a:cubicBezTo>
                  <a:cubicBezTo>
                    <a:pt x="64863" y="90940"/>
                    <a:pt x="60013" y="87081"/>
                    <a:pt x="57071" y="81874"/>
                  </a:cubicBezTo>
                  <a:lnTo>
                    <a:pt x="55737" y="81874"/>
                  </a:lnTo>
                  <a:cubicBezTo>
                    <a:pt x="49259" y="81986"/>
                    <a:pt x="42926" y="79942"/>
                    <a:pt x="37735" y="76064"/>
                  </a:cubicBezTo>
                  <a:cubicBezTo>
                    <a:pt x="33007" y="71834"/>
                    <a:pt x="29935" y="66061"/>
                    <a:pt x="29067" y="59777"/>
                  </a:cubicBezTo>
                  <a:cubicBezTo>
                    <a:pt x="20837" y="57463"/>
                    <a:pt x="13500" y="52715"/>
                    <a:pt x="8017" y="46156"/>
                  </a:cubicBezTo>
                  <a:cubicBezTo>
                    <a:pt x="2619" y="39427"/>
                    <a:pt x="-337" y="31065"/>
                    <a:pt x="-365" y="22439"/>
                  </a:cubicBezTo>
                  <a:lnTo>
                    <a:pt x="-365" y="20057"/>
                  </a:lnTo>
                  <a:lnTo>
                    <a:pt x="1826" y="20819"/>
                  </a:lnTo>
                  <a:cubicBezTo>
                    <a:pt x="29712" y="29590"/>
                    <a:pt x="58795" y="33961"/>
                    <a:pt x="88027" y="33773"/>
                  </a:cubicBezTo>
                  <a:lnTo>
                    <a:pt x="88027" y="33773"/>
                  </a:lnTo>
                  <a:cubicBezTo>
                    <a:pt x="88980" y="28915"/>
                    <a:pt x="92123" y="12532"/>
                    <a:pt x="92409" y="10913"/>
                  </a:cubicBezTo>
                  <a:lnTo>
                    <a:pt x="92409" y="10913"/>
                  </a:lnTo>
                  <a:cubicBezTo>
                    <a:pt x="92980" y="7960"/>
                    <a:pt x="94600" y="-136"/>
                    <a:pt x="101934" y="-136"/>
                  </a:cubicBezTo>
                  <a:lnTo>
                    <a:pt x="101934" y="-136"/>
                  </a:lnTo>
                  <a:cubicBezTo>
                    <a:pt x="109268" y="-136"/>
                    <a:pt x="110792" y="7960"/>
                    <a:pt x="111459" y="10913"/>
                  </a:cubicBezTo>
                  <a:lnTo>
                    <a:pt x="111459" y="10913"/>
                  </a:lnTo>
                  <a:cubicBezTo>
                    <a:pt x="111459" y="12532"/>
                    <a:pt x="114983" y="28915"/>
                    <a:pt x="115935" y="33773"/>
                  </a:cubicBezTo>
                  <a:lnTo>
                    <a:pt x="115935" y="33773"/>
                  </a:lnTo>
                  <a:cubicBezTo>
                    <a:pt x="145168" y="33961"/>
                    <a:pt x="174251" y="29590"/>
                    <a:pt x="202137" y="20819"/>
                  </a:cubicBezTo>
                  <a:lnTo>
                    <a:pt x="204327" y="20057"/>
                  </a:lnTo>
                  <a:lnTo>
                    <a:pt x="204327" y="22438"/>
                  </a:lnTo>
                  <a:cubicBezTo>
                    <a:pt x="204326" y="31053"/>
                    <a:pt x="201405" y="39414"/>
                    <a:pt x="196041" y="46155"/>
                  </a:cubicBezTo>
                  <a:cubicBezTo>
                    <a:pt x="190529" y="52726"/>
                    <a:pt x="183157" y="57474"/>
                    <a:pt x="174895" y="59776"/>
                  </a:cubicBezTo>
                  <a:cubicBezTo>
                    <a:pt x="174028" y="66061"/>
                    <a:pt x="170956" y="71833"/>
                    <a:pt x="166227" y="76064"/>
                  </a:cubicBezTo>
                  <a:cubicBezTo>
                    <a:pt x="160724" y="80113"/>
                    <a:pt x="154004" y="82163"/>
                    <a:pt x="147177" y="81874"/>
                  </a:cubicBezTo>
                  <a:cubicBezTo>
                    <a:pt x="144258" y="87061"/>
                    <a:pt x="139446" y="90918"/>
                    <a:pt x="133747" y="92637"/>
                  </a:cubicBezTo>
                  <a:cubicBezTo>
                    <a:pt x="131428" y="93324"/>
                    <a:pt x="129022" y="93677"/>
                    <a:pt x="126603" y="93685"/>
                  </a:cubicBezTo>
                  <a:cubicBezTo>
                    <a:pt x="124521" y="93699"/>
                    <a:pt x="122444" y="93475"/>
                    <a:pt x="120412" y="93018"/>
                  </a:cubicBezTo>
                  <a:close/>
                  <a:moveTo>
                    <a:pt x="82598" y="111783"/>
                  </a:moveTo>
                  <a:lnTo>
                    <a:pt x="121651" y="111783"/>
                  </a:lnTo>
                  <a:lnTo>
                    <a:pt x="115745" y="87589"/>
                  </a:lnTo>
                  <a:lnTo>
                    <a:pt x="118888" y="88923"/>
                  </a:lnTo>
                  <a:cubicBezTo>
                    <a:pt x="121417" y="89866"/>
                    <a:pt x="124095" y="90350"/>
                    <a:pt x="126794" y="90352"/>
                  </a:cubicBezTo>
                  <a:cubicBezTo>
                    <a:pt x="128861" y="90330"/>
                    <a:pt x="130915" y="90009"/>
                    <a:pt x="132890" y="89399"/>
                  </a:cubicBezTo>
                  <a:cubicBezTo>
                    <a:pt x="138012" y="88020"/>
                    <a:pt x="142327" y="84568"/>
                    <a:pt x="144796" y="79874"/>
                  </a:cubicBezTo>
                  <a:lnTo>
                    <a:pt x="145273" y="78636"/>
                  </a:lnTo>
                  <a:lnTo>
                    <a:pt x="148702" y="78636"/>
                  </a:lnTo>
                  <a:cubicBezTo>
                    <a:pt x="154379" y="78811"/>
                    <a:pt x="159950" y="77066"/>
                    <a:pt x="164513" y="73683"/>
                  </a:cubicBezTo>
                  <a:cubicBezTo>
                    <a:pt x="168817" y="69695"/>
                    <a:pt x="171525" y="64279"/>
                    <a:pt x="172133" y="58443"/>
                  </a:cubicBezTo>
                  <a:lnTo>
                    <a:pt x="172133" y="57205"/>
                  </a:lnTo>
                  <a:lnTo>
                    <a:pt x="173371" y="57205"/>
                  </a:lnTo>
                  <a:cubicBezTo>
                    <a:pt x="181350" y="55225"/>
                    <a:pt x="188489" y="50754"/>
                    <a:pt x="193755" y="44441"/>
                  </a:cubicBezTo>
                  <a:cubicBezTo>
                    <a:pt x="198109" y="38985"/>
                    <a:pt x="200730" y="32350"/>
                    <a:pt x="201280" y="25391"/>
                  </a:cubicBezTo>
                  <a:cubicBezTo>
                    <a:pt x="173736" y="33738"/>
                    <a:pt x="145097" y="37911"/>
                    <a:pt x="116317" y="37774"/>
                  </a:cubicBezTo>
                  <a:lnTo>
                    <a:pt x="113364" y="37774"/>
                  </a:lnTo>
                  <a:lnTo>
                    <a:pt x="113364" y="36345"/>
                  </a:lnTo>
                  <a:lnTo>
                    <a:pt x="108696" y="12151"/>
                  </a:lnTo>
                  <a:lnTo>
                    <a:pt x="108696" y="12151"/>
                  </a:lnTo>
                  <a:cubicBezTo>
                    <a:pt x="107935" y="8056"/>
                    <a:pt x="106601" y="3865"/>
                    <a:pt x="102601" y="3865"/>
                  </a:cubicBezTo>
                  <a:lnTo>
                    <a:pt x="102601" y="3865"/>
                  </a:lnTo>
                  <a:cubicBezTo>
                    <a:pt x="98695" y="3865"/>
                    <a:pt x="97362" y="8056"/>
                    <a:pt x="96504" y="12151"/>
                  </a:cubicBezTo>
                  <a:lnTo>
                    <a:pt x="96504" y="12151"/>
                  </a:lnTo>
                  <a:lnTo>
                    <a:pt x="91837" y="36345"/>
                  </a:lnTo>
                  <a:lnTo>
                    <a:pt x="91837" y="37774"/>
                  </a:lnTo>
                  <a:lnTo>
                    <a:pt x="88885" y="37774"/>
                  </a:lnTo>
                  <a:cubicBezTo>
                    <a:pt x="60105" y="37901"/>
                    <a:pt x="31468" y="33728"/>
                    <a:pt x="3921" y="25391"/>
                  </a:cubicBezTo>
                  <a:cubicBezTo>
                    <a:pt x="4470" y="32367"/>
                    <a:pt x="7127" y="39012"/>
                    <a:pt x="11541" y="44441"/>
                  </a:cubicBezTo>
                  <a:cubicBezTo>
                    <a:pt x="16755" y="50768"/>
                    <a:pt x="23870" y="55244"/>
                    <a:pt x="31830" y="57205"/>
                  </a:cubicBezTo>
                  <a:lnTo>
                    <a:pt x="33068" y="57205"/>
                  </a:lnTo>
                  <a:lnTo>
                    <a:pt x="33068" y="58443"/>
                  </a:lnTo>
                  <a:cubicBezTo>
                    <a:pt x="33726" y="64264"/>
                    <a:pt x="36425" y="69664"/>
                    <a:pt x="40688" y="73683"/>
                  </a:cubicBezTo>
                  <a:cubicBezTo>
                    <a:pt x="45255" y="77059"/>
                    <a:pt x="50823" y="78803"/>
                    <a:pt x="56500" y="78636"/>
                  </a:cubicBezTo>
                  <a:lnTo>
                    <a:pt x="59928" y="78636"/>
                  </a:lnTo>
                  <a:lnTo>
                    <a:pt x="60405" y="79874"/>
                  </a:lnTo>
                  <a:cubicBezTo>
                    <a:pt x="62896" y="84589"/>
                    <a:pt x="67249" y="88044"/>
                    <a:pt x="72406" y="89399"/>
                  </a:cubicBezTo>
                  <a:cubicBezTo>
                    <a:pt x="74380" y="90016"/>
                    <a:pt x="76435" y="90336"/>
                    <a:pt x="78503" y="90352"/>
                  </a:cubicBezTo>
                  <a:cubicBezTo>
                    <a:pt x="81172" y="90357"/>
                    <a:pt x="83819" y="89873"/>
                    <a:pt x="86313" y="88923"/>
                  </a:cubicBezTo>
                  <a:lnTo>
                    <a:pt x="89456" y="87685"/>
                  </a:lnTo>
                  <a:close/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7" name="任意多边形: 形状 106"/>
            <p:cNvSpPr/>
            <p:nvPr/>
          </p:nvSpPr>
          <p:spPr>
            <a:xfrm>
              <a:off x="5089901" y="1768141"/>
              <a:ext cx="765536" cy="591631"/>
            </a:xfrm>
            <a:custGeom>
              <a:avLst/>
              <a:gdLst>
                <a:gd name="connsiteX0" fmla="*/ 235474 w 765536"/>
                <a:gd name="connsiteY0" fmla="*/ 492940 h 591631"/>
                <a:gd name="connsiteX1" fmla="*/ 238582 w 765536"/>
                <a:gd name="connsiteY1" fmla="*/ 497458 h 591631"/>
                <a:gd name="connsiteX2" fmla="*/ 235474 w 765536"/>
                <a:gd name="connsiteY2" fmla="*/ 498104 h 591631"/>
                <a:gd name="connsiteX3" fmla="*/ 294255 w 765536"/>
                <a:gd name="connsiteY3" fmla="*/ 485883 h 591631"/>
                <a:gd name="connsiteX4" fmla="*/ 353043 w 765536"/>
                <a:gd name="connsiteY4" fmla="*/ 498104 h 591631"/>
                <a:gd name="connsiteX5" fmla="*/ 467503 w 765536"/>
                <a:gd name="connsiteY5" fmla="*/ 580604 h 591631"/>
                <a:gd name="connsiteX6" fmla="*/ 332418 w 765536"/>
                <a:gd name="connsiteY6" fmla="*/ 580604 h 591631"/>
                <a:gd name="connsiteX7" fmla="*/ 273540 w 765536"/>
                <a:gd name="connsiteY7" fmla="*/ 548278 h 591631"/>
                <a:gd name="connsiteX8" fmla="*/ 238582 w 765536"/>
                <a:gd name="connsiteY8" fmla="*/ 497458 h 591631"/>
                <a:gd name="connsiteX9" fmla="*/ 454621 w 765536"/>
                <a:gd name="connsiteY9" fmla="*/ 406943 h 591631"/>
                <a:gd name="connsiteX10" fmla="*/ 519074 w 765536"/>
                <a:gd name="connsiteY10" fmla="*/ 417670 h 591631"/>
                <a:gd name="connsiteX11" fmla="*/ 636644 w 765536"/>
                <a:gd name="connsiteY11" fmla="*/ 492952 h 591631"/>
                <a:gd name="connsiteX12" fmla="*/ 497420 w 765536"/>
                <a:gd name="connsiteY12" fmla="*/ 501202 h 591631"/>
                <a:gd name="connsiteX13" fmla="*/ 394293 w 765536"/>
                <a:gd name="connsiteY13" fmla="*/ 424881 h 591631"/>
                <a:gd name="connsiteX14" fmla="*/ 390168 w 765536"/>
                <a:gd name="connsiteY14" fmla="*/ 417670 h 591631"/>
                <a:gd name="connsiteX15" fmla="*/ 454621 w 765536"/>
                <a:gd name="connsiteY15" fmla="*/ 406943 h 591631"/>
                <a:gd name="connsiteX16" fmla="*/ 644882 w 765536"/>
                <a:gd name="connsiteY16" fmla="*/ 279479 h 591631"/>
                <a:gd name="connsiteX17" fmla="*/ 765536 w 765536"/>
                <a:gd name="connsiteY17" fmla="*/ 295979 h 591631"/>
                <a:gd name="connsiteX18" fmla="*/ 651075 w 765536"/>
                <a:gd name="connsiteY18" fmla="*/ 359921 h 591631"/>
                <a:gd name="connsiteX19" fmla="*/ 529380 w 765536"/>
                <a:gd name="connsiteY19" fmla="*/ 321757 h 591631"/>
                <a:gd name="connsiteX20" fmla="*/ 644882 w 765536"/>
                <a:gd name="connsiteY20" fmla="*/ 279479 h 591631"/>
                <a:gd name="connsiteX21" fmla="*/ 725324 w 765536"/>
                <a:gd name="connsiteY21" fmla="*/ 0 h 591631"/>
                <a:gd name="connsiteX22" fmla="*/ 702642 w 765536"/>
                <a:gd name="connsiteY22" fmla="*/ 135098 h 591631"/>
                <a:gd name="connsiteX23" fmla="*/ 672700 w 765536"/>
                <a:gd name="connsiteY23" fmla="*/ 184089 h 591631"/>
                <a:gd name="connsiteX24" fmla="*/ 622477 w 765536"/>
                <a:gd name="connsiteY24" fmla="*/ 211255 h 591631"/>
                <a:gd name="connsiteX25" fmla="*/ 600535 w 765536"/>
                <a:gd name="connsiteY25" fmla="*/ 244409 h 591631"/>
                <a:gd name="connsiteX26" fmla="*/ 24068 w 765536"/>
                <a:gd name="connsiteY26" fmla="*/ 558942 h 591631"/>
                <a:gd name="connsiteX27" fmla="*/ 520 w 765536"/>
                <a:gd name="connsiteY27" fmla="*/ 544336 h 591631"/>
                <a:gd name="connsiteX28" fmla="*/ 15136 w 765536"/>
                <a:gd name="connsiteY28" fmla="*/ 520788 h 591631"/>
                <a:gd name="connsiteX29" fmla="*/ 22000 w 765536"/>
                <a:gd name="connsiteY29" fmla="*/ 520788 h 591631"/>
                <a:gd name="connsiteX30" fmla="*/ 79751 w 765536"/>
                <a:gd name="connsiteY30" fmla="*/ 507384 h 591631"/>
                <a:gd name="connsiteX31" fmla="*/ 222404 w 765536"/>
                <a:gd name="connsiteY31" fmla="*/ 459271 h 591631"/>
                <a:gd name="connsiteX32" fmla="*/ 224223 w 765536"/>
                <a:gd name="connsiteY32" fmla="*/ 458380 h 591631"/>
                <a:gd name="connsiteX33" fmla="*/ 200027 w 765536"/>
                <a:gd name="connsiteY33" fmla="*/ 401188 h 591631"/>
                <a:gd name="connsiteX34" fmla="*/ 196289 w 765536"/>
                <a:gd name="connsiteY34" fmla="*/ 334133 h 591631"/>
                <a:gd name="connsiteX35" fmla="*/ 267444 w 765536"/>
                <a:gd name="connsiteY35" fmla="*/ 210381 h 591631"/>
                <a:gd name="connsiteX36" fmla="*/ 290126 w 765536"/>
                <a:gd name="connsiteY36" fmla="*/ 349604 h 591631"/>
                <a:gd name="connsiteX37" fmla="*/ 258160 w 765536"/>
                <a:gd name="connsiteY37" fmla="*/ 427978 h 591631"/>
                <a:gd name="connsiteX38" fmla="*/ 237560 w 765536"/>
                <a:gd name="connsiteY38" fmla="*/ 451839 h 591631"/>
                <a:gd name="connsiteX39" fmla="*/ 357006 w 765536"/>
                <a:gd name="connsiteY39" fmla="*/ 393266 h 591631"/>
                <a:gd name="connsiteX40" fmla="*/ 374979 w 765536"/>
                <a:gd name="connsiteY40" fmla="*/ 381329 h 591631"/>
                <a:gd name="connsiteX41" fmla="*/ 351341 w 765536"/>
                <a:gd name="connsiteY41" fmla="*/ 323131 h 591631"/>
                <a:gd name="connsiteX42" fmla="*/ 346848 w 765536"/>
                <a:gd name="connsiteY42" fmla="*/ 255756 h 591631"/>
                <a:gd name="connsiteX43" fmla="*/ 411818 w 765536"/>
                <a:gd name="connsiteY43" fmla="*/ 128907 h 591631"/>
                <a:gd name="connsiteX44" fmla="*/ 435529 w 765536"/>
                <a:gd name="connsiteY44" fmla="*/ 269160 h 591631"/>
                <a:gd name="connsiteX45" fmla="*/ 416846 w 765536"/>
                <a:gd name="connsiteY45" fmla="*/ 332829 h 591631"/>
                <a:gd name="connsiteX46" fmla="*/ 385216 w 765536"/>
                <a:gd name="connsiteY46" fmla="*/ 374530 h 591631"/>
                <a:gd name="connsiteX47" fmla="*/ 481888 w 765536"/>
                <a:gd name="connsiteY47" fmla="*/ 310325 h 591631"/>
                <a:gd name="connsiteX48" fmla="*/ 506039 w 765536"/>
                <a:gd name="connsiteY48" fmla="*/ 289276 h 591631"/>
                <a:gd name="connsiteX49" fmla="*/ 484391 w 765536"/>
                <a:gd name="connsiteY49" fmla="*/ 235880 h 591631"/>
                <a:gd name="connsiteX50" fmla="*/ 479881 w 765536"/>
                <a:gd name="connsiteY50" fmla="*/ 171186 h 591631"/>
                <a:gd name="connsiteX51" fmla="*/ 540727 w 765536"/>
                <a:gd name="connsiteY51" fmla="*/ 50530 h 591631"/>
                <a:gd name="connsiteX52" fmla="*/ 563420 w 765536"/>
                <a:gd name="connsiteY52" fmla="*/ 184590 h 591631"/>
                <a:gd name="connsiteX53" fmla="*/ 546019 w 765536"/>
                <a:gd name="connsiteY53" fmla="*/ 245158 h 591631"/>
                <a:gd name="connsiteX54" fmla="*/ 527169 w 765536"/>
                <a:gd name="connsiteY54" fmla="*/ 270860 h 591631"/>
                <a:gd name="connsiteX55" fmla="*/ 595382 w 765536"/>
                <a:gd name="connsiteY55" fmla="*/ 211408 h 591631"/>
                <a:gd name="connsiteX56" fmla="*/ 619656 w 765536"/>
                <a:gd name="connsiteY56" fmla="*/ 180334 h 591631"/>
                <a:gd name="connsiteX57" fmla="*/ 617073 w 765536"/>
                <a:gd name="connsiteY57" fmla="*/ 148754 h 591631"/>
                <a:gd name="connsiteX58" fmla="*/ 635602 w 765536"/>
                <a:gd name="connsiteY58" fmla="*/ 88684 h 591631"/>
                <a:gd name="connsiteX59" fmla="*/ 725324 w 765536"/>
                <a:gd name="connsiteY59" fmla="*/ 0 h 591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765536" h="591631">
                  <a:moveTo>
                    <a:pt x="235474" y="492940"/>
                  </a:moveTo>
                  <a:lnTo>
                    <a:pt x="238582" y="497458"/>
                  </a:lnTo>
                  <a:lnTo>
                    <a:pt x="235474" y="498104"/>
                  </a:lnTo>
                  <a:close/>
                  <a:moveTo>
                    <a:pt x="294255" y="485883"/>
                  </a:moveTo>
                  <a:cubicBezTo>
                    <a:pt x="314272" y="485883"/>
                    <a:pt x="334291" y="489957"/>
                    <a:pt x="353043" y="498104"/>
                  </a:cubicBezTo>
                  <a:cubicBezTo>
                    <a:pt x="395646" y="518827"/>
                    <a:pt x="434373" y="546727"/>
                    <a:pt x="467503" y="580604"/>
                  </a:cubicBezTo>
                  <a:cubicBezTo>
                    <a:pt x="423677" y="595307"/>
                    <a:pt x="376244" y="595307"/>
                    <a:pt x="332418" y="580604"/>
                  </a:cubicBezTo>
                  <a:cubicBezTo>
                    <a:pt x="310234" y="574487"/>
                    <a:pt x="290153" y="563300"/>
                    <a:pt x="273540" y="548278"/>
                  </a:cubicBezTo>
                  <a:lnTo>
                    <a:pt x="238582" y="497458"/>
                  </a:lnTo>
                  <a:close/>
                  <a:moveTo>
                    <a:pt x="454621" y="406943"/>
                  </a:moveTo>
                  <a:cubicBezTo>
                    <a:pt x="476402" y="406943"/>
                    <a:pt x="498183" y="410519"/>
                    <a:pt x="519074" y="417670"/>
                  </a:cubicBezTo>
                  <a:cubicBezTo>
                    <a:pt x="563757" y="432915"/>
                    <a:pt x="604098" y="458749"/>
                    <a:pt x="636644" y="492952"/>
                  </a:cubicBezTo>
                  <a:cubicBezTo>
                    <a:pt x="590998" y="503291"/>
                    <a:pt x="543965" y="506085"/>
                    <a:pt x="497420" y="501202"/>
                  </a:cubicBezTo>
                  <a:cubicBezTo>
                    <a:pt x="454860" y="489249"/>
                    <a:pt x="418167" y="462094"/>
                    <a:pt x="394293" y="424881"/>
                  </a:cubicBezTo>
                  <a:lnTo>
                    <a:pt x="390168" y="417670"/>
                  </a:lnTo>
                  <a:cubicBezTo>
                    <a:pt x="411059" y="410519"/>
                    <a:pt x="432840" y="406943"/>
                    <a:pt x="454621" y="406943"/>
                  </a:cubicBezTo>
                  <a:close/>
                  <a:moveTo>
                    <a:pt x="644882" y="279479"/>
                  </a:moveTo>
                  <a:cubicBezTo>
                    <a:pt x="685537" y="281092"/>
                    <a:pt x="725943" y="286624"/>
                    <a:pt x="765536" y="295979"/>
                  </a:cubicBezTo>
                  <a:cubicBezTo>
                    <a:pt x="734398" y="327950"/>
                    <a:pt x="694620" y="350167"/>
                    <a:pt x="651075" y="359921"/>
                  </a:cubicBezTo>
                  <a:cubicBezTo>
                    <a:pt x="607345" y="361448"/>
                    <a:pt x="564405" y="347990"/>
                    <a:pt x="529380" y="321757"/>
                  </a:cubicBezTo>
                  <a:cubicBezTo>
                    <a:pt x="561699" y="294495"/>
                    <a:pt x="602603" y="279522"/>
                    <a:pt x="644882" y="279479"/>
                  </a:cubicBezTo>
                  <a:close/>
                  <a:moveTo>
                    <a:pt x="725324" y="0"/>
                  </a:moveTo>
                  <a:cubicBezTo>
                    <a:pt x="724642" y="45917"/>
                    <a:pt x="716988" y="91477"/>
                    <a:pt x="702642" y="135098"/>
                  </a:cubicBezTo>
                  <a:cubicBezTo>
                    <a:pt x="697061" y="154116"/>
                    <a:pt x="686594" y="170908"/>
                    <a:pt x="672700" y="184089"/>
                  </a:cubicBezTo>
                  <a:lnTo>
                    <a:pt x="622477" y="211255"/>
                  </a:lnTo>
                  <a:lnTo>
                    <a:pt x="600535" y="244409"/>
                  </a:lnTo>
                  <a:cubicBezTo>
                    <a:pt x="445321" y="406077"/>
                    <a:pt x="244006" y="515916"/>
                    <a:pt x="24068" y="558942"/>
                  </a:cubicBezTo>
                  <a:cubicBezTo>
                    <a:pt x="13523" y="561411"/>
                    <a:pt x="2988" y="554871"/>
                    <a:pt x="520" y="544336"/>
                  </a:cubicBezTo>
                  <a:cubicBezTo>
                    <a:pt x="-1949" y="533802"/>
                    <a:pt x="4601" y="523256"/>
                    <a:pt x="15136" y="520788"/>
                  </a:cubicBezTo>
                  <a:lnTo>
                    <a:pt x="22000" y="520788"/>
                  </a:lnTo>
                  <a:lnTo>
                    <a:pt x="79751" y="507384"/>
                  </a:lnTo>
                  <a:cubicBezTo>
                    <a:pt x="128458" y="494435"/>
                    <a:pt x="176102" y="478344"/>
                    <a:pt x="222404" y="459271"/>
                  </a:cubicBezTo>
                  <a:lnTo>
                    <a:pt x="224223" y="458380"/>
                  </a:lnTo>
                  <a:lnTo>
                    <a:pt x="200027" y="401188"/>
                  </a:lnTo>
                  <a:cubicBezTo>
                    <a:pt x="194968" y="379378"/>
                    <a:pt x="193647" y="356702"/>
                    <a:pt x="196289" y="334133"/>
                  </a:cubicBezTo>
                  <a:cubicBezTo>
                    <a:pt x="206986" y="286657"/>
                    <a:pt x="231791" y="243512"/>
                    <a:pt x="267444" y="210381"/>
                  </a:cubicBezTo>
                  <a:cubicBezTo>
                    <a:pt x="280534" y="255714"/>
                    <a:pt x="288156" y="302453"/>
                    <a:pt x="290126" y="349604"/>
                  </a:cubicBezTo>
                  <a:cubicBezTo>
                    <a:pt x="290126" y="378480"/>
                    <a:pt x="274143" y="406838"/>
                    <a:pt x="258160" y="427978"/>
                  </a:cubicBezTo>
                  <a:lnTo>
                    <a:pt x="237560" y="451839"/>
                  </a:lnTo>
                  <a:lnTo>
                    <a:pt x="357006" y="393266"/>
                  </a:lnTo>
                  <a:lnTo>
                    <a:pt x="374979" y="381329"/>
                  </a:lnTo>
                  <a:lnTo>
                    <a:pt x="351341" y="323131"/>
                  </a:lnTo>
                  <a:cubicBezTo>
                    <a:pt x="346293" y="301194"/>
                    <a:pt x="344731" y="278455"/>
                    <a:pt x="346848" y="255756"/>
                  </a:cubicBezTo>
                  <a:cubicBezTo>
                    <a:pt x="355596" y="208020"/>
                    <a:pt x="378191" y="163911"/>
                    <a:pt x="411818" y="128907"/>
                  </a:cubicBezTo>
                  <a:cubicBezTo>
                    <a:pt x="424897" y="174630"/>
                    <a:pt x="432854" y="221673"/>
                    <a:pt x="435529" y="269160"/>
                  </a:cubicBezTo>
                  <a:cubicBezTo>
                    <a:pt x="433201" y="291529"/>
                    <a:pt x="426808" y="313080"/>
                    <a:pt x="416846" y="332829"/>
                  </a:cubicBezTo>
                  <a:lnTo>
                    <a:pt x="385216" y="374530"/>
                  </a:lnTo>
                  <a:lnTo>
                    <a:pt x="481888" y="310325"/>
                  </a:lnTo>
                  <a:lnTo>
                    <a:pt x="506039" y="289276"/>
                  </a:lnTo>
                  <a:lnTo>
                    <a:pt x="484391" y="235880"/>
                  </a:lnTo>
                  <a:cubicBezTo>
                    <a:pt x="479518" y="214819"/>
                    <a:pt x="477953" y="192991"/>
                    <a:pt x="479881" y="171186"/>
                  </a:cubicBezTo>
                  <a:cubicBezTo>
                    <a:pt x="488629" y="126124"/>
                    <a:pt x="509698" y="84365"/>
                    <a:pt x="540727" y="50530"/>
                  </a:cubicBezTo>
                  <a:cubicBezTo>
                    <a:pt x="553189" y="94250"/>
                    <a:pt x="560800" y="139214"/>
                    <a:pt x="563420" y="184590"/>
                  </a:cubicBezTo>
                  <a:cubicBezTo>
                    <a:pt x="561217" y="205816"/>
                    <a:pt x="555273" y="226301"/>
                    <a:pt x="546019" y="245158"/>
                  </a:cubicBezTo>
                  <a:lnTo>
                    <a:pt x="527169" y="270860"/>
                  </a:lnTo>
                  <a:lnTo>
                    <a:pt x="595382" y="211408"/>
                  </a:lnTo>
                  <a:lnTo>
                    <a:pt x="619656" y="180334"/>
                  </a:lnTo>
                  <a:lnTo>
                    <a:pt x="617073" y="148754"/>
                  </a:lnTo>
                  <a:cubicBezTo>
                    <a:pt x="619348" y="127920"/>
                    <a:pt x="625565" y="107517"/>
                    <a:pt x="635602" y="88684"/>
                  </a:cubicBezTo>
                  <a:cubicBezTo>
                    <a:pt x="655512" y="50486"/>
                    <a:pt x="686889" y="19467"/>
                    <a:pt x="7253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08" name="任意多边形: 形状 107"/>
            <p:cNvSpPr/>
            <p:nvPr/>
          </p:nvSpPr>
          <p:spPr>
            <a:xfrm>
              <a:off x="2452782" y="1084415"/>
              <a:ext cx="5372199" cy="5390836"/>
            </a:xfrm>
            <a:custGeom>
              <a:avLst/>
              <a:gdLst>
                <a:gd name="connsiteX0" fmla="*/ 3137621 w 5372199"/>
                <a:gd name="connsiteY0" fmla="*/ 5098566 h 5390836"/>
                <a:gd name="connsiteX1" fmla="*/ 3090189 w 5372199"/>
                <a:gd name="connsiteY1" fmla="*/ 5135680 h 5390836"/>
                <a:gd name="connsiteX2" fmla="*/ 3090189 w 5372199"/>
                <a:gd name="connsiteY2" fmla="*/ 5214053 h 5390836"/>
                <a:gd name="connsiteX3" fmla="*/ 3123189 w 5372199"/>
                <a:gd name="connsiteY3" fmla="*/ 5282125 h 5390836"/>
                <a:gd name="connsiteX4" fmla="*/ 3179909 w 5372199"/>
                <a:gd name="connsiteY4" fmla="*/ 5298625 h 5390836"/>
                <a:gd name="connsiteX5" fmla="*/ 3227342 w 5372199"/>
                <a:gd name="connsiteY5" fmla="*/ 5262527 h 5390836"/>
                <a:gd name="connsiteX6" fmla="*/ 3223219 w 5372199"/>
                <a:gd name="connsiteY6" fmla="*/ 5262527 h 5390836"/>
                <a:gd name="connsiteX7" fmla="*/ 3228384 w 5372199"/>
                <a:gd name="connsiteY7" fmla="*/ 5186218 h 5390836"/>
                <a:gd name="connsiteX8" fmla="*/ 3195371 w 5372199"/>
                <a:gd name="connsiteY8" fmla="*/ 5115066 h 5390836"/>
                <a:gd name="connsiteX9" fmla="*/ 3137621 w 5372199"/>
                <a:gd name="connsiteY9" fmla="*/ 5098566 h 5390836"/>
                <a:gd name="connsiteX10" fmla="*/ 2793012 w 5372199"/>
                <a:gd name="connsiteY10" fmla="*/ 5095901 h 5390836"/>
                <a:gd name="connsiteX11" fmla="*/ 2794038 w 5372199"/>
                <a:gd name="connsiteY11" fmla="*/ 5121680 h 5390836"/>
                <a:gd name="connsiteX12" fmla="*/ 2794038 w 5372199"/>
                <a:gd name="connsiteY12" fmla="*/ 5147468 h 5390836"/>
                <a:gd name="connsiteX13" fmla="*/ 2652759 w 5372199"/>
                <a:gd name="connsiteY13" fmla="*/ 5150557 h 5390836"/>
                <a:gd name="connsiteX14" fmla="*/ 2654818 w 5372199"/>
                <a:gd name="connsiteY14" fmla="*/ 5212430 h 5390836"/>
                <a:gd name="connsiteX15" fmla="*/ 2785788 w 5372199"/>
                <a:gd name="connsiteY15" fmla="*/ 5210375 h 5390836"/>
                <a:gd name="connsiteX16" fmla="*/ 2785788 w 5372199"/>
                <a:gd name="connsiteY16" fmla="*/ 5235125 h 5390836"/>
                <a:gd name="connsiteX17" fmla="*/ 2785788 w 5372199"/>
                <a:gd name="connsiteY17" fmla="*/ 5259875 h 5390836"/>
                <a:gd name="connsiteX18" fmla="*/ 2654818 w 5372199"/>
                <a:gd name="connsiteY18" fmla="*/ 5261930 h 5390836"/>
                <a:gd name="connsiteX19" fmla="*/ 2656886 w 5372199"/>
                <a:gd name="connsiteY19" fmla="*/ 5338252 h 5390836"/>
                <a:gd name="connsiteX20" fmla="*/ 2803317 w 5372199"/>
                <a:gd name="connsiteY20" fmla="*/ 5335154 h 5390836"/>
                <a:gd name="connsiteX21" fmla="*/ 2804347 w 5372199"/>
                <a:gd name="connsiteY21" fmla="*/ 5360934 h 5390836"/>
                <a:gd name="connsiteX22" fmla="*/ 2804347 w 5372199"/>
                <a:gd name="connsiteY22" fmla="*/ 5386722 h 5390836"/>
                <a:gd name="connsiteX23" fmla="*/ 2601191 w 5372199"/>
                <a:gd name="connsiteY23" fmla="*/ 5390836 h 5390836"/>
                <a:gd name="connsiteX24" fmla="*/ 2597068 w 5372199"/>
                <a:gd name="connsiteY24" fmla="*/ 5100028 h 5390836"/>
                <a:gd name="connsiteX25" fmla="*/ 2311412 w 5372199"/>
                <a:gd name="connsiteY25" fmla="*/ 5073218 h 5390836"/>
                <a:gd name="connsiteX26" fmla="*/ 2527979 w 5372199"/>
                <a:gd name="connsiteY26" fmla="*/ 5100036 h 5390836"/>
                <a:gd name="connsiteX27" fmla="*/ 2524886 w 5372199"/>
                <a:gd name="connsiteY27" fmla="*/ 5124786 h 5390836"/>
                <a:gd name="connsiteX28" fmla="*/ 2521789 w 5372199"/>
                <a:gd name="connsiteY28" fmla="*/ 5150566 h 5390836"/>
                <a:gd name="connsiteX29" fmla="*/ 2441357 w 5372199"/>
                <a:gd name="connsiteY29" fmla="*/ 5141286 h 5390836"/>
                <a:gd name="connsiteX30" fmla="*/ 2412480 w 5372199"/>
                <a:gd name="connsiteY30" fmla="*/ 5378472 h 5390836"/>
                <a:gd name="connsiteX31" fmla="*/ 2384632 w 5372199"/>
                <a:gd name="connsiteY31" fmla="*/ 5375374 h 5390836"/>
                <a:gd name="connsiteX32" fmla="*/ 2356798 w 5372199"/>
                <a:gd name="connsiteY32" fmla="*/ 5372277 h 5390836"/>
                <a:gd name="connsiteX33" fmla="*/ 2385662 w 5372199"/>
                <a:gd name="connsiteY33" fmla="*/ 5134066 h 5390836"/>
                <a:gd name="connsiteX34" fmla="*/ 2305230 w 5372199"/>
                <a:gd name="connsiteY34" fmla="*/ 5124786 h 5390836"/>
                <a:gd name="connsiteX35" fmla="*/ 2308328 w 5372199"/>
                <a:gd name="connsiteY35" fmla="*/ 5098998 h 5390836"/>
                <a:gd name="connsiteX36" fmla="*/ 3178501 w 5372199"/>
                <a:gd name="connsiteY36" fmla="*/ 5049077 h 5390836"/>
                <a:gd name="connsiteX37" fmla="*/ 3227342 w 5372199"/>
                <a:gd name="connsiteY37" fmla="*/ 5072774 h 5390836"/>
                <a:gd name="connsiteX38" fmla="*/ 3283036 w 5372199"/>
                <a:gd name="connsiteY38" fmla="*/ 5175900 h 5390836"/>
                <a:gd name="connsiteX39" fmla="*/ 3270659 w 5372199"/>
                <a:gd name="connsiteY39" fmla="*/ 5291404 h 5390836"/>
                <a:gd name="connsiteX40" fmla="*/ 3094478 w 5372199"/>
                <a:gd name="connsiteY40" fmla="*/ 5332188 h 5390836"/>
                <a:gd name="connsiteX41" fmla="*/ 3086062 w 5372199"/>
                <a:gd name="connsiteY41" fmla="*/ 5326472 h 5390836"/>
                <a:gd name="connsiteX42" fmla="*/ 3082978 w 5372199"/>
                <a:gd name="connsiteY42" fmla="*/ 5329557 h 5390836"/>
                <a:gd name="connsiteX43" fmla="*/ 3027283 w 5372199"/>
                <a:gd name="connsiteY43" fmla="*/ 5226430 h 5390836"/>
                <a:gd name="connsiteX44" fmla="*/ 3040690 w 5372199"/>
                <a:gd name="connsiteY44" fmla="*/ 5108871 h 5390836"/>
                <a:gd name="connsiteX45" fmla="*/ 3124219 w 5372199"/>
                <a:gd name="connsiteY45" fmla="*/ 5050083 h 5390836"/>
                <a:gd name="connsiteX46" fmla="*/ 3178501 w 5372199"/>
                <a:gd name="connsiteY46" fmla="*/ 5049077 h 5390836"/>
                <a:gd name="connsiteX47" fmla="*/ 2038303 w 5372199"/>
                <a:gd name="connsiteY47" fmla="*/ 5009871 h 5390836"/>
                <a:gd name="connsiteX48" fmla="*/ 2065121 w 5372199"/>
                <a:gd name="connsiteY48" fmla="*/ 5017092 h 5390836"/>
                <a:gd name="connsiteX49" fmla="*/ 2092960 w 5372199"/>
                <a:gd name="connsiteY49" fmla="*/ 5023274 h 5390836"/>
                <a:gd name="connsiteX50" fmla="*/ 2048621 w 5372199"/>
                <a:gd name="connsiteY50" fmla="*/ 5201688 h 5390836"/>
                <a:gd name="connsiteX51" fmla="*/ 2048621 w 5372199"/>
                <a:gd name="connsiteY51" fmla="*/ 5250150 h 5390836"/>
                <a:gd name="connsiteX52" fmla="*/ 2082650 w 5372199"/>
                <a:gd name="connsiteY52" fmla="*/ 5274900 h 5390836"/>
                <a:gd name="connsiteX53" fmla="*/ 2124930 w 5372199"/>
                <a:gd name="connsiteY53" fmla="*/ 5274900 h 5390836"/>
                <a:gd name="connsiteX54" fmla="*/ 2148650 w 5372199"/>
                <a:gd name="connsiteY54" fmla="*/ 5230565 h 5390836"/>
                <a:gd name="connsiteX55" fmla="*/ 2192989 w 5372199"/>
                <a:gd name="connsiteY55" fmla="*/ 5053189 h 5390836"/>
                <a:gd name="connsiteX56" fmla="*/ 2219807 w 5372199"/>
                <a:gd name="connsiteY56" fmla="*/ 5059371 h 5390836"/>
                <a:gd name="connsiteX57" fmla="*/ 2247654 w 5372199"/>
                <a:gd name="connsiteY57" fmla="*/ 5066591 h 5390836"/>
                <a:gd name="connsiteX58" fmla="*/ 2200209 w 5372199"/>
                <a:gd name="connsiteY58" fmla="*/ 5237773 h 5390836"/>
                <a:gd name="connsiteX59" fmla="*/ 2153807 w 5372199"/>
                <a:gd name="connsiteY59" fmla="*/ 5319247 h 5390836"/>
                <a:gd name="connsiteX60" fmla="*/ 2067180 w 5372199"/>
                <a:gd name="connsiteY60" fmla="*/ 5326468 h 5390836"/>
                <a:gd name="connsiteX61" fmla="*/ 1994985 w 5372199"/>
                <a:gd name="connsiteY61" fmla="*/ 5279023 h 5390836"/>
                <a:gd name="connsiteX62" fmla="*/ 1994985 w 5372199"/>
                <a:gd name="connsiteY62" fmla="*/ 5186218 h 5390836"/>
                <a:gd name="connsiteX63" fmla="*/ 3514900 w 5372199"/>
                <a:gd name="connsiteY63" fmla="*/ 4952554 h 5390836"/>
                <a:gd name="connsiteX64" fmla="*/ 3523150 w 5372199"/>
                <a:gd name="connsiteY64" fmla="*/ 4977304 h 5390836"/>
                <a:gd name="connsiteX65" fmla="*/ 3531400 w 5372199"/>
                <a:gd name="connsiteY65" fmla="*/ 5002053 h 5390836"/>
                <a:gd name="connsiteX66" fmla="*/ 3403523 w 5372199"/>
                <a:gd name="connsiteY66" fmla="*/ 5043303 h 5390836"/>
                <a:gd name="connsiteX67" fmla="*/ 3424146 w 5372199"/>
                <a:gd name="connsiteY67" fmla="*/ 5106210 h 5390836"/>
                <a:gd name="connsiteX68" fmla="*/ 3535523 w 5372199"/>
                <a:gd name="connsiteY68" fmla="*/ 5070125 h 5390836"/>
                <a:gd name="connsiteX69" fmla="*/ 3542743 w 5372199"/>
                <a:gd name="connsiteY69" fmla="*/ 5093833 h 5390836"/>
                <a:gd name="connsiteX70" fmla="*/ 3550993 w 5372199"/>
                <a:gd name="connsiteY70" fmla="*/ 5117557 h 5390836"/>
                <a:gd name="connsiteX71" fmla="*/ 3439621 w 5372199"/>
                <a:gd name="connsiteY71" fmla="*/ 5153655 h 5390836"/>
                <a:gd name="connsiteX72" fmla="*/ 3477773 w 5372199"/>
                <a:gd name="connsiteY72" fmla="*/ 5271222 h 5390836"/>
                <a:gd name="connsiteX73" fmla="*/ 3450955 w 5372199"/>
                <a:gd name="connsiteY73" fmla="*/ 5279459 h 5390836"/>
                <a:gd name="connsiteX74" fmla="*/ 3424146 w 5372199"/>
                <a:gd name="connsiteY74" fmla="*/ 5288752 h 5390836"/>
                <a:gd name="connsiteX75" fmla="*/ 3334426 w 5372199"/>
                <a:gd name="connsiteY75" fmla="*/ 5012371 h 5390836"/>
                <a:gd name="connsiteX76" fmla="*/ 1772071 w 5372199"/>
                <a:gd name="connsiteY76" fmla="*/ 4919562 h 5390836"/>
                <a:gd name="connsiteX77" fmla="*/ 1978320 w 5372199"/>
                <a:gd name="connsiteY77" fmla="*/ 4990719 h 5390836"/>
                <a:gd name="connsiteX78" fmla="*/ 1970070 w 5372199"/>
                <a:gd name="connsiteY78" fmla="*/ 5014439 h 5390836"/>
                <a:gd name="connsiteX79" fmla="*/ 1960782 w 5372199"/>
                <a:gd name="connsiteY79" fmla="*/ 5039189 h 5390836"/>
                <a:gd name="connsiteX80" fmla="*/ 1884473 w 5372199"/>
                <a:gd name="connsiteY80" fmla="*/ 5013409 h 5390836"/>
                <a:gd name="connsiteX81" fmla="*/ 1807130 w 5372199"/>
                <a:gd name="connsiteY81" fmla="*/ 5239260 h 5390836"/>
                <a:gd name="connsiteX82" fmla="*/ 1780321 w 5372199"/>
                <a:gd name="connsiteY82" fmla="*/ 5229968 h 5390836"/>
                <a:gd name="connsiteX83" fmla="*/ 1753503 w 5372199"/>
                <a:gd name="connsiteY83" fmla="*/ 5220693 h 5390836"/>
                <a:gd name="connsiteX84" fmla="*/ 1831880 w 5372199"/>
                <a:gd name="connsiteY84" fmla="*/ 4994842 h 5390836"/>
                <a:gd name="connsiteX85" fmla="*/ 1755571 w 5372199"/>
                <a:gd name="connsiteY85" fmla="*/ 4969062 h 5390836"/>
                <a:gd name="connsiteX86" fmla="*/ 1763821 w 5372199"/>
                <a:gd name="connsiteY86" fmla="*/ 4944312 h 5390836"/>
                <a:gd name="connsiteX87" fmla="*/ 1666876 w 5372199"/>
                <a:gd name="connsiteY87" fmla="*/ 4867995 h 5390836"/>
                <a:gd name="connsiteX88" fmla="*/ 1691626 w 5372199"/>
                <a:gd name="connsiteY88" fmla="*/ 4879342 h 5390836"/>
                <a:gd name="connsiteX89" fmla="*/ 1717406 w 5372199"/>
                <a:gd name="connsiteY89" fmla="*/ 4891715 h 5390836"/>
                <a:gd name="connsiteX90" fmla="*/ 1594694 w 5372199"/>
                <a:gd name="connsiteY90" fmla="*/ 5154680 h 5390836"/>
                <a:gd name="connsiteX91" fmla="*/ 1568906 w 5372199"/>
                <a:gd name="connsiteY91" fmla="*/ 5143345 h 5390836"/>
                <a:gd name="connsiteX92" fmla="*/ 1543127 w 5372199"/>
                <a:gd name="connsiteY92" fmla="*/ 5130968 h 5390836"/>
                <a:gd name="connsiteX93" fmla="*/ 3872751 w 5372199"/>
                <a:gd name="connsiteY93" fmla="*/ 4780342 h 5390836"/>
                <a:gd name="connsiteX94" fmla="*/ 3884085 w 5372199"/>
                <a:gd name="connsiteY94" fmla="*/ 4803037 h 5390836"/>
                <a:gd name="connsiteX95" fmla="*/ 3896462 w 5372199"/>
                <a:gd name="connsiteY95" fmla="*/ 4825719 h 5390836"/>
                <a:gd name="connsiteX96" fmla="*/ 3825306 w 5372199"/>
                <a:gd name="connsiteY96" fmla="*/ 4863872 h 5390836"/>
                <a:gd name="connsiteX97" fmla="*/ 3937712 w 5372199"/>
                <a:gd name="connsiteY97" fmla="*/ 5075278 h 5390836"/>
                <a:gd name="connsiteX98" fmla="*/ 3912962 w 5372199"/>
                <a:gd name="connsiteY98" fmla="*/ 5088689 h 5390836"/>
                <a:gd name="connsiteX99" fmla="*/ 3888212 w 5372199"/>
                <a:gd name="connsiteY99" fmla="*/ 5102096 h 5390836"/>
                <a:gd name="connsiteX100" fmla="*/ 3775806 w 5372199"/>
                <a:gd name="connsiteY100" fmla="*/ 4890689 h 5390836"/>
                <a:gd name="connsiteX101" fmla="*/ 3704649 w 5372199"/>
                <a:gd name="connsiteY101" fmla="*/ 4927816 h 5390836"/>
                <a:gd name="connsiteX102" fmla="*/ 3692277 w 5372199"/>
                <a:gd name="connsiteY102" fmla="*/ 4905122 h 5390836"/>
                <a:gd name="connsiteX103" fmla="*/ 3680929 w 5372199"/>
                <a:gd name="connsiteY103" fmla="*/ 4882439 h 5390836"/>
                <a:gd name="connsiteX104" fmla="*/ 1417309 w 5372199"/>
                <a:gd name="connsiteY104" fmla="*/ 4732898 h 5390836"/>
                <a:gd name="connsiteX105" fmla="*/ 1607059 w 5372199"/>
                <a:gd name="connsiteY105" fmla="*/ 4839122 h 5390836"/>
                <a:gd name="connsiteX106" fmla="*/ 1594682 w 5372199"/>
                <a:gd name="connsiteY106" fmla="*/ 4861804 h 5390836"/>
                <a:gd name="connsiteX107" fmla="*/ 1582309 w 5372199"/>
                <a:gd name="connsiteY107" fmla="*/ 4883456 h 5390836"/>
                <a:gd name="connsiteX108" fmla="*/ 1512182 w 5372199"/>
                <a:gd name="connsiteY108" fmla="*/ 4844274 h 5390836"/>
                <a:gd name="connsiteX109" fmla="*/ 1395653 w 5372199"/>
                <a:gd name="connsiteY109" fmla="*/ 5053625 h 5390836"/>
                <a:gd name="connsiteX110" fmla="*/ 1370903 w 5372199"/>
                <a:gd name="connsiteY110" fmla="*/ 5040210 h 5390836"/>
                <a:gd name="connsiteX111" fmla="*/ 1347182 w 5372199"/>
                <a:gd name="connsiteY111" fmla="*/ 5026808 h 5390836"/>
                <a:gd name="connsiteX112" fmla="*/ 1462682 w 5372199"/>
                <a:gd name="connsiteY112" fmla="*/ 4817457 h 5390836"/>
                <a:gd name="connsiteX113" fmla="*/ 1392555 w 5372199"/>
                <a:gd name="connsiteY113" fmla="*/ 4778274 h 5390836"/>
                <a:gd name="connsiteX114" fmla="*/ 1404932 w 5372199"/>
                <a:gd name="connsiteY114" fmla="*/ 4755592 h 5390836"/>
                <a:gd name="connsiteX115" fmla="*/ 4097559 w 5372199"/>
                <a:gd name="connsiteY115" fmla="*/ 4639059 h 5390836"/>
                <a:gd name="connsiteX116" fmla="*/ 4110962 w 5372199"/>
                <a:gd name="connsiteY116" fmla="*/ 4660711 h 5390836"/>
                <a:gd name="connsiteX117" fmla="*/ 4125402 w 5372199"/>
                <a:gd name="connsiteY117" fmla="*/ 4682368 h 5390836"/>
                <a:gd name="connsiteX118" fmla="*/ 4006805 w 5372199"/>
                <a:gd name="connsiteY118" fmla="*/ 4759715 h 5390836"/>
                <a:gd name="connsiteX119" fmla="*/ 4040835 w 5372199"/>
                <a:gd name="connsiteY119" fmla="*/ 4811283 h 5390836"/>
                <a:gd name="connsiteX120" fmla="*/ 4150152 w 5372199"/>
                <a:gd name="connsiteY120" fmla="*/ 4740118 h 5390836"/>
                <a:gd name="connsiteX121" fmla="*/ 4164589 w 5372199"/>
                <a:gd name="connsiteY121" fmla="*/ 4760741 h 5390836"/>
                <a:gd name="connsiteX122" fmla="*/ 4177991 w 5372199"/>
                <a:gd name="connsiteY122" fmla="*/ 4782406 h 5390836"/>
                <a:gd name="connsiteX123" fmla="*/ 4067652 w 5372199"/>
                <a:gd name="connsiteY123" fmla="*/ 4853562 h 5390836"/>
                <a:gd name="connsiteX124" fmla="*/ 4108902 w 5372199"/>
                <a:gd name="connsiteY124" fmla="*/ 4916465 h 5390836"/>
                <a:gd name="connsiteX125" fmla="*/ 4232656 w 5372199"/>
                <a:gd name="connsiteY125" fmla="*/ 4837062 h 5390836"/>
                <a:gd name="connsiteX126" fmla="*/ 4247088 w 5372199"/>
                <a:gd name="connsiteY126" fmla="*/ 4858715 h 5390836"/>
                <a:gd name="connsiteX127" fmla="*/ 4261529 w 5372199"/>
                <a:gd name="connsiteY127" fmla="*/ 4880367 h 5390836"/>
                <a:gd name="connsiteX128" fmla="*/ 4090335 w 5372199"/>
                <a:gd name="connsiteY128" fmla="*/ 4990714 h 5390836"/>
                <a:gd name="connsiteX129" fmla="*/ 3932555 w 5372199"/>
                <a:gd name="connsiteY129" fmla="*/ 4746308 h 5390836"/>
                <a:gd name="connsiteX130" fmla="*/ 1204009 w 5372199"/>
                <a:gd name="connsiteY130" fmla="*/ 4608716 h 5390836"/>
                <a:gd name="connsiteX131" fmla="*/ 1280327 w 5372199"/>
                <a:gd name="connsiteY131" fmla="*/ 4633466 h 5390836"/>
                <a:gd name="connsiteX132" fmla="*/ 1323636 w 5372199"/>
                <a:gd name="connsiteY132" fmla="*/ 4697398 h 5390836"/>
                <a:gd name="connsiteX133" fmla="*/ 1308174 w 5372199"/>
                <a:gd name="connsiteY133" fmla="*/ 4771647 h 5390836"/>
                <a:gd name="connsiteX134" fmla="*/ 1268992 w 5372199"/>
                <a:gd name="connsiteY134" fmla="*/ 4739686 h 5390836"/>
                <a:gd name="connsiteX135" fmla="*/ 1274144 w 5372199"/>
                <a:gd name="connsiteY135" fmla="*/ 4703593 h 5390836"/>
                <a:gd name="connsiteX136" fmla="*/ 1249395 w 5372199"/>
                <a:gd name="connsiteY136" fmla="*/ 4670588 h 5390836"/>
                <a:gd name="connsiteX137" fmla="*/ 1216395 w 5372199"/>
                <a:gd name="connsiteY137" fmla="*/ 4659245 h 5390836"/>
                <a:gd name="connsiteX138" fmla="*/ 1189577 w 5372199"/>
                <a:gd name="connsiteY138" fmla="*/ 4674715 h 5390836"/>
                <a:gd name="connsiteX139" fmla="*/ 1189577 w 5372199"/>
                <a:gd name="connsiteY139" fmla="*/ 4698436 h 5390836"/>
                <a:gd name="connsiteX140" fmla="*/ 1221547 w 5372199"/>
                <a:gd name="connsiteY140" fmla="*/ 4742775 h 5390836"/>
                <a:gd name="connsiteX141" fmla="*/ 1265894 w 5372199"/>
                <a:gd name="connsiteY141" fmla="*/ 4815995 h 5390836"/>
                <a:gd name="connsiteX142" fmla="*/ 1247327 w 5372199"/>
                <a:gd name="connsiteY142" fmla="*/ 4874774 h 5390836"/>
                <a:gd name="connsiteX143" fmla="*/ 1184424 w 5372199"/>
                <a:gd name="connsiteY143" fmla="*/ 4909842 h 5390836"/>
                <a:gd name="connsiteX144" fmla="*/ 1106048 w 5372199"/>
                <a:gd name="connsiteY144" fmla="*/ 4881999 h 5390836"/>
                <a:gd name="connsiteX145" fmla="*/ 1056548 w 5372199"/>
                <a:gd name="connsiteY145" fmla="*/ 4814965 h 5390836"/>
                <a:gd name="connsiteX146" fmla="*/ 1074073 w 5372199"/>
                <a:gd name="connsiteY146" fmla="*/ 4738660 h 5390836"/>
                <a:gd name="connsiteX147" fmla="*/ 1118420 w 5372199"/>
                <a:gd name="connsiteY147" fmla="*/ 4769592 h 5390836"/>
                <a:gd name="connsiteX148" fmla="*/ 1109145 w 5372199"/>
                <a:gd name="connsiteY148" fmla="*/ 4807745 h 5390836"/>
                <a:gd name="connsiteX149" fmla="*/ 1134920 w 5372199"/>
                <a:gd name="connsiteY149" fmla="*/ 4841774 h 5390836"/>
                <a:gd name="connsiteX150" fmla="*/ 1174115 w 5372199"/>
                <a:gd name="connsiteY150" fmla="*/ 4859312 h 5390836"/>
                <a:gd name="connsiteX151" fmla="*/ 1201954 w 5372199"/>
                <a:gd name="connsiteY151" fmla="*/ 4846940 h 5390836"/>
                <a:gd name="connsiteX152" fmla="*/ 1201954 w 5372199"/>
                <a:gd name="connsiteY152" fmla="*/ 4821160 h 5390836"/>
                <a:gd name="connsiteX153" fmla="*/ 1175145 w 5372199"/>
                <a:gd name="connsiteY153" fmla="*/ 4780940 h 5390836"/>
                <a:gd name="connsiteX154" fmla="*/ 1125645 w 5372199"/>
                <a:gd name="connsiteY154" fmla="*/ 4703593 h 5390836"/>
                <a:gd name="connsiteX155" fmla="*/ 1141102 w 5372199"/>
                <a:gd name="connsiteY155" fmla="*/ 4646868 h 5390836"/>
                <a:gd name="connsiteX156" fmla="*/ 1204009 w 5372199"/>
                <a:gd name="connsiteY156" fmla="*/ 4608716 h 5390836"/>
                <a:gd name="connsiteX157" fmla="*/ 4318414 w 5372199"/>
                <a:gd name="connsiteY157" fmla="*/ 4479809 h 5390836"/>
                <a:gd name="connsiteX158" fmla="*/ 4394732 w 5372199"/>
                <a:gd name="connsiteY158" fmla="*/ 4513839 h 5390836"/>
                <a:gd name="connsiteX159" fmla="*/ 4352444 w 5372199"/>
                <a:gd name="connsiteY159" fmla="*/ 4549936 h 5390836"/>
                <a:gd name="connsiteX160" fmla="*/ 4314287 w 5372199"/>
                <a:gd name="connsiteY160" fmla="*/ 4533436 h 5390836"/>
                <a:gd name="connsiteX161" fmla="*/ 4274067 w 5372199"/>
                <a:gd name="connsiteY161" fmla="*/ 4548894 h 5390836"/>
                <a:gd name="connsiteX162" fmla="*/ 4253440 w 5372199"/>
                <a:gd name="connsiteY162" fmla="*/ 4600466 h 5390836"/>
                <a:gd name="connsiteX163" fmla="*/ 4288508 w 5372199"/>
                <a:gd name="connsiteY163" fmla="*/ 4669563 h 5390836"/>
                <a:gd name="connsiteX164" fmla="*/ 4349347 w 5372199"/>
                <a:gd name="connsiteY164" fmla="*/ 4714936 h 5390836"/>
                <a:gd name="connsiteX165" fmla="*/ 4402974 w 5372199"/>
                <a:gd name="connsiteY165" fmla="*/ 4703593 h 5390836"/>
                <a:gd name="connsiteX166" fmla="*/ 4424626 w 5372199"/>
                <a:gd name="connsiteY166" fmla="*/ 4665436 h 5390836"/>
                <a:gd name="connsiteX167" fmla="*/ 4412262 w 5372199"/>
                <a:gd name="connsiteY167" fmla="*/ 4621089 h 5390836"/>
                <a:gd name="connsiteX168" fmla="*/ 4454541 w 5372199"/>
                <a:gd name="connsiteY168" fmla="*/ 4581898 h 5390836"/>
                <a:gd name="connsiteX169" fmla="*/ 4478261 w 5372199"/>
                <a:gd name="connsiteY169" fmla="*/ 4667495 h 5390836"/>
                <a:gd name="connsiteX170" fmla="*/ 4344389 w 5372199"/>
                <a:gd name="connsiteY170" fmla="*/ 4770936 h 5390836"/>
                <a:gd name="connsiteX171" fmla="*/ 4342135 w 5372199"/>
                <a:gd name="connsiteY171" fmla="*/ 4770622 h 5390836"/>
                <a:gd name="connsiteX172" fmla="*/ 4245203 w 5372199"/>
                <a:gd name="connsiteY172" fmla="*/ 4706686 h 5390836"/>
                <a:gd name="connsiteX173" fmla="*/ 4197758 w 5372199"/>
                <a:gd name="connsiteY173" fmla="*/ 4598398 h 5390836"/>
                <a:gd name="connsiteX174" fmla="*/ 4239008 w 5372199"/>
                <a:gd name="connsiteY174" fmla="*/ 4508686 h 5390836"/>
                <a:gd name="connsiteX175" fmla="*/ 4318414 w 5372199"/>
                <a:gd name="connsiteY175" fmla="*/ 4479809 h 5390836"/>
                <a:gd name="connsiteX176" fmla="*/ 976955 w 5372199"/>
                <a:gd name="connsiteY176" fmla="*/ 4384335 h 5390836"/>
                <a:gd name="connsiteX177" fmla="*/ 998607 w 5372199"/>
                <a:gd name="connsiteY177" fmla="*/ 4403932 h 5390836"/>
                <a:gd name="connsiteX178" fmla="*/ 1019243 w 5372199"/>
                <a:gd name="connsiteY178" fmla="*/ 4424560 h 5390836"/>
                <a:gd name="connsiteX179" fmla="*/ 958400 w 5372199"/>
                <a:gd name="connsiteY179" fmla="*/ 4647309 h 5390836"/>
                <a:gd name="connsiteX180" fmla="*/ 1097611 w 5372199"/>
                <a:gd name="connsiteY180" fmla="*/ 4497780 h 5390836"/>
                <a:gd name="connsiteX181" fmla="*/ 1117204 w 5372199"/>
                <a:gd name="connsiteY181" fmla="*/ 4515309 h 5390836"/>
                <a:gd name="connsiteX182" fmla="*/ 1135772 w 5372199"/>
                <a:gd name="connsiteY182" fmla="*/ 4532839 h 5390836"/>
                <a:gd name="connsiteX183" fmla="*/ 937773 w 5372199"/>
                <a:gd name="connsiteY183" fmla="*/ 4746313 h 5390836"/>
                <a:gd name="connsiteX184" fmla="*/ 917146 w 5372199"/>
                <a:gd name="connsiteY184" fmla="*/ 4726715 h 5390836"/>
                <a:gd name="connsiteX185" fmla="*/ 897552 w 5372199"/>
                <a:gd name="connsiteY185" fmla="*/ 4708148 h 5390836"/>
                <a:gd name="connsiteX186" fmla="*/ 959425 w 5372199"/>
                <a:gd name="connsiteY186" fmla="*/ 4479212 h 5390836"/>
                <a:gd name="connsiteX187" fmla="*/ 816078 w 5372199"/>
                <a:gd name="connsiteY187" fmla="*/ 4632868 h 5390836"/>
                <a:gd name="connsiteX188" fmla="*/ 797523 w 5372199"/>
                <a:gd name="connsiteY188" fmla="*/ 4615339 h 5390836"/>
                <a:gd name="connsiteX189" fmla="*/ 777926 w 5372199"/>
                <a:gd name="connsiteY189" fmla="*/ 4596771 h 5390836"/>
                <a:gd name="connsiteX190" fmla="*/ 883108 w 5372199"/>
                <a:gd name="connsiteY190" fmla="*/ 4280170 h 5390836"/>
                <a:gd name="connsiteX191" fmla="*/ 901675 w 5372199"/>
                <a:gd name="connsiteY191" fmla="*/ 4301823 h 5390836"/>
                <a:gd name="connsiteX192" fmla="*/ 920235 w 5372199"/>
                <a:gd name="connsiteY192" fmla="*/ 4322450 h 5390836"/>
                <a:gd name="connsiteX193" fmla="*/ 703676 w 5372199"/>
                <a:gd name="connsiteY193" fmla="*/ 4516326 h 5390836"/>
                <a:gd name="connsiteX194" fmla="*/ 685104 w 5372199"/>
                <a:gd name="connsiteY194" fmla="*/ 4495703 h 5390836"/>
                <a:gd name="connsiteX195" fmla="*/ 666549 w 5372199"/>
                <a:gd name="connsiteY195" fmla="*/ 4475076 h 5390836"/>
                <a:gd name="connsiteX196" fmla="*/ 4535842 w 5372199"/>
                <a:gd name="connsiteY196" fmla="*/ 4224488 h 5390836"/>
                <a:gd name="connsiteX197" fmla="*/ 4751379 w 5372199"/>
                <a:gd name="connsiteY197" fmla="*/ 4419394 h 5390836"/>
                <a:gd name="connsiteX198" fmla="*/ 4732811 w 5372199"/>
                <a:gd name="connsiteY198" fmla="*/ 4440030 h 5390836"/>
                <a:gd name="connsiteX199" fmla="*/ 4714244 w 5372199"/>
                <a:gd name="connsiteY199" fmla="*/ 4460644 h 5390836"/>
                <a:gd name="connsiteX200" fmla="*/ 4616282 w 5372199"/>
                <a:gd name="connsiteY200" fmla="*/ 4372992 h 5390836"/>
                <a:gd name="connsiteX201" fmla="*/ 4546160 w 5372199"/>
                <a:gd name="connsiteY201" fmla="*/ 4450339 h 5390836"/>
                <a:gd name="connsiteX202" fmla="*/ 4644121 w 5372199"/>
                <a:gd name="connsiteY202" fmla="*/ 4539021 h 5390836"/>
                <a:gd name="connsiteX203" fmla="*/ 4625562 w 5372199"/>
                <a:gd name="connsiteY203" fmla="*/ 4559648 h 5390836"/>
                <a:gd name="connsiteX204" fmla="*/ 4606994 w 5372199"/>
                <a:gd name="connsiteY204" fmla="*/ 4580271 h 5390836"/>
                <a:gd name="connsiteX205" fmla="*/ 4390435 w 5372199"/>
                <a:gd name="connsiteY205" fmla="*/ 4385365 h 5390836"/>
                <a:gd name="connsiteX206" fmla="*/ 4409003 w 5372199"/>
                <a:gd name="connsiteY206" fmla="*/ 4364742 h 5390836"/>
                <a:gd name="connsiteX207" fmla="*/ 4428588 w 5372199"/>
                <a:gd name="connsiteY207" fmla="*/ 4344115 h 5390836"/>
                <a:gd name="connsiteX208" fmla="*/ 4509033 w 5372199"/>
                <a:gd name="connsiteY208" fmla="*/ 4417339 h 5390836"/>
                <a:gd name="connsiteX209" fmla="*/ 4579159 w 5372199"/>
                <a:gd name="connsiteY209" fmla="*/ 4338962 h 5390836"/>
                <a:gd name="connsiteX210" fmla="*/ 4497685 w 5372199"/>
                <a:gd name="connsiteY210" fmla="*/ 4265738 h 5390836"/>
                <a:gd name="connsiteX211" fmla="*/ 4517282 w 5372199"/>
                <a:gd name="connsiteY211" fmla="*/ 4245115 h 5390836"/>
                <a:gd name="connsiteX212" fmla="*/ 4714244 w 5372199"/>
                <a:gd name="connsiteY212" fmla="*/ 3980082 h 5390836"/>
                <a:gd name="connsiteX213" fmla="*/ 4952468 w 5372199"/>
                <a:gd name="connsiteY213" fmla="*/ 4147141 h 5390836"/>
                <a:gd name="connsiteX214" fmla="*/ 4936997 w 5372199"/>
                <a:gd name="connsiteY214" fmla="*/ 4169836 h 5390836"/>
                <a:gd name="connsiteX215" fmla="*/ 4920497 w 5372199"/>
                <a:gd name="connsiteY215" fmla="*/ 4193556 h 5390836"/>
                <a:gd name="connsiteX216" fmla="*/ 4685371 w 5372199"/>
                <a:gd name="connsiteY216" fmla="*/ 4162611 h 5390836"/>
                <a:gd name="connsiteX217" fmla="*/ 4857595 w 5372199"/>
                <a:gd name="connsiteY217" fmla="*/ 4283280 h 5390836"/>
                <a:gd name="connsiteX218" fmla="*/ 4843150 w 5372199"/>
                <a:gd name="connsiteY218" fmla="*/ 4304933 h 5390836"/>
                <a:gd name="connsiteX219" fmla="*/ 4827688 w 5372199"/>
                <a:gd name="connsiteY219" fmla="*/ 4326585 h 5390836"/>
                <a:gd name="connsiteX220" fmla="*/ 4589464 w 5372199"/>
                <a:gd name="connsiteY220" fmla="*/ 4159526 h 5390836"/>
                <a:gd name="connsiteX221" fmla="*/ 4605964 w 5372199"/>
                <a:gd name="connsiteY221" fmla="*/ 4135806 h 5390836"/>
                <a:gd name="connsiteX222" fmla="*/ 4622464 w 5372199"/>
                <a:gd name="connsiteY222" fmla="*/ 4111056 h 5390836"/>
                <a:gd name="connsiteX223" fmla="*/ 4852438 w 5372199"/>
                <a:gd name="connsiteY223" fmla="*/ 4140959 h 5390836"/>
                <a:gd name="connsiteX224" fmla="*/ 4684341 w 5372199"/>
                <a:gd name="connsiteY224" fmla="*/ 4023400 h 5390836"/>
                <a:gd name="connsiteX225" fmla="*/ 4699812 w 5372199"/>
                <a:gd name="connsiteY225" fmla="*/ 4001735 h 5390836"/>
                <a:gd name="connsiteX226" fmla="*/ 597638 w 5372199"/>
                <a:gd name="connsiteY226" fmla="*/ 3950764 h 5390836"/>
                <a:gd name="connsiteX227" fmla="*/ 685290 w 5372199"/>
                <a:gd name="connsiteY227" fmla="*/ 4008514 h 5390836"/>
                <a:gd name="connsiteX228" fmla="*/ 706947 w 5372199"/>
                <a:gd name="connsiteY228" fmla="*/ 4089984 h 5390836"/>
                <a:gd name="connsiteX229" fmla="*/ 666723 w 5372199"/>
                <a:gd name="connsiteY229" fmla="*/ 4160111 h 5390836"/>
                <a:gd name="connsiteX230" fmla="*/ 636820 w 5372199"/>
                <a:gd name="connsiteY230" fmla="*/ 4113709 h 5390836"/>
                <a:gd name="connsiteX231" fmla="*/ 653320 w 5372199"/>
                <a:gd name="connsiteY231" fmla="*/ 4078637 h 5390836"/>
                <a:gd name="connsiteX232" fmla="*/ 645083 w 5372199"/>
                <a:gd name="connsiteY232" fmla="*/ 4038417 h 5390836"/>
                <a:gd name="connsiteX233" fmla="*/ 590418 w 5372199"/>
                <a:gd name="connsiteY233" fmla="*/ 4005417 h 5390836"/>
                <a:gd name="connsiteX234" fmla="*/ 516164 w 5372199"/>
                <a:gd name="connsiteY234" fmla="*/ 4030167 h 5390836"/>
                <a:gd name="connsiteX235" fmla="*/ 463579 w 5372199"/>
                <a:gd name="connsiteY235" fmla="*/ 4087917 h 5390836"/>
                <a:gd name="connsiteX236" fmla="*/ 472859 w 5372199"/>
                <a:gd name="connsiteY236" fmla="*/ 4149793 h 5390836"/>
                <a:gd name="connsiteX237" fmla="*/ 523388 w 5372199"/>
                <a:gd name="connsiteY237" fmla="*/ 4177641 h 5390836"/>
                <a:gd name="connsiteX238" fmla="*/ 561537 w 5372199"/>
                <a:gd name="connsiteY238" fmla="*/ 4170421 h 5390836"/>
                <a:gd name="connsiteX239" fmla="*/ 561541 w 5372199"/>
                <a:gd name="connsiteY239" fmla="*/ 4170429 h 5390836"/>
                <a:gd name="connsiteX240" fmla="*/ 561541 w 5372199"/>
                <a:gd name="connsiteY240" fmla="*/ 4170416 h 5390836"/>
                <a:gd name="connsiteX241" fmla="*/ 561537 w 5372199"/>
                <a:gd name="connsiteY241" fmla="*/ 4170421 h 5390836"/>
                <a:gd name="connsiteX242" fmla="*/ 527511 w 5372199"/>
                <a:gd name="connsiteY242" fmla="*/ 4117832 h 5390836"/>
                <a:gd name="connsiteX243" fmla="*/ 569791 w 5372199"/>
                <a:gd name="connsiteY243" fmla="*/ 4089984 h 5390836"/>
                <a:gd name="connsiteX244" fmla="*/ 630638 w 5372199"/>
                <a:gd name="connsiteY244" fmla="*/ 4183831 h 5390836"/>
                <a:gd name="connsiteX245" fmla="*/ 498638 w 5372199"/>
                <a:gd name="connsiteY245" fmla="*/ 4269420 h 5390836"/>
                <a:gd name="connsiteX246" fmla="*/ 478011 w 5372199"/>
                <a:gd name="connsiteY246" fmla="*/ 4238488 h 5390836"/>
                <a:gd name="connsiteX247" fmla="*/ 506888 w 5372199"/>
                <a:gd name="connsiteY247" fmla="*/ 4212709 h 5390836"/>
                <a:gd name="connsiteX248" fmla="*/ 501732 w 5372199"/>
                <a:gd name="connsiteY248" fmla="*/ 4212709 h 5390836"/>
                <a:gd name="connsiteX249" fmla="*/ 425414 w 5372199"/>
                <a:gd name="connsiteY249" fmla="*/ 4171459 h 5390836"/>
                <a:gd name="connsiteX250" fmla="*/ 425414 w 5372199"/>
                <a:gd name="connsiteY250" fmla="*/ 4174543 h 5390836"/>
                <a:gd name="connsiteX251" fmla="*/ 408914 w 5372199"/>
                <a:gd name="connsiteY251" fmla="*/ 4071417 h 5390836"/>
                <a:gd name="connsiteX252" fmla="*/ 597638 w 5372199"/>
                <a:gd name="connsiteY252" fmla="*/ 3950764 h 5390836"/>
                <a:gd name="connsiteX253" fmla="*/ 4896947 w 5372199"/>
                <a:gd name="connsiteY253" fmla="*/ 3786790 h 5390836"/>
                <a:gd name="connsiteX254" fmla="*/ 4848489 w 5372199"/>
                <a:gd name="connsiteY254" fmla="*/ 3820820 h 5390836"/>
                <a:gd name="connsiteX255" fmla="*/ 4848489 w 5372199"/>
                <a:gd name="connsiteY255" fmla="*/ 3880625 h 5390836"/>
                <a:gd name="connsiteX256" fmla="*/ 4906239 w 5372199"/>
                <a:gd name="connsiteY256" fmla="*/ 3933222 h 5390836"/>
                <a:gd name="connsiteX257" fmla="*/ 4980489 w 5372199"/>
                <a:gd name="connsiteY257" fmla="*/ 3950764 h 5390836"/>
                <a:gd name="connsiteX258" fmla="*/ 5028950 w 5372199"/>
                <a:gd name="connsiteY258" fmla="*/ 3916722 h 5390836"/>
                <a:gd name="connsiteX259" fmla="*/ 5028950 w 5372199"/>
                <a:gd name="connsiteY259" fmla="*/ 3856917 h 5390836"/>
                <a:gd name="connsiteX260" fmla="*/ 4973268 w 5372199"/>
                <a:gd name="connsiteY260" fmla="*/ 3805345 h 5390836"/>
                <a:gd name="connsiteX261" fmla="*/ 4896947 w 5372199"/>
                <a:gd name="connsiteY261" fmla="*/ 3786790 h 5390836"/>
                <a:gd name="connsiteX262" fmla="*/ 4883544 w 5372199"/>
                <a:gd name="connsiteY262" fmla="*/ 3732138 h 5390836"/>
                <a:gd name="connsiteX263" fmla="*/ 5000073 w 5372199"/>
                <a:gd name="connsiteY263" fmla="*/ 3754820 h 5390836"/>
                <a:gd name="connsiteX264" fmla="*/ 5081548 w 5372199"/>
                <a:gd name="connsiteY264" fmla="*/ 3837320 h 5390836"/>
                <a:gd name="connsiteX265" fmla="*/ 5073298 w 5372199"/>
                <a:gd name="connsiteY265" fmla="*/ 3940447 h 5390836"/>
                <a:gd name="connsiteX266" fmla="*/ 4992866 w 5372199"/>
                <a:gd name="connsiteY266" fmla="*/ 4004387 h 5390836"/>
                <a:gd name="connsiteX267" fmla="*/ 4992853 w 5372199"/>
                <a:gd name="connsiteY267" fmla="*/ 4002319 h 5390836"/>
                <a:gd name="connsiteX268" fmla="*/ 4795892 w 5372199"/>
                <a:gd name="connsiteY268" fmla="*/ 3899193 h 5390836"/>
                <a:gd name="connsiteX269" fmla="*/ 4802074 w 5372199"/>
                <a:gd name="connsiteY269" fmla="*/ 3796070 h 5390836"/>
                <a:gd name="connsiteX270" fmla="*/ 4883544 w 5372199"/>
                <a:gd name="connsiteY270" fmla="*/ 3732138 h 5390836"/>
                <a:gd name="connsiteX271" fmla="*/ 484020 w 5372199"/>
                <a:gd name="connsiteY271" fmla="*/ 3640799 h 5390836"/>
                <a:gd name="connsiteX272" fmla="*/ 496393 w 5372199"/>
                <a:gd name="connsiteY272" fmla="*/ 3667609 h 5390836"/>
                <a:gd name="connsiteX273" fmla="*/ 508770 w 5372199"/>
                <a:gd name="connsiteY273" fmla="*/ 3693397 h 5390836"/>
                <a:gd name="connsiteX274" fmla="*/ 368516 w 5372199"/>
                <a:gd name="connsiteY274" fmla="*/ 3877985 h 5390836"/>
                <a:gd name="connsiteX275" fmla="*/ 554147 w 5372199"/>
                <a:gd name="connsiteY275" fmla="*/ 3791358 h 5390836"/>
                <a:gd name="connsiteX276" fmla="*/ 564464 w 5372199"/>
                <a:gd name="connsiteY276" fmla="*/ 3815083 h 5390836"/>
                <a:gd name="connsiteX277" fmla="*/ 575799 w 5372199"/>
                <a:gd name="connsiteY277" fmla="*/ 3838803 h 5390836"/>
                <a:gd name="connsiteX278" fmla="*/ 311796 w 5372199"/>
                <a:gd name="connsiteY278" fmla="*/ 3961527 h 5390836"/>
                <a:gd name="connsiteX279" fmla="*/ 300448 w 5372199"/>
                <a:gd name="connsiteY279" fmla="*/ 3936777 h 5390836"/>
                <a:gd name="connsiteX280" fmla="*/ 289114 w 5372199"/>
                <a:gd name="connsiteY280" fmla="*/ 3910985 h 5390836"/>
                <a:gd name="connsiteX281" fmla="*/ 432461 w 5372199"/>
                <a:gd name="connsiteY281" fmla="*/ 3722274 h 5390836"/>
                <a:gd name="connsiteX282" fmla="*/ 241669 w 5372199"/>
                <a:gd name="connsiteY282" fmla="*/ 3810956 h 5390836"/>
                <a:gd name="connsiteX283" fmla="*/ 231364 w 5372199"/>
                <a:gd name="connsiteY283" fmla="*/ 3787235 h 5390836"/>
                <a:gd name="connsiteX284" fmla="*/ 220016 w 5372199"/>
                <a:gd name="connsiteY284" fmla="*/ 3763511 h 5390836"/>
                <a:gd name="connsiteX285" fmla="*/ 5190696 w 5372199"/>
                <a:gd name="connsiteY285" fmla="*/ 3522202 h 5390836"/>
                <a:gd name="connsiteX286" fmla="*/ 5214407 w 5372199"/>
                <a:gd name="connsiteY286" fmla="*/ 3530452 h 5390836"/>
                <a:gd name="connsiteX287" fmla="*/ 5238128 w 5372199"/>
                <a:gd name="connsiteY287" fmla="*/ 3540770 h 5390836"/>
                <a:gd name="connsiteX288" fmla="*/ 5171098 w 5372199"/>
                <a:gd name="connsiteY288" fmla="*/ 3717108 h 5390836"/>
                <a:gd name="connsiteX289" fmla="*/ 4898845 w 5372199"/>
                <a:gd name="connsiteY289" fmla="*/ 3612952 h 5390836"/>
                <a:gd name="connsiteX290" fmla="*/ 4909150 w 5372199"/>
                <a:gd name="connsiteY290" fmla="*/ 3586134 h 5390836"/>
                <a:gd name="connsiteX291" fmla="*/ 4919468 w 5372199"/>
                <a:gd name="connsiteY291" fmla="*/ 3560359 h 5390836"/>
                <a:gd name="connsiteX292" fmla="*/ 5142225 w 5372199"/>
                <a:gd name="connsiteY292" fmla="*/ 3645956 h 5390836"/>
                <a:gd name="connsiteX293" fmla="*/ 432461 w 5372199"/>
                <a:gd name="connsiteY293" fmla="*/ 3510855 h 5390836"/>
                <a:gd name="connsiteX294" fmla="*/ 442766 w 5372199"/>
                <a:gd name="connsiteY294" fmla="*/ 3537673 h 5390836"/>
                <a:gd name="connsiteX295" fmla="*/ 453083 w 5372199"/>
                <a:gd name="connsiteY295" fmla="*/ 3563452 h 5390836"/>
                <a:gd name="connsiteX296" fmla="*/ 180834 w 5372199"/>
                <a:gd name="connsiteY296" fmla="*/ 3667609 h 5390836"/>
                <a:gd name="connsiteX297" fmla="*/ 170517 w 5372199"/>
                <a:gd name="connsiteY297" fmla="*/ 3641829 h 5390836"/>
                <a:gd name="connsiteX298" fmla="*/ 161237 w 5372199"/>
                <a:gd name="connsiteY298" fmla="*/ 3616037 h 5390836"/>
                <a:gd name="connsiteX299" fmla="*/ 175851 w 5372199"/>
                <a:gd name="connsiteY299" fmla="*/ 3314478 h 5390836"/>
                <a:gd name="connsiteX300" fmla="*/ 189254 w 5372199"/>
                <a:gd name="connsiteY300" fmla="*/ 3366046 h 5390836"/>
                <a:gd name="connsiteX301" fmla="*/ 172754 w 5372199"/>
                <a:gd name="connsiteY301" fmla="*/ 3371198 h 5390836"/>
                <a:gd name="connsiteX302" fmla="*/ 136656 w 5372199"/>
                <a:gd name="connsiteY302" fmla="*/ 3387698 h 5390836"/>
                <a:gd name="connsiteX303" fmla="*/ 130474 w 5372199"/>
                <a:gd name="connsiteY303" fmla="*/ 3415546 h 5390836"/>
                <a:gd name="connsiteX304" fmla="*/ 145936 w 5372199"/>
                <a:gd name="connsiteY304" fmla="*/ 3436169 h 5390836"/>
                <a:gd name="connsiteX305" fmla="*/ 176881 w 5372199"/>
                <a:gd name="connsiteY305" fmla="*/ 3436169 h 5390836"/>
                <a:gd name="connsiteX306" fmla="*/ 383130 w 5372199"/>
                <a:gd name="connsiteY306" fmla="*/ 3378410 h 5390836"/>
                <a:gd name="connsiteX307" fmla="*/ 390342 w 5372199"/>
                <a:gd name="connsiteY307" fmla="*/ 3405228 h 5390836"/>
                <a:gd name="connsiteX308" fmla="*/ 397562 w 5372199"/>
                <a:gd name="connsiteY308" fmla="*/ 3432046 h 5390836"/>
                <a:gd name="connsiteX309" fmla="*/ 191313 w 5372199"/>
                <a:gd name="connsiteY309" fmla="*/ 3485668 h 5390836"/>
                <a:gd name="connsiteX310" fmla="*/ 121186 w 5372199"/>
                <a:gd name="connsiteY310" fmla="*/ 3485668 h 5390836"/>
                <a:gd name="connsiteX311" fmla="*/ 83034 w 5372199"/>
                <a:gd name="connsiteY311" fmla="*/ 3428948 h 5390836"/>
                <a:gd name="connsiteX312" fmla="*/ 89224 w 5372199"/>
                <a:gd name="connsiteY312" fmla="*/ 3358821 h 5390836"/>
                <a:gd name="connsiteX313" fmla="*/ 159351 w 5372199"/>
                <a:gd name="connsiteY313" fmla="*/ 3319631 h 5390836"/>
                <a:gd name="connsiteX314" fmla="*/ 5138274 w 5372199"/>
                <a:gd name="connsiteY314" fmla="*/ 3210244 h 5390836"/>
                <a:gd name="connsiteX315" fmla="*/ 5099086 w 5372199"/>
                <a:gd name="connsiteY315" fmla="*/ 3216504 h 5390836"/>
                <a:gd name="connsiteX316" fmla="*/ 5059891 w 5372199"/>
                <a:gd name="connsiteY316" fmla="*/ 3261881 h 5390836"/>
                <a:gd name="connsiteX317" fmla="*/ 5073306 w 5372199"/>
                <a:gd name="connsiteY317" fmla="*/ 3320669 h 5390836"/>
                <a:gd name="connsiteX318" fmla="*/ 5142395 w 5372199"/>
                <a:gd name="connsiteY318" fmla="*/ 3357783 h 5390836"/>
                <a:gd name="connsiteX319" fmla="*/ 5218712 w 5372199"/>
                <a:gd name="connsiteY319" fmla="*/ 3357783 h 5390836"/>
                <a:gd name="connsiteX320" fmla="*/ 5257895 w 5372199"/>
                <a:gd name="connsiteY320" fmla="*/ 3312406 h 5390836"/>
                <a:gd name="connsiteX321" fmla="*/ 5244492 w 5372199"/>
                <a:gd name="connsiteY321" fmla="*/ 3253631 h 5390836"/>
                <a:gd name="connsiteX322" fmla="*/ 5244492 w 5372199"/>
                <a:gd name="connsiteY322" fmla="*/ 3252601 h 5390836"/>
                <a:gd name="connsiteX323" fmla="*/ 5177463 w 5372199"/>
                <a:gd name="connsiteY323" fmla="*/ 3216504 h 5390836"/>
                <a:gd name="connsiteX324" fmla="*/ 5138274 w 5372199"/>
                <a:gd name="connsiteY324" fmla="*/ 3210244 h 5390836"/>
                <a:gd name="connsiteX325" fmla="*/ 5126906 w 5372199"/>
                <a:gd name="connsiteY325" fmla="*/ 3154598 h 5390836"/>
                <a:gd name="connsiteX326" fmla="*/ 5186742 w 5372199"/>
                <a:gd name="connsiteY326" fmla="*/ 3161852 h 5390836"/>
                <a:gd name="connsiteX327" fmla="*/ 5289865 w 5372199"/>
                <a:gd name="connsiteY327" fmla="*/ 3222699 h 5390836"/>
                <a:gd name="connsiteX328" fmla="*/ 5249797 w 5372199"/>
                <a:gd name="connsiteY328" fmla="*/ 3402033 h 5390836"/>
                <a:gd name="connsiteX329" fmla="*/ 5244492 w 5372199"/>
                <a:gd name="connsiteY329" fmla="*/ 3405228 h 5390836"/>
                <a:gd name="connsiteX330" fmla="*/ 5240365 w 5372199"/>
                <a:gd name="connsiteY330" fmla="*/ 3407296 h 5390836"/>
                <a:gd name="connsiteX331" fmla="*/ 5022768 w 5372199"/>
                <a:gd name="connsiteY331" fmla="*/ 3352631 h 5390836"/>
                <a:gd name="connsiteX332" fmla="*/ 5004209 w 5372199"/>
                <a:gd name="connsiteY332" fmla="*/ 3249504 h 5390836"/>
                <a:gd name="connsiteX333" fmla="*/ 5068141 w 5372199"/>
                <a:gd name="connsiteY333" fmla="*/ 3168042 h 5390836"/>
                <a:gd name="connsiteX334" fmla="*/ 5126906 w 5372199"/>
                <a:gd name="connsiteY334" fmla="*/ 3154598 h 5390836"/>
                <a:gd name="connsiteX335" fmla="*/ 332419 w 5372199"/>
                <a:gd name="connsiteY335" fmla="*/ 3145784 h 5390836"/>
                <a:gd name="connsiteX336" fmla="*/ 337575 w 5372199"/>
                <a:gd name="connsiteY336" fmla="*/ 3173631 h 5390836"/>
                <a:gd name="connsiteX337" fmla="*/ 342736 w 5372199"/>
                <a:gd name="connsiteY337" fmla="*/ 3201479 h 5390836"/>
                <a:gd name="connsiteX338" fmla="*/ 57080 w 5372199"/>
                <a:gd name="connsiteY338" fmla="*/ 3256135 h 5390836"/>
                <a:gd name="connsiteX339" fmla="*/ 51915 w 5372199"/>
                <a:gd name="connsiteY339" fmla="*/ 3229313 h 5390836"/>
                <a:gd name="connsiteX340" fmla="*/ 46763 w 5372199"/>
                <a:gd name="connsiteY340" fmla="*/ 3201479 h 5390836"/>
                <a:gd name="connsiteX341" fmla="*/ 298393 w 5372199"/>
                <a:gd name="connsiteY341" fmla="*/ 2871475 h 5390836"/>
                <a:gd name="connsiteX342" fmla="*/ 322114 w 5372199"/>
                <a:gd name="connsiteY342" fmla="*/ 3066382 h 5390836"/>
                <a:gd name="connsiteX343" fmla="*/ 296334 w 5372199"/>
                <a:gd name="connsiteY343" fmla="*/ 3069479 h 5390836"/>
                <a:gd name="connsiteX344" fmla="*/ 270554 w 5372199"/>
                <a:gd name="connsiteY344" fmla="*/ 3072576 h 5390836"/>
                <a:gd name="connsiteX345" fmla="*/ 253016 w 5372199"/>
                <a:gd name="connsiteY345" fmla="*/ 2933352 h 5390836"/>
                <a:gd name="connsiteX346" fmla="*/ 192169 w 5372199"/>
                <a:gd name="connsiteY346" fmla="*/ 2940573 h 5390836"/>
                <a:gd name="connsiteX347" fmla="*/ 207639 w 5372199"/>
                <a:gd name="connsiteY347" fmla="*/ 3070509 h 5390836"/>
                <a:gd name="connsiteX348" fmla="*/ 183932 w 5372199"/>
                <a:gd name="connsiteY348" fmla="*/ 3073606 h 5390836"/>
                <a:gd name="connsiteX349" fmla="*/ 158139 w 5372199"/>
                <a:gd name="connsiteY349" fmla="*/ 3076699 h 5390836"/>
                <a:gd name="connsiteX350" fmla="*/ 142669 w 5372199"/>
                <a:gd name="connsiteY350" fmla="*/ 2946755 h 5390836"/>
                <a:gd name="connsiteX351" fmla="*/ 67390 w 5372199"/>
                <a:gd name="connsiteY351" fmla="*/ 2956047 h 5390836"/>
                <a:gd name="connsiteX352" fmla="*/ 84919 w 5372199"/>
                <a:gd name="connsiteY352" fmla="*/ 3102479 h 5390836"/>
                <a:gd name="connsiteX353" fmla="*/ 60178 w 5372199"/>
                <a:gd name="connsiteY353" fmla="*/ 3105576 h 5390836"/>
                <a:gd name="connsiteX354" fmla="*/ 34390 w 5372199"/>
                <a:gd name="connsiteY354" fmla="*/ 3108674 h 5390836"/>
                <a:gd name="connsiteX355" fmla="*/ 8610 w 5372199"/>
                <a:gd name="connsiteY355" fmla="*/ 2906535 h 5390836"/>
                <a:gd name="connsiteX356" fmla="*/ 5165090 w 5372199"/>
                <a:gd name="connsiteY356" fmla="*/ 2814306 h 5390836"/>
                <a:gd name="connsiteX357" fmla="*/ 5159933 w 5372199"/>
                <a:gd name="connsiteY357" fmla="*/ 2870001 h 5390836"/>
                <a:gd name="connsiteX358" fmla="*/ 5124865 w 5372199"/>
                <a:gd name="connsiteY358" fmla="*/ 2886501 h 5390836"/>
                <a:gd name="connsiteX359" fmla="*/ 5107340 w 5372199"/>
                <a:gd name="connsiteY359" fmla="*/ 2924653 h 5390836"/>
                <a:gd name="connsiteX360" fmla="*/ 5130022 w 5372199"/>
                <a:gd name="connsiteY360" fmla="*/ 2983433 h 5390836"/>
                <a:gd name="connsiteX361" fmla="*/ 5203242 w 5372199"/>
                <a:gd name="connsiteY361" fmla="*/ 3010250 h 5390836"/>
                <a:gd name="connsiteX362" fmla="*/ 5280589 w 5372199"/>
                <a:gd name="connsiteY362" fmla="*/ 2997878 h 5390836"/>
                <a:gd name="connsiteX363" fmla="*/ 5311521 w 5372199"/>
                <a:gd name="connsiteY363" fmla="*/ 2942183 h 5390836"/>
                <a:gd name="connsiteX364" fmla="*/ 5311534 w 5372199"/>
                <a:gd name="connsiteY364" fmla="*/ 2942183 h 5390836"/>
                <a:gd name="connsiteX365" fmla="*/ 5288839 w 5372199"/>
                <a:gd name="connsiteY365" fmla="*/ 2889598 h 5390836"/>
                <a:gd name="connsiteX366" fmla="*/ 5254810 w 5372199"/>
                <a:gd name="connsiteY366" fmla="*/ 2872056 h 5390836"/>
                <a:gd name="connsiteX367" fmla="*/ 5254810 w 5372199"/>
                <a:gd name="connsiteY367" fmla="*/ 2933933 h 5390836"/>
                <a:gd name="connsiteX368" fmla="*/ 5204272 w 5372199"/>
                <a:gd name="connsiteY368" fmla="*/ 2933933 h 5390836"/>
                <a:gd name="connsiteX369" fmla="*/ 5214590 w 5372199"/>
                <a:gd name="connsiteY369" fmla="*/ 2822556 h 5390836"/>
                <a:gd name="connsiteX370" fmla="*/ 5370309 w 5372199"/>
                <a:gd name="connsiteY370" fmla="*/ 2835971 h 5390836"/>
                <a:gd name="connsiteX371" fmla="*/ 5370309 w 5372199"/>
                <a:gd name="connsiteY371" fmla="*/ 2873098 h 5390836"/>
                <a:gd name="connsiteX372" fmla="*/ 5337310 w 5372199"/>
                <a:gd name="connsiteY372" fmla="*/ 2873098 h 5390836"/>
                <a:gd name="connsiteX373" fmla="*/ 5371339 w 5372199"/>
                <a:gd name="connsiteY373" fmla="*/ 2952501 h 5390836"/>
                <a:gd name="connsiteX374" fmla="*/ 5362059 w 5372199"/>
                <a:gd name="connsiteY374" fmla="*/ 2957653 h 5390836"/>
                <a:gd name="connsiteX375" fmla="*/ 5312560 w 5372199"/>
                <a:gd name="connsiteY375" fmla="*/ 3046335 h 5390836"/>
                <a:gd name="connsiteX376" fmla="*/ 5199115 w 5372199"/>
                <a:gd name="connsiteY376" fmla="*/ 3071085 h 5390836"/>
                <a:gd name="connsiteX377" fmla="*/ 5089810 w 5372199"/>
                <a:gd name="connsiteY377" fmla="*/ 3025712 h 5390836"/>
                <a:gd name="connsiteX378" fmla="*/ 5056806 w 5372199"/>
                <a:gd name="connsiteY378" fmla="*/ 2922585 h 5390836"/>
                <a:gd name="connsiteX379" fmla="*/ 5089810 w 5372199"/>
                <a:gd name="connsiteY379" fmla="*/ 2845251 h 5390836"/>
                <a:gd name="connsiteX380" fmla="*/ 5165090 w 5372199"/>
                <a:gd name="connsiteY380" fmla="*/ 2814306 h 5390836"/>
                <a:gd name="connsiteX381" fmla="*/ 176868 w 5372199"/>
                <a:gd name="connsiteY381" fmla="*/ 2618374 h 5390836"/>
                <a:gd name="connsiteX382" fmla="*/ 176868 w 5372199"/>
                <a:gd name="connsiteY382" fmla="*/ 2682319 h 5390836"/>
                <a:gd name="connsiteX383" fmla="*/ 184089 w 5372199"/>
                <a:gd name="connsiteY383" fmla="*/ 2713251 h 5390836"/>
                <a:gd name="connsiteX384" fmla="*/ 209868 w 5372199"/>
                <a:gd name="connsiteY384" fmla="*/ 2724599 h 5390836"/>
                <a:gd name="connsiteX385" fmla="*/ 232550 w 5372199"/>
                <a:gd name="connsiteY385" fmla="*/ 2714281 h 5390836"/>
                <a:gd name="connsiteX386" fmla="*/ 240800 w 5372199"/>
                <a:gd name="connsiteY386" fmla="*/ 2681281 h 5390836"/>
                <a:gd name="connsiteX387" fmla="*/ 240813 w 5372199"/>
                <a:gd name="connsiteY387" fmla="*/ 2619413 h 5390836"/>
                <a:gd name="connsiteX388" fmla="*/ 50021 w 5372199"/>
                <a:gd name="connsiteY388" fmla="*/ 2618374 h 5390836"/>
                <a:gd name="connsiteX389" fmla="*/ 50021 w 5372199"/>
                <a:gd name="connsiteY389" fmla="*/ 2686442 h 5390836"/>
                <a:gd name="connsiteX390" fmla="*/ 59309 w 5372199"/>
                <a:gd name="connsiteY390" fmla="*/ 2719446 h 5390836"/>
                <a:gd name="connsiteX391" fmla="*/ 90241 w 5372199"/>
                <a:gd name="connsiteY391" fmla="*/ 2730781 h 5390836"/>
                <a:gd name="connsiteX392" fmla="*/ 118089 w 5372199"/>
                <a:gd name="connsiteY392" fmla="*/ 2719446 h 5390836"/>
                <a:gd name="connsiteX393" fmla="*/ 127368 w 5372199"/>
                <a:gd name="connsiteY393" fmla="*/ 2686442 h 5390836"/>
                <a:gd name="connsiteX394" fmla="*/ 127368 w 5372199"/>
                <a:gd name="connsiteY394" fmla="*/ 2619413 h 5390836"/>
                <a:gd name="connsiteX395" fmla="*/ 521 w 5372199"/>
                <a:gd name="connsiteY395" fmla="*/ 2563722 h 5390836"/>
                <a:gd name="connsiteX396" fmla="*/ 291342 w 5372199"/>
                <a:gd name="connsiteY396" fmla="*/ 2568875 h 5390836"/>
                <a:gd name="connsiteX397" fmla="*/ 291342 w 5372199"/>
                <a:gd name="connsiteY397" fmla="*/ 2595692 h 5390836"/>
                <a:gd name="connsiteX398" fmla="*/ 291342 w 5372199"/>
                <a:gd name="connsiteY398" fmla="*/ 2698819 h 5390836"/>
                <a:gd name="connsiteX399" fmla="*/ 270715 w 5372199"/>
                <a:gd name="connsiteY399" fmla="*/ 2758628 h 5390836"/>
                <a:gd name="connsiteX400" fmla="*/ 216050 w 5372199"/>
                <a:gd name="connsiteY400" fmla="*/ 2779251 h 5390836"/>
                <a:gd name="connsiteX401" fmla="*/ 161398 w 5372199"/>
                <a:gd name="connsiteY401" fmla="*/ 2754501 h 5390836"/>
                <a:gd name="connsiteX402" fmla="*/ 156245 w 5372199"/>
                <a:gd name="connsiteY402" fmla="*/ 2745222 h 5390836"/>
                <a:gd name="connsiteX403" fmla="*/ 145928 w 5372199"/>
                <a:gd name="connsiteY403" fmla="*/ 2761721 h 5390836"/>
                <a:gd name="connsiteX404" fmla="*/ 90241 w 5372199"/>
                <a:gd name="connsiteY404" fmla="*/ 2786476 h 5390836"/>
                <a:gd name="connsiteX405" fmla="*/ 22174 w 5372199"/>
                <a:gd name="connsiteY405" fmla="*/ 2759654 h 5390836"/>
                <a:gd name="connsiteX406" fmla="*/ 521 w 5372199"/>
                <a:gd name="connsiteY406" fmla="*/ 2685404 h 5390836"/>
                <a:gd name="connsiteX407" fmla="*/ 521 w 5372199"/>
                <a:gd name="connsiteY407" fmla="*/ 2590540 h 5390836"/>
                <a:gd name="connsiteX408" fmla="*/ 5076221 w 5372199"/>
                <a:gd name="connsiteY408" fmla="*/ 2512595 h 5390836"/>
                <a:gd name="connsiteX409" fmla="*/ 5259793 w 5372199"/>
                <a:gd name="connsiteY409" fmla="*/ 2594069 h 5390836"/>
                <a:gd name="connsiteX410" fmla="*/ 5370131 w 5372199"/>
                <a:gd name="connsiteY410" fmla="*/ 2589942 h 5390836"/>
                <a:gd name="connsiteX411" fmla="*/ 5371170 w 5372199"/>
                <a:gd name="connsiteY411" fmla="*/ 2618819 h 5390836"/>
                <a:gd name="connsiteX412" fmla="*/ 5372199 w 5372199"/>
                <a:gd name="connsiteY412" fmla="*/ 2646654 h 5390836"/>
                <a:gd name="connsiteX413" fmla="*/ 5262878 w 5372199"/>
                <a:gd name="connsiteY413" fmla="*/ 2649751 h 5390836"/>
                <a:gd name="connsiteX414" fmla="*/ 5084471 w 5372199"/>
                <a:gd name="connsiteY414" fmla="*/ 2749781 h 5390836"/>
                <a:gd name="connsiteX415" fmla="*/ 5083442 w 5372199"/>
                <a:gd name="connsiteY415" fmla="*/ 2716781 h 5390836"/>
                <a:gd name="connsiteX416" fmla="*/ 5082416 w 5372199"/>
                <a:gd name="connsiteY416" fmla="*/ 2683781 h 5390836"/>
                <a:gd name="connsiteX417" fmla="*/ 5206166 w 5372199"/>
                <a:gd name="connsiteY417" fmla="*/ 2622942 h 5390836"/>
                <a:gd name="connsiteX418" fmla="*/ 5207196 w 5372199"/>
                <a:gd name="connsiteY418" fmla="*/ 2622942 h 5390836"/>
                <a:gd name="connsiteX419" fmla="*/ 5078289 w 5372199"/>
                <a:gd name="connsiteY419" fmla="*/ 2575502 h 5390836"/>
                <a:gd name="connsiteX420" fmla="*/ 5077251 w 5372199"/>
                <a:gd name="connsiteY420" fmla="*/ 2543527 h 5390836"/>
                <a:gd name="connsiteX421" fmla="*/ 605887 w 5372199"/>
                <a:gd name="connsiteY421" fmla="*/ 985886 h 5390836"/>
                <a:gd name="connsiteX422" fmla="*/ 605887 w 5372199"/>
                <a:gd name="connsiteY422" fmla="*/ 994136 h 5390836"/>
                <a:gd name="connsiteX423" fmla="*/ 605887 w 5372199"/>
                <a:gd name="connsiteY423" fmla="*/ 998261 h 5390836"/>
                <a:gd name="connsiteX424" fmla="*/ 601762 w 5372199"/>
                <a:gd name="connsiteY424" fmla="*/ 998261 h 5390836"/>
                <a:gd name="connsiteX425" fmla="*/ 667763 w 5372199"/>
                <a:gd name="connsiteY425" fmla="*/ 958039 h 5390836"/>
                <a:gd name="connsiteX426" fmla="*/ 690446 w 5372199"/>
                <a:gd name="connsiteY426" fmla="*/ 958039 h 5390836"/>
                <a:gd name="connsiteX427" fmla="*/ 699735 w 5372199"/>
                <a:gd name="connsiteY427" fmla="*/ 967329 h 5390836"/>
                <a:gd name="connsiteX428" fmla="*/ 713139 w 5372199"/>
                <a:gd name="connsiteY428" fmla="*/ 981761 h 5390836"/>
                <a:gd name="connsiteX429" fmla="*/ 721389 w 5372199"/>
                <a:gd name="connsiteY429" fmla="*/ 1003414 h 5390836"/>
                <a:gd name="connsiteX430" fmla="*/ 735821 w 5372199"/>
                <a:gd name="connsiteY430" fmla="*/ 1020943 h 5390836"/>
                <a:gd name="connsiteX431" fmla="*/ 763668 w 5372199"/>
                <a:gd name="connsiteY431" fmla="*/ 1049818 h 5390836"/>
                <a:gd name="connsiteX432" fmla="*/ 779140 w 5372199"/>
                <a:gd name="connsiteY432" fmla="*/ 1068386 h 5390836"/>
                <a:gd name="connsiteX433" fmla="*/ 793572 w 5372199"/>
                <a:gd name="connsiteY433" fmla="*/ 1083858 h 5390836"/>
                <a:gd name="connsiteX434" fmla="*/ 806987 w 5372199"/>
                <a:gd name="connsiteY434" fmla="*/ 1090040 h 5390836"/>
                <a:gd name="connsiteX435" fmla="*/ 813169 w 5372199"/>
                <a:gd name="connsiteY435" fmla="*/ 1090040 h 5390836"/>
                <a:gd name="connsiteX436" fmla="*/ 824515 w 5372199"/>
                <a:gd name="connsiteY436" fmla="*/ 1097261 h 5390836"/>
                <a:gd name="connsiteX437" fmla="*/ 838948 w 5372199"/>
                <a:gd name="connsiteY437" fmla="*/ 1120983 h 5390836"/>
                <a:gd name="connsiteX438" fmla="*/ 844112 w 5372199"/>
                <a:gd name="connsiteY438" fmla="*/ 1138512 h 5390836"/>
                <a:gd name="connsiteX439" fmla="*/ 836890 w 5372199"/>
                <a:gd name="connsiteY439" fmla="*/ 1171512 h 5390836"/>
                <a:gd name="connsiteX440" fmla="*/ 836890 w 5372199"/>
                <a:gd name="connsiteY440" fmla="*/ 1206570 h 5390836"/>
                <a:gd name="connsiteX441" fmla="*/ 827612 w 5372199"/>
                <a:gd name="connsiteY441" fmla="*/ 1233388 h 5390836"/>
                <a:gd name="connsiteX442" fmla="*/ 819362 w 5372199"/>
                <a:gd name="connsiteY442" fmla="*/ 1272570 h 5390836"/>
                <a:gd name="connsiteX443" fmla="*/ 811112 w 5372199"/>
                <a:gd name="connsiteY443" fmla="*/ 1294235 h 5390836"/>
                <a:gd name="connsiteX444" fmla="*/ 811112 w 5372199"/>
                <a:gd name="connsiteY444" fmla="*/ 1333418 h 5390836"/>
                <a:gd name="connsiteX445" fmla="*/ 782236 w 5372199"/>
                <a:gd name="connsiteY445" fmla="*/ 1333418 h 5390836"/>
                <a:gd name="connsiteX446" fmla="*/ 765736 w 5372199"/>
                <a:gd name="connsiteY446" fmla="*/ 1333418 h 5390836"/>
                <a:gd name="connsiteX447" fmla="*/ 751293 w 5372199"/>
                <a:gd name="connsiteY447" fmla="*/ 1325168 h 5390836"/>
                <a:gd name="connsiteX448" fmla="*/ 736861 w 5372199"/>
                <a:gd name="connsiteY448" fmla="*/ 1317946 h 5390836"/>
                <a:gd name="connsiteX449" fmla="*/ 736861 w 5372199"/>
                <a:gd name="connsiteY449" fmla="*/ 1304542 h 5390836"/>
                <a:gd name="connsiteX450" fmla="*/ 744071 w 5372199"/>
                <a:gd name="connsiteY450" fmla="*/ 1294235 h 5390836"/>
                <a:gd name="connsiteX451" fmla="*/ 749225 w 5372199"/>
                <a:gd name="connsiteY451" fmla="*/ 1272570 h 5390836"/>
                <a:gd name="connsiteX452" fmla="*/ 757475 w 5372199"/>
                <a:gd name="connsiteY452" fmla="*/ 1251945 h 5390836"/>
                <a:gd name="connsiteX453" fmla="*/ 767793 w 5372199"/>
                <a:gd name="connsiteY453" fmla="*/ 1211723 h 5390836"/>
                <a:gd name="connsiteX454" fmla="*/ 767793 w 5372199"/>
                <a:gd name="connsiteY454" fmla="*/ 1188012 h 5390836"/>
                <a:gd name="connsiteX455" fmla="*/ 738918 w 5372199"/>
                <a:gd name="connsiteY455" fmla="*/ 1163262 h 5390836"/>
                <a:gd name="connsiteX456" fmla="*/ 728610 w 5372199"/>
                <a:gd name="connsiteY456" fmla="*/ 1163262 h 5390836"/>
                <a:gd name="connsiteX457" fmla="*/ 719321 w 5372199"/>
                <a:gd name="connsiteY457" fmla="*/ 1177705 h 5390836"/>
                <a:gd name="connsiteX458" fmla="*/ 712110 w 5372199"/>
                <a:gd name="connsiteY458" fmla="*/ 1193166 h 5390836"/>
                <a:gd name="connsiteX459" fmla="*/ 704889 w 5372199"/>
                <a:gd name="connsiteY459" fmla="*/ 1203484 h 5390836"/>
                <a:gd name="connsiteX460" fmla="*/ 695610 w 5372199"/>
                <a:gd name="connsiteY460" fmla="*/ 1203484 h 5390836"/>
                <a:gd name="connsiteX461" fmla="*/ 678070 w 5372199"/>
                <a:gd name="connsiteY461" fmla="*/ 1192138 h 5390836"/>
                <a:gd name="connsiteX462" fmla="*/ 665695 w 5372199"/>
                <a:gd name="connsiteY462" fmla="*/ 1185945 h 5390836"/>
                <a:gd name="connsiteX463" fmla="*/ 647138 w 5372199"/>
                <a:gd name="connsiteY463" fmla="*/ 1165319 h 5390836"/>
                <a:gd name="connsiteX464" fmla="*/ 647138 w 5372199"/>
                <a:gd name="connsiteY464" fmla="*/ 1142637 h 5390836"/>
                <a:gd name="connsiteX465" fmla="*/ 657445 w 5372199"/>
                <a:gd name="connsiteY465" fmla="*/ 1120983 h 5390836"/>
                <a:gd name="connsiteX466" fmla="*/ 667763 w 5372199"/>
                <a:gd name="connsiteY466" fmla="*/ 1108608 h 5390836"/>
                <a:gd name="connsiteX467" fmla="*/ 676013 w 5372199"/>
                <a:gd name="connsiteY467" fmla="*/ 1084886 h 5390836"/>
                <a:gd name="connsiteX468" fmla="*/ 667763 w 5372199"/>
                <a:gd name="connsiteY468" fmla="*/ 1063233 h 5390836"/>
                <a:gd name="connsiteX469" fmla="*/ 639916 w 5372199"/>
                <a:gd name="connsiteY469" fmla="*/ 1027136 h 5390836"/>
                <a:gd name="connsiteX470" fmla="*/ 612080 w 5372199"/>
                <a:gd name="connsiteY470" fmla="*/ 1015789 h 5390836"/>
                <a:gd name="connsiteX471" fmla="*/ 605887 w 5372199"/>
                <a:gd name="connsiteY471" fmla="*/ 1010636 h 5390836"/>
                <a:gd name="connsiteX472" fmla="*/ 605887 w 5372199"/>
                <a:gd name="connsiteY472" fmla="*/ 998261 h 5390836"/>
                <a:gd name="connsiteX473" fmla="*/ 607303 w 5372199"/>
                <a:gd name="connsiteY473" fmla="*/ 998261 h 5390836"/>
                <a:gd name="connsiteX474" fmla="*/ 615166 w 5372199"/>
                <a:gd name="connsiteY474" fmla="*/ 998261 h 5390836"/>
                <a:gd name="connsiteX475" fmla="*/ 630638 w 5372199"/>
                <a:gd name="connsiteY475" fmla="*/ 984858 h 5390836"/>
                <a:gd name="connsiteX476" fmla="*/ 644041 w 5372199"/>
                <a:gd name="connsiteY476" fmla="*/ 970415 h 5390836"/>
                <a:gd name="connsiteX477" fmla="*/ 655388 w 5372199"/>
                <a:gd name="connsiteY477" fmla="*/ 963193 h 5390836"/>
                <a:gd name="connsiteX478" fmla="*/ 667763 w 5372199"/>
                <a:gd name="connsiteY478" fmla="*/ 958039 h 5390836"/>
                <a:gd name="connsiteX479" fmla="*/ 4670338 w 5372199"/>
                <a:gd name="connsiteY479" fmla="*/ 809159 h 5390836"/>
                <a:gd name="connsiteX480" fmla="*/ 4680391 w 5372199"/>
                <a:gd name="connsiteY480" fmla="*/ 812634 h 5390836"/>
                <a:gd name="connsiteX481" fmla="*/ 4688641 w 5372199"/>
                <a:gd name="connsiteY481" fmla="*/ 820884 h 5390836"/>
                <a:gd name="connsiteX482" fmla="*/ 4695863 w 5372199"/>
                <a:gd name="connsiteY482" fmla="*/ 820884 h 5390836"/>
                <a:gd name="connsiteX483" fmla="*/ 4695863 w 5372199"/>
                <a:gd name="connsiteY483" fmla="*/ 830174 h 5390836"/>
                <a:gd name="connsiteX484" fmla="*/ 4687613 w 5372199"/>
                <a:gd name="connsiteY484" fmla="*/ 841510 h 5390836"/>
                <a:gd name="connsiteX485" fmla="*/ 4675238 w 5372199"/>
                <a:gd name="connsiteY485" fmla="*/ 853885 h 5390836"/>
                <a:gd name="connsiteX486" fmla="*/ 4668016 w 5372199"/>
                <a:gd name="connsiteY486" fmla="*/ 861106 h 5390836"/>
                <a:gd name="connsiteX487" fmla="*/ 4658737 w 5372199"/>
                <a:gd name="connsiteY487" fmla="*/ 868328 h 5390836"/>
                <a:gd name="connsiteX488" fmla="*/ 4647391 w 5372199"/>
                <a:gd name="connsiteY488" fmla="*/ 878635 h 5390836"/>
                <a:gd name="connsiteX489" fmla="*/ 4627794 w 5372199"/>
                <a:gd name="connsiteY489" fmla="*/ 899260 h 5390836"/>
                <a:gd name="connsiteX490" fmla="*/ 4616459 w 5372199"/>
                <a:gd name="connsiteY490" fmla="*/ 914732 h 5390836"/>
                <a:gd name="connsiteX491" fmla="*/ 4606141 w 5372199"/>
                <a:gd name="connsiteY491" fmla="*/ 924011 h 5390836"/>
                <a:gd name="connsiteX492" fmla="*/ 4589640 w 5372199"/>
                <a:gd name="connsiteY492" fmla="*/ 932261 h 5390836"/>
                <a:gd name="connsiteX493" fmla="*/ 4589640 w 5372199"/>
                <a:gd name="connsiteY493" fmla="*/ 943608 h 5390836"/>
                <a:gd name="connsiteX494" fmla="*/ 4604083 w 5372199"/>
                <a:gd name="connsiteY494" fmla="*/ 951858 h 5390836"/>
                <a:gd name="connsiteX495" fmla="*/ 4614391 w 5372199"/>
                <a:gd name="connsiteY495" fmla="*/ 962176 h 5390836"/>
                <a:gd name="connsiteX496" fmla="*/ 4632959 w 5372199"/>
                <a:gd name="connsiteY496" fmla="*/ 975579 h 5390836"/>
                <a:gd name="connsiteX497" fmla="*/ 4644294 w 5372199"/>
                <a:gd name="connsiteY497" fmla="*/ 981762 h 5390836"/>
                <a:gd name="connsiteX498" fmla="*/ 4655641 w 5372199"/>
                <a:gd name="connsiteY498" fmla="*/ 981762 h 5390836"/>
                <a:gd name="connsiteX499" fmla="*/ 4661834 w 5372199"/>
                <a:gd name="connsiteY499" fmla="*/ 981762 h 5390836"/>
                <a:gd name="connsiteX500" fmla="*/ 4653584 w 5372199"/>
                <a:gd name="connsiteY500" fmla="*/ 970426 h 5390836"/>
                <a:gd name="connsiteX501" fmla="*/ 4641209 w 5372199"/>
                <a:gd name="connsiteY501" fmla="*/ 965261 h 5390836"/>
                <a:gd name="connsiteX502" fmla="*/ 4647391 w 5372199"/>
                <a:gd name="connsiteY502" fmla="*/ 954954 h 5390836"/>
                <a:gd name="connsiteX503" fmla="*/ 4647391 w 5372199"/>
                <a:gd name="connsiteY503" fmla="*/ 942579 h 5390836"/>
                <a:gd name="connsiteX504" fmla="*/ 4633987 w 5372199"/>
                <a:gd name="connsiteY504" fmla="*/ 948761 h 5390836"/>
                <a:gd name="connsiteX505" fmla="*/ 4625250 w 5372199"/>
                <a:gd name="connsiteY505" fmla="*/ 949313 h 5390836"/>
                <a:gd name="connsiteX506" fmla="*/ 4624709 w 5372199"/>
                <a:gd name="connsiteY506" fmla="*/ 948761 h 5390836"/>
                <a:gd name="connsiteX507" fmla="*/ 4615419 w 5372199"/>
                <a:gd name="connsiteY507" fmla="*/ 948761 h 5390836"/>
                <a:gd name="connsiteX508" fmla="*/ 4621612 w 5372199"/>
                <a:gd name="connsiteY508" fmla="*/ 932261 h 5390836"/>
                <a:gd name="connsiteX509" fmla="*/ 4646362 w 5372199"/>
                <a:gd name="connsiteY509" fmla="*/ 910607 h 5390836"/>
                <a:gd name="connsiteX510" fmla="*/ 4659766 w 5372199"/>
                <a:gd name="connsiteY510" fmla="*/ 893078 h 5390836"/>
                <a:gd name="connsiteX511" fmla="*/ 4682459 w 5372199"/>
                <a:gd name="connsiteY511" fmla="*/ 870385 h 5390836"/>
                <a:gd name="connsiteX512" fmla="*/ 4688641 w 5372199"/>
                <a:gd name="connsiteY512" fmla="*/ 862146 h 5390836"/>
                <a:gd name="connsiteX513" fmla="*/ 4705141 w 5372199"/>
                <a:gd name="connsiteY513" fmla="*/ 855953 h 5390836"/>
                <a:gd name="connsiteX514" fmla="*/ 4716488 w 5372199"/>
                <a:gd name="connsiteY514" fmla="*/ 855953 h 5390836"/>
                <a:gd name="connsiteX515" fmla="*/ 4707209 w 5372199"/>
                <a:gd name="connsiteY515" fmla="*/ 871424 h 5390836"/>
                <a:gd name="connsiteX516" fmla="*/ 4702056 w 5372199"/>
                <a:gd name="connsiteY516" fmla="*/ 881732 h 5390836"/>
                <a:gd name="connsiteX517" fmla="*/ 4679363 w 5372199"/>
                <a:gd name="connsiteY517" fmla="*/ 909579 h 5390836"/>
                <a:gd name="connsiteX518" fmla="*/ 4679363 w 5372199"/>
                <a:gd name="connsiteY518" fmla="*/ 918857 h 5390836"/>
                <a:gd name="connsiteX519" fmla="*/ 4691738 w 5372199"/>
                <a:gd name="connsiteY519" fmla="*/ 932261 h 5390836"/>
                <a:gd name="connsiteX520" fmla="*/ 4691738 w 5372199"/>
                <a:gd name="connsiteY520" fmla="*/ 943608 h 5390836"/>
                <a:gd name="connsiteX521" fmla="*/ 4714420 w 5372199"/>
                <a:gd name="connsiteY521" fmla="*/ 943608 h 5390836"/>
                <a:gd name="connsiteX522" fmla="*/ 4723709 w 5372199"/>
                <a:gd name="connsiteY522" fmla="*/ 922982 h 5390836"/>
                <a:gd name="connsiteX523" fmla="*/ 4709266 w 5372199"/>
                <a:gd name="connsiteY523" fmla="*/ 915761 h 5390836"/>
                <a:gd name="connsiteX524" fmla="*/ 4698959 w 5372199"/>
                <a:gd name="connsiteY524" fmla="*/ 915761 h 5390836"/>
                <a:gd name="connsiteX525" fmla="*/ 4714420 w 5372199"/>
                <a:gd name="connsiteY525" fmla="*/ 901328 h 5390836"/>
                <a:gd name="connsiteX526" fmla="*/ 4731959 w 5372199"/>
                <a:gd name="connsiteY526" fmla="*/ 893078 h 5390836"/>
                <a:gd name="connsiteX527" fmla="*/ 4740209 w 5372199"/>
                <a:gd name="connsiteY527" fmla="*/ 875549 h 5390836"/>
                <a:gd name="connsiteX528" fmla="*/ 4757738 w 5372199"/>
                <a:gd name="connsiteY528" fmla="*/ 875549 h 5390836"/>
                <a:gd name="connsiteX529" fmla="*/ 4757738 w 5372199"/>
                <a:gd name="connsiteY529" fmla="*/ 893078 h 5390836"/>
                <a:gd name="connsiteX530" fmla="*/ 4783517 w 5372199"/>
                <a:gd name="connsiteY530" fmla="*/ 893078 h 5390836"/>
                <a:gd name="connsiteX531" fmla="*/ 4807239 w 5372199"/>
                <a:gd name="connsiteY531" fmla="*/ 886885 h 5390836"/>
                <a:gd name="connsiteX532" fmla="*/ 4814460 w 5372199"/>
                <a:gd name="connsiteY532" fmla="*/ 893078 h 5390836"/>
                <a:gd name="connsiteX533" fmla="*/ 4822710 w 5372199"/>
                <a:gd name="connsiteY533" fmla="*/ 899260 h 5390836"/>
                <a:gd name="connsiteX534" fmla="*/ 4815489 w 5372199"/>
                <a:gd name="connsiteY534" fmla="*/ 903386 h 5390836"/>
                <a:gd name="connsiteX535" fmla="*/ 4815489 w 5372199"/>
                <a:gd name="connsiteY535" fmla="*/ 926079 h 5390836"/>
                <a:gd name="connsiteX536" fmla="*/ 4793835 w 5372199"/>
                <a:gd name="connsiteY536" fmla="*/ 935357 h 5390836"/>
                <a:gd name="connsiteX537" fmla="*/ 4770113 w 5372199"/>
                <a:gd name="connsiteY537" fmla="*/ 935357 h 5390836"/>
                <a:gd name="connsiteX538" fmla="*/ 4756710 w 5372199"/>
                <a:gd name="connsiteY538" fmla="*/ 946704 h 5390836"/>
                <a:gd name="connsiteX539" fmla="*/ 4756710 w 5372199"/>
                <a:gd name="connsiteY539" fmla="*/ 963204 h 5390836"/>
                <a:gd name="connsiteX540" fmla="*/ 4713391 w 5372199"/>
                <a:gd name="connsiteY540" fmla="*/ 976608 h 5390836"/>
                <a:gd name="connsiteX541" fmla="*/ 4686584 w 5372199"/>
                <a:gd name="connsiteY541" fmla="*/ 976608 h 5390836"/>
                <a:gd name="connsiteX542" fmla="*/ 4692766 w 5372199"/>
                <a:gd name="connsiteY542" fmla="*/ 997233 h 5390836"/>
                <a:gd name="connsiteX543" fmla="*/ 4687613 w 5372199"/>
                <a:gd name="connsiteY543" fmla="*/ 1013733 h 5390836"/>
                <a:gd name="connsiteX544" fmla="*/ 4711334 w 5372199"/>
                <a:gd name="connsiteY544" fmla="*/ 1013733 h 5390836"/>
                <a:gd name="connsiteX545" fmla="*/ 4705141 w 5372199"/>
                <a:gd name="connsiteY545" fmla="*/ 999301 h 5390836"/>
                <a:gd name="connsiteX546" fmla="*/ 4714420 w 5372199"/>
                <a:gd name="connsiteY546" fmla="*/ 985887 h 5390836"/>
                <a:gd name="connsiteX547" fmla="*/ 4726795 w 5372199"/>
                <a:gd name="connsiteY547" fmla="*/ 985887 h 5390836"/>
                <a:gd name="connsiteX548" fmla="*/ 4739181 w 5372199"/>
                <a:gd name="connsiteY548" fmla="*/ 985887 h 5390836"/>
                <a:gd name="connsiteX549" fmla="*/ 4749488 w 5372199"/>
                <a:gd name="connsiteY549" fmla="*/ 974551 h 5390836"/>
                <a:gd name="connsiteX550" fmla="*/ 4763920 w 5372199"/>
                <a:gd name="connsiteY550" fmla="*/ 979704 h 5390836"/>
                <a:gd name="connsiteX551" fmla="*/ 4778363 w 5372199"/>
                <a:gd name="connsiteY551" fmla="*/ 979704 h 5390836"/>
                <a:gd name="connsiteX552" fmla="*/ 4789710 w 5372199"/>
                <a:gd name="connsiteY552" fmla="*/ 973511 h 5390836"/>
                <a:gd name="connsiteX553" fmla="*/ 4800017 w 5372199"/>
                <a:gd name="connsiteY553" fmla="*/ 949800 h 5390836"/>
                <a:gd name="connsiteX554" fmla="*/ 4852614 w 5372199"/>
                <a:gd name="connsiteY554" fmla="*/ 968358 h 5390836"/>
                <a:gd name="connsiteX555" fmla="*/ 4860864 w 5372199"/>
                <a:gd name="connsiteY555" fmla="*/ 968358 h 5390836"/>
                <a:gd name="connsiteX556" fmla="*/ 4872210 w 5372199"/>
                <a:gd name="connsiteY556" fmla="*/ 977637 h 5390836"/>
                <a:gd name="connsiteX557" fmla="*/ 4872210 w 5372199"/>
                <a:gd name="connsiteY557" fmla="*/ 996205 h 5390836"/>
                <a:gd name="connsiteX558" fmla="*/ 4866017 w 5372199"/>
                <a:gd name="connsiteY558" fmla="*/ 1006512 h 5390836"/>
                <a:gd name="connsiteX559" fmla="*/ 4850546 w 5372199"/>
                <a:gd name="connsiteY559" fmla="*/ 1019926 h 5390836"/>
                <a:gd name="connsiteX560" fmla="*/ 4822710 w 5372199"/>
                <a:gd name="connsiteY560" fmla="*/ 1019926 h 5390836"/>
                <a:gd name="connsiteX561" fmla="*/ 4781460 w 5372199"/>
                <a:gd name="connsiteY561" fmla="*/ 1035387 h 5390836"/>
                <a:gd name="connsiteX562" fmla="*/ 4767017 w 5372199"/>
                <a:gd name="connsiteY562" fmla="*/ 1041580 h 5390836"/>
                <a:gd name="connsiteX563" fmla="*/ 4752585 w 5372199"/>
                <a:gd name="connsiteY563" fmla="*/ 1049830 h 5390836"/>
                <a:gd name="connsiteX564" fmla="*/ 4734016 w 5372199"/>
                <a:gd name="connsiteY564" fmla="*/ 1062205 h 5390836"/>
                <a:gd name="connsiteX565" fmla="*/ 4739181 w 5372199"/>
                <a:gd name="connsiteY565" fmla="*/ 1071484 h 5390836"/>
                <a:gd name="connsiteX566" fmla="*/ 4759806 w 5372199"/>
                <a:gd name="connsiteY566" fmla="*/ 1077677 h 5390836"/>
                <a:gd name="connsiteX567" fmla="*/ 4769085 w 5372199"/>
                <a:gd name="connsiteY567" fmla="*/ 1086956 h 5390836"/>
                <a:gd name="connsiteX568" fmla="*/ 4769085 w 5372199"/>
                <a:gd name="connsiteY568" fmla="*/ 1100359 h 5390836"/>
                <a:gd name="connsiteX569" fmla="*/ 4775267 w 5372199"/>
                <a:gd name="connsiteY569" fmla="*/ 1111706 h 5390836"/>
                <a:gd name="connsiteX570" fmla="*/ 4775267 w 5372199"/>
                <a:gd name="connsiteY570" fmla="*/ 1125110 h 5390836"/>
                <a:gd name="connsiteX571" fmla="*/ 4757738 w 5372199"/>
                <a:gd name="connsiteY571" fmla="*/ 1151928 h 5390836"/>
                <a:gd name="connsiteX572" fmla="*/ 4731959 w 5372199"/>
                <a:gd name="connsiteY572" fmla="*/ 1165332 h 5390836"/>
                <a:gd name="connsiteX573" fmla="*/ 4694834 w 5372199"/>
                <a:gd name="connsiteY573" fmla="*/ 1141610 h 5390836"/>
                <a:gd name="connsiteX574" fmla="*/ 4681430 w 5372199"/>
                <a:gd name="connsiteY574" fmla="*/ 1135428 h 5390836"/>
                <a:gd name="connsiteX575" fmla="*/ 4671112 w 5372199"/>
                <a:gd name="connsiteY575" fmla="*/ 1123053 h 5390836"/>
                <a:gd name="connsiteX576" fmla="*/ 4656669 w 5372199"/>
                <a:gd name="connsiteY576" fmla="*/ 1107581 h 5390836"/>
                <a:gd name="connsiteX577" fmla="*/ 4612333 w 5372199"/>
                <a:gd name="connsiteY577" fmla="*/ 1098302 h 5390836"/>
                <a:gd name="connsiteX578" fmla="*/ 4592737 w 5372199"/>
                <a:gd name="connsiteY578" fmla="*/ 1098302 h 5390836"/>
                <a:gd name="connsiteX579" fmla="*/ 4567987 w 5372199"/>
                <a:gd name="connsiteY579" fmla="*/ 1098302 h 5390836"/>
                <a:gd name="connsiteX580" fmla="*/ 4550458 w 5372199"/>
                <a:gd name="connsiteY580" fmla="*/ 1109638 h 5390836"/>
                <a:gd name="connsiteX581" fmla="*/ 4550458 w 5372199"/>
                <a:gd name="connsiteY581" fmla="*/ 1118928 h 5390836"/>
                <a:gd name="connsiteX582" fmla="*/ 4569015 w 5372199"/>
                <a:gd name="connsiteY582" fmla="*/ 1127178 h 5390836"/>
                <a:gd name="connsiteX583" fmla="*/ 4581390 w 5372199"/>
                <a:gd name="connsiteY583" fmla="*/ 1127178 h 5390836"/>
                <a:gd name="connsiteX584" fmla="*/ 4587583 w 5372199"/>
                <a:gd name="connsiteY584" fmla="*/ 1149860 h 5390836"/>
                <a:gd name="connsiteX585" fmla="*/ 4595833 w 5372199"/>
                <a:gd name="connsiteY585" fmla="*/ 1170485 h 5390836"/>
                <a:gd name="connsiteX586" fmla="*/ 4595833 w 5372199"/>
                <a:gd name="connsiteY586" fmla="*/ 1181832 h 5390836"/>
                <a:gd name="connsiteX587" fmla="*/ 4577265 w 5372199"/>
                <a:gd name="connsiteY587" fmla="*/ 1192139 h 5390836"/>
                <a:gd name="connsiteX588" fmla="*/ 4560765 w 5372199"/>
                <a:gd name="connsiteY588" fmla="*/ 1192139 h 5390836"/>
                <a:gd name="connsiteX589" fmla="*/ 4543237 w 5372199"/>
                <a:gd name="connsiteY589" fmla="*/ 1178736 h 5390836"/>
                <a:gd name="connsiteX590" fmla="*/ 4529833 w 5372199"/>
                <a:gd name="connsiteY590" fmla="*/ 1171514 h 5390836"/>
                <a:gd name="connsiteX591" fmla="*/ 4495793 w 5372199"/>
                <a:gd name="connsiteY591" fmla="*/ 1157082 h 5390836"/>
                <a:gd name="connsiteX592" fmla="*/ 4480332 w 5372199"/>
                <a:gd name="connsiteY592" fmla="*/ 1174611 h 5390836"/>
                <a:gd name="connsiteX593" fmla="*/ 4463832 w 5372199"/>
                <a:gd name="connsiteY593" fmla="*/ 1185957 h 5390836"/>
                <a:gd name="connsiteX594" fmla="*/ 4443207 w 5372199"/>
                <a:gd name="connsiteY594" fmla="*/ 1198332 h 5390836"/>
                <a:gd name="connsiteX595" fmla="*/ 4426707 w 5372199"/>
                <a:gd name="connsiteY595" fmla="*/ 1198332 h 5390836"/>
                <a:gd name="connsiteX596" fmla="*/ 4390610 w 5372199"/>
                <a:gd name="connsiteY596" fmla="*/ 1208640 h 5390836"/>
                <a:gd name="connsiteX597" fmla="*/ 4367928 w 5372199"/>
                <a:gd name="connsiteY597" fmla="*/ 1196264 h 5390836"/>
                <a:gd name="connsiteX598" fmla="*/ 4350389 w 5372199"/>
                <a:gd name="connsiteY598" fmla="*/ 1184929 h 5390836"/>
                <a:gd name="connsiteX599" fmla="*/ 4329763 w 5372199"/>
                <a:gd name="connsiteY599" fmla="*/ 1163275 h 5390836"/>
                <a:gd name="connsiteX600" fmla="*/ 4342139 w 5372199"/>
                <a:gd name="connsiteY600" fmla="*/ 1149860 h 5390836"/>
                <a:gd name="connsiteX601" fmla="*/ 4342139 w 5372199"/>
                <a:gd name="connsiteY601" fmla="*/ 1110678 h 5390836"/>
                <a:gd name="connsiteX602" fmla="*/ 4358639 w 5372199"/>
                <a:gd name="connsiteY602" fmla="*/ 1116860 h 5390836"/>
                <a:gd name="connsiteX603" fmla="*/ 4388553 w 5372199"/>
                <a:gd name="connsiteY603" fmla="*/ 1138514 h 5390836"/>
                <a:gd name="connsiteX604" fmla="*/ 4445264 w 5372199"/>
                <a:gd name="connsiteY604" fmla="*/ 1126138 h 5390836"/>
                <a:gd name="connsiteX605" fmla="*/ 4445264 w 5372199"/>
                <a:gd name="connsiteY605" fmla="*/ 1112735 h 5390836"/>
                <a:gd name="connsiteX606" fmla="*/ 4422582 w 5372199"/>
                <a:gd name="connsiteY606" fmla="*/ 1095206 h 5390836"/>
                <a:gd name="connsiteX607" fmla="*/ 4399889 w 5372199"/>
                <a:gd name="connsiteY607" fmla="*/ 1078706 h 5390836"/>
                <a:gd name="connsiteX608" fmla="*/ 4378235 w 5372199"/>
                <a:gd name="connsiteY608" fmla="*/ 1067359 h 5390836"/>
                <a:gd name="connsiteX609" fmla="*/ 4367928 w 5372199"/>
                <a:gd name="connsiteY609" fmla="*/ 1048802 h 5390836"/>
                <a:gd name="connsiteX610" fmla="*/ 4367928 w 5372199"/>
                <a:gd name="connsiteY610" fmla="*/ 1038484 h 5390836"/>
                <a:gd name="connsiteX611" fmla="*/ 4378235 w 5372199"/>
                <a:gd name="connsiteY611" fmla="*/ 1026108 h 5390836"/>
                <a:gd name="connsiteX612" fmla="*/ 4395764 w 5372199"/>
                <a:gd name="connsiteY612" fmla="*/ 1015790 h 5390836"/>
                <a:gd name="connsiteX613" fmla="*/ 4424639 w 5372199"/>
                <a:gd name="connsiteY613" fmla="*/ 1023012 h 5390836"/>
                <a:gd name="connsiteX614" fmla="*/ 4433929 w 5372199"/>
                <a:gd name="connsiteY614" fmla="*/ 1039512 h 5390836"/>
                <a:gd name="connsiteX615" fmla="*/ 4454543 w 5372199"/>
                <a:gd name="connsiteY615" fmla="*/ 1045705 h 5390836"/>
                <a:gd name="connsiteX616" fmla="*/ 4474140 w 5372199"/>
                <a:gd name="connsiteY616" fmla="*/ 1057041 h 5390836"/>
                <a:gd name="connsiteX617" fmla="*/ 4488583 w 5372199"/>
                <a:gd name="connsiteY617" fmla="*/ 1062205 h 5390836"/>
                <a:gd name="connsiteX618" fmla="*/ 4496833 w 5372199"/>
                <a:gd name="connsiteY618" fmla="*/ 1062205 h 5390836"/>
                <a:gd name="connsiteX619" fmla="*/ 4510236 w 5372199"/>
                <a:gd name="connsiteY619" fmla="*/ 1052927 h 5390836"/>
                <a:gd name="connsiteX620" fmla="*/ 4526736 w 5372199"/>
                <a:gd name="connsiteY620" fmla="*/ 1045705 h 5390836"/>
                <a:gd name="connsiteX621" fmla="*/ 4518486 w 5372199"/>
                <a:gd name="connsiteY621" fmla="*/ 1035387 h 5390836"/>
                <a:gd name="connsiteX622" fmla="*/ 4501986 w 5372199"/>
                <a:gd name="connsiteY622" fmla="*/ 1035387 h 5390836"/>
                <a:gd name="connsiteX623" fmla="*/ 4485486 w 5372199"/>
                <a:gd name="connsiteY623" fmla="*/ 1030234 h 5390836"/>
                <a:gd name="connsiteX624" fmla="*/ 4476207 w 5372199"/>
                <a:gd name="connsiteY624" fmla="*/ 1019926 h 5390836"/>
                <a:gd name="connsiteX625" fmla="*/ 4476207 w 5372199"/>
                <a:gd name="connsiteY625" fmla="*/ 1007551 h 5390836"/>
                <a:gd name="connsiteX626" fmla="*/ 4492708 w 5372199"/>
                <a:gd name="connsiteY626" fmla="*/ 998262 h 5390836"/>
                <a:gd name="connsiteX627" fmla="*/ 4526736 w 5372199"/>
                <a:gd name="connsiteY627" fmla="*/ 984858 h 5390836"/>
                <a:gd name="connsiteX628" fmla="*/ 4541169 w 5372199"/>
                <a:gd name="connsiteY628" fmla="*/ 999301 h 5390836"/>
                <a:gd name="connsiteX629" fmla="*/ 4550458 w 5372199"/>
                <a:gd name="connsiteY629" fmla="*/ 999301 h 5390836"/>
                <a:gd name="connsiteX630" fmla="*/ 4563862 w 5372199"/>
                <a:gd name="connsiteY630" fmla="*/ 1011676 h 5390836"/>
                <a:gd name="connsiteX631" fmla="*/ 4582419 w 5372199"/>
                <a:gd name="connsiteY631" fmla="*/ 1023012 h 5390836"/>
                <a:gd name="connsiteX632" fmla="*/ 4594805 w 5372199"/>
                <a:gd name="connsiteY632" fmla="*/ 1032291 h 5390836"/>
                <a:gd name="connsiteX633" fmla="*/ 4607180 w 5372199"/>
                <a:gd name="connsiteY633" fmla="*/ 1039512 h 5390836"/>
                <a:gd name="connsiteX634" fmla="*/ 4616459 w 5372199"/>
                <a:gd name="connsiteY634" fmla="*/ 1039512 h 5390836"/>
                <a:gd name="connsiteX635" fmla="*/ 4628834 w 5372199"/>
                <a:gd name="connsiteY635" fmla="*/ 1052927 h 5390836"/>
                <a:gd name="connsiteX636" fmla="*/ 4640169 w 5372199"/>
                <a:gd name="connsiteY636" fmla="*/ 1063234 h 5390836"/>
                <a:gd name="connsiteX637" fmla="*/ 4647391 w 5372199"/>
                <a:gd name="connsiteY637" fmla="*/ 1076638 h 5390836"/>
                <a:gd name="connsiteX638" fmla="*/ 4665959 w 5372199"/>
                <a:gd name="connsiteY638" fmla="*/ 1083859 h 5390836"/>
                <a:gd name="connsiteX639" fmla="*/ 4685545 w 5372199"/>
                <a:gd name="connsiteY639" fmla="*/ 1078706 h 5390836"/>
                <a:gd name="connsiteX640" fmla="*/ 4668016 w 5372199"/>
                <a:gd name="connsiteY640" fmla="*/ 1064263 h 5390836"/>
                <a:gd name="connsiteX641" fmla="*/ 4649459 w 5372199"/>
                <a:gd name="connsiteY641" fmla="*/ 1048802 h 5390836"/>
                <a:gd name="connsiteX642" fmla="*/ 4620584 w 5372199"/>
                <a:gd name="connsiteY642" fmla="*/ 1024051 h 5390836"/>
                <a:gd name="connsiteX643" fmla="*/ 4605112 w 5372199"/>
                <a:gd name="connsiteY643" fmla="*/ 1013733 h 5390836"/>
                <a:gd name="connsiteX644" fmla="*/ 4589640 w 5372199"/>
                <a:gd name="connsiteY644" fmla="*/ 1002387 h 5390836"/>
                <a:gd name="connsiteX645" fmla="*/ 4565930 w 5372199"/>
                <a:gd name="connsiteY645" fmla="*/ 982801 h 5390836"/>
                <a:gd name="connsiteX646" fmla="*/ 4519515 w 5372199"/>
                <a:gd name="connsiteY646" fmla="*/ 955983 h 5390836"/>
                <a:gd name="connsiteX647" fmla="*/ 4496833 w 5372199"/>
                <a:gd name="connsiteY647" fmla="*/ 955983 h 5390836"/>
                <a:gd name="connsiteX648" fmla="*/ 4453514 w 5372199"/>
                <a:gd name="connsiteY648" fmla="*/ 947732 h 5390836"/>
                <a:gd name="connsiteX649" fmla="*/ 4448361 w 5372199"/>
                <a:gd name="connsiteY649" fmla="*/ 934329 h 5390836"/>
                <a:gd name="connsiteX650" fmla="*/ 4464861 w 5372199"/>
                <a:gd name="connsiteY650" fmla="*/ 904425 h 5390836"/>
                <a:gd name="connsiteX651" fmla="*/ 4488583 w 5372199"/>
                <a:gd name="connsiteY651" fmla="*/ 882760 h 5390836"/>
                <a:gd name="connsiteX652" fmla="*/ 4501986 w 5372199"/>
                <a:gd name="connsiteY652" fmla="*/ 882760 h 5390836"/>
                <a:gd name="connsiteX653" fmla="*/ 4512304 w 5372199"/>
                <a:gd name="connsiteY653" fmla="*/ 882760 h 5390836"/>
                <a:gd name="connsiteX654" fmla="*/ 4555612 w 5372199"/>
                <a:gd name="connsiteY654" fmla="*/ 873482 h 5390836"/>
                <a:gd name="connsiteX655" fmla="*/ 4560765 w 5372199"/>
                <a:gd name="connsiteY655" fmla="*/ 873482 h 5390836"/>
                <a:gd name="connsiteX656" fmla="*/ 4542208 w 5372199"/>
                <a:gd name="connsiteY656" fmla="*/ 897203 h 5390836"/>
                <a:gd name="connsiteX657" fmla="*/ 4541472 w 5372199"/>
                <a:gd name="connsiteY657" fmla="*/ 908853 h 5390836"/>
                <a:gd name="connsiteX658" fmla="*/ 4542208 w 5372199"/>
                <a:gd name="connsiteY658" fmla="*/ 909579 h 5390836"/>
                <a:gd name="connsiteX659" fmla="*/ 4561805 w 5372199"/>
                <a:gd name="connsiteY659" fmla="*/ 917829 h 5390836"/>
                <a:gd name="connsiteX660" fmla="*/ 4571083 w 5372199"/>
                <a:gd name="connsiteY660" fmla="*/ 917829 h 5390836"/>
                <a:gd name="connsiteX661" fmla="*/ 4577265 w 5372199"/>
                <a:gd name="connsiteY661" fmla="*/ 904425 h 5390836"/>
                <a:gd name="connsiteX662" fmla="*/ 4589640 w 5372199"/>
                <a:gd name="connsiteY662" fmla="*/ 888953 h 5390836"/>
                <a:gd name="connsiteX663" fmla="*/ 4620584 w 5372199"/>
                <a:gd name="connsiteY663" fmla="*/ 863174 h 5390836"/>
                <a:gd name="connsiteX664" fmla="*/ 4649459 w 5372199"/>
                <a:gd name="connsiteY664" fmla="*/ 832231 h 5390836"/>
                <a:gd name="connsiteX665" fmla="*/ 4664930 w 5372199"/>
                <a:gd name="connsiteY665" fmla="*/ 812634 h 5390836"/>
                <a:gd name="connsiteX666" fmla="*/ 4670338 w 5372199"/>
                <a:gd name="connsiteY666" fmla="*/ 809159 h 5390836"/>
                <a:gd name="connsiteX667" fmla="*/ 770888 w 5372199"/>
                <a:gd name="connsiteY667" fmla="*/ 804383 h 5390836"/>
                <a:gd name="connsiteX668" fmla="*/ 782234 w 5372199"/>
                <a:gd name="connsiteY668" fmla="*/ 804383 h 5390836"/>
                <a:gd name="connsiteX669" fmla="*/ 804917 w 5372199"/>
                <a:gd name="connsiteY669" fmla="*/ 816759 h 5390836"/>
                <a:gd name="connsiteX670" fmla="*/ 817292 w 5372199"/>
                <a:gd name="connsiteY670" fmla="*/ 853884 h 5390836"/>
                <a:gd name="connsiteX671" fmla="*/ 827610 w 5372199"/>
                <a:gd name="connsiteY671" fmla="*/ 868327 h 5390836"/>
                <a:gd name="connsiteX672" fmla="*/ 842042 w 5372199"/>
                <a:gd name="connsiteY672" fmla="*/ 861105 h 5390836"/>
                <a:gd name="connsiteX673" fmla="*/ 842042 w 5372199"/>
                <a:gd name="connsiteY673" fmla="*/ 843576 h 5390836"/>
                <a:gd name="connsiteX674" fmla="*/ 864735 w 5372199"/>
                <a:gd name="connsiteY674" fmla="*/ 832230 h 5390836"/>
                <a:gd name="connsiteX675" fmla="*/ 893610 w 5372199"/>
                <a:gd name="connsiteY675" fmla="*/ 839441 h 5390836"/>
                <a:gd name="connsiteX676" fmla="*/ 909071 w 5372199"/>
                <a:gd name="connsiteY676" fmla="*/ 849759 h 5390836"/>
                <a:gd name="connsiteX677" fmla="*/ 909071 w 5372199"/>
                <a:gd name="connsiteY677" fmla="*/ 862134 h 5390836"/>
                <a:gd name="connsiteX678" fmla="*/ 899793 w 5372199"/>
                <a:gd name="connsiteY678" fmla="*/ 877606 h 5390836"/>
                <a:gd name="connsiteX679" fmla="*/ 899793 w 5372199"/>
                <a:gd name="connsiteY679" fmla="*/ 895134 h 5390836"/>
                <a:gd name="connsiteX680" fmla="*/ 899793 w 5372199"/>
                <a:gd name="connsiteY680" fmla="*/ 918856 h 5390836"/>
                <a:gd name="connsiteX681" fmla="*/ 888457 w 5372199"/>
                <a:gd name="connsiteY681" fmla="*/ 952885 h 5390836"/>
                <a:gd name="connsiteX682" fmla="*/ 907014 w 5372199"/>
                <a:gd name="connsiteY682" fmla="*/ 985885 h 5390836"/>
                <a:gd name="connsiteX683" fmla="*/ 920418 w 5372199"/>
                <a:gd name="connsiteY683" fmla="*/ 997232 h 5390836"/>
                <a:gd name="connsiteX684" fmla="*/ 949293 w 5372199"/>
                <a:gd name="connsiteY684" fmla="*/ 1010636 h 5390836"/>
                <a:gd name="connsiteX685" fmla="*/ 974043 w 5372199"/>
                <a:gd name="connsiteY685" fmla="*/ 1000318 h 5390836"/>
                <a:gd name="connsiteX686" fmla="*/ 988486 w 5372199"/>
                <a:gd name="connsiteY686" fmla="*/ 988982 h 5390836"/>
                <a:gd name="connsiteX687" fmla="*/ 998794 w 5372199"/>
                <a:gd name="connsiteY687" fmla="*/ 981760 h 5390836"/>
                <a:gd name="connsiteX688" fmla="*/ 1011169 w 5372199"/>
                <a:gd name="connsiteY688" fmla="*/ 975578 h 5390836"/>
                <a:gd name="connsiteX689" fmla="*/ 1025612 w 5372199"/>
                <a:gd name="connsiteY689" fmla="*/ 962164 h 5390836"/>
                <a:gd name="connsiteX690" fmla="*/ 1051391 w 5372199"/>
                <a:gd name="connsiteY690" fmla="*/ 971442 h 5390836"/>
                <a:gd name="connsiteX691" fmla="*/ 1065834 w 5372199"/>
                <a:gd name="connsiteY691" fmla="*/ 998260 h 5390836"/>
                <a:gd name="connsiteX692" fmla="*/ 1073044 w 5372199"/>
                <a:gd name="connsiteY692" fmla="*/ 1016828 h 5390836"/>
                <a:gd name="connsiteX693" fmla="*/ 1061698 w 5372199"/>
                <a:gd name="connsiteY693" fmla="*/ 1034357 h 5390836"/>
                <a:gd name="connsiteX694" fmla="*/ 1051391 w 5372199"/>
                <a:gd name="connsiteY694" fmla="*/ 1052914 h 5390836"/>
                <a:gd name="connsiteX695" fmla="*/ 1035919 w 5372199"/>
                <a:gd name="connsiteY695" fmla="*/ 1059107 h 5390836"/>
                <a:gd name="connsiteX696" fmla="*/ 1019419 w 5372199"/>
                <a:gd name="connsiteY696" fmla="*/ 1074568 h 5390836"/>
                <a:gd name="connsiteX697" fmla="*/ 1003947 w 5372199"/>
                <a:gd name="connsiteY697" fmla="*/ 1090039 h 5390836"/>
                <a:gd name="connsiteX698" fmla="*/ 987447 w 5372199"/>
                <a:gd name="connsiteY698" fmla="*/ 1100357 h 5390836"/>
                <a:gd name="connsiteX699" fmla="*/ 967861 w 5372199"/>
                <a:gd name="connsiteY699" fmla="*/ 1118915 h 5390836"/>
                <a:gd name="connsiteX700" fmla="*/ 952390 w 5372199"/>
                <a:gd name="connsiteY700" fmla="*/ 1124079 h 5390836"/>
                <a:gd name="connsiteX701" fmla="*/ 928668 w 5372199"/>
                <a:gd name="connsiteY701" fmla="*/ 1124079 h 5390836"/>
                <a:gd name="connsiteX702" fmla="*/ 910111 w 5372199"/>
                <a:gd name="connsiteY702" fmla="*/ 1108607 h 5390836"/>
                <a:gd name="connsiteX703" fmla="*/ 885360 w 5372199"/>
                <a:gd name="connsiteY703" fmla="*/ 1093136 h 5390836"/>
                <a:gd name="connsiteX704" fmla="*/ 870917 w 5372199"/>
                <a:gd name="connsiteY704" fmla="*/ 1081789 h 5390836"/>
                <a:gd name="connsiteX705" fmla="*/ 856485 w 5372199"/>
                <a:gd name="connsiteY705" fmla="*/ 1071482 h 5390836"/>
                <a:gd name="connsiteX706" fmla="*/ 835849 w 5372199"/>
                <a:gd name="connsiteY706" fmla="*/ 1056010 h 5390836"/>
                <a:gd name="connsiteX707" fmla="*/ 809042 w 5372199"/>
                <a:gd name="connsiteY707" fmla="*/ 1020953 h 5390836"/>
                <a:gd name="connsiteX708" fmla="*/ 803888 w 5372199"/>
                <a:gd name="connsiteY708" fmla="*/ 1007539 h 5390836"/>
                <a:gd name="connsiteX709" fmla="*/ 790484 w 5372199"/>
                <a:gd name="connsiteY709" fmla="*/ 988982 h 5390836"/>
                <a:gd name="connsiteX710" fmla="*/ 778109 w 5372199"/>
                <a:gd name="connsiteY710" fmla="*/ 970414 h 5390836"/>
                <a:gd name="connsiteX711" fmla="*/ 753359 w 5372199"/>
                <a:gd name="connsiteY711" fmla="*/ 944635 h 5390836"/>
                <a:gd name="connsiteX712" fmla="*/ 740984 w 5372199"/>
                <a:gd name="connsiteY712" fmla="*/ 927106 h 5390836"/>
                <a:gd name="connsiteX713" fmla="*/ 721387 w 5372199"/>
                <a:gd name="connsiteY713" fmla="*/ 898231 h 5390836"/>
                <a:gd name="connsiteX714" fmla="*/ 704887 w 5372199"/>
                <a:gd name="connsiteY714" fmla="*/ 881731 h 5390836"/>
                <a:gd name="connsiteX715" fmla="*/ 704887 w 5372199"/>
                <a:gd name="connsiteY715" fmla="*/ 865230 h 5390836"/>
                <a:gd name="connsiteX716" fmla="*/ 719319 w 5372199"/>
                <a:gd name="connsiteY716" fmla="*/ 854912 h 5390836"/>
                <a:gd name="connsiteX717" fmla="*/ 727580 w 5372199"/>
                <a:gd name="connsiteY717" fmla="*/ 841508 h 5390836"/>
                <a:gd name="connsiteX718" fmla="*/ 738916 w 5372199"/>
                <a:gd name="connsiteY718" fmla="*/ 833259 h 5390836"/>
                <a:gd name="connsiteX719" fmla="*/ 748194 w 5372199"/>
                <a:gd name="connsiteY719" fmla="*/ 818815 h 5390836"/>
                <a:gd name="connsiteX720" fmla="*/ 748194 w 5372199"/>
                <a:gd name="connsiteY720" fmla="*/ 810576 h 5390836"/>
                <a:gd name="connsiteX721" fmla="*/ 761609 w 5372199"/>
                <a:gd name="connsiteY721" fmla="*/ 810576 h 5390836"/>
                <a:gd name="connsiteX722" fmla="*/ 770888 w 5372199"/>
                <a:gd name="connsiteY722" fmla="*/ 804383 h 5390836"/>
                <a:gd name="connsiteX723" fmla="*/ 1449455 w 5372199"/>
                <a:gd name="connsiteY723" fmla="*/ 662074 h 5390836"/>
                <a:gd name="connsiteX724" fmla="*/ 1457705 w 5372199"/>
                <a:gd name="connsiteY724" fmla="*/ 662074 h 5390836"/>
                <a:gd name="connsiteX725" fmla="*/ 1457705 w 5372199"/>
                <a:gd name="connsiteY725" fmla="*/ 673421 h 5390836"/>
                <a:gd name="connsiteX726" fmla="*/ 1462859 w 5372199"/>
                <a:gd name="connsiteY726" fmla="*/ 685795 h 5390836"/>
                <a:gd name="connsiteX727" fmla="*/ 1462859 w 5372199"/>
                <a:gd name="connsiteY727" fmla="*/ 698171 h 5390836"/>
                <a:gd name="connsiteX728" fmla="*/ 1457705 w 5372199"/>
                <a:gd name="connsiteY728" fmla="*/ 709517 h 5390836"/>
                <a:gd name="connsiteX729" fmla="*/ 1457705 w 5372199"/>
                <a:gd name="connsiteY729" fmla="*/ 729114 h 5390836"/>
                <a:gd name="connsiteX730" fmla="*/ 1451512 w 5372199"/>
                <a:gd name="connsiteY730" fmla="*/ 743546 h 5390836"/>
                <a:gd name="connsiteX731" fmla="*/ 1439137 w 5372199"/>
                <a:gd name="connsiteY731" fmla="*/ 752825 h 5390836"/>
                <a:gd name="connsiteX732" fmla="*/ 1425733 w 5372199"/>
                <a:gd name="connsiteY732" fmla="*/ 770353 h 5390836"/>
                <a:gd name="connsiteX733" fmla="*/ 1396619 w 5372199"/>
                <a:gd name="connsiteY733" fmla="*/ 772182 h 5390836"/>
                <a:gd name="connsiteX734" fmla="*/ 1394800 w 5372199"/>
                <a:gd name="connsiteY734" fmla="*/ 770353 h 5390836"/>
                <a:gd name="connsiteX735" fmla="*/ 1389646 w 5372199"/>
                <a:gd name="connsiteY735" fmla="*/ 755921 h 5390836"/>
                <a:gd name="connsiteX736" fmla="*/ 1380357 w 5372199"/>
                <a:gd name="connsiteY736" fmla="*/ 747671 h 5390836"/>
                <a:gd name="connsiteX737" fmla="*/ 1380357 w 5372199"/>
                <a:gd name="connsiteY737" fmla="*/ 732199 h 5390836"/>
                <a:gd name="connsiteX738" fmla="*/ 1380357 w 5372199"/>
                <a:gd name="connsiteY738" fmla="*/ 696103 h 5390836"/>
                <a:gd name="connsiteX739" fmla="*/ 1387578 w 5372199"/>
                <a:gd name="connsiteY739" fmla="*/ 682699 h 5390836"/>
                <a:gd name="connsiteX740" fmla="*/ 1392732 w 5372199"/>
                <a:gd name="connsiteY740" fmla="*/ 676517 h 5390836"/>
                <a:gd name="connsiteX741" fmla="*/ 1418511 w 5372199"/>
                <a:gd name="connsiteY741" fmla="*/ 685795 h 5390836"/>
                <a:gd name="connsiteX742" fmla="*/ 1431926 w 5372199"/>
                <a:gd name="connsiteY742" fmla="*/ 672392 h 5390836"/>
                <a:gd name="connsiteX743" fmla="*/ 1646166 w 5372199"/>
                <a:gd name="connsiteY743" fmla="*/ 509318 h 5390836"/>
                <a:gd name="connsiteX744" fmla="*/ 1664986 w 5372199"/>
                <a:gd name="connsiteY744" fmla="*/ 516660 h 5390836"/>
                <a:gd name="connsiteX745" fmla="*/ 1677361 w 5372199"/>
                <a:gd name="connsiteY745" fmla="*/ 521825 h 5390836"/>
                <a:gd name="connsiteX746" fmla="*/ 1683554 w 5372199"/>
                <a:gd name="connsiteY746" fmla="*/ 534200 h 5390836"/>
                <a:gd name="connsiteX747" fmla="*/ 1683554 w 5372199"/>
                <a:gd name="connsiteY747" fmla="*/ 550701 h 5390836"/>
                <a:gd name="connsiteX748" fmla="*/ 1683554 w 5372199"/>
                <a:gd name="connsiteY748" fmla="*/ 568229 h 5390836"/>
                <a:gd name="connsiteX749" fmla="*/ 1683554 w 5372199"/>
                <a:gd name="connsiteY749" fmla="*/ 581633 h 5390836"/>
                <a:gd name="connsiteX750" fmla="*/ 1674265 w 5372199"/>
                <a:gd name="connsiteY750" fmla="*/ 595036 h 5390836"/>
                <a:gd name="connsiteX751" fmla="*/ 1662929 w 5372199"/>
                <a:gd name="connsiteY751" fmla="*/ 602258 h 5390836"/>
                <a:gd name="connsiteX752" fmla="*/ 1654678 w 5372199"/>
                <a:gd name="connsiteY752" fmla="*/ 614633 h 5390836"/>
                <a:gd name="connsiteX753" fmla="*/ 1639206 w 5372199"/>
                <a:gd name="connsiteY753" fmla="*/ 614633 h 5390836"/>
                <a:gd name="connsiteX754" fmla="*/ 1630956 w 5372199"/>
                <a:gd name="connsiteY754" fmla="*/ 602258 h 5390836"/>
                <a:gd name="connsiteX755" fmla="*/ 1610331 w 5372199"/>
                <a:gd name="connsiteY755" fmla="*/ 589883 h 5390836"/>
                <a:gd name="connsiteX756" fmla="*/ 1593830 w 5372199"/>
                <a:gd name="connsiteY756" fmla="*/ 579576 h 5390836"/>
                <a:gd name="connsiteX757" fmla="*/ 1579387 w 5372199"/>
                <a:gd name="connsiteY757" fmla="*/ 565133 h 5390836"/>
                <a:gd name="connsiteX758" fmla="*/ 1573204 w 5372199"/>
                <a:gd name="connsiteY758" fmla="*/ 553797 h 5390836"/>
                <a:gd name="connsiteX759" fmla="*/ 1568051 w 5372199"/>
                <a:gd name="connsiteY759" fmla="*/ 536257 h 5390836"/>
                <a:gd name="connsiteX760" fmla="*/ 1564954 w 5372199"/>
                <a:gd name="connsiteY760" fmla="*/ 523882 h 5390836"/>
                <a:gd name="connsiteX761" fmla="*/ 1578358 w 5372199"/>
                <a:gd name="connsiteY761" fmla="*/ 523882 h 5390836"/>
                <a:gd name="connsiteX762" fmla="*/ 1593830 w 5372199"/>
                <a:gd name="connsiteY762" fmla="*/ 523882 h 5390836"/>
                <a:gd name="connsiteX763" fmla="*/ 1606205 w 5372199"/>
                <a:gd name="connsiteY763" fmla="*/ 517700 h 5390836"/>
                <a:gd name="connsiteX764" fmla="*/ 1619609 w 5372199"/>
                <a:gd name="connsiteY764" fmla="*/ 517700 h 5390836"/>
                <a:gd name="connsiteX765" fmla="*/ 1628888 w 5372199"/>
                <a:gd name="connsiteY765" fmla="*/ 510479 h 5390836"/>
                <a:gd name="connsiteX766" fmla="*/ 1646166 w 5372199"/>
                <a:gd name="connsiteY766" fmla="*/ 509318 h 5390836"/>
                <a:gd name="connsiteX767" fmla="*/ 1473177 w 5372199"/>
                <a:gd name="connsiteY767" fmla="*/ 465101 h 5390836"/>
                <a:gd name="connsiteX768" fmla="*/ 1463898 w 5372199"/>
                <a:gd name="connsiteY768" fmla="*/ 472322 h 5390836"/>
                <a:gd name="connsiteX769" fmla="*/ 1460802 w 5372199"/>
                <a:gd name="connsiteY769" fmla="*/ 476447 h 5390836"/>
                <a:gd name="connsiteX770" fmla="*/ 1451512 w 5372199"/>
                <a:gd name="connsiteY770" fmla="*/ 486753 h 5390836"/>
                <a:gd name="connsiteX771" fmla="*/ 1446358 w 5372199"/>
                <a:gd name="connsiteY771" fmla="*/ 497071 h 5390836"/>
                <a:gd name="connsiteX772" fmla="*/ 1430897 w 5372199"/>
                <a:gd name="connsiteY772" fmla="*/ 519754 h 5390836"/>
                <a:gd name="connsiteX773" fmla="*/ 1430897 w 5372199"/>
                <a:gd name="connsiteY773" fmla="*/ 534197 h 5390836"/>
                <a:gd name="connsiteX774" fmla="*/ 1445330 w 5372199"/>
                <a:gd name="connsiteY774" fmla="*/ 534197 h 5390836"/>
                <a:gd name="connsiteX775" fmla="*/ 1458734 w 5372199"/>
                <a:gd name="connsiteY775" fmla="*/ 518725 h 5390836"/>
                <a:gd name="connsiteX776" fmla="*/ 1466984 w 5372199"/>
                <a:gd name="connsiteY776" fmla="*/ 498100 h 5390836"/>
                <a:gd name="connsiteX777" fmla="*/ 1473177 w 5372199"/>
                <a:gd name="connsiteY777" fmla="*/ 478503 h 5390836"/>
                <a:gd name="connsiteX778" fmla="*/ 1473177 w 5372199"/>
                <a:gd name="connsiteY778" fmla="*/ 465101 h 5390836"/>
                <a:gd name="connsiteX779" fmla="*/ 1498954 w 5372199"/>
                <a:gd name="connsiteY779" fmla="*/ 383631 h 5390836"/>
                <a:gd name="connsiteX780" fmla="*/ 1527830 w 5372199"/>
                <a:gd name="connsiteY780" fmla="*/ 383631 h 5390836"/>
                <a:gd name="connsiteX781" fmla="*/ 1543291 w 5372199"/>
                <a:gd name="connsiteY781" fmla="*/ 398073 h 5390836"/>
                <a:gd name="connsiteX782" fmla="*/ 1551541 w 5372199"/>
                <a:gd name="connsiteY782" fmla="*/ 410449 h 5390836"/>
                <a:gd name="connsiteX783" fmla="*/ 1545359 w 5372199"/>
                <a:gd name="connsiteY783" fmla="*/ 438295 h 5390836"/>
                <a:gd name="connsiteX784" fmla="*/ 1545359 w 5372199"/>
                <a:gd name="connsiteY784" fmla="*/ 456852 h 5390836"/>
                <a:gd name="connsiteX785" fmla="*/ 1545359 w 5372199"/>
                <a:gd name="connsiteY785" fmla="*/ 520796 h 5390836"/>
                <a:gd name="connsiteX786" fmla="*/ 1545359 w 5372199"/>
                <a:gd name="connsiteY786" fmla="*/ 543478 h 5390836"/>
                <a:gd name="connsiteX787" fmla="*/ 1538137 w 5372199"/>
                <a:gd name="connsiteY787" fmla="*/ 549671 h 5390836"/>
                <a:gd name="connsiteX788" fmla="*/ 1538137 w 5372199"/>
                <a:gd name="connsiteY788" fmla="*/ 564104 h 5390836"/>
                <a:gd name="connsiteX789" fmla="*/ 1551552 w 5372199"/>
                <a:gd name="connsiteY789" fmla="*/ 579576 h 5390836"/>
                <a:gd name="connsiteX790" fmla="*/ 1596927 w 5372199"/>
                <a:gd name="connsiteY790" fmla="*/ 656923 h 5390836"/>
                <a:gd name="connsiteX791" fmla="*/ 1596927 w 5372199"/>
                <a:gd name="connsiteY791" fmla="*/ 686827 h 5390836"/>
                <a:gd name="connsiteX792" fmla="*/ 1590734 w 5372199"/>
                <a:gd name="connsiteY792" fmla="*/ 711577 h 5390836"/>
                <a:gd name="connsiteX793" fmla="*/ 1580427 w 5372199"/>
                <a:gd name="connsiteY793" fmla="*/ 728078 h 5390836"/>
                <a:gd name="connsiteX794" fmla="*/ 1571138 w 5372199"/>
                <a:gd name="connsiteY794" fmla="*/ 728078 h 5390836"/>
                <a:gd name="connsiteX795" fmla="*/ 1558762 w 5372199"/>
                <a:gd name="connsiteY795" fmla="*/ 728078 h 5390836"/>
                <a:gd name="connsiteX796" fmla="*/ 1547427 w 5372199"/>
                <a:gd name="connsiteY796" fmla="*/ 728078 h 5390836"/>
                <a:gd name="connsiteX797" fmla="*/ 1529887 w 5372199"/>
                <a:gd name="connsiteY797" fmla="*/ 728078 h 5390836"/>
                <a:gd name="connsiteX798" fmla="*/ 1514415 w 5372199"/>
                <a:gd name="connsiteY798" fmla="*/ 718798 h 5390836"/>
                <a:gd name="connsiteX799" fmla="*/ 1481415 w 5372199"/>
                <a:gd name="connsiteY799" fmla="*/ 710548 h 5390836"/>
                <a:gd name="connsiteX800" fmla="*/ 1490704 w 5372199"/>
                <a:gd name="connsiteY800" fmla="*/ 697135 h 5390836"/>
                <a:gd name="connsiteX801" fmla="*/ 1506176 w 5372199"/>
                <a:gd name="connsiteY801" fmla="*/ 688884 h 5390836"/>
                <a:gd name="connsiteX802" fmla="*/ 1506176 w 5372199"/>
                <a:gd name="connsiteY802" fmla="*/ 661048 h 5390836"/>
                <a:gd name="connsiteX803" fmla="*/ 1498954 w 5372199"/>
                <a:gd name="connsiteY803" fmla="*/ 648674 h 5390836"/>
                <a:gd name="connsiteX804" fmla="*/ 1488636 w 5372199"/>
                <a:gd name="connsiteY804" fmla="*/ 631133 h 5390836"/>
                <a:gd name="connsiteX805" fmla="*/ 1477300 w 5372199"/>
                <a:gd name="connsiteY805" fmla="*/ 606383 h 5390836"/>
                <a:gd name="connsiteX806" fmla="*/ 1469050 w 5372199"/>
                <a:gd name="connsiteY806" fmla="*/ 601230 h 5390836"/>
                <a:gd name="connsiteX807" fmla="*/ 1454607 w 5372199"/>
                <a:gd name="connsiteY807" fmla="*/ 601230 h 5390836"/>
                <a:gd name="connsiteX808" fmla="*/ 1445328 w 5372199"/>
                <a:gd name="connsiteY808" fmla="*/ 608451 h 5390836"/>
                <a:gd name="connsiteX809" fmla="*/ 1428828 w 5372199"/>
                <a:gd name="connsiteY809" fmla="*/ 616702 h 5390836"/>
                <a:gd name="connsiteX810" fmla="*/ 1420578 w 5372199"/>
                <a:gd name="connsiteY810" fmla="*/ 616702 h 5390836"/>
                <a:gd name="connsiteX811" fmla="*/ 1410260 w 5372199"/>
                <a:gd name="connsiteY811" fmla="*/ 607411 h 5390836"/>
                <a:gd name="connsiteX812" fmla="*/ 1404078 w 5372199"/>
                <a:gd name="connsiteY812" fmla="*/ 607411 h 5390836"/>
                <a:gd name="connsiteX813" fmla="*/ 1394799 w 5372199"/>
                <a:gd name="connsiteY813" fmla="*/ 596076 h 5390836"/>
                <a:gd name="connsiteX814" fmla="*/ 1380356 w 5372199"/>
                <a:gd name="connsiteY814" fmla="*/ 580605 h 5390836"/>
                <a:gd name="connsiteX815" fmla="*/ 1362827 w 5372199"/>
                <a:gd name="connsiteY815" fmla="*/ 559979 h 5390836"/>
                <a:gd name="connsiteX816" fmla="*/ 1347355 w 5372199"/>
                <a:gd name="connsiteY816" fmla="*/ 537296 h 5390836"/>
                <a:gd name="connsiteX817" fmla="*/ 1347355 w 5372199"/>
                <a:gd name="connsiteY817" fmla="*/ 502228 h 5390836"/>
                <a:gd name="connsiteX818" fmla="*/ 1357673 w 5372199"/>
                <a:gd name="connsiteY818" fmla="*/ 488825 h 5390836"/>
                <a:gd name="connsiteX819" fmla="*/ 1373134 w 5372199"/>
                <a:gd name="connsiteY819" fmla="*/ 488825 h 5390836"/>
                <a:gd name="connsiteX820" fmla="*/ 1383452 w 5372199"/>
                <a:gd name="connsiteY820" fmla="*/ 488825 h 5390836"/>
                <a:gd name="connsiteX821" fmla="*/ 1404078 w 5372199"/>
                <a:gd name="connsiteY821" fmla="*/ 467171 h 5390836"/>
                <a:gd name="connsiteX822" fmla="*/ 1418510 w 5372199"/>
                <a:gd name="connsiteY822" fmla="*/ 450670 h 5390836"/>
                <a:gd name="connsiteX823" fmla="*/ 1428828 w 5372199"/>
                <a:gd name="connsiteY823" fmla="*/ 438295 h 5390836"/>
                <a:gd name="connsiteX824" fmla="*/ 1438107 w 5372199"/>
                <a:gd name="connsiteY824" fmla="*/ 429006 h 5390836"/>
                <a:gd name="connsiteX825" fmla="*/ 1448425 w 5372199"/>
                <a:gd name="connsiteY825" fmla="*/ 414573 h 5390836"/>
                <a:gd name="connsiteX826" fmla="*/ 1448425 w 5372199"/>
                <a:gd name="connsiteY826" fmla="*/ 404255 h 5390836"/>
                <a:gd name="connsiteX827" fmla="*/ 1453579 w 5372199"/>
                <a:gd name="connsiteY827" fmla="*/ 396005 h 5390836"/>
                <a:gd name="connsiteX828" fmla="*/ 1459761 w 5372199"/>
                <a:gd name="connsiteY828" fmla="*/ 388795 h 5390836"/>
                <a:gd name="connsiteX829" fmla="*/ 1469050 w 5372199"/>
                <a:gd name="connsiteY829" fmla="*/ 391881 h 5390836"/>
                <a:gd name="connsiteX830" fmla="*/ 1484511 w 5372199"/>
                <a:gd name="connsiteY830" fmla="*/ 391881 h 5390836"/>
                <a:gd name="connsiteX831" fmla="*/ 1498954 w 5372199"/>
                <a:gd name="connsiteY831" fmla="*/ 383631 h 5390836"/>
                <a:gd name="connsiteX832" fmla="*/ 4049260 w 5372199"/>
                <a:gd name="connsiteY832" fmla="*/ 354753 h 5390836"/>
                <a:gd name="connsiteX833" fmla="*/ 4069885 w 5372199"/>
                <a:gd name="connsiteY833" fmla="*/ 368156 h 5390836"/>
                <a:gd name="connsiteX834" fmla="*/ 4079164 w 5372199"/>
                <a:gd name="connsiteY834" fmla="*/ 390849 h 5390836"/>
                <a:gd name="connsiteX835" fmla="*/ 4079164 w 5372199"/>
                <a:gd name="connsiteY835" fmla="*/ 405282 h 5390836"/>
                <a:gd name="connsiteX836" fmla="*/ 4074010 w 5372199"/>
                <a:gd name="connsiteY836" fmla="*/ 418685 h 5390836"/>
                <a:gd name="connsiteX837" fmla="*/ 4053385 w 5372199"/>
                <a:gd name="connsiteY837" fmla="*/ 435196 h 5390836"/>
                <a:gd name="connsiteX838" fmla="*/ 4045135 w 5372199"/>
                <a:gd name="connsiteY838" fmla="*/ 447561 h 5390836"/>
                <a:gd name="connsiteX839" fmla="*/ 4055442 w 5372199"/>
                <a:gd name="connsiteY839" fmla="*/ 447561 h 5390836"/>
                <a:gd name="connsiteX840" fmla="*/ 4068856 w 5372199"/>
                <a:gd name="connsiteY840" fmla="*/ 447561 h 5390836"/>
                <a:gd name="connsiteX841" fmla="*/ 4084317 w 5372199"/>
                <a:gd name="connsiteY841" fmla="*/ 447561 h 5390836"/>
                <a:gd name="connsiteX842" fmla="*/ 4105971 w 5372199"/>
                <a:gd name="connsiteY842" fmla="*/ 447561 h 5390836"/>
                <a:gd name="connsiteX843" fmla="*/ 4128664 w 5372199"/>
                <a:gd name="connsiteY843" fmla="*/ 460975 h 5390836"/>
                <a:gd name="connsiteX844" fmla="*/ 4145164 w 5372199"/>
                <a:gd name="connsiteY844" fmla="*/ 478504 h 5390836"/>
                <a:gd name="connsiteX845" fmla="*/ 4145164 w 5372199"/>
                <a:gd name="connsiteY845" fmla="*/ 512533 h 5390836"/>
                <a:gd name="connsiteX846" fmla="*/ 4135886 w 5372199"/>
                <a:gd name="connsiteY846" fmla="*/ 512533 h 5390836"/>
                <a:gd name="connsiteX847" fmla="*/ 4120414 w 5372199"/>
                <a:gd name="connsiteY847" fmla="*/ 512533 h 5390836"/>
                <a:gd name="connsiteX848" fmla="*/ 4088442 w 5372199"/>
                <a:gd name="connsiteY848" fmla="*/ 512533 h 5390836"/>
                <a:gd name="connsiteX849" fmla="*/ 4069885 w 5372199"/>
                <a:gd name="connsiteY849" fmla="*/ 512533 h 5390836"/>
                <a:gd name="connsiteX850" fmla="*/ 4052356 w 5372199"/>
                <a:gd name="connsiteY850" fmla="*/ 504283 h 5390836"/>
                <a:gd name="connsiteX851" fmla="*/ 4020384 w 5372199"/>
                <a:gd name="connsiteY851" fmla="*/ 499129 h 5390836"/>
                <a:gd name="connsiteX852" fmla="*/ 4004913 w 5372199"/>
                <a:gd name="connsiteY852" fmla="*/ 507379 h 5390836"/>
                <a:gd name="connsiteX853" fmla="*/ 3995634 w 5372199"/>
                <a:gd name="connsiteY853" fmla="*/ 529033 h 5390836"/>
                <a:gd name="connsiteX854" fmla="*/ 4013163 w 5372199"/>
                <a:gd name="connsiteY854" fmla="*/ 598130 h 5390836"/>
                <a:gd name="connsiteX855" fmla="*/ 4024509 w 5372199"/>
                <a:gd name="connsiteY855" fmla="*/ 651756 h 5390836"/>
                <a:gd name="connsiteX856" fmla="*/ 4044106 w 5372199"/>
                <a:gd name="connsiteY856" fmla="*/ 693006 h 5390836"/>
                <a:gd name="connsiteX857" fmla="*/ 4058538 w 5372199"/>
                <a:gd name="connsiteY857" fmla="*/ 711564 h 5390836"/>
                <a:gd name="connsiteX858" fmla="*/ 4067817 w 5372199"/>
                <a:gd name="connsiteY858" fmla="*/ 729103 h 5390836"/>
                <a:gd name="connsiteX859" fmla="*/ 4092567 w 5372199"/>
                <a:gd name="connsiteY859" fmla="*/ 760036 h 5390836"/>
                <a:gd name="connsiteX860" fmla="*/ 4100817 w 5372199"/>
                <a:gd name="connsiteY860" fmla="*/ 771382 h 5390836"/>
                <a:gd name="connsiteX861" fmla="*/ 4092567 w 5372199"/>
                <a:gd name="connsiteY861" fmla="*/ 777564 h 5390836"/>
                <a:gd name="connsiteX862" fmla="*/ 4084317 w 5372199"/>
                <a:gd name="connsiteY862" fmla="*/ 788911 h 5390836"/>
                <a:gd name="connsiteX863" fmla="*/ 4059567 w 5372199"/>
                <a:gd name="connsiteY863" fmla="*/ 788911 h 5390836"/>
                <a:gd name="connsiteX864" fmla="*/ 4049260 w 5372199"/>
                <a:gd name="connsiteY864" fmla="*/ 788911 h 5390836"/>
                <a:gd name="connsiteX865" fmla="*/ 4039981 w 5372199"/>
                <a:gd name="connsiteY865" fmla="*/ 788911 h 5390836"/>
                <a:gd name="connsiteX866" fmla="*/ 4023481 w 5372199"/>
                <a:gd name="connsiteY866" fmla="*/ 777564 h 5390836"/>
                <a:gd name="connsiteX867" fmla="*/ 4005941 w 5372199"/>
                <a:gd name="connsiteY867" fmla="*/ 768286 h 5390836"/>
                <a:gd name="connsiteX868" fmla="*/ 3991509 w 5372199"/>
                <a:gd name="connsiteY868" fmla="*/ 755910 h 5390836"/>
                <a:gd name="connsiteX869" fmla="*/ 3969855 w 5372199"/>
                <a:gd name="connsiteY869" fmla="*/ 738382 h 5390836"/>
                <a:gd name="connsiteX870" fmla="*/ 3961605 w 5372199"/>
                <a:gd name="connsiteY870" fmla="*/ 720853 h 5390836"/>
                <a:gd name="connsiteX871" fmla="*/ 3961605 w 5372199"/>
                <a:gd name="connsiteY871" fmla="*/ 671352 h 5390836"/>
                <a:gd name="connsiteX872" fmla="*/ 3955412 w 5372199"/>
                <a:gd name="connsiteY872" fmla="*/ 627006 h 5390836"/>
                <a:gd name="connsiteX873" fmla="*/ 3949230 w 5372199"/>
                <a:gd name="connsiteY873" fmla="*/ 601227 h 5390836"/>
                <a:gd name="connsiteX874" fmla="*/ 3933758 w 5372199"/>
                <a:gd name="connsiteY874" fmla="*/ 553783 h 5390836"/>
                <a:gd name="connsiteX875" fmla="*/ 3890440 w 5372199"/>
                <a:gd name="connsiteY875" fmla="*/ 575437 h 5390836"/>
                <a:gd name="connsiteX876" fmla="*/ 3837843 w 5372199"/>
                <a:gd name="connsiteY876" fmla="*/ 587812 h 5390836"/>
                <a:gd name="connsiteX877" fmla="*/ 3791439 w 5372199"/>
                <a:gd name="connsiteY877" fmla="*/ 587812 h 5390836"/>
                <a:gd name="connsiteX878" fmla="*/ 3758439 w 5372199"/>
                <a:gd name="connsiteY878" fmla="*/ 587812 h 5390836"/>
                <a:gd name="connsiteX879" fmla="*/ 3731631 w 5372199"/>
                <a:gd name="connsiteY879" fmla="*/ 579562 h 5390836"/>
                <a:gd name="connsiteX880" fmla="*/ 3718228 w 5372199"/>
                <a:gd name="connsiteY880" fmla="*/ 579562 h 5390836"/>
                <a:gd name="connsiteX881" fmla="*/ 3718228 w 5372199"/>
                <a:gd name="connsiteY881" fmla="*/ 567198 h 5390836"/>
                <a:gd name="connsiteX882" fmla="*/ 3718228 w 5372199"/>
                <a:gd name="connsiteY882" fmla="*/ 549658 h 5390836"/>
                <a:gd name="connsiteX883" fmla="*/ 3709977 w 5372199"/>
                <a:gd name="connsiteY883" fmla="*/ 539351 h 5390836"/>
                <a:gd name="connsiteX884" fmla="*/ 3721313 w 5372199"/>
                <a:gd name="connsiteY884" fmla="*/ 539351 h 5390836"/>
                <a:gd name="connsiteX885" fmla="*/ 3744006 w 5372199"/>
                <a:gd name="connsiteY885" fmla="*/ 539351 h 5390836"/>
                <a:gd name="connsiteX886" fmla="*/ 3759478 w 5372199"/>
                <a:gd name="connsiteY886" fmla="*/ 539351 h 5390836"/>
                <a:gd name="connsiteX887" fmla="*/ 3769785 w 5372199"/>
                <a:gd name="connsiteY887" fmla="*/ 539351 h 5390836"/>
                <a:gd name="connsiteX888" fmla="*/ 3851258 w 5372199"/>
                <a:gd name="connsiteY888" fmla="*/ 519754 h 5390836"/>
                <a:gd name="connsiteX889" fmla="*/ 3892508 w 5372199"/>
                <a:gd name="connsiteY889" fmla="*/ 495004 h 5390836"/>
                <a:gd name="connsiteX890" fmla="*/ 3905912 w 5372199"/>
                <a:gd name="connsiteY890" fmla="*/ 482629 h 5390836"/>
                <a:gd name="connsiteX891" fmla="*/ 3894565 w 5372199"/>
                <a:gd name="connsiteY891" fmla="*/ 477476 h 5390836"/>
                <a:gd name="connsiteX892" fmla="*/ 3886315 w 5372199"/>
                <a:gd name="connsiteY892" fmla="*/ 477476 h 5390836"/>
                <a:gd name="connsiteX893" fmla="*/ 3873940 w 5372199"/>
                <a:gd name="connsiteY893" fmla="*/ 477476 h 5390836"/>
                <a:gd name="connsiteX894" fmla="*/ 3863633 w 5372199"/>
                <a:gd name="connsiteY894" fmla="*/ 471282 h 5390836"/>
                <a:gd name="connsiteX895" fmla="*/ 3852286 w 5372199"/>
                <a:gd name="connsiteY895" fmla="*/ 454782 h 5390836"/>
                <a:gd name="connsiteX896" fmla="*/ 3847132 w 5372199"/>
                <a:gd name="connsiteY896" fmla="*/ 420753 h 5390836"/>
                <a:gd name="connsiteX897" fmla="*/ 3860536 w 5372199"/>
                <a:gd name="connsiteY897" fmla="*/ 409418 h 5390836"/>
                <a:gd name="connsiteX898" fmla="*/ 3873951 w 5372199"/>
                <a:gd name="connsiteY898" fmla="*/ 409418 h 5390836"/>
                <a:gd name="connsiteX899" fmla="*/ 3887354 w 5372199"/>
                <a:gd name="connsiteY899" fmla="*/ 409407 h 5390836"/>
                <a:gd name="connsiteX900" fmla="*/ 3900758 w 5372199"/>
                <a:gd name="connsiteY900" fmla="*/ 409407 h 5390836"/>
                <a:gd name="connsiteX901" fmla="*/ 3923440 w 5372199"/>
                <a:gd name="connsiteY901" fmla="*/ 422821 h 5390836"/>
                <a:gd name="connsiteX902" fmla="*/ 3968816 w 5372199"/>
                <a:gd name="connsiteY902" fmla="*/ 431061 h 5390836"/>
                <a:gd name="connsiteX903" fmla="*/ 3995634 w 5372199"/>
                <a:gd name="connsiteY903" fmla="*/ 401157 h 5390836"/>
                <a:gd name="connsiteX904" fmla="*/ 4011106 w 5372199"/>
                <a:gd name="connsiteY904" fmla="*/ 380532 h 5390836"/>
                <a:gd name="connsiteX905" fmla="*/ 4020384 w 5372199"/>
                <a:gd name="connsiteY905" fmla="*/ 360935 h 5390836"/>
                <a:gd name="connsiteX906" fmla="*/ 4030692 w 5372199"/>
                <a:gd name="connsiteY906" fmla="*/ 360946 h 5390836"/>
                <a:gd name="connsiteX907" fmla="*/ 4045135 w 5372199"/>
                <a:gd name="connsiteY907" fmla="*/ 371253 h 5390836"/>
                <a:gd name="connsiteX908" fmla="*/ 4058538 w 5372199"/>
                <a:gd name="connsiteY908" fmla="*/ 371253 h 5390836"/>
                <a:gd name="connsiteX909" fmla="*/ 1383200 w 5372199"/>
                <a:gd name="connsiteY909" fmla="*/ 242484 h 5390836"/>
                <a:gd name="connsiteX910" fmla="*/ 1389646 w 5372199"/>
                <a:gd name="connsiteY910" fmla="*/ 244417 h 5390836"/>
                <a:gd name="connsiteX911" fmla="*/ 1403049 w 5372199"/>
                <a:gd name="connsiteY911" fmla="*/ 256792 h 5390836"/>
                <a:gd name="connsiteX912" fmla="*/ 1425742 w 5372199"/>
                <a:gd name="connsiteY912" fmla="*/ 272253 h 5390836"/>
                <a:gd name="connsiteX913" fmla="*/ 1425742 w 5372199"/>
                <a:gd name="connsiteY913" fmla="*/ 302168 h 5390836"/>
                <a:gd name="connsiteX914" fmla="*/ 1432953 w 5372199"/>
                <a:gd name="connsiteY914" fmla="*/ 308350 h 5390836"/>
                <a:gd name="connsiteX915" fmla="*/ 1470078 w 5372199"/>
                <a:gd name="connsiteY915" fmla="*/ 272253 h 5390836"/>
                <a:gd name="connsiteX916" fmla="*/ 1491732 w 5372199"/>
                <a:gd name="connsiteY916" fmla="*/ 251628 h 5390836"/>
                <a:gd name="connsiteX917" fmla="*/ 1505146 w 5372199"/>
                <a:gd name="connsiteY917" fmla="*/ 251628 h 5390836"/>
                <a:gd name="connsiteX918" fmla="*/ 1517522 w 5372199"/>
                <a:gd name="connsiteY918" fmla="*/ 251628 h 5390836"/>
                <a:gd name="connsiteX919" fmla="*/ 1538147 w 5372199"/>
                <a:gd name="connsiteY919" fmla="*/ 251628 h 5390836"/>
                <a:gd name="connsiteX920" fmla="*/ 1547425 w 5372199"/>
                <a:gd name="connsiteY920" fmla="*/ 251628 h 5390836"/>
                <a:gd name="connsiteX921" fmla="*/ 1555675 w 5372199"/>
                <a:gd name="connsiteY921" fmla="*/ 266071 h 5390836"/>
                <a:gd name="connsiteX922" fmla="*/ 1543300 w 5372199"/>
                <a:gd name="connsiteY922" fmla="*/ 300100 h 5390836"/>
                <a:gd name="connsiteX923" fmla="*/ 1528868 w 5372199"/>
                <a:gd name="connsiteY923" fmla="*/ 300100 h 5390836"/>
                <a:gd name="connsiteX924" fmla="*/ 1507204 w 5372199"/>
                <a:gd name="connsiteY924" fmla="*/ 314543 h 5390836"/>
                <a:gd name="connsiteX925" fmla="*/ 1491732 w 5372199"/>
                <a:gd name="connsiteY925" fmla="*/ 326918 h 5390836"/>
                <a:gd name="connsiteX926" fmla="*/ 1478328 w 5372199"/>
                <a:gd name="connsiteY926" fmla="*/ 341350 h 5390836"/>
                <a:gd name="connsiteX927" fmla="*/ 1465953 w 5372199"/>
                <a:gd name="connsiteY927" fmla="*/ 356822 h 5390836"/>
                <a:gd name="connsiteX928" fmla="*/ 1450493 w 5372199"/>
                <a:gd name="connsiteY928" fmla="*/ 365072 h 5390836"/>
                <a:gd name="connsiteX929" fmla="*/ 1433982 w 5372199"/>
                <a:gd name="connsiteY929" fmla="*/ 387754 h 5390836"/>
                <a:gd name="connsiteX930" fmla="*/ 1390674 w 5372199"/>
                <a:gd name="connsiteY930" fmla="*/ 431072 h 5390836"/>
                <a:gd name="connsiteX931" fmla="*/ 1378299 w 5372199"/>
                <a:gd name="connsiteY931" fmla="*/ 443448 h 5390836"/>
                <a:gd name="connsiteX932" fmla="*/ 1366953 w 5372199"/>
                <a:gd name="connsiteY932" fmla="*/ 455823 h 5390836"/>
                <a:gd name="connsiteX933" fmla="*/ 1355617 w 5372199"/>
                <a:gd name="connsiteY933" fmla="*/ 466130 h 5390836"/>
                <a:gd name="connsiteX934" fmla="*/ 1345299 w 5372199"/>
                <a:gd name="connsiteY934" fmla="*/ 474391 h 5390836"/>
                <a:gd name="connsiteX935" fmla="*/ 1336020 w 5372199"/>
                <a:gd name="connsiteY935" fmla="*/ 484698 h 5390836"/>
                <a:gd name="connsiteX936" fmla="*/ 1325702 w 5372199"/>
                <a:gd name="connsiteY936" fmla="*/ 491920 h 5390836"/>
                <a:gd name="connsiteX937" fmla="*/ 1317452 w 5372199"/>
                <a:gd name="connsiteY937" fmla="*/ 497073 h 5390836"/>
                <a:gd name="connsiteX938" fmla="*/ 1306117 w 5372199"/>
                <a:gd name="connsiteY938" fmla="*/ 508420 h 5390836"/>
                <a:gd name="connsiteX939" fmla="*/ 1296827 w 5372199"/>
                <a:gd name="connsiteY939" fmla="*/ 519756 h 5390836"/>
                <a:gd name="connsiteX940" fmla="*/ 1290645 w 5372199"/>
                <a:gd name="connsiteY940" fmla="*/ 531102 h 5390836"/>
                <a:gd name="connsiteX941" fmla="*/ 1279299 w 5372199"/>
                <a:gd name="connsiteY941" fmla="*/ 531102 h 5390836"/>
                <a:gd name="connsiteX942" fmla="*/ 1263827 w 5372199"/>
                <a:gd name="connsiteY942" fmla="*/ 539352 h 5390836"/>
                <a:gd name="connsiteX943" fmla="*/ 1251452 w 5372199"/>
                <a:gd name="connsiteY943" fmla="*/ 525949 h 5390836"/>
                <a:gd name="connsiteX944" fmla="*/ 1242173 w 5372199"/>
                <a:gd name="connsiteY944" fmla="*/ 513574 h 5390836"/>
                <a:gd name="connsiteX945" fmla="*/ 1242173 w 5372199"/>
                <a:gd name="connsiteY945" fmla="*/ 501198 h 5390836"/>
                <a:gd name="connsiteX946" fmla="*/ 1262798 w 5372199"/>
                <a:gd name="connsiteY946" fmla="*/ 469227 h 5390836"/>
                <a:gd name="connsiteX947" fmla="*/ 1273106 w 5372199"/>
                <a:gd name="connsiteY947" fmla="*/ 469227 h 5390836"/>
                <a:gd name="connsiteX948" fmla="*/ 1286520 w 5372199"/>
                <a:gd name="connsiteY948" fmla="*/ 453755 h 5390836"/>
                <a:gd name="connsiteX949" fmla="*/ 1321577 w 5372199"/>
                <a:gd name="connsiteY949" fmla="*/ 421794 h 5390836"/>
                <a:gd name="connsiteX950" fmla="*/ 1337049 w 5372199"/>
                <a:gd name="connsiteY950" fmla="*/ 408380 h 5390836"/>
                <a:gd name="connsiteX951" fmla="*/ 1362828 w 5372199"/>
                <a:gd name="connsiteY951" fmla="*/ 380543 h 5390836"/>
                <a:gd name="connsiteX952" fmla="*/ 1371078 w 5372199"/>
                <a:gd name="connsiteY952" fmla="*/ 365072 h 5390836"/>
                <a:gd name="connsiteX953" fmla="*/ 1363867 w 5372199"/>
                <a:gd name="connsiteY953" fmla="*/ 357851 h 5390836"/>
                <a:gd name="connsiteX954" fmla="*/ 1353549 w 5372199"/>
                <a:gd name="connsiteY954" fmla="*/ 357851 h 5390836"/>
                <a:gd name="connsiteX955" fmla="*/ 1341174 w 5372199"/>
                <a:gd name="connsiteY955" fmla="*/ 357851 h 5390836"/>
                <a:gd name="connsiteX956" fmla="*/ 1341174 w 5372199"/>
                <a:gd name="connsiteY956" fmla="*/ 347543 h 5390836"/>
                <a:gd name="connsiteX957" fmla="*/ 1341174 w 5372199"/>
                <a:gd name="connsiteY957" fmla="*/ 337225 h 5390836"/>
                <a:gd name="connsiteX958" fmla="*/ 1341174 w 5372199"/>
                <a:gd name="connsiteY958" fmla="*/ 323822 h 5390836"/>
                <a:gd name="connsiteX959" fmla="*/ 1313327 w 5372199"/>
                <a:gd name="connsiteY959" fmla="*/ 304225 h 5390836"/>
                <a:gd name="connsiteX960" fmla="*/ 1313327 w 5372199"/>
                <a:gd name="connsiteY960" fmla="*/ 292878 h 5390836"/>
                <a:gd name="connsiteX961" fmla="*/ 1328799 w 5372199"/>
                <a:gd name="connsiteY961" fmla="*/ 280503 h 5390836"/>
                <a:gd name="connsiteX962" fmla="*/ 1336020 w 5372199"/>
                <a:gd name="connsiteY962" fmla="*/ 270196 h 5390836"/>
                <a:gd name="connsiteX963" fmla="*/ 1344270 w 5372199"/>
                <a:gd name="connsiteY963" fmla="*/ 264003 h 5390836"/>
                <a:gd name="connsiteX964" fmla="*/ 1351492 w 5372199"/>
                <a:gd name="connsiteY964" fmla="*/ 254724 h 5390836"/>
                <a:gd name="connsiteX965" fmla="*/ 1339117 w 5372199"/>
                <a:gd name="connsiteY965" fmla="*/ 257821 h 5390836"/>
                <a:gd name="connsiteX966" fmla="*/ 1350453 w 5372199"/>
                <a:gd name="connsiteY966" fmla="*/ 252667 h 5390836"/>
                <a:gd name="connsiteX967" fmla="*/ 1363867 w 5372199"/>
                <a:gd name="connsiteY967" fmla="*/ 244417 h 5390836"/>
                <a:gd name="connsiteX968" fmla="*/ 1375203 w 5372199"/>
                <a:gd name="connsiteY968" fmla="*/ 244417 h 5390836"/>
                <a:gd name="connsiteX969" fmla="*/ 1383200 w 5372199"/>
                <a:gd name="connsiteY969" fmla="*/ 242484 h 5390836"/>
                <a:gd name="connsiteX970" fmla="*/ 2319836 w 5372199"/>
                <a:gd name="connsiteY970" fmla="*/ 154694 h 5390836"/>
                <a:gd name="connsiteX971" fmla="*/ 2301267 w 5372199"/>
                <a:gd name="connsiteY971" fmla="*/ 159847 h 5390836"/>
                <a:gd name="connsiteX972" fmla="*/ 2301267 w 5372199"/>
                <a:gd name="connsiteY972" fmla="*/ 171193 h 5390836"/>
                <a:gd name="connsiteX973" fmla="*/ 2301267 w 5372199"/>
                <a:gd name="connsiteY973" fmla="*/ 180472 h 5390836"/>
                <a:gd name="connsiteX974" fmla="*/ 2318808 w 5372199"/>
                <a:gd name="connsiteY974" fmla="*/ 180472 h 5390836"/>
                <a:gd name="connsiteX975" fmla="*/ 2327047 w 5372199"/>
                <a:gd name="connsiteY975" fmla="*/ 158819 h 5390836"/>
                <a:gd name="connsiteX976" fmla="*/ 2320865 w 5372199"/>
                <a:gd name="connsiteY976" fmla="*/ 158819 h 5390836"/>
                <a:gd name="connsiteX977" fmla="*/ 2375531 w 5372199"/>
                <a:gd name="connsiteY977" fmla="*/ 130974 h 5390836"/>
                <a:gd name="connsiteX978" fmla="*/ 2361089 w 5372199"/>
                <a:gd name="connsiteY978" fmla="*/ 138195 h 5390836"/>
                <a:gd name="connsiteX979" fmla="*/ 2361089 w 5372199"/>
                <a:gd name="connsiteY979" fmla="*/ 153665 h 5390836"/>
                <a:gd name="connsiteX980" fmla="*/ 2371407 w 5372199"/>
                <a:gd name="connsiteY980" fmla="*/ 160876 h 5390836"/>
                <a:gd name="connsiteX981" fmla="*/ 2386877 w 5372199"/>
                <a:gd name="connsiteY981" fmla="*/ 146444 h 5390836"/>
                <a:gd name="connsiteX982" fmla="*/ 2386877 w 5372199"/>
                <a:gd name="connsiteY982" fmla="*/ 133031 h 5390836"/>
                <a:gd name="connsiteX983" fmla="*/ 2376560 w 5372199"/>
                <a:gd name="connsiteY983" fmla="*/ 133031 h 5390836"/>
                <a:gd name="connsiteX984" fmla="*/ 2306432 w 5372199"/>
                <a:gd name="connsiteY984" fmla="*/ 95915 h 5390836"/>
                <a:gd name="connsiteX985" fmla="*/ 2310546 w 5372199"/>
                <a:gd name="connsiteY985" fmla="*/ 100039 h 5390836"/>
                <a:gd name="connsiteX986" fmla="*/ 2296113 w 5372199"/>
                <a:gd name="connsiteY986" fmla="*/ 113442 h 5390836"/>
                <a:gd name="connsiteX987" fmla="*/ 2296113 w 5372199"/>
                <a:gd name="connsiteY987" fmla="*/ 128913 h 5390836"/>
                <a:gd name="connsiteX988" fmla="*/ 2304364 w 5372199"/>
                <a:gd name="connsiteY988" fmla="*/ 128913 h 5390836"/>
                <a:gd name="connsiteX989" fmla="*/ 2320865 w 5372199"/>
                <a:gd name="connsiteY989" fmla="*/ 108289 h 5390836"/>
                <a:gd name="connsiteX990" fmla="*/ 2306432 w 5372199"/>
                <a:gd name="connsiteY990" fmla="*/ 95915 h 5390836"/>
                <a:gd name="connsiteX991" fmla="*/ 3341817 w 5372199"/>
                <a:gd name="connsiteY991" fmla="*/ 93847 h 5390836"/>
                <a:gd name="connsiteX992" fmla="*/ 3351096 w 5372199"/>
                <a:gd name="connsiteY992" fmla="*/ 103125 h 5390836"/>
                <a:gd name="connsiteX993" fmla="*/ 3363471 w 5372199"/>
                <a:gd name="connsiteY993" fmla="*/ 121693 h 5390836"/>
                <a:gd name="connsiteX994" fmla="*/ 3363471 w 5372199"/>
                <a:gd name="connsiteY994" fmla="*/ 138193 h 5390836"/>
                <a:gd name="connsiteX995" fmla="*/ 3363482 w 5372199"/>
                <a:gd name="connsiteY995" fmla="*/ 150569 h 5390836"/>
                <a:gd name="connsiteX996" fmla="*/ 3332539 w 5372199"/>
                <a:gd name="connsiteY996" fmla="*/ 167069 h 5390836"/>
                <a:gd name="connsiteX997" fmla="*/ 3307789 w 5372199"/>
                <a:gd name="connsiteY997" fmla="*/ 179444 h 5390836"/>
                <a:gd name="connsiteX998" fmla="*/ 3290260 w 5372199"/>
                <a:gd name="connsiteY998" fmla="*/ 185626 h 5390836"/>
                <a:gd name="connsiteX999" fmla="*/ 3254163 w 5372199"/>
                <a:gd name="connsiteY999" fmla="*/ 200069 h 5390836"/>
                <a:gd name="connsiteX1000" fmla="*/ 3254163 w 5372199"/>
                <a:gd name="connsiteY1000" fmla="*/ 226877 h 5390836"/>
                <a:gd name="connsiteX1001" fmla="*/ 3245913 w 5372199"/>
                <a:gd name="connsiteY1001" fmla="*/ 238223 h 5390836"/>
                <a:gd name="connsiteX1002" fmla="*/ 3238692 w 5372199"/>
                <a:gd name="connsiteY1002" fmla="*/ 247502 h 5390836"/>
                <a:gd name="connsiteX1003" fmla="*/ 3232510 w 5372199"/>
                <a:gd name="connsiteY1003" fmla="*/ 257820 h 5390836"/>
                <a:gd name="connsiteX1004" fmla="*/ 3227356 w 5372199"/>
                <a:gd name="connsiteY1004" fmla="*/ 270195 h 5390836"/>
                <a:gd name="connsiteX1005" fmla="*/ 3221163 w 5372199"/>
                <a:gd name="connsiteY1005" fmla="*/ 302156 h 5390836"/>
                <a:gd name="connsiteX1006" fmla="*/ 3278913 w 5372199"/>
                <a:gd name="connsiteY1006" fmla="*/ 314531 h 5390836"/>
                <a:gd name="connsiteX1007" fmla="*/ 3294385 w 5372199"/>
                <a:gd name="connsiteY1007" fmla="*/ 314531 h 5390836"/>
                <a:gd name="connsiteX1008" fmla="*/ 3309846 w 5372199"/>
                <a:gd name="connsiteY1008" fmla="*/ 314531 h 5390836"/>
                <a:gd name="connsiteX1009" fmla="*/ 3323260 w 5372199"/>
                <a:gd name="connsiteY1009" fmla="*/ 322792 h 5390836"/>
                <a:gd name="connsiteX1010" fmla="*/ 3336664 w 5372199"/>
                <a:gd name="connsiteY1010" fmla="*/ 335156 h 5390836"/>
                <a:gd name="connsiteX1011" fmla="*/ 3352135 w 5372199"/>
                <a:gd name="connsiteY1011" fmla="*/ 355792 h 5390836"/>
                <a:gd name="connsiteX1012" fmla="*/ 3352135 w 5372199"/>
                <a:gd name="connsiteY1012" fmla="*/ 369196 h 5390836"/>
                <a:gd name="connsiteX1013" fmla="*/ 3352135 w 5372199"/>
                <a:gd name="connsiteY1013" fmla="*/ 374349 h 5390836"/>
                <a:gd name="connsiteX1014" fmla="*/ 3352135 w 5372199"/>
                <a:gd name="connsiteY1014" fmla="*/ 382599 h 5390836"/>
                <a:gd name="connsiteX1015" fmla="*/ 3344914 w 5372199"/>
                <a:gd name="connsiteY1015" fmla="*/ 392907 h 5390836"/>
                <a:gd name="connsiteX1016" fmla="*/ 3332539 w 5372199"/>
                <a:gd name="connsiteY1016" fmla="*/ 400128 h 5390836"/>
                <a:gd name="connsiteX1017" fmla="*/ 3312942 w 5372199"/>
                <a:gd name="connsiteY1017" fmla="*/ 400128 h 5390836"/>
                <a:gd name="connsiteX1018" fmla="*/ 3292317 w 5372199"/>
                <a:gd name="connsiteY1018" fmla="*/ 390849 h 5390836"/>
                <a:gd name="connsiteX1019" fmla="*/ 3270663 w 5372199"/>
                <a:gd name="connsiteY1019" fmla="*/ 390849 h 5390836"/>
                <a:gd name="connsiteX1020" fmla="*/ 3236635 w 5372199"/>
                <a:gd name="connsiteY1020" fmla="*/ 378474 h 5390836"/>
                <a:gd name="connsiteX1021" fmla="*/ 3203634 w 5372199"/>
                <a:gd name="connsiteY1021" fmla="*/ 371253 h 5390836"/>
                <a:gd name="connsiteX1022" fmla="*/ 3170634 w 5372199"/>
                <a:gd name="connsiteY1022" fmla="*/ 365070 h 5390836"/>
                <a:gd name="connsiteX1023" fmla="*/ 3138662 w 5372199"/>
                <a:gd name="connsiteY1023" fmla="*/ 365070 h 5390836"/>
                <a:gd name="connsiteX1024" fmla="*/ 3102566 w 5372199"/>
                <a:gd name="connsiteY1024" fmla="*/ 355781 h 5390836"/>
                <a:gd name="connsiteX1025" fmla="*/ 3036565 w 5372199"/>
                <a:gd name="connsiteY1025" fmla="*/ 355781 h 5390836"/>
                <a:gd name="connsiteX1026" fmla="*/ 2952008 w 5372199"/>
                <a:gd name="connsiteY1026" fmla="*/ 366099 h 5390836"/>
                <a:gd name="connsiteX1027" fmla="*/ 2929314 w 5372199"/>
                <a:gd name="connsiteY1027" fmla="*/ 331031 h 5390836"/>
                <a:gd name="connsiteX1028" fmla="*/ 2929314 w 5372199"/>
                <a:gd name="connsiteY1028" fmla="*/ 314531 h 5390836"/>
                <a:gd name="connsiteX1029" fmla="*/ 2929314 w 5372199"/>
                <a:gd name="connsiteY1029" fmla="*/ 293906 h 5390836"/>
                <a:gd name="connsiteX1030" fmla="*/ 2965411 w 5372199"/>
                <a:gd name="connsiteY1030" fmla="*/ 283598 h 5390836"/>
                <a:gd name="connsiteX1031" fmla="*/ 2983968 w 5372199"/>
                <a:gd name="connsiteY1031" fmla="*/ 290820 h 5390836"/>
                <a:gd name="connsiteX1032" fmla="*/ 3027287 w 5372199"/>
                <a:gd name="connsiteY1032" fmla="*/ 290820 h 5390836"/>
                <a:gd name="connsiteX1033" fmla="*/ 3043787 w 5372199"/>
                <a:gd name="connsiteY1033" fmla="*/ 290820 h 5390836"/>
                <a:gd name="connsiteX1034" fmla="*/ 3092259 w 5372199"/>
                <a:gd name="connsiteY1034" fmla="*/ 283598 h 5390836"/>
                <a:gd name="connsiteX1035" fmla="*/ 3139691 w 5372199"/>
                <a:gd name="connsiteY1035" fmla="*/ 234098 h 5390836"/>
                <a:gd name="connsiteX1036" fmla="*/ 3147941 w 5372199"/>
                <a:gd name="connsiteY1036" fmla="*/ 216569 h 5390836"/>
                <a:gd name="connsiteX1037" fmla="*/ 3147941 w 5372199"/>
                <a:gd name="connsiteY1037" fmla="*/ 200069 h 5390836"/>
                <a:gd name="connsiteX1038" fmla="*/ 3130412 w 5372199"/>
                <a:gd name="connsiteY1038" fmla="*/ 200069 h 5390836"/>
                <a:gd name="connsiteX1039" fmla="*/ 3108759 w 5372199"/>
                <a:gd name="connsiteY1039" fmla="*/ 200069 h 5390836"/>
                <a:gd name="connsiteX1040" fmla="*/ 3108759 w 5372199"/>
                <a:gd name="connsiteY1040" fmla="*/ 178405 h 5390836"/>
                <a:gd name="connsiteX1041" fmla="*/ 3101537 w 5372199"/>
                <a:gd name="connsiteY1041" fmla="*/ 151597 h 5390836"/>
                <a:gd name="connsiteX1042" fmla="*/ 3101537 w 5372199"/>
                <a:gd name="connsiteY1042" fmla="*/ 132001 h 5390836"/>
                <a:gd name="connsiteX1043" fmla="*/ 3101537 w 5372199"/>
                <a:gd name="connsiteY1043" fmla="*/ 113443 h 5390836"/>
                <a:gd name="connsiteX1044" fmla="*/ 3121134 w 5372199"/>
                <a:gd name="connsiteY1044" fmla="*/ 104154 h 5390836"/>
                <a:gd name="connsiteX1045" fmla="*/ 3147941 w 5372199"/>
                <a:gd name="connsiteY1045" fmla="*/ 117569 h 5390836"/>
                <a:gd name="connsiteX1046" fmla="*/ 3220134 w 5372199"/>
                <a:gd name="connsiteY1046" fmla="*/ 123750 h 5390836"/>
                <a:gd name="connsiteX1047" fmla="*/ 3259317 w 5372199"/>
                <a:gd name="connsiteY1047" fmla="*/ 123750 h 5390836"/>
                <a:gd name="connsiteX1048" fmla="*/ 3316039 w 5372199"/>
                <a:gd name="connsiteY1048" fmla="*/ 114472 h 5390836"/>
                <a:gd name="connsiteX1049" fmla="*/ 3331510 w 5372199"/>
                <a:gd name="connsiteY1049" fmla="*/ 114472 h 5390836"/>
                <a:gd name="connsiteX1050" fmla="*/ 3343885 w 5372199"/>
                <a:gd name="connsiteY1050" fmla="*/ 114472 h 5390836"/>
                <a:gd name="connsiteX1051" fmla="*/ 2198081 w 5372199"/>
                <a:gd name="connsiteY1051" fmla="*/ 79112 h 5390836"/>
                <a:gd name="connsiteX1052" fmla="*/ 2212588 w 5372199"/>
                <a:gd name="connsiteY1052" fmla="*/ 96946 h 5390836"/>
                <a:gd name="connsiteX1053" fmla="*/ 2218770 w 5372199"/>
                <a:gd name="connsiteY1053" fmla="*/ 79417 h 5390836"/>
                <a:gd name="connsiteX1054" fmla="*/ 2218770 w 5372199"/>
                <a:gd name="connsiteY1054" fmla="*/ 100042 h 5390836"/>
                <a:gd name="connsiteX1055" fmla="*/ 2218770 w 5372199"/>
                <a:gd name="connsiteY1055" fmla="*/ 123764 h 5390836"/>
                <a:gd name="connsiteX1056" fmla="*/ 2208463 w 5372199"/>
                <a:gd name="connsiteY1056" fmla="*/ 142321 h 5390836"/>
                <a:gd name="connsiteX1057" fmla="*/ 2191952 w 5372199"/>
                <a:gd name="connsiteY1057" fmla="*/ 168100 h 5390836"/>
                <a:gd name="connsiteX1058" fmla="*/ 2191952 w 5372199"/>
                <a:gd name="connsiteY1058" fmla="*/ 192850 h 5390836"/>
                <a:gd name="connsiteX1059" fmla="*/ 2191952 w 5372199"/>
                <a:gd name="connsiteY1059" fmla="*/ 210379 h 5390836"/>
                <a:gd name="connsiteX1060" fmla="*/ 2205367 w 5372199"/>
                <a:gd name="connsiteY1060" fmla="*/ 210379 h 5390836"/>
                <a:gd name="connsiteX1061" fmla="*/ 2211549 w 5372199"/>
                <a:gd name="connsiteY1061" fmla="*/ 221725 h 5390836"/>
                <a:gd name="connsiteX1062" fmla="*/ 2221867 w 5372199"/>
                <a:gd name="connsiteY1062" fmla="*/ 240293 h 5390836"/>
                <a:gd name="connsiteX1063" fmla="*/ 2221867 w 5372199"/>
                <a:gd name="connsiteY1063" fmla="*/ 248543 h 5390836"/>
                <a:gd name="connsiteX1064" fmla="*/ 2186798 w 5372199"/>
                <a:gd name="connsiteY1064" fmla="*/ 291851 h 5390836"/>
                <a:gd name="connsiteX1065" fmla="*/ 2186798 w 5372199"/>
                <a:gd name="connsiteY1065" fmla="*/ 306293 h 5390836"/>
                <a:gd name="connsiteX1066" fmla="*/ 2202270 w 5372199"/>
                <a:gd name="connsiteY1066" fmla="*/ 306293 h 5390836"/>
                <a:gd name="connsiteX1067" fmla="*/ 2216713 w 5372199"/>
                <a:gd name="connsiteY1067" fmla="*/ 313515 h 5390836"/>
                <a:gd name="connsiteX1068" fmla="*/ 2222895 w 5372199"/>
                <a:gd name="connsiteY1068" fmla="*/ 326919 h 5390836"/>
                <a:gd name="connsiteX1069" fmla="*/ 2190923 w 5372199"/>
                <a:gd name="connsiteY1069" fmla="*/ 377448 h 5390836"/>
                <a:gd name="connsiteX1070" fmla="*/ 2134201 w 5372199"/>
                <a:gd name="connsiteY1070" fmla="*/ 416630 h 5390836"/>
                <a:gd name="connsiteX1071" fmla="*/ 2107393 w 5372199"/>
                <a:gd name="connsiteY1071" fmla="*/ 447573 h 5390836"/>
                <a:gd name="connsiteX1072" fmla="*/ 2096047 w 5372199"/>
                <a:gd name="connsiteY1072" fmla="*/ 447573 h 5390836"/>
                <a:gd name="connsiteX1073" fmla="*/ 2078518 w 5372199"/>
                <a:gd name="connsiteY1073" fmla="*/ 447573 h 5390836"/>
                <a:gd name="connsiteX1074" fmla="*/ 2069239 w 5372199"/>
                <a:gd name="connsiteY1074" fmla="*/ 434169 h 5390836"/>
                <a:gd name="connsiteX1075" fmla="*/ 2056864 w 5372199"/>
                <a:gd name="connsiteY1075" fmla="*/ 420765 h 5390836"/>
                <a:gd name="connsiteX1076" fmla="*/ 2047585 w 5372199"/>
                <a:gd name="connsiteY1076" fmla="*/ 393948 h 5390836"/>
                <a:gd name="connsiteX1077" fmla="*/ 2071296 w 5372199"/>
                <a:gd name="connsiteY1077" fmla="*/ 365072 h 5390836"/>
                <a:gd name="connsiteX1078" fmla="*/ 2084700 w 5372199"/>
                <a:gd name="connsiteY1078" fmla="*/ 351669 h 5390836"/>
                <a:gd name="connsiteX1079" fmla="*/ 2093989 w 5372199"/>
                <a:gd name="connsiteY1079" fmla="*/ 338265 h 5390836"/>
                <a:gd name="connsiteX1080" fmla="*/ 2093989 w 5372199"/>
                <a:gd name="connsiteY1080" fmla="*/ 326919 h 5390836"/>
                <a:gd name="connsiteX1081" fmla="*/ 2093989 w 5372199"/>
                <a:gd name="connsiteY1081" fmla="*/ 312475 h 5390836"/>
                <a:gd name="connsiteX1082" fmla="*/ 2087796 w 5372199"/>
                <a:gd name="connsiteY1082" fmla="*/ 302169 h 5390836"/>
                <a:gd name="connsiteX1083" fmla="*/ 2080575 w 5372199"/>
                <a:gd name="connsiteY1083" fmla="*/ 292890 h 5390836"/>
                <a:gd name="connsiteX1084" fmla="*/ 2065114 w 5372199"/>
                <a:gd name="connsiteY1084" fmla="*/ 274322 h 5390836"/>
                <a:gd name="connsiteX1085" fmla="*/ 2081614 w 5372199"/>
                <a:gd name="connsiteY1085" fmla="*/ 251639 h 5390836"/>
                <a:gd name="connsiteX1086" fmla="*/ 2095018 w 5372199"/>
                <a:gd name="connsiteY1086" fmla="*/ 251639 h 5390836"/>
                <a:gd name="connsiteX1087" fmla="*/ 2110490 w 5372199"/>
                <a:gd name="connsiteY1087" fmla="*/ 234100 h 5390836"/>
                <a:gd name="connsiteX1088" fmla="*/ 2110490 w 5372199"/>
                <a:gd name="connsiteY1088" fmla="*/ 206264 h 5390836"/>
                <a:gd name="connsiteX1089" fmla="*/ 2093989 w 5372199"/>
                <a:gd name="connsiteY1089" fmla="*/ 194918 h 5390836"/>
                <a:gd name="connsiteX1090" fmla="*/ 2076461 w 5372199"/>
                <a:gd name="connsiteY1090" fmla="*/ 194918 h 5390836"/>
                <a:gd name="connsiteX1091" fmla="*/ 2065114 w 5372199"/>
                <a:gd name="connsiteY1091" fmla="*/ 184599 h 5390836"/>
                <a:gd name="connsiteX1092" fmla="*/ 2054796 w 5372199"/>
                <a:gd name="connsiteY1092" fmla="*/ 184599 h 5390836"/>
                <a:gd name="connsiteX1093" fmla="*/ 2047585 w 5372199"/>
                <a:gd name="connsiteY1093" fmla="*/ 166043 h 5390836"/>
                <a:gd name="connsiteX1094" fmla="*/ 2055824 w 5372199"/>
                <a:gd name="connsiteY1094" fmla="*/ 158821 h 5390836"/>
                <a:gd name="connsiteX1095" fmla="*/ 2060989 w 5372199"/>
                <a:gd name="connsiteY1095" fmla="*/ 147475 h 5390836"/>
                <a:gd name="connsiteX1096" fmla="*/ 2074393 w 5372199"/>
                <a:gd name="connsiteY1096" fmla="*/ 136139 h 5390836"/>
                <a:gd name="connsiteX1097" fmla="*/ 2093989 w 5372199"/>
                <a:gd name="connsiteY1097" fmla="*/ 136139 h 5390836"/>
                <a:gd name="connsiteX1098" fmla="*/ 2171337 w 5372199"/>
                <a:gd name="connsiteY1098" fmla="*/ 84571 h 5390836"/>
                <a:gd name="connsiteX1099" fmla="*/ 2194020 w 5372199"/>
                <a:gd name="connsiteY1099" fmla="*/ 79417 h 5390836"/>
                <a:gd name="connsiteX1100" fmla="*/ 2198081 w 5372199"/>
                <a:gd name="connsiteY1100" fmla="*/ 79112 h 5390836"/>
                <a:gd name="connsiteX1101" fmla="*/ 2394088 w 5372199"/>
                <a:gd name="connsiteY1101" fmla="*/ 55695 h 5390836"/>
                <a:gd name="connsiteX1102" fmla="*/ 2356963 w 5372199"/>
                <a:gd name="connsiteY1102" fmla="*/ 76320 h 5390836"/>
                <a:gd name="connsiteX1103" fmla="*/ 2365213 w 5372199"/>
                <a:gd name="connsiteY1103" fmla="*/ 93860 h 5390836"/>
                <a:gd name="connsiteX1104" fmla="*/ 2385838 w 5372199"/>
                <a:gd name="connsiteY1104" fmla="*/ 93860 h 5390836"/>
                <a:gd name="connsiteX1105" fmla="*/ 2397185 w 5372199"/>
                <a:gd name="connsiteY1105" fmla="*/ 73224 h 5390836"/>
                <a:gd name="connsiteX1106" fmla="*/ 2397185 w 5372199"/>
                <a:gd name="connsiteY1106" fmla="*/ 57763 h 5390836"/>
                <a:gd name="connsiteX1107" fmla="*/ 2409561 w 5372199"/>
                <a:gd name="connsiteY1107" fmla="*/ 1039 h 5390836"/>
                <a:gd name="connsiteX1108" fmla="*/ 2427090 w 5372199"/>
                <a:gd name="connsiteY1108" fmla="*/ 1039 h 5390836"/>
                <a:gd name="connsiteX1109" fmla="*/ 2461119 w 5372199"/>
                <a:gd name="connsiteY1109" fmla="*/ 1039 h 5390836"/>
                <a:gd name="connsiteX1110" fmla="*/ 2469369 w 5372199"/>
                <a:gd name="connsiteY1110" fmla="*/ 14443 h 5390836"/>
                <a:gd name="connsiteX1111" fmla="*/ 2483812 w 5372199"/>
                <a:gd name="connsiteY1111" fmla="*/ 36096 h 5390836"/>
                <a:gd name="connsiteX1112" fmla="*/ 2477630 w 5372199"/>
                <a:gd name="connsiteY1112" fmla="*/ 57761 h 5390836"/>
                <a:gd name="connsiteX1113" fmla="*/ 2477630 w 5372199"/>
                <a:gd name="connsiteY1113" fmla="*/ 76318 h 5390836"/>
                <a:gd name="connsiteX1114" fmla="*/ 2466283 w 5372199"/>
                <a:gd name="connsiteY1114" fmla="*/ 108290 h 5390836"/>
                <a:gd name="connsiteX1115" fmla="*/ 2452879 w 5372199"/>
                <a:gd name="connsiteY1115" fmla="*/ 127886 h 5390836"/>
                <a:gd name="connsiteX1116" fmla="*/ 2429158 w 5372199"/>
                <a:gd name="connsiteY1116" fmla="*/ 203165 h 5390836"/>
                <a:gd name="connsiteX1117" fmla="*/ 2419868 w 5372199"/>
                <a:gd name="connsiteY1117" fmla="*/ 215541 h 5390836"/>
                <a:gd name="connsiteX1118" fmla="*/ 2406464 w 5372199"/>
                <a:gd name="connsiteY1118" fmla="*/ 215541 h 5390836"/>
                <a:gd name="connsiteX1119" fmla="*/ 2392032 w 5372199"/>
                <a:gd name="connsiteY1119" fmla="*/ 222762 h 5390836"/>
                <a:gd name="connsiteX1120" fmla="*/ 2372435 w 5372199"/>
                <a:gd name="connsiteY1120" fmla="*/ 232041 h 5390836"/>
                <a:gd name="connsiteX1121" fmla="*/ 2372435 w 5372199"/>
                <a:gd name="connsiteY1121" fmla="*/ 248541 h 5390836"/>
                <a:gd name="connsiteX1122" fmla="*/ 2387907 w 5372199"/>
                <a:gd name="connsiteY1122" fmla="*/ 243387 h 5390836"/>
                <a:gd name="connsiteX1123" fmla="*/ 2400282 w 5372199"/>
                <a:gd name="connsiteY1123" fmla="*/ 235137 h 5390836"/>
                <a:gd name="connsiteX1124" fmla="*/ 2418840 w 5372199"/>
                <a:gd name="connsiteY1124" fmla="*/ 235137 h 5390836"/>
                <a:gd name="connsiteX1125" fmla="*/ 2427090 w 5372199"/>
                <a:gd name="connsiteY1125" fmla="*/ 242348 h 5390836"/>
                <a:gd name="connsiteX1126" fmla="*/ 2435340 w 5372199"/>
                <a:gd name="connsiteY1126" fmla="*/ 265041 h 5390836"/>
                <a:gd name="connsiteX1127" fmla="*/ 2435340 w 5372199"/>
                <a:gd name="connsiteY1127" fmla="*/ 274319 h 5390836"/>
                <a:gd name="connsiteX1128" fmla="*/ 2419868 w 5372199"/>
                <a:gd name="connsiteY1128" fmla="*/ 288763 h 5390836"/>
                <a:gd name="connsiteX1129" fmla="*/ 2402339 w 5372199"/>
                <a:gd name="connsiteY1129" fmla="*/ 298041 h 5390836"/>
                <a:gd name="connsiteX1130" fmla="*/ 2402339 w 5372199"/>
                <a:gd name="connsiteY1130" fmla="*/ 309377 h 5390836"/>
                <a:gd name="connsiteX1131" fmla="*/ 2412657 w 5372199"/>
                <a:gd name="connsiteY1131" fmla="*/ 315570 h 5390836"/>
                <a:gd name="connsiteX1132" fmla="*/ 2436368 w 5372199"/>
                <a:gd name="connsiteY1132" fmla="*/ 307320 h 5390836"/>
                <a:gd name="connsiteX1133" fmla="*/ 2455965 w 5372199"/>
                <a:gd name="connsiteY1133" fmla="*/ 307320 h 5390836"/>
                <a:gd name="connsiteX1134" fmla="*/ 2477630 w 5372199"/>
                <a:gd name="connsiteY1134" fmla="*/ 300098 h 5390836"/>
                <a:gd name="connsiteX1135" fmla="*/ 2498244 w 5372199"/>
                <a:gd name="connsiteY1135" fmla="*/ 300098 h 5390836"/>
                <a:gd name="connsiteX1136" fmla="*/ 2517841 w 5372199"/>
                <a:gd name="connsiteY1136" fmla="*/ 323820 h 5390836"/>
                <a:gd name="connsiteX1137" fmla="*/ 2494119 w 5372199"/>
                <a:gd name="connsiteY1137" fmla="*/ 370224 h 5390836"/>
                <a:gd name="connsiteX1138" fmla="*/ 2467312 w 5372199"/>
                <a:gd name="connsiteY1138" fmla="*/ 370224 h 5390836"/>
                <a:gd name="connsiteX1139" fmla="*/ 2422965 w 5372199"/>
                <a:gd name="connsiteY1139" fmla="*/ 377445 h 5390836"/>
                <a:gd name="connsiteX1140" fmla="*/ 2398214 w 5372199"/>
                <a:gd name="connsiteY1140" fmla="*/ 377445 h 5390836"/>
                <a:gd name="connsiteX1141" fmla="*/ 2377589 w 5372199"/>
                <a:gd name="connsiteY1141" fmla="*/ 382599 h 5390836"/>
                <a:gd name="connsiteX1142" fmla="*/ 2353878 w 5372199"/>
                <a:gd name="connsiteY1142" fmla="*/ 389820 h 5390836"/>
                <a:gd name="connsiteX1143" fmla="*/ 2326031 w 5372199"/>
                <a:gd name="connsiteY1143" fmla="*/ 400138 h 5390836"/>
                <a:gd name="connsiteX1144" fmla="*/ 2296127 w 5372199"/>
                <a:gd name="connsiteY1144" fmla="*/ 407360 h 5390836"/>
                <a:gd name="connsiteX1145" fmla="*/ 2266212 w 5372199"/>
                <a:gd name="connsiteY1145" fmla="*/ 420763 h 5390836"/>
                <a:gd name="connsiteX1146" fmla="*/ 2245587 w 5372199"/>
                <a:gd name="connsiteY1146" fmla="*/ 413542 h 5390836"/>
                <a:gd name="connsiteX1147" fmla="*/ 2237348 w 5372199"/>
                <a:gd name="connsiteY1147" fmla="*/ 387752 h 5390836"/>
                <a:gd name="connsiteX1148" fmla="*/ 2237337 w 5372199"/>
                <a:gd name="connsiteY1148" fmla="*/ 379513 h 5390836"/>
                <a:gd name="connsiteX1149" fmla="*/ 2237337 w 5372199"/>
                <a:gd name="connsiteY1149" fmla="*/ 364042 h 5390836"/>
                <a:gd name="connsiteX1150" fmla="*/ 2243530 w 5372199"/>
                <a:gd name="connsiteY1150" fmla="*/ 357849 h 5390836"/>
                <a:gd name="connsiteX1151" fmla="*/ 2253837 w 5372199"/>
                <a:gd name="connsiteY1151" fmla="*/ 357849 h 5390836"/>
                <a:gd name="connsiteX1152" fmla="*/ 2278588 w 5372199"/>
                <a:gd name="connsiteY1152" fmla="*/ 344445 h 5390836"/>
                <a:gd name="connsiteX1153" fmla="*/ 2310560 w 5372199"/>
                <a:gd name="connsiteY1153" fmla="*/ 324848 h 5390836"/>
                <a:gd name="connsiteX1154" fmla="*/ 2303338 w 5372199"/>
                <a:gd name="connsiteY1154" fmla="*/ 316609 h 5390836"/>
                <a:gd name="connsiteX1155" fmla="*/ 2289934 w 5372199"/>
                <a:gd name="connsiteY1155" fmla="*/ 316609 h 5390836"/>
                <a:gd name="connsiteX1156" fmla="*/ 2277559 w 5372199"/>
                <a:gd name="connsiteY1156" fmla="*/ 316609 h 5390836"/>
                <a:gd name="connsiteX1157" fmla="*/ 2277559 w 5372199"/>
                <a:gd name="connsiteY1157" fmla="*/ 305263 h 5390836"/>
                <a:gd name="connsiteX1158" fmla="*/ 2277559 w 5372199"/>
                <a:gd name="connsiteY1158" fmla="*/ 291848 h 5390836"/>
                <a:gd name="connsiteX1159" fmla="*/ 2283752 w 5372199"/>
                <a:gd name="connsiteY1159" fmla="*/ 280512 h 5390836"/>
                <a:gd name="connsiteX1160" fmla="*/ 2291991 w 5372199"/>
                <a:gd name="connsiteY1160" fmla="*/ 280512 h 5390836"/>
                <a:gd name="connsiteX1161" fmla="*/ 2300252 w 5372199"/>
                <a:gd name="connsiteY1161" fmla="*/ 280512 h 5390836"/>
                <a:gd name="connsiteX1162" fmla="*/ 2307463 w 5372199"/>
                <a:gd name="connsiteY1162" fmla="*/ 280512 h 5390836"/>
                <a:gd name="connsiteX1163" fmla="*/ 2313656 w 5372199"/>
                <a:gd name="connsiteY1163" fmla="*/ 273291 h 5390836"/>
                <a:gd name="connsiteX1164" fmla="*/ 2313656 w 5372199"/>
                <a:gd name="connsiteY1164" fmla="*/ 256791 h 5390836"/>
                <a:gd name="connsiteX1165" fmla="*/ 2303338 w 5372199"/>
                <a:gd name="connsiteY1165" fmla="*/ 256791 h 5390836"/>
                <a:gd name="connsiteX1166" fmla="*/ 2290963 w 5372199"/>
                <a:gd name="connsiteY1166" fmla="*/ 261944 h 5390836"/>
                <a:gd name="connsiteX1167" fmla="*/ 2280656 w 5372199"/>
                <a:gd name="connsiteY1167" fmla="*/ 261944 h 5390836"/>
                <a:gd name="connsiteX1168" fmla="*/ 2270338 w 5372199"/>
                <a:gd name="connsiteY1168" fmla="*/ 261944 h 5390836"/>
                <a:gd name="connsiteX1169" fmla="*/ 2265184 w 5372199"/>
                <a:gd name="connsiteY1169" fmla="*/ 255751 h 5390836"/>
                <a:gd name="connsiteX1170" fmla="*/ 2260030 w 5372199"/>
                <a:gd name="connsiteY1170" fmla="*/ 245444 h 5390836"/>
                <a:gd name="connsiteX1171" fmla="*/ 2248684 w 5372199"/>
                <a:gd name="connsiteY1171" fmla="*/ 231012 h 5390836"/>
                <a:gd name="connsiteX1172" fmla="*/ 2242502 w 5372199"/>
                <a:gd name="connsiteY1172" fmla="*/ 213473 h 5390836"/>
                <a:gd name="connsiteX1173" fmla="*/ 2247655 w 5372199"/>
                <a:gd name="connsiteY1173" fmla="*/ 186665 h 5390836"/>
                <a:gd name="connsiteX1174" fmla="*/ 2237337 w 5372199"/>
                <a:gd name="connsiteY1174" fmla="*/ 144386 h 5390836"/>
                <a:gd name="connsiteX1175" fmla="*/ 2229086 w 5372199"/>
                <a:gd name="connsiteY1175" fmla="*/ 126847 h 5390836"/>
                <a:gd name="connsiteX1176" fmla="*/ 2229086 w 5372199"/>
                <a:gd name="connsiteY1176" fmla="*/ 113443 h 5390836"/>
                <a:gd name="connsiteX1177" fmla="*/ 2229086 w 5372199"/>
                <a:gd name="connsiteY1177" fmla="*/ 88693 h 5390836"/>
                <a:gd name="connsiteX1178" fmla="*/ 2228058 w 5372199"/>
                <a:gd name="connsiteY1178" fmla="*/ 86636 h 5390836"/>
                <a:gd name="connsiteX1179" fmla="*/ 2236309 w 5372199"/>
                <a:gd name="connsiteY1179" fmla="*/ 61886 h 5390836"/>
                <a:gd name="connsiteX1180" fmla="*/ 2251780 w 5372199"/>
                <a:gd name="connsiteY1180" fmla="*/ 68068 h 5390836"/>
                <a:gd name="connsiteX1181" fmla="*/ 2266223 w 5372199"/>
                <a:gd name="connsiteY1181" fmla="*/ 68068 h 5390836"/>
                <a:gd name="connsiteX1182" fmla="*/ 2283752 w 5372199"/>
                <a:gd name="connsiteY1182" fmla="*/ 59818 h 5390836"/>
                <a:gd name="connsiteX1183" fmla="*/ 2313656 w 5372199"/>
                <a:gd name="connsiteY1183" fmla="*/ 42289 h 5390836"/>
                <a:gd name="connsiteX1184" fmla="*/ 2337367 w 5372199"/>
                <a:gd name="connsiteY1184" fmla="*/ 36096 h 5390836"/>
                <a:gd name="connsiteX1185" fmla="*/ 2409561 w 5372199"/>
                <a:gd name="connsiteY1185" fmla="*/ 1039 h 5390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</a:cxnLst>
              <a:rect l="l" t="t" r="r" b="b"/>
              <a:pathLst>
                <a:path w="5372199" h="5390836">
                  <a:moveTo>
                    <a:pt x="3137621" y="5098566"/>
                  </a:moveTo>
                  <a:cubicBezTo>
                    <a:pt x="3116367" y="5101693"/>
                    <a:pt x="3098342" y="5115799"/>
                    <a:pt x="3090189" y="5135680"/>
                  </a:cubicBezTo>
                  <a:cubicBezTo>
                    <a:pt x="3082122" y="5161189"/>
                    <a:pt x="3082122" y="5188557"/>
                    <a:pt x="3090189" y="5214053"/>
                  </a:cubicBezTo>
                  <a:cubicBezTo>
                    <a:pt x="3092906" y="5239900"/>
                    <a:pt x="3104588" y="5263976"/>
                    <a:pt x="3123189" y="5282125"/>
                  </a:cubicBezTo>
                  <a:cubicBezTo>
                    <a:pt x="3137977" y="5297044"/>
                    <a:pt x="3159427" y="5303290"/>
                    <a:pt x="3179909" y="5298625"/>
                  </a:cubicBezTo>
                  <a:cubicBezTo>
                    <a:pt x="3200859" y="5295506"/>
                    <a:pt x="3218757" y="5281887"/>
                    <a:pt x="3227342" y="5262527"/>
                  </a:cubicBezTo>
                  <a:lnTo>
                    <a:pt x="3223219" y="5262527"/>
                  </a:lnTo>
                  <a:cubicBezTo>
                    <a:pt x="3233028" y="5238286"/>
                    <a:pt x="3234837" y="5211553"/>
                    <a:pt x="3228384" y="5186218"/>
                  </a:cubicBezTo>
                  <a:cubicBezTo>
                    <a:pt x="3224659" y="5159756"/>
                    <a:pt x="3213172" y="5134998"/>
                    <a:pt x="3195371" y="5115066"/>
                  </a:cubicBezTo>
                  <a:cubicBezTo>
                    <a:pt x="3180159" y="5100134"/>
                    <a:pt x="3158431" y="5093918"/>
                    <a:pt x="3137621" y="5098566"/>
                  </a:cubicBezTo>
                  <a:close/>
                  <a:moveTo>
                    <a:pt x="2793012" y="5095901"/>
                  </a:moveTo>
                  <a:lnTo>
                    <a:pt x="2794038" y="5121680"/>
                  </a:lnTo>
                  <a:lnTo>
                    <a:pt x="2794038" y="5147468"/>
                  </a:lnTo>
                  <a:lnTo>
                    <a:pt x="2652759" y="5150557"/>
                  </a:lnTo>
                  <a:lnTo>
                    <a:pt x="2654818" y="5212430"/>
                  </a:lnTo>
                  <a:lnTo>
                    <a:pt x="2785788" y="5210375"/>
                  </a:lnTo>
                  <a:lnTo>
                    <a:pt x="2785788" y="5235125"/>
                  </a:lnTo>
                  <a:lnTo>
                    <a:pt x="2785788" y="5259875"/>
                  </a:lnTo>
                  <a:lnTo>
                    <a:pt x="2654818" y="5261930"/>
                  </a:lnTo>
                  <a:lnTo>
                    <a:pt x="2656886" y="5338252"/>
                  </a:lnTo>
                  <a:lnTo>
                    <a:pt x="2803317" y="5335154"/>
                  </a:lnTo>
                  <a:lnTo>
                    <a:pt x="2804347" y="5360934"/>
                  </a:lnTo>
                  <a:lnTo>
                    <a:pt x="2804347" y="5386722"/>
                  </a:lnTo>
                  <a:lnTo>
                    <a:pt x="2601191" y="5390836"/>
                  </a:lnTo>
                  <a:lnTo>
                    <a:pt x="2597068" y="5100028"/>
                  </a:lnTo>
                  <a:close/>
                  <a:moveTo>
                    <a:pt x="2311412" y="5073218"/>
                  </a:moveTo>
                  <a:lnTo>
                    <a:pt x="2527979" y="5100036"/>
                  </a:lnTo>
                  <a:lnTo>
                    <a:pt x="2524886" y="5124786"/>
                  </a:lnTo>
                  <a:lnTo>
                    <a:pt x="2521789" y="5150566"/>
                  </a:lnTo>
                  <a:lnTo>
                    <a:pt x="2441357" y="5141286"/>
                  </a:lnTo>
                  <a:lnTo>
                    <a:pt x="2412480" y="5378472"/>
                  </a:lnTo>
                  <a:lnTo>
                    <a:pt x="2384632" y="5375374"/>
                  </a:lnTo>
                  <a:lnTo>
                    <a:pt x="2356798" y="5372277"/>
                  </a:lnTo>
                  <a:lnTo>
                    <a:pt x="2385662" y="5134066"/>
                  </a:lnTo>
                  <a:lnTo>
                    <a:pt x="2305230" y="5124786"/>
                  </a:lnTo>
                  <a:lnTo>
                    <a:pt x="2308328" y="5098998"/>
                  </a:lnTo>
                  <a:close/>
                  <a:moveTo>
                    <a:pt x="3178501" y="5049077"/>
                  </a:moveTo>
                  <a:cubicBezTo>
                    <a:pt x="3196181" y="5052967"/>
                    <a:pt x="3212954" y="5060973"/>
                    <a:pt x="3227342" y="5072774"/>
                  </a:cubicBezTo>
                  <a:cubicBezTo>
                    <a:pt x="3257680" y="5099354"/>
                    <a:pt x="3277452" y="5135960"/>
                    <a:pt x="3283036" y="5175900"/>
                  </a:cubicBezTo>
                  <a:cubicBezTo>
                    <a:pt x="3293053" y="5214629"/>
                    <a:pt x="3288655" y="5255671"/>
                    <a:pt x="3270659" y="5291404"/>
                  </a:cubicBezTo>
                  <a:cubicBezTo>
                    <a:pt x="3233278" y="5351319"/>
                    <a:pt x="3154393" y="5369582"/>
                    <a:pt x="3094478" y="5332188"/>
                  </a:cubicBezTo>
                  <a:cubicBezTo>
                    <a:pt x="3091596" y="5330391"/>
                    <a:pt x="3088791" y="5328485"/>
                    <a:pt x="3086062" y="5326472"/>
                  </a:cubicBezTo>
                  <a:lnTo>
                    <a:pt x="3082978" y="5329557"/>
                  </a:lnTo>
                  <a:cubicBezTo>
                    <a:pt x="3052338" y="5303214"/>
                    <a:pt x="3032503" y="5266502"/>
                    <a:pt x="3027283" y="5226430"/>
                  </a:cubicBezTo>
                  <a:cubicBezTo>
                    <a:pt x="3017995" y="5186879"/>
                    <a:pt x="3022736" y="5145316"/>
                    <a:pt x="3040690" y="5108871"/>
                  </a:cubicBezTo>
                  <a:cubicBezTo>
                    <a:pt x="3057762" y="5077244"/>
                    <a:pt x="3088694" y="5055485"/>
                    <a:pt x="3124219" y="5050083"/>
                  </a:cubicBezTo>
                  <a:cubicBezTo>
                    <a:pt x="3142234" y="5045416"/>
                    <a:pt x="3160821" y="5045188"/>
                    <a:pt x="3178501" y="5049077"/>
                  </a:cubicBezTo>
                  <a:close/>
                  <a:moveTo>
                    <a:pt x="2038303" y="5009871"/>
                  </a:moveTo>
                  <a:lnTo>
                    <a:pt x="2065121" y="5017092"/>
                  </a:lnTo>
                  <a:lnTo>
                    <a:pt x="2092960" y="5023274"/>
                  </a:lnTo>
                  <a:lnTo>
                    <a:pt x="2048621" y="5201688"/>
                  </a:lnTo>
                  <a:cubicBezTo>
                    <a:pt x="2042765" y="5217311"/>
                    <a:pt x="2042765" y="5234527"/>
                    <a:pt x="2048621" y="5250150"/>
                  </a:cubicBezTo>
                  <a:cubicBezTo>
                    <a:pt x="2055604" y="5263154"/>
                    <a:pt x="2068133" y="5272269"/>
                    <a:pt x="2082650" y="5274900"/>
                  </a:cubicBezTo>
                  <a:cubicBezTo>
                    <a:pt x="2096066" y="5281082"/>
                    <a:pt x="2111515" y="5281082"/>
                    <a:pt x="2124930" y="5274900"/>
                  </a:cubicBezTo>
                  <a:cubicBezTo>
                    <a:pt x="2137748" y="5263337"/>
                    <a:pt x="2146142" y="5247650"/>
                    <a:pt x="2148650" y="5230565"/>
                  </a:cubicBezTo>
                  <a:lnTo>
                    <a:pt x="2192989" y="5053189"/>
                  </a:lnTo>
                  <a:lnTo>
                    <a:pt x="2219807" y="5059371"/>
                  </a:lnTo>
                  <a:lnTo>
                    <a:pt x="2247654" y="5066591"/>
                  </a:lnTo>
                  <a:lnTo>
                    <a:pt x="2200209" y="5237773"/>
                  </a:lnTo>
                  <a:cubicBezTo>
                    <a:pt x="2195425" y="5269756"/>
                    <a:pt x="2178870" y="5298815"/>
                    <a:pt x="2153807" y="5319247"/>
                  </a:cubicBezTo>
                  <a:cubicBezTo>
                    <a:pt x="2127400" y="5334294"/>
                    <a:pt x="2095710" y="5336938"/>
                    <a:pt x="2067180" y="5326468"/>
                  </a:cubicBezTo>
                  <a:cubicBezTo>
                    <a:pt x="2037328" y="5321976"/>
                    <a:pt x="2010956" y="5304641"/>
                    <a:pt x="1994985" y="5279023"/>
                  </a:cubicBezTo>
                  <a:cubicBezTo>
                    <a:pt x="1983261" y="5249209"/>
                    <a:pt x="1983261" y="5216044"/>
                    <a:pt x="1994985" y="5186218"/>
                  </a:cubicBezTo>
                  <a:close/>
                  <a:moveTo>
                    <a:pt x="3514900" y="4952554"/>
                  </a:moveTo>
                  <a:lnTo>
                    <a:pt x="3523150" y="4977304"/>
                  </a:lnTo>
                  <a:lnTo>
                    <a:pt x="3531400" y="5002053"/>
                  </a:lnTo>
                  <a:lnTo>
                    <a:pt x="3403523" y="5043303"/>
                  </a:lnTo>
                  <a:lnTo>
                    <a:pt x="3424146" y="5106210"/>
                  </a:lnTo>
                  <a:lnTo>
                    <a:pt x="3535523" y="5070125"/>
                  </a:lnTo>
                  <a:lnTo>
                    <a:pt x="3542743" y="5093833"/>
                  </a:lnTo>
                  <a:lnTo>
                    <a:pt x="3550993" y="5117557"/>
                  </a:lnTo>
                  <a:lnTo>
                    <a:pt x="3439621" y="5153655"/>
                  </a:lnTo>
                  <a:lnTo>
                    <a:pt x="3477773" y="5271222"/>
                  </a:lnTo>
                  <a:lnTo>
                    <a:pt x="3450955" y="5279459"/>
                  </a:lnTo>
                  <a:lnTo>
                    <a:pt x="3424146" y="5288752"/>
                  </a:lnTo>
                  <a:lnTo>
                    <a:pt x="3334426" y="5012371"/>
                  </a:lnTo>
                  <a:close/>
                  <a:moveTo>
                    <a:pt x="1772071" y="4919562"/>
                  </a:moveTo>
                  <a:lnTo>
                    <a:pt x="1978320" y="4990719"/>
                  </a:lnTo>
                  <a:lnTo>
                    <a:pt x="1970070" y="5014439"/>
                  </a:lnTo>
                  <a:lnTo>
                    <a:pt x="1960782" y="5039189"/>
                  </a:lnTo>
                  <a:lnTo>
                    <a:pt x="1884473" y="5013409"/>
                  </a:lnTo>
                  <a:lnTo>
                    <a:pt x="1807130" y="5239260"/>
                  </a:lnTo>
                  <a:lnTo>
                    <a:pt x="1780321" y="5229968"/>
                  </a:lnTo>
                  <a:lnTo>
                    <a:pt x="1753503" y="5220693"/>
                  </a:lnTo>
                  <a:lnTo>
                    <a:pt x="1831880" y="4994842"/>
                  </a:lnTo>
                  <a:lnTo>
                    <a:pt x="1755571" y="4969062"/>
                  </a:lnTo>
                  <a:lnTo>
                    <a:pt x="1763821" y="4944312"/>
                  </a:lnTo>
                  <a:close/>
                  <a:moveTo>
                    <a:pt x="1666876" y="4867995"/>
                  </a:moveTo>
                  <a:lnTo>
                    <a:pt x="1691626" y="4879342"/>
                  </a:lnTo>
                  <a:lnTo>
                    <a:pt x="1717406" y="4891715"/>
                  </a:lnTo>
                  <a:lnTo>
                    <a:pt x="1594694" y="5154680"/>
                  </a:lnTo>
                  <a:lnTo>
                    <a:pt x="1568906" y="5143345"/>
                  </a:lnTo>
                  <a:lnTo>
                    <a:pt x="1543127" y="5130968"/>
                  </a:lnTo>
                  <a:close/>
                  <a:moveTo>
                    <a:pt x="3872751" y="4780342"/>
                  </a:moveTo>
                  <a:lnTo>
                    <a:pt x="3884085" y="4803037"/>
                  </a:lnTo>
                  <a:lnTo>
                    <a:pt x="3896462" y="4825719"/>
                  </a:lnTo>
                  <a:lnTo>
                    <a:pt x="3825306" y="4863872"/>
                  </a:lnTo>
                  <a:lnTo>
                    <a:pt x="3937712" y="5075278"/>
                  </a:lnTo>
                  <a:lnTo>
                    <a:pt x="3912962" y="5088689"/>
                  </a:lnTo>
                  <a:lnTo>
                    <a:pt x="3888212" y="5102096"/>
                  </a:lnTo>
                  <a:lnTo>
                    <a:pt x="3775806" y="4890689"/>
                  </a:lnTo>
                  <a:lnTo>
                    <a:pt x="3704649" y="4927816"/>
                  </a:lnTo>
                  <a:lnTo>
                    <a:pt x="3692277" y="4905122"/>
                  </a:lnTo>
                  <a:lnTo>
                    <a:pt x="3680929" y="4882439"/>
                  </a:lnTo>
                  <a:close/>
                  <a:moveTo>
                    <a:pt x="1417309" y="4732898"/>
                  </a:moveTo>
                  <a:lnTo>
                    <a:pt x="1607059" y="4839122"/>
                  </a:lnTo>
                  <a:lnTo>
                    <a:pt x="1594682" y="4861804"/>
                  </a:lnTo>
                  <a:lnTo>
                    <a:pt x="1582309" y="4883456"/>
                  </a:lnTo>
                  <a:lnTo>
                    <a:pt x="1512182" y="4844274"/>
                  </a:lnTo>
                  <a:lnTo>
                    <a:pt x="1395653" y="5053625"/>
                  </a:lnTo>
                  <a:lnTo>
                    <a:pt x="1370903" y="5040210"/>
                  </a:lnTo>
                  <a:lnTo>
                    <a:pt x="1347182" y="5026808"/>
                  </a:lnTo>
                  <a:lnTo>
                    <a:pt x="1462682" y="4817457"/>
                  </a:lnTo>
                  <a:lnTo>
                    <a:pt x="1392555" y="4778274"/>
                  </a:lnTo>
                  <a:lnTo>
                    <a:pt x="1404932" y="4755592"/>
                  </a:lnTo>
                  <a:close/>
                  <a:moveTo>
                    <a:pt x="4097559" y="4639059"/>
                  </a:moveTo>
                  <a:lnTo>
                    <a:pt x="4110962" y="4660711"/>
                  </a:lnTo>
                  <a:lnTo>
                    <a:pt x="4125402" y="4682368"/>
                  </a:lnTo>
                  <a:lnTo>
                    <a:pt x="4006805" y="4759715"/>
                  </a:lnTo>
                  <a:lnTo>
                    <a:pt x="4040835" y="4811283"/>
                  </a:lnTo>
                  <a:lnTo>
                    <a:pt x="4150152" y="4740118"/>
                  </a:lnTo>
                  <a:lnTo>
                    <a:pt x="4164589" y="4760741"/>
                  </a:lnTo>
                  <a:lnTo>
                    <a:pt x="4177991" y="4782406"/>
                  </a:lnTo>
                  <a:lnTo>
                    <a:pt x="4067652" y="4853562"/>
                  </a:lnTo>
                  <a:lnTo>
                    <a:pt x="4108902" y="4916465"/>
                  </a:lnTo>
                  <a:lnTo>
                    <a:pt x="4232656" y="4837062"/>
                  </a:lnTo>
                  <a:lnTo>
                    <a:pt x="4247088" y="4858715"/>
                  </a:lnTo>
                  <a:lnTo>
                    <a:pt x="4261529" y="4880367"/>
                  </a:lnTo>
                  <a:lnTo>
                    <a:pt x="4090335" y="4990714"/>
                  </a:lnTo>
                  <a:lnTo>
                    <a:pt x="3932555" y="4746308"/>
                  </a:lnTo>
                  <a:close/>
                  <a:moveTo>
                    <a:pt x="1204009" y="4608716"/>
                  </a:moveTo>
                  <a:cubicBezTo>
                    <a:pt x="1231598" y="4607576"/>
                    <a:pt x="1258666" y="4616360"/>
                    <a:pt x="1280327" y="4633466"/>
                  </a:cubicBezTo>
                  <a:cubicBezTo>
                    <a:pt x="1302500" y="4648364"/>
                    <a:pt x="1318026" y="4671283"/>
                    <a:pt x="1323636" y="4697398"/>
                  </a:cubicBezTo>
                  <a:cubicBezTo>
                    <a:pt x="1328106" y="4723220"/>
                    <a:pt x="1322576" y="4749766"/>
                    <a:pt x="1308174" y="4771647"/>
                  </a:cubicBezTo>
                  <a:lnTo>
                    <a:pt x="1268992" y="4739686"/>
                  </a:lnTo>
                  <a:cubicBezTo>
                    <a:pt x="1276225" y="4729109"/>
                    <a:pt x="1278132" y="4715770"/>
                    <a:pt x="1274144" y="4703593"/>
                  </a:cubicBezTo>
                  <a:cubicBezTo>
                    <a:pt x="1270238" y="4689915"/>
                    <a:pt x="1261424" y="4678169"/>
                    <a:pt x="1249395" y="4670588"/>
                  </a:cubicBezTo>
                  <a:cubicBezTo>
                    <a:pt x="1240407" y="4662457"/>
                    <a:pt x="1228479" y="4658355"/>
                    <a:pt x="1216395" y="4659245"/>
                  </a:cubicBezTo>
                  <a:cubicBezTo>
                    <a:pt x="1205534" y="4659957"/>
                    <a:pt x="1195640" y="4665673"/>
                    <a:pt x="1189577" y="4674715"/>
                  </a:cubicBezTo>
                  <a:cubicBezTo>
                    <a:pt x="1184865" y="4681915"/>
                    <a:pt x="1184865" y="4691228"/>
                    <a:pt x="1189577" y="4698436"/>
                  </a:cubicBezTo>
                  <a:cubicBezTo>
                    <a:pt x="1198229" y="4714567"/>
                    <a:pt x="1208979" y="4729478"/>
                    <a:pt x="1221547" y="4742775"/>
                  </a:cubicBezTo>
                  <a:cubicBezTo>
                    <a:pt x="1242259" y="4763063"/>
                    <a:pt x="1257505" y="4788245"/>
                    <a:pt x="1265894" y="4815995"/>
                  </a:cubicBezTo>
                  <a:cubicBezTo>
                    <a:pt x="1267878" y="4837291"/>
                    <a:pt x="1261187" y="4858482"/>
                    <a:pt x="1247327" y="4874774"/>
                  </a:cubicBezTo>
                  <a:cubicBezTo>
                    <a:pt x="1233297" y="4895973"/>
                    <a:pt x="1209835" y="4909054"/>
                    <a:pt x="1184424" y="4909842"/>
                  </a:cubicBezTo>
                  <a:cubicBezTo>
                    <a:pt x="1155734" y="4910719"/>
                    <a:pt x="1127768" y="4900783"/>
                    <a:pt x="1106048" y="4881999"/>
                  </a:cubicBezTo>
                  <a:cubicBezTo>
                    <a:pt x="1081501" y="4866906"/>
                    <a:pt x="1063755" y="4842867"/>
                    <a:pt x="1056548" y="4814965"/>
                  </a:cubicBezTo>
                  <a:cubicBezTo>
                    <a:pt x="1051404" y="4788202"/>
                    <a:pt x="1057768" y="4760495"/>
                    <a:pt x="1074073" y="4738660"/>
                  </a:cubicBezTo>
                  <a:lnTo>
                    <a:pt x="1118420" y="4769592"/>
                  </a:lnTo>
                  <a:cubicBezTo>
                    <a:pt x="1110204" y="4780482"/>
                    <a:pt x="1106836" y="4794300"/>
                    <a:pt x="1109145" y="4807745"/>
                  </a:cubicBezTo>
                  <a:cubicBezTo>
                    <a:pt x="1113721" y="4821635"/>
                    <a:pt x="1122797" y="4833601"/>
                    <a:pt x="1134920" y="4841774"/>
                  </a:cubicBezTo>
                  <a:cubicBezTo>
                    <a:pt x="1146280" y="4850859"/>
                    <a:pt x="1159772" y="4856889"/>
                    <a:pt x="1174115" y="4859312"/>
                  </a:cubicBezTo>
                  <a:cubicBezTo>
                    <a:pt x="1184857" y="4859973"/>
                    <a:pt x="1195251" y="4855351"/>
                    <a:pt x="1201954" y="4846940"/>
                  </a:cubicBezTo>
                  <a:cubicBezTo>
                    <a:pt x="1206174" y="4838863"/>
                    <a:pt x="1206174" y="4829228"/>
                    <a:pt x="1201954" y="4821160"/>
                  </a:cubicBezTo>
                  <a:cubicBezTo>
                    <a:pt x="1195488" y="4806253"/>
                    <a:pt x="1186403" y="4792630"/>
                    <a:pt x="1175145" y="4780940"/>
                  </a:cubicBezTo>
                  <a:cubicBezTo>
                    <a:pt x="1153467" y="4758851"/>
                    <a:pt x="1136611" y="4732520"/>
                    <a:pt x="1125645" y="4703593"/>
                  </a:cubicBezTo>
                  <a:cubicBezTo>
                    <a:pt x="1122094" y="4683321"/>
                    <a:pt x="1127768" y="4662533"/>
                    <a:pt x="1141102" y="4646868"/>
                  </a:cubicBezTo>
                  <a:cubicBezTo>
                    <a:pt x="1155158" y="4625216"/>
                    <a:pt x="1178327" y="4611161"/>
                    <a:pt x="1204009" y="4608716"/>
                  </a:cubicBezTo>
                  <a:close/>
                  <a:moveTo>
                    <a:pt x="4318414" y="4479809"/>
                  </a:moveTo>
                  <a:cubicBezTo>
                    <a:pt x="4347236" y="4481131"/>
                    <a:pt x="4374486" y="4493280"/>
                    <a:pt x="4394732" y="4513839"/>
                  </a:cubicBezTo>
                  <a:lnTo>
                    <a:pt x="4352444" y="4549936"/>
                  </a:lnTo>
                  <a:cubicBezTo>
                    <a:pt x="4342224" y="4539890"/>
                    <a:pt x="4328614" y="4534000"/>
                    <a:pt x="4314287" y="4533436"/>
                  </a:cubicBezTo>
                  <a:cubicBezTo>
                    <a:pt x="4299465" y="4533597"/>
                    <a:pt x="4285198" y="4539085"/>
                    <a:pt x="4274067" y="4548894"/>
                  </a:cubicBezTo>
                  <a:cubicBezTo>
                    <a:pt x="4258508" y="4561186"/>
                    <a:pt x="4250648" y="4580826"/>
                    <a:pt x="4253440" y="4600466"/>
                  </a:cubicBezTo>
                  <a:cubicBezTo>
                    <a:pt x="4258521" y="4626296"/>
                    <a:pt x="4270656" y="4650216"/>
                    <a:pt x="4288508" y="4669563"/>
                  </a:cubicBezTo>
                  <a:cubicBezTo>
                    <a:pt x="4303906" y="4690317"/>
                    <a:pt x="4325063" y="4706093"/>
                    <a:pt x="4349347" y="4714936"/>
                  </a:cubicBezTo>
                  <a:cubicBezTo>
                    <a:pt x="4367991" y="4720609"/>
                    <a:pt x="4388236" y="4716334"/>
                    <a:pt x="4402974" y="4703593"/>
                  </a:cubicBezTo>
                  <a:cubicBezTo>
                    <a:pt x="4414851" y="4694139"/>
                    <a:pt x="4422613" y="4680474"/>
                    <a:pt x="4424626" y="4665436"/>
                  </a:cubicBezTo>
                  <a:cubicBezTo>
                    <a:pt x="4425384" y="4649707"/>
                    <a:pt x="4421041" y="4634156"/>
                    <a:pt x="4412262" y="4621089"/>
                  </a:cubicBezTo>
                  <a:lnTo>
                    <a:pt x="4454541" y="4581898"/>
                  </a:lnTo>
                  <a:cubicBezTo>
                    <a:pt x="4472859" y="4606474"/>
                    <a:pt x="4481316" y="4637004"/>
                    <a:pt x="4478261" y="4667495"/>
                  </a:cubicBezTo>
                  <a:cubicBezTo>
                    <a:pt x="4469859" y="4733029"/>
                    <a:pt x="4409923" y="4779334"/>
                    <a:pt x="4344389" y="4770936"/>
                  </a:cubicBezTo>
                  <a:cubicBezTo>
                    <a:pt x="4343639" y="4770838"/>
                    <a:pt x="4342880" y="4770728"/>
                    <a:pt x="4342135" y="4770622"/>
                  </a:cubicBezTo>
                  <a:cubicBezTo>
                    <a:pt x="4303364" y="4761253"/>
                    <a:pt x="4269076" y="4738639"/>
                    <a:pt x="4245203" y="4706686"/>
                  </a:cubicBezTo>
                  <a:cubicBezTo>
                    <a:pt x="4217258" y="4677215"/>
                    <a:pt x="4200474" y="4638923"/>
                    <a:pt x="4197758" y="4598398"/>
                  </a:cubicBezTo>
                  <a:cubicBezTo>
                    <a:pt x="4196449" y="4563631"/>
                    <a:pt x="4211771" y="4530318"/>
                    <a:pt x="4239008" y="4508686"/>
                  </a:cubicBezTo>
                  <a:cubicBezTo>
                    <a:pt x="4260771" y="4489186"/>
                    <a:pt x="4289215" y="4478848"/>
                    <a:pt x="4318414" y="4479809"/>
                  </a:cubicBezTo>
                  <a:close/>
                  <a:moveTo>
                    <a:pt x="976955" y="4384335"/>
                  </a:moveTo>
                  <a:lnTo>
                    <a:pt x="998607" y="4403932"/>
                  </a:lnTo>
                  <a:lnTo>
                    <a:pt x="1019243" y="4424560"/>
                  </a:lnTo>
                  <a:lnTo>
                    <a:pt x="958400" y="4647309"/>
                  </a:lnTo>
                  <a:lnTo>
                    <a:pt x="1097611" y="4497780"/>
                  </a:lnTo>
                  <a:lnTo>
                    <a:pt x="1117204" y="4515309"/>
                  </a:lnTo>
                  <a:lnTo>
                    <a:pt x="1135772" y="4532839"/>
                  </a:lnTo>
                  <a:lnTo>
                    <a:pt x="937773" y="4746313"/>
                  </a:lnTo>
                  <a:lnTo>
                    <a:pt x="917146" y="4726715"/>
                  </a:lnTo>
                  <a:lnTo>
                    <a:pt x="897552" y="4708148"/>
                  </a:lnTo>
                  <a:lnTo>
                    <a:pt x="959425" y="4479212"/>
                  </a:lnTo>
                  <a:lnTo>
                    <a:pt x="816078" y="4632868"/>
                  </a:lnTo>
                  <a:lnTo>
                    <a:pt x="797523" y="4615339"/>
                  </a:lnTo>
                  <a:lnTo>
                    <a:pt x="777926" y="4596771"/>
                  </a:lnTo>
                  <a:close/>
                  <a:moveTo>
                    <a:pt x="883108" y="4280170"/>
                  </a:moveTo>
                  <a:lnTo>
                    <a:pt x="901675" y="4301823"/>
                  </a:lnTo>
                  <a:lnTo>
                    <a:pt x="920235" y="4322450"/>
                  </a:lnTo>
                  <a:lnTo>
                    <a:pt x="703676" y="4516326"/>
                  </a:lnTo>
                  <a:lnTo>
                    <a:pt x="685104" y="4495703"/>
                  </a:lnTo>
                  <a:lnTo>
                    <a:pt x="666549" y="4475076"/>
                  </a:lnTo>
                  <a:close/>
                  <a:moveTo>
                    <a:pt x="4535842" y="4224488"/>
                  </a:moveTo>
                  <a:lnTo>
                    <a:pt x="4751379" y="4419394"/>
                  </a:lnTo>
                  <a:lnTo>
                    <a:pt x="4732811" y="4440030"/>
                  </a:lnTo>
                  <a:lnTo>
                    <a:pt x="4714244" y="4460644"/>
                  </a:lnTo>
                  <a:lnTo>
                    <a:pt x="4616282" y="4372992"/>
                  </a:lnTo>
                  <a:lnTo>
                    <a:pt x="4546160" y="4450339"/>
                  </a:lnTo>
                  <a:lnTo>
                    <a:pt x="4644121" y="4539021"/>
                  </a:lnTo>
                  <a:lnTo>
                    <a:pt x="4625562" y="4559648"/>
                  </a:lnTo>
                  <a:lnTo>
                    <a:pt x="4606994" y="4580271"/>
                  </a:lnTo>
                  <a:lnTo>
                    <a:pt x="4390435" y="4385365"/>
                  </a:lnTo>
                  <a:lnTo>
                    <a:pt x="4409003" y="4364742"/>
                  </a:lnTo>
                  <a:lnTo>
                    <a:pt x="4428588" y="4344115"/>
                  </a:lnTo>
                  <a:lnTo>
                    <a:pt x="4509033" y="4417339"/>
                  </a:lnTo>
                  <a:lnTo>
                    <a:pt x="4579159" y="4338962"/>
                  </a:lnTo>
                  <a:lnTo>
                    <a:pt x="4497685" y="4265738"/>
                  </a:lnTo>
                  <a:lnTo>
                    <a:pt x="4517282" y="4245115"/>
                  </a:lnTo>
                  <a:close/>
                  <a:moveTo>
                    <a:pt x="4714244" y="3980082"/>
                  </a:moveTo>
                  <a:lnTo>
                    <a:pt x="4952468" y="4147141"/>
                  </a:lnTo>
                  <a:lnTo>
                    <a:pt x="4936997" y="4169836"/>
                  </a:lnTo>
                  <a:lnTo>
                    <a:pt x="4920497" y="4193556"/>
                  </a:lnTo>
                  <a:lnTo>
                    <a:pt x="4685371" y="4162611"/>
                  </a:lnTo>
                  <a:lnTo>
                    <a:pt x="4857595" y="4283280"/>
                  </a:lnTo>
                  <a:lnTo>
                    <a:pt x="4843150" y="4304933"/>
                  </a:lnTo>
                  <a:lnTo>
                    <a:pt x="4827688" y="4326585"/>
                  </a:lnTo>
                  <a:lnTo>
                    <a:pt x="4589464" y="4159526"/>
                  </a:lnTo>
                  <a:lnTo>
                    <a:pt x="4605964" y="4135806"/>
                  </a:lnTo>
                  <a:lnTo>
                    <a:pt x="4622464" y="4111056"/>
                  </a:lnTo>
                  <a:lnTo>
                    <a:pt x="4852438" y="4140959"/>
                  </a:lnTo>
                  <a:lnTo>
                    <a:pt x="4684341" y="4023400"/>
                  </a:lnTo>
                  <a:lnTo>
                    <a:pt x="4699812" y="4001735"/>
                  </a:lnTo>
                  <a:close/>
                  <a:moveTo>
                    <a:pt x="597638" y="3950764"/>
                  </a:moveTo>
                  <a:cubicBezTo>
                    <a:pt x="634299" y="3955171"/>
                    <a:pt x="666769" y="3976565"/>
                    <a:pt x="685290" y="4008514"/>
                  </a:cubicBezTo>
                  <a:cubicBezTo>
                    <a:pt x="701824" y="4032298"/>
                    <a:pt x="709489" y="4061133"/>
                    <a:pt x="706947" y="4089984"/>
                  </a:cubicBezTo>
                  <a:cubicBezTo>
                    <a:pt x="703642" y="4117853"/>
                    <a:pt x="689112" y="4143179"/>
                    <a:pt x="666723" y="4160111"/>
                  </a:cubicBezTo>
                  <a:lnTo>
                    <a:pt x="636820" y="4113709"/>
                  </a:lnTo>
                  <a:cubicBezTo>
                    <a:pt x="646858" y="4104743"/>
                    <a:pt x="652824" y="4092086"/>
                    <a:pt x="653320" y="4078637"/>
                  </a:cubicBezTo>
                  <a:cubicBezTo>
                    <a:pt x="655312" y="4064684"/>
                    <a:pt x="652401" y="4050467"/>
                    <a:pt x="645083" y="4038417"/>
                  </a:cubicBezTo>
                  <a:cubicBezTo>
                    <a:pt x="633333" y="4019158"/>
                    <a:pt x="612935" y="4006836"/>
                    <a:pt x="590418" y="4005417"/>
                  </a:cubicBezTo>
                  <a:cubicBezTo>
                    <a:pt x="563672" y="4005633"/>
                    <a:pt x="537689" y="4014294"/>
                    <a:pt x="516164" y="4030167"/>
                  </a:cubicBezTo>
                  <a:cubicBezTo>
                    <a:pt x="492672" y="4042984"/>
                    <a:pt x="474155" y="4063332"/>
                    <a:pt x="463579" y="4087917"/>
                  </a:cubicBezTo>
                  <a:cubicBezTo>
                    <a:pt x="456444" y="4108823"/>
                    <a:pt x="459910" y="4131895"/>
                    <a:pt x="472859" y="4149793"/>
                  </a:cubicBezTo>
                  <a:cubicBezTo>
                    <a:pt x="483524" y="4167429"/>
                    <a:pt x="502782" y="4178039"/>
                    <a:pt x="523388" y="4177641"/>
                  </a:cubicBezTo>
                  <a:lnTo>
                    <a:pt x="561537" y="4170421"/>
                  </a:lnTo>
                  <a:lnTo>
                    <a:pt x="561541" y="4170429"/>
                  </a:lnTo>
                  <a:lnTo>
                    <a:pt x="561541" y="4170416"/>
                  </a:lnTo>
                  <a:lnTo>
                    <a:pt x="561537" y="4170421"/>
                  </a:lnTo>
                  <a:lnTo>
                    <a:pt x="527511" y="4117832"/>
                  </a:lnTo>
                  <a:lnTo>
                    <a:pt x="569791" y="4089984"/>
                  </a:lnTo>
                  <a:lnTo>
                    <a:pt x="630638" y="4183831"/>
                  </a:lnTo>
                  <a:lnTo>
                    <a:pt x="498638" y="4269420"/>
                  </a:lnTo>
                  <a:lnTo>
                    <a:pt x="478011" y="4238488"/>
                  </a:lnTo>
                  <a:lnTo>
                    <a:pt x="506888" y="4212709"/>
                  </a:lnTo>
                  <a:lnTo>
                    <a:pt x="501732" y="4212709"/>
                  </a:lnTo>
                  <a:cubicBezTo>
                    <a:pt x="470791" y="4213391"/>
                    <a:pt x="441787" y="4197713"/>
                    <a:pt x="425414" y="4171459"/>
                  </a:cubicBezTo>
                  <a:lnTo>
                    <a:pt x="425414" y="4174543"/>
                  </a:lnTo>
                  <a:cubicBezTo>
                    <a:pt x="403478" y="4144899"/>
                    <a:pt x="397321" y="4106433"/>
                    <a:pt x="408914" y="4071417"/>
                  </a:cubicBezTo>
                  <a:cubicBezTo>
                    <a:pt x="439867" y="3995252"/>
                    <a:pt x="515507" y="3946900"/>
                    <a:pt x="597638" y="3950764"/>
                  </a:cubicBezTo>
                  <a:close/>
                  <a:moveTo>
                    <a:pt x="4896947" y="3786790"/>
                  </a:moveTo>
                  <a:cubicBezTo>
                    <a:pt x="4875921" y="3788782"/>
                    <a:pt x="4857493" y="3801710"/>
                    <a:pt x="4848489" y="3820820"/>
                  </a:cubicBezTo>
                  <a:cubicBezTo>
                    <a:pt x="4837582" y="3839269"/>
                    <a:pt x="4837582" y="3862188"/>
                    <a:pt x="4848489" y="3880625"/>
                  </a:cubicBezTo>
                  <a:cubicBezTo>
                    <a:pt x="4861425" y="3904036"/>
                    <a:pt x="4881726" y="3922515"/>
                    <a:pt x="4906239" y="3933222"/>
                  </a:cubicBezTo>
                  <a:cubicBezTo>
                    <a:pt x="4928574" y="3946616"/>
                    <a:pt x="4954514" y="3952735"/>
                    <a:pt x="4980489" y="3950764"/>
                  </a:cubicBezTo>
                  <a:cubicBezTo>
                    <a:pt x="5001234" y="3948036"/>
                    <a:pt x="5019344" y="3935324"/>
                    <a:pt x="5028950" y="3916722"/>
                  </a:cubicBezTo>
                  <a:cubicBezTo>
                    <a:pt x="5039226" y="3898112"/>
                    <a:pt x="5039226" y="3875527"/>
                    <a:pt x="5028950" y="3856917"/>
                  </a:cubicBezTo>
                  <a:cubicBezTo>
                    <a:pt x="5016544" y="3834091"/>
                    <a:pt x="4996980" y="3815981"/>
                    <a:pt x="4973268" y="3805345"/>
                  </a:cubicBezTo>
                  <a:cubicBezTo>
                    <a:pt x="4950455" y="3791176"/>
                    <a:pt x="4923722" y="3784680"/>
                    <a:pt x="4896947" y="3786790"/>
                  </a:cubicBezTo>
                  <a:close/>
                  <a:moveTo>
                    <a:pt x="4883544" y="3732138"/>
                  </a:moveTo>
                  <a:cubicBezTo>
                    <a:pt x="4923853" y="3725553"/>
                    <a:pt x="4965179" y="3733596"/>
                    <a:pt x="5000073" y="3754820"/>
                  </a:cubicBezTo>
                  <a:cubicBezTo>
                    <a:pt x="5036268" y="3771634"/>
                    <a:pt x="5065188" y="3800917"/>
                    <a:pt x="5081548" y="3837320"/>
                  </a:cubicBezTo>
                  <a:cubicBezTo>
                    <a:pt x="5095048" y="3871099"/>
                    <a:pt x="5091997" y="3909243"/>
                    <a:pt x="5073298" y="3940447"/>
                  </a:cubicBezTo>
                  <a:cubicBezTo>
                    <a:pt x="5057586" y="3972870"/>
                    <a:pt x="5027997" y="3996396"/>
                    <a:pt x="4992866" y="4004387"/>
                  </a:cubicBezTo>
                  <a:lnTo>
                    <a:pt x="4992853" y="4002319"/>
                  </a:lnTo>
                  <a:cubicBezTo>
                    <a:pt x="4912332" y="4011243"/>
                    <a:pt x="4834434" y="3970455"/>
                    <a:pt x="4795892" y="3899193"/>
                  </a:cubicBezTo>
                  <a:cubicBezTo>
                    <a:pt x="4781608" y="3865760"/>
                    <a:pt x="4783892" y="3827553"/>
                    <a:pt x="4802074" y="3796070"/>
                  </a:cubicBezTo>
                  <a:cubicBezTo>
                    <a:pt x="4817879" y="3763295"/>
                    <a:pt x="4847955" y="3739693"/>
                    <a:pt x="4883544" y="3732138"/>
                  </a:cubicBezTo>
                  <a:close/>
                  <a:moveTo>
                    <a:pt x="484020" y="3640799"/>
                  </a:moveTo>
                  <a:lnTo>
                    <a:pt x="496393" y="3667609"/>
                  </a:lnTo>
                  <a:lnTo>
                    <a:pt x="508770" y="3693397"/>
                  </a:lnTo>
                  <a:lnTo>
                    <a:pt x="368516" y="3877985"/>
                  </a:lnTo>
                  <a:lnTo>
                    <a:pt x="554147" y="3791358"/>
                  </a:lnTo>
                  <a:lnTo>
                    <a:pt x="564464" y="3815083"/>
                  </a:lnTo>
                  <a:lnTo>
                    <a:pt x="575799" y="3838803"/>
                  </a:lnTo>
                  <a:lnTo>
                    <a:pt x="311796" y="3961527"/>
                  </a:lnTo>
                  <a:lnTo>
                    <a:pt x="300448" y="3936777"/>
                  </a:lnTo>
                  <a:lnTo>
                    <a:pt x="289114" y="3910985"/>
                  </a:lnTo>
                  <a:lnTo>
                    <a:pt x="432461" y="3722274"/>
                  </a:lnTo>
                  <a:lnTo>
                    <a:pt x="241669" y="3810956"/>
                  </a:lnTo>
                  <a:lnTo>
                    <a:pt x="231364" y="3787235"/>
                  </a:lnTo>
                  <a:lnTo>
                    <a:pt x="220016" y="3763511"/>
                  </a:lnTo>
                  <a:close/>
                  <a:moveTo>
                    <a:pt x="5190696" y="3522202"/>
                  </a:moveTo>
                  <a:lnTo>
                    <a:pt x="5214407" y="3530452"/>
                  </a:lnTo>
                  <a:lnTo>
                    <a:pt x="5238128" y="3540770"/>
                  </a:lnTo>
                  <a:lnTo>
                    <a:pt x="5171098" y="3717108"/>
                  </a:lnTo>
                  <a:lnTo>
                    <a:pt x="4898845" y="3612952"/>
                  </a:lnTo>
                  <a:lnTo>
                    <a:pt x="4909150" y="3586134"/>
                  </a:lnTo>
                  <a:lnTo>
                    <a:pt x="4919468" y="3560359"/>
                  </a:lnTo>
                  <a:lnTo>
                    <a:pt x="5142225" y="3645956"/>
                  </a:lnTo>
                  <a:close/>
                  <a:moveTo>
                    <a:pt x="432461" y="3510855"/>
                  </a:moveTo>
                  <a:lnTo>
                    <a:pt x="442766" y="3537673"/>
                  </a:lnTo>
                  <a:lnTo>
                    <a:pt x="453083" y="3563452"/>
                  </a:lnTo>
                  <a:lnTo>
                    <a:pt x="180834" y="3667609"/>
                  </a:lnTo>
                  <a:lnTo>
                    <a:pt x="170517" y="3641829"/>
                  </a:lnTo>
                  <a:lnTo>
                    <a:pt x="161237" y="3616037"/>
                  </a:lnTo>
                  <a:close/>
                  <a:moveTo>
                    <a:pt x="175851" y="3314478"/>
                  </a:moveTo>
                  <a:lnTo>
                    <a:pt x="189254" y="3366046"/>
                  </a:lnTo>
                  <a:lnTo>
                    <a:pt x="172754" y="3371198"/>
                  </a:lnTo>
                  <a:cubicBezTo>
                    <a:pt x="159428" y="3373266"/>
                    <a:pt x="146945" y="3378982"/>
                    <a:pt x="136656" y="3387698"/>
                  </a:cubicBezTo>
                  <a:cubicBezTo>
                    <a:pt x="129428" y="3395016"/>
                    <a:pt x="127012" y="3405842"/>
                    <a:pt x="130474" y="3415546"/>
                  </a:cubicBezTo>
                  <a:cubicBezTo>
                    <a:pt x="132250" y="3424402"/>
                    <a:pt x="137936" y="3431978"/>
                    <a:pt x="145936" y="3436169"/>
                  </a:cubicBezTo>
                  <a:cubicBezTo>
                    <a:pt x="155932" y="3439796"/>
                    <a:pt x="166885" y="3439796"/>
                    <a:pt x="176881" y="3436169"/>
                  </a:cubicBezTo>
                  <a:lnTo>
                    <a:pt x="383130" y="3378410"/>
                  </a:lnTo>
                  <a:lnTo>
                    <a:pt x="390342" y="3405228"/>
                  </a:lnTo>
                  <a:lnTo>
                    <a:pt x="397562" y="3432046"/>
                  </a:lnTo>
                  <a:lnTo>
                    <a:pt x="191313" y="3485668"/>
                  </a:lnTo>
                  <a:cubicBezTo>
                    <a:pt x="168911" y="3495177"/>
                    <a:pt x="143597" y="3495177"/>
                    <a:pt x="121186" y="3485668"/>
                  </a:cubicBezTo>
                  <a:cubicBezTo>
                    <a:pt x="101059" y="3472969"/>
                    <a:pt x="87203" y="3452376"/>
                    <a:pt x="83034" y="3428948"/>
                  </a:cubicBezTo>
                  <a:cubicBezTo>
                    <a:pt x="74220" y="3405864"/>
                    <a:pt x="76491" y="3380012"/>
                    <a:pt x="89224" y="3358821"/>
                  </a:cubicBezTo>
                  <a:cubicBezTo>
                    <a:pt x="106907" y="3337495"/>
                    <a:pt x="131906" y="3323516"/>
                    <a:pt x="159351" y="3319631"/>
                  </a:cubicBezTo>
                  <a:close/>
                  <a:moveTo>
                    <a:pt x="5138274" y="3210244"/>
                  </a:moveTo>
                  <a:cubicBezTo>
                    <a:pt x="5125043" y="3210244"/>
                    <a:pt x="5111813" y="3212330"/>
                    <a:pt x="5099086" y="3216504"/>
                  </a:cubicBezTo>
                  <a:cubicBezTo>
                    <a:pt x="5079077" y="3223868"/>
                    <a:pt x="5064268" y="3241017"/>
                    <a:pt x="5059891" y="3261881"/>
                  </a:cubicBezTo>
                  <a:cubicBezTo>
                    <a:pt x="5054264" y="3282483"/>
                    <a:pt x="5059298" y="3304538"/>
                    <a:pt x="5073306" y="3320669"/>
                  </a:cubicBezTo>
                  <a:cubicBezTo>
                    <a:pt x="5092234" y="3339495"/>
                    <a:pt x="5116247" y="3352402"/>
                    <a:pt x="5142395" y="3357783"/>
                  </a:cubicBezTo>
                  <a:cubicBezTo>
                    <a:pt x="5167221" y="3365686"/>
                    <a:pt x="5193886" y="3365686"/>
                    <a:pt x="5218712" y="3357783"/>
                  </a:cubicBezTo>
                  <a:cubicBezTo>
                    <a:pt x="5238386" y="3349957"/>
                    <a:pt x="5253013" y="3333021"/>
                    <a:pt x="5257895" y="3312406"/>
                  </a:cubicBezTo>
                  <a:cubicBezTo>
                    <a:pt x="5263526" y="3291805"/>
                    <a:pt x="5258500" y="3269762"/>
                    <a:pt x="5244492" y="3253631"/>
                  </a:cubicBezTo>
                  <a:lnTo>
                    <a:pt x="5244492" y="3252601"/>
                  </a:lnTo>
                  <a:cubicBezTo>
                    <a:pt x="5226539" y="3233775"/>
                    <a:pt x="5203068" y="3221127"/>
                    <a:pt x="5177463" y="3216504"/>
                  </a:cubicBezTo>
                  <a:cubicBezTo>
                    <a:pt x="5164736" y="3212330"/>
                    <a:pt x="5151505" y="3210244"/>
                    <a:pt x="5138274" y="3210244"/>
                  </a:cubicBezTo>
                  <a:close/>
                  <a:moveTo>
                    <a:pt x="5126906" y="3154598"/>
                  </a:moveTo>
                  <a:cubicBezTo>
                    <a:pt x="5146974" y="3153550"/>
                    <a:pt x="5167221" y="3155951"/>
                    <a:pt x="5186742" y="3161852"/>
                  </a:cubicBezTo>
                  <a:cubicBezTo>
                    <a:pt x="5227289" y="3169148"/>
                    <a:pt x="5263869" y="3190737"/>
                    <a:pt x="5289865" y="3222699"/>
                  </a:cubicBezTo>
                  <a:cubicBezTo>
                    <a:pt x="5328322" y="3283283"/>
                    <a:pt x="5310382" y="3363576"/>
                    <a:pt x="5249797" y="3402033"/>
                  </a:cubicBezTo>
                  <a:cubicBezTo>
                    <a:pt x="5248051" y="3403135"/>
                    <a:pt x="5246289" y="3404207"/>
                    <a:pt x="5244492" y="3405228"/>
                  </a:cubicBezTo>
                  <a:lnTo>
                    <a:pt x="5240365" y="3407296"/>
                  </a:lnTo>
                  <a:cubicBezTo>
                    <a:pt x="5163484" y="3435283"/>
                    <a:pt x="5077302" y="3413639"/>
                    <a:pt x="5022768" y="3352631"/>
                  </a:cubicBezTo>
                  <a:cubicBezTo>
                    <a:pt x="5000455" y="3323203"/>
                    <a:pt x="4993544" y="3284877"/>
                    <a:pt x="5004209" y="3249504"/>
                  </a:cubicBezTo>
                  <a:cubicBezTo>
                    <a:pt x="5012188" y="3214123"/>
                    <a:pt x="5035675" y="3184199"/>
                    <a:pt x="5068141" y="3168042"/>
                  </a:cubicBezTo>
                  <a:cubicBezTo>
                    <a:pt x="5086948" y="3160144"/>
                    <a:pt x="5106838" y="3155646"/>
                    <a:pt x="5126906" y="3154598"/>
                  </a:cubicBezTo>
                  <a:close/>
                  <a:moveTo>
                    <a:pt x="332419" y="3145784"/>
                  </a:moveTo>
                  <a:lnTo>
                    <a:pt x="337575" y="3173631"/>
                  </a:lnTo>
                  <a:lnTo>
                    <a:pt x="342736" y="3201479"/>
                  </a:lnTo>
                  <a:lnTo>
                    <a:pt x="57080" y="3256135"/>
                  </a:lnTo>
                  <a:lnTo>
                    <a:pt x="51915" y="3229313"/>
                  </a:lnTo>
                  <a:lnTo>
                    <a:pt x="46763" y="3201479"/>
                  </a:lnTo>
                  <a:close/>
                  <a:moveTo>
                    <a:pt x="298393" y="2871475"/>
                  </a:moveTo>
                  <a:lnTo>
                    <a:pt x="322114" y="3066382"/>
                  </a:lnTo>
                  <a:lnTo>
                    <a:pt x="296334" y="3069479"/>
                  </a:lnTo>
                  <a:lnTo>
                    <a:pt x="270554" y="3072576"/>
                  </a:lnTo>
                  <a:lnTo>
                    <a:pt x="253016" y="2933352"/>
                  </a:lnTo>
                  <a:lnTo>
                    <a:pt x="192169" y="2940573"/>
                  </a:lnTo>
                  <a:lnTo>
                    <a:pt x="207639" y="3070509"/>
                  </a:lnTo>
                  <a:lnTo>
                    <a:pt x="183932" y="3073606"/>
                  </a:lnTo>
                  <a:lnTo>
                    <a:pt x="158139" y="3076699"/>
                  </a:lnTo>
                  <a:lnTo>
                    <a:pt x="142669" y="2946755"/>
                  </a:lnTo>
                  <a:lnTo>
                    <a:pt x="67390" y="2956047"/>
                  </a:lnTo>
                  <a:lnTo>
                    <a:pt x="84919" y="3102479"/>
                  </a:lnTo>
                  <a:lnTo>
                    <a:pt x="60178" y="3105576"/>
                  </a:lnTo>
                  <a:lnTo>
                    <a:pt x="34390" y="3108674"/>
                  </a:lnTo>
                  <a:lnTo>
                    <a:pt x="8610" y="2906535"/>
                  </a:lnTo>
                  <a:close/>
                  <a:moveTo>
                    <a:pt x="5165090" y="2814306"/>
                  </a:moveTo>
                  <a:lnTo>
                    <a:pt x="5159933" y="2870001"/>
                  </a:lnTo>
                  <a:cubicBezTo>
                    <a:pt x="5146649" y="2871128"/>
                    <a:pt x="5134200" y="2876984"/>
                    <a:pt x="5124865" y="2886501"/>
                  </a:cubicBezTo>
                  <a:cubicBezTo>
                    <a:pt x="5114755" y="2896785"/>
                    <a:pt x="5108552" y="2910285"/>
                    <a:pt x="5107340" y="2924653"/>
                  </a:cubicBezTo>
                  <a:cubicBezTo>
                    <a:pt x="5104459" y="2946827"/>
                    <a:pt x="5112988" y="2968945"/>
                    <a:pt x="5130022" y="2983433"/>
                  </a:cubicBezTo>
                  <a:cubicBezTo>
                    <a:pt x="5150581" y="3000594"/>
                    <a:pt x="5176467" y="3010068"/>
                    <a:pt x="5203242" y="3010250"/>
                  </a:cubicBezTo>
                  <a:cubicBezTo>
                    <a:pt x="5229683" y="3014538"/>
                    <a:pt x="5256801" y="3010195"/>
                    <a:pt x="5280589" y="2997878"/>
                  </a:cubicBezTo>
                  <a:cubicBezTo>
                    <a:pt x="5298852" y="2985000"/>
                    <a:pt x="5310255" y="2964496"/>
                    <a:pt x="5311521" y="2942183"/>
                  </a:cubicBezTo>
                  <a:lnTo>
                    <a:pt x="5311534" y="2942183"/>
                  </a:lnTo>
                  <a:cubicBezTo>
                    <a:pt x="5313394" y="2921937"/>
                    <a:pt x="5304852" y="2902124"/>
                    <a:pt x="5288839" y="2889598"/>
                  </a:cubicBezTo>
                  <a:cubicBezTo>
                    <a:pt x="5278695" y="2881683"/>
                    <a:pt x="5267140" y="2875725"/>
                    <a:pt x="5254810" y="2872056"/>
                  </a:cubicBezTo>
                  <a:lnTo>
                    <a:pt x="5254810" y="2933933"/>
                  </a:lnTo>
                  <a:lnTo>
                    <a:pt x="5204272" y="2933933"/>
                  </a:lnTo>
                  <a:lnTo>
                    <a:pt x="5214590" y="2822556"/>
                  </a:lnTo>
                  <a:lnTo>
                    <a:pt x="5370309" y="2835971"/>
                  </a:lnTo>
                  <a:lnTo>
                    <a:pt x="5370309" y="2873098"/>
                  </a:lnTo>
                  <a:lnTo>
                    <a:pt x="5337310" y="2873098"/>
                  </a:lnTo>
                  <a:cubicBezTo>
                    <a:pt x="5362157" y="2891471"/>
                    <a:pt x="5375161" y="2921827"/>
                    <a:pt x="5371339" y="2952501"/>
                  </a:cubicBezTo>
                  <a:lnTo>
                    <a:pt x="5362059" y="2957653"/>
                  </a:lnTo>
                  <a:cubicBezTo>
                    <a:pt x="5360623" y="2993416"/>
                    <a:pt x="5342237" y="3026339"/>
                    <a:pt x="5312560" y="3046335"/>
                  </a:cubicBezTo>
                  <a:cubicBezTo>
                    <a:pt x="5278996" y="3068064"/>
                    <a:pt x="5238678" y="3076856"/>
                    <a:pt x="5199115" y="3071085"/>
                  </a:cubicBezTo>
                  <a:cubicBezTo>
                    <a:pt x="5158463" y="3069356"/>
                    <a:pt x="5119734" y="3053276"/>
                    <a:pt x="5089810" y="3025712"/>
                  </a:cubicBezTo>
                  <a:cubicBezTo>
                    <a:pt x="5062840" y="2998653"/>
                    <a:pt x="5050552" y="2960276"/>
                    <a:pt x="5056806" y="2922585"/>
                  </a:cubicBezTo>
                  <a:cubicBezTo>
                    <a:pt x="5058268" y="2893700"/>
                    <a:pt x="5069963" y="2866285"/>
                    <a:pt x="5089810" y="2845251"/>
                  </a:cubicBezTo>
                  <a:cubicBezTo>
                    <a:pt x="5109603" y="2825048"/>
                    <a:pt x="5136819" y="2813861"/>
                    <a:pt x="5165090" y="2814306"/>
                  </a:cubicBezTo>
                  <a:close/>
                  <a:moveTo>
                    <a:pt x="176868" y="2618374"/>
                  </a:moveTo>
                  <a:lnTo>
                    <a:pt x="176868" y="2682319"/>
                  </a:lnTo>
                  <a:cubicBezTo>
                    <a:pt x="175377" y="2693167"/>
                    <a:pt x="177940" y="2704188"/>
                    <a:pt x="184089" y="2713251"/>
                  </a:cubicBezTo>
                  <a:cubicBezTo>
                    <a:pt x="190466" y="2720819"/>
                    <a:pt x="199983" y="2725010"/>
                    <a:pt x="209868" y="2724599"/>
                  </a:cubicBezTo>
                  <a:cubicBezTo>
                    <a:pt x="218703" y="2725281"/>
                    <a:pt x="227266" y="2721391"/>
                    <a:pt x="232550" y="2714281"/>
                  </a:cubicBezTo>
                  <a:cubicBezTo>
                    <a:pt x="238097" y="2704167"/>
                    <a:pt x="240944" y="2692811"/>
                    <a:pt x="240800" y="2681281"/>
                  </a:cubicBezTo>
                  <a:lnTo>
                    <a:pt x="240813" y="2619413"/>
                  </a:lnTo>
                  <a:close/>
                  <a:moveTo>
                    <a:pt x="50021" y="2618374"/>
                  </a:moveTo>
                  <a:lnTo>
                    <a:pt x="50021" y="2686442"/>
                  </a:lnTo>
                  <a:cubicBezTo>
                    <a:pt x="49352" y="2698171"/>
                    <a:pt x="52619" y="2709785"/>
                    <a:pt x="59309" y="2719446"/>
                  </a:cubicBezTo>
                  <a:cubicBezTo>
                    <a:pt x="67886" y="2726883"/>
                    <a:pt x="78885" y="2730921"/>
                    <a:pt x="90241" y="2730781"/>
                  </a:cubicBezTo>
                  <a:cubicBezTo>
                    <a:pt x="100758" y="2731374"/>
                    <a:pt x="110979" y="2727217"/>
                    <a:pt x="118089" y="2719446"/>
                  </a:cubicBezTo>
                  <a:cubicBezTo>
                    <a:pt x="124932" y="2709861"/>
                    <a:pt x="128212" y="2698192"/>
                    <a:pt x="127368" y="2686442"/>
                  </a:cubicBezTo>
                  <a:lnTo>
                    <a:pt x="127368" y="2619413"/>
                  </a:lnTo>
                  <a:close/>
                  <a:moveTo>
                    <a:pt x="521" y="2563722"/>
                  </a:moveTo>
                  <a:lnTo>
                    <a:pt x="291342" y="2568875"/>
                  </a:lnTo>
                  <a:lnTo>
                    <a:pt x="291342" y="2595692"/>
                  </a:lnTo>
                  <a:lnTo>
                    <a:pt x="291342" y="2698819"/>
                  </a:lnTo>
                  <a:cubicBezTo>
                    <a:pt x="292465" y="2720667"/>
                    <a:pt x="285071" y="2742116"/>
                    <a:pt x="270715" y="2758628"/>
                  </a:cubicBezTo>
                  <a:cubicBezTo>
                    <a:pt x="256694" y="2773632"/>
                    <a:pt x="236491" y="2781255"/>
                    <a:pt x="216050" y="2779251"/>
                  </a:cubicBezTo>
                  <a:cubicBezTo>
                    <a:pt x="194898" y="2780421"/>
                    <a:pt x="174487" y="2771175"/>
                    <a:pt x="161398" y="2754501"/>
                  </a:cubicBezTo>
                  <a:cubicBezTo>
                    <a:pt x="159296" y="2751645"/>
                    <a:pt x="157563" y="2748527"/>
                    <a:pt x="156245" y="2745222"/>
                  </a:cubicBezTo>
                  <a:cubicBezTo>
                    <a:pt x="153419" y="2751090"/>
                    <a:pt x="149966" y="2756624"/>
                    <a:pt x="145928" y="2761721"/>
                  </a:cubicBezTo>
                  <a:cubicBezTo>
                    <a:pt x="132512" y="2778569"/>
                    <a:pt x="111733" y="2787806"/>
                    <a:pt x="90241" y="2786476"/>
                  </a:cubicBezTo>
                  <a:cubicBezTo>
                    <a:pt x="64780" y="2787611"/>
                    <a:pt x="40030" y="2777865"/>
                    <a:pt x="22174" y="2759654"/>
                  </a:cubicBezTo>
                  <a:cubicBezTo>
                    <a:pt x="5598" y="2738650"/>
                    <a:pt x="-2165" y="2712027"/>
                    <a:pt x="521" y="2685404"/>
                  </a:cubicBezTo>
                  <a:lnTo>
                    <a:pt x="521" y="2590540"/>
                  </a:lnTo>
                  <a:close/>
                  <a:moveTo>
                    <a:pt x="5076221" y="2512595"/>
                  </a:moveTo>
                  <a:lnTo>
                    <a:pt x="5259793" y="2594069"/>
                  </a:lnTo>
                  <a:lnTo>
                    <a:pt x="5370131" y="2589942"/>
                  </a:lnTo>
                  <a:lnTo>
                    <a:pt x="5371170" y="2618819"/>
                  </a:lnTo>
                  <a:lnTo>
                    <a:pt x="5372199" y="2646654"/>
                  </a:lnTo>
                  <a:lnTo>
                    <a:pt x="5262878" y="2649751"/>
                  </a:lnTo>
                  <a:lnTo>
                    <a:pt x="5084471" y="2749781"/>
                  </a:lnTo>
                  <a:lnTo>
                    <a:pt x="5083442" y="2716781"/>
                  </a:lnTo>
                  <a:lnTo>
                    <a:pt x="5082416" y="2683781"/>
                  </a:lnTo>
                  <a:lnTo>
                    <a:pt x="5206166" y="2622942"/>
                  </a:lnTo>
                  <a:lnTo>
                    <a:pt x="5207196" y="2622942"/>
                  </a:lnTo>
                  <a:lnTo>
                    <a:pt x="5078289" y="2575502"/>
                  </a:lnTo>
                  <a:lnTo>
                    <a:pt x="5077251" y="2543527"/>
                  </a:lnTo>
                  <a:close/>
                  <a:moveTo>
                    <a:pt x="605887" y="985886"/>
                  </a:moveTo>
                  <a:cubicBezTo>
                    <a:pt x="604415" y="988441"/>
                    <a:pt x="604415" y="991581"/>
                    <a:pt x="605887" y="994136"/>
                  </a:cubicBezTo>
                  <a:lnTo>
                    <a:pt x="605887" y="998261"/>
                  </a:lnTo>
                  <a:lnTo>
                    <a:pt x="601762" y="998261"/>
                  </a:lnTo>
                  <a:close/>
                  <a:moveTo>
                    <a:pt x="667763" y="958039"/>
                  </a:moveTo>
                  <a:cubicBezTo>
                    <a:pt x="671888" y="958039"/>
                    <a:pt x="685292" y="958039"/>
                    <a:pt x="690446" y="958039"/>
                  </a:cubicBezTo>
                  <a:lnTo>
                    <a:pt x="699735" y="967329"/>
                  </a:lnTo>
                  <a:cubicBezTo>
                    <a:pt x="704705" y="971638"/>
                    <a:pt x="709198" y="976478"/>
                    <a:pt x="713139" y="981761"/>
                  </a:cubicBezTo>
                  <a:cubicBezTo>
                    <a:pt x="713139" y="981761"/>
                    <a:pt x="713139" y="994136"/>
                    <a:pt x="721389" y="1003414"/>
                  </a:cubicBezTo>
                  <a:lnTo>
                    <a:pt x="735821" y="1020943"/>
                  </a:lnTo>
                  <a:lnTo>
                    <a:pt x="763668" y="1049818"/>
                  </a:lnTo>
                  <a:cubicBezTo>
                    <a:pt x="769276" y="1055621"/>
                    <a:pt x="774452" y="1061825"/>
                    <a:pt x="779140" y="1068386"/>
                  </a:cubicBezTo>
                  <a:lnTo>
                    <a:pt x="793572" y="1083858"/>
                  </a:lnTo>
                  <a:cubicBezTo>
                    <a:pt x="799765" y="1090040"/>
                    <a:pt x="804919" y="1083858"/>
                    <a:pt x="806987" y="1090040"/>
                  </a:cubicBezTo>
                  <a:lnTo>
                    <a:pt x="813169" y="1090040"/>
                  </a:lnTo>
                  <a:cubicBezTo>
                    <a:pt x="813169" y="1090040"/>
                    <a:pt x="822447" y="1090040"/>
                    <a:pt x="824515" y="1097261"/>
                  </a:cubicBezTo>
                  <a:cubicBezTo>
                    <a:pt x="826572" y="1104483"/>
                    <a:pt x="831737" y="1110665"/>
                    <a:pt x="838948" y="1120983"/>
                  </a:cubicBezTo>
                  <a:cubicBezTo>
                    <a:pt x="842672" y="1126039"/>
                    <a:pt x="844491" y="1132243"/>
                    <a:pt x="844112" y="1138512"/>
                  </a:cubicBezTo>
                  <a:cubicBezTo>
                    <a:pt x="843527" y="1149837"/>
                    <a:pt x="841091" y="1160989"/>
                    <a:pt x="836890" y="1171512"/>
                  </a:cubicBezTo>
                  <a:cubicBezTo>
                    <a:pt x="831737" y="1182859"/>
                    <a:pt x="836890" y="1198320"/>
                    <a:pt x="836890" y="1206570"/>
                  </a:cubicBezTo>
                  <a:cubicBezTo>
                    <a:pt x="834877" y="1215848"/>
                    <a:pt x="831758" y="1224856"/>
                    <a:pt x="827612" y="1233388"/>
                  </a:cubicBezTo>
                  <a:cubicBezTo>
                    <a:pt x="823389" y="1246099"/>
                    <a:pt x="820618" y="1259243"/>
                    <a:pt x="819362" y="1272570"/>
                  </a:cubicBezTo>
                  <a:cubicBezTo>
                    <a:pt x="819362" y="1279792"/>
                    <a:pt x="813169" y="1287014"/>
                    <a:pt x="811112" y="1294235"/>
                  </a:cubicBezTo>
                  <a:cubicBezTo>
                    <a:pt x="812238" y="1307271"/>
                    <a:pt x="812238" y="1320382"/>
                    <a:pt x="811112" y="1333418"/>
                  </a:cubicBezTo>
                  <a:cubicBezTo>
                    <a:pt x="811112" y="1340639"/>
                    <a:pt x="791515" y="1333418"/>
                    <a:pt x="782236" y="1333418"/>
                  </a:cubicBezTo>
                  <a:lnTo>
                    <a:pt x="765736" y="1333418"/>
                  </a:lnTo>
                  <a:cubicBezTo>
                    <a:pt x="765736" y="1333418"/>
                    <a:pt x="755418" y="1327235"/>
                    <a:pt x="751293" y="1325168"/>
                  </a:cubicBezTo>
                  <a:lnTo>
                    <a:pt x="736861" y="1317946"/>
                  </a:lnTo>
                  <a:cubicBezTo>
                    <a:pt x="733937" y="1313962"/>
                    <a:pt x="733937" y="1308537"/>
                    <a:pt x="736861" y="1304542"/>
                  </a:cubicBezTo>
                  <a:cubicBezTo>
                    <a:pt x="736861" y="1304542"/>
                    <a:pt x="743043" y="1298360"/>
                    <a:pt x="744071" y="1294235"/>
                  </a:cubicBezTo>
                  <a:cubicBezTo>
                    <a:pt x="746388" y="1287165"/>
                    <a:pt x="748121" y="1279922"/>
                    <a:pt x="749225" y="1272570"/>
                  </a:cubicBezTo>
                  <a:cubicBezTo>
                    <a:pt x="750589" y="1265219"/>
                    <a:pt x="753393" y="1258214"/>
                    <a:pt x="757475" y="1251945"/>
                  </a:cubicBezTo>
                  <a:cubicBezTo>
                    <a:pt x="761633" y="1238736"/>
                    <a:pt x="765076" y="1225311"/>
                    <a:pt x="767793" y="1211723"/>
                  </a:cubicBezTo>
                  <a:cubicBezTo>
                    <a:pt x="767793" y="1205541"/>
                    <a:pt x="772958" y="1194195"/>
                    <a:pt x="767793" y="1188012"/>
                  </a:cubicBezTo>
                  <a:cubicBezTo>
                    <a:pt x="758807" y="1179048"/>
                    <a:pt x="749149" y="1170776"/>
                    <a:pt x="738918" y="1163262"/>
                  </a:cubicBezTo>
                  <a:cubicBezTo>
                    <a:pt x="735540" y="1162342"/>
                    <a:pt x="731978" y="1162342"/>
                    <a:pt x="728610" y="1163262"/>
                  </a:cubicBezTo>
                  <a:cubicBezTo>
                    <a:pt x="726510" y="1168643"/>
                    <a:pt x="723349" y="1173559"/>
                    <a:pt x="719321" y="1177705"/>
                  </a:cubicBezTo>
                  <a:cubicBezTo>
                    <a:pt x="719321" y="1177694"/>
                    <a:pt x="719321" y="1189041"/>
                    <a:pt x="712110" y="1193166"/>
                  </a:cubicBezTo>
                  <a:cubicBezTo>
                    <a:pt x="704889" y="1197291"/>
                    <a:pt x="712110" y="1202456"/>
                    <a:pt x="704889" y="1203484"/>
                  </a:cubicBezTo>
                  <a:cubicBezTo>
                    <a:pt x="701890" y="1204588"/>
                    <a:pt x="698609" y="1204588"/>
                    <a:pt x="695610" y="1203484"/>
                  </a:cubicBezTo>
                  <a:cubicBezTo>
                    <a:pt x="687360" y="1203484"/>
                    <a:pt x="684263" y="1196263"/>
                    <a:pt x="678070" y="1192138"/>
                  </a:cubicBezTo>
                  <a:cubicBezTo>
                    <a:pt x="671888" y="1188012"/>
                    <a:pt x="670860" y="1192138"/>
                    <a:pt x="665695" y="1185945"/>
                  </a:cubicBezTo>
                  <a:cubicBezTo>
                    <a:pt x="660336" y="1178377"/>
                    <a:pt x="654100" y="1171458"/>
                    <a:pt x="647138" y="1165319"/>
                  </a:cubicBezTo>
                  <a:cubicBezTo>
                    <a:pt x="637859" y="1158109"/>
                    <a:pt x="647138" y="1147791"/>
                    <a:pt x="647138" y="1142637"/>
                  </a:cubicBezTo>
                  <a:cubicBezTo>
                    <a:pt x="647138" y="1137483"/>
                    <a:pt x="652292" y="1127165"/>
                    <a:pt x="657445" y="1120983"/>
                  </a:cubicBezTo>
                  <a:cubicBezTo>
                    <a:pt x="661473" y="1117389"/>
                    <a:pt x="664959" y="1113220"/>
                    <a:pt x="667763" y="1108608"/>
                  </a:cubicBezTo>
                  <a:cubicBezTo>
                    <a:pt x="671574" y="1101105"/>
                    <a:pt x="674346" y="1093126"/>
                    <a:pt x="676013" y="1084886"/>
                  </a:cubicBezTo>
                  <a:cubicBezTo>
                    <a:pt x="676013" y="1077665"/>
                    <a:pt x="676013" y="1070454"/>
                    <a:pt x="667763" y="1063233"/>
                  </a:cubicBezTo>
                  <a:cubicBezTo>
                    <a:pt x="659513" y="1056011"/>
                    <a:pt x="652292" y="1039511"/>
                    <a:pt x="639916" y="1027136"/>
                  </a:cubicBezTo>
                  <a:cubicBezTo>
                    <a:pt x="632511" y="1019806"/>
                    <a:pt x="622496" y="1015724"/>
                    <a:pt x="612080" y="1015789"/>
                  </a:cubicBezTo>
                  <a:cubicBezTo>
                    <a:pt x="609255" y="1015269"/>
                    <a:pt x="606916" y="1013310"/>
                    <a:pt x="605887" y="1010636"/>
                  </a:cubicBezTo>
                  <a:lnTo>
                    <a:pt x="605887" y="998261"/>
                  </a:lnTo>
                  <a:lnTo>
                    <a:pt x="607303" y="998261"/>
                  </a:lnTo>
                  <a:cubicBezTo>
                    <a:pt x="610267" y="998261"/>
                    <a:pt x="613618" y="998261"/>
                    <a:pt x="615166" y="998261"/>
                  </a:cubicBezTo>
                  <a:cubicBezTo>
                    <a:pt x="620569" y="994093"/>
                    <a:pt x="625733" y="989610"/>
                    <a:pt x="630638" y="984858"/>
                  </a:cubicBezTo>
                  <a:cubicBezTo>
                    <a:pt x="635358" y="980289"/>
                    <a:pt x="639830" y="975460"/>
                    <a:pt x="644041" y="970415"/>
                  </a:cubicBezTo>
                  <a:cubicBezTo>
                    <a:pt x="647051" y="966961"/>
                    <a:pt x="650992" y="964460"/>
                    <a:pt x="655388" y="963193"/>
                  </a:cubicBezTo>
                  <a:cubicBezTo>
                    <a:pt x="655388" y="963193"/>
                    <a:pt x="663638" y="958039"/>
                    <a:pt x="667763" y="958039"/>
                  </a:cubicBezTo>
                  <a:close/>
                  <a:moveTo>
                    <a:pt x="4670338" y="809159"/>
                  </a:moveTo>
                  <a:cubicBezTo>
                    <a:pt x="4673689" y="808515"/>
                    <a:pt x="4677814" y="809029"/>
                    <a:pt x="4680391" y="812634"/>
                  </a:cubicBezTo>
                  <a:cubicBezTo>
                    <a:pt x="4685545" y="819856"/>
                    <a:pt x="4686584" y="818827"/>
                    <a:pt x="4688641" y="820884"/>
                  </a:cubicBezTo>
                  <a:cubicBezTo>
                    <a:pt x="4690709" y="822952"/>
                    <a:pt x="4694834" y="820884"/>
                    <a:pt x="4695863" y="820884"/>
                  </a:cubicBezTo>
                  <a:cubicBezTo>
                    <a:pt x="4697768" y="823689"/>
                    <a:pt x="4697768" y="827370"/>
                    <a:pt x="4695863" y="830174"/>
                  </a:cubicBezTo>
                  <a:cubicBezTo>
                    <a:pt x="4695863" y="835327"/>
                    <a:pt x="4689670" y="836356"/>
                    <a:pt x="4687613" y="841510"/>
                  </a:cubicBezTo>
                  <a:cubicBezTo>
                    <a:pt x="4685545" y="846674"/>
                    <a:pt x="4676266" y="849760"/>
                    <a:pt x="4675238" y="853885"/>
                  </a:cubicBezTo>
                  <a:cubicBezTo>
                    <a:pt x="4674209" y="858021"/>
                    <a:pt x="4675238" y="861106"/>
                    <a:pt x="4668016" y="861106"/>
                  </a:cubicBezTo>
                  <a:cubicBezTo>
                    <a:pt x="4660794" y="861106"/>
                    <a:pt x="4660794" y="867299"/>
                    <a:pt x="4658737" y="868328"/>
                  </a:cubicBezTo>
                  <a:cubicBezTo>
                    <a:pt x="4655197" y="872020"/>
                    <a:pt x="4651408" y="875463"/>
                    <a:pt x="4647391" y="878635"/>
                  </a:cubicBezTo>
                  <a:lnTo>
                    <a:pt x="4627794" y="899260"/>
                  </a:lnTo>
                  <a:cubicBezTo>
                    <a:pt x="4627794" y="899260"/>
                    <a:pt x="4627794" y="909579"/>
                    <a:pt x="4616459" y="914732"/>
                  </a:cubicBezTo>
                  <a:lnTo>
                    <a:pt x="4606141" y="924011"/>
                  </a:lnTo>
                  <a:cubicBezTo>
                    <a:pt x="4599958" y="929164"/>
                    <a:pt x="4591708" y="924011"/>
                    <a:pt x="4589640" y="932261"/>
                  </a:cubicBezTo>
                  <a:cubicBezTo>
                    <a:pt x="4588092" y="935888"/>
                    <a:pt x="4588092" y="939981"/>
                    <a:pt x="4589640" y="943608"/>
                  </a:cubicBezTo>
                  <a:cubicBezTo>
                    <a:pt x="4589640" y="943608"/>
                    <a:pt x="4600987" y="949800"/>
                    <a:pt x="4604083" y="951858"/>
                  </a:cubicBezTo>
                  <a:cubicBezTo>
                    <a:pt x="4606985" y="955799"/>
                    <a:pt x="4610460" y="959274"/>
                    <a:pt x="4614391" y="962176"/>
                  </a:cubicBezTo>
                  <a:lnTo>
                    <a:pt x="4632959" y="975579"/>
                  </a:lnTo>
                  <a:lnTo>
                    <a:pt x="4644294" y="981762"/>
                  </a:lnTo>
                  <a:lnTo>
                    <a:pt x="4655641" y="981762"/>
                  </a:lnTo>
                  <a:cubicBezTo>
                    <a:pt x="4657601" y="982693"/>
                    <a:pt x="4659874" y="982693"/>
                    <a:pt x="4661834" y="981762"/>
                  </a:cubicBezTo>
                  <a:cubicBezTo>
                    <a:pt x="4661834" y="975579"/>
                    <a:pt x="4661834" y="973511"/>
                    <a:pt x="4653584" y="970426"/>
                  </a:cubicBezTo>
                  <a:cubicBezTo>
                    <a:pt x="4645334" y="967329"/>
                    <a:pt x="4641209" y="970426"/>
                    <a:pt x="4641209" y="965261"/>
                  </a:cubicBezTo>
                  <a:cubicBezTo>
                    <a:pt x="4641209" y="960108"/>
                    <a:pt x="4641209" y="957011"/>
                    <a:pt x="4647391" y="954954"/>
                  </a:cubicBezTo>
                  <a:cubicBezTo>
                    <a:pt x="4653584" y="952886"/>
                    <a:pt x="4654612" y="945675"/>
                    <a:pt x="4647391" y="942579"/>
                  </a:cubicBezTo>
                  <a:cubicBezTo>
                    <a:pt x="4640180" y="939482"/>
                    <a:pt x="4637084" y="942579"/>
                    <a:pt x="4633987" y="948761"/>
                  </a:cubicBezTo>
                  <a:cubicBezTo>
                    <a:pt x="4631724" y="951327"/>
                    <a:pt x="4627816" y="951576"/>
                    <a:pt x="4625250" y="949313"/>
                  </a:cubicBezTo>
                  <a:cubicBezTo>
                    <a:pt x="4625055" y="949140"/>
                    <a:pt x="4624871" y="948956"/>
                    <a:pt x="4624709" y="948761"/>
                  </a:cubicBezTo>
                  <a:cubicBezTo>
                    <a:pt x="4624709" y="948761"/>
                    <a:pt x="4616459" y="948761"/>
                    <a:pt x="4615419" y="948761"/>
                  </a:cubicBezTo>
                  <a:cubicBezTo>
                    <a:pt x="4613503" y="942503"/>
                    <a:pt x="4616036" y="935726"/>
                    <a:pt x="4621612" y="932261"/>
                  </a:cubicBezTo>
                  <a:cubicBezTo>
                    <a:pt x="4629375" y="924509"/>
                    <a:pt x="4637647" y="917266"/>
                    <a:pt x="4646362" y="910607"/>
                  </a:cubicBezTo>
                  <a:cubicBezTo>
                    <a:pt x="4651516" y="910607"/>
                    <a:pt x="4655641" y="896175"/>
                    <a:pt x="4659766" y="893078"/>
                  </a:cubicBezTo>
                  <a:cubicBezTo>
                    <a:pt x="4667854" y="886062"/>
                    <a:pt x="4675443" y="878484"/>
                    <a:pt x="4682459" y="870385"/>
                  </a:cubicBezTo>
                  <a:cubicBezTo>
                    <a:pt x="4684689" y="867776"/>
                    <a:pt x="4686757" y="865015"/>
                    <a:pt x="4688641" y="862146"/>
                  </a:cubicBezTo>
                  <a:cubicBezTo>
                    <a:pt x="4693199" y="858129"/>
                    <a:pt x="4699067" y="855920"/>
                    <a:pt x="4705141" y="855953"/>
                  </a:cubicBezTo>
                  <a:cubicBezTo>
                    <a:pt x="4708855" y="854946"/>
                    <a:pt x="4712774" y="854946"/>
                    <a:pt x="4716488" y="855953"/>
                  </a:cubicBezTo>
                  <a:cubicBezTo>
                    <a:pt x="4716488" y="855953"/>
                    <a:pt x="4716488" y="866260"/>
                    <a:pt x="4707209" y="871424"/>
                  </a:cubicBezTo>
                  <a:cubicBezTo>
                    <a:pt x="4704134" y="873990"/>
                    <a:pt x="4702261" y="877726"/>
                    <a:pt x="4702056" y="881732"/>
                  </a:cubicBezTo>
                  <a:cubicBezTo>
                    <a:pt x="4695440" y="891747"/>
                    <a:pt x="4687840" y="901079"/>
                    <a:pt x="4679363" y="909579"/>
                  </a:cubicBezTo>
                  <a:cubicBezTo>
                    <a:pt x="4674209" y="909579"/>
                    <a:pt x="4679363" y="914732"/>
                    <a:pt x="4679363" y="918857"/>
                  </a:cubicBezTo>
                  <a:cubicBezTo>
                    <a:pt x="4679363" y="922982"/>
                    <a:pt x="4690709" y="927107"/>
                    <a:pt x="4691738" y="932261"/>
                  </a:cubicBezTo>
                  <a:cubicBezTo>
                    <a:pt x="4692766" y="937425"/>
                    <a:pt x="4691738" y="941550"/>
                    <a:pt x="4691738" y="943608"/>
                  </a:cubicBezTo>
                  <a:cubicBezTo>
                    <a:pt x="4691738" y="945675"/>
                    <a:pt x="4710306" y="943608"/>
                    <a:pt x="4714420" y="943608"/>
                  </a:cubicBezTo>
                  <a:cubicBezTo>
                    <a:pt x="4718545" y="943608"/>
                    <a:pt x="4725766" y="926079"/>
                    <a:pt x="4723709" y="922982"/>
                  </a:cubicBezTo>
                  <a:cubicBezTo>
                    <a:pt x="4721641" y="919886"/>
                    <a:pt x="4714420" y="922982"/>
                    <a:pt x="4709266" y="915761"/>
                  </a:cubicBezTo>
                  <a:cubicBezTo>
                    <a:pt x="4704113" y="908550"/>
                    <a:pt x="4701016" y="915761"/>
                    <a:pt x="4698959" y="915761"/>
                  </a:cubicBezTo>
                  <a:cubicBezTo>
                    <a:pt x="4696891" y="915761"/>
                    <a:pt x="4707209" y="902357"/>
                    <a:pt x="4714420" y="901328"/>
                  </a:cubicBezTo>
                  <a:cubicBezTo>
                    <a:pt x="4720862" y="900083"/>
                    <a:pt x="4726892" y="897247"/>
                    <a:pt x="4731959" y="893078"/>
                  </a:cubicBezTo>
                  <a:cubicBezTo>
                    <a:pt x="4737113" y="887925"/>
                    <a:pt x="4738142" y="877606"/>
                    <a:pt x="4740209" y="875549"/>
                  </a:cubicBezTo>
                  <a:cubicBezTo>
                    <a:pt x="4745872" y="873492"/>
                    <a:pt x="4752076" y="873492"/>
                    <a:pt x="4757738" y="875549"/>
                  </a:cubicBezTo>
                  <a:cubicBezTo>
                    <a:pt x="4757738" y="875549"/>
                    <a:pt x="4757738" y="888953"/>
                    <a:pt x="4757738" y="893078"/>
                  </a:cubicBezTo>
                  <a:cubicBezTo>
                    <a:pt x="4766183" y="895309"/>
                    <a:pt x="4775072" y="895309"/>
                    <a:pt x="4783517" y="893078"/>
                  </a:cubicBezTo>
                  <a:cubicBezTo>
                    <a:pt x="4788670" y="893078"/>
                    <a:pt x="4800017" y="883800"/>
                    <a:pt x="4807239" y="886885"/>
                  </a:cubicBezTo>
                  <a:cubicBezTo>
                    <a:pt x="4814460" y="889982"/>
                    <a:pt x="4807239" y="893078"/>
                    <a:pt x="4814460" y="893078"/>
                  </a:cubicBezTo>
                  <a:lnTo>
                    <a:pt x="4822710" y="899260"/>
                  </a:lnTo>
                  <a:lnTo>
                    <a:pt x="4815489" y="903386"/>
                  </a:lnTo>
                  <a:cubicBezTo>
                    <a:pt x="4818000" y="910748"/>
                    <a:pt x="4818000" y="918716"/>
                    <a:pt x="4815489" y="926079"/>
                  </a:cubicBezTo>
                  <a:cubicBezTo>
                    <a:pt x="4815489" y="933300"/>
                    <a:pt x="4802085" y="936386"/>
                    <a:pt x="4793835" y="935357"/>
                  </a:cubicBezTo>
                  <a:cubicBezTo>
                    <a:pt x="4786018" y="933625"/>
                    <a:pt x="4777919" y="933625"/>
                    <a:pt x="4770113" y="935357"/>
                  </a:cubicBezTo>
                  <a:cubicBezTo>
                    <a:pt x="4770113" y="935357"/>
                    <a:pt x="4756710" y="943608"/>
                    <a:pt x="4756710" y="946704"/>
                  </a:cubicBezTo>
                  <a:cubicBezTo>
                    <a:pt x="4758442" y="952063"/>
                    <a:pt x="4758442" y="957845"/>
                    <a:pt x="4756710" y="963204"/>
                  </a:cubicBezTo>
                  <a:cubicBezTo>
                    <a:pt x="4751556" y="968358"/>
                    <a:pt x="4741238" y="963204"/>
                    <a:pt x="4713391" y="976608"/>
                  </a:cubicBezTo>
                  <a:lnTo>
                    <a:pt x="4686584" y="976608"/>
                  </a:lnTo>
                  <a:cubicBezTo>
                    <a:pt x="4681430" y="976608"/>
                    <a:pt x="4686584" y="991051"/>
                    <a:pt x="4692766" y="997233"/>
                  </a:cubicBezTo>
                  <a:cubicBezTo>
                    <a:pt x="4698959" y="1003415"/>
                    <a:pt x="4679363" y="1004455"/>
                    <a:pt x="4687613" y="1013733"/>
                  </a:cubicBezTo>
                  <a:cubicBezTo>
                    <a:pt x="4695863" y="1023012"/>
                    <a:pt x="4707209" y="1021983"/>
                    <a:pt x="4711334" y="1013733"/>
                  </a:cubicBezTo>
                  <a:cubicBezTo>
                    <a:pt x="4715459" y="1005483"/>
                    <a:pt x="4705141" y="1003415"/>
                    <a:pt x="4705141" y="999301"/>
                  </a:cubicBezTo>
                  <a:cubicBezTo>
                    <a:pt x="4705141" y="995176"/>
                    <a:pt x="4712363" y="984858"/>
                    <a:pt x="4714420" y="985887"/>
                  </a:cubicBezTo>
                  <a:cubicBezTo>
                    <a:pt x="4718426" y="987305"/>
                    <a:pt x="4722800" y="987305"/>
                    <a:pt x="4726795" y="985887"/>
                  </a:cubicBezTo>
                  <a:cubicBezTo>
                    <a:pt x="4726806" y="985887"/>
                    <a:pt x="4735045" y="985887"/>
                    <a:pt x="4739181" y="985887"/>
                  </a:cubicBezTo>
                  <a:cubicBezTo>
                    <a:pt x="4743306" y="985887"/>
                    <a:pt x="4739181" y="976608"/>
                    <a:pt x="4749488" y="974551"/>
                  </a:cubicBezTo>
                  <a:cubicBezTo>
                    <a:pt x="4759795" y="972483"/>
                    <a:pt x="4760835" y="974551"/>
                    <a:pt x="4763920" y="979704"/>
                  </a:cubicBezTo>
                  <a:cubicBezTo>
                    <a:pt x="4767017" y="984858"/>
                    <a:pt x="4774238" y="979704"/>
                    <a:pt x="4778363" y="979704"/>
                  </a:cubicBezTo>
                  <a:lnTo>
                    <a:pt x="4789710" y="973511"/>
                  </a:lnTo>
                  <a:cubicBezTo>
                    <a:pt x="4797960" y="966301"/>
                    <a:pt x="4789710" y="953926"/>
                    <a:pt x="4800017" y="949800"/>
                  </a:cubicBezTo>
                  <a:cubicBezTo>
                    <a:pt x="4810335" y="945675"/>
                    <a:pt x="4847460" y="967329"/>
                    <a:pt x="4852614" y="968358"/>
                  </a:cubicBezTo>
                  <a:cubicBezTo>
                    <a:pt x="4857767" y="969386"/>
                    <a:pt x="4857767" y="968358"/>
                    <a:pt x="4860864" y="968358"/>
                  </a:cubicBezTo>
                  <a:cubicBezTo>
                    <a:pt x="4866050" y="969159"/>
                    <a:pt x="4870392" y="972710"/>
                    <a:pt x="4872210" y="977637"/>
                  </a:cubicBezTo>
                  <a:cubicBezTo>
                    <a:pt x="4872633" y="983819"/>
                    <a:pt x="4872633" y="990023"/>
                    <a:pt x="4872210" y="996205"/>
                  </a:cubicBezTo>
                  <a:cubicBezTo>
                    <a:pt x="4872286" y="1000535"/>
                    <a:pt x="4869883" y="1004541"/>
                    <a:pt x="4866017" y="1006512"/>
                  </a:cubicBezTo>
                  <a:cubicBezTo>
                    <a:pt x="4866017" y="1006512"/>
                    <a:pt x="4850546" y="1013733"/>
                    <a:pt x="4850546" y="1019926"/>
                  </a:cubicBezTo>
                  <a:cubicBezTo>
                    <a:pt x="4850546" y="1026108"/>
                    <a:pt x="4833017" y="1019926"/>
                    <a:pt x="4822710" y="1019926"/>
                  </a:cubicBezTo>
                  <a:cubicBezTo>
                    <a:pt x="4807747" y="1020966"/>
                    <a:pt x="4793413" y="1026347"/>
                    <a:pt x="4781460" y="1035387"/>
                  </a:cubicBezTo>
                  <a:lnTo>
                    <a:pt x="4767017" y="1041580"/>
                  </a:lnTo>
                  <a:lnTo>
                    <a:pt x="4752585" y="1049830"/>
                  </a:lnTo>
                  <a:cubicBezTo>
                    <a:pt x="4745515" y="1052450"/>
                    <a:pt x="4739159" y="1056695"/>
                    <a:pt x="4734016" y="1062205"/>
                  </a:cubicBezTo>
                  <a:cubicBezTo>
                    <a:pt x="4734016" y="1062205"/>
                    <a:pt x="4734016" y="1068388"/>
                    <a:pt x="4739181" y="1071484"/>
                  </a:cubicBezTo>
                  <a:cubicBezTo>
                    <a:pt x="4745363" y="1075382"/>
                    <a:pt x="4752487" y="1077526"/>
                    <a:pt x="4759806" y="1077677"/>
                  </a:cubicBezTo>
                  <a:lnTo>
                    <a:pt x="4769085" y="1086956"/>
                  </a:lnTo>
                  <a:cubicBezTo>
                    <a:pt x="4769085" y="1086956"/>
                    <a:pt x="4769085" y="1097263"/>
                    <a:pt x="4769085" y="1100359"/>
                  </a:cubicBezTo>
                  <a:cubicBezTo>
                    <a:pt x="4769085" y="1103456"/>
                    <a:pt x="4774238" y="1100359"/>
                    <a:pt x="4775267" y="1111706"/>
                  </a:cubicBezTo>
                  <a:cubicBezTo>
                    <a:pt x="4776295" y="1123053"/>
                    <a:pt x="4781460" y="1118928"/>
                    <a:pt x="4775267" y="1125110"/>
                  </a:cubicBezTo>
                  <a:cubicBezTo>
                    <a:pt x="4772300" y="1135623"/>
                    <a:pt x="4766183" y="1144988"/>
                    <a:pt x="4757738" y="1151928"/>
                  </a:cubicBezTo>
                  <a:cubicBezTo>
                    <a:pt x="4750073" y="1157980"/>
                    <a:pt x="4741325" y="1162528"/>
                    <a:pt x="4731959" y="1165332"/>
                  </a:cubicBezTo>
                  <a:cubicBezTo>
                    <a:pt x="4717700" y="1160850"/>
                    <a:pt x="4704892" y="1152664"/>
                    <a:pt x="4694834" y="1141610"/>
                  </a:cubicBezTo>
                  <a:cubicBezTo>
                    <a:pt x="4691175" y="1138113"/>
                    <a:pt x="4686465" y="1135937"/>
                    <a:pt x="4681430" y="1135428"/>
                  </a:cubicBezTo>
                  <a:cubicBezTo>
                    <a:pt x="4681430" y="1135417"/>
                    <a:pt x="4672141" y="1127178"/>
                    <a:pt x="4671112" y="1123053"/>
                  </a:cubicBezTo>
                  <a:cubicBezTo>
                    <a:pt x="4667767" y="1116697"/>
                    <a:pt x="4662787" y="1111349"/>
                    <a:pt x="4656669" y="1107581"/>
                  </a:cubicBezTo>
                  <a:cubicBezTo>
                    <a:pt x="4643385" y="1099515"/>
                    <a:pt x="4627740" y="1096234"/>
                    <a:pt x="4612333" y="1098302"/>
                  </a:cubicBezTo>
                  <a:cubicBezTo>
                    <a:pt x="4605892" y="1099829"/>
                    <a:pt x="4599179" y="1099829"/>
                    <a:pt x="4592737" y="1098302"/>
                  </a:cubicBezTo>
                  <a:cubicBezTo>
                    <a:pt x="4584519" y="1097198"/>
                    <a:pt x="4576193" y="1097198"/>
                    <a:pt x="4567987" y="1098302"/>
                  </a:cubicBezTo>
                  <a:cubicBezTo>
                    <a:pt x="4561003" y="1099937"/>
                    <a:pt x="4554810" y="1103943"/>
                    <a:pt x="4550458" y="1109638"/>
                  </a:cubicBezTo>
                  <a:cubicBezTo>
                    <a:pt x="4550458" y="1109638"/>
                    <a:pt x="4550458" y="1115831"/>
                    <a:pt x="4550458" y="1118928"/>
                  </a:cubicBezTo>
                  <a:cubicBezTo>
                    <a:pt x="4556922" y="1120996"/>
                    <a:pt x="4563147" y="1123767"/>
                    <a:pt x="4569015" y="1127178"/>
                  </a:cubicBezTo>
                  <a:cubicBezTo>
                    <a:pt x="4569015" y="1127178"/>
                    <a:pt x="4579333" y="1127178"/>
                    <a:pt x="4581390" y="1127178"/>
                  </a:cubicBezTo>
                  <a:cubicBezTo>
                    <a:pt x="4583458" y="1127178"/>
                    <a:pt x="4581390" y="1139553"/>
                    <a:pt x="4587583" y="1149860"/>
                  </a:cubicBezTo>
                  <a:cubicBezTo>
                    <a:pt x="4593765" y="1160178"/>
                    <a:pt x="4587583" y="1161207"/>
                    <a:pt x="4595833" y="1170485"/>
                  </a:cubicBezTo>
                  <a:cubicBezTo>
                    <a:pt x="4604083" y="1179764"/>
                    <a:pt x="4600987" y="1178736"/>
                    <a:pt x="4595833" y="1181832"/>
                  </a:cubicBezTo>
                  <a:cubicBezTo>
                    <a:pt x="4590680" y="1184929"/>
                    <a:pt x="4583458" y="1192139"/>
                    <a:pt x="4577265" y="1192139"/>
                  </a:cubicBezTo>
                  <a:cubicBezTo>
                    <a:pt x="4571874" y="1193688"/>
                    <a:pt x="4566157" y="1193688"/>
                    <a:pt x="4560765" y="1192139"/>
                  </a:cubicBezTo>
                  <a:cubicBezTo>
                    <a:pt x="4555308" y="1187191"/>
                    <a:pt x="4549451" y="1182698"/>
                    <a:pt x="4543237" y="1178736"/>
                  </a:cubicBezTo>
                  <a:lnTo>
                    <a:pt x="4529833" y="1171514"/>
                  </a:lnTo>
                  <a:cubicBezTo>
                    <a:pt x="4524668" y="1171514"/>
                    <a:pt x="4503015" y="1151928"/>
                    <a:pt x="4495793" y="1157082"/>
                  </a:cubicBezTo>
                  <a:cubicBezTo>
                    <a:pt x="4490975" y="1163210"/>
                    <a:pt x="4485811" y="1169067"/>
                    <a:pt x="4480332" y="1174611"/>
                  </a:cubicBezTo>
                  <a:cubicBezTo>
                    <a:pt x="4480332" y="1174611"/>
                    <a:pt x="4470015" y="1182861"/>
                    <a:pt x="4463832" y="1185957"/>
                  </a:cubicBezTo>
                  <a:cubicBezTo>
                    <a:pt x="4456394" y="1189075"/>
                    <a:pt x="4449454" y="1193244"/>
                    <a:pt x="4443207" y="1198332"/>
                  </a:cubicBezTo>
                  <a:cubicBezTo>
                    <a:pt x="4443207" y="1203486"/>
                    <a:pt x="4427736" y="1198332"/>
                    <a:pt x="4426707" y="1198332"/>
                  </a:cubicBezTo>
                  <a:cubicBezTo>
                    <a:pt x="4425668" y="1198332"/>
                    <a:pt x="4401957" y="1214833"/>
                    <a:pt x="4390610" y="1208640"/>
                  </a:cubicBezTo>
                  <a:cubicBezTo>
                    <a:pt x="4379264" y="1202457"/>
                    <a:pt x="4373082" y="1200389"/>
                    <a:pt x="4367928" y="1196264"/>
                  </a:cubicBezTo>
                  <a:cubicBezTo>
                    <a:pt x="4362439" y="1191966"/>
                    <a:pt x="4356571" y="1188166"/>
                    <a:pt x="4350389" y="1184929"/>
                  </a:cubicBezTo>
                  <a:cubicBezTo>
                    <a:pt x="4341532" y="1179905"/>
                    <a:pt x="4334354" y="1172369"/>
                    <a:pt x="4329763" y="1163275"/>
                  </a:cubicBezTo>
                  <a:cubicBezTo>
                    <a:pt x="4329763" y="1163264"/>
                    <a:pt x="4338014" y="1153985"/>
                    <a:pt x="4342139" y="1149860"/>
                  </a:cubicBezTo>
                  <a:cubicBezTo>
                    <a:pt x="4346264" y="1145735"/>
                    <a:pt x="4342139" y="1114803"/>
                    <a:pt x="4342139" y="1110678"/>
                  </a:cubicBezTo>
                  <a:cubicBezTo>
                    <a:pt x="4342139" y="1106542"/>
                    <a:pt x="4351417" y="1110678"/>
                    <a:pt x="4358639" y="1116860"/>
                  </a:cubicBezTo>
                  <a:cubicBezTo>
                    <a:pt x="4368188" y="1124655"/>
                    <a:pt x="4378170" y="1131877"/>
                    <a:pt x="4388553" y="1138514"/>
                  </a:cubicBezTo>
                  <a:cubicBezTo>
                    <a:pt x="4402985" y="1146764"/>
                    <a:pt x="4429804" y="1130263"/>
                    <a:pt x="4445264" y="1126138"/>
                  </a:cubicBezTo>
                  <a:cubicBezTo>
                    <a:pt x="4460736" y="1122013"/>
                    <a:pt x="4454543" y="1119956"/>
                    <a:pt x="4445264" y="1112735"/>
                  </a:cubicBezTo>
                  <a:cubicBezTo>
                    <a:pt x="4438249" y="1106217"/>
                    <a:pt x="4430659" y="1100349"/>
                    <a:pt x="4422582" y="1095206"/>
                  </a:cubicBezTo>
                  <a:lnTo>
                    <a:pt x="4399889" y="1078706"/>
                  </a:lnTo>
                  <a:cubicBezTo>
                    <a:pt x="4399889" y="1073552"/>
                    <a:pt x="4380292" y="1069427"/>
                    <a:pt x="4378235" y="1067359"/>
                  </a:cubicBezTo>
                  <a:cubicBezTo>
                    <a:pt x="4376167" y="1065302"/>
                    <a:pt x="4366889" y="1060137"/>
                    <a:pt x="4367928" y="1048802"/>
                  </a:cubicBezTo>
                  <a:cubicBezTo>
                    <a:pt x="4368957" y="1037455"/>
                    <a:pt x="4367928" y="1041580"/>
                    <a:pt x="4367928" y="1038484"/>
                  </a:cubicBezTo>
                  <a:cubicBezTo>
                    <a:pt x="4367928" y="1035387"/>
                    <a:pt x="4375139" y="1029205"/>
                    <a:pt x="4378235" y="1026108"/>
                  </a:cubicBezTo>
                  <a:cubicBezTo>
                    <a:pt x="4383497" y="1021767"/>
                    <a:pt x="4389419" y="1018291"/>
                    <a:pt x="4395764" y="1015790"/>
                  </a:cubicBezTo>
                  <a:cubicBezTo>
                    <a:pt x="4405984" y="1013939"/>
                    <a:pt x="4416508" y="1016570"/>
                    <a:pt x="4424639" y="1023012"/>
                  </a:cubicBezTo>
                  <a:cubicBezTo>
                    <a:pt x="4424639" y="1023012"/>
                    <a:pt x="4431861" y="1037455"/>
                    <a:pt x="4433929" y="1039512"/>
                  </a:cubicBezTo>
                  <a:cubicBezTo>
                    <a:pt x="4435986" y="1041580"/>
                    <a:pt x="4448361" y="1039512"/>
                    <a:pt x="4454543" y="1045705"/>
                  </a:cubicBezTo>
                  <a:cubicBezTo>
                    <a:pt x="4461418" y="1048867"/>
                    <a:pt x="4467979" y="1052667"/>
                    <a:pt x="4474140" y="1057041"/>
                  </a:cubicBezTo>
                  <a:cubicBezTo>
                    <a:pt x="4478427" y="1059986"/>
                    <a:pt x="4483396" y="1061762"/>
                    <a:pt x="4488583" y="1062205"/>
                  </a:cubicBezTo>
                  <a:cubicBezTo>
                    <a:pt x="4491062" y="1063927"/>
                    <a:pt x="4494353" y="1063927"/>
                    <a:pt x="4496833" y="1062205"/>
                  </a:cubicBezTo>
                  <a:cubicBezTo>
                    <a:pt x="4496833" y="1062205"/>
                    <a:pt x="4507140" y="1053955"/>
                    <a:pt x="4510236" y="1052927"/>
                  </a:cubicBezTo>
                  <a:lnTo>
                    <a:pt x="4526736" y="1045705"/>
                  </a:lnTo>
                  <a:cubicBezTo>
                    <a:pt x="4526736" y="1045705"/>
                    <a:pt x="4526736" y="1038484"/>
                    <a:pt x="4518486" y="1035387"/>
                  </a:cubicBezTo>
                  <a:cubicBezTo>
                    <a:pt x="4513084" y="1033947"/>
                    <a:pt x="4507389" y="1033947"/>
                    <a:pt x="4501986" y="1035387"/>
                  </a:cubicBezTo>
                  <a:cubicBezTo>
                    <a:pt x="4496172" y="1034922"/>
                    <a:pt x="4490531" y="1033157"/>
                    <a:pt x="4485486" y="1030234"/>
                  </a:cubicBezTo>
                  <a:cubicBezTo>
                    <a:pt x="4481394" y="1027852"/>
                    <a:pt x="4478145" y="1024246"/>
                    <a:pt x="4476207" y="1019926"/>
                  </a:cubicBezTo>
                  <a:cubicBezTo>
                    <a:pt x="4476207" y="1013733"/>
                    <a:pt x="4476207" y="1011676"/>
                    <a:pt x="4476207" y="1007551"/>
                  </a:cubicBezTo>
                  <a:cubicBezTo>
                    <a:pt x="4480549" y="1002744"/>
                    <a:pt x="4486341" y="999485"/>
                    <a:pt x="4492708" y="998262"/>
                  </a:cubicBezTo>
                  <a:cubicBezTo>
                    <a:pt x="4492708" y="998262"/>
                    <a:pt x="4510236" y="983830"/>
                    <a:pt x="4526736" y="984858"/>
                  </a:cubicBezTo>
                  <a:cubicBezTo>
                    <a:pt x="4543237" y="985887"/>
                    <a:pt x="4536015" y="997233"/>
                    <a:pt x="4541169" y="999301"/>
                  </a:cubicBezTo>
                  <a:lnTo>
                    <a:pt x="4550458" y="999301"/>
                  </a:lnTo>
                  <a:lnTo>
                    <a:pt x="4563862" y="1011676"/>
                  </a:lnTo>
                  <a:cubicBezTo>
                    <a:pt x="4569762" y="1015910"/>
                    <a:pt x="4575966" y="1019699"/>
                    <a:pt x="4582419" y="1023012"/>
                  </a:cubicBezTo>
                  <a:cubicBezTo>
                    <a:pt x="4582419" y="1023012"/>
                    <a:pt x="4589640" y="1031262"/>
                    <a:pt x="4594805" y="1032291"/>
                  </a:cubicBezTo>
                  <a:lnTo>
                    <a:pt x="4607180" y="1039512"/>
                  </a:lnTo>
                  <a:cubicBezTo>
                    <a:pt x="4607180" y="1039512"/>
                    <a:pt x="4613362" y="1039512"/>
                    <a:pt x="4616459" y="1039512"/>
                  </a:cubicBezTo>
                  <a:cubicBezTo>
                    <a:pt x="4619555" y="1039512"/>
                    <a:pt x="4626766" y="1049830"/>
                    <a:pt x="4628834" y="1052927"/>
                  </a:cubicBezTo>
                  <a:cubicBezTo>
                    <a:pt x="4632818" y="1056121"/>
                    <a:pt x="4636607" y="1059564"/>
                    <a:pt x="4640169" y="1063234"/>
                  </a:cubicBezTo>
                  <a:cubicBezTo>
                    <a:pt x="4641534" y="1068193"/>
                    <a:pt x="4644002" y="1072773"/>
                    <a:pt x="4647391" y="1076638"/>
                  </a:cubicBezTo>
                  <a:cubicBezTo>
                    <a:pt x="4647391" y="1076638"/>
                    <a:pt x="4662862" y="1081802"/>
                    <a:pt x="4665959" y="1083859"/>
                  </a:cubicBezTo>
                  <a:cubicBezTo>
                    <a:pt x="4669055" y="1085927"/>
                    <a:pt x="4683488" y="1083859"/>
                    <a:pt x="4685545" y="1078706"/>
                  </a:cubicBezTo>
                  <a:cubicBezTo>
                    <a:pt x="4680553" y="1072946"/>
                    <a:pt x="4674631" y="1068063"/>
                    <a:pt x="4668016" y="1064263"/>
                  </a:cubicBezTo>
                  <a:cubicBezTo>
                    <a:pt x="4662862" y="1064273"/>
                    <a:pt x="4652555" y="1049830"/>
                    <a:pt x="4649459" y="1048802"/>
                  </a:cubicBezTo>
                  <a:cubicBezTo>
                    <a:pt x="4638101" y="1042814"/>
                    <a:pt x="4628227" y="1034359"/>
                    <a:pt x="4620584" y="1024051"/>
                  </a:cubicBezTo>
                  <a:cubicBezTo>
                    <a:pt x="4616383" y="1019352"/>
                    <a:pt x="4611067" y="1015801"/>
                    <a:pt x="4605112" y="1013733"/>
                  </a:cubicBezTo>
                  <a:cubicBezTo>
                    <a:pt x="4599493" y="1010637"/>
                    <a:pt x="4594285" y="1006826"/>
                    <a:pt x="4589640" y="1002387"/>
                  </a:cubicBezTo>
                  <a:lnTo>
                    <a:pt x="4565930" y="982801"/>
                  </a:lnTo>
                  <a:cubicBezTo>
                    <a:pt x="4551746" y="971790"/>
                    <a:pt x="4536134" y="962760"/>
                    <a:pt x="4519515" y="955983"/>
                  </a:cubicBezTo>
                  <a:lnTo>
                    <a:pt x="4496833" y="955983"/>
                  </a:lnTo>
                  <a:cubicBezTo>
                    <a:pt x="4479293" y="955983"/>
                    <a:pt x="4463832" y="955983"/>
                    <a:pt x="4453514" y="947732"/>
                  </a:cubicBezTo>
                  <a:cubicBezTo>
                    <a:pt x="4448458" y="945394"/>
                    <a:pt x="4446174" y="939461"/>
                    <a:pt x="4448361" y="934329"/>
                  </a:cubicBezTo>
                  <a:cubicBezTo>
                    <a:pt x="4451652" y="923296"/>
                    <a:pt x="4457282" y="913097"/>
                    <a:pt x="4464861" y="904425"/>
                  </a:cubicBezTo>
                  <a:cubicBezTo>
                    <a:pt x="4472082" y="897203"/>
                    <a:pt x="4478265" y="904425"/>
                    <a:pt x="4488583" y="882760"/>
                  </a:cubicBezTo>
                  <a:cubicBezTo>
                    <a:pt x="4492729" y="880367"/>
                    <a:pt x="4497840" y="880367"/>
                    <a:pt x="4501986" y="882760"/>
                  </a:cubicBezTo>
                  <a:cubicBezTo>
                    <a:pt x="4505375" y="883637"/>
                    <a:pt x="4508915" y="883637"/>
                    <a:pt x="4512304" y="882760"/>
                  </a:cubicBezTo>
                  <a:cubicBezTo>
                    <a:pt x="4525708" y="882760"/>
                    <a:pt x="4539111" y="876578"/>
                    <a:pt x="4555612" y="873482"/>
                  </a:cubicBezTo>
                  <a:cubicBezTo>
                    <a:pt x="4555612" y="873482"/>
                    <a:pt x="4555612" y="873482"/>
                    <a:pt x="4560765" y="873482"/>
                  </a:cubicBezTo>
                  <a:cubicBezTo>
                    <a:pt x="4555373" y="881981"/>
                    <a:pt x="4549159" y="889928"/>
                    <a:pt x="4542208" y="897203"/>
                  </a:cubicBezTo>
                  <a:cubicBezTo>
                    <a:pt x="4538787" y="900224"/>
                    <a:pt x="4538462" y="905432"/>
                    <a:pt x="4541472" y="908853"/>
                  </a:cubicBezTo>
                  <a:cubicBezTo>
                    <a:pt x="4541699" y="909102"/>
                    <a:pt x="4541948" y="909351"/>
                    <a:pt x="4542208" y="909579"/>
                  </a:cubicBezTo>
                  <a:cubicBezTo>
                    <a:pt x="4548390" y="913097"/>
                    <a:pt x="4554962" y="915858"/>
                    <a:pt x="4561805" y="917829"/>
                  </a:cubicBezTo>
                  <a:cubicBezTo>
                    <a:pt x="4564674" y="919485"/>
                    <a:pt x="4568214" y="919485"/>
                    <a:pt x="4571083" y="917829"/>
                  </a:cubicBezTo>
                  <a:cubicBezTo>
                    <a:pt x="4571083" y="917829"/>
                    <a:pt x="4571083" y="907511"/>
                    <a:pt x="4577265" y="904425"/>
                  </a:cubicBezTo>
                  <a:cubicBezTo>
                    <a:pt x="4580286" y="898470"/>
                    <a:pt x="4584498" y="893197"/>
                    <a:pt x="4589640" y="888953"/>
                  </a:cubicBezTo>
                  <a:cubicBezTo>
                    <a:pt x="4599320" y="879620"/>
                    <a:pt x="4609659" y="871002"/>
                    <a:pt x="4620584" y="863174"/>
                  </a:cubicBezTo>
                  <a:cubicBezTo>
                    <a:pt x="4628834" y="858021"/>
                    <a:pt x="4631919" y="847703"/>
                    <a:pt x="4649459" y="832231"/>
                  </a:cubicBezTo>
                  <a:cubicBezTo>
                    <a:pt x="4666987" y="816759"/>
                    <a:pt x="4665959" y="814702"/>
                    <a:pt x="4664930" y="812634"/>
                  </a:cubicBezTo>
                  <a:cubicBezTo>
                    <a:pt x="4664411" y="811606"/>
                    <a:pt x="4666987" y="809803"/>
                    <a:pt x="4670338" y="809159"/>
                  </a:cubicBezTo>
                  <a:close/>
                  <a:moveTo>
                    <a:pt x="770888" y="804383"/>
                  </a:moveTo>
                  <a:cubicBezTo>
                    <a:pt x="770888" y="804383"/>
                    <a:pt x="778109" y="804383"/>
                    <a:pt x="782234" y="804383"/>
                  </a:cubicBezTo>
                  <a:cubicBezTo>
                    <a:pt x="790419" y="807242"/>
                    <a:pt x="798085" y="811420"/>
                    <a:pt x="804917" y="816759"/>
                  </a:cubicBezTo>
                  <a:cubicBezTo>
                    <a:pt x="818320" y="830162"/>
                    <a:pt x="812138" y="842537"/>
                    <a:pt x="817292" y="853884"/>
                  </a:cubicBezTo>
                  <a:cubicBezTo>
                    <a:pt x="820172" y="859070"/>
                    <a:pt x="823636" y="863920"/>
                    <a:pt x="827610" y="868327"/>
                  </a:cubicBezTo>
                  <a:cubicBezTo>
                    <a:pt x="835860" y="873481"/>
                    <a:pt x="844110" y="868316"/>
                    <a:pt x="842042" y="861105"/>
                  </a:cubicBezTo>
                  <a:cubicBezTo>
                    <a:pt x="843265" y="855324"/>
                    <a:pt x="843265" y="849358"/>
                    <a:pt x="842042" y="843576"/>
                  </a:cubicBezTo>
                  <a:cubicBezTo>
                    <a:pt x="842042" y="843576"/>
                    <a:pt x="855446" y="843576"/>
                    <a:pt x="864735" y="832230"/>
                  </a:cubicBezTo>
                  <a:cubicBezTo>
                    <a:pt x="874014" y="820884"/>
                    <a:pt x="884321" y="832230"/>
                    <a:pt x="893610" y="839441"/>
                  </a:cubicBezTo>
                  <a:cubicBezTo>
                    <a:pt x="899143" y="842278"/>
                    <a:pt x="904340" y="845731"/>
                    <a:pt x="909071" y="849759"/>
                  </a:cubicBezTo>
                  <a:cubicBezTo>
                    <a:pt x="909071" y="849759"/>
                    <a:pt x="909071" y="858009"/>
                    <a:pt x="909071" y="862134"/>
                  </a:cubicBezTo>
                  <a:lnTo>
                    <a:pt x="899793" y="877606"/>
                  </a:lnTo>
                  <a:cubicBezTo>
                    <a:pt x="899793" y="883788"/>
                    <a:pt x="899793" y="889981"/>
                    <a:pt x="899793" y="895134"/>
                  </a:cubicBezTo>
                  <a:cubicBezTo>
                    <a:pt x="899208" y="903027"/>
                    <a:pt x="899208" y="910963"/>
                    <a:pt x="899793" y="918856"/>
                  </a:cubicBezTo>
                  <a:cubicBezTo>
                    <a:pt x="898212" y="930820"/>
                    <a:pt x="894357" y="942372"/>
                    <a:pt x="888457" y="952885"/>
                  </a:cubicBezTo>
                  <a:cubicBezTo>
                    <a:pt x="892549" y="964935"/>
                    <a:pt x="898840" y="976119"/>
                    <a:pt x="907014" y="985885"/>
                  </a:cubicBezTo>
                  <a:cubicBezTo>
                    <a:pt x="910836" y="990368"/>
                    <a:pt x="915372" y="994201"/>
                    <a:pt x="920418" y="997232"/>
                  </a:cubicBezTo>
                  <a:cubicBezTo>
                    <a:pt x="929696" y="1002386"/>
                    <a:pt x="935889" y="1010636"/>
                    <a:pt x="949293" y="1010636"/>
                  </a:cubicBezTo>
                  <a:cubicBezTo>
                    <a:pt x="958604" y="1010733"/>
                    <a:pt x="967558" y="1007009"/>
                    <a:pt x="974043" y="1000318"/>
                  </a:cubicBezTo>
                  <a:cubicBezTo>
                    <a:pt x="978266" y="995846"/>
                    <a:pt x="983138" y="992024"/>
                    <a:pt x="988486" y="988982"/>
                  </a:cubicBezTo>
                  <a:cubicBezTo>
                    <a:pt x="988486" y="988982"/>
                    <a:pt x="997765" y="981760"/>
                    <a:pt x="998794" y="981760"/>
                  </a:cubicBezTo>
                  <a:cubicBezTo>
                    <a:pt x="1003287" y="980537"/>
                    <a:pt x="1007498" y="978436"/>
                    <a:pt x="1011169" y="975578"/>
                  </a:cubicBezTo>
                  <a:cubicBezTo>
                    <a:pt x="1015489" y="970598"/>
                    <a:pt x="1020328" y="966105"/>
                    <a:pt x="1025612" y="962164"/>
                  </a:cubicBezTo>
                  <a:cubicBezTo>
                    <a:pt x="1035302" y="959479"/>
                    <a:pt x="1045631" y="963203"/>
                    <a:pt x="1051391" y="971442"/>
                  </a:cubicBezTo>
                  <a:cubicBezTo>
                    <a:pt x="1057021" y="979919"/>
                    <a:pt x="1061860" y="988895"/>
                    <a:pt x="1065834" y="998260"/>
                  </a:cubicBezTo>
                  <a:cubicBezTo>
                    <a:pt x="1070446" y="1003349"/>
                    <a:pt x="1073012" y="1009964"/>
                    <a:pt x="1073044" y="1016828"/>
                  </a:cubicBezTo>
                  <a:cubicBezTo>
                    <a:pt x="1073044" y="1021981"/>
                    <a:pt x="1063766" y="1028164"/>
                    <a:pt x="1061698" y="1034357"/>
                  </a:cubicBezTo>
                  <a:cubicBezTo>
                    <a:pt x="1059424" y="1041123"/>
                    <a:pt x="1055927" y="1047403"/>
                    <a:pt x="1051391" y="1052914"/>
                  </a:cubicBezTo>
                  <a:cubicBezTo>
                    <a:pt x="1046551" y="1055686"/>
                    <a:pt x="1041343" y="1057775"/>
                    <a:pt x="1035919" y="1059107"/>
                  </a:cubicBezTo>
                  <a:cubicBezTo>
                    <a:pt x="1029509" y="1063189"/>
                    <a:pt x="1023901" y="1068429"/>
                    <a:pt x="1019419" y="1074568"/>
                  </a:cubicBezTo>
                  <a:lnTo>
                    <a:pt x="1003947" y="1090039"/>
                  </a:lnTo>
                  <a:lnTo>
                    <a:pt x="987447" y="1100357"/>
                  </a:lnTo>
                  <a:cubicBezTo>
                    <a:pt x="981265" y="1105511"/>
                    <a:pt x="973015" y="1115829"/>
                    <a:pt x="967861" y="1118915"/>
                  </a:cubicBezTo>
                  <a:cubicBezTo>
                    <a:pt x="962989" y="1121405"/>
                    <a:pt x="957770" y="1123137"/>
                    <a:pt x="952390" y="1124079"/>
                  </a:cubicBezTo>
                  <a:cubicBezTo>
                    <a:pt x="944508" y="1124989"/>
                    <a:pt x="936550" y="1124989"/>
                    <a:pt x="928668" y="1124079"/>
                  </a:cubicBezTo>
                  <a:cubicBezTo>
                    <a:pt x="922107" y="1119380"/>
                    <a:pt x="915903" y="1114216"/>
                    <a:pt x="910111" y="1108607"/>
                  </a:cubicBezTo>
                  <a:lnTo>
                    <a:pt x="885360" y="1093136"/>
                  </a:lnTo>
                  <a:lnTo>
                    <a:pt x="870917" y="1081789"/>
                  </a:lnTo>
                  <a:cubicBezTo>
                    <a:pt x="866543" y="1077783"/>
                    <a:pt x="861693" y="1074319"/>
                    <a:pt x="856485" y="1071482"/>
                  </a:cubicBezTo>
                  <a:cubicBezTo>
                    <a:pt x="848885" y="1067357"/>
                    <a:pt x="841944" y="1062149"/>
                    <a:pt x="835849" y="1056010"/>
                  </a:cubicBezTo>
                  <a:cubicBezTo>
                    <a:pt x="825542" y="1046732"/>
                    <a:pt x="826570" y="1041578"/>
                    <a:pt x="809042" y="1020953"/>
                  </a:cubicBezTo>
                  <a:lnTo>
                    <a:pt x="803888" y="1007539"/>
                  </a:lnTo>
                  <a:cubicBezTo>
                    <a:pt x="794609" y="998260"/>
                    <a:pt x="797695" y="997232"/>
                    <a:pt x="790484" y="988982"/>
                  </a:cubicBezTo>
                  <a:lnTo>
                    <a:pt x="778109" y="970414"/>
                  </a:lnTo>
                  <a:lnTo>
                    <a:pt x="753359" y="944635"/>
                  </a:lnTo>
                  <a:cubicBezTo>
                    <a:pt x="748422" y="939406"/>
                    <a:pt x="744264" y="933505"/>
                    <a:pt x="740984" y="927106"/>
                  </a:cubicBezTo>
                  <a:cubicBezTo>
                    <a:pt x="735202" y="916994"/>
                    <a:pt x="728652" y="907336"/>
                    <a:pt x="721387" y="898231"/>
                  </a:cubicBezTo>
                  <a:cubicBezTo>
                    <a:pt x="715367" y="893272"/>
                    <a:pt x="709846" y="887750"/>
                    <a:pt x="704887" y="881731"/>
                  </a:cubicBezTo>
                  <a:cubicBezTo>
                    <a:pt x="700686" y="877032"/>
                    <a:pt x="700686" y="869930"/>
                    <a:pt x="704887" y="865230"/>
                  </a:cubicBezTo>
                  <a:cubicBezTo>
                    <a:pt x="704887" y="865230"/>
                    <a:pt x="715194" y="859037"/>
                    <a:pt x="719319" y="854912"/>
                  </a:cubicBezTo>
                  <a:cubicBezTo>
                    <a:pt x="723444" y="850787"/>
                    <a:pt x="725512" y="843576"/>
                    <a:pt x="727580" y="841508"/>
                  </a:cubicBezTo>
                  <a:cubicBezTo>
                    <a:pt x="729637" y="839441"/>
                    <a:pt x="735819" y="841508"/>
                    <a:pt x="738916" y="833259"/>
                  </a:cubicBezTo>
                  <a:cubicBezTo>
                    <a:pt x="741742" y="828278"/>
                    <a:pt x="744838" y="823460"/>
                    <a:pt x="748194" y="818815"/>
                  </a:cubicBezTo>
                  <a:lnTo>
                    <a:pt x="748194" y="810576"/>
                  </a:lnTo>
                  <a:cubicBezTo>
                    <a:pt x="753359" y="805412"/>
                    <a:pt x="757484" y="810576"/>
                    <a:pt x="761609" y="810576"/>
                  </a:cubicBezTo>
                  <a:cubicBezTo>
                    <a:pt x="764922" y="808877"/>
                    <a:pt x="768040" y="806798"/>
                    <a:pt x="770888" y="804383"/>
                  </a:cubicBezTo>
                  <a:close/>
                  <a:moveTo>
                    <a:pt x="1449455" y="662074"/>
                  </a:moveTo>
                  <a:cubicBezTo>
                    <a:pt x="1449455" y="662074"/>
                    <a:pt x="1455637" y="662074"/>
                    <a:pt x="1457705" y="662074"/>
                  </a:cubicBezTo>
                  <a:cubicBezTo>
                    <a:pt x="1459762" y="662074"/>
                    <a:pt x="1457705" y="673421"/>
                    <a:pt x="1457705" y="673421"/>
                  </a:cubicBezTo>
                  <a:cubicBezTo>
                    <a:pt x="1457705" y="673421"/>
                    <a:pt x="1463888" y="682699"/>
                    <a:pt x="1462859" y="685795"/>
                  </a:cubicBezTo>
                  <a:cubicBezTo>
                    <a:pt x="1461830" y="688892"/>
                    <a:pt x="1462859" y="693017"/>
                    <a:pt x="1462859" y="698171"/>
                  </a:cubicBezTo>
                  <a:cubicBezTo>
                    <a:pt x="1462859" y="703324"/>
                    <a:pt x="1457705" y="706421"/>
                    <a:pt x="1457705" y="709517"/>
                  </a:cubicBezTo>
                  <a:cubicBezTo>
                    <a:pt x="1457705" y="712603"/>
                    <a:pt x="1462859" y="721892"/>
                    <a:pt x="1457705" y="729114"/>
                  </a:cubicBezTo>
                  <a:cubicBezTo>
                    <a:pt x="1456146" y="734127"/>
                    <a:pt x="1454078" y="738966"/>
                    <a:pt x="1451512" y="743546"/>
                  </a:cubicBezTo>
                  <a:cubicBezTo>
                    <a:pt x="1451512" y="748699"/>
                    <a:pt x="1441205" y="749728"/>
                    <a:pt x="1439137" y="752825"/>
                  </a:cubicBezTo>
                  <a:cubicBezTo>
                    <a:pt x="1437080" y="755921"/>
                    <a:pt x="1430887" y="767268"/>
                    <a:pt x="1425733" y="770353"/>
                  </a:cubicBezTo>
                  <a:cubicBezTo>
                    <a:pt x="1418197" y="778906"/>
                    <a:pt x="1405161" y="779718"/>
                    <a:pt x="1396619" y="772182"/>
                  </a:cubicBezTo>
                  <a:cubicBezTo>
                    <a:pt x="1395980" y="771609"/>
                    <a:pt x="1395363" y="771002"/>
                    <a:pt x="1394800" y="770353"/>
                  </a:cubicBezTo>
                  <a:cubicBezTo>
                    <a:pt x="1393544" y="765394"/>
                    <a:pt x="1391812" y="760555"/>
                    <a:pt x="1389646" y="755921"/>
                  </a:cubicBezTo>
                  <a:cubicBezTo>
                    <a:pt x="1386301" y="753463"/>
                    <a:pt x="1383193" y="750702"/>
                    <a:pt x="1380357" y="747671"/>
                  </a:cubicBezTo>
                  <a:cubicBezTo>
                    <a:pt x="1380357" y="747671"/>
                    <a:pt x="1380357" y="736324"/>
                    <a:pt x="1380357" y="732199"/>
                  </a:cubicBezTo>
                  <a:cubicBezTo>
                    <a:pt x="1375712" y="720626"/>
                    <a:pt x="1375712" y="707688"/>
                    <a:pt x="1380357" y="696103"/>
                  </a:cubicBezTo>
                  <a:cubicBezTo>
                    <a:pt x="1382089" y="691306"/>
                    <a:pt x="1384525" y="686792"/>
                    <a:pt x="1387578" y="682699"/>
                  </a:cubicBezTo>
                  <a:lnTo>
                    <a:pt x="1392732" y="676517"/>
                  </a:lnTo>
                  <a:cubicBezTo>
                    <a:pt x="1404079" y="670325"/>
                    <a:pt x="1415415" y="687853"/>
                    <a:pt x="1418511" y="685795"/>
                  </a:cubicBezTo>
                  <a:cubicBezTo>
                    <a:pt x="1423730" y="682136"/>
                    <a:pt x="1428266" y="677600"/>
                    <a:pt x="1431926" y="672392"/>
                  </a:cubicBezTo>
                  <a:close/>
                  <a:moveTo>
                    <a:pt x="1646166" y="509318"/>
                  </a:moveTo>
                  <a:cubicBezTo>
                    <a:pt x="1653642" y="510735"/>
                    <a:pt x="1661375" y="513570"/>
                    <a:pt x="1664986" y="516660"/>
                  </a:cubicBezTo>
                  <a:lnTo>
                    <a:pt x="1677361" y="521825"/>
                  </a:lnTo>
                  <a:cubicBezTo>
                    <a:pt x="1680035" y="525614"/>
                    <a:pt x="1682114" y="529794"/>
                    <a:pt x="1683554" y="534200"/>
                  </a:cubicBezTo>
                  <a:cubicBezTo>
                    <a:pt x="1683554" y="542450"/>
                    <a:pt x="1683554" y="544507"/>
                    <a:pt x="1683554" y="550701"/>
                  </a:cubicBezTo>
                  <a:cubicBezTo>
                    <a:pt x="1683099" y="556536"/>
                    <a:pt x="1683099" y="562393"/>
                    <a:pt x="1683554" y="568229"/>
                  </a:cubicBezTo>
                  <a:cubicBezTo>
                    <a:pt x="1683814" y="572701"/>
                    <a:pt x="1683814" y="577172"/>
                    <a:pt x="1683554" y="581633"/>
                  </a:cubicBezTo>
                  <a:cubicBezTo>
                    <a:pt x="1683554" y="586797"/>
                    <a:pt x="1678400" y="589883"/>
                    <a:pt x="1674265" y="595036"/>
                  </a:cubicBezTo>
                  <a:cubicBezTo>
                    <a:pt x="1670139" y="600201"/>
                    <a:pt x="1664986" y="595036"/>
                    <a:pt x="1662929" y="602258"/>
                  </a:cubicBezTo>
                  <a:cubicBezTo>
                    <a:pt x="1660861" y="609480"/>
                    <a:pt x="1656735" y="613605"/>
                    <a:pt x="1654678" y="614633"/>
                  </a:cubicBezTo>
                  <a:cubicBezTo>
                    <a:pt x="1650044" y="617914"/>
                    <a:pt x="1643840" y="617914"/>
                    <a:pt x="1639206" y="614633"/>
                  </a:cubicBezTo>
                  <a:cubicBezTo>
                    <a:pt x="1639206" y="614633"/>
                    <a:pt x="1639206" y="605355"/>
                    <a:pt x="1630956" y="602258"/>
                  </a:cubicBezTo>
                  <a:cubicBezTo>
                    <a:pt x="1622706" y="599173"/>
                    <a:pt x="1612388" y="592980"/>
                    <a:pt x="1610331" y="589883"/>
                  </a:cubicBezTo>
                  <a:cubicBezTo>
                    <a:pt x="1608263" y="586797"/>
                    <a:pt x="1596927" y="583701"/>
                    <a:pt x="1593830" y="579576"/>
                  </a:cubicBezTo>
                  <a:cubicBezTo>
                    <a:pt x="1590235" y="573675"/>
                    <a:pt x="1585288" y="568727"/>
                    <a:pt x="1579387" y="565133"/>
                  </a:cubicBezTo>
                  <a:cubicBezTo>
                    <a:pt x="1575662" y="562534"/>
                    <a:pt x="1573367" y="558333"/>
                    <a:pt x="1573204" y="553797"/>
                  </a:cubicBezTo>
                  <a:cubicBezTo>
                    <a:pt x="1573204" y="553797"/>
                    <a:pt x="1565983" y="542450"/>
                    <a:pt x="1568051" y="536257"/>
                  </a:cubicBezTo>
                  <a:lnTo>
                    <a:pt x="1564954" y="523882"/>
                  </a:lnTo>
                  <a:cubicBezTo>
                    <a:pt x="1564954" y="523882"/>
                    <a:pt x="1573204" y="523882"/>
                    <a:pt x="1578358" y="523882"/>
                  </a:cubicBezTo>
                  <a:lnTo>
                    <a:pt x="1593830" y="523882"/>
                  </a:lnTo>
                  <a:lnTo>
                    <a:pt x="1606205" y="517700"/>
                  </a:lnTo>
                  <a:cubicBezTo>
                    <a:pt x="1606205" y="517700"/>
                    <a:pt x="1617552" y="517700"/>
                    <a:pt x="1619609" y="517700"/>
                  </a:cubicBezTo>
                  <a:lnTo>
                    <a:pt x="1628888" y="510479"/>
                  </a:lnTo>
                  <a:cubicBezTo>
                    <a:pt x="1631470" y="507902"/>
                    <a:pt x="1638689" y="507902"/>
                    <a:pt x="1646166" y="509318"/>
                  </a:cubicBezTo>
                  <a:close/>
                  <a:moveTo>
                    <a:pt x="1473177" y="465101"/>
                  </a:moveTo>
                  <a:cubicBezTo>
                    <a:pt x="1469572" y="466757"/>
                    <a:pt x="1466388" y="469225"/>
                    <a:pt x="1463898" y="472322"/>
                  </a:cubicBezTo>
                  <a:lnTo>
                    <a:pt x="1460802" y="476447"/>
                  </a:lnTo>
                  <a:cubicBezTo>
                    <a:pt x="1457705" y="481601"/>
                    <a:pt x="1451523" y="486753"/>
                    <a:pt x="1451512" y="486753"/>
                  </a:cubicBezTo>
                  <a:cubicBezTo>
                    <a:pt x="1450667" y="490564"/>
                    <a:pt x="1448903" y="494105"/>
                    <a:pt x="1446358" y="497071"/>
                  </a:cubicBezTo>
                  <a:cubicBezTo>
                    <a:pt x="1440750" y="504304"/>
                    <a:pt x="1435574" y="511883"/>
                    <a:pt x="1430897" y="519754"/>
                  </a:cubicBezTo>
                  <a:cubicBezTo>
                    <a:pt x="1427800" y="524074"/>
                    <a:pt x="1427800" y="529877"/>
                    <a:pt x="1430897" y="534197"/>
                  </a:cubicBezTo>
                  <a:cubicBezTo>
                    <a:pt x="1434903" y="538128"/>
                    <a:pt x="1441324" y="538128"/>
                    <a:pt x="1445330" y="534197"/>
                  </a:cubicBezTo>
                  <a:cubicBezTo>
                    <a:pt x="1450851" y="530050"/>
                    <a:pt x="1455421" y="524777"/>
                    <a:pt x="1458734" y="518725"/>
                  </a:cubicBezTo>
                  <a:cubicBezTo>
                    <a:pt x="1461841" y="512002"/>
                    <a:pt x="1464602" y="505116"/>
                    <a:pt x="1466984" y="498100"/>
                  </a:cubicBezTo>
                  <a:cubicBezTo>
                    <a:pt x="1469875" y="491864"/>
                    <a:pt x="1471954" y="485282"/>
                    <a:pt x="1473177" y="478503"/>
                  </a:cubicBezTo>
                  <a:cubicBezTo>
                    <a:pt x="1473177" y="472322"/>
                    <a:pt x="1473177" y="465101"/>
                    <a:pt x="1473177" y="465101"/>
                  </a:cubicBezTo>
                  <a:close/>
                  <a:moveTo>
                    <a:pt x="1498954" y="383631"/>
                  </a:moveTo>
                  <a:cubicBezTo>
                    <a:pt x="1508569" y="383078"/>
                    <a:pt x="1518205" y="383078"/>
                    <a:pt x="1527830" y="383631"/>
                  </a:cubicBezTo>
                  <a:cubicBezTo>
                    <a:pt x="1532983" y="383631"/>
                    <a:pt x="1540205" y="396005"/>
                    <a:pt x="1543291" y="398073"/>
                  </a:cubicBezTo>
                  <a:cubicBezTo>
                    <a:pt x="1547654" y="400866"/>
                    <a:pt x="1550642" y="405349"/>
                    <a:pt x="1551541" y="410449"/>
                  </a:cubicBezTo>
                  <a:cubicBezTo>
                    <a:pt x="1551552" y="423852"/>
                    <a:pt x="1545359" y="432102"/>
                    <a:pt x="1545359" y="438295"/>
                  </a:cubicBezTo>
                  <a:cubicBezTo>
                    <a:pt x="1545922" y="444466"/>
                    <a:pt x="1545922" y="450681"/>
                    <a:pt x="1545359" y="456852"/>
                  </a:cubicBezTo>
                  <a:cubicBezTo>
                    <a:pt x="1545359" y="478506"/>
                    <a:pt x="1545359" y="499132"/>
                    <a:pt x="1545359" y="520796"/>
                  </a:cubicBezTo>
                  <a:cubicBezTo>
                    <a:pt x="1545359" y="526978"/>
                    <a:pt x="1545359" y="535229"/>
                    <a:pt x="1545359" y="543478"/>
                  </a:cubicBezTo>
                  <a:cubicBezTo>
                    <a:pt x="1544276" y="546716"/>
                    <a:pt x="1541504" y="549087"/>
                    <a:pt x="1538137" y="549671"/>
                  </a:cubicBezTo>
                  <a:cubicBezTo>
                    <a:pt x="1538137" y="549671"/>
                    <a:pt x="1531955" y="557922"/>
                    <a:pt x="1538137" y="564104"/>
                  </a:cubicBezTo>
                  <a:cubicBezTo>
                    <a:pt x="1541234" y="570307"/>
                    <a:pt x="1545846" y="575623"/>
                    <a:pt x="1551552" y="579576"/>
                  </a:cubicBezTo>
                  <a:cubicBezTo>
                    <a:pt x="1568767" y="604067"/>
                    <a:pt x="1583946" y="629942"/>
                    <a:pt x="1596927" y="656923"/>
                  </a:cubicBezTo>
                  <a:cubicBezTo>
                    <a:pt x="1601702" y="666320"/>
                    <a:pt x="1601702" y="677429"/>
                    <a:pt x="1596927" y="686827"/>
                  </a:cubicBezTo>
                  <a:cubicBezTo>
                    <a:pt x="1596927" y="691980"/>
                    <a:pt x="1596927" y="704355"/>
                    <a:pt x="1590734" y="711577"/>
                  </a:cubicBezTo>
                  <a:cubicBezTo>
                    <a:pt x="1584552" y="718798"/>
                    <a:pt x="1583513" y="726010"/>
                    <a:pt x="1580427" y="728078"/>
                  </a:cubicBezTo>
                  <a:cubicBezTo>
                    <a:pt x="1577504" y="729550"/>
                    <a:pt x="1574061" y="729550"/>
                    <a:pt x="1571138" y="728078"/>
                  </a:cubicBezTo>
                  <a:cubicBezTo>
                    <a:pt x="1571138" y="728078"/>
                    <a:pt x="1561859" y="728078"/>
                    <a:pt x="1558762" y="728078"/>
                  </a:cubicBezTo>
                  <a:lnTo>
                    <a:pt x="1547427" y="728078"/>
                  </a:lnTo>
                  <a:cubicBezTo>
                    <a:pt x="1541623" y="729138"/>
                    <a:pt x="1535690" y="729138"/>
                    <a:pt x="1529887" y="728078"/>
                  </a:cubicBezTo>
                  <a:cubicBezTo>
                    <a:pt x="1524733" y="728078"/>
                    <a:pt x="1520608" y="721885"/>
                    <a:pt x="1514415" y="718798"/>
                  </a:cubicBezTo>
                  <a:cubicBezTo>
                    <a:pt x="1503697" y="715043"/>
                    <a:pt x="1492653" y="712282"/>
                    <a:pt x="1481415" y="710548"/>
                  </a:cubicBezTo>
                  <a:cubicBezTo>
                    <a:pt x="1481425" y="705384"/>
                    <a:pt x="1489676" y="698173"/>
                    <a:pt x="1490704" y="697135"/>
                  </a:cubicBezTo>
                  <a:cubicBezTo>
                    <a:pt x="1495371" y="693551"/>
                    <a:pt x="1500600" y="690769"/>
                    <a:pt x="1506176" y="688884"/>
                  </a:cubicBezTo>
                  <a:cubicBezTo>
                    <a:pt x="1516483" y="682702"/>
                    <a:pt x="1518551" y="676509"/>
                    <a:pt x="1506176" y="661048"/>
                  </a:cubicBezTo>
                  <a:cubicBezTo>
                    <a:pt x="1504151" y="656706"/>
                    <a:pt x="1501737" y="652560"/>
                    <a:pt x="1498954" y="648674"/>
                  </a:cubicBezTo>
                  <a:cubicBezTo>
                    <a:pt x="1498954" y="648662"/>
                    <a:pt x="1491733" y="637327"/>
                    <a:pt x="1488636" y="631133"/>
                  </a:cubicBezTo>
                  <a:cubicBezTo>
                    <a:pt x="1485540" y="624952"/>
                    <a:pt x="1481425" y="616702"/>
                    <a:pt x="1477300" y="606383"/>
                  </a:cubicBezTo>
                  <a:cubicBezTo>
                    <a:pt x="1473175" y="596076"/>
                    <a:pt x="1471107" y="600202"/>
                    <a:pt x="1469050" y="601230"/>
                  </a:cubicBezTo>
                  <a:cubicBezTo>
                    <a:pt x="1466982" y="602258"/>
                    <a:pt x="1458732" y="601230"/>
                    <a:pt x="1454607" y="601230"/>
                  </a:cubicBezTo>
                  <a:cubicBezTo>
                    <a:pt x="1450482" y="601230"/>
                    <a:pt x="1448425" y="607411"/>
                    <a:pt x="1445328" y="608451"/>
                  </a:cubicBezTo>
                  <a:cubicBezTo>
                    <a:pt x="1440283" y="612025"/>
                    <a:pt x="1434718" y="614806"/>
                    <a:pt x="1428828" y="616702"/>
                  </a:cubicBezTo>
                  <a:cubicBezTo>
                    <a:pt x="1426143" y="617568"/>
                    <a:pt x="1423263" y="617568"/>
                    <a:pt x="1420578" y="616702"/>
                  </a:cubicBezTo>
                  <a:cubicBezTo>
                    <a:pt x="1415424" y="616702"/>
                    <a:pt x="1414385" y="616702"/>
                    <a:pt x="1410260" y="607411"/>
                  </a:cubicBezTo>
                  <a:lnTo>
                    <a:pt x="1404078" y="607411"/>
                  </a:lnTo>
                  <a:lnTo>
                    <a:pt x="1394799" y="596076"/>
                  </a:lnTo>
                  <a:lnTo>
                    <a:pt x="1380356" y="580605"/>
                  </a:lnTo>
                  <a:cubicBezTo>
                    <a:pt x="1373968" y="574217"/>
                    <a:pt x="1368100" y="567319"/>
                    <a:pt x="1362827" y="559979"/>
                  </a:cubicBezTo>
                  <a:lnTo>
                    <a:pt x="1347355" y="537296"/>
                  </a:lnTo>
                  <a:cubicBezTo>
                    <a:pt x="1338076" y="520796"/>
                    <a:pt x="1347355" y="511507"/>
                    <a:pt x="1347355" y="502228"/>
                  </a:cubicBezTo>
                  <a:lnTo>
                    <a:pt x="1357673" y="488825"/>
                  </a:lnTo>
                  <a:cubicBezTo>
                    <a:pt x="1357673" y="488825"/>
                    <a:pt x="1365924" y="488825"/>
                    <a:pt x="1373134" y="488825"/>
                  </a:cubicBezTo>
                  <a:cubicBezTo>
                    <a:pt x="1380356" y="488825"/>
                    <a:pt x="1381384" y="488825"/>
                    <a:pt x="1383452" y="488825"/>
                  </a:cubicBezTo>
                  <a:cubicBezTo>
                    <a:pt x="1391573" y="482903"/>
                    <a:pt x="1398556" y="475561"/>
                    <a:pt x="1404078" y="467171"/>
                  </a:cubicBezTo>
                  <a:cubicBezTo>
                    <a:pt x="1404078" y="462007"/>
                    <a:pt x="1414385" y="457881"/>
                    <a:pt x="1418510" y="450670"/>
                  </a:cubicBezTo>
                  <a:cubicBezTo>
                    <a:pt x="1421477" y="446167"/>
                    <a:pt x="1424930" y="442009"/>
                    <a:pt x="1428828" y="438295"/>
                  </a:cubicBezTo>
                  <a:lnTo>
                    <a:pt x="1438107" y="429006"/>
                  </a:lnTo>
                  <a:cubicBezTo>
                    <a:pt x="1442665" y="425098"/>
                    <a:pt x="1446195" y="420149"/>
                    <a:pt x="1448425" y="414573"/>
                  </a:cubicBezTo>
                  <a:lnTo>
                    <a:pt x="1448425" y="404255"/>
                  </a:lnTo>
                  <a:cubicBezTo>
                    <a:pt x="1449908" y="401364"/>
                    <a:pt x="1451630" y="398605"/>
                    <a:pt x="1453579" y="396005"/>
                  </a:cubicBezTo>
                  <a:cubicBezTo>
                    <a:pt x="1453579" y="396005"/>
                    <a:pt x="1453579" y="396005"/>
                    <a:pt x="1459761" y="388795"/>
                  </a:cubicBezTo>
                  <a:lnTo>
                    <a:pt x="1469050" y="391881"/>
                  </a:lnTo>
                  <a:cubicBezTo>
                    <a:pt x="1474171" y="391090"/>
                    <a:pt x="1479390" y="391090"/>
                    <a:pt x="1484511" y="391881"/>
                  </a:cubicBezTo>
                  <a:cubicBezTo>
                    <a:pt x="1484511" y="391881"/>
                    <a:pt x="1494829" y="383631"/>
                    <a:pt x="1498954" y="383631"/>
                  </a:cubicBezTo>
                  <a:close/>
                  <a:moveTo>
                    <a:pt x="4049260" y="354753"/>
                  </a:moveTo>
                  <a:cubicBezTo>
                    <a:pt x="4049260" y="354753"/>
                    <a:pt x="4069885" y="364031"/>
                    <a:pt x="4069885" y="368156"/>
                  </a:cubicBezTo>
                  <a:cubicBezTo>
                    <a:pt x="4070318" y="376558"/>
                    <a:pt x="4073588" y="384548"/>
                    <a:pt x="4079164" y="390849"/>
                  </a:cubicBezTo>
                  <a:cubicBezTo>
                    <a:pt x="4079164" y="398060"/>
                    <a:pt x="4079164" y="399100"/>
                    <a:pt x="4079164" y="405282"/>
                  </a:cubicBezTo>
                  <a:cubicBezTo>
                    <a:pt x="4079164" y="411475"/>
                    <a:pt x="4079164" y="415600"/>
                    <a:pt x="4074010" y="418685"/>
                  </a:cubicBezTo>
                  <a:lnTo>
                    <a:pt x="4053385" y="435196"/>
                  </a:lnTo>
                  <a:cubicBezTo>
                    <a:pt x="4053385" y="435196"/>
                    <a:pt x="4043067" y="445504"/>
                    <a:pt x="4045135" y="447561"/>
                  </a:cubicBezTo>
                  <a:cubicBezTo>
                    <a:pt x="4048545" y="448167"/>
                    <a:pt x="4052031" y="448167"/>
                    <a:pt x="4055442" y="447561"/>
                  </a:cubicBezTo>
                  <a:lnTo>
                    <a:pt x="4068856" y="447561"/>
                  </a:lnTo>
                  <a:lnTo>
                    <a:pt x="4084317" y="447561"/>
                  </a:lnTo>
                  <a:cubicBezTo>
                    <a:pt x="4091539" y="447561"/>
                    <a:pt x="4102885" y="447561"/>
                    <a:pt x="4105971" y="447561"/>
                  </a:cubicBezTo>
                  <a:cubicBezTo>
                    <a:pt x="4109068" y="447561"/>
                    <a:pt x="4128664" y="454782"/>
                    <a:pt x="4128664" y="460975"/>
                  </a:cubicBezTo>
                  <a:cubicBezTo>
                    <a:pt x="4128664" y="467157"/>
                    <a:pt x="4135886" y="471282"/>
                    <a:pt x="4145164" y="478504"/>
                  </a:cubicBezTo>
                  <a:cubicBezTo>
                    <a:pt x="4154443" y="485725"/>
                    <a:pt x="4145164" y="501186"/>
                    <a:pt x="4145164" y="512533"/>
                  </a:cubicBezTo>
                  <a:cubicBezTo>
                    <a:pt x="4145164" y="523879"/>
                    <a:pt x="4145164" y="519754"/>
                    <a:pt x="4135886" y="512533"/>
                  </a:cubicBezTo>
                  <a:cubicBezTo>
                    <a:pt x="4126607" y="505311"/>
                    <a:pt x="4127636" y="512533"/>
                    <a:pt x="4120414" y="512533"/>
                  </a:cubicBezTo>
                  <a:cubicBezTo>
                    <a:pt x="4109804" y="513886"/>
                    <a:pt x="4099063" y="513886"/>
                    <a:pt x="4088442" y="512533"/>
                  </a:cubicBezTo>
                  <a:cubicBezTo>
                    <a:pt x="4082271" y="513042"/>
                    <a:pt x="4076067" y="513042"/>
                    <a:pt x="4069885" y="512533"/>
                  </a:cubicBezTo>
                  <a:lnTo>
                    <a:pt x="4052356" y="504283"/>
                  </a:lnTo>
                  <a:cubicBezTo>
                    <a:pt x="4041887" y="501565"/>
                    <a:pt x="4031179" y="499833"/>
                    <a:pt x="4020384" y="499129"/>
                  </a:cubicBezTo>
                  <a:cubicBezTo>
                    <a:pt x="4014830" y="501056"/>
                    <a:pt x="4009612" y="503839"/>
                    <a:pt x="4004913" y="507379"/>
                  </a:cubicBezTo>
                  <a:cubicBezTo>
                    <a:pt x="3997691" y="507379"/>
                    <a:pt x="3995634" y="524908"/>
                    <a:pt x="3995634" y="529033"/>
                  </a:cubicBezTo>
                  <a:cubicBezTo>
                    <a:pt x="3998341" y="552755"/>
                    <a:pt x="4004242" y="576000"/>
                    <a:pt x="4013163" y="598130"/>
                  </a:cubicBezTo>
                  <a:cubicBezTo>
                    <a:pt x="4013163" y="608437"/>
                    <a:pt x="4013163" y="638352"/>
                    <a:pt x="4024509" y="651756"/>
                  </a:cubicBezTo>
                  <a:cubicBezTo>
                    <a:pt x="4032337" y="664856"/>
                    <a:pt x="4038898" y="678661"/>
                    <a:pt x="4044106" y="693006"/>
                  </a:cubicBezTo>
                  <a:cubicBezTo>
                    <a:pt x="4044095" y="700228"/>
                    <a:pt x="4055442" y="706410"/>
                    <a:pt x="4058538" y="711564"/>
                  </a:cubicBezTo>
                  <a:cubicBezTo>
                    <a:pt x="4061635" y="716728"/>
                    <a:pt x="4064731" y="726007"/>
                    <a:pt x="4067817" y="729103"/>
                  </a:cubicBezTo>
                  <a:cubicBezTo>
                    <a:pt x="4076641" y="738945"/>
                    <a:pt x="4084902" y="749273"/>
                    <a:pt x="4092567" y="760036"/>
                  </a:cubicBezTo>
                  <a:cubicBezTo>
                    <a:pt x="4092567" y="760036"/>
                    <a:pt x="4100817" y="767257"/>
                    <a:pt x="4100817" y="771382"/>
                  </a:cubicBezTo>
                  <a:cubicBezTo>
                    <a:pt x="4100817" y="775507"/>
                    <a:pt x="4094635" y="771382"/>
                    <a:pt x="4092567" y="777564"/>
                  </a:cubicBezTo>
                  <a:cubicBezTo>
                    <a:pt x="4090510" y="783757"/>
                    <a:pt x="4092567" y="786854"/>
                    <a:pt x="4084317" y="788911"/>
                  </a:cubicBezTo>
                  <a:cubicBezTo>
                    <a:pt x="4076359" y="792018"/>
                    <a:pt x="4067525" y="792018"/>
                    <a:pt x="4059567" y="788911"/>
                  </a:cubicBezTo>
                  <a:cubicBezTo>
                    <a:pt x="4059567" y="788911"/>
                    <a:pt x="4052356" y="788911"/>
                    <a:pt x="4049260" y="788911"/>
                  </a:cubicBezTo>
                  <a:cubicBezTo>
                    <a:pt x="4046196" y="789496"/>
                    <a:pt x="4043045" y="789496"/>
                    <a:pt x="4039981" y="788911"/>
                  </a:cubicBezTo>
                  <a:lnTo>
                    <a:pt x="4023481" y="777564"/>
                  </a:lnTo>
                  <a:cubicBezTo>
                    <a:pt x="4017234" y="775280"/>
                    <a:pt x="4011344" y="772162"/>
                    <a:pt x="4005941" y="768286"/>
                  </a:cubicBezTo>
                  <a:cubicBezTo>
                    <a:pt x="4005941" y="768286"/>
                    <a:pt x="3994606" y="761075"/>
                    <a:pt x="3991509" y="755910"/>
                  </a:cubicBezTo>
                  <a:cubicBezTo>
                    <a:pt x="3988413" y="750757"/>
                    <a:pt x="3976037" y="744575"/>
                    <a:pt x="3969855" y="738382"/>
                  </a:cubicBezTo>
                  <a:cubicBezTo>
                    <a:pt x="3964734" y="733975"/>
                    <a:pt x="3961735" y="727598"/>
                    <a:pt x="3961605" y="720853"/>
                  </a:cubicBezTo>
                  <a:cubicBezTo>
                    <a:pt x="3961605" y="705381"/>
                    <a:pt x="3972941" y="705381"/>
                    <a:pt x="3961605" y="671352"/>
                  </a:cubicBezTo>
                  <a:cubicBezTo>
                    <a:pt x="3958595" y="656715"/>
                    <a:pt x="3956527" y="641903"/>
                    <a:pt x="3955412" y="627006"/>
                  </a:cubicBezTo>
                  <a:cubicBezTo>
                    <a:pt x="3954373" y="618192"/>
                    <a:pt x="3952294" y="609542"/>
                    <a:pt x="3949230" y="601227"/>
                  </a:cubicBezTo>
                  <a:cubicBezTo>
                    <a:pt x="3940969" y="582658"/>
                    <a:pt x="3936855" y="558937"/>
                    <a:pt x="3933758" y="553783"/>
                  </a:cubicBezTo>
                  <a:cubicBezTo>
                    <a:pt x="3930662" y="548630"/>
                    <a:pt x="3906940" y="570283"/>
                    <a:pt x="3890440" y="575437"/>
                  </a:cubicBezTo>
                  <a:cubicBezTo>
                    <a:pt x="3873940" y="580602"/>
                    <a:pt x="3860536" y="580602"/>
                    <a:pt x="3837843" y="587812"/>
                  </a:cubicBezTo>
                  <a:cubicBezTo>
                    <a:pt x="3822469" y="590227"/>
                    <a:pt x="3806813" y="590227"/>
                    <a:pt x="3791439" y="587812"/>
                  </a:cubicBezTo>
                  <a:lnTo>
                    <a:pt x="3758439" y="587812"/>
                  </a:lnTo>
                  <a:cubicBezTo>
                    <a:pt x="3749160" y="587812"/>
                    <a:pt x="3738853" y="580602"/>
                    <a:pt x="3731631" y="579562"/>
                  </a:cubicBezTo>
                  <a:lnTo>
                    <a:pt x="3718228" y="579562"/>
                  </a:lnTo>
                  <a:cubicBezTo>
                    <a:pt x="3718228" y="579562"/>
                    <a:pt x="3718228" y="571312"/>
                    <a:pt x="3718228" y="567198"/>
                  </a:cubicBezTo>
                  <a:cubicBezTo>
                    <a:pt x="3718228" y="563062"/>
                    <a:pt x="3718228" y="553783"/>
                    <a:pt x="3718228" y="549658"/>
                  </a:cubicBezTo>
                  <a:cubicBezTo>
                    <a:pt x="3718228" y="545533"/>
                    <a:pt x="3711006" y="542437"/>
                    <a:pt x="3709977" y="539351"/>
                  </a:cubicBezTo>
                  <a:cubicBezTo>
                    <a:pt x="3708938" y="536254"/>
                    <a:pt x="3709977" y="533158"/>
                    <a:pt x="3721313" y="539351"/>
                  </a:cubicBezTo>
                  <a:cubicBezTo>
                    <a:pt x="3728805" y="540899"/>
                    <a:pt x="3736525" y="540899"/>
                    <a:pt x="3744006" y="539351"/>
                  </a:cubicBezTo>
                  <a:cubicBezTo>
                    <a:pt x="3749127" y="540174"/>
                    <a:pt x="3754346" y="540174"/>
                    <a:pt x="3759478" y="539351"/>
                  </a:cubicBezTo>
                  <a:cubicBezTo>
                    <a:pt x="3759478" y="539351"/>
                    <a:pt x="3766689" y="539351"/>
                    <a:pt x="3769785" y="539351"/>
                  </a:cubicBezTo>
                  <a:cubicBezTo>
                    <a:pt x="3797329" y="534544"/>
                    <a:pt x="3824537" y="527994"/>
                    <a:pt x="3851258" y="519754"/>
                  </a:cubicBezTo>
                  <a:cubicBezTo>
                    <a:pt x="3866762" y="514871"/>
                    <a:pt x="3880902" y="506394"/>
                    <a:pt x="3892508" y="495004"/>
                  </a:cubicBezTo>
                  <a:cubicBezTo>
                    <a:pt x="3897911" y="492027"/>
                    <a:pt x="3902512" y="487772"/>
                    <a:pt x="3905912" y="482629"/>
                  </a:cubicBezTo>
                  <a:cubicBezTo>
                    <a:pt x="3905912" y="482629"/>
                    <a:pt x="3897662" y="482629"/>
                    <a:pt x="3894565" y="477476"/>
                  </a:cubicBezTo>
                  <a:lnTo>
                    <a:pt x="3886315" y="477476"/>
                  </a:lnTo>
                  <a:lnTo>
                    <a:pt x="3873940" y="477476"/>
                  </a:lnTo>
                  <a:cubicBezTo>
                    <a:pt x="3869717" y="477151"/>
                    <a:pt x="3865895" y="474866"/>
                    <a:pt x="3863633" y="471282"/>
                  </a:cubicBezTo>
                  <a:cubicBezTo>
                    <a:pt x="3863633" y="466129"/>
                    <a:pt x="3863633" y="459936"/>
                    <a:pt x="3852286" y="454782"/>
                  </a:cubicBezTo>
                  <a:cubicBezTo>
                    <a:pt x="3843830" y="445536"/>
                    <a:pt x="3841795" y="432089"/>
                    <a:pt x="3847132" y="420753"/>
                  </a:cubicBezTo>
                  <a:cubicBezTo>
                    <a:pt x="3849049" y="414712"/>
                    <a:pt x="3854257" y="410305"/>
                    <a:pt x="3860536" y="409418"/>
                  </a:cubicBezTo>
                  <a:cubicBezTo>
                    <a:pt x="3864975" y="410143"/>
                    <a:pt x="3869501" y="410143"/>
                    <a:pt x="3873951" y="409418"/>
                  </a:cubicBezTo>
                  <a:cubicBezTo>
                    <a:pt x="3873940" y="409407"/>
                    <a:pt x="3882190" y="409407"/>
                    <a:pt x="3887354" y="409407"/>
                  </a:cubicBezTo>
                  <a:cubicBezTo>
                    <a:pt x="3891750" y="408357"/>
                    <a:pt x="3896352" y="408357"/>
                    <a:pt x="3900758" y="409407"/>
                  </a:cubicBezTo>
                  <a:cubicBezTo>
                    <a:pt x="3900758" y="409407"/>
                    <a:pt x="3915190" y="418685"/>
                    <a:pt x="3923440" y="422821"/>
                  </a:cubicBezTo>
                  <a:cubicBezTo>
                    <a:pt x="3937829" y="428700"/>
                    <a:pt x="3953290" y="431515"/>
                    <a:pt x="3968816" y="431061"/>
                  </a:cubicBezTo>
                  <a:cubicBezTo>
                    <a:pt x="3974836" y="418826"/>
                    <a:pt x="3984114" y="408476"/>
                    <a:pt x="3995634" y="401157"/>
                  </a:cubicBezTo>
                  <a:cubicBezTo>
                    <a:pt x="4001275" y="394660"/>
                    <a:pt x="4006450" y="387775"/>
                    <a:pt x="4011106" y="380532"/>
                  </a:cubicBezTo>
                  <a:cubicBezTo>
                    <a:pt x="4015664" y="374804"/>
                    <a:pt x="4018847" y="368102"/>
                    <a:pt x="4020384" y="360935"/>
                  </a:cubicBezTo>
                  <a:cubicBezTo>
                    <a:pt x="4020384" y="355781"/>
                    <a:pt x="4026567" y="360946"/>
                    <a:pt x="4030692" y="360946"/>
                  </a:cubicBezTo>
                  <a:cubicBezTo>
                    <a:pt x="4034817" y="360946"/>
                    <a:pt x="4041010" y="369185"/>
                    <a:pt x="4045135" y="371253"/>
                  </a:cubicBezTo>
                  <a:cubicBezTo>
                    <a:pt x="4049260" y="373310"/>
                    <a:pt x="4055442" y="371253"/>
                    <a:pt x="4058538" y="371253"/>
                  </a:cubicBezTo>
                  <a:close/>
                  <a:moveTo>
                    <a:pt x="1383200" y="242484"/>
                  </a:moveTo>
                  <a:cubicBezTo>
                    <a:pt x="1385778" y="241841"/>
                    <a:pt x="1388098" y="241841"/>
                    <a:pt x="1389646" y="244417"/>
                  </a:cubicBezTo>
                  <a:cubicBezTo>
                    <a:pt x="1392742" y="249571"/>
                    <a:pt x="1399953" y="254724"/>
                    <a:pt x="1403049" y="256792"/>
                  </a:cubicBezTo>
                  <a:cubicBezTo>
                    <a:pt x="1406146" y="258850"/>
                    <a:pt x="1416453" y="256792"/>
                    <a:pt x="1425742" y="272253"/>
                  </a:cubicBezTo>
                  <a:cubicBezTo>
                    <a:pt x="1435021" y="287725"/>
                    <a:pt x="1431925" y="288753"/>
                    <a:pt x="1425742" y="302168"/>
                  </a:cubicBezTo>
                  <a:cubicBezTo>
                    <a:pt x="1419549" y="315572"/>
                    <a:pt x="1425742" y="311447"/>
                    <a:pt x="1432953" y="308350"/>
                  </a:cubicBezTo>
                  <a:lnTo>
                    <a:pt x="1470078" y="272253"/>
                  </a:lnTo>
                  <a:cubicBezTo>
                    <a:pt x="1476488" y="264566"/>
                    <a:pt x="1483753" y="257647"/>
                    <a:pt x="1491732" y="251628"/>
                  </a:cubicBezTo>
                  <a:cubicBezTo>
                    <a:pt x="1491732" y="251628"/>
                    <a:pt x="1499993" y="251628"/>
                    <a:pt x="1505146" y="251628"/>
                  </a:cubicBezTo>
                  <a:cubicBezTo>
                    <a:pt x="1510300" y="251628"/>
                    <a:pt x="1514425" y="246474"/>
                    <a:pt x="1517522" y="251628"/>
                  </a:cubicBezTo>
                  <a:cubicBezTo>
                    <a:pt x="1524115" y="254389"/>
                    <a:pt x="1531542" y="254389"/>
                    <a:pt x="1538147" y="251628"/>
                  </a:cubicBezTo>
                  <a:cubicBezTo>
                    <a:pt x="1538147" y="251628"/>
                    <a:pt x="1546397" y="251628"/>
                    <a:pt x="1547425" y="251628"/>
                  </a:cubicBezTo>
                  <a:lnTo>
                    <a:pt x="1555675" y="266071"/>
                  </a:lnTo>
                  <a:cubicBezTo>
                    <a:pt x="1555675" y="275350"/>
                    <a:pt x="1547425" y="291850"/>
                    <a:pt x="1543300" y="300100"/>
                  </a:cubicBezTo>
                  <a:cubicBezTo>
                    <a:pt x="1539175" y="308350"/>
                    <a:pt x="1536079" y="300100"/>
                    <a:pt x="1528868" y="300100"/>
                  </a:cubicBezTo>
                  <a:lnTo>
                    <a:pt x="1507204" y="314543"/>
                  </a:lnTo>
                  <a:lnTo>
                    <a:pt x="1491732" y="326918"/>
                  </a:lnTo>
                  <a:lnTo>
                    <a:pt x="1478328" y="341350"/>
                  </a:lnTo>
                  <a:lnTo>
                    <a:pt x="1465953" y="356822"/>
                  </a:lnTo>
                  <a:cubicBezTo>
                    <a:pt x="1460616" y="359204"/>
                    <a:pt x="1455440" y="361965"/>
                    <a:pt x="1450493" y="365072"/>
                  </a:cubicBezTo>
                  <a:cubicBezTo>
                    <a:pt x="1445577" y="373040"/>
                    <a:pt x="1440056" y="380631"/>
                    <a:pt x="1433982" y="387754"/>
                  </a:cubicBezTo>
                  <a:cubicBezTo>
                    <a:pt x="1418467" y="401061"/>
                    <a:pt x="1403980" y="415547"/>
                    <a:pt x="1390674" y="431072"/>
                  </a:cubicBezTo>
                  <a:cubicBezTo>
                    <a:pt x="1390674" y="437255"/>
                    <a:pt x="1381396" y="438294"/>
                    <a:pt x="1378299" y="443448"/>
                  </a:cubicBezTo>
                  <a:cubicBezTo>
                    <a:pt x="1375203" y="448601"/>
                    <a:pt x="1369021" y="450669"/>
                    <a:pt x="1366953" y="455823"/>
                  </a:cubicBezTo>
                  <a:cubicBezTo>
                    <a:pt x="1364896" y="460977"/>
                    <a:pt x="1358703" y="463044"/>
                    <a:pt x="1355617" y="466130"/>
                  </a:cubicBezTo>
                  <a:cubicBezTo>
                    <a:pt x="1352521" y="469227"/>
                    <a:pt x="1350453" y="471295"/>
                    <a:pt x="1345299" y="474391"/>
                  </a:cubicBezTo>
                  <a:cubicBezTo>
                    <a:pt x="1340145" y="477477"/>
                    <a:pt x="1340145" y="481602"/>
                    <a:pt x="1336020" y="484698"/>
                  </a:cubicBezTo>
                  <a:cubicBezTo>
                    <a:pt x="1332826" y="487438"/>
                    <a:pt x="1329373" y="489863"/>
                    <a:pt x="1325702" y="491920"/>
                  </a:cubicBezTo>
                  <a:cubicBezTo>
                    <a:pt x="1325702" y="491920"/>
                    <a:pt x="1317452" y="497073"/>
                    <a:pt x="1317452" y="497073"/>
                  </a:cubicBezTo>
                  <a:cubicBezTo>
                    <a:pt x="1317452" y="497073"/>
                    <a:pt x="1311270" y="505323"/>
                    <a:pt x="1306117" y="508420"/>
                  </a:cubicBezTo>
                  <a:cubicBezTo>
                    <a:pt x="1302425" y="511668"/>
                    <a:pt x="1299285" y="515501"/>
                    <a:pt x="1296827" y="519756"/>
                  </a:cubicBezTo>
                  <a:cubicBezTo>
                    <a:pt x="1296827" y="519756"/>
                    <a:pt x="1296827" y="526977"/>
                    <a:pt x="1290645" y="531102"/>
                  </a:cubicBezTo>
                  <a:cubicBezTo>
                    <a:pt x="1284452" y="535227"/>
                    <a:pt x="1290645" y="531102"/>
                    <a:pt x="1279299" y="531102"/>
                  </a:cubicBezTo>
                  <a:cubicBezTo>
                    <a:pt x="1267952" y="531102"/>
                    <a:pt x="1268991" y="538324"/>
                    <a:pt x="1263827" y="539352"/>
                  </a:cubicBezTo>
                  <a:cubicBezTo>
                    <a:pt x="1258673" y="540381"/>
                    <a:pt x="1253520" y="532131"/>
                    <a:pt x="1251452" y="525949"/>
                  </a:cubicBezTo>
                  <a:lnTo>
                    <a:pt x="1242173" y="513574"/>
                  </a:lnTo>
                  <a:cubicBezTo>
                    <a:pt x="1240755" y="509568"/>
                    <a:pt x="1240755" y="505204"/>
                    <a:pt x="1242173" y="501198"/>
                  </a:cubicBezTo>
                  <a:cubicBezTo>
                    <a:pt x="1247316" y="489516"/>
                    <a:pt x="1254278" y="478722"/>
                    <a:pt x="1262798" y="469227"/>
                  </a:cubicBezTo>
                  <a:cubicBezTo>
                    <a:pt x="1262798" y="469227"/>
                    <a:pt x="1270020" y="469227"/>
                    <a:pt x="1273106" y="469227"/>
                  </a:cubicBezTo>
                  <a:cubicBezTo>
                    <a:pt x="1276202" y="469227"/>
                    <a:pt x="1282395" y="456852"/>
                    <a:pt x="1286520" y="453755"/>
                  </a:cubicBezTo>
                  <a:lnTo>
                    <a:pt x="1321577" y="421794"/>
                  </a:lnTo>
                  <a:cubicBezTo>
                    <a:pt x="1326742" y="415601"/>
                    <a:pt x="1334992" y="414573"/>
                    <a:pt x="1337049" y="408380"/>
                  </a:cubicBezTo>
                  <a:cubicBezTo>
                    <a:pt x="1345028" y="398560"/>
                    <a:pt x="1353647" y="389259"/>
                    <a:pt x="1362828" y="380543"/>
                  </a:cubicBezTo>
                  <a:cubicBezTo>
                    <a:pt x="1367375" y="376559"/>
                    <a:pt x="1370309" y="371059"/>
                    <a:pt x="1371078" y="365072"/>
                  </a:cubicBezTo>
                  <a:lnTo>
                    <a:pt x="1363867" y="357851"/>
                  </a:lnTo>
                  <a:cubicBezTo>
                    <a:pt x="1363867" y="357851"/>
                    <a:pt x="1357674" y="357851"/>
                    <a:pt x="1353549" y="357851"/>
                  </a:cubicBezTo>
                  <a:cubicBezTo>
                    <a:pt x="1349424" y="357851"/>
                    <a:pt x="1342203" y="357851"/>
                    <a:pt x="1341174" y="357851"/>
                  </a:cubicBezTo>
                  <a:cubicBezTo>
                    <a:pt x="1340145" y="357851"/>
                    <a:pt x="1341174" y="350629"/>
                    <a:pt x="1341174" y="347543"/>
                  </a:cubicBezTo>
                  <a:cubicBezTo>
                    <a:pt x="1341683" y="344122"/>
                    <a:pt x="1341683" y="340646"/>
                    <a:pt x="1341174" y="337225"/>
                  </a:cubicBezTo>
                  <a:lnTo>
                    <a:pt x="1341174" y="323822"/>
                  </a:lnTo>
                  <a:cubicBezTo>
                    <a:pt x="1341174" y="316600"/>
                    <a:pt x="1318492" y="307321"/>
                    <a:pt x="1313327" y="304225"/>
                  </a:cubicBezTo>
                  <a:cubicBezTo>
                    <a:pt x="1311779" y="300598"/>
                    <a:pt x="1311779" y="296506"/>
                    <a:pt x="1313327" y="292878"/>
                  </a:cubicBezTo>
                  <a:cubicBezTo>
                    <a:pt x="1313327" y="284628"/>
                    <a:pt x="1322617" y="283599"/>
                    <a:pt x="1328799" y="280503"/>
                  </a:cubicBezTo>
                  <a:cubicBezTo>
                    <a:pt x="1334992" y="277418"/>
                    <a:pt x="1328799" y="272253"/>
                    <a:pt x="1336020" y="270196"/>
                  </a:cubicBezTo>
                  <a:cubicBezTo>
                    <a:pt x="1343242" y="268128"/>
                    <a:pt x="1342203" y="270196"/>
                    <a:pt x="1344270" y="264003"/>
                  </a:cubicBezTo>
                  <a:cubicBezTo>
                    <a:pt x="1346328" y="257821"/>
                    <a:pt x="1344270" y="257821"/>
                    <a:pt x="1351492" y="254724"/>
                  </a:cubicBezTo>
                  <a:lnTo>
                    <a:pt x="1339117" y="257821"/>
                  </a:lnTo>
                  <a:lnTo>
                    <a:pt x="1350453" y="252667"/>
                  </a:lnTo>
                  <a:cubicBezTo>
                    <a:pt x="1355325" y="250632"/>
                    <a:pt x="1359850" y="247849"/>
                    <a:pt x="1363867" y="244417"/>
                  </a:cubicBezTo>
                  <a:cubicBezTo>
                    <a:pt x="1363867" y="244417"/>
                    <a:pt x="1370049" y="244417"/>
                    <a:pt x="1375203" y="244417"/>
                  </a:cubicBezTo>
                  <a:cubicBezTo>
                    <a:pt x="1377785" y="244417"/>
                    <a:pt x="1380622" y="243129"/>
                    <a:pt x="1383200" y="242484"/>
                  </a:cubicBezTo>
                  <a:close/>
                  <a:moveTo>
                    <a:pt x="2319836" y="154694"/>
                  </a:moveTo>
                  <a:lnTo>
                    <a:pt x="2301267" y="159847"/>
                  </a:lnTo>
                  <a:cubicBezTo>
                    <a:pt x="2299589" y="163441"/>
                    <a:pt x="2299589" y="167599"/>
                    <a:pt x="2301267" y="171193"/>
                  </a:cubicBezTo>
                  <a:cubicBezTo>
                    <a:pt x="2301267" y="175318"/>
                    <a:pt x="2301267" y="180472"/>
                    <a:pt x="2301267" y="180472"/>
                  </a:cubicBezTo>
                  <a:cubicBezTo>
                    <a:pt x="2307006" y="182052"/>
                    <a:pt x="2313069" y="182052"/>
                    <a:pt x="2318808" y="180472"/>
                  </a:cubicBezTo>
                  <a:cubicBezTo>
                    <a:pt x="2324968" y="175069"/>
                    <a:pt x="2328054" y="166960"/>
                    <a:pt x="2327047" y="158819"/>
                  </a:cubicBezTo>
                  <a:lnTo>
                    <a:pt x="2320865" y="158819"/>
                  </a:lnTo>
                  <a:close/>
                  <a:moveTo>
                    <a:pt x="2375531" y="130974"/>
                  </a:moveTo>
                  <a:cubicBezTo>
                    <a:pt x="2370378" y="133031"/>
                    <a:pt x="2361089" y="133031"/>
                    <a:pt x="2361089" y="138195"/>
                  </a:cubicBezTo>
                  <a:cubicBezTo>
                    <a:pt x="2361089" y="143348"/>
                    <a:pt x="2360061" y="146444"/>
                    <a:pt x="2361089" y="153665"/>
                  </a:cubicBezTo>
                  <a:cubicBezTo>
                    <a:pt x="2362118" y="160876"/>
                    <a:pt x="2371407" y="160876"/>
                    <a:pt x="2371407" y="160876"/>
                  </a:cubicBezTo>
                  <a:cubicBezTo>
                    <a:pt x="2378541" y="158754"/>
                    <a:pt x="2384268" y="153416"/>
                    <a:pt x="2386877" y="146444"/>
                  </a:cubicBezTo>
                  <a:cubicBezTo>
                    <a:pt x="2387212" y="141984"/>
                    <a:pt x="2387212" y="137502"/>
                    <a:pt x="2386877" y="133031"/>
                  </a:cubicBezTo>
                  <a:cubicBezTo>
                    <a:pt x="2384809" y="133031"/>
                    <a:pt x="2376560" y="133031"/>
                    <a:pt x="2376560" y="133031"/>
                  </a:cubicBezTo>
                  <a:close/>
                  <a:moveTo>
                    <a:pt x="2306432" y="95915"/>
                  </a:moveTo>
                  <a:lnTo>
                    <a:pt x="2310546" y="100039"/>
                  </a:lnTo>
                  <a:cubicBezTo>
                    <a:pt x="2307460" y="104164"/>
                    <a:pt x="2296113" y="108289"/>
                    <a:pt x="2296113" y="113442"/>
                  </a:cubicBezTo>
                  <a:cubicBezTo>
                    <a:pt x="2296113" y="118607"/>
                    <a:pt x="2296113" y="128913"/>
                    <a:pt x="2296113" y="128913"/>
                  </a:cubicBezTo>
                  <a:cubicBezTo>
                    <a:pt x="2296113" y="128913"/>
                    <a:pt x="2297142" y="136134"/>
                    <a:pt x="2304364" y="128913"/>
                  </a:cubicBezTo>
                  <a:cubicBezTo>
                    <a:pt x="2311586" y="121692"/>
                    <a:pt x="2320865" y="120664"/>
                    <a:pt x="2320865" y="108289"/>
                  </a:cubicBezTo>
                  <a:cubicBezTo>
                    <a:pt x="2320865" y="95915"/>
                    <a:pt x="2316740" y="95915"/>
                    <a:pt x="2306432" y="95915"/>
                  </a:cubicBezTo>
                  <a:close/>
                  <a:moveTo>
                    <a:pt x="3341817" y="93847"/>
                  </a:moveTo>
                  <a:cubicBezTo>
                    <a:pt x="3346224" y="95276"/>
                    <a:pt x="3349678" y="98730"/>
                    <a:pt x="3351096" y="103125"/>
                  </a:cubicBezTo>
                  <a:cubicBezTo>
                    <a:pt x="3355578" y="109069"/>
                    <a:pt x="3359714" y="115273"/>
                    <a:pt x="3363471" y="121693"/>
                  </a:cubicBezTo>
                  <a:cubicBezTo>
                    <a:pt x="3364532" y="127139"/>
                    <a:pt x="3364532" y="132737"/>
                    <a:pt x="3363471" y="138193"/>
                  </a:cubicBezTo>
                  <a:cubicBezTo>
                    <a:pt x="3363482" y="138193"/>
                    <a:pt x="3368636" y="148501"/>
                    <a:pt x="3363482" y="150569"/>
                  </a:cubicBezTo>
                  <a:cubicBezTo>
                    <a:pt x="3358318" y="152626"/>
                    <a:pt x="3348010" y="160876"/>
                    <a:pt x="3332539" y="167069"/>
                  </a:cubicBezTo>
                  <a:cubicBezTo>
                    <a:pt x="3323542" y="169505"/>
                    <a:pt x="3315129" y="173716"/>
                    <a:pt x="3307789" y="179444"/>
                  </a:cubicBezTo>
                  <a:cubicBezTo>
                    <a:pt x="3302581" y="182995"/>
                    <a:pt x="3296540" y="185128"/>
                    <a:pt x="3290260" y="185626"/>
                  </a:cubicBezTo>
                  <a:cubicBezTo>
                    <a:pt x="3272731" y="185626"/>
                    <a:pt x="3258288" y="185626"/>
                    <a:pt x="3254163" y="200069"/>
                  </a:cubicBezTo>
                  <a:cubicBezTo>
                    <a:pt x="3250038" y="214501"/>
                    <a:pt x="3254163" y="210376"/>
                    <a:pt x="3254163" y="226877"/>
                  </a:cubicBezTo>
                  <a:cubicBezTo>
                    <a:pt x="3252290" y="231229"/>
                    <a:pt x="3249464" y="235094"/>
                    <a:pt x="3245913" y="238223"/>
                  </a:cubicBezTo>
                  <a:cubicBezTo>
                    <a:pt x="3240760" y="238223"/>
                    <a:pt x="3240760" y="244405"/>
                    <a:pt x="3238692" y="247502"/>
                  </a:cubicBezTo>
                  <a:cubicBezTo>
                    <a:pt x="3238378" y="251724"/>
                    <a:pt x="3236082" y="255546"/>
                    <a:pt x="3232510" y="257820"/>
                  </a:cubicBezTo>
                  <a:cubicBezTo>
                    <a:pt x="3232510" y="257820"/>
                    <a:pt x="3232510" y="266070"/>
                    <a:pt x="3227356" y="270195"/>
                  </a:cubicBezTo>
                  <a:cubicBezTo>
                    <a:pt x="3222192" y="274320"/>
                    <a:pt x="3218067" y="297002"/>
                    <a:pt x="3221163" y="302156"/>
                  </a:cubicBezTo>
                  <a:cubicBezTo>
                    <a:pt x="3224259" y="307320"/>
                    <a:pt x="3261385" y="310406"/>
                    <a:pt x="3278913" y="314531"/>
                  </a:cubicBezTo>
                  <a:cubicBezTo>
                    <a:pt x="3296442" y="318656"/>
                    <a:pt x="3289231" y="314531"/>
                    <a:pt x="3294385" y="314531"/>
                  </a:cubicBezTo>
                  <a:lnTo>
                    <a:pt x="3309846" y="314531"/>
                  </a:lnTo>
                  <a:lnTo>
                    <a:pt x="3323260" y="322792"/>
                  </a:lnTo>
                  <a:cubicBezTo>
                    <a:pt x="3328219" y="326332"/>
                    <a:pt x="3332723" y="330490"/>
                    <a:pt x="3336664" y="335156"/>
                  </a:cubicBezTo>
                  <a:cubicBezTo>
                    <a:pt x="3344665" y="339346"/>
                    <a:pt x="3350360" y="346925"/>
                    <a:pt x="3352135" y="355792"/>
                  </a:cubicBezTo>
                  <a:cubicBezTo>
                    <a:pt x="3353142" y="360198"/>
                    <a:pt x="3353142" y="364778"/>
                    <a:pt x="3352135" y="369196"/>
                  </a:cubicBezTo>
                  <a:cubicBezTo>
                    <a:pt x="3352135" y="369196"/>
                    <a:pt x="3352135" y="374349"/>
                    <a:pt x="3352135" y="374349"/>
                  </a:cubicBezTo>
                  <a:cubicBezTo>
                    <a:pt x="3352579" y="377078"/>
                    <a:pt x="3352579" y="379871"/>
                    <a:pt x="3352135" y="382599"/>
                  </a:cubicBezTo>
                  <a:cubicBezTo>
                    <a:pt x="3350078" y="386270"/>
                    <a:pt x="3347653" y="389723"/>
                    <a:pt x="3344914" y="392907"/>
                  </a:cubicBezTo>
                  <a:cubicBezTo>
                    <a:pt x="3344914" y="392907"/>
                    <a:pt x="3335635" y="401157"/>
                    <a:pt x="3332539" y="400128"/>
                  </a:cubicBezTo>
                  <a:lnTo>
                    <a:pt x="3312942" y="400128"/>
                  </a:lnTo>
                  <a:lnTo>
                    <a:pt x="3292317" y="390849"/>
                  </a:lnTo>
                  <a:lnTo>
                    <a:pt x="3270663" y="390849"/>
                  </a:lnTo>
                  <a:lnTo>
                    <a:pt x="3236635" y="378474"/>
                  </a:lnTo>
                  <a:lnTo>
                    <a:pt x="3203634" y="371253"/>
                  </a:lnTo>
                  <a:cubicBezTo>
                    <a:pt x="3193002" y="367572"/>
                    <a:pt x="3181872" y="365482"/>
                    <a:pt x="3170634" y="365070"/>
                  </a:cubicBezTo>
                  <a:lnTo>
                    <a:pt x="3138662" y="365070"/>
                  </a:lnTo>
                  <a:cubicBezTo>
                    <a:pt x="3126287" y="365070"/>
                    <a:pt x="3112884" y="356821"/>
                    <a:pt x="3102566" y="355781"/>
                  </a:cubicBezTo>
                  <a:cubicBezTo>
                    <a:pt x="3080630" y="353432"/>
                    <a:pt x="3058511" y="353432"/>
                    <a:pt x="3036565" y="355781"/>
                  </a:cubicBezTo>
                  <a:cubicBezTo>
                    <a:pt x="3007690" y="355781"/>
                    <a:pt x="2955093" y="367128"/>
                    <a:pt x="2952008" y="366099"/>
                  </a:cubicBezTo>
                  <a:cubicBezTo>
                    <a:pt x="2948911" y="365070"/>
                    <a:pt x="2937564" y="344446"/>
                    <a:pt x="2929314" y="331031"/>
                  </a:cubicBezTo>
                  <a:cubicBezTo>
                    <a:pt x="2928145" y="325596"/>
                    <a:pt x="2928145" y="319977"/>
                    <a:pt x="2929314" y="314531"/>
                  </a:cubicBezTo>
                  <a:cubicBezTo>
                    <a:pt x="2931155" y="307786"/>
                    <a:pt x="2931155" y="300662"/>
                    <a:pt x="2929314" y="293906"/>
                  </a:cubicBezTo>
                  <a:cubicBezTo>
                    <a:pt x="2929314" y="286695"/>
                    <a:pt x="2961286" y="283598"/>
                    <a:pt x="2965411" y="283598"/>
                  </a:cubicBezTo>
                  <a:cubicBezTo>
                    <a:pt x="2969536" y="283598"/>
                    <a:pt x="2977786" y="290820"/>
                    <a:pt x="2983968" y="290820"/>
                  </a:cubicBezTo>
                  <a:lnTo>
                    <a:pt x="3027287" y="290820"/>
                  </a:lnTo>
                  <a:cubicBezTo>
                    <a:pt x="3032440" y="290820"/>
                    <a:pt x="3039662" y="290820"/>
                    <a:pt x="3043787" y="290820"/>
                  </a:cubicBezTo>
                  <a:cubicBezTo>
                    <a:pt x="3060070" y="289348"/>
                    <a:pt x="3076256" y="286933"/>
                    <a:pt x="3092259" y="283598"/>
                  </a:cubicBezTo>
                  <a:cubicBezTo>
                    <a:pt x="3122162" y="283598"/>
                    <a:pt x="3132469" y="246473"/>
                    <a:pt x="3139691" y="234098"/>
                  </a:cubicBezTo>
                  <a:cubicBezTo>
                    <a:pt x="3143448" y="228782"/>
                    <a:pt x="3146241" y="222849"/>
                    <a:pt x="3147941" y="216569"/>
                  </a:cubicBezTo>
                  <a:cubicBezTo>
                    <a:pt x="3147941" y="209348"/>
                    <a:pt x="3147941" y="202126"/>
                    <a:pt x="3147941" y="200069"/>
                  </a:cubicBezTo>
                  <a:cubicBezTo>
                    <a:pt x="3142105" y="199733"/>
                    <a:pt x="3136248" y="199733"/>
                    <a:pt x="3130412" y="200069"/>
                  </a:cubicBezTo>
                  <a:cubicBezTo>
                    <a:pt x="3123277" y="201661"/>
                    <a:pt x="3115883" y="201661"/>
                    <a:pt x="3108759" y="200069"/>
                  </a:cubicBezTo>
                  <a:cubicBezTo>
                    <a:pt x="3102566" y="200069"/>
                    <a:pt x="3108759" y="187694"/>
                    <a:pt x="3108759" y="178405"/>
                  </a:cubicBezTo>
                  <a:cubicBezTo>
                    <a:pt x="3109073" y="168953"/>
                    <a:pt x="3106561" y="159609"/>
                    <a:pt x="3101537" y="151597"/>
                  </a:cubicBezTo>
                  <a:cubicBezTo>
                    <a:pt x="3101537" y="151597"/>
                    <a:pt x="3101537" y="135097"/>
                    <a:pt x="3101537" y="132001"/>
                  </a:cubicBezTo>
                  <a:cubicBezTo>
                    <a:pt x="3102046" y="125829"/>
                    <a:pt x="3102046" y="119615"/>
                    <a:pt x="3101537" y="113443"/>
                  </a:cubicBezTo>
                  <a:cubicBezTo>
                    <a:pt x="3101537" y="104154"/>
                    <a:pt x="3112884" y="106222"/>
                    <a:pt x="3121134" y="104154"/>
                  </a:cubicBezTo>
                  <a:cubicBezTo>
                    <a:pt x="3129384" y="102097"/>
                    <a:pt x="3139691" y="114472"/>
                    <a:pt x="3147941" y="117569"/>
                  </a:cubicBezTo>
                  <a:cubicBezTo>
                    <a:pt x="3171858" y="121076"/>
                    <a:pt x="3195969" y="123144"/>
                    <a:pt x="3220134" y="123750"/>
                  </a:cubicBezTo>
                  <a:lnTo>
                    <a:pt x="3259317" y="123750"/>
                  </a:lnTo>
                  <a:cubicBezTo>
                    <a:pt x="3278480" y="122516"/>
                    <a:pt x="3297481" y="119398"/>
                    <a:pt x="3316039" y="114472"/>
                  </a:cubicBezTo>
                  <a:cubicBezTo>
                    <a:pt x="3321095" y="113064"/>
                    <a:pt x="3326443" y="113064"/>
                    <a:pt x="3331510" y="114472"/>
                  </a:cubicBezTo>
                  <a:lnTo>
                    <a:pt x="3343885" y="114472"/>
                  </a:lnTo>
                  <a:close/>
                  <a:moveTo>
                    <a:pt x="2198081" y="79112"/>
                  </a:moveTo>
                  <a:cubicBezTo>
                    <a:pt x="2202917" y="81869"/>
                    <a:pt x="2209495" y="92309"/>
                    <a:pt x="2212588" y="96946"/>
                  </a:cubicBezTo>
                  <a:lnTo>
                    <a:pt x="2218770" y="79417"/>
                  </a:lnTo>
                  <a:cubicBezTo>
                    <a:pt x="2218770" y="79417"/>
                    <a:pt x="2218770" y="94889"/>
                    <a:pt x="2218770" y="100042"/>
                  </a:cubicBezTo>
                  <a:cubicBezTo>
                    <a:pt x="2216995" y="107848"/>
                    <a:pt x="2216995" y="115957"/>
                    <a:pt x="2218770" y="123764"/>
                  </a:cubicBezTo>
                  <a:cubicBezTo>
                    <a:pt x="2218770" y="128917"/>
                    <a:pt x="2218770" y="134071"/>
                    <a:pt x="2208463" y="142321"/>
                  </a:cubicBezTo>
                  <a:cubicBezTo>
                    <a:pt x="2202108" y="150344"/>
                    <a:pt x="2196575" y="158984"/>
                    <a:pt x="2191952" y="168100"/>
                  </a:cubicBezTo>
                  <a:cubicBezTo>
                    <a:pt x="2188509" y="175992"/>
                    <a:pt x="2188509" y="184968"/>
                    <a:pt x="2191952" y="192850"/>
                  </a:cubicBezTo>
                  <a:cubicBezTo>
                    <a:pt x="2191952" y="192850"/>
                    <a:pt x="2191952" y="207293"/>
                    <a:pt x="2191952" y="210379"/>
                  </a:cubicBezTo>
                  <a:cubicBezTo>
                    <a:pt x="2191952" y="213475"/>
                    <a:pt x="2200213" y="210379"/>
                    <a:pt x="2205367" y="210379"/>
                  </a:cubicBezTo>
                  <a:cubicBezTo>
                    <a:pt x="2210520" y="210379"/>
                    <a:pt x="2205367" y="216572"/>
                    <a:pt x="2211549" y="221725"/>
                  </a:cubicBezTo>
                  <a:cubicBezTo>
                    <a:pt x="2217742" y="226879"/>
                    <a:pt x="2221867" y="234100"/>
                    <a:pt x="2221867" y="240293"/>
                  </a:cubicBezTo>
                  <a:cubicBezTo>
                    <a:pt x="2223339" y="242848"/>
                    <a:pt x="2223339" y="245988"/>
                    <a:pt x="2221867" y="248543"/>
                  </a:cubicBezTo>
                  <a:cubicBezTo>
                    <a:pt x="2206872" y="259954"/>
                    <a:pt x="2194854" y="274809"/>
                    <a:pt x="2186798" y="291851"/>
                  </a:cubicBezTo>
                  <a:cubicBezTo>
                    <a:pt x="2186798" y="291851"/>
                    <a:pt x="2186798" y="305265"/>
                    <a:pt x="2186798" y="306293"/>
                  </a:cubicBezTo>
                  <a:lnTo>
                    <a:pt x="2202270" y="306293"/>
                  </a:lnTo>
                  <a:cubicBezTo>
                    <a:pt x="2207694" y="307224"/>
                    <a:pt x="2212718" y="309736"/>
                    <a:pt x="2216713" y="313515"/>
                  </a:cubicBezTo>
                  <a:cubicBezTo>
                    <a:pt x="2219788" y="317434"/>
                    <a:pt x="2221910" y="322025"/>
                    <a:pt x="2222895" y="326919"/>
                  </a:cubicBezTo>
                  <a:cubicBezTo>
                    <a:pt x="2220611" y="347793"/>
                    <a:pt x="2208810" y="366436"/>
                    <a:pt x="2190923" y="377448"/>
                  </a:cubicBezTo>
                  <a:cubicBezTo>
                    <a:pt x="2175452" y="390851"/>
                    <a:pt x="2147615" y="406323"/>
                    <a:pt x="2134201" y="416630"/>
                  </a:cubicBezTo>
                  <a:cubicBezTo>
                    <a:pt x="2120797" y="426948"/>
                    <a:pt x="2114615" y="444476"/>
                    <a:pt x="2107393" y="447573"/>
                  </a:cubicBezTo>
                  <a:cubicBezTo>
                    <a:pt x="2100172" y="450669"/>
                    <a:pt x="2100172" y="447573"/>
                    <a:pt x="2096047" y="447573"/>
                  </a:cubicBezTo>
                  <a:lnTo>
                    <a:pt x="2078518" y="447573"/>
                  </a:lnTo>
                  <a:cubicBezTo>
                    <a:pt x="2072325" y="447573"/>
                    <a:pt x="2073364" y="438294"/>
                    <a:pt x="2069239" y="434169"/>
                  </a:cubicBezTo>
                  <a:cubicBezTo>
                    <a:pt x="2064085" y="430769"/>
                    <a:pt x="2059841" y="426168"/>
                    <a:pt x="2056864" y="420765"/>
                  </a:cubicBezTo>
                  <a:cubicBezTo>
                    <a:pt x="2052100" y="412494"/>
                    <a:pt x="2048949" y="403388"/>
                    <a:pt x="2047585" y="393948"/>
                  </a:cubicBezTo>
                  <a:cubicBezTo>
                    <a:pt x="2051504" y="381648"/>
                    <a:pt x="2059993" y="371308"/>
                    <a:pt x="2071296" y="365072"/>
                  </a:cubicBezTo>
                  <a:cubicBezTo>
                    <a:pt x="2071296" y="365072"/>
                    <a:pt x="2081614" y="353726"/>
                    <a:pt x="2084700" y="351669"/>
                  </a:cubicBezTo>
                  <a:cubicBezTo>
                    <a:pt x="2088836" y="348020"/>
                    <a:pt x="2092030" y="343419"/>
                    <a:pt x="2093989" y="338265"/>
                  </a:cubicBezTo>
                  <a:cubicBezTo>
                    <a:pt x="2094552" y="334497"/>
                    <a:pt x="2094552" y="330676"/>
                    <a:pt x="2093989" y="326919"/>
                  </a:cubicBezTo>
                  <a:cubicBezTo>
                    <a:pt x="2094455" y="322122"/>
                    <a:pt x="2094455" y="317283"/>
                    <a:pt x="2093989" y="312475"/>
                  </a:cubicBezTo>
                  <a:cubicBezTo>
                    <a:pt x="2092885" y="308546"/>
                    <a:pt x="2090752" y="304983"/>
                    <a:pt x="2087796" y="302169"/>
                  </a:cubicBezTo>
                  <a:cubicBezTo>
                    <a:pt x="2084624" y="299765"/>
                    <a:pt x="2082123" y="296560"/>
                    <a:pt x="2080575" y="292890"/>
                  </a:cubicBezTo>
                  <a:cubicBezTo>
                    <a:pt x="2080586" y="292890"/>
                    <a:pt x="2066142" y="280515"/>
                    <a:pt x="2065114" y="274322"/>
                  </a:cubicBezTo>
                  <a:cubicBezTo>
                    <a:pt x="2064313" y="263744"/>
                    <a:pt x="2071296" y="254130"/>
                    <a:pt x="2081614" y="251639"/>
                  </a:cubicBezTo>
                  <a:lnTo>
                    <a:pt x="2095018" y="251639"/>
                  </a:lnTo>
                  <a:cubicBezTo>
                    <a:pt x="2103268" y="251639"/>
                    <a:pt x="2107393" y="241322"/>
                    <a:pt x="2110490" y="234100"/>
                  </a:cubicBezTo>
                  <a:cubicBezTo>
                    <a:pt x="2113586" y="226879"/>
                    <a:pt x="2110490" y="213475"/>
                    <a:pt x="2110490" y="206264"/>
                  </a:cubicBezTo>
                  <a:cubicBezTo>
                    <a:pt x="2110490" y="199043"/>
                    <a:pt x="2100172" y="195946"/>
                    <a:pt x="2093989" y="194918"/>
                  </a:cubicBezTo>
                  <a:cubicBezTo>
                    <a:pt x="2088154" y="194420"/>
                    <a:pt x="2082285" y="194420"/>
                    <a:pt x="2076461" y="194918"/>
                  </a:cubicBezTo>
                  <a:cubicBezTo>
                    <a:pt x="2076461" y="194918"/>
                    <a:pt x="2066142" y="189764"/>
                    <a:pt x="2065114" y="184599"/>
                  </a:cubicBezTo>
                  <a:cubicBezTo>
                    <a:pt x="2064085" y="179446"/>
                    <a:pt x="2059949" y="184599"/>
                    <a:pt x="2054796" y="184599"/>
                  </a:cubicBezTo>
                  <a:cubicBezTo>
                    <a:pt x="2049642" y="184599"/>
                    <a:pt x="2048614" y="169139"/>
                    <a:pt x="2047585" y="166043"/>
                  </a:cubicBezTo>
                  <a:cubicBezTo>
                    <a:pt x="2046546" y="162946"/>
                    <a:pt x="2047585" y="166043"/>
                    <a:pt x="2055824" y="158821"/>
                  </a:cubicBezTo>
                  <a:cubicBezTo>
                    <a:pt x="2064085" y="151600"/>
                    <a:pt x="2055824" y="151600"/>
                    <a:pt x="2060989" y="147475"/>
                  </a:cubicBezTo>
                  <a:cubicBezTo>
                    <a:pt x="2066142" y="143350"/>
                    <a:pt x="2069239" y="139225"/>
                    <a:pt x="2074393" y="136139"/>
                  </a:cubicBezTo>
                  <a:lnTo>
                    <a:pt x="2093989" y="136139"/>
                  </a:lnTo>
                  <a:cubicBezTo>
                    <a:pt x="2118740" y="121696"/>
                    <a:pt x="2144519" y="86639"/>
                    <a:pt x="2171337" y="84571"/>
                  </a:cubicBezTo>
                  <a:cubicBezTo>
                    <a:pt x="2198145" y="82514"/>
                    <a:pt x="2189895" y="84571"/>
                    <a:pt x="2194020" y="79417"/>
                  </a:cubicBezTo>
                  <a:cubicBezTo>
                    <a:pt x="2195051" y="78129"/>
                    <a:pt x="2196469" y="78194"/>
                    <a:pt x="2198081" y="79112"/>
                  </a:cubicBezTo>
                  <a:close/>
                  <a:moveTo>
                    <a:pt x="2394088" y="55695"/>
                  </a:moveTo>
                  <a:cubicBezTo>
                    <a:pt x="2379656" y="62916"/>
                    <a:pt x="2355934" y="70138"/>
                    <a:pt x="2356963" y="76320"/>
                  </a:cubicBezTo>
                  <a:cubicBezTo>
                    <a:pt x="2357991" y="82513"/>
                    <a:pt x="2359020" y="93860"/>
                    <a:pt x="2365213" y="93860"/>
                  </a:cubicBezTo>
                  <a:cubicBezTo>
                    <a:pt x="2372001" y="95408"/>
                    <a:pt x="2379050" y="95408"/>
                    <a:pt x="2385838" y="93860"/>
                  </a:cubicBezTo>
                  <a:cubicBezTo>
                    <a:pt x="2390992" y="88695"/>
                    <a:pt x="2397185" y="73224"/>
                    <a:pt x="2397185" y="73224"/>
                  </a:cubicBezTo>
                  <a:cubicBezTo>
                    <a:pt x="2397867" y="68092"/>
                    <a:pt x="2397867" y="62895"/>
                    <a:pt x="2397185" y="57763"/>
                  </a:cubicBezTo>
                  <a:close/>
                  <a:moveTo>
                    <a:pt x="2409561" y="1039"/>
                  </a:moveTo>
                  <a:cubicBezTo>
                    <a:pt x="2416782" y="10"/>
                    <a:pt x="2421936" y="6193"/>
                    <a:pt x="2427090" y="1039"/>
                  </a:cubicBezTo>
                  <a:cubicBezTo>
                    <a:pt x="2438393" y="-347"/>
                    <a:pt x="2449815" y="-347"/>
                    <a:pt x="2461119" y="1039"/>
                  </a:cubicBezTo>
                  <a:cubicBezTo>
                    <a:pt x="2461130" y="1039"/>
                    <a:pt x="2461130" y="12386"/>
                    <a:pt x="2469369" y="14443"/>
                  </a:cubicBezTo>
                  <a:cubicBezTo>
                    <a:pt x="2476872" y="19466"/>
                    <a:pt x="2482058" y="27251"/>
                    <a:pt x="2483812" y="36096"/>
                  </a:cubicBezTo>
                  <a:cubicBezTo>
                    <a:pt x="2483812" y="43318"/>
                    <a:pt x="2477630" y="54664"/>
                    <a:pt x="2477630" y="57761"/>
                  </a:cubicBezTo>
                  <a:cubicBezTo>
                    <a:pt x="2479600" y="63791"/>
                    <a:pt x="2479600" y="70288"/>
                    <a:pt x="2477630" y="76318"/>
                  </a:cubicBezTo>
                  <a:cubicBezTo>
                    <a:pt x="2472747" y="86549"/>
                    <a:pt x="2468936" y="97268"/>
                    <a:pt x="2466283" y="108290"/>
                  </a:cubicBezTo>
                  <a:cubicBezTo>
                    <a:pt x="2462169" y="115057"/>
                    <a:pt x="2457697" y="121596"/>
                    <a:pt x="2452879" y="127886"/>
                  </a:cubicBezTo>
                  <a:cubicBezTo>
                    <a:pt x="2445658" y="155722"/>
                    <a:pt x="2435340" y="175319"/>
                    <a:pt x="2429158" y="203165"/>
                  </a:cubicBezTo>
                  <a:cubicBezTo>
                    <a:pt x="2429158" y="203165"/>
                    <a:pt x="2422965" y="216569"/>
                    <a:pt x="2419868" y="215541"/>
                  </a:cubicBezTo>
                  <a:cubicBezTo>
                    <a:pt x="2416782" y="214512"/>
                    <a:pt x="2408532" y="215541"/>
                    <a:pt x="2406464" y="215541"/>
                  </a:cubicBezTo>
                  <a:cubicBezTo>
                    <a:pt x="2404407" y="215541"/>
                    <a:pt x="2396157" y="215541"/>
                    <a:pt x="2392032" y="222762"/>
                  </a:cubicBezTo>
                  <a:cubicBezTo>
                    <a:pt x="2387907" y="229973"/>
                    <a:pt x="2374503" y="222762"/>
                    <a:pt x="2372435" y="232041"/>
                  </a:cubicBezTo>
                  <a:cubicBezTo>
                    <a:pt x="2369859" y="237238"/>
                    <a:pt x="2369859" y="243344"/>
                    <a:pt x="2372435" y="248541"/>
                  </a:cubicBezTo>
                  <a:cubicBezTo>
                    <a:pt x="2377589" y="253694"/>
                    <a:pt x="2386879" y="248541"/>
                    <a:pt x="2387907" y="243387"/>
                  </a:cubicBezTo>
                  <a:cubicBezTo>
                    <a:pt x="2390603" y="238937"/>
                    <a:pt x="2395129" y="235906"/>
                    <a:pt x="2400282" y="235137"/>
                  </a:cubicBezTo>
                  <a:cubicBezTo>
                    <a:pt x="2406432" y="236079"/>
                    <a:pt x="2412690" y="236079"/>
                    <a:pt x="2418840" y="235137"/>
                  </a:cubicBezTo>
                  <a:cubicBezTo>
                    <a:pt x="2422867" y="235484"/>
                    <a:pt x="2426213" y="238407"/>
                    <a:pt x="2427090" y="242348"/>
                  </a:cubicBezTo>
                  <a:cubicBezTo>
                    <a:pt x="2428486" y="250338"/>
                    <a:pt x="2431280" y="258014"/>
                    <a:pt x="2435340" y="265041"/>
                  </a:cubicBezTo>
                  <a:cubicBezTo>
                    <a:pt x="2436444" y="268040"/>
                    <a:pt x="2436444" y="271320"/>
                    <a:pt x="2435340" y="274319"/>
                  </a:cubicBezTo>
                  <a:cubicBezTo>
                    <a:pt x="2430663" y="279625"/>
                    <a:pt x="2425477" y="284453"/>
                    <a:pt x="2419868" y="288763"/>
                  </a:cubicBezTo>
                  <a:cubicBezTo>
                    <a:pt x="2419868" y="288763"/>
                    <a:pt x="2407493" y="288763"/>
                    <a:pt x="2402339" y="298041"/>
                  </a:cubicBezTo>
                  <a:cubicBezTo>
                    <a:pt x="2400791" y="301657"/>
                    <a:pt x="2400791" y="305761"/>
                    <a:pt x="2402339" y="309377"/>
                  </a:cubicBezTo>
                  <a:cubicBezTo>
                    <a:pt x="2402339" y="316609"/>
                    <a:pt x="2408532" y="316609"/>
                    <a:pt x="2412657" y="315570"/>
                  </a:cubicBezTo>
                  <a:cubicBezTo>
                    <a:pt x="2416782" y="314541"/>
                    <a:pt x="2430186" y="308348"/>
                    <a:pt x="2436368" y="307320"/>
                  </a:cubicBezTo>
                  <a:cubicBezTo>
                    <a:pt x="2442886" y="307883"/>
                    <a:pt x="2449447" y="307883"/>
                    <a:pt x="2455965" y="307320"/>
                  </a:cubicBezTo>
                  <a:cubicBezTo>
                    <a:pt x="2455965" y="307320"/>
                    <a:pt x="2471437" y="299070"/>
                    <a:pt x="2477630" y="300098"/>
                  </a:cubicBezTo>
                  <a:cubicBezTo>
                    <a:pt x="2483812" y="301138"/>
                    <a:pt x="2493091" y="291848"/>
                    <a:pt x="2498244" y="300098"/>
                  </a:cubicBezTo>
                  <a:cubicBezTo>
                    <a:pt x="2503409" y="308348"/>
                    <a:pt x="2516812" y="310416"/>
                    <a:pt x="2517841" y="323820"/>
                  </a:cubicBezTo>
                  <a:cubicBezTo>
                    <a:pt x="2518880" y="337223"/>
                    <a:pt x="2511659" y="367138"/>
                    <a:pt x="2494119" y="370224"/>
                  </a:cubicBezTo>
                  <a:cubicBezTo>
                    <a:pt x="2476590" y="373320"/>
                    <a:pt x="2494119" y="370224"/>
                    <a:pt x="2467312" y="370224"/>
                  </a:cubicBezTo>
                  <a:lnTo>
                    <a:pt x="2422965" y="377445"/>
                  </a:lnTo>
                  <a:cubicBezTo>
                    <a:pt x="2414725" y="377997"/>
                    <a:pt x="2406454" y="377997"/>
                    <a:pt x="2398214" y="377445"/>
                  </a:cubicBezTo>
                  <a:cubicBezTo>
                    <a:pt x="2391177" y="378398"/>
                    <a:pt x="2384258" y="380130"/>
                    <a:pt x="2377589" y="382599"/>
                  </a:cubicBezTo>
                  <a:cubicBezTo>
                    <a:pt x="2369934" y="385760"/>
                    <a:pt x="2361987" y="388185"/>
                    <a:pt x="2353878" y="389820"/>
                  </a:cubicBezTo>
                  <a:cubicBezTo>
                    <a:pt x="2343971" y="391260"/>
                    <a:pt x="2334487" y="394779"/>
                    <a:pt x="2326031" y="400138"/>
                  </a:cubicBezTo>
                  <a:cubicBezTo>
                    <a:pt x="2316244" y="403256"/>
                    <a:pt x="2306250" y="405671"/>
                    <a:pt x="2296127" y="407360"/>
                  </a:cubicBezTo>
                  <a:cubicBezTo>
                    <a:pt x="2286578" y="412708"/>
                    <a:pt x="2276563" y="417191"/>
                    <a:pt x="2266212" y="420763"/>
                  </a:cubicBezTo>
                  <a:cubicBezTo>
                    <a:pt x="2261059" y="420763"/>
                    <a:pt x="2246616" y="420763"/>
                    <a:pt x="2245587" y="413542"/>
                  </a:cubicBezTo>
                  <a:cubicBezTo>
                    <a:pt x="2241776" y="405324"/>
                    <a:pt x="2239004" y="396663"/>
                    <a:pt x="2237348" y="387752"/>
                  </a:cubicBezTo>
                  <a:lnTo>
                    <a:pt x="2237337" y="379513"/>
                  </a:lnTo>
                  <a:cubicBezTo>
                    <a:pt x="2237337" y="379513"/>
                    <a:pt x="2237337" y="368167"/>
                    <a:pt x="2237337" y="364042"/>
                  </a:cubicBezTo>
                  <a:cubicBezTo>
                    <a:pt x="2237337" y="359917"/>
                    <a:pt x="2237337" y="357849"/>
                    <a:pt x="2243530" y="357849"/>
                  </a:cubicBezTo>
                  <a:cubicBezTo>
                    <a:pt x="2249712" y="357849"/>
                    <a:pt x="2248684" y="357849"/>
                    <a:pt x="2253837" y="357849"/>
                  </a:cubicBezTo>
                  <a:cubicBezTo>
                    <a:pt x="2262585" y="354362"/>
                    <a:pt x="2270890" y="349869"/>
                    <a:pt x="2278588" y="344445"/>
                  </a:cubicBezTo>
                  <a:lnTo>
                    <a:pt x="2310560" y="324848"/>
                  </a:lnTo>
                  <a:cubicBezTo>
                    <a:pt x="2310560" y="318666"/>
                    <a:pt x="2310560" y="315570"/>
                    <a:pt x="2303338" y="316609"/>
                  </a:cubicBezTo>
                  <a:cubicBezTo>
                    <a:pt x="2296127" y="317638"/>
                    <a:pt x="2293031" y="316609"/>
                    <a:pt x="2289934" y="316609"/>
                  </a:cubicBezTo>
                  <a:cubicBezTo>
                    <a:pt x="2286838" y="316609"/>
                    <a:pt x="2278588" y="316609"/>
                    <a:pt x="2277559" y="316609"/>
                  </a:cubicBezTo>
                  <a:cubicBezTo>
                    <a:pt x="2276531" y="316609"/>
                    <a:pt x="2277559" y="308348"/>
                    <a:pt x="2277559" y="305263"/>
                  </a:cubicBezTo>
                  <a:lnTo>
                    <a:pt x="2277559" y="291848"/>
                  </a:lnTo>
                  <a:cubicBezTo>
                    <a:pt x="2277559" y="291848"/>
                    <a:pt x="2277559" y="281541"/>
                    <a:pt x="2283752" y="280512"/>
                  </a:cubicBezTo>
                  <a:cubicBezTo>
                    <a:pt x="2289934" y="279473"/>
                    <a:pt x="2283752" y="280512"/>
                    <a:pt x="2291991" y="280512"/>
                  </a:cubicBezTo>
                  <a:lnTo>
                    <a:pt x="2300252" y="280512"/>
                  </a:lnTo>
                  <a:lnTo>
                    <a:pt x="2307463" y="280512"/>
                  </a:lnTo>
                  <a:cubicBezTo>
                    <a:pt x="2310289" y="278867"/>
                    <a:pt x="2312465" y="276322"/>
                    <a:pt x="2313656" y="273291"/>
                  </a:cubicBezTo>
                  <a:cubicBezTo>
                    <a:pt x="2314706" y="267845"/>
                    <a:pt x="2314706" y="262237"/>
                    <a:pt x="2313656" y="256791"/>
                  </a:cubicBezTo>
                  <a:cubicBezTo>
                    <a:pt x="2313656" y="256791"/>
                    <a:pt x="2308492" y="256791"/>
                    <a:pt x="2303338" y="256791"/>
                  </a:cubicBezTo>
                  <a:lnTo>
                    <a:pt x="2290963" y="261944"/>
                  </a:lnTo>
                  <a:cubicBezTo>
                    <a:pt x="2287552" y="262518"/>
                    <a:pt x="2284066" y="262518"/>
                    <a:pt x="2280656" y="261944"/>
                  </a:cubicBezTo>
                  <a:cubicBezTo>
                    <a:pt x="2277288" y="262984"/>
                    <a:pt x="2273694" y="262984"/>
                    <a:pt x="2270338" y="261944"/>
                  </a:cubicBezTo>
                  <a:cubicBezTo>
                    <a:pt x="2270338" y="261944"/>
                    <a:pt x="2270338" y="261944"/>
                    <a:pt x="2265184" y="255751"/>
                  </a:cubicBezTo>
                  <a:cubicBezTo>
                    <a:pt x="2262672" y="252774"/>
                    <a:pt x="2260907" y="249245"/>
                    <a:pt x="2260030" y="245444"/>
                  </a:cubicBezTo>
                  <a:cubicBezTo>
                    <a:pt x="2260030" y="235137"/>
                    <a:pt x="2250752" y="233069"/>
                    <a:pt x="2248684" y="231012"/>
                  </a:cubicBezTo>
                  <a:cubicBezTo>
                    <a:pt x="2245576" y="225588"/>
                    <a:pt x="2243476" y="219644"/>
                    <a:pt x="2242502" y="213473"/>
                  </a:cubicBezTo>
                  <a:cubicBezTo>
                    <a:pt x="2242502" y="203165"/>
                    <a:pt x="2249712" y="192847"/>
                    <a:pt x="2247655" y="186665"/>
                  </a:cubicBezTo>
                  <a:cubicBezTo>
                    <a:pt x="2242631" y="173002"/>
                    <a:pt x="2239167" y="158819"/>
                    <a:pt x="2237337" y="144386"/>
                  </a:cubicBezTo>
                  <a:cubicBezTo>
                    <a:pt x="2237337" y="144386"/>
                    <a:pt x="2231154" y="135097"/>
                    <a:pt x="2229086" y="126847"/>
                  </a:cubicBezTo>
                  <a:cubicBezTo>
                    <a:pt x="2227029" y="118597"/>
                    <a:pt x="2229086" y="117568"/>
                    <a:pt x="2229086" y="113443"/>
                  </a:cubicBezTo>
                  <a:cubicBezTo>
                    <a:pt x="2230191" y="105237"/>
                    <a:pt x="2230191" y="96911"/>
                    <a:pt x="2229086" y="88693"/>
                  </a:cubicBezTo>
                  <a:lnTo>
                    <a:pt x="2228058" y="86636"/>
                  </a:lnTo>
                  <a:cubicBezTo>
                    <a:pt x="2228058" y="76318"/>
                    <a:pt x="2228058" y="61886"/>
                    <a:pt x="2236309" y="61886"/>
                  </a:cubicBezTo>
                  <a:cubicBezTo>
                    <a:pt x="2244559" y="61886"/>
                    <a:pt x="2244559" y="69097"/>
                    <a:pt x="2251780" y="68068"/>
                  </a:cubicBezTo>
                  <a:cubicBezTo>
                    <a:pt x="2256533" y="69140"/>
                    <a:pt x="2261459" y="69140"/>
                    <a:pt x="2266223" y="68068"/>
                  </a:cubicBezTo>
                  <a:lnTo>
                    <a:pt x="2283752" y="59818"/>
                  </a:lnTo>
                  <a:cubicBezTo>
                    <a:pt x="2293204" y="53149"/>
                    <a:pt x="2303208" y="47280"/>
                    <a:pt x="2313656" y="42289"/>
                  </a:cubicBezTo>
                  <a:cubicBezTo>
                    <a:pt x="2320867" y="42289"/>
                    <a:pt x="2331185" y="42289"/>
                    <a:pt x="2337367" y="36096"/>
                  </a:cubicBezTo>
                  <a:cubicBezTo>
                    <a:pt x="2343560" y="29914"/>
                    <a:pt x="2402339" y="2068"/>
                    <a:pt x="2409561" y="103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8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90000"/>
                  <a:lumMod val="98000"/>
                  <a:lumOff val="2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98000"/>
                  <a:lumOff val="2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0" name="任意多边形: 形状 44"/>
          <p:cNvSpPr/>
          <p:nvPr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1" name="任意多边形: 形状 49"/>
          <p:cNvSpPr/>
          <p:nvPr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1" name="组合 90"/>
          <p:cNvGrpSpPr>
            <a:grpSpLocks noChangeAspect="1"/>
          </p:cNvGrpSpPr>
          <p:nvPr/>
        </p:nvGrpSpPr>
        <p:grpSpPr>
          <a:xfrm>
            <a:off x="4341141" y="1573281"/>
            <a:ext cx="3509719" cy="774000"/>
            <a:chOff x="468000" y="514800"/>
            <a:chExt cx="2301723" cy="507600"/>
          </a:xfrm>
        </p:grpSpPr>
        <p:sp>
          <p:nvSpPr>
            <p:cNvPr id="92" name="任意多边形: 形状 91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93" name="组合 92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94" name="任意多边形: 形状 93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5" name="任意多边形: 形状 94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6" name="任意多边形: 形状 95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7" name="任意多边形: 形状 96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8" name="任意多边形: 形状 97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9" name="任意多边形: 形状 98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0" name="任意多边形: 形状 99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1" name="任意多边形: 形状 100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2" name="任意多边形: 形状 101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3" name="任意多边形: 形状 102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4" name="任意多边形: 形状 103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5" name="任意多边形: 形状 104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6" name="任意多边形: 形状 105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7" name="任意多边形: 形状 106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26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8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组合 107"/>
          <p:cNvGrpSpPr>
            <a:grpSpLocks noChangeAspect="1"/>
          </p:cNvGrpSpPr>
          <p:nvPr/>
        </p:nvGrpSpPr>
        <p:grpSpPr>
          <a:xfrm>
            <a:off x="4455411" y="4618800"/>
            <a:ext cx="3281179" cy="723600"/>
            <a:chOff x="468000" y="514800"/>
            <a:chExt cx="2301723" cy="507600"/>
          </a:xfrm>
        </p:grpSpPr>
        <p:sp>
          <p:nvSpPr>
            <p:cNvPr id="109" name="任意多边形: 形状 108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10" name="组合 109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11" name="任意多边形: 形状 110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2" name="任意多边形: 形状 111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3" name="任意多边形: 形状 112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4" name="任意多边形: 形状 113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5" name="任意多边形: 形状 114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6" name="任意多边形: 形状 115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7" name="任意多边形: 形状 116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8" name="任意多边形: 形状 117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19" name="任意多边形: 形状 118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0" name="任意多边形: 形状 119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1" name="任意多边形: 形状 120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pic>
        <p:nvPicPr>
          <p:cNvPr id="24" name="图片 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25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90000"/>
                  <a:lumMod val="98000"/>
                  <a:lumOff val="2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98000"/>
                  <a:lumOff val="2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7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8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6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420130"/>
            <a:ext cx="12191980" cy="6437864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20" y="0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ts val="10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/>
          </p:nvPr>
        </p:nvSpPr>
        <p:spPr>
          <a:xfrm>
            <a:off x="1572100" y="3028371"/>
            <a:ext cx="9041450" cy="911074"/>
          </a:xfrm>
        </p:spPr>
        <p:txBody>
          <a:bodyPr anchor="ctr" anchorCtr="0"/>
          <a:lstStyle>
            <a:lvl1pPr marL="0" indent="0" algn="ctr">
              <a:buFontTx/>
              <a:buNone/>
              <a:defRPr sz="44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" y="1"/>
            <a:ext cx="12191998" cy="195236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0000"/>
                  <a:alpha val="0"/>
                </a:schemeClr>
              </a:gs>
              <a:gs pos="72000">
                <a:schemeClr val="accent1">
                  <a:lumMod val="9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1" name="组合 90"/>
          <p:cNvGrpSpPr>
            <a:grpSpLocks noChangeAspect="1"/>
          </p:cNvGrpSpPr>
          <p:nvPr/>
        </p:nvGrpSpPr>
        <p:grpSpPr>
          <a:xfrm>
            <a:off x="4113725" y="1252800"/>
            <a:ext cx="4130041" cy="910800"/>
            <a:chOff x="468000" y="514800"/>
            <a:chExt cx="2301723" cy="507600"/>
          </a:xfrm>
        </p:grpSpPr>
        <p:sp>
          <p:nvSpPr>
            <p:cNvPr id="92" name="任意多边形: 形状 91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93" name="组合 92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94" name="任意多边形: 形状 93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5" name="任意多边形: 形状 94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6" name="任意多边形: 形状 95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7" name="任意多边形: 形状 96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8" name="任意多边形: 形状 97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9" name="任意多边形: 形状 98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0" name="任意多边形: 形状 99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1" name="任意多边形: 形状 100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2" name="任意多边形: 形状 101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3" name="任意多边形: 形状 102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4" name="任意多边形: 形状 103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5" name="任意多边形: 形状 104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6" name="任意多边形: 形状 105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7" name="任意多边形: 形状 106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10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317876"/>
            <a:ext cx="12192000" cy="3540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任意多边形: 形状 8"/>
          <p:cNvSpPr/>
          <p:nvPr/>
        </p:nvSpPr>
        <p:spPr>
          <a:xfrm>
            <a:off x="0" y="3049770"/>
            <a:ext cx="12192000" cy="195879"/>
          </a:xfrm>
          <a:custGeom>
            <a:avLst/>
            <a:gdLst>
              <a:gd name="connsiteX0" fmla="*/ 8370605 w 12192000"/>
              <a:gd name="connsiteY0" fmla="*/ 0 h 195879"/>
              <a:gd name="connsiteX1" fmla="*/ 12192000 w 12192000"/>
              <a:gd name="connsiteY1" fmla="*/ 0 h 195879"/>
              <a:gd name="connsiteX2" fmla="*/ 12192000 w 12192000"/>
              <a:gd name="connsiteY2" fmla="*/ 195879 h 195879"/>
              <a:gd name="connsiteX3" fmla="*/ 8398106 w 12192000"/>
              <a:gd name="connsiteY3" fmla="*/ 195879 h 195879"/>
              <a:gd name="connsiteX4" fmla="*/ 0 w 12192000"/>
              <a:gd name="connsiteY4" fmla="*/ 0 h 195879"/>
              <a:gd name="connsiteX5" fmla="*/ 3822132 w 12192000"/>
              <a:gd name="connsiteY5" fmla="*/ 0 h 195879"/>
              <a:gd name="connsiteX6" fmla="*/ 3794416 w 12192000"/>
              <a:gd name="connsiteY6" fmla="*/ 195879 h 195879"/>
              <a:gd name="connsiteX7" fmla="*/ 0 w 12192000"/>
              <a:gd name="connsiteY7" fmla="*/ 195879 h 195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95879">
                <a:moveTo>
                  <a:pt x="8370605" y="0"/>
                </a:moveTo>
                <a:lnTo>
                  <a:pt x="12192000" y="0"/>
                </a:lnTo>
                <a:lnTo>
                  <a:pt x="12192000" y="195879"/>
                </a:lnTo>
                <a:lnTo>
                  <a:pt x="8398106" y="195879"/>
                </a:lnTo>
                <a:close/>
                <a:moveTo>
                  <a:pt x="0" y="0"/>
                </a:moveTo>
                <a:lnTo>
                  <a:pt x="3822132" y="0"/>
                </a:lnTo>
                <a:lnTo>
                  <a:pt x="3794416" y="195879"/>
                </a:lnTo>
                <a:lnTo>
                  <a:pt x="0" y="19587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/>
            <a:endParaRPr lang="zh-CN" altLang="en-US"/>
          </a:p>
        </p:txBody>
      </p:sp>
      <p:grpSp>
        <p:nvGrpSpPr>
          <p:cNvPr id="247" name="组合 246"/>
          <p:cNvGrpSpPr/>
          <p:nvPr/>
        </p:nvGrpSpPr>
        <p:grpSpPr>
          <a:xfrm>
            <a:off x="576863" y="397564"/>
            <a:ext cx="2099662" cy="2552370"/>
            <a:chOff x="576863" y="397564"/>
            <a:chExt cx="2099662" cy="2552370"/>
          </a:xfrm>
        </p:grpSpPr>
        <p:grpSp>
          <p:nvGrpSpPr>
            <p:cNvPr id="248" name="组合 247"/>
            <p:cNvGrpSpPr/>
            <p:nvPr/>
          </p:nvGrpSpPr>
          <p:grpSpPr>
            <a:xfrm>
              <a:off x="576863" y="397564"/>
              <a:ext cx="1409524" cy="2552370"/>
              <a:chOff x="1960390" y="-136932"/>
              <a:chExt cx="1516124" cy="2745401"/>
            </a:xfrm>
          </p:grpSpPr>
          <p:grpSp>
            <p:nvGrpSpPr>
              <p:cNvPr id="251" name="图形 4"/>
              <p:cNvGrpSpPr/>
              <p:nvPr/>
            </p:nvGrpSpPr>
            <p:grpSpPr>
              <a:xfrm>
                <a:off x="1960390" y="-136932"/>
                <a:ext cx="1516124" cy="2745401"/>
                <a:chOff x="2109680" y="198970"/>
                <a:chExt cx="1516124" cy="2745401"/>
              </a:xfrm>
            </p:grpSpPr>
            <p:sp>
              <p:nvSpPr>
                <p:cNvPr id="253" name="任意多边形: 形状 252"/>
                <p:cNvSpPr/>
                <p:nvPr/>
              </p:nvSpPr>
              <p:spPr>
                <a:xfrm>
                  <a:off x="2775674" y="1795000"/>
                  <a:ext cx="666363" cy="505529"/>
                </a:xfrm>
                <a:custGeom>
                  <a:avLst/>
                  <a:gdLst>
                    <a:gd name="connsiteX0" fmla="*/ 9113 w 666362"/>
                    <a:gd name="connsiteY0" fmla="*/ 0 h 505529"/>
                    <a:gd name="connsiteX1" fmla="*/ 645847 w 666362"/>
                    <a:gd name="connsiteY1" fmla="*/ 54675 h 505529"/>
                    <a:gd name="connsiteX2" fmla="*/ 666362 w 666362"/>
                    <a:gd name="connsiteY2" fmla="*/ 505529 h 505529"/>
                    <a:gd name="connsiteX3" fmla="*/ 0 w 666362"/>
                    <a:gd name="connsiteY3" fmla="*/ 501222 h 505529"/>
                    <a:gd name="connsiteX4" fmla="*/ 9113 w 666362"/>
                    <a:gd name="connsiteY4" fmla="*/ 0 h 505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2" h="505529">
                      <a:moveTo>
                        <a:pt x="9113" y="0"/>
                      </a:moveTo>
                      <a:lnTo>
                        <a:pt x="645847" y="54675"/>
                      </a:lnTo>
                      <a:lnTo>
                        <a:pt x="666362" y="505529"/>
                      </a:lnTo>
                      <a:lnTo>
                        <a:pt x="0" y="501222"/>
                      </a:lnTo>
                      <a:lnTo>
                        <a:pt x="9113" y="0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 w="1184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4" name="任意多边形: 形状 253"/>
                <p:cNvSpPr/>
                <p:nvPr/>
              </p:nvSpPr>
              <p:spPr>
                <a:xfrm>
                  <a:off x="2109680" y="1403733"/>
                  <a:ext cx="1516124" cy="1540638"/>
                </a:xfrm>
                <a:custGeom>
                  <a:avLst/>
                  <a:gdLst>
                    <a:gd name="connsiteX0" fmla="*/ 68913 w 1516124"/>
                    <a:gd name="connsiteY0" fmla="*/ 206953 h 1540638"/>
                    <a:gd name="connsiteX1" fmla="*/ 482404 w 1516124"/>
                    <a:gd name="connsiteY1" fmla="*/ 0 h 1540638"/>
                    <a:gd name="connsiteX2" fmla="*/ 1447212 w 1516124"/>
                    <a:gd name="connsiteY2" fmla="*/ 160963 h 1540638"/>
                    <a:gd name="connsiteX3" fmla="*/ 1516125 w 1516124"/>
                    <a:gd name="connsiteY3" fmla="*/ 1540638 h 1540638"/>
                    <a:gd name="connsiteX4" fmla="*/ 0 w 1516124"/>
                    <a:gd name="connsiteY4" fmla="*/ 1540638 h 1540638"/>
                    <a:gd name="connsiteX5" fmla="*/ 68913 w 1516124"/>
                    <a:gd name="connsiteY5" fmla="*/ 206953 h 1540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6124" h="1540638">
                      <a:moveTo>
                        <a:pt x="68913" y="206953"/>
                      </a:moveTo>
                      <a:lnTo>
                        <a:pt x="482404" y="0"/>
                      </a:lnTo>
                      <a:lnTo>
                        <a:pt x="1447212" y="160963"/>
                      </a:lnTo>
                      <a:lnTo>
                        <a:pt x="1516125" y="1540638"/>
                      </a:lnTo>
                      <a:lnTo>
                        <a:pt x="0" y="1540638"/>
                      </a:lnTo>
                      <a:lnTo>
                        <a:pt x="68913" y="206953"/>
                      </a:lnTo>
                      <a:close/>
                    </a:path>
                  </a:pathLst>
                </a:custGeom>
                <a:noFill/>
                <a:ln w="28575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5" name="任意多边形: 形状 254"/>
                <p:cNvSpPr/>
                <p:nvPr/>
              </p:nvSpPr>
              <p:spPr>
                <a:xfrm>
                  <a:off x="2256927" y="1311754"/>
                  <a:ext cx="1199335" cy="259729"/>
                </a:xfrm>
                <a:custGeom>
                  <a:avLst/>
                  <a:gdLst>
                    <a:gd name="connsiteX0" fmla="*/ 335157 w 1199335"/>
                    <a:gd name="connsiteY0" fmla="*/ 91979 h 259729"/>
                    <a:gd name="connsiteX1" fmla="*/ 1199336 w 1199335"/>
                    <a:gd name="connsiteY1" fmla="*/ 236153 h 259729"/>
                    <a:gd name="connsiteX2" fmla="*/ 1194507 w 1199335"/>
                    <a:gd name="connsiteY2" fmla="*/ 139345 h 259729"/>
                    <a:gd name="connsiteX3" fmla="*/ 361260 w 1199335"/>
                    <a:gd name="connsiteY3" fmla="*/ 0 h 259729"/>
                    <a:gd name="connsiteX4" fmla="*/ 4153 w 1199335"/>
                    <a:gd name="connsiteY4" fmla="*/ 179153 h 259729"/>
                    <a:gd name="connsiteX5" fmla="*/ 0 w 1199335"/>
                    <a:gd name="connsiteY5" fmla="*/ 259729 h 2597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9335" h="259729">
                      <a:moveTo>
                        <a:pt x="335157" y="91979"/>
                      </a:moveTo>
                      <a:lnTo>
                        <a:pt x="1199336" y="236153"/>
                      </a:lnTo>
                      <a:lnTo>
                        <a:pt x="1194507" y="139345"/>
                      </a:lnTo>
                      <a:lnTo>
                        <a:pt x="361260" y="0"/>
                      </a:lnTo>
                      <a:lnTo>
                        <a:pt x="4153" y="179153"/>
                      </a:lnTo>
                      <a:lnTo>
                        <a:pt x="0" y="259729"/>
                      </a:lnTo>
                      <a:close/>
                    </a:path>
                  </a:pathLst>
                </a:custGeom>
                <a:noFill/>
                <a:ln w="28575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6" name="任意多边形: 形状 255"/>
                <p:cNvSpPr/>
                <p:nvPr/>
              </p:nvSpPr>
              <p:spPr>
                <a:xfrm>
                  <a:off x="2314355" y="198970"/>
                  <a:ext cx="1032951" cy="1225088"/>
                </a:xfrm>
                <a:custGeom>
                  <a:avLst/>
                  <a:gdLst>
                    <a:gd name="connsiteX0" fmla="*/ 171357 w 1032951"/>
                    <a:gd name="connsiteY0" fmla="*/ 624162 h 1225087"/>
                    <a:gd name="connsiteX1" fmla="*/ 435821 w 1032951"/>
                    <a:gd name="connsiteY1" fmla="*/ 961028 h 1225087"/>
                    <a:gd name="connsiteX2" fmla="*/ 411782 w 1032951"/>
                    <a:gd name="connsiteY2" fmla="*/ 1008227 h 1225087"/>
                    <a:gd name="connsiteX3" fmla="*/ 208816 w 1032951"/>
                    <a:gd name="connsiteY3" fmla="*/ 714753 h 1225087"/>
                    <a:gd name="connsiteX4" fmla="*/ 75403 w 1032951"/>
                    <a:gd name="connsiteY4" fmla="*/ 846386 h 1225087"/>
                    <a:gd name="connsiteX5" fmla="*/ 75403 w 1032951"/>
                    <a:gd name="connsiteY5" fmla="*/ 1219084 h 1225087"/>
                    <a:gd name="connsiteX6" fmla="*/ 75403 w 1032951"/>
                    <a:gd name="connsiteY6" fmla="*/ 1219084 h 1225087"/>
                    <a:gd name="connsiteX7" fmla="*/ 78939 w 1032951"/>
                    <a:gd name="connsiteY7" fmla="*/ 1216984 h 1225087"/>
                    <a:gd name="connsiteX8" fmla="*/ 78939 w 1032951"/>
                    <a:gd name="connsiteY8" fmla="*/ 1217316 h 1225087"/>
                    <a:gd name="connsiteX9" fmla="*/ 303833 w 1032951"/>
                    <a:gd name="connsiteY9" fmla="*/ 1104490 h 1225087"/>
                    <a:gd name="connsiteX10" fmla="*/ 1025012 w 1032951"/>
                    <a:gd name="connsiteY10" fmla="*/ 1225088 h 1225087"/>
                    <a:gd name="connsiteX11" fmla="*/ 1025012 w 1032951"/>
                    <a:gd name="connsiteY11" fmla="*/ 1158441 h 1225087"/>
                    <a:gd name="connsiteX12" fmla="*/ 436355 w 1032951"/>
                    <a:gd name="connsiteY12" fmla="*/ 1018645 h 1225087"/>
                    <a:gd name="connsiteX13" fmla="*/ 460086 w 1032951"/>
                    <a:gd name="connsiteY13" fmla="*/ 972039 h 1225087"/>
                    <a:gd name="connsiteX14" fmla="*/ 1030612 w 1032951"/>
                    <a:gd name="connsiteY14" fmla="*/ 1112665 h 1225087"/>
                    <a:gd name="connsiteX15" fmla="*/ 1031241 w 1032951"/>
                    <a:gd name="connsiteY15" fmla="*/ 1105878 h 1225087"/>
                    <a:gd name="connsiteX16" fmla="*/ 1017193 w 1032951"/>
                    <a:gd name="connsiteY16" fmla="*/ 909984 h 1225087"/>
                    <a:gd name="connsiteX17" fmla="*/ 948849 w 1032951"/>
                    <a:gd name="connsiteY17" fmla="*/ 818859 h 1225087"/>
                    <a:gd name="connsiteX18" fmla="*/ 663704 w 1032951"/>
                    <a:gd name="connsiteY18" fmla="*/ 577010 h 1225087"/>
                    <a:gd name="connsiteX19" fmla="*/ 721037 w 1032951"/>
                    <a:gd name="connsiteY19" fmla="*/ 480534 h 1225087"/>
                    <a:gd name="connsiteX20" fmla="*/ 755589 w 1032951"/>
                    <a:gd name="connsiteY20" fmla="*/ 255083 h 1225087"/>
                    <a:gd name="connsiteX21" fmla="*/ 548849 w 1032951"/>
                    <a:gd name="connsiteY21" fmla="*/ 2141 h 1225087"/>
                    <a:gd name="connsiteX22" fmla="*/ 319127 w 1032951"/>
                    <a:gd name="connsiteY22" fmla="*/ 94120 h 1225087"/>
                    <a:gd name="connsiteX23" fmla="*/ 250214 w 1032951"/>
                    <a:gd name="connsiteY23" fmla="*/ 255083 h 1225087"/>
                    <a:gd name="connsiteX24" fmla="*/ 296156 w 1032951"/>
                    <a:gd name="connsiteY24" fmla="*/ 508026 h 1225087"/>
                    <a:gd name="connsiteX25" fmla="*/ 66433 w 1032951"/>
                    <a:gd name="connsiteY25" fmla="*/ 554015 h 1225087"/>
                    <a:gd name="connsiteX26" fmla="*/ 0 w 1032951"/>
                    <a:gd name="connsiteY26" fmla="*/ 635648 h 1225087"/>
                    <a:gd name="connsiteX27" fmla="*/ 171357 w 1032951"/>
                    <a:gd name="connsiteY27" fmla="*/ 624162 h 122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1032951" h="1225087">
                      <a:moveTo>
                        <a:pt x="171357" y="624162"/>
                      </a:moveTo>
                      <a:cubicBezTo>
                        <a:pt x="248054" y="669156"/>
                        <a:pt x="345681" y="822940"/>
                        <a:pt x="435821" y="961028"/>
                      </a:cubicBezTo>
                      <a:lnTo>
                        <a:pt x="411782" y="1008227"/>
                      </a:lnTo>
                      <a:lnTo>
                        <a:pt x="208816" y="714753"/>
                      </a:lnTo>
                      <a:lnTo>
                        <a:pt x="75403" y="846386"/>
                      </a:lnTo>
                      <a:lnTo>
                        <a:pt x="75403" y="1219084"/>
                      </a:lnTo>
                      <a:lnTo>
                        <a:pt x="75403" y="1219084"/>
                      </a:lnTo>
                      <a:lnTo>
                        <a:pt x="78939" y="1216984"/>
                      </a:lnTo>
                      <a:lnTo>
                        <a:pt x="78939" y="1217316"/>
                      </a:lnTo>
                      <a:lnTo>
                        <a:pt x="303833" y="1104490"/>
                      </a:lnTo>
                      <a:lnTo>
                        <a:pt x="1025012" y="1225088"/>
                      </a:lnTo>
                      <a:lnTo>
                        <a:pt x="1025012" y="1158441"/>
                      </a:lnTo>
                      <a:lnTo>
                        <a:pt x="436355" y="1018645"/>
                      </a:lnTo>
                      <a:lnTo>
                        <a:pt x="460086" y="972039"/>
                      </a:lnTo>
                      <a:cubicBezTo>
                        <a:pt x="661011" y="1022205"/>
                        <a:pt x="884053" y="1074649"/>
                        <a:pt x="1030612" y="1112665"/>
                      </a:cubicBezTo>
                      <a:cubicBezTo>
                        <a:pt x="1030873" y="1110399"/>
                        <a:pt x="1031087" y="1108133"/>
                        <a:pt x="1031241" y="1105878"/>
                      </a:cubicBezTo>
                      <a:cubicBezTo>
                        <a:pt x="1034611" y="1056044"/>
                        <a:pt x="1034433" y="974400"/>
                        <a:pt x="1017193" y="909984"/>
                      </a:cubicBezTo>
                      <a:cubicBezTo>
                        <a:pt x="998208" y="848640"/>
                        <a:pt x="982452" y="829953"/>
                        <a:pt x="948849" y="818859"/>
                      </a:cubicBezTo>
                      <a:cubicBezTo>
                        <a:pt x="859635" y="789374"/>
                        <a:pt x="659658" y="679846"/>
                        <a:pt x="663704" y="577010"/>
                      </a:cubicBezTo>
                      <a:cubicBezTo>
                        <a:pt x="666920" y="495318"/>
                        <a:pt x="697947" y="518871"/>
                        <a:pt x="721037" y="480534"/>
                      </a:cubicBezTo>
                      <a:cubicBezTo>
                        <a:pt x="761675" y="413092"/>
                        <a:pt x="765033" y="332005"/>
                        <a:pt x="755589" y="255083"/>
                      </a:cubicBezTo>
                      <a:cubicBezTo>
                        <a:pt x="741232" y="138199"/>
                        <a:pt x="680921" y="7575"/>
                        <a:pt x="548849" y="2141"/>
                      </a:cubicBezTo>
                      <a:cubicBezTo>
                        <a:pt x="436426" y="-2487"/>
                        <a:pt x="390069" y="-9001"/>
                        <a:pt x="319127" y="94120"/>
                      </a:cubicBezTo>
                      <a:cubicBezTo>
                        <a:pt x="300724" y="120876"/>
                        <a:pt x="248541" y="186135"/>
                        <a:pt x="250214" y="255083"/>
                      </a:cubicBezTo>
                      <a:cubicBezTo>
                        <a:pt x="251863" y="323367"/>
                        <a:pt x="245432" y="382516"/>
                        <a:pt x="296156" y="508026"/>
                      </a:cubicBezTo>
                      <a:cubicBezTo>
                        <a:pt x="321725" y="571279"/>
                        <a:pt x="169815" y="523356"/>
                        <a:pt x="66433" y="554015"/>
                      </a:cubicBezTo>
                      <a:cubicBezTo>
                        <a:pt x="30790" y="564587"/>
                        <a:pt x="8804" y="596244"/>
                        <a:pt x="0" y="635648"/>
                      </a:cubicBezTo>
                      <a:cubicBezTo>
                        <a:pt x="70135" y="560636"/>
                        <a:pt x="105790" y="585696"/>
                        <a:pt x="171357" y="62416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 w="1184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257" name="任意多边形: 形状 256"/>
                <p:cNvSpPr/>
                <p:nvPr/>
              </p:nvSpPr>
              <p:spPr>
                <a:xfrm>
                  <a:off x="2309921" y="206089"/>
                  <a:ext cx="1037384" cy="1216437"/>
                </a:xfrm>
                <a:custGeom>
                  <a:avLst/>
                  <a:gdLst>
                    <a:gd name="connsiteX0" fmla="*/ 93838 w 1037384"/>
                    <a:gd name="connsiteY0" fmla="*/ 852936 h 1216438"/>
                    <a:gd name="connsiteX1" fmla="*/ 139780 w 1037384"/>
                    <a:gd name="connsiteY1" fmla="*/ 1013899 h 1216438"/>
                    <a:gd name="connsiteX2" fmla="*/ 375198 w 1037384"/>
                    <a:gd name="connsiteY2" fmla="*/ 1116854 h 1216438"/>
                    <a:gd name="connsiteX3" fmla="*/ 882566 w 1037384"/>
                    <a:gd name="connsiteY3" fmla="*/ 1201702 h 1216438"/>
                    <a:gd name="connsiteX4" fmla="*/ 970654 w 1037384"/>
                    <a:gd name="connsiteY4" fmla="*/ 1216438 h 1216438"/>
                    <a:gd name="connsiteX5" fmla="*/ 1035675 w 1037384"/>
                    <a:gd name="connsiteY5" fmla="*/ 1105878 h 1216438"/>
                    <a:gd name="connsiteX6" fmla="*/ 1021626 w 1037384"/>
                    <a:gd name="connsiteY6" fmla="*/ 909984 h 1216438"/>
                    <a:gd name="connsiteX7" fmla="*/ 953283 w 1037384"/>
                    <a:gd name="connsiteY7" fmla="*/ 818859 h 1216438"/>
                    <a:gd name="connsiteX8" fmla="*/ 668138 w 1037384"/>
                    <a:gd name="connsiteY8" fmla="*/ 577010 h 1216438"/>
                    <a:gd name="connsiteX9" fmla="*/ 725471 w 1037384"/>
                    <a:gd name="connsiteY9" fmla="*/ 480534 h 1216438"/>
                    <a:gd name="connsiteX10" fmla="*/ 760022 w 1037384"/>
                    <a:gd name="connsiteY10" fmla="*/ 255083 h 1216438"/>
                    <a:gd name="connsiteX11" fmla="*/ 553283 w 1037384"/>
                    <a:gd name="connsiteY11" fmla="*/ 2141 h 1216438"/>
                    <a:gd name="connsiteX12" fmla="*/ 323560 w 1037384"/>
                    <a:gd name="connsiteY12" fmla="*/ 94120 h 1216438"/>
                    <a:gd name="connsiteX13" fmla="*/ 254647 w 1037384"/>
                    <a:gd name="connsiteY13" fmla="*/ 255083 h 1216438"/>
                    <a:gd name="connsiteX14" fmla="*/ 300589 w 1037384"/>
                    <a:gd name="connsiteY14" fmla="*/ 508026 h 1216438"/>
                    <a:gd name="connsiteX15" fmla="*/ 70867 w 1037384"/>
                    <a:gd name="connsiteY15" fmla="*/ 554015 h 1216438"/>
                    <a:gd name="connsiteX16" fmla="*/ 93838 w 1037384"/>
                    <a:gd name="connsiteY16" fmla="*/ 852936 h 1216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37384" h="1216438">
                      <a:moveTo>
                        <a:pt x="93838" y="852936"/>
                      </a:moveTo>
                      <a:cubicBezTo>
                        <a:pt x="180134" y="898284"/>
                        <a:pt x="90006" y="910423"/>
                        <a:pt x="139780" y="1013899"/>
                      </a:cubicBezTo>
                      <a:cubicBezTo>
                        <a:pt x="157139" y="1049981"/>
                        <a:pt x="254125" y="1085601"/>
                        <a:pt x="375198" y="1116854"/>
                      </a:cubicBezTo>
                      <a:lnTo>
                        <a:pt x="882566" y="1201702"/>
                      </a:lnTo>
                      <a:lnTo>
                        <a:pt x="970654" y="1216438"/>
                      </a:lnTo>
                      <a:cubicBezTo>
                        <a:pt x="1006807" y="1201417"/>
                        <a:pt x="1032566" y="1151963"/>
                        <a:pt x="1035675" y="1105878"/>
                      </a:cubicBezTo>
                      <a:cubicBezTo>
                        <a:pt x="1039045" y="1056044"/>
                        <a:pt x="1038867" y="974400"/>
                        <a:pt x="1021626" y="909984"/>
                      </a:cubicBezTo>
                      <a:cubicBezTo>
                        <a:pt x="1002642" y="848640"/>
                        <a:pt x="986885" y="829953"/>
                        <a:pt x="953283" y="818859"/>
                      </a:cubicBezTo>
                      <a:cubicBezTo>
                        <a:pt x="864068" y="789374"/>
                        <a:pt x="664092" y="679846"/>
                        <a:pt x="668138" y="577010"/>
                      </a:cubicBezTo>
                      <a:cubicBezTo>
                        <a:pt x="671354" y="495318"/>
                        <a:pt x="702381" y="518871"/>
                        <a:pt x="725471" y="480534"/>
                      </a:cubicBezTo>
                      <a:cubicBezTo>
                        <a:pt x="766109" y="413092"/>
                        <a:pt x="769467" y="332005"/>
                        <a:pt x="760022" y="255083"/>
                      </a:cubicBezTo>
                      <a:cubicBezTo>
                        <a:pt x="745665" y="138199"/>
                        <a:pt x="685355" y="7575"/>
                        <a:pt x="553283" y="2141"/>
                      </a:cubicBezTo>
                      <a:cubicBezTo>
                        <a:pt x="440860" y="-2487"/>
                        <a:pt x="394503" y="-9001"/>
                        <a:pt x="323560" y="94120"/>
                      </a:cubicBezTo>
                      <a:cubicBezTo>
                        <a:pt x="305158" y="120876"/>
                        <a:pt x="252974" y="186135"/>
                        <a:pt x="254647" y="255083"/>
                      </a:cubicBezTo>
                      <a:cubicBezTo>
                        <a:pt x="256297" y="323367"/>
                        <a:pt x="249866" y="382516"/>
                        <a:pt x="300589" y="508026"/>
                      </a:cubicBezTo>
                      <a:cubicBezTo>
                        <a:pt x="326159" y="571279"/>
                        <a:pt x="174249" y="523356"/>
                        <a:pt x="70867" y="554015"/>
                      </a:cubicBezTo>
                      <a:cubicBezTo>
                        <a:pt x="-32515" y="584663"/>
                        <a:pt x="-21029" y="792577"/>
                        <a:pt x="93838" y="852936"/>
                      </a:cubicBezTo>
                      <a:close/>
                    </a:path>
                  </a:pathLst>
                </a:custGeom>
                <a:noFill/>
                <a:ln w="28575" cap="flat">
                  <a:solidFill>
                    <a:schemeClr val="accent5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cxnSp>
            <p:nvCxnSpPr>
              <p:cNvPr id="252" name="直接连接符 251"/>
              <p:cNvCxnSpPr>
                <a:stCxn id="255" idx="0"/>
              </p:cNvCxnSpPr>
              <p:nvPr/>
            </p:nvCxnSpPr>
            <p:spPr>
              <a:xfrm flipH="1">
                <a:off x="2407920" y="1067831"/>
                <a:ext cx="34874" cy="1540638"/>
              </a:xfrm>
              <a:prstGeom prst="line">
                <a:avLst/>
              </a:prstGeom>
              <a:ln w="28575">
                <a:solidFill>
                  <a:schemeClr val="accent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9" name="加号 248"/>
            <p:cNvSpPr/>
            <p:nvPr/>
          </p:nvSpPr>
          <p:spPr>
            <a:xfrm>
              <a:off x="2016732" y="948938"/>
              <a:ext cx="275977" cy="275977"/>
            </a:xfrm>
            <a:prstGeom prst="mathPlus">
              <a:avLst>
                <a:gd name="adj1" fmla="val 10635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50" name="椭圆 249"/>
            <p:cNvSpPr/>
            <p:nvPr/>
          </p:nvSpPr>
          <p:spPr>
            <a:xfrm>
              <a:off x="2577465" y="1382577"/>
              <a:ext cx="99060" cy="99060"/>
            </a:xfrm>
            <a:prstGeom prst="ellipse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10297955" y="255159"/>
            <a:ext cx="1702948" cy="2896548"/>
            <a:chOff x="10297955" y="255159"/>
            <a:chExt cx="1702948" cy="2896548"/>
          </a:xfrm>
        </p:grpSpPr>
        <p:sp>
          <p:nvSpPr>
            <p:cNvPr id="289" name="任意多边形: 形状 288"/>
            <p:cNvSpPr/>
            <p:nvPr/>
          </p:nvSpPr>
          <p:spPr>
            <a:xfrm>
              <a:off x="10564382" y="469939"/>
              <a:ext cx="532602" cy="1260753"/>
            </a:xfrm>
            <a:custGeom>
              <a:avLst/>
              <a:gdLst>
                <a:gd name="connsiteX0" fmla="*/ 102429 w 532602"/>
                <a:gd name="connsiteY0" fmla="*/ 1055919 h 1260753"/>
                <a:gd name="connsiteX1" fmla="*/ 102937 w 532602"/>
                <a:gd name="connsiteY1" fmla="*/ 1054057 h 1260753"/>
                <a:gd name="connsiteX2" fmla="*/ 103106 w 532602"/>
                <a:gd name="connsiteY2" fmla="*/ 786088 h 1260753"/>
                <a:gd name="connsiteX3" fmla="*/ 271041 w 532602"/>
                <a:gd name="connsiteY3" fmla="*/ 497879 h 1260753"/>
                <a:gd name="connsiteX4" fmla="*/ 430125 w 532602"/>
                <a:gd name="connsiteY4" fmla="*/ 786088 h 1260753"/>
                <a:gd name="connsiteX5" fmla="*/ 430173 w 532602"/>
                <a:gd name="connsiteY5" fmla="*/ 1055871 h 1260753"/>
                <a:gd name="connsiteX6" fmla="*/ 430173 w 532602"/>
                <a:gd name="connsiteY6" fmla="*/ 1055895 h 1260753"/>
                <a:gd name="connsiteX7" fmla="*/ 532602 w 532602"/>
                <a:gd name="connsiteY7" fmla="*/ 1260753 h 1260753"/>
                <a:gd name="connsiteX8" fmla="*/ 532602 w 532602"/>
                <a:gd name="connsiteY8" fmla="*/ 445915 h 1260753"/>
                <a:gd name="connsiteX9" fmla="*/ 274015 w 532602"/>
                <a:gd name="connsiteY9" fmla="*/ 0 h 1260753"/>
                <a:gd name="connsiteX10" fmla="*/ 0 w 532602"/>
                <a:gd name="connsiteY10" fmla="*/ 447075 h 1260753"/>
                <a:gd name="connsiteX11" fmla="*/ 0 w 532602"/>
                <a:gd name="connsiteY11" fmla="*/ 1260753 h 1260753"/>
                <a:gd name="connsiteX12" fmla="*/ 102429 w 532602"/>
                <a:gd name="connsiteY12" fmla="*/ 1055919 h 1260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602" h="1260753">
                  <a:moveTo>
                    <a:pt x="102429" y="1055919"/>
                  </a:moveTo>
                  <a:cubicBezTo>
                    <a:pt x="102598" y="1055290"/>
                    <a:pt x="102768" y="1054686"/>
                    <a:pt x="102937" y="1054057"/>
                  </a:cubicBezTo>
                  <a:cubicBezTo>
                    <a:pt x="103034" y="931631"/>
                    <a:pt x="103106" y="826735"/>
                    <a:pt x="103106" y="786088"/>
                  </a:cubicBezTo>
                  <a:cubicBezTo>
                    <a:pt x="103106" y="672850"/>
                    <a:pt x="161406" y="497879"/>
                    <a:pt x="271041" y="497879"/>
                  </a:cubicBezTo>
                  <a:cubicBezTo>
                    <a:pt x="386793" y="497879"/>
                    <a:pt x="430125" y="675461"/>
                    <a:pt x="430125" y="786088"/>
                  </a:cubicBezTo>
                  <a:cubicBezTo>
                    <a:pt x="430149" y="805964"/>
                    <a:pt x="430149" y="918912"/>
                    <a:pt x="430173" y="1055871"/>
                  </a:cubicBezTo>
                  <a:cubicBezTo>
                    <a:pt x="430173" y="1055871"/>
                    <a:pt x="430173" y="1055895"/>
                    <a:pt x="430173" y="1055895"/>
                  </a:cubicBezTo>
                  <a:cubicBezTo>
                    <a:pt x="455055" y="1148289"/>
                    <a:pt x="484797" y="1202043"/>
                    <a:pt x="532602" y="1260753"/>
                  </a:cubicBezTo>
                  <a:cubicBezTo>
                    <a:pt x="532602" y="931123"/>
                    <a:pt x="532602" y="517127"/>
                    <a:pt x="532602" y="445915"/>
                  </a:cubicBezTo>
                  <a:cubicBezTo>
                    <a:pt x="532602" y="303225"/>
                    <a:pt x="459794" y="0"/>
                    <a:pt x="274015" y="0"/>
                  </a:cubicBezTo>
                  <a:cubicBezTo>
                    <a:pt x="56075" y="0"/>
                    <a:pt x="0" y="322908"/>
                    <a:pt x="0" y="447075"/>
                  </a:cubicBezTo>
                  <a:cubicBezTo>
                    <a:pt x="0" y="582801"/>
                    <a:pt x="0" y="958882"/>
                    <a:pt x="0" y="1260753"/>
                  </a:cubicBezTo>
                  <a:cubicBezTo>
                    <a:pt x="47781" y="1202067"/>
                    <a:pt x="77523" y="1148289"/>
                    <a:pt x="102429" y="1055919"/>
                  </a:cubicBezTo>
                  <a:close/>
                </a:path>
              </a:pathLst>
            </a:custGeom>
            <a:solidFill>
              <a:schemeClr val="accent5"/>
            </a:solidFill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73" name="组合 272"/>
            <p:cNvGrpSpPr/>
            <p:nvPr/>
          </p:nvGrpSpPr>
          <p:grpSpPr>
            <a:xfrm>
              <a:off x="11391418" y="255159"/>
              <a:ext cx="279624" cy="276529"/>
              <a:chOff x="9914390" y="220263"/>
              <a:chExt cx="279624" cy="276529"/>
            </a:xfrm>
          </p:grpSpPr>
          <p:sp>
            <p:nvSpPr>
              <p:cNvPr id="303" name="任意多边形: 形状 302"/>
              <p:cNvSpPr/>
              <p:nvPr/>
            </p:nvSpPr>
            <p:spPr>
              <a:xfrm>
                <a:off x="10028692" y="385537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rgbClr val="A13F0B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4" name="任意多边形: 形状 303"/>
              <p:cNvSpPr/>
              <p:nvPr/>
            </p:nvSpPr>
            <p:spPr>
              <a:xfrm>
                <a:off x="9971553" y="331494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5" name="任意多边形: 形状 304"/>
              <p:cNvSpPr/>
              <p:nvPr/>
            </p:nvSpPr>
            <p:spPr>
              <a:xfrm>
                <a:off x="9914390" y="277426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6" name="任意多边形: 形状 305"/>
              <p:cNvSpPr/>
              <p:nvPr/>
            </p:nvSpPr>
            <p:spPr>
              <a:xfrm>
                <a:off x="10082783" y="328374"/>
                <a:ext cx="111206" cy="111230"/>
              </a:xfrm>
              <a:custGeom>
                <a:avLst/>
                <a:gdLst>
                  <a:gd name="connsiteX0" fmla="*/ 54044 w 111206"/>
                  <a:gd name="connsiteY0" fmla="*/ 0 h 111230"/>
                  <a:gd name="connsiteX1" fmla="*/ 111207 w 111206"/>
                  <a:gd name="connsiteY1" fmla="*/ 54068 h 111230"/>
                  <a:gd name="connsiteX2" fmla="*/ 57163 w 111206"/>
                  <a:gd name="connsiteY2" fmla="*/ 111231 h 111230"/>
                  <a:gd name="connsiteX3" fmla="*/ 0 w 111206"/>
                  <a:gd name="connsiteY3" fmla="*/ 57163 h 111230"/>
                  <a:gd name="connsiteX4" fmla="*/ 54044 w 111206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30">
                    <a:moveTo>
                      <a:pt x="54044" y="0"/>
                    </a:moveTo>
                    <a:lnTo>
                      <a:pt x="111207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44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7" name="任意多边形: 形状 306"/>
              <p:cNvSpPr/>
              <p:nvPr/>
            </p:nvSpPr>
            <p:spPr>
              <a:xfrm>
                <a:off x="10025621" y="274331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8" name="任意多边形: 形状 307"/>
              <p:cNvSpPr/>
              <p:nvPr/>
            </p:nvSpPr>
            <p:spPr>
              <a:xfrm>
                <a:off x="9968458" y="220263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9" name="任意多边形: 形状 308"/>
              <p:cNvSpPr/>
              <p:nvPr/>
            </p:nvSpPr>
            <p:spPr>
              <a:xfrm>
                <a:off x="9914390" y="220263"/>
                <a:ext cx="279624" cy="276529"/>
              </a:xfrm>
              <a:custGeom>
                <a:avLst/>
                <a:gdLst>
                  <a:gd name="connsiteX0" fmla="*/ 108136 w 279624"/>
                  <a:gd name="connsiteY0" fmla="*/ 0 h 276529"/>
                  <a:gd name="connsiteX1" fmla="*/ 279625 w 279624"/>
                  <a:gd name="connsiteY1" fmla="*/ 162204 h 276529"/>
                  <a:gd name="connsiteX2" fmla="*/ 171489 w 279624"/>
                  <a:gd name="connsiteY2" fmla="*/ 276530 h 276529"/>
                  <a:gd name="connsiteX3" fmla="*/ 0 w 279624"/>
                  <a:gd name="connsiteY3" fmla="*/ 114326 h 276529"/>
                  <a:gd name="connsiteX4" fmla="*/ 108136 w 279624"/>
                  <a:gd name="connsiteY4" fmla="*/ 0 h 276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9624" h="276529">
                    <a:moveTo>
                      <a:pt x="108136" y="0"/>
                    </a:moveTo>
                    <a:lnTo>
                      <a:pt x="279625" y="162204"/>
                    </a:lnTo>
                    <a:lnTo>
                      <a:pt x="171489" y="276530"/>
                    </a:lnTo>
                    <a:lnTo>
                      <a:pt x="0" y="114326"/>
                    </a:lnTo>
                    <a:lnTo>
                      <a:pt x="108136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74" name="组合 273"/>
            <p:cNvGrpSpPr/>
            <p:nvPr/>
          </p:nvGrpSpPr>
          <p:grpSpPr>
            <a:xfrm>
              <a:off x="11721279" y="567368"/>
              <a:ext cx="279624" cy="276529"/>
              <a:chOff x="10240441" y="528662"/>
              <a:chExt cx="279624" cy="276529"/>
            </a:xfrm>
          </p:grpSpPr>
          <p:sp>
            <p:nvSpPr>
              <p:cNvPr id="296" name="任意多边形: 形状 295"/>
              <p:cNvSpPr/>
              <p:nvPr/>
            </p:nvSpPr>
            <p:spPr>
              <a:xfrm>
                <a:off x="10354767" y="693937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rgbClr val="A13F0B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7" name="任意多边形: 形状 296"/>
              <p:cNvSpPr/>
              <p:nvPr/>
            </p:nvSpPr>
            <p:spPr>
              <a:xfrm>
                <a:off x="10297628" y="639893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8" name="任意多边形: 形状 297"/>
              <p:cNvSpPr/>
              <p:nvPr/>
            </p:nvSpPr>
            <p:spPr>
              <a:xfrm>
                <a:off x="10240441" y="585825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9" name="任意多边形: 形状 298"/>
              <p:cNvSpPr/>
              <p:nvPr/>
            </p:nvSpPr>
            <p:spPr>
              <a:xfrm>
                <a:off x="10408835" y="636774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0" name="任意多边形: 形状 299"/>
              <p:cNvSpPr/>
              <p:nvPr/>
            </p:nvSpPr>
            <p:spPr>
              <a:xfrm>
                <a:off x="10351696" y="582730"/>
                <a:ext cx="111206" cy="111206"/>
              </a:xfrm>
              <a:custGeom>
                <a:avLst/>
                <a:gdLst>
                  <a:gd name="connsiteX0" fmla="*/ 54068 w 111206"/>
                  <a:gd name="connsiteY0" fmla="*/ 0 h 111206"/>
                  <a:gd name="connsiteX1" fmla="*/ 111207 w 111206"/>
                  <a:gd name="connsiteY1" fmla="*/ 54044 h 111206"/>
                  <a:gd name="connsiteX2" fmla="*/ 57139 w 111206"/>
                  <a:gd name="connsiteY2" fmla="*/ 111207 h 111206"/>
                  <a:gd name="connsiteX3" fmla="*/ 0 w 111206"/>
                  <a:gd name="connsiteY3" fmla="*/ 57163 h 111206"/>
                  <a:gd name="connsiteX4" fmla="*/ 54068 w 111206"/>
                  <a:gd name="connsiteY4" fmla="*/ 0 h 111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06" h="111206">
                    <a:moveTo>
                      <a:pt x="54068" y="0"/>
                    </a:moveTo>
                    <a:lnTo>
                      <a:pt x="111207" y="54044"/>
                    </a:lnTo>
                    <a:lnTo>
                      <a:pt x="57139" y="111207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1" name="任意多边形: 形状 300"/>
              <p:cNvSpPr/>
              <p:nvPr/>
            </p:nvSpPr>
            <p:spPr>
              <a:xfrm>
                <a:off x="10294509" y="528662"/>
                <a:ext cx="111230" cy="111230"/>
              </a:xfrm>
              <a:custGeom>
                <a:avLst/>
                <a:gdLst>
                  <a:gd name="connsiteX0" fmla="*/ 54068 w 111230"/>
                  <a:gd name="connsiteY0" fmla="*/ 0 h 111230"/>
                  <a:gd name="connsiteX1" fmla="*/ 111231 w 111230"/>
                  <a:gd name="connsiteY1" fmla="*/ 54068 h 111230"/>
                  <a:gd name="connsiteX2" fmla="*/ 57163 w 111230"/>
                  <a:gd name="connsiteY2" fmla="*/ 111231 h 111230"/>
                  <a:gd name="connsiteX3" fmla="*/ 0 w 111230"/>
                  <a:gd name="connsiteY3" fmla="*/ 57163 h 111230"/>
                  <a:gd name="connsiteX4" fmla="*/ 54068 w 111230"/>
                  <a:gd name="connsiteY4" fmla="*/ 0 h 1112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230" h="111230">
                    <a:moveTo>
                      <a:pt x="54068" y="0"/>
                    </a:moveTo>
                    <a:lnTo>
                      <a:pt x="111231" y="54068"/>
                    </a:lnTo>
                    <a:lnTo>
                      <a:pt x="57163" y="111231"/>
                    </a:lnTo>
                    <a:lnTo>
                      <a:pt x="0" y="57163"/>
                    </a:lnTo>
                    <a:lnTo>
                      <a:pt x="54068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2" name="任意多边形: 形状 301"/>
              <p:cNvSpPr/>
              <p:nvPr/>
            </p:nvSpPr>
            <p:spPr>
              <a:xfrm>
                <a:off x="10240441" y="528662"/>
                <a:ext cx="279624" cy="276529"/>
              </a:xfrm>
              <a:custGeom>
                <a:avLst/>
                <a:gdLst>
                  <a:gd name="connsiteX0" fmla="*/ 108136 w 279624"/>
                  <a:gd name="connsiteY0" fmla="*/ 0 h 276529"/>
                  <a:gd name="connsiteX1" fmla="*/ 279625 w 279624"/>
                  <a:gd name="connsiteY1" fmla="*/ 162204 h 276529"/>
                  <a:gd name="connsiteX2" fmla="*/ 171489 w 279624"/>
                  <a:gd name="connsiteY2" fmla="*/ 276530 h 276529"/>
                  <a:gd name="connsiteX3" fmla="*/ 0 w 279624"/>
                  <a:gd name="connsiteY3" fmla="*/ 114326 h 276529"/>
                  <a:gd name="connsiteX4" fmla="*/ 108136 w 279624"/>
                  <a:gd name="connsiteY4" fmla="*/ 0 h 276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9624" h="276529">
                    <a:moveTo>
                      <a:pt x="108136" y="0"/>
                    </a:moveTo>
                    <a:lnTo>
                      <a:pt x="279625" y="162204"/>
                    </a:lnTo>
                    <a:lnTo>
                      <a:pt x="171489" y="276530"/>
                    </a:lnTo>
                    <a:lnTo>
                      <a:pt x="0" y="114326"/>
                    </a:lnTo>
                    <a:lnTo>
                      <a:pt x="108136" y="0"/>
                    </a:lnTo>
                    <a:close/>
                  </a:path>
                </a:pathLst>
              </a:custGeom>
              <a:noFill/>
              <a:ln w="25400" cap="flat">
                <a:solidFill>
                  <a:schemeClr val="accent5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75" name="图形 24"/>
            <p:cNvGrpSpPr/>
            <p:nvPr/>
          </p:nvGrpSpPr>
          <p:grpSpPr>
            <a:xfrm>
              <a:off x="11502856" y="363913"/>
              <a:ext cx="376637" cy="391326"/>
              <a:chOff x="11500440" y="325207"/>
              <a:chExt cx="376637" cy="391326"/>
            </a:xfrm>
            <a:solidFill>
              <a:srgbClr val="A13F0B"/>
            </a:solidFill>
          </p:grpSpPr>
          <p:sp>
            <p:nvSpPr>
              <p:cNvPr id="292" name="任意多边形: 形状 291"/>
              <p:cNvSpPr/>
              <p:nvPr/>
            </p:nvSpPr>
            <p:spPr>
              <a:xfrm rot="-2795543">
                <a:off x="11523371" y="639954"/>
                <a:ext cx="33249" cy="76460"/>
              </a:xfrm>
              <a:custGeom>
                <a:avLst/>
                <a:gdLst>
                  <a:gd name="connsiteX0" fmla="*/ 0 w 33249"/>
                  <a:gd name="connsiteY0" fmla="*/ 0 h 76460"/>
                  <a:gd name="connsiteX1" fmla="*/ 33249 w 33249"/>
                  <a:gd name="connsiteY1" fmla="*/ 0 h 76460"/>
                  <a:gd name="connsiteX2" fmla="*/ 33249 w 33249"/>
                  <a:gd name="connsiteY2" fmla="*/ 76461 h 76460"/>
                  <a:gd name="connsiteX3" fmla="*/ 0 w 33249"/>
                  <a:gd name="connsiteY3" fmla="*/ 76461 h 76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249" h="76460">
                    <a:moveTo>
                      <a:pt x="0" y="0"/>
                    </a:moveTo>
                    <a:lnTo>
                      <a:pt x="33249" y="0"/>
                    </a:lnTo>
                    <a:lnTo>
                      <a:pt x="33249" y="76461"/>
                    </a:lnTo>
                    <a:lnTo>
                      <a:pt x="0" y="76461"/>
                    </a:ln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3" name="任意多边形: 形状 292"/>
              <p:cNvSpPr/>
              <p:nvPr/>
            </p:nvSpPr>
            <p:spPr>
              <a:xfrm rot="-2795543">
                <a:off x="11554264" y="619002"/>
                <a:ext cx="11074" cy="76460"/>
              </a:xfrm>
              <a:custGeom>
                <a:avLst/>
                <a:gdLst>
                  <a:gd name="connsiteX0" fmla="*/ 0 w 11074"/>
                  <a:gd name="connsiteY0" fmla="*/ 0 h 76460"/>
                  <a:gd name="connsiteX1" fmla="*/ 11075 w 11074"/>
                  <a:gd name="connsiteY1" fmla="*/ 0 h 76460"/>
                  <a:gd name="connsiteX2" fmla="*/ 11075 w 11074"/>
                  <a:gd name="connsiteY2" fmla="*/ 76461 h 76460"/>
                  <a:gd name="connsiteX3" fmla="*/ 0 w 11074"/>
                  <a:gd name="connsiteY3" fmla="*/ 76461 h 76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74" h="76460">
                    <a:moveTo>
                      <a:pt x="0" y="0"/>
                    </a:moveTo>
                    <a:lnTo>
                      <a:pt x="11075" y="0"/>
                    </a:lnTo>
                    <a:lnTo>
                      <a:pt x="11075" y="76461"/>
                    </a:lnTo>
                    <a:lnTo>
                      <a:pt x="0" y="76461"/>
                    </a:ln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4" name="任意多边形: 形状 293"/>
              <p:cNvSpPr/>
              <p:nvPr/>
            </p:nvSpPr>
            <p:spPr>
              <a:xfrm>
                <a:off x="11500440" y="553728"/>
                <a:ext cx="163044" cy="159359"/>
              </a:xfrm>
              <a:custGeom>
                <a:avLst/>
                <a:gdLst>
                  <a:gd name="connsiteX0" fmla="*/ 133574 w 163044"/>
                  <a:gd name="connsiteY0" fmla="*/ 25762 h 159359"/>
                  <a:gd name="connsiteX1" fmla="*/ 411 w 163044"/>
                  <a:gd name="connsiteY1" fmla="*/ 29461 h 159359"/>
                  <a:gd name="connsiteX2" fmla="*/ 411 w 163044"/>
                  <a:gd name="connsiteY2" fmla="*/ 29461 h 159359"/>
                  <a:gd name="connsiteX3" fmla="*/ 0 w 163044"/>
                  <a:gd name="connsiteY3" fmla="*/ 29921 h 159359"/>
                  <a:gd name="connsiteX4" fmla="*/ 136838 w 163044"/>
                  <a:gd name="connsiteY4" fmla="*/ 159359 h 159359"/>
                  <a:gd name="connsiteX5" fmla="*/ 137273 w 163044"/>
                  <a:gd name="connsiteY5" fmla="*/ 158900 h 159359"/>
                  <a:gd name="connsiteX6" fmla="*/ 133574 w 163044"/>
                  <a:gd name="connsiteY6" fmla="*/ 25762 h 15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3044" h="159359">
                    <a:moveTo>
                      <a:pt x="133574" y="25762"/>
                    </a:moveTo>
                    <a:cubicBezTo>
                      <a:pt x="95779" y="-9977"/>
                      <a:pt x="36174" y="-8333"/>
                      <a:pt x="411" y="29461"/>
                    </a:cubicBezTo>
                    <a:lnTo>
                      <a:pt x="411" y="29461"/>
                    </a:lnTo>
                    <a:cubicBezTo>
                      <a:pt x="266" y="29606"/>
                      <a:pt x="145" y="29776"/>
                      <a:pt x="0" y="29921"/>
                    </a:cubicBezTo>
                    <a:lnTo>
                      <a:pt x="136838" y="159359"/>
                    </a:lnTo>
                    <a:cubicBezTo>
                      <a:pt x="136983" y="159214"/>
                      <a:pt x="137128" y="159069"/>
                      <a:pt x="137273" y="158900"/>
                    </a:cubicBezTo>
                    <a:cubicBezTo>
                      <a:pt x="173037" y="121130"/>
                      <a:pt x="171368" y="61525"/>
                      <a:pt x="133574" y="25762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5" name="任意多边形: 形状 294"/>
              <p:cNvSpPr/>
              <p:nvPr/>
            </p:nvSpPr>
            <p:spPr>
              <a:xfrm>
                <a:off x="11586015" y="325207"/>
                <a:ext cx="291062" cy="297953"/>
              </a:xfrm>
              <a:custGeom>
                <a:avLst/>
                <a:gdLst>
                  <a:gd name="connsiteX0" fmla="*/ 283034 w 291062"/>
                  <a:gd name="connsiteY0" fmla="*/ 52544 h 297953"/>
                  <a:gd name="connsiteX1" fmla="*/ 261949 w 291062"/>
                  <a:gd name="connsiteY1" fmla="*/ 32595 h 297953"/>
                  <a:gd name="connsiteX2" fmla="*/ 235543 w 291062"/>
                  <a:gd name="connsiteY2" fmla="*/ 7617 h 297953"/>
                  <a:gd name="connsiteX3" fmla="*/ 235543 w 291062"/>
                  <a:gd name="connsiteY3" fmla="*/ 7617 h 297953"/>
                  <a:gd name="connsiteX4" fmla="*/ 227491 w 291062"/>
                  <a:gd name="connsiteY4" fmla="*/ 0 h 297953"/>
                  <a:gd name="connsiteX5" fmla="*/ 172819 w 291062"/>
                  <a:gd name="connsiteY5" fmla="*/ 51335 h 297953"/>
                  <a:gd name="connsiteX6" fmla="*/ 95538 w 291062"/>
                  <a:gd name="connsiteY6" fmla="*/ 91113 h 297953"/>
                  <a:gd name="connsiteX7" fmla="*/ 0 w 291062"/>
                  <a:gd name="connsiteY7" fmla="*/ 192115 h 297953"/>
                  <a:gd name="connsiteX8" fmla="*/ 77281 w 291062"/>
                  <a:gd name="connsiteY8" fmla="*/ 265213 h 297953"/>
                  <a:gd name="connsiteX9" fmla="*/ 77281 w 291062"/>
                  <a:gd name="connsiteY9" fmla="*/ 265213 h 297953"/>
                  <a:gd name="connsiteX10" fmla="*/ 111908 w 291062"/>
                  <a:gd name="connsiteY10" fmla="*/ 297954 h 297953"/>
                  <a:gd name="connsiteX11" fmla="*/ 207446 w 291062"/>
                  <a:gd name="connsiteY11" fmla="*/ 196951 h 297953"/>
                  <a:gd name="connsiteX12" fmla="*/ 242846 w 291062"/>
                  <a:gd name="connsiteY12" fmla="*/ 117590 h 297953"/>
                  <a:gd name="connsiteX13" fmla="*/ 291062 w 291062"/>
                  <a:gd name="connsiteY13" fmla="*/ 60161 h 297953"/>
                  <a:gd name="connsiteX14" fmla="*/ 283034 w 291062"/>
                  <a:gd name="connsiteY14" fmla="*/ 52544 h 297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1062" h="297953">
                    <a:moveTo>
                      <a:pt x="283034" y="52544"/>
                    </a:moveTo>
                    <a:lnTo>
                      <a:pt x="261949" y="32595"/>
                    </a:lnTo>
                    <a:lnTo>
                      <a:pt x="235543" y="7617"/>
                    </a:lnTo>
                    <a:lnTo>
                      <a:pt x="235543" y="7617"/>
                    </a:lnTo>
                    <a:lnTo>
                      <a:pt x="227491" y="0"/>
                    </a:lnTo>
                    <a:cubicBezTo>
                      <a:pt x="227491" y="0"/>
                      <a:pt x="207808" y="27808"/>
                      <a:pt x="172819" y="51335"/>
                    </a:cubicBezTo>
                    <a:cubicBezTo>
                      <a:pt x="149727" y="66884"/>
                      <a:pt x="125352" y="59605"/>
                      <a:pt x="95538" y="91113"/>
                    </a:cubicBezTo>
                    <a:cubicBezTo>
                      <a:pt x="70196" y="117905"/>
                      <a:pt x="0" y="192115"/>
                      <a:pt x="0" y="192115"/>
                    </a:cubicBezTo>
                    <a:lnTo>
                      <a:pt x="77281" y="265213"/>
                    </a:lnTo>
                    <a:lnTo>
                      <a:pt x="77281" y="265213"/>
                    </a:lnTo>
                    <a:lnTo>
                      <a:pt x="111908" y="297954"/>
                    </a:lnTo>
                    <a:cubicBezTo>
                      <a:pt x="111908" y="297954"/>
                      <a:pt x="182104" y="223743"/>
                      <a:pt x="207446" y="196951"/>
                    </a:cubicBezTo>
                    <a:cubicBezTo>
                      <a:pt x="237260" y="165444"/>
                      <a:pt x="228628" y="141505"/>
                      <a:pt x="242846" y="117590"/>
                    </a:cubicBezTo>
                    <a:cubicBezTo>
                      <a:pt x="264391" y="81368"/>
                      <a:pt x="291062" y="60161"/>
                      <a:pt x="291062" y="60161"/>
                    </a:cubicBezTo>
                    <a:lnTo>
                      <a:pt x="283034" y="52544"/>
                    </a:lnTo>
                    <a:close/>
                  </a:path>
                </a:pathLst>
              </a:custGeom>
              <a:solidFill>
                <a:schemeClr val="accent5"/>
              </a:solidFill>
              <a:ln w="241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276" name="任意多边形: 形状 275"/>
            <p:cNvSpPr/>
            <p:nvPr/>
          </p:nvSpPr>
          <p:spPr>
            <a:xfrm>
              <a:off x="10672832" y="975199"/>
              <a:ext cx="315702" cy="1125559"/>
            </a:xfrm>
            <a:custGeom>
              <a:avLst/>
              <a:gdLst>
                <a:gd name="connsiteX0" fmla="*/ 315702 w 315702"/>
                <a:gd name="connsiteY0" fmla="*/ 448309 h 1125559"/>
                <a:gd name="connsiteX1" fmla="*/ 315702 w 315702"/>
                <a:gd name="connsiteY1" fmla="*/ 433800 h 1125559"/>
                <a:gd name="connsiteX2" fmla="*/ 165395 w 315702"/>
                <a:gd name="connsiteY2" fmla="*/ 433800 h 1125559"/>
                <a:gd name="connsiteX3" fmla="*/ 165395 w 315702"/>
                <a:gd name="connsiteY3" fmla="*/ 307868 h 1125559"/>
                <a:gd name="connsiteX4" fmla="*/ 273918 w 315702"/>
                <a:gd name="connsiteY4" fmla="*/ 307868 h 1125559"/>
                <a:gd name="connsiteX5" fmla="*/ 273918 w 315702"/>
                <a:gd name="connsiteY5" fmla="*/ 293359 h 1125559"/>
                <a:gd name="connsiteX6" fmla="*/ 165395 w 315702"/>
                <a:gd name="connsiteY6" fmla="*/ 293359 h 1125559"/>
                <a:gd name="connsiteX7" fmla="*/ 165395 w 315702"/>
                <a:gd name="connsiteY7" fmla="*/ 226621 h 1125559"/>
                <a:gd name="connsiteX8" fmla="*/ 273918 w 315702"/>
                <a:gd name="connsiteY8" fmla="*/ 226621 h 1125559"/>
                <a:gd name="connsiteX9" fmla="*/ 273918 w 315702"/>
                <a:gd name="connsiteY9" fmla="*/ 212112 h 1125559"/>
                <a:gd name="connsiteX10" fmla="*/ 165395 w 315702"/>
                <a:gd name="connsiteY10" fmla="*/ 212112 h 1125559"/>
                <a:gd name="connsiteX11" fmla="*/ 165395 w 315702"/>
                <a:gd name="connsiteY11" fmla="*/ 0 h 1125559"/>
                <a:gd name="connsiteX12" fmla="*/ 150887 w 315702"/>
                <a:gd name="connsiteY12" fmla="*/ 0 h 1125559"/>
                <a:gd name="connsiteX13" fmla="*/ 150887 w 315702"/>
                <a:gd name="connsiteY13" fmla="*/ 212112 h 1125559"/>
                <a:gd name="connsiteX14" fmla="*/ 41784 w 315702"/>
                <a:gd name="connsiteY14" fmla="*/ 212112 h 1125559"/>
                <a:gd name="connsiteX15" fmla="*/ 41784 w 315702"/>
                <a:gd name="connsiteY15" fmla="*/ 226621 h 1125559"/>
                <a:gd name="connsiteX16" fmla="*/ 150887 w 315702"/>
                <a:gd name="connsiteY16" fmla="*/ 226621 h 1125559"/>
                <a:gd name="connsiteX17" fmla="*/ 150887 w 315702"/>
                <a:gd name="connsiteY17" fmla="*/ 293359 h 1125559"/>
                <a:gd name="connsiteX18" fmla="*/ 41784 w 315702"/>
                <a:gd name="connsiteY18" fmla="*/ 293359 h 1125559"/>
                <a:gd name="connsiteX19" fmla="*/ 41784 w 315702"/>
                <a:gd name="connsiteY19" fmla="*/ 307868 h 1125559"/>
                <a:gd name="connsiteX20" fmla="*/ 150887 w 315702"/>
                <a:gd name="connsiteY20" fmla="*/ 307868 h 1125559"/>
                <a:gd name="connsiteX21" fmla="*/ 150887 w 315702"/>
                <a:gd name="connsiteY21" fmla="*/ 433800 h 1125559"/>
                <a:gd name="connsiteX22" fmla="*/ 0 w 315702"/>
                <a:gd name="connsiteY22" fmla="*/ 433800 h 1125559"/>
                <a:gd name="connsiteX23" fmla="*/ 0 w 315702"/>
                <a:gd name="connsiteY23" fmla="*/ 448309 h 1125559"/>
                <a:gd name="connsiteX24" fmla="*/ 150887 w 315702"/>
                <a:gd name="connsiteY24" fmla="*/ 448309 h 1125559"/>
                <a:gd name="connsiteX25" fmla="*/ 150887 w 315702"/>
                <a:gd name="connsiteY25" fmla="*/ 727450 h 1125559"/>
                <a:gd name="connsiteX26" fmla="*/ 41784 w 315702"/>
                <a:gd name="connsiteY26" fmla="*/ 727450 h 1125559"/>
                <a:gd name="connsiteX27" fmla="*/ 41784 w 315702"/>
                <a:gd name="connsiteY27" fmla="*/ 741958 h 1125559"/>
                <a:gd name="connsiteX28" fmla="*/ 150887 w 315702"/>
                <a:gd name="connsiteY28" fmla="*/ 741958 h 1125559"/>
                <a:gd name="connsiteX29" fmla="*/ 150887 w 315702"/>
                <a:gd name="connsiteY29" fmla="*/ 808697 h 1125559"/>
                <a:gd name="connsiteX30" fmla="*/ 41784 w 315702"/>
                <a:gd name="connsiteY30" fmla="*/ 808697 h 1125559"/>
                <a:gd name="connsiteX31" fmla="*/ 41784 w 315702"/>
                <a:gd name="connsiteY31" fmla="*/ 823205 h 1125559"/>
                <a:gd name="connsiteX32" fmla="*/ 150887 w 315702"/>
                <a:gd name="connsiteY32" fmla="*/ 823205 h 1125559"/>
                <a:gd name="connsiteX33" fmla="*/ 150887 w 315702"/>
                <a:gd name="connsiteY33" fmla="*/ 1125559 h 1125559"/>
                <a:gd name="connsiteX34" fmla="*/ 165395 w 315702"/>
                <a:gd name="connsiteY34" fmla="*/ 1125559 h 1125559"/>
                <a:gd name="connsiteX35" fmla="*/ 165395 w 315702"/>
                <a:gd name="connsiteY35" fmla="*/ 823205 h 1125559"/>
                <a:gd name="connsiteX36" fmla="*/ 273918 w 315702"/>
                <a:gd name="connsiteY36" fmla="*/ 823205 h 1125559"/>
                <a:gd name="connsiteX37" fmla="*/ 273918 w 315702"/>
                <a:gd name="connsiteY37" fmla="*/ 808697 h 1125559"/>
                <a:gd name="connsiteX38" fmla="*/ 165395 w 315702"/>
                <a:gd name="connsiteY38" fmla="*/ 808697 h 1125559"/>
                <a:gd name="connsiteX39" fmla="*/ 165395 w 315702"/>
                <a:gd name="connsiteY39" fmla="*/ 741958 h 1125559"/>
                <a:gd name="connsiteX40" fmla="*/ 273918 w 315702"/>
                <a:gd name="connsiteY40" fmla="*/ 741958 h 1125559"/>
                <a:gd name="connsiteX41" fmla="*/ 273918 w 315702"/>
                <a:gd name="connsiteY41" fmla="*/ 727450 h 1125559"/>
                <a:gd name="connsiteX42" fmla="*/ 165395 w 315702"/>
                <a:gd name="connsiteY42" fmla="*/ 727450 h 1125559"/>
                <a:gd name="connsiteX43" fmla="*/ 165395 w 315702"/>
                <a:gd name="connsiteY43" fmla="*/ 448309 h 112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315702" h="1125559">
                  <a:moveTo>
                    <a:pt x="315702" y="448309"/>
                  </a:moveTo>
                  <a:lnTo>
                    <a:pt x="315702" y="433800"/>
                  </a:lnTo>
                  <a:lnTo>
                    <a:pt x="165395" y="433800"/>
                  </a:lnTo>
                  <a:lnTo>
                    <a:pt x="165395" y="307868"/>
                  </a:lnTo>
                  <a:lnTo>
                    <a:pt x="273918" y="307868"/>
                  </a:lnTo>
                  <a:lnTo>
                    <a:pt x="273918" y="293359"/>
                  </a:lnTo>
                  <a:lnTo>
                    <a:pt x="165395" y="293359"/>
                  </a:lnTo>
                  <a:lnTo>
                    <a:pt x="165395" y="226621"/>
                  </a:lnTo>
                  <a:lnTo>
                    <a:pt x="273918" y="226621"/>
                  </a:lnTo>
                  <a:lnTo>
                    <a:pt x="273918" y="212112"/>
                  </a:lnTo>
                  <a:lnTo>
                    <a:pt x="165395" y="212112"/>
                  </a:lnTo>
                  <a:lnTo>
                    <a:pt x="165395" y="0"/>
                  </a:lnTo>
                  <a:lnTo>
                    <a:pt x="150887" y="0"/>
                  </a:lnTo>
                  <a:lnTo>
                    <a:pt x="150887" y="212112"/>
                  </a:lnTo>
                  <a:lnTo>
                    <a:pt x="41784" y="212112"/>
                  </a:lnTo>
                  <a:lnTo>
                    <a:pt x="41784" y="226621"/>
                  </a:lnTo>
                  <a:lnTo>
                    <a:pt x="150887" y="226621"/>
                  </a:lnTo>
                  <a:lnTo>
                    <a:pt x="150887" y="293359"/>
                  </a:lnTo>
                  <a:lnTo>
                    <a:pt x="41784" y="293359"/>
                  </a:lnTo>
                  <a:lnTo>
                    <a:pt x="41784" y="307868"/>
                  </a:lnTo>
                  <a:lnTo>
                    <a:pt x="150887" y="307868"/>
                  </a:lnTo>
                  <a:lnTo>
                    <a:pt x="150887" y="433800"/>
                  </a:lnTo>
                  <a:lnTo>
                    <a:pt x="0" y="433800"/>
                  </a:lnTo>
                  <a:lnTo>
                    <a:pt x="0" y="448309"/>
                  </a:lnTo>
                  <a:lnTo>
                    <a:pt x="150887" y="448309"/>
                  </a:lnTo>
                  <a:lnTo>
                    <a:pt x="150887" y="727450"/>
                  </a:lnTo>
                  <a:lnTo>
                    <a:pt x="41784" y="727450"/>
                  </a:lnTo>
                  <a:lnTo>
                    <a:pt x="41784" y="741958"/>
                  </a:lnTo>
                  <a:lnTo>
                    <a:pt x="150887" y="741958"/>
                  </a:lnTo>
                  <a:lnTo>
                    <a:pt x="150887" y="808697"/>
                  </a:lnTo>
                  <a:lnTo>
                    <a:pt x="41784" y="808697"/>
                  </a:lnTo>
                  <a:lnTo>
                    <a:pt x="41784" y="823205"/>
                  </a:lnTo>
                  <a:lnTo>
                    <a:pt x="150887" y="823205"/>
                  </a:lnTo>
                  <a:lnTo>
                    <a:pt x="150887" y="1125559"/>
                  </a:lnTo>
                  <a:lnTo>
                    <a:pt x="165395" y="1125559"/>
                  </a:lnTo>
                  <a:lnTo>
                    <a:pt x="165395" y="823205"/>
                  </a:lnTo>
                  <a:lnTo>
                    <a:pt x="273918" y="823205"/>
                  </a:lnTo>
                  <a:lnTo>
                    <a:pt x="273918" y="808697"/>
                  </a:lnTo>
                  <a:lnTo>
                    <a:pt x="165395" y="808697"/>
                  </a:lnTo>
                  <a:lnTo>
                    <a:pt x="165395" y="741958"/>
                  </a:lnTo>
                  <a:lnTo>
                    <a:pt x="273918" y="741958"/>
                  </a:lnTo>
                  <a:lnTo>
                    <a:pt x="273918" y="727450"/>
                  </a:lnTo>
                  <a:lnTo>
                    <a:pt x="165395" y="727450"/>
                  </a:lnTo>
                  <a:lnTo>
                    <a:pt x="165395" y="448309"/>
                  </a:lnTo>
                  <a:close/>
                </a:path>
              </a:pathLst>
            </a:custGeom>
            <a:solidFill>
              <a:srgbClr val="A13F0B"/>
            </a:solidFill>
            <a:ln w="127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78" name="任意多边形: 形状 277"/>
            <p:cNvSpPr/>
            <p:nvPr/>
          </p:nvSpPr>
          <p:spPr>
            <a:xfrm>
              <a:off x="10584863" y="2100685"/>
              <a:ext cx="491640" cy="307795"/>
            </a:xfrm>
            <a:custGeom>
              <a:avLst/>
              <a:gdLst>
                <a:gd name="connsiteX0" fmla="*/ 81948 w 491640"/>
                <a:gd name="connsiteY0" fmla="*/ 0 h 307795"/>
                <a:gd name="connsiteX1" fmla="*/ 0 w 491640"/>
                <a:gd name="connsiteY1" fmla="*/ 307795 h 307795"/>
                <a:gd name="connsiteX2" fmla="*/ 491640 w 491640"/>
                <a:gd name="connsiteY2" fmla="*/ 307795 h 307795"/>
                <a:gd name="connsiteX3" fmla="*/ 409692 w 491640"/>
                <a:gd name="connsiteY3" fmla="*/ 24 h 307795"/>
                <a:gd name="connsiteX4" fmla="*/ 81948 w 491640"/>
                <a:gd name="connsiteY4" fmla="*/ 24 h 307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1640" h="307795">
                  <a:moveTo>
                    <a:pt x="81948" y="0"/>
                  </a:moveTo>
                  <a:lnTo>
                    <a:pt x="0" y="307795"/>
                  </a:lnTo>
                  <a:lnTo>
                    <a:pt x="491640" y="307795"/>
                  </a:lnTo>
                  <a:lnTo>
                    <a:pt x="409692" y="24"/>
                  </a:lnTo>
                  <a:lnTo>
                    <a:pt x="81948" y="24"/>
                  </a:lnTo>
                  <a:close/>
                </a:path>
              </a:pathLst>
            </a:custGeom>
            <a:noFill/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79" name="任意多边形: 形状 278"/>
            <p:cNvSpPr/>
            <p:nvPr/>
          </p:nvSpPr>
          <p:spPr>
            <a:xfrm>
              <a:off x="10297955" y="1528330"/>
              <a:ext cx="1065502" cy="732237"/>
            </a:xfrm>
            <a:custGeom>
              <a:avLst/>
              <a:gdLst>
                <a:gd name="connsiteX0" fmla="*/ 1044849 w 1065502"/>
                <a:gd name="connsiteY0" fmla="*/ 487675 h 732237"/>
                <a:gd name="connsiteX1" fmla="*/ 860496 w 1065502"/>
                <a:gd name="connsiteY1" fmla="*/ 276457 h 732237"/>
                <a:gd name="connsiteX2" fmla="*/ 696624 w 1065502"/>
                <a:gd name="connsiteY2" fmla="*/ 1862 h 732237"/>
                <a:gd name="connsiteX3" fmla="*/ 696624 w 1065502"/>
                <a:gd name="connsiteY3" fmla="*/ 1838 h 732237"/>
                <a:gd name="connsiteX4" fmla="*/ 696624 w 1065502"/>
                <a:gd name="connsiteY4" fmla="*/ 572162 h 732237"/>
                <a:gd name="connsiteX5" fmla="*/ 368855 w 1065502"/>
                <a:gd name="connsiteY5" fmla="*/ 572162 h 732237"/>
                <a:gd name="connsiteX6" fmla="*/ 369363 w 1065502"/>
                <a:gd name="connsiteY6" fmla="*/ 0 h 732237"/>
                <a:gd name="connsiteX7" fmla="*/ 368855 w 1065502"/>
                <a:gd name="connsiteY7" fmla="*/ 1862 h 732237"/>
                <a:gd name="connsiteX8" fmla="*/ 204983 w 1065502"/>
                <a:gd name="connsiteY8" fmla="*/ 276457 h 732237"/>
                <a:gd name="connsiteX9" fmla="*/ 20630 w 1065502"/>
                <a:gd name="connsiteY9" fmla="*/ 487675 h 732237"/>
                <a:gd name="connsiteX10" fmla="*/ 149 w 1065502"/>
                <a:gd name="connsiteY10" fmla="*/ 572162 h 732237"/>
                <a:gd name="connsiteX11" fmla="*/ 149 w 1065502"/>
                <a:gd name="connsiteY11" fmla="*/ 572162 h 732237"/>
                <a:gd name="connsiteX12" fmla="*/ 82097 w 1065502"/>
                <a:gd name="connsiteY12" fmla="*/ 731101 h 732237"/>
                <a:gd name="connsiteX13" fmla="*/ 326322 w 1065502"/>
                <a:gd name="connsiteY13" fmla="*/ 732237 h 732237"/>
                <a:gd name="connsiteX14" fmla="*/ 368879 w 1065502"/>
                <a:gd name="connsiteY14" fmla="*/ 572379 h 732237"/>
                <a:gd name="connsiteX15" fmla="*/ 696648 w 1065502"/>
                <a:gd name="connsiteY15" fmla="*/ 572379 h 732237"/>
                <a:gd name="connsiteX16" fmla="*/ 739061 w 1065502"/>
                <a:gd name="connsiteY16" fmla="*/ 731681 h 732237"/>
                <a:gd name="connsiteX17" fmla="*/ 983430 w 1065502"/>
                <a:gd name="connsiteY17" fmla="*/ 731101 h 732237"/>
                <a:gd name="connsiteX18" fmla="*/ 1065378 w 1065502"/>
                <a:gd name="connsiteY18" fmla="*/ 572162 h 732237"/>
                <a:gd name="connsiteX19" fmla="*/ 1065378 w 1065502"/>
                <a:gd name="connsiteY19" fmla="*/ 572162 h 732237"/>
                <a:gd name="connsiteX20" fmla="*/ 1044849 w 1065502"/>
                <a:gd name="connsiteY20" fmla="*/ 487675 h 732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65502" h="732237">
                  <a:moveTo>
                    <a:pt x="1044849" y="487675"/>
                  </a:moveTo>
                  <a:cubicBezTo>
                    <a:pt x="1003597" y="426691"/>
                    <a:pt x="960168" y="384544"/>
                    <a:pt x="860496" y="276457"/>
                  </a:cubicBezTo>
                  <a:cubicBezTo>
                    <a:pt x="774002" y="182660"/>
                    <a:pt x="730767" y="128592"/>
                    <a:pt x="696624" y="1862"/>
                  </a:cubicBezTo>
                  <a:cubicBezTo>
                    <a:pt x="696624" y="1862"/>
                    <a:pt x="696624" y="1838"/>
                    <a:pt x="696624" y="1838"/>
                  </a:cubicBezTo>
                  <a:cubicBezTo>
                    <a:pt x="696624" y="244780"/>
                    <a:pt x="696624" y="563312"/>
                    <a:pt x="696624" y="572162"/>
                  </a:cubicBezTo>
                  <a:lnTo>
                    <a:pt x="368855" y="572162"/>
                  </a:lnTo>
                  <a:cubicBezTo>
                    <a:pt x="368855" y="563384"/>
                    <a:pt x="369170" y="246183"/>
                    <a:pt x="369363" y="0"/>
                  </a:cubicBezTo>
                  <a:cubicBezTo>
                    <a:pt x="369194" y="629"/>
                    <a:pt x="369025" y="1233"/>
                    <a:pt x="368855" y="1862"/>
                  </a:cubicBezTo>
                  <a:cubicBezTo>
                    <a:pt x="334712" y="128592"/>
                    <a:pt x="291477" y="182660"/>
                    <a:pt x="204983" y="276457"/>
                  </a:cubicBezTo>
                  <a:cubicBezTo>
                    <a:pt x="105311" y="384544"/>
                    <a:pt x="61858" y="426691"/>
                    <a:pt x="20630" y="487675"/>
                  </a:cubicBezTo>
                  <a:cubicBezTo>
                    <a:pt x="-3091" y="522761"/>
                    <a:pt x="149" y="572162"/>
                    <a:pt x="149" y="572162"/>
                  </a:cubicBezTo>
                  <a:lnTo>
                    <a:pt x="149" y="572162"/>
                  </a:lnTo>
                  <a:cubicBezTo>
                    <a:pt x="15407" y="647654"/>
                    <a:pt x="37049" y="728586"/>
                    <a:pt x="82097" y="731101"/>
                  </a:cubicBezTo>
                  <a:cubicBezTo>
                    <a:pt x="97379" y="731947"/>
                    <a:pt x="197729" y="732237"/>
                    <a:pt x="326322" y="732237"/>
                  </a:cubicBezTo>
                  <a:lnTo>
                    <a:pt x="368879" y="572379"/>
                  </a:lnTo>
                  <a:lnTo>
                    <a:pt x="696648" y="572379"/>
                  </a:lnTo>
                  <a:lnTo>
                    <a:pt x="739061" y="731681"/>
                  </a:lnTo>
                  <a:cubicBezTo>
                    <a:pt x="869902" y="731391"/>
                    <a:pt x="971340" y="731101"/>
                    <a:pt x="983430" y="731101"/>
                  </a:cubicBezTo>
                  <a:cubicBezTo>
                    <a:pt x="1017863" y="731101"/>
                    <a:pt x="1061969" y="617500"/>
                    <a:pt x="1065378" y="572162"/>
                  </a:cubicBezTo>
                  <a:lnTo>
                    <a:pt x="1065378" y="572162"/>
                  </a:lnTo>
                  <a:cubicBezTo>
                    <a:pt x="1065330" y="572162"/>
                    <a:pt x="1068570" y="522761"/>
                    <a:pt x="1044849" y="487675"/>
                  </a:cubicBezTo>
                  <a:close/>
                </a:path>
              </a:pathLst>
            </a:custGeom>
            <a:noFill/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80" name="任意多边形: 形状 279"/>
            <p:cNvSpPr/>
            <p:nvPr/>
          </p:nvSpPr>
          <p:spPr>
            <a:xfrm>
              <a:off x="10298709" y="2094777"/>
              <a:ext cx="1064748" cy="160075"/>
            </a:xfrm>
            <a:custGeom>
              <a:avLst/>
              <a:gdLst>
                <a:gd name="connsiteX0" fmla="*/ 0 w 1063947"/>
                <a:gd name="connsiteY0" fmla="*/ 0 h 160075"/>
                <a:gd name="connsiteX1" fmla="*/ 80884 w 1063947"/>
                <a:gd name="connsiteY1" fmla="*/ 158939 h 160075"/>
                <a:gd name="connsiteX2" fmla="*/ 325108 w 1063947"/>
                <a:gd name="connsiteY2" fmla="*/ 160076 h 160075"/>
                <a:gd name="connsiteX3" fmla="*/ 367666 w 1063947"/>
                <a:gd name="connsiteY3" fmla="*/ 218 h 160075"/>
                <a:gd name="connsiteX4" fmla="*/ 695435 w 1063947"/>
                <a:gd name="connsiteY4" fmla="*/ 218 h 160075"/>
                <a:gd name="connsiteX5" fmla="*/ 737847 w 1063947"/>
                <a:gd name="connsiteY5" fmla="*/ 159519 h 160075"/>
                <a:gd name="connsiteX6" fmla="*/ 982217 w 1063947"/>
                <a:gd name="connsiteY6" fmla="*/ 158939 h 160075"/>
                <a:gd name="connsiteX7" fmla="*/ 1063947 w 1063947"/>
                <a:gd name="connsiteY7" fmla="*/ 0 h 160075"/>
                <a:gd name="connsiteX8" fmla="*/ 0 w 1063947"/>
                <a:gd name="connsiteY8" fmla="*/ 0 h 160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947" h="160075">
                  <a:moveTo>
                    <a:pt x="0" y="0"/>
                  </a:moveTo>
                  <a:cubicBezTo>
                    <a:pt x="15258" y="75492"/>
                    <a:pt x="35836" y="156424"/>
                    <a:pt x="80884" y="158939"/>
                  </a:cubicBezTo>
                  <a:cubicBezTo>
                    <a:pt x="96166" y="159785"/>
                    <a:pt x="196516" y="160076"/>
                    <a:pt x="325108" y="160076"/>
                  </a:cubicBezTo>
                  <a:lnTo>
                    <a:pt x="367666" y="218"/>
                  </a:lnTo>
                  <a:lnTo>
                    <a:pt x="695435" y="218"/>
                  </a:lnTo>
                  <a:lnTo>
                    <a:pt x="737847" y="159519"/>
                  </a:lnTo>
                  <a:cubicBezTo>
                    <a:pt x="868689" y="159229"/>
                    <a:pt x="970126" y="158939"/>
                    <a:pt x="982217" y="158939"/>
                  </a:cubicBezTo>
                  <a:cubicBezTo>
                    <a:pt x="1016650" y="158939"/>
                    <a:pt x="1060538" y="45339"/>
                    <a:pt x="106394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82" name="任意多边形: 形状 281"/>
            <p:cNvSpPr/>
            <p:nvPr/>
          </p:nvSpPr>
          <p:spPr>
            <a:xfrm>
              <a:off x="10358895" y="1048804"/>
              <a:ext cx="163872" cy="912939"/>
            </a:xfrm>
            <a:custGeom>
              <a:avLst/>
              <a:gdLst>
                <a:gd name="connsiteX0" fmla="*/ 143391 w 163872"/>
                <a:gd name="connsiteY0" fmla="*/ 755983 h 912939"/>
                <a:gd name="connsiteX1" fmla="*/ 163872 w 163872"/>
                <a:gd name="connsiteY1" fmla="*/ 733567 h 912939"/>
                <a:gd name="connsiteX2" fmla="*/ 163872 w 163872"/>
                <a:gd name="connsiteY2" fmla="*/ 136790 h 912939"/>
                <a:gd name="connsiteX3" fmla="*/ 84318 w 163872"/>
                <a:gd name="connsiteY3" fmla="*/ 0 h 912939"/>
                <a:gd name="connsiteX4" fmla="*/ 0 w 163872"/>
                <a:gd name="connsiteY4" fmla="*/ 136790 h 912939"/>
                <a:gd name="connsiteX5" fmla="*/ 0 w 163872"/>
                <a:gd name="connsiteY5" fmla="*/ 912939 h 912939"/>
                <a:gd name="connsiteX6" fmla="*/ 143391 w 163872"/>
                <a:gd name="connsiteY6" fmla="*/ 755983 h 91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872" h="912939">
                  <a:moveTo>
                    <a:pt x="143391" y="755983"/>
                  </a:moveTo>
                  <a:cubicBezTo>
                    <a:pt x="150524" y="748245"/>
                    <a:pt x="157319" y="740822"/>
                    <a:pt x="163872" y="733567"/>
                  </a:cubicBezTo>
                  <a:lnTo>
                    <a:pt x="163872" y="136790"/>
                  </a:lnTo>
                  <a:cubicBezTo>
                    <a:pt x="163872" y="136790"/>
                    <a:pt x="150766" y="0"/>
                    <a:pt x="84318" y="0"/>
                  </a:cubicBezTo>
                  <a:cubicBezTo>
                    <a:pt x="12211" y="0"/>
                    <a:pt x="0" y="136790"/>
                    <a:pt x="0" y="136790"/>
                  </a:cubicBezTo>
                  <a:lnTo>
                    <a:pt x="0" y="912939"/>
                  </a:lnTo>
                  <a:cubicBezTo>
                    <a:pt x="32910" y="873428"/>
                    <a:pt x="74863" y="830290"/>
                    <a:pt x="143391" y="755983"/>
                  </a:cubicBezTo>
                  <a:close/>
                </a:path>
              </a:pathLst>
            </a:custGeom>
            <a:solidFill>
              <a:schemeClr val="accent5"/>
            </a:solidFill>
            <a:ln w="241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83" name="任意多边形: 形状 282"/>
            <p:cNvSpPr/>
            <p:nvPr/>
          </p:nvSpPr>
          <p:spPr>
            <a:xfrm>
              <a:off x="11137317" y="1048804"/>
              <a:ext cx="163872" cy="912939"/>
            </a:xfrm>
            <a:custGeom>
              <a:avLst/>
              <a:gdLst>
                <a:gd name="connsiteX0" fmla="*/ 20481 w 163872"/>
                <a:gd name="connsiteY0" fmla="*/ 755983 h 912939"/>
                <a:gd name="connsiteX1" fmla="*/ 163872 w 163872"/>
                <a:gd name="connsiteY1" fmla="*/ 912939 h 912939"/>
                <a:gd name="connsiteX2" fmla="*/ 163872 w 163872"/>
                <a:gd name="connsiteY2" fmla="*/ 136790 h 912939"/>
                <a:gd name="connsiteX3" fmla="*/ 84318 w 163872"/>
                <a:gd name="connsiteY3" fmla="*/ 0 h 912939"/>
                <a:gd name="connsiteX4" fmla="*/ 0 w 163872"/>
                <a:gd name="connsiteY4" fmla="*/ 136790 h 912939"/>
                <a:gd name="connsiteX5" fmla="*/ 0 w 163872"/>
                <a:gd name="connsiteY5" fmla="*/ 733567 h 912939"/>
                <a:gd name="connsiteX6" fmla="*/ 20481 w 163872"/>
                <a:gd name="connsiteY6" fmla="*/ 755983 h 91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872" h="912939">
                  <a:moveTo>
                    <a:pt x="20481" y="755983"/>
                  </a:moveTo>
                  <a:cubicBezTo>
                    <a:pt x="89009" y="830290"/>
                    <a:pt x="130962" y="873428"/>
                    <a:pt x="163872" y="912939"/>
                  </a:cubicBezTo>
                  <a:lnTo>
                    <a:pt x="163872" y="136790"/>
                  </a:lnTo>
                  <a:cubicBezTo>
                    <a:pt x="163872" y="136790"/>
                    <a:pt x="150766" y="0"/>
                    <a:pt x="84318" y="0"/>
                  </a:cubicBezTo>
                  <a:cubicBezTo>
                    <a:pt x="12211" y="0"/>
                    <a:pt x="0" y="136790"/>
                    <a:pt x="0" y="136790"/>
                  </a:cubicBezTo>
                  <a:lnTo>
                    <a:pt x="0" y="733567"/>
                  </a:lnTo>
                  <a:cubicBezTo>
                    <a:pt x="6553" y="740822"/>
                    <a:pt x="13348" y="748245"/>
                    <a:pt x="20481" y="755983"/>
                  </a:cubicBezTo>
                  <a:close/>
                </a:path>
              </a:pathLst>
            </a:custGeom>
            <a:solidFill>
              <a:schemeClr val="accent5"/>
            </a:solidFill>
            <a:ln w="241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63" name="组合 262"/>
            <p:cNvGrpSpPr/>
            <p:nvPr/>
          </p:nvGrpSpPr>
          <p:grpSpPr>
            <a:xfrm>
              <a:off x="10662405" y="2417813"/>
              <a:ext cx="335273" cy="733894"/>
              <a:chOff x="9923478" y="2342478"/>
              <a:chExt cx="335273" cy="733894"/>
            </a:xfrm>
          </p:grpSpPr>
          <p:grpSp>
            <p:nvGrpSpPr>
              <p:cNvPr id="264" name="组合 263"/>
              <p:cNvGrpSpPr/>
              <p:nvPr/>
            </p:nvGrpSpPr>
            <p:grpSpPr>
              <a:xfrm>
                <a:off x="9923478" y="2342478"/>
                <a:ext cx="0" cy="733894"/>
                <a:chOff x="9923478" y="2342478"/>
                <a:chExt cx="0" cy="733894"/>
              </a:xfrm>
            </p:grpSpPr>
            <p:cxnSp>
              <p:nvCxnSpPr>
                <p:cNvPr id="271" name="直接连接符 270"/>
                <p:cNvCxnSpPr/>
                <p:nvPr/>
              </p:nvCxnSpPr>
              <p:spPr>
                <a:xfrm>
                  <a:off x="9923478" y="2342478"/>
                  <a:ext cx="0" cy="418290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直接连接符 271"/>
                <p:cNvCxnSpPr/>
                <p:nvPr/>
              </p:nvCxnSpPr>
              <p:spPr>
                <a:xfrm>
                  <a:off x="9923478" y="2813459"/>
                  <a:ext cx="0" cy="262913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5" name="组合 264"/>
              <p:cNvGrpSpPr/>
              <p:nvPr/>
            </p:nvGrpSpPr>
            <p:grpSpPr>
              <a:xfrm>
                <a:off x="10091115" y="2342478"/>
                <a:ext cx="0" cy="541773"/>
                <a:chOff x="10087362" y="2342478"/>
                <a:chExt cx="0" cy="541773"/>
              </a:xfrm>
            </p:grpSpPr>
            <p:cxnSp>
              <p:nvCxnSpPr>
                <p:cNvPr id="269" name="直接连接符 268"/>
                <p:cNvCxnSpPr/>
                <p:nvPr/>
              </p:nvCxnSpPr>
              <p:spPr>
                <a:xfrm>
                  <a:off x="10087362" y="2342478"/>
                  <a:ext cx="0" cy="116188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直接连接符 269"/>
                <p:cNvCxnSpPr/>
                <p:nvPr/>
              </p:nvCxnSpPr>
              <p:spPr>
                <a:xfrm>
                  <a:off x="10087362" y="2510014"/>
                  <a:ext cx="0" cy="374237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6" name="组合 265"/>
              <p:cNvGrpSpPr/>
              <p:nvPr/>
            </p:nvGrpSpPr>
            <p:grpSpPr>
              <a:xfrm>
                <a:off x="10258751" y="2342478"/>
                <a:ext cx="0" cy="733894"/>
                <a:chOff x="10258751" y="2342478"/>
                <a:chExt cx="0" cy="733894"/>
              </a:xfrm>
            </p:grpSpPr>
            <p:cxnSp>
              <p:nvCxnSpPr>
                <p:cNvPr id="267" name="直接连接符 266"/>
                <p:cNvCxnSpPr/>
                <p:nvPr/>
              </p:nvCxnSpPr>
              <p:spPr>
                <a:xfrm>
                  <a:off x="10258751" y="2342478"/>
                  <a:ext cx="0" cy="167536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直接连接符 267"/>
                <p:cNvCxnSpPr/>
                <p:nvPr/>
              </p:nvCxnSpPr>
              <p:spPr>
                <a:xfrm>
                  <a:off x="10258751" y="2580944"/>
                  <a:ext cx="0" cy="495428"/>
                </a:xfrm>
                <a:prstGeom prst="line">
                  <a:avLst/>
                </a:prstGeom>
                <a:ln w="25400">
                  <a:solidFill>
                    <a:schemeClr val="accent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60" name="椭圆 259"/>
            <p:cNvSpPr/>
            <p:nvPr/>
          </p:nvSpPr>
          <p:spPr>
            <a:xfrm>
              <a:off x="10312253" y="504446"/>
              <a:ext cx="79545" cy="7954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61" name="椭圆 260"/>
            <p:cNvSpPr/>
            <p:nvPr/>
          </p:nvSpPr>
          <p:spPr>
            <a:xfrm>
              <a:off x="11375857" y="2467362"/>
              <a:ext cx="126999" cy="126999"/>
            </a:xfrm>
            <a:prstGeom prst="ellipse">
              <a:avLst/>
            </a:pr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2481325" y="315666"/>
            <a:ext cx="7225946" cy="2930019"/>
            <a:chOff x="2481325" y="315666"/>
            <a:chExt cx="7225946" cy="2930019"/>
          </a:xfrm>
        </p:grpSpPr>
        <p:sp>
          <p:nvSpPr>
            <p:cNvPr id="313" name="任意多边形: 形状 312"/>
            <p:cNvSpPr/>
            <p:nvPr/>
          </p:nvSpPr>
          <p:spPr>
            <a:xfrm>
              <a:off x="2637617" y="1716641"/>
              <a:ext cx="6913505" cy="1203125"/>
            </a:xfrm>
            <a:custGeom>
              <a:avLst/>
              <a:gdLst>
                <a:gd name="connsiteX0" fmla="*/ 6835395 w 6913505"/>
                <a:gd name="connsiteY0" fmla="*/ 1134117 h 1203125"/>
                <a:gd name="connsiteX1" fmla="*/ 6913505 w 6913505"/>
                <a:gd name="connsiteY1" fmla="*/ 1134117 h 1203125"/>
                <a:gd name="connsiteX2" fmla="*/ 6913505 w 6913505"/>
                <a:gd name="connsiteY2" fmla="*/ 1203125 h 1203125"/>
                <a:gd name="connsiteX3" fmla="*/ 6835395 w 6913505"/>
                <a:gd name="connsiteY3" fmla="*/ 1203125 h 1203125"/>
                <a:gd name="connsiteX4" fmla="*/ 6434329 w 6913505"/>
                <a:gd name="connsiteY4" fmla="*/ 1134117 h 1203125"/>
                <a:gd name="connsiteX5" fmla="*/ 6585398 w 6913505"/>
                <a:gd name="connsiteY5" fmla="*/ 1134117 h 1203125"/>
                <a:gd name="connsiteX6" fmla="*/ 6585398 w 6913505"/>
                <a:gd name="connsiteY6" fmla="*/ 1203125 h 1203125"/>
                <a:gd name="connsiteX7" fmla="*/ 6434329 w 6913505"/>
                <a:gd name="connsiteY7" fmla="*/ 1203125 h 1203125"/>
                <a:gd name="connsiteX8" fmla="*/ 6059372 w 6913505"/>
                <a:gd name="connsiteY8" fmla="*/ 1134117 h 1203125"/>
                <a:gd name="connsiteX9" fmla="*/ 6210442 w 6913505"/>
                <a:gd name="connsiteY9" fmla="*/ 1134117 h 1203125"/>
                <a:gd name="connsiteX10" fmla="*/ 6210442 w 6913505"/>
                <a:gd name="connsiteY10" fmla="*/ 1203125 h 1203125"/>
                <a:gd name="connsiteX11" fmla="*/ 6059372 w 6913505"/>
                <a:gd name="connsiteY11" fmla="*/ 1203125 h 1203125"/>
                <a:gd name="connsiteX12" fmla="*/ 5684343 w 6913505"/>
                <a:gd name="connsiteY12" fmla="*/ 1134117 h 1203125"/>
                <a:gd name="connsiteX13" fmla="*/ 5835413 w 6913505"/>
                <a:gd name="connsiteY13" fmla="*/ 1134117 h 1203125"/>
                <a:gd name="connsiteX14" fmla="*/ 5835413 w 6913505"/>
                <a:gd name="connsiteY14" fmla="*/ 1203125 h 1203125"/>
                <a:gd name="connsiteX15" fmla="*/ 5684343 w 6913505"/>
                <a:gd name="connsiteY15" fmla="*/ 1203125 h 1203125"/>
                <a:gd name="connsiteX16" fmla="*/ 1078092 w 6913505"/>
                <a:gd name="connsiteY16" fmla="*/ 1134117 h 1203125"/>
                <a:gd name="connsiteX17" fmla="*/ 1229162 w 6913505"/>
                <a:gd name="connsiteY17" fmla="*/ 1134117 h 1203125"/>
                <a:gd name="connsiteX18" fmla="*/ 1229162 w 6913505"/>
                <a:gd name="connsiteY18" fmla="*/ 1203125 h 1203125"/>
                <a:gd name="connsiteX19" fmla="*/ 1078092 w 6913505"/>
                <a:gd name="connsiteY19" fmla="*/ 1203125 h 1203125"/>
                <a:gd name="connsiteX20" fmla="*/ 703063 w 6913505"/>
                <a:gd name="connsiteY20" fmla="*/ 1134117 h 1203125"/>
                <a:gd name="connsiteX21" fmla="*/ 854133 w 6913505"/>
                <a:gd name="connsiteY21" fmla="*/ 1134117 h 1203125"/>
                <a:gd name="connsiteX22" fmla="*/ 854133 w 6913505"/>
                <a:gd name="connsiteY22" fmla="*/ 1203125 h 1203125"/>
                <a:gd name="connsiteX23" fmla="*/ 703063 w 6913505"/>
                <a:gd name="connsiteY23" fmla="*/ 1203125 h 1203125"/>
                <a:gd name="connsiteX24" fmla="*/ 328105 w 6913505"/>
                <a:gd name="connsiteY24" fmla="*/ 1134117 h 1203125"/>
                <a:gd name="connsiteX25" fmla="*/ 479175 w 6913505"/>
                <a:gd name="connsiteY25" fmla="*/ 1134117 h 1203125"/>
                <a:gd name="connsiteX26" fmla="*/ 479175 w 6913505"/>
                <a:gd name="connsiteY26" fmla="*/ 1203125 h 1203125"/>
                <a:gd name="connsiteX27" fmla="*/ 328105 w 6913505"/>
                <a:gd name="connsiteY27" fmla="*/ 1203125 h 1203125"/>
                <a:gd name="connsiteX28" fmla="*/ 0 w 6913505"/>
                <a:gd name="connsiteY28" fmla="*/ 1134117 h 1203125"/>
                <a:gd name="connsiteX29" fmla="*/ 78110 w 6913505"/>
                <a:gd name="connsiteY29" fmla="*/ 1134117 h 1203125"/>
                <a:gd name="connsiteX30" fmla="*/ 78110 w 6913505"/>
                <a:gd name="connsiteY30" fmla="*/ 1203125 h 1203125"/>
                <a:gd name="connsiteX31" fmla="*/ 0 w 6913505"/>
                <a:gd name="connsiteY31" fmla="*/ 1203125 h 1203125"/>
                <a:gd name="connsiteX32" fmla="*/ 6835395 w 6913505"/>
                <a:gd name="connsiteY32" fmla="*/ 1020656 h 1203125"/>
                <a:gd name="connsiteX33" fmla="*/ 6913505 w 6913505"/>
                <a:gd name="connsiteY33" fmla="*/ 1020656 h 1203125"/>
                <a:gd name="connsiteX34" fmla="*/ 6913505 w 6913505"/>
                <a:gd name="connsiteY34" fmla="*/ 1089664 h 1203125"/>
                <a:gd name="connsiteX35" fmla="*/ 6835395 w 6913505"/>
                <a:gd name="connsiteY35" fmla="*/ 1089664 h 1203125"/>
                <a:gd name="connsiteX36" fmla="*/ 6434329 w 6913505"/>
                <a:gd name="connsiteY36" fmla="*/ 1020656 h 1203125"/>
                <a:gd name="connsiteX37" fmla="*/ 6585398 w 6913505"/>
                <a:gd name="connsiteY37" fmla="*/ 1020656 h 1203125"/>
                <a:gd name="connsiteX38" fmla="*/ 6585398 w 6913505"/>
                <a:gd name="connsiteY38" fmla="*/ 1089664 h 1203125"/>
                <a:gd name="connsiteX39" fmla="*/ 6434329 w 6913505"/>
                <a:gd name="connsiteY39" fmla="*/ 1089664 h 1203125"/>
                <a:gd name="connsiteX40" fmla="*/ 6059372 w 6913505"/>
                <a:gd name="connsiteY40" fmla="*/ 1020656 h 1203125"/>
                <a:gd name="connsiteX41" fmla="*/ 6210442 w 6913505"/>
                <a:gd name="connsiteY41" fmla="*/ 1020656 h 1203125"/>
                <a:gd name="connsiteX42" fmla="*/ 6210442 w 6913505"/>
                <a:gd name="connsiteY42" fmla="*/ 1089664 h 1203125"/>
                <a:gd name="connsiteX43" fmla="*/ 6059372 w 6913505"/>
                <a:gd name="connsiteY43" fmla="*/ 1089664 h 1203125"/>
                <a:gd name="connsiteX44" fmla="*/ 5684343 w 6913505"/>
                <a:gd name="connsiteY44" fmla="*/ 1020656 h 1203125"/>
                <a:gd name="connsiteX45" fmla="*/ 5835413 w 6913505"/>
                <a:gd name="connsiteY45" fmla="*/ 1020656 h 1203125"/>
                <a:gd name="connsiteX46" fmla="*/ 5835413 w 6913505"/>
                <a:gd name="connsiteY46" fmla="*/ 1089664 h 1203125"/>
                <a:gd name="connsiteX47" fmla="*/ 5684343 w 6913505"/>
                <a:gd name="connsiteY47" fmla="*/ 1089664 h 1203125"/>
                <a:gd name="connsiteX48" fmla="*/ 1078092 w 6913505"/>
                <a:gd name="connsiteY48" fmla="*/ 1020656 h 1203125"/>
                <a:gd name="connsiteX49" fmla="*/ 1229162 w 6913505"/>
                <a:gd name="connsiteY49" fmla="*/ 1020656 h 1203125"/>
                <a:gd name="connsiteX50" fmla="*/ 1229162 w 6913505"/>
                <a:gd name="connsiteY50" fmla="*/ 1089664 h 1203125"/>
                <a:gd name="connsiteX51" fmla="*/ 1078092 w 6913505"/>
                <a:gd name="connsiteY51" fmla="*/ 1089664 h 1203125"/>
                <a:gd name="connsiteX52" fmla="*/ 703063 w 6913505"/>
                <a:gd name="connsiteY52" fmla="*/ 1020656 h 1203125"/>
                <a:gd name="connsiteX53" fmla="*/ 854133 w 6913505"/>
                <a:gd name="connsiteY53" fmla="*/ 1020656 h 1203125"/>
                <a:gd name="connsiteX54" fmla="*/ 854133 w 6913505"/>
                <a:gd name="connsiteY54" fmla="*/ 1089664 h 1203125"/>
                <a:gd name="connsiteX55" fmla="*/ 703063 w 6913505"/>
                <a:gd name="connsiteY55" fmla="*/ 1089664 h 1203125"/>
                <a:gd name="connsiteX56" fmla="*/ 328105 w 6913505"/>
                <a:gd name="connsiteY56" fmla="*/ 1020656 h 1203125"/>
                <a:gd name="connsiteX57" fmla="*/ 479175 w 6913505"/>
                <a:gd name="connsiteY57" fmla="*/ 1020656 h 1203125"/>
                <a:gd name="connsiteX58" fmla="*/ 479175 w 6913505"/>
                <a:gd name="connsiteY58" fmla="*/ 1089664 h 1203125"/>
                <a:gd name="connsiteX59" fmla="*/ 328105 w 6913505"/>
                <a:gd name="connsiteY59" fmla="*/ 1089664 h 1203125"/>
                <a:gd name="connsiteX60" fmla="*/ 0 w 6913505"/>
                <a:gd name="connsiteY60" fmla="*/ 1020656 h 1203125"/>
                <a:gd name="connsiteX61" fmla="*/ 78110 w 6913505"/>
                <a:gd name="connsiteY61" fmla="*/ 1020656 h 1203125"/>
                <a:gd name="connsiteX62" fmla="*/ 78110 w 6913505"/>
                <a:gd name="connsiteY62" fmla="*/ 1089664 h 1203125"/>
                <a:gd name="connsiteX63" fmla="*/ 0 w 6913505"/>
                <a:gd name="connsiteY63" fmla="*/ 1089664 h 1203125"/>
                <a:gd name="connsiteX64" fmla="*/ 6835395 w 6913505"/>
                <a:gd name="connsiteY64" fmla="*/ 907195 h 1203125"/>
                <a:gd name="connsiteX65" fmla="*/ 6913505 w 6913505"/>
                <a:gd name="connsiteY65" fmla="*/ 907195 h 1203125"/>
                <a:gd name="connsiteX66" fmla="*/ 6913505 w 6913505"/>
                <a:gd name="connsiteY66" fmla="*/ 976203 h 1203125"/>
                <a:gd name="connsiteX67" fmla="*/ 6835395 w 6913505"/>
                <a:gd name="connsiteY67" fmla="*/ 976203 h 1203125"/>
                <a:gd name="connsiteX68" fmla="*/ 6434329 w 6913505"/>
                <a:gd name="connsiteY68" fmla="*/ 907195 h 1203125"/>
                <a:gd name="connsiteX69" fmla="*/ 6585398 w 6913505"/>
                <a:gd name="connsiteY69" fmla="*/ 907195 h 1203125"/>
                <a:gd name="connsiteX70" fmla="*/ 6585398 w 6913505"/>
                <a:gd name="connsiteY70" fmla="*/ 976203 h 1203125"/>
                <a:gd name="connsiteX71" fmla="*/ 6434329 w 6913505"/>
                <a:gd name="connsiteY71" fmla="*/ 976203 h 1203125"/>
                <a:gd name="connsiteX72" fmla="*/ 6059372 w 6913505"/>
                <a:gd name="connsiteY72" fmla="*/ 907195 h 1203125"/>
                <a:gd name="connsiteX73" fmla="*/ 6210442 w 6913505"/>
                <a:gd name="connsiteY73" fmla="*/ 907195 h 1203125"/>
                <a:gd name="connsiteX74" fmla="*/ 6210442 w 6913505"/>
                <a:gd name="connsiteY74" fmla="*/ 976203 h 1203125"/>
                <a:gd name="connsiteX75" fmla="*/ 6059372 w 6913505"/>
                <a:gd name="connsiteY75" fmla="*/ 976203 h 1203125"/>
                <a:gd name="connsiteX76" fmla="*/ 5684343 w 6913505"/>
                <a:gd name="connsiteY76" fmla="*/ 907195 h 1203125"/>
                <a:gd name="connsiteX77" fmla="*/ 5835413 w 6913505"/>
                <a:gd name="connsiteY77" fmla="*/ 907195 h 1203125"/>
                <a:gd name="connsiteX78" fmla="*/ 5835413 w 6913505"/>
                <a:gd name="connsiteY78" fmla="*/ 976203 h 1203125"/>
                <a:gd name="connsiteX79" fmla="*/ 5684343 w 6913505"/>
                <a:gd name="connsiteY79" fmla="*/ 976203 h 1203125"/>
                <a:gd name="connsiteX80" fmla="*/ 5304164 w 6913505"/>
                <a:gd name="connsiteY80" fmla="*/ 907195 h 1203125"/>
                <a:gd name="connsiteX81" fmla="*/ 5455163 w 6913505"/>
                <a:gd name="connsiteY81" fmla="*/ 907195 h 1203125"/>
                <a:gd name="connsiteX82" fmla="*/ 5455163 w 6913505"/>
                <a:gd name="connsiteY82" fmla="*/ 942687 h 1203125"/>
                <a:gd name="connsiteX83" fmla="*/ 5304164 w 6913505"/>
                <a:gd name="connsiteY83" fmla="*/ 942687 h 1203125"/>
                <a:gd name="connsiteX84" fmla="*/ 5007316 w 6913505"/>
                <a:gd name="connsiteY84" fmla="*/ 907195 h 1203125"/>
                <a:gd name="connsiteX85" fmla="*/ 5085426 w 6913505"/>
                <a:gd name="connsiteY85" fmla="*/ 907195 h 1203125"/>
                <a:gd name="connsiteX86" fmla="*/ 5085426 w 6913505"/>
                <a:gd name="connsiteY86" fmla="*/ 942687 h 1203125"/>
                <a:gd name="connsiteX87" fmla="*/ 5007316 w 6913505"/>
                <a:gd name="connsiteY87" fmla="*/ 942687 h 1203125"/>
                <a:gd name="connsiteX88" fmla="*/ 1828078 w 6913505"/>
                <a:gd name="connsiteY88" fmla="*/ 907195 h 1203125"/>
                <a:gd name="connsiteX89" fmla="*/ 1906188 w 6913505"/>
                <a:gd name="connsiteY89" fmla="*/ 907195 h 1203125"/>
                <a:gd name="connsiteX90" fmla="*/ 1906188 w 6913505"/>
                <a:gd name="connsiteY90" fmla="*/ 942687 h 1203125"/>
                <a:gd name="connsiteX91" fmla="*/ 1828078 w 6913505"/>
                <a:gd name="connsiteY91" fmla="*/ 942687 h 1203125"/>
                <a:gd name="connsiteX92" fmla="*/ 1458341 w 6913505"/>
                <a:gd name="connsiteY92" fmla="*/ 907195 h 1203125"/>
                <a:gd name="connsiteX93" fmla="*/ 1609340 w 6913505"/>
                <a:gd name="connsiteY93" fmla="*/ 907195 h 1203125"/>
                <a:gd name="connsiteX94" fmla="*/ 1609340 w 6913505"/>
                <a:gd name="connsiteY94" fmla="*/ 942687 h 1203125"/>
                <a:gd name="connsiteX95" fmla="*/ 1458341 w 6913505"/>
                <a:gd name="connsiteY95" fmla="*/ 942687 h 1203125"/>
                <a:gd name="connsiteX96" fmla="*/ 1078092 w 6913505"/>
                <a:gd name="connsiteY96" fmla="*/ 907195 h 1203125"/>
                <a:gd name="connsiteX97" fmla="*/ 1229162 w 6913505"/>
                <a:gd name="connsiteY97" fmla="*/ 907195 h 1203125"/>
                <a:gd name="connsiteX98" fmla="*/ 1229162 w 6913505"/>
                <a:gd name="connsiteY98" fmla="*/ 976203 h 1203125"/>
                <a:gd name="connsiteX99" fmla="*/ 1078092 w 6913505"/>
                <a:gd name="connsiteY99" fmla="*/ 976203 h 1203125"/>
                <a:gd name="connsiteX100" fmla="*/ 703063 w 6913505"/>
                <a:gd name="connsiteY100" fmla="*/ 907195 h 1203125"/>
                <a:gd name="connsiteX101" fmla="*/ 854133 w 6913505"/>
                <a:gd name="connsiteY101" fmla="*/ 907195 h 1203125"/>
                <a:gd name="connsiteX102" fmla="*/ 854133 w 6913505"/>
                <a:gd name="connsiteY102" fmla="*/ 976203 h 1203125"/>
                <a:gd name="connsiteX103" fmla="*/ 703063 w 6913505"/>
                <a:gd name="connsiteY103" fmla="*/ 976203 h 1203125"/>
                <a:gd name="connsiteX104" fmla="*/ 328105 w 6913505"/>
                <a:gd name="connsiteY104" fmla="*/ 907195 h 1203125"/>
                <a:gd name="connsiteX105" fmla="*/ 479175 w 6913505"/>
                <a:gd name="connsiteY105" fmla="*/ 907195 h 1203125"/>
                <a:gd name="connsiteX106" fmla="*/ 479175 w 6913505"/>
                <a:gd name="connsiteY106" fmla="*/ 976203 h 1203125"/>
                <a:gd name="connsiteX107" fmla="*/ 328105 w 6913505"/>
                <a:gd name="connsiteY107" fmla="*/ 976203 h 1203125"/>
                <a:gd name="connsiteX108" fmla="*/ 0 w 6913505"/>
                <a:gd name="connsiteY108" fmla="*/ 907195 h 1203125"/>
                <a:gd name="connsiteX109" fmla="*/ 78110 w 6913505"/>
                <a:gd name="connsiteY109" fmla="*/ 907195 h 1203125"/>
                <a:gd name="connsiteX110" fmla="*/ 78110 w 6913505"/>
                <a:gd name="connsiteY110" fmla="*/ 976203 h 1203125"/>
                <a:gd name="connsiteX111" fmla="*/ 0 w 6913505"/>
                <a:gd name="connsiteY111" fmla="*/ 976203 h 1203125"/>
                <a:gd name="connsiteX112" fmla="*/ 4135966 w 6913505"/>
                <a:gd name="connsiteY112" fmla="*/ 829296 h 1203125"/>
                <a:gd name="connsiteX113" fmla="*/ 4307780 w 6913505"/>
                <a:gd name="connsiteY113" fmla="*/ 829296 h 1203125"/>
                <a:gd name="connsiteX114" fmla="*/ 4307780 w 6913505"/>
                <a:gd name="connsiteY114" fmla="*/ 898657 h 1203125"/>
                <a:gd name="connsiteX115" fmla="*/ 4135966 w 6913505"/>
                <a:gd name="connsiteY115" fmla="*/ 898657 h 1203125"/>
                <a:gd name="connsiteX116" fmla="*/ 3666599 w 6913505"/>
                <a:gd name="connsiteY116" fmla="*/ 829296 h 1203125"/>
                <a:gd name="connsiteX117" fmla="*/ 3687414 w 6913505"/>
                <a:gd name="connsiteY117" fmla="*/ 829296 h 1203125"/>
                <a:gd name="connsiteX118" fmla="*/ 3687414 w 6913505"/>
                <a:gd name="connsiteY118" fmla="*/ 898657 h 1203125"/>
                <a:gd name="connsiteX119" fmla="*/ 3666599 w 6913505"/>
                <a:gd name="connsiteY119" fmla="*/ 898657 h 1203125"/>
                <a:gd name="connsiteX120" fmla="*/ 3223621 w 6913505"/>
                <a:gd name="connsiteY120" fmla="*/ 829296 h 1203125"/>
                <a:gd name="connsiteX121" fmla="*/ 3244507 w 6913505"/>
                <a:gd name="connsiteY121" fmla="*/ 829296 h 1203125"/>
                <a:gd name="connsiteX122" fmla="*/ 3244507 w 6913505"/>
                <a:gd name="connsiteY122" fmla="*/ 898657 h 1203125"/>
                <a:gd name="connsiteX123" fmla="*/ 3223621 w 6913505"/>
                <a:gd name="connsiteY123" fmla="*/ 898657 h 1203125"/>
                <a:gd name="connsiteX124" fmla="*/ 2605441 w 6913505"/>
                <a:gd name="connsiteY124" fmla="*/ 829296 h 1203125"/>
                <a:gd name="connsiteX125" fmla="*/ 2777256 w 6913505"/>
                <a:gd name="connsiteY125" fmla="*/ 829296 h 1203125"/>
                <a:gd name="connsiteX126" fmla="*/ 2777256 w 6913505"/>
                <a:gd name="connsiteY126" fmla="*/ 898657 h 1203125"/>
                <a:gd name="connsiteX127" fmla="*/ 2605441 w 6913505"/>
                <a:gd name="connsiteY127" fmla="*/ 898657 h 1203125"/>
                <a:gd name="connsiteX128" fmla="*/ 6835395 w 6913505"/>
                <a:gd name="connsiteY128" fmla="*/ 793946 h 1203125"/>
                <a:gd name="connsiteX129" fmla="*/ 6913505 w 6913505"/>
                <a:gd name="connsiteY129" fmla="*/ 793946 h 1203125"/>
                <a:gd name="connsiteX130" fmla="*/ 6913505 w 6913505"/>
                <a:gd name="connsiteY130" fmla="*/ 862954 h 1203125"/>
                <a:gd name="connsiteX131" fmla="*/ 6835395 w 6913505"/>
                <a:gd name="connsiteY131" fmla="*/ 862954 h 1203125"/>
                <a:gd name="connsiteX132" fmla="*/ 6434329 w 6913505"/>
                <a:gd name="connsiteY132" fmla="*/ 793946 h 1203125"/>
                <a:gd name="connsiteX133" fmla="*/ 6585398 w 6913505"/>
                <a:gd name="connsiteY133" fmla="*/ 793946 h 1203125"/>
                <a:gd name="connsiteX134" fmla="*/ 6585398 w 6913505"/>
                <a:gd name="connsiteY134" fmla="*/ 862954 h 1203125"/>
                <a:gd name="connsiteX135" fmla="*/ 6434329 w 6913505"/>
                <a:gd name="connsiteY135" fmla="*/ 862954 h 1203125"/>
                <a:gd name="connsiteX136" fmla="*/ 6059372 w 6913505"/>
                <a:gd name="connsiteY136" fmla="*/ 793946 h 1203125"/>
                <a:gd name="connsiteX137" fmla="*/ 6210442 w 6913505"/>
                <a:gd name="connsiteY137" fmla="*/ 793946 h 1203125"/>
                <a:gd name="connsiteX138" fmla="*/ 6210442 w 6913505"/>
                <a:gd name="connsiteY138" fmla="*/ 862954 h 1203125"/>
                <a:gd name="connsiteX139" fmla="*/ 6059372 w 6913505"/>
                <a:gd name="connsiteY139" fmla="*/ 862954 h 1203125"/>
                <a:gd name="connsiteX140" fmla="*/ 5684343 w 6913505"/>
                <a:gd name="connsiteY140" fmla="*/ 793946 h 1203125"/>
                <a:gd name="connsiteX141" fmla="*/ 5835413 w 6913505"/>
                <a:gd name="connsiteY141" fmla="*/ 793946 h 1203125"/>
                <a:gd name="connsiteX142" fmla="*/ 5835413 w 6913505"/>
                <a:gd name="connsiteY142" fmla="*/ 862954 h 1203125"/>
                <a:gd name="connsiteX143" fmla="*/ 5684343 w 6913505"/>
                <a:gd name="connsiteY143" fmla="*/ 862954 h 1203125"/>
                <a:gd name="connsiteX144" fmla="*/ 5304164 w 6913505"/>
                <a:gd name="connsiteY144" fmla="*/ 793946 h 1203125"/>
                <a:gd name="connsiteX145" fmla="*/ 5455163 w 6913505"/>
                <a:gd name="connsiteY145" fmla="*/ 793946 h 1203125"/>
                <a:gd name="connsiteX146" fmla="*/ 5455163 w 6913505"/>
                <a:gd name="connsiteY146" fmla="*/ 862954 h 1203125"/>
                <a:gd name="connsiteX147" fmla="*/ 5304164 w 6913505"/>
                <a:gd name="connsiteY147" fmla="*/ 862954 h 1203125"/>
                <a:gd name="connsiteX148" fmla="*/ 5007316 w 6913505"/>
                <a:gd name="connsiteY148" fmla="*/ 793946 h 1203125"/>
                <a:gd name="connsiteX149" fmla="*/ 5085426 w 6913505"/>
                <a:gd name="connsiteY149" fmla="*/ 793946 h 1203125"/>
                <a:gd name="connsiteX150" fmla="*/ 5085426 w 6913505"/>
                <a:gd name="connsiteY150" fmla="*/ 862954 h 1203125"/>
                <a:gd name="connsiteX151" fmla="*/ 5007316 w 6913505"/>
                <a:gd name="connsiteY151" fmla="*/ 862954 h 1203125"/>
                <a:gd name="connsiteX152" fmla="*/ 1828078 w 6913505"/>
                <a:gd name="connsiteY152" fmla="*/ 793946 h 1203125"/>
                <a:gd name="connsiteX153" fmla="*/ 1906188 w 6913505"/>
                <a:gd name="connsiteY153" fmla="*/ 793946 h 1203125"/>
                <a:gd name="connsiteX154" fmla="*/ 1906188 w 6913505"/>
                <a:gd name="connsiteY154" fmla="*/ 862954 h 1203125"/>
                <a:gd name="connsiteX155" fmla="*/ 1828078 w 6913505"/>
                <a:gd name="connsiteY155" fmla="*/ 862954 h 1203125"/>
                <a:gd name="connsiteX156" fmla="*/ 1458341 w 6913505"/>
                <a:gd name="connsiteY156" fmla="*/ 793946 h 1203125"/>
                <a:gd name="connsiteX157" fmla="*/ 1609340 w 6913505"/>
                <a:gd name="connsiteY157" fmla="*/ 793946 h 1203125"/>
                <a:gd name="connsiteX158" fmla="*/ 1609340 w 6913505"/>
                <a:gd name="connsiteY158" fmla="*/ 862954 h 1203125"/>
                <a:gd name="connsiteX159" fmla="*/ 1458341 w 6913505"/>
                <a:gd name="connsiteY159" fmla="*/ 862954 h 1203125"/>
                <a:gd name="connsiteX160" fmla="*/ 1078092 w 6913505"/>
                <a:gd name="connsiteY160" fmla="*/ 793946 h 1203125"/>
                <a:gd name="connsiteX161" fmla="*/ 1229162 w 6913505"/>
                <a:gd name="connsiteY161" fmla="*/ 793946 h 1203125"/>
                <a:gd name="connsiteX162" fmla="*/ 1229162 w 6913505"/>
                <a:gd name="connsiteY162" fmla="*/ 862954 h 1203125"/>
                <a:gd name="connsiteX163" fmla="*/ 1078092 w 6913505"/>
                <a:gd name="connsiteY163" fmla="*/ 862954 h 1203125"/>
                <a:gd name="connsiteX164" fmla="*/ 703063 w 6913505"/>
                <a:gd name="connsiteY164" fmla="*/ 793946 h 1203125"/>
                <a:gd name="connsiteX165" fmla="*/ 854133 w 6913505"/>
                <a:gd name="connsiteY165" fmla="*/ 793946 h 1203125"/>
                <a:gd name="connsiteX166" fmla="*/ 854133 w 6913505"/>
                <a:gd name="connsiteY166" fmla="*/ 862954 h 1203125"/>
                <a:gd name="connsiteX167" fmla="*/ 703063 w 6913505"/>
                <a:gd name="connsiteY167" fmla="*/ 862954 h 1203125"/>
                <a:gd name="connsiteX168" fmla="*/ 328105 w 6913505"/>
                <a:gd name="connsiteY168" fmla="*/ 793946 h 1203125"/>
                <a:gd name="connsiteX169" fmla="*/ 479175 w 6913505"/>
                <a:gd name="connsiteY169" fmla="*/ 793946 h 1203125"/>
                <a:gd name="connsiteX170" fmla="*/ 479175 w 6913505"/>
                <a:gd name="connsiteY170" fmla="*/ 862954 h 1203125"/>
                <a:gd name="connsiteX171" fmla="*/ 328105 w 6913505"/>
                <a:gd name="connsiteY171" fmla="*/ 862954 h 1203125"/>
                <a:gd name="connsiteX172" fmla="*/ 0 w 6913505"/>
                <a:gd name="connsiteY172" fmla="*/ 793946 h 1203125"/>
                <a:gd name="connsiteX173" fmla="*/ 78110 w 6913505"/>
                <a:gd name="connsiteY173" fmla="*/ 793946 h 1203125"/>
                <a:gd name="connsiteX174" fmla="*/ 78110 w 6913505"/>
                <a:gd name="connsiteY174" fmla="*/ 862954 h 1203125"/>
                <a:gd name="connsiteX175" fmla="*/ 0 w 6913505"/>
                <a:gd name="connsiteY175" fmla="*/ 862954 h 1203125"/>
                <a:gd name="connsiteX176" fmla="*/ 4135966 w 6913505"/>
                <a:gd name="connsiteY176" fmla="*/ 725643 h 1203125"/>
                <a:gd name="connsiteX177" fmla="*/ 4307780 w 6913505"/>
                <a:gd name="connsiteY177" fmla="*/ 725643 h 1203125"/>
                <a:gd name="connsiteX178" fmla="*/ 4307780 w 6913505"/>
                <a:gd name="connsiteY178" fmla="*/ 795004 h 1203125"/>
                <a:gd name="connsiteX179" fmla="*/ 4135966 w 6913505"/>
                <a:gd name="connsiteY179" fmla="*/ 795004 h 1203125"/>
                <a:gd name="connsiteX180" fmla="*/ 3666599 w 6913505"/>
                <a:gd name="connsiteY180" fmla="*/ 725643 h 1203125"/>
                <a:gd name="connsiteX181" fmla="*/ 3687414 w 6913505"/>
                <a:gd name="connsiteY181" fmla="*/ 725643 h 1203125"/>
                <a:gd name="connsiteX182" fmla="*/ 3687414 w 6913505"/>
                <a:gd name="connsiteY182" fmla="*/ 795004 h 1203125"/>
                <a:gd name="connsiteX183" fmla="*/ 3666599 w 6913505"/>
                <a:gd name="connsiteY183" fmla="*/ 795004 h 1203125"/>
                <a:gd name="connsiteX184" fmla="*/ 3223621 w 6913505"/>
                <a:gd name="connsiteY184" fmla="*/ 725643 h 1203125"/>
                <a:gd name="connsiteX185" fmla="*/ 3244507 w 6913505"/>
                <a:gd name="connsiteY185" fmla="*/ 725643 h 1203125"/>
                <a:gd name="connsiteX186" fmla="*/ 3244507 w 6913505"/>
                <a:gd name="connsiteY186" fmla="*/ 795004 h 1203125"/>
                <a:gd name="connsiteX187" fmla="*/ 3223621 w 6913505"/>
                <a:gd name="connsiteY187" fmla="*/ 795004 h 1203125"/>
                <a:gd name="connsiteX188" fmla="*/ 2605441 w 6913505"/>
                <a:gd name="connsiteY188" fmla="*/ 725643 h 1203125"/>
                <a:gd name="connsiteX189" fmla="*/ 2777256 w 6913505"/>
                <a:gd name="connsiteY189" fmla="*/ 725643 h 1203125"/>
                <a:gd name="connsiteX190" fmla="*/ 2777256 w 6913505"/>
                <a:gd name="connsiteY190" fmla="*/ 795004 h 1203125"/>
                <a:gd name="connsiteX191" fmla="*/ 2605441 w 6913505"/>
                <a:gd name="connsiteY191" fmla="*/ 795004 h 1203125"/>
                <a:gd name="connsiteX192" fmla="*/ 6835395 w 6913505"/>
                <a:gd name="connsiteY192" fmla="*/ 680485 h 1203125"/>
                <a:gd name="connsiteX193" fmla="*/ 6913505 w 6913505"/>
                <a:gd name="connsiteY193" fmla="*/ 680485 h 1203125"/>
                <a:gd name="connsiteX194" fmla="*/ 6913505 w 6913505"/>
                <a:gd name="connsiteY194" fmla="*/ 749493 h 1203125"/>
                <a:gd name="connsiteX195" fmla="*/ 6835395 w 6913505"/>
                <a:gd name="connsiteY195" fmla="*/ 749493 h 1203125"/>
                <a:gd name="connsiteX196" fmla="*/ 6434329 w 6913505"/>
                <a:gd name="connsiteY196" fmla="*/ 680485 h 1203125"/>
                <a:gd name="connsiteX197" fmla="*/ 6585398 w 6913505"/>
                <a:gd name="connsiteY197" fmla="*/ 680485 h 1203125"/>
                <a:gd name="connsiteX198" fmla="*/ 6585398 w 6913505"/>
                <a:gd name="connsiteY198" fmla="*/ 749493 h 1203125"/>
                <a:gd name="connsiteX199" fmla="*/ 6434329 w 6913505"/>
                <a:gd name="connsiteY199" fmla="*/ 749493 h 1203125"/>
                <a:gd name="connsiteX200" fmla="*/ 6059372 w 6913505"/>
                <a:gd name="connsiteY200" fmla="*/ 680485 h 1203125"/>
                <a:gd name="connsiteX201" fmla="*/ 6210442 w 6913505"/>
                <a:gd name="connsiteY201" fmla="*/ 680485 h 1203125"/>
                <a:gd name="connsiteX202" fmla="*/ 6210442 w 6913505"/>
                <a:gd name="connsiteY202" fmla="*/ 749493 h 1203125"/>
                <a:gd name="connsiteX203" fmla="*/ 6059372 w 6913505"/>
                <a:gd name="connsiteY203" fmla="*/ 749493 h 1203125"/>
                <a:gd name="connsiteX204" fmla="*/ 5684343 w 6913505"/>
                <a:gd name="connsiteY204" fmla="*/ 680485 h 1203125"/>
                <a:gd name="connsiteX205" fmla="*/ 5835413 w 6913505"/>
                <a:gd name="connsiteY205" fmla="*/ 680485 h 1203125"/>
                <a:gd name="connsiteX206" fmla="*/ 5835413 w 6913505"/>
                <a:gd name="connsiteY206" fmla="*/ 749493 h 1203125"/>
                <a:gd name="connsiteX207" fmla="*/ 5684343 w 6913505"/>
                <a:gd name="connsiteY207" fmla="*/ 749493 h 1203125"/>
                <a:gd name="connsiteX208" fmla="*/ 5304164 w 6913505"/>
                <a:gd name="connsiteY208" fmla="*/ 680485 h 1203125"/>
                <a:gd name="connsiteX209" fmla="*/ 5455163 w 6913505"/>
                <a:gd name="connsiteY209" fmla="*/ 680485 h 1203125"/>
                <a:gd name="connsiteX210" fmla="*/ 5455163 w 6913505"/>
                <a:gd name="connsiteY210" fmla="*/ 749493 h 1203125"/>
                <a:gd name="connsiteX211" fmla="*/ 5304164 w 6913505"/>
                <a:gd name="connsiteY211" fmla="*/ 749493 h 1203125"/>
                <a:gd name="connsiteX212" fmla="*/ 5007316 w 6913505"/>
                <a:gd name="connsiteY212" fmla="*/ 680485 h 1203125"/>
                <a:gd name="connsiteX213" fmla="*/ 5085426 w 6913505"/>
                <a:gd name="connsiteY213" fmla="*/ 680485 h 1203125"/>
                <a:gd name="connsiteX214" fmla="*/ 5085426 w 6913505"/>
                <a:gd name="connsiteY214" fmla="*/ 749493 h 1203125"/>
                <a:gd name="connsiteX215" fmla="*/ 5007316 w 6913505"/>
                <a:gd name="connsiteY215" fmla="*/ 749493 h 1203125"/>
                <a:gd name="connsiteX216" fmla="*/ 1828078 w 6913505"/>
                <a:gd name="connsiteY216" fmla="*/ 680485 h 1203125"/>
                <a:gd name="connsiteX217" fmla="*/ 1906188 w 6913505"/>
                <a:gd name="connsiteY217" fmla="*/ 680485 h 1203125"/>
                <a:gd name="connsiteX218" fmla="*/ 1906188 w 6913505"/>
                <a:gd name="connsiteY218" fmla="*/ 749493 h 1203125"/>
                <a:gd name="connsiteX219" fmla="*/ 1828078 w 6913505"/>
                <a:gd name="connsiteY219" fmla="*/ 749493 h 1203125"/>
                <a:gd name="connsiteX220" fmla="*/ 1458341 w 6913505"/>
                <a:gd name="connsiteY220" fmla="*/ 680485 h 1203125"/>
                <a:gd name="connsiteX221" fmla="*/ 1609340 w 6913505"/>
                <a:gd name="connsiteY221" fmla="*/ 680485 h 1203125"/>
                <a:gd name="connsiteX222" fmla="*/ 1609340 w 6913505"/>
                <a:gd name="connsiteY222" fmla="*/ 749493 h 1203125"/>
                <a:gd name="connsiteX223" fmla="*/ 1458341 w 6913505"/>
                <a:gd name="connsiteY223" fmla="*/ 749493 h 1203125"/>
                <a:gd name="connsiteX224" fmla="*/ 1078092 w 6913505"/>
                <a:gd name="connsiteY224" fmla="*/ 680485 h 1203125"/>
                <a:gd name="connsiteX225" fmla="*/ 1229162 w 6913505"/>
                <a:gd name="connsiteY225" fmla="*/ 680485 h 1203125"/>
                <a:gd name="connsiteX226" fmla="*/ 1229162 w 6913505"/>
                <a:gd name="connsiteY226" fmla="*/ 749493 h 1203125"/>
                <a:gd name="connsiteX227" fmla="*/ 1078092 w 6913505"/>
                <a:gd name="connsiteY227" fmla="*/ 749493 h 1203125"/>
                <a:gd name="connsiteX228" fmla="*/ 703063 w 6913505"/>
                <a:gd name="connsiteY228" fmla="*/ 680485 h 1203125"/>
                <a:gd name="connsiteX229" fmla="*/ 854133 w 6913505"/>
                <a:gd name="connsiteY229" fmla="*/ 680485 h 1203125"/>
                <a:gd name="connsiteX230" fmla="*/ 854133 w 6913505"/>
                <a:gd name="connsiteY230" fmla="*/ 749493 h 1203125"/>
                <a:gd name="connsiteX231" fmla="*/ 703063 w 6913505"/>
                <a:gd name="connsiteY231" fmla="*/ 749493 h 1203125"/>
                <a:gd name="connsiteX232" fmla="*/ 328105 w 6913505"/>
                <a:gd name="connsiteY232" fmla="*/ 680485 h 1203125"/>
                <a:gd name="connsiteX233" fmla="*/ 479175 w 6913505"/>
                <a:gd name="connsiteY233" fmla="*/ 680485 h 1203125"/>
                <a:gd name="connsiteX234" fmla="*/ 479175 w 6913505"/>
                <a:gd name="connsiteY234" fmla="*/ 749493 h 1203125"/>
                <a:gd name="connsiteX235" fmla="*/ 328105 w 6913505"/>
                <a:gd name="connsiteY235" fmla="*/ 749493 h 1203125"/>
                <a:gd name="connsiteX236" fmla="*/ 0 w 6913505"/>
                <a:gd name="connsiteY236" fmla="*/ 680485 h 1203125"/>
                <a:gd name="connsiteX237" fmla="*/ 78110 w 6913505"/>
                <a:gd name="connsiteY237" fmla="*/ 680485 h 1203125"/>
                <a:gd name="connsiteX238" fmla="*/ 78110 w 6913505"/>
                <a:gd name="connsiteY238" fmla="*/ 749493 h 1203125"/>
                <a:gd name="connsiteX239" fmla="*/ 0 w 6913505"/>
                <a:gd name="connsiteY239" fmla="*/ 749493 h 1203125"/>
                <a:gd name="connsiteX240" fmla="*/ 4135966 w 6913505"/>
                <a:gd name="connsiteY240" fmla="*/ 621990 h 1203125"/>
                <a:gd name="connsiteX241" fmla="*/ 4307780 w 6913505"/>
                <a:gd name="connsiteY241" fmla="*/ 621990 h 1203125"/>
                <a:gd name="connsiteX242" fmla="*/ 4307780 w 6913505"/>
                <a:gd name="connsiteY242" fmla="*/ 691492 h 1203125"/>
                <a:gd name="connsiteX243" fmla="*/ 4135966 w 6913505"/>
                <a:gd name="connsiteY243" fmla="*/ 691492 h 1203125"/>
                <a:gd name="connsiteX244" fmla="*/ 3666599 w 6913505"/>
                <a:gd name="connsiteY244" fmla="*/ 621990 h 1203125"/>
                <a:gd name="connsiteX245" fmla="*/ 3687414 w 6913505"/>
                <a:gd name="connsiteY245" fmla="*/ 621990 h 1203125"/>
                <a:gd name="connsiteX246" fmla="*/ 3687414 w 6913505"/>
                <a:gd name="connsiteY246" fmla="*/ 691492 h 1203125"/>
                <a:gd name="connsiteX247" fmla="*/ 3666599 w 6913505"/>
                <a:gd name="connsiteY247" fmla="*/ 691492 h 1203125"/>
                <a:gd name="connsiteX248" fmla="*/ 3223621 w 6913505"/>
                <a:gd name="connsiteY248" fmla="*/ 621990 h 1203125"/>
                <a:gd name="connsiteX249" fmla="*/ 3244507 w 6913505"/>
                <a:gd name="connsiteY249" fmla="*/ 621990 h 1203125"/>
                <a:gd name="connsiteX250" fmla="*/ 3244507 w 6913505"/>
                <a:gd name="connsiteY250" fmla="*/ 691492 h 1203125"/>
                <a:gd name="connsiteX251" fmla="*/ 3223621 w 6913505"/>
                <a:gd name="connsiteY251" fmla="*/ 691492 h 1203125"/>
                <a:gd name="connsiteX252" fmla="*/ 2605441 w 6913505"/>
                <a:gd name="connsiteY252" fmla="*/ 621990 h 1203125"/>
                <a:gd name="connsiteX253" fmla="*/ 2777256 w 6913505"/>
                <a:gd name="connsiteY253" fmla="*/ 621990 h 1203125"/>
                <a:gd name="connsiteX254" fmla="*/ 2777256 w 6913505"/>
                <a:gd name="connsiteY254" fmla="*/ 691492 h 1203125"/>
                <a:gd name="connsiteX255" fmla="*/ 2605441 w 6913505"/>
                <a:gd name="connsiteY255" fmla="*/ 691492 h 1203125"/>
                <a:gd name="connsiteX256" fmla="*/ 6835395 w 6913505"/>
                <a:gd name="connsiteY256" fmla="*/ 567094 h 1203125"/>
                <a:gd name="connsiteX257" fmla="*/ 6913505 w 6913505"/>
                <a:gd name="connsiteY257" fmla="*/ 567094 h 1203125"/>
                <a:gd name="connsiteX258" fmla="*/ 6913505 w 6913505"/>
                <a:gd name="connsiteY258" fmla="*/ 636102 h 1203125"/>
                <a:gd name="connsiteX259" fmla="*/ 6835395 w 6913505"/>
                <a:gd name="connsiteY259" fmla="*/ 636102 h 1203125"/>
                <a:gd name="connsiteX260" fmla="*/ 6434329 w 6913505"/>
                <a:gd name="connsiteY260" fmla="*/ 567094 h 1203125"/>
                <a:gd name="connsiteX261" fmla="*/ 6585398 w 6913505"/>
                <a:gd name="connsiteY261" fmla="*/ 567094 h 1203125"/>
                <a:gd name="connsiteX262" fmla="*/ 6585398 w 6913505"/>
                <a:gd name="connsiteY262" fmla="*/ 636102 h 1203125"/>
                <a:gd name="connsiteX263" fmla="*/ 6434329 w 6913505"/>
                <a:gd name="connsiteY263" fmla="*/ 636102 h 1203125"/>
                <a:gd name="connsiteX264" fmla="*/ 6059372 w 6913505"/>
                <a:gd name="connsiteY264" fmla="*/ 567094 h 1203125"/>
                <a:gd name="connsiteX265" fmla="*/ 6210442 w 6913505"/>
                <a:gd name="connsiteY265" fmla="*/ 567094 h 1203125"/>
                <a:gd name="connsiteX266" fmla="*/ 6210442 w 6913505"/>
                <a:gd name="connsiteY266" fmla="*/ 636102 h 1203125"/>
                <a:gd name="connsiteX267" fmla="*/ 6059372 w 6913505"/>
                <a:gd name="connsiteY267" fmla="*/ 636102 h 1203125"/>
                <a:gd name="connsiteX268" fmla="*/ 5684343 w 6913505"/>
                <a:gd name="connsiteY268" fmla="*/ 567094 h 1203125"/>
                <a:gd name="connsiteX269" fmla="*/ 5835413 w 6913505"/>
                <a:gd name="connsiteY269" fmla="*/ 567094 h 1203125"/>
                <a:gd name="connsiteX270" fmla="*/ 5835413 w 6913505"/>
                <a:gd name="connsiteY270" fmla="*/ 636102 h 1203125"/>
                <a:gd name="connsiteX271" fmla="*/ 5684343 w 6913505"/>
                <a:gd name="connsiteY271" fmla="*/ 636102 h 1203125"/>
                <a:gd name="connsiteX272" fmla="*/ 5304164 w 6913505"/>
                <a:gd name="connsiteY272" fmla="*/ 567094 h 1203125"/>
                <a:gd name="connsiteX273" fmla="*/ 5455163 w 6913505"/>
                <a:gd name="connsiteY273" fmla="*/ 567094 h 1203125"/>
                <a:gd name="connsiteX274" fmla="*/ 5455163 w 6913505"/>
                <a:gd name="connsiteY274" fmla="*/ 636102 h 1203125"/>
                <a:gd name="connsiteX275" fmla="*/ 5304164 w 6913505"/>
                <a:gd name="connsiteY275" fmla="*/ 636102 h 1203125"/>
                <a:gd name="connsiteX276" fmla="*/ 5007316 w 6913505"/>
                <a:gd name="connsiteY276" fmla="*/ 567094 h 1203125"/>
                <a:gd name="connsiteX277" fmla="*/ 5085426 w 6913505"/>
                <a:gd name="connsiteY277" fmla="*/ 567094 h 1203125"/>
                <a:gd name="connsiteX278" fmla="*/ 5085426 w 6913505"/>
                <a:gd name="connsiteY278" fmla="*/ 636102 h 1203125"/>
                <a:gd name="connsiteX279" fmla="*/ 5007316 w 6913505"/>
                <a:gd name="connsiteY279" fmla="*/ 636102 h 1203125"/>
                <a:gd name="connsiteX280" fmla="*/ 1828078 w 6913505"/>
                <a:gd name="connsiteY280" fmla="*/ 567094 h 1203125"/>
                <a:gd name="connsiteX281" fmla="*/ 1906188 w 6913505"/>
                <a:gd name="connsiteY281" fmla="*/ 567094 h 1203125"/>
                <a:gd name="connsiteX282" fmla="*/ 1906188 w 6913505"/>
                <a:gd name="connsiteY282" fmla="*/ 636102 h 1203125"/>
                <a:gd name="connsiteX283" fmla="*/ 1828078 w 6913505"/>
                <a:gd name="connsiteY283" fmla="*/ 636102 h 1203125"/>
                <a:gd name="connsiteX284" fmla="*/ 1458341 w 6913505"/>
                <a:gd name="connsiteY284" fmla="*/ 567094 h 1203125"/>
                <a:gd name="connsiteX285" fmla="*/ 1609340 w 6913505"/>
                <a:gd name="connsiteY285" fmla="*/ 567094 h 1203125"/>
                <a:gd name="connsiteX286" fmla="*/ 1609340 w 6913505"/>
                <a:gd name="connsiteY286" fmla="*/ 636102 h 1203125"/>
                <a:gd name="connsiteX287" fmla="*/ 1458341 w 6913505"/>
                <a:gd name="connsiteY287" fmla="*/ 636102 h 1203125"/>
                <a:gd name="connsiteX288" fmla="*/ 1078092 w 6913505"/>
                <a:gd name="connsiteY288" fmla="*/ 567094 h 1203125"/>
                <a:gd name="connsiteX289" fmla="*/ 1229162 w 6913505"/>
                <a:gd name="connsiteY289" fmla="*/ 567094 h 1203125"/>
                <a:gd name="connsiteX290" fmla="*/ 1229162 w 6913505"/>
                <a:gd name="connsiteY290" fmla="*/ 636102 h 1203125"/>
                <a:gd name="connsiteX291" fmla="*/ 1078092 w 6913505"/>
                <a:gd name="connsiteY291" fmla="*/ 636102 h 1203125"/>
                <a:gd name="connsiteX292" fmla="*/ 703063 w 6913505"/>
                <a:gd name="connsiteY292" fmla="*/ 567094 h 1203125"/>
                <a:gd name="connsiteX293" fmla="*/ 854133 w 6913505"/>
                <a:gd name="connsiteY293" fmla="*/ 567094 h 1203125"/>
                <a:gd name="connsiteX294" fmla="*/ 854133 w 6913505"/>
                <a:gd name="connsiteY294" fmla="*/ 636102 h 1203125"/>
                <a:gd name="connsiteX295" fmla="*/ 703063 w 6913505"/>
                <a:gd name="connsiteY295" fmla="*/ 636102 h 1203125"/>
                <a:gd name="connsiteX296" fmla="*/ 328105 w 6913505"/>
                <a:gd name="connsiteY296" fmla="*/ 567094 h 1203125"/>
                <a:gd name="connsiteX297" fmla="*/ 479175 w 6913505"/>
                <a:gd name="connsiteY297" fmla="*/ 567094 h 1203125"/>
                <a:gd name="connsiteX298" fmla="*/ 479175 w 6913505"/>
                <a:gd name="connsiteY298" fmla="*/ 636102 h 1203125"/>
                <a:gd name="connsiteX299" fmla="*/ 328105 w 6913505"/>
                <a:gd name="connsiteY299" fmla="*/ 636102 h 1203125"/>
                <a:gd name="connsiteX300" fmla="*/ 0 w 6913505"/>
                <a:gd name="connsiteY300" fmla="*/ 567094 h 1203125"/>
                <a:gd name="connsiteX301" fmla="*/ 78110 w 6913505"/>
                <a:gd name="connsiteY301" fmla="*/ 567094 h 1203125"/>
                <a:gd name="connsiteX302" fmla="*/ 78110 w 6913505"/>
                <a:gd name="connsiteY302" fmla="*/ 636102 h 1203125"/>
                <a:gd name="connsiteX303" fmla="*/ 0 w 6913505"/>
                <a:gd name="connsiteY303" fmla="*/ 636102 h 1203125"/>
                <a:gd name="connsiteX304" fmla="*/ 6835395 w 6913505"/>
                <a:gd name="connsiteY304" fmla="*/ 453633 h 1203125"/>
                <a:gd name="connsiteX305" fmla="*/ 6913505 w 6913505"/>
                <a:gd name="connsiteY305" fmla="*/ 453633 h 1203125"/>
                <a:gd name="connsiteX306" fmla="*/ 6913505 w 6913505"/>
                <a:gd name="connsiteY306" fmla="*/ 522641 h 1203125"/>
                <a:gd name="connsiteX307" fmla="*/ 6835395 w 6913505"/>
                <a:gd name="connsiteY307" fmla="*/ 522641 h 1203125"/>
                <a:gd name="connsiteX308" fmla="*/ 6434329 w 6913505"/>
                <a:gd name="connsiteY308" fmla="*/ 453633 h 1203125"/>
                <a:gd name="connsiteX309" fmla="*/ 6585398 w 6913505"/>
                <a:gd name="connsiteY309" fmla="*/ 453633 h 1203125"/>
                <a:gd name="connsiteX310" fmla="*/ 6585398 w 6913505"/>
                <a:gd name="connsiteY310" fmla="*/ 522641 h 1203125"/>
                <a:gd name="connsiteX311" fmla="*/ 6434329 w 6913505"/>
                <a:gd name="connsiteY311" fmla="*/ 522641 h 1203125"/>
                <a:gd name="connsiteX312" fmla="*/ 6059372 w 6913505"/>
                <a:gd name="connsiteY312" fmla="*/ 453633 h 1203125"/>
                <a:gd name="connsiteX313" fmla="*/ 6210442 w 6913505"/>
                <a:gd name="connsiteY313" fmla="*/ 453633 h 1203125"/>
                <a:gd name="connsiteX314" fmla="*/ 6210442 w 6913505"/>
                <a:gd name="connsiteY314" fmla="*/ 522641 h 1203125"/>
                <a:gd name="connsiteX315" fmla="*/ 6059372 w 6913505"/>
                <a:gd name="connsiteY315" fmla="*/ 522641 h 1203125"/>
                <a:gd name="connsiteX316" fmla="*/ 5684343 w 6913505"/>
                <a:gd name="connsiteY316" fmla="*/ 453633 h 1203125"/>
                <a:gd name="connsiteX317" fmla="*/ 5835413 w 6913505"/>
                <a:gd name="connsiteY317" fmla="*/ 453633 h 1203125"/>
                <a:gd name="connsiteX318" fmla="*/ 5835413 w 6913505"/>
                <a:gd name="connsiteY318" fmla="*/ 522641 h 1203125"/>
                <a:gd name="connsiteX319" fmla="*/ 5684343 w 6913505"/>
                <a:gd name="connsiteY319" fmla="*/ 522641 h 1203125"/>
                <a:gd name="connsiteX320" fmla="*/ 5304164 w 6913505"/>
                <a:gd name="connsiteY320" fmla="*/ 453633 h 1203125"/>
                <a:gd name="connsiteX321" fmla="*/ 5455163 w 6913505"/>
                <a:gd name="connsiteY321" fmla="*/ 453633 h 1203125"/>
                <a:gd name="connsiteX322" fmla="*/ 5455163 w 6913505"/>
                <a:gd name="connsiteY322" fmla="*/ 522641 h 1203125"/>
                <a:gd name="connsiteX323" fmla="*/ 5304164 w 6913505"/>
                <a:gd name="connsiteY323" fmla="*/ 522641 h 1203125"/>
                <a:gd name="connsiteX324" fmla="*/ 5007316 w 6913505"/>
                <a:gd name="connsiteY324" fmla="*/ 453633 h 1203125"/>
                <a:gd name="connsiteX325" fmla="*/ 5085426 w 6913505"/>
                <a:gd name="connsiteY325" fmla="*/ 453633 h 1203125"/>
                <a:gd name="connsiteX326" fmla="*/ 5085426 w 6913505"/>
                <a:gd name="connsiteY326" fmla="*/ 522641 h 1203125"/>
                <a:gd name="connsiteX327" fmla="*/ 5007316 w 6913505"/>
                <a:gd name="connsiteY327" fmla="*/ 522641 h 1203125"/>
                <a:gd name="connsiteX328" fmla="*/ 1828078 w 6913505"/>
                <a:gd name="connsiteY328" fmla="*/ 453633 h 1203125"/>
                <a:gd name="connsiteX329" fmla="*/ 1906188 w 6913505"/>
                <a:gd name="connsiteY329" fmla="*/ 453633 h 1203125"/>
                <a:gd name="connsiteX330" fmla="*/ 1906188 w 6913505"/>
                <a:gd name="connsiteY330" fmla="*/ 522641 h 1203125"/>
                <a:gd name="connsiteX331" fmla="*/ 1828078 w 6913505"/>
                <a:gd name="connsiteY331" fmla="*/ 522641 h 1203125"/>
                <a:gd name="connsiteX332" fmla="*/ 1458341 w 6913505"/>
                <a:gd name="connsiteY332" fmla="*/ 453633 h 1203125"/>
                <a:gd name="connsiteX333" fmla="*/ 1609340 w 6913505"/>
                <a:gd name="connsiteY333" fmla="*/ 453633 h 1203125"/>
                <a:gd name="connsiteX334" fmla="*/ 1609340 w 6913505"/>
                <a:gd name="connsiteY334" fmla="*/ 522641 h 1203125"/>
                <a:gd name="connsiteX335" fmla="*/ 1458341 w 6913505"/>
                <a:gd name="connsiteY335" fmla="*/ 522641 h 1203125"/>
                <a:gd name="connsiteX336" fmla="*/ 1078092 w 6913505"/>
                <a:gd name="connsiteY336" fmla="*/ 453633 h 1203125"/>
                <a:gd name="connsiteX337" fmla="*/ 1229162 w 6913505"/>
                <a:gd name="connsiteY337" fmla="*/ 453633 h 1203125"/>
                <a:gd name="connsiteX338" fmla="*/ 1229162 w 6913505"/>
                <a:gd name="connsiteY338" fmla="*/ 522641 h 1203125"/>
                <a:gd name="connsiteX339" fmla="*/ 1078092 w 6913505"/>
                <a:gd name="connsiteY339" fmla="*/ 522641 h 1203125"/>
                <a:gd name="connsiteX340" fmla="*/ 703063 w 6913505"/>
                <a:gd name="connsiteY340" fmla="*/ 453633 h 1203125"/>
                <a:gd name="connsiteX341" fmla="*/ 854133 w 6913505"/>
                <a:gd name="connsiteY341" fmla="*/ 453633 h 1203125"/>
                <a:gd name="connsiteX342" fmla="*/ 854133 w 6913505"/>
                <a:gd name="connsiteY342" fmla="*/ 522641 h 1203125"/>
                <a:gd name="connsiteX343" fmla="*/ 703063 w 6913505"/>
                <a:gd name="connsiteY343" fmla="*/ 522641 h 1203125"/>
                <a:gd name="connsiteX344" fmla="*/ 328105 w 6913505"/>
                <a:gd name="connsiteY344" fmla="*/ 453633 h 1203125"/>
                <a:gd name="connsiteX345" fmla="*/ 479175 w 6913505"/>
                <a:gd name="connsiteY345" fmla="*/ 453633 h 1203125"/>
                <a:gd name="connsiteX346" fmla="*/ 479175 w 6913505"/>
                <a:gd name="connsiteY346" fmla="*/ 522641 h 1203125"/>
                <a:gd name="connsiteX347" fmla="*/ 328105 w 6913505"/>
                <a:gd name="connsiteY347" fmla="*/ 522641 h 1203125"/>
                <a:gd name="connsiteX348" fmla="*/ 0 w 6913505"/>
                <a:gd name="connsiteY348" fmla="*/ 453633 h 1203125"/>
                <a:gd name="connsiteX349" fmla="*/ 78110 w 6913505"/>
                <a:gd name="connsiteY349" fmla="*/ 453633 h 1203125"/>
                <a:gd name="connsiteX350" fmla="*/ 78110 w 6913505"/>
                <a:gd name="connsiteY350" fmla="*/ 522641 h 1203125"/>
                <a:gd name="connsiteX351" fmla="*/ 0 w 6913505"/>
                <a:gd name="connsiteY351" fmla="*/ 522641 h 1203125"/>
                <a:gd name="connsiteX352" fmla="*/ 6835395 w 6913505"/>
                <a:gd name="connsiteY352" fmla="*/ 340172 h 1203125"/>
                <a:gd name="connsiteX353" fmla="*/ 6913505 w 6913505"/>
                <a:gd name="connsiteY353" fmla="*/ 340172 h 1203125"/>
                <a:gd name="connsiteX354" fmla="*/ 6913505 w 6913505"/>
                <a:gd name="connsiteY354" fmla="*/ 409180 h 1203125"/>
                <a:gd name="connsiteX355" fmla="*/ 6835395 w 6913505"/>
                <a:gd name="connsiteY355" fmla="*/ 409180 h 1203125"/>
                <a:gd name="connsiteX356" fmla="*/ 6434329 w 6913505"/>
                <a:gd name="connsiteY356" fmla="*/ 340172 h 1203125"/>
                <a:gd name="connsiteX357" fmla="*/ 6585398 w 6913505"/>
                <a:gd name="connsiteY357" fmla="*/ 340172 h 1203125"/>
                <a:gd name="connsiteX358" fmla="*/ 6585398 w 6913505"/>
                <a:gd name="connsiteY358" fmla="*/ 409180 h 1203125"/>
                <a:gd name="connsiteX359" fmla="*/ 6434329 w 6913505"/>
                <a:gd name="connsiteY359" fmla="*/ 409180 h 1203125"/>
                <a:gd name="connsiteX360" fmla="*/ 6059372 w 6913505"/>
                <a:gd name="connsiteY360" fmla="*/ 340172 h 1203125"/>
                <a:gd name="connsiteX361" fmla="*/ 6210442 w 6913505"/>
                <a:gd name="connsiteY361" fmla="*/ 340172 h 1203125"/>
                <a:gd name="connsiteX362" fmla="*/ 6210442 w 6913505"/>
                <a:gd name="connsiteY362" fmla="*/ 409180 h 1203125"/>
                <a:gd name="connsiteX363" fmla="*/ 6059372 w 6913505"/>
                <a:gd name="connsiteY363" fmla="*/ 409180 h 1203125"/>
                <a:gd name="connsiteX364" fmla="*/ 5684343 w 6913505"/>
                <a:gd name="connsiteY364" fmla="*/ 340172 h 1203125"/>
                <a:gd name="connsiteX365" fmla="*/ 5835413 w 6913505"/>
                <a:gd name="connsiteY365" fmla="*/ 340172 h 1203125"/>
                <a:gd name="connsiteX366" fmla="*/ 5835413 w 6913505"/>
                <a:gd name="connsiteY366" fmla="*/ 409180 h 1203125"/>
                <a:gd name="connsiteX367" fmla="*/ 5684343 w 6913505"/>
                <a:gd name="connsiteY367" fmla="*/ 409180 h 1203125"/>
                <a:gd name="connsiteX368" fmla="*/ 5304164 w 6913505"/>
                <a:gd name="connsiteY368" fmla="*/ 340172 h 1203125"/>
                <a:gd name="connsiteX369" fmla="*/ 5455163 w 6913505"/>
                <a:gd name="connsiteY369" fmla="*/ 340172 h 1203125"/>
                <a:gd name="connsiteX370" fmla="*/ 5455163 w 6913505"/>
                <a:gd name="connsiteY370" fmla="*/ 409180 h 1203125"/>
                <a:gd name="connsiteX371" fmla="*/ 5304164 w 6913505"/>
                <a:gd name="connsiteY371" fmla="*/ 409180 h 1203125"/>
                <a:gd name="connsiteX372" fmla="*/ 5007316 w 6913505"/>
                <a:gd name="connsiteY372" fmla="*/ 340172 h 1203125"/>
                <a:gd name="connsiteX373" fmla="*/ 5085426 w 6913505"/>
                <a:gd name="connsiteY373" fmla="*/ 340172 h 1203125"/>
                <a:gd name="connsiteX374" fmla="*/ 5085426 w 6913505"/>
                <a:gd name="connsiteY374" fmla="*/ 409180 h 1203125"/>
                <a:gd name="connsiteX375" fmla="*/ 5007316 w 6913505"/>
                <a:gd name="connsiteY375" fmla="*/ 409180 h 1203125"/>
                <a:gd name="connsiteX376" fmla="*/ 1828078 w 6913505"/>
                <a:gd name="connsiteY376" fmla="*/ 340172 h 1203125"/>
                <a:gd name="connsiteX377" fmla="*/ 1906188 w 6913505"/>
                <a:gd name="connsiteY377" fmla="*/ 340172 h 1203125"/>
                <a:gd name="connsiteX378" fmla="*/ 1906188 w 6913505"/>
                <a:gd name="connsiteY378" fmla="*/ 409180 h 1203125"/>
                <a:gd name="connsiteX379" fmla="*/ 1828078 w 6913505"/>
                <a:gd name="connsiteY379" fmla="*/ 409180 h 1203125"/>
                <a:gd name="connsiteX380" fmla="*/ 1458341 w 6913505"/>
                <a:gd name="connsiteY380" fmla="*/ 340172 h 1203125"/>
                <a:gd name="connsiteX381" fmla="*/ 1609340 w 6913505"/>
                <a:gd name="connsiteY381" fmla="*/ 340172 h 1203125"/>
                <a:gd name="connsiteX382" fmla="*/ 1609340 w 6913505"/>
                <a:gd name="connsiteY382" fmla="*/ 409180 h 1203125"/>
                <a:gd name="connsiteX383" fmla="*/ 1458341 w 6913505"/>
                <a:gd name="connsiteY383" fmla="*/ 409180 h 1203125"/>
                <a:gd name="connsiteX384" fmla="*/ 1078092 w 6913505"/>
                <a:gd name="connsiteY384" fmla="*/ 340172 h 1203125"/>
                <a:gd name="connsiteX385" fmla="*/ 1229162 w 6913505"/>
                <a:gd name="connsiteY385" fmla="*/ 340172 h 1203125"/>
                <a:gd name="connsiteX386" fmla="*/ 1229162 w 6913505"/>
                <a:gd name="connsiteY386" fmla="*/ 409180 h 1203125"/>
                <a:gd name="connsiteX387" fmla="*/ 1078092 w 6913505"/>
                <a:gd name="connsiteY387" fmla="*/ 409180 h 1203125"/>
                <a:gd name="connsiteX388" fmla="*/ 703063 w 6913505"/>
                <a:gd name="connsiteY388" fmla="*/ 340172 h 1203125"/>
                <a:gd name="connsiteX389" fmla="*/ 854133 w 6913505"/>
                <a:gd name="connsiteY389" fmla="*/ 340172 h 1203125"/>
                <a:gd name="connsiteX390" fmla="*/ 854133 w 6913505"/>
                <a:gd name="connsiteY390" fmla="*/ 409180 h 1203125"/>
                <a:gd name="connsiteX391" fmla="*/ 703063 w 6913505"/>
                <a:gd name="connsiteY391" fmla="*/ 409180 h 1203125"/>
                <a:gd name="connsiteX392" fmla="*/ 328105 w 6913505"/>
                <a:gd name="connsiteY392" fmla="*/ 340172 h 1203125"/>
                <a:gd name="connsiteX393" fmla="*/ 479175 w 6913505"/>
                <a:gd name="connsiteY393" fmla="*/ 340172 h 1203125"/>
                <a:gd name="connsiteX394" fmla="*/ 479175 w 6913505"/>
                <a:gd name="connsiteY394" fmla="*/ 409180 h 1203125"/>
                <a:gd name="connsiteX395" fmla="*/ 328105 w 6913505"/>
                <a:gd name="connsiteY395" fmla="*/ 409180 h 1203125"/>
                <a:gd name="connsiteX396" fmla="*/ 0 w 6913505"/>
                <a:gd name="connsiteY396" fmla="*/ 340172 h 1203125"/>
                <a:gd name="connsiteX397" fmla="*/ 78110 w 6913505"/>
                <a:gd name="connsiteY397" fmla="*/ 340172 h 1203125"/>
                <a:gd name="connsiteX398" fmla="*/ 78110 w 6913505"/>
                <a:gd name="connsiteY398" fmla="*/ 409180 h 1203125"/>
                <a:gd name="connsiteX399" fmla="*/ 0 w 6913505"/>
                <a:gd name="connsiteY399" fmla="*/ 409180 h 1203125"/>
                <a:gd name="connsiteX400" fmla="*/ 6835395 w 6913505"/>
                <a:gd name="connsiteY400" fmla="*/ 226923 h 1203125"/>
                <a:gd name="connsiteX401" fmla="*/ 6913505 w 6913505"/>
                <a:gd name="connsiteY401" fmla="*/ 226923 h 1203125"/>
                <a:gd name="connsiteX402" fmla="*/ 6913505 w 6913505"/>
                <a:gd name="connsiteY402" fmla="*/ 295931 h 1203125"/>
                <a:gd name="connsiteX403" fmla="*/ 6835395 w 6913505"/>
                <a:gd name="connsiteY403" fmla="*/ 295931 h 1203125"/>
                <a:gd name="connsiteX404" fmla="*/ 6434329 w 6913505"/>
                <a:gd name="connsiteY404" fmla="*/ 226923 h 1203125"/>
                <a:gd name="connsiteX405" fmla="*/ 6585398 w 6913505"/>
                <a:gd name="connsiteY405" fmla="*/ 226923 h 1203125"/>
                <a:gd name="connsiteX406" fmla="*/ 6585398 w 6913505"/>
                <a:gd name="connsiteY406" fmla="*/ 295931 h 1203125"/>
                <a:gd name="connsiteX407" fmla="*/ 6434329 w 6913505"/>
                <a:gd name="connsiteY407" fmla="*/ 295931 h 1203125"/>
                <a:gd name="connsiteX408" fmla="*/ 6059372 w 6913505"/>
                <a:gd name="connsiteY408" fmla="*/ 226923 h 1203125"/>
                <a:gd name="connsiteX409" fmla="*/ 6210442 w 6913505"/>
                <a:gd name="connsiteY409" fmla="*/ 226923 h 1203125"/>
                <a:gd name="connsiteX410" fmla="*/ 6210442 w 6913505"/>
                <a:gd name="connsiteY410" fmla="*/ 295931 h 1203125"/>
                <a:gd name="connsiteX411" fmla="*/ 6059372 w 6913505"/>
                <a:gd name="connsiteY411" fmla="*/ 295931 h 1203125"/>
                <a:gd name="connsiteX412" fmla="*/ 5684343 w 6913505"/>
                <a:gd name="connsiteY412" fmla="*/ 226923 h 1203125"/>
                <a:gd name="connsiteX413" fmla="*/ 5835413 w 6913505"/>
                <a:gd name="connsiteY413" fmla="*/ 226923 h 1203125"/>
                <a:gd name="connsiteX414" fmla="*/ 5835413 w 6913505"/>
                <a:gd name="connsiteY414" fmla="*/ 295931 h 1203125"/>
                <a:gd name="connsiteX415" fmla="*/ 5684343 w 6913505"/>
                <a:gd name="connsiteY415" fmla="*/ 295931 h 1203125"/>
                <a:gd name="connsiteX416" fmla="*/ 5304164 w 6913505"/>
                <a:gd name="connsiteY416" fmla="*/ 226923 h 1203125"/>
                <a:gd name="connsiteX417" fmla="*/ 5455163 w 6913505"/>
                <a:gd name="connsiteY417" fmla="*/ 226923 h 1203125"/>
                <a:gd name="connsiteX418" fmla="*/ 5455163 w 6913505"/>
                <a:gd name="connsiteY418" fmla="*/ 295931 h 1203125"/>
                <a:gd name="connsiteX419" fmla="*/ 5304164 w 6913505"/>
                <a:gd name="connsiteY419" fmla="*/ 295931 h 1203125"/>
                <a:gd name="connsiteX420" fmla="*/ 5007316 w 6913505"/>
                <a:gd name="connsiteY420" fmla="*/ 226923 h 1203125"/>
                <a:gd name="connsiteX421" fmla="*/ 5085426 w 6913505"/>
                <a:gd name="connsiteY421" fmla="*/ 226923 h 1203125"/>
                <a:gd name="connsiteX422" fmla="*/ 5085426 w 6913505"/>
                <a:gd name="connsiteY422" fmla="*/ 295931 h 1203125"/>
                <a:gd name="connsiteX423" fmla="*/ 5007316 w 6913505"/>
                <a:gd name="connsiteY423" fmla="*/ 295931 h 1203125"/>
                <a:gd name="connsiteX424" fmla="*/ 1828078 w 6913505"/>
                <a:gd name="connsiteY424" fmla="*/ 226923 h 1203125"/>
                <a:gd name="connsiteX425" fmla="*/ 1906188 w 6913505"/>
                <a:gd name="connsiteY425" fmla="*/ 226923 h 1203125"/>
                <a:gd name="connsiteX426" fmla="*/ 1906188 w 6913505"/>
                <a:gd name="connsiteY426" fmla="*/ 295931 h 1203125"/>
                <a:gd name="connsiteX427" fmla="*/ 1828078 w 6913505"/>
                <a:gd name="connsiteY427" fmla="*/ 295931 h 1203125"/>
                <a:gd name="connsiteX428" fmla="*/ 1458341 w 6913505"/>
                <a:gd name="connsiteY428" fmla="*/ 226923 h 1203125"/>
                <a:gd name="connsiteX429" fmla="*/ 1609340 w 6913505"/>
                <a:gd name="connsiteY429" fmla="*/ 226923 h 1203125"/>
                <a:gd name="connsiteX430" fmla="*/ 1609340 w 6913505"/>
                <a:gd name="connsiteY430" fmla="*/ 295931 h 1203125"/>
                <a:gd name="connsiteX431" fmla="*/ 1458341 w 6913505"/>
                <a:gd name="connsiteY431" fmla="*/ 295931 h 1203125"/>
                <a:gd name="connsiteX432" fmla="*/ 1078092 w 6913505"/>
                <a:gd name="connsiteY432" fmla="*/ 226923 h 1203125"/>
                <a:gd name="connsiteX433" fmla="*/ 1229162 w 6913505"/>
                <a:gd name="connsiteY433" fmla="*/ 226923 h 1203125"/>
                <a:gd name="connsiteX434" fmla="*/ 1229162 w 6913505"/>
                <a:gd name="connsiteY434" fmla="*/ 295931 h 1203125"/>
                <a:gd name="connsiteX435" fmla="*/ 1078092 w 6913505"/>
                <a:gd name="connsiteY435" fmla="*/ 295931 h 1203125"/>
                <a:gd name="connsiteX436" fmla="*/ 703063 w 6913505"/>
                <a:gd name="connsiteY436" fmla="*/ 226923 h 1203125"/>
                <a:gd name="connsiteX437" fmla="*/ 854133 w 6913505"/>
                <a:gd name="connsiteY437" fmla="*/ 226923 h 1203125"/>
                <a:gd name="connsiteX438" fmla="*/ 854133 w 6913505"/>
                <a:gd name="connsiteY438" fmla="*/ 295931 h 1203125"/>
                <a:gd name="connsiteX439" fmla="*/ 703063 w 6913505"/>
                <a:gd name="connsiteY439" fmla="*/ 295931 h 1203125"/>
                <a:gd name="connsiteX440" fmla="*/ 328105 w 6913505"/>
                <a:gd name="connsiteY440" fmla="*/ 226923 h 1203125"/>
                <a:gd name="connsiteX441" fmla="*/ 479175 w 6913505"/>
                <a:gd name="connsiteY441" fmla="*/ 226923 h 1203125"/>
                <a:gd name="connsiteX442" fmla="*/ 479175 w 6913505"/>
                <a:gd name="connsiteY442" fmla="*/ 295931 h 1203125"/>
                <a:gd name="connsiteX443" fmla="*/ 328105 w 6913505"/>
                <a:gd name="connsiteY443" fmla="*/ 295931 h 1203125"/>
                <a:gd name="connsiteX444" fmla="*/ 0 w 6913505"/>
                <a:gd name="connsiteY444" fmla="*/ 226923 h 1203125"/>
                <a:gd name="connsiteX445" fmla="*/ 78110 w 6913505"/>
                <a:gd name="connsiteY445" fmla="*/ 226923 h 1203125"/>
                <a:gd name="connsiteX446" fmla="*/ 78110 w 6913505"/>
                <a:gd name="connsiteY446" fmla="*/ 295931 h 1203125"/>
                <a:gd name="connsiteX447" fmla="*/ 0 w 6913505"/>
                <a:gd name="connsiteY447" fmla="*/ 295931 h 1203125"/>
                <a:gd name="connsiteX448" fmla="*/ 6835395 w 6913505"/>
                <a:gd name="connsiteY448" fmla="*/ 113462 h 1203125"/>
                <a:gd name="connsiteX449" fmla="*/ 6913505 w 6913505"/>
                <a:gd name="connsiteY449" fmla="*/ 113462 h 1203125"/>
                <a:gd name="connsiteX450" fmla="*/ 6913505 w 6913505"/>
                <a:gd name="connsiteY450" fmla="*/ 182470 h 1203125"/>
                <a:gd name="connsiteX451" fmla="*/ 6835395 w 6913505"/>
                <a:gd name="connsiteY451" fmla="*/ 182470 h 1203125"/>
                <a:gd name="connsiteX452" fmla="*/ 6434329 w 6913505"/>
                <a:gd name="connsiteY452" fmla="*/ 113462 h 1203125"/>
                <a:gd name="connsiteX453" fmla="*/ 6585398 w 6913505"/>
                <a:gd name="connsiteY453" fmla="*/ 113462 h 1203125"/>
                <a:gd name="connsiteX454" fmla="*/ 6585398 w 6913505"/>
                <a:gd name="connsiteY454" fmla="*/ 182470 h 1203125"/>
                <a:gd name="connsiteX455" fmla="*/ 6434329 w 6913505"/>
                <a:gd name="connsiteY455" fmla="*/ 182470 h 1203125"/>
                <a:gd name="connsiteX456" fmla="*/ 6059372 w 6913505"/>
                <a:gd name="connsiteY456" fmla="*/ 113462 h 1203125"/>
                <a:gd name="connsiteX457" fmla="*/ 6210442 w 6913505"/>
                <a:gd name="connsiteY457" fmla="*/ 113462 h 1203125"/>
                <a:gd name="connsiteX458" fmla="*/ 6210442 w 6913505"/>
                <a:gd name="connsiteY458" fmla="*/ 182470 h 1203125"/>
                <a:gd name="connsiteX459" fmla="*/ 6059372 w 6913505"/>
                <a:gd name="connsiteY459" fmla="*/ 182470 h 1203125"/>
                <a:gd name="connsiteX460" fmla="*/ 5684343 w 6913505"/>
                <a:gd name="connsiteY460" fmla="*/ 113462 h 1203125"/>
                <a:gd name="connsiteX461" fmla="*/ 5835413 w 6913505"/>
                <a:gd name="connsiteY461" fmla="*/ 113462 h 1203125"/>
                <a:gd name="connsiteX462" fmla="*/ 5835413 w 6913505"/>
                <a:gd name="connsiteY462" fmla="*/ 182470 h 1203125"/>
                <a:gd name="connsiteX463" fmla="*/ 5684343 w 6913505"/>
                <a:gd name="connsiteY463" fmla="*/ 182470 h 1203125"/>
                <a:gd name="connsiteX464" fmla="*/ 5304164 w 6913505"/>
                <a:gd name="connsiteY464" fmla="*/ 113462 h 1203125"/>
                <a:gd name="connsiteX465" fmla="*/ 5455163 w 6913505"/>
                <a:gd name="connsiteY465" fmla="*/ 113462 h 1203125"/>
                <a:gd name="connsiteX466" fmla="*/ 5455163 w 6913505"/>
                <a:gd name="connsiteY466" fmla="*/ 182470 h 1203125"/>
                <a:gd name="connsiteX467" fmla="*/ 5304164 w 6913505"/>
                <a:gd name="connsiteY467" fmla="*/ 182470 h 1203125"/>
                <a:gd name="connsiteX468" fmla="*/ 5007316 w 6913505"/>
                <a:gd name="connsiteY468" fmla="*/ 113462 h 1203125"/>
                <a:gd name="connsiteX469" fmla="*/ 5085426 w 6913505"/>
                <a:gd name="connsiteY469" fmla="*/ 113462 h 1203125"/>
                <a:gd name="connsiteX470" fmla="*/ 5085426 w 6913505"/>
                <a:gd name="connsiteY470" fmla="*/ 182470 h 1203125"/>
                <a:gd name="connsiteX471" fmla="*/ 5007316 w 6913505"/>
                <a:gd name="connsiteY471" fmla="*/ 182470 h 1203125"/>
                <a:gd name="connsiteX472" fmla="*/ 1828078 w 6913505"/>
                <a:gd name="connsiteY472" fmla="*/ 113462 h 1203125"/>
                <a:gd name="connsiteX473" fmla="*/ 1906188 w 6913505"/>
                <a:gd name="connsiteY473" fmla="*/ 113462 h 1203125"/>
                <a:gd name="connsiteX474" fmla="*/ 1906188 w 6913505"/>
                <a:gd name="connsiteY474" fmla="*/ 182470 h 1203125"/>
                <a:gd name="connsiteX475" fmla="*/ 1828078 w 6913505"/>
                <a:gd name="connsiteY475" fmla="*/ 182470 h 1203125"/>
                <a:gd name="connsiteX476" fmla="*/ 1458341 w 6913505"/>
                <a:gd name="connsiteY476" fmla="*/ 113462 h 1203125"/>
                <a:gd name="connsiteX477" fmla="*/ 1609340 w 6913505"/>
                <a:gd name="connsiteY477" fmla="*/ 113462 h 1203125"/>
                <a:gd name="connsiteX478" fmla="*/ 1609340 w 6913505"/>
                <a:gd name="connsiteY478" fmla="*/ 182470 h 1203125"/>
                <a:gd name="connsiteX479" fmla="*/ 1458341 w 6913505"/>
                <a:gd name="connsiteY479" fmla="*/ 182470 h 1203125"/>
                <a:gd name="connsiteX480" fmla="*/ 1078092 w 6913505"/>
                <a:gd name="connsiteY480" fmla="*/ 113462 h 1203125"/>
                <a:gd name="connsiteX481" fmla="*/ 1229162 w 6913505"/>
                <a:gd name="connsiteY481" fmla="*/ 113462 h 1203125"/>
                <a:gd name="connsiteX482" fmla="*/ 1229162 w 6913505"/>
                <a:gd name="connsiteY482" fmla="*/ 182470 h 1203125"/>
                <a:gd name="connsiteX483" fmla="*/ 1078092 w 6913505"/>
                <a:gd name="connsiteY483" fmla="*/ 182470 h 1203125"/>
                <a:gd name="connsiteX484" fmla="*/ 703063 w 6913505"/>
                <a:gd name="connsiteY484" fmla="*/ 113462 h 1203125"/>
                <a:gd name="connsiteX485" fmla="*/ 854133 w 6913505"/>
                <a:gd name="connsiteY485" fmla="*/ 113462 h 1203125"/>
                <a:gd name="connsiteX486" fmla="*/ 854133 w 6913505"/>
                <a:gd name="connsiteY486" fmla="*/ 182470 h 1203125"/>
                <a:gd name="connsiteX487" fmla="*/ 703063 w 6913505"/>
                <a:gd name="connsiteY487" fmla="*/ 182470 h 1203125"/>
                <a:gd name="connsiteX488" fmla="*/ 328105 w 6913505"/>
                <a:gd name="connsiteY488" fmla="*/ 113462 h 1203125"/>
                <a:gd name="connsiteX489" fmla="*/ 479175 w 6913505"/>
                <a:gd name="connsiteY489" fmla="*/ 113462 h 1203125"/>
                <a:gd name="connsiteX490" fmla="*/ 479175 w 6913505"/>
                <a:gd name="connsiteY490" fmla="*/ 182470 h 1203125"/>
                <a:gd name="connsiteX491" fmla="*/ 328105 w 6913505"/>
                <a:gd name="connsiteY491" fmla="*/ 182470 h 1203125"/>
                <a:gd name="connsiteX492" fmla="*/ 0 w 6913505"/>
                <a:gd name="connsiteY492" fmla="*/ 113462 h 1203125"/>
                <a:gd name="connsiteX493" fmla="*/ 78110 w 6913505"/>
                <a:gd name="connsiteY493" fmla="*/ 113462 h 1203125"/>
                <a:gd name="connsiteX494" fmla="*/ 78110 w 6913505"/>
                <a:gd name="connsiteY494" fmla="*/ 182470 h 1203125"/>
                <a:gd name="connsiteX495" fmla="*/ 0 w 6913505"/>
                <a:gd name="connsiteY495" fmla="*/ 182470 h 1203125"/>
                <a:gd name="connsiteX496" fmla="*/ 6835395 w 6913505"/>
                <a:gd name="connsiteY496" fmla="*/ 0 h 1203125"/>
                <a:gd name="connsiteX497" fmla="*/ 6913505 w 6913505"/>
                <a:gd name="connsiteY497" fmla="*/ 0 h 1203125"/>
                <a:gd name="connsiteX498" fmla="*/ 6913505 w 6913505"/>
                <a:gd name="connsiteY498" fmla="*/ 69008 h 1203125"/>
                <a:gd name="connsiteX499" fmla="*/ 6835395 w 6913505"/>
                <a:gd name="connsiteY499" fmla="*/ 69008 h 1203125"/>
                <a:gd name="connsiteX500" fmla="*/ 6434329 w 6913505"/>
                <a:gd name="connsiteY500" fmla="*/ 0 h 1203125"/>
                <a:gd name="connsiteX501" fmla="*/ 6585398 w 6913505"/>
                <a:gd name="connsiteY501" fmla="*/ 0 h 1203125"/>
                <a:gd name="connsiteX502" fmla="*/ 6585398 w 6913505"/>
                <a:gd name="connsiteY502" fmla="*/ 69008 h 1203125"/>
                <a:gd name="connsiteX503" fmla="*/ 6434329 w 6913505"/>
                <a:gd name="connsiteY503" fmla="*/ 69008 h 1203125"/>
                <a:gd name="connsiteX504" fmla="*/ 6059372 w 6913505"/>
                <a:gd name="connsiteY504" fmla="*/ 0 h 1203125"/>
                <a:gd name="connsiteX505" fmla="*/ 6210442 w 6913505"/>
                <a:gd name="connsiteY505" fmla="*/ 0 h 1203125"/>
                <a:gd name="connsiteX506" fmla="*/ 6210442 w 6913505"/>
                <a:gd name="connsiteY506" fmla="*/ 69008 h 1203125"/>
                <a:gd name="connsiteX507" fmla="*/ 6059372 w 6913505"/>
                <a:gd name="connsiteY507" fmla="*/ 69008 h 1203125"/>
                <a:gd name="connsiteX508" fmla="*/ 5684343 w 6913505"/>
                <a:gd name="connsiteY508" fmla="*/ 0 h 1203125"/>
                <a:gd name="connsiteX509" fmla="*/ 5835413 w 6913505"/>
                <a:gd name="connsiteY509" fmla="*/ 0 h 1203125"/>
                <a:gd name="connsiteX510" fmla="*/ 5835413 w 6913505"/>
                <a:gd name="connsiteY510" fmla="*/ 69008 h 1203125"/>
                <a:gd name="connsiteX511" fmla="*/ 5684343 w 6913505"/>
                <a:gd name="connsiteY511" fmla="*/ 69008 h 1203125"/>
                <a:gd name="connsiteX512" fmla="*/ 5304164 w 6913505"/>
                <a:gd name="connsiteY512" fmla="*/ 0 h 1203125"/>
                <a:gd name="connsiteX513" fmla="*/ 5455163 w 6913505"/>
                <a:gd name="connsiteY513" fmla="*/ 0 h 1203125"/>
                <a:gd name="connsiteX514" fmla="*/ 5455163 w 6913505"/>
                <a:gd name="connsiteY514" fmla="*/ 69008 h 1203125"/>
                <a:gd name="connsiteX515" fmla="*/ 5304164 w 6913505"/>
                <a:gd name="connsiteY515" fmla="*/ 69008 h 1203125"/>
                <a:gd name="connsiteX516" fmla="*/ 5007316 w 6913505"/>
                <a:gd name="connsiteY516" fmla="*/ 0 h 1203125"/>
                <a:gd name="connsiteX517" fmla="*/ 5085426 w 6913505"/>
                <a:gd name="connsiteY517" fmla="*/ 0 h 1203125"/>
                <a:gd name="connsiteX518" fmla="*/ 5085426 w 6913505"/>
                <a:gd name="connsiteY518" fmla="*/ 69008 h 1203125"/>
                <a:gd name="connsiteX519" fmla="*/ 5007316 w 6913505"/>
                <a:gd name="connsiteY519" fmla="*/ 69008 h 1203125"/>
                <a:gd name="connsiteX520" fmla="*/ 1828078 w 6913505"/>
                <a:gd name="connsiteY520" fmla="*/ 0 h 1203125"/>
                <a:gd name="connsiteX521" fmla="*/ 1906188 w 6913505"/>
                <a:gd name="connsiteY521" fmla="*/ 0 h 1203125"/>
                <a:gd name="connsiteX522" fmla="*/ 1906188 w 6913505"/>
                <a:gd name="connsiteY522" fmla="*/ 69008 h 1203125"/>
                <a:gd name="connsiteX523" fmla="*/ 1828078 w 6913505"/>
                <a:gd name="connsiteY523" fmla="*/ 69008 h 1203125"/>
                <a:gd name="connsiteX524" fmla="*/ 1458341 w 6913505"/>
                <a:gd name="connsiteY524" fmla="*/ 0 h 1203125"/>
                <a:gd name="connsiteX525" fmla="*/ 1609340 w 6913505"/>
                <a:gd name="connsiteY525" fmla="*/ 0 h 1203125"/>
                <a:gd name="connsiteX526" fmla="*/ 1609340 w 6913505"/>
                <a:gd name="connsiteY526" fmla="*/ 69008 h 1203125"/>
                <a:gd name="connsiteX527" fmla="*/ 1458341 w 6913505"/>
                <a:gd name="connsiteY527" fmla="*/ 69008 h 1203125"/>
                <a:gd name="connsiteX528" fmla="*/ 1078092 w 6913505"/>
                <a:gd name="connsiteY528" fmla="*/ 0 h 1203125"/>
                <a:gd name="connsiteX529" fmla="*/ 1229162 w 6913505"/>
                <a:gd name="connsiteY529" fmla="*/ 0 h 1203125"/>
                <a:gd name="connsiteX530" fmla="*/ 1229162 w 6913505"/>
                <a:gd name="connsiteY530" fmla="*/ 69008 h 1203125"/>
                <a:gd name="connsiteX531" fmla="*/ 1078092 w 6913505"/>
                <a:gd name="connsiteY531" fmla="*/ 69008 h 1203125"/>
                <a:gd name="connsiteX532" fmla="*/ 703063 w 6913505"/>
                <a:gd name="connsiteY532" fmla="*/ 0 h 1203125"/>
                <a:gd name="connsiteX533" fmla="*/ 854133 w 6913505"/>
                <a:gd name="connsiteY533" fmla="*/ 0 h 1203125"/>
                <a:gd name="connsiteX534" fmla="*/ 854133 w 6913505"/>
                <a:gd name="connsiteY534" fmla="*/ 69008 h 1203125"/>
                <a:gd name="connsiteX535" fmla="*/ 703063 w 6913505"/>
                <a:gd name="connsiteY535" fmla="*/ 69008 h 1203125"/>
                <a:gd name="connsiteX536" fmla="*/ 328105 w 6913505"/>
                <a:gd name="connsiteY536" fmla="*/ 0 h 1203125"/>
                <a:gd name="connsiteX537" fmla="*/ 479175 w 6913505"/>
                <a:gd name="connsiteY537" fmla="*/ 0 h 1203125"/>
                <a:gd name="connsiteX538" fmla="*/ 479175 w 6913505"/>
                <a:gd name="connsiteY538" fmla="*/ 69008 h 1203125"/>
                <a:gd name="connsiteX539" fmla="*/ 328105 w 6913505"/>
                <a:gd name="connsiteY539" fmla="*/ 69008 h 1203125"/>
                <a:gd name="connsiteX540" fmla="*/ 0 w 6913505"/>
                <a:gd name="connsiteY540" fmla="*/ 0 h 1203125"/>
                <a:gd name="connsiteX541" fmla="*/ 78110 w 6913505"/>
                <a:gd name="connsiteY541" fmla="*/ 0 h 1203125"/>
                <a:gd name="connsiteX542" fmla="*/ 78110 w 6913505"/>
                <a:gd name="connsiteY542" fmla="*/ 69008 h 1203125"/>
                <a:gd name="connsiteX543" fmla="*/ 0 w 6913505"/>
                <a:gd name="connsiteY543" fmla="*/ 69008 h 1203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</a:cxnLst>
              <a:rect l="l" t="t" r="r" b="b"/>
              <a:pathLst>
                <a:path w="6913505" h="1203125">
                  <a:moveTo>
                    <a:pt x="6835395" y="1134117"/>
                  </a:moveTo>
                  <a:lnTo>
                    <a:pt x="6913505" y="1134117"/>
                  </a:lnTo>
                  <a:lnTo>
                    <a:pt x="6913505" y="1203125"/>
                  </a:lnTo>
                  <a:lnTo>
                    <a:pt x="6835395" y="1203125"/>
                  </a:lnTo>
                  <a:close/>
                  <a:moveTo>
                    <a:pt x="6434329" y="1134117"/>
                  </a:moveTo>
                  <a:lnTo>
                    <a:pt x="6585398" y="1134117"/>
                  </a:lnTo>
                  <a:lnTo>
                    <a:pt x="6585398" y="1203125"/>
                  </a:lnTo>
                  <a:lnTo>
                    <a:pt x="6434329" y="1203125"/>
                  </a:lnTo>
                  <a:close/>
                  <a:moveTo>
                    <a:pt x="6059372" y="1134117"/>
                  </a:moveTo>
                  <a:lnTo>
                    <a:pt x="6210442" y="1134117"/>
                  </a:lnTo>
                  <a:lnTo>
                    <a:pt x="6210442" y="1203125"/>
                  </a:lnTo>
                  <a:lnTo>
                    <a:pt x="6059372" y="1203125"/>
                  </a:lnTo>
                  <a:close/>
                  <a:moveTo>
                    <a:pt x="5684343" y="1134117"/>
                  </a:moveTo>
                  <a:lnTo>
                    <a:pt x="5835413" y="1134117"/>
                  </a:lnTo>
                  <a:lnTo>
                    <a:pt x="5835413" y="1203125"/>
                  </a:lnTo>
                  <a:lnTo>
                    <a:pt x="5684343" y="1203125"/>
                  </a:lnTo>
                  <a:close/>
                  <a:moveTo>
                    <a:pt x="1078092" y="1134117"/>
                  </a:moveTo>
                  <a:lnTo>
                    <a:pt x="1229162" y="1134117"/>
                  </a:lnTo>
                  <a:lnTo>
                    <a:pt x="1229162" y="1203125"/>
                  </a:lnTo>
                  <a:lnTo>
                    <a:pt x="1078092" y="1203125"/>
                  </a:lnTo>
                  <a:close/>
                  <a:moveTo>
                    <a:pt x="703063" y="1134117"/>
                  </a:moveTo>
                  <a:lnTo>
                    <a:pt x="854133" y="1134117"/>
                  </a:lnTo>
                  <a:lnTo>
                    <a:pt x="854133" y="1203125"/>
                  </a:lnTo>
                  <a:lnTo>
                    <a:pt x="703063" y="1203125"/>
                  </a:lnTo>
                  <a:close/>
                  <a:moveTo>
                    <a:pt x="328105" y="1134117"/>
                  </a:moveTo>
                  <a:lnTo>
                    <a:pt x="479175" y="1134117"/>
                  </a:lnTo>
                  <a:lnTo>
                    <a:pt x="479175" y="1203125"/>
                  </a:lnTo>
                  <a:lnTo>
                    <a:pt x="328105" y="1203125"/>
                  </a:lnTo>
                  <a:close/>
                  <a:moveTo>
                    <a:pt x="0" y="1134117"/>
                  </a:moveTo>
                  <a:lnTo>
                    <a:pt x="78110" y="1134117"/>
                  </a:lnTo>
                  <a:lnTo>
                    <a:pt x="78110" y="1203125"/>
                  </a:lnTo>
                  <a:lnTo>
                    <a:pt x="0" y="1203125"/>
                  </a:lnTo>
                  <a:close/>
                  <a:moveTo>
                    <a:pt x="6835395" y="1020656"/>
                  </a:moveTo>
                  <a:lnTo>
                    <a:pt x="6913505" y="1020656"/>
                  </a:lnTo>
                  <a:lnTo>
                    <a:pt x="6913505" y="1089664"/>
                  </a:lnTo>
                  <a:lnTo>
                    <a:pt x="6835395" y="1089664"/>
                  </a:lnTo>
                  <a:close/>
                  <a:moveTo>
                    <a:pt x="6434329" y="1020656"/>
                  </a:moveTo>
                  <a:lnTo>
                    <a:pt x="6585398" y="1020656"/>
                  </a:lnTo>
                  <a:lnTo>
                    <a:pt x="6585398" y="1089664"/>
                  </a:lnTo>
                  <a:lnTo>
                    <a:pt x="6434329" y="1089664"/>
                  </a:lnTo>
                  <a:close/>
                  <a:moveTo>
                    <a:pt x="6059372" y="1020656"/>
                  </a:moveTo>
                  <a:lnTo>
                    <a:pt x="6210442" y="1020656"/>
                  </a:lnTo>
                  <a:lnTo>
                    <a:pt x="6210442" y="1089664"/>
                  </a:lnTo>
                  <a:lnTo>
                    <a:pt x="6059372" y="1089664"/>
                  </a:lnTo>
                  <a:close/>
                  <a:moveTo>
                    <a:pt x="5684343" y="1020656"/>
                  </a:moveTo>
                  <a:lnTo>
                    <a:pt x="5835413" y="1020656"/>
                  </a:lnTo>
                  <a:lnTo>
                    <a:pt x="5835413" y="1089664"/>
                  </a:lnTo>
                  <a:lnTo>
                    <a:pt x="5684343" y="1089664"/>
                  </a:lnTo>
                  <a:close/>
                  <a:moveTo>
                    <a:pt x="1078092" y="1020656"/>
                  </a:moveTo>
                  <a:lnTo>
                    <a:pt x="1229162" y="1020656"/>
                  </a:lnTo>
                  <a:lnTo>
                    <a:pt x="1229162" y="1089664"/>
                  </a:lnTo>
                  <a:lnTo>
                    <a:pt x="1078092" y="1089664"/>
                  </a:lnTo>
                  <a:close/>
                  <a:moveTo>
                    <a:pt x="703063" y="1020656"/>
                  </a:moveTo>
                  <a:lnTo>
                    <a:pt x="854133" y="1020656"/>
                  </a:lnTo>
                  <a:lnTo>
                    <a:pt x="854133" y="1089664"/>
                  </a:lnTo>
                  <a:lnTo>
                    <a:pt x="703063" y="1089664"/>
                  </a:lnTo>
                  <a:close/>
                  <a:moveTo>
                    <a:pt x="328105" y="1020656"/>
                  </a:moveTo>
                  <a:lnTo>
                    <a:pt x="479175" y="1020656"/>
                  </a:lnTo>
                  <a:lnTo>
                    <a:pt x="479175" y="1089664"/>
                  </a:lnTo>
                  <a:lnTo>
                    <a:pt x="328105" y="1089664"/>
                  </a:lnTo>
                  <a:close/>
                  <a:moveTo>
                    <a:pt x="0" y="1020656"/>
                  </a:moveTo>
                  <a:lnTo>
                    <a:pt x="78110" y="1020656"/>
                  </a:lnTo>
                  <a:lnTo>
                    <a:pt x="78110" y="1089664"/>
                  </a:lnTo>
                  <a:lnTo>
                    <a:pt x="0" y="1089664"/>
                  </a:lnTo>
                  <a:close/>
                  <a:moveTo>
                    <a:pt x="6835395" y="907195"/>
                  </a:moveTo>
                  <a:lnTo>
                    <a:pt x="6913505" y="907195"/>
                  </a:lnTo>
                  <a:lnTo>
                    <a:pt x="6913505" y="976203"/>
                  </a:lnTo>
                  <a:lnTo>
                    <a:pt x="6835395" y="976203"/>
                  </a:lnTo>
                  <a:close/>
                  <a:moveTo>
                    <a:pt x="6434329" y="907195"/>
                  </a:moveTo>
                  <a:lnTo>
                    <a:pt x="6585398" y="907195"/>
                  </a:lnTo>
                  <a:lnTo>
                    <a:pt x="6585398" y="976203"/>
                  </a:lnTo>
                  <a:lnTo>
                    <a:pt x="6434329" y="976203"/>
                  </a:lnTo>
                  <a:close/>
                  <a:moveTo>
                    <a:pt x="6059372" y="907195"/>
                  </a:moveTo>
                  <a:lnTo>
                    <a:pt x="6210442" y="907195"/>
                  </a:lnTo>
                  <a:lnTo>
                    <a:pt x="6210442" y="976203"/>
                  </a:lnTo>
                  <a:lnTo>
                    <a:pt x="6059372" y="976203"/>
                  </a:lnTo>
                  <a:close/>
                  <a:moveTo>
                    <a:pt x="5684343" y="907195"/>
                  </a:moveTo>
                  <a:lnTo>
                    <a:pt x="5835413" y="907195"/>
                  </a:lnTo>
                  <a:lnTo>
                    <a:pt x="5835413" y="976203"/>
                  </a:lnTo>
                  <a:lnTo>
                    <a:pt x="5684343" y="976203"/>
                  </a:lnTo>
                  <a:close/>
                  <a:moveTo>
                    <a:pt x="5304164" y="907195"/>
                  </a:moveTo>
                  <a:lnTo>
                    <a:pt x="5455163" y="907195"/>
                  </a:lnTo>
                  <a:lnTo>
                    <a:pt x="5455163" y="942687"/>
                  </a:lnTo>
                  <a:lnTo>
                    <a:pt x="5304164" y="942687"/>
                  </a:lnTo>
                  <a:close/>
                  <a:moveTo>
                    <a:pt x="5007316" y="907195"/>
                  </a:moveTo>
                  <a:lnTo>
                    <a:pt x="5085426" y="907195"/>
                  </a:lnTo>
                  <a:lnTo>
                    <a:pt x="5085426" y="942687"/>
                  </a:lnTo>
                  <a:lnTo>
                    <a:pt x="5007316" y="942687"/>
                  </a:lnTo>
                  <a:close/>
                  <a:moveTo>
                    <a:pt x="1828078" y="907195"/>
                  </a:moveTo>
                  <a:lnTo>
                    <a:pt x="1906188" y="907195"/>
                  </a:lnTo>
                  <a:lnTo>
                    <a:pt x="1906188" y="942687"/>
                  </a:lnTo>
                  <a:lnTo>
                    <a:pt x="1828078" y="942687"/>
                  </a:lnTo>
                  <a:close/>
                  <a:moveTo>
                    <a:pt x="1458341" y="907195"/>
                  </a:moveTo>
                  <a:lnTo>
                    <a:pt x="1609340" y="907195"/>
                  </a:lnTo>
                  <a:lnTo>
                    <a:pt x="1609340" y="942687"/>
                  </a:lnTo>
                  <a:lnTo>
                    <a:pt x="1458341" y="942687"/>
                  </a:lnTo>
                  <a:close/>
                  <a:moveTo>
                    <a:pt x="1078092" y="907195"/>
                  </a:moveTo>
                  <a:lnTo>
                    <a:pt x="1229162" y="907195"/>
                  </a:lnTo>
                  <a:lnTo>
                    <a:pt x="1229162" y="976203"/>
                  </a:lnTo>
                  <a:lnTo>
                    <a:pt x="1078092" y="976203"/>
                  </a:lnTo>
                  <a:close/>
                  <a:moveTo>
                    <a:pt x="703063" y="907195"/>
                  </a:moveTo>
                  <a:lnTo>
                    <a:pt x="854133" y="907195"/>
                  </a:lnTo>
                  <a:lnTo>
                    <a:pt x="854133" y="976203"/>
                  </a:lnTo>
                  <a:lnTo>
                    <a:pt x="703063" y="976203"/>
                  </a:lnTo>
                  <a:close/>
                  <a:moveTo>
                    <a:pt x="328105" y="907195"/>
                  </a:moveTo>
                  <a:lnTo>
                    <a:pt x="479175" y="907195"/>
                  </a:lnTo>
                  <a:lnTo>
                    <a:pt x="479175" y="976203"/>
                  </a:lnTo>
                  <a:lnTo>
                    <a:pt x="328105" y="976203"/>
                  </a:lnTo>
                  <a:close/>
                  <a:moveTo>
                    <a:pt x="0" y="907195"/>
                  </a:moveTo>
                  <a:lnTo>
                    <a:pt x="78110" y="907195"/>
                  </a:lnTo>
                  <a:lnTo>
                    <a:pt x="78110" y="976203"/>
                  </a:lnTo>
                  <a:lnTo>
                    <a:pt x="0" y="976203"/>
                  </a:lnTo>
                  <a:close/>
                  <a:moveTo>
                    <a:pt x="4135966" y="829296"/>
                  </a:moveTo>
                  <a:lnTo>
                    <a:pt x="4307780" y="829296"/>
                  </a:lnTo>
                  <a:lnTo>
                    <a:pt x="4307780" y="898657"/>
                  </a:lnTo>
                  <a:lnTo>
                    <a:pt x="4135966" y="898657"/>
                  </a:lnTo>
                  <a:close/>
                  <a:moveTo>
                    <a:pt x="3666599" y="829296"/>
                  </a:moveTo>
                  <a:lnTo>
                    <a:pt x="3687414" y="829296"/>
                  </a:lnTo>
                  <a:lnTo>
                    <a:pt x="3687414" y="898657"/>
                  </a:lnTo>
                  <a:lnTo>
                    <a:pt x="3666599" y="898657"/>
                  </a:lnTo>
                  <a:close/>
                  <a:moveTo>
                    <a:pt x="3223621" y="829296"/>
                  </a:moveTo>
                  <a:lnTo>
                    <a:pt x="3244507" y="829296"/>
                  </a:lnTo>
                  <a:lnTo>
                    <a:pt x="3244507" y="898657"/>
                  </a:lnTo>
                  <a:lnTo>
                    <a:pt x="3223621" y="898657"/>
                  </a:lnTo>
                  <a:close/>
                  <a:moveTo>
                    <a:pt x="2605441" y="829296"/>
                  </a:moveTo>
                  <a:lnTo>
                    <a:pt x="2777256" y="829296"/>
                  </a:lnTo>
                  <a:lnTo>
                    <a:pt x="2777256" y="898657"/>
                  </a:lnTo>
                  <a:lnTo>
                    <a:pt x="2605441" y="898657"/>
                  </a:lnTo>
                  <a:close/>
                  <a:moveTo>
                    <a:pt x="6835395" y="793946"/>
                  </a:moveTo>
                  <a:lnTo>
                    <a:pt x="6913505" y="793946"/>
                  </a:lnTo>
                  <a:lnTo>
                    <a:pt x="6913505" y="862954"/>
                  </a:lnTo>
                  <a:lnTo>
                    <a:pt x="6835395" y="862954"/>
                  </a:lnTo>
                  <a:close/>
                  <a:moveTo>
                    <a:pt x="6434329" y="793946"/>
                  </a:moveTo>
                  <a:lnTo>
                    <a:pt x="6585398" y="793946"/>
                  </a:lnTo>
                  <a:lnTo>
                    <a:pt x="6585398" y="862954"/>
                  </a:lnTo>
                  <a:lnTo>
                    <a:pt x="6434329" y="862954"/>
                  </a:lnTo>
                  <a:close/>
                  <a:moveTo>
                    <a:pt x="6059372" y="793946"/>
                  </a:moveTo>
                  <a:lnTo>
                    <a:pt x="6210442" y="793946"/>
                  </a:lnTo>
                  <a:lnTo>
                    <a:pt x="6210442" y="862954"/>
                  </a:lnTo>
                  <a:lnTo>
                    <a:pt x="6059372" y="862954"/>
                  </a:lnTo>
                  <a:close/>
                  <a:moveTo>
                    <a:pt x="5684343" y="793946"/>
                  </a:moveTo>
                  <a:lnTo>
                    <a:pt x="5835413" y="793946"/>
                  </a:lnTo>
                  <a:lnTo>
                    <a:pt x="5835413" y="862954"/>
                  </a:lnTo>
                  <a:lnTo>
                    <a:pt x="5684343" y="862954"/>
                  </a:lnTo>
                  <a:close/>
                  <a:moveTo>
                    <a:pt x="5304164" y="793946"/>
                  </a:moveTo>
                  <a:lnTo>
                    <a:pt x="5455163" y="793946"/>
                  </a:lnTo>
                  <a:lnTo>
                    <a:pt x="5455163" y="862954"/>
                  </a:lnTo>
                  <a:lnTo>
                    <a:pt x="5304164" y="862954"/>
                  </a:lnTo>
                  <a:close/>
                  <a:moveTo>
                    <a:pt x="5007316" y="793946"/>
                  </a:moveTo>
                  <a:lnTo>
                    <a:pt x="5085426" y="793946"/>
                  </a:lnTo>
                  <a:lnTo>
                    <a:pt x="5085426" y="862954"/>
                  </a:lnTo>
                  <a:lnTo>
                    <a:pt x="5007316" y="862954"/>
                  </a:lnTo>
                  <a:close/>
                  <a:moveTo>
                    <a:pt x="1828078" y="793946"/>
                  </a:moveTo>
                  <a:lnTo>
                    <a:pt x="1906188" y="793946"/>
                  </a:lnTo>
                  <a:lnTo>
                    <a:pt x="1906188" y="862954"/>
                  </a:lnTo>
                  <a:lnTo>
                    <a:pt x="1828078" y="862954"/>
                  </a:lnTo>
                  <a:close/>
                  <a:moveTo>
                    <a:pt x="1458341" y="793946"/>
                  </a:moveTo>
                  <a:lnTo>
                    <a:pt x="1609340" y="793946"/>
                  </a:lnTo>
                  <a:lnTo>
                    <a:pt x="1609340" y="862954"/>
                  </a:lnTo>
                  <a:lnTo>
                    <a:pt x="1458341" y="862954"/>
                  </a:lnTo>
                  <a:close/>
                  <a:moveTo>
                    <a:pt x="1078092" y="793946"/>
                  </a:moveTo>
                  <a:lnTo>
                    <a:pt x="1229162" y="793946"/>
                  </a:lnTo>
                  <a:lnTo>
                    <a:pt x="1229162" y="862954"/>
                  </a:lnTo>
                  <a:lnTo>
                    <a:pt x="1078092" y="862954"/>
                  </a:lnTo>
                  <a:close/>
                  <a:moveTo>
                    <a:pt x="703063" y="793946"/>
                  </a:moveTo>
                  <a:lnTo>
                    <a:pt x="854133" y="793946"/>
                  </a:lnTo>
                  <a:lnTo>
                    <a:pt x="854133" y="862954"/>
                  </a:lnTo>
                  <a:lnTo>
                    <a:pt x="703063" y="862954"/>
                  </a:lnTo>
                  <a:close/>
                  <a:moveTo>
                    <a:pt x="328105" y="793946"/>
                  </a:moveTo>
                  <a:lnTo>
                    <a:pt x="479175" y="793946"/>
                  </a:lnTo>
                  <a:lnTo>
                    <a:pt x="479175" y="862954"/>
                  </a:lnTo>
                  <a:lnTo>
                    <a:pt x="328105" y="862954"/>
                  </a:lnTo>
                  <a:close/>
                  <a:moveTo>
                    <a:pt x="0" y="793946"/>
                  </a:moveTo>
                  <a:lnTo>
                    <a:pt x="78110" y="793946"/>
                  </a:lnTo>
                  <a:lnTo>
                    <a:pt x="78110" y="862954"/>
                  </a:lnTo>
                  <a:lnTo>
                    <a:pt x="0" y="862954"/>
                  </a:lnTo>
                  <a:close/>
                  <a:moveTo>
                    <a:pt x="4135966" y="725643"/>
                  </a:moveTo>
                  <a:lnTo>
                    <a:pt x="4307780" y="725643"/>
                  </a:lnTo>
                  <a:lnTo>
                    <a:pt x="4307780" y="795004"/>
                  </a:lnTo>
                  <a:lnTo>
                    <a:pt x="4135966" y="795004"/>
                  </a:lnTo>
                  <a:close/>
                  <a:moveTo>
                    <a:pt x="3666599" y="725643"/>
                  </a:moveTo>
                  <a:lnTo>
                    <a:pt x="3687414" y="725643"/>
                  </a:lnTo>
                  <a:lnTo>
                    <a:pt x="3687414" y="795004"/>
                  </a:lnTo>
                  <a:lnTo>
                    <a:pt x="3666599" y="795004"/>
                  </a:lnTo>
                  <a:close/>
                  <a:moveTo>
                    <a:pt x="3223621" y="725643"/>
                  </a:moveTo>
                  <a:lnTo>
                    <a:pt x="3244507" y="725643"/>
                  </a:lnTo>
                  <a:lnTo>
                    <a:pt x="3244507" y="795004"/>
                  </a:lnTo>
                  <a:lnTo>
                    <a:pt x="3223621" y="795004"/>
                  </a:lnTo>
                  <a:close/>
                  <a:moveTo>
                    <a:pt x="2605441" y="725643"/>
                  </a:moveTo>
                  <a:lnTo>
                    <a:pt x="2777256" y="725643"/>
                  </a:lnTo>
                  <a:lnTo>
                    <a:pt x="2777256" y="795004"/>
                  </a:lnTo>
                  <a:lnTo>
                    <a:pt x="2605441" y="795004"/>
                  </a:lnTo>
                  <a:close/>
                  <a:moveTo>
                    <a:pt x="6835395" y="680485"/>
                  </a:moveTo>
                  <a:lnTo>
                    <a:pt x="6913505" y="680485"/>
                  </a:lnTo>
                  <a:lnTo>
                    <a:pt x="6913505" y="749493"/>
                  </a:lnTo>
                  <a:lnTo>
                    <a:pt x="6835395" y="749493"/>
                  </a:lnTo>
                  <a:close/>
                  <a:moveTo>
                    <a:pt x="6434329" y="680485"/>
                  </a:moveTo>
                  <a:lnTo>
                    <a:pt x="6585398" y="680485"/>
                  </a:lnTo>
                  <a:lnTo>
                    <a:pt x="6585398" y="749493"/>
                  </a:lnTo>
                  <a:lnTo>
                    <a:pt x="6434329" y="749493"/>
                  </a:lnTo>
                  <a:close/>
                  <a:moveTo>
                    <a:pt x="6059372" y="680485"/>
                  </a:moveTo>
                  <a:lnTo>
                    <a:pt x="6210442" y="680485"/>
                  </a:lnTo>
                  <a:lnTo>
                    <a:pt x="6210442" y="749493"/>
                  </a:lnTo>
                  <a:lnTo>
                    <a:pt x="6059372" y="749493"/>
                  </a:lnTo>
                  <a:close/>
                  <a:moveTo>
                    <a:pt x="5684343" y="680485"/>
                  </a:moveTo>
                  <a:lnTo>
                    <a:pt x="5835413" y="680485"/>
                  </a:lnTo>
                  <a:lnTo>
                    <a:pt x="5835413" y="749493"/>
                  </a:lnTo>
                  <a:lnTo>
                    <a:pt x="5684343" y="749493"/>
                  </a:lnTo>
                  <a:close/>
                  <a:moveTo>
                    <a:pt x="5304164" y="680485"/>
                  </a:moveTo>
                  <a:lnTo>
                    <a:pt x="5455163" y="680485"/>
                  </a:lnTo>
                  <a:lnTo>
                    <a:pt x="5455163" y="749493"/>
                  </a:lnTo>
                  <a:lnTo>
                    <a:pt x="5304164" y="749493"/>
                  </a:lnTo>
                  <a:close/>
                  <a:moveTo>
                    <a:pt x="5007316" y="680485"/>
                  </a:moveTo>
                  <a:lnTo>
                    <a:pt x="5085426" y="680485"/>
                  </a:lnTo>
                  <a:lnTo>
                    <a:pt x="5085426" y="749493"/>
                  </a:lnTo>
                  <a:lnTo>
                    <a:pt x="5007316" y="749493"/>
                  </a:lnTo>
                  <a:close/>
                  <a:moveTo>
                    <a:pt x="1828078" y="680485"/>
                  </a:moveTo>
                  <a:lnTo>
                    <a:pt x="1906188" y="680485"/>
                  </a:lnTo>
                  <a:lnTo>
                    <a:pt x="1906188" y="749493"/>
                  </a:lnTo>
                  <a:lnTo>
                    <a:pt x="1828078" y="749493"/>
                  </a:lnTo>
                  <a:close/>
                  <a:moveTo>
                    <a:pt x="1458341" y="680485"/>
                  </a:moveTo>
                  <a:lnTo>
                    <a:pt x="1609340" y="680485"/>
                  </a:lnTo>
                  <a:lnTo>
                    <a:pt x="1609340" y="749493"/>
                  </a:lnTo>
                  <a:lnTo>
                    <a:pt x="1458341" y="749493"/>
                  </a:lnTo>
                  <a:close/>
                  <a:moveTo>
                    <a:pt x="1078092" y="680485"/>
                  </a:moveTo>
                  <a:lnTo>
                    <a:pt x="1229162" y="680485"/>
                  </a:lnTo>
                  <a:lnTo>
                    <a:pt x="1229162" y="749493"/>
                  </a:lnTo>
                  <a:lnTo>
                    <a:pt x="1078092" y="749493"/>
                  </a:lnTo>
                  <a:close/>
                  <a:moveTo>
                    <a:pt x="703063" y="680485"/>
                  </a:moveTo>
                  <a:lnTo>
                    <a:pt x="854133" y="680485"/>
                  </a:lnTo>
                  <a:lnTo>
                    <a:pt x="854133" y="749493"/>
                  </a:lnTo>
                  <a:lnTo>
                    <a:pt x="703063" y="749493"/>
                  </a:lnTo>
                  <a:close/>
                  <a:moveTo>
                    <a:pt x="328105" y="680485"/>
                  </a:moveTo>
                  <a:lnTo>
                    <a:pt x="479175" y="680485"/>
                  </a:lnTo>
                  <a:lnTo>
                    <a:pt x="479175" y="749493"/>
                  </a:lnTo>
                  <a:lnTo>
                    <a:pt x="328105" y="749493"/>
                  </a:lnTo>
                  <a:close/>
                  <a:moveTo>
                    <a:pt x="0" y="680485"/>
                  </a:moveTo>
                  <a:lnTo>
                    <a:pt x="78110" y="680485"/>
                  </a:lnTo>
                  <a:lnTo>
                    <a:pt x="78110" y="749493"/>
                  </a:lnTo>
                  <a:lnTo>
                    <a:pt x="0" y="749493"/>
                  </a:lnTo>
                  <a:close/>
                  <a:moveTo>
                    <a:pt x="4135966" y="621990"/>
                  </a:moveTo>
                  <a:lnTo>
                    <a:pt x="4307780" y="621990"/>
                  </a:lnTo>
                  <a:lnTo>
                    <a:pt x="4307780" y="691492"/>
                  </a:lnTo>
                  <a:lnTo>
                    <a:pt x="4135966" y="691492"/>
                  </a:lnTo>
                  <a:close/>
                  <a:moveTo>
                    <a:pt x="3666599" y="621990"/>
                  </a:moveTo>
                  <a:lnTo>
                    <a:pt x="3687414" y="621990"/>
                  </a:lnTo>
                  <a:lnTo>
                    <a:pt x="3687414" y="691492"/>
                  </a:lnTo>
                  <a:lnTo>
                    <a:pt x="3666599" y="691492"/>
                  </a:lnTo>
                  <a:close/>
                  <a:moveTo>
                    <a:pt x="3223621" y="621990"/>
                  </a:moveTo>
                  <a:lnTo>
                    <a:pt x="3244507" y="621990"/>
                  </a:lnTo>
                  <a:lnTo>
                    <a:pt x="3244507" y="691492"/>
                  </a:lnTo>
                  <a:lnTo>
                    <a:pt x="3223621" y="691492"/>
                  </a:lnTo>
                  <a:close/>
                  <a:moveTo>
                    <a:pt x="2605441" y="621990"/>
                  </a:moveTo>
                  <a:lnTo>
                    <a:pt x="2777256" y="621990"/>
                  </a:lnTo>
                  <a:lnTo>
                    <a:pt x="2777256" y="691492"/>
                  </a:lnTo>
                  <a:lnTo>
                    <a:pt x="2605441" y="691492"/>
                  </a:lnTo>
                  <a:close/>
                  <a:moveTo>
                    <a:pt x="6835395" y="567094"/>
                  </a:moveTo>
                  <a:lnTo>
                    <a:pt x="6913505" y="567094"/>
                  </a:lnTo>
                  <a:lnTo>
                    <a:pt x="6913505" y="636102"/>
                  </a:lnTo>
                  <a:lnTo>
                    <a:pt x="6835395" y="636102"/>
                  </a:lnTo>
                  <a:close/>
                  <a:moveTo>
                    <a:pt x="6434329" y="567094"/>
                  </a:moveTo>
                  <a:lnTo>
                    <a:pt x="6585398" y="567094"/>
                  </a:lnTo>
                  <a:lnTo>
                    <a:pt x="6585398" y="636102"/>
                  </a:lnTo>
                  <a:lnTo>
                    <a:pt x="6434329" y="636102"/>
                  </a:lnTo>
                  <a:close/>
                  <a:moveTo>
                    <a:pt x="6059372" y="567094"/>
                  </a:moveTo>
                  <a:lnTo>
                    <a:pt x="6210442" y="567094"/>
                  </a:lnTo>
                  <a:lnTo>
                    <a:pt x="6210442" y="636102"/>
                  </a:lnTo>
                  <a:lnTo>
                    <a:pt x="6059372" y="636102"/>
                  </a:lnTo>
                  <a:close/>
                  <a:moveTo>
                    <a:pt x="5684343" y="567094"/>
                  </a:moveTo>
                  <a:lnTo>
                    <a:pt x="5835413" y="567094"/>
                  </a:lnTo>
                  <a:lnTo>
                    <a:pt x="5835413" y="636102"/>
                  </a:lnTo>
                  <a:lnTo>
                    <a:pt x="5684343" y="636102"/>
                  </a:lnTo>
                  <a:close/>
                  <a:moveTo>
                    <a:pt x="5304164" y="567094"/>
                  </a:moveTo>
                  <a:lnTo>
                    <a:pt x="5455163" y="567094"/>
                  </a:lnTo>
                  <a:lnTo>
                    <a:pt x="5455163" y="636102"/>
                  </a:lnTo>
                  <a:lnTo>
                    <a:pt x="5304164" y="636102"/>
                  </a:lnTo>
                  <a:close/>
                  <a:moveTo>
                    <a:pt x="5007316" y="567094"/>
                  </a:moveTo>
                  <a:lnTo>
                    <a:pt x="5085426" y="567094"/>
                  </a:lnTo>
                  <a:lnTo>
                    <a:pt x="5085426" y="636102"/>
                  </a:lnTo>
                  <a:lnTo>
                    <a:pt x="5007316" y="636102"/>
                  </a:lnTo>
                  <a:close/>
                  <a:moveTo>
                    <a:pt x="1828078" y="567094"/>
                  </a:moveTo>
                  <a:lnTo>
                    <a:pt x="1906188" y="567094"/>
                  </a:lnTo>
                  <a:lnTo>
                    <a:pt x="1906188" y="636102"/>
                  </a:lnTo>
                  <a:lnTo>
                    <a:pt x="1828078" y="636102"/>
                  </a:lnTo>
                  <a:close/>
                  <a:moveTo>
                    <a:pt x="1458341" y="567094"/>
                  </a:moveTo>
                  <a:lnTo>
                    <a:pt x="1609340" y="567094"/>
                  </a:lnTo>
                  <a:lnTo>
                    <a:pt x="1609340" y="636102"/>
                  </a:lnTo>
                  <a:lnTo>
                    <a:pt x="1458341" y="636102"/>
                  </a:lnTo>
                  <a:close/>
                  <a:moveTo>
                    <a:pt x="1078092" y="567094"/>
                  </a:moveTo>
                  <a:lnTo>
                    <a:pt x="1229162" y="567094"/>
                  </a:lnTo>
                  <a:lnTo>
                    <a:pt x="1229162" y="636102"/>
                  </a:lnTo>
                  <a:lnTo>
                    <a:pt x="1078092" y="636102"/>
                  </a:lnTo>
                  <a:close/>
                  <a:moveTo>
                    <a:pt x="703063" y="567094"/>
                  </a:moveTo>
                  <a:lnTo>
                    <a:pt x="854133" y="567094"/>
                  </a:lnTo>
                  <a:lnTo>
                    <a:pt x="854133" y="636102"/>
                  </a:lnTo>
                  <a:lnTo>
                    <a:pt x="703063" y="636102"/>
                  </a:lnTo>
                  <a:close/>
                  <a:moveTo>
                    <a:pt x="328105" y="567094"/>
                  </a:moveTo>
                  <a:lnTo>
                    <a:pt x="479175" y="567094"/>
                  </a:lnTo>
                  <a:lnTo>
                    <a:pt x="479175" y="636102"/>
                  </a:lnTo>
                  <a:lnTo>
                    <a:pt x="328105" y="636102"/>
                  </a:lnTo>
                  <a:close/>
                  <a:moveTo>
                    <a:pt x="0" y="567094"/>
                  </a:moveTo>
                  <a:lnTo>
                    <a:pt x="78110" y="567094"/>
                  </a:lnTo>
                  <a:lnTo>
                    <a:pt x="78110" y="636102"/>
                  </a:lnTo>
                  <a:lnTo>
                    <a:pt x="0" y="636102"/>
                  </a:lnTo>
                  <a:close/>
                  <a:moveTo>
                    <a:pt x="6835395" y="453633"/>
                  </a:moveTo>
                  <a:lnTo>
                    <a:pt x="6913505" y="453633"/>
                  </a:lnTo>
                  <a:lnTo>
                    <a:pt x="6913505" y="522641"/>
                  </a:lnTo>
                  <a:lnTo>
                    <a:pt x="6835395" y="522641"/>
                  </a:lnTo>
                  <a:close/>
                  <a:moveTo>
                    <a:pt x="6434329" y="453633"/>
                  </a:moveTo>
                  <a:lnTo>
                    <a:pt x="6585398" y="453633"/>
                  </a:lnTo>
                  <a:lnTo>
                    <a:pt x="6585398" y="522641"/>
                  </a:lnTo>
                  <a:lnTo>
                    <a:pt x="6434329" y="522641"/>
                  </a:lnTo>
                  <a:close/>
                  <a:moveTo>
                    <a:pt x="6059372" y="453633"/>
                  </a:moveTo>
                  <a:lnTo>
                    <a:pt x="6210442" y="453633"/>
                  </a:lnTo>
                  <a:lnTo>
                    <a:pt x="6210442" y="522641"/>
                  </a:lnTo>
                  <a:lnTo>
                    <a:pt x="6059372" y="522641"/>
                  </a:lnTo>
                  <a:close/>
                  <a:moveTo>
                    <a:pt x="5684343" y="453633"/>
                  </a:moveTo>
                  <a:lnTo>
                    <a:pt x="5835413" y="453633"/>
                  </a:lnTo>
                  <a:lnTo>
                    <a:pt x="5835413" y="522641"/>
                  </a:lnTo>
                  <a:lnTo>
                    <a:pt x="5684343" y="522641"/>
                  </a:lnTo>
                  <a:close/>
                  <a:moveTo>
                    <a:pt x="5304164" y="453633"/>
                  </a:moveTo>
                  <a:lnTo>
                    <a:pt x="5455163" y="453633"/>
                  </a:lnTo>
                  <a:lnTo>
                    <a:pt x="5455163" y="522641"/>
                  </a:lnTo>
                  <a:lnTo>
                    <a:pt x="5304164" y="522641"/>
                  </a:lnTo>
                  <a:close/>
                  <a:moveTo>
                    <a:pt x="5007316" y="453633"/>
                  </a:moveTo>
                  <a:lnTo>
                    <a:pt x="5085426" y="453633"/>
                  </a:lnTo>
                  <a:lnTo>
                    <a:pt x="5085426" y="522641"/>
                  </a:lnTo>
                  <a:lnTo>
                    <a:pt x="5007316" y="522641"/>
                  </a:lnTo>
                  <a:close/>
                  <a:moveTo>
                    <a:pt x="1828078" y="453633"/>
                  </a:moveTo>
                  <a:lnTo>
                    <a:pt x="1906188" y="453633"/>
                  </a:lnTo>
                  <a:lnTo>
                    <a:pt x="1906188" y="522641"/>
                  </a:lnTo>
                  <a:lnTo>
                    <a:pt x="1828078" y="522641"/>
                  </a:lnTo>
                  <a:close/>
                  <a:moveTo>
                    <a:pt x="1458341" y="453633"/>
                  </a:moveTo>
                  <a:lnTo>
                    <a:pt x="1609340" y="453633"/>
                  </a:lnTo>
                  <a:lnTo>
                    <a:pt x="1609340" y="522641"/>
                  </a:lnTo>
                  <a:lnTo>
                    <a:pt x="1458341" y="522641"/>
                  </a:lnTo>
                  <a:close/>
                  <a:moveTo>
                    <a:pt x="1078092" y="453633"/>
                  </a:moveTo>
                  <a:lnTo>
                    <a:pt x="1229162" y="453633"/>
                  </a:lnTo>
                  <a:lnTo>
                    <a:pt x="1229162" y="522641"/>
                  </a:lnTo>
                  <a:lnTo>
                    <a:pt x="1078092" y="522641"/>
                  </a:lnTo>
                  <a:close/>
                  <a:moveTo>
                    <a:pt x="703063" y="453633"/>
                  </a:moveTo>
                  <a:lnTo>
                    <a:pt x="854133" y="453633"/>
                  </a:lnTo>
                  <a:lnTo>
                    <a:pt x="854133" y="522641"/>
                  </a:lnTo>
                  <a:lnTo>
                    <a:pt x="703063" y="522641"/>
                  </a:lnTo>
                  <a:close/>
                  <a:moveTo>
                    <a:pt x="328105" y="453633"/>
                  </a:moveTo>
                  <a:lnTo>
                    <a:pt x="479175" y="453633"/>
                  </a:lnTo>
                  <a:lnTo>
                    <a:pt x="479175" y="522641"/>
                  </a:lnTo>
                  <a:lnTo>
                    <a:pt x="328105" y="522641"/>
                  </a:lnTo>
                  <a:close/>
                  <a:moveTo>
                    <a:pt x="0" y="453633"/>
                  </a:moveTo>
                  <a:lnTo>
                    <a:pt x="78110" y="453633"/>
                  </a:lnTo>
                  <a:lnTo>
                    <a:pt x="78110" y="522641"/>
                  </a:lnTo>
                  <a:lnTo>
                    <a:pt x="0" y="522641"/>
                  </a:lnTo>
                  <a:close/>
                  <a:moveTo>
                    <a:pt x="6835395" y="340172"/>
                  </a:moveTo>
                  <a:lnTo>
                    <a:pt x="6913505" y="340172"/>
                  </a:lnTo>
                  <a:lnTo>
                    <a:pt x="6913505" y="409180"/>
                  </a:lnTo>
                  <a:lnTo>
                    <a:pt x="6835395" y="409180"/>
                  </a:lnTo>
                  <a:close/>
                  <a:moveTo>
                    <a:pt x="6434329" y="340172"/>
                  </a:moveTo>
                  <a:lnTo>
                    <a:pt x="6585398" y="340172"/>
                  </a:lnTo>
                  <a:lnTo>
                    <a:pt x="6585398" y="409180"/>
                  </a:lnTo>
                  <a:lnTo>
                    <a:pt x="6434329" y="409180"/>
                  </a:lnTo>
                  <a:close/>
                  <a:moveTo>
                    <a:pt x="6059372" y="340172"/>
                  </a:moveTo>
                  <a:lnTo>
                    <a:pt x="6210442" y="340172"/>
                  </a:lnTo>
                  <a:lnTo>
                    <a:pt x="6210442" y="409180"/>
                  </a:lnTo>
                  <a:lnTo>
                    <a:pt x="6059372" y="409180"/>
                  </a:lnTo>
                  <a:close/>
                  <a:moveTo>
                    <a:pt x="5684343" y="340172"/>
                  </a:moveTo>
                  <a:lnTo>
                    <a:pt x="5835413" y="340172"/>
                  </a:lnTo>
                  <a:lnTo>
                    <a:pt x="5835413" y="409180"/>
                  </a:lnTo>
                  <a:lnTo>
                    <a:pt x="5684343" y="409180"/>
                  </a:lnTo>
                  <a:close/>
                  <a:moveTo>
                    <a:pt x="5304164" y="340172"/>
                  </a:moveTo>
                  <a:lnTo>
                    <a:pt x="5455163" y="340172"/>
                  </a:lnTo>
                  <a:lnTo>
                    <a:pt x="5455163" y="409180"/>
                  </a:lnTo>
                  <a:lnTo>
                    <a:pt x="5304164" y="409180"/>
                  </a:lnTo>
                  <a:close/>
                  <a:moveTo>
                    <a:pt x="5007316" y="340172"/>
                  </a:moveTo>
                  <a:lnTo>
                    <a:pt x="5085426" y="340172"/>
                  </a:lnTo>
                  <a:lnTo>
                    <a:pt x="5085426" y="409180"/>
                  </a:lnTo>
                  <a:lnTo>
                    <a:pt x="5007316" y="409180"/>
                  </a:lnTo>
                  <a:close/>
                  <a:moveTo>
                    <a:pt x="1828078" y="340172"/>
                  </a:moveTo>
                  <a:lnTo>
                    <a:pt x="1906188" y="340172"/>
                  </a:lnTo>
                  <a:lnTo>
                    <a:pt x="1906188" y="409180"/>
                  </a:lnTo>
                  <a:lnTo>
                    <a:pt x="1828078" y="409180"/>
                  </a:lnTo>
                  <a:close/>
                  <a:moveTo>
                    <a:pt x="1458341" y="340172"/>
                  </a:moveTo>
                  <a:lnTo>
                    <a:pt x="1609340" y="340172"/>
                  </a:lnTo>
                  <a:lnTo>
                    <a:pt x="1609340" y="409180"/>
                  </a:lnTo>
                  <a:lnTo>
                    <a:pt x="1458341" y="409180"/>
                  </a:lnTo>
                  <a:close/>
                  <a:moveTo>
                    <a:pt x="1078092" y="340172"/>
                  </a:moveTo>
                  <a:lnTo>
                    <a:pt x="1229162" y="340172"/>
                  </a:lnTo>
                  <a:lnTo>
                    <a:pt x="1229162" y="409180"/>
                  </a:lnTo>
                  <a:lnTo>
                    <a:pt x="1078092" y="409180"/>
                  </a:lnTo>
                  <a:close/>
                  <a:moveTo>
                    <a:pt x="703063" y="340172"/>
                  </a:moveTo>
                  <a:lnTo>
                    <a:pt x="854133" y="340172"/>
                  </a:lnTo>
                  <a:lnTo>
                    <a:pt x="854133" y="409180"/>
                  </a:lnTo>
                  <a:lnTo>
                    <a:pt x="703063" y="409180"/>
                  </a:lnTo>
                  <a:close/>
                  <a:moveTo>
                    <a:pt x="328105" y="340172"/>
                  </a:moveTo>
                  <a:lnTo>
                    <a:pt x="479175" y="340172"/>
                  </a:lnTo>
                  <a:lnTo>
                    <a:pt x="479175" y="409180"/>
                  </a:lnTo>
                  <a:lnTo>
                    <a:pt x="328105" y="409180"/>
                  </a:lnTo>
                  <a:close/>
                  <a:moveTo>
                    <a:pt x="0" y="340172"/>
                  </a:moveTo>
                  <a:lnTo>
                    <a:pt x="78110" y="340172"/>
                  </a:lnTo>
                  <a:lnTo>
                    <a:pt x="78110" y="409180"/>
                  </a:lnTo>
                  <a:lnTo>
                    <a:pt x="0" y="409180"/>
                  </a:lnTo>
                  <a:close/>
                  <a:moveTo>
                    <a:pt x="6835395" y="226923"/>
                  </a:moveTo>
                  <a:lnTo>
                    <a:pt x="6913505" y="226923"/>
                  </a:lnTo>
                  <a:lnTo>
                    <a:pt x="6913505" y="295931"/>
                  </a:lnTo>
                  <a:lnTo>
                    <a:pt x="6835395" y="295931"/>
                  </a:lnTo>
                  <a:close/>
                  <a:moveTo>
                    <a:pt x="6434329" y="226923"/>
                  </a:moveTo>
                  <a:lnTo>
                    <a:pt x="6585398" y="226923"/>
                  </a:lnTo>
                  <a:lnTo>
                    <a:pt x="6585398" y="295931"/>
                  </a:lnTo>
                  <a:lnTo>
                    <a:pt x="6434329" y="295931"/>
                  </a:lnTo>
                  <a:close/>
                  <a:moveTo>
                    <a:pt x="6059372" y="226923"/>
                  </a:moveTo>
                  <a:lnTo>
                    <a:pt x="6210442" y="226923"/>
                  </a:lnTo>
                  <a:lnTo>
                    <a:pt x="6210442" y="295931"/>
                  </a:lnTo>
                  <a:lnTo>
                    <a:pt x="6059372" y="295931"/>
                  </a:lnTo>
                  <a:close/>
                  <a:moveTo>
                    <a:pt x="5684343" y="226923"/>
                  </a:moveTo>
                  <a:lnTo>
                    <a:pt x="5835413" y="226923"/>
                  </a:lnTo>
                  <a:lnTo>
                    <a:pt x="5835413" y="295931"/>
                  </a:lnTo>
                  <a:lnTo>
                    <a:pt x="5684343" y="295931"/>
                  </a:lnTo>
                  <a:close/>
                  <a:moveTo>
                    <a:pt x="5304164" y="226923"/>
                  </a:moveTo>
                  <a:lnTo>
                    <a:pt x="5455163" y="226923"/>
                  </a:lnTo>
                  <a:lnTo>
                    <a:pt x="5455163" y="295931"/>
                  </a:lnTo>
                  <a:lnTo>
                    <a:pt x="5304164" y="295931"/>
                  </a:lnTo>
                  <a:close/>
                  <a:moveTo>
                    <a:pt x="5007316" y="226923"/>
                  </a:moveTo>
                  <a:lnTo>
                    <a:pt x="5085426" y="226923"/>
                  </a:lnTo>
                  <a:lnTo>
                    <a:pt x="5085426" y="295931"/>
                  </a:lnTo>
                  <a:lnTo>
                    <a:pt x="5007316" y="295931"/>
                  </a:lnTo>
                  <a:close/>
                  <a:moveTo>
                    <a:pt x="1828078" y="226923"/>
                  </a:moveTo>
                  <a:lnTo>
                    <a:pt x="1906188" y="226923"/>
                  </a:lnTo>
                  <a:lnTo>
                    <a:pt x="1906188" y="295931"/>
                  </a:lnTo>
                  <a:lnTo>
                    <a:pt x="1828078" y="295931"/>
                  </a:lnTo>
                  <a:close/>
                  <a:moveTo>
                    <a:pt x="1458341" y="226923"/>
                  </a:moveTo>
                  <a:lnTo>
                    <a:pt x="1609340" y="226923"/>
                  </a:lnTo>
                  <a:lnTo>
                    <a:pt x="1609340" y="295931"/>
                  </a:lnTo>
                  <a:lnTo>
                    <a:pt x="1458341" y="295931"/>
                  </a:lnTo>
                  <a:close/>
                  <a:moveTo>
                    <a:pt x="1078092" y="226923"/>
                  </a:moveTo>
                  <a:lnTo>
                    <a:pt x="1229162" y="226923"/>
                  </a:lnTo>
                  <a:lnTo>
                    <a:pt x="1229162" y="295931"/>
                  </a:lnTo>
                  <a:lnTo>
                    <a:pt x="1078092" y="295931"/>
                  </a:lnTo>
                  <a:close/>
                  <a:moveTo>
                    <a:pt x="703063" y="226923"/>
                  </a:moveTo>
                  <a:lnTo>
                    <a:pt x="854133" y="226923"/>
                  </a:lnTo>
                  <a:lnTo>
                    <a:pt x="854133" y="295931"/>
                  </a:lnTo>
                  <a:lnTo>
                    <a:pt x="703063" y="295931"/>
                  </a:lnTo>
                  <a:close/>
                  <a:moveTo>
                    <a:pt x="328105" y="226923"/>
                  </a:moveTo>
                  <a:lnTo>
                    <a:pt x="479175" y="226923"/>
                  </a:lnTo>
                  <a:lnTo>
                    <a:pt x="479175" y="295931"/>
                  </a:lnTo>
                  <a:lnTo>
                    <a:pt x="328105" y="295931"/>
                  </a:lnTo>
                  <a:close/>
                  <a:moveTo>
                    <a:pt x="0" y="226923"/>
                  </a:moveTo>
                  <a:lnTo>
                    <a:pt x="78110" y="226923"/>
                  </a:lnTo>
                  <a:lnTo>
                    <a:pt x="78110" y="295931"/>
                  </a:lnTo>
                  <a:lnTo>
                    <a:pt x="0" y="295931"/>
                  </a:lnTo>
                  <a:close/>
                  <a:moveTo>
                    <a:pt x="6835395" y="113462"/>
                  </a:moveTo>
                  <a:lnTo>
                    <a:pt x="6913505" y="113462"/>
                  </a:lnTo>
                  <a:lnTo>
                    <a:pt x="6913505" y="182470"/>
                  </a:lnTo>
                  <a:lnTo>
                    <a:pt x="6835395" y="182470"/>
                  </a:lnTo>
                  <a:close/>
                  <a:moveTo>
                    <a:pt x="6434329" y="113462"/>
                  </a:moveTo>
                  <a:lnTo>
                    <a:pt x="6585398" y="113462"/>
                  </a:lnTo>
                  <a:lnTo>
                    <a:pt x="6585398" y="182470"/>
                  </a:lnTo>
                  <a:lnTo>
                    <a:pt x="6434329" y="182470"/>
                  </a:lnTo>
                  <a:close/>
                  <a:moveTo>
                    <a:pt x="6059372" y="113462"/>
                  </a:moveTo>
                  <a:lnTo>
                    <a:pt x="6210442" y="113462"/>
                  </a:lnTo>
                  <a:lnTo>
                    <a:pt x="6210442" y="182470"/>
                  </a:lnTo>
                  <a:lnTo>
                    <a:pt x="6059372" y="182470"/>
                  </a:lnTo>
                  <a:close/>
                  <a:moveTo>
                    <a:pt x="5684343" y="113462"/>
                  </a:moveTo>
                  <a:lnTo>
                    <a:pt x="5835413" y="113462"/>
                  </a:lnTo>
                  <a:lnTo>
                    <a:pt x="5835413" y="182470"/>
                  </a:lnTo>
                  <a:lnTo>
                    <a:pt x="5684343" y="182470"/>
                  </a:lnTo>
                  <a:close/>
                  <a:moveTo>
                    <a:pt x="5304164" y="113462"/>
                  </a:moveTo>
                  <a:lnTo>
                    <a:pt x="5455163" y="113462"/>
                  </a:lnTo>
                  <a:lnTo>
                    <a:pt x="5455163" y="182470"/>
                  </a:lnTo>
                  <a:lnTo>
                    <a:pt x="5304164" y="182470"/>
                  </a:lnTo>
                  <a:close/>
                  <a:moveTo>
                    <a:pt x="5007316" y="113462"/>
                  </a:moveTo>
                  <a:lnTo>
                    <a:pt x="5085426" y="113462"/>
                  </a:lnTo>
                  <a:lnTo>
                    <a:pt x="5085426" y="182470"/>
                  </a:lnTo>
                  <a:lnTo>
                    <a:pt x="5007316" y="182470"/>
                  </a:lnTo>
                  <a:close/>
                  <a:moveTo>
                    <a:pt x="1828078" y="113462"/>
                  </a:moveTo>
                  <a:lnTo>
                    <a:pt x="1906188" y="113462"/>
                  </a:lnTo>
                  <a:lnTo>
                    <a:pt x="1906188" y="182470"/>
                  </a:lnTo>
                  <a:lnTo>
                    <a:pt x="1828078" y="182470"/>
                  </a:lnTo>
                  <a:close/>
                  <a:moveTo>
                    <a:pt x="1458341" y="113462"/>
                  </a:moveTo>
                  <a:lnTo>
                    <a:pt x="1609340" y="113462"/>
                  </a:lnTo>
                  <a:lnTo>
                    <a:pt x="1609340" y="182470"/>
                  </a:lnTo>
                  <a:lnTo>
                    <a:pt x="1458341" y="182470"/>
                  </a:lnTo>
                  <a:close/>
                  <a:moveTo>
                    <a:pt x="1078092" y="113462"/>
                  </a:moveTo>
                  <a:lnTo>
                    <a:pt x="1229162" y="113462"/>
                  </a:lnTo>
                  <a:lnTo>
                    <a:pt x="1229162" y="182470"/>
                  </a:lnTo>
                  <a:lnTo>
                    <a:pt x="1078092" y="182470"/>
                  </a:lnTo>
                  <a:close/>
                  <a:moveTo>
                    <a:pt x="703063" y="113462"/>
                  </a:moveTo>
                  <a:lnTo>
                    <a:pt x="854133" y="113462"/>
                  </a:lnTo>
                  <a:lnTo>
                    <a:pt x="854133" y="182470"/>
                  </a:lnTo>
                  <a:lnTo>
                    <a:pt x="703063" y="182470"/>
                  </a:lnTo>
                  <a:close/>
                  <a:moveTo>
                    <a:pt x="328105" y="113462"/>
                  </a:moveTo>
                  <a:lnTo>
                    <a:pt x="479175" y="113462"/>
                  </a:lnTo>
                  <a:lnTo>
                    <a:pt x="479175" y="182470"/>
                  </a:lnTo>
                  <a:lnTo>
                    <a:pt x="328105" y="182470"/>
                  </a:lnTo>
                  <a:close/>
                  <a:moveTo>
                    <a:pt x="0" y="113462"/>
                  </a:moveTo>
                  <a:lnTo>
                    <a:pt x="78110" y="113462"/>
                  </a:lnTo>
                  <a:lnTo>
                    <a:pt x="78110" y="182470"/>
                  </a:lnTo>
                  <a:lnTo>
                    <a:pt x="0" y="182470"/>
                  </a:lnTo>
                  <a:close/>
                  <a:moveTo>
                    <a:pt x="6835395" y="0"/>
                  </a:moveTo>
                  <a:lnTo>
                    <a:pt x="6913505" y="0"/>
                  </a:lnTo>
                  <a:lnTo>
                    <a:pt x="6913505" y="69008"/>
                  </a:lnTo>
                  <a:lnTo>
                    <a:pt x="6835395" y="69008"/>
                  </a:lnTo>
                  <a:close/>
                  <a:moveTo>
                    <a:pt x="6434329" y="0"/>
                  </a:moveTo>
                  <a:lnTo>
                    <a:pt x="6585398" y="0"/>
                  </a:lnTo>
                  <a:lnTo>
                    <a:pt x="6585398" y="69008"/>
                  </a:lnTo>
                  <a:lnTo>
                    <a:pt x="6434329" y="69008"/>
                  </a:lnTo>
                  <a:close/>
                  <a:moveTo>
                    <a:pt x="6059372" y="0"/>
                  </a:moveTo>
                  <a:lnTo>
                    <a:pt x="6210442" y="0"/>
                  </a:lnTo>
                  <a:lnTo>
                    <a:pt x="6210442" y="69008"/>
                  </a:lnTo>
                  <a:lnTo>
                    <a:pt x="6059372" y="69008"/>
                  </a:lnTo>
                  <a:close/>
                  <a:moveTo>
                    <a:pt x="5684343" y="0"/>
                  </a:moveTo>
                  <a:lnTo>
                    <a:pt x="5835413" y="0"/>
                  </a:lnTo>
                  <a:lnTo>
                    <a:pt x="5835413" y="69008"/>
                  </a:lnTo>
                  <a:lnTo>
                    <a:pt x="5684343" y="69008"/>
                  </a:lnTo>
                  <a:close/>
                  <a:moveTo>
                    <a:pt x="5304164" y="0"/>
                  </a:moveTo>
                  <a:lnTo>
                    <a:pt x="5455163" y="0"/>
                  </a:lnTo>
                  <a:lnTo>
                    <a:pt x="5455163" y="69008"/>
                  </a:lnTo>
                  <a:lnTo>
                    <a:pt x="5304164" y="69008"/>
                  </a:lnTo>
                  <a:close/>
                  <a:moveTo>
                    <a:pt x="5007316" y="0"/>
                  </a:moveTo>
                  <a:lnTo>
                    <a:pt x="5085426" y="0"/>
                  </a:lnTo>
                  <a:lnTo>
                    <a:pt x="5085426" y="69008"/>
                  </a:lnTo>
                  <a:lnTo>
                    <a:pt x="5007316" y="69008"/>
                  </a:lnTo>
                  <a:close/>
                  <a:moveTo>
                    <a:pt x="1828078" y="0"/>
                  </a:moveTo>
                  <a:lnTo>
                    <a:pt x="1906188" y="0"/>
                  </a:lnTo>
                  <a:lnTo>
                    <a:pt x="1906188" y="69008"/>
                  </a:lnTo>
                  <a:lnTo>
                    <a:pt x="1828078" y="69008"/>
                  </a:lnTo>
                  <a:close/>
                  <a:moveTo>
                    <a:pt x="1458341" y="0"/>
                  </a:moveTo>
                  <a:lnTo>
                    <a:pt x="1609340" y="0"/>
                  </a:lnTo>
                  <a:lnTo>
                    <a:pt x="1609340" y="69008"/>
                  </a:lnTo>
                  <a:lnTo>
                    <a:pt x="1458341" y="69008"/>
                  </a:lnTo>
                  <a:close/>
                  <a:moveTo>
                    <a:pt x="1078092" y="0"/>
                  </a:moveTo>
                  <a:lnTo>
                    <a:pt x="1229162" y="0"/>
                  </a:lnTo>
                  <a:lnTo>
                    <a:pt x="1229162" y="69008"/>
                  </a:lnTo>
                  <a:lnTo>
                    <a:pt x="1078092" y="69008"/>
                  </a:lnTo>
                  <a:close/>
                  <a:moveTo>
                    <a:pt x="703063" y="0"/>
                  </a:moveTo>
                  <a:lnTo>
                    <a:pt x="854133" y="0"/>
                  </a:lnTo>
                  <a:lnTo>
                    <a:pt x="854133" y="69008"/>
                  </a:lnTo>
                  <a:lnTo>
                    <a:pt x="703063" y="69008"/>
                  </a:lnTo>
                  <a:close/>
                  <a:moveTo>
                    <a:pt x="328105" y="0"/>
                  </a:moveTo>
                  <a:lnTo>
                    <a:pt x="479175" y="0"/>
                  </a:lnTo>
                  <a:lnTo>
                    <a:pt x="479175" y="69008"/>
                  </a:lnTo>
                  <a:lnTo>
                    <a:pt x="328105" y="69008"/>
                  </a:lnTo>
                  <a:close/>
                  <a:moveTo>
                    <a:pt x="0" y="0"/>
                  </a:moveTo>
                  <a:lnTo>
                    <a:pt x="78110" y="0"/>
                  </a:lnTo>
                  <a:lnTo>
                    <a:pt x="78110" y="69008"/>
                  </a:lnTo>
                  <a:lnTo>
                    <a:pt x="0" y="69008"/>
                  </a:lnTo>
                  <a:close/>
                </a:path>
              </a:pathLst>
            </a:custGeom>
            <a:solidFill>
              <a:schemeClr val="accent5">
                <a:alpha val="40000"/>
              </a:schemeClr>
            </a:solidFill>
            <a:ln w="70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312" name="任意多边形: 形状 311"/>
            <p:cNvSpPr/>
            <p:nvPr/>
          </p:nvSpPr>
          <p:spPr>
            <a:xfrm>
              <a:off x="2481325" y="315666"/>
              <a:ext cx="7225946" cy="2930019"/>
            </a:xfrm>
            <a:custGeom>
              <a:avLst/>
              <a:gdLst>
                <a:gd name="connsiteX0" fmla="*/ 3032026 w 7225946"/>
                <a:gd name="connsiteY0" fmla="*/ 2808697 h 2930019"/>
                <a:gd name="connsiteX1" fmla="*/ 3048474 w 7225946"/>
                <a:gd name="connsiteY1" fmla="*/ 2808697 h 2930019"/>
                <a:gd name="connsiteX2" fmla="*/ 3056745 w 7225946"/>
                <a:gd name="connsiteY2" fmla="*/ 2810883 h 2930019"/>
                <a:gd name="connsiteX3" fmla="*/ 3059502 w 7225946"/>
                <a:gd name="connsiteY3" fmla="*/ 2817538 h 2930019"/>
                <a:gd name="connsiteX4" fmla="*/ 3056840 w 7225946"/>
                <a:gd name="connsiteY4" fmla="*/ 2825144 h 2930019"/>
                <a:gd name="connsiteX5" fmla="*/ 3048759 w 7225946"/>
                <a:gd name="connsiteY5" fmla="*/ 2827615 h 2930019"/>
                <a:gd name="connsiteX6" fmla="*/ 3032122 w 7225946"/>
                <a:gd name="connsiteY6" fmla="*/ 2827615 h 2930019"/>
                <a:gd name="connsiteX7" fmla="*/ 4776309 w 7225946"/>
                <a:gd name="connsiteY7" fmla="*/ 2799690 h 2930019"/>
                <a:gd name="connsiteX8" fmla="*/ 4776358 w 7225946"/>
                <a:gd name="connsiteY8" fmla="*/ 2799801 h 2930019"/>
                <a:gd name="connsiteX9" fmla="*/ 4776263 w 7225946"/>
                <a:gd name="connsiteY9" fmla="*/ 2799801 h 2930019"/>
                <a:gd name="connsiteX10" fmla="*/ 3032026 w 7225946"/>
                <a:gd name="connsiteY10" fmla="*/ 2781031 h 2930019"/>
                <a:gd name="connsiteX11" fmla="*/ 3047238 w 7225946"/>
                <a:gd name="connsiteY11" fmla="*/ 2781031 h 2930019"/>
                <a:gd name="connsiteX12" fmla="*/ 3055319 w 7225946"/>
                <a:gd name="connsiteY12" fmla="*/ 2782838 h 2930019"/>
                <a:gd name="connsiteX13" fmla="*/ 3057981 w 7225946"/>
                <a:gd name="connsiteY13" fmla="*/ 2788256 h 2930019"/>
                <a:gd name="connsiteX14" fmla="*/ 3055509 w 7225946"/>
                <a:gd name="connsiteY14" fmla="*/ 2794626 h 2930019"/>
                <a:gd name="connsiteX15" fmla="*/ 3047809 w 7225946"/>
                <a:gd name="connsiteY15" fmla="*/ 2796717 h 2930019"/>
                <a:gd name="connsiteX16" fmla="*/ 3032122 w 7225946"/>
                <a:gd name="connsiteY16" fmla="*/ 2796717 h 2930019"/>
                <a:gd name="connsiteX17" fmla="*/ 4633391 w 7225946"/>
                <a:gd name="connsiteY17" fmla="*/ 2779039 h 2930019"/>
                <a:gd name="connsiteX18" fmla="*/ 4643940 w 7225946"/>
                <a:gd name="connsiteY18" fmla="*/ 2785499 h 2930019"/>
                <a:gd name="connsiteX19" fmla="*/ 4648693 w 7225946"/>
                <a:gd name="connsiteY19" fmla="*/ 2804513 h 2930019"/>
                <a:gd name="connsiteX20" fmla="*/ 4643940 w 7225946"/>
                <a:gd name="connsiteY20" fmla="*/ 2822576 h 2930019"/>
                <a:gd name="connsiteX21" fmla="*/ 4643939 w 7225946"/>
                <a:gd name="connsiteY21" fmla="*/ 2822576 h 2930019"/>
                <a:gd name="connsiteX22" fmla="*/ 4640580 w 7225946"/>
                <a:gd name="connsiteY22" fmla="*/ 2825936 h 2930019"/>
                <a:gd name="connsiteX23" fmla="*/ 4617701 w 7225946"/>
                <a:gd name="connsiteY23" fmla="*/ 2822576 h 2930019"/>
                <a:gd name="connsiteX24" fmla="*/ 4613042 w 7225946"/>
                <a:gd name="connsiteY24" fmla="*/ 2804513 h 2930019"/>
                <a:gd name="connsiteX25" fmla="*/ 4617796 w 7225946"/>
                <a:gd name="connsiteY25" fmla="*/ 2785499 h 2930019"/>
                <a:gd name="connsiteX26" fmla="*/ 4621364 w 7225946"/>
                <a:gd name="connsiteY26" fmla="*/ 2781931 h 2930019"/>
                <a:gd name="connsiteX27" fmla="*/ 4633391 w 7225946"/>
                <a:gd name="connsiteY27" fmla="*/ 2779039 h 2930019"/>
                <a:gd name="connsiteX28" fmla="*/ 4499261 w 7225946"/>
                <a:gd name="connsiteY28" fmla="*/ 2779035 h 2930019"/>
                <a:gd name="connsiteX29" fmla="*/ 4509892 w 7225946"/>
                <a:gd name="connsiteY29" fmla="*/ 2785500 h 2930019"/>
                <a:gd name="connsiteX30" fmla="*/ 4514550 w 7225946"/>
                <a:gd name="connsiteY30" fmla="*/ 2804514 h 2930019"/>
                <a:gd name="connsiteX31" fmla="*/ 4509892 w 7225946"/>
                <a:gd name="connsiteY31" fmla="*/ 2822577 h 2930019"/>
                <a:gd name="connsiteX32" fmla="*/ 4506532 w 7225946"/>
                <a:gd name="connsiteY32" fmla="*/ 2825936 h 2930019"/>
                <a:gd name="connsiteX33" fmla="*/ 4483652 w 7225946"/>
                <a:gd name="connsiteY33" fmla="*/ 2822577 h 2930019"/>
                <a:gd name="connsiteX34" fmla="*/ 4478994 w 7225946"/>
                <a:gd name="connsiteY34" fmla="*/ 2804514 h 2930019"/>
                <a:gd name="connsiteX35" fmla="*/ 4483652 w 7225946"/>
                <a:gd name="connsiteY35" fmla="*/ 2785500 h 2930019"/>
                <a:gd name="connsiteX36" fmla="*/ 4487172 w 7225946"/>
                <a:gd name="connsiteY36" fmla="*/ 2781980 h 2930019"/>
                <a:gd name="connsiteX37" fmla="*/ 4499261 w 7225946"/>
                <a:gd name="connsiteY37" fmla="*/ 2779035 h 2930019"/>
                <a:gd name="connsiteX38" fmla="*/ 4003470 w 7225946"/>
                <a:gd name="connsiteY38" fmla="*/ 2779035 h 2930019"/>
                <a:gd name="connsiteX39" fmla="*/ 4014101 w 7225946"/>
                <a:gd name="connsiteY39" fmla="*/ 2785500 h 2930019"/>
                <a:gd name="connsiteX40" fmla="*/ 4018759 w 7225946"/>
                <a:gd name="connsiteY40" fmla="*/ 2804514 h 2930019"/>
                <a:gd name="connsiteX41" fmla="*/ 4014101 w 7225946"/>
                <a:gd name="connsiteY41" fmla="*/ 2822577 h 2930019"/>
                <a:gd name="connsiteX42" fmla="*/ 4010741 w 7225946"/>
                <a:gd name="connsiteY42" fmla="*/ 2825936 h 2930019"/>
                <a:gd name="connsiteX43" fmla="*/ 3987861 w 7225946"/>
                <a:gd name="connsiteY43" fmla="*/ 2822577 h 2930019"/>
                <a:gd name="connsiteX44" fmla="*/ 3983203 w 7225946"/>
                <a:gd name="connsiteY44" fmla="*/ 2804514 h 2930019"/>
                <a:gd name="connsiteX45" fmla="*/ 3987861 w 7225946"/>
                <a:gd name="connsiteY45" fmla="*/ 2785500 h 2930019"/>
                <a:gd name="connsiteX46" fmla="*/ 3991381 w 7225946"/>
                <a:gd name="connsiteY46" fmla="*/ 2781980 h 2930019"/>
                <a:gd name="connsiteX47" fmla="*/ 4003470 w 7225946"/>
                <a:gd name="connsiteY47" fmla="*/ 2779035 h 2930019"/>
                <a:gd name="connsiteX48" fmla="*/ 4746410 w 7225946"/>
                <a:gd name="connsiteY48" fmla="*/ 2768903 h 2930019"/>
                <a:gd name="connsiteX49" fmla="*/ 4769227 w 7225946"/>
                <a:gd name="connsiteY49" fmla="*/ 2813396 h 2930019"/>
                <a:gd name="connsiteX50" fmla="*/ 4769227 w 7225946"/>
                <a:gd name="connsiteY50" fmla="*/ 2840206 h 2930019"/>
                <a:gd name="connsiteX51" fmla="*/ 4776167 w 7225946"/>
                <a:gd name="connsiteY51" fmla="*/ 2840206 h 2930019"/>
                <a:gd name="connsiteX52" fmla="*/ 4782917 w 7225946"/>
                <a:gd name="connsiteY52" fmla="*/ 2840206 h 2930019"/>
                <a:gd name="connsiteX53" fmla="*/ 4782917 w 7225946"/>
                <a:gd name="connsiteY53" fmla="*/ 2813110 h 2930019"/>
                <a:gd name="connsiteX54" fmla="*/ 4804593 w 7225946"/>
                <a:gd name="connsiteY54" fmla="*/ 2768903 h 2930019"/>
                <a:gd name="connsiteX55" fmla="*/ 4796893 w 7225946"/>
                <a:gd name="connsiteY55" fmla="*/ 2768903 h 2930019"/>
                <a:gd name="connsiteX56" fmla="*/ 4789097 w 7225946"/>
                <a:gd name="connsiteY56" fmla="*/ 2768903 h 2930019"/>
                <a:gd name="connsiteX57" fmla="*/ 4776309 w 7225946"/>
                <a:gd name="connsiteY57" fmla="*/ 2799690 h 2930019"/>
                <a:gd name="connsiteX58" fmla="*/ 4762668 w 7225946"/>
                <a:gd name="connsiteY58" fmla="*/ 2768903 h 2930019"/>
                <a:gd name="connsiteX59" fmla="*/ 4754491 w 7225946"/>
                <a:gd name="connsiteY59" fmla="*/ 2768903 h 2930019"/>
                <a:gd name="connsiteX60" fmla="*/ 4543245 w 7225946"/>
                <a:gd name="connsiteY60" fmla="*/ 2768903 h 2930019"/>
                <a:gd name="connsiteX61" fmla="*/ 4543245 w 7225946"/>
                <a:gd name="connsiteY61" fmla="*/ 2840110 h 2930019"/>
                <a:gd name="connsiteX62" fmla="*/ 4589449 w 7225946"/>
                <a:gd name="connsiteY62" fmla="*/ 2840110 h 2930019"/>
                <a:gd name="connsiteX63" fmla="*/ 4589449 w 7225946"/>
                <a:gd name="connsiteY63" fmla="*/ 2833836 h 2930019"/>
                <a:gd name="connsiteX64" fmla="*/ 4589449 w 7225946"/>
                <a:gd name="connsiteY64" fmla="*/ 2827466 h 2930019"/>
                <a:gd name="connsiteX65" fmla="*/ 4556935 w 7225946"/>
                <a:gd name="connsiteY65" fmla="*/ 2827466 h 2930019"/>
                <a:gd name="connsiteX66" fmla="*/ 4556935 w 7225946"/>
                <a:gd name="connsiteY66" fmla="*/ 2768903 h 2930019"/>
                <a:gd name="connsiteX67" fmla="*/ 4550090 w 7225946"/>
                <a:gd name="connsiteY67" fmla="*/ 2768903 h 2930019"/>
                <a:gd name="connsiteX68" fmla="*/ 4398359 w 7225946"/>
                <a:gd name="connsiteY68" fmla="*/ 2768903 h 2930019"/>
                <a:gd name="connsiteX69" fmla="*/ 4398359 w 7225946"/>
                <a:gd name="connsiteY69" fmla="*/ 2840110 h 2930019"/>
                <a:gd name="connsiteX70" fmla="*/ 4404729 w 7225946"/>
                <a:gd name="connsiteY70" fmla="*/ 2840110 h 2930019"/>
                <a:gd name="connsiteX71" fmla="*/ 4411098 w 7225946"/>
                <a:gd name="connsiteY71" fmla="*/ 2840110 h 2930019"/>
                <a:gd name="connsiteX72" fmla="*/ 4411098 w 7225946"/>
                <a:gd name="connsiteY72" fmla="*/ 2788772 h 2930019"/>
                <a:gd name="connsiteX73" fmla="*/ 4438098 w 7225946"/>
                <a:gd name="connsiteY73" fmla="*/ 2840110 h 2930019"/>
                <a:gd name="connsiteX74" fmla="*/ 4444943 w 7225946"/>
                <a:gd name="connsiteY74" fmla="*/ 2840110 h 2930019"/>
                <a:gd name="connsiteX75" fmla="*/ 4451788 w 7225946"/>
                <a:gd name="connsiteY75" fmla="*/ 2840110 h 2930019"/>
                <a:gd name="connsiteX76" fmla="*/ 4451788 w 7225946"/>
                <a:gd name="connsiteY76" fmla="*/ 2768903 h 2930019"/>
                <a:gd name="connsiteX77" fmla="*/ 4445324 w 7225946"/>
                <a:gd name="connsiteY77" fmla="*/ 2768903 h 2930019"/>
                <a:gd name="connsiteX78" fmla="*/ 4438955 w 7225946"/>
                <a:gd name="connsiteY78" fmla="*/ 2768903 h 2930019"/>
                <a:gd name="connsiteX79" fmla="*/ 4438955 w 7225946"/>
                <a:gd name="connsiteY79" fmla="*/ 2818910 h 2930019"/>
                <a:gd name="connsiteX80" fmla="*/ 4412620 w 7225946"/>
                <a:gd name="connsiteY80" fmla="*/ 2768903 h 2930019"/>
                <a:gd name="connsiteX81" fmla="*/ 4405490 w 7225946"/>
                <a:gd name="connsiteY81" fmla="*/ 2768903 h 2930019"/>
                <a:gd name="connsiteX82" fmla="*/ 4328956 w 7225946"/>
                <a:gd name="connsiteY82" fmla="*/ 2768903 h 2930019"/>
                <a:gd name="connsiteX83" fmla="*/ 4328956 w 7225946"/>
                <a:gd name="connsiteY83" fmla="*/ 2840110 h 2930019"/>
                <a:gd name="connsiteX84" fmla="*/ 4335801 w 7225946"/>
                <a:gd name="connsiteY84" fmla="*/ 2840110 h 2930019"/>
                <a:gd name="connsiteX85" fmla="*/ 4342552 w 7225946"/>
                <a:gd name="connsiteY85" fmla="*/ 2840110 h 2930019"/>
                <a:gd name="connsiteX86" fmla="*/ 4342552 w 7225946"/>
                <a:gd name="connsiteY86" fmla="*/ 2807882 h 2930019"/>
                <a:gd name="connsiteX87" fmla="*/ 4368220 w 7225946"/>
                <a:gd name="connsiteY87" fmla="*/ 2807882 h 2930019"/>
                <a:gd name="connsiteX88" fmla="*/ 4368220 w 7225946"/>
                <a:gd name="connsiteY88" fmla="*/ 2840110 h 2930019"/>
                <a:gd name="connsiteX89" fmla="*/ 4375065 w 7225946"/>
                <a:gd name="connsiteY89" fmla="*/ 2840110 h 2930019"/>
                <a:gd name="connsiteX90" fmla="*/ 4381910 w 7225946"/>
                <a:gd name="connsiteY90" fmla="*/ 2840110 h 2930019"/>
                <a:gd name="connsiteX91" fmla="*/ 4381910 w 7225946"/>
                <a:gd name="connsiteY91" fmla="*/ 2768903 h 2930019"/>
                <a:gd name="connsiteX92" fmla="*/ 4375065 w 7225946"/>
                <a:gd name="connsiteY92" fmla="*/ 2768903 h 2930019"/>
                <a:gd name="connsiteX93" fmla="*/ 4368220 w 7225946"/>
                <a:gd name="connsiteY93" fmla="*/ 2768903 h 2930019"/>
                <a:gd name="connsiteX94" fmla="*/ 4368220 w 7225946"/>
                <a:gd name="connsiteY94" fmla="*/ 2795617 h 2930019"/>
                <a:gd name="connsiteX95" fmla="*/ 4342552 w 7225946"/>
                <a:gd name="connsiteY95" fmla="*/ 2795617 h 2930019"/>
                <a:gd name="connsiteX96" fmla="*/ 4342552 w 7225946"/>
                <a:gd name="connsiteY96" fmla="*/ 2768903 h 2930019"/>
                <a:gd name="connsiteX97" fmla="*/ 4335707 w 7225946"/>
                <a:gd name="connsiteY97" fmla="*/ 2768903 h 2930019"/>
                <a:gd name="connsiteX98" fmla="*/ 4195289 w 7225946"/>
                <a:gd name="connsiteY98" fmla="*/ 2768903 h 2930019"/>
                <a:gd name="connsiteX99" fmla="*/ 4195289 w 7225946"/>
                <a:gd name="connsiteY99" fmla="*/ 2840110 h 2930019"/>
                <a:gd name="connsiteX100" fmla="*/ 4245011 w 7225946"/>
                <a:gd name="connsiteY100" fmla="*/ 2840110 h 2930019"/>
                <a:gd name="connsiteX101" fmla="*/ 4245011 w 7225946"/>
                <a:gd name="connsiteY101" fmla="*/ 2833836 h 2930019"/>
                <a:gd name="connsiteX102" fmla="*/ 4245011 w 7225946"/>
                <a:gd name="connsiteY102" fmla="*/ 2827466 h 2930019"/>
                <a:gd name="connsiteX103" fmla="*/ 4208979 w 7225946"/>
                <a:gd name="connsiteY103" fmla="*/ 2827466 h 2930019"/>
                <a:gd name="connsiteX104" fmla="*/ 4208979 w 7225946"/>
                <a:gd name="connsiteY104" fmla="*/ 2808927 h 2930019"/>
                <a:gd name="connsiteX105" fmla="*/ 4241018 w 7225946"/>
                <a:gd name="connsiteY105" fmla="*/ 2808927 h 2930019"/>
                <a:gd name="connsiteX106" fmla="*/ 4241018 w 7225946"/>
                <a:gd name="connsiteY106" fmla="*/ 2802748 h 2930019"/>
                <a:gd name="connsiteX107" fmla="*/ 4241018 w 7225946"/>
                <a:gd name="connsiteY107" fmla="*/ 2796663 h 2930019"/>
                <a:gd name="connsiteX108" fmla="*/ 4208979 w 7225946"/>
                <a:gd name="connsiteY108" fmla="*/ 2796663 h 2930019"/>
                <a:gd name="connsiteX109" fmla="*/ 4208979 w 7225946"/>
                <a:gd name="connsiteY109" fmla="*/ 2781547 h 2930019"/>
                <a:gd name="connsiteX110" fmla="*/ 4243490 w 7225946"/>
                <a:gd name="connsiteY110" fmla="*/ 2781547 h 2930019"/>
                <a:gd name="connsiteX111" fmla="*/ 4243490 w 7225946"/>
                <a:gd name="connsiteY111" fmla="*/ 2775177 h 2930019"/>
                <a:gd name="connsiteX112" fmla="*/ 4243490 w 7225946"/>
                <a:gd name="connsiteY112" fmla="*/ 2768903 h 2930019"/>
                <a:gd name="connsiteX113" fmla="*/ 4130165 w 7225946"/>
                <a:gd name="connsiteY113" fmla="*/ 2768903 h 2930019"/>
                <a:gd name="connsiteX114" fmla="*/ 4130165 w 7225946"/>
                <a:gd name="connsiteY114" fmla="*/ 2775273 h 2930019"/>
                <a:gd name="connsiteX115" fmla="*/ 4130165 w 7225946"/>
                <a:gd name="connsiteY115" fmla="*/ 2781547 h 2930019"/>
                <a:gd name="connsiteX116" fmla="*/ 4150035 w 7225946"/>
                <a:gd name="connsiteY116" fmla="*/ 2781547 h 2930019"/>
                <a:gd name="connsiteX117" fmla="*/ 4150035 w 7225946"/>
                <a:gd name="connsiteY117" fmla="*/ 2840110 h 2930019"/>
                <a:gd name="connsiteX118" fmla="*/ 4156880 w 7225946"/>
                <a:gd name="connsiteY118" fmla="*/ 2840110 h 2930019"/>
                <a:gd name="connsiteX119" fmla="*/ 4163630 w 7225946"/>
                <a:gd name="connsiteY119" fmla="*/ 2840110 h 2930019"/>
                <a:gd name="connsiteX120" fmla="*/ 4163630 w 7225946"/>
                <a:gd name="connsiteY120" fmla="*/ 2781547 h 2930019"/>
                <a:gd name="connsiteX121" fmla="*/ 4183499 w 7225946"/>
                <a:gd name="connsiteY121" fmla="*/ 2781547 h 2930019"/>
                <a:gd name="connsiteX122" fmla="*/ 4183499 w 7225946"/>
                <a:gd name="connsiteY122" fmla="*/ 2775177 h 2930019"/>
                <a:gd name="connsiteX123" fmla="*/ 4183499 w 7225946"/>
                <a:gd name="connsiteY123" fmla="*/ 2768903 h 2930019"/>
                <a:gd name="connsiteX124" fmla="*/ 4047454 w 7225946"/>
                <a:gd name="connsiteY124" fmla="*/ 2768903 h 2930019"/>
                <a:gd name="connsiteX125" fmla="*/ 4047454 w 7225946"/>
                <a:gd name="connsiteY125" fmla="*/ 2840110 h 2930019"/>
                <a:gd name="connsiteX126" fmla="*/ 4054299 w 7225946"/>
                <a:gd name="connsiteY126" fmla="*/ 2840110 h 2930019"/>
                <a:gd name="connsiteX127" fmla="*/ 4061144 w 7225946"/>
                <a:gd name="connsiteY127" fmla="*/ 2840110 h 2930019"/>
                <a:gd name="connsiteX128" fmla="*/ 4061144 w 7225946"/>
                <a:gd name="connsiteY128" fmla="*/ 2809973 h 2930019"/>
                <a:gd name="connsiteX129" fmla="*/ 4089856 w 7225946"/>
                <a:gd name="connsiteY129" fmla="*/ 2809973 h 2930019"/>
                <a:gd name="connsiteX130" fmla="*/ 4089856 w 7225946"/>
                <a:gd name="connsiteY130" fmla="*/ 2803889 h 2930019"/>
                <a:gd name="connsiteX131" fmla="*/ 4089856 w 7225946"/>
                <a:gd name="connsiteY131" fmla="*/ 2797710 h 2930019"/>
                <a:gd name="connsiteX132" fmla="*/ 4061144 w 7225946"/>
                <a:gd name="connsiteY132" fmla="*/ 2797710 h 2930019"/>
                <a:gd name="connsiteX133" fmla="*/ 4061144 w 7225946"/>
                <a:gd name="connsiteY133" fmla="*/ 2781547 h 2930019"/>
                <a:gd name="connsiteX134" fmla="*/ 4094038 w 7225946"/>
                <a:gd name="connsiteY134" fmla="*/ 2781547 h 2930019"/>
                <a:gd name="connsiteX135" fmla="*/ 4094038 w 7225946"/>
                <a:gd name="connsiteY135" fmla="*/ 2775177 h 2930019"/>
                <a:gd name="connsiteX136" fmla="*/ 4094038 w 7225946"/>
                <a:gd name="connsiteY136" fmla="*/ 2768903 h 2930019"/>
                <a:gd name="connsiteX137" fmla="*/ 3879181 w 7225946"/>
                <a:gd name="connsiteY137" fmla="*/ 2768903 h 2930019"/>
                <a:gd name="connsiteX138" fmla="*/ 3879181 w 7225946"/>
                <a:gd name="connsiteY138" fmla="*/ 2840110 h 2930019"/>
                <a:gd name="connsiteX139" fmla="*/ 3928998 w 7225946"/>
                <a:gd name="connsiteY139" fmla="*/ 2840110 h 2930019"/>
                <a:gd name="connsiteX140" fmla="*/ 3928998 w 7225946"/>
                <a:gd name="connsiteY140" fmla="*/ 2833836 h 2930019"/>
                <a:gd name="connsiteX141" fmla="*/ 3928998 w 7225946"/>
                <a:gd name="connsiteY141" fmla="*/ 2827466 h 2930019"/>
                <a:gd name="connsiteX142" fmla="*/ 3892871 w 7225946"/>
                <a:gd name="connsiteY142" fmla="*/ 2827466 h 2930019"/>
                <a:gd name="connsiteX143" fmla="*/ 3892871 w 7225946"/>
                <a:gd name="connsiteY143" fmla="*/ 2808927 h 2930019"/>
                <a:gd name="connsiteX144" fmla="*/ 3924910 w 7225946"/>
                <a:gd name="connsiteY144" fmla="*/ 2808927 h 2930019"/>
                <a:gd name="connsiteX145" fmla="*/ 3924910 w 7225946"/>
                <a:gd name="connsiteY145" fmla="*/ 2802748 h 2930019"/>
                <a:gd name="connsiteX146" fmla="*/ 3924910 w 7225946"/>
                <a:gd name="connsiteY146" fmla="*/ 2796663 h 2930019"/>
                <a:gd name="connsiteX147" fmla="*/ 3892871 w 7225946"/>
                <a:gd name="connsiteY147" fmla="*/ 2796663 h 2930019"/>
                <a:gd name="connsiteX148" fmla="*/ 3892871 w 7225946"/>
                <a:gd name="connsiteY148" fmla="*/ 2781547 h 2930019"/>
                <a:gd name="connsiteX149" fmla="*/ 3927477 w 7225946"/>
                <a:gd name="connsiteY149" fmla="*/ 2781547 h 2930019"/>
                <a:gd name="connsiteX150" fmla="*/ 3927477 w 7225946"/>
                <a:gd name="connsiteY150" fmla="*/ 2775177 h 2930019"/>
                <a:gd name="connsiteX151" fmla="*/ 3927477 w 7225946"/>
                <a:gd name="connsiteY151" fmla="*/ 2768903 h 2930019"/>
                <a:gd name="connsiteX152" fmla="*/ 3814153 w 7225946"/>
                <a:gd name="connsiteY152" fmla="*/ 2768903 h 2930019"/>
                <a:gd name="connsiteX153" fmla="*/ 3814153 w 7225946"/>
                <a:gd name="connsiteY153" fmla="*/ 2775273 h 2930019"/>
                <a:gd name="connsiteX154" fmla="*/ 3814153 w 7225946"/>
                <a:gd name="connsiteY154" fmla="*/ 2781547 h 2930019"/>
                <a:gd name="connsiteX155" fmla="*/ 3833928 w 7225946"/>
                <a:gd name="connsiteY155" fmla="*/ 2781547 h 2930019"/>
                <a:gd name="connsiteX156" fmla="*/ 3833928 w 7225946"/>
                <a:gd name="connsiteY156" fmla="*/ 2840110 h 2930019"/>
                <a:gd name="connsiteX157" fmla="*/ 3840773 w 7225946"/>
                <a:gd name="connsiteY157" fmla="*/ 2840110 h 2930019"/>
                <a:gd name="connsiteX158" fmla="*/ 3847618 w 7225946"/>
                <a:gd name="connsiteY158" fmla="*/ 2840110 h 2930019"/>
                <a:gd name="connsiteX159" fmla="*/ 3847618 w 7225946"/>
                <a:gd name="connsiteY159" fmla="*/ 2781547 h 2930019"/>
                <a:gd name="connsiteX160" fmla="*/ 3867392 w 7225946"/>
                <a:gd name="connsiteY160" fmla="*/ 2781547 h 2930019"/>
                <a:gd name="connsiteX161" fmla="*/ 3867392 w 7225946"/>
                <a:gd name="connsiteY161" fmla="*/ 2775177 h 2930019"/>
                <a:gd name="connsiteX162" fmla="*/ 3867392 w 7225946"/>
                <a:gd name="connsiteY162" fmla="*/ 2768903 h 2930019"/>
                <a:gd name="connsiteX163" fmla="*/ 3685142 w 7225946"/>
                <a:gd name="connsiteY163" fmla="*/ 2768903 h 2930019"/>
                <a:gd name="connsiteX164" fmla="*/ 3685142 w 7225946"/>
                <a:gd name="connsiteY164" fmla="*/ 2775273 h 2930019"/>
                <a:gd name="connsiteX165" fmla="*/ 3685142 w 7225946"/>
                <a:gd name="connsiteY165" fmla="*/ 2781547 h 2930019"/>
                <a:gd name="connsiteX166" fmla="*/ 3704917 w 7225946"/>
                <a:gd name="connsiteY166" fmla="*/ 2781547 h 2930019"/>
                <a:gd name="connsiteX167" fmla="*/ 3704917 w 7225946"/>
                <a:gd name="connsiteY167" fmla="*/ 2840110 h 2930019"/>
                <a:gd name="connsiteX168" fmla="*/ 3711762 w 7225946"/>
                <a:gd name="connsiteY168" fmla="*/ 2840110 h 2930019"/>
                <a:gd name="connsiteX169" fmla="*/ 3718607 w 7225946"/>
                <a:gd name="connsiteY169" fmla="*/ 2840110 h 2930019"/>
                <a:gd name="connsiteX170" fmla="*/ 3718607 w 7225946"/>
                <a:gd name="connsiteY170" fmla="*/ 2781547 h 2930019"/>
                <a:gd name="connsiteX171" fmla="*/ 3738381 w 7225946"/>
                <a:gd name="connsiteY171" fmla="*/ 2781547 h 2930019"/>
                <a:gd name="connsiteX172" fmla="*/ 3738381 w 7225946"/>
                <a:gd name="connsiteY172" fmla="*/ 2775177 h 2930019"/>
                <a:gd name="connsiteX173" fmla="*/ 3738381 w 7225946"/>
                <a:gd name="connsiteY173" fmla="*/ 2768903 h 2930019"/>
                <a:gd name="connsiteX174" fmla="*/ 3660614 w 7225946"/>
                <a:gd name="connsiteY174" fmla="*/ 2768903 h 2930019"/>
                <a:gd name="connsiteX175" fmla="*/ 3660614 w 7225946"/>
                <a:gd name="connsiteY175" fmla="*/ 2840110 h 2930019"/>
                <a:gd name="connsiteX176" fmla="*/ 3667554 w 7225946"/>
                <a:gd name="connsiteY176" fmla="*/ 2840110 h 2930019"/>
                <a:gd name="connsiteX177" fmla="*/ 3674304 w 7225946"/>
                <a:gd name="connsiteY177" fmla="*/ 2840110 h 2930019"/>
                <a:gd name="connsiteX178" fmla="*/ 3674304 w 7225946"/>
                <a:gd name="connsiteY178" fmla="*/ 2768903 h 2930019"/>
                <a:gd name="connsiteX179" fmla="*/ 3667459 w 7225946"/>
                <a:gd name="connsiteY179" fmla="*/ 2768903 h 2930019"/>
                <a:gd name="connsiteX180" fmla="*/ 3596727 w 7225946"/>
                <a:gd name="connsiteY180" fmla="*/ 2768903 h 2930019"/>
                <a:gd name="connsiteX181" fmla="*/ 3596727 w 7225946"/>
                <a:gd name="connsiteY181" fmla="*/ 2775273 h 2930019"/>
                <a:gd name="connsiteX182" fmla="*/ 3596727 w 7225946"/>
                <a:gd name="connsiteY182" fmla="*/ 2781547 h 2930019"/>
                <a:gd name="connsiteX183" fmla="*/ 3616502 w 7225946"/>
                <a:gd name="connsiteY183" fmla="*/ 2781547 h 2930019"/>
                <a:gd name="connsiteX184" fmla="*/ 3616502 w 7225946"/>
                <a:gd name="connsiteY184" fmla="*/ 2840110 h 2930019"/>
                <a:gd name="connsiteX185" fmla="*/ 3623347 w 7225946"/>
                <a:gd name="connsiteY185" fmla="*/ 2840110 h 2930019"/>
                <a:gd name="connsiteX186" fmla="*/ 3630192 w 7225946"/>
                <a:gd name="connsiteY186" fmla="*/ 2840110 h 2930019"/>
                <a:gd name="connsiteX187" fmla="*/ 3630192 w 7225946"/>
                <a:gd name="connsiteY187" fmla="*/ 2781547 h 2930019"/>
                <a:gd name="connsiteX188" fmla="*/ 3649966 w 7225946"/>
                <a:gd name="connsiteY188" fmla="*/ 2781547 h 2930019"/>
                <a:gd name="connsiteX189" fmla="*/ 3649966 w 7225946"/>
                <a:gd name="connsiteY189" fmla="*/ 2775177 h 2930019"/>
                <a:gd name="connsiteX190" fmla="*/ 3649966 w 7225946"/>
                <a:gd name="connsiteY190" fmla="*/ 2768903 h 2930019"/>
                <a:gd name="connsiteX191" fmla="*/ 3467526 w 7225946"/>
                <a:gd name="connsiteY191" fmla="*/ 2768903 h 2930019"/>
                <a:gd name="connsiteX192" fmla="*/ 3467526 w 7225946"/>
                <a:gd name="connsiteY192" fmla="*/ 2840110 h 2930019"/>
                <a:gd name="connsiteX193" fmla="*/ 3473991 w 7225946"/>
                <a:gd name="connsiteY193" fmla="*/ 2840110 h 2930019"/>
                <a:gd name="connsiteX194" fmla="*/ 3480361 w 7225946"/>
                <a:gd name="connsiteY194" fmla="*/ 2840110 h 2930019"/>
                <a:gd name="connsiteX195" fmla="*/ 3480361 w 7225946"/>
                <a:gd name="connsiteY195" fmla="*/ 2788772 h 2930019"/>
                <a:gd name="connsiteX196" fmla="*/ 3507361 w 7225946"/>
                <a:gd name="connsiteY196" fmla="*/ 2840110 h 2930019"/>
                <a:gd name="connsiteX197" fmla="*/ 3514206 w 7225946"/>
                <a:gd name="connsiteY197" fmla="*/ 2840110 h 2930019"/>
                <a:gd name="connsiteX198" fmla="*/ 3521051 w 7225946"/>
                <a:gd name="connsiteY198" fmla="*/ 2840110 h 2930019"/>
                <a:gd name="connsiteX199" fmla="*/ 3521051 w 7225946"/>
                <a:gd name="connsiteY199" fmla="*/ 2768903 h 2930019"/>
                <a:gd name="connsiteX200" fmla="*/ 3514586 w 7225946"/>
                <a:gd name="connsiteY200" fmla="*/ 2768903 h 2930019"/>
                <a:gd name="connsiteX201" fmla="*/ 3508216 w 7225946"/>
                <a:gd name="connsiteY201" fmla="*/ 2768903 h 2930019"/>
                <a:gd name="connsiteX202" fmla="*/ 3508216 w 7225946"/>
                <a:gd name="connsiteY202" fmla="*/ 2818910 h 2930019"/>
                <a:gd name="connsiteX203" fmla="*/ 3481882 w 7225946"/>
                <a:gd name="connsiteY203" fmla="*/ 2768903 h 2930019"/>
                <a:gd name="connsiteX204" fmla="*/ 3474752 w 7225946"/>
                <a:gd name="connsiteY204" fmla="*/ 2768903 h 2930019"/>
                <a:gd name="connsiteX205" fmla="*/ 3438150 w 7225946"/>
                <a:gd name="connsiteY205" fmla="*/ 2768903 h 2930019"/>
                <a:gd name="connsiteX206" fmla="*/ 3438150 w 7225946"/>
                <a:gd name="connsiteY206" fmla="*/ 2840110 h 2930019"/>
                <a:gd name="connsiteX207" fmla="*/ 3444995 w 7225946"/>
                <a:gd name="connsiteY207" fmla="*/ 2840110 h 2930019"/>
                <a:gd name="connsiteX208" fmla="*/ 3451840 w 7225946"/>
                <a:gd name="connsiteY208" fmla="*/ 2840110 h 2930019"/>
                <a:gd name="connsiteX209" fmla="*/ 3451840 w 7225946"/>
                <a:gd name="connsiteY209" fmla="*/ 2768903 h 2930019"/>
                <a:gd name="connsiteX210" fmla="*/ 3444900 w 7225946"/>
                <a:gd name="connsiteY210" fmla="*/ 2768903 h 2930019"/>
                <a:gd name="connsiteX211" fmla="*/ 3265312 w 7225946"/>
                <a:gd name="connsiteY211" fmla="*/ 2768903 h 2930019"/>
                <a:gd name="connsiteX212" fmla="*/ 3265312 w 7225946"/>
                <a:gd name="connsiteY212" fmla="*/ 2840110 h 2930019"/>
                <a:gd name="connsiteX213" fmla="*/ 3271682 w 7225946"/>
                <a:gd name="connsiteY213" fmla="*/ 2840110 h 2930019"/>
                <a:gd name="connsiteX214" fmla="*/ 3278051 w 7225946"/>
                <a:gd name="connsiteY214" fmla="*/ 2840110 h 2930019"/>
                <a:gd name="connsiteX215" fmla="*/ 3278051 w 7225946"/>
                <a:gd name="connsiteY215" fmla="*/ 2788772 h 2930019"/>
                <a:gd name="connsiteX216" fmla="*/ 3305052 w 7225946"/>
                <a:gd name="connsiteY216" fmla="*/ 2840110 h 2930019"/>
                <a:gd name="connsiteX217" fmla="*/ 3311897 w 7225946"/>
                <a:gd name="connsiteY217" fmla="*/ 2840110 h 2930019"/>
                <a:gd name="connsiteX218" fmla="*/ 3318741 w 7225946"/>
                <a:gd name="connsiteY218" fmla="*/ 2840110 h 2930019"/>
                <a:gd name="connsiteX219" fmla="*/ 3318741 w 7225946"/>
                <a:gd name="connsiteY219" fmla="*/ 2768903 h 2930019"/>
                <a:gd name="connsiteX220" fmla="*/ 3312276 w 7225946"/>
                <a:gd name="connsiteY220" fmla="*/ 2768903 h 2930019"/>
                <a:gd name="connsiteX221" fmla="*/ 3305908 w 7225946"/>
                <a:gd name="connsiteY221" fmla="*/ 2768903 h 2930019"/>
                <a:gd name="connsiteX222" fmla="*/ 3305908 w 7225946"/>
                <a:gd name="connsiteY222" fmla="*/ 2818910 h 2930019"/>
                <a:gd name="connsiteX223" fmla="*/ 3279668 w 7225946"/>
                <a:gd name="connsiteY223" fmla="*/ 2768903 h 2930019"/>
                <a:gd name="connsiteX224" fmla="*/ 3272443 w 7225946"/>
                <a:gd name="connsiteY224" fmla="*/ 2768903 h 2930019"/>
                <a:gd name="connsiteX225" fmla="*/ 3235841 w 7225946"/>
                <a:gd name="connsiteY225" fmla="*/ 2768903 h 2930019"/>
                <a:gd name="connsiteX226" fmla="*/ 3235841 w 7225946"/>
                <a:gd name="connsiteY226" fmla="*/ 2840110 h 2930019"/>
                <a:gd name="connsiteX227" fmla="*/ 3242686 w 7225946"/>
                <a:gd name="connsiteY227" fmla="*/ 2840110 h 2930019"/>
                <a:gd name="connsiteX228" fmla="*/ 3249531 w 7225946"/>
                <a:gd name="connsiteY228" fmla="*/ 2840110 h 2930019"/>
                <a:gd name="connsiteX229" fmla="*/ 3249531 w 7225946"/>
                <a:gd name="connsiteY229" fmla="*/ 2768903 h 2930019"/>
                <a:gd name="connsiteX230" fmla="*/ 3242686 w 7225946"/>
                <a:gd name="connsiteY230" fmla="*/ 2768903 h 2930019"/>
                <a:gd name="connsiteX231" fmla="*/ 3152368 w 7225946"/>
                <a:gd name="connsiteY231" fmla="*/ 2768903 h 2930019"/>
                <a:gd name="connsiteX232" fmla="*/ 3152368 w 7225946"/>
                <a:gd name="connsiteY232" fmla="*/ 2840110 h 2930019"/>
                <a:gd name="connsiteX233" fmla="*/ 3159308 w 7225946"/>
                <a:gd name="connsiteY233" fmla="*/ 2840110 h 2930019"/>
                <a:gd name="connsiteX234" fmla="*/ 3166058 w 7225946"/>
                <a:gd name="connsiteY234" fmla="*/ 2840110 h 2930019"/>
                <a:gd name="connsiteX235" fmla="*/ 3166058 w 7225946"/>
                <a:gd name="connsiteY235" fmla="*/ 2768903 h 2930019"/>
                <a:gd name="connsiteX236" fmla="*/ 3159213 w 7225946"/>
                <a:gd name="connsiteY236" fmla="*/ 2768903 h 2930019"/>
                <a:gd name="connsiteX237" fmla="*/ 3088956 w 7225946"/>
                <a:gd name="connsiteY237" fmla="*/ 2768903 h 2930019"/>
                <a:gd name="connsiteX238" fmla="*/ 3088956 w 7225946"/>
                <a:gd name="connsiteY238" fmla="*/ 2840110 h 2930019"/>
                <a:gd name="connsiteX239" fmla="*/ 3138678 w 7225946"/>
                <a:gd name="connsiteY239" fmla="*/ 2840110 h 2930019"/>
                <a:gd name="connsiteX240" fmla="*/ 3138678 w 7225946"/>
                <a:gd name="connsiteY240" fmla="*/ 2833836 h 2930019"/>
                <a:gd name="connsiteX241" fmla="*/ 3138678 w 7225946"/>
                <a:gd name="connsiteY241" fmla="*/ 2827466 h 2930019"/>
                <a:gd name="connsiteX242" fmla="*/ 3102646 w 7225946"/>
                <a:gd name="connsiteY242" fmla="*/ 2827466 h 2930019"/>
                <a:gd name="connsiteX243" fmla="*/ 3102646 w 7225946"/>
                <a:gd name="connsiteY243" fmla="*/ 2808927 h 2930019"/>
                <a:gd name="connsiteX244" fmla="*/ 3134685 w 7225946"/>
                <a:gd name="connsiteY244" fmla="*/ 2808927 h 2930019"/>
                <a:gd name="connsiteX245" fmla="*/ 3134685 w 7225946"/>
                <a:gd name="connsiteY245" fmla="*/ 2802748 h 2930019"/>
                <a:gd name="connsiteX246" fmla="*/ 3134685 w 7225946"/>
                <a:gd name="connsiteY246" fmla="*/ 2796663 h 2930019"/>
                <a:gd name="connsiteX247" fmla="*/ 3102646 w 7225946"/>
                <a:gd name="connsiteY247" fmla="*/ 2796663 h 2930019"/>
                <a:gd name="connsiteX248" fmla="*/ 3102646 w 7225946"/>
                <a:gd name="connsiteY248" fmla="*/ 2781547 h 2930019"/>
                <a:gd name="connsiteX249" fmla="*/ 3137157 w 7225946"/>
                <a:gd name="connsiteY249" fmla="*/ 2781547 h 2930019"/>
                <a:gd name="connsiteX250" fmla="*/ 3137157 w 7225946"/>
                <a:gd name="connsiteY250" fmla="*/ 2775177 h 2930019"/>
                <a:gd name="connsiteX251" fmla="*/ 3137157 w 7225946"/>
                <a:gd name="connsiteY251" fmla="*/ 2768903 h 2930019"/>
                <a:gd name="connsiteX252" fmla="*/ 3205815 w 7225946"/>
                <a:gd name="connsiteY252" fmla="*/ 2768767 h 2930019"/>
                <a:gd name="connsiteX253" fmla="*/ 3205815 w 7225946"/>
                <a:gd name="connsiteY253" fmla="*/ 2820296 h 2930019"/>
                <a:gd name="connsiteX254" fmla="*/ 3204008 w 7225946"/>
                <a:gd name="connsiteY254" fmla="*/ 2827711 h 2930019"/>
                <a:gd name="connsiteX255" fmla="*/ 3198209 w 7225946"/>
                <a:gd name="connsiteY255" fmla="*/ 2829992 h 2930019"/>
                <a:gd name="connsiteX256" fmla="*/ 3192030 w 7225946"/>
                <a:gd name="connsiteY256" fmla="*/ 2826855 h 2930019"/>
                <a:gd name="connsiteX257" fmla="*/ 3190223 w 7225946"/>
                <a:gd name="connsiteY257" fmla="*/ 2817348 h 2930019"/>
                <a:gd name="connsiteX258" fmla="*/ 3190223 w 7225946"/>
                <a:gd name="connsiteY258" fmla="*/ 2813070 h 2930019"/>
                <a:gd name="connsiteX259" fmla="*/ 3177199 w 7225946"/>
                <a:gd name="connsiteY259" fmla="*/ 2813070 h 2930019"/>
                <a:gd name="connsiteX260" fmla="*/ 3177199 w 7225946"/>
                <a:gd name="connsiteY260" fmla="*/ 2816777 h 2930019"/>
                <a:gd name="connsiteX261" fmla="*/ 3182047 w 7225946"/>
                <a:gd name="connsiteY261" fmla="*/ 2835791 h 2930019"/>
                <a:gd name="connsiteX262" fmla="*/ 3198304 w 7225946"/>
                <a:gd name="connsiteY262" fmla="*/ 2841972 h 2930019"/>
                <a:gd name="connsiteX263" fmla="*/ 3214086 w 7225946"/>
                <a:gd name="connsiteY263" fmla="*/ 2836362 h 2930019"/>
                <a:gd name="connsiteX264" fmla="*/ 3219410 w 7225946"/>
                <a:gd name="connsiteY264" fmla="*/ 2820010 h 2930019"/>
                <a:gd name="connsiteX265" fmla="*/ 3219410 w 7225946"/>
                <a:gd name="connsiteY265" fmla="*/ 2768767 h 2930019"/>
                <a:gd name="connsiteX266" fmla="*/ 3019002 w 7225946"/>
                <a:gd name="connsiteY266" fmla="*/ 2768767 h 2930019"/>
                <a:gd name="connsiteX267" fmla="*/ 3019287 w 7225946"/>
                <a:gd name="connsiteY267" fmla="*/ 2839975 h 2930019"/>
                <a:gd name="connsiteX268" fmla="*/ 3049044 w 7225946"/>
                <a:gd name="connsiteY268" fmla="*/ 2839975 h 2930019"/>
                <a:gd name="connsiteX269" fmla="*/ 3067203 w 7225946"/>
                <a:gd name="connsiteY269" fmla="*/ 2834270 h 2930019"/>
                <a:gd name="connsiteX270" fmla="*/ 3073477 w 7225946"/>
                <a:gd name="connsiteY270" fmla="*/ 2817728 h 2930019"/>
                <a:gd name="connsiteX271" fmla="*/ 3067203 w 7225946"/>
                <a:gd name="connsiteY271" fmla="*/ 2804038 h 2930019"/>
                <a:gd name="connsiteX272" fmla="*/ 3063020 w 7225946"/>
                <a:gd name="connsiteY272" fmla="*/ 2801661 h 2930019"/>
                <a:gd name="connsiteX273" fmla="*/ 3065206 w 7225946"/>
                <a:gd name="connsiteY273" fmla="*/ 2800235 h 2930019"/>
                <a:gd name="connsiteX274" fmla="*/ 3071291 w 7225946"/>
                <a:gd name="connsiteY274" fmla="*/ 2786830 h 2930019"/>
                <a:gd name="connsiteX275" fmla="*/ 3065871 w 7225946"/>
                <a:gd name="connsiteY275" fmla="*/ 2773520 h 2930019"/>
                <a:gd name="connsiteX276" fmla="*/ 3051040 w 7225946"/>
                <a:gd name="connsiteY276" fmla="*/ 2768767 h 2930019"/>
                <a:gd name="connsiteX277" fmla="*/ 3749141 w 7225946"/>
                <a:gd name="connsiteY277" fmla="*/ 2768672 h 2930019"/>
                <a:gd name="connsiteX278" fmla="*/ 3749141 w 7225946"/>
                <a:gd name="connsiteY278" fmla="*/ 2813071 h 2930019"/>
                <a:gd name="connsiteX279" fmla="*/ 3755700 w 7225946"/>
                <a:gd name="connsiteY279" fmla="*/ 2834842 h 2930019"/>
                <a:gd name="connsiteX280" fmla="*/ 3775664 w 7225946"/>
                <a:gd name="connsiteY280" fmla="*/ 2841878 h 2930019"/>
                <a:gd name="connsiteX281" fmla="*/ 3795914 w 7225946"/>
                <a:gd name="connsiteY281" fmla="*/ 2835127 h 2930019"/>
                <a:gd name="connsiteX282" fmla="*/ 3802094 w 7225946"/>
                <a:gd name="connsiteY282" fmla="*/ 2813071 h 2930019"/>
                <a:gd name="connsiteX283" fmla="*/ 3802094 w 7225946"/>
                <a:gd name="connsiteY283" fmla="*/ 2768672 h 2930019"/>
                <a:gd name="connsiteX284" fmla="*/ 3788024 w 7225946"/>
                <a:gd name="connsiteY284" fmla="*/ 2768672 h 2930019"/>
                <a:gd name="connsiteX285" fmla="*/ 3788024 w 7225946"/>
                <a:gd name="connsiteY285" fmla="*/ 2813546 h 2930019"/>
                <a:gd name="connsiteX286" fmla="*/ 3785077 w 7225946"/>
                <a:gd name="connsiteY286" fmla="*/ 2825335 h 2930019"/>
                <a:gd name="connsiteX287" fmla="*/ 3775570 w 7225946"/>
                <a:gd name="connsiteY287" fmla="*/ 2828852 h 2930019"/>
                <a:gd name="connsiteX288" fmla="*/ 3766063 w 7225946"/>
                <a:gd name="connsiteY288" fmla="*/ 2825049 h 2930019"/>
                <a:gd name="connsiteX289" fmla="*/ 3762831 w 7225946"/>
                <a:gd name="connsiteY289" fmla="*/ 2813546 h 2930019"/>
                <a:gd name="connsiteX290" fmla="*/ 3762831 w 7225946"/>
                <a:gd name="connsiteY290" fmla="*/ 2768672 h 2930019"/>
                <a:gd name="connsiteX291" fmla="*/ 4629154 w 7225946"/>
                <a:gd name="connsiteY291" fmla="*/ 2767102 h 2930019"/>
                <a:gd name="connsiteX292" fmla="*/ 4607909 w 7225946"/>
                <a:gd name="connsiteY292" fmla="*/ 2777323 h 2930019"/>
                <a:gd name="connsiteX293" fmla="*/ 4599352 w 7225946"/>
                <a:gd name="connsiteY293" fmla="*/ 2804989 h 2930019"/>
                <a:gd name="connsiteX294" fmla="*/ 4607909 w 7225946"/>
                <a:gd name="connsiteY294" fmla="*/ 2832083 h 2930019"/>
                <a:gd name="connsiteX295" fmla="*/ 4609767 w 7225946"/>
                <a:gd name="connsiteY295" fmla="*/ 2833942 h 2930019"/>
                <a:gd name="connsiteX296" fmla="*/ 4653827 w 7225946"/>
                <a:gd name="connsiteY296" fmla="*/ 2832083 h 2930019"/>
                <a:gd name="connsiteX297" fmla="*/ 4662384 w 7225946"/>
                <a:gd name="connsiteY297" fmla="*/ 2804989 h 2930019"/>
                <a:gd name="connsiteX298" fmla="*/ 4653827 w 7225946"/>
                <a:gd name="connsiteY298" fmla="*/ 2777323 h 2930019"/>
                <a:gd name="connsiteX299" fmla="*/ 4651403 w 7225946"/>
                <a:gd name="connsiteY299" fmla="*/ 2774898 h 2930019"/>
                <a:gd name="connsiteX300" fmla="*/ 4629154 w 7225946"/>
                <a:gd name="connsiteY300" fmla="*/ 2767102 h 2930019"/>
                <a:gd name="connsiteX301" fmla="*/ 4495087 w 7225946"/>
                <a:gd name="connsiteY301" fmla="*/ 2767095 h 2930019"/>
                <a:gd name="connsiteX302" fmla="*/ 4473765 w 7225946"/>
                <a:gd name="connsiteY302" fmla="*/ 2777323 h 2930019"/>
                <a:gd name="connsiteX303" fmla="*/ 4465304 w 7225946"/>
                <a:gd name="connsiteY303" fmla="*/ 2804989 h 2930019"/>
                <a:gd name="connsiteX304" fmla="*/ 4473765 w 7225946"/>
                <a:gd name="connsiteY304" fmla="*/ 2832084 h 2930019"/>
                <a:gd name="connsiteX305" fmla="*/ 4473766 w 7225946"/>
                <a:gd name="connsiteY305" fmla="*/ 2832084 h 2930019"/>
                <a:gd name="connsiteX306" fmla="*/ 4475583 w 7225946"/>
                <a:gd name="connsiteY306" fmla="*/ 2833901 h 2930019"/>
                <a:gd name="connsiteX307" fmla="*/ 4519779 w 7225946"/>
                <a:gd name="connsiteY307" fmla="*/ 2832084 h 2930019"/>
                <a:gd name="connsiteX308" fmla="*/ 4528241 w 7225946"/>
                <a:gd name="connsiteY308" fmla="*/ 2804989 h 2930019"/>
                <a:gd name="connsiteX309" fmla="*/ 4519779 w 7225946"/>
                <a:gd name="connsiteY309" fmla="*/ 2777323 h 2930019"/>
                <a:gd name="connsiteX310" fmla="*/ 4517397 w 7225946"/>
                <a:gd name="connsiteY310" fmla="*/ 2774940 h 2930019"/>
                <a:gd name="connsiteX311" fmla="*/ 4495087 w 7225946"/>
                <a:gd name="connsiteY311" fmla="*/ 2767095 h 2930019"/>
                <a:gd name="connsiteX312" fmla="*/ 3999296 w 7225946"/>
                <a:gd name="connsiteY312" fmla="*/ 2767095 h 2930019"/>
                <a:gd name="connsiteX313" fmla="*/ 3977974 w 7225946"/>
                <a:gd name="connsiteY313" fmla="*/ 2777323 h 2930019"/>
                <a:gd name="connsiteX314" fmla="*/ 3969513 w 7225946"/>
                <a:gd name="connsiteY314" fmla="*/ 2804989 h 2930019"/>
                <a:gd name="connsiteX315" fmla="*/ 3977974 w 7225946"/>
                <a:gd name="connsiteY315" fmla="*/ 2832084 h 2930019"/>
                <a:gd name="connsiteX316" fmla="*/ 3977975 w 7225946"/>
                <a:gd name="connsiteY316" fmla="*/ 2832084 h 2930019"/>
                <a:gd name="connsiteX317" fmla="*/ 3979792 w 7225946"/>
                <a:gd name="connsiteY317" fmla="*/ 2833901 h 2930019"/>
                <a:gd name="connsiteX318" fmla="*/ 4023988 w 7225946"/>
                <a:gd name="connsiteY318" fmla="*/ 2832084 h 2930019"/>
                <a:gd name="connsiteX319" fmla="*/ 4032450 w 7225946"/>
                <a:gd name="connsiteY319" fmla="*/ 2804989 h 2930019"/>
                <a:gd name="connsiteX320" fmla="*/ 4023988 w 7225946"/>
                <a:gd name="connsiteY320" fmla="*/ 2777323 h 2930019"/>
                <a:gd name="connsiteX321" fmla="*/ 4021606 w 7225946"/>
                <a:gd name="connsiteY321" fmla="*/ 2774940 h 2930019"/>
                <a:gd name="connsiteX322" fmla="*/ 3999296 w 7225946"/>
                <a:gd name="connsiteY322" fmla="*/ 2767095 h 2930019"/>
                <a:gd name="connsiteX323" fmla="*/ 4706117 w 7225946"/>
                <a:gd name="connsiteY323" fmla="*/ 2767055 h 2930019"/>
                <a:gd name="connsiteX324" fmla="*/ 4682445 w 7225946"/>
                <a:gd name="connsiteY324" fmla="*/ 2777323 h 2930019"/>
                <a:gd name="connsiteX325" fmla="*/ 4682445 w 7225946"/>
                <a:gd name="connsiteY325" fmla="*/ 2832083 h 2930019"/>
                <a:gd name="connsiteX326" fmla="*/ 4705262 w 7225946"/>
                <a:gd name="connsiteY326" fmla="*/ 2841590 h 2930019"/>
                <a:gd name="connsiteX327" fmla="*/ 4705262 w 7225946"/>
                <a:gd name="connsiteY327" fmla="*/ 2842161 h 2930019"/>
                <a:gd name="connsiteX328" fmla="*/ 4724276 w 7225946"/>
                <a:gd name="connsiteY328" fmla="*/ 2832083 h 2930019"/>
                <a:gd name="connsiteX329" fmla="*/ 4724466 w 7225946"/>
                <a:gd name="connsiteY329" fmla="*/ 2830373 h 2930019"/>
                <a:gd name="connsiteX330" fmla="*/ 4725797 w 7225946"/>
                <a:gd name="connsiteY330" fmla="*/ 2839880 h 2930019"/>
                <a:gd name="connsiteX331" fmla="*/ 4735304 w 7225946"/>
                <a:gd name="connsiteY331" fmla="*/ 2839880 h 2930019"/>
                <a:gd name="connsiteX332" fmla="*/ 4735304 w 7225946"/>
                <a:gd name="connsiteY332" fmla="*/ 2801852 h 2930019"/>
                <a:gd name="connsiteX333" fmla="*/ 4707829 w 7225946"/>
                <a:gd name="connsiteY333" fmla="*/ 2801852 h 2930019"/>
                <a:gd name="connsiteX334" fmla="*/ 4707829 w 7225946"/>
                <a:gd name="connsiteY334" fmla="*/ 2814115 h 2930019"/>
                <a:gd name="connsiteX335" fmla="*/ 4723230 w 7225946"/>
                <a:gd name="connsiteY335" fmla="*/ 2814115 h 2930019"/>
                <a:gd name="connsiteX336" fmla="*/ 4719618 w 7225946"/>
                <a:gd name="connsiteY336" fmla="*/ 2822862 h 2930019"/>
                <a:gd name="connsiteX337" fmla="*/ 4707259 w 7225946"/>
                <a:gd name="connsiteY337" fmla="*/ 2829516 h 2930019"/>
                <a:gd name="connsiteX338" fmla="*/ 4693093 w 7225946"/>
                <a:gd name="connsiteY338" fmla="*/ 2823146 h 2930019"/>
                <a:gd name="connsiteX339" fmla="*/ 4693093 w 7225946"/>
                <a:gd name="connsiteY339" fmla="*/ 2786069 h 2930019"/>
                <a:gd name="connsiteX340" fmla="*/ 4707068 w 7225946"/>
                <a:gd name="connsiteY340" fmla="*/ 2779415 h 2930019"/>
                <a:gd name="connsiteX341" fmla="*/ 4716575 w 7225946"/>
                <a:gd name="connsiteY341" fmla="*/ 2782932 h 2930019"/>
                <a:gd name="connsiteX342" fmla="*/ 4721424 w 7225946"/>
                <a:gd name="connsiteY342" fmla="*/ 2791013 h 2930019"/>
                <a:gd name="connsiteX343" fmla="*/ 4734829 w 7225946"/>
                <a:gd name="connsiteY343" fmla="*/ 2791013 h 2930019"/>
                <a:gd name="connsiteX344" fmla="*/ 4725797 w 7225946"/>
                <a:gd name="connsiteY344" fmla="*/ 2773520 h 2930019"/>
                <a:gd name="connsiteX345" fmla="*/ 4706117 w 7225946"/>
                <a:gd name="connsiteY345" fmla="*/ 2767055 h 2930019"/>
                <a:gd name="connsiteX346" fmla="*/ 4287523 w 7225946"/>
                <a:gd name="connsiteY346" fmla="*/ 2766866 h 2930019"/>
                <a:gd name="connsiteX347" fmla="*/ 4265561 w 7225946"/>
                <a:gd name="connsiteY347" fmla="*/ 2777134 h 2930019"/>
                <a:gd name="connsiteX348" fmla="*/ 4257386 w 7225946"/>
                <a:gd name="connsiteY348" fmla="*/ 2804799 h 2930019"/>
                <a:gd name="connsiteX349" fmla="*/ 4265561 w 7225946"/>
                <a:gd name="connsiteY349" fmla="*/ 2831894 h 2930019"/>
                <a:gd name="connsiteX350" fmla="*/ 4287523 w 7225946"/>
                <a:gd name="connsiteY350" fmla="*/ 2841971 h 2930019"/>
                <a:gd name="connsiteX351" fmla="*/ 4306537 w 7225946"/>
                <a:gd name="connsiteY351" fmla="*/ 2834651 h 2930019"/>
                <a:gd name="connsiteX352" fmla="*/ 4315474 w 7225946"/>
                <a:gd name="connsiteY352" fmla="*/ 2815066 h 2930019"/>
                <a:gd name="connsiteX353" fmla="*/ 4302829 w 7225946"/>
                <a:gd name="connsiteY353" fmla="*/ 2814686 h 2930019"/>
                <a:gd name="connsiteX354" fmla="*/ 4298266 w 7225946"/>
                <a:gd name="connsiteY354" fmla="*/ 2824859 h 2930019"/>
                <a:gd name="connsiteX355" fmla="*/ 4296631 w 7225946"/>
                <a:gd name="connsiteY355" fmla="*/ 2826140 h 2930019"/>
                <a:gd name="connsiteX356" fmla="*/ 4276305 w 7225946"/>
                <a:gd name="connsiteY356" fmla="*/ 2822197 h 2930019"/>
                <a:gd name="connsiteX357" fmla="*/ 4272026 w 7225946"/>
                <a:gd name="connsiteY357" fmla="*/ 2804324 h 2930019"/>
                <a:gd name="connsiteX358" fmla="*/ 4276305 w 7225946"/>
                <a:gd name="connsiteY358" fmla="*/ 2785975 h 2930019"/>
                <a:gd name="connsiteX359" fmla="*/ 4288283 w 7225946"/>
                <a:gd name="connsiteY359" fmla="*/ 2779320 h 2930019"/>
                <a:gd name="connsiteX360" fmla="*/ 4297790 w 7225946"/>
                <a:gd name="connsiteY360" fmla="*/ 2782742 h 2930019"/>
                <a:gd name="connsiteX361" fmla="*/ 4302354 w 7225946"/>
                <a:gd name="connsiteY361" fmla="*/ 2792249 h 2930019"/>
                <a:gd name="connsiteX362" fmla="*/ 4316044 w 7225946"/>
                <a:gd name="connsiteY362" fmla="*/ 2792249 h 2930019"/>
                <a:gd name="connsiteX363" fmla="*/ 4306537 w 7225946"/>
                <a:gd name="connsiteY363" fmla="*/ 2773711 h 2930019"/>
                <a:gd name="connsiteX364" fmla="*/ 4287523 w 7225946"/>
                <a:gd name="connsiteY364" fmla="*/ 2766866 h 2930019"/>
                <a:gd name="connsiteX365" fmla="*/ 3561280 w 7225946"/>
                <a:gd name="connsiteY365" fmla="*/ 2766865 h 2930019"/>
                <a:gd name="connsiteX366" fmla="*/ 3542266 w 7225946"/>
                <a:gd name="connsiteY366" fmla="*/ 2772950 h 2930019"/>
                <a:gd name="connsiteX367" fmla="*/ 3535327 w 7225946"/>
                <a:gd name="connsiteY367" fmla="*/ 2789398 h 2930019"/>
                <a:gd name="connsiteX368" fmla="*/ 3540556 w 7225946"/>
                <a:gd name="connsiteY368" fmla="*/ 2802992 h 2930019"/>
                <a:gd name="connsiteX369" fmla="*/ 3561375 w 7225946"/>
                <a:gd name="connsiteY369" fmla="*/ 2811169 h 2930019"/>
                <a:gd name="connsiteX370" fmla="*/ 3572499 w 7225946"/>
                <a:gd name="connsiteY370" fmla="*/ 2815066 h 2930019"/>
                <a:gd name="connsiteX371" fmla="*/ 3575161 w 7225946"/>
                <a:gd name="connsiteY371" fmla="*/ 2821056 h 2930019"/>
                <a:gd name="connsiteX372" fmla="*/ 3571453 w 7225946"/>
                <a:gd name="connsiteY372" fmla="*/ 2827426 h 2930019"/>
                <a:gd name="connsiteX373" fmla="*/ 3561185 w 7225946"/>
                <a:gd name="connsiteY373" fmla="*/ 2829708 h 2930019"/>
                <a:gd name="connsiteX374" fmla="*/ 3551679 w 7225946"/>
                <a:gd name="connsiteY374" fmla="*/ 2826665 h 2930019"/>
                <a:gd name="connsiteX375" fmla="*/ 3547876 w 7225946"/>
                <a:gd name="connsiteY375" fmla="*/ 2817919 h 2930019"/>
                <a:gd name="connsiteX376" fmla="*/ 3534661 w 7225946"/>
                <a:gd name="connsiteY376" fmla="*/ 2817918 h 2930019"/>
                <a:gd name="connsiteX377" fmla="*/ 3542172 w 7225946"/>
                <a:gd name="connsiteY377" fmla="*/ 2835696 h 2930019"/>
                <a:gd name="connsiteX378" fmla="*/ 3561185 w 7225946"/>
                <a:gd name="connsiteY378" fmla="*/ 2841971 h 2930019"/>
                <a:gd name="connsiteX379" fmla="*/ 3580864 w 7225946"/>
                <a:gd name="connsiteY379" fmla="*/ 2836077 h 2930019"/>
                <a:gd name="connsiteX380" fmla="*/ 3588090 w 7225946"/>
                <a:gd name="connsiteY380" fmla="*/ 2820105 h 2930019"/>
                <a:gd name="connsiteX381" fmla="*/ 3583336 w 7225946"/>
                <a:gd name="connsiteY381" fmla="*/ 2805654 h 2930019"/>
                <a:gd name="connsiteX382" fmla="*/ 3564322 w 7225946"/>
                <a:gd name="connsiteY382" fmla="*/ 2797573 h 2930019"/>
                <a:gd name="connsiteX383" fmla="*/ 3551393 w 7225946"/>
                <a:gd name="connsiteY383" fmla="*/ 2793485 h 2930019"/>
                <a:gd name="connsiteX384" fmla="*/ 3548351 w 7225946"/>
                <a:gd name="connsiteY384" fmla="*/ 2788541 h 2930019"/>
                <a:gd name="connsiteX385" fmla="*/ 3551298 w 7225946"/>
                <a:gd name="connsiteY385" fmla="*/ 2781601 h 2930019"/>
                <a:gd name="connsiteX386" fmla="*/ 3559379 w 7225946"/>
                <a:gd name="connsiteY386" fmla="*/ 2779130 h 2930019"/>
                <a:gd name="connsiteX387" fmla="*/ 3568886 w 7225946"/>
                <a:gd name="connsiteY387" fmla="*/ 2782077 h 2930019"/>
                <a:gd name="connsiteX388" fmla="*/ 3572974 w 7225946"/>
                <a:gd name="connsiteY388" fmla="*/ 2790158 h 2930019"/>
                <a:gd name="connsiteX389" fmla="*/ 3586854 w 7225946"/>
                <a:gd name="connsiteY389" fmla="*/ 2790158 h 2930019"/>
                <a:gd name="connsiteX390" fmla="*/ 3579249 w 7225946"/>
                <a:gd name="connsiteY390" fmla="*/ 2773140 h 2930019"/>
                <a:gd name="connsiteX391" fmla="*/ 3561280 w 7225946"/>
                <a:gd name="connsiteY391" fmla="*/ 2766865 h 2930019"/>
                <a:gd name="connsiteX392" fmla="*/ 3361528 w 7225946"/>
                <a:gd name="connsiteY392" fmla="*/ 2766605 h 2930019"/>
                <a:gd name="connsiteX393" fmla="*/ 3340624 w 7225946"/>
                <a:gd name="connsiteY393" fmla="*/ 2776754 h 2930019"/>
                <a:gd name="connsiteX394" fmla="*/ 3340624 w 7225946"/>
                <a:gd name="connsiteY394" fmla="*/ 2831514 h 2930019"/>
                <a:gd name="connsiteX395" fmla="*/ 3362789 w 7225946"/>
                <a:gd name="connsiteY395" fmla="*/ 2841344 h 2930019"/>
                <a:gd name="connsiteX396" fmla="*/ 3362681 w 7225946"/>
                <a:gd name="connsiteY396" fmla="*/ 2841402 h 2930019"/>
                <a:gd name="connsiteX397" fmla="*/ 3363346 w 7225946"/>
                <a:gd name="connsiteY397" fmla="*/ 2841591 h 2930019"/>
                <a:gd name="connsiteX398" fmla="*/ 3362789 w 7225946"/>
                <a:gd name="connsiteY398" fmla="*/ 2841344 h 2930019"/>
                <a:gd name="connsiteX399" fmla="*/ 3381695 w 7225946"/>
                <a:gd name="connsiteY399" fmla="*/ 2831324 h 2930019"/>
                <a:gd name="connsiteX400" fmla="*/ 3382454 w 7225946"/>
                <a:gd name="connsiteY400" fmla="*/ 2830183 h 2930019"/>
                <a:gd name="connsiteX401" fmla="*/ 3383786 w 7225946"/>
                <a:gd name="connsiteY401" fmla="*/ 2839690 h 2930019"/>
                <a:gd name="connsiteX402" fmla="*/ 3393293 w 7225946"/>
                <a:gd name="connsiteY402" fmla="*/ 2839690 h 2930019"/>
                <a:gd name="connsiteX403" fmla="*/ 3393293 w 7225946"/>
                <a:gd name="connsiteY403" fmla="*/ 2801662 h 2930019"/>
                <a:gd name="connsiteX404" fmla="*/ 3365533 w 7225946"/>
                <a:gd name="connsiteY404" fmla="*/ 2801662 h 2930019"/>
                <a:gd name="connsiteX405" fmla="*/ 3365533 w 7225946"/>
                <a:gd name="connsiteY405" fmla="*/ 2813927 h 2930019"/>
                <a:gd name="connsiteX406" fmla="*/ 3380933 w 7225946"/>
                <a:gd name="connsiteY406" fmla="*/ 2813927 h 2930019"/>
                <a:gd name="connsiteX407" fmla="*/ 3377321 w 7225946"/>
                <a:gd name="connsiteY407" fmla="*/ 2822673 h 2930019"/>
                <a:gd name="connsiteX408" fmla="*/ 3364962 w 7225946"/>
                <a:gd name="connsiteY408" fmla="*/ 2829328 h 2930019"/>
                <a:gd name="connsiteX409" fmla="*/ 3350796 w 7225946"/>
                <a:gd name="connsiteY409" fmla="*/ 2822958 h 2930019"/>
                <a:gd name="connsiteX410" fmla="*/ 3345948 w 7225946"/>
                <a:gd name="connsiteY410" fmla="*/ 2804514 h 2930019"/>
                <a:gd name="connsiteX411" fmla="*/ 3350987 w 7225946"/>
                <a:gd name="connsiteY411" fmla="*/ 2785500 h 2930019"/>
                <a:gd name="connsiteX412" fmla="*/ 3364962 w 7225946"/>
                <a:gd name="connsiteY412" fmla="*/ 2778845 h 2930019"/>
                <a:gd name="connsiteX413" fmla="*/ 3374469 w 7225946"/>
                <a:gd name="connsiteY413" fmla="*/ 2782363 h 2930019"/>
                <a:gd name="connsiteX414" fmla="*/ 3379223 w 7225946"/>
                <a:gd name="connsiteY414" fmla="*/ 2790444 h 2930019"/>
                <a:gd name="connsiteX415" fmla="*/ 3392913 w 7225946"/>
                <a:gd name="connsiteY415" fmla="*/ 2790444 h 2930019"/>
                <a:gd name="connsiteX416" fmla="*/ 3383881 w 7225946"/>
                <a:gd name="connsiteY416" fmla="*/ 2772951 h 2930019"/>
                <a:gd name="connsiteX417" fmla="*/ 3361528 w 7225946"/>
                <a:gd name="connsiteY417" fmla="*/ 2766605 h 2930019"/>
                <a:gd name="connsiteX418" fmla="*/ 2419021 w 7225946"/>
                <a:gd name="connsiteY418" fmla="*/ 2750289 h 2930019"/>
                <a:gd name="connsiteX419" fmla="*/ 2448774 w 7225946"/>
                <a:gd name="connsiteY419" fmla="*/ 2783479 h 2930019"/>
                <a:gd name="connsiteX420" fmla="*/ 2635882 w 7225946"/>
                <a:gd name="connsiteY420" fmla="*/ 2817842 h 2930019"/>
                <a:gd name="connsiteX421" fmla="*/ 2623856 w 7225946"/>
                <a:gd name="connsiteY421" fmla="*/ 2865948 h 2930019"/>
                <a:gd name="connsiteX422" fmla="*/ 2665762 w 7225946"/>
                <a:gd name="connsiteY422" fmla="*/ 2875001 h 2930019"/>
                <a:gd name="connsiteX423" fmla="*/ 2707667 w 7225946"/>
                <a:gd name="connsiteY423" fmla="*/ 2865948 h 2930019"/>
                <a:gd name="connsiteX424" fmla="*/ 2695640 w 7225946"/>
                <a:gd name="connsiteY424" fmla="*/ 2817842 h 2930019"/>
                <a:gd name="connsiteX425" fmla="*/ 2883126 w 7225946"/>
                <a:gd name="connsiteY425" fmla="*/ 2783479 h 2930019"/>
                <a:gd name="connsiteX426" fmla="*/ 2912879 w 7225946"/>
                <a:gd name="connsiteY426" fmla="*/ 2750289 h 2930019"/>
                <a:gd name="connsiteX427" fmla="*/ 2865609 w 7225946"/>
                <a:gd name="connsiteY427" fmla="*/ 2757790 h 2930019"/>
                <a:gd name="connsiteX428" fmla="*/ 2865442 w 7225946"/>
                <a:gd name="connsiteY428" fmla="*/ 2757832 h 2930019"/>
                <a:gd name="connsiteX429" fmla="*/ 2751877 w 7225946"/>
                <a:gd name="connsiteY429" fmla="*/ 2756910 h 2930019"/>
                <a:gd name="connsiteX430" fmla="*/ 2735367 w 7225946"/>
                <a:gd name="connsiteY430" fmla="*/ 2759592 h 2930019"/>
                <a:gd name="connsiteX431" fmla="*/ 2699202 w 7225946"/>
                <a:gd name="connsiteY431" fmla="*/ 2763782 h 2930019"/>
                <a:gd name="connsiteX432" fmla="*/ 2710307 w 7225946"/>
                <a:gd name="connsiteY432" fmla="*/ 2808622 h 2930019"/>
                <a:gd name="connsiteX433" fmla="*/ 2665887 w 7225946"/>
                <a:gd name="connsiteY433" fmla="*/ 2816165 h 2930019"/>
                <a:gd name="connsiteX434" fmla="*/ 2621426 w 7225946"/>
                <a:gd name="connsiteY434" fmla="*/ 2808622 h 2930019"/>
                <a:gd name="connsiteX435" fmla="*/ 2632530 w 7225946"/>
                <a:gd name="connsiteY435" fmla="*/ 2763740 h 2930019"/>
                <a:gd name="connsiteX436" fmla="*/ 2596366 w 7225946"/>
                <a:gd name="connsiteY436" fmla="*/ 2759550 h 2930019"/>
                <a:gd name="connsiteX437" fmla="*/ 2579896 w 7225946"/>
                <a:gd name="connsiteY437" fmla="*/ 2756868 h 2930019"/>
                <a:gd name="connsiteX438" fmla="*/ 2466333 w 7225946"/>
                <a:gd name="connsiteY438" fmla="*/ 2757790 h 2930019"/>
                <a:gd name="connsiteX439" fmla="*/ 2419021 w 7225946"/>
                <a:gd name="connsiteY439" fmla="*/ 2750289 h 2930019"/>
                <a:gd name="connsiteX440" fmla="*/ 2446218 w 7225946"/>
                <a:gd name="connsiteY440" fmla="*/ 2691664 h 2930019"/>
                <a:gd name="connsiteX441" fmla="*/ 2471362 w 7225946"/>
                <a:gd name="connsiteY441" fmla="*/ 2716430 h 2930019"/>
                <a:gd name="connsiteX442" fmla="*/ 2507945 w 7225946"/>
                <a:gd name="connsiteY442" fmla="*/ 2733193 h 2930019"/>
                <a:gd name="connsiteX443" fmla="*/ 2596911 w 7225946"/>
                <a:gd name="connsiteY443" fmla="*/ 2752930 h 2930019"/>
                <a:gd name="connsiteX444" fmla="*/ 2636764 w 7225946"/>
                <a:gd name="connsiteY444" fmla="*/ 2757413 h 2930019"/>
                <a:gd name="connsiteX445" fmla="*/ 2640661 w 7225946"/>
                <a:gd name="connsiteY445" fmla="*/ 2757791 h 2930019"/>
                <a:gd name="connsiteX446" fmla="*/ 2629430 w 7225946"/>
                <a:gd name="connsiteY446" fmla="*/ 2803175 h 2930019"/>
                <a:gd name="connsiteX447" fmla="*/ 2665552 w 7225946"/>
                <a:gd name="connsiteY447" fmla="*/ 2809293 h 2930019"/>
                <a:gd name="connsiteX448" fmla="*/ 2701632 w 7225946"/>
                <a:gd name="connsiteY448" fmla="*/ 2803175 h 2930019"/>
                <a:gd name="connsiteX449" fmla="*/ 2690444 w 7225946"/>
                <a:gd name="connsiteY449" fmla="*/ 2757791 h 2930019"/>
                <a:gd name="connsiteX450" fmla="*/ 2694299 w 7225946"/>
                <a:gd name="connsiteY450" fmla="*/ 2757413 h 2930019"/>
                <a:gd name="connsiteX451" fmla="*/ 2734152 w 7225946"/>
                <a:gd name="connsiteY451" fmla="*/ 2752930 h 2930019"/>
                <a:gd name="connsiteX452" fmla="*/ 2823452 w 7225946"/>
                <a:gd name="connsiteY452" fmla="*/ 2733193 h 2930019"/>
                <a:gd name="connsiteX453" fmla="*/ 2860036 w 7225946"/>
                <a:gd name="connsiteY453" fmla="*/ 2716430 h 2930019"/>
                <a:gd name="connsiteX454" fmla="*/ 2885179 w 7225946"/>
                <a:gd name="connsiteY454" fmla="*/ 2691664 h 2930019"/>
                <a:gd name="connsiteX455" fmla="*/ 2858946 w 7225946"/>
                <a:gd name="connsiteY455" fmla="*/ 2694514 h 2930019"/>
                <a:gd name="connsiteX456" fmla="*/ 2858946 w 7225946"/>
                <a:gd name="connsiteY456" fmla="*/ 2694556 h 2930019"/>
                <a:gd name="connsiteX457" fmla="*/ 2836191 w 7225946"/>
                <a:gd name="connsiteY457" fmla="*/ 2694556 h 2930019"/>
                <a:gd name="connsiteX458" fmla="*/ 2810127 w 7225946"/>
                <a:gd name="connsiteY458" fmla="*/ 2694304 h 2930019"/>
                <a:gd name="connsiteX459" fmla="*/ 2770777 w 7225946"/>
                <a:gd name="connsiteY459" fmla="*/ 2695309 h 2930019"/>
                <a:gd name="connsiteX460" fmla="*/ 2728075 w 7225946"/>
                <a:gd name="connsiteY460" fmla="*/ 2705074 h 2930019"/>
                <a:gd name="connsiteX461" fmla="*/ 2698029 w 7225946"/>
                <a:gd name="connsiteY461" fmla="*/ 2707127 h 2930019"/>
                <a:gd name="connsiteX462" fmla="*/ 2708170 w 7225946"/>
                <a:gd name="connsiteY462" fmla="*/ 2750248 h 2930019"/>
                <a:gd name="connsiteX463" fmla="*/ 2665971 w 7225946"/>
                <a:gd name="connsiteY463" fmla="*/ 2755276 h 2930019"/>
                <a:gd name="connsiteX464" fmla="*/ 2665427 w 7225946"/>
                <a:gd name="connsiteY464" fmla="*/ 2755276 h 2930019"/>
                <a:gd name="connsiteX465" fmla="*/ 2664965 w 7225946"/>
                <a:gd name="connsiteY465" fmla="*/ 2755276 h 2930019"/>
                <a:gd name="connsiteX466" fmla="*/ 2623060 w 7225946"/>
                <a:gd name="connsiteY466" fmla="*/ 2750331 h 2930019"/>
                <a:gd name="connsiteX467" fmla="*/ 2633201 w 7225946"/>
                <a:gd name="connsiteY467" fmla="*/ 2707210 h 2930019"/>
                <a:gd name="connsiteX468" fmla="*/ 2603154 w 7225946"/>
                <a:gd name="connsiteY468" fmla="*/ 2705157 h 2930019"/>
                <a:gd name="connsiteX469" fmla="*/ 2560620 w 7225946"/>
                <a:gd name="connsiteY469" fmla="*/ 2695268 h 2930019"/>
                <a:gd name="connsiteX470" fmla="*/ 2521271 w 7225946"/>
                <a:gd name="connsiteY470" fmla="*/ 2694262 h 2930019"/>
                <a:gd name="connsiteX471" fmla="*/ 2495206 w 7225946"/>
                <a:gd name="connsiteY471" fmla="*/ 2694514 h 2930019"/>
                <a:gd name="connsiteX472" fmla="*/ 2472452 w 7225946"/>
                <a:gd name="connsiteY472" fmla="*/ 2694514 h 2930019"/>
                <a:gd name="connsiteX473" fmla="*/ 2446218 w 7225946"/>
                <a:gd name="connsiteY473" fmla="*/ 2691664 h 2930019"/>
                <a:gd name="connsiteX474" fmla="*/ 3376275 w 7225946"/>
                <a:gd name="connsiteY474" fmla="*/ 2651355 h 2930019"/>
                <a:gd name="connsiteX475" fmla="*/ 3368670 w 7225946"/>
                <a:gd name="connsiteY475" fmla="*/ 2655444 h 2930019"/>
                <a:gd name="connsiteX476" fmla="*/ 3358307 w 7225946"/>
                <a:gd name="connsiteY476" fmla="*/ 2673221 h 2930019"/>
                <a:gd name="connsiteX477" fmla="*/ 3354219 w 7225946"/>
                <a:gd name="connsiteY477" fmla="*/ 2681017 h 2930019"/>
                <a:gd name="connsiteX478" fmla="*/ 3356215 w 7225946"/>
                <a:gd name="connsiteY478" fmla="*/ 2687671 h 2930019"/>
                <a:gd name="connsiteX479" fmla="*/ 3354789 w 7225946"/>
                <a:gd name="connsiteY479" fmla="*/ 2696039 h 2930019"/>
                <a:gd name="connsiteX480" fmla="*/ 3368289 w 7225946"/>
                <a:gd name="connsiteY480" fmla="*/ 2707161 h 2930019"/>
                <a:gd name="connsiteX481" fmla="*/ 3379603 w 7225946"/>
                <a:gd name="connsiteY481" fmla="*/ 2702407 h 2930019"/>
                <a:gd name="connsiteX482" fmla="*/ 3388159 w 7225946"/>
                <a:gd name="connsiteY482" fmla="*/ 2701647 h 2930019"/>
                <a:gd name="connsiteX483" fmla="*/ 3395575 w 7225946"/>
                <a:gd name="connsiteY483" fmla="*/ 2696608 h 2930019"/>
                <a:gd name="connsiteX484" fmla="*/ 3399282 w 7225946"/>
                <a:gd name="connsiteY484" fmla="*/ 2686055 h 2930019"/>
                <a:gd name="connsiteX485" fmla="*/ 3404511 w 7225946"/>
                <a:gd name="connsiteY485" fmla="*/ 2682158 h 2930019"/>
                <a:gd name="connsiteX486" fmla="*/ 3409565 w 7225946"/>
                <a:gd name="connsiteY486" fmla="*/ 2676636 h 2930019"/>
                <a:gd name="connsiteX487" fmla="*/ 3409549 w 7225946"/>
                <a:gd name="connsiteY487" fmla="*/ 2676739 h 2930019"/>
                <a:gd name="connsiteX488" fmla="*/ 3409645 w 7225946"/>
                <a:gd name="connsiteY488" fmla="*/ 2676549 h 2930019"/>
                <a:gd name="connsiteX489" fmla="*/ 3409565 w 7225946"/>
                <a:gd name="connsiteY489" fmla="*/ 2676636 h 2930019"/>
                <a:gd name="connsiteX490" fmla="*/ 3410690 w 7225946"/>
                <a:gd name="connsiteY490" fmla="*/ 2669323 h 2930019"/>
                <a:gd name="connsiteX491" fmla="*/ 3411641 w 7225946"/>
                <a:gd name="connsiteY491" fmla="*/ 2662669 h 2930019"/>
                <a:gd name="connsiteX492" fmla="*/ 3407553 w 7225946"/>
                <a:gd name="connsiteY492" fmla="*/ 2660768 h 2930019"/>
                <a:gd name="connsiteX493" fmla="*/ 3395859 w 7225946"/>
                <a:gd name="connsiteY493" fmla="*/ 2660768 h 2930019"/>
                <a:gd name="connsiteX494" fmla="*/ 3385782 w 7225946"/>
                <a:gd name="connsiteY494" fmla="*/ 2663239 h 2930019"/>
                <a:gd name="connsiteX495" fmla="*/ 3376275 w 7225946"/>
                <a:gd name="connsiteY495" fmla="*/ 2651355 h 2930019"/>
                <a:gd name="connsiteX496" fmla="*/ 3503098 w 7225946"/>
                <a:gd name="connsiteY496" fmla="*/ 2627967 h 2930019"/>
                <a:gd name="connsiteX497" fmla="*/ 3500532 w 7225946"/>
                <a:gd name="connsiteY497" fmla="*/ 2638045 h 2930019"/>
                <a:gd name="connsiteX498" fmla="*/ 3499961 w 7225946"/>
                <a:gd name="connsiteY498" fmla="*/ 2644890 h 2930019"/>
                <a:gd name="connsiteX499" fmla="*/ 3502909 w 7225946"/>
                <a:gd name="connsiteY499" fmla="*/ 2656013 h 2930019"/>
                <a:gd name="connsiteX500" fmla="*/ 3507947 w 7225946"/>
                <a:gd name="connsiteY500" fmla="*/ 2665995 h 2930019"/>
                <a:gd name="connsiteX501" fmla="*/ 3514222 w 7225946"/>
                <a:gd name="connsiteY501" fmla="*/ 2677500 h 2930019"/>
                <a:gd name="connsiteX502" fmla="*/ 3514222 w 7225946"/>
                <a:gd name="connsiteY502" fmla="*/ 2686056 h 2930019"/>
                <a:gd name="connsiteX503" fmla="*/ 3520307 w 7225946"/>
                <a:gd name="connsiteY503" fmla="*/ 2692520 h 2930019"/>
                <a:gd name="connsiteX504" fmla="*/ 3528102 w 7225946"/>
                <a:gd name="connsiteY504" fmla="*/ 2688812 h 2930019"/>
                <a:gd name="connsiteX505" fmla="*/ 3535518 w 7225946"/>
                <a:gd name="connsiteY505" fmla="*/ 2688812 h 2930019"/>
                <a:gd name="connsiteX506" fmla="*/ 3544265 w 7225946"/>
                <a:gd name="connsiteY506" fmla="*/ 2685295 h 2930019"/>
                <a:gd name="connsiteX507" fmla="*/ 3549303 w 7225946"/>
                <a:gd name="connsiteY507" fmla="*/ 2679401 h 2930019"/>
                <a:gd name="connsiteX508" fmla="*/ 3553581 w 7225946"/>
                <a:gd name="connsiteY508" fmla="*/ 2670655 h 2930019"/>
                <a:gd name="connsiteX509" fmla="*/ 3559096 w 7225946"/>
                <a:gd name="connsiteY509" fmla="*/ 2663428 h 2930019"/>
                <a:gd name="connsiteX510" fmla="*/ 3559096 w 7225946"/>
                <a:gd name="connsiteY510" fmla="*/ 2655633 h 2930019"/>
                <a:gd name="connsiteX511" fmla="*/ 3555007 w 7225946"/>
                <a:gd name="connsiteY511" fmla="*/ 2649643 h 2930019"/>
                <a:gd name="connsiteX512" fmla="*/ 3555863 w 7225946"/>
                <a:gd name="connsiteY512" fmla="*/ 2649454 h 2930019"/>
                <a:gd name="connsiteX513" fmla="*/ 3540271 w 7225946"/>
                <a:gd name="connsiteY513" fmla="*/ 2635669 h 2930019"/>
                <a:gd name="connsiteX514" fmla="*/ 3533712 w 7225946"/>
                <a:gd name="connsiteY514" fmla="*/ 2636714 h 2930019"/>
                <a:gd name="connsiteX515" fmla="*/ 3526106 w 7225946"/>
                <a:gd name="connsiteY515" fmla="*/ 2634337 h 2930019"/>
                <a:gd name="connsiteX516" fmla="*/ 3518405 w 7225946"/>
                <a:gd name="connsiteY516" fmla="*/ 2633672 h 2930019"/>
                <a:gd name="connsiteX517" fmla="*/ 3510705 w 7225946"/>
                <a:gd name="connsiteY517" fmla="*/ 2629679 h 2930019"/>
                <a:gd name="connsiteX518" fmla="*/ 3503098 w 7225946"/>
                <a:gd name="connsiteY518" fmla="*/ 2627967 h 2930019"/>
                <a:gd name="connsiteX519" fmla="*/ 2859910 w 7225946"/>
                <a:gd name="connsiteY519" fmla="*/ 2626334 h 2930019"/>
                <a:gd name="connsiteX520" fmla="*/ 2833970 w 7225946"/>
                <a:gd name="connsiteY520" fmla="*/ 2629268 h 2930019"/>
                <a:gd name="connsiteX521" fmla="*/ 2834390 w 7225946"/>
                <a:gd name="connsiteY521" fmla="*/ 2629351 h 2930019"/>
                <a:gd name="connsiteX522" fmla="*/ 2824374 w 7225946"/>
                <a:gd name="connsiteY522" fmla="*/ 2629812 h 2930019"/>
                <a:gd name="connsiteX523" fmla="*/ 2777105 w 7225946"/>
                <a:gd name="connsiteY523" fmla="*/ 2632285 h 2930019"/>
                <a:gd name="connsiteX524" fmla="*/ 2771824 w 7225946"/>
                <a:gd name="connsiteY524" fmla="*/ 2635093 h 2930019"/>
                <a:gd name="connsiteX525" fmla="*/ 2718395 w 7225946"/>
                <a:gd name="connsiteY525" fmla="*/ 2652148 h 2930019"/>
                <a:gd name="connsiteX526" fmla="*/ 2708840 w 7225946"/>
                <a:gd name="connsiteY526" fmla="*/ 2652777 h 2930019"/>
                <a:gd name="connsiteX527" fmla="*/ 2697148 w 7225946"/>
                <a:gd name="connsiteY527" fmla="*/ 2652148 h 2930019"/>
                <a:gd name="connsiteX528" fmla="*/ 2706326 w 7225946"/>
                <a:gd name="connsiteY528" fmla="*/ 2690492 h 2930019"/>
                <a:gd name="connsiteX529" fmla="*/ 2665888 w 7225946"/>
                <a:gd name="connsiteY529" fmla="*/ 2693047 h 2930019"/>
                <a:gd name="connsiteX530" fmla="*/ 2625406 w 7225946"/>
                <a:gd name="connsiteY530" fmla="*/ 2690492 h 2930019"/>
                <a:gd name="connsiteX531" fmla="*/ 2634626 w 7225946"/>
                <a:gd name="connsiteY531" fmla="*/ 2652148 h 2930019"/>
                <a:gd name="connsiteX532" fmla="*/ 2622892 w 7225946"/>
                <a:gd name="connsiteY532" fmla="*/ 2652777 h 2930019"/>
                <a:gd name="connsiteX533" fmla="*/ 2613337 w 7225946"/>
                <a:gd name="connsiteY533" fmla="*/ 2652148 h 2930019"/>
                <a:gd name="connsiteX534" fmla="*/ 2559950 w 7225946"/>
                <a:gd name="connsiteY534" fmla="*/ 2635093 h 2930019"/>
                <a:gd name="connsiteX535" fmla="*/ 2554670 w 7225946"/>
                <a:gd name="connsiteY535" fmla="*/ 2632285 h 2930019"/>
                <a:gd name="connsiteX536" fmla="*/ 2507401 w 7225946"/>
                <a:gd name="connsiteY536" fmla="*/ 2629812 h 2930019"/>
                <a:gd name="connsiteX537" fmla="*/ 2497344 w 7225946"/>
                <a:gd name="connsiteY537" fmla="*/ 2629351 h 2930019"/>
                <a:gd name="connsiteX538" fmla="*/ 2471445 w 7225946"/>
                <a:gd name="connsiteY538" fmla="*/ 2626418 h 2930019"/>
                <a:gd name="connsiteX539" fmla="*/ 2496128 w 7225946"/>
                <a:gd name="connsiteY539" fmla="*/ 2653572 h 2930019"/>
                <a:gd name="connsiteX540" fmla="*/ 2532711 w 7225946"/>
                <a:gd name="connsiteY540" fmla="*/ 2677249 h 2930019"/>
                <a:gd name="connsiteX541" fmla="*/ 2604663 w 7225946"/>
                <a:gd name="connsiteY541" fmla="*/ 2698412 h 2930019"/>
                <a:gd name="connsiteX542" fmla="*/ 2635715 w 7225946"/>
                <a:gd name="connsiteY542" fmla="*/ 2700381 h 2930019"/>
                <a:gd name="connsiteX543" fmla="*/ 2642126 w 7225946"/>
                <a:gd name="connsiteY543" fmla="*/ 2700381 h 2930019"/>
                <a:gd name="connsiteX544" fmla="*/ 2631692 w 7225946"/>
                <a:gd name="connsiteY544" fmla="*/ 2744423 h 2930019"/>
                <a:gd name="connsiteX545" fmla="*/ 2665217 w 7225946"/>
                <a:gd name="connsiteY545" fmla="*/ 2748614 h 2930019"/>
                <a:gd name="connsiteX546" fmla="*/ 2665677 w 7225946"/>
                <a:gd name="connsiteY546" fmla="*/ 2748614 h 2930019"/>
                <a:gd name="connsiteX547" fmla="*/ 2666097 w 7225946"/>
                <a:gd name="connsiteY547" fmla="*/ 2748614 h 2930019"/>
                <a:gd name="connsiteX548" fmla="*/ 2699621 w 7225946"/>
                <a:gd name="connsiteY548" fmla="*/ 2744423 h 2930019"/>
                <a:gd name="connsiteX549" fmla="*/ 2689228 w 7225946"/>
                <a:gd name="connsiteY549" fmla="*/ 2700297 h 2930019"/>
                <a:gd name="connsiteX550" fmla="*/ 2695640 w 7225946"/>
                <a:gd name="connsiteY550" fmla="*/ 2700297 h 2930019"/>
                <a:gd name="connsiteX551" fmla="*/ 2726692 w 7225946"/>
                <a:gd name="connsiteY551" fmla="*/ 2698328 h 2930019"/>
                <a:gd name="connsiteX552" fmla="*/ 2798645 w 7225946"/>
                <a:gd name="connsiteY552" fmla="*/ 2677165 h 2930019"/>
                <a:gd name="connsiteX553" fmla="*/ 2835144 w 7225946"/>
                <a:gd name="connsiteY553" fmla="*/ 2653530 h 2930019"/>
                <a:gd name="connsiteX554" fmla="*/ 2859910 w 7225946"/>
                <a:gd name="connsiteY554" fmla="*/ 2626334 h 2930019"/>
                <a:gd name="connsiteX555" fmla="*/ 3475813 w 7225946"/>
                <a:gd name="connsiteY555" fmla="*/ 2572829 h 2930019"/>
                <a:gd name="connsiteX556" fmla="*/ 3473057 w 7225946"/>
                <a:gd name="connsiteY556" fmla="*/ 2580435 h 2930019"/>
                <a:gd name="connsiteX557" fmla="*/ 3464690 w 7225946"/>
                <a:gd name="connsiteY557" fmla="*/ 2587850 h 2930019"/>
                <a:gd name="connsiteX558" fmla="*/ 3454612 w 7225946"/>
                <a:gd name="connsiteY558" fmla="*/ 2595646 h 2930019"/>
                <a:gd name="connsiteX559" fmla="*/ 3443870 w 7225946"/>
                <a:gd name="connsiteY559" fmla="*/ 2598973 h 2930019"/>
                <a:gd name="connsiteX560" fmla="*/ 3437785 w 7225946"/>
                <a:gd name="connsiteY560" fmla="*/ 2592888 h 2930019"/>
                <a:gd name="connsiteX561" fmla="*/ 3442063 w 7225946"/>
                <a:gd name="connsiteY561" fmla="*/ 2585663 h 2930019"/>
                <a:gd name="connsiteX562" fmla="*/ 3456134 w 7225946"/>
                <a:gd name="connsiteY562" fmla="*/ 2579578 h 2930019"/>
                <a:gd name="connsiteX563" fmla="*/ 3461553 w 7225946"/>
                <a:gd name="connsiteY563" fmla="*/ 2576156 h 2930019"/>
                <a:gd name="connsiteX564" fmla="*/ 3468778 w 7225946"/>
                <a:gd name="connsiteY564" fmla="*/ 2573779 h 2930019"/>
                <a:gd name="connsiteX565" fmla="*/ 3475813 w 7225946"/>
                <a:gd name="connsiteY565" fmla="*/ 2572829 h 2930019"/>
                <a:gd name="connsiteX566" fmla="*/ 3809795 w 7225946"/>
                <a:gd name="connsiteY566" fmla="*/ 2557522 h 2930019"/>
                <a:gd name="connsiteX567" fmla="*/ 3812859 w 7225946"/>
                <a:gd name="connsiteY567" fmla="*/ 2560347 h 2930019"/>
                <a:gd name="connsiteX568" fmla="*/ 3812837 w 7225946"/>
                <a:gd name="connsiteY568" fmla="*/ 2560849 h 2930019"/>
                <a:gd name="connsiteX569" fmla="*/ 3806467 w 7225946"/>
                <a:gd name="connsiteY569" fmla="*/ 2571877 h 2930019"/>
                <a:gd name="connsiteX570" fmla="*/ 3806373 w 7225946"/>
                <a:gd name="connsiteY570" fmla="*/ 2571877 h 2930019"/>
                <a:gd name="connsiteX571" fmla="*/ 3796866 w 7225946"/>
                <a:gd name="connsiteY571" fmla="*/ 2570832 h 2930019"/>
                <a:gd name="connsiteX572" fmla="*/ 3796009 w 7225946"/>
                <a:gd name="connsiteY572" fmla="*/ 2565318 h 2930019"/>
                <a:gd name="connsiteX573" fmla="*/ 3798671 w 7225946"/>
                <a:gd name="connsiteY573" fmla="*/ 2559424 h 2930019"/>
                <a:gd name="connsiteX574" fmla="*/ 3809795 w 7225946"/>
                <a:gd name="connsiteY574" fmla="*/ 2557522 h 2930019"/>
                <a:gd name="connsiteX575" fmla="*/ 3843069 w 7225946"/>
                <a:gd name="connsiteY575" fmla="*/ 2547634 h 2930019"/>
                <a:gd name="connsiteX576" fmla="*/ 3848584 w 7225946"/>
                <a:gd name="connsiteY576" fmla="*/ 2549631 h 2930019"/>
                <a:gd name="connsiteX577" fmla="*/ 3848584 w 7225946"/>
                <a:gd name="connsiteY577" fmla="*/ 2556857 h 2930019"/>
                <a:gd name="connsiteX578" fmla="*/ 3848202 w 7225946"/>
                <a:gd name="connsiteY578" fmla="*/ 2556857 h 2930019"/>
                <a:gd name="connsiteX579" fmla="*/ 3838695 w 7225946"/>
                <a:gd name="connsiteY579" fmla="*/ 2563986 h 2930019"/>
                <a:gd name="connsiteX580" fmla="*/ 3833371 w 7225946"/>
                <a:gd name="connsiteY580" fmla="*/ 2559138 h 2930019"/>
                <a:gd name="connsiteX581" fmla="*/ 3834419 w 7225946"/>
                <a:gd name="connsiteY581" fmla="*/ 2550487 h 2930019"/>
                <a:gd name="connsiteX582" fmla="*/ 3843069 w 7225946"/>
                <a:gd name="connsiteY582" fmla="*/ 2547634 h 2930019"/>
                <a:gd name="connsiteX583" fmla="*/ 3495398 w 7225946"/>
                <a:gd name="connsiteY583" fmla="*/ 2536701 h 2930019"/>
                <a:gd name="connsiteX584" fmla="*/ 3489978 w 7225946"/>
                <a:gd name="connsiteY584" fmla="*/ 2538508 h 2930019"/>
                <a:gd name="connsiteX585" fmla="*/ 3485225 w 7225946"/>
                <a:gd name="connsiteY585" fmla="*/ 2540980 h 2930019"/>
                <a:gd name="connsiteX586" fmla="*/ 3479806 w 7225946"/>
                <a:gd name="connsiteY586" fmla="*/ 2544498 h 2930019"/>
                <a:gd name="connsiteX587" fmla="*/ 3470299 w 7225946"/>
                <a:gd name="connsiteY587" fmla="*/ 2548206 h 2930019"/>
                <a:gd name="connsiteX588" fmla="*/ 3463454 w 7225946"/>
                <a:gd name="connsiteY588" fmla="*/ 2550202 h 2930019"/>
                <a:gd name="connsiteX589" fmla="*/ 3454707 w 7225946"/>
                <a:gd name="connsiteY589" fmla="*/ 2553339 h 2930019"/>
                <a:gd name="connsiteX590" fmla="*/ 3442729 w 7225946"/>
                <a:gd name="connsiteY590" fmla="*/ 2556572 h 2930019"/>
                <a:gd name="connsiteX591" fmla="*/ 3426567 w 7225946"/>
                <a:gd name="connsiteY591" fmla="*/ 2561325 h 2930019"/>
                <a:gd name="connsiteX592" fmla="*/ 3422859 w 7225946"/>
                <a:gd name="connsiteY592" fmla="*/ 2556381 h 2930019"/>
                <a:gd name="connsiteX593" fmla="*/ 3415063 w 7225946"/>
                <a:gd name="connsiteY593" fmla="*/ 2552294 h 2930019"/>
                <a:gd name="connsiteX594" fmla="*/ 3406317 w 7225946"/>
                <a:gd name="connsiteY594" fmla="*/ 2556191 h 2930019"/>
                <a:gd name="connsiteX595" fmla="*/ 3396810 w 7225946"/>
                <a:gd name="connsiteY595" fmla="*/ 2573399 h 2930019"/>
                <a:gd name="connsiteX596" fmla="*/ 3397570 w 7225946"/>
                <a:gd name="connsiteY596" fmla="*/ 2588610 h 2930019"/>
                <a:gd name="connsiteX597" fmla="*/ 3400042 w 7225946"/>
                <a:gd name="connsiteY597" fmla="*/ 2603632 h 2930019"/>
                <a:gd name="connsiteX598" fmla="*/ 3402609 w 7225946"/>
                <a:gd name="connsiteY598" fmla="*/ 2615325 h 2930019"/>
                <a:gd name="connsiteX599" fmla="*/ 3403560 w 7225946"/>
                <a:gd name="connsiteY599" fmla="*/ 2623311 h 2930019"/>
                <a:gd name="connsiteX600" fmla="*/ 3405366 w 7225946"/>
                <a:gd name="connsiteY600" fmla="*/ 2627399 h 2930019"/>
                <a:gd name="connsiteX601" fmla="*/ 3407458 w 7225946"/>
                <a:gd name="connsiteY601" fmla="*/ 2635004 h 2930019"/>
                <a:gd name="connsiteX602" fmla="*/ 3411166 w 7225946"/>
                <a:gd name="connsiteY602" fmla="*/ 2638332 h 2930019"/>
                <a:gd name="connsiteX603" fmla="*/ 3421528 w 7225946"/>
                <a:gd name="connsiteY603" fmla="*/ 2639282 h 2930019"/>
                <a:gd name="connsiteX604" fmla="*/ 3427993 w 7225946"/>
                <a:gd name="connsiteY604" fmla="*/ 2638142 h 2930019"/>
                <a:gd name="connsiteX605" fmla="*/ 3436169 w 7225946"/>
                <a:gd name="connsiteY605" fmla="*/ 2640423 h 2930019"/>
                <a:gd name="connsiteX606" fmla="*/ 3438926 w 7225946"/>
                <a:gd name="connsiteY606" fmla="*/ 2645558 h 2930019"/>
                <a:gd name="connsiteX607" fmla="*/ 3437120 w 7225946"/>
                <a:gd name="connsiteY607" fmla="*/ 2660674 h 2930019"/>
                <a:gd name="connsiteX608" fmla="*/ 3437120 w 7225946"/>
                <a:gd name="connsiteY608" fmla="*/ 2671987 h 2930019"/>
                <a:gd name="connsiteX609" fmla="*/ 3437120 w 7225946"/>
                <a:gd name="connsiteY609" fmla="*/ 2680258 h 2930019"/>
                <a:gd name="connsiteX610" fmla="*/ 3426947 w 7225946"/>
                <a:gd name="connsiteY610" fmla="*/ 2692141 h 2930019"/>
                <a:gd name="connsiteX611" fmla="*/ 3414303 w 7225946"/>
                <a:gd name="connsiteY611" fmla="*/ 2687769 h 2930019"/>
                <a:gd name="connsiteX612" fmla="*/ 3405747 w 7225946"/>
                <a:gd name="connsiteY612" fmla="*/ 2691286 h 2930019"/>
                <a:gd name="connsiteX613" fmla="*/ 3419152 w 7225946"/>
                <a:gd name="connsiteY613" fmla="*/ 2704976 h 2930019"/>
                <a:gd name="connsiteX614" fmla="*/ 3423905 w 7225946"/>
                <a:gd name="connsiteY614" fmla="*/ 2713913 h 2930019"/>
                <a:gd name="connsiteX615" fmla="*/ 3432651 w 7225946"/>
                <a:gd name="connsiteY615" fmla="*/ 2718191 h 2930019"/>
                <a:gd name="connsiteX616" fmla="*/ 3437880 w 7225946"/>
                <a:gd name="connsiteY616" fmla="*/ 2722280 h 2930019"/>
                <a:gd name="connsiteX617" fmla="*/ 3444536 w 7225946"/>
                <a:gd name="connsiteY617" fmla="*/ 2725226 h 2930019"/>
                <a:gd name="connsiteX618" fmla="*/ 3448813 w 7225946"/>
                <a:gd name="connsiteY618" fmla="*/ 2728173 h 2930019"/>
                <a:gd name="connsiteX619" fmla="*/ 3458320 w 7225946"/>
                <a:gd name="connsiteY619" fmla="*/ 2723325 h 2930019"/>
                <a:gd name="connsiteX620" fmla="*/ 3468493 w 7225946"/>
                <a:gd name="connsiteY620" fmla="*/ 2713153 h 2930019"/>
                <a:gd name="connsiteX621" fmla="*/ 3478000 w 7225946"/>
                <a:gd name="connsiteY621" fmla="*/ 2698892 h 2930019"/>
                <a:gd name="connsiteX622" fmla="*/ 3478000 w 7225946"/>
                <a:gd name="connsiteY622" fmla="*/ 2648600 h 2930019"/>
                <a:gd name="connsiteX623" fmla="*/ 3476194 w 7225946"/>
                <a:gd name="connsiteY623" fmla="*/ 2637286 h 2930019"/>
                <a:gd name="connsiteX624" fmla="*/ 3481707 w 7225946"/>
                <a:gd name="connsiteY624" fmla="*/ 2631107 h 2930019"/>
                <a:gd name="connsiteX625" fmla="*/ 3487506 w 7225946"/>
                <a:gd name="connsiteY625" fmla="*/ 2630346 h 2930019"/>
                <a:gd name="connsiteX626" fmla="*/ 3495302 w 7225946"/>
                <a:gd name="connsiteY626" fmla="*/ 2620364 h 2930019"/>
                <a:gd name="connsiteX627" fmla="*/ 3513081 w 7225946"/>
                <a:gd name="connsiteY627" fmla="*/ 2589371 h 2930019"/>
                <a:gd name="connsiteX628" fmla="*/ 3518499 w 7225946"/>
                <a:gd name="connsiteY628" fmla="*/ 2579864 h 2930019"/>
                <a:gd name="connsiteX629" fmla="*/ 3518880 w 7225946"/>
                <a:gd name="connsiteY629" fmla="*/ 2579864 h 2930019"/>
                <a:gd name="connsiteX630" fmla="*/ 3530193 w 7225946"/>
                <a:gd name="connsiteY630" fmla="*/ 2568360 h 2930019"/>
                <a:gd name="connsiteX631" fmla="*/ 3530193 w 7225946"/>
                <a:gd name="connsiteY631" fmla="*/ 2559709 h 2930019"/>
                <a:gd name="connsiteX632" fmla="*/ 3526485 w 7225946"/>
                <a:gd name="connsiteY632" fmla="*/ 2548586 h 2930019"/>
                <a:gd name="connsiteX633" fmla="*/ 3513081 w 7225946"/>
                <a:gd name="connsiteY633" fmla="*/ 2539839 h 2930019"/>
                <a:gd name="connsiteX634" fmla="*/ 3503574 w 7225946"/>
                <a:gd name="connsiteY634" fmla="*/ 2539839 h 2930019"/>
                <a:gd name="connsiteX635" fmla="*/ 3495398 w 7225946"/>
                <a:gd name="connsiteY635" fmla="*/ 2536701 h 2930019"/>
                <a:gd name="connsiteX636" fmla="*/ 3806943 w 7225946"/>
                <a:gd name="connsiteY636" fmla="*/ 2521110 h 2930019"/>
                <a:gd name="connsiteX637" fmla="*/ 3813882 w 7225946"/>
                <a:gd name="connsiteY637" fmla="*/ 2529096 h 2930019"/>
                <a:gd name="connsiteX638" fmla="*/ 3813407 w 7225946"/>
                <a:gd name="connsiteY638" fmla="*/ 2529382 h 2930019"/>
                <a:gd name="connsiteX639" fmla="*/ 3802569 w 7225946"/>
                <a:gd name="connsiteY639" fmla="*/ 2539649 h 2930019"/>
                <a:gd name="connsiteX640" fmla="*/ 3798482 w 7225946"/>
                <a:gd name="connsiteY640" fmla="*/ 2537177 h 2930019"/>
                <a:gd name="connsiteX641" fmla="*/ 3797436 w 7225946"/>
                <a:gd name="connsiteY641" fmla="*/ 2527670 h 2930019"/>
                <a:gd name="connsiteX642" fmla="*/ 3806943 w 7225946"/>
                <a:gd name="connsiteY642" fmla="*/ 2521110 h 2930019"/>
                <a:gd name="connsiteX643" fmla="*/ 3858280 w 7225946"/>
                <a:gd name="connsiteY643" fmla="*/ 2507135 h 2930019"/>
                <a:gd name="connsiteX644" fmla="*/ 3859136 w 7225946"/>
                <a:gd name="connsiteY644" fmla="*/ 2515501 h 2930019"/>
                <a:gd name="connsiteX645" fmla="*/ 3851340 w 7225946"/>
                <a:gd name="connsiteY645" fmla="*/ 2526624 h 2930019"/>
                <a:gd name="connsiteX646" fmla="*/ 3839647 w 7225946"/>
                <a:gd name="connsiteY646" fmla="*/ 2525958 h 2930019"/>
                <a:gd name="connsiteX647" fmla="*/ 3836510 w 7225946"/>
                <a:gd name="connsiteY647" fmla="*/ 2515691 h 2930019"/>
                <a:gd name="connsiteX648" fmla="*/ 3858280 w 7225946"/>
                <a:gd name="connsiteY648" fmla="*/ 2507135 h 2930019"/>
                <a:gd name="connsiteX649" fmla="*/ 4168970 w 7225946"/>
                <a:gd name="connsiteY649" fmla="*/ 2504947 h 2930019"/>
                <a:gd name="connsiteX650" fmla="*/ 4161649 w 7225946"/>
                <a:gd name="connsiteY650" fmla="*/ 2505993 h 2930019"/>
                <a:gd name="connsiteX651" fmla="*/ 4153188 w 7225946"/>
                <a:gd name="connsiteY651" fmla="*/ 2507039 h 2930019"/>
                <a:gd name="connsiteX652" fmla="*/ 4123241 w 7225946"/>
                <a:gd name="connsiteY652" fmla="*/ 2519683 h 2930019"/>
                <a:gd name="connsiteX653" fmla="*/ 4118297 w 7225946"/>
                <a:gd name="connsiteY653" fmla="*/ 2521585 h 2930019"/>
                <a:gd name="connsiteX654" fmla="*/ 4111358 w 7225946"/>
                <a:gd name="connsiteY654" fmla="*/ 2523486 h 2930019"/>
                <a:gd name="connsiteX655" fmla="*/ 4071428 w 7225946"/>
                <a:gd name="connsiteY655" fmla="*/ 2530141 h 2930019"/>
                <a:gd name="connsiteX656" fmla="*/ 4054696 w 7225946"/>
                <a:gd name="connsiteY656" fmla="*/ 2526148 h 2930019"/>
                <a:gd name="connsiteX657" fmla="*/ 4045189 w 7225946"/>
                <a:gd name="connsiteY657" fmla="*/ 2534039 h 2930019"/>
                <a:gd name="connsiteX658" fmla="*/ 4046139 w 7225946"/>
                <a:gd name="connsiteY658" fmla="*/ 2544591 h 2930019"/>
                <a:gd name="connsiteX659" fmla="*/ 4048040 w 7225946"/>
                <a:gd name="connsiteY659" fmla="*/ 2555525 h 2930019"/>
                <a:gd name="connsiteX660" fmla="*/ 4055456 w 7225946"/>
                <a:gd name="connsiteY660" fmla="*/ 2569120 h 2930019"/>
                <a:gd name="connsiteX661" fmla="*/ 4059259 w 7225946"/>
                <a:gd name="connsiteY661" fmla="*/ 2580433 h 2930019"/>
                <a:gd name="connsiteX662" fmla="*/ 4071713 w 7225946"/>
                <a:gd name="connsiteY662" fmla="*/ 2579577 h 2930019"/>
                <a:gd name="connsiteX663" fmla="*/ 4081220 w 7225946"/>
                <a:gd name="connsiteY663" fmla="*/ 2578056 h 2930019"/>
                <a:gd name="connsiteX664" fmla="*/ 4083217 w 7225946"/>
                <a:gd name="connsiteY664" fmla="*/ 2586898 h 2930019"/>
                <a:gd name="connsiteX665" fmla="*/ 4081220 w 7225946"/>
                <a:gd name="connsiteY665" fmla="*/ 2598116 h 2930019"/>
                <a:gd name="connsiteX666" fmla="*/ 4061636 w 7225946"/>
                <a:gd name="connsiteY666" fmla="*/ 2631580 h 2930019"/>
                <a:gd name="connsiteX667" fmla="*/ 4036632 w 7225946"/>
                <a:gd name="connsiteY667" fmla="*/ 2642039 h 2930019"/>
                <a:gd name="connsiteX668" fmla="*/ 4027125 w 7225946"/>
                <a:gd name="connsiteY668" fmla="*/ 2643844 h 2930019"/>
                <a:gd name="connsiteX669" fmla="*/ 4004308 w 7225946"/>
                <a:gd name="connsiteY669" fmla="*/ 2652496 h 2930019"/>
                <a:gd name="connsiteX670" fmla="*/ 3993280 w 7225946"/>
                <a:gd name="connsiteY670" fmla="*/ 2651450 h 2930019"/>
                <a:gd name="connsiteX671" fmla="*/ 3974266 w 7225946"/>
                <a:gd name="connsiteY671" fmla="*/ 2661813 h 2930019"/>
                <a:gd name="connsiteX672" fmla="*/ 3975312 w 7225946"/>
                <a:gd name="connsiteY672" fmla="*/ 2673411 h 2930019"/>
                <a:gd name="connsiteX673" fmla="*/ 3975312 w 7225946"/>
                <a:gd name="connsiteY673" fmla="*/ 2682918 h 2930019"/>
                <a:gd name="connsiteX674" fmla="*/ 3992425 w 7225946"/>
                <a:gd name="connsiteY674" fmla="*/ 2699080 h 2930019"/>
                <a:gd name="connsiteX675" fmla="*/ 4037298 w 7225946"/>
                <a:gd name="connsiteY675" fmla="*/ 2681968 h 2930019"/>
                <a:gd name="connsiteX676" fmla="*/ 4073899 w 7225946"/>
                <a:gd name="connsiteY676" fmla="*/ 2674457 h 2930019"/>
                <a:gd name="connsiteX677" fmla="*/ 4094529 w 7225946"/>
                <a:gd name="connsiteY677" fmla="*/ 2674932 h 2930019"/>
                <a:gd name="connsiteX678" fmla="*/ 4112688 w 7225946"/>
                <a:gd name="connsiteY678" fmla="*/ 2672365 h 2930019"/>
                <a:gd name="connsiteX679" fmla="*/ 4131702 w 7225946"/>
                <a:gd name="connsiteY679" fmla="*/ 2670844 h 2930019"/>
                <a:gd name="connsiteX680" fmla="*/ 4150716 w 7225946"/>
                <a:gd name="connsiteY680" fmla="*/ 2670844 h 2930019"/>
                <a:gd name="connsiteX681" fmla="*/ 4171157 w 7225946"/>
                <a:gd name="connsiteY681" fmla="*/ 2672556 h 2930019"/>
                <a:gd name="connsiteX682" fmla="*/ 4183515 w 7225946"/>
                <a:gd name="connsiteY682" fmla="*/ 2671510 h 2930019"/>
                <a:gd name="connsiteX683" fmla="*/ 4195589 w 7225946"/>
                <a:gd name="connsiteY683" fmla="*/ 2673602 h 2930019"/>
                <a:gd name="connsiteX684" fmla="*/ 4206712 w 7225946"/>
                <a:gd name="connsiteY684" fmla="*/ 2672936 h 2930019"/>
                <a:gd name="connsiteX685" fmla="*/ 4212416 w 7225946"/>
                <a:gd name="connsiteY685" fmla="*/ 2667137 h 2930019"/>
                <a:gd name="connsiteX686" fmla="*/ 4215269 w 7225946"/>
                <a:gd name="connsiteY686" fmla="*/ 2660387 h 2930019"/>
                <a:gd name="connsiteX687" fmla="*/ 4214508 w 7225946"/>
                <a:gd name="connsiteY687" fmla="*/ 2656204 h 2930019"/>
                <a:gd name="connsiteX688" fmla="*/ 4213367 w 7225946"/>
                <a:gd name="connsiteY688" fmla="*/ 2653351 h 2930019"/>
                <a:gd name="connsiteX689" fmla="*/ 4214984 w 7225946"/>
                <a:gd name="connsiteY689" fmla="*/ 2653161 h 2930019"/>
                <a:gd name="connsiteX690" fmla="*/ 4213938 w 7225946"/>
                <a:gd name="connsiteY690" fmla="*/ 2645365 h 2930019"/>
                <a:gd name="connsiteX691" fmla="*/ 4202529 w 7225946"/>
                <a:gd name="connsiteY691" fmla="*/ 2635858 h 2930019"/>
                <a:gd name="connsiteX692" fmla="*/ 4193784 w 7225946"/>
                <a:gd name="connsiteY692" fmla="*/ 2631010 h 2930019"/>
                <a:gd name="connsiteX693" fmla="*/ 4184847 w 7225946"/>
                <a:gd name="connsiteY693" fmla="*/ 2628633 h 2930019"/>
                <a:gd name="connsiteX694" fmla="*/ 4176671 w 7225946"/>
                <a:gd name="connsiteY694" fmla="*/ 2629489 h 2930019"/>
                <a:gd name="connsiteX695" fmla="*/ 4168114 w 7225946"/>
                <a:gd name="connsiteY695" fmla="*/ 2632816 h 2930019"/>
                <a:gd name="connsiteX696" fmla="*/ 4135219 w 7225946"/>
                <a:gd name="connsiteY696" fmla="*/ 2633577 h 2930019"/>
                <a:gd name="connsiteX697" fmla="*/ 4134269 w 7225946"/>
                <a:gd name="connsiteY697" fmla="*/ 2615323 h 2930019"/>
                <a:gd name="connsiteX698" fmla="*/ 4135505 w 7225946"/>
                <a:gd name="connsiteY698" fmla="*/ 2608289 h 2930019"/>
                <a:gd name="connsiteX699" fmla="*/ 4137312 w 7225946"/>
                <a:gd name="connsiteY699" fmla="*/ 2601633 h 2930019"/>
                <a:gd name="connsiteX700" fmla="*/ 4139688 w 7225946"/>
                <a:gd name="connsiteY700" fmla="*/ 2595359 h 2930019"/>
                <a:gd name="connsiteX701" fmla="*/ 4142635 w 7225946"/>
                <a:gd name="connsiteY701" fmla="*/ 2588514 h 2930019"/>
                <a:gd name="connsiteX702" fmla="*/ 4138358 w 7225946"/>
                <a:gd name="connsiteY702" fmla="*/ 2573683 h 2930019"/>
                <a:gd name="connsiteX703" fmla="*/ 4156135 w 7225946"/>
                <a:gd name="connsiteY703" fmla="*/ 2561229 h 2930019"/>
                <a:gd name="connsiteX704" fmla="*/ 4165072 w 7225946"/>
                <a:gd name="connsiteY704" fmla="*/ 2555239 h 2930019"/>
                <a:gd name="connsiteX705" fmla="*/ 4176670 w 7225946"/>
                <a:gd name="connsiteY705" fmla="*/ 2545732 h 2930019"/>
                <a:gd name="connsiteX706" fmla="*/ 4191406 w 7225946"/>
                <a:gd name="connsiteY706" fmla="*/ 2532042 h 2930019"/>
                <a:gd name="connsiteX707" fmla="*/ 4187698 w 7225946"/>
                <a:gd name="connsiteY707" fmla="*/ 2526243 h 2930019"/>
                <a:gd name="connsiteX708" fmla="*/ 4184847 w 7225946"/>
                <a:gd name="connsiteY708" fmla="*/ 2517497 h 2930019"/>
                <a:gd name="connsiteX709" fmla="*/ 4175340 w 7225946"/>
                <a:gd name="connsiteY709" fmla="*/ 2508655 h 2930019"/>
                <a:gd name="connsiteX710" fmla="*/ 4168970 w 7225946"/>
                <a:gd name="connsiteY710" fmla="*/ 2504947 h 2930019"/>
                <a:gd name="connsiteX711" fmla="*/ 3748378 w 7225946"/>
                <a:gd name="connsiteY711" fmla="*/ 2493920 h 2930019"/>
                <a:gd name="connsiteX712" fmla="*/ 3734974 w 7225946"/>
                <a:gd name="connsiteY712" fmla="*/ 2494871 h 2930019"/>
                <a:gd name="connsiteX713" fmla="*/ 3688010 w 7225946"/>
                <a:gd name="connsiteY713" fmla="*/ 2517307 h 2930019"/>
                <a:gd name="connsiteX714" fmla="*/ 3677171 w 7225946"/>
                <a:gd name="connsiteY714" fmla="*/ 2518543 h 2930019"/>
                <a:gd name="connsiteX715" fmla="*/ 3668900 w 7225946"/>
                <a:gd name="connsiteY715" fmla="*/ 2523392 h 2930019"/>
                <a:gd name="connsiteX716" fmla="*/ 3665002 w 7225946"/>
                <a:gd name="connsiteY716" fmla="*/ 2529380 h 2930019"/>
                <a:gd name="connsiteX717" fmla="*/ 3659868 w 7225946"/>
                <a:gd name="connsiteY717" fmla="*/ 2532613 h 2930019"/>
                <a:gd name="connsiteX718" fmla="*/ 3662531 w 7225946"/>
                <a:gd name="connsiteY718" fmla="*/ 2543736 h 2930019"/>
                <a:gd name="connsiteX719" fmla="*/ 3667475 w 7225946"/>
                <a:gd name="connsiteY719" fmla="*/ 2547064 h 2930019"/>
                <a:gd name="connsiteX720" fmla="*/ 3673463 w 7225946"/>
                <a:gd name="connsiteY720" fmla="*/ 2553624 h 2930019"/>
                <a:gd name="connsiteX721" fmla="*/ 3682970 w 7225946"/>
                <a:gd name="connsiteY721" fmla="*/ 2557046 h 2930019"/>
                <a:gd name="connsiteX722" fmla="*/ 3690956 w 7225946"/>
                <a:gd name="connsiteY722" fmla="*/ 2564462 h 2930019"/>
                <a:gd name="connsiteX723" fmla="*/ 3688676 w 7225946"/>
                <a:gd name="connsiteY723" fmla="*/ 2580054 h 2930019"/>
                <a:gd name="connsiteX724" fmla="*/ 3678407 w 7225946"/>
                <a:gd name="connsiteY724" fmla="*/ 2588515 h 2930019"/>
                <a:gd name="connsiteX725" fmla="*/ 3671087 w 7225946"/>
                <a:gd name="connsiteY725" fmla="*/ 2588515 h 2930019"/>
                <a:gd name="connsiteX726" fmla="*/ 3660154 w 7225946"/>
                <a:gd name="connsiteY726" fmla="*/ 2599828 h 2930019"/>
                <a:gd name="connsiteX727" fmla="*/ 3666999 w 7225946"/>
                <a:gd name="connsiteY727" fmla="*/ 2611712 h 2930019"/>
                <a:gd name="connsiteX728" fmla="*/ 3670421 w 7225946"/>
                <a:gd name="connsiteY728" fmla="*/ 2617226 h 2930019"/>
                <a:gd name="connsiteX729" fmla="*/ 3673273 w 7225946"/>
                <a:gd name="connsiteY729" fmla="*/ 2623595 h 2930019"/>
                <a:gd name="connsiteX730" fmla="*/ 3671467 w 7225946"/>
                <a:gd name="connsiteY730" fmla="*/ 2631581 h 2930019"/>
                <a:gd name="connsiteX731" fmla="*/ 3669851 w 7225946"/>
                <a:gd name="connsiteY731" fmla="*/ 2637760 h 2930019"/>
                <a:gd name="connsiteX732" fmla="*/ 3663672 w 7225946"/>
                <a:gd name="connsiteY732" fmla="*/ 2644130 h 2930019"/>
                <a:gd name="connsiteX733" fmla="*/ 3655020 w 7225946"/>
                <a:gd name="connsiteY733" fmla="*/ 2650500 h 2930019"/>
                <a:gd name="connsiteX734" fmla="*/ 3639904 w 7225946"/>
                <a:gd name="connsiteY734" fmla="*/ 2665046 h 2930019"/>
                <a:gd name="connsiteX735" fmla="*/ 3642566 w 7225946"/>
                <a:gd name="connsiteY735" fmla="*/ 2680448 h 2930019"/>
                <a:gd name="connsiteX736" fmla="*/ 3648461 w 7225946"/>
                <a:gd name="connsiteY736" fmla="*/ 2688909 h 2930019"/>
                <a:gd name="connsiteX737" fmla="*/ 3652549 w 7225946"/>
                <a:gd name="connsiteY737" fmla="*/ 2697275 h 2930019"/>
                <a:gd name="connsiteX738" fmla="*/ 3662056 w 7225946"/>
                <a:gd name="connsiteY738" fmla="*/ 2699937 h 2930019"/>
                <a:gd name="connsiteX739" fmla="*/ 3668805 w 7225946"/>
                <a:gd name="connsiteY739" fmla="*/ 2699937 h 2930019"/>
                <a:gd name="connsiteX740" fmla="*/ 3685823 w 7225946"/>
                <a:gd name="connsiteY740" fmla="*/ 2684725 h 2930019"/>
                <a:gd name="connsiteX741" fmla="*/ 3720714 w 7225946"/>
                <a:gd name="connsiteY741" fmla="*/ 2667327 h 2930019"/>
                <a:gd name="connsiteX742" fmla="*/ 3742104 w 7225946"/>
                <a:gd name="connsiteY742" fmla="*/ 2641659 h 2930019"/>
                <a:gd name="connsiteX743" fmla="*/ 3739823 w 7225946"/>
                <a:gd name="connsiteY743" fmla="*/ 2633482 h 2930019"/>
                <a:gd name="connsiteX744" fmla="*/ 3732217 w 7225946"/>
                <a:gd name="connsiteY744" fmla="*/ 2628539 h 2930019"/>
                <a:gd name="connsiteX745" fmla="*/ 3732503 w 7225946"/>
                <a:gd name="connsiteY745" fmla="*/ 2627969 h 2930019"/>
                <a:gd name="connsiteX746" fmla="*/ 3724136 w 7225946"/>
                <a:gd name="connsiteY746" fmla="*/ 2627969 h 2930019"/>
                <a:gd name="connsiteX747" fmla="*/ 3723090 w 7225946"/>
                <a:gd name="connsiteY747" fmla="*/ 2619317 h 2930019"/>
                <a:gd name="connsiteX748" fmla="*/ 3745052 w 7225946"/>
                <a:gd name="connsiteY748" fmla="*/ 2598211 h 2930019"/>
                <a:gd name="connsiteX749" fmla="*/ 3746668 w 7225946"/>
                <a:gd name="connsiteY749" fmla="*/ 2593744 h 2930019"/>
                <a:gd name="connsiteX750" fmla="*/ 3742010 w 7225946"/>
                <a:gd name="connsiteY750" fmla="*/ 2582620 h 2930019"/>
                <a:gd name="connsiteX751" fmla="*/ 3739537 w 7225946"/>
                <a:gd name="connsiteY751" fmla="*/ 2575680 h 2930019"/>
                <a:gd name="connsiteX752" fmla="*/ 3731932 w 7225946"/>
                <a:gd name="connsiteY752" fmla="*/ 2575680 h 2930019"/>
                <a:gd name="connsiteX753" fmla="*/ 3731076 w 7225946"/>
                <a:gd name="connsiteY753" fmla="*/ 2566173 h 2930019"/>
                <a:gd name="connsiteX754" fmla="*/ 3732313 w 7225946"/>
                <a:gd name="connsiteY754" fmla="*/ 2551817 h 2930019"/>
                <a:gd name="connsiteX755" fmla="*/ 3744006 w 7225946"/>
                <a:gd name="connsiteY755" fmla="*/ 2538887 h 2930019"/>
                <a:gd name="connsiteX756" fmla="*/ 3751040 w 7225946"/>
                <a:gd name="connsiteY756" fmla="*/ 2529380 h 2930019"/>
                <a:gd name="connsiteX757" fmla="*/ 3754938 w 7225946"/>
                <a:gd name="connsiteY757" fmla="*/ 2516451 h 2930019"/>
                <a:gd name="connsiteX758" fmla="*/ 3756935 w 7225946"/>
                <a:gd name="connsiteY758" fmla="*/ 2505138 h 2930019"/>
                <a:gd name="connsiteX759" fmla="*/ 3748378 w 7225946"/>
                <a:gd name="connsiteY759" fmla="*/ 2493920 h 2930019"/>
                <a:gd name="connsiteX760" fmla="*/ 4404553 w 7225946"/>
                <a:gd name="connsiteY760" fmla="*/ 2493539 h 2930019"/>
                <a:gd name="connsiteX761" fmla="*/ 4397138 w 7225946"/>
                <a:gd name="connsiteY761" fmla="*/ 2495916 h 2930019"/>
                <a:gd name="connsiteX762" fmla="*/ 4387631 w 7225946"/>
                <a:gd name="connsiteY762" fmla="*/ 2495155 h 2930019"/>
                <a:gd name="connsiteX763" fmla="*/ 4383829 w 7225946"/>
                <a:gd name="connsiteY763" fmla="*/ 2499528 h 2930019"/>
                <a:gd name="connsiteX764" fmla="*/ 4384493 w 7225946"/>
                <a:gd name="connsiteY764" fmla="*/ 2511793 h 2930019"/>
                <a:gd name="connsiteX765" fmla="*/ 4382877 w 7225946"/>
                <a:gd name="connsiteY765" fmla="*/ 2526053 h 2930019"/>
                <a:gd name="connsiteX766" fmla="*/ 4378219 w 7225946"/>
                <a:gd name="connsiteY766" fmla="*/ 2548584 h 2930019"/>
                <a:gd name="connsiteX767" fmla="*/ 4353786 w 7225946"/>
                <a:gd name="connsiteY767" fmla="*/ 2557236 h 2930019"/>
                <a:gd name="connsiteX768" fmla="*/ 4338955 w 7225946"/>
                <a:gd name="connsiteY768" fmla="*/ 2557236 h 2930019"/>
                <a:gd name="connsiteX769" fmla="*/ 4332871 w 7225946"/>
                <a:gd name="connsiteY769" fmla="*/ 2561229 h 2930019"/>
                <a:gd name="connsiteX770" fmla="*/ 4325646 w 7225946"/>
                <a:gd name="connsiteY770" fmla="*/ 2563986 h 2930019"/>
                <a:gd name="connsiteX771" fmla="*/ 4319941 w 7225946"/>
                <a:gd name="connsiteY771" fmla="*/ 2569880 h 2930019"/>
                <a:gd name="connsiteX772" fmla="*/ 4316708 w 7225946"/>
                <a:gd name="connsiteY772" fmla="*/ 2579387 h 2930019"/>
                <a:gd name="connsiteX773" fmla="*/ 4328782 w 7225946"/>
                <a:gd name="connsiteY773" fmla="*/ 2594408 h 2930019"/>
                <a:gd name="connsiteX774" fmla="*/ 4339145 w 7225946"/>
                <a:gd name="connsiteY774" fmla="*/ 2599257 h 2930019"/>
                <a:gd name="connsiteX775" fmla="*/ 4345895 w 7225946"/>
                <a:gd name="connsiteY775" fmla="*/ 2599257 h 2930019"/>
                <a:gd name="connsiteX776" fmla="*/ 4352930 w 7225946"/>
                <a:gd name="connsiteY776" fmla="*/ 2597356 h 2930019"/>
                <a:gd name="connsiteX777" fmla="*/ 4358159 w 7225946"/>
                <a:gd name="connsiteY777" fmla="*/ 2597356 h 2930019"/>
                <a:gd name="connsiteX778" fmla="*/ 4365004 w 7225946"/>
                <a:gd name="connsiteY778" fmla="*/ 2597356 h 2930019"/>
                <a:gd name="connsiteX779" fmla="*/ 4362247 w 7225946"/>
                <a:gd name="connsiteY779" fmla="*/ 2606863 h 2930019"/>
                <a:gd name="connsiteX780" fmla="*/ 4349032 w 7225946"/>
                <a:gd name="connsiteY780" fmla="*/ 2630060 h 2930019"/>
                <a:gd name="connsiteX781" fmla="*/ 4314808 w 7225946"/>
                <a:gd name="connsiteY781" fmla="*/ 2662859 h 2930019"/>
                <a:gd name="connsiteX782" fmla="*/ 4309674 w 7225946"/>
                <a:gd name="connsiteY782" fmla="*/ 2665141 h 2930019"/>
                <a:gd name="connsiteX783" fmla="*/ 4302353 w 7225946"/>
                <a:gd name="connsiteY783" fmla="*/ 2670559 h 2930019"/>
                <a:gd name="connsiteX784" fmla="*/ 4291705 w 7225946"/>
                <a:gd name="connsiteY784" fmla="*/ 2676835 h 2930019"/>
                <a:gd name="connsiteX785" fmla="*/ 4287047 w 7225946"/>
                <a:gd name="connsiteY785" fmla="*/ 2682253 h 2930019"/>
                <a:gd name="connsiteX786" fmla="*/ 4294272 w 7225946"/>
                <a:gd name="connsiteY786" fmla="*/ 2684725 h 2930019"/>
                <a:gd name="connsiteX787" fmla="*/ 4298550 w 7225946"/>
                <a:gd name="connsiteY787" fmla="*/ 2693282 h 2930019"/>
                <a:gd name="connsiteX788" fmla="*/ 4304159 w 7225946"/>
                <a:gd name="connsiteY788" fmla="*/ 2698130 h 2930019"/>
                <a:gd name="connsiteX789" fmla="*/ 4312431 w 7225946"/>
                <a:gd name="connsiteY789" fmla="*/ 2696609 h 2930019"/>
                <a:gd name="connsiteX790" fmla="*/ 4327547 w 7225946"/>
                <a:gd name="connsiteY790" fmla="*/ 2692711 h 2930019"/>
                <a:gd name="connsiteX791" fmla="*/ 4343994 w 7225946"/>
                <a:gd name="connsiteY791" fmla="*/ 2683775 h 2930019"/>
                <a:gd name="connsiteX792" fmla="*/ 4366145 w 7225946"/>
                <a:gd name="connsiteY792" fmla="*/ 2670274 h 2930019"/>
                <a:gd name="connsiteX793" fmla="*/ 4387726 w 7225946"/>
                <a:gd name="connsiteY793" fmla="*/ 2649169 h 2930019"/>
                <a:gd name="connsiteX794" fmla="*/ 4402652 w 7225946"/>
                <a:gd name="connsiteY794" fmla="*/ 2626542 h 2930019"/>
                <a:gd name="connsiteX795" fmla="*/ 4424233 w 7225946"/>
                <a:gd name="connsiteY795" fmla="*/ 2645556 h 2930019"/>
                <a:gd name="connsiteX796" fmla="*/ 4433740 w 7225946"/>
                <a:gd name="connsiteY796" fmla="*/ 2656299 h 2930019"/>
                <a:gd name="connsiteX797" fmla="*/ 4449237 w 7225946"/>
                <a:gd name="connsiteY797" fmla="*/ 2675978 h 2930019"/>
                <a:gd name="connsiteX798" fmla="*/ 4462927 w 7225946"/>
                <a:gd name="connsiteY798" fmla="*/ 2700412 h 2930019"/>
                <a:gd name="connsiteX799" fmla="*/ 4471863 w 7225946"/>
                <a:gd name="connsiteY799" fmla="*/ 2706591 h 2930019"/>
                <a:gd name="connsiteX800" fmla="*/ 4487644 w 7225946"/>
                <a:gd name="connsiteY800" fmla="*/ 2708778 h 2930019"/>
                <a:gd name="connsiteX801" fmla="*/ 4497722 w 7225946"/>
                <a:gd name="connsiteY801" fmla="*/ 2710680 h 2930019"/>
                <a:gd name="connsiteX802" fmla="*/ 4509225 w 7225946"/>
                <a:gd name="connsiteY802" fmla="*/ 2710680 h 2930019"/>
                <a:gd name="connsiteX803" fmla="*/ 4520348 w 7225946"/>
                <a:gd name="connsiteY803" fmla="*/ 2711344 h 2930019"/>
                <a:gd name="connsiteX804" fmla="*/ 4525293 w 7225946"/>
                <a:gd name="connsiteY804" fmla="*/ 2710299 h 2930019"/>
                <a:gd name="connsiteX805" fmla="*/ 4530237 w 7225946"/>
                <a:gd name="connsiteY805" fmla="*/ 2706211 h 2930019"/>
                <a:gd name="connsiteX806" fmla="*/ 4542311 w 7225946"/>
                <a:gd name="connsiteY806" fmla="*/ 2699936 h 2930019"/>
                <a:gd name="connsiteX807" fmla="*/ 4543356 w 7225946"/>
                <a:gd name="connsiteY807" fmla="*/ 2692141 h 2930019"/>
                <a:gd name="connsiteX808" fmla="*/ 4545637 w 7225946"/>
                <a:gd name="connsiteY808" fmla="*/ 2686626 h 2930019"/>
                <a:gd name="connsiteX809" fmla="*/ 4546398 w 7225946"/>
                <a:gd name="connsiteY809" fmla="*/ 2685676 h 2930019"/>
                <a:gd name="connsiteX810" fmla="*/ 4539173 w 7225946"/>
                <a:gd name="connsiteY810" fmla="*/ 2682348 h 2930019"/>
                <a:gd name="connsiteX811" fmla="*/ 4518162 w 7225946"/>
                <a:gd name="connsiteY811" fmla="*/ 2674553 h 2930019"/>
                <a:gd name="connsiteX812" fmla="*/ 4508655 w 7225946"/>
                <a:gd name="connsiteY812" fmla="*/ 2668563 h 2930019"/>
                <a:gd name="connsiteX813" fmla="*/ 4496486 w 7225946"/>
                <a:gd name="connsiteY813" fmla="*/ 2663809 h 2930019"/>
                <a:gd name="connsiteX814" fmla="*/ 4475286 w 7225946"/>
                <a:gd name="connsiteY814" fmla="*/ 2649264 h 2930019"/>
                <a:gd name="connsiteX815" fmla="*/ 4454656 w 7225946"/>
                <a:gd name="connsiteY815" fmla="*/ 2625972 h 2930019"/>
                <a:gd name="connsiteX816" fmla="*/ 4426704 w 7225946"/>
                <a:gd name="connsiteY816" fmla="*/ 2597451 h 2930019"/>
                <a:gd name="connsiteX817" fmla="*/ 4424708 w 7225946"/>
                <a:gd name="connsiteY817" fmla="*/ 2584330 h 2930019"/>
                <a:gd name="connsiteX818" fmla="*/ 4430318 w 7225946"/>
                <a:gd name="connsiteY818" fmla="*/ 2576155 h 2930019"/>
                <a:gd name="connsiteX819" fmla="*/ 4447241 w 7225946"/>
                <a:gd name="connsiteY819" fmla="*/ 2569690 h 2930019"/>
                <a:gd name="connsiteX820" fmla="*/ 4458268 w 7225946"/>
                <a:gd name="connsiteY820" fmla="*/ 2568264 h 2930019"/>
                <a:gd name="connsiteX821" fmla="*/ 4467775 w 7225946"/>
                <a:gd name="connsiteY821" fmla="*/ 2564176 h 2930019"/>
                <a:gd name="connsiteX822" fmla="*/ 4484223 w 7225946"/>
                <a:gd name="connsiteY822" fmla="*/ 2557141 h 2930019"/>
                <a:gd name="connsiteX823" fmla="*/ 4491352 w 7225946"/>
                <a:gd name="connsiteY823" fmla="*/ 2551817 h 2930019"/>
                <a:gd name="connsiteX824" fmla="*/ 4494775 w 7225946"/>
                <a:gd name="connsiteY824" fmla="*/ 2547539 h 2930019"/>
                <a:gd name="connsiteX825" fmla="*/ 4485839 w 7225946"/>
                <a:gd name="connsiteY825" fmla="*/ 2530521 h 2930019"/>
                <a:gd name="connsiteX826" fmla="*/ 4472909 w 7225946"/>
                <a:gd name="connsiteY826" fmla="*/ 2526338 h 2930019"/>
                <a:gd name="connsiteX827" fmla="*/ 4458078 w 7225946"/>
                <a:gd name="connsiteY827" fmla="*/ 2526338 h 2930019"/>
                <a:gd name="connsiteX828" fmla="*/ 4448571 w 7225946"/>
                <a:gd name="connsiteY828" fmla="*/ 2533183 h 2930019"/>
                <a:gd name="connsiteX829" fmla="*/ 4440300 w 7225946"/>
                <a:gd name="connsiteY829" fmla="*/ 2536035 h 2930019"/>
                <a:gd name="connsiteX830" fmla="*/ 4433265 w 7225946"/>
                <a:gd name="connsiteY830" fmla="*/ 2539173 h 2930019"/>
                <a:gd name="connsiteX831" fmla="*/ 4427656 w 7225946"/>
                <a:gd name="connsiteY831" fmla="*/ 2540598 h 2930019"/>
                <a:gd name="connsiteX832" fmla="*/ 4427656 w 7225946"/>
                <a:gd name="connsiteY832" fmla="*/ 2532423 h 2930019"/>
                <a:gd name="connsiteX833" fmla="*/ 4433455 w 7225946"/>
                <a:gd name="connsiteY833" fmla="*/ 2518447 h 2930019"/>
                <a:gd name="connsiteX834" fmla="*/ 4431934 w 7225946"/>
                <a:gd name="connsiteY834" fmla="*/ 2510936 h 2930019"/>
                <a:gd name="connsiteX835" fmla="*/ 4429366 w 7225946"/>
                <a:gd name="connsiteY835" fmla="*/ 2503141 h 2930019"/>
                <a:gd name="connsiteX836" fmla="*/ 4418338 w 7225946"/>
                <a:gd name="connsiteY836" fmla="*/ 2494109 h 2930019"/>
                <a:gd name="connsiteX837" fmla="*/ 4404553 w 7225946"/>
                <a:gd name="connsiteY837" fmla="*/ 2493539 h 2930019"/>
                <a:gd name="connsiteX838" fmla="*/ 3088593 w 7225946"/>
                <a:gd name="connsiteY838" fmla="*/ 2490497 h 2930019"/>
                <a:gd name="connsiteX839" fmla="*/ 3084219 w 7225946"/>
                <a:gd name="connsiteY839" fmla="*/ 2492399 h 2930019"/>
                <a:gd name="connsiteX840" fmla="*/ 3077089 w 7225946"/>
                <a:gd name="connsiteY840" fmla="*/ 2497913 h 2930019"/>
                <a:gd name="connsiteX841" fmla="*/ 3077089 w 7225946"/>
                <a:gd name="connsiteY841" fmla="*/ 2502477 h 2930019"/>
                <a:gd name="connsiteX842" fmla="*/ 3083459 w 7225946"/>
                <a:gd name="connsiteY842" fmla="*/ 2518638 h 2930019"/>
                <a:gd name="connsiteX843" fmla="*/ 3079561 w 7225946"/>
                <a:gd name="connsiteY843" fmla="*/ 2543642 h 2930019"/>
                <a:gd name="connsiteX844" fmla="*/ 3073382 w 7225946"/>
                <a:gd name="connsiteY844" fmla="*/ 2555241 h 2930019"/>
                <a:gd name="connsiteX845" fmla="*/ 3060642 w 7225946"/>
                <a:gd name="connsiteY845" fmla="*/ 2561040 h 2930019"/>
                <a:gd name="connsiteX846" fmla="*/ 3051135 w 7225946"/>
                <a:gd name="connsiteY846" fmla="*/ 2561705 h 2930019"/>
                <a:gd name="connsiteX847" fmla="*/ 3038491 w 7225946"/>
                <a:gd name="connsiteY847" fmla="*/ 2565698 h 2930019"/>
                <a:gd name="connsiteX848" fmla="*/ 3028984 w 7225946"/>
                <a:gd name="connsiteY848" fmla="*/ 2574730 h 2930019"/>
                <a:gd name="connsiteX849" fmla="*/ 3028128 w 7225946"/>
                <a:gd name="connsiteY849" fmla="*/ 2590321 h 2930019"/>
                <a:gd name="connsiteX850" fmla="*/ 3030030 w 7225946"/>
                <a:gd name="connsiteY850" fmla="*/ 2598022 h 2930019"/>
                <a:gd name="connsiteX851" fmla="*/ 3032026 w 7225946"/>
                <a:gd name="connsiteY851" fmla="*/ 2609050 h 2930019"/>
                <a:gd name="connsiteX852" fmla="*/ 3036399 w 7225946"/>
                <a:gd name="connsiteY852" fmla="*/ 2612758 h 2930019"/>
                <a:gd name="connsiteX853" fmla="*/ 3043149 w 7225946"/>
                <a:gd name="connsiteY853" fmla="*/ 2611901 h 2930019"/>
                <a:gd name="connsiteX854" fmla="*/ 3052086 w 7225946"/>
                <a:gd name="connsiteY854" fmla="*/ 2608670 h 2930019"/>
                <a:gd name="connsiteX855" fmla="*/ 3061593 w 7225946"/>
                <a:gd name="connsiteY855" fmla="*/ 2607434 h 2930019"/>
                <a:gd name="connsiteX856" fmla="*/ 3066632 w 7225946"/>
                <a:gd name="connsiteY856" fmla="*/ 2610476 h 2930019"/>
                <a:gd name="connsiteX857" fmla="*/ 3067202 w 7225946"/>
                <a:gd name="connsiteY857" fmla="*/ 2631961 h 2930019"/>
                <a:gd name="connsiteX858" fmla="*/ 3057695 w 7225946"/>
                <a:gd name="connsiteY858" fmla="*/ 2641468 h 2930019"/>
                <a:gd name="connsiteX859" fmla="*/ 3037445 w 7225946"/>
                <a:gd name="connsiteY859" fmla="*/ 2652687 h 2930019"/>
                <a:gd name="connsiteX860" fmla="*/ 3025751 w 7225946"/>
                <a:gd name="connsiteY860" fmla="*/ 2657155 h 2930019"/>
                <a:gd name="connsiteX861" fmla="*/ 3014819 w 7225946"/>
                <a:gd name="connsiteY861" fmla="*/ 2663620 h 2930019"/>
                <a:gd name="connsiteX862" fmla="*/ 3007783 w 7225946"/>
                <a:gd name="connsiteY862" fmla="*/ 2664285 h 2930019"/>
                <a:gd name="connsiteX863" fmla="*/ 3003220 w 7225946"/>
                <a:gd name="connsiteY863" fmla="*/ 2670560 h 2930019"/>
                <a:gd name="connsiteX864" fmla="*/ 3005882 w 7225946"/>
                <a:gd name="connsiteY864" fmla="*/ 2678832 h 2930019"/>
                <a:gd name="connsiteX865" fmla="*/ 3007974 w 7225946"/>
                <a:gd name="connsiteY865" fmla="*/ 2688339 h 2930019"/>
                <a:gd name="connsiteX866" fmla="*/ 3015484 w 7225946"/>
                <a:gd name="connsiteY866" fmla="*/ 2694138 h 2930019"/>
                <a:gd name="connsiteX867" fmla="*/ 3027178 w 7225946"/>
                <a:gd name="connsiteY867" fmla="*/ 2704691 h 2930019"/>
                <a:gd name="connsiteX868" fmla="*/ 3045431 w 7225946"/>
                <a:gd name="connsiteY868" fmla="*/ 2691571 h 2930019"/>
                <a:gd name="connsiteX869" fmla="*/ 3057125 w 7225946"/>
                <a:gd name="connsiteY869" fmla="*/ 2686627 h 2930019"/>
                <a:gd name="connsiteX870" fmla="*/ 3076139 w 7225946"/>
                <a:gd name="connsiteY870" fmla="*/ 2675313 h 2930019"/>
                <a:gd name="connsiteX871" fmla="*/ 3091064 w 7225946"/>
                <a:gd name="connsiteY871" fmla="*/ 2668563 h 2930019"/>
                <a:gd name="connsiteX872" fmla="*/ 3105229 w 7225946"/>
                <a:gd name="connsiteY872" fmla="*/ 2655159 h 2930019"/>
                <a:gd name="connsiteX873" fmla="*/ 3121392 w 7225946"/>
                <a:gd name="connsiteY873" fmla="*/ 2645652 h 2930019"/>
                <a:gd name="connsiteX874" fmla="*/ 3126811 w 7225946"/>
                <a:gd name="connsiteY874" fmla="*/ 2637285 h 2930019"/>
                <a:gd name="connsiteX875" fmla="*/ 3131088 w 7225946"/>
                <a:gd name="connsiteY875" fmla="*/ 2621979 h 2930019"/>
                <a:gd name="connsiteX876" fmla="*/ 3129567 w 7225946"/>
                <a:gd name="connsiteY876" fmla="*/ 2614849 h 2930019"/>
                <a:gd name="connsiteX877" fmla="*/ 3128807 w 7225946"/>
                <a:gd name="connsiteY877" fmla="*/ 2610285 h 2930019"/>
                <a:gd name="connsiteX878" fmla="*/ 3126145 w 7225946"/>
                <a:gd name="connsiteY878" fmla="*/ 2602394 h 2930019"/>
                <a:gd name="connsiteX879" fmla="*/ 3127000 w 7225946"/>
                <a:gd name="connsiteY879" fmla="*/ 2590796 h 2930019"/>
                <a:gd name="connsiteX880" fmla="*/ 3128997 w 7225946"/>
                <a:gd name="connsiteY880" fmla="*/ 2577106 h 2930019"/>
                <a:gd name="connsiteX881" fmla="*/ 3130233 w 7225946"/>
                <a:gd name="connsiteY881" fmla="*/ 2554670 h 2930019"/>
                <a:gd name="connsiteX882" fmla="*/ 3131849 w 7225946"/>
                <a:gd name="connsiteY882" fmla="*/ 2542311 h 2930019"/>
                <a:gd name="connsiteX883" fmla="*/ 3137458 w 7225946"/>
                <a:gd name="connsiteY883" fmla="*/ 2530332 h 2930019"/>
                <a:gd name="connsiteX884" fmla="*/ 3137458 w 7225946"/>
                <a:gd name="connsiteY884" fmla="*/ 2519304 h 2930019"/>
                <a:gd name="connsiteX885" fmla="*/ 3138028 w 7225946"/>
                <a:gd name="connsiteY885" fmla="*/ 2512078 h 2930019"/>
                <a:gd name="connsiteX886" fmla="*/ 3139265 w 7225946"/>
                <a:gd name="connsiteY886" fmla="*/ 2511603 h 2930019"/>
                <a:gd name="connsiteX887" fmla="*/ 3132229 w 7225946"/>
                <a:gd name="connsiteY887" fmla="*/ 2500670 h 2930019"/>
                <a:gd name="connsiteX888" fmla="*/ 3125670 w 7225946"/>
                <a:gd name="connsiteY888" fmla="*/ 2497533 h 2930019"/>
                <a:gd name="connsiteX889" fmla="*/ 3118255 w 7225946"/>
                <a:gd name="connsiteY889" fmla="*/ 2495632 h 2930019"/>
                <a:gd name="connsiteX890" fmla="*/ 3106845 w 7225946"/>
                <a:gd name="connsiteY890" fmla="*/ 2495632 h 2930019"/>
                <a:gd name="connsiteX891" fmla="*/ 3095628 w 7225946"/>
                <a:gd name="connsiteY891" fmla="*/ 2494395 h 2930019"/>
                <a:gd name="connsiteX892" fmla="*/ 3088593 w 7225946"/>
                <a:gd name="connsiteY892" fmla="*/ 2490497 h 2930019"/>
                <a:gd name="connsiteX893" fmla="*/ 3223593 w 7225946"/>
                <a:gd name="connsiteY893" fmla="*/ 2477853 h 2930019"/>
                <a:gd name="connsiteX894" fmla="*/ 3214086 w 7225946"/>
                <a:gd name="connsiteY894" fmla="*/ 2479660 h 2930019"/>
                <a:gd name="connsiteX895" fmla="*/ 3206480 w 7225946"/>
                <a:gd name="connsiteY895" fmla="*/ 2478139 h 2930019"/>
                <a:gd name="connsiteX896" fmla="*/ 3198018 w 7225946"/>
                <a:gd name="connsiteY896" fmla="*/ 2479945 h 2930019"/>
                <a:gd name="connsiteX897" fmla="*/ 3188511 w 7225946"/>
                <a:gd name="connsiteY897" fmla="*/ 2477948 h 2930019"/>
                <a:gd name="connsiteX898" fmla="*/ 3181001 w 7225946"/>
                <a:gd name="connsiteY898" fmla="*/ 2483272 h 2930019"/>
                <a:gd name="connsiteX899" fmla="*/ 3180526 w 7225946"/>
                <a:gd name="connsiteY899" fmla="*/ 2496296 h 2930019"/>
                <a:gd name="connsiteX900" fmla="*/ 3176438 w 7225946"/>
                <a:gd name="connsiteY900" fmla="*/ 2515310 h 2930019"/>
                <a:gd name="connsiteX901" fmla="*/ 3173586 w 7225946"/>
                <a:gd name="connsiteY901" fmla="*/ 2527290 h 2930019"/>
                <a:gd name="connsiteX902" fmla="*/ 3172445 w 7225946"/>
                <a:gd name="connsiteY902" fmla="*/ 2546969 h 2930019"/>
                <a:gd name="connsiteX903" fmla="*/ 3169783 w 7225946"/>
                <a:gd name="connsiteY903" fmla="*/ 2559613 h 2930019"/>
                <a:gd name="connsiteX904" fmla="*/ 3166931 w 7225946"/>
                <a:gd name="connsiteY904" fmla="*/ 2571972 h 2930019"/>
                <a:gd name="connsiteX905" fmla="*/ 3163603 w 7225946"/>
                <a:gd name="connsiteY905" fmla="*/ 2579483 h 2930019"/>
                <a:gd name="connsiteX906" fmla="*/ 3159610 w 7225946"/>
                <a:gd name="connsiteY906" fmla="*/ 2603536 h 2930019"/>
                <a:gd name="connsiteX907" fmla="*/ 3161132 w 7225946"/>
                <a:gd name="connsiteY907" fmla="*/ 2618462 h 2930019"/>
                <a:gd name="connsiteX908" fmla="*/ 3162368 w 7225946"/>
                <a:gd name="connsiteY908" fmla="*/ 2627969 h 2930019"/>
                <a:gd name="connsiteX909" fmla="*/ 3163032 w 7225946"/>
                <a:gd name="connsiteY909" fmla="*/ 2638046 h 2930019"/>
                <a:gd name="connsiteX910" fmla="*/ 3166360 w 7225946"/>
                <a:gd name="connsiteY910" fmla="*/ 2654112 h 2930019"/>
                <a:gd name="connsiteX911" fmla="*/ 3167311 w 7225946"/>
                <a:gd name="connsiteY911" fmla="*/ 2667613 h 2930019"/>
                <a:gd name="connsiteX912" fmla="*/ 3174537 w 7225946"/>
                <a:gd name="connsiteY912" fmla="*/ 2679211 h 2930019"/>
                <a:gd name="connsiteX913" fmla="*/ 3182332 w 7225946"/>
                <a:gd name="connsiteY913" fmla="*/ 2683490 h 2930019"/>
                <a:gd name="connsiteX914" fmla="*/ 3197734 w 7225946"/>
                <a:gd name="connsiteY914" fmla="*/ 2684345 h 2930019"/>
                <a:gd name="connsiteX915" fmla="*/ 3208286 w 7225946"/>
                <a:gd name="connsiteY915" fmla="*/ 2687387 h 2930019"/>
                <a:gd name="connsiteX916" fmla="*/ 3220740 w 7225946"/>
                <a:gd name="connsiteY916" fmla="*/ 2687387 h 2930019"/>
                <a:gd name="connsiteX917" fmla="*/ 3233384 w 7225946"/>
                <a:gd name="connsiteY917" fmla="*/ 2688623 h 2930019"/>
                <a:gd name="connsiteX918" fmla="*/ 3241561 w 7225946"/>
                <a:gd name="connsiteY918" fmla="*/ 2692140 h 2930019"/>
                <a:gd name="connsiteX919" fmla="*/ 3253255 w 7225946"/>
                <a:gd name="connsiteY919" fmla="*/ 2689384 h 2930019"/>
                <a:gd name="connsiteX920" fmla="*/ 3265138 w 7225946"/>
                <a:gd name="connsiteY920" fmla="*/ 2687578 h 2930019"/>
                <a:gd name="connsiteX921" fmla="*/ 3269702 w 7225946"/>
                <a:gd name="connsiteY921" fmla="*/ 2677215 h 2930019"/>
                <a:gd name="connsiteX922" fmla="*/ 3275215 w 7225946"/>
                <a:gd name="connsiteY922" fmla="*/ 2661434 h 2930019"/>
                <a:gd name="connsiteX923" fmla="*/ 3269036 w 7225946"/>
                <a:gd name="connsiteY923" fmla="*/ 2647267 h 2930019"/>
                <a:gd name="connsiteX924" fmla="*/ 3268561 w 7225946"/>
                <a:gd name="connsiteY924" fmla="*/ 2647078 h 2930019"/>
                <a:gd name="connsiteX925" fmla="*/ 3257533 w 7225946"/>
                <a:gd name="connsiteY925" fmla="*/ 2645937 h 2930019"/>
                <a:gd name="connsiteX926" fmla="*/ 3250497 w 7225946"/>
                <a:gd name="connsiteY926" fmla="*/ 2643180 h 2930019"/>
                <a:gd name="connsiteX927" fmla="*/ 3243368 w 7225946"/>
                <a:gd name="connsiteY927" fmla="*/ 2641659 h 2930019"/>
                <a:gd name="connsiteX928" fmla="*/ 3233290 w 7225946"/>
                <a:gd name="connsiteY928" fmla="*/ 2640328 h 2930019"/>
                <a:gd name="connsiteX929" fmla="*/ 3219219 w 7225946"/>
                <a:gd name="connsiteY929" fmla="*/ 2634053 h 2930019"/>
                <a:gd name="connsiteX930" fmla="*/ 3214086 w 7225946"/>
                <a:gd name="connsiteY930" fmla="*/ 2617225 h 2930019"/>
                <a:gd name="connsiteX931" fmla="*/ 3213420 w 7225946"/>
                <a:gd name="connsiteY931" fmla="*/ 2607718 h 2930019"/>
                <a:gd name="connsiteX932" fmla="*/ 3219790 w 7225946"/>
                <a:gd name="connsiteY932" fmla="*/ 2587374 h 2930019"/>
                <a:gd name="connsiteX933" fmla="*/ 3238233 w 7225946"/>
                <a:gd name="connsiteY933" fmla="*/ 2578437 h 2930019"/>
                <a:gd name="connsiteX934" fmla="*/ 3249832 w 7225946"/>
                <a:gd name="connsiteY934" fmla="*/ 2571972 h 2930019"/>
                <a:gd name="connsiteX935" fmla="*/ 3258103 w 7225946"/>
                <a:gd name="connsiteY935" fmla="*/ 2566173 h 2930019"/>
                <a:gd name="connsiteX936" fmla="*/ 3267610 w 7225946"/>
                <a:gd name="connsiteY936" fmla="*/ 2563702 h 2930019"/>
                <a:gd name="connsiteX937" fmla="*/ 3272268 w 7225946"/>
                <a:gd name="connsiteY937" fmla="*/ 2558378 h 2930019"/>
                <a:gd name="connsiteX938" fmla="*/ 3270652 w 7225946"/>
                <a:gd name="connsiteY938" fmla="*/ 2548110 h 2930019"/>
                <a:gd name="connsiteX939" fmla="*/ 3262952 w 7225946"/>
                <a:gd name="connsiteY939" fmla="*/ 2533754 h 2930019"/>
                <a:gd name="connsiteX940" fmla="*/ 3249167 w 7225946"/>
                <a:gd name="connsiteY940" fmla="*/ 2528906 h 2930019"/>
                <a:gd name="connsiteX941" fmla="*/ 3240610 w 7225946"/>
                <a:gd name="connsiteY941" fmla="*/ 2533754 h 2930019"/>
                <a:gd name="connsiteX942" fmla="*/ 3232054 w 7225946"/>
                <a:gd name="connsiteY942" fmla="*/ 2530807 h 2930019"/>
                <a:gd name="connsiteX943" fmla="*/ 3234050 w 7225946"/>
                <a:gd name="connsiteY943" fmla="*/ 2521300 h 2930019"/>
                <a:gd name="connsiteX944" fmla="*/ 3244413 w 7225946"/>
                <a:gd name="connsiteY944" fmla="*/ 2502286 h 2930019"/>
                <a:gd name="connsiteX945" fmla="*/ 3240800 w 7225946"/>
                <a:gd name="connsiteY945" fmla="*/ 2488311 h 2930019"/>
                <a:gd name="connsiteX946" fmla="*/ 3236332 w 7225946"/>
                <a:gd name="connsiteY946" fmla="*/ 2483272 h 2930019"/>
                <a:gd name="connsiteX947" fmla="*/ 3230533 w 7225946"/>
                <a:gd name="connsiteY947" fmla="*/ 2481942 h 2930019"/>
                <a:gd name="connsiteX948" fmla="*/ 3223593 w 7225946"/>
                <a:gd name="connsiteY948" fmla="*/ 2477853 h 2930019"/>
                <a:gd name="connsiteX949" fmla="*/ 3872065 w 7225946"/>
                <a:gd name="connsiteY949" fmla="*/ 2475191 h 2930019"/>
                <a:gd name="connsiteX950" fmla="*/ 3829665 w 7225946"/>
                <a:gd name="connsiteY950" fmla="*/ 2488976 h 2930019"/>
                <a:gd name="connsiteX951" fmla="*/ 3815498 w 7225946"/>
                <a:gd name="connsiteY951" fmla="*/ 2490403 h 2930019"/>
                <a:gd name="connsiteX952" fmla="*/ 3797626 w 7225946"/>
                <a:gd name="connsiteY952" fmla="*/ 2497723 h 2930019"/>
                <a:gd name="connsiteX953" fmla="*/ 3787168 w 7225946"/>
                <a:gd name="connsiteY953" fmla="*/ 2501050 h 2930019"/>
                <a:gd name="connsiteX954" fmla="*/ 3779182 w 7225946"/>
                <a:gd name="connsiteY954" fmla="*/ 2501906 h 2930019"/>
                <a:gd name="connsiteX955" fmla="*/ 3770721 w 7225946"/>
                <a:gd name="connsiteY955" fmla="*/ 2496773 h 2930019"/>
                <a:gd name="connsiteX956" fmla="*/ 3764162 w 7225946"/>
                <a:gd name="connsiteY956" fmla="*/ 2510272 h 2930019"/>
                <a:gd name="connsiteX957" fmla="*/ 3761499 w 7225946"/>
                <a:gd name="connsiteY957" fmla="*/ 2523582 h 2930019"/>
                <a:gd name="connsiteX958" fmla="*/ 3760263 w 7225946"/>
                <a:gd name="connsiteY958" fmla="*/ 2531378 h 2930019"/>
                <a:gd name="connsiteX959" fmla="*/ 3763305 w 7225946"/>
                <a:gd name="connsiteY959" fmla="*/ 2541646 h 2930019"/>
                <a:gd name="connsiteX960" fmla="*/ 3765778 w 7225946"/>
                <a:gd name="connsiteY960" fmla="*/ 2565698 h 2930019"/>
                <a:gd name="connsiteX961" fmla="*/ 3760643 w 7225946"/>
                <a:gd name="connsiteY961" fmla="*/ 2580624 h 2930019"/>
                <a:gd name="connsiteX962" fmla="*/ 3763306 w 7225946"/>
                <a:gd name="connsiteY962" fmla="*/ 2590131 h 2930019"/>
                <a:gd name="connsiteX963" fmla="*/ 3768059 w 7225946"/>
                <a:gd name="connsiteY963" fmla="*/ 2598972 h 2930019"/>
                <a:gd name="connsiteX964" fmla="*/ 3770150 w 7225946"/>
                <a:gd name="connsiteY964" fmla="*/ 2605056 h 2930019"/>
                <a:gd name="connsiteX965" fmla="*/ 3772812 w 7225946"/>
                <a:gd name="connsiteY965" fmla="*/ 2609240 h 2930019"/>
                <a:gd name="connsiteX966" fmla="*/ 3778136 w 7225946"/>
                <a:gd name="connsiteY966" fmla="*/ 2610000 h 2930019"/>
                <a:gd name="connsiteX967" fmla="*/ 3784696 w 7225946"/>
                <a:gd name="connsiteY967" fmla="*/ 2608575 h 2930019"/>
                <a:gd name="connsiteX968" fmla="*/ 3791826 w 7225946"/>
                <a:gd name="connsiteY968" fmla="*/ 2606578 h 2930019"/>
                <a:gd name="connsiteX969" fmla="*/ 3797436 w 7225946"/>
                <a:gd name="connsiteY969" fmla="*/ 2607338 h 2930019"/>
                <a:gd name="connsiteX970" fmla="*/ 3796391 w 7225946"/>
                <a:gd name="connsiteY970" fmla="*/ 2616845 h 2930019"/>
                <a:gd name="connsiteX971" fmla="*/ 3792302 w 7225946"/>
                <a:gd name="connsiteY971" fmla="*/ 2620553 h 2930019"/>
                <a:gd name="connsiteX972" fmla="*/ 3787739 w 7225946"/>
                <a:gd name="connsiteY972" fmla="*/ 2620553 h 2930019"/>
                <a:gd name="connsiteX973" fmla="*/ 3783080 w 7225946"/>
                <a:gd name="connsiteY973" fmla="*/ 2621408 h 2930019"/>
                <a:gd name="connsiteX974" fmla="*/ 3778707 w 7225946"/>
                <a:gd name="connsiteY974" fmla="*/ 2619983 h 2930019"/>
                <a:gd name="connsiteX975" fmla="*/ 3774429 w 7225946"/>
                <a:gd name="connsiteY975" fmla="*/ 2625687 h 2930019"/>
                <a:gd name="connsiteX976" fmla="*/ 3773573 w 7225946"/>
                <a:gd name="connsiteY976" fmla="*/ 2633483 h 2930019"/>
                <a:gd name="connsiteX977" fmla="*/ 3773573 w 7225946"/>
                <a:gd name="connsiteY977" fmla="*/ 2639853 h 2930019"/>
                <a:gd name="connsiteX978" fmla="*/ 3780133 w 7225946"/>
                <a:gd name="connsiteY978" fmla="*/ 2643180 h 2930019"/>
                <a:gd name="connsiteX979" fmla="*/ 3787929 w 7225946"/>
                <a:gd name="connsiteY979" fmla="*/ 2644226 h 2930019"/>
                <a:gd name="connsiteX980" fmla="*/ 3791067 w 7225946"/>
                <a:gd name="connsiteY980" fmla="*/ 2649550 h 2930019"/>
                <a:gd name="connsiteX981" fmla="*/ 3772053 w 7225946"/>
                <a:gd name="connsiteY981" fmla="*/ 2657916 h 2930019"/>
                <a:gd name="connsiteX982" fmla="*/ 3757031 w 7225946"/>
                <a:gd name="connsiteY982" fmla="*/ 2663050 h 2930019"/>
                <a:gd name="connsiteX983" fmla="*/ 3751897 w 7225946"/>
                <a:gd name="connsiteY983" fmla="*/ 2660578 h 2930019"/>
                <a:gd name="connsiteX984" fmla="*/ 3747809 w 7225946"/>
                <a:gd name="connsiteY984" fmla="*/ 2663905 h 2930019"/>
                <a:gd name="connsiteX985" fmla="*/ 3744101 w 7225946"/>
                <a:gd name="connsiteY985" fmla="*/ 2671701 h 2930019"/>
                <a:gd name="connsiteX986" fmla="*/ 3743532 w 7225946"/>
                <a:gd name="connsiteY986" fmla="*/ 2678450 h 2930019"/>
                <a:gd name="connsiteX987" fmla="*/ 3746003 w 7225946"/>
                <a:gd name="connsiteY987" fmla="*/ 2693187 h 2930019"/>
                <a:gd name="connsiteX988" fmla="*/ 3757031 w 7225946"/>
                <a:gd name="connsiteY988" fmla="*/ 2698986 h 2930019"/>
                <a:gd name="connsiteX989" fmla="*/ 3774524 w 7225946"/>
                <a:gd name="connsiteY989" fmla="*/ 2693662 h 2930019"/>
                <a:gd name="connsiteX990" fmla="*/ 3791542 w 7225946"/>
                <a:gd name="connsiteY990" fmla="*/ 2691951 h 2930019"/>
                <a:gd name="connsiteX991" fmla="*/ 3807989 w 7225946"/>
                <a:gd name="connsiteY991" fmla="*/ 2688719 h 2930019"/>
                <a:gd name="connsiteX992" fmla="*/ 3821488 w 7225946"/>
                <a:gd name="connsiteY992" fmla="*/ 2686437 h 2930019"/>
                <a:gd name="connsiteX993" fmla="*/ 3833562 w 7225946"/>
                <a:gd name="connsiteY993" fmla="*/ 2685201 h 2930019"/>
                <a:gd name="connsiteX994" fmla="*/ 3847347 w 7225946"/>
                <a:gd name="connsiteY994" fmla="*/ 2686056 h 2930019"/>
                <a:gd name="connsiteX995" fmla="*/ 3872636 w 7225946"/>
                <a:gd name="connsiteY995" fmla="*/ 2685011 h 2930019"/>
                <a:gd name="connsiteX996" fmla="*/ 3887942 w 7225946"/>
                <a:gd name="connsiteY996" fmla="*/ 2687673 h 2930019"/>
                <a:gd name="connsiteX997" fmla="*/ 3904769 w 7225946"/>
                <a:gd name="connsiteY997" fmla="*/ 2663430 h 2930019"/>
                <a:gd name="connsiteX998" fmla="*/ 3895262 w 7225946"/>
                <a:gd name="connsiteY998" fmla="*/ 2648504 h 2930019"/>
                <a:gd name="connsiteX999" fmla="*/ 3883759 w 7225946"/>
                <a:gd name="connsiteY999" fmla="*/ 2648504 h 2930019"/>
                <a:gd name="connsiteX1000" fmla="*/ 3870640 w 7225946"/>
                <a:gd name="connsiteY1000" fmla="*/ 2651166 h 2930019"/>
                <a:gd name="connsiteX1001" fmla="*/ 3859992 w 7225946"/>
                <a:gd name="connsiteY1001" fmla="*/ 2651166 h 2930019"/>
                <a:gd name="connsiteX1002" fmla="*/ 3845826 w 7225946"/>
                <a:gd name="connsiteY1002" fmla="*/ 2653828 h 2930019"/>
                <a:gd name="connsiteX1003" fmla="*/ 3840693 w 7225946"/>
                <a:gd name="connsiteY1003" fmla="*/ 2649740 h 2930019"/>
                <a:gd name="connsiteX1004" fmla="*/ 3844019 w 7225946"/>
                <a:gd name="connsiteY1004" fmla="*/ 2643561 h 2930019"/>
                <a:gd name="connsiteX1005" fmla="*/ 3854668 w 7225946"/>
                <a:gd name="connsiteY1005" fmla="*/ 2639662 h 2930019"/>
                <a:gd name="connsiteX1006" fmla="*/ 3864175 w 7225946"/>
                <a:gd name="connsiteY1006" fmla="*/ 2633102 h 2930019"/>
                <a:gd name="connsiteX1007" fmla="*/ 3865791 w 7225946"/>
                <a:gd name="connsiteY1007" fmla="*/ 2627778 h 2930019"/>
                <a:gd name="connsiteX1008" fmla="*/ 3863129 w 7225946"/>
                <a:gd name="connsiteY1008" fmla="*/ 2614849 h 2930019"/>
                <a:gd name="connsiteX1009" fmla="*/ 3859041 w 7225946"/>
                <a:gd name="connsiteY1009" fmla="*/ 2610096 h 2930019"/>
                <a:gd name="connsiteX1010" fmla="*/ 3848773 w 7225946"/>
                <a:gd name="connsiteY1010" fmla="*/ 2606863 h 2930019"/>
                <a:gd name="connsiteX1011" fmla="*/ 3841357 w 7225946"/>
                <a:gd name="connsiteY1011" fmla="*/ 2610286 h 2930019"/>
                <a:gd name="connsiteX1012" fmla="*/ 3831851 w 7225946"/>
                <a:gd name="connsiteY1012" fmla="*/ 2611997 h 2930019"/>
                <a:gd name="connsiteX1013" fmla="*/ 3831851 w 7225946"/>
                <a:gd name="connsiteY1013" fmla="*/ 2602490 h 2930019"/>
                <a:gd name="connsiteX1014" fmla="*/ 3844019 w 7225946"/>
                <a:gd name="connsiteY1014" fmla="*/ 2598782 h 2930019"/>
                <a:gd name="connsiteX1015" fmla="*/ 3852196 w 7225946"/>
                <a:gd name="connsiteY1015" fmla="*/ 2596120 h 2930019"/>
                <a:gd name="connsiteX1016" fmla="*/ 3859992 w 7225946"/>
                <a:gd name="connsiteY1016" fmla="*/ 2596120 h 2930019"/>
                <a:gd name="connsiteX1017" fmla="*/ 3866361 w 7225946"/>
                <a:gd name="connsiteY1017" fmla="*/ 2589750 h 2930019"/>
                <a:gd name="connsiteX1018" fmla="*/ 3885375 w 7225946"/>
                <a:gd name="connsiteY1018" fmla="*/ 2550012 h 2930019"/>
                <a:gd name="connsiteX1019" fmla="*/ 3893932 w 7225946"/>
                <a:gd name="connsiteY1019" fmla="*/ 2540505 h 2930019"/>
                <a:gd name="connsiteX1020" fmla="*/ 3903439 w 7225946"/>
                <a:gd name="connsiteY1020" fmla="*/ 2523677 h 2930019"/>
                <a:gd name="connsiteX1021" fmla="*/ 3905910 w 7225946"/>
                <a:gd name="connsiteY1021" fmla="*/ 2513219 h 2930019"/>
                <a:gd name="connsiteX1022" fmla="*/ 3911234 w 7225946"/>
                <a:gd name="connsiteY1022" fmla="*/ 2501906 h 2930019"/>
                <a:gd name="connsiteX1023" fmla="*/ 3904674 w 7225946"/>
                <a:gd name="connsiteY1023" fmla="*/ 2488596 h 2930019"/>
                <a:gd name="connsiteX1024" fmla="*/ 3901442 w 7225946"/>
                <a:gd name="connsiteY1024" fmla="*/ 2480801 h 2930019"/>
                <a:gd name="connsiteX1025" fmla="*/ 3900586 w 7225946"/>
                <a:gd name="connsiteY1025" fmla="*/ 2480325 h 2930019"/>
                <a:gd name="connsiteX1026" fmla="*/ 3881572 w 7225946"/>
                <a:gd name="connsiteY1026" fmla="*/ 2478899 h 2930019"/>
                <a:gd name="connsiteX1027" fmla="*/ 3872065 w 7225946"/>
                <a:gd name="connsiteY1027" fmla="*/ 2475191 h 2930019"/>
                <a:gd name="connsiteX1028" fmla="*/ 2665469 w 7225946"/>
                <a:gd name="connsiteY1028" fmla="*/ 2459676 h 2930019"/>
                <a:gd name="connsiteX1029" fmla="*/ 2666013 w 7225946"/>
                <a:gd name="connsiteY1029" fmla="*/ 2459676 h 2930019"/>
                <a:gd name="connsiteX1030" fmla="*/ 2674395 w 7225946"/>
                <a:gd name="connsiteY1030" fmla="*/ 2471535 h 2930019"/>
                <a:gd name="connsiteX1031" fmla="*/ 2674395 w 7225946"/>
                <a:gd name="connsiteY1031" fmla="*/ 2472121 h 2930019"/>
                <a:gd name="connsiteX1032" fmla="*/ 2681476 w 7225946"/>
                <a:gd name="connsiteY1032" fmla="*/ 2508704 h 2930019"/>
                <a:gd name="connsiteX1033" fmla="*/ 2682021 w 7225946"/>
                <a:gd name="connsiteY1033" fmla="*/ 2511428 h 2930019"/>
                <a:gd name="connsiteX1034" fmla="*/ 2687218 w 7225946"/>
                <a:gd name="connsiteY1034" fmla="*/ 2511428 h 2930019"/>
                <a:gd name="connsiteX1035" fmla="*/ 2814568 w 7225946"/>
                <a:gd name="connsiteY1035" fmla="*/ 2493032 h 2930019"/>
                <a:gd name="connsiteX1036" fmla="*/ 2803464 w 7225946"/>
                <a:gd name="connsiteY1036" fmla="*/ 2520396 h 2930019"/>
                <a:gd name="connsiteX1037" fmla="*/ 2773209 w 7225946"/>
                <a:gd name="connsiteY1037" fmla="*/ 2539338 h 2930019"/>
                <a:gd name="connsiteX1038" fmla="*/ 2770694 w 7225946"/>
                <a:gd name="connsiteY1038" fmla="*/ 2539840 h 2930019"/>
                <a:gd name="connsiteX1039" fmla="*/ 2770694 w 7225946"/>
                <a:gd name="connsiteY1039" fmla="*/ 2542355 h 2930019"/>
                <a:gd name="connsiteX1040" fmla="*/ 2759589 w 7225946"/>
                <a:gd name="connsiteY1040" fmla="*/ 2564774 h 2930019"/>
                <a:gd name="connsiteX1041" fmla="*/ 2736164 w 7225946"/>
                <a:gd name="connsiteY1041" fmla="*/ 2572192 h 2930019"/>
                <a:gd name="connsiteX1042" fmla="*/ 2733020 w 7225946"/>
                <a:gd name="connsiteY1042" fmla="*/ 2572192 h 2930019"/>
                <a:gd name="connsiteX1043" fmla="*/ 2730379 w 7225946"/>
                <a:gd name="connsiteY1043" fmla="*/ 2571857 h 2930019"/>
                <a:gd name="connsiteX1044" fmla="*/ 2729459 w 7225946"/>
                <a:gd name="connsiteY1044" fmla="*/ 2574329 h 2930019"/>
                <a:gd name="connsiteX1045" fmla="*/ 2711942 w 7225946"/>
                <a:gd name="connsiteY1045" fmla="*/ 2588828 h 2930019"/>
                <a:gd name="connsiteX1046" fmla="*/ 2702974 w 7225946"/>
                <a:gd name="connsiteY1046" fmla="*/ 2590169 h 2930019"/>
                <a:gd name="connsiteX1047" fmla="*/ 2691408 w 7225946"/>
                <a:gd name="connsiteY1047" fmla="*/ 2588157 h 2930019"/>
                <a:gd name="connsiteX1048" fmla="*/ 2685206 w 7225946"/>
                <a:gd name="connsiteY1048" fmla="*/ 2585560 h 2930019"/>
                <a:gd name="connsiteX1049" fmla="*/ 2694299 w 7225946"/>
                <a:gd name="connsiteY1049" fmla="*/ 2622604 h 2930019"/>
                <a:gd name="connsiteX1050" fmla="*/ 2637308 w 7225946"/>
                <a:gd name="connsiteY1050" fmla="*/ 2622604 h 2930019"/>
                <a:gd name="connsiteX1051" fmla="*/ 2646359 w 7225946"/>
                <a:gd name="connsiteY1051" fmla="*/ 2585602 h 2930019"/>
                <a:gd name="connsiteX1052" fmla="*/ 2640199 w 7225946"/>
                <a:gd name="connsiteY1052" fmla="*/ 2588157 h 2930019"/>
                <a:gd name="connsiteX1053" fmla="*/ 2628591 w 7225946"/>
                <a:gd name="connsiteY1053" fmla="*/ 2590169 h 2930019"/>
                <a:gd name="connsiteX1054" fmla="*/ 2619624 w 7225946"/>
                <a:gd name="connsiteY1054" fmla="*/ 2588828 h 2930019"/>
                <a:gd name="connsiteX1055" fmla="*/ 2602107 w 7225946"/>
                <a:gd name="connsiteY1055" fmla="*/ 2574329 h 2930019"/>
                <a:gd name="connsiteX1056" fmla="*/ 2601185 w 7225946"/>
                <a:gd name="connsiteY1056" fmla="*/ 2571857 h 2930019"/>
                <a:gd name="connsiteX1057" fmla="*/ 2598546 w 7225946"/>
                <a:gd name="connsiteY1057" fmla="*/ 2572192 h 2930019"/>
                <a:gd name="connsiteX1058" fmla="*/ 2595402 w 7225946"/>
                <a:gd name="connsiteY1058" fmla="*/ 2572192 h 2930019"/>
                <a:gd name="connsiteX1059" fmla="*/ 2571977 w 7225946"/>
                <a:gd name="connsiteY1059" fmla="*/ 2564774 h 2930019"/>
                <a:gd name="connsiteX1060" fmla="*/ 2560872 w 7225946"/>
                <a:gd name="connsiteY1060" fmla="*/ 2542397 h 2930019"/>
                <a:gd name="connsiteX1061" fmla="*/ 2560704 w 7225946"/>
                <a:gd name="connsiteY1061" fmla="*/ 2542397 h 2930019"/>
                <a:gd name="connsiteX1062" fmla="*/ 2560704 w 7225946"/>
                <a:gd name="connsiteY1062" fmla="*/ 2539840 h 2930019"/>
                <a:gd name="connsiteX1063" fmla="*/ 2558191 w 7225946"/>
                <a:gd name="connsiteY1063" fmla="*/ 2539338 h 2930019"/>
                <a:gd name="connsiteX1064" fmla="*/ 2527892 w 7225946"/>
                <a:gd name="connsiteY1064" fmla="*/ 2520396 h 2930019"/>
                <a:gd name="connsiteX1065" fmla="*/ 2516788 w 7225946"/>
                <a:gd name="connsiteY1065" fmla="*/ 2493032 h 2930019"/>
                <a:gd name="connsiteX1066" fmla="*/ 2644264 w 7225946"/>
                <a:gd name="connsiteY1066" fmla="*/ 2511428 h 2930019"/>
                <a:gd name="connsiteX1067" fmla="*/ 2649460 w 7225946"/>
                <a:gd name="connsiteY1067" fmla="*/ 2511428 h 2930019"/>
                <a:gd name="connsiteX1068" fmla="*/ 2650005 w 7225946"/>
                <a:gd name="connsiteY1068" fmla="*/ 2508704 h 2930019"/>
                <a:gd name="connsiteX1069" fmla="*/ 2657087 w 7225946"/>
                <a:gd name="connsiteY1069" fmla="*/ 2472121 h 2930019"/>
                <a:gd name="connsiteX1070" fmla="*/ 2657087 w 7225946"/>
                <a:gd name="connsiteY1070" fmla="*/ 2471535 h 2930019"/>
                <a:gd name="connsiteX1071" fmla="*/ 2665469 w 7225946"/>
                <a:gd name="connsiteY1071" fmla="*/ 2459676 h 2930019"/>
                <a:gd name="connsiteX1072" fmla="*/ 2731385 w 7225946"/>
                <a:gd name="connsiteY1072" fmla="*/ 2458207 h 2930019"/>
                <a:gd name="connsiteX1073" fmla="*/ 2713826 w 7225946"/>
                <a:gd name="connsiteY1073" fmla="*/ 2459298 h 2930019"/>
                <a:gd name="connsiteX1074" fmla="*/ 2728326 w 7225946"/>
                <a:gd name="connsiteY1074" fmla="*/ 2469858 h 2930019"/>
                <a:gd name="connsiteX1075" fmla="*/ 2747771 w 7225946"/>
                <a:gd name="connsiteY1075" fmla="*/ 2468811 h 2930019"/>
                <a:gd name="connsiteX1076" fmla="*/ 2731385 w 7225946"/>
                <a:gd name="connsiteY1076" fmla="*/ 2458207 h 2930019"/>
                <a:gd name="connsiteX1077" fmla="*/ 2749364 w 7225946"/>
                <a:gd name="connsiteY1077" fmla="*/ 2439517 h 2930019"/>
                <a:gd name="connsiteX1078" fmla="*/ 2749395 w 7225946"/>
                <a:gd name="connsiteY1078" fmla="*/ 2439522 h 2930019"/>
                <a:gd name="connsiteX1079" fmla="*/ 2733187 w 7225946"/>
                <a:gd name="connsiteY1079" fmla="*/ 2445427 h 2930019"/>
                <a:gd name="connsiteX1080" fmla="*/ 2750202 w 7225946"/>
                <a:gd name="connsiteY1080" fmla="*/ 2450790 h 2930019"/>
                <a:gd name="connsiteX1081" fmla="*/ 2766126 w 7225946"/>
                <a:gd name="connsiteY1081" fmla="*/ 2441823 h 2930019"/>
                <a:gd name="connsiteX1082" fmla="*/ 2749395 w 7225946"/>
                <a:gd name="connsiteY1082" fmla="*/ 2439522 h 2930019"/>
                <a:gd name="connsiteX1083" fmla="*/ 2749406 w 7225946"/>
                <a:gd name="connsiteY1083" fmla="*/ 2439517 h 2930019"/>
                <a:gd name="connsiteX1084" fmla="*/ 3470869 w 7225946"/>
                <a:gd name="connsiteY1084" fmla="*/ 2434595 h 2930019"/>
                <a:gd name="connsiteX1085" fmla="*/ 3464786 w 7225946"/>
                <a:gd name="connsiteY1085" fmla="*/ 2436877 h 2930019"/>
                <a:gd name="connsiteX1086" fmla="*/ 3458796 w 7225946"/>
                <a:gd name="connsiteY1086" fmla="*/ 2437543 h 2930019"/>
                <a:gd name="connsiteX1087" fmla="*/ 3452522 w 7225946"/>
                <a:gd name="connsiteY1087" fmla="*/ 2440014 h 2930019"/>
                <a:gd name="connsiteX1088" fmla="*/ 3441778 w 7225946"/>
                <a:gd name="connsiteY1088" fmla="*/ 2441821 h 2930019"/>
                <a:gd name="connsiteX1089" fmla="*/ 3439687 w 7225946"/>
                <a:gd name="connsiteY1089" fmla="*/ 2447810 h 2930019"/>
                <a:gd name="connsiteX1090" fmla="*/ 3446817 w 7225946"/>
                <a:gd name="connsiteY1090" fmla="*/ 2465398 h 2930019"/>
                <a:gd name="connsiteX1091" fmla="*/ 3444536 w 7225946"/>
                <a:gd name="connsiteY1091" fmla="*/ 2472433 h 2930019"/>
                <a:gd name="connsiteX1092" fmla="*/ 3442349 w 7225946"/>
                <a:gd name="connsiteY1092" fmla="*/ 2478042 h 2930019"/>
                <a:gd name="connsiteX1093" fmla="*/ 3441018 w 7225946"/>
                <a:gd name="connsiteY1093" fmla="*/ 2483937 h 2930019"/>
                <a:gd name="connsiteX1094" fmla="*/ 3446627 w 7225946"/>
                <a:gd name="connsiteY1094" fmla="*/ 2488215 h 2930019"/>
                <a:gd name="connsiteX1095" fmla="*/ 3452522 w 7225946"/>
                <a:gd name="connsiteY1095" fmla="*/ 2490116 h 2930019"/>
                <a:gd name="connsiteX1096" fmla="*/ 3453472 w 7225946"/>
                <a:gd name="connsiteY1096" fmla="*/ 2495821 h 2930019"/>
                <a:gd name="connsiteX1097" fmla="*/ 3445106 w 7225946"/>
                <a:gd name="connsiteY1097" fmla="*/ 2500669 h 2930019"/>
                <a:gd name="connsiteX1098" fmla="*/ 3424666 w 7225946"/>
                <a:gd name="connsiteY1098" fmla="*/ 2506944 h 2930019"/>
                <a:gd name="connsiteX1099" fmla="*/ 3413543 w 7225946"/>
                <a:gd name="connsiteY1099" fmla="*/ 2508465 h 2930019"/>
                <a:gd name="connsiteX1100" fmla="*/ 3387398 w 7225946"/>
                <a:gd name="connsiteY1100" fmla="*/ 2513694 h 2930019"/>
                <a:gd name="connsiteX1101" fmla="*/ 3376466 w 7225946"/>
                <a:gd name="connsiteY1101" fmla="*/ 2517402 h 2930019"/>
                <a:gd name="connsiteX1102" fmla="*/ 3371426 w 7225946"/>
                <a:gd name="connsiteY1102" fmla="*/ 2514549 h 2930019"/>
                <a:gd name="connsiteX1103" fmla="*/ 3352412 w 7225946"/>
                <a:gd name="connsiteY1103" fmla="*/ 2524056 h 2930019"/>
                <a:gd name="connsiteX1104" fmla="*/ 3350607 w 7225946"/>
                <a:gd name="connsiteY1104" fmla="*/ 2530712 h 2930019"/>
                <a:gd name="connsiteX1105" fmla="*/ 3351082 w 7225946"/>
                <a:gd name="connsiteY1105" fmla="*/ 2539078 h 2930019"/>
                <a:gd name="connsiteX1106" fmla="*/ 3353553 w 7225946"/>
                <a:gd name="connsiteY1106" fmla="*/ 2549251 h 2930019"/>
                <a:gd name="connsiteX1107" fmla="*/ 3363060 w 7225946"/>
                <a:gd name="connsiteY1107" fmla="*/ 2549821 h 2930019"/>
                <a:gd name="connsiteX1108" fmla="*/ 3368289 w 7225946"/>
                <a:gd name="connsiteY1108" fmla="*/ 2553529 h 2930019"/>
                <a:gd name="connsiteX1109" fmla="*/ 3374754 w 7225946"/>
                <a:gd name="connsiteY1109" fmla="*/ 2549821 h 2930019"/>
                <a:gd name="connsiteX1110" fmla="*/ 3382169 w 7225946"/>
                <a:gd name="connsiteY1110" fmla="*/ 2547253 h 2930019"/>
                <a:gd name="connsiteX1111" fmla="*/ 3390915 w 7225946"/>
                <a:gd name="connsiteY1111" fmla="*/ 2544877 h 2930019"/>
                <a:gd name="connsiteX1112" fmla="*/ 3396335 w 7225946"/>
                <a:gd name="connsiteY1112" fmla="*/ 2544877 h 2930019"/>
                <a:gd name="connsiteX1113" fmla="*/ 3403180 w 7225946"/>
                <a:gd name="connsiteY1113" fmla="*/ 2544877 h 2930019"/>
                <a:gd name="connsiteX1114" fmla="*/ 3410976 w 7225946"/>
                <a:gd name="connsiteY1114" fmla="*/ 2542785 h 2930019"/>
                <a:gd name="connsiteX1115" fmla="*/ 3418201 w 7225946"/>
                <a:gd name="connsiteY1115" fmla="*/ 2541835 h 2930019"/>
                <a:gd name="connsiteX1116" fmla="*/ 3426758 w 7225946"/>
                <a:gd name="connsiteY1116" fmla="*/ 2539648 h 2930019"/>
                <a:gd name="connsiteX1117" fmla="*/ 3436265 w 7225946"/>
                <a:gd name="connsiteY1117" fmla="*/ 2537271 h 2930019"/>
                <a:gd name="connsiteX1118" fmla="*/ 3445772 w 7225946"/>
                <a:gd name="connsiteY1118" fmla="*/ 2534799 h 2930019"/>
                <a:gd name="connsiteX1119" fmla="*/ 3479521 w 7225946"/>
                <a:gd name="connsiteY1119" fmla="*/ 2526433 h 2930019"/>
                <a:gd name="connsiteX1120" fmla="*/ 3493972 w 7225946"/>
                <a:gd name="connsiteY1120" fmla="*/ 2520349 h 2930019"/>
                <a:gd name="connsiteX1121" fmla="*/ 3503479 w 7225946"/>
                <a:gd name="connsiteY1121" fmla="*/ 2520349 h 2930019"/>
                <a:gd name="connsiteX1122" fmla="*/ 3513842 w 7225946"/>
                <a:gd name="connsiteY1122" fmla="*/ 2516641 h 2930019"/>
                <a:gd name="connsiteX1123" fmla="*/ 3524204 w 7225946"/>
                <a:gd name="connsiteY1123" fmla="*/ 2513504 h 2930019"/>
                <a:gd name="connsiteX1124" fmla="*/ 3535518 w 7225946"/>
                <a:gd name="connsiteY1124" fmla="*/ 2512173 h 2930019"/>
                <a:gd name="connsiteX1125" fmla="*/ 3549683 w 7225946"/>
                <a:gd name="connsiteY1125" fmla="*/ 2511222 h 2930019"/>
                <a:gd name="connsiteX1126" fmla="*/ 3558049 w 7225946"/>
                <a:gd name="connsiteY1126" fmla="*/ 2513694 h 2930019"/>
                <a:gd name="connsiteX1127" fmla="*/ 3573641 w 7225946"/>
                <a:gd name="connsiteY1127" fmla="*/ 2500479 h 2930019"/>
                <a:gd name="connsiteX1128" fmla="*/ 3574116 w 7225946"/>
                <a:gd name="connsiteY1128" fmla="*/ 2491732 h 2930019"/>
                <a:gd name="connsiteX1129" fmla="*/ 3570218 w 7225946"/>
                <a:gd name="connsiteY1129" fmla="*/ 2487454 h 2930019"/>
                <a:gd name="connsiteX1130" fmla="*/ 3570408 w 7225946"/>
                <a:gd name="connsiteY1130" fmla="*/ 2487454 h 2930019"/>
                <a:gd name="connsiteX1131" fmla="*/ 3561757 w 7225946"/>
                <a:gd name="connsiteY1131" fmla="*/ 2479849 h 2930019"/>
                <a:gd name="connsiteX1132" fmla="*/ 3554532 w 7225946"/>
                <a:gd name="connsiteY1132" fmla="*/ 2477472 h 2930019"/>
                <a:gd name="connsiteX1133" fmla="*/ 3547592 w 7225946"/>
                <a:gd name="connsiteY1133" fmla="*/ 2474525 h 2930019"/>
                <a:gd name="connsiteX1134" fmla="*/ 3531335 w 7225946"/>
                <a:gd name="connsiteY1134" fmla="*/ 2478233 h 2930019"/>
                <a:gd name="connsiteX1135" fmla="*/ 3502814 w 7225946"/>
                <a:gd name="connsiteY1135" fmla="*/ 2484887 h 2930019"/>
                <a:gd name="connsiteX1136" fmla="*/ 3501293 w 7225946"/>
                <a:gd name="connsiteY1136" fmla="*/ 2480039 h 2930019"/>
                <a:gd name="connsiteX1137" fmla="*/ 3509279 w 7225946"/>
                <a:gd name="connsiteY1137" fmla="*/ 2465398 h 2930019"/>
                <a:gd name="connsiteX1138" fmla="*/ 3502814 w 7225946"/>
                <a:gd name="connsiteY1138" fmla="*/ 2451137 h 2930019"/>
                <a:gd name="connsiteX1139" fmla="*/ 3500057 w 7225946"/>
                <a:gd name="connsiteY1139" fmla="*/ 2441630 h 2930019"/>
                <a:gd name="connsiteX1140" fmla="*/ 3491690 w 7225946"/>
                <a:gd name="connsiteY1140" fmla="*/ 2439064 h 2930019"/>
                <a:gd name="connsiteX1141" fmla="*/ 3487032 w 7225946"/>
                <a:gd name="connsiteY1141" fmla="*/ 2435356 h 2930019"/>
                <a:gd name="connsiteX1142" fmla="*/ 3478096 w 7225946"/>
                <a:gd name="connsiteY1142" fmla="*/ 2435356 h 2930019"/>
                <a:gd name="connsiteX1143" fmla="*/ 3470869 w 7225946"/>
                <a:gd name="connsiteY1143" fmla="*/ 2434595 h 2930019"/>
                <a:gd name="connsiteX1144" fmla="*/ 4725605 w 7225946"/>
                <a:gd name="connsiteY1144" fmla="*/ 2432884 h 2930019"/>
                <a:gd name="connsiteX1145" fmla="*/ 4720281 w 7225946"/>
                <a:gd name="connsiteY1145" fmla="*/ 2434025 h 2930019"/>
                <a:gd name="connsiteX1146" fmla="*/ 4714957 w 7225946"/>
                <a:gd name="connsiteY1146" fmla="*/ 2434025 h 2930019"/>
                <a:gd name="connsiteX1147" fmla="*/ 4708398 w 7225946"/>
                <a:gd name="connsiteY1147" fmla="*/ 2446194 h 2930019"/>
                <a:gd name="connsiteX1148" fmla="*/ 4699557 w 7225946"/>
                <a:gd name="connsiteY1148" fmla="*/ 2457888 h 2930019"/>
                <a:gd name="connsiteX1149" fmla="*/ 4692235 w 7225946"/>
                <a:gd name="connsiteY1149" fmla="*/ 2451898 h 2930019"/>
                <a:gd name="connsiteX1150" fmla="*/ 4685581 w 7225946"/>
                <a:gd name="connsiteY1150" fmla="*/ 2458554 h 2930019"/>
                <a:gd name="connsiteX1151" fmla="*/ 4689573 w 7225946"/>
                <a:gd name="connsiteY1151" fmla="*/ 2469107 h 2930019"/>
                <a:gd name="connsiteX1152" fmla="*/ 4685961 w 7225946"/>
                <a:gd name="connsiteY1152" fmla="*/ 2478614 h 2930019"/>
                <a:gd name="connsiteX1153" fmla="*/ 4685961 w 7225946"/>
                <a:gd name="connsiteY1153" fmla="*/ 2490497 h 2930019"/>
                <a:gd name="connsiteX1154" fmla="*/ 4691856 w 7225946"/>
                <a:gd name="connsiteY1154" fmla="*/ 2487740 h 2930019"/>
                <a:gd name="connsiteX1155" fmla="*/ 4700221 w 7225946"/>
                <a:gd name="connsiteY1155" fmla="*/ 2484508 h 2930019"/>
                <a:gd name="connsiteX1156" fmla="*/ 4705261 w 7225946"/>
                <a:gd name="connsiteY1156" fmla="*/ 2496486 h 2930019"/>
                <a:gd name="connsiteX1157" fmla="*/ 4695754 w 7225946"/>
                <a:gd name="connsiteY1157" fmla="*/ 2505328 h 2930019"/>
                <a:gd name="connsiteX1158" fmla="*/ 4691856 w 7225946"/>
                <a:gd name="connsiteY1158" fmla="*/ 2500385 h 2930019"/>
                <a:gd name="connsiteX1159" fmla="*/ 4681493 w 7225946"/>
                <a:gd name="connsiteY1159" fmla="*/ 2500385 h 2930019"/>
                <a:gd name="connsiteX1160" fmla="*/ 4678831 w 7225946"/>
                <a:gd name="connsiteY1160" fmla="*/ 2495725 h 2930019"/>
                <a:gd name="connsiteX1161" fmla="*/ 4675978 w 7225946"/>
                <a:gd name="connsiteY1161" fmla="*/ 2475666 h 2930019"/>
                <a:gd name="connsiteX1162" fmla="*/ 4673982 w 7225946"/>
                <a:gd name="connsiteY1162" fmla="*/ 2469677 h 2930019"/>
                <a:gd name="connsiteX1163" fmla="*/ 4671035 w 7225946"/>
                <a:gd name="connsiteY1163" fmla="*/ 2460170 h 2930019"/>
                <a:gd name="connsiteX1164" fmla="*/ 4664951 w 7225946"/>
                <a:gd name="connsiteY1164" fmla="*/ 2463592 h 2930019"/>
                <a:gd name="connsiteX1165" fmla="*/ 4661338 w 7225946"/>
                <a:gd name="connsiteY1165" fmla="*/ 2472244 h 2930019"/>
                <a:gd name="connsiteX1166" fmla="*/ 4662669 w 7225946"/>
                <a:gd name="connsiteY1166" fmla="*/ 2478234 h 2930019"/>
                <a:gd name="connsiteX1167" fmla="*/ 4662669 w 7225946"/>
                <a:gd name="connsiteY1167" fmla="*/ 2496011 h 2930019"/>
                <a:gd name="connsiteX1168" fmla="*/ 4664760 w 7225946"/>
                <a:gd name="connsiteY1168" fmla="*/ 2508560 h 2930019"/>
                <a:gd name="connsiteX1169" fmla="*/ 4664094 w 7225946"/>
                <a:gd name="connsiteY1169" fmla="*/ 2527004 h 2930019"/>
                <a:gd name="connsiteX1170" fmla="*/ 4668849 w 7225946"/>
                <a:gd name="connsiteY1170" fmla="*/ 2535940 h 2930019"/>
                <a:gd name="connsiteX1171" fmla="*/ 4673507 w 7225946"/>
                <a:gd name="connsiteY1171" fmla="*/ 2533469 h 2930019"/>
                <a:gd name="connsiteX1172" fmla="*/ 4676834 w 7225946"/>
                <a:gd name="connsiteY1172" fmla="*/ 2528811 h 2930019"/>
                <a:gd name="connsiteX1173" fmla="*/ 4679591 w 7225946"/>
                <a:gd name="connsiteY1173" fmla="*/ 2521015 h 2930019"/>
                <a:gd name="connsiteX1174" fmla="*/ 4683774 w 7225946"/>
                <a:gd name="connsiteY1174" fmla="*/ 2526244 h 2930019"/>
                <a:gd name="connsiteX1175" fmla="*/ 4685771 w 7225946"/>
                <a:gd name="connsiteY1175" fmla="*/ 2532613 h 2930019"/>
                <a:gd name="connsiteX1176" fmla="*/ 4692710 w 7225946"/>
                <a:gd name="connsiteY1176" fmla="*/ 2529761 h 2930019"/>
                <a:gd name="connsiteX1177" fmla="*/ 4700316 w 7225946"/>
                <a:gd name="connsiteY1177" fmla="*/ 2530522 h 2930019"/>
                <a:gd name="connsiteX1178" fmla="*/ 4699556 w 7225946"/>
                <a:gd name="connsiteY1178" fmla="*/ 2534610 h 2930019"/>
                <a:gd name="connsiteX1179" fmla="*/ 4694137 w 7225946"/>
                <a:gd name="connsiteY1179" fmla="*/ 2538222 h 2930019"/>
                <a:gd name="connsiteX1180" fmla="*/ 4687197 w 7225946"/>
                <a:gd name="connsiteY1180" fmla="*/ 2540598 h 2930019"/>
                <a:gd name="connsiteX1181" fmla="*/ 4674457 w 7225946"/>
                <a:gd name="connsiteY1181" fmla="*/ 2542880 h 2930019"/>
                <a:gd name="connsiteX1182" fmla="*/ 4666661 w 7225946"/>
                <a:gd name="connsiteY1182" fmla="*/ 2543356 h 2930019"/>
                <a:gd name="connsiteX1183" fmla="*/ 4657630 w 7225946"/>
                <a:gd name="connsiteY1183" fmla="*/ 2545828 h 2930019"/>
                <a:gd name="connsiteX1184" fmla="*/ 4653066 w 7225946"/>
                <a:gd name="connsiteY1184" fmla="*/ 2541169 h 2930019"/>
                <a:gd name="connsiteX1185" fmla="*/ 4656299 w 7225946"/>
                <a:gd name="connsiteY1185" fmla="*/ 2531662 h 2930019"/>
                <a:gd name="connsiteX1186" fmla="*/ 4656299 w 7225946"/>
                <a:gd name="connsiteY1186" fmla="*/ 2523677 h 2930019"/>
                <a:gd name="connsiteX1187" fmla="*/ 4654207 w 7225946"/>
                <a:gd name="connsiteY1187" fmla="*/ 2512838 h 2930019"/>
                <a:gd name="connsiteX1188" fmla="*/ 4653257 w 7225946"/>
                <a:gd name="connsiteY1188" fmla="*/ 2496677 h 2930019"/>
                <a:gd name="connsiteX1189" fmla="*/ 4653257 w 7225946"/>
                <a:gd name="connsiteY1189" fmla="*/ 2488405 h 2930019"/>
                <a:gd name="connsiteX1190" fmla="*/ 4653257 w 7225946"/>
                <a:gd name="connsiteY1190" fmla="*/ 2481846 h 2930019"/>
                <a:gd name="connsiteX1191" fmla="*/ 4653257 w 7225946"/>
                <a:gd name="connsiteY1191" fmla="*/ 2475856 h 2930019"/>
                <a:gd name="connsiteX1192" fmla="*/ 4652402 w 7225946"/>
                <a:gd name="connsiteY1192" fmla="*/ 2466349 h 2930019"/>
                <a:gd name="connsiteX1193" fmla="*/ 4651261 w 7225946"/>
                <a:gd name="connsiteY1193" fmla="*/ 2458554 h 2930019"/>
                <a:gd name="connsiteX1194" fmla="*/ 4648408 w 7225946"/>
                <a:gd name="connsiteY1194" fmla="*/ 2454275 h 2930019"/>
                <a:gd name="connsiteX1195" fmla="*/ 4645080 w 7225946"/>
                <a:gd name="connsiteY1195" fmla="*/ 2456462 h 2930019"/>
                <a:gd name="connsiteX1196" fmla="*/ 4638521 w 7225946"/>
                <a:gd name="connsiteY1196" fmla="*/ 2456462 h 2930019"/>
                <a:gd name="connsiteX1197" fmla="*/ 4633957 w 7225946"/>
                <a:gd name="connsiteY1197" fmla="*/ 2464353 h 2930019"/>
                <a:gd name="connsiteX1198" fmla="*/ 4636144 w 7225946"/>
                <a:gd name="connsiteY1198" fmla="*/ 2478043 h 2930019"/>
                <a:gd name="connsiteX1199" fmla="*/ 4637760 w 7225946"/>
                <a:gd name="connsiteY1199" fmla="*/ 2502001 h 2930019"/>
                <a:gd name="connsiteX1200" fmla="*/ 4636048 w 7225946"/>
                <a:gd name="connsiteY1200" fmla="*/ 2524627 h 2930019"/>
                <a:gd name="connsiteX1201" fmla="*/ 4637950 w 7225946"/>
                <a:gd name="connsiteY1201" fmla="*/ 2535656 h 2930019"/>
                <a:gd name="connsiteX1202" fmla="*/ 4640802 w 7225946"/>
                <a:gd name="connsiteY1202" fmla="*/ 2543261 h 2930019"/>
                <a:gd name="connsiteX1203" fmla="*/ 4637094 w 7225946"/>
                <a:gd name="connsiteY1203" fmla="*/ 2546968 h 2930019"/>
                <a:gd name="connsiteX1204" fmla="*/ 4626161 w 7225946"/>
                <a:gd name="connsiteY1204" fmla="*/ 2551246 h 2930019"/>
                <a:gd name="connsiteX1205" fmla="*/ 4620798 w 7225946"/>
                <a:gd name="connsiteY1205" fmla="*/ 2548751 h 2930019"/>
                <a:gd name="connsiteX1206" fmla="*/ 4620553 w 7225946"/>
                <a:gd name="connsiteY1206" fmla="*/ 2547063 h 2930019"/>
                <a:gd name="connsiteX1207" fmla="*/ 4617986 w 7225946"/>
                <a:gd name="connsiteY1207" fmla="*/ 2530711 h 2930019"/>
                <a:gd name="connsiteX1208" fmla="*/ 4614373 w 7225946"/>
                <a:gd name="connsiteY1208" fmla="*/ 2530711 h 2930019"/>
                <a:gd name="connsiteX1209" fmla="*/ 4601633 w 7225946"/>
                <a:gd name="connsiteY1209" fmla="*/ 2551817 h 2930019"/>
                <a:gd name="connsiteX1210" fmla="*/ 4596404 w 7225946"/>
                <a:gd name="connsiteY1210" fmla="*/ 2555240 h 2930019"/>
                <a:gd name="connsiteX1211" fmla="*/ 4593553 w 7225946"/>
                <a:gd name="connsiteY1211" fmla="*/ 2562655 h 2930019"/>
                <a:gd name="connsiteX1212" fmla="*/ 4593553 w 7225946"/>
                <a:gd name="connsiteY1212" fmla="*/ 2580908 h 2930019"/>
                <a:gd name="connsiteX1213" fmla="*/ 4599352 w 7225946"/>
                <a:gd name="connsiteY1213" fmla="*/ 2599067 h 2930019"/>
                <a:gd name="connsiteX1214" fmla="*/ 4607052 w 7225946"/>
                <a:gd name="connsiteY1214" fmla="*/ 2602205 h 2930019"/>
                <a:gd name="connsiteX1215" fmla="*/ 4626827 w 7225946"/>
                <a:gd name="connsiteY1215" fmla="*/ 2587088 h 2930019"/>
                <a:gd name="connsiteX1216" fmla="*/ 4631390 w 7225946"/>
                <a:gd name="connsiteY1216" fmla="*/ 2581669 h 2930019"/>
                <a:gd name="connsiteX1217" fmla="*/ 4640897 w 7225946"/>
                <a:gd name="connsiteY1217" fmla="*/ 2569025 h 2930019"/>
                <a:gd name="connsiteX1218" fmla="*/ 4656394 w 7225946"/>
                <a:gd name="connsiteY1218" fmla="*/ 2562751 h 2930019"/>
                <a:gd name="connsiteX1219" fmla="*/ 4669513 w 7225946"/>
                <a:gd name="connsiteY1219" fmla="*/ 2560089 h 2930019"/>
                <a:gd name="connsiteX1220" fmla="*/ 4686626 w 7225946"/>
                <a:gd name="connsiteY1220" fmla="*/ 2557902 h 2930019"/>
                <a:gd name="connsiteX1221" fmla="*/ 4697179 w 7225946"/>
                <a:gd name="connsiteY1221" fmla="*/ 2555715 h 2930019"/>
                <a:gd name="connsiteX1222" fmla="*/ 4707732 w 7225946"/>
                <a:gd name="connsiteY1222" fmla="*/ 2553244 h 2930019"/>
                <a:gd name="connsiteX1223" fmla="*/ 4728648 w 7225946"/>
                <a:gd name="connsiteY1223" fmla="*/ 2551057 h 2930019"/>
                <a:gd name="connsiteX1224" fmla="*/ 4741957 w 7225946"/>
                <a:gd name="connsiteY1224" fmla="*/ 2549155 h 2930019"/>
                <a:gd name="connsiteX1225" fmla="*/ 4754602 w 7225946"/>
                <a:gd name="connsiteY1225" fmla="*/ 2547729 h 2930019"/>
                <a:gd name="connsiteX1226" fmla="*/ 4749278 w 7225946"/>
                <a:gd name="connsiteY1226" fmla="*/ 2557902 h 2930019"/>
                <a:gd name="connsiteX1227" fmla="*/ 4739771 w 7225946"/>
                <a:gd name="connsiteY1227" fmla="*/ 2562560 h 2930019"/>
                <a:gd name="connsiteX1228" fmla="*/ 4731025 w 7225946"/>
                <a:gd name="connsiteY1228" fmla="*/ 2560469 h 2930019"/>
                <a:gd name="connsiteX1229" fmla="*/ 4722563 w 7225946"/>
                <a:gd name="connsiteY1229" fmla="*/ 2560469 h 2930019"/>
                <a:gd name="connsiteX1230" fmla="*/ 4712201 w 7225946"/>
                <a:gd name="connsiteY1230" fmla="*/ 2560469 h 2930019"/>
                <a:gd name="connsiteX1231" fmla="*/ 4707827 w 7225946"/>
                <a:gd name="connsiteY1231" fmla="*/ 2563606 h 2930019"/>
                <a:gd name="connsiteX1232" fmla="*/ 4700412 w 7225946"/>
                <a:gd name="connsiteY1232" fmla="*/ 2566268 h 2930019"/>
                <a:gd name="connsiteX1233" fmla="*/ 4691571 w 7225946"/>
                <a:gd name="connsiteY1233" fmla="*/ 2567789 h 2930019"/>
                <a:gd name="connsiteX1234" fmla="*/ 4679782 w 7225946"/>
                <a:gd name="connsiteY1234" fmla="*/ 2570736 h 2930019"/>
                <a:gd name="connsiteX1235" fmla="*/ 4669418 w 7225946"/>
                <a:gd name="connsiteY1235" fmla="*/ 2571687 h 2930019"/>
                <a:gd name="connsiteX1236" fmla="*/ 4665235 w 7225946"/>
                <a:gd name="connsiteY1236" fmla="*/ 2574443 h 2930019"/>
                <a:gd name="connsiteX1237" fmla="*/ 4654018 w 7225946"/>
                <a:gd name="connsiteY1237" fmla="*/ 2575204 h 2930019"/>
                <a:gd name="connsiteX1238" fmla="*/ 4646032 w 7225946"/>
                <a:gd name="connsiteY1238" fmla="*/ 2594218 h 2930019"/>
                <a:gd name="connsiteX1239" fmla="*/ 4643941 w 7225946"/>
                <a:gd name="connsiteY1239" fmla="*/ 2604581 h 2930019"/>
                <a:gd name="connsiteX1240" fmla="*/ 4646792 w 7225946"/>
                <a:gd name="connsiteY1240" fmla="*/ 2611521 h 2930019"/>
                <a:gd name="connsiteX1241" fmla="*/ 4654397 w 7225946"/>
                <a:gd name="connsiteY1241" fmla="*/ 2611521 h 2930019"/>
                <a:gd name="connsiteX1242" fmla="*/ 4663429 w 7225946"/>
                <a:gd name="connsiteY1242" fmla="*/ 2606863 h 2930019"/>
                <a:gd name="connsiteX1243" fmla="*/ 4671416 w 7225946"/>
                <a:gd name="connsiteY1243" fmla="*/ 2601634 h 2930019"/>
                <a:gd name="connsiteX1244" fmla="*/ 4678641 w 7225946"/>
                <a:gd name="connsiteY1244" fmla="*/ 2602300 h 2930019"/>
                <a:gd name="connsiteX1245" fmla="*/ 4675123 w 7225946"/>
                <a:gd name="connsiteY1245" fmla="*/ 2611807 h 2930019"/>
                <a:gd name="connsiteX1246" fmla="*/ 4673792 w 7225946"/>
                <a:gd name="connsiteY1246" fmla="*/ 2621314 h 2930019"/>
                <a:gd name="connsiteX1247" fmla="*/ 4671130 w 7225946"/>
                <a:gd name="connsiteY1247" fmla="*/ 2625686 h 2930019"/>
                <a:gd name="connsiteX1248" fmla="*/ 4663619 w 7225946"/>
                <a:gd name="connsiteY1248" fmla="*/ 2629489 h 2930019"/>
                <a:gd name="connsiteX1249" fmla="*/ 4651165 w 7225946"/>
                <a:gd name="connsiteY1249" fmla="*/ 2632817 h 2930019"/>
                <a:gd name="connsiteX1250" fmla="*/ 4641088 w 7225946"/>
                <a:gd name="connsiteY1250" fmla="*/ 2639091 h 2930019"/>
                <a:gd name="connsiteX1251" fmla="*/ 4630725 w 7225946"/>
                <a:gd name="connsiteY1251" fmla="*/ 2636429 h 2930019"/>
                <a:gd name="connsiteX1252" fmla="*/ 4616464 w 7225946"/>
                <a:gd name="connsiteY1252" fmla="*/ 2645271 h 2930019"/>
                <a:gd name="connsiteX1253" fmla="*/ 4614088 w 7225946"/>
                <a:gd name="connsiteY1253" fmla="*/ 2657060 h 2930019"/>
                <a:gd name="connsiteX1254" fmla="*/ 4615324 w 7225946"/>
                <a:gd name="connsiteY1254" fmla="*/ 2665616 h 2930019"/>
                <a:gd name="connsiteX1255" fmla="*/ 4620648 w 7225946"/>
                <a:gd name="connsiteY1255" fmla="*/ 2667993 h 2930019"/>
                <a:gd name="connsiteX1256" fmla="*/ 4632341 w 7225946"/>
                <a:gd name="connsiteY1256" fmla="*/ 2670845 h 2930019"/>
                <a:gd name="connsiteX1257" fmla="*/ 4645366 w 7225946"/>
                <a:gd name="connsiteY1257" fmla="*/ 2666187 h 2930019"/>
                <a:gd name="connsiteX1258" fmla="*/ 4661243 w 7225946"/>
                <a:gd name="connsiteY1258" fmla="*/ 2663430 h 2930019"/>
                <a:gd name="connsiteX1259" fmla="*/ 4676644 w 7225946"/>
                <a:gd name="connsiteY1259" fmla="*/ 2660672 h 2930019"/>
                <a:gd name="connsiteX1260" fmla="*/ 4681207 w 7225946"/>
                <a:gd name="connsiteY1260" fmla="*/ 2667137 h 2930019"/>
                <a:gd name="connsiteX1261" fmla="*/ 4664760 w 7225946"/>
                <a:gd name="connsiteY1261" fmla="*/ 2695658 h 2930019"/>
                <a:gd name="connsiteX1262" fmla="*/ 4643845 w 7225946"/>
                <a:gd name="connsiteY1262" fmla="*/ 2699461 h 2930019"/>
                <a:gd name="connsiteX1263" fmla="*/ 4635193 w 7225946"/>
                <a:gd name="connsiteY1263" fmla="*/ 2703739 h 2930019"/>
                <a:gd name="connsiteX1264" fmla="*/ 4651356 w 7225946"/>
                <a:gd name="connsiteY1264" fmla="*/ 2719046 h 2930019"/>
                <a:gd name="connsiteX1265" fmla="*/ 4652402 w 7225946"/>
                <a:gd name="connsiteY1265" fmla="*/ 2729123 h 2930019"/>
                <a:gd name="connsiteX1266" fmla="*/ 4669134 w 7225946"/>
                <a:gd name="connsiteY1266" fmla="*/ 2729123 h 2930019"/>
                <a:gd name="connsiteX1267" fmla="*/ 4680257 w 7225946"/>
                <a:gd name="connsiteY1267" fmla="*/ 2726080 h 2930019"/>
                <a:gd name="connsiteX1268" fmla="*/ 4694137 w 7225946"/>
                <a:gd name="connsiteY1268" fmla="*/ 2721137 h 2930019"/>
                <a:gd name="connsiteX1269" fmla="*/ 4703644 w 7225946"/>
                <a:gd name="connsiteY1269" fmla="*/ 2702694 h 2930019"/>
                <a:gd name="connsiteX1270" fmla="*/ 4708587 w 7225946"/>
                <a:gd name="connsiteY1270" fmla="*/ 2694137 h 2930019"/>
                <a:gd name="connsiteX1271" fmla="*/ 4711249 w 7225946"/>
                <a:gd name="connsiteY1271" fmla="*/ 2681302 h 2930019"/>
                <a:gd name="connsiteX1272" fmla="*/ 4712676 w 7225946"/>
                <a:gd name="connsiteY1272" fmla="*/ 2670084 h 2930019"/>
                <a:gd name="connsiteX1273" fmla="*/ 4711820 w 7225946"/>
                <a:gd name="connsiteY1273" fmla="*/ 2656964 h 2930019"/>
                <a:gd name="connsiteX1274" fmla="*/ 4730834 w 7225946"/>
                <a:gd name="connsiteY1274" fmla="*/ 2648408 h 2930019"/>
                <a:gd name="connsiteX1275" fmla="*/ 4739010 w 7225946"/>
                <a:gd name="connsiteY1275" fmla="*/ 2645652 h 2930019"/>
                <a:gd name="connsiteX1276" fmla="*/ 4751084 w 7225946"/>
                <a:gd name="connsiteY1276" fmla="*/ 2643370 h 2930019"/>
                <a:gd name="connsiteX1277" fmla="*/ 4757929 w 7225946"/>
                <a:gd name="connsiteY1277" fmla="*/ 2637475 h 2930019"/>
                <a:gd name="connsiteX1278" fmla="*/ 4760877 w 7225946"/>
                <a:gd name="connsiteY1278" fmla="*/ 2625497 h 2930019"/>
                <a:gd name="connsiteX1279" fmla="*/ 4756408 w 7225946"/>
                <a:gd name="connsiteY1279" fmla="*/ 2620933 h 2930019"/>
                <a:gd name="connsiteX1280" fmla="*/ 4744905 w 7225946"/>
                <a:gd name="connsiteY1280" fmla="*/ 2616179 h 2930019"/>
                <a:gd name="connsiteX1281" fmla="*/ 4733116 w 7225946"/>
                <a:gd name="connsiteY1281" fmla="*/ 2610190 h 2930019"/>
                <a:gd name="connsiteX1282" fmla="*/ 4726366 w 7225946"/>
                <a:gd name="connsiteY1282" fmla="*/ 2613803 h 2930019"/>
                <a:gd name="connsiteX1283" fmla="*/ 4716098 w 7225946"/>
                <a:gd name="connsiteY1283" fmla="*/ 2617891 h 2930019"/>
                <a:gd name="connsiteX1284" fmla="*/ 4710394 w 7225946"/>
                <a:gd name="connsiteY1284" fmla="*/ 2616750 h 2930019"/>
                <a:gd name="connsiteX1285" fmla="*/ 4712295 w 7225946"/>
                <a:gd name="connsiteY1285" fmla="*/ 2605437 h 2930019"/>
                <a:gd name="connsiteX1286" fmla="*/ 4724275 w 7225946"/>
                <a:gd name="connsiteY1286" fmla="*/ 2594409 h 2930019"/>
                <a:gd name="connsiteX1287" fmla="*/ 4731785 w 7225946"/>
                <a:gd name="connsiteY1287" fmla="*/ 2586423 h 2930019"/>
                <a:gd name="connsiteX1288" fmla="*/ 4752225 w 7225946"/>
                <a:gd name="connsiteY1288" fmla="*/ 2571877 h 2930019"/>
                <a:gd name="connsiteX1289" fmla="*/ 4764109 w 7225946"/>
                <a:gd name="connsiteY1289" fmla="*/ 2571877 h 2930019"/>
                <a:gd name="connsiteX1290" fmla="*/ 4773616 w 7225946"/>
                <a:gd name="connsiteY1290" fmla="*/ 2572733 h 2930019"/>
                <a:gd name="connsiteX1291" fmla="*/ 4781032 w 7225946"/>
                <a:gd name="connsiteY1291" fmla="*/ 2569596 h 2930019"/>
                <a:gd name="connsiteX1292" fmla="*/ 4804989 w 7225946"/>
                <a:gd name="connsiteY1292" fmla="*/ 2563226 h 2930019"/>
                <a:gd name="connsiteX1293" fmla="*/ 4809363 w 7225946"/>
                <a:gd name="connsiteY1293" fmla="*/ 2547349 h 2930019"/>
                <a:gd name="connsiteX1294" fmla="*/ 4805275 w 7225946"/>
                <a:gd name="connsiteY1294" fmla="*/ 2529761 h 2930019"/>
                <a:gd name="connsiteX1295" fmla="*/ 4804704 w 7225946"/>
                <a:gd name="connsiteY1295" fmla="*/ 2529856 h 2930019"/>
                <a:gd name="connsiteX1296" fmla="*/ 4797003 w 7225946"/>
                <a:gd name="connsiteY1296" fmla="*/ 2527099 h 2930019"/>
                <a:gd name="connsiteX1297" fmla="*/ 4790253 w 7225946"/>
                <a:gd name="connsiteY1297" fmla="*/ 2525103 h 2930019"/>
                <a:gd name="connsiteX1298" fmla="*/ 4784264 w 7225946"/>
                <a:gd name="connsiteY1298" fmla="*/ 2520729 h 2930019"/>
                <a:gd name="connsiteX1299" fmla="*/ 4776849 w 7225946"/>
                <a:gd name="connsiteY1299" fmla="*/ 2520729 h 2930019"/>
                <a:gd name="connsiteX1300" fmla="*/ 4766105 w 7225946"/>
                <a:gd name="connsiteY1300" fmla="*/ 2526624 h 2930019"/>
                <a:gd name="connsiteX1301" fmla="*/ 4760591 w 7225946"/>
                <a:gd name="connsiteY1301" fmla="*/ 2524912 h 2930019"/>
                <a:gd name="connsiteX1302" fmla="*/ 4762493 w 7225946"/>
                <a:gd name="connsiteY1302" fmla="*/ 2512934 h 2930019"/>
                <a:gd name="connsiteX1303" fmla="*/ 4764869 w 7225946"/>
                <a:gd name="connsiteY1303" fmla="*/ 2503427 h 2930019"/>
                <a:gd name="connsiteX1304" fmla="*/ 4767722 w 7225946"/>
                <a:gd name="connsiteY1304" fmla="*/ 2495441 h 2930019"/>
                <a:gd name="connsiteX1305" fmla="*/ 4777229 w 7225946"/>
                <a:gd name="connsiteY1305" fmla="*/ 2472434 h 2930019"/>
                <a:gd name="connsiteX1306" fmla="*/ 4789398 w 7225946"/>
                <a:gd name="connsiteY1306" fmla="*/ 2462927 h 2930019"/>
                <a:gd name="connsiteX1307" fmla="*/ 4790444 w 7225946"/>
                <a:gd name="connsiteY1307" fmla="*/ 2451423 h 2930019"/>
                <a:gd name="connsiteX1308" fmla="*/ 4788162 w 7225946"/>
                <a:gd name="connsiteY1308" fmla="*/ 2444864 h 2930019"/>
                <a:gd name="connsiteX1309" fmla="*/ 4779225 w 7225946"/>
                <a:gd name="connsiteY1309" fmla="*/ 2439254 h 2930019"/>
                <a:gd name="connsiteX1310" fmla="*/ 4770955 w 7225946"/>
                <a:gd name="connsiteY1310" fmla="*/ 2440206 h 2930019"/>
                <a:gd name="connsiteX1311" fmla="*/ 4768482 w 7225946"/>
                <a:gd name="connsiteY1311" fmla="*/ 2443723 h 2930019"/>
                <a:gd name="connsiteX1312" fmla="*/ 4740817 w 7225946"/>
                <a:gd name="connsiteY1312" fmla="*/ 2458363 h 2930019"/>
                <a:gd name="connsiteX1313" fmla="*/ 4746331 w 7225946"/>
                <a:gd name="connsiteY1313" fmla="*/ 2471673 h 2930019"/>
                <a:gd name="connsiteX1314" fmla="*/ 4744334 w 7225946"/>
                <a:gd name="connsiteY1314" fmla="*/ 2478898 h 2930019"/>
                <a:gd name="connsiteX1315" fmla="*/ 4739961 w 7225946"/>
                <a:gd name="connsiteY1315" fmla="*/ 2485458 h 2930019"/>
                <a:gd name="connsiteX1316" fmla="*/ 4732261 w 7225946"/>
                <a:gd name="connsiteY1316" fmla="*/ 2489356 h 2930019"/>
                <a:gd name="connsiteX1317" fmla="*/ 4733020 w 7225946"/>
                <a:gd name="connsiteY1317" fmla="*/ 2498387 h 2930019"/>
                <a:gd name="connsiteX1318" fmla="*/ 4728648 w 7225946"/>
                <a:gd name="connsiteY1318" fmla="*/ 2503522 h 2930019"/>
                <a:gd name="connsiteX1319" fmla="*/ 4723229 w 7225946"/>
                <a:gd name="connsiteY1319" fmla="*/ 2507800 h 2930019"/>
                <a:gd name="connsiteX1320" fmla="*/ 4725130 w 7225946"/>
                <a:gd name="connsiteY1320" fmla="*/ 2517307 h 2930019"/>
                <a:gd name="connsiteX1321" fmla="*/ 4733402 w 7225946"/>
                <a:gd name="connsiteY1321" fmla="*/ 2520063 h 2930019"/>
                <a:gd name="connsiteX1322" fmla="*/ 4723895 w 7225946"/>
                <a:gd name="connsiteY1322" fmla="*/ 2529570 h 2930019"/>
                <a:gd name="connsiteX1323" fmla="*/ 4718855 w 7225946"/>
                <a:gd name="connsiteY1323" fmla="*/ 2521490 h 2930019"/>
                <a:gd name="connsiteX1324" fmla="*/ 4708587 w 7225946"/>
                <a:gd name="connsiteY1324" fmla="*/ 2516071 h 2930019"/>
                <a:gd name="connsiteX1325" fmla="*/ 4717048 w 7225946"/>
                <a:gd name="connsiteY1325" fmla="*/ 2503807 h 2930019"/>
                <a:gd name="connsiteX1326" fmla="*/ 4728267 w 7225946"/>
                <a:gd name="connsiteY1326" fmla="*/ 2481085 h 2930019"/>
                <a:gd name="connsiteX1327" fmla="*/ 4723134 w 7225946"/>
                <a:gd name="connsiteY1327" fmla="*/ 2473385 h 2930019"/>
                <a:gd name="connsiteX1328" fmla="*/ 4723134 w 7225946"/>
                <a:gd name="connsiteY1328" fmla="*/ 2463878 h 2930019"/>
                <a:gd name="connsiteX1329" fmla="*/ 4731404 w 7225946"/>
                <a:gd name="connsiteY1329" fmla="*/ 2453039 h 2930019"/>
                <a:gd name="connsiteX1330" fmla="*/ 4735683 w 7225946"/>
                <a:gd name="connsiteY1330" fmla="*/ 2440681 h 2930019"/>
                <a:gd name="connsiteX1331" fmla="*/ 4725605 w 7225946"/>
                <a:gd name="connsiteY1331" fmla="*/ 2432884 h 2930019"/>
                <a:gd name="connsiteX1332" fmla="*/ 2760344 w 7225946"/>
                <a:gd name="connsiteY1332" fmla="*/ 2399875 h 2930019"/>
                <a:gd name="connsiteX1333" fmla="*/ 2747772 w 7225946"/>
                <a:gd name="connsiteY1333" fmla="*/ 2412238 h 2930019"/>
                <a:gd name="connsiteX1334" fmla="*/ 2745384 w 7225946"/>
                <a:gd name="connsiteY1334" fmla="*/ 2427282 h 2930019"/>
                <a:gd name="connsiteX1335" fmla="*/ 2742659 w 7225946"/>
                <a:gd name="connsiteY1335" fmla="*/ 2430551 h 2930019"/>
                <a:gd name="connsiteX1336" fmla="*/ 2730506 w 7225946"/>
                <a:gd name="connsiteY1336" fmla="*/ 2441698 h 2930019"/>
                <a:gd name="connsiteX1337" fmla="*/ 2737882 w 7225946"/>
                <a:gd name="connsiteY1337" fmla="*/ 2426276 h 2930019"/>
                <a:gd name="connsiteX1338" fmla="*/ 2734823 w 7225946"/>
                <a:gd name="connsiteY1338" fmla="*/ 2407544 h 2930019"/>
                <a:gd name="connsiteX1339" fmla="*/ 2726441 w 7225946"/>
                <a:gd name="connsiteY1339" fmla="*/ 2424306 h 2930019"/>
                <a:gd name="connsiteX1340" fmla="*/ 2730381 w 7225946"/>
                <a:gd name="connsiteY1340" fmla="*/ 2441739 h 2930019"/>
                <a:gd name="connsiteX1341" fmla="*/ 2714717 w 7225946"/>
                <a:gd name="connsiteY1341" fmla="*/ 2450970 h 2930019"/>
                <a:gd name="connsiteX1342" fmla="*/ 2716126 w 7225946"/>
                <a:gd name="connsiteY1342" fmla="*/ 2449303 h 2930019"/>
                <a:gd name="connsiteX1343" fmla="*/ 2720238 w 7225946"/>
                <a:gd name="connsiteY1343" fmla="*/ 2438093 h 2930019"/>
                <a:gd name="connsiteX1344" fmla="*/ 2720113 w 7225946"/>
                <a:gd name="connsiteY1344" fmla="*/ 2438093 h 2930019"/>
                <a:gd name="connsiteX1345" fmla="*/ 2716760 w 7225946"/>
                <a:gd name="connsiteY1345" fmla="*/ 2418565 h 2930019"/>
                <a:gd name="connsiteX1346" fmla="*/ 2707667 w 7225946"/>
                <a:gd name="connsiteY1346" fmla="*/ 2436208 h 2930019"/>
                <a:gd name="connsiteX1347" fmla="*/ 2711512 w 7225946"/>
                <a:gd name="connsiteY1347" fmla="*/ 2452859 h 2930019"/>
                <a:gd name="connsiteX1348" fmla="*/ 2691199 w 7225946"/>
                <a:gd name="connsiteY1348" fmla="*/ 2464830 h 2930019"/>
                <a:gd name="connsiteX1349" fmla="*/ 2699915 w 7225946"/>
                <a:gd name="connsiteY1349" fmla="*/ 2449157 h 2930019"/>
                <a:gd name="connsiteX1350" fmla="*/ 2696689 w 7225946"/>
                <a:gd name="connsiteY1350" fmla="*/ 2429838 h 2930019"/>
                <a:gd name="connsiteX1351" fmla="*/ 2686756 w 7225946"/>
                <a:gd name="connsiteY1351" fmla="*/ 2447062 h 2930019"/>
                <a:gd name="connsiteX1352" fmla="*/ 2690948 w 7225946"/>
                <a:gd name="connsiteY1352" fmla="*/ 2464997 h 2930019"/>
                <a:gd name="connsiteX1353" fmla="*/ 2680842 w 7225946"/>
                <a:gd name="connsiteY1353" fmla="*/ 2468690 h 2930019"/>
                <a:gd name="connsiteX1354" fmla="*/ 2677836 w 7225946"/>
                <a:gd name="connsiteY1354" fmla="*/ 2459822 h 2930019"/>
                <a:gd name="connsiteX1355" fmla="*/ 2666222 w 7225946"/>
                <a:gd name="connsiteY1355" fmla="*/ 2452719 h 2930019"/>
                <a:gd name="connsiteX1356" fmla="*/ 2665678 w 7225946"/>
                <a:gd name="connsiteY1356" fmla="*/ 2452719 h 2930019"/>
                <a:gd name="connsiteX1357" fmla="*/ 2650633 w 7225946"/>
                <a:gd name="connsiteY1357" fmla="*/ 2470068 h 2930019"/>
                <a:gd name="connsiteX1358" fmla="*/ 2650633 w 7225946"/>
                <a:gd name="connsiteY1358" fmla="*/ 2470613 h 2930019"/>
                <a:gd name="connsiteX1359" fmla="*/ 2644055 w 7225946"/>
                <a:gd name="connsiteY1359" fmla="*/ 2504472 h 2930019"/>
                <a:gd name="connsiteX1360" fmla="*/ 2514357 w 7225946"/>
                <a:gd name="connsiteY1360" fmla="*/ 2485112 h 2930019"/>
                <a:gd name="connsiteX1361" fmla="*/ 2509915 w 7225946"/>
                <a:gd name="connsiteY1361" fmla="*/ 2483603 h 2930019"/>
                <a:gd name="connsiteX1362" fmla="*/ 2509915 w 7225946"/>
                <a:gd name="connsiteY1362" fmla="*/ 2488297 h 2930019"/>
                <a:gd name="connsiteX1363" fmla="*/ 2522738 w 7225946"/>
                <a:gd name="connsiteY1363" fmla="*/ 2524629 h 2930019"/>
                <a:gd name="connsiteX1364" fmla="*/ 2554586 w 7225946"/>
                <a:gd name="connsiteY1364" fmla="*/ 2545372 h 2930019"/>
                <a:gd name="connsiteX1365" fmla="*/ 2567870 w 7225946"/>
                <a:gd name="connsiteY1365" fmla="*/ 2570013 h 2930019"/>
                <a:gd name="connsiteX1366" fmla="*/ 2573989 w 7225946"/>
                <a:gd name="connsiteY1366" fmla="*/ 2573994 h 2930019"/>
                <a:gd name="connsiteX1367" fmla="*/ 2512849 w 7225946"/>
                <a:gd name="connsiteY1367" fmla="*/ 2564690 h 2930019"/>
                <a:gd name="connsiteX1368" fmla="*/ 2507987 w 7225946"/>
                <a:gd name="connsiteY1368" fmla="*/ 2563768 h 2930019"/>
                <a:gd name="connsiteX1369" fmla="*/ 2494870 w 7225946"/>
                <a:gd name="connsiteY1369" fmla="*/ 2561045 h 2930019"/>
                <a:gd name="connsiteX1370" fmla="*/ 2515195 w 7225946"/>
                <a:gd name="connsiteY1370" fmla="*/ 2590965 h 2930019"/>
                <a:gd name="connsiteX1371" fmla="*/ 2563052 w 7225946"/>
                <a:gd name="connsiteY1371" fmla="*/ 2629058 h 2930019"/>
                <a:gd name="connsiteX1372" fmla="*/ 2614428 w 7225946"/>
                <a:gd name="connsiteY1372" fmla="*/ 2645442 h 2930019"/>
                <a:gd name="connsiteX1373" fmla="*/ 2622808 w 7225946"/>
                <a:gd name="connsiteY1373" fmla="*/ 2645987 h 2930019"/>
                <a:gd name="connsiteX1374" fmla="*/ 2638439 w 7225946"/>
                <a:gd name="connsiteY1374" fmla="*/ 2644856 h 2930019"/>
                <a:gd name="connsiteX1375" fmla="*/ 2643384 w 7225946"/>
                <a:gd name="connsiteY1375" fmla="*/ 2644143 h 2930019"/>
                <a:gd name="connsiteX1376" fmla="*/ 2633787 w 7225946"/>
                <a:gd name="connsiteY1376" fmla="*/ 2684247 h 2930019"/>
                <a:gd name="connsiteX1377" fmla="*/ 2665804 w 7225946"/>
                <a:gd name="connsiteY1377" fmla="*/ 2686300 h 2930019"/>
                <a:gd name="connsiteX1378" fmla="*/ 2697777 w 7225946"/>
                <a:gd name="connsiteY1378" fmla="*/ 2684247 h 2930019"/>
                <a:gd name="connsiteX1379" fmla="*/ 2688181 w 7225946"/>
                <a:gd name="connsiteY1379" fmla="*/ 2644143 h 2930019"/>
                <a:gd name="connsiteX1380" fmla="*/ 2693126 w 7225946"/>
                <a:gd name="connsiteY1380" fmla="*/ 2644856 h 2930019"/>
                <a:gd name="connsiteX1381" fmla="*/ 2708757 w 7225946"/>
                <a:gd name="connsiteY1381" fmla="*/ 2645987 h 2930019"/>
                <a:gd name="connsiteX1382" fmla="*/ 2717138 w 7225946"/>
                <a:gd name="connsiteY1382" fmla="*/ 2645442 h 2930019"/>
                <a:gd name="connsiteX1383" fmla="*/ 2768473 w 7225946"/>
                <a:gd name="connsiteY1383" fmla="*/ 2629058 h 2930019"/>
                <a:gd name="connsiteX1384" fmla="*/ 2816329 w 7225946"/>
                <a:gd name="connsiteY1384" fmla="*/ 2590965 h 2930019"/>
                <a:gd name="connsiteX1385" fmla="*/ 2836653 w 7225946"/>
                <a:gd name="connsiteY1385" fmla="*/ 2561045 h 2930019"/>
                <a:gd name="connsiteX1386" fmla="*/ 2823537 w 7225946"/>
                <a:gd name="connsiteY1386" fmla="*/ 2563768 h 2930019"/>
                <a:gd name="connsiteX1387" fmla="*/ 2823788 w 7225946"/>
                <a:gd name="connsiteY1387" fmla="*/ 2563768 h 2930019"/>
                <a:gd name="connsiteX1388" fmla="*/ 2818969 w 7225946"/>
                <a:gd name="connsiteY1388" fmla="*/ 2564690 h 2930019"/>
                <a:gd name="connsiteX1389" fmla="*/ 2757787 w 7225946"/>
                <a:gd name="connsiteY1389" fmla="*/ 2574036 h 2930019"/>
                <a:gd name="connsiteX1390" fmla="*/ 2763905 w 7225946"/>
                <a:gd name="connsiteY1390" fmla="*/ 2569845 h 2930019"/>
                <a:gd name="connsiteX1391" fmla="*/ 2777188 w 7225946"/>
                <a:gd name="connsiteY1391" fmla="*/ 2545205 h 2930019"/>
                <a:gd name="connsiteX1392" fmla="*/ 2809037 w 7225946"/>
                <a:gd name="connsiteY1392" fmla="*/ 2524462 h 2930019"/>
                <a:gd name="connsiteX1393" fmla="*/ 2821860 w 7225946"/>
                <a:gd name="connsiteY1393" fmla="*/ 2488130 h 2930019"/>
                <a:gd name="connsiteX1394" fmla="*/ 2821860 w 7225946"/>
                <a:gd name="connsiteY1394" fmla="*/ 2483436 h 2930019"/>
                <a:gd name="connsiteX1395" fmla="*/ 2817376 w 7225946"/>
                <a:gd name="connsiteY1395" fmla="*/ 2484944 h 2930019"/>
                <a:gd name="connsiteX1396" fmla="*/ 2687887 w 7225946"/>
                <a:gd name="connsiteY1396" fmla="*/ 2504472 h 2930019"/>
                <a:gd name="connsiteX1397" fmla="*/ 2682313 w 7225946"/>
                <a:gd name="connsiteY1397" fmla="*/ 2475756 h 2930019"/>
                <a:gd name="connsiteX1398" fmla="*/ 2681940 w 7225946"/>
                <a:gd name="connsiteY1398" fmla="*/ 2473847 h 2930019"/>
                <a:gd name="connsiteX1399" fmla="*/ 2692456 w 7225946"/>
                <a:gd name="connsiteY1399" fmla="*/ 2469984 h 2930019"/>
                <a:gd name="connsiteX1400" fmla="*/ 2705866 w 7225946"/>
                <a:gd name="connsiteY1400" fmla="*/ 2482179 h 2930019"/>
                <a:gd name="connsiteX1401" fmla="*/ 2724807 w 7225946"/>
                <a:gd name="connsiteY1401" fmla="*/ 2481843 h 2930019"/>
                <a:gd name="connsiteX1402" fmla="*/ 2708757 w 7225946"/>
                <a:gd name="connsiteY1402" fmla="*/ 2470277 h 2930019"/>
                <a:gd name="connsiteX1403" fmla="*/ 2708590 w 7225946"/>
                <a:gd name="connsiteY1403" fmla="*/ 2470404 h 2930019"/>
                <a:gd name="connsiteX1404" fmla="*/ 2693923 w 7225946"/>
                <a:gd name="connsiteY1404" fmla="*/ 2469440 h 2930019"/>
                <a:gd name="connsiteX1405" fmla="*/ 2743456 w 7225946"/>
                <a:gd name="connsiteY1405" fmla="*/ 2435202 h 2930019"/>
                <a:gd name="connsiteX1406" fmla="*/ 2747268 w 7225946"/>
                <a:gd name="connsiteY1406" fmla="*/ 2428916 h 2930019"/>
                <a:gd name="connsiteX1407" fmla="*/ 2757117 w 7225946"/>
                <a:gd name="connsiteY1407" fmla="*/ 2418650 h 2930019"/>
                <a:gd name="connsiteX1408" fmla="*/ 2760344 w 7225946"/>
                <a:gd name="connsiteY1408" fmla="*/ 2399875 h 2930019"/>
                <a:gd name="connsiteX1409" fmla="*/ 5682156 w 7225946"/>
                <a:gd name="connsiteY1409" fmla="*/ 2304290 h 2930019"/>
                <a:gd name="connsiteX1410" fmla="*/ 5682156 w 7225946"/>
                <a:gd name="connsiteY1410" fmla="*/ 2341616 h 2930019"/>
                <a:gd name="connsiteX1411" fmla="*/ 5759491 w 7225946"/>
                <a:gd name="connsiteY1411" fmla="*/ 2341616 h 2930019"/>
                <a:gd name="connsiteX1412" fmla="*/ 5770075 w 7225946"/>
                <a:gd name="connsiteY1412" fmla="*/ 2417045 h 2930019"/>
                <a:gd name="connsiteX1413" fmla="*/ 5770145 w 7225946"/>
                <a:gd name="connsiteY1413" fmla="*/ 2417045 h 2930019"/>
                <a:gd name="connsiteX1414" fmla="*/ 5770145 w 7225946"/>
                <a:gd name="connsiteY1414" fmla="*/ 2304290 h 2930019"/>
                <a:gd name="connsiteX1415" fmla="*/ 5307057 w 7225946"/>
                <a:gd name="connsiteY1415" fmla="*/ 2304219 h 2930019"/>
                <a:gd name="connsiteX1416" fmla="*/ 5307057 w 7225946"/>
                <a:gd name="connsiteY1416" fmla="*/ 2341545 h 2930019"/>
                <a:gd name="connsiteX1417" fmla="*/ 5395046 w 7225946"/>
                <a:gd name="connsiteY1417" fmla="*/ 2341545 h 2930019"/>
                <a:gd name="connsiteX1418" fmla="*/ 5395046 w 7225946"/>
                <a:gd name="connsiteY1418" fmla="*/ 2304219 h 2930019"/>
                <a:gd name="connsiteX1419" fmla="*/ 1831042 w 7225946"/>
                <a:gd name="connsiteY1419" fmla="*/ 2304219 h 2930019"/>
                <a:gd name="connsiteX1420" fmla="*/ 1831042 w 7225946"/>
                <a:gd name="connsiteY1420" fmla="*/ 2341545 h 2930019"/>
                <a:gd name="connsiteX1421" fmla="*/ 1918960 w 7225946"/>
                <a:gd name="connsiteY1421" fmla="*/ 2341545 h 2930019"/>
                <a:gd name="connsiteX1422" fmla="*/ 1919030 w 7225946"/>
                <a:gd name="connsiteY1422" fmla="*/ 2341545 h 2930019"/>
                <a:gd name="connsiteX1423" fmla="*/ 1919030 w 7225946"/>
                <a:gd name="connsiteY1423" fmla="*/ 2304219 h 2930019"/>
                <a:gd name="connsiteX1424" fmla="*/ 6822693 w 7225946"/>
                <a:gd name="connsiteY1424" fmla="*/ 2304218 h 2930019"/>
                <a:gd name="connsiteX1425" fmla="*/ 6822693 w 7225946"/>
                <a:gd name="connsiteY1425" fmla="*/ 2467707 h 2930019"/>
                <a:gd name="connsiteX1426" fmla="*/ 6910682 w 7225946"/>
                <a:gd name="connsiteY1426" fmla="*/ 2467707 h 2930019"/>
                <a:gd name="connsiteX1427" fmla="*/ 6910682 w 7225946"/>
                <a:gd name="connsiteY1427" fmla="*/ 2304218 h 2930019"/>
                <a:gd name="connsiteX1428" fmla="*/ 6434682 w 7225946"/>
                <a:gd name="connsiteY1428" fmla="*/ 2304218 h 2930019"/>
                <a:gd name="connsiteX1429" fmla="*/ 6434682 w 7225946"/>
                <a:gd name="connsiteY1429" fmla="*/ 2467707 h 2930019"/>
                <a:gd name="connsiteX1430" fmla="*/ 6522671 w 7225946"/>
                <a:gd name="connsiteY1430" fmla="*/ 2467707 h 2930019"/>
                <a:gd name="connsiteX1431" fmla="*/ 6522671 w 7225946"/>
                <a:gd name="connsiteY1431" fmla="*/ 2304218 h 2930019"/>
                <a:gd name="connsiteX1432" fmla="*/ 6059724 w 7225946"/>
                <a:gd name="connsiteY1432" fmla="*/ 2304218 h 2930019"/>
                <a:gd name="connsiteX1433" fmla="*/ 6059724 w 7225946"/>
                <a:gd name="connsiteY1433" fmla="*/ 2467707 h 2930019"/>
                <a:gd name="connsiteX1434" fmla="*/ 6147643 w 7225946"/>
                <a:gd name="connsiteY1434" fmla="*/ 2467707 h 2930019"/>
                <a:gd name="connsiteX1435" fmla="*/ 6147713 w 7225946"/>
                <a:gd name="connsiteY1435" fmla="*/ 2467707 h 2930019"/>
                <a:gd name="connsiteX1436" fmla="*/ 6147713 w 7225946"/>
                <a:gd name="connsiteY1436" fmla="*/ 2304218 h 2930019"/>
                <a:gd name="connsiteX1437" fmla="*/ 1078373 w 7225946"/>
                <a:gd name="connsiteY1437" fmla="*/ 2304218 h 2930019"/>
                <a:gd name="connsiteX1438" fmla="*/ 1078373 w 7225946"/>
                <a:gd name="connsiteY1438" fmla="*/ 2467707 h 2930019"/>
                <a:gd name="connsiteX1439" fmla="*/ 1166362 w 7225946"/>
                <a:gd name="connsiteY1439" fmla="*/ 2467707 h 2930019"/>
                <a:gd name="connsiteX1440" fmla="*/ 1166362 w 7225946"/>
                <a:gd name="connsiteY1440" fmla="*/ 2304218 h 2930019"/>
                <a:gd name="connsiteX1441" fmla="*/ 703416 w 7225946"/>
                <a:gd name="connsiteY1441" fmla="*/ 2304218 h 2930019"/>
                <a:gd name="connsiteX1442" fmla="*/ 703416 w 7225946"/>
                <a:gd name="connsiteY1442" fmla="*/ 2467707 h 2930019"/>
                <a:gd name="connsiteX1443" fmla="*/ 791405 w 7225946"/>
                <a:gd name="connsiteY1443" fmla="*/ 2467707 h 2930019"/>
                <a:gd name="connsiteX1444" fmla="*/ 791405 w 7225946"/>
                <a:gd name="connsiteY1444" fmla="*/ 2304218 h 2930019"/>
                <a:gd name="connsiteX1445" fmla="*/ 315404 w 7225946"/>
                <a:gd name="connsiteY1445" fmla="*/ 2304218 h 2930019"/>
                <a:gd name="connsiteX1446" fmla="*/ 315404 w 7225946"/>
                <a:gd name="connsiteY1446" fmla="*/ 2467707 h 2930019"/>
                <a:gd name="connsiteX1447" fmla="*/ 403393 w 7225946"/>
                <a:gd name="connsiteY1447" fmla="*/ 2467707 h 2930019"/>
                <a:gd name="connsiteX1448" fmla="*/ 403393 w 7225946"/>
                <a:gd name="connsiteY1448" fmla="*/ 2304218 h 2930019"/>
                <a:gd name="connsiteX1449" fmla="*/ 6798985 w 7225946"/>
                <a:gd name="connsiteY1449" fmla="*/ 2281498 h 2930019"/>
                <a:gd name="connsiteX1450" fmla="*/ 6934390 w 7225946"/>
                <a:gd name="connsiteY1450" fmla="*/ 2281498 h 2930019"/>
                <a:gd name="connsiteX1451" fmla="*/ 6934390 w 7225946"/>
                <a:gd name="connsiteY1451" fmla="*/ 2489863 h 2930019"/>
                <a:gd name="connsiteX1452" fmla="*/ 6798985 w 7225946"/>
                <a:gd name="connsiteY1452" fmla="*/ 2489863 h 2930019"/>
                <a:gd name="connsiteX1453" fmla="*/ 6410974 w 7225946"/>
                <a:gd name="connsiteY1453" fmla="*/ 2281498 h 2930019"/>
                <a:gd name="connsiteX1454" fmla="*/ 6546379 w 7225946"/>
                <a:gd name="connsiteY1454" fmla="*/ 2281498 h 2930019"/>
                <a:gd name="connsiteX1455" fmla="*/ 6546379 w 7225946"/>
                <a:gd name="connsiteY1455" fmla="*/ 2489863 h 2930019"/>
                <a:gd name="connsiteX1456" fmla="*/ 6410974 w 7225946"/>
                <a:gd name="connsiteY1456" fmla="*/ 2489863 h 2930019"/>
                <a:gd name="connsiteX1457" fmla="*/ 6036016 w 7225946"/>
                <a:gd name="connsiteY1457" fmla="*/ 2281498 h 2930019"/>
                <a:gd name="connsiteX1458" fmla="*/ 6171421 w 7225946"/>
                <a:gd name="connsiteY1458" fmla="*/ 2281498 h 2930019"/>
                <a:gd name="connsiteX1459" fmla="*/ 6171421 w 7225946"/>
                <a:gd name="connsiteY1459" fmla="*/ 2489863 h 2930019"/>
                <a:gd name="connsiteX1460" fmla="*/ 6036016 w 7225946"/>
                <a:gd name="connsiteY1460" fmla="*/ 2489863 h 2930019"/>
                <a:gd name="connsiteX1461" fmla="*/ 1054665 w 7225946"/>
                <a:gd name="connsiteY1461" fmla="*/ 2281498 h 2930019"/>
                <a:gd name="connsiteX1462" fmla="*/ 1190070 w 7225946"/>
                <a:gd name="connsiteY1462" fmla="*/ 2281498 h 2930019"/>
                <a:gd name="connsiteX1463" fmla="*/ 1190070 w 7225946"/>
                <a:gd name="connsiteY1463" fmla="*/ 2489863 h 2930019"/>
                <a:gd name="connsiteX1464" fmla="*/ 1054665 w 7225946"/>
                <a:gd name="connsiteY1464" fmla="*/ 2489863 h 2930019"/>
                <a:gd name="connsiteX1465" fmla="*/ 679708 w 7225946"/>
                <a:gd name="connsiteY1465" fmla="*/ 2281498 h 2930019"/>
                <a:gd name="connsiteX1466" fmla="*/ 815113 w 7225946"/>
                <a:gd name="connsiteY1466" fmla="*/ 2281498 h 2930019"/>
                <a:gd name="connsiteX1467" fmla="*/ 815113 w 7225946"/>
                <a:gd name="connsiteY1467" fmla="*/ 2489863 h 2930019"/>
                <a:gd name="connsiteX1468" fmla="*/ 679708 w 7225946"/>
                <a:gd name="connsiteY1468" fmla="*/ 2489863 h 2930019"/>
                <a:gd name="connsiteX1469" fmla="*/ 291696 w 7225946"/>
                <a:gd name="connsiteY1469" fmla="*/ 2281498 h 2930019"/>
                <a:gd name="connsiteX1470" fmla="*/ 427101 w 7225946"/>
                <a:gd name="connsiteY1470" fmla="*/ 2281498 h 2930019"/>
                <a:gd name="connsiteX1471" fmla="*/ 427101 w 7225946"/>
                <a:gd name="connsiteY1471" fmla="*/ 2489863 h 2930019"/>
                <a:gd name="connsiteX1472" fmla="*/ 291696 w 7225946"/>
                <a:gd name="connsiteY1472" fmla="*/ 2489863 h 2930019"/>
                <a:gd name="connsiteX1473" fmla="*/ 4004725 w 7225946"/>
                <a:gd name="connsiteY1473" fmla="*/ 2236693 h 2930019"/>
                <a:gd name="connsiteX1474" fmla="*/ 4004725 w 7225946"/>
                <a:gd name="connsiteY1474" fmla="*/ 2341545 h 2930019"/>
                <a:gd name="connsiteX1475" fmla="*/ 4104568 w 7225946"/>
                <a:gd name="connsiteY1475" fmla="*/ 2341545 h 2930019"/>
                <a:gd name="connsiteX1476" fmla="*/ 4104568 w 7225946"/>
                <a:gd name="connsiteY1476" fmla="*/ 2236693 h 2930019"/>
                <a:gd name="connsiteX1477" fmla="*/ 3561747 w 7225946"/>
                <a:gd name="connsiteY1477" fmla="*/ 2236693 h 2930019"/>
                <a:gd name="connsiteX1478" fmla="*/ 3561747 w 7225946"/>
                <a:gd name="connsiteY1478" fmla="*/ 2341545 h 2930019"/>
                <a:gd name="connsiteX1479" fmla="*/ 3661589 w 7225946"/>
                <a:gd name="connsiteY1479" fmla="*/ 2341545 h 2930019"/>
                <a:gd name="connsiteX1480" fmla="*/ 3661589 w 7225946"/>
                <a:gd name="connsiteY1480" fmla="*/ 2236693 h 2930019"/>
                <a:gd name="connsiteX1481" fmla="*/ 3118557 w 7225946"/>
                <a:gd name="connsiteY1481" fmla="*/ 2236693 h 2930019"/>
                <a:gd name="connsiteX1482" fmla="*/ 3118557 w 7225946"/>
                <a:gd name="connsiteY1482" fmla="*/ 2341545 h 2930019"/>
                <a:gd name="connsiteX1483" fmla="*/ 3218400 w 7225946"/>
                <a:gd name="connsiteY1483" fmla="*/ 2341545 h 2930019"/>
                <a:gd name="connsiteX1484" fmla="*/ 3218400 w 7225946"/>
                <a:gd name="connsiteY1484" fmla="*/ 2236693 h 2930019"/>
                <a:gd name="connsiteX1485" fmla="*/ 3895850 w 7225946"/>
                <a:gd name="connsiteY1485" fmla="*/ 2093667 h 2930019"/>
                <a:gd name="connsiteX1486" fmla="*/ 3895850 w 7225946"/>
                <a:gd name="connsiteY1486" fmla="*/ 2341545 h 2930019"/>
                <a:gd name="connsiteX1487" fmla="*/ 3971350 w 7225946"/>
                <a:gd name="connsiteY1487" fmla="*/ 2341545 h 2930019"/>
                <a:gd name="connsiteX1488" fmla="*/ 3971350 w 7225946"/>
                <a:gd name="connsiteY1488" fmla="*/ 2203035 h 2930019"/>
                <a:gd name="connsiteX1489" fmla="*/ 4138013 w 7225946"/>
                <a:gd name="connsiteY1489" fmla="*/ 2203035 h 2930019"/>
                <a:gd name="connsiteX1490" fmla="*/ 4138013 w 7225946"/>
                <a:gd name="connsiteY1490" fmla="*/ 2341545 h 2930019"/>
                <a:gd name="connsiteX1491" fmla="*/ 4216758 w 7225946"/>
                <a:gd name="connsiteY1491" fmla="*/ 2341545 h 2930019"/>
                <a:gd name="connsiteX1492" fmla="*/ 4216758 w 7225946"/>
                <a:gd name="connsiteY1492" fmla="*/ 2093667 h 2930019"/>
                <a:gd name="connsiteX1493" fmla="*/ 3452872 w 7225946"/>
                <a:gd name="connsiteY1493" fmla="*/ 2093667 h 2930019"/>
                <a:gd name="connsiteX1494" fmla="*/ 3452872 w 7225946"/>
                <a:gd name="connsiteY1494" fmla="*/ 2341545 h 2930019"/>
                <a:gd name="connsiteX1495" fmla="*/ 3528371 w 7225946"/>
                <a:gd name="connsiteY1495" fmla="*/ 2341545 h 2930019"/>
                <a:gd name="connsiteX1496" fmla="*/ 3528371 w 7225946"/>
                <a:gd name="connsiteY1496" fmla="*/ 2203035 h 2930019"/>
                <a:gd name="connsiteX1497" fmla="*/ 3695106 w 7225946"/>
                <a:gd name="connsiteY1497" fmla="*/ 2203035 h 2930019"/>
                <a:gd name="connsiteX1498" fmla="*/ 3695106 w 7225946"/>
                <a:gd name="connsiteY1498" fmla="*/ 2341545 h 2930019"/>
                <a:gd name="connsiteX1499" fmla="*/ 3770887 w 7225946"/>
                <a:gd name="connsiteY1499" fmla="*/ 2341545 h 2930019"/>
                <a:gd name="connsiteX1500" fmla="*/ 3770887 w 7225946"/>
                <a:gd name="connsiteY1500" fmla="*/ 2093667 h 2930019"/>
                <a:gd name="connsiteX1501" fmla="*/ 3009188 w 7225946"/>
                <a:gd name="connsiteY1501" fmla="*/ 2093667 h 2930019"/>
                <a:gd name="connsiteX1502" fmla="*/ 3009188 w 7225946"/>
                <a:gd name="connsiteY1502" fmla="*/ 2341545 h 2930019"/>
                <a:gd name="connsiteX1503" fmla="*/ 3085182 w 7225946"/>
                <a:gd name="connsiteY1503" fmla="*/ 2341545 h 2930019"/>
                <a:gd name="connsiteX1504" fmla="*/ 3085182 w 7225946"/>
                <a:gd name="connsiteY1504" fmla="*/ 2203035 h 2930019"/>
                <a:gd name="connsiteX1505" fmla="*/ 3251845 w 7225946"/>
                <a:gd name="connsiteY1505" fmla="*/ 2203035 h 2930019"/>
                <a:gd name="connsiteX1506" fmla="*/ 3251845 w 7225946"/>
                <a:gd name="connsiteY1506" fmla="*/ 2341545 h 2930019"/>
                <a:gd name="connsiteX1507" fmla="*/ 3327839 w 7225946"/>
                <a:gd name="connsiteY1507" fmla="*/ 2341545 h 2930019"/>
                <a:gd name="connsiteX1508" fmla="*/ 3327839 w 7225946"/>
                <a:gd name="connsiteY1508" fmla="*/ 2093667 h 2930019"/>
                <a:gd name="connsiteX1509" fmla="*/ 4252321 w 7225946"/>
                <a:gd name="connsiteY1509" fmla="*/ 1977313 h 2930019"/>
                <a:gd name="connsiteX1510" fmla="*/ 4252321 w 7225946"/>
                <a:gd name="connsiteY1510" fmla="*/ 2341616 h 2930019"/>
                <a:gd name="connsiteX1511" fmla="*/ 4504010 w 7225946"/>
                <a:gd name="connsiteY1511" fmla="*/ 2341616 h 2930019"/>
                <a:gd name="connsiteX1512" fmla="*/ 4504010 w 7225946"/>
                <a:gd name="connsiteY1512" fmla="*/ 1977313 h 2930019"/>
                <a:gd name="connsiteX1513" fmla="*/ 3806238 w 7225946"/>
                <a:gd name="connsiteY1513" fmla="*/ 1977313 h 2930019"/>
                <a:gd name="connsiteX1514" fmla="*/ 3806238 w 7225946"/>
                <a:gd name="connsiteY1514" fmla="*/ 2341616 h 2930019"/>
                <a:gd name="connsiteX1515" fmla="*/ 3860358 w 7225946"/>
                <a:gd name="connsiteY1515" fmla="*/ 2341616 h 2930019"/>
                <a:gd name="connsiteX1516" fmla="*/ 3860358 w 7225946"/>
                <a:gd name="connsiteY1516" fmla="*/ 1977313 h 2930019"/>
                <a:gd name="connsiteX1517" fmla="*/ 3363260 w 7225946"/>
                <a:gd name="connsiteY1517" fmla="*/ 1977313 h 2930019"/>
                <a:gd name="connsiteX1518" fmla="*/ 3363260 w 7225946"/>
                <a:gd name="connsiteY1518" fmla="*/ 2341616 h 2930019"/>
                <a:gd name="connsiteX1519" fmla="*/ 3417380 w 7225946"/>
                <a:gd name="connsiteY1519" fmla="*/ 2341616 h 2930019"/>
                <a:gd name="connsiteX1520" fmla="*/ 3417380 w 7225946"/>
                <a:gd name="connsiteY1520" fmla="*/ 1977313 h 2930019"/>
                <a:gd name="connsiteX1521" fmla="*/ 2721796 w 7225946"/>
                <a:gd name="connsiteY1521" fmla="*/ 1977313 h 2930019"/>
                <a:gd name="connsiteX1522" fmla="*/ 2721796 w 7225946"/>
                <a:gd name="connsiteY1522" fmla="*/ 2341616 h 2930019"/>
                <a:gd name="connsiteX1523" fmla="*/ 2973485 w 7225946"/>
                <a:gd name="connsiteY1523" fmla="*/ 2341616 h 2930019"/>
                <a:gd name="connsiteX1524" fmla="*/ 2973485 w 7225946"/>
                <a:gd name="connsiteY1524" fmla="*/ 1977313 h 2930019"/>
                <a:gd name="connsiteX1525" fmla="*/ 4791260 w 7225946"/>
                <a:gd name="connsiteY1525" fmla="*/ 1932860 h 2930019"/>
                <a:gd name="connsiteX1526" fmla="*/ 4791260 w 7225946"/>
                <a:gd name="connsiteY1526" fmla="*/ 2272396 h 2930019"/>
                <a:gd name="connsiteX1527" fmla="*/ 4900135 w 7225946"/>
                <a:gd name="connsiteY1527" fmla="*/ 2272396 h 2930019"/>
                <a:gd name="connsiteX1528" fmla="*/ 4900135 w 7225946"/>
                <a:gd name="connsiteY1528" fmla="*/ 1932860 h 2930019"/>
                <a:gd name="connsiteX1529" fmla="*/ 2325952 w 7225946"/>
                <a:gd name="connsiteY1529" fmla="*/ 1932860 h 2930019"/>
                <a:gd name="connsiteX1530" fmla="*/ 2325952 w 7225946"/>
                <a:gd name="connsiteY1530" fmla="*/ 2272396 h 2930019"/>
                <a:gd name="connsiteX1531" fmla="*/ 2434826 w 7225946"/>
                <a:gd name="connsiteY1531" fmla="*/ 2272396 h 2930019"/>
                <a:gd name="connsiteX1532" fmla="*/ 2434826 w 7225946"/>
                <a:gd name="connsiteY1532" fmla="*/ 1932860 h 2930019"/>
                <a:gd name="connsiteX1533" fmla="*/ 6822693 w 7225946"/>
                <a:gd name="connsiteY1533" fmla="*/ 1929261 h 2930019"/>
                <a:gd name="connsiteX1534" fmla="*/ 6822693 w 7225946"/>
                <a:gd name="connsiteY1534" fmla="*/ 2092750 h 2930019"/>
                <a:gd name="connsiteX1535" fmla="*/ 6910682 w 7225946"/>
                <a:gd name="connsiteY1535" fmla="*/ 2092750 h 2930019"/>
                <a:gd name="connsiteX1536" fmla="*/ 6910682 w 7225946"/>
                <a:gd name="connsiteY1536" fmla="*/ 1929261 h 2930019"/>
                <a:gd name="connsiteX1537" fmla="*/ 6434682 w 7225946"/>
                <a:gd name="connsiteY1537" fmla="*/ 1929261 h 2930019"/>
                <a:gd name="connsiteX1538" fmla="*/ 6434682 w 7225946"/>
                <a:gd name="connsiteY1538" fmla="*/ 2092750 h 2930019"/>
                <a:gd name="connsiteX1539" fmla="*/ 6522671 w 7225946"/>
                <a:gd name="connsiteY1539" fmla="*/ 2092750 h 2930019"/>
                <a:gd name="connsiteX1540" fmla="*/ 6522671 w 7225946"/>
                <a:gd name="connsiteY1540" fmla="*/ 1929261 h 2930019"/>
                <a:gd name="connsiteX1541" fmla="*/ 6059724 w 7225946"/>
                <a:gd name="connsiteY1541" fmla="*/ 1929261 h 2930019"/>
                <a:gd name="connsiteX1542" fmla="*/ 6059724 w 7225946"/>
                <a:gd name="connsiteY1542" fmla="*/ 2092750 h 2930019"/>
                <a:gd name="connsiteX1543" fmla="*/ 6147643 w 7225946"/>
                <a:gd name="connsiteY1543" fmla="*/ 2092750 h 2930019"/>
                <a:gd name="connsiteX1544" fmla="*/ 6147713 w 7225946"/>
                <a:gd name="connsiteY1544" fmla="*/ 2092750 h 2930019"/>
                <a:gd name="connsiteX1545" fmla="*/ 6147713 w 7225946"/>
                <a:gd name="connsiteY1545" fmla="*/ 1929261 h 2930019"/>
                <a:gd name="connsiteX1546" fmla="*/ 5682086 w 7225946"/>
                <a:gd name="connsiteY1546" fmla="*/ 1929261 h 2930019"/>
                <a:gd name="connsiteX1547" fmla="*/ 5682086 w 7225946"/>
                <a:gd name="connsiteY1547" fmla="*/ 2092750 h 2930019"/>
                <a:gd name="connsiteX1548" fmla="*/ 5770074 w 7225946"/>
                <a:gd name="connsiteY1548" fmla="*/ 2092750 h 2930019"/>
                <a:gd name="connsiteX1549" fmla="*/ 5770074 w 7225946"/>
                <a:gd name="connsiteY1549" fmla="*/ 1929261 h 2930019"/>
                <a:gd name="connsiteX1550" fmla="*/ 5307057 w 7225946"/>
                <a:gd name="connsiteY1550" fmla="*/ 1929261 h 2930019"/>
                <a:gd name="connsiteX1551" fmla="*/ 5307057 w 7225946"/>
                <a:gd name="connsiteY1551" fmla="*/ 2092750 h 2930019"/>
                <a:gd name="connsiteX1552" fmla="*/ 5395046 w 7225946"/>
                <a:gd name="connsiteY1552" fmla="*/ 2092750 h 2930019"/>
                <a:gd name="connsiteX1553" fmla="*/ 5395046 w 7225946"/>
                <a:gd name="connsiteY1553" fmla="*/ 1929261 h 2930019"/>
                <a:gd name="connsiteX1554" fmla="*/ 1831041 w 7225946"/>
                <a:gd name="connsiteY1554" fmla="*/ 1929261 h 2930019"/>
                <a:gd name="connsiteX1555" fmla="*/ 1831041 w 7225946"/>
                <a:gd name="connsiteY1555" fmla="*/ 2092750 h 2930019"/>
                <a:gd name="connsiteX1556" fmla="*/ 1918959 w 7225946"/>
                <a:gd name="connsiteY1556" fmla="*/ 2092750 h 2930019"/>
                <a:gd name="connsiteX1557" fmla="*/ 1919030 w 7225946"/>
                <a:gd name="connsiteY1557" fmla="*/ 2092750 h 2930019"/>
                <a:gd name="connsiteX1558" fmla="*/ 1919030 w 7225946"/>
                <a:gd name="connsiteY1558" fmla="*/ 1929261 h 2930019"/>
                <a:gd name="connsiteX1559" fmla="*/ 1456013 w 7225946"/>
                <a:gd name="connsiteY1559" fmla="*/ 1929261 h 2930019"/>
                <a:gd name="connsiteX1560" fmla="*/ 1456013 w 7225946"/>
                <a:gd name="connsiteY1560" fmla="*/ 2092750 h 2930019"/>
                <a:gd name="connsiteX1561" fmla="*/ 1544002 w 7225946"/>
                <a:gd name="connsiteY1561" fmla="*/ 2092750 h 2930019"/>
                <a:gd name="connsiteX1562" fmla="*/ 1544002 w 7225946"/>
                <a:gd name="connsiteY1562" fmla="*/ 1929261 h 2930019"/>
                <a:gd name="connsiteX1563" fmla="*/ 1078373 w 7225946"/>
                <a:gd name="connsiteY1563" fmla="*/ 1929261 h 2930019"/>
                <a:gd name="connsiteX1564" fmla="*/ 1078373 w 7225946"/>
                <a:gd name="connsiteY1564" fmla="*/ 2092750 h 2930019"/>
                <a:gd name="connsiteX1565" fmla="*/ 1166362 w 7225946"/>
                <a:gd name="connsiteY1565" fmla="*/ 2092750 h 2930019"/>
                <a:gd name="connsiteX1566" fmla="*/ 1166362 w 7225946"/>
                <a:gd name="connsiteY1566" fmla="*/ 1929261 h 2930019"/>
                <a:gd name="connsiteX1567" fmla="*/ 703416 w 7225946"/>
                <a:gd name="connsiteY1567" fmla="*/ 1929261 h 2930019"/>
                <a:gd name="connsiteX1568" fmla="*/ 703416 w 7225946"/>
                <a:gd name="connsiteY1568" fmla="*/ 2092750 h 2930019"/>
                <a:gd name="connsiteX1569" fmla="*/ 791405 w 7225946"/>
                <a:gd name="connsiteY1569" fmla="*/ 2092750 h 2930019"/>
                <a:gd name="connsiteX1570" fmla="*/ 791405 w 7225946"/>
                <a:gd name="connsiteY1570" fmla="*/ 1929261 h 2930019"/>
                <a:gd name="connsiteX1571" fmla="*/ 315404 w 7225946"/>
                <a:gd name="connsiteY1571" fmla="*/ 1929261 h 2930019"/>
                <a:gd name="connsiteX1572" fmla="*/ 315404 w 7225946"/>
                <a:gd name="connsiteY1572" fmla="*/ 2092750 h 2930019"/>
                <a:gd name="connsiteX1573" fmla="*/ 403393 w 7225946"/>
                <a:gd name="connsiteY1573" fmla="*/ 2092750 h 2930019"/>
                <a:gd name="connsiteX1574" fmla="*/ 403393 w 7225946"/>
                <a:gd name="connsiteY1574" fmla="*/ 1929261 h 2930019"/>
                <a:gd name="connsiteX1575" fmla="*/ 6798985 w 7225946"/>
                <a:gd name="connsiteY1575" fmla="*/ 1906541 h 2930019"/>
                <a:gd name="connsiteX1576" fmla="*/ 6934390 w 7225946"/>
                <a:gd name="connsiteY1576" fmla="*/ 1906541 h 2930019"/>
                <a:gd name="connsiteX1577" fmla="*/ 6934390 w 7225946"/>
                <a:gd name="connsiteY1577" fmla="*/ 2114906 h 2930019"/>
                <a:gd name="connsiteX1578" fmla="*/ 6798985 w 7225946"/>
                <a:gd name="connsiteY1578" fmla="*/ 2114906 h 2930019"/>
                <a:gd name="connsiteX1579" fmla="*/ 6410974 w 7225946"/>
                <a:gd name="connsiteY1579" fmla="*/ 1906541 h 2930019"/>
                <a:gd name="connsiteX1580" fmla="*/ 6546379 w 7225946"/>
                <a:gd name="connsiteY1580" fmla="*/ 1906541 h 2930019"/>
                <a:gd name="connsiteX1581" fmla="*/ 6546379 w 7225946"/>
                <a:gd name="connsiteY1581" fmla="*/ 2114906 h 2930019"/>
                <a:gd name="connsiteX1582" fmla="*/ 6410974 w 7225946"/>
                <a:gd name="connsiteY1582" fmla="*/ 2114906 h 2930019"/>
                <a:gd name="connsiteX1583" fmla="*/ 6036016 w 7225946"/>
                <a:gd name="connsiteY1583" fmla="*/ 1906541 h 2930019"/>
                <a:gd name="connsiteX1584" fmla="*/ 6171421 w 7225946"/>
                <a:gd name="connsiteY1584" fmla="*/ 1906541 h 2930019"/>
                <a:gd name="connsiteX1585" fmla="*/ 6171421 w 7225946"/>
                <a:gd name="connsiteY1585" fmla="*/ 2114906 h 2930019"/>
                <a:gd name="connsiteX1586" fmla="*/ 6036016 w 7225946"/>
                <a:gd name="connsiteY1586" fmla="*/ 2114906 h 2930019"/>
                <a:gd name="connsiteX1587" fmla="*/ 5658377 w 7225946"/>
                <a:gd name="connsiteY1587" fmla="*/ 1906541 h 2930019"/>
                <a:gd name="connsiteX1588" fmla="*/ 5793782 w 7225946"/>
                <a:gd name="connsiteY1588" fmla="*/ 1906541 h 2930019"/>
                <a:gd name="connsiteX1589" fmla="*/ 5793782 w 7225946"/>
                <a:gd name="connsiteY1589" fmla="*/ 2114906 h 2930019"/>
                <a:gd name="connsiteX1590" fmla="*/ 5658377 w 7225946"/>
                <a:gd name="connsiteY1590" fmla="*/ 2114906 h 2930019"/>
                <a:gd name="connsiteX1591" fmla="*/ 5283349 w 7225946"/>
                <a:gd name="connsiteY1591" fmla="*/ 1906541 h 2930019"/>
                <a:gd name="connsiteX1592" fmla="*/ 5418754 w 7225946"/>
                <a:gd name="connsiteY1592" fmla="*/ 1906541 h 2930019"/>
                <a:gd name="connsiteX1593" fmla="*/ 5418754 w 7225946"/>
                <a:gd name="connsiteY1593" fmla="*/ 2114906 h 2930019"/>
                <a:gd name="connsiteX1594" fmla="*/ 5283349 w 7225946"/>
                <a:gd name="connsiteY1594" fmla="*/ 2114906 h 2930019"/>
                <a:gd name="connsiteX1595" fmla="*/ 1807333 w 7225946"/>
                <a:gd name="connsiteY1595" fmla="*/ 1906541 h 2930019"/>
                <a:gd name="connsiteX1596" fmla="*/ 1942738 w 7225946"/>
                <a:gd name="connsiteY1596" fmla="*/ 1906541 h 2930019"/>
                <a:gd name="connsiteX1597" fmla="*/ 1942738 w 7225946"/>
                <a:gd name="connsiteY1597" fmla="*/ 2114906 h 2930019"/>
                <a:gd name="connsiteX1598" fmla="*/ 1807333 w 7225946"/>
                <a:gd name="connsiteY1598" fmla="*/ 2114906 h 2930019"/>
                <a:gd name="connsiteX1599" fmla="*/ 1432305 w 7225946"/>
                <a:gd name="connsiteY1599" fmla="*/ 1906541 h 2930019"/>
                <a:gd name="connsiteX1600" fmla="*/ 1567710 w 7225946"/>
                <a:gd name="connsiteY1600" fmla="*/ 1906541 h 2930019"/>
                <a:gd name="connsiteX1601" fmla="*/ 1567710 w 7225946"/>
                <a:gd name="connsiteY1601" fmla="*/ 2114906 h 2930019"/>
                <a:gd name="connsiteX1602" fmla="*/ 1432305 w 7225946"/>
                <a:gd name="connsiteY1602" fmla="*/ 2114906 h 2930019"/>
                <a:gd name="connsiteX1603" fmla="*/ 1054665 w 7225946"/>
                <a:gd name="connsiteY1603" fmla="*/ 1906541 h 2930019"/>
                <a:gd name="connsiteX1604" fmla="*/ 1190070 w 7225946"/>
                <a:gd name="connsiteY1604" fmla="*/ 1906541 h 2930019"/>
                <a:gd name="connsiteX1605" fmla="*/ 1190070 w 7225946"/>
                <a:gd name="connsiteY1605" fmla="*/ 2114906 h 2930019"/>
                <a:gd name="connsiteX1606" fmla="*/ 1054665 w 7225946"/>
                <a:gd name="connsiteY1606" fmla="*/ 2114906 h 2930019"/>
                <a:gd name="connsiteX1607" fmla="*/ 679708 w 7225946"/>
                <a:gd name="connsiteY1607" fmla="*/ 1906541 h 2930019"/>
                <a:gd name="connsiteX1608" fmla="*/ 815113 w 7225946"/>
                <a:gd name="connsiteY1608" fmla="*/ 1906541 h 2930019"/>
                <a:gd name="connsiteX1609" fmla="*/ 815113 w 7225946"/>
                <a:gd name="connsiteY1609" fmla="*/ 2114906 h 2930019"/>
                <a:gd name="connsiteX1610" fmla="*/ 679708 w 7225946"/>
                <a:gd name="connsiteY1610" fmla="*/ 2114906 h 2930019"/>
                <a:gd name="connsiteX1611" fmla="*/ 291696 w 7225946"/>
                <a:gd name="connsiteY1611" fmla="*/ 1906541 h 2930019"/>
                <a:gd name="connsiteX1612" fmla="*/ 427101 w 7225946"/>
                <a:gd name="connsiteY1612" fmla="*/ 1906541 h 2930019"/>
                <a:gd name="connsiteX1613" fmla="*/ 427101 w 7225946"/>
                <a:gd name="connsiteY1613" fmla="*/ 2114906 h 2930019"/>
                <a:gd name="connsiteX1614" fmla="*/ 291696 w 7225946"/>
                <a:gd name="connsiteY1614" fmla="*/ 2114906 h 2930019"/>
                <a:gd name="connsiteX1615" fmla="*/ 4757109 w 7225946"/>
                <a:gd name="connsiteY1615" fmla="*/ 1899485 h 2930019"/>
                <a:gd name="connsiteX1616" fmla="*/ 4934215 w 7225946"/>
                <a:gd name="connsiteY1616" fmla="*/ 1899485 h 2930019"/>
                <a:gd name="connsiteX1617" fmla="*/ 4934215 w 7225946"/>
                <a:gd name="connsiteY1617" fmla="*/ 2305701 h 2930019"/>
                <a:gd name="connsiteX1618" fmla="*/ 4757109 w 7225946"/>
                <a:gd name="connsiteY1618" fmla="*/ 2305701 h 2930019"/>
                <a:gd name="connsiteX1619" fmla="*/ 2291871 w 7225946"/>
                <a:gd name="connsiteY1619" fmla="*/ 1899485 h 2930019"/>
                <a:gd name="connsiteX1620" fmla="*/ 2468978 w 7225946"/>
                <a:gd name="connsiteY1620" fmla="*/ 1899485 h 2930019"/>
                <a:gd name="connsiteX1621" fmla="*/ 2468978 w 7225946"/>
                <a:gd name="connsiteY1621" fmla="*/ 2305701 h 2930019"/>
                <a:gd name="connsiteX1622" fmla="*/ 2291871 w 7225946"/>
                <a:gd name="connsiteY1622" fmla="*/ 2305701 h 2930019"/>
                <a:gd name="connsiteX1623" fmla="*/ 4393159 w 7225946"/>
                <a:gd name="connsiteY1623" fmla="*/ 1840426 h 2930019"/>
                <a:gd name="connsiteX1624" fmla="*/ 4393159 w 7225946"/>
                <a:gd name="connsiteY1624" fmla="*/ 1942668 h 2930019"/>
                <a:gd name="connsiteX1625" fmla="*/ 4450454 w 7225946"/>
                <a:gd name="connsiteY1625" fmla="*/ 1942668 h 2930019"/>
                <a:gd name="connsiteX1626" fmla="*/ 4450454 w 7225946"/>
                <a:gd name="connsiteY1626" fmla="*/ 1840426 h 2930019"/>
                <a:gd name="connsiteX1627" fmla="*/ 4113529 w 7225946"/>
                <a:gd name="connsiteY1627" fmla="*/ 1840426 h 2930019"/>
                <a:gd name="connsiteX1628" fmla="*/ 4113529 w 7225946"/>
                <a:gd name="connsiteY1628" fmla="*/ 1994741 h 2930019"/>
                <a:gd name="connsiteX1629" fmla="*/ 4170823 w 7225946"/>
                <a:gd name="connsiteY1629" fmla="*/ 1994741 h 2930019"/>
                <a:gd name="connsiteX1630" fmla="*/ 4170823 w 7225946"/>
                <a:gd name="connsiteY1630" fmla="*/ 1840426 h 2930019"/>
                <a:gd name="connsiteX1631" fmla="*/ 3941644 w 7225946"/>
                <a:gd name="connsiteY1631" fmla="*/ 1840426 h 2930019"/>
                <a:gd name="connsiteX1632" fmla="*/ 3941644 w 7225946"/>
                <a:gd name="connsiteY1632" fmla="*/ 1994741 h 2930019"/>
                <a:gd name="connsiteX1633" fmla="*/ 3998939 w 7225946"/>
                <a:gd name="connsiteY1633" fmla="*/ 1994741 h 2930019"/>
                <a:gd name="connsiteX1634" fmla="*/ 3998939 w 7225946"/>
                <a:gd name="connsiteY1634" fmla="*/ 1840426 h 2930019"/>
                <a:gd name="connsiteX1635" fmla="*/ 3669210 w 7225946"/>
                <a:gd name="connsiteY1635" fmla="*/ 1840426 h 2930019"/>
                <a:gd name="connsiteX1636" fmla="*/ 3669210 w 7225946"/>
                <a:gd name="connsiteY1636" fmla="*/ 1994741 h 2930019"/>
                <a:gd name="connsiteX1637" fmla="*/ 3726505 w 7225946"/>
                <a:gd name="connsiteY1637" fmla="*/ 1994741 h 2930019"/>
                <a:gd name="connsiteX1638" fmla="*/ 3726505 w 7225946"/>
                <a:gd name="connsiteY1638" fmla="*/ 1840426 h 2930019"/>
                <a:gd name="connsiteX1639" fmla="*/ 3497325 w 7225946"/>
                <a:gd name="connsiteY1639" fmla="*/ 1840426 h 2930019"/>
                <a:gd name="connsiteX1640" fmla="*/ 3497325 w 7225946"/>
                <a:gd name="connsiteY1640" fmla="*/ 1994741 h 2930019"/>
                <a:gd name="connsiteX1641" fmla="*/ 3554620 w 7225946"/>
                <a:gd name="connsiteY1641" fmla="*/ 1994741 h 2930019"/>
                <a:gd name="connsiteX1642" fmla="*/ 3554620 w 7225946"/>
                <a:gd name="connsiteY1642" fmla="*/ 1840426 h 2930019"/>
                <a:gd name="connsiteX1643" fmla="*/ 3225738 w 7225946"/>
                <a:gd name="connsiteY1643" fmla="*/ 1840426 h 2930019"/>
                <a:gd name="connsiteX1644" fmla="*/ 3225738 w 7225946"/>
                <a:gd name="connsiteY1644" fmla="*/ 1994741 h 2930019"/>
                <a:gd name="connsiteX1645" fmla="*/ 3283033 w 7225946"/>
                <a:gd name="connsiteY1645" fmla="*/ 1994741 h 2930019"/>
                <a:gd name="connsiteX1646" fmla="*/ 3283033 w 7225946"/>
                <a:gd name="connsiteY1646" fmla="*/ 1840426 h 2930019"/>
                <a:gd name="connsiteX1647" fmla="*/ 3053853 w 7225946"/>
                <a:gd name="connsiteY1647" fmla="*/ 1840426 h 2930019"/>
                <a:gd name="connsiteX1648" fmla="*/ 3053853 w 7225946"/>
                <a:gd name="connsiteY1648" fmla="*/ 1994741 h 2930019"/>
                <a:gd name="connsiteX1649" fmla="*/ 3111148 w 7225946"/>
                <a:gd name="connsiteY1649" fmla="*/ 1994741 h 2930019"/>
                <a:gd name="connsiteX1650" fmla="*/ 3111148 w 7225946"/>
                <a:gd name="connsiteY1650" fmla="*/ 1840426 h 2930019"/>
                <a:gd name="connsiteX1651" fmla="*/ 2773375 w 7225946"/>
                <a:gd name="connsiteY1651" fmla="*/ 1840426 h 2930019"/>
                <a:gd name="connsiteX1652" fmla="*/ 2773375 w 7225946"/>
                <a:gd name="connsiteY1652" fmla="*/ 1942668 h 2930019"/>
                <a:gd name="connsiteX1653" fmla="*/ 2830671 w 7225946"/>
                <a:gd name="connsiteY1653" fmla="*/ 1942668 h 2930019"/>
                <a:gd name="connsiteX1654" fmla="*/ 2830671 w 7225946"/>
                <a:gd name="connsiteY1654" fmla="*/ 1840426 h 2930019"/>
                <a:gd name="connsiteX1655" fmla="*/ 4733683 w 7225946"/>
                <a:gd name="connsiteY1655" fmla="*/ 1708266 h 2930019"/>
                <a:gd name="connsiteX1656" fmla="*/ 4957642 w 7225946"/>
                <a:gd name="connsiteY1656" fmla="*/ 1708266 h 2930019"/>
                <a:gd name="connsiteX1657" fmla="*/ 4957642 w 7225946"/>
                <a:gd name="connsiteY1657" fmla="*/ 1749967 h 2930019"/>
                <a:gd name="connsiteX1658" fmla="*/ 4733683 w 7225946"/>
                <a:gd name="connsiteY1658" fmla="*/ 1749967 h 2930019"/>
                <a:gd name="connsiteX1659" fmla="*/ 2268445 w 7225946"/>
                <a:gd name="connsiteY1659" fmla="*/ 1708266 h 2930019"/>
                <a:gd name="connsiteX1660" fmla="*/ 2492403 w 7225946"/>
                <a:gd name="connsiteY1660" fmla="*/ 1708266 h 2930019"/>
                <a:gd name="connsiteX1661" fmla="*/ 2492403 w 7225946"/>
                <a:gd name="connsiteY1661" fmla="*/ 1749967 h 2930019"/>
                <a:gd name="connsiteX1662" fmla="*/ 2268445 w 7225946"/>
                <a:gd name="connsiteY1662" fmla="*/ 1749967 h 2930019"/>
                <a:gd name="connsiteX1663" fmla="*/ 6822693 w 7225946"/>
                <a:gd name="connsiteY1663" fmla="*/ 1554232 h 2930019"/>
                <a:gd name="connsiteX1664" fmla="*/ 6822693 w 7225946"/>
                <a:gd name="connsiteY1664" fmla="*/ 1717721 h 2930019"/>
                <a:gd name="connsiteX1665" fmla="*/ 6910682 w 7225946"/>
                <a:gd name="connsiteY1665" fmla="*/ 1717721 h 2930019"/>
                <a:gd name="connsiteX1666" fmla="*/ 6910682 w 7225946"/>
                <a:gd name="connsiteY1666" fmla="*/ 1554232 h 2930019"/>
                <a:gd name="connsiteX1667" fmla="*/ 6434682 w 7225946"/>
                <a:gd name="connsiteY1667" fmla="*/ 1554232 h 2930019"/>
                <a:gd name="connsiteX1668" fmla="*/ 6434682 w 7225946"/>
                <a:gd name="connsiteY1668" fmla="*/ 1717721 h 2930019"/>
                <a:gd name="connsiteX1669" fmla="*/ 6522671 w 7225946"/>
                <a:gd name="connsiteY1669" fmla="*/ 1717721 h 2930019"/>
                <a:gd name="connsiteX1670" fmla="*/ 6522671 w 7225946"/>
                <a:gd name="connsiteY1670" fmla="*/ 1554232 h 2930019"/>
                <a:gd name="connsiteX1671" fmla="*/ 6059724 w 7225946"/>
                <a:gd name="connsiteY1671" fmla="*/ 1554232 h 2930019"/>
                <a:gd name="connsiteX1672" fmla="*/ 6059724 w 7225946"/>
                <a:gd name="connsiteY1672" fmla="*/ 1717721 h 2930019"/>
                <a:gd name="connsiteX1673" fmla="*/ 6147643 w 7225946"/>
                <a:gd name="connsiteY1673" fmla="*/ 1717721 h 2930019"/>
                <a:gd name="connsiteX1674" fmla="*/ 6147713 w 7225946"/>
                <a:gd name="connsiteY1674" fmla="*/ 1717721 h 2930019"/>
                <a:gd name="connsiteX1675" fmla="*/ 6147713 w 7225946"/>
                <a:gd name="connsiteY1675" fmla="*/ 1554232 h 2930019"/>
                <a:gd name="connsiteX1676" fmla="*/ 5682086 w 7225946"/>
                <a:gd name="connsiteY1676" fmla="*/ 1554232 h 2930019"/>
                <a:gd name="connsiteX1677" fmla="*/ 5682086 w 7225946"/>
                <a:gd name="connsiteY1677" fmla="*/ 1717721 h 2930019"/>
                <a:gd name="connsiteX1678" fmla="*/ 5770074 w 7225946"/>
                <a:gd name="connsiteY1678" fmla="*/ 1717721 h 2930019"/>
                <a:gd name="connsiteX1679" fmla="*/ 5770074 w 7225946"/>
                <a:gd name="connsiteY1679" fmla="*/ 1554232 h 2930019"/>
                <a:gd name="connsiteX1680" fmla="*/ 5307057 w 7225946"/>
                <a:gd name="connsiteY1680" fmla="*/ 1554232 h 2930019"/>
                <a:gd name="connsiteX1681" fmla="*/ 5307057 w 7225946"/>
                <a:gd name="connsiteY1681" fmla="*/ 1717721 h 2930019"/>
                <a:gd name="connsiteX1682" fmla="*/ 5395046 w 7225946"/>
                <a:gd name="connsiteY1682" fmla="*/ 1717721 h 2930019"/>
                <a:gd name="connsiteX1683" fmla="*/ 5395046 w 7225946"/>
                <a:gd name="connsiteY1683" fmla="*/ 1554232 h 2930019"/>
                <a:gd name="connsiteX1684" fmla="*/ 1831041 w 7225946"/>
                <a:gd name="connsiteY1684" fmla="*/ 1554232 h 2930019"/>
                <a:gd name="connsiteX1685" fmla="*/ 1831041 w 7225946"/>
                <a:gd name="connsiteY1685" fmla="*/ 1717721 h 2930019"/>
                <a:gd name="connsiteX1686" fmla="*/ 1918959 w 7225946"/>
                <a:gd name="connsiteY1686" fmla="*/ 1717721 h 2930019"/>
                <a:gd name="connsiteX1687" fmla="*/ 1919030 w 7225946"/>
                <a:gd name="connsiteY1687" fmla="*/ 1717721 h 2930019"/>
                <a:gd name="connsiteX1688" fmla="*/ 1919030 w 7225946"/>
                <a:gd name="connsiteY1688" fmla="*/ 1554232 h 2930019"/>
                <a:gd name="connsiteX1689" fmla="*/ 1456013 w 7225946"/>
                <a:gd name="connsiteY1689" fmla="*/ 1554232 h 2930019"/>
                <a:gd name="connsiteX1690" fmla="*/ 1456013 w 7225946"/>
                <a:gd name="connsiteY1690" fmla="*/ 1717721 h 2930019"/>
                <a:gd name="connsiteX1691" fmla="*/ 1544002 w 7225946"/>
                <a:gd name="connsiteY1691" fmla="*/ 1717721 h 2930019"/>
                <a:gd name="connsiteX1692" fmla="*/ 1544002 w 7225946"/>
                <a:gd name="connsiteY1692" fmla="*/ 1554232 h 2930019"/>
                <a:gd name="connsiteX1693" fmla="*/ 1078373 w 7225946"/>
                <a:gd name="connsiteY1693" fmla="*/ 1554232 h 2930019"/>
                <a:gd name="connsiteX1694" fmla="*/ 1078373 w 7225946"/>
                <a:gd name="connsiteY1694" fmla="*/ 1717721 h 2930019"/>
                <a:gd name="connsiteX1695" fmla="*/ 1166362 w 7225946"/>
                <a:gd name="connsiteY1695" fmla="*/ 1717721 h 2930019"/>
                <a:gd name="connsiteX1696" fmla="*/ 1166362 w 7225946"/>
                <a:gd name="connsiteY1696" fmla="*/ 1554232 h 2930019"/>
                <a:gd name="connsiteX1697" fmla="*/ 703416 w 7225946"/>
                <a:gd name="connsiteY1697" fmla="*/ 1554232 h 2930019"/>
                <a:gd name="connsiteX1698" fmla="*/ 703416 w 7225946"/>
                <a:gd name="connsiteY1698" fmla="*/ 1717721 h 2930019"/>
                <a:gd name="connsiteX1699" fmla="*/ 791405 w 7225946"/>
                <a:gd name="connsiteY1699" fmla="*/ 1717721 h 2930019"/>
                <a:gd name="connsiteX1700" fmla="*/ 791405 w 7225946"/>
                <a:gd name="connsiteY1700" fmla="*/ 1554232 h 2930019"/>
                <a:gd name="connsiteX1701" fmla="*/ 315404 w 7225946"/>
                <a:gd name="connsiteY1701" fmla="*/ 1554232 h 2930019"/>
                <a:gd name="connsiteX1702" fmla="*/ 315404 w 7225946"/>
                <a:gd name="connsiteY1702" fmla="*/ 1717721 h 2930019"/>
                <a:gd name="connsiteX1703" fmla="*/ 403393 w 7225946"/>
                <a:gd name="connsiteY1703" fmla="*/ 1717721 h 2930019"/>
                <a:gd name="connsiteX1704" fmla="*/ 403393 w 7225946"/>
                <a:gd name="connsiteY1704" fmla="*/ 1554232 h 2930019"/>
                <a:gd name="connsiteX1705" fmla="*/ 6798985 w 7225946"/>
                <a:gd name="connsiteY1705" fmla="*/ 1531512 h 2930019"/>
                <a:gd name="connsiteX1706" fmla="*/ 6934390 w 7225946"/>
                <a:gd name="connsiteY1706" fmla="*/ 1531512 h 2930019"/>
                <a:gd name="connsiteX1707" fmla="*/ 6934390 w 7225946"/>
                <a:gd name="connsiteY1707" fmla="*/ 1739877 h 2930019"/>
                <a:gd name="connsiteX1708" fmla="*/ 6798985 w 7225946"/>
                <a:gd name="connsiteY1708" fmla="*/ 1739877 h 2930019"/>
                <a:gd name="connsiteX1709" fmla="*/ 6410974 w 7225946"/>
                <a:gd name="connsiteY1709" fmla="*/ 1531512 h 2930019"/>
                <a:gd name="connsiteX1710" fmla="*/ 6546379 w 7225946"/>
                <a:gd name="connsiteY1710" fmla="*/ 1531512 h 2930019"/>
                <a:gd name="connsiteX1711" fmla="*/ 6546379 w 7225946"/>
                <a:gd name="connsiteY1711" fmla="*/ 1739877 h 2930019"/>
                <a:gd name="connsiteX1712" fmla="*/ 6410974 w 7225946"/>
                <a:gd name="connsiteY1712" fmla="*/ 1739877 h 2930019"/>
                <a:gd name="connsiteX1713" fmla="*/ 6036016 w 7225946"/>
                <a:gd name="connsiteY1713" fmla="*/ 1531512 h 2930019"/>
                <a:gd name="connsiteX1714" fmla="*/ 6171421 w 7225946"/>
                <a:gd name="connsiteY1714" fmla="*/ 1531512 h 2930019"/>
                <a:gd name="connsiteX1715" fmla="*/ 6171421 w 7225946"/>
                <a:gd name="connsiteY1715" fmla="*/ 1739877 h 2930019"/>
                <a:gd name="connsiteX1716" fmla="*/ 6036016 w 7225946"/>
                <a:gd name="connsiteY1716" fmla="*/ 1739877 h 2930019"/>
                <a:gd name="connsiteX1717" fmla="*/ 5658377 w 7225946"/>
                <a:gd name="connsiteY1717" fmla="*/ 1531512 h 2930019"/>
                <a:gd name="connsiteX1718" fmla="*/ 5793782 w 7225946"/>
                <a:gd name="connsiteY1718" fmla="*/ 1531512 h 2930019"/>
                <a:gd name="connsiteX1719" fmla="*/ 5793782 w 7225946"/>
                <a:gd name="connsiteY1719" fmla="*/ 1739877 h 2930019"/>
                <a:gd name="connsiteX1720" fmla="*/ 5658377 w 7225946"/>
                <a:gd name="connsiteY1720" fmla="*/ 1739877 h 2930019"/>
                <a:gd name="connsiteX1721" fmla="*/ 5283349 w 7225946"/>
                <a:gd name="connsiteY1721" fmla="*/ 1531512 h 2930019"/>
                <a:gd name="connsiteX1722" fmla="*/ 5418754 w 7225946"/>
                <a:gd name="connsiteY1722" fmla="*/ 1531512 h 2930019"/>
                <a:gd name="connsiteX1723" fmla="*/ 5418754 w 7225946"/>
                <a:gd name="connsiteY1723" fmla="*/ 1739877 h 2930019"/>
                <a:gd name="connsiteX1724" fmla="*/ 5283349 w 7225946"/>
                <a:gd name="connsiteY1724" fmla="*/ 1739877 h 2930019"/>
                <a:gd name="connsiteX1725" fmla="*/ 1807333 w 7225946"/>
                <a:gd name="connsiteY1725" fmla="*/ 1531512 h 2930019"/>
                <a:gd name="connsiteX1726" fmla="*/ 1942738 w 7225946"/>
                <a:gd name="connsiteY1726" fmla="*/ 1531512 h 2930019"/>
                <a:gd name="connsiteX1727" fmla="*/ 1942738 w 7225946"/>
                <a:gd name="connsiteY1727" fmla="*/ 1739877 h 2930019"/>
                <a:gd name="connsiteX1728" fmla="*/ 1807333 w 7225946"/>
                <a:gd name="connsiteY1728" fmla="*/ 1739877 h 2930019"/>
                <a:gd name="connsiteX1729" fmla="*/ 1432305 w 7225946"/>
                <a:gd name="connsiteY1729" fmla="*/ 1531512 h 2930019"/>
                <a:gd name="connsiteX1730" fmla="*/ 1567710 w 7225946"/>
                <a:gd name="connsiteY1730" fmla="*/ 1531512 h 2930019"/>
                <a:gd name="connsiteX1731" fmla="*/ 1567710 w 7225946"/>
                <a:gd name="connsiteY1731" fmla="*/ 1739877 h 2930019"/>
                <a:gd name="connsiteX1732" fmla="*/ 1432305 w 7225946"/>
                <a:gd name="connsiteY1732" fmla="*/ 1739877 h 2930019"/>
                <a:gd name="connsiteX1733" fmla="*/ 1054665 w 7225946"/>
                <a:gd name="connsiteY1733" fmla="*/ 1531512 h 2930019"/>
                <a:gd name="connsiteX1734" fmla="*/ 1190070 w 7225946"/>
                <a:gd name="connsiteY1734" fmla="*/ 1531512 h 2930019"/>
                <a:gd name="connsiteX1735" fmla="*/ 1190070 w 7225946"/>
                <a:gd name="connsiteY1735" fmla="*/ 1739877 h 2930019"/>
                <a:gd name="connsiteX1736" fmla="*/ 1054665 w 7225946"/>
                <a:gd name="connsiteY1736" fmla="*/ 1739877 h 2930019"/>
                <a:gd name="connsiteX1737" fmla="*/ 679708 w 7225946"/>
                <a:gd name="connsiteY1737" fmla="*/ 1531512 h 2930019"/>
                <a:gd name="connsiteX1738" fmla="*/ 815113 w 7225946"/>
                <a:gd name="connsiteY1738" fmla="*/ 1531512 h 2930019"/>
                <a:gd name="connsiteX1739" fmla="*/ 815113 w 7225946"/>
                <a:gd name="connsiteY1739" fmla="*/ 1739877 h 2930019"/>
                <a:gd name="connsiteX1740" fmla="*/ 679708 w 7225946"/>
                <a:gd name="connsiteY1740" fmla="*/ 1739877 h 2930019"/>
                <a:gd name="connsiteX1741" fmla="*/ 291696 w 7225946"/>
                <a:gd name="connsiteY1741" fmla="*/ 1531512 h 2930019"/>
                <a:gd name="connsiteX1742" fmla="*/ 427101 w 7225946"/>
                <a:gd name="connsiteY1742" fmla="*/ 1531512 h 2930019"/>
                <a:gd name="connsiteX1743" fmla="*/ 427101 w 7225946"/>
                <a:gd name="connsiteY1743" fmla="*/ 1739877 h 2930019"/>
                <a:gd name="connsiteX1744" fmla="*/ 291696 w 7225946"/>
                <a:gd name="connsiteY1744" fmla="*/ 1739877 h 2930019"/>
                <a:gd name="connsiteX1745" fmla="*/ 4393159 w 7225946"/>
                <a:gd name="connsiteY1745" fmla="*/ 1512037 h 2930019"/>
                <a:gd name="connsiteX1746" fmla="*/ 4393159 w 7225946"/>
                <a:gd name="connsiteY1746" fmla="*/ 1696764 h 2930019"/>
                <a:gd name="connsiteX1747" fmla="*/ 4450454 w 7225946"/>
                <a:gd name="connsiteY1747" fmla="*/ 1696764 h 2930019"/>
                <a:gd name="connsiteX1748" fmla="*/ 4450454 w 7225946"/>
                <a:gd name="connsiteY1748" fmla="*/ 1512037 h 2930019"/>
                <a:gd name="connsiteX1749" fmla="*/ 4113528 w 7225946"/>
                <a:gd name="connsiteY1749" fmla="*/ 1512037 h 2930019"/>
                <a:gd name="connsiteX1750" fmla="*/ 4113528 w 7225946"/>
                <a:gd name="connsiteY1750" fmla="*/ 1696764 h 2930019"/>
                <a:gd name="connsiteX1751" fmla="*/ 4170823 w 7225946"/>
                <a:gd name="connsiteY1751" fmla="*/ 1696764 h 2930019"/>
                <a:gd name="connsiteX1752" fmla="*/ 4170823 w 7225946"/>
                <a:gd name="connsiteY1752" fmla="*/ 1512037 h 2930019"/>
                <a:gd name="connsiteX1753" fmla="*/ 3941643 w 7225946"/>
                <a:gd name="connsiteY1753" fmla="*/ 1512037 h 2930019"/>
                <a:gd name="connsiteX1754" fmla="*/ 3941643 w 7225946"/>
                <a:gd name="connsiteY1754" fmla="*/ 1696764 h 2930019"/>
                <a:gd name="connsiteX1755" fmla="*/ 3998938 w 7225946"/>
                <a:gd name="connsiteY1755" fmla="*/ 1696764 h 2930019"/>
                <a:gd name="connsiteX1756" fmla="*/ 3998938 w 7225946"/>
                <a:gd name="connsiteY1756" fmla="*/ 1512037 h 2930019"/>
                <a:gd name="connsiteX1757" fmla="*/ 3669210 w 7225946"/>
                <a:gd name="connsiteY1757" fmla="*/ 1512037 h 2930019"/>
                <a:gd name="connsiteX1758" fmla="*/ 3669210 w 7225946"/>
                <a:gd name="connsiteY1758" fmla="*/ 1696764 h 2930019"/>
                <a:gd name="connsiteX1759" fmla="*/ 3726505 w 7225946"/>
                <a:gd name="connsiteY1759" fmla="*/ 1696764 h 2930019"/>
                <a:gd name="connsiteX1760" fmla="*/ 3726505 w 7225946"/>
                <a:gd name="connsiteY1760" fmla="*/ 1512037 h 2930019"/>
                <a:gd name="connsiteX1761" fmla="*/ 3497324 w 7225946"/>
                <a:gd name="connsiteY1761" fmla="*/ 1512037 h 2930019"/>
                <a:gd name="connsiteX1762" fmla="*/ 3497324 w 7225946"/>
                <a:gd name="connsiteY1762" fmla="*/ 1696764 h 2930019"/>
                <a:gd name="connsiteX1763" fmla="*/ 3554619 w 7225946"/>
                <a:gd name="connsiteY1763" fmla="*/ 1696764 h 2930019"/>
                <a:gd name="connsiteX1764" fmla="*/ 3554619 w 7225946"/>
                <a:gd name="connsiteY1764" fmla="*/ 1512037 h 2930019"/>
                <a:gd name="connsiteX1765" fmla="*/ 3225737 w 7225946"/>
                <a:gd name="connsiteY1765" fmla="*/ 1512037 h 2930019"/>
                <a:gd name="connsiteX1766" fmla="*/ 3225737 w 7225946"/>
                <a:gd name="connsiteY1766" fmla="*/ 1696764 h 2930019"/>
                <a:gd name="connsiteX1767" fmla="*/ 3283032 w 7225946"/>
                <a:gd name="connsiteY1767" fmla="*/ 1696764 h 2930019"/>
                <a:gd name="connsiteX1768" fmla="*/ 3283032 w 7225946"/>
                <a:gd name="connsiteY1768" fmla="*/ 1512037 h 2930019"/>
                <a:gd name="connsiteX1769" fmla="*/ 3053852 w 7225946"/>
                <a:gd name="connsiteY1769" fmla="*/ 1512037 h 2930019"/>
                <a:gd name="connsiteX1770" fmla="*/ 3053852 w 7225946"/>
                <a:gd name="connsiteY1770" fmla="*/ 1696764 h 2930019"/>
                <a:gd name="connsiteX1771" fmla="*/ 3111147 w 7225946"/>
                <a:gd name="connsiteY1771" fmla="*/ 1696764 h 2930019"/>
                <a:gd name="connsiteX1772" fmla="*/ 3111147 w 7225946"/>
                <a:gd name="connsiteY1772" fmla="*/ 1512037 h 2930019"/>
                <a:gd name="connsiteX1773" fmla="*/ 2773375 w 7225946"/>
                <a:gd name="connsiteY1773" fmla="*/ 1512037 h 2930019"/>
                <a:gd name="connsiteX1774" fmla="*/ 2773375 w 7225946"/>
                <a:gd name="connsiteY1774" fmla="*/ 1696764 h 2930019"/>
                <a:gd name="connsiteX1775" fmla="*/ 2830670 w 7225946"/>
                <a:gd name="connsiteY1775" fmla="*/ 1696764 h 2930019"/>
                <a:gd name="connsiteX1776" fmla="*/ 2830670 w 7225946"/>
                <a:gd name="connsiteY1776" fmla="*/ 1512037 h 2930019"/>
                <a:gd name="connsiteX1777" fmla="*/ 4359290 w 7225946"/>
                <a:gd name="connsiteY1777" fmla="*/ 1479368 h 2930019"/>
                <a:gd name="connsiteX1778" fmla="*/ 4484323 w 7225946"/>
                <a:gd name="connsiteY1778" fmla="*/ 1479368 h 2930019"/>
                <a:gd name="connsiteX1779" fmla="*/ 4484323 w 7225946"/>
                <a:gd name="connsiteY1779" fmla="*/ 1729363 h 2930019"/>
                <a:gd name="connsiteX1780" fmla="*/ 4359290 w 7225946"/>
                <a:gd name="connsiteY1780" fmla="*/ 1729363 h 2930019"/>
                <a:gd name="connsiteX1781" fmla="*/ 4079659 w 7225946"/>
                <a:gd name="connsiteY1781" fmla="*/ 1479368 h 2930019"/>
                <a:gd name="connsiteX1782" fmla="*/ 4204692 w 7225946"/>
                <a:gd name="connsiteY1782" fmla="*/ 1479368 h 2930019"/>
                <a:gd name="connsiteX1783" fmla="*/ 4204692 w 7225946"/>
                <a:gd name="connsiteY1783" fmla="*/ 1729363 h 2930019"/>
                <a:gd name="connsiteX1784" fmla="*/ 4079659 w 7225946"/>
                <a:gd name="connsiteY1784" fmla="*/ 1729363 h 2930019"/>
                <a:gd name="connsiteX1785" fmla="*/ 3907774 w 7225946"/>
                <a:gd name="connsiteY1785" fmla="*/ 1479368 h 2930019"/>
                <a:gd name="connsiteX1786" fmla="*/ 4032807 w 7225946"/>
                <a:gd name="connsiteY1786" fmla="*/ 1479368 h 2930019"/>
                <a:gd name="connsiteX1787" fmla="*/ 4032807 w 7225946"/>
                <a:gd name="connsiteY1787" fmla="*/ 1729363 h 2930019"/>
                <a:gd name="connsiteX1788" fmla="*/ 3907774 w 7225946"/>
                <a:gd name="connsiteY1788" fmla="*/ 1729363 h 2930019"/>
                <a:gd name="connsiteX1789" fmla="*/ 3635411 w 7225946"/>
                <a:gd name="connsiteY1789" fmla="*/ 1479368 h 2930019"/>
                <a:gd name="connsiteX1790" fmla="*/ 3760444 w 7225946"/>
                <a:gd name="connsiteY1790" fmla="*/ 1479368 h 2930019"/>
                <a:gd name="connsiteX1791" fmla="*/ 3760444 w 7225946"/>
                <a:gd name="connsiteY1791" fmla="*/ 1729363 h 2930019"/>
                <a:gd name="connsiteX1792" fmla="*/ 3635411 w 7225946"/>
                <a:gd name="connsiteY1792" fmla="*/ 1729363 h 2930019"/>
                <a:gd name="connsiteX1793" fmla="*/ 3463526 w 7225946"/>
                <a:gd name="connsiteY1793" fmla="*/ 1479368 h 2930019"/>
                <a:gd name="connsiteX1794" fmla="*/ 3588559 w 7225946"/>
                <a:gd name="connsiteY1794" fmla="*/ 1479368 h 2930019"/>
                <a:gd name="connsiteX1795" fmla="*/ 3588559 w 7225946"/>
                <a:gd name="connsiteY1795" fmla="*/ 1729363 h 2930019"/>
                <a:gd name="connsiteX1796" fmla="*/ 3463526 w 7225946"/>
                <a:gd name="connsiteY1796" fmla="*/ 1729363 h 2930019"/>
                <a:gd name="connsiteX1797" fmla="*/ 3191939 w 7225946"/>
                <a:gd name="connsiteY1797" fmla="*/ 1479368 h 2930019"/>
                <a:gd name="connsiteX1798" fmla="*/ 3316972 w 7225946"/>
                <a:gd name="connsiteY1798" fmla="*/ 1479368 h 2930019"/>
                <a:gd name="connsiteX1799" fmla="*/ 3316972 w 7225946"/>
                <a:gd name="connsiteY1799" fmla="*/ 1729363 h 2930019"/>
                <a:gd name="connsiteX1800" fmla="*/ 3191939 w 7225946"/>
                <a:gd name="connsiteY1800" fmla="*/ 1729363 h 2930019"/>
                <a:gd name="connsiteX1801" fmla="*/ 3020054 w 7225946"/>
                <a:gd name="connsiteY1801" fmla="*/ 1479368 h 2930019"/>
                <a:gd name="connsiteX1802" fmla="*/ 3145087 w 7225946"/>
                <a:gd name="connsiteY1802" fmla="*/ 1479368 h 2930019"/>
                <a:gd name="connsiteX1803" fmla="*/ 3145087 w 7225946"/>
                <a:gd name="connsiteY1803" fmla="*/ 1729363 h 2930019"/>
                <a:gd name="connsiteX1804" fmla="*/ 3020054 w 7225946"/>
                <a:gd name="connsiteY1804" fmla="*/ 1729363 h 2930019"/>
                <a:gd name="connsiteX1805" fmla="*/ 2739577 w 7225946"/>
                <a:gd name="connsiteY1805" fmla="*/ 1479368 h 2930019"/>
                <a:gd name="connsiteX1806" fmla="*/ 2864610 w 7225946"/>
                <a:gd name="connsiteY1806" fmla="*/ 1479368 h 2930019"/>
                <a:gd name="connsiteX1807" fmla="*/ 2864610 w 7225946"/>
                <a:gd name="connsiteY1807" fmla="*/ 1729363 h 2930019"/>
                <a:gd name="connsiteX1808" fmla="*/ 2739577 w 7225946"/>
                <a:gd name="connsiteY1808" fmla="*/ 1729363 h 2930019"/>
                <a:gd name="connsiteX1809" fmla="*/ 5142934 w 7225946"/>
                <a:gd name="connsiteY1809" fmla="*/ 1364567 h 2930019"/>
                <a:gd name="connsiteX1810" fmla="*/ 5142934 w 7225946"/>
                <a:gd name="connsiteY1810" fmla="*/ 2341545 h 2930019"/>
                <a:gd name="connsiteX1811" fmla="*/ 5283349 w 7225946"/>
                <a:gd name="connsiteY1811" fmla="*/ 2341545 h 2930019"/>
                <a:gd name="connsiteX1812" fmla="*/ 5283349 w 7225946"/>
                <a:gd name="connsiteY1812" fmla="*/ 2281498 h 2930019"/>
                <a:gd name="connsiteX1813" fmla="*/ 5418755 w 7225946"/>
                <a:gd name="connsiteY1813" fmla="*/ 2281498 h 2930019"/>
                <a:gd name="connsiteX1814" fmla="*/ 5418755 w 7225946"/>
                <a:gd name="connsiteY1814" fmla="*/ 2341545 h 2930019"/>
                <a:gd name="connsiteX1815" fmla="*/ 5658307 w 7225946"/>
                <a:gd name="connsiteY1815" fmla="*/ 2341545 h 2930019"/>
                <a:gd name="connsiteX1816" fmla="*/ 5658307 w 7225946"/>
                <a:gd name="connsiteY1816" fmla="*/ 2281498 h 2930019"/>
                <a:gd name="connsiteX1817" fmla="*/ 5793712 w 7225946"/>
                <a:gd name="connsiteY1817" fmla="*/ 2281498 h 2930019"/>
                <a:gd name="connsiteX1818" fmla="*/ 5793712 w 7225946"/>
                <a:gd name="connsiteY1818" fmla="*/ 2489863 h 2930019"/>
                <a:gd name="connsiteX1819" fmla="*/ 5780235 w 7225946"/>
                <a:gd name="connsiteY1819" fmla="*/ 2489863 h 2930019"/>
                <a:gd name="connsiteX1820" fmla="*/ 5801051 w 7225946"/>
                <a:gd name="connsiteY1820" fmla="*/ 2637899 h 2930019"/>
                <a:gd name="connsiteX1821" fmla="*/ 7069797 w 7225946"/>
                <a:gd name="connsiteY1821" fmla="*/ 2637899 h 2930019"/>
                <a:gd name="connsiteX1822" fmla="*/ 7069797 w 7225946"/>
                <a:gd name="connsiteY1822" fmla="*/ 1364567 h 2930019"/>
                <a:gd name="connsiteX1823" fmla="*/ 156291 w 7225946"/>
                <a:gd name="connsiteY1823" fmla="*/ 1364567 h 2930019"/>
                <a:gd name="connsiteX1824" fmla="*/ 156291 w 7225946"/>
                <a:gd name="connsiteY1824" fmla="*/ 2637899 h 2930019"/>
                <a:gd name="connsiteX1825" fmla="*/ 1425390 w 7225946"/>
                <a:gd name="connsiteY1825" fmla="*/ 2637899 h 2930019"/>
                <a:gd name="connsiteX1826" fmla="*/ 1467375 w 7225946"/>
                <a:gd name="connsiteY1826" fmla="*/ 2341545 h 2930019"/>
                <a:gd name="connsiteX1827" fmla="*/ 1544143 w 7225946"/>
                <a:gd name="connsiteY1827" fmla="*/ 2341545 h 2930019"/>
                <a:gd name="connsiteX1828" fmla="*/ 1544143 w 7225946"/>
                <a:gd name="connsiteY1828" fmla="*/ 2304219 h 2930019"/>
                <a:gd name="connsiteX1829" fmla="*/ 1456154 w 7225946"/>
                <a:gd name="connsiteY1829" fmla="*/ 2304219 h 2930019"/>
                <a:gd name="connsiteX1830" fmla="*/ 1456154 w 7225946"/>
                <a:gd name="connsiteY1830" fmla="*/ 2419091 h 2930019"/>
                <a:gd name="connsiteX1831" fmla="*/ 1446205 w 7225946"/>
                <a:gd name="connsiteY1831" fmla="*/ 2489863 h 2930019"/>
                <a:gd name="connsiteX1832" fmla="*/ 1432376 w 7225946"/>
                <a:gd name="connsiteY1832" fmla="*/ 2489863 h 2930019"/>
                <a:gd name="connsiteX1833" fmla="*/ 1432376 w 7225946"/>
                <a:gd name="connsiteY1833" fmla="*/ 2281498 h 2930019"/>
                <a:gd name="connsiteX1834" fmla="*/ 1567781 w 7225946"/>
                <a:gd name="connsiteY1834" fmla="*/ 2281498 h 2930019"/>
                <a:gd name="connsiteX1835" fmla="*/ 1567781 w 7225946"/>
                <a:gd name="connsiteY1835" fmla="*/ 2341545 h 2930019"/>
                <a:gd name="connsiteX1836" fmla="*/ 1807334 w 7225946"/>
                <a:gd name="connsiteY1836" fmla="*/ 2341545 h 2930019"/>
                <a:gd name="connsiteX1837" fmla="*/ 1807334 w 7225946"/>
                <a:gd name="connsiteY1837" fmla="*/ 2281498 h 2930019"/>
                <a:gd name="connsiteX1838" fmla="*/ 1942739 w 7225946"/>
                <a:gd name="connsiteY1838" fmla="*/ 2281498 h 2930019"/>
                <a:gd name="connsiteX1839" fmla="*/ 1942739 w 7225946"/>
                <a:gd name="connsiteY1839" fmla="*/ 2341545 h 2930019"/>
                <a:gd name="connsiteX1840" fmla="*/ 2083154 w 7225946"/>
                <a:gd name="connsiteY1840" fmla="*/ 2341545 h 2930019"/>
                <a:gd name="connsiteX1841" fmla="*/ 2083154 w 7225946"/>
                <a:gd name="connsiteY1841" fmla="*/ 1364567 h 2930019"/>
                <a:gd name="connsiteX1842" fmla="*/ 5142934 w 7225946"/>
                <a:gd name="connsiteY1842" fmla="*/ 1307201 h 2930019"/>
                <a:gd name="connsiteX1843" fmla="*/ 5142934 w 7225946"/>
                <a:gd name="connsiteY1843" fmla="*/ 1348902 h 2930019"/>
                <a:gd name="connsiteX1844" fmla="*/ 7069797 w 7225946"/>
                <a:gd name="connsiteY1844" fmla="*/ 1348902 h 2930019"/>
                <a:gd name="connsiteX1845" fmla="*/ 7069797 w 7225946"/>
                <a:gd name="connsiteY1845" fmla="*/ 1307201 h 2930019"/>
                <a:gd name="connsiteX1846" fmla="*/ 156291 w 7225946"/>
                <a:gd name="connsiteY1846" fmla="*/ 1307201 h 2930019"/>
                <a:gd name="connsiteX1847" fmla="*/ 156291 w 7225946"/>
                <a:gd name="connsiteY1847" fmla="*/ 1348902 h 2930019"/>
                <a:gd name="connsiteX1848" fmla="*/ 2083154 w 7225946"/>
                <a:gd name="connsiteY1848" fmla="*/ 1348902 h 2930019"/>
                <a:gd name="connsiteX1849" fmla="*/ 2083154 w 7225946"/>
                <a:gd name="connsiteY1849" fmla="*/ 1307201 h 2930019"/>
                <a:gd name="connsiteX1850" fmla="*/ 4791190 w 7225946"/>
                <a:gd name="connsiteY1850" fmla="*/ 1185837 h 2930019"/>
                <a:gd name="connsiteX1851" fmla="*/ 4791190 w 7225946"/>
                <a:gd name="connsiteY1851" fmla="*/ 1525373 h 2930019"/>
                <a:gd name="connsiteX1852" fmla="*/ 4900064 w 7225946"/>
                <a:gd name="connsiteY1852" fmla="*/ 1525373 h 2930019"/>
                <a:gd name="connsiteX1853" fmla="*/ 4900064 w 7225946"/>
                <a:gd name="connsiteY1853" fmla="*/ 1185837 h 2930019"/>
                <a:gd name="connsiteX1854" fmla="*/ 2325951 w 7225946"/>
                <a:gd name="connsiteY1854" fmla="*/ 1185837 h 2930019"/>
                <a:gd name="connsiteX1855" fmla="*/ 2325951 w 7225946"/>
                <a:gd name="connsiteY1855" fmla="*/ 1525373 h 2930019"/>
                <a:gd name="connsiteX1856" fmla="*/ 2434826 w 7225946"/>
                <a:gd name="connsiteY1856" fmla="*/ 1525373 h 2930019"/>
                <a:gd name="connsiteX1857" fmla="*/ 2434826 w 7225946"/>
                <a:gd name="connsiteY1857" fmla="*/ 1185837 h 2930019"/>
                <a:gd name="connsiteX1858" fmla="*/ 4393159 w 7225946"/>
                <a:gd name="connsiteY1858" fmla="*/ 1183579 h 2930019"/>
                <a:gd name="connsiteX1859" fmla="*/ 4393159 w 7225946"/>
                <a:gd name="connsiteY1859" fmla="*/ 1368306 h 2930019"/>
                <a:gd name="connsiteX1860" fmla="*/ 4450454 w 7225946"/>
                <a:gd name="connsiteY1860" fmla="*/ 1368306 h 2930019"/>
                <a:gd name="connsiteX1861" fmla="*/ 4450454 w 7225946"/>
                <a:gd name="connsiteY1861" fmla="*/ 1183579 h 2930019"/>
                <a:gd name="connsiteX1862" fmla="*/ 4113528 w 7225946"/>
                <a:gd name="connsiteY1862" fmla="*/ 1183579 h 2930019"/>
                <a:gd name="connsiteX1863" fmla="*/ 4113528 w 7225946"/>
                <a:gd name="connsiteY1863" fmla="*/ 1368306 h 2930019"/>
                <a:gd name="connsiteX1864" fmla="*/ 4170823 w 7225946"/>
                <a:gd name="connsiteY1864" fmla="*/ 1368306 h 2930019"/>
                <a:gd name="connsiteX1865" fmla="*/ 4170823 w 7225946"/>
                <a:gd name="connsiteY1865" fmla="*/ 1183579 h 2930019"/>
                <a:gd name="connsiteX1866" fmla="*/ 3941643 w 7225946"/>
                <a:gd name="connsiteY1866" fmla="*/ 1183579 h 2930019"/>
                <a:gd name="connsiteX1867" fmla="*/ 3941643 w 7225946"/>
                <a:gd name="connsiteY1867" fmla="*/ 1368306 h 2930019"/>
                <a:gd name="connsiteX1868" fmla="*/ 3998938 w 7225946"/>
                <a:gd name="connsiteY1868" fmla="*/ 1368306 h 2930019"/>
                <a:gd name="connsiteX1869" fmla="*/ 3998938 w 7225946"/>
                <a:gd name="connsiteY1869" fmla="*/ 1183579 h 2930019"/>
                <a:gd name="connsiteX1870" fmla="*/ 3669210 w 7225946"/>
                <a:gd name="connsiteY1870" fmla="*/ 1183579 h 2930019"/>
                <a:gd name="connsiteX1871" fmla="*/ 3669210 w 7225946"/>
                <a:gd name="connsiteY1871" fmla="*/ 1368306 h 2930019"/>
                <a:gd name="connsiteX1872" fmla="*/ 3726505 w 7225946"/>
                <a:gd name="connsiteY1872" fmla="*/ 1368306 h 2930019"/>
                <a:gd name="connsiteX1873" fmla="*/ 3726505 w 7225946"/>
                <a:gd name="connsiteY1873" fmla="*/ 1183579 h 2930019"/>
                <a:gd name="connsiteX1874" fmla="*/ 3497324 w 7225946"/>
                <a:gd name="connsiteY1874" fmla="*/ 1183579 h 2930019"/>
                <a:gd name="connsiteX1875" fmla="*/ 3497324 w 7225946"/>
                <a:gd name="connsiteY1875" fmla="*/ 1368306 h 2930019"/>
                <a:gd name="connsiteX1876" fmla="*/ 3554619 w 7225946"/>
                <a:gd name="connsiteY1876" fmla="*/ 1368306 h 2930019"/>
                <a:gd name="connsiteX1877" fmla="*/ 3554619 w 7225946"/>
                <a:gd name="connsiteY1877" fmla="*/ 1183579 h 2930019"/>
                <a:gd name="connsiteX1878" fmla="*/ 3225737 w 7225946"/>
                <a:gd name="connsiteY1878" fmla="*/ 1183579 h 2930019"/>
                <a:gd name="connsiteX1879" fmla="*/ 3225737 w 7225946"/>
                <a:gd name="connsiteY1879" fmla="*/ 1368306 h 2930019"/>
                <a:gd name="connsiteX1880" fmla="*/ 3283032 w 7225946"/>
                <a:gd name="connsiteY1880" fmla="*/ 1368306 h 2930019"/>
                <a:gd name="connsiteX1881" fmla="*/ 3283032 w 7225946"/>
                <a:gd name="connsiteY1881" fmla="*/ 1183579 h 2930019"/>
                <a:gd name="connsiteX1882" fmla="*/ 3053852 w 7225946"/>
                <a:gd name="connsiteY1882" fmla="*/ 1183579 h 2930019"/>
                <a:gd name="connsiteX1883" fmla="*/ 3053852 w 7225946"/>
                <a:gd name="connsiteY1883" fmla="*/ 1368306 h 2930019"/>
                <a:gd name="connsiteX1884" fmla="*/ 3111147 w 7225946"/>
                <a:gd name="connsiteY1884" fmla="*/ 1368306 h 2930019"/>
                <a:gd name="connsiteX1885" fmla="*/ 3111147 w 7225946"/>
                <a:gd name="connsiteY1885" fmla="*/ 1183579 h 2930019"/>
                <a:gd name="connsiteX1886" fmla="*/ 2773375 w 7225946"/>
                <a:gd name="connsiteY1886" fmla="*/ 1183579 h 2930019"/>
                <a:gd name="connsiteX1887" fmla="*/ 2773375 w 7225946"/>
                <a:gd name="connsiteY1887" fmla="*/ 1368306 h 2930019"/>
                <a:gd name="connsiteX1888" fmla="*/ 2830670 w 7225946"/>
                <a:gd name="connsiteY1888" fmla="*/ 1368306 h 2930019"/>
                <a:gd name="connsiteX1889" fmla="*/ 2830670 w 7225946"/>
                <a:gd name="connsiteY1889" fmla="*/ 1183579 h 2930019"/>
                <a:gd name="connsiteX1890" fmla="*/ 4757109 w 7225946"/>
                <a:gd name="connsiteY1890" fmla="*/ 1152532 h 2930019"/>
                <a:gd name="connsiteX1891" fmla="*/ 4934215 w 7225946"/>
                <a:gd name="connsiteY1891" fmla="*/ 1152532 h 2930019"/>
                <a:gd name="connsiteX1892" fmla="*/ 4934215 w 7225946"/>
                <a:gd name="connsiteY1892" fmla="*/ 1558748 h 2930019"/>
                <a:gd name="connsiteX1893" fmla="*/ 4757109 w 7225946"/>
                <a:gd name="connsiteY1893" fmla="*/ 1558748 h 2930019"/>
                <a:gd name="connsiteX1894" fmla="*/ 2291800 w 7225946"/>
                <a:gd name="connsiteY1894" fmla="*/ 1152532 h 2930019"/>
                <a:gd name="connsiteX1895" fmla="*/ 2468907 w 7225946"/>
                <a:gd name="connsiteY1895" fmla="*/ 1152532 h 2930019"/>
                <a:gd name="connsiteX1896" fmla="*/ 2468907 w 7225946"/>
                <a:gd name="connsiteY1896" fmla="*/ 1558748 h 2930019"/>
                <a:gd name="connsiteX1897" fmla="*/ 2291800 w 7225946"/>
                <a:gd name="connsiteY1897" fmla="*/ 1558748 h 2930019"/>
                <a:gd name="connsiteX1898" fmla="*/ 4359290 w 7225946"/>
                <a:gd name="connsiteY1898" fmla="*/ 1150910 h 2930019"/>
                <a:gd name="connsiteX1899" fmla="*/ 4484323 w 7225946"/>
                <a:gd name="connsiteY1899" fmla="*/ 1150910 h 2930019"/>
                <a:gd name="connsiteX1900" fmla="*/ 4484323 w 7225946"/>
                <a:gd name="connsiteY1900" fmla="*/ 1400905 h 2930019"/>
                <a:gd name="connsiteX1901" fmla="*/ 4359290 w 7225946"/>
                <a:gd name="connsiteY1901" fmla="*/ 1400905 h 2930019"/>
                <a:gd name="connsiteX1902" fmla="*/ 4079659 w 7225946"/>
                <a:gd name="connsiteY1902" fmla="*/ 1150910 h 2930019"/>
                <a:gd name="connsiteX1903" fmla="*/ 4204692 w 7225946"/>
                <a:gd name="connsiteY1903" fmla="*/ 1150910 h 2930019"/>
                <a:gd name="connsiteX1904" fmla="*/ 4204692 w 7225946"/>
                <a:gd name="connsiteY1904" fmla="*/ 1400905 h 2930019"/>
                <a:gd name="connsiteX1905" fmla="*/ 4079659 w 7225946"/>
                <a:gd name="connsiteY1905" fmla="*/ 1400905 h 2930019"/>
                <a:gd name="connsiteX1906" fmla="*/ 3907774 w 7225946"/>
                <a:gd name="connsiteY1906" fmla="*/ 1150910 h 2930019"/>
                <a:gd name="connsiteX1907" fmla="*/ 4032807 w 7225946"/>
                <a:gd name="connsiteY1907" fmla="*/ 1150910 h 2930019"/>
                <a:gd name="connsiteX1908" fmla="*/ 4032807 w 7225946"/>
                <a:gd name="connsiteY1908" fmla="*/ 1400905 h 2930019"/>
                <a:gd name="connsiteX1909" fmla="*/ 3907774 w 7225946"/>
                <a:gd name="connsiteY1909" fmla="*/ 1400905 h 2930019"/>
                <a:gd name="connsiteX1910" fmla="*/ 3635411 w 7225946"/>
                <a:gd name="connsiteY1910" fmla="*/ 1150910 h 2930019"/>
                <a:gd name="connsiteX1911" fmla="*/ 3760444 w 7225946"/>
                <a:gd name="connsiteY1911" fmla="*/ 1150910 h 2930019"/>
                <a:gd name="connsiteX1912" fmla="*/ 3760444 w 7225946"/>
                <a:gd name="connsiteY1912" fmla="*/ 1400905 h 2930019"/>
                <a:gd name="connsiteX1913" fmla="*/ 3635411 w 7225946"/>
                <a:gd name="connsiteY1913" fmla="*/ 1400905 h 2930019"/>
                <a:gd name="connsiteX1914" fmla="*/ 3463526 w 7225946"/>
                <a:gd name="connsiteY1914" fmla="*/ 1150910 h 2930019"/>
                <a:gd name="connsiteX1915" fmla="*/ 3588559 w 7225946"/>
                <a:gd name="connsiteY1915" fmla="*/ 1150910 h 2930019"/>
                <a:gd name="connsiteX1916" fmla="*/ 3588559 w 7225946"/>
                <a:gd name="connsiteY1916" fmla="*/ 1400905 h 2930019"/>
                <a:gd name="connsiteX1917" fmla="*/ 3463526 w 7225946"/>
                <a:gd name="connsiteY1917" fmla="*/ 1400905 h 2930019"/>
                <a:gd name="connsiteX1918" fmla="*/ 3191939 w 7225946"/>
                <a:gd name="connsiteY1918" fmla="*/ 1150910 h 2930019"/>
                <a:gd name="connsiteX1919" fmla="*/ 3316972 w 7225946"/>
                <a:gd name="connsiteY1919" fmla="*/ 1150910 h 2930019"/>
                <a:gd name="connsiteX1920" fmla="*/ 3316972 w 7225946"/>
                <a:gd name="connsiteY1920" fmla="*/ 1400905 h 2930019"/>
                <a:gd name="connsiteX1921" fmla="*/ 3191939 w 7225946"/>
                <a:gd name="connsiteY1921" fmla="*/ 1400905 h 2930019"/>
                <a:gd name="connsiteX1922" fmla="*/ 3020054 w 7225946"/>
                <a:gd name="connsiteY1922" fmla="*/ 1150910 h 2930019"/>
                <a:gd name="connsiteX1923" fmla="*/ 3145087 w 7225946"/>
                <a:gd name="connsiteY1923" fmla="*/ 1150910 h 2930019"/>
                <a:gd name="connsiteX1924" fmla="*/ 3145087 w 7225946"/>
                <a:gd name="connsiteY1924" fmla="*/ 1400905 h 2930019"/>
                <a:gd name="connsiteX1925" fmla="*/ 3020054 w 7225946"/>
                <a:gd name="connsiteY1925" fmla="*/ 1400905 h 2930019"/>
                <a:gd name="connsiteX1926" fmla="*/ 2739577 w 7225946"/>
                <a:gd name="connsiteY1926" fmla="*/ 1150910 h 2930019"/>
                <a:gd name="connsiteX1927" fmla="*/ 2864610 w 7225946"/>
                <a:gd name="connsiteY1927" fmla="*/ 1150910 h 2930019"/>
                <a:gd name="connsiteX1928" fmla="*/ 2864610 w 7225946"/>
                <a:gd name="connsiteY1928" fmla="*/ 1400905 h 2930019"/>
                <a:gd name="connsiteX1929" fmla="*/ 2739577 w 7225946"/>
                <a:gd name="connsiteY1929" fmla="*/ 1400905 h 2930019"/>
                <a:gd name="connsiteX1930" fmla="*/ 4585507 w 7225946"/>
                <a:gd name="connsiteY1930" fmla="*/ 1083242 h 2930019"/>
                <a:gd name="connsiteX1931" fmla="*/ 4585507 w 7225946"/>
                <a:gd name="connsiteY1931" fmla="*/ 2341545 h 2930019"/>
                <a:gd name="connsiteX1932" fmla="*/ 5107654 w 7225946"/>
                <a:gd name="connsiteY1932" fmla="*/ 2341545 h 2930019"/>
                <a:gd name="connsiteX1933" fmla="*/ 5107654 w 7225946"/>
                <a:gd name="connsiteY1933" fmla="*/ 1083242 h 2930019"/>
                <a:gd name="connsiteX1934" fmla="*/ 2676637 w 7225946"/>
                <a:gd name="connsiteY1934" fmla="*/ 1083242 h 2930019"/>
                <a:gd name="connsiteX1935" fmla="*/ 2676637 w 7225946"/>
                <a:gd name="connsiteY1935" fmla="*/ 2341475 h 2930019"/>
                <a:gd name="connsiteX1936" fmla="*/ 2686234 w 7225946"/>
                <a:gd name="connsiteY1936" fmla="*/ 2341475 h 2930019"/>
                <a:gd name="connsiteX1937" fmla="*/ 2686234 w 7225946"/>
                <a:gd name="connsiteY1937" fmla="*/ 1942597 h 2930019"/>
                <a:gd name="connsiteX1938" fmla="*/ 2739577 w 7225946"/>
                <a:gd name="connsiteY1938" fmla="*/ 1942597 h 2930019"/>
                <a:gd name="connsiteX1939" fmla="*/ 2739577 w 7225946"/>
                <a:gd name="connsiteY1939" fmla="*/ 1807756 h 2930019"/>
                <a:gd name="connsiteX1940" fmla="*/ 2864610 w 7225946"/>
                <a:gd name="connsiteY1940" fmla="*/ 1807756 h 2930019"/>
                <a:gd name="connsiteX1941" fmla="*/ 2864610 w 7225946"/>
                <a:gd name="connsiteY1941" fmla="*/ 1942597 h 2930019"/>
                <a:gd name="connsiteX1942" fmla="*/ 3009188 w 7225946"/>
                <a:gd name="connsiteY1942" fmla="*/ 1942597 h 2930019"/>
                <a:gd name="connsiteX1943" fmla="*/ 3009188 w 7225946"/>
                <a:gd name="connsiteY1943" fmla="*/ 1994671 h 2930019"/>
                <a:gd name="connsiteX1944" fmla="*/ 3020055 w 7225946"/>
                <a:gd name="connsiteY1944" fmla="*/ 1994671 h 2930019"/>
                <a:gd name="connsiteX1945" fmla="*/ 3020055 w 7225946"/>
                <a:gd name="connsiteY1945" fmla="*/ 1807756 h 2930019"/>
                <a:gd name="connsiteX1946" fmla="*/ 3145088 w 7225946"/>
                <a:gd name="connsiteY1946" fmla="*/ 1807756 h 2930019"/>
                <a:gd name="connsiteX1947" fmla="*/ 3145088 w 7225946"/>
                <a:gd name="connsiteY1947" fmla="*/ 1994671 h 2930019"/>
                <a:gd name="connsiteX1948" fmla="*/ 3191940 w 7225946"/>
                <a:gd name="connsiteY1948" fmla="*/ 1994671 h 2930019"/>
                <a:gd name="connsiteX1949" fmla="*/ 3191940 w 7225946"/>
                <a:gd name="connsiteY1949" fmla="*/ 1807756 h 2930019"/>
                <a:gd name="connsiteX1950" fmla="*/ 3316973 w 7225946"/>
                <a:gd name="connsiteY1950" fmla="*/ 1807756 h 2930019"/>
                <a:gd name="connsiteX1951" fmla="*/ 3316973 w 7225946"/>
                <a:gd name="connsiteY1951" fmla="*/ 1994671 h 2930019"/>
                <a:gd name="connsiteX1952" fmla="*/ 3327839 w 7225946"/>
                <a:gd name="connsiteY1952" fmla="*/ 1994671 h 2930019"/>
                <a:gd name="connsiteX1953" fmla="*/ 3327839 w 7225946"/>
                <a:gd name="connsiteY1953" fmla="*/ 1942597 h 2930019"/>
                <a:gd name="connsiteX1954" fmla="*/ 3452801 w 7225946"/>
                <a:gd name="connsiteY1954" fmla="*/ 1942597 h 2930019"/>
                <a:gd name="connsiteX1955" fmla="*/ 3452801 w 7225946"/>
                <a:gd name="connsiteY1955" fmla="*/ 1994671 h 2930019"/>
                <a:gd name="connsiteX1956" fmla="*/ 3463456 w 7225946"/>
                <a:gd name="connsiteY1956" fmla="*/ 1994671 h 2930019"/>
                <a:gd name="connsiteX1957" fmla="*/ 3463456 w 7225946"/>
                <a:gd name="connsiteY1957" fmla="*/ 1807756 h 2930019"/>
                <a:gd name="connsiteX1958" fmla="*/ 3588489 w 7225946"/>
                <a:gd name="connsiteY1958" fmla="*/ 1807756 h 2930019"/>
                <a:gd name="connsiteX1959" fmla="*/ 3588489 w 7225946"/>
                <a:gd name="connsiteY1959" fmla="*/ 1994671 h 2930019"/>
                <a:gd name="connsiteX1960" fmla="*/ 3635341 w 7225946"/>
                <a:gd name="connsiteY1960" fmla="*/ 1994671 h 2930019"/>
                <a:gd name="connsiteX1961" fmla="*/ 3635341 w 7225946"/>
                <a:gd name="connsiteY1961" fmla="*/ 1807756 h 2930019"/>
                <a:gd name="connsiteX1962" fmla="*/ 3760374 w 7225946"/>
                <a:gd name="connsiteY1962" fmla="*/ 1807756 h 2930019"/>
                <a:gd name="connsiteX1963" fmla="*/ 3760374 w 7225946"/>
                <a:gd name="connsiteY1963" fmla="*/ 1994671 h 2930019"/>
                <a:gd name="connsiteX1964" fmla="*/ 3770817 w 7225946"/>
                <a:gd name="connsiteY1964" fmla="*/ 1994671 h 2930019"/>
                <a:gd name="connsiteX1965" fmla="*/ 3770817 w 7225946"/>
                <a:gd name="connsiteY1965" fmla="*/ 1942597 h 2930019"/>
                <a:gd name="connsiteX1966" fmla="*/ 3895779 w 7225946"/>
                <a:gd name="connsiteY1966" fmla="*/ 1942597 h 2930019"/>
                <a:gd name="connsiteX1967" fmla="*/ 3895779 w 7225946"/>
                <a:gd name="connsiteY1967" fmla="*/ 1994671 h 2930019"/>
                <a:gd name="connsiteX1968" fmla="*/ 3907775 w 7225946"/>
                <a:gd name="connsiteY1968" fmla="*/ 1994671 h 2930019"/>
                <a:gd name="connsiteX1969" fmla="*/ 3907775 w 7225946"/>
                <a:gd name="connsiteY1969" fmla="*/ 1807756 h 2930019"/>
                <a:gd name="connsiteX1970" fmla="*/ 4032807 w 7225946"/>
                <a:gd name="connsiteY1970" fmla="*/ 1807756 h 2930019"/>
                <a:gd name="connsiteX1971" fmla="*/ 4032807 w 7225946"/>
                <a:gd name="connsiteY1971" fmla="*/ 1994671 h 2930019"/>
                <a:gd name="connsiteX1972" fmla="*/ 4079660 w 7225946"/>
                <a:gd name="connsiteY1972" fmla="*/ 1994671 h 2930019"/>
                <a:gd name="connsiteX1973" fmla="*/ 4079660 w 7225946"/>
                <a:gd name="connsiteY1973" fmla="*/ 1807756 h 2930019"/>
                <a:gd name="connsiteX1974" fmla="*/ 4204693 w 7225946"/>
                <a:gd name="connsiteY1974" fmla="*/ 1807756 h 2930019"/>
                <a:gd name="connsiteX1975" fmla="*/ 4204693 w 7225946"/>
                <a:gd name="connsiteY1975" fmla="*/ 1994671 h 2930019"/>
                <a:gd name="connsiteX1976" fmla="*/ 4216688 w 7225946"/>
                <a:gd name="connsiteY1976" fmla="*/ 1994671 h 2930019"/>
                <a:gd name="connsiteX1977" fmla="*/ 4216688 w 7225946"/>
                <a:gd name="connsiteY1977" fmla="*/ 1942597 h 2930019"/>
                <a:gd name="connsiteX1978" fmla="*/ 4359291 w 7225946"/>
                <a:gd name="connsiteY1978" fmla="*/ 1942597 h 2930019"/>
                <a:gd name="connsiteX1979" fmla="*/ 4359291 w 7225946"/>
                <a:gd name="connsiteY1979" fmla="*/ 1807756 h 2930019"/>
                <a:gd name="connsiteX1980" fmla="*/ 4484324 w 7225946"/>
                <a:gd name="connsiteY1980" fmla="*/ 1807756 h 2930019"/>
                <a:gd name="connsiteX1981" fmla="*/ 4484324 w 7225946"/>
                <a:gd name="connsiteY1981" fmla="*/ 1942668 h 2930019"/>
                <a:gd name="connsiteX1982" fmla="*/ 4539572 w 7225946"/>
                <a:gd name="connsiteY1982" fmla="*/ 1942668 h 2930019"/>
                <a:gd name="connsiteX1983" fmla="*/ 4539572 w 7225946"/>
                <a:gd name="connsiteY1983" fmla="*/ 2341545 h 2930019"/>
                <a:gd name="connsiteX1984" fmla="*/ 4549380 w 7225946"/>
                <a:gd name="connsiteY1984" fmla="*/ 2341545 h 2930019"/>
                <a:gd name="connsiteX1985" fmla="*/ 4549380 w 7225946"/>
                <a:gd name="connsiteY1985" fmla="*/ 1083242 h 2930019"/>
                <a:gd name="connsiteX1986" fmla="*/ 2118434 w 7225946"/>
                <a:gd name="connsiteY1986" fmla="*/ 1083242 h 2930019"/>
                <a:gd name="connsiteX1987" fmla="*/ 2118434 w 7225946"/>
                <a:gd name="connsiteY1987" fmla="*/ 2341545 h 2930019"/>
                <a:gd name="connsiteX1988" fmla="*/ 2640581 w 7225946"/>
                <a:gd name="connsiteY1988" fmla="*/ 2341545 h 2930019"/>
                <a:gd name="connsiteX1989" fmla="*/ 2640581 w 7225946"/>
                <a:gd name="connsiteY1989" fmla="*/ 1083242 h 2930019"/>
                <a:gd name="connsiteX1990" fmla="*/ 2624987 w 7225946"/>
                <a:gd name="connsiteY1990" fmla="*/ 1083242 h 2930019"/>
                <a:gd name="connsiteX1991" fmla="*/ 4585507 w 7225946"/>
                <a:gd name="connsiteY1991" fmla="*/ 987704 h 2930019"/>
                <a:gd name="connsiteX1992" fmla="*/ 4585507 w 7225946"/>
                <a:gd name="connsiteY1992" fmla="*/ 1067649 h 2930019"/>
                <a:gd name="connsiteX1993" fmla="*/ 5107654 w 7225946"/>
                <a:gd name="connsiteY1993" fmla="*/ 1067649 h 2930019"/>
                <a:gd name="connsiteX1994" fmla="*/ 5107654 w 7225946"/>
                <a:gd name="connsiteY1994" fmla="*/ 987704 h 2930019"/>
                <a:gd name="connsiteX1995" fmla="*/ 2118434 w 7225946"/>
                <a:gd name="connsiteY1995" fmla="*/ 987704 h 2930019"/>
                <a:gd name="connsiteX1996" fmla="*/ 2118434 w 7225946"/>
                <a:gd name="connsiteY1996" fmla="*/ 1067649 h 2930019"/>
                <a:gd name="connsiteX1997" fmla="*/ 2624987 w 7225946"/>
                <a:gd name="connsiteY1997" fmla="*/ 1067649 h 2930019"/>
                <a:gd name="connsiteX1998" fmla="*/ 2640581 w 7225946"/>
                <a:gd name="connsiteY1998" fmla="*/ 1067649 h 2930019"/>
                <a:gd name="connsiteX1999" fmla="*/ 2640581 w 7225946"/>
                <a:gd name="connsiteY1999" fmla="*/ 987704 h 2930019"/>
                <a:gd name="connsiteX2000" fmla="*/ 2710506 w 7225946"/>
                <a:gd name="connsiteY2000" fmla="*/ 969499 h 2930019"/>
                <a:gd name="connsiteX2001" fmla="*/ 2710506 w 7225946"/>
                <a:gd name="connsiteY2001" fmla="*/ 987704 h 2930019"/>
                <a:gd name="connsiteX2002" fmla="*/ 2676637 w 7225946"/>
                <a:gd name="connsiteY2002" fmla="*/ 987704 h 2930019"/>
                <a:gd name="connsiteX2003" fmla="*/ 2676637 w 7225946"/>
                <a:gd name="connsiteY2003" fmla="*/ 1067649 h 2930019"/>
                <a:gd name="connsiteX2004" fmla="*/ 4549451 w 7225946"/>
                <a:gd name="connsiteY2004" fmla="*/ 1067649 h 2930019"/>
                <a:gd name="connsiteX2005" fmla="*/ 4549451 w 7225946"/>
                <a:gd name="connsiteY2005" fmla="*/ 987704 h 2930019"/>
                <a:gd name="connsiteX2006" fmla="*/ 4515582 w 7225946"/>
                <a:gd name="connsiteY2006" fmla="*/ 987704 h 2930019"/>
                <a:gd name="connsiteX2007" fmla="*/ 4515582 w 7225946"/>
                <a:gd name="connsiteY2007" fmla="*/ 969499 h 2930019"/>
                <a:gd name="connsiteX2008" fmla="*/ 4390549 w 7225946"/>
                <a:gd name="connsiteY2008" fmla="*/ 744764 h 2930019"/>
                <a:gd name="connsiteX2009" fmla="*/ 4390549 w 7225946"/>
                <a:gd name="connsiteY2009" fmla="*/ 953059 h 2930019"/>
                <a:gd name="connsiteX2010" fmla="*/ 4453065 w 7225946"/>
                <a:gd name="connsiteY2010" fmla="*/ 953059 h 2930019"/>
                <a:gd name="connsiteX2011" fmla="*/ 4453065 w 7225946"/>
                <a:gd name="connsiteY2011" fmla="*/ 744764 h 2930019"/>
                <a:gd name="connsiteX2012" fmla="*/ 4111906 w 7225946"/>
                <a:gd name="connsiteY2012" fmla="*/ 744764 h 2930019"/>
                <a:gd name="connsiteX2013" fmla="*/ 4111906 w 7225946"/>
                <a:gd name="connsiteY2013" fmla="*/ 953059 h 2930019"/>
                <a:gd name="connsiteX2014" fmla="*/ 4174422 w 7225946"/>
                <a:gd name="connsiteY2014" fmla="*/ 953059 h 2930019"/>
                <a:gd name="connsiteX2015" fmla="*/ 4174422 w 7225946"/>
                <a:gd name="connsiteY2015" fmla="*/ 744764 h 2930019"/>
                <a:gd name="connsiteX2016" fmla="*/ 3940021 w 7225946"/>
                <a:gd name="connsiteY2016" fmla="*/ 744764 h 2930019"/>
                <a:gd name="connsiteX2017" fmla="*/ 3940021 w 7225946"/>
                <a:gd name="connsiteY2017" fmla="*/ 953059 h 2930019"/>
                <a:gd name="connsiteX2018" fmla="*/ 4002537 w 7225946"/>
                <a:gd name="connsiteY2018" fmla="*/ 953059 h 2930019"/>
                <a:gd name="connsiteX2019" fmla="*/ 4002537 w 7225946"/>
                <a:gd name="connsiteY2019" fmla="*/ 744764 h 2930019"/>
                <a:gd name="connsiteX2020" fmla="*/ 3666599 w 7225946"/>
                <a:gd name="connsiteY2020" fmla="*/ 744764 h 2930019"/>
                <a:gd name="connsiteX2021" fmla="*/ 3666599 w 7225946"/>
                <a:gd name="connsiteY2021" fmla="*/ 953059 h 2930019"/>
                <a:gd name="connsiteX2022" fmla="*/ 3729116 w 7225946"/>
                <a:gd name="connsiteY2022" fmla="*/ 953059 h 2930019"/>
                <a:gd name="connsiteX2023" fmla="*/ 3729116 w 7225946"/>
                <a:gd name="connsiteY2023" fmla="*/ 744764 h 2930019"/>
                <a:gd name="connsiteX2024" fmla="*/ 3494714 w 7225946"/>
                <a:gd name="connsiteY2024" fmla="*/ 744764 h 2930019"/>
                <a:gd name="connsiteX2025" fmla="*/ 3494714 w 7225946"/>
                <a:gd name="connsiteY2025" fmla="*/ 953059 h 2930019"/>
                <a:gd name="connsiteX2026" fmla="*/ 3557231 w 7225946"/>
                <a:gd name="connsiteY2026" fmla="*/ 953059 h 2930019"/>
                <a:gd name="connsiteX2027" fmla="*/ 3557231 w 7225946"/>
                <a:gd name="connsiteY2027" fmla="*/ 744764 h 2930019"/>
                <a:gd name="connsiteX2028" fmla="*/ 3223903 w 7225946"/>
                <a:gd name="connsiteY2028" fmla="*/ 744764 h 2930019"/>
                <a:gd name="connsiteX2029" fmla="*/ 3223903 w 7225946"/>
                <a:gd name="connsiteY2029" fmla="*/ 953059 h 2930019"/>
                <a:gd name="connsiteX2030" fmla="*/ 3286420 w 7225946"/>
                <a:gd name="connsiteY2030" fmla="*/ 953059 h 2930019"/>
                <a:gd name="connsiteX2031" fmla="*/ 3286420 w 7225946"/>
                <a:gd name="connsiteY2031" fmla="*/ 744764 h 2930019"/>
                <a:gd name="connsiteX2032" fmla="*/ 3052018 w 7225946"/>
                <a:gd name="connsiteY2032" fmla="*/ 744764 h 2930019"/>
                <a:gd name="connsiteX2033" fmla="*/ 3052018 w 7225946"/>
                <a:gd name="connsiteY2033" fmla="*/ 953059 h 2930019"/>
                <a:gd name="connsiteX2034" fmla="*/ 3114535 w 7225946"/>
                <a:gd name="connsiteY2034" fmla="*/ 953059 h 2930019"/>
                <a:gd name="connsiteX2035" fmla="*/ 3114535 w 7225946"/>
                <a:gd name="connsiteY2035" fmla="*/ 744764 h 2930019"/>
                <a:gd name="connsiteX2036" fmla="*/ 2770765 w 7225946"/>
                <a:gd name="connsiteY2036" fmla="*/ 744764 h 2930019"/>
                <a:gd name="connsiteX2037" fmla="*/ 2770765 w 7225946"/>
                <a:gd name="connsiteY2037" fmla="*/ 953059 h 2930019"/>
                <a:gd name="connsiteX2038" fmla="*/ 2833281 w 7225946"/>
                <a:gd name="connsiteY2038" fmla="*/ 953059 h 2930019"/>
                <a:gd name="connsiteX2039" fmla="*/ 2833281 w 7225946"/>
                <a:gd name="connsiteY2039" fmla="*/ 744764 h 2930019"/>
                <a:gd name="connsiteX2040" fmla="*/ 2548006 w 7225946"/>
                <a:gd name="connsiteY2040" fmla="*/ 624953 h 2930019"/>
                <a:gd name="connsiteX2041" fmla="*/ 2548006 w 7225946"/>
                <a:gd name="connsiteY2041" fmla="*/ 935560 h 2930019"/>
                <a:gd name="connsiteX2042" fmla="*/ 2710083 w 7225946"/>
                <a:gd name="connsiteY2042" fmla="*/ 935560 h 2930019"/>
                <a:gd name="connsiteX2043" fmla="*/ 2710083 w 7225946"/>
                <a:gd name="connsiteY2043" fmla="*/ 953059 h 2930019"/>
                <a:gd name="connsiteX2044" fmla="*/ 2739154 w 7225946"/>
                <a:gd name="connsiteY2044" fmla="*/ 953059 h 2930019"/>
                <a:gd name="connsiteX2045" fmla="*/ 2739154 w 7225946"/>
                <a:gd name="connsiteY2045" fmla="*/ 744764 h 2930019"/>
                <a:gd name="connsiteX2046" fmla="*/ 2801670 w 7225946"/>
                <a:gd name="connsiteY2046" fmla="*/ 682318 h 2930019"/>
                <a:gd name="connsiteX2047" fmla="*/ 2864187 w 7225946"/>
                <a:gd name="connsiteY2047" fmla="*/ 744764 h 2930019"/>
                <a:gd name="connsiteX2048" fmla="*/ 2864187 w 7225946"/>
                <a:gd name="connsiteY2048" fmla="*/ 953059 h 2930019"/>
                <a:gd name="connsiteX2049" fmla="*/ 3020407 w 7225946"/>
                <a:gd name="connsiteY2049" fmla="*/ 953059 h 2930019"/>
                <a:gd name="connsiteX2050" fmla="*/ 3020407 w 7225946"/>
                <a:gd name="connsiteY2050" fmla="*/ 744764 h 2930019"/>
                <a:gd name="connsiteX2051" fmla="*/ 3082924 w 7225946"/>
                <a:gd name="connsiteY2051" fmla="*/ 682318 h 2930019"/>
                <a:gd name="connsiteX2052" fmla="*/ 3145440 w 7225946"/>
                <a:gd name="connsiteY2052" fmla="*/ 744764 h 2930019"/>
                <a:gd name="connsiteX2053" fmla="*/ 3145440 w 7225946"/>
                <a:gd name="connsiteY2053" fmla="*/ 953059 h 2930019"/>
                <a:gd name="connsiteX2054" fmla="*/ 3192363 w 7225946"/>
                <a:gd name="connsiteY2054" fmla="*/ 953059 h 2930019"/>
                <a:gd name="connsiteX2055" fmla="*/ 3192363 w 7225946"/>
                <a:gd name="connsiteY2055" fmla="*/ 744764 h 2930019"/>
                <a:gd name="connsiteX2056" fmla="*/ 3254880 w 7225946"/>
                <a:gd name="connsiteY2056" fmla="*/ 682318 h 2930019"/>
                <a:gd name="connsiteX2057" fmla="*/ 3317396 w 7225946"/>
                <a:gd name="connsiteY2057" fmla="*/ 744764 h 2930019"/>
                <a:gd name="connsiteX2058" fmla="*/ 3317396 w 7225946"/>
                <a:gd name="connsiteY2058" fmla="*/ 953059 h 2930019"/>
                <a:gd name="connsiteX2059" fmla="*/ 3463244 w 7225946"/>
                <a:gd name="connsiteY2059" fmla="*/ 953059 h 2930019"/>
                <a:gd name="connsiteX2060" fmla="*/ 3463244 w 7225946"/>
                <a:gd name="connsiteY2060" fmla="*/ 744764 h 2930019"/>
                <a:gd name="connsiteX2061" fmla="*/ 3525761 w 7225946"/>
                <a:gd name="connsiteY2061" fmla="*/ 682318 h 2930019"/>
                <a:gd name="connsiteX2062" fmla="*/ 3588277 w 7225946"/>
                <a:gd name="connsiteY2062" fmla="*/ 744764 h 2930019"/>
                <a:gd name="connsiteX2063" fmla="*/ 3588277 w 7225946"/>
                <a:gd name="connsiteY2063" fmla="*/ 953059 h 2930019"/>
                <a:gd name="connsiteX2064" fmla="*/ 3635200 w 7225946"/>
                <a:gd name="connsiteY2064" fmla="*/ 953059 h 2930019"/>
                <a:gd name="connsiteX2065" fmla="*/ 3635200 w 7225946"/>
                <a:gd name="connsiteY2065" fmla="*/ 744764 h 2930019"/>
                <a:gd name="connsiteX2066" fmla="*/ 3697716 w 7225946"/>
                <a:gd name="connsiteY2066" fmla="*/ 682318 h 2930019"/>
                <a:gd name="connsiteX2067" fmla="*/ 3760233 w 7225946"/>
                <a:gd name="connsiteY2067" fmla="*/ 744764 h 2930019"/>
                <a:gd name="connsiteX2068" fmla="*/ 3760233 w 7225946"/>
                <a:gd name="connsiteY2068" fmla="*/ 953059 h 2930019"/>
                <a:gd name="connsiteX2069" fmla="*/ 3908621 w 7225946"/>
                <a:gd name="connsiteY2069" fmla="*/ 953059 h 2930019"/>
                <a:gd name="connsiteX2070" fmla="*/ 3908621 w 7225946"/>
                <a:gd name="connsiteY2070" fmla="*/ 744764 h 2930019"/>
                <a:gd name="connsiteX2071" fmla="*/ 3971138 w 7225946"/>
                <a:gd name="connsiteY2071" fmla="*/ 682318 h 2930019"/>
                <a:gd name="connsiteX2072" fmla="*/ 4033654 w 7225946"/>
                <a:gd name="connsiteY2072" fmla="*/ 744764 h 2930019"/>
                <a:gd name="connsiteX2073" fmla="*/ 4033654 w 7225946"/>
                <a:gd name="connsiteY2073" fmla="*/ 953059 h 2930019"/>
                <a:gd name="connsiteX2074" fmla="*/ 4080577 w 7225946"/>
                <a:gd name="connsiteY2074" fmla="*/ 953059 h 2930019"/>
                <a:gd name="connsiteX2075" fmla="*/ 4080577 w 7225946"/>
                <a:gd name="connsiteY2075" fmla="*/ 744764 h 2930019"/>
                <a:gd name="connsiteX2076" fmla="*/ 4143093 w 7225946"/>
                <a:gd name="connsiteY2076" fmla="*/ 682318 h 2930019"/>
                <a:gd name="connsiteX2077" fmla="*/ 4205610 w 7225946"/>
                <a:gd name="connsiteY2077" fmla="*/ 744764 h 2930019"/>
                <a:gd name="connsiteX2078" fmla="*/ 4205610 w 7225946"/>
                <a:gd name="connsiteY2078" fmla="*/ 953059 h 2930019"/>
                <a:gd name="connsiteX2079" fmla="*/ 4359220 w 7225946"/>
                <a:gd name="connsiteY2079" fmla="*/ 953059 h 2930019"/>
                <a:gd name="connsiteX2080" fmla="*/ 4359220 w 7225946"/>
                <a:gd name="connsiteY2080" fmla="*/ 744764 h 2930019"/>
                <a:gd name="connsiteX2081" fmla="*/ 4421736 w 7225946"/>
                <a:gd name="connsiteY2081" fmla="*/ 682318 h 2930019"/>
                <a:gd name="connsiteX2082" fmla="*/ 4484253 w 7225946"/>
                <a:gd name="connsiteY2082" fmla="*/ 744764 h 2930019"/>
                <a:gd name="connsiteX2083" fmla="*/ 4484253 w 7225946"/>
                <a:gd name="connsiteY2083" fmla="*/ 953059 h 2930019"/>
                <a:gd name="connsiteX2084" fmla="*/ 4515511 w 7225946"/>
                <a:gd name="connsiteY2084" fmla="*/ 953059 h 2930019"/>
                <a:gd name="connsiteX2085" fmla="*/ 4515511 w 7225946"/>
                <a:gd name="connsiteY2085" fmla="*/ 935560 h 2930019"/>
                <a:gd name="connsiteX2086" fmla="*/ 4676389 w 7225946"/>
                <a:gd name="connsiteY2086" fmla="*/ 935560 h 2930019"/>
                <a:gd name="connsiteX2087" fmla="*/ 4676389 w 7225946"/>
                <a:gd name="connsiteY2087" fmla="*/ 624953 h 2930019"/>
                <a:gd name="connsiteX2088" fmla="*/ 2548359 w 7225946"/>
                <a:gd name="connsiteY2088" fmla="*/ 624953 h 2930019"/>
                <a:gd name="connsiteX2089" fmla="*/ 2548359 w 7225946"/>
                <a:gd name="connsiteY2089" fmla="*/ 546843 h 2930019"/>
                <a:gd name="connsiteX2090" fmla="*/ 2548359 w 7225946"/>
                <a:gd name="connsiteY2090" fmla="*/ 609359 h 2930019"/>
                <a:gd name="connsiteX2091" fmla="*/ 4676389 w 7225946"/>
                <a:gd name="connsiteY2091" fmla="*/ 609359 h 2930019"/>
                <a:gd name="connsiteX2092" fmla="*/ 4676389 w 7225946"/>
                <a:gd name="connsiteY2092" fmla="*/ 546843 h 2930019"/>
                <a:gd name="connsiteX2093" fmla="*/ 2395807 w 7225946"/>
                <a:gd name="connsiteY2093" fmla="*/ 494769 h 2930019"/>
                <a:gd name="connsiteX2094" fmla="*/ 2515618 w 7225946"/>
                <a:gd name="connsiteY2094" fmla="*/ 494769 h 2930019"/>
                <a:gd name="connsiteX2095" fmla="*/ 4708282 w 7225946"/>
                <a:gd name="connsiteY2095" fmla="*/ 494769 h 2930019"/>
                <a:gd name="connsiteX2096" fmla="*/ 4828094 w 7225946"/>
                <a:gd name="connsiteY2096" fmla="*/ 494769 h 2930019"/>
                <a:gd name="connsiteX2097" fmla="*/ 4828094 w 7225946"/>
                <a:gd name="connsiteY2097" fmla="*/ 546843 h 2930019"/>
                <a:gd name="connsiteX2098" fmla="*/ 4708282 w 7225946"/>
                <a:gd name="connsiteY2098" fmla="*/ 546843 h 2930019"/>
                <a:gd name="connsiteX2099" fmla="*/ 4708282 w 7225946"/>
                <a:gd name="connsiteY2099" fmla="*/ 935630 h 2930019"/>
                <a:gd name="connsiteX2100" fmla="*/ 5203052 w 7225946"/>
                <a:gd name="connsiteY2100" fmla="*/ 935630 h 2930019"/>
                <a:gd name="connsiteX2101" fmla="*/ 5203052 w 7225946"/>
                <a:gd name="connsiteY2101" fmla="*/ 987704 h 2930019"/>
                <a:gd name="connsiteX2102" fmla="*/ 5142934 w 7225946"/>
                <a:gd name="connsiteY2102" fmla="*/ 987704 h 2930019"/>
                <a:gd name="connsiteX2103" fmla="*/ 5142934 w 7225946"/>
                <a:gd name="connsiteY2103" fmla="*/ 1276013 h 2930019"/>
                <a:gd name="connsiteX2104" fmla="*/ 7101055 w 7225946"/>
                <a:gd name="connsiteY2104" fmla="*/ 1276013 h 2930019"/>
                <a:gd name="connsiteX2105" fmla="*/ 7101055 w 7225946"/>
                <a:gd name="connsiteY2105" fmla="*/ 1276084 h 2930019"/>
                <a:gd name="connsiteX2106" fmla="*/ 7225946 w 7225946"/>
                <a:gd name="connsiteY2106" fmla="*/ 1276084 h 2930019"/>
                <a:gd name="connsiteX2107" fmla="*/ 7225946 w 7225946"/>
                <a:gd name="connsiteY2107" fmla="*/ 1307272 h 2930019"/>
                <a:gd name="connsiteX2108" fmla="*/ 7100984 w 7225946"/>
                <a:gd name="connsiteY2108" fmla="*/ 1307272 h 2930019"/>
                <a:gd name="connsiteX2109" fmla="*/ 7100984 w 7225946"/>
                <a:gd name="connsiteY2109" fmla="*/ 1348973 h 2930019"/>
                <a:gd name="connsiteX2110" fmla="*/ 7100984 w 7225946"/>
                <a:gd name="connsiteY2110" fmla="*/ 1364567 h 2930019"/>
                <a:gd name="connsiteX2111" fmla="*/ 7100984 w 7225946"/>
                <a:gd name="connsiteY2111" fmla="*/ 2671697 h 2930019"/>
                <a:gd name="connsiteX2112" fmla="*/ 5805778 w 7225946"/>
                <a:gd name="connsiteY2112" fmla="*/ 2671697 h 2930019"/>
                <a:gd name="connsiteX2113" fmla="*/ 5842046 w 7225946"/>
                <a:gd name="connsiteY2113" fmla="*/ 2930019 h 2930019"/>
                <a:gd name="connsiteX2114" fmla="*/ 1383830 w 7225946"/>
                <a:gd name="connsiteY2114" fmla="*/ 2930019 h 2930019"/>
                <a:gd name="connsiteX2115" fmla="*/ 1420380 w 7225946"/>
                <a:gd name="connsiteY2115" fmla="*/ 2671697 h 2930019"/>
                <a:gd name="connsiteX2116" fmla="*/ 124962 w 7225946"/>
                <a:gd name="connsiteY2116" fmla="*/ 2671697 h 2930019"/>
                <a:gd name="connsiteX2117" fmla="*/ 124962 w 7225946"/>
                <a:gd name="connsiteY2117" fmla="*/ 1364425 h 2930019"/>
                <a:gd name="connsiteX2118" fmla="*/ 124962 w 7225946"/>
                <a:gd name="connsiteY2118" fmla="*/ 1348832 h 2930019"/>
                <a:gd name="connsiteX2119" fmla="*/ 124962 w 7225946"/>
                <a:gd name="connsiteY2119" fmla="*/ 1307130 h 2930019"/>
                <a:gd name="connsiteX2120" fmla="*/ 0 w 7225946"/>
                <a:gd name="connsiteY2120" fmla="*/ 1307130 h 2930019"/>
                <a:gd name="connsiteX2121" fmla="*/ 0 w 7225946"/>
                <a:gd name="connsiteY2121" fmla="*/ 1275943 h 2930019"/>
                <a:gd name="connsiteX2122" fmla="*/ 124962 w 7225946"/>
                <a:gd name="connsiteY2122" fmla="*/ 1275943 h 2930019"/>
                <a:gd name="connsiteX2123" fmla="*/ 2083154 w 7225946"/>
                <a:gd name="connsiteY2123" fmla="*/ 1275943 h 2930019"/>
                <a:gd name="connsiteX2124" fmla="*/ 2083154 w 7225946"/>
                <a:gd name="connsiteY2124" fmla="*/ 987633 h 2930019"/>
                <a:gd name="connsiteX2125" fmla="*/ 2023036 w 7225946"/>
                <a:gd name="connsiteY2125" fmla="*/ 987633 h 2930019"/>
                <a:gd name="connsiteX2126" fmla="*/ 2023036 w 7225946"/>
                <a:gd name="connsiteY2126" fmla="*/ 935560 h 2930019"/>
                <a:gd name="connsiteX2127" fmla="*/ 2515618 w 7225946"/>
                <a:gd name="connsiteY2127" fmla="*/ 935560 h 2930019"/>
                <a:gd name="connsiteX2128" fmla="*/ 2515618 w 7225946"/>
                <a:gd name="connsiteY2128" fmla="*/ 546843 h 2930019"/>
                <a:gd name="connsiteX2129" fmla="*/ 2395807 w 7225946"/>
                <a:gd name="connsiteY2129" fmla="*/ 546843 h 2930019"/>
                <a:gd name="connsiteX2130" fmla="*/ 3598930 w 7225946"/>
                <a:gd name="connsiteY2130" fmla="*/ 0 h 2930019"/>
                <a:gd name="connsiteX2131" fmla="*/ 3775967 w 7225946"/>
                <a:gd name="connsiteY2131" fmla="*/ 0 h 2930019"/>
                <a:gd name="connsiteX2132" fmla="*/ 3718742 w 7225946"/>
                <a:gd name="connsiteY2132" fmla="*/ 78110 h 2930019"/>
                <a:gd name="connsiteX2133" fmla="*/ 3775967 w 7225946"/>
                <a:gd name="connsiteY2133" fmla="*/ 156221 h 2930019"/>
                <a:gd name="connsiteX2134" fmla="*/ 3630189 w 7225946"/>
                <a:gd name="connsiteY2134" fmla="*/ 156221 h 2930019"/>
                <a:gd name="connsiteX2135" fmla="*/ 3630189 w 7225946"/>
                <a:gd name="connsiteY2135" fmla="*/ 411437 h 2930019"/>
                <a:gd name="connsiteX2136" fmla="*/ 4067663 w 7225946"/>
                <a:gd name="connsiteY2136" fmla="*/ 411437 h 2930019"/>
                <a:gd name="connsiteX2137" fmla="*/ 4067663 w 7225946"/>
                <a:gd name="connsiteY2137" fmla="*/ 145848 h 2930019"/>
                <a:gd name="connsiteX2138" fmla="*/ 4098921 w 7225946"/>
                <a:gd name="connsiteY2138" fmla="*/ 145848 h 2930019"/>
                <a:gd name="connsiteX2139" fmla="*/ 4098921 w 7225946"/>
                <a:gd name="connsiteY2139" fmla="*/ 146169 h 2930019"/>
                <a:gd name="connsiteX2140" fmla="*/ 4212116 w 7225946"/>
                <a:gd name="connsiteY2140" fmla="*/ 146169 h 2930019"/>
                <a:gd name="connsiteX2141" fmla="*/ 4161843 w 7225946"/>
                <a:gd name="connsiteY2141" fmla="*/ 216327 h 2930019"/>
                <a:gd name="connsiteX2142" fmla="*/ 4212117 w 7225946"/>
                <a:gd name="connsiteY2142" fmla="*/ 286487 h 2930019"/>
                <a:gd name="connsiteX2143" fmla="*/ 4098921 w 7225946"/>
                <a:gd name="connsiteY2143" fmla="*/ 286487 h 2930019"/>
                <a:gd name="connsiteX2144" fmla="*/ 4098921 w 7225946"/>
                <a:gd name="connsiteY2144" fmla="*/ 411437 h 2930019"/>
                <a:gd name="connsiteX2145" fmla="*/ 4541617 w 7225946"/>
                <a:gd name="connsiteY2145" fmla="*/ 411437 h 2930019"/>
                <a:gd name="connsiteX2146" fmla="*/ 4541617 w 7225946"/>
                <a:gd name="connsiteY2146" fmla="*/ 145848 h 2930019"/>
                <a:gd name="connsiteX2147" fmla="*/ 4543110 w 7225946"/>
                <a:gd name="connsiteY2147" fmla="*/ 145848 h 2930019"/>
                <a:gd name="connsiteX2148" fmla="*/ 4543110 w 7225946"/>
                <a:gd name="connsiteY2148" fmla="*/ 145838 h 2930019"/>
                <a:gd name="connsiteX2149" fmla="*/ 4685247 w 7225946"/>
                <a:gd name="connsiteY2149" fmla="*/ 145838 h 2930019"/>
                <a:gd name="connsiteX2150" fmla="*/ 4634974 w 7225946"/>
                <a:gd name="connsiteY2150" fmla="*/ 215996 h 2930019"/>
                <a:gd name="connsiteX2151" fmla="*/ 4685248 w 7225946"/>
                <a:gd name="connsiteY2151" fmla="*/ 286156 h 2930019"/>
                <a:gd name="connsiteX2152" fmla="*/ 4572875 w 7225946"/>
                <a:gd name="connsiteY2152" fmla="*/ 286156 h 2930019"/>
                <a:gd name="connsiteX2153" fmla="*/ 4572875 w 7225946"/>
                <a:gd name="connsiteY2153" fmla="*/ 411437 h 2930019"/>
                <a:gd name="connsiteX2154" fmla="*/ 4708281 w 7225946"/>
                <a:gd name="connsiteY2154" fmla="*/ 411437 h 2930019"/>
                <a:gd name="connsiteX2155" fmla="*/ 4708281 w 7225946"/>
                <a:gd name="connsiteY2155" fmla="*/ 453068 h 2930019"/>
                <a:gd name="connsiteX2156" fmla="*/ 2515617 w 7225946"/>
                <a:gd name="connsiteY2156" fmla="*/ 453068 h 2930019"/>
                <a:gd name="connsiteX2157" fmla="*/ 2515617 w 7225946"/>
                <a:gd name="connsiteY2157" fmla="*/ 411437 h 2930019"/>
                <a:gd name="connsiteX2158" fmla="*/ 2656244 w 7225946"/>
                <a:gd name="connsiteY2158" fmla="*/ 411437 h 2930019"/>
                <a:gd name="connsiteX2159" fmla="*/ 2656244 w 7225946"/>
                <a:gd name="connsiteY2159" fmla="*/ 145848 h 2930019"/>
                <a:gd name="connsiteX2160" fmla="*/ 2687502 w 7225946"/>
                <a:gd name="connsiteY2160" fmla="*/ 145848 h 2930019"/>
                <a:gd name="connsiteX2161" fmla="*/ 2687502 w 7225946"/>
                <a:gd name="connsiteY2161" fmla="*/ 146169 h 2930019"/>
                <a:gd name="connsiteX2162" fmla="*/ 2800186 w 7225946"/>
                <a:gd name="connsiteY2162" fmla="*/ 146169 h 2930019"/>
                <a:gd name="connsiteX2163" fmla="*/ 2749913 w 7225946"/>
                <a:gd name="connsiteY2163" fmla="*/ 216327 h 2930019"/>
                <a:gd name="connsiteX2164" fmla="*/ 2800187 w 7225946"/>
                <a:gd name="connsiteY2164" fmla="*/ 286487 h 2930019"/>
                <a:gd name="connsiteX2165" fmla="*/ 2687502 w 7225946"/>
                <a:gd name="connsiteY2165" fmla="*/ 286487 h 2930019"/>
                <a:gd name="connsiteX2166" fmla="*/ 2687502 w 7225946"/>
                <a:gd name="connsiteY2166" fmla="*/ 411437 h 2930019"/>
                <a:gd name="connsiteX2167" fmla="*/ 3130198 w 7225946"/>
                <a:gd name="connsiteY2167" fmla="*/ 411437 h 2930019"/>
                <a:gd name="connsiteX2168" fmla="*/ 3130198 w 7225946"/>
                <a:gd name="connsiteY2168" fmla="*/ 145848 h 2930019"/>
                <a:gd name="connsiteX2169" fmla="*/ 3161456 w 7225946"/>
                <a:gd name="connsiteY2169" fmla="*/ 145848 h 2930019"/>
                <a:gd name="connsiteX2170" fmla="*/ 3161456 w 7225946"/>
                <a:gd name="connsiteY2170" fmla="*/ 146169 h 2930019"/>
                <a:gd name="connsiteX2171" fmla="*/ 3274337 w 7225946"/>
                <a:gd name="connsiteY2171" fmla="*/ 146169 h 2930019"/>
                <a:gd name="connsiteX2172" fmla="*/ 3224064 w 7225946"/>
                <a:gd name="connsiteY2172" fmla="*/ 216327 h 2930019"/>
                <a:gd name="connsiteX2173" fmla="*/ 3274338 w 7225946"/>
                <a:gd name="connsiteY2173" fmla="*/ 286487 h 2930019"/>
                <a:gd name="connsiteX2174" fmla="*/ 3161456 w 7225946"/>
                <a:gd name="connsiteY2174" fmla="*/ 286487 h 2930019"/>
                <a:gd name="connsiteX2175" fmla="*/ 3161456 w 7225946"/>
                <a:gd name="connsiteY2175" fmla="*/ 411437 h 2930019"/>
                <a:gd name="connsiteX2176" fmla="*/ 3598930 w 7225946"/>
                <a:gd name="connsiteY2176" fmla="*/ 411437 h 2930019"/>
                <a:gd name="connsiteX2177" fmla="*/ 3598930 w 7225946"/>
                <a:gd name="connsiteY2177" fmla="*/ 156221 h 2930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</a:cxnLst>
              <a:rect l="l" t="t" r="r" b="b"/>
              <a:pathLst>
                <a:path w="7225946" h="2930019">
                  <a:moveTo>
                    <a:pt x="3032026" y="2808697"/>
                  </a:moveTo>
                  <a:lnTo>
                    <a:pt x="3048474" y="2808697"/>
                  </a:lnTo>
                  <a:cubicBezTo>
                    <a:pt x="3051402" y="2808442"/>
                    <a:pt x="3054326" y="2809216"/>
                    <a:pt x="3056745" y="2810883"/>
                  </a:cubicBezTo>
                  <a:cubicBezTo>
                    <a:pt x="3058657" y="2812546"/>
                    <a:pt x="3059677" y="2815010"/>
                    <a:pt x="3059502" y="2817538"/>
                  </a:cubicBezTo>
                  <a:cubicBezTo>
                    <a:pt x="3059688" y="2820330"/>
                    <a:pt x="3058727" y="2823077"/>
                    <a:pt x="3056840" y="2825144"/>
                  </a:cubicBezTo>
                  <a:cubicBezTo>
                    <a:pt x="3054567" y="2826980"/>
                    <a:pt x="3051671" y="2827866"/>
                    <a:pt x="3048759" y="2827615"/>
                  </a:cubicBezTo>
                  <a:lnTo>
                    <a:pt x="3032122" y="2827615"/>
                  </a:lnTo>
                  <a:close/>
                  <a:moveTo>
                    <a:pt x="4776309" y="2799690"/>
                  </a:moveTo>
                  <a:lnTo>
                    <a:pt x="4776358" y="2799801"/>
                  </a:lnTo>
                  <a:lnTo>
                    <a:pt x="4776263" y="2799801"/>
                  </a:lnTo>
                  <a:close/>
                  <a:moveTo>
                    <a:pt x="3032026" y="2781031"/>
                  </a:moveTo>
                  <a:lnTo>
                    <a:pt x="3047238" y="2781031"/>
                  </a:lnTo>
                  <a:cubicBezTo>
                    <a:pt x="3050050" y="2780826"/>
                    <a:pt x="3052861" y="2781454"/>
                    <a:pt x="3055319" y="2782838"/>
                  </a:cubicBezTo>
                  <a:cubicBezTo>
                    <a:pt x="3057103" y="2784045"/>
                    <a:pt x="3058115" y="2786106"/>
                    <a:pt x="3057981" y="2788256"/>
                  </a:cubicBezTo>
                  <a:cubicBezTo>
                    <a:pt x="3058153" y="2790643"/>
                    <a:pt x="3057246" y="2792980"/>
                    <a:pt x="3055509" y="2794626"/>
                  </a:cubicBezTo>
                  <a:cubicBezTo>
                    <a:pt x="3053244" y="2796155"/>
                    <a:pt x="3050535" y="2796891"/>
                    <a:pt x="3047809" y="2796717"/>
                  </a:cubicBezTo>
                  <a:lnTo>
                    <a:pt x="3032122" y="2796717"/>
                  </a:lnTo>
                  <a:close/>
                  <a:moveTo>
                    <a:pt x="4633391" y="2779039"/>
                  </a:moveTo>
                  <a:cubicBezTo>
                    <a:pt x="4637477" y="2779685"/>
                    <a:pt x="4641316" y="2781889"/>
                    <a:pt x="4643940" y="2785499"/>
                  </a:cubicBezTo>
                  <a:cubicBezTo>
                    <a:pt x="4647483" y="2791180"/>
                    <a:pt x="4649147" y="2797833"/>
                    <a:pt x="4648693" y="2804513"/>
                  </a:cubicBezTo>
                  <a:cubicBezTo>
                    <a:pt x="4649042" y="2810884"/>
                    <a:pt x="4647379" y="2817203"/>
                    <a:pt x="4643940" y="2822576"/>
                  </a:cubicBezTo>
                  <a:lnTo>
                    <a:pt x="4643939" y="2822576"/>
                  </a:lnTo>
                  <a:cubicBezTo>
                    <a:pt x="4642989" y="2823854"/>
                    <a:pt x="4641857" y="2824985"/>
                    <a:pt x="4640580" y="2825936"/>
                  </a:cubicBezTo>
                  <a:cubicBezTo>
                    <a:pt x="4633334" y="2831326"/>
                    <a:pt x="4623091" y="2829822"/>
                    <a:pt x="4617701" y="2822576"/>
                  </a:cubicBezTo>
                  <a:cubicBezTo>
                    <a:pt x="4614335" y="2817174"/>
                    <a:pt x="4612709" y="2810870"/>
                    <a:pt x="4613042" y="2804513"/>
                  </a:cubicBezTo>
                  <a:cubicBezTo>
                    <a:pt x="4612589" y="2797833"/>
                    <a:pt x="4614253" y="2791180"/>
                    <a:pt x="4617796" y="2785499"/>
                  </a:cubicBezTo>
                  <a:cubicBezTo>
                    <a:pt x="4618791" y="2784130"/>
                    <a:pt x="4619995" y="2782926"/>
                    <a:pt x="4621364" y="2781931"/>
                  </a:cubicBezTo>
                  <a:cubicBezTo>
                    <a:pt x="4624974" y="2779307"/>
                    <a:pt x="4629305" y="2778394"/>
                    <a:pt x="4633391" y="2779039"/>
                  </a:cubicBezTo>
                  <a:close/>
                  <a:moveTo>
                    <a:pt x="4499261" y="2779035"/>
                  </a:moveTo>
                  <a:cubicBezTo>
                    <a:pt x="4503372" y="2779671"/>
                    <a:pt x="4507241" y="2781877"/>
                    <a:pt x="4509892" y="2785500"/>
                  </a:cubicBezTo>
                  <a:cubicBezTo>
                    <a:pt x="4513402" y="2791192"/>
                    <a:pt x="4515032" y="2797844"/>
                    <a:pt x="4514550" y="2804514"/>
                  </a:cubicBezTo>
                  <a:cubicBezTo>
                    <a:pt x="4514927" y="2810874"/>
                    <a:pt x="4513298" y="2817193"/>
                    <a:pt x="4509892" y="2822577"/>
                  </a:cubicBezTo>
                  <a:cubicBezTo>
                    <a:pt x="4508941" y="2823854"/>
                    <a:pt x="4507810" y="2824986"/>
                    <a:pt x="4506532" y="2825936"/>
                  </a:cubicBezTo>
                  <a:cubicBezTo>
                    <a:pt x="4499287" y="2831327"/>
                    <a:pt x="4489043" y="2829823"/>
                    <a:pt x="4483652" y="2822577"/>
                  </a:cubicBezTo>
                  <a:cubicBezTo>
                    <a:pt x="4480246" y="2817193"/>
                    <a:pt x="4478617" y="2810875"/>
                    <a:pt x="4478994" y="2804514"/>
                  </a:cubicBezTo>
                  <a:cubicBezTo>
                    <a:pt x="4478512" y="2797844"/>
                    <a:pt x="4480142" y="2791192"/>
                    <a:pt x="4483652" y="2785500"/>
                  </a:cubicBezTo>
                  <a:cubicBezTo>
                    <a:pt x="4484637" y="2784153"/>
                    <a:pt x="4485825" y="2782965"/>
                    <a:pt x="4487172" y="2781980"/>
                  </a:cubicBezTo>
                  <a:cubicBezTo>
                    <a:pt x="4490795" y="2779329"/>
                    <a:pt x="4495149" y="2778398"/>
                    <a:pt x="4499261" y="2779035"/>
                  </a:cubicBezTo>
                  <a:close/>
                  <a:moveTo>
                    <a:pt x="4003470" y="2779035"/>
                  </a:moveTo>
                  <a:cubicBezTo>
                    <a:pt x="4007581" y="2779671"/>
                    <a:pt x="4011450" y="2781877"/>
                    <a:pt x="4014101" y="2785500"/>
                  </a:cubicBezTo>
                  <a:cubicBezTo>
                    <a:pt x="4017611" y="2791192"/>
                    <a:pt x="4019241" y="2797844"/>
                    <a:pt x="4018759" y="2804514"/>
                  </a:cubicBezTo>
                  <a:cubicBezTo>
                    <a:pt x="4019136" y="2810874"/>
                    <a:pt x="4017507" y="2817193"/>
                    <a:pt x="4014101" y="2822577"/>
                  </a:cubicBezTo>
                  <a:cubicBezTo>
                    <a:pt x="4013150" y="2823854"/>
                    <a:pt x="4012019" y="2824986"/>
                    <a:pt x="4010741" y="2825936"/>
                  </a:cubicBezTo>
                  <a:cubicBezTo>
                    <a:pt x="4003496" y="2831327"/>
                    <a:pt x="3993252" y="2829823"/>
                    <a:pt x="3987861" y="2822577"/>
                  </a:cubicBezTo>
                  <a:cubicBezTo>
                    <a:pt x="3984455" y="2817193"/>
                    <a:pt x="3982826" y="2810875"/>
                    <a:pt x="3983203" y="2804514"/>
                  </a:cubicBezTo>
                  <a:cubicBezTo>
                    <a:pt x="3982721" y="2797844"/>
                    <a:pt x="3984351" y="2791192"/>
                    <a:pt x="3987861" y="2785500"/>
                  </a:cubicBezTo>
                  <a:cubicBezTo>
                    <a:pt x="3988846" y="2784153"/>
                    <a:pt x="3990034" y="2782965"/>
                    <a:pt x="3991381" y="2781980"/>
                  </a:cubicBezTo>
                  <a:cubicBezTo>
                    <a:pt x="3995004" y="2779329"/>
                    <a:pt x="3999358" y="2778398"/>
                    <a:pt x="4003470" y="2779035"/>
                  </a:cubicBezTo>
                  <a:close/>
                  <a:moveTo>
                    <a:pt x="4746410" y="2768903"/>
                  </a:moveTo>
                  <a:lnTo>
                    <a:pt x="4769227" y="2813396"/>
                  </a:lnTo>
                  <a:lnTo>
                    <a:pt x="4769227" y="2840206"/>
                  </a:lnTo>
                  <a:lnTo>
                    <a:pt x="4776167" y="2840206"/>
                  </a:lnTo>
                  <a:lnTo>
                    <a:pt x="4782917" y="2840206"/>
                  </a:lnTo>
                  <a:lnTo>
                    <a:pt x="4782917" y="2813110"/>
                  </a:lnTo>
                  <a:lnTo>
                    <a:pt x="4804593" y="2768903"/>
                  </a:lnTo>
                  <a:lnTo>
                    <a:pt x="4796893" y="2768903"/>
                  </a:lnTo>
                  <a:lnTo>
                    <a:pt x="4789097" y="2768903"/>
                  </a:lnTo>
                  <a:lnTo>
                    <a:pt x="4776309" y="2799690"/>
                  </a:lnTo>
                  <a:lnTo>
                    <a:pt x="4762668" y="2768903"/>
                  </a:lnTo>
                  <a:lnTo>
                    <a:pt x="4754491" y="2768903"/>
                  </a:lnTo>
                  <a:close/>
                  <a:moveTo>
                    <a:pt x="4543245" y="2768903"/>
                  </a:moveTo>
                  <a:lnTo>
                    <a:pt x="4543245" y="2840110"/>
                  </a:lnTo>
                  <a:lnTo>
                    <a:pt x="4589449" y="2840110"/>
                  </a:lnTo>
                  <a:lnTo>
                    <a:pt x="4589449" y="2833836"/>
                  </a:lnTo>
                  <a:lnTo>
                    <a:pt x="4589449" y="2827466"/>
                  </a:lnTo>
                  <a:lnTo>
                    <a:pt x="4556935" y="2827466"/>
                  </a:lnTo>
                  <a:lnTo>
                    <a:pt x="4556935" y="2768903"/>
                  </a:lnTo>
                  <a:lnTo>
                    <a:pt x="4550090" y="2768903"/>
                  </a:lnTo>
                  <a:close/>
                  <a:moveTo>
                    <a:pt x="4398359" y="2768903"/>
                  </a:moveTo>
                  <a:lnTo>
                    <a:pt x="4398359" y="2840110"/>
                  </a:lnTo>
                  <a:lnTo>
                    <a:pt x="4404729" y="2840110"/>
                  </a:lnTo>
                  <a:lnTo>
                    <a:pt x="4411098" y="2840110"/>
                  </a:lnTo>
                  <a:lnTo>
                    <a:pt x="4411098" y="2788772"/>
                  </a:lnTo>
                  <a:lnTo>
                    <a:pt x="4438098" y="2840110"/>
                  </a:lnTo>
                  <a:lnTo>
                    <a:pt x="4444943" y="2840110"/>
                  </a:lnTo>
                  <a:lnTo>
                    <a:pt x="4451788" y="2840110"/>
                  </a:lnTo>
                  <a:lnTo>
                    <a:pt x="4451788" y="2768903"/>
                  </a:lnTo>
                  <a:lnTo>
                    <a:pt x="4445324" y="2768903"/>
                  </a:lnTo>
                  <a:lnTo>
                    <a:pt x="4438955" y="2768903"/>
                  </a:lnTo>
                  <a:lnTo>
                    <a:pt x="4438955" y="2818910"/>
                  </a:lnTo>
                  <a:lnTo>
                    <a:pt x="4412620" y="2768903"/>
                  </a:lnTo>
                  <a:lnTo>
                    <a:pt x="4405490" y="2768903"/>
                  </a:lnTo>
                  <a:close/>
                  <a:moveTo>
                    <a:pt x="4328956" y="2768903"/>
                  </a:moveTo>
                  <a:lnTo>
                    <a:pt x="4328956" y="2840110"/>
                  </a:lnTo>
                  <a:lnTo>
                    <a:pt x="4335801" y="2840110"/>
                  </a:lnTo>
                  <a:lnTo>
                    <a:pt x="4342552" y="2840110"/>
                  </a:lnTo>
                  <a:lnTo>
                    <a:pt x="4342552" y="2807882"/>
                  </a:lnTo>
                  <a:lnTo>
                    <a:pt x="4368220" y="2807882"/>
                  </a:lnTo>
                  <a:lnTo>
                    <a:pt x="4368220" y="2840110"/>
                  </a:lnTo>
                  <a:lnTo>
                    <a:pt x="4375065" y="2840110"/>
                  </a:lnTo>
                  <a:lnTo>
                    <a:pt x="4381910" y="2840110"/>
                  </a:lnTo>
                  <a:lnTo>
                    <a:pt x="4381910" y="2768903"/>
                  </a:lnTo>
                  <a:lnTo>
                    <a:pt x="4375065" y="2768903"/>
                  </a:lnTo>
                  <a:lnTo>
                    <a:pt x="4368220" y="2768903"/>
                  </a:lnTo>
                  <a:lnTo>
                    <a:pt x="4368220" y="2795617"/>
                  </a:lnTo>
                  <a:lnTo>
                    <a:pt x="4342552" y="2795617"/>
                  </a:lnTo>
                  <a:lnTo>
                    <a:pt x="4342552" y="2768903"/>
                  </a:lnTo>
                  <a:lnTo>
                    <a:pt x="4335707" y="2768903"/>
                  </a:lnTo>
                  <a:close/>
                  <a:moveTo>
                    <a:pt x="4195289" y="2768903"/>
                  </a:moveTo>
                  <a:lnTo>
                    <a:pt x="4195289" y="2840110"/>
                  </a:lnTo>
                  <a:lnTo>
                    <a:pt x="4245011" y="2840110"/>
                  </a:lnTo>
                  <a:lnTo>
                    <a:pt x="4245011" y="2833836"/>
                  </a:lnTo>
                  <a:lnTo>
                    <a:pt x="4245011" y="2827466"/>
                  </a:lnTo>
                  <a:lnTo>
                    <a:pt x="4208979" y="2827466"/>
                  </a:lnTo>
                  <a:lnTo>
                    <a:pt x="4208979" y="2808927"/>
                  </a:lnTo>
                  <a:lnTo>
                    <a:pt x="4241018" y="2808927"/>
                  </a:lnTo>
                  <a:lnTo>
                    <a:pt x="4241018" y="2802748"/>
                  </a:lnTo>
                  <a:lnTo>
                    <a:pt x="4241018" y="2796663"/>
                  </a:lnTo>
                  <a:lnTo>
                    <a:pt x="4208979" y="2796663"/>
                  </a:lnTo>
                  <a:lnTo>
                    <a:pt x="4208979" y="2781547"/>
                  </a:lnTo>
                  <a:lnTo>
                    <a:pt x="4243490" y="2781547"/>
                  </a:lnTo>
                  <a:lnTo>
                    <a:pt x="4243490" y="2775177"/>
                  </a:lnTo>
                  <a:lnTo>
                    <a:pt x="4243490" y="2768903"/>
                  </a:lnTo>
                  <a:close/>
                  <a:moveTo>
                    <a:pt x="4130165" y="2768903"/>
                  </a:moveTo>
                  <a:lnTo>
                    <a:pt x="4130165" y="2775273"/>
                  </a:lnTo>
                  <a:lnTo>
                    <a:pt x="4130165" y="2781547"/>
                  </a:lnTo>
                  <a:lnTo>
                    <a:pt x="4150035" y="2781547"/>
                  </a:lnTo>
                  <a:lnTo>
                    <a:pt x="4150035" y="2840110"/>
                  </a:lnTo>
                  <a:lnTo>
                    <a:pt x="4156880" y="2840110"/>
                  </a:lnTo>
                  <a:lnTo>
                    <a:pt x="4163630" y="2840110"/>
                  </a:lnTo>
                  <a:lnTo>
                    <a:pt x="4163630" y="2781547"/>
                  </a:lnTo>
                  <a:lnTo>
                    <a:pt x="4183499" y="2781547"/>
                  </a:lnTo>
                  <a:lnTo>
                    <a:pt x="4183499" y="2775177"/>
                  </a:lnTo>
                  <a:lnTo>
                    <a:pt x="4183499" y="2768903"/>
                  </a:lnTo>
                  <a:close/>
                  <a:moveTo>
                    <a:pt x="4047454" y="2768903"/>
                  </a:moveTo>
                  <a:lnTo>
                    <a:pt x="4047454" y="2840110"/>
                  </a:lnTo>
                  <a:lnTo>
                    <a:pt x="4054299" y="2840110"/>
                  </a:lnTo>
                  <a:lnTo>
                    <a:pt x="4061144" y="2840110"/>
                  </a:lnTo>
                  <a:lnTo>
                    <a:pt x="4061144" y="2809973"/>
                  </a:lnTo>
                  <a:lnTo>
                    <a:pt x="4089856" y="2809973"/>
                  </a:lnTo>
                  <a:lnTo>
                    <a:pt x="4089856" y="2803889"/>
                  </a:lnTo>
                  <a:lnTo>
                    <a:pt x="4089856" y="2797710"/>
                  </a:lnTo>
                  <a:lnTo>
                    <a:pt x="4061144" y="2797710"/>
                  </a:lnTo>
                  <a:lnTo>
                    <a:pt x="4061144" y="2781547"/>
                  </a:lnTo>
                  <a:lnTo>
                    <a:pt x="4094038" y="2781547"/>
                  </a:lnTo>
                  <a:lnTo>
                    <a:pt x="4094038" y="2775177"/>
                  </a:lnTo>
                  <a:lnTo>
                    <a:pt x="4094038" y="2768903"/>
                  </a:lnTo>
                  <a:close/>
                  <a:moveTo>
                    <a:pt x="3879181" y="2768903"/>
                  </a:moveTo>
                  <a:lnTo>
                    <a:pt x="3879181" y="2840110"/>
                  </a:lnTo>
                  <a:lnTo>
                    <a:pt x="3928998" y="2840110"/>
                  </a:lnTo>
                  <a:lnTo>
                    <a:pt x="3928998" y="2833836"/>
                  </a:lnTo>
                  <a:lnTo>
                    <a:pt x="3928998" y="2827466"/>
                  </a:lnTo>
                  <a:lnTo>
                    <a:pt x="3892871" y="2827466"/>
                  </a:lnTo>
                  <a:lnTo>
                    <a:pt x="3892871" y="2808927"/>
                  </a:lnTo>
                  <a:lnTo>
                    <a:pt x="3924910" y="2808927"/>
                  </a:lnTo>
                  <a:lnTo>
                    <a:pt x="3924910" y="2802748"/>
                  </a:lnTo>
                  <a:lnTo>
                    <a:pt x="3924910" y="2796663"/>
                  </a:lnTo>
                  <a:lnTo>
                    <a:pt x="3892871" y="2796663"/>
                  </a:lnTo>
                  <a:lnTo>
                    <a:pt x="3892871" y="2781547"/>
                  </a:lnTo>
                  <a:lnTo>
                    <a:pt x="3927477" y="2781547"/>
                  </a:lnTo>
                  <a:lnTo>
                    <a:pt x="3927477" y="2775177"/>
                  </a:lnTo>
                  <a:lnTo>
                    <a:pt x="3927477" y="2768903"/>
                  </a:lnTo>
                  <a:close/>
                  <a:moveTo>
                    <a:pt x="3814153" y="2768903"/>
                  </a:moveTo>
                  <a:lnTo>
                    <a:pt x="3814153" y="2775273"/>
                  </a:lnTo>
                  <a:lnTo>
                    <a:pt x="3814153" y="2781547"/>
                  </a:lnTo>
                  <a:lnTo>
                    <a:pt x="3833928" y="2781547"/>
                  </a:lnTo>
                  <a:lnTo>
                    <a:pt x="3833928" y="2840110"/>
                  </a:lnTo>
                  <a:lnTo>
                    <a:pt x="3840773" y="2840110"/>
                  </a:lnTo>
                  <a:lnTo>
                    <a:pt x="3847618" y="2840110"/>
                  </a:lnTo>
                  <a:lnTo>
                    <a:pt x="3847618" y="2781547"/>
                  </a:lnTo>
                  <a:lnTo>
                    <a:pt x="3867392" y="2781547"/>
                  </a:lnTo>
                  <a:lnTo>
                    <a:pt x="3867392" y="2775177"/>
                  </a:lnTo>
                  <a:lnTo>
                    <a:pt x="3867392" y="2768903"/>
                  </a:lnTo>
                  <a:close/>
                  <a:moveTo>
                    <a:pt x="3685142" y="2768903"/>
                  </a:moveTo>
                  <a:lnTo>
                    <a:pt x="3685142" y="2775273"/>
                  </a:lnTo>
                  <a:lnTo>
                    <a:pt x="3685142" y="2781547"/>
                  </a:lnTo>
                  <a:lnTo>
                    <a:pt x="3704917" y="2781547"/>
                  </a:lnTo>
                  <a:lnTo>
                    <a:pt x="3704917" y="2840110"/>
                  </a:lnTo>
                  <a:lnTo>
                    <a:pt x="3711762" y="2840110"/>
                  </a:lnTo>
                  <a:lnTo>
                    <a:pt x="3718607" y="2840110"/>
                  </a:lnTo>
                  <a:lnTo>
                    <a:pt x="3718607" y="2781547"/>
                  </a:lnTo>
                  <a:lnTo>
                    <a:pt x="3738381" y="2781547"/>
                  </a:lnTo>
                  <a:lnTo>
                    <a:pt x="3738381" y="2775177"/>
                  </a:lnTo>
                  <a:lnTo>
                    <a:pt x="3738381" y="2768903"/>
                  </a:lnTo>
                  <a:close/>
                  <a:moveTo>
                    <a:pt x="3660614" y="2768903"/>
                  </a:moveTo>
                  <a:lnTo>
                    <a:pt x="3660614" y="2840110"/>
                  </a:lnTo>
                  <a:lnTo>
                    <a:pt x="3667554" y="2840110"/>
                  </a:lnTo>
                  <a:lnTo>
                    <a:pt x="3674304" y="2840110"/>
                  </a:lnTo>
                  <a:lnTo>
                    <a:pt x="3674304" y="2768903"/>
                  </a:lnTo>
                  <a:lnTo>
                    <a:pt x="3667459" y="2768903"/>
                  </a:lnTo>
                  <a:close/>
                  <a:moveTo>
                    <a:pt x="3596727" y="2768903"/>
                  </a:moveTo>
                  <a:lnTo>
                    <a:pt x="3596727" y="2775273"/>
                  </a:lnTo>
                  <a:lnTo>
                    <a:pt x="3596727" y="2781547"/>
                  </a:lnTo>
                  <a:lnTo>
                    <a:pt x="3616502" y="2781547"/>
                  </a:lnTo>
                  <a:lnTo>
                    <a:pt x="3616502" y="2840110"/>
                  </a:lnTo>
                  <a:lnTo>
                    <a:pt x="3623347" y="2840110"/>
                  </a:lnTo>
                  <a:lnTo>
                    <a:pt x="3630192" y="2840110"/>
                  </a:lnTo>
                  <a:lnTo>
                    <a:pt x="3630192" y="2781547"/>
                  </a:lnTo>
                  <a:lnTo>
                    <a:pt x="3649966" y="2781547"/>
                  </a:lnTo>
                  <a:lnTo>
                    <a:pt x="3649966" y="2775177"/>
                  </a:lnTo>
                  <a:lnTo>
                    <a:pt x="3649966" y="2768903"/>
                  </a:lnTo>
                  <a:close/>
                  <a:moveTo>
                    <a:pt x="3467526" y="2768903"/>
                  </a:moveTo>
                  <a:lnTo>
                    <a:pt x="3467526" y="2840110"/>
                  </a:lnTo>
                  <a:lnTo>
                    <a:pt x="3473991" y="2840110"/>
                  </a:lnTo>
                  <a:lnTo>
                    <a:pt x="3480361" y="2840110"/>
                  </a:lnTo>
                  <a:lnTo>
                    <a:pt x="3480361" y="2788772"/>
                  </a:lnTo>
                  <a:lnTo>
                    <a:pt x="3507361" y="2840110"/>
                  </a:lnTo>
                  <a:lnTo>
                    <a:pt x="3514206" y="2840110"/>
                  </a:lnTo>
                  <a:lnTo>
                    <a:pt x="3521051" y="2840110"/>
                  </a:lnTo>
                  <a:lnTo>
                    <a:pt x="3521051" y="2768903"/>
                  </a:lnTo>
                  <a:lnTo>
                    <a:pt x="3514586" y="2768903"/>
                  </a:lnTo>
                  <a:lnTo>
                    <a:pt x="3508216" y="2768903"/>
                  </a:lnTo>
                  <a:lnTo>
                    <a:pt x="3508216" y="2818910"/>
                  </a:lnTo>
                  <a:lnTo>
                    <a:pt x="3481882" y="2768903"/>
                  </a:lnTo>
                  <a:lnTo>
                    <a:pt x="3474752" y="2768903"/>
                  </a:lnTo>
                  <a:close/>
                  <a:moveTo>
                    <a:pt x="3438150" y="2768903"/>
                  </a:moveTo>
                  <a:lnTo>
                    <a:pt x="3438150" y="2840110"/>
                  </a:lnTo>
                  <a:lnTo>
                    <a:pt x="3444995" y="2840110"/>
                  </a:lnTo>
                  <a:lnTo>
                    <a:pt x="3451840" y="2840110"/>
                  </a:lnTo>
                  <a:lnTo>
                    <a:pt x="3451840" y="2768903"/>
                  </a:lnTo>
                  <a:lnTo>
                    <a:pt x="3444900" y="2768903"/>
                  </a:lnTo>
                  <a:close/>
                  <a:moveTo>
                    <a:pt x="3265312" y="2768903"/>
                  </a:moveTo>
                  <a:lnTo>
                    <a:pt x="3265312" y="2840110"/>
                  </a:lnTo>
                  <a:lnTo>
                    <a:pt x="3271682" y="2840110"/>
                  </a:lnTo>
                  <a:lnTo>
                    <a:pt x="3278051" y="2840110"/>
                  </a:lnTo>
                  <a:lnTo>
                    <a:pt x="3278051" y="2788772"/>
                  </a:lnTo>
                  <a:lnTo>
                    <a:pt x="3305052" y="2840110"/>
                  </a:lnTo>
                  <a:lnTo>
                    <a:pt x="3311897" y="2840110"/>
                  </a:lnTo>
                  <a:lnTo>
                    <a:pt x="3318741" y="2840110"/>
                  </a:lnTo>
                  <a:lnTo>
                    <a:pt x="3318741" y="2768903"/>
                  </a:lnTo>
                  <a:lnTo>
                    <a:pt x="3312276" y="2768903"/>
                  </a:lnTo>
                  <a:lnTo>
                    <a:pt x="3305908" y="2768903"/>
                  </a:lnTo>
                  <a:lnTo>
                    <a:pt x="3305908" y="2818910"/>
                  </a:lnTo>
                  <a:lnTo>
                    <a:pt x="3279668" y="2768903"/>
                  </a:lnTo>
                  <a:lnTo>
                    <a:pt x="3272443" y="2768903"/>
                  </a:lnTo>
                  <a:close/>
                  <a:moveTo>
                    <a:pt x="3235841" y="2768903"/>
                  </a:moveTo>
                  <a:lnTo>
                    <a:pt x="3235841" y="2840110"/>
                  </a:lnTo>
                  <a:lnTo>
                    <a:pt x="3242686" y="2840110"/>
                  </a:lnTo>
                  <a:lnTo>
                    <a:pt x="3249531" y="2840110"/>
                  </a:lnTo>
                  <a:lnTo>
                    <a:pt x="3249531" y="2768903"/>
                  </a:lnTo>
                  <a:lnTo>
                    <a:pt x="3242686" y="2768903"/>
                  </a:lnTo>
                  <a:close/>
                  <a:moveTo>
                    <a:pt x="3152368" y="2768903"/>
                  </a:moveTo>
                  <a:lnTo>
                    <a:pt x="3152368" y="2840110"/>
                  </a:lnTo>
                  <a:lnTo>
                    <a:pt x="3159308" y="2840110"/>
                  </a:lnTo>
                  <a:lnTo>
                    <a:pt x="3166058" y="2840110"/>
                  </a:lnTo>
                  <a:lnTo>
                    <a:pt x="3166058" y="2768903"/>
                  </a:lnTo>
                  <a:lnTo>
                    <a:pt x="3159213" y="2768903"/>
                  </a:lnTo>
                  <a:close/>
                  <a:moveTo>
                    <a:pt x="3088956" y="2768903"/>
                  </a:moveTo>
                  <a:lnTo>
                    <a:pt x="3088956" y="2840110"/>
                  </a:lnTo>
                  <a:lnTo>
                    <a:pt x="3138678" y="2840110"/>
                  </a:lnTo>
                  <a:lnTo>
                    <a:pt x="3138678" y="2833836"/>
                  </a:lnTo>
                  <a:lnTo>
                    <a:pt x="3138678" y="2827466"/>
                  </a:lnTo>
                  <a:lnTo>
                    <a:pt x="3102646" y="2827466"/>
                  </a:lnTo>
                  <a:lnTo>
                    <a:pt x="3102646" y="2808927"/>
                  </a:lnTo>
                  <a:lnTo>
                    <a:pt x="3134685" y="2808927"/>
                  </a:lnTo>
                  <a:lnTo>
                    <a:pt x="3134685" y="2802748"/>
                  </a:lnTo>
                  <a:lnTo>
                    <a:pt x="3134685" y="2796663"/>
                  </a:lnTo>
                  <a:lnTo>
                    <a:pt x="3102646" y="2796663"/>
                  </a:lnTo>
                  <a:lnTo>
                    <a:pt x="3102646" y="2781547"/>
                  </a:lnTo>
                  <a:lnTo>
                    <a:pt x="3137157" y="2781547"/>
                  </a:lnTo>
                  <a:lnTo>
                    <a:pt x="3137157" y="2775177"/>
                  </a:lnTo>
                  <a:lnTo>
                    <a:pt x="3137157" y="2768903"/>
                  </a:lnTo>
                  <a:close/>
                  <a:moveTo>
                    <a:pt x="3205815" y="2768767"/>
                  </a:moveTo>
                  <a:lnTo>
                    <a:pt x="3205815" y="2820296"/>
                  </a:lnTo>
                  <a:cubicBezTo>
                    <a:pt x="3206003" y="2822895"/>
                    <a:pt x="3205372" y="2825489"/>
                    <a:pt x="3204008" y="2827711"/>
                  </a:cubicBezTo>
                  <a:cubicBezTo>
                    <a:pt x="3202554" y="2829358"/>
                    <a:pt x="3200397" y="2830207"/>
                    <a:pt x="3198209" y="2829992"/>
                  </a:cubicBezTo>
                  <a:cubicBezTo>
                    <a:pt x="3195725" y="2830186"/>
                    <a:pt x="3193340" y="2828975"/>
                    <a:pt x="3192030" y="2826855"/>
                  </a:cubicBezTo>
                  <a:cubicBezTo>
                    <a:pt x="3190540" y="2823921"/>
                    <a:pt x="3189915" y="2820624"/>
                    <a:pt x="3190223" y="2817348"/>
                  </a:cubicBezTo>
                  <a:lnTo>
                    <a:pt x="3190223" y="2813070"/>
                  </a:lnTo>
                  <a:lnTo>
                    <a:pt x="3177199" y="2813070"/>
                  </a:lnTo>
                  <a:lnTo>
                    <a:pt x="3177199" y="2816777"/>
                  </a:lnTo>
                  <a:cubicBezTo>
                    <a:pt x="3176428" y="2823496"/>
                    <a:pt x="3178154" y="2830263"/>
                    <a:pt x="3182047" y="2835791"/>
                  </a:cubicBezTo>
                  <a:cubicBezTo>
                    <a:pt x="3186246" y="2840216"/>
                    <a:pt x="3192227" y="2842490"/>
                    <a:pt x="3198304" y="2841972"/>
                  </a:cubicBezTo>
                  <a:cubicBezTo>
                    <a:pt x="3204117" y="2842382"/>
                    <a:pt x="3209836" y="2840349"/>
                    <a:pt x="3214086" y="2836362"/>
                  </a:cubicBezTo>
                  <a:cubicBezTo>
                    <a:pt x="3217962" y="2831835"/>
                    <a:pt x="3219877" y="2825951"/>
                    <a:pt x="3219410" y="2820010"/>
                  </a:cubicBezTo>
                  <a:lnTo>
                    <a:pt x="3219410" y="2768767"/>
                  </a:lnTo>
                  <a:close/>
                  <a:moveTo>
                    <a:pt x="3019002" y="2768767"/>
                  </a:moveTo>
                  <a:lnTo>
                    <a:pt x="3019287" y="2839975"/>
                  </a:lnTo>
                  <a:lnTo>
                    <a:pt x="3049044" y="2839975"/>
                  </a:lnTo>
                  <a:cubicBezTo>
                    <a:pt x="3055602" y="2840451"/>
                    <a:pt x="3062095" y="2838410"/>
                    <a:pt x="3067203" y="2834270"/>
                  </a:cubicBezTo>
                  <a:cubicBezTo>
                    <a:pt x="3071616" y="2829942"/>
                    <a:pt x="3073909" y="2823895"/>
                    <a:pt x="3073477" y="2817728"/>
                  </a:cubicBezTo>
                  <a:cubicBezTo>
                    <a:pt x="3073786" y="2812407"/>
                    <a:pt x="3071436" y="2807277"/>
                    <a:pt x="3067203" y="2804038"/>
                  </a:cubicBezTo>
                  <a:cubicBezTo>
                    <a:pt x="3065922" y="2803059"/>
                    <a:pt x="3064515" y="2802260"/>
                    <a:pt x="3063020" y="2801661"/>
                  </a:cubicBezTo>
                  <a:cubicBezTo>
                    <a:pt x="3063829" y="2801323"/>
                    <a:pt x="3064570" y="2800840"/>
                    <a:pt x="3065206" y="2800235"/>
                  </a:cubicBezTo>
                  <a:cubicBezTo>
                    <a:pt x="3069349" y="2797066"/>
                    <a:pt x="3071633" y="2792035"/>
                    <a:pt x="3071291" y="2786830"/>
                  </a:cubicBezTo>
                  <a:cubicBezTo>
                    <a:pt x="3071565" y="2781807"/>
                    <a:pt x="3069576" y="2776924"/>
                    <a:pt x="3065871" y="2773520"/>
                  </a:cubicBezTo>
                  <a:cubicBezTo>
                    <a:pt x="3061692" y="2770146"/>
                    <a:pt x="3056403" y="2768450"/>
                    <a:pt x="3051040" y="2768767"/>
                  </a:cubicBezTo>
                  <a:close/>
                  <a:moveTo>
                    <a:pt x="3749141" y="2768672"/>
                  </a:moveTo>
                  <a:lnTo>
                    <a:pt x="3749141" y="2813071"/>
                  </a:lnTo>
                  <a:cubicBezTo>
                    <a:pt x="3748601" y="2820885"/>
                    <a:pt x="3750933" y="2828627"/>
                    <a:pt x="3755700" y="2834842"/>
                  </a:cubicBezTo>
                  <a:cubicBezTo>
                    <a:pt x="3761065" y="2839896"/>
                    <a:pt x="3768315" y="2842452"/>
                    <a:pt x="3775664" y="2841878"/>
                  </a:cubicBezTo>
                  <a:cubicBezTo>
                    <a:pt x="3783060" y="2842550"/>
                    <a:pt x="3790401" y="2840103"/>
                    <a:pt x="3795914" y="2835127"/>
                  </a:cubicBezTo>
                  <a:cubicBezTo>
                    <a:pt x="3800622" y="2828787"/>
                    <a:pt x="3802822" y="2820933"/>
                    <a:pt x="3802094" y="2813071"/>
                  </a:cubicBezTo>
                  <a:lnTo>
                    <a:pt x="3802094" y="2768672"/>
                  </a:lnTo>
                  <a:lnTo>
                    <a:pt x="3788024" y="2768672"/>
                  </a:lnTo>
                  <a:lnTo>
                    <a:pt x="3788024" y="2813546"/>
                  </a:lnTo>
                  <a:cubicBezTo>
                    <a:pt x="3788424" y="2817697"/>
                    <a:pt x="3787384" y="2821860"/>
                    <a:pt x="3785077" y="2825335"/>
                  </a:cubicBezTo>
                  <a:cubicBezTo>
                    <a:pt x="3782584" y="2827857"/>
                    <a:pt x="3779103" y="2829145"/>
                    <a:pt x="3775570" y="2828852"/>
                  </a:cubicBezTo>
                  <a:cubicBezTo>
                    <a:pt x="3771985" y="2829114"/>
                    <a:pt x="3768479" y="2827711"/>
                    <a:pt x="3766063" y="2825049"/>
                  </a:cubicBezTo>
                  <a:cubicBezTo>
                    <a:pt x="3763697" y="2821700"/>
                    <a:pt x="3762556" y="2817638"/>
                    <a:pt x="3762831" y="2813546"/>
                  </a:cubicBezTo>
                  <a:lnTo>
                    <a:pt x="3762831" y="2768672"/>
                  </a:lnTo>
                  <a:close/>
                  <a:moveTo>
                    <a:pt x="4629154" y="2767102"/>
                  </a:moveTo>
                  <a:cubicBezTo>
                    <a:pt x="4621283" y="2767541"/>
                    <a:pt x="4613580" y="2770983"/>
                    <a:pt x="4607909" y="2777323"/>
                  </a:cubicBezTo>
                  <a:cubicBezTo>
                    <a:pt x="4601830" y="2785220"/>
                    <a:pt x="4598794" y="2795038"/>
                    <a:pt x="4599352" y="2804989"/>
                  </a:cubicBezTo>
                  <a:cubicBezTo>
                    <a:pt x="4598813" y="2814760"/>
                    <a:pt x="4601855" y="2824394"/>
                    <a:pt x="4607909" y="2832083"/>
                  </a:cubicBezTo>
                  <a:cubicBezTo>
                    <a:pt x="4608501" y="2832729"/>
                    <a:pt x="4609122" y="2833349"/>
                    <a:pt x="4609767" y="2833942"/>
                  </a:cubicBezTo>
                  <a:cubicBezTo>
                    <a:pt x="4622448" y="2845596"/>
                    <a:pt x="4642174" y="2844763"/>
                    <a:pt x="4653827" y="2832083"/>
                  </a:cubicBezTo>
                  <a:cubicBezTo>
                    <a:pt x="4659882" y="2824394"/>
                    <a:pt x="4662923" y="2814760"/>
                    <a:pt x="4662384" y="2804989"/>
                  </a:cubicBezTo>
                  <a:cubicBezTo>
                    <a:pt x="4662941" y="2795038"/>
                    <a:pt x="4659905" y="2785220"/>
                    <a:pt x="4653827" y="2777323"/>
                  </a:cubicBezTo>
                  <a:cubicBezTo>
                    <a:pt x="4653065" y="2776471"/>
                    <a:pt x="4652255" y="2775661"/>
                    <a:pt x="4651403" y="2774898"/>
                  </a:cubicBezTo>
                  <a:cubicBezTo>
                    <a:pt x="4645062" y="2769227"/>
                    <a:pt x="4637024" y="2766664"/>
                    <a:pt x="4629154" y="2767102"/>
                  </a:cubicBezTo>
                  <a:close/>
                  <a:moveTo>
                    <a:pt x="4495087" y="2767095"/>
                  </a:moveTo>
                  <a:cubicBezTo>
                    <a:pt x="4487191" y="2767527"/>
                    <a:pt x="4479460" y="2770970"/>
                    <a:pt x="4473765" y="2777323"/>
                  </a:cubicBezTo>
                  <a:cubicBezTo>
                    <a:pt x="4467759" y="2785253"/>
                    <a:pt x="4464761" y="2795056"/>
                    <a:pt x="4465304" y="2804989"/>
                  </a:cubicBezTo>
                  <a:cubicBezTo>
                    <a:pt x="4464780" y="2814743"/>
                    <a:pt x="4467784" y="2824361"/>
                    <a:pt x="4473765" y="2832084"/>
                  </a:cubicBezTo>
                  <a:lnTo>
                    <a:pt x="4473766" y="2832084"/>
                  </a:lnTo>
                  <a:cubicBezTo>
                    <a:pt x="4474347" y="2832714"/>
                    <a:pt x="4474953" y="2833321"/>
                    <a:pt x="4475583" y="2833901"/>
                  </a:cubicBezTo>
                  <a:cubicBezTo>
                    <a:pt x="4488289" y="2845604"/>
                    <a:pt x="4508077" y="2844790"/>
                    <a:pt x="4519779" y="2832084"/>
                  </a:cubicBezTo>
                  <a:cubicBezTo>
                    <a:pt x="4525800" y="2824381"/>
                    <a:pt x="4528808" y="2814749"/>
                    <a:pt x="4528241" y="2804989"/>
                  </a:cubicBezTo>
                  <a:cubicBezTo>
                    <a:pt x="4528835" y="2795050"/>
                    <a:pt x="4525831" y="2785230"/>
                    <a:pt x="4519779" y="2777323"/>
                  </a:cubicBezTo>
                  <a:cubicBezTo>
                    <a:pt x="4519028" y="2776487"/>
                    <a:pt x="4518234" y="2775691"/>
                    <a:pt x="4517397" y="2774940"/>
                  </a:cubicBezTo>
                  <a:cubicBezTo>
                    <a:pt x="4511043" y="2769245"/>
                    <a:pt x="4502983" y="2766664"/>
                    <a:pt x="4495087" y="2767095"/>
                  </a:cubicBezTo>
                  <a:close/>
                  <a:moveTo>
                    <a:pt x="3999296" y="2767095"/>
                  </a:moveTo>
                  <a:cubicBezTo>
                    <a:pt x="3991400" y="2767527"/>
                    <a:pt x="3983669" y="2770970"/>
                    <a:pt x="3977974" y="2777323"/>
                  </a:cubicBezTo>
                  <a:cubicBezTo>
                    <a:pt x="3971968" y="2785253"/>
                    <a:pt x="3968970" y="2795056"/>
                    <a:pt x="3969513" y="2804989"/>
                  </a:cubicBezTo>
                  <a:cubicBezTo>
                    <a:pt x="3968989" y="2814743"/>
                    <a:pt x="3971993" y="2824361"/>
                    <a:pt x="3977974" y="2832084"/>
                  </a:cubicBezTo>
                  <a:lnTo>
                    <a:pt x="3977975" y="2832084"/>
                  </a:lnTo>
                  <a:cubicBezTo>
                    <a:pt x="3978556" y="2832714"/>
                    <a:pt x="3979162" y="2833321"/>
                    <a:pt x="3979792" y="2833901"/>
                  </a:cubicBezTo>
                  <a:cubicBezTo>
                    <a:pt x="3992498" y="2845604"/>
                    <a:pt x="4012286" y="2844790"/>
                    <a:pt x="4023988" y="2832084"/>
                  </a:cubicBezTo>
                  <a:cubicBezTo>
                    <a:pt x="4030009" y="2824381"/>
                    <a:pt x="4033017" y="2814749"/>
                    <a:pt x="4032450" y="2804989"/>
                  </a:cubicBezTo>
                  <a:cubicBezTo>
                    <a:pt x="4033044" y="2795050"/>
                    <a:pt x="4030040" y="2785230"/>
                    <a:pt x="4023988" y="2777323"/>
                  </a:cubicBezTo>
                  <a:cubicBezTo>
                    <a:pt x="4023237" y="2776487"/>
                    <a:pt x="4022443" y="2775691"/>
                    <a:pt x="4021606" y="2774940"/>
                  </a:cubicBezTo>
                  <a:cubicBezTo>
                    <a:pt x="4015252" y="2769245"/>
                    <a:pt x="4007192" y="2766664"/>
                    <a:pt x="3999296" y="2767095"/>
                  </a:cubicBezTo>
                  <a:close/>
                  <a:moveTo>
                    <a:pt x="4706117" y="2767055"/>
                  </a:moveTo>
                  <a:cubicBezTo>
                    <a:pt x="4697070" y="2766673"/>
                    <a:pt x="4688346" y="2770456"/>
                    <a:pt x="4682445" y="2777323"/>
                  </a:cubicBezTo>
                  <a:cubicBezTo>
                    <a:pt x="4670874" y="2793743"/>
                    <a:pt x="4670874" y="2815663"/>
                    <a:pt x="4682445" y="2832083"/>
                  </a:cubicBezTo>
                  <a:cubicBezTo>
                    <a:pt x="4688211" y="2838555"/>
                    <a:pt x="4696606" y="2842054"/>
                    <a:pt x="4705262" y="2841590"/>
                  </a:cubicBezTo>
                  <a:lnTo>
                    <a:pt x="4705262" y="2842161"/>
                  </a:lnTo>
                  <a:cubicBezTo>
                    <a:pt x="4712937" y="2842407"/>
                    <a:pt x="4720170" y="2838574"/>
                    <a:pt x="4724276" y="2832083"/>
                  </a:cubicBezTo>
                  <a:lnTo>
                    <a:pt x="4724466" y="2830373"/>
                  </a:lnTo>
                  <a:lnTo>
                    <a:pt x="4725797" y="2839880"/>
                  </a:lnTo>
                  <a:lnTo>
                    <a:pt x="4735304" y="2839880"/>
                  </a:lnTo>
                  <a:lnTo>
                    <a:pt x="4735304" y="2801852"/>
                  </a:lnTo>
                  <a:lnTo>
                    <a:pt x="4707829" y="2801852"/>
                  </a:lnTo>
                  <a:lnTo>
                    <a:pt x="4707829" y="2814115"/>
                  </a:lnTo>
                  <a:lnTo>
                    <a:pt x="4723230" y="2814115"/>
                  </a:lnTo>
                  <a:cubicBezTo>
                    <a:pt x="4722594" y="2817235"/>
                    <a:pt x="4721367" y="2820203"/>
                    <a:pt x="4719618" y="2822862"/>
                  </a:cubicBezTo>
                  <a:cubicBezTo>
                    <a:pt x="4717005" y="2827153"/>
                    <a:pt x="4712278" y="2829698"/>
                    <a:pt x="4707259" y="2829516"/>
                  </a:cubicBezTo>
                  <a:cubicBezTo>
                    <a:pt x="4701780" y="2829830"/>
                    <a:pt x="4696494" y="2827452"/>
                    <a:pt x="4693093" y="2823146"/>
                  </a:cubicBezTo>
                  <a:cubicBezTo>
                    <a:pt x="4686509" y="2811665"/>
                    <a:pt x="4686509" y="2797552"/>
                    <a:pt x="4693093" y="2786069"/>
                  </a:cubicBezTo>
                  <a:cubicBezTo>
                    <a:pt x="4696339" y="2781647"/>
                    <a:pt x="4701587" y="2779147"/>
                    <a:pt x="4707068" y="2779415"/>
                  </a:cubicBezTo>
                  <a:cubicBezTo>
                    <a:pt x="4710560" y="2779392"/>
                    <a:pt x="4713939" y="2780643"/>
                    <a:pt x="4716575" y="2782932"/>
                  </a:cubicBezTo>
                  <a:cubicBezTo>
                    <a:pt x="4719203" y="2784873"/>
                    <a:pt x="4720949" y="2787781"/>
                    <a:pt x="4721424" y="2791013"/>
                  </a:cubicBezTo>
                  <a:lnTo>
                    <a:pt x="4734829" y="2791013"/>
                  </a:lnTo>
                  <a:cubicBezTo>
                    <a:pt x="4734242" y="2784219"/>
                    <a:pt x="4730996" y="2777932"/>
                    <a:pt x="4725797" y="2773520"/>
                  </a:cubicBezTo>
                  <a:cubicBezTo>
                    <a:pt x="4720247" y="2769032"/>
                    <a:pt x="4713247" y="2766732"/>
                    <a:pt x="4706117" y="2767055"/>
                  </a:cubicBezTo>
                  <a:close/>
                  <a:moveTo>
                    <a:pt x="4287523" y="2766866"/>
                  </a:moveTo>
                  <a:cubicBezTo>
                    <a:pt x="4278975" y="2766547"/>
                    <a:pt x="4270798" y="2770370"/>
                    <a:pt x="4265561" y="2777134"/>
                  </a:cubicBezTo>
                  <a:cubicBezTo>
                    <a:pt x="4259730" y="2785138"/>
                    <a:pt x="4256842" y="2794910"/>
                    <a:pt x="4257386" y="2804799"/>
                  </a:cubicBezTo>
                  <a:cubicBezTo>
                    <a:pt x="4256864" y="2814508"/>
                    <a:pt x="4259757" y="2824094"/>
                    <a:pt x="4265561" y="2831894"/>
                  </a:cubicBezTo>
                  <a:cubicBezTo>
                    <a:pt x="4270848" y="2838574"/>
                    <a:pt x="4279012" y="2842320"/>
                    <a:pt x="4287523" y="2841971"/>
                  </a:cubicBezTo>
                  <a:cubicBezTo>
                    <a:pt x="4294574" y="2842108"/>
                    <a:pt x="4301399" y="2839481"/>
                    <a:pt x="4306537" y="2834651"/>
                  </a:cubicBezTo>
                  <a:cubicBezTo>
                    <a:pt x="4311818" y="2829441"/>
                    <a:pt x="4314999" y="2822470"/>
                    <a:pt x="4315474" y="2815066"/>
                  </a:cubicBezTo>
                  <a:lnTo>
                    <a:pt x="4302829" y="2814686"/>
                  </a:lnTo>
                  <a:cubicBezTo>
                    <a:pt x="4302571" y="2818513"/>
                    <a:pt x="4300952" y="2822121"/>
                    <a:pt x="4298266" y="2824859"/>
                  </a:cubicBezTo>
                  <a:cubicBezTo>
                    <a:pt x="4297752" y="2825324"/>
                    <a:pt x="4297206" y="2825752"/>
                    <a:pt x="4296631" y="2826140"/>
                  </a:cubicBezTo>
                  <a:cubicBezTo>
                    <a:pt x="4289929" y="2830664"/>
                    <a:pt x="4280829" y="2828899"/>
                    <a:pt x="4276305" y="2822197"/>
                  </a:cubicBezTo>
                  <a:cubicBezTo>
                    <a:pt x="4273164" y="2816785"/>
                    <a:pt x="4271677" y="2810571"/>
                    <a:pt x="4272026" y="2804324"/>
                  </a:cubicBezTo>
                  <a:cubicBezTo>
                    <a:pt x="4271672" y="2797925"/>
                    <a:pt x="4273156" y="2791558"/>
                    <a:pt x="4276305" y="2785975"/>
                  </a:cubicBezTo>
                  <a:cubicBezTo>
                    <a:pt x="4278806" y="2781759"/>
                    <a:pt x="4283383" y="2779217"/>
                    <a:pt x="4288283" y="2779320"/>
                  </a:cubicBezTo>
                  <a:cubicBezTo>
                    <a:pt x="4291759" y="2779297"/>
                    <a:pt x="4295128" y="2780510"/>
                    <a:pt x="4297790" y="2782742"/>
                  </a:cubicBezTo>
                  <a:cubicBezTo>
                    <a:pt x="4300486" y="2785200"/>
                    <a:pt x="4302123" y="2788609"/>
                    <a:pt x="4302354" y="2792249"/>
                  </a:cubicBezTo>
                  <a:lnTo>
                    <a:pt x="4316044" y="2792249"/>
                  </a:lnTo>
                  <a:cubicBezTo>
                    <a:pt x="4315326" y="2785092"/>
                    <a:pt x="4311931" y="2778470"/>
                    <a:pt x="4306537" y="2773711"/>
                  </a:cubicBezTo>
                  <a:cubicBezTo>
                    <a:pt x="4301279" y="2769130"/>
                    <a:pt x="4294495" y="2766687"/>
                    <a:pt x="4287523" y="2766866"/>
                  </a:cubicBezTo>
                  <a:close/>
                  <a:moveTo>
                    <a:pt x="3561280" y="2766865"/>
                  </a:moveTo>
                  <a:cubicBezTo>
                    <a:pt x="3554398" y="2766390"/>
                    <a:pt x="3547594" y="2768567"/>
                    <a:pt x="3542266" y="2772950"/>
                  </a:cubicBezTo>
                  <a:cubicBezTo>
                    <a:pt x="3537566" y="2777088"/>
                    <a:pt x="3535011" y="2783144"/>
                    <a:pt x="3535327" y="2789398"/>
                  </a:cubicBezTo>
                  <a:cubicBezTo>
                    <a:pt x="3534930" y="2794485"/>
                    <a:pt x="3536852" y="2799481"/>
                    <a:pt x="3540556" y="2802992"/>
                  </a:cubicBezTo>
                  <a:cubicBezTo>
                    <a:pt x="3546859" y="2807121"/>
                    <a:pt x="3553946" y="2809905"/>
                    <a:pt x="3561375" y="2811169"/>
                  </a:cubicBezTo>
                  <a:cubicBezTo>
                    <a:pt x="3565274" y="2811841"/>
                    <a:pt x="3569032" y="2813159"/>
                    <a:pt x="3572499" y="2815066"/>
                  </a:cubicBezTo>
                  <a:cubicBezTo>
                    <a:pt x="3574318" y="2816503"/>
                    <a:pt x="3575314" y="2818742"/>
                    <a:pt x="3575161" y="2821056"/>
                  </a:cubicBezTo>
                  <a:cubicBezTo>
                    <a:pt x="3575162" y="2823692"/>
                    <a:pt x="3573745" y="2826124"/>
                    <a:pt x="3571453" y="2827426"/>
                  </a:cubicBezTo>
                  <a:cubicBezTo>
                    <a:pt x="3568303" y="2829108"/>
                    <a:pt x="3564752" y="2829897"/>
                    <a:pt x="3561185" y="2829708"/>
                  </a:cubicBezTo>
                  <a:cubicBezTo>
                    <a:pt x="3557762" y="2829806"/>
                    <a:pt x="3554408" y="2828733"/>
                    <a:pt x="3551679" y="2826665"/>
                  </a:cubicBezTo>
                  <a:cubicBezTo>
                    <a:pt x="3549194" y="2824445"/>
                    <a:pt x="3547806" y="2821250"/>
                    <a:pt x="3547876" y="2817919"/>
                  </a:cubicBezTo>
                  <a:lnTo>
                    <a:pt x="3534661" y="2817918"/>
                  </a:lnTo>
                  <a:cubicBezTo>
                    <a:pt x="3534607" y="2824626"/>
                    <a:pt x="3537325" y="2831059"/>
                    <a:pt x="3542172" y="2835696"/>
                  </a:cubicBezTo>
                  <a:cubicBezTo>
                    <a:pt x="3547516" y="2840064"/>
                    <a:pt x="3554290" y="2842300"/>
                    <a:pt x="3561185" y="2841971"/>
                  </a:cubicBezTo>
                  <a:cubicBezTo>
                    <a:pt x="3568229" y="2842340"/>
                    <a:pt x="3575183" y="2840257"/>
                    <a:pt x="3580864" y="2836077"/>
                  </a:cubicBezTo>
                  <a:cubicBezTo>
                    <a:pt x="3585730" y="2832247"/>
                    <a:pt x="3588425" y="2826288"/>
                    <a:pt x="3588090" y="2820105"/>
                  </a:cubicBezTo>
                  <a:cubicBezTo>
                    <a:pt x="3588585" y="2814837"/>
                    <a:pt x="3586862" y="2809600"/>
                    <a:pt x="3583336" y="2805654"/>
                  </a:cubicBezTo>
                  <a:cubicBezTo>
                    <a:pt x="3577698" y="2801546"/>
                    <a:pt x="3571193" y="2798781"/>
                    <a:pt x="3564322" y="2797573"/>
                  </a:cubicBezTo>
                  <a:cubicBezTo>
                    <a:pt x="3559862" y="2796746"/>
                    <a:pt x="3555519" y="2795372"/>
                    <a:pt x="3551393" y="2793485"/>
                  </a:cubicBezTo>
                  <a:cubicBezTo>
                    <a:pt x="3549524" y="2792548"/>
                    <a:pt x="3548346" y="2790633"/>
                    <a:pt x="3548351" y="2788541"/>
                  </a:cubicBezTo>
                  <a:cubicBezTo>
                    <a:pt x="3548191" y="2785894"/>
                    <a:pt x="3549282" y="2783325"/>
                    <a:pt x="3551298" y="2781601"/>
                  </a:cubicBezTo>
                  <a:cubicBezTo>
                    <a:pt x="3553594" y="2779807"/>
                    <a:pt x="3556472" y="2778926"/>
                    <a:pt x="3559379" y="2779130"/>
                  </a:cubicBezTo>
                  <a:cubicBezTo>
                    <a:pt x="3562791" y="2779003"/>
                    <a:pt x="3566144" y="2780042"/>
                    <a:pt x="3568886" y="2782077"/>
                  </a:cubicBezTo>
                  <a:cubicBezTo>
                    <a:pt x="3571373" y="2784037"/>
                    <a:pt x="3572868" y="2786993"/>
                    <a:pt x="3572974" y="2790158"/>
                  </a:cubicBezTo>
                  <a:lnTo>
                    <a:pt x="3586854" y="2790158"/>
                  </a:lnTo>
                  <a:cubicBezTo>
                    <a:pt x="3586678" y="2783700"/>
                    <a:pt x="3583942" y="2777579"/>
                    <a:pt x="3579249" y="2773140"/>
                  </a:cubicBezTo>
                  <a:cubicBezTo>
                    <a:pt x="3574284" y="2768824"/>
                    <a:pt x="3567853" y="2766578"/>
                    <a:pt x="3561280" y="2766865"/>
                  </a:cubicBezTo>
                  <a:close/>
                  <a:moveTo>
                    <a:pt x="3361528" y="2766605"/>
                  </a:moveTo>
                  <a:cubicBezTo>
                    <a:pt x="3353794" y="2767285"/>
                    <a:pt x="3346302" y="2770714"/>
                    <a:pt x="3340624" y="2776754"/>
                  </a:cubicBezTo>
                  <a:cubicBezTo>
                    <a:pt x="3329221" y="2793227"/>
                    <a:pt x="3329221" y="2815042"/>
                    <a:pt x="3340624" y="2831514"/>
                  </a:cubicBezTo>
                  <a:lnTo>
                    <a:pt x="3362789" y="2841344"/>
                  </a:lnTo>
                  <a:lnTo>
                    <a:pt x="3362681" y="2841402"/>
                  </a:lnTo>
                  <a:lnTo>
                    <a:pt x="3363346" y="2841591"/>
                  </a:lnTo>
                  <a:lnTo>
                    <a:pt x="3362789" y="2841344"/>
                  </a:lnTo>
                  <a:lnTo>
                    <a:pt x="3381695" y="2831324"/>
                  </a:lnTo>
                  <a:lnTo>
                    <a:pt x="3382454" y="2830183"/>
                  </a:lnTo>
                  <a:lnTo>
                    <a:pt x="3383786" y="2839690"/>
                  </a:lnTo>
                  <a:lnTo>
                    <a:pt x="3393293" y="2839690"/>
                  </a:lnTo>
                  <a:lnTo>
                    <a:pt x="3393293" y="2801662"/>
                  </a:lnTo>
                  <a:lnTo>
                    <a:pt x="3365533" y="2801662"/>
                  </a:lnTo>
                  <a:lnTo>
                    <a:pt x="3365533" y="2813927"/>
                  </a:lnTo>
                  <a:lnTo>
                    <a:pt x="3380933" y="2813927"/>
                  </a:lnTo>
                  <a:cubicBezTo>
                    <a:pt x="3380256" y="2817033"/>
                    <a:pt x="3379033" y="2819994"/>
                    <a:pt x="3377321" y="2822673"/>
                  </a:cubicBezTo>
                  <a:cubicBezTo>
                    <a:pt x="3374681" y="2826934"/>
                    <a:pt x="3369973" y="2829469"/>
                    <a:pt x="3364962" y="2829328"/>
                  </a:cubicBezTo>
                  <a:cubicBezTo>
                    <a:pt x="3359487" y="2829625"/>
                    <a:pt x="3354208" y="2827251"/>
                    <a:pt x="3350796" y="2822958"/>
                  </a:cubicBezTo>
                  <a:cubicBezTo>
                    <a:pt x="3347207" y="2817506"/>
                    <a:pt x="3345504" y="2811027"/>
                    <a:pt x="3345948" y="2804514"/>
                  </a:cubicBezTo>
                  <a:cubicBezTo>
                    <a:pt x="3345504" y="2797796"/>
                    <a:pt x="3347274" y="2791117"/>
                    <a:pt x="3350987" y="2785500"/>
                  </a:cubicBezTo>
                  <a:cubicBezTo>
                    <a:pt x="3354267" y="2781118"/>
                    <a:pt x="3359493" y="2778629"/>
                    <a:pt x="3364962" y="2778845"/>
                  </a:cubicBezTo>
                  <a:cubicBezTo>
                    <a:pt x="3368453" y="2778823"/>
                    <a:pt x="3371834" y="2780074"/>
                    <a:pt x="3374469" y="2782363"/>
                  </a:cubicBezTo>
                  <a:cubicBezTo>
                    <a:pt x="3377112" y="2784276"/>
                    <a:pt x="3378834" y="2787205"/>
                    <a:pt x="3379223" y="2790444"/>
                  </a:cubicBezTo>
                  <a:lnTo>
                    <a:pt x="3392913" y="2790444"/>
                  </a:lnTo>
                  <a:cubicBezTo>
                    <a:pt x="3392367" y="2783639"/>
                    <a:pt x="3389114" y="2777337"/>
                    <a:pt x="3383881" y="2772951"/>
                  </a:cubicBezTo>
                  <a:cubicBezTo>
                    <a:pt x="3377236" y="2767995"/>
                    <a:pt x="3369261" y="2765925"/>
                    <a:pt x="3361528" y="2766605"/>
                  </a:cubicBezTo>
                  <a:close/>
                  <a:moveTo>
                    <a:pt x="2419021" y="2750289"/>
                  </a:moveTo>
                  <a:cubicBezTo>
                    <a:pt x="2419021" y="2750289"/>
                    <a:pt x="2432892" y="2772582"/>
                    <a:pt x="2448774" y="2783479"/>
                  </a:cubicBezTo>
                  <a:cubicBezTo>
                    <a:pt x="2509844" y="2801141"/>
                    <a:pt x="2572522" y="2812653"/>
                    <a:pt x="2635882" y="2817842"/>
                  </a:cubicBezTo>
                  <a:lnTo>
                    <a:pt x="2623856" y="2865948"/>
                  </a:lnTo>
                  <a:lnTo>
                    <a:pt x="2665762" y="2875001"/>
                  </a:lnTo>
                  <a:lnTo>
                    <a:pt x="2707667" y="2865948"/>
                  </a:lnTo>
                  <a:lnTo>
                    <a:pt x="2695640" y="2817842"/>
                  </a:lnTo>
                  <a:cubicBezTo>
                    <a:pt x="2759127" y="2812678"/>
                    <a:pt x="2821936" y="2801167"/>
                    <a:pt x="2883126" y="2783479"/>
                  </a:cubicBezTo>
                  <a:cubicBezTo>
                    <a:pt x="2899008" y="2772582"/>
                    <a:pt x="2912879" y="2750289"/>
                    <a:pt x="2912879" y="2750289"/>
                  </a:cubicBezTo>
                  <a:cubicBezTo>
                    <a:pt x="2897356" y="2754090"/>
                    <a:pt x="2881546" y="2756596"/>
                    <a:pt x="2865609" y="2757790"/>
                  </a:cubicBezTo>
                  <a:lnTo>
                    <a:pt x="2865442" y="2757832"/>
                  </a:lnTo>
                  <a:cubicBezTo>
                    <a:pt x="2834809" y="2759048"/>
                    <a:pt x="2791521" y="2756449"/>
                    <a:pt x="2751877" y="2756910"/>
                  </a:cubicBezTo>
                  <a:cubicBezTo>
                    <a:pt x="2745508" y="2758084"/>
                    <a:pt x="2739809" y="2759048"/>
                    <a:pt x="2735367" y="2759592"/>
                  </a:cubicBezTo>
                  <a:cubicBezTo>
                    <a:pt x="2724722" y="2760975"/>
                    <a:pt x="2706997" y="2762860"/>
                    <a:pt x="2699202" y="2763782"/>
                  </a:cubicBezTo>
                  <a:lnTo>
                    <a:pt x="2710307" y="2808622"/>
                  </a:lnTo>
                  <a:lnTo>
                    <a:pt x="2665887" y="2816165"/>
                  </a:lnTo>
                  <a:lnTo>
                    <a:pt x="2621426" y="2808622"/>
                  </a:lnTo>
                  <a:lnTo>
                    <a:pt x="2632530" y="2763740"/>
                  </a:lnTo>
                  <a:cubicBezTo>
                    <a:pt x="2624736" y="2762903"/>
                    <a:pt x="2607010" y="2761017"/>
                    <a:pt x="2596366" y="2759550"/>
                  </a:cubicBezTo>
                  <a:cubicBezTo>
                    <a:pt x="2591924" y="2759006"/>
                    <a:pt x="2586225" y="2758042"/>
                    <a:pt x="2579896" y="2756868"/>
                  </a:cubicBezTo>
                  <a:cubicBezTo>
                    <a:pt x="2540254" y="2756407"/>
                    <a:pt x="2496924" y="2759006"/>
                    <a:pt x="2466333" y="2757790"/>
                  </a:cubicBezTo>
                  <a:cubicBezTo>
                    <a:pt x="2450384" y="2756601"/>
                    <a:pt x="2434556" y="2754090"/>
                    <a:pt x="2419021" y="2750289"/>
                  </a:cubicBezTo>
                  <a:close/>
                  <a:moveTo>
                    <a:pt x="2446218" y="2691664"/>
                  </a:moveTo>
                  <a:cubicBezTo>
                    <a:pt x="2453326" y="2701118"/>
                    <a:pt x="2461799" y="2709466"/>
                    <a:pt x="2471362" y="2716430"/>
                  </a:cubicBezTo>
                  <a:cubicBezTo>
                    <a:pt x="2483042" y="2723085"/>
                    <a:pt x="2495281" y="2728692"/>
                    <a:pt x="2507945" y="2733193"/>
                  </a:cubicBezTo>
                  <a:cubicBezTo>
                    <a:pt x="2537154" y="2741641"/>
                    <a:pt x="2566869" y="2748233"/>
                    <a:pt x="2596911" y="2752930"/>
                  </a:cubicBezTo>
                  <a:cubicBezTo>
                    <a:pt x="2610656" y="2754689"/>
                    <a:pt x="2636511" y="2757371"/>
                    <a:pt x="2636764" y="2757413"/>
                  </a:cubicBezTo>
                  <a:lnTo>
                    <a:pt x="2640661" y="2757791"/>
                  </a:lnTo>
                  <a:lnTo>
                    <a:pt x="2629430" y="2803175"/>
                  </a:lnTo>
                  <a:lnTo>
                    <a:pt x="2665552" y="2809293"/>
                  </a:lnTo>
                  <a:lnTo>
                    <a:pt x="2701632" y="2803175"/>
                  </a:lnTo>
                  <a:lnTo>
                    <a:pt x="2690444" y="2757791"/>
                  </a:lnTo>
                  <a:lnTo>
                    <a:pt x="2694299" y="2757413"/>
                  </a:lnTo>
                  <a:cubicBezTo>
                    <a:pt x="2694551" y="2757413"/>
                    <a:pt x="2720406" y="2754689"/>
                    <a:pt x="2734152" y="2752930"/>
                  </a:cubicBezTo>
                  <a:cubicBezTo>
                    <a:pt x="2764307" y="2748253"/>
                    <a:pt x="2794135" y="2741662"/>
                    <a:pt x="2823452" y="2733193"/>
                  </a:cubicBezTo>
                  <a:cubicBezTo>
                    <a:pt x="2836116" y="2728692"/>
                    <a:pt x="2848357" y="2723085"/>
                    <a:pt x="2860036" y="2716430"/>
                  </a:cubicBezTo>
                  <a:cubicBezTo>
                    <a:pt x="2869599" y="2709466"/>
                    <a:pt x="2878072" y="2701118"/>
                    <a:pt x="2885179" y="2691664"/>
                  </a:cubicBezTo>
                  <a:cubicBezTo>
                    <a:pt x="2876522" y="2693277"/>
                    <a:pt x="2867751" y="2694229"/>
                    <a:pt x="2858946" y="2694514"/>
                  </a:cubicBezTo>
                  <a:lnTo>
                    <a:pt x="2858946" y="2694556"/>
                  </a:lnTo>
                  <a:cubicBezTo>
                    <a:pt x="2852744" y="2694556"/>
                    <a:pt x="2845033" y="2694556"/>
                    <a:pt x="2836191" y="2694556"/>
                  </a:cubicBezTo>
                  <a:cubicBezTo>
                    <a:pt x="2828355" y="2694556"/>
                    <a:pt x="2819429" y="2694304"/>
                    <a:pt x="2810127" y="2694304"/>
                  </a:cubicBezTo>
                  <a:cubicBezTo>
                    <a:pt x="2799273" y="2694304"/>
                    <a:pt x="2785570" y="2694304"/>
                    <a:pt x="2770777" y="2695309"/>
                  </a:cubicBezTo>
                  <a:cubicBezTo>
                    <a:pt x="2756760" y="2699442"/>
                    <a:pt x="2742499" y="2702706"/>
                    <a:pt x="2728075" y="2705074"/>
                  </a:cubicBezTo>
                  <a:cubicBezTo>
                    <a:pt x="2718122" y="2706487"/>
                    <a:pt x="2708083" y="2707173"/>
                    <a:pt x="2698029" y="2707127"/>
                  </a:cubicBezTo>
                  <a:lnTo>
                    <a:pt x="2708170" y="2750248"/>
                  </a:lnTo>
                  <a:lnTo>
                    <a:pt x="2665971" y="2755276"/>
                  </a:lnTo>
                  <a:lnTo>
                    <a:pt x="2665427" y="2755276"/>
                  </a:lnTo>
                  <a:lnTo>
                    <a:pt x="2664965" y="2755276"/>
                  </a:lnTo>
                  <a:lnTo>
                    <a:pt x="2623060" y="2750331"/>
                  </a:lnTo>
                  <a:lnTo>
                    <a:pt x="2633201" y="2707210"/>
                  </a:lnTo>
                  <a:cubicBezTo>
                    <a:pt x="2623148" y="2707257"/>
                    <a:pt x="2613108" y="2706570"/>
                    <a:pt x="2603154" y="2705157"/>
                  </a:cubicBezTo>
                  <a:cubicBezTo>
                    <a:pt x="2588785" y="2702740"/>
                    <a:pt x="2574583" y="2699438"/>
                    <a:pt x="2560620" y="2695268"/>
                  </a:cubicBezTo>
                  <a:cubicBezTo>
                    <a:pt x="2545828" y="2694387"/>
                    <a:pt x="2532124" y="2694262"/>
                    <a:pt x="2521271" y="2694262"/>
                  </a:cubicBezTo>
                  <a:cubicBezTo>
                    <a:pt x="2511926" y="2694262"/>
                    <a:pt x="2503043" y="2694262"/>
                    <a:pt x="2495206" y="2694514"/>
                  </a:cubicBezTo>
                  <a:cubicBezTo>
                    <a:pt x="2486406" y="2694514"/>
                    <a:pt x="2478695" y="2694765"/>
                    <a:pt x="2472452" y="2694514"/>
                  </a:cubicBezTo>
                  <a:cubicBezTo>
                    <a:pt x="2463648" y="2694229"/>
                    <a:pt x="2454877" y="2693277"/>
                    <a:pt x="2446218" y="2691664"/>
                  </a:cubicBezTo>
                  <a:close/>
                  <a:moveTo>
                    <a:pt x="3376275" y="2651355"/>
                  </a:moveTo>
                  <a:cubicBezTo>
                    <a:pt x="3374374" y="2651355"/>
                    <a:pt x="3371237" y="2654112"/>
                    <a:pt x="3368670" y="2655444"/>
                  </a:cubicBezTo>
                  <a:cubicBezTo>
                    <a:pt x="3363123" y="2659873"/>
                    <a:pt x="3359428" y="2666212"/>
                    <a:pt x="3358307" y="2673221"/>
                  </a:cubicBezTo>
                  <a:cubicBezTo>
                    <a:pt x="3357736" y="2675503"/>
                    <a:pt x="3354219" y="2679116"/>
                    <a:pt x="3354219" y="2681017"/>
                  </a:cubicBezTo>
                  <a:cubicBezTo>
                    <a:pt x="3354219" y="2682918"/>
                    <a:pt x="3356215" y="2685770"/>
                    <a:pt x="3356215" y="2687671"/>
                  </a:cubicBezTo>
                  <a:cubicBezTo>
                    <a:pt x="3356215" y="2689573"/>
                    <a:pt x="3354789" y="2694137"/>
                    <a:pt x="3354789" y="2696039"/>
                  </a:cubicBezTo>
                  <a:cubicBezTo>
                    <a:pt x="3354789" y="2704023"/>
                    <a:pt x="3361349" y="2707161"/>
                    <a:pt x="3368289" y="2707161"/>
                  </a:cubicBezTo>
                  <a:cubicBezTo>
                    <a:pt x="3372260" y="2706101"/>
                    <a:pt x="3376067" y="2704501"/>
                    <a:pt x="3379603" y="2702407"/>
                  </a:cubicBezTo>
                  <a:cubicBezTo>
                    <a:pt x="3381694" y="2701837"/>
                    <a:pt x="3385022" y="2703644"/>
                    <a:pt x="3388159" y="2701647"/>
                  </a:cubicBezTo>
                  <a:cubicBezTo>
                    <a:pt x="3391296" y="2699651"/>
                    <a:pt x="3393577" y="2698985"/>
                    <a:pt x="3395575" y="2696608"/>
                  </a:cubicBezTo>
                  <a:cubicBezTo>
                    <a:pt x="3397571" y="2694232"/>
                    <a:pt x="3397571" y="2690333"/>
                    <a:pt x="3399282" y="2686055"/>
                  </a:cubicBezTo>
                  <a:cubicBezTo>
                    <a:pt x="3400042" y="2684249"/>
                    <a:pt x="3403750" y="2683394"/>
                    <a:pt x="3404511" y="2682158"/>
                  </a:cubicBezTo>
                  <a:lnTo>
                    <a:pt x="3409565" y="2676636"/>
                  </a:lnTo>
                  <a:lnTo>
                    <a:pt x="3409549" y="2676739"/>
                  </a:lnTo>
                  <a:lnTo>
                    <a:pt x="3409645" y="2676549"/>
                  </a:lnTo>
                  <a:lnTo>
                    <a:pt x="3409565" y="2676636"/>
                  </a:lnTo>
                  <a:lnTo>
                    <a:pt x="3410690" y="2669323"/>
                  </a:lnTo>
                  <a:cubicBezTo>
                    <a:pt x="3411692" y="2667258"/>
                    <a:pt x="3412025" y="2664932"/>
                    <a:pt x="3411641" y="2662669"/>
                  </a:cubicBezTo>
                  <a:cubicBezTo>
                    <a:pt x="3411641" y="2661148"/>
                    <a:pt x="3409454" y="2660768"/>
                    <a:pt x="3407553" y="2660768"/>
                  </a:cubicBezTo>
                  <a:cubicBezTo>
                    <a:pt x="3403658" y="2660537"/>
                    <a:pt x="3399754" y="2660537"/>
                    <a:pt x="3395859" y="2660768"/>
                  </a:cubicBezTo>
                  <a:cubicBezTo>
                    <a:pt x="3392654" y="2662124"/>
                    <a:pt x="3389252" y="2662958"/>
                    <a:pt x="3385782" y="2663239"/>
                  </a:cubicBezTo>
                  <a:cubicBezTo>
                    <a:pt x="3383406" y="2663239"/>
                    <a:pt x="3383025" y="2651355"/>
                    <a:pt x="3376275" y="2651355"/>
                  </a:cubicBezTo>
                  <a:close/>
                  <a:moveTo>
                    <a:pt x="3503098" y="2627967"/>
                  </a:moveTo>
                  <a:cubicBezTo>
                    <a:pt x="3499961" y="2630345"/>
                    <a:pt x="3502053" y="2635953"/>
                    <a:pt x="3500532" y="2638045"/>
                  </a:cubicBezTo>
                  <a:cubicBezTo>
                    <a:pt x="3499495" y="2640176"/>
                    <a:pt x="3499291" y="2642617"/>
                    <a:pt x="3499961" y="2644890"/>
                  </a:cubicBezTo>
                  <a:cubicBezTo>
                    <a:pt x="3501907" y="2648274"/>
                    <a:pt x="3502923" y="2652111"/>
                    <a:pt x="3502909" y="2656013"/>
                  </a:cubicBezTo>
                  <a:cubicBezTo>
                    <a:pt x="3502909" y="2659056"/>
                    <a:pt x="3507758" y="2661337"/>
                    <a:pt x="3507947" y="2665995"/>
                  </a:cubicBezTo>
                  <a:cubicBezTo>
                    <a:pt x="3509822" y="2669945"/>
                    <a:pt x="3511917" y="2673786"/>
                    <a:pt x="3514222" y="2677500"/>
                  </a:cubicBezTo>
                  <a:cubicBezTo>
                    <a:pt x="3515267" y="2680066"/>
                    <a:pt x="3514222" y="2683965"/>
                    <a:pt x="3514222" y="2686056"/>
                  </a:cubicBezTo>
                  <a:cubicBezTo>
                    <a:pt x="3515173" y="2690144"/>
                    <a:pt x="3517740" y="2692520"/>
                    <a:pt x="3520307" y="2692520"/>
                  </a:cubicBezTo>
                  <a:cubicBezTo>
                    <a:pt x="3522874" y="2692520"/>
                    <a:pt x="3524490" y="2689764"/>
                    <a:pt x="3528102" y="2688812"/>
                  </a:cubicBezTo>
                  <a:cubicBezTo>
                    <a:pt x="3530194" y="2688242"/>
                    <a:pt x="3533426" y="2688812"/>
                    <a:pt x="3535518" y="2688812"/>
                  </a:cubicBezTo>
                  <a:cubicBezTo>
                    <a:pt x="3538656" y="2688296"/>
                    <a:pt x="3541643" y="2687095"/>
                    <a:pt x="3544265" y="2685295"/>
                  </a:cubicBezTo>
                  <a:cubicBezTo>
                    <a:pt x="3546149" y="2683515"/>
                    <a:pt x="3547838" y="2681539"/>
                    <a:pt x="3549303" y="2679401"/>
                  </a:cubicBezTo>
                  <a:cubicBezTo>
                    <a:pt x="3551205" y="2677119"/>
                    <a:pt x="3551870" y="2672556"/>
                    <a:pt x="3553581" y="2670655"/>
                  </a:cubicBezTo>
                  <a:cubicBezTo>
                    <a:pt x="3555293" y="2668753"/>
                    <a:pt x="3557764" y="2667612"/>
                    <a:pt x="3559096" y="2663428"/>
                  </a:cubicBezTo>
                  <a:cubicBezTo>
                    <a:pt x="3559651" y="2660860"/>
                    <a:pt x="3559651" y="2658202"/>
                    <a:pt x="3559096" y="2655633"/>
                  </a:cubicBezTo>
                  <a:cubicBezTo>
                    <a:pt x="3557953" y="2653495"/>
                    <a:pt x="3556582" y="2651487"/>
                    <a:pt x="3555007" y="2649643"/>
                  </a:cubicBezTo>
                  <a:lnTo>
                    <a:pt x="3555863" y="2649454"/>
                  </a:lnTo>
                  <a:cubicBezTo>
                    <a:pt x="3552916" y="2645460"/>
                    <a:pt x="3544169" y="2634907"/>
                    <a:pt x="3540271" y="2635669"/>
                  </a:cubicBezTo>
                  <a:cubicBezTo>
                    <a:pt x="3538118" y="2636202"/>
                    <a:pt x="3535923" y="2636551"/>
                    <a:pt x="3533712" y="2636714"/>
                  </a:cubicBezTo>
                  <a:cubicBezTo>
                    <a:pt x="3531905" y="2636714"/>
                    <a:pt x="3528388" y="2634052"/>
                    <a:pt x="3526106" y="2634337"/>
                  </a:cubicBezTo>
                  <a:cubicBezTo>
                    <a:pt x="3523520" y="2634617"/>
                    <a:pt x="3520905" y="2634390"/>
                    <a:pt x="3518405" y="2633672"/>
                  </a:cubicBezTo>
                  <a:cubicBezTo>
                    <a:pt x="3516599" y="2633672"/>
                    <a:pt x="3511941" y="2629584"/>
                    <a:pt x="3510705" y="2629679"/>
                  </a:cubicBezTo>
                  <a:cubicBezTo>
                    <a:pt x="3506806" y="2630345"/>
                    <a:pt x="3505571" y="2627587"/>
                    <a:pt x="3503098" y="2627967"/>
                  </a:cubicBezTo>
                  <a:close/>
                  <a:moveTo>
                    <a:pt x="2859910" y="2626334"/>
                  </a:moveTo>
                  <a:cubicBezTo>
                    <a:pt x="2850732" y="2627717"/>
                    <a:pt x="2837323" y="2629099"/>
                    <a:pt x="2833970" y="2629268"/>
                  </a:cubicBezTo>
                  <a:lnTo>
                    <a:pt x="2834390" y="2629351"/>
                  </a:lnTo>
                  <a:lnTo>
                    <a:pt x="2824374" y="2629812"/>
                  </a:lnTo>
                  <a:cubicBezTo>
                    <a:pt x="2812138" y="2630357"/>
                    <a:pt x="2796339" y="2631112"/>
                    <a:pt x="2777105" y="2632285"/>
                  </a:cubicBezTo>
                  <a:lnTo>
                    <a:pt x="2771824" y="2635093"/>
                  </a:lnTo>
                  <a:cubicBezTo>
                    <a:pt x="2755034" y="2643578"/>
                    <a:pt x="2736997" y="2649336"/>
                    <a:pt x="2718395" y="2652148"/>
                  </a:cubicBezTo>
                  <a:cubicBezTo>
                    <a:pt x="2715231" y="2652596"/>
                    <a:pt x="2712038" y="2652805"/>
                    <a:pt x="2708840" y="2652777"/>
                  </a:cubicBezTo>
                  <a:cubicBezTo>
                    <a:pt x="2704650" y="2652777"/>
                    <a:pt x="2700207" y="2652441"/>
                    <a:pt x="2697148" y="2652148"/>
                  </a:cubicBezTo>
                  <a:lnTo>
                    <a:pt x="2706326" y="2690492"/>
                  </a:lnTo>
                  <a:lnTo>
                    <a:pt x="2665888" y="2693047"/>
                  </a:lnTo>
                  <a:lnTo>
                    <a:pt x="2625406" y="2690492"/>
                  </a:lnTo>
                  <a:lnTo>
                    <a:pt x="2634626" y="2652148"/>
                  </a:lnTo>
                  <a:cubicBezTo>
                    <a:pt x="2631525" y="2652441"/>
                    <a:pt x="2627292" y="2652777"/>
                    <a:pt x="2622892" y="2652777"/>
                  </a:cubicBezTo>
                  <a:cubicBezTo>
                    <a:pt x="2619694" y="2652802"/>
                    <a:pt x="2616501" y="2652592"/>
                    <a:pt x="2613337" y="2652148"/>
                  </a:cubicBezTo>
                  <a:cubicBezTo>
                    <a:pt x="2594748" y="2649344"/>
                    <a:pt x="2576725" y="2643587"/>
                    <a:pt x="2559950" y="2635093"/>
                  </a:cubicBezTo>
                  <a:cubicBezTo>
                    <a:pt x="2558148" y="2634171"/>
                    <a:pt x="2556389" y="2633249"/>
                    <a:pt x="2554670" y="2632285"/>
                  </a:cubicBezTo>
                  <a:cubicBezTo>
                    <a:pt x="2535435" y="2631112"/>
                    <a:pt x="2519595" y="2630357"/>
                    <a:pt x="2507401" y="2629812"/>
                  </a:cubicBezTo>
                  <a:lnTo>
                    <a:pt x="2497344" y="2629351"/>
                  </a:lnTo>
                  <a:cubicBezTo>
                    <a:pt x="2494033" y="2629351"/>
                    <a:pt x="2480581" y="2627801"/>
                    <a:pt x="2471445" y="2626418"/>
                  </a:cubicBezTo>
                  <a:cubicBezTo>
                    <a:pt x="2478281" y="2636643"/>
                    <a:pt x="2486598" y="2645795"/>
                    <a:pt x="2496128" y="2653572"/>
                  </a:cubicBezTo>
                  <a:cubicBezTo>
                    <a:pt x="2507229" y="2663040"/>
                    <a:pt x="2519528" y="2671001"/>
                    <a:pt x="2532711" y="2677249"/>
                  </a:cubicBezTo>
                  <a:cubicBezTo>
                    <a:pt x="2555647" y="2687478"/>
                    <a:pt x="2579843" y="2694598"/>
                    <a:pt x="2604663" y="2698412"/>
                  </a:cubicBezTo>
                  <a:cubicBezTo>
                    <a:pt x="2614951" y="2699820"/>
                    <a:pt x="2625331" y="2700477"/>
                    <a:pt x="2635715" y="2700381"/>
                  </a:cubicBezTo>
                  <a:lnTo>
                    <a:pt x="2642126" y="2700381"/>
                  </a:lnTo>
                  <a:lnTo>
                    <a:pt x="2631692" y="2744423"/>
                  </a:lnTo>
                  <a:lnTo>
                    <a:pt x="2665217" y="2748614"/>
                  </a:lnTo>
                  <a:lnTo>
                    <a:pt x="2665677" y="2748614"/>
                  </a:lnTo>
                  <a:lnTo>
                    <a:pt x="2666097" y="2748614"/>
                  </a:lnTo>
                  <a:lnTo>
                    <a:pt x="2699621" y="2744423"/>
                  </a:lnTo>
                  <a:lnTo>
                    <a:pt x="2689228" y="2700297"/>
                  </a:lnTo>
                  <a:lnTo>
                    <a:pt x="2695640" y="2700297"/>
                  </a:lnTo>
                  <a:cubicBezTo>
                    <a:pt x="2706024" y="2700390"/>
                    <a:pt x="2716405" y="2699731"/>
                    <a:pt x="2726692" y="2698328"/>
                  </a:cubicBezTo>
                  <a:cubicBezTo>
                    <a:pt x="2751509" y="2694502"/>
                    <a:pt x="2775706" y="2687386"/>
                    <a:pt x="2798645" y="2677165"/>
                  </a:cubicBezTo>
                  <a:cubicBezTo>
                    <a:pt x="2811790" y="2670918"/>
                    <a:pt x="2824064" y="2662972"/>
                    <a:pt x="2835144" y="2653530"/>
                  </a:cubicBezTo>
                  <a:cubicBezTo>
                    <a:pt x="2844691" y="2645728"/>
                    <a:pt x="2853033" y="2636564"/>
                    <a:pt x="2859910" y="2626334"/>
                  </a:cubicBezTo>
                  <a:close/>
                  <a:moveTo>
                    <a:pt x="3475813" y="2572829"/>
                  </a:moveTo>
                  <a:cubicBezTo>
                    <a:pt x="3477239" y="2572829"/>
                    <a:pt x="3474862" y="2577297"/>
                    <a:pt x="3473057" y="2580435"/>
                  </a:cubicBezTo>
                  <a:cubicBezTo>
                    <a:pt x="3470648" y="2583304"/>
                    <a:pt x="3467829" y="2585803"/>
                    <a:pt x="3464690" y="2587850"/>
                  </a:cubicBezTo>
                  <a:cubicBezTo>
                    <a:pt x="3460031" y="2590702"/>
                    <a:pt x="3458225" y="2593459"/>
                    <a:pt x="3454612" y="2595646"/>
                  </a:cubicBezTo>
                  <a:cubicBezTo>
                    <a:pt x="3451235" y="2597329"/>
                    <a:pt x="3447607" y="2598453"/>
                    <a:pt x="3443870" y="2598973"/>
                  </a:cubicBezTo>
                  <a:cubicBezTo>
                    <a:pt x="3440551" y="2598874"/>
                    <a:pt x="3437884" y="2596207"/>
                    <a:pt x="3437785" y="2592888"/>
                  </a:cubicBezTo>
                  <a:cubicBezTo>
                    <a:pt x="3437682" y="2589852"/>
                    <a:pt x="3439351" y="2587032"/>
                    <a:pt x="3442063" y="2585663"/>
                  </a:cubicBezTo>
                  <a:cubicBezTo>
                    <a:pt x="3446608" y="2583314"/>
                    <a:pt x="3451309" y="2581281"/>
                    <a:pt x="3456134" y="2579578"/>
                  </a:cubicBezTo>
                  <a:cubicBezTo>
                    <a:pt x="3458081" y="2578678"/>
                    <a:pt x="3459902" y="2577527"/>
                    <a:pt x="3461553" y="2576156"/>
                  </a:cubicBezTo>
                  <a:cubicBezTo>
                    <a:pt x="3463359" y="2574540"/>
                    <a:pt x="3466021" y="2575491"/>
                    <a:pt x="3468778" y="2573779"/>
                  </a:cubicBezTo>
                  <a:cubicBezTo>
                    <a:pt x="3471032" y="2572982"/>
                    <a:pt x="3473428" y="2572658"/>
                    <a:pt x="3475813" y="2572829"/>
                  </a:cubicBezTo>
                  <a:close/>
                  <a:moveTo>
                    <a:pt x="3809795" y="2557522"/>
                  </a:moveTo>
                  <a:cubicBezTo>
                    <a:pt x="3811421" y="2557456"/>
                    <a:pt x="3812792" y="2558720"/>
                    <a:pt x="3812859" y="2560347"/>
                  </a:cubicBezTo>
                  <a:cubicBezTo>
                    <a:pt x="3812866" y="2560515"/>
                    <a:pt x="3812859" y="2560682"/>
                    <a:pt x="3812837" y="2560849"/>
                  </a:cubicBezTo>
                  <a:cubicBezTo>
                    <a:pt x="3812481" y="2565297"/>
                    <a:pt x="3810142" y="2569347"/>
                    <a:pt x="3806467" y="2571877"/>
                  </a:cubicBezTo>
                  <a:lnTo>
                    <a:pt x="3806373" y="2571877"/>
                  </a:lnTo>
                  <a:cubicBezTo>
                    <a:pt x="3804471" y="2572923"/>
                    <a:pt x="3800003" y="2571877"/>
                    <a:pt x="3796866" y="2570832"/>
                  </a:cubicBezTo>
                  <a:cubicBezTo>
                    <a:pt x="3796035" y="2569120"/>
                    <a:pt x="3795737" y="2567200"/>
                    <a:pt x="3796009" y="2565318"/>
                  </a:cubicBezTo>
                  <a:cubicBezTo>
                    <a:pt x="3796181" y="2563102"/>
                    <a:pt x="3797122" y="2561017"/>
                    <a:pt x="3798671" y="2559424"/>
                  </a:cubicBezTo>
                  <a:cubicBezTo>
                    <a:pt x="3802324" y="2558502"/>
                    <a:pt x="3806043" y="2557866"/>
                    <a:pt x="3809795" y="2557522"/>
                  </a:cubicBezTo>
                  <a:close/>
                  <a:moveTo>
                    <a:pt x="3843069" y="2547634"/>
                  </a:moveTo>
                  <a:cubicBezTo>
                    <a:pt x="3845731" y="2546874"/>
                    <a:pt x="3848202" y="2547159"/>
                    <a:pt x="3848584" y="2549631"/>
                  </a:cubicBezTo>
                  <a:cubicBezTo>
                    <a:pt x="3848826" y="2552033"/>
                    <a:pt x="3848826" y="2554454"/>
                    <a:pt x="3848584" y="2556857"/>
                  </a:cubicBezTo>
                  <a:lnTo>
                    <a:pt x="3848202" y="2556857"/>
                  </a:lnTo>
                  <a:cubicBezTo>
                    <a:pt x="3846354" y="2560615"/>
                    <a:pt x="3842822" y="2563264"/>
                    <a:pt x="3838695" y="2563986"/>
                  </a:cubicBezTo>
                  <a:cubicBezTo>
                    <a:pt x="3837460" y="2563986"/>
                    <a:pt x="3833467" y="2561135"/>
                    <a:pt x="3833371" y="2559138"/>
                  </a:cubicBezTo>
                  <a:cubicBezTo>
                    <a:pt x="3833278" y="2557141"/>
                    <a:pt x="3832421" y="2552768"/>
                    <a:pt x="3834419" y="2550487"/>
                  </a:cubicBezTo>
                  <a:cubicBezTo>
                    <a:pt x="3838506" y="2550487"/>
                    <a:pt x="3840407" y="2548396"/>
                    <a:pt x="3843069" y="2547634"/>
                  </a:cubicBezTo>
                  <a:close/>
                  <a:moveTo>
                    <a:pt x="3495398" y="2536701"/>
                  </a:moveTo>
                  <a:cubicBezTo>
                    <a:pt x="3493414" y="2536486"/>
                    <a:pt x="3491436" y="2537145"/>
                    <a:pt x="3489978" y="2538508"/>
                  </a:cubicBezTo>
                  <a:cubicBezTo>
                    <a:pt x="3488338" y="2539220"/>
                    <a:pt x="3486750" y="2540045"/>
                    <a:pt x="3485225" y="2540980"/>
                  </a:cubicBezTo>
                  <a:cubicBezTo>
                    <a:pt x="3483609" y="2541930"/>
                    <a:pt x="3481803" y="2543071"/>
                    <a:pt x="3479806" y="2544498"/>
                  </a:cubicBezTo>
                  <a:cubicBezTo>
                    <a:pt x="3476951" y="2546424"/>
                    <a:pt x="3473704" y="2547691"/>
                    <a:pt x="3470299" y="2548206"/>
                  </a:cubicBezTo>
                  <a:cubicBezTo>
                    <a:pt x="3465926" y="2549441"/>
                    <a:pt x="3465355" y="2550202"/>
                    <a:pt x="3463454" y="2550202"/>
                  </a:cubicBezTo>
                  <a:cubicBezTo>
                    <a:pt x="3460401" y="2550812"/>
                    <a:pt x="3457453" y="2551869"/>
                    <a:pt x="3454707" y="2553339"/>
                  </a:cubicBezTo>
                  <a:cubicBezTo>
                    <a:pt x="3450524" y="2555240"/>
                    <a:pt x="3445200" y="2555240"/>
                    <a:pt x="3442729" y="2556572"/>
                  </a:cubicBezTo>
                  <a:cubicBezTo>
                    <a:pt x="3437742" y="2559291"/>
                    <a:pt x="3432232" y="2560911"/>
                    <a:pt x="3426567" y="2561325"/>
                  </a:cubicBezTo>
                  <a:cubicBezTo>
                    <a:pt x="3425424" y="2559609"/>
                    <a:pt x="3424186" y="2557959"/>
                    <a:pt x="3422859" y="2556381"/>
                  </a:cubicBezTo>
                  <a:cubicBezTo>
                    <a:pt x="3419341" y="2553910"/>
                    <a:pt x="3418391" y="2552674"/>
                    <a:pt x="3415063" y="2552294"/>
                  </a:cubicBezTo>
                  <a:cubicBezTo>
                    <a:pt x="3411736" y="2551914"/>
                    <a:pt x="3409074" y="2554670"/>
                    <a:pt x="3406317" y="2556191"/>
                  </a:cubicBezTo>
                  <a:cubicBezTo>
                    <a:pt x="3403750" y="2560280"/>
                    <a:pt x="3397380" y="2562656"/>
                    <a:pt x="3396810" y="2573399"/>
                  </a:cubicBezTo>
                  <a:cubicBezTo>
                    <a:pt x="3396810" y="2575206"/>
                    <a:pt x="3396810" y="2579578"/>
                    <a:pt x="3397570" y="2588610"/>
                  </a:cubicBezTo>
                  <a:cubicBezTo>
                    <a:pt x="3397570" y="2594600"/>
                    <a:pt x="3399377" y="2598117"/>
                    <a:pt x="3400042" y="2603632"/>
                  </a:cubicBezTo>
                  <a:cubicBezTo>
                    <a:pt x="3400708" y="2609145"/>
                    <a:pt x="3402609" y="2613139"/>
                    <a:pt x="3402609" y="2615325"/>
                  </a:cubicBezTo>
                  <a:cubicBezTo>
                    <a:pt x="3402609" y="2617512"/>
                    <a:pt x="3403370" y="2621125"/>
                    <a:pt x="3403560" y="2623311"/>
                  </a:cubicBezTo>
                  <a:cubicBezTo>
                    <a:pt x="3404321" y="2623311"/>
                    <a:pt x="3404891" y="2626733"/>
                    <a:pt x="3405366" y="2627399"/>
                  </a:cubicBezTo>
                  <a:cubicBezTo>
                    <a:pt x="3405759" y="2630008"/>
                    <a:pt x="3406462" y="2632561"/>
                    <a:pt x="3407458" y="2635004"/>
                  </a:cubicBezTo>
                  <a:cubicBezTo>
                    <a:pt x="3408461" y="2636349"/>
                    <a:pt x="3409721" y="2637480"/>
                    <a:pt x="3411166" y="2638332"/>
                  </a:cubicBezTo>
                  <a:cubicBezTo>
                    <a:pt x="3414573" y="2639038"/>
                    <a:pt x="3418050" y="2639356"/>
                    <a:pt x="3421528" y="2639282"/>
                  </a:cubicBezTo>
                  <a:cubicBezTo>
                    <a:pt x="3423430" y="2639282"/>
                    <a:pt x="3426091" y="2638142"/>
                    <a:pt x="3427993" y="2638142"/>
                  </a:cubicBezTo>
                  <a:cubicBezTo>
                    <a:pt x="3429894" y="2638142"/>
                    <a:pt x="3433031" y="2641184"/>
                    <a:pt x="3436169" y="2640423"/>
                  </a:cubicBezTo>
                  <a:cubicBezTo>
                    <a:pt x="3437500" y="2640423"/>
                    <a:pt x="3438926" y="2644036"/>
                    <a:pt x="3438926" y="2645558"/>
                  </a:cubicBezTo>
                  <a:cubicBezTo>
                    <a:pt x="3437905" y="2650537"/>
                    <a:pt x="3437301" y="2655594"/>
                    <a:pt x="3437120" y="2660674"/>
                  </a:cubicBezTo>
                  <a:cubicBezTo>
                    <a:pt x="3436733" y="2664435"/>
                    <a:pt x="3436733" y="2668226"/>
                    <a:pt x="3437120" y="2671987"/>
                  </a:cubicBezTo>
                  <a:cubicBezTo>
                    <a:pt x="3437120" y="2673888"/>
                    <a:pt x="3437120" y="2678357"/>
                    <a:pt x="3437120" y="2680258"/>
                  </a:cubicBezTo>
                  <a:cubicBezTo>
                    <a:pt x="3436549" y="2689765"/>
                    <a:pt x="3433412" y="2692141"/>
                    <a:pt x="3426947" y="2692141"/>
                  </a:cubicBezTo>
                  <a:cubicBezTo>
                    <a:pt x="3425141" y="2692141"/>
                    <a:pt x="3420768" y="2687578"/>
                    <a:pt x="3414303" y="2687769"/>
                  </a:cubicBezTo>
                  <a:cubicBezTo>
                    <a:pt x="3413352" y="2687769"/>
                    <a:pt x="3405556" y="2688244"/>
                    <a:pt x="3405747" y="2691286"/>
                  </a:cubicBezTo>
                  <a:cubicBezTo>
                    <a:pt x="3405937" y="2694328"/>
                    <a:pt x="3416109" y="2699557"/>
                    <a:pt x="3419152" y="2704976"/>
                  </a:cubicBezTo>
                  <a:cubicBezTo>
                    <a:pt x="3421338" y="2708779"/>
                    <a:pt x="3421718" y="2711821"/>
                    <a:pt x="3423905" y="2713913"/>
                  </a:cubicBezTo>
                  <a:cubicBezTo>
                    <a:pt x="3426509" y="2715903"/>
                    <a:pt x="3429482" y="2717357"/>
                    <a:pt x="3432651" y="2718191"/>
                  </a:cubicBezTo>
                  <a:cubicBezTo>
                    <a:pt x="3434838" y="2719332"/>
                    <a:pt x="3435789" y="2721043"/>
                    <a:pt x="3437880" y="2722280"/>
                  </a:cubicBezTo>
                  <a:cubicBezTo>
                    <a:pt x="3439972" y="2723515"/>
                    <a:pt x="3443679" y="2724085"/>
                    <a:pt x="3444536" y="2725226"/>
                  </a:cubicBezTo>
                  <a:cubicBezTo>
                    <a:pt x="3445367" y="2726873"/>
                    <a:pt x="3446979" y="2727983"/>
                    <a:pt x="3448813" y="2728173"/>
                  </a:cubicBezTo>
                  <a:cubicBezTo>
                    <a:pt x="3450715" y="2728173"/>
                    <a:pt x="3454803" y="2724941"/>
                    <a:pt x="3458320" y="2723325"/>
                  </a:cubicBezTo>
                  <a:cubicBezTo>
                    <a:pt x="3461838" y="2721709"/>
                    <a:pt x="3465735" y="2714483"/>
                    <a:pt x="3468493" y="2713153"/>
                  </a:cubicBezTo>
                  <a:cubicBezTo>
                    <a:pt x="3473674" y="2710101"/>
                    <a:pt x="3477176" y="2704848"/>
                    <a:pt x="3478000" y="2698892"/>
                  </a:cubicBezTo>
                  <a:cubicBezTo>
                    <a:pt x="3479142" y="2682147"/>
                    <a:pt x="3479142" y="2665344"/>
                    <a:pt x="3478000" y="2648600"/>
                  </a:cubicBezTo>
                  <a:cubicBezTo>
                    <a:pt x="3476639" y="2644990"/>
                    <a:pt x="3476024" y="2641141"/>
                    <a:pt x="3476194" y="2637286"/>
                  </a:cubicBezTo>
                  <a:cubicBezTo>
                    <a:pt x="3476194" y="2633389"/>
                    <a:pt x="3480282" y="2630536"/>
                    <a:pt x="3481707" y="2631107"/>
                  </a:cubicBezTo>
                  <a:cubicBezTo>
                    <a:pt x="3483633" y="2631939"/>
                    <a:pt x="3485860" y="2631647"/>
                    <a:pt x="3487506" y="2630346"/>
                  </a:cubicBezTo>
                  <a:cubicBezTo>
                    <a:pt x="3490306" y="2627180"/>
                    <a:pt x="3492910" y="2623847"/>
                    <a:pt x="3495302" y="2620364"/>
                  </a:cubicBezTo>
                  <a:cubicBezTo>
                    <a:pt x="3500640" y="2609706"/>
                    <a:pt x="3506576" y="2599359"/>
                    <a:pt x="3513081" y="2589371"/>
                  </a:cubicBezTo>
                  <a:cubicBezTo>
                    <a:pt x="3515088" y="2586321"/>
                    <a:pt x="3516897" y="2583146"/>
                    <a:pt x="3518499" y="2579864"/>
                  </a:cubicBezTo>
                  <a:lnTo>
                    <a:pt x="3518880" y="2579864"/>
                  </a:lnTo>
                  <a:cubicBezTo>
                    <a:pt x="3522437" y="2575824"/>
                    <a:pt x="3526214" y="2571985"/>
                    <a:pt x="3530193" y="2568360"/>
                  </a:cubicBezTo>
                  <a:cubicBezTo>
                    <a:pt x="3531163" y="2565558"/>
                    <a:pt x="3531163" y="2562511"/>
                    <a:pt x="3530193" y="2559709"/>
                  </a:cubicBezTo>
                  <a:cubicBezTo>
                    <a:pt x="3529276" y="2555902"/>
                    <a:pt x="3528036" y="2552181"/>
                    <a:pt x="3526485" y="2548586"/>
                  </a:cubicBezTo>
                  <a:cubicBezTo>
                    <a:pt x="3522321" y="2545228"/>
                    <a:pt x="3517831" y="2542299"/>
                    <a:pt x="3513081" y="2539839"/>
                  </a:cubicBezTo>
                  <a:cubicBezTo>
                    <a:pt x="3511179" y="2538604"/>
                    <a:pt x="3505475" y="2539839"/>
                    <a:pt x="3503574" y="2539839"/>
                  </a:cubicBezTo>
                  <a:cubicBezTo>
                    <a:pt x="3500989" y="2538460"/>
                    <a:pt x="3498242" y="2537406"/>
                    <a:pt x="3495398" y="2536701"/>
                  </a:cubicBezTo>
                  <a:close/>
                  <a:moveTo>
                    <a:pt x="3806943" y="2521110"/>
                  </a:moveTo>
                  <a:cubicBezTo>
                    <a:pt x="3812932" y="2519684"/>
                    <a:pt x="3814739" y="2521775"/>
                    <a:pt x="3813882" y="2529096"/>
                  </a:cubicBezTo>
                  <a:lnTo>
                    <a:pt x="3813407" y="2529382"/>
                  </a:lnTo>
                  <a:cubicBezTo>
                    <a:pt x="3812837" y="2534800"/>
                    <a:pt x="3807133" y="2536227"/>
                    <a:pt x="3802569" y="2539649"/>
                  </a:cubicBezTo>
                  <a:cubicBezTo>
                    <a:pt x="3800288" y="2541455"/>
                    <a:pt x="3798482" y="2537177"/>
                    <a:pt x="3798482" y="2537177"/>
                  </a:cubicBezTo>
                  <a:cubicBezTo>
                    <a:pt x="3796200" y="2535181"/>
                    <a:pt x="3797530" y="2530903"/>
                    <a:pt x="3797436" y="2527670"/>
                  </a:cubicBezTo>
                  <a:cubicBezTo>
                    <a:pt x="3797436" y="2521110"/>
                    <a:pt x="3804661" y="2523392"/>
                    <a:pt x="3806943" y="2521110"/>
                  </a:cubicBezTo>
                  <a:close/>
                  <a:moveTo>
                    <a:pt x="3858280" y="2507135"/>
                  </a:moveTo>
                  <a:cubicBezTo>
                    <a:pt x="3859231" y="2507990"/>
                    <a:pt x="3859136" y="2513505"/>
                    <a:pt x="3859136" y="2515501"/>
                  </a:cubicBezTo>
                  <a:cubicBezTo>
                    <a:pt x="3857760" y="2519931"/>
                    <a:pt x="3855034" y="2523819"/>
                    <a:pt x="3851340" y="2526624"/>
                  </a:cubicBezTo>
                  <a:cubicBezTo>
                    <a:pt x="3847436" y="2527145"/>
                    <a:pt x="3843467" y="2526919"/>
                    <a:pt x="3839647" y="2525958"/>
                  </a:cubicBezTo>
                  <a:cubicBezTo>
                    <a:pt x="3836224" y="2524723"/>
                    <a:pt x="3836224" y="2519018"/>
                    <a:pt x="3836510" y="2515691"/>
                  </a:cubicBezTo>
                  <a:cubicBezTo>
                    <a:pt x="3837175" y="2509322"/>
                    <a:pt x="3850200" y="2509702"/>
                    <a:pt x="3858280" y="2507135"/>
                  </a:cubicBezTo>
                  <a:close/>
                  <a:moveTo>
                    <a:pt x="4168970" y="2504947"/>
                  </a:moveTo>
                  <a:cubicBezTo>
                    <a:pt x="4166551" y="2505433"/>
                    <a:pt x="4164108" y="2505783"/>
                    <a:pt x="4161649" y="2505993"/>
                  </a:cubicBezTo>
                  <a:cubicBezTo>
                    <a:pt x="4158787" y="2505749"/>
                    <a:pt x="4155905" y="2506105"/>
                    <a:pt x="4153188" y="2507039"/>
                  </a:cubicBezTo>
                  <a:cubicBezTo>
                    <a:pt x="4143720" y="2512381"/>
                    <a:pt x="4133672" y="2516623"/>
                    <a:pt x="4123241" y="2519683"/>
                  </a:cubicBezTo>
                  <a:cubicBezTo>
                    <a:pt x="4121815" y="2520159"/>
                    <a:pt x="4119058" y="2521394"/>
                    <a:pt x="4118297" y="2521585"/>
                  </a:cubicBezTo>
                  <a:cubicBezTo>
                    <a:pt x="4117537" y="2521774"/>
                    <a:pt x="4114305" y="2522821"/>
                    <a:pt x="4111358" y="2523486"/>
                  </a:cubicBezTo>
                  <a:cubicBezTo>
                    <a:pt x="4098186" y="2526465"/>
                    <a:pt x="4084854" y="2528686"/>
                    <a:pt x="4071428" y="2530141"/>
                  </a:cubicBezTo>
                  <a:cubicBezTo>
                    <a:pt x="4065938" y="2528469"/>
                    <a:pt x="4060349" y="2527135"/>
                    <a:pt x="4054696" y="2526148"/>
                  </a:cubicBezTo>
                  <a:cubicBezTo>
                    <a:pt x="4050132" y="2528430"/>
                    <a:pt x="4045189" y="2528810"/>
                    <a:pt x="4045189" y="2534039"/>
                  </a:cubicBezTo>
                  <a:cubicBezTo>
                    <a:pt x="4045189" y="2536035"/>
                    <a:pt x="4046234" y="2542595"/>
                    <a:pt x="4046139" y="2544591"/>
                  </a:cubicBezTo>
                  <a:cubicBezTo>
                    <a:pt x="4045965" y="2548331"/>
                    <a:pt x="4046614" y="2552063"/>
                    <a:pt x="4048040" y="2555525"/>
                  </a:cubicBezTo>
                  <a:cubicBezTo>
                    <a:pt x="4051680" y="2559314"/>
                    <a:pt x="4054240" y="2564007"/>
                    <a:pt x="4055456" y="2569120"/>
                  </a:cubicBezTo>
                  <a:cubicBezTo>
                    <a:pt x="4056026" y="2574158"/>
                    <a:pt x="4055456" y="2578627"/>
                    <a:pt x="4059259" y="2580433"/>
                  </a:cubicBezTo>
                  <a:cubicBezTo>
                    <a:pt x="4063412" y="2581249"/>
                    <a:pt x="4067709" y="2580953"/>
                    <a:pt x="4071713" y="2579577"/>
                  </a:cubicBezTo>
                  <a:cubicBezTo>
                    <a:pt x="4074840" y="2578837"/>
                    <a:pt x="4078018" y="2578328"/>
                    <a:pt x="4081220" y="2578056"/>
                  </a:cubicBezTo>
                  <a:cubicBezTo>
                    <a:pt x="4083026" y="2578722"/>
                    <a:pt x="4083312" y="2583190"/>
                    <a:pt x="4083217" y="2586898"/>
                  </a:cubicBezTo>
                  <a:cubicBezTo>
                    <a:pt x="4083199" y="2590724"/>
                    <a:pt x="4082524" y="2594519"/>
                    <a:pt x="4081220" y="2598116"/>
                  </a:cubicBezTo>
                  <a:cubicBezTo>
                    <a:pt x="4078748" y="2605532"/>
                    <a:pt x="4077893" y="2625116"/>
                    <a:pt x="4061636" y="2631580"/>
                  </a:cubicBezTo>
                  <a:cubicBezTo>
                    <a:pt x="4054030" y="2634623"/>
                    <a:pt x="4043667" y="2639852"/>
                    <a:pt x="4036632" y="2642039"/>
                  </a:cubicBezTo>
                  <a:cubicBezTo>
                    <a:pt x="4034350" y="2642703"/>
                    <a:pt x="4030072" y="2642894"/>
                    <a:pt x="4027125" y="2643844"/>
                  </a:cubicBezTo>
                  <a:cubicBezTo>
                    <a:pt x="4019710" y="2646506"/>
                    <a:pt x="4006210" y="2652021"/>
                    <a:pt x="4004308" y="2652496"/>
                  </a:cubicBezTo>
                  <a:cubicBezTo>
                    <a:pt x="4000696" y="2653351"/>
                    <a:pt x="3994801" y="2651069"/>
                    <a:pt x="3993280" y="2651450"/>
                  </a:cubicBezTo>
                  <a:cubicBezTo>
                    <a:pt x="3991759" y="2651830"/>
                    <a:pt x="3976833" y="2657345"/>
                    <a:pt x="3974266" y="2661813"/>
                  </a:cubicBezTo>
                  <a:cubicBezTo>
                    <a:pt x="3975579" y="2665530"/>
                    <a:pt x="3975938" y="2669518"/>
                    <a:pt x="3975312" y="2673411"/>
                  </a:cubicBezTo>
                  <a:cubicBezTo>
                    <a:pt x="3974741" y="2676554"/>
                    <a:pt x="3974741" y="2679775"/>
                    <a:pt x="3975312" y="2682918"/>
                  </a:cubicBezTo>
                  <a:cubicBezTo>
                    <a:pt x="3982062" y="2689288"/>
                    <a:pt x="3989097" y="2698700"/>
                    <a:pt x="3992425" y="2699080"/>
                  </a:cubicBezTo>
                  <a:cubicBezTo>
                    <a:pt x="3995752" y="2699461"/>
                    <a:pt x="4022181" y="2687196"/>
                    <a:pt x="4037298" y="2681968"/>
                  </a:cubicBezTo>
                  <a:cubicBezTo>
                    <a:pt x="4049187" y="2678135"/>
                    <a:pt x="4061461" y="2675617"/>
                    <a:pt x="4073899" y="2674457"/>
                  </a:cubicBezTo>
                  <a:cubicBezTo>
                    <a:pt x="4079700" y="2674457"/>
                    <a:pt x="4088066" y="2675883"/>
                    <a:pt x="4094529" y="2674932"/>
                  </a:cubicBezTo>
                  <a:lnTo>
                    <a:pt x="4112688" y="2672365"/>
                  </a:lnTo>
                  <a:cubicBezTo>
                    <a:pt x="4118890" y="2670761"/>
                    <a:pt x="4125324" y="2670247"/>
                    <a:pt x="4131702" y="2670844"/>
                  </a:cubicBezTo>
                  <a:cubicBezTo>
                    <a:pt x="4135410" y="2671320"/>
                    <a:pt x="4147009" y="2670369"/>
                    <a:pt x="4150716" y="2670844"/>
                  </a:cubicBezTo>
                  <a:cubicBezTo>
                    <a:pt x="4156516" y="2671510"/>
                    <a:pt x="4165927" y="2672461"/>
                    <a:pt x="4171157" y="2672556"/>
                  </a:cubicBezTo>
                  <a:cubicBezTo>
                    <a:pt x="4176386" y="2672651"/>
                    <a:pt x="4179332" y="2671510"/>
                    <a:pt x="4183515" y="2671510"/>
                  </a:cubicBezTo>
                  <a:cubicBezTo>
                    <a:pt x="4187698" y="2671510"/>
                    <a:pt x="4193593" y="2673506"/>
                    <a:pt x="4195589" y="2673602"/>
                  </a:cubicBezTo>
                  <a:cubicBezTo>
                    <a:pt x="4197586" y="2673697"/>
                    <a:pt x="4200628" y="2673126"/>
                    <a:pt x="4206712" y="2672936"/>
                  </a:cubicBezTo>
                  <a:cubicBezTo>
                    <a:pt x="4208994" y="2672936"/>
                    <a:pt x="4210895" y="2669513"/>
                    <a:pt x="4212416" y="2667137"/>
                  </a:cubicBezTo>
                  <a:cubicBezTo>
                    <a:pt x="4213852" y="2665123"/>
                    <a:pt x="4214825" y="2662819"/>
                    <a:pt x="4215269" y="2660387"/>
                  </a:cubicBezTo>
                  <a:cubicBezTo>
                    <a:pt x="4215480" y="2658946"/>
                    <a:pt x="4215212" y="2657477"/>
                    <a:pt x="4214508" y="2656204"/>
                  </a:cubicBezTo>
                  <a:cubicBezTo>
                    <a:pt x="4213780" y="2655432"/>
                    <a:pt x="4213372" y="2654412"/>
                    <a:pt x="4213367" y="2653351"/>
                  </a:cubicBezTo>
                  <a:lnTo>
                    <a:pt x="4214984" y="2653161"/>
                  </a:lnTo>
                  <a:cubicBezTo>
                    <a:pt x="4215017" y="2650525"/>
                    <a:pt x="4214664" y="2647899"/>
                    <a:pt x="4213938" y="2645365"/>
                  </a:cubicBezTo>
                  <a:cubicBezTo>
                    <a:pt x="4211561" y="2639377"/>
                    <a:pt x="4205762" y="2638140"/>
                    <a:pt x="4202529" y="2635858"/>
                  </a:cubicBezTo>
                  <a:cubicBezTo>
                    <a:pt x="4199748" y="2634011"/>
                    <a:pt x="4196824" y="2632389"/>
                    <a:pt x="4193784" y="2631010"/>
                  </a:cubicBezTo>
                  <a:cubicBezTo>
                    <a:pt x="4190883" y="2629947"/>
                    <a:pt x="4187892" y="2629152"/>
                    <a:pt x="4184847" y="2628633"/>
                  </a:cubicBezTo>
                  <a:cubicBezTo>
                    <a:pt x="4182098" y="2628607"/>
                    <a:pt x="4179354" y="2628894"/>
                    <a:pt x="4176671" y="2629489"/>
                  </a:cubicBezTo>
                  <a:cubicBezTo>
                    <a:pt x="4173724" y="2630154"/>
                    <a:pt x="4172107" y="2632816"/>
                    <a:pt x="4168114" y="2632816"/>
                  </a:cubicBezTo>
                  <a:cubicBezTo>
                    <a:pt x="4157144" y="2632440"/>
                    <a:pt x="4146161" y="2632693"/>
                    <a:pt x="4135219" y="2633577"/>
                  </a:cubicBezTo>
                  <a:cubicBezTo>
                    <a:pt x="4132653" y="2631391"/>
                    <a:pt x="4134079" y="2624070"/>
                    <a:pt x="4134269" y="2615323"/>
                  </a:cubicBezTo>
                  <a:cubicBezTo>
                    <a:pt x="4134037" y="2612910"/>
                    <a:pt x="4134464" y="2610478"/>
                    <a:pt x="4135505" y="2608289"/>
                  </a:cubicBezTo>
                  <a:cubicBezTo>
                    <a:pt x="4136665" y="2606260"/>
                    <a:pt x="4137288" y="2603970"/>
                    <a:pt x="4137312" y="2601633"/>
                  </a:cubicBezTo>
                  <a:cubicBezTo>
                    <a:pt x="4137451" y="2599349"/>
                    <a:pt x="4138280" y="2597162"/>
                    <a:pt x="4139688" y="2595359"/>
                  </a:cubicBezTo>
                  <a:cubicBezTo>
                    <a:pt x="4141200" y="2593343"/>
                    <a:pt x="4142210" y="2590997"/>
                    <a:pt x="4142635" y="2588514"/>
                  </a:cubicBezTo>
                  <a:cubicBezTo>
                    <a:pt x="4142635" y="2579007"/>
                    <a:pt x="4137692" y="2582619"/>
                    <a:pt x="4138358" y="2573683"/>
                  </a:cubicBezTo>
                  <a:cubicBezTo>
                    <a:pt x="4139022" y="2564746"/>
                    <a:pt x="4147103" y="2565126"/>
                    <a:pt x="4156135" y="2561229"/>
                  </a:cubicBezTo>
                  <a:cubicBezTo>
                    <a:pt x="4159488" y="2559856"/>
                    <a:pt x="4162528" y="2557819"/>
                    <a:pt x="4165072" y="2555239"/>
                  </a:cubicBezTo>
                  <a:cubicBezTo>
                    <a:pt x="4168306" y="2551369"/>
                    <a:pt x="4172241" y="2548145"/>
                    <a:pt x="4176670" y="2545732"/>
                  </a:cubicBezTo>
                  <a:cubicBezTo>
                    <a:pt x="4184752" y="2540028"/>
                    <a:pt x="4190740" y="2540219"/>
                    <a:pt x="4191406" y="2532042"/>
                  </a:cubicBezTo>
                  <a:cubicBezTo>
                    <a:pt x="4191406" y="2530901"/>
                    <a:pt x="4188269" y="2528335"/>
                    <a:pt x="4187698" y="2526243"/>
                  </a:cubicBezTo>
                  <a:cubicBezTo>
                    <a:pt x="4187284" y="2523179"/>
                    <a:pt x="4186318" y="2520215"/>
                    <a:pt x="4184847" y="2517497"/>
                  </a:cubicBezTo>
                  <a:cubicBezTo>
                    <a:pt x="4182279" y="2513884"/>
                    <a:pt x="4178667" y="2512173"/>
                    <a:pt x="4175340" y="2508655"/>
                  </a:cubicBezTo>
                  <a:cubicBezTo>
                    <a:pt x="4173705" y="2506725"/>
                    <a:pt x="4171455" y="2505416"/>
                    <a:pt x="4168970" y="2504947"/>
                  </a:cubicBezTo>
                  <a:close/>
                  <a:moveTo>
                    <a:pt x="3748378" y="2493920"/>
                  </a:moveTo>
                  <a:cubicBezTo>
                    <a:pt x="3745431" y="2495536"/>
                    <a:pt x="3742389" y="2495346"/>
                    <a:pt x="3734974" y="2494871"/>
                  </a:cubicBezTo>
                  <a:cubicBezTo>
                    <a:pt x="3720428" y="2494110"/>
                    <a:pt x="3703220" y="2511128"/>
                    <a:pt x="3688010" y="2517307"/>
                  </a:cubicBezTo>
                  <a:cubicBezTo>
                    <a:pt x="3684423" y="2517916"/>
                    <a:pt x="3680803" y="2518329"/>
                    <a:pt x="3677171" y="2518543"/>
                  </a:cubicBezTo>
                  <a:cubicBezTo>
                    <a:pt x="3673939" y="2519398"/>
                    <a:pt x="3670422" y="2520159"/>
                    <a:pt x="3668900" y="2523392"/>
                  </a:cubicBezTo>
                  <a:cubicBezTo>
                    <a:pt x="3667380" y="2526624"/>
                    <a:pt x="3667380" y="2528335"/>
                    <a:pt x="3665002" y="2529380"/>
                  </a:cubicBezTo>
                  <a:cubicBezTo>
                    <a:pt x="3662626" y="2530426"/>
                    <a:pt x="3659868" y="2531567"/>
                    <a:pt x="3659868" y="2532613"/>
                  </a:cubicBezTo>
                  <a:cubicBezTo>
                    <a:pt x="3659868" y="2533659"/>
                    <a:pt x="3659868" y="2542690"/>
                    <a:pt x="3662531" y="2543736"/>
                  </a:cubicBezTo>
                  <a:cubicBezTo>
                    <a:pt x="3665192" y="2544782"/>
                    <a:pt x="3666239" y="2543736"/>
                    <a:pt x="3667475" y="2547064"/>
                  </a:cubicBezTo>
                  <a:cubicBezTo>
                    <a:pt x="3668710" y="2550392"/>
                    <a:pt x="3670897" y="2553434"/>
                    <a:pt x="3673463" y="2553624"/>
                  </a:cubicBezTo>
                  <a:cubicBezTo>
                    <a:pt x="3676760" y="2554374"/>
                    <a:pt x="3679953" y="2555523"/>
                    <a:pt x="3682970" y="2557046"/>
                  </a:cubicBezTo>
                  <a:cubicBezTo>
                    <a:pt x="3686108" y="2558282"/>
                    <a:pt x="3692477" y="2559138"/>
                    <a:pt x="3690956" y="2564462"/>
                  </a:cubicBezTo>
                  <a:cubicBezTo>
                    <a:pt x="3690761" y="2569726"/>
                    <a:pt x="3689996" y="2574953"/>
                    <a:pt x="3688676" y="2580054"/>
                  </a:cubicBezTo>
                  <a:cubicBezTo>
                    <a:pt x="3686203" y="2583761"/>
                    <a:pt x="3682970" y="2588134"/>
                    <a:pt x="3678407" y="2588515"/>
                  </a:cubicBezTo>
                  <a:cubicBezTo>
                    <a:pt x="3676506" y="2588515"/>
                    <a:pt x="3672988" y="2587754"/>
                    <a:pt x="3671087" y="2588515"/>
                  </a:cubicBezTo>
                  <a:cubicBezTo>
                    <a:pt x="3665091" y="2588947"/>
                    <a:pt x="3660380" y="2593820"/>
                    <a:pt x="3660154" y="2599828"/>
                  </a:cubicBezTo>
                  <a:cubicBezTo>
                    <a:pt x="3660155" y="2603726"/>
                    <a:pt x="3666999" y="2611617"/>
                    <a:pt x="3666999" y="2611712"/>
                  </a:cubicBezTo>
                  <a:cubicBezTo>
                    <a:pt x="3667715" y="2613781"/>
                    <a:pt x="3668885" y="2615665"/>
                    <a:pt x="3670421" y="2617226"/>
                  </a:cubicBezTo>
                  <a:cubicBezTo>
                    <a:pt x="3672014" y="2618999"/>
                    <a:pt x="3673011" y="2621227"/>
                    <a:pt x="3673273" y="2623595"/>
                  </a:cubicBezTo>
                  <a:cubicBezTo>
                    <a:pt x="3673274" y="2625973"/>
                    <a:pt x="3671658" y="2628349"/>
                    <a:pt x="3671467" y="2631581"/>
                  </a:cubicBezTo>
                  <a:cubicBezTo>
                    <a:pt x="3671222" y="2633707"/>
                    <a:pt x="3670677" y="2635787"/>
                    <a:pt x="3669851" y="2637760"/>
                  </a:cubicBezTo>
                  <a:cubicBezTo>
                    <a:pt x="3668466" y="2640447"/>
                    <a:pt x="3666315" y="2642664"/>
                    <a:pt x="3663672" y="2644130"/>
                  </a:cubicBezTo>
                  <a:cubicBezTo>
                    <a:pt x="3660910" y="2646415"/>
                    <a:pt x="3658022" y="2648542"/>
                    <a:pt x="3655020" y="2650500"/>
                  </a:cubicBezTo>
                  <a:cubicBezTo>
                    <a:pt x="3648203" y="2653075"/>
                    <a:pt x="3642740" y="2658332"/>
                    <a:pt x="3639904" y="2665046"/>
                  </a:cubicBezTo>
                  <a:cubicBezTo>
                    <a:pt x="3639672" y="2670312"/>
                    <a:pt x="3640581" y="2675565"/>
                    <a:pt x="3642566" y="2680448"/>
                  </a:cubicBezTo>
                  <a:cubicBezTo>
                    <a:pt x="3643975" y="2683617"/>
                    <a:pt x="3645976" y="2686488"/>
                    <a:pt x="3648461" y="2688909"/>
                  </a:cubicBezTo>
                  <a:cubicBezTo>
                    <a:pt x="3650837" y="2691665"/>
                    <a:pt x="3649316" y="2696229"/>
                    <a:pt x="3652549" y="2697275"/>
                  </a:cubicBezTo>
                  <a:cubicBezTo>
                    <a:pt x="3655778" y="2697927"/>
                    <a:pt x="3658957" y="2698818"/>
                    <a:pt x="3662056" y="2699937"/>
                  </a:cubicBezTo>
                  <a:cubicBezTo>
                    <a:pt x="3664147" y="2701458"/>
                    <a:pt x="3668805" y="2699937"/>
                    <a:pt x="3668805" y="2699937"/>
                  </a:cubicBezTo>
                  <a:cubicBezTo>
                    <a:pt x="3672704" y="2698321"/>
                    <a:pt x="3679073" y="2688623"/>
                    <a:pt x="3685823" y="2684725"/>
                  </a:cubicBezTo>
                  <a:cubicBezTo>
                    <a:pt x="3693998" y="2680067"/>
                    <a:pt x="3711207" y="2673412"/>
                    <a:pt x="3720714" y="2667327"/>
                  </a:cubicBezTo>
                  <a:cubicBezTo>
                    <a:pt x="3730221" y="2661243"/>
                    <a:pt x="3740678" y="2653733"/>
                    <a:pt x="3742104" y="2641659"/>
                  </a:cubicBezTo>
                  <a:cubicBezTo>
                    <a:pt x="3741970" y="2638796"/>
                    <a:pt x="3741190" y="2636002"/>
                    <a:pt x="3739823" y="2633482"/>
                  </a:cubicBezTo>
                  <a:cubicBezTo>
                    <a:pt x="3737857" y="2631090"/>
                    <a:pt x="3735201" y="2629363"/>
                    <a:pt x="3732217" y="2628539"/>
                  </a:cubicBezTo>
                  <a:lnTo>
                    <a:pt x="3732503" y="2627969"/>
                  </a:lnTo>
                  <a:cubicBezTo>
                    <a:pt x="3730505" y="2627969"/>
                    <a:pt x="3725942" y="2627969"/>
                    <a:pt x="3724136" y="2627969"/>
                  </a:cubicBezTo>
                  <a:cubicBezTo>
                    <a:pt x="3722834" y="2625282"/>
                    <a:pt x="3722466" y="2622237"/>
                    <a:pt x="3723090" y="2619317"/>
                  </a:cubicBezTo>
                  <a:cubicBezTo>
                    <a:pt x="3728743" y="2610730"/>
                    <a:pt x="3736246" y="2603518"/>
                    <a:pt x="3745052" y="2598211"/>
                  </a:cubicBezTo>
                  <a:cubicBezTo>
                    <a:pt x="3746572" y="2597261"/>
                    <a:pt x="3746572" y="2595645"/>
                    <a:pt x="3746668" y="2593744"/>
                  </a:cubicBezTo>
                  <a:cubicBezTo>
                    <a:pt x="3746668" y="2590416"/>
                    <a:pt x="3745527" y="2589370"/>
                    <a:pt x="3742010" y="2582620"/>
                  </a:cubicBezTo>
                  <a:cubicBezTo>
                    <a:pt x="3740108" y="2579102"/>
                    <a:pt x="3741154" y="2575870"/>
                    <a:pt x="3739537" y="2575680"/>
                  </a:cubicBezTo>
                  <a:cubicBezTo>
                    <a:pt x="3737921" y="2575490"/>
                    <a:pt x="3734784" y="2578438"/>
                    <a:pt x="3731932" y="2575680"/>
                  </a:cubicBezTo>
                  <a:cubicBezTo>
                    <a:pt x="3729080" y="2572923"/>
                    <a:pt x="3731076" y="2567789"/>
                    <a:pt x="3731076" y="2566173"/>
                  </a:cubicBezTo>
                  <a:cubicBezTo>
                    <a:pt x="3729974" y="2561377"/>
                    <a:pt x="3730406" y="2556354"/>
                    <a:pt x="3732313" y="2551817"/>
                  </a:cubicBezTo>
                  <a:cubicBezTo>
                    <a:pt x="3735918" y="2547252"/>
                    <a:pt x="3739824" y="2542932"/>
                    <a:pt x="3744006" y="2538887"/>
                  </a:cubicBezTo>
                  <a:cubicBezTo>
                    <a:pt x="3748094" y="2535180"/>
                    <a:pt x="3751136" y="2532708"/>
                    <a:pt x="3751040" y="2529380"/>
                  </a:cubicBezTo>
                  <a:cubicBezTo>
                    <a:pt x="3751040" y="2521965"/>
                    <a:pt x="3754654" y="2518923"/>
                    <a:pt x="3754938" y="2516451"/>
                  </a:cubicBezTo>
                  <a:cubicBezTo>
                    <a:pt x="3755225" y="2513980"/>
                    <a:pt x="3757791" y="2506944"/>
                    <a:pt x="3756935" y="2505138"/>
                  </a:cubicBezTo>
                  <a:cubicBezTo>
                    <a:pt x="3755414" y="2501430"/>
                    <a:pt x="3753038" y="2491163"/>
                    <a:pt x="3748378" y="2493920"/>
                  </a:cubicBezTo>
                  <a:close/>
                  <a:moveTo>
                    <a:pt x="4404553" y="2493539"/>
                  </a:moveTo>
                  <a:cubicBezTo>
                    <a:pt x="4401036" y="2492968"/>
                    <a:pt x="4400465" y="2496010"/>
                    <a:pt x="4397138" y="2495916"/>
                  </a:cubicBezTo>
                  <a:cubicBezTo>
                    <a:pt x="4393811" y="2495821"/>
                    <a:pt x="4393906" y="2493443"/>
                    <a:pt x="4387631" y="2495155"/>
                  </a:cubicBezTo>
                  <a:cubicBezTo>
                    <a:pt x="4385634" y="2495725"/>
                    <a:pt x="4383733" y="2496105"/>
                    <a:pt x="4383829" y="2499528"/>
                  </a:cubicBezTo>
                  <a:cubicBezTo>
                    <a:pt x="4384790" y="2503542"/>
                    <a:pt x="4385015" y="2507697"/>
                    <a:pt x="4384493" y="2511793"/>
                  </a:cubicBezTo>
                  <a:cubicBezTo>
                    <a:pt x="4384545" y="2516594"/>
                    <a:pt x="4384001" y="2521383"/>
                    <a:pt x="4382877" y="2526053"/>
                  </a:cubicBezTo>
                  <a:cubicBezTo>
                    <a:pt x="4379558" y="2533086"/>
                    <a:pt x="4377961" y="2540811"/>
                    <a:pt x="4378219" y="2548584"/>
                  </a:cubicBezTo>
                  <a:cubicBezTo>
                    <a:pt x="4370771" y="2553150"/>
                    <a:pt x="4362447" y="2556098"/>
                    <a:pt x="4353786" y="2557236"/>
                  </a:cubicBezTo>
                  <a:cubicBezTo>
                    <a:pt x="4348747" y="2557236"/>
                    <a:pt x="4341712" y="2556190"/>
                    <a:pt x="4338955" y="2557236"/>
                  </a:cubicBezTo>
                  <a:cubicBezTo>
                    <a:pt x="4336198" y="2558282"/>
                    <a:pt x="4334487" y="2560183"/>
                    <a:pt x="4332871" y="2561229"/>
                  </a:cubicBezTo>
                  <a:cubicBezTo>
                    <a:pt x="4331254" y="2562274"/>
                    <a:pt x="4327642" y="2562465"/>
                    <a:pt x="4325646" y="2563986"/>
                  </a:cubicBezTo>
                  <a:cubicBezTo>
                    <a:pt x="4323649" y="2565507"/>
                    <a:pt x="4322413" y="2568074"/>
                    <a:pt x="4319941" y="2569880"/>
                  </a:cubicBezTo>
                  <a:cubicBezTo>
                    <a:pt x="4317141" y="2572175"/>
                    <a:pt x="4315887" y="2575861"/>
                    <a:pt x="4316708" y="2579387"/>
                  </a:cubicBezTo>
                  <a:cubicBezTo>
                    <a:pt x="4317567" y="2586275"/>
                    <a:pt x="4322240" y="2592088"/>
                    <a:pt x="4328782" y="2594408"/>
                  </a:cubicBezTo>
                  <a:cubicBezTo>
                    <a:pt x="4333631" y="2595074"/>
                    <a:pt x="4335532" y="2598116"/>
                    <a:pt x="4339145" y="2599257"/>
                  </a:cubicBezTo>
                  <a:cubicBezTo>
                    <a:pt x="4341331" y="2600018"/>
                    <a:pt x="4343710" y="2600018"/>
                    <a:pt x="4345895" y="2599257"/>
                  </a:cubicBezTo>
                  <a:cubicBezTo>
                    <a:pt x="4348177" y="2599257"/>
                    <a:pt x="4350934" y="2597451"/>
                    <a:pt x="4352930" y="2597356"/>
                  </a:cubicBezTo>
                  <a:cubicBezTo>
                    <a:pt x="4354927" y="2597260"/>
                    <a:pt x="4356163" y="2597356"/>
                    <a:pt x="4358159" y="2597356"/>
                  </a:cubicBezTo>
                  <a:cubicBezTo>
                    <a:pt x="4360155" y="2597356"/>
                    <a:pt x="4364719" y="2595835"/>
                    <a:pt x="4365004" y="2597356"/>
                  </a:cubicBezTo>
                  <a:cubicBezTo>
                    <a:pt x="4364808" y="2600691"/>
                    <a:pt x="4363866" y="2603939"/>
                    <a:pt x="4362247" y="2606863"/>
                  </a:cubicBezTo>
                  <a:cubicBezTo>
                    <a:pt x="4359690" y="2615511"/>
                    <a:pt x="4355168" y="2623450"/>
                    <a:pt x="4349032" y="2630060"/>
                  </a:cubicBezTo>
                  <a:cubicBezTo>
                    <a:pt x="4338303" y="2641679"/>
                    <a:pt x="4326873" y="2652632"/>
                    <a:pt x="4314808" y="2662859"/>
                  </a:cubicBezTo>
                  <a:cubicBezTo>
                    <a:pt x="4313572" y="2663620"/>
                    <a:pt x="4310529" y="2664095"/>
                    <a:pt x="4309674" y="2665141"/>
                  </a:cubicBezTo>
                  <a:cubicBezTo>
                    <a:pt x="4307419" y="2667185"/>
                    <a:pt x="4304967" y="2669000"/>
                    <a:pt x="4302353" y="2670559"/>
                  </a:cubicBezTo>
                  <a:cubicBezTo>
                    <a:pt x="4299272" y="2673360"/>
                    <a:pt x="4295648" y="2675496"/>
                    <a:pt x="4291705" y="2676835"/>
                  </a:cubicBezTo>
                  <a:cubicBezTo>
                    <a:pt x="4286761" y="2678451"/>
                    <a:pt x="4285526" y="2680827"/>
                    <a:pt x="4287047" y="2682253"/>
                  </a:cubicBezTo>
                  <a:cubicBezTo>
                    <a:pt x="4289377" y="2683289"/>
                    <a:pt x="4291795" y="2684117"/>
                    <a:pt x="4294272" y="2684725"/>
                  </a:cubicBezTo>
                  <a:cubicBezTo>
                    <a:pt x="4296839" y="2685866"/>
                    <a:pt x="4296839" y="2692046"/>
                    <a:pt x="4298550" y="2693282"/>
                  </a:cubicBezTo>
                  <a:cubicBezTo>
                    <a:pt x="4300262" y="2694517"/>
                    <a:pt x="4301878" y="2697750"/>
                    <a:pt x="4304159" y="2698130"/>
                  </a:cubicBezTo>
                  <a:cubicBezTo>
                    <a:pt x="4306988" y="2698155"/>
                    <a:pt x="4309796" y="2697639"/>
                    <a:pt x="4312431" y="2696609"/>
                  </a:cubicBezTo>
                  <a:cubicBezTo>
                    <a:pt x="4315758" y="2694992"/>
                    <a:pt x="4323268" y="2695373"/>
                    <a:pt x="4327547" y="2692711"/>
                  </a:cubicBezTo>
                  <a:cubicBezTo>
                    <a:pt x="4331825" y="2690049"/>
                    <a:pt x="4340286" y="2686246"/>
                    <a:pt x="4343994" y="2683775"/>
                  </a:cubicBezTo>
                  <a:cubicBezTo>
                    <a:pt x="4352122" y="2680627"/>
                    <a:pt x="4359622" y="2676055"/>
                    <a:pt x="4366145" y="2670274"/>
                  </a:cubicBezTo>
                  <a:cubicBezTo>
                    <a:pt x="4375082" y="2660767"/>
                    <a:pt x="4380406" y="2657060"/>
                    <a:pt x="4387726" y="2649169"/>
                  </a:cubicBezTo>
                  <a:cubicBezTo>
                    <a:pt x="4395046" y="2641278"/>
                    <a:pt x="4401511" y="2625877"/>
                    <a:pt x="4402652" y="2626542"/>
                  </a:cubicBezTo>
                  <a:cubicBezTo>
                    <a:pt x="4405885" y="2628539"/>
                    <a:pt x="4414535" y="2638426"/>
                    <a:pt x="4424233" y="2645556"/>
                  </a:cubicBezTo>
                  <a:cubicBezTo>
                    <a:pt x="4427664" y="2648897"/>
                    <a:pt x="4430841" y="2652488"/>
                    <a:pt x="4433740" y="2656299"/>
                  </a:cubicBezTo>
                  <a:cubicBezTo>
                    <a:pt x="4438502" y="2663166"/>
                    <a:pt x="4443677" y="2669739"/>
                    <a:pt x="4449237" y="2675978"/>
                  </a:cubicBezTo>
                  <a:cubicBezTo>
                    <a:pt x="4463972" y="2689479"/>
                    <a:pt x="4459885" y="2691950"/>
                    <a:pt x="4462927" y="2700412"/>
                  </a:cubicBezTo>
                  <a:cubicBezTo>
                    <a:pt x="4464872" y="2703666"/>
                    <a:pt x="4468131" y="2705920"/>
                    <a:pt x="4471863" y="2706591"/>
                  </a:cubicBezTo>
                  <a:cubicBezTo>
                    <a:pt x="4476617" y="2707827"/>
                    <a:pt x="4481370" y="2705165"/>
                    <a:pt x="4487644" y="2708778"/>
                  </a:cubicBezTo>
                  <a:cubicBezTo>
                    <a:pt x="4490864" y="2710005"/>
                    <a:pt x="4494277" y="2710649"/>
                    <a:pt x="4497722" y="2710680"/>
                  </a:cubicBezTo>
                  <a:cubicBezTo>
                    <a:pt x="4501554" y="2710889"/>
                    <a:pt x="4505394" y="2710889"/>
                    <a:pt x="4509225" y="2710680"/>
                  </a:cubicBezTo>
                  <a:cubicBezTo>
                    <a:pt x="4512915" y="2711137"/>
                    <a:pt x="4516631" y="2711359"/>
                    <a:pt x="4520348" y="2711344"/>
                  </a:cubicBezTo>
                  <a:cubicBezTo>
                    <a:pt x="4521775" y="2711344"/>
                    <a:pt x="4523867" y="2711344"/>
                    <a:pt x="4525293" y="2710299"/>
                  </a:cubicBezTo>
                  <a:cubicBezTo>
                    <a:pt x="4526718" y="2709253"/>
                    <a:pt x="4528239" y="2706401"/>
                    <a:pt x="4530237" y="2706211"/>
                  </a:cubicBezTo>
                  <a:cubicBezTo>
                    <a:pt x="4534982" y="2705973"/>
                    <a:pt x="4539388" y="2703683"/>
                    <a:pt x="4542311" y="2699936"/>
                  </a:cubicBezTo>
                  <a:cubicBezTo>
                    <a:pt x="4544116" y="2697750"/>
                    <a:pt x="4543166" y="2694232"/>
                    <a:pt x="4543356" y="2692141"/>
                  </a:cubicBezTo>
                  <a:cubicBezTo>
                    <a:pt x="4543545" y="2690049"/>
                    <a:pt x="4546589" y="2688433"/>
                    <a:pt x="4545637" y="2686626"/>
                  </a:cubicBezTo>
                  <a:lnTo>
                    <a:pt x="4546398" y="2685676"/>
                  </a:lnTo>
                  <a:cubicBezTo>
                    <a:pt x="4545257" y="2683584"/>
                    <a:pt x="4541454" y="2683299"/>
                    <a:pt x="4539173" y="2682348"/>
                  </a:cubicBezTo>
                  <a:cubicBezTo>
                    <a:pt x="4529666" y="2678545"/>
                    <a:pt x="4524342" y="2676644"/>
                    <a:pt x="4518162" y="2674553"/>
                  </a:cubicBezTo>
                  <a:cubicBezTo>
                    <a:pt x="4515786" y="2673697"/>
                    <a:pt x="4512458" y="2670179"/>
                    <a:pt x="4508655" y="2668563"/>
                  </a:cubicBezTo>
                  <a:cubicBezTo>
                    <a:pt x="4504430" y="2667450"/>
                    <a:pt x="4500347" y="2665854"/>
                    <a:pt x="4496486" y="2663809"/>
                  </a:cubicBezTo>
                  <a:cubicBezTo>
                    <a:pt x="4489939" y="2658245"/>
                    <a:pt x="4482833" y="2653370"/>
                    <a:pt x="4475286" y="2649264"/>
                  </a:cubicBezTo>
                  <a:cubicBezTo>
                    <a:pt x="4466825" y="2644986"/>
                    <a:pt x="4459694" y="2630250"/>
                    <a:pt x="4454656" y="2625972"/>
                  </a:cubicBezTo>
                  <a:cubicBezTo>
                    <a:pt x="4444034" y="2617838"/>
                    <a:pt x="4434622" y="2608234"/>
                    <a:pt x="4426704" y="2597451"/>
                  </a:cubicBezTo>
                  <a:cubicBezTo>
                    <a:pt x="4424118" y="2593593"/>
                    <a:pt x="4423387" y="2588783"/>
                    <a:pt x="4424708" y="2584330"/>
                  </a:cubicBezTo>
                  <a:cubicBezTo>
                    <a:pt x="4426144" y="2581332"/>
                    <a:pt x="4428036" y="2578573"/>
                    <a:pt x="4430318" y="2576155"/>
                  </a:cubicBezTo>
                  <a:cubicBezTo>
                    <a:pt x="4435668" y="2573306"/>
                    <a:pt x="4441353" y="2571135"/>
                    <a:pt x="4447241" y="2569690"/>
                  </a:cubicBezTo>
                  <a:cubicBezTo>
                    <a:pt x="4450378" y="2569024"/>
                    <a:pt x="4454085" y="2568835"/>
                    <a:pt x="4458268" y="2568264"/>
                  </a:cubicBezTo>
                  <a:cubicBezTo>
                    <a:pt x="4461660" y="2567492"/>
                    <a:pt x="4464882" y="2566107"/>
                    <a:pt x="4467775" y="2564176"/>
                  </a:cubicBezTo>
                  <a:cubicBezTo>
                    <a:pt x="4473515" y="2562486"/>
                    <a:pt x="4479035" y="2560124"/>
                    <a:pt x="4484223" y="2557141"/>
                  </a:cubicBezTo>
                  <a:cubicBezTo>
                    <a:pt x="4487549" y="2554954"/>
                    <a:pt x="4489547" y="2551912"/>
                    <a:pt x="4491352" y="2551817"/>
                  </a:cubicBezTo>
                  <a:cubicBezTo>
                    <a:pt x="4494680" y="2551817"/>
                    <a:pt x="4494869" y="2550581"/>
                    <a:pt x="4494775" y="2547539"/>
                  </a:cubicBezTo>
                  <a:cubicBezTo>
                    <a:pt x="4494775" y="2540123"/>
                    <a:pt x="4491257" y="2531377"/>
                    <a:pt x="4485839" y="2530521"/>
                  </a:cubicBezTo>
                  <a:cubicBezTo>
                    <a:pt x="4480419" y="2529666"/>
                    <a:pt x="4475095" y="2530046"/>
                    <a:pt x="4472909" y="2526338"/>
                  </a:cubicBezTo>
                  <a:cubicBezTo>
                    <a:pt x="4470722" y="2522630"/>
                    <a:pt x="4458078" y="2526338"/>
                    <a:pt x="4458078" y="2526338"/>
                  </a:cubicBezTo>
                  <a:cubicBezTo>
                    <a:pt x="4456081" y="2526338"/>
                    <a:pt x="4451804" y="2530901"/>
                    <a:pt x="4448571" y="2533183"/>
                  </a:cubicBezTo>
                  <a:cubicBezTo>
                    <a:pt x="4445930" y="2534443"/>
                    <a:pt x="4443155" y="2535399"/>
                    <a:pt x="4440300" y="2536035"/>
                  </a:cubicBezTo>
                  <a:cubicBezTo>
                    <a:pt x="4437923" y="2536891"/>
                    <a:pt x="4434120" y="2538793"/>
                    <a:pt x="4433265" y="2539173"/>
                  </a:cubicBezTo>
                  <a:cubicBezTo>
                    <a:pt x="4431589" y="2540219"/>
                    <a:pt x="4429628" y="2540718"/>
                    <a:pt x="4427656" y="2540598"/>
                  </a:cubicBezTo>
                  <a:cubicBezTo>
                    <a:pt x="4425944" y="2540598"/>
                    <a:pt x="4427656" y="2533753"/>
                    <a:pt x="4427656" y="2532423"/>
                  </a:cubicBezTo>
                  <a:cubicBezTo>
                    <a:pt x="4429843" y="2526338"/>
                    <a:pt x="4432409" y="2521300"/>
                    <a:pt x="4433455" y="2518447"/>
                  </a:cubicBezTo>
                  <a:cubicBezTo>
                    <a:pt x="4434501" y="2515595"/>
                    <a:pt x="4432409" y="2514264"/>
                    <a:pt x="4431934" y="2510936"/>
                  </a:cubicBezTo>
                  <a:cubicBezTo>
                    <a:pt x="4431458" y="2507609"/>
                    <a:pt x="4433074" y="2505042"/>
                    <a:pt x="4429366" y="2503141"/>
                  </a:cubicBezTo>
                  <a:cubicBezTo>
                    <a:pt x="4424900" y="2501249"/>
                    <a:pt x="4421072" y="2498114"/>
                    <a:pt x="4418338" y="2494109"/>
                  </a:cubicBezTo>
                  <a:cubicBezTo>
                    <a:pt x="4417483" y="2492493"/>
                    <a:pt x="4408071" y="2494109"/>
                    <a:pt x="4404553" y="2493539"/>
                  </a:cubicBezTo>
                  <a:close/>
                  <a:moveTo>
                    <a:pt x="3088593" y="2490497"/>
                  </a:moveTo>
                  <a:cubicBezTo>
                    <a:pt x="3086890" y="2490236"/>
                    <a:pt x="3085188" y="2490975"/>
                    <a:pt x="3084219" y="2492399"/>
                  </a:cubicBezTo>
                  <a:cubicBezTo>
                    <a:pt x="3082133" y="2494586"/>
                    <a:pt x="3079730" y="2496444"/>
                    <a:pt x="3077089" y="2497913"/>
                  </a:cubicBezTo>
                  <a:cubicBezTo>
                    <a:pt x="3076187" y="2499301"/>
                    <a:pt x="3076187" y="2501089"/>
                    <a:pt x="3077089" y="2502477"/>
                  </a:cubicBezTo>
                  <a:cubicBezTo>
                    <a:pt x="3081544" y="2506625"/>
                    <a:pt x="3083886" y="2512566"/>
                    <a:pt x="3083459" y="2518638"/>
                  </a:cubicBezTo>
                  <a:cubicBezTo>
                    <a:pt x="3083459" y="2528145"/>
                    <a:pt x="3080131" y="2532899"/>
                    <a:pt x="3079561" y="2543642"/>
                  </a:cubicBezTo>
                  <a:cubicBezTo>
                    <a:pt x="3079561" y="2549346"/>
                    <a:pt x="3075853" y="2551628"/>
                    <a:pt x="3073382" y="2555241"/>
                  </a:cubicBezTo>
                  <a:cubicBezTo>
                    <a:pt x="3069439" y="2557783"/>
                    <a:pt x="3065148" y="2559736"/>
                    <a:pt x="3060642" y="2561040"/>
                  </a:cubicBezTo>
                  <a:cubicBezTo>
                    <a:pt x="3057504" y="2561580"/>
                    <a:pt x="3054318" y="2561802"/>
                    <a:pt x="3051135" y="2561705"/>
                  </a:cubicBezTo>
                  <a:cubicBezTo>
                    <a:pt x="3046761" y="2561704"/>
                    <a:pt x="3042864" y="2564937"/>
                    <a:pt x="3038491" y="2565698"/>
                  </a:cubicBezTo>
                  <a:cubicBezTo>
                    <a:pt x="3034117" y="2566458"/>
                    <a:pt x="3028984" y="2568550"/>
                    <a:pt x="3028984" y="2574730"/>
                  </a:cubicBezTo>
                  <a:cubicBezTo>
                    <a:pt x="3029287" y="2579942"/>
                    <a:pt x="3028999" y="2585173"/>
                    <a:pt x="3028128" y="2590321"/>
                  </a:cubicBezTo>
                  <a:cubicBezTo>
                    <a:pt x="3028245" y="2592988"/>
                    <a:pt x="3028892" y="2595606"/>
                    <a:pt x="3030030" y="2598022"/>
                  </a:cubicBezTo>
                  <a:cubicBezTo>
                    <a:pt x="3030110" y="2601780"/>
                    <a:pt x="3030784" y="2605502"/>
                    <a:pt x="3032026" y="2609050"/>
                  </a:cubicBezTo>
                  <a:cubicBezTo>
                    <a:pt x="3032850" y="2610882"/>
                    <a:pt x="3034457" y="2612245"/>
                    <a:pt x="3036399" y="2612758"/>
                  </a:cubicBezTo>
                  <a:cubicBezTo>
                    <a:pt x="3038111" y="2613613"/>
                    <a:pt x="3041343" y="2612758"/>
                    <a:pt x="3043149" y="2611901"/>
                  </a:cubicBezTo>
                  <a:cubicBezTo>
                    <a:pt x="3046042" y="2610598"/>
                    <a:pt x="3049029" y="2609517"/>
                    <a:pt x="3052086" y="2608670"/>
                  </a:cubicBezTo>
                  <a:cubicBezTo>
                    <a:pt x="3055300" y="2608748"/>
                    <a:pt x="3058506" y="2608331"/>
                    <a:pt x="3061593" y="2607434"/>
                  </a:cubicBezTo>
                  <a:cubicBezTo>
                    <a:pt x="3061592" y="2607434"/>
                    <a:pt x="3065586" y="2608289"/>
                    <a:pt x="3066632" y="2610476"/>
                  </a:cubicBezTo>
                  <a:cubicBezTo>
                    <a:pt x="3067271" y="2617619"/>
                    <a:pt x="3067462" y="2624795"/>
                    <a:pt x="3067202" y="2631961"/>
                  </a:cubicBezTo>
                  <a:cubicBezTo>
                    <a:pt x="3067202" y="2636621"/>
                    <a:pt x="3061022" y="2639662"/>
                    <a:pt x="3057695" y="2641468"/>
                  </a:cubicBezTo>
                  <a:cubicBezTo>
                    <a:pt x="3051218" y="2645680"/>
                    <a:pt x="3044451" y="2649429"/>
                    <a:pt x="3037445" y="2652687"/>
                  </a:cubicBezTo>
                  <a:cubicBezTo>
                    <a:pt x="3033338" y="2653556"/>
                    <a:pt x="3029391" y="2655063"/>
                    <a:pt x="3025751" y="2657155"/>
                  </a:cubicBezTo>
                  <a:cubicBezTo>
                    <a:pt x="3022292" y="2659609"/>
                    <a:pt x="3018636" y="2661771"/>
                    <a:pt x="3014819" y="2663620"/>
                  </a:cubicBezTo>
                  <a:cubicBezTo>
                    <a:pt x="3012822" y="2664571"/>
                    <a:pt x="3009875" y="2663620"/>
                    <a:pt x="3007783" y="2664285"/>
                  </a:cubicBezTo>
                  <a:cubicBezTo>
                    <a:pt x="3005188" y="2665333"/>
                    <a:pt x="3003417" y="2667769"/>
                    <a:pt x="3003220" y="2670560"/>
                  </a:cubicBezTo>
                  <a:cubicBezTo>
                    <a:pt x="3003220" y="2671891"/>
                    <a:pt x="3005121" y="2675884"/>
                    <a:pt x="3005882" y="2678832"/>
                  </a:cubicBezTo>
                  <a:cubicBezTo>
                    <a:pt x="3006642" y="2681778"/>
                    <a:pt x="3005882" y="2686627"/>
                    <a:pt x="3007974" y="2688339"/>
                  </a:cubicBezTo>
                  <a:cubicBezTo>
                    <a:pt x="3010622" y="2690076"/>
                    <a:pt x="3013132" y="2692015"/>
                    <a:pt x="3015484" y="2694138"/>
                  </a:cubicBezTo>
                  <a:cubicBezTo>
                    <a:pt x="3019002" y="2697846"/>
                    <a:pt x="3023470" y="2706307"/>
                    <a:pt x="3027178" y="2704691"/>
                  </a:cubicBezTo>
                  <a:cubicBezTo>
                    <a:pt x="3033604" y="2700814"/>
                    <a:pt x="3039709" y="2696427"/>
                    <a:pt x="3045431" y="2691571"/>
                  </a:cubicBezTo>
                  <a:cubicBezTo>
                    <a:pt x="3049473" y="2690288"/>
                    <a:pt x="3053388" y="2688633"/>
                    <a:pt x="3057125" y="2686627"/>
                  </a:cubicBezTo>
                  <a:cubicBezTo>
                    <a:pt x="3062947" y="2682049"/>
                    <a:pt x="3069338" y="2678246"/>
                    <a:pt x="3076139" y="2675313"/>
                  </a:cubicBezTo>
                  <a:cubicBezTo>
                    <a:pt x="3081242" y="2673359"/>
                    <a:pt x="3086227" y="2671105"/>
                    <a:pt x="3091064" y="2668563"/>
                  </a:cubicBezTo>
                  <a:cubicBezTo>
                    <a:pt x="3094772" y="2666187"/>
                    <a:pt x="3098765" y="2657251"/>
                    <a:pt x="3105229" y="2655159"/>
                  </a:cubicBezTo>
                  <a:cubicBezTo>
                    <a:pt x="3111104" y="2652903"/>
                    <a:pt x="3116566" y="2649691"/>
                    <a:pt x="3121392" y="2645652"/>
                  </a:cubicBezTo>
                  <a:cubicBezTo>
                    <a:pt x="3124186" y="2643643"/>
                    <a:pt x="3126120" y="2640656"/>
                    <a:pt x="3126811" y="2637285"/>
                  </a:cubicBezTo>
                  <a:cubicBezTo>
                    <a:pt x="3128141" y="2629870"/>
                    <a:pt x="3130613" y="2624927"/>
                    <a:pt x="3131088" y="2621979"/>
                  </a:cubicBezTo>
                  <a:cubicBezTo>
                    <a:pt x="3131565" y="2619032"/>
                    <a:pt x="3129948" y="2617701"/>
                    <a:pt x="3129567" y="2614849"/>
                  </a:cubicBezTo>
                  <a:cubicBezTo>
                    <a:pt x="3129187" y="2611997"/>
                    <a:pt x="3129092" y="2611712"/>
                    <a:pt x="3128807" y="2610285"/>
                  </a:cubicBezTo>
                  <a:cubicBezTo>
                    <a:pt x="3128521" y="2608860"/>
                    <a:pt x="3126050" y="2607814"/>
                    <a:pt x="3126145" y="2602394"/>
                  </a:cubicBezTo>
                  <a:cubicBezTo>
                    <a:pt x="3126145" y="2598782"/>
                    <a:pt x="3126716" y="2592887"/>
                    <a:pt x="3127000" y="2590796"/>
                  </a:cubicBezTo>
                  <a:cubicBezTo>
                    <a:pt x="3127666" y="2585187"/>
                    <a:pt x="3128807" y="2581289"/>
                    <a:pt x="3128997" y="2577106"/>
                  </a:cubicBezTo>
                  <a:cubicBezTo>
                    <a:pt x="3129853" y="2564748"/>
                    <a:pt x="3130138" y="2560469"/>
                    <a:pt x="3130233" y="2554670"/>
                  </a:cubicBezTo>
                  <a:cubicBezTo>
                    <a:pt x="3130499" y="2550519"/>
                    <a:pt x="3131038" y="2546390"/>
                    <a:pt x="3131849" y="2542311"/>
                  </a:cubicBezTo>
                  <a:cubicBezTo>
                    <a:pt x="3134131" y="2536891"/>
                    <a:pt x="3136983" y="2532233"/>
                    <a:pt x="3137458" y="2530332"/>
                  </a:cubicBezTo>
                  <a:cubicBezTo>
                    <a:pt x="3137878" y="2526668"/>
                    <a:pt x="3137878" y="2522968"/>
                    <a:pt x="3137458" y="2519304"/>
                  </a:cubicBezTo>
                  <a:cubicBezTo>
                    <a:pt x="3137458" y="2516642"/>
                    <a:pt x="3138504" y="2515501"/>
                    <a:pt x="3138028" y="2512078"/>
                  </a:cubicBezTo>
                  <a:lnTo>
                    <a:pt x="3139265" y="2511603"/>
                  </a:lnTo>
                  <a:cubicBezTo>
                    <a:pt x="3137878" y="2507424"/>
                    <a:pt x="3135458" y="2503663"/>
                    <a:pt x="3132229" y="2500670"/>
                  </a:cubicBezTo>
                  <a:cubicBezTo>
                    <a:pt x="3130804" y="2499054"/>
                    <a:pt x="3126811" y="2498199"/>
                    <a:pt x="3125670" y="2497533"/>
                  </a:cubicBezTo>
                  <a:cubicBezTo>
                    <a:pt x="3123341" y="2496433"/>
                    <a:pt x="3120825" y="2495788"/>
                    <a:pt x="3118255" y="2495632"/>
                  </a:cubicBezTo>
                  <a:cubicBezTo>
                    <a:pt x="3116352" y="2495632"/>
                    <a:pt x="3108748" y="2495632"/>
                    <a:pt x="3106845" y="2495632"/>
                  </a:cubicBezTo>
                  <a:cubicBezTo>
                    <a:pt x="3103233" y="2494966"/>
                    <a:pt x="3098765" y="2495061"/>
                    <a:pt x="3095628" y="2494395"/>
                  </a:cubicBezTo>
                  <a:cubicBezTo>
                    <a:pt x="3092491" y="2493730"/>
                    <a:pt x="3090399" y="2490688"/>
                    <a:pt x="3088593" y="2490497"/>
                  </a:cubicBezTo>
                  <a:close/>
                  <a:moveTo>
                    <a:pt x="3223593" y="2477853"/>
                  </a:moveTo>
                  <a:cubicBezTo>
                    <a:pt x="3220381" y="2478205"/>
                    <a:pt x="3217202" y="2478809"/>
                    <a:pt x="3214086" y="2479660"/>
                  </a:cubicBezTo>
                  <a:cubicBezTo>
                    <a:pt x="3211585" y="2478996"/>
                    <a:pt x="3209044" y="2478488"/>
                    <a:pt x="3206480" y="2478139"/>
                  </a:cubicBezTo>
                  <a:cubicBezTo>
                    <a:pt x="3204579" y="2478139"/>
                    <a:pt x="3200776" y="2480040"/>
                    <a:pt x="3198018" y="2479945"/>
                  </a:cubicBezTo>
                  <a:cubicBezTo>
                    <a:pt x="3195262" y="2479850"/>
                    <a:pt x="3190223" y="2477853"/>
                    <a:pt x="3188511" y="2477948"/>
                  </a:cubicBezTo>
                  <a:cubicBezTo>
                    <a:pt x="3184708" y="2477948"/>
                    <a:pt x="3182332" y="2478709"/>
                    <a:pt x="3181001" y="2483272"/>
                  </a:cubicBezTo>
                  <a:cubicBezTo>
                    <a:pt x="3180366" y="2487583"/>
                    <a:pt x="3180206" y="2491951"/>
                    <a:pt x="3180526" y="2496296"/>
                  </a:cubicBezTo>
                  <a:cubicBezTo>
                    <a:pt x="3179567" y="2502715"/>
                    <a:pt x="3178203" y="2509066"/>
                    <a:pt x="3176438" y="2515310"/>
                  </a:cubicBezTo>
                  <a:cubicBezTo>
                    <a:pt x="3174928" y="2519150"/>
                    <a:pt x="3173968" y="2523183"/>
                    <a:pt x="3173586" y="2527290"/>
                  </a:cubicBezTo>
                  <a:cubicBezTo>
                    <a:pt x="3173585" y="2529286"/>
                    <a:pt x="3173585" y="2539268"/>
                    <a:pt x="3172445" y="2546969"/>
                  </a:cubicBezTo>
                  <a:cubicBezTo>
                    <a:pt x="3172445" y="2548491"/>
                    <a:pt x="3170448" y="2554575"/>
                    <a:pt x="3169783" y="2559613"/>
                  </a:cubicBezTo>
                  <a:cubicBezTo>
                    <a:pt x="3169117" y="2564652"/>
                    <a:pt x="3167501" y="2564557"/>
                    <a:pt x="3166931" y="2571972"/>
                  </a:cubicBezTo>
                  <a:cubicBezTo>
                    <a:pt x="3166931" y="2573398"/>
                    <a:pt x="3163793" y="2577962"/>
                    <a:pt x="3163603" y="2579483"/>
                  </a:cubicBezTo>
                  <a:cubicBezTo>
                    <a:pt x="3161797" y="2594504"/>
                    <a:pt x="3159515" y="2595740"/>
                    <a:pt x="3159610" y="2603536"/>
                  </a:cubicBezTo>
                  <a:cubicBezTo>
                    <a:pt x="3159438" y="2608557"/>
                    <a:pt x="3159950" y="2613578"/>
                    <a:pt x="3161132" y="2618462"/>
                  </a:cubicBezTo>
                  <a:cubicBezTo>
                    <a:pt x="3161943" y="2621566"/>
                    <a:pt x="3162358" y="2624760"/>
                    <a:pt x="3162368" y="2627969"/>
                  </a:cubicBezTo>
                  <a:lnTo>
                    <a:pt x="3163032" y="2638046"/>
                  </a:lnTo>
                  <a:cubicBezTo>
                    <a:pt x="3163032" y="2639947"/>
                    <a:pt x="3165980" y="2651546"/>
                    <a:pt x="3166360" y="2654112"/>
                  </a:cubicBezTo>
                  <a:cubicBezTo>
                    <a:pt x="3166301" y="2658632"/>
                    <a:pt x="3166620" y="2663147"/>
                    <a:pt x="3167311" y="2667613"/>
                  </a:cubicBezTo>
                  <a:cubicBezTo>
                    <a:pt x="3169149" y="2671807"/>
                    <a:pt x="3171582" y="2675714"/>
                    <a:pt x="3174537" y="2679211"/>
                  </a:cubicBezTo>
                  <a:cubicBezTo>
                    <a:pt x="3176895" y="2681036"/>
                    <a:pt x="3179526" y="2682480"/>
                    <a:pt x="3182332" y="2683490"/>
                  </a:cubicBezTo>
                  <a:cubicBezTo>
                    <a:pt x="3185660" y="2684535"/>
                    <a:pt x="3193170" y="2683490"/>
                    <a:pt x="3197734" y="2684345"/>
                  </a:cubicBezTo>
                  <a:cubicBezTo>
                    <a:pt x="3202297" y="2685201"/>
                    <a:pt x="3206385" y="2687387"/>
                    <a:pt x="3208286" y="2687387"/>
                  </a:cubicBezTo>
                  <a:cubicBezTo>
                    <a:pt x="3208286" y="2687387"/>
                    <a:pt x="3217318" y="2687387"/>
                    <a:pt x="3220740" y="2687387"/>
                  </a:cubicBezTo>
                  <a:cubicBezTo>
                    <a:pt x="3224995" y="2686983"/>
                    <a:pt x="3229288" y="2687403"/>
                    <a:pt x="3233384" y="2688623"/>
                  </a:cubicBezTo>
                  <a:cubicBezTo>
                    <a:pt x="3235191" y="2689384"/>
                    <a:pt x="3238708" y="2692140"/>
                    <a:pt x="3241561" y="2692140"/>
                  </a:cubicBezTo>
                  <a:cubicBezTo>
                    <a:pt x="3245588" y="2691905"/>
                    <a:pt x="3249545" y="2690972"/>
                    <a:pt x="3253255" y="2689384"/>
                  </a:cubicBezTo>
                  <a:cubicBezTo>
                    <a:pt x="3256677" y="2688053"/>
                    <a:pt x="3262761" y="2689384"/>
                    <a:pt x="3265138" y="2687578"/>
                  </a:cubicBezTo>
                  <a:cubicBezTo>
                    <a:pt x="3267515" y="2685771"/>
                    <a:pt x="3268370" y="2681398"/>
                    <a:pt x="3269702" y="2677215"/>
                  </a:cubicBezTo>
                  <a:cubicBezTo>
                    <a:pt x="3271831" y="2672060"/>
                    <a:pt x="3273672" y="2666792"/>
                    <a:pt x="3275215" y="2661434"/>
                  </a:cubicBezTo>
                  <a:cubicBezTo>
                    <a:pt x="3276359" y="2655880"/>
                    <a:pt x="3273885" y="2650208"/>
                    <a:pt x="3269036" y="2647267"/>
                  </a:cubicBezTo>
                  <a:lnTo>
                    <a:pt x="3268561" y="2647078"/>
                  </a:lnTo>
                  <a:cubicBezTo>
                    <a:pt x="3264959" y="2646167"/>
                    <a:pt x="3261245" y="2645783"/>
                    <a:pt x="3257533" y="2645937"/>
                  </a:cubicBezTo>
                  <a:cubicBezTo>
                    <a:pt x="3255013" y="2645551"/>
                    <a:pt x="3252609" y="2644608"/>
                    <a:pt x="3250497" y="2643180"/>
                  </a:cubicBezTo>
                  <a:cubicBezTo>
                    <a:pt x="3248072" y="2642937"/>
                    <a:pt x="3245681" y="2642427"/>
                    <a:pt x="3243368" y="2641659"/>
                  </a:cubicBezTo>
                  <a:cubicBezTo>
                    <a:pt x="3240070" y="2640834"/>
                    <a:pt x="3236689" y="2640386"/>
                    <a:pt x="3233290" y="2640328"/>
                  </a:cubicBezTo>
                  <a:cubicBezTo>
                    <a:pt x="3228024" y="2639892"/>
                    <a:pt x="3223062" y="2637681"/>
                    <a:pt x="3219219" y="2634053"/>
                  </a:cubicBezTo>
                  <a:cubicBezTo>
                    <a:pt x="3214276" y="2628349"/>
                    <a:pt x="3215702" y="2622930"/>
                    <a:pt x="3214086" y="2617225"/>
                  </a:cubicBezTo>
                  <a:cubicBezTo>
                    <a:pt x="3213219" y="2614135"/>
                    <a:pt x="3212992" y="2610900"/>
                    <a:pt x="3213420" y="2607718"/>
                  </a:cubicBezTo>
                  <a:cubicBezTo>
                    <a:pt x="3214214" y="2600590"/>
                    <a:pt x="3216377" y="2593682"/>
                    <a:pt x="3219790" y="2587374"/>
                  </a:cubicBezTo>
                  <a:cubicBezTo>
                    <a:pt x="3226472" y="2585652"/>
                    <a:pt x="3232742" y="2582614"/>
                    <a:pt x="3238233" y="2578437"/>
                  </a:cubicBezTo>
                  <a:cubicBezTo>
                    <a:pt x="3242226" y="2575205"/>
                    <a:pt x="3246124" y="2574634"/>
                    <a:pt x="3249832" y="2571972"/>
                  </a:cubicBezTo>
                  <a:cubicBezTo>
                    <a:pt x="3252164" y="2569495"/>
                    <a:pt x="3254979" y="2567521"/>
                    <a:pt x="3258103" y="2566173"/>
                  </a:cubicBezTo>
                  <a:cubicBezTo>
                    <a:pt x="3262286" y="2564937"/>
                    <a:pt x="3264283" y="2564462"/>
                    <a:pt x="3267610" y="2563702"/>
                  </a:cubicBezTo>
                  <a:cubicBezTo>
                    <a:pt x="3270209" y="2563221"/>
                    <a:pt x="3272136" y="2561017"/>
                    <a:pt x="3272268" y="2558378"/>
                  </a:cubicBezTo>
                  <a:cubicBezTo>
                    <a:pt x="3272315" y="2554888"/>
                    <a:pt x="3271769" y="2551416"/>
                    <a:pt x="3270652" y="2548110"/>
                  </a:cubicBezTo>
                  <a:cubicBezTo>
                    <a:pt x="3268181" y="2543831"/>
                    <a:pt x="3266660" y="2534610"/>
                    <a:pt x="3262952" y="2533754"/>
                  </a:cubicBezTo>
                  <a:cubicBezTo>
                    <a:pt x="3256297" y="2532233"/>
                    <a:pt x="3252114" y="2527480"/>
                    <a:pt x="3249167" y="2528906"/>
                  </a:cubicBezTo>
                  <a:cubicBezTo>
                    <a:pt x="3246219" y="2530332"/>
                    <a:pt x="3244889" y="2532804"/>
                    <a:pt x="3240610" y="2533754"/>
                  </a:cubicBezTo>
                  <a:cubicBezTo>
                    <a:pt x="3238328" y="2537462"/>
                    <a:pt x="3233004" y="2536036"/>
                    <a:pt x="3232054" y="2530807"/>
                  </a:cubicBezTo>
                  <a:cubicBezTo>
                    <a:pt x="3232333" y="2527569"/>
                    <a:pt x="3233004" y="2524377"/>
                    <a:pt x="3234050" y="2521300"/>
                  </a:cubicBezTo>
                  <a:cubicBezTo>
                    <a:pt x="3236712" y="2514930"/>
                    <a:pt x="3244032" y="2512648"/>
                    <a:pt x="3244413" y="2502286"/>
                  </a:cubicBezTo>
                  <a:cubicBezTo>
                    <a:pt x="3244143" y="2497435"/>
                    <a:pt x="3242915" y="2492685"/>
                    <a:pt x="3240800" y="2488311"/>
                  </a:cubicBezTo>
                  <a:cubicBezTo>
                    <a:pt x="3239849" y="2486125"/>
                    <a:pt x="3238139" y="2483558"/>
                    <a:pt x="3236332" y="2483272"/>
                  </a:cubicBezTo>
                  <a:cubicBezTo>
                    <a:pt x="3234329" y="2483225"/>
                    <a:pt x="3232356" y="2482772"/>
                    <a:pt x="3230533" y="2481942"/>
                  </a:cubicBezTo>
                  <a:cubicBezTo>
                    <a:pt x="3228537" y="2480515"/>
                    <a:pt x="3227966" y="2478043"/>
                    <a:pt x="3223593" y="2477853"/>
                  </a:cubicBezTo>
                  <a:close/>
                  <a:moveTo>
                    <a:pt x="3872065" y="2475191"/>
                  </a:moveTo>
                  <a:cubicBezTo>
                    <a:pt x="3868548" y="2475191"/>
                    <a:pt x="3839932" y="2485459"/>
                    <a:pt x="3829665" y="2488976"/>
                  </a:cubicBezTo>
                  <a:cubicBezTo>
                    <a:pt x="3825957" y="2490212"/>
                    <a:pt x="3820158" y="2488976"/>
                    <a:pt x="3815498" y="2490403"/>
                  </a:cubicBezTo>
                  <a:cubicBezTo>
                    <a:pt x="3808559" y="2492589"/>
                    <a:pt x="3803995" y="2495441"/>
                    <a:pt x="3797626" y="2497723"/>
                  </a:cubicBezTo>
                  <a:cubicBezTo>
                    <a:pt x="3795439" y="2498578"/>
                    <a:pt x="3788119" y="2500385"/>
                    <a:pt x="3787168" y="2501050"/>
                  </a:cubicBezTo>
                  <a:cubicBezTo>
                    <a:pt x="3784568" y="2501756"/>
                    <a:pt x="3781872" y="2502045"/>
                    <a:pt x="3779182" y="2501906"/>
                  </a:cubicBezTo>
                  <a:cubicBezTo>
                    <a:pt x="3774714" y="2501906"/>
                    <a:pt x="3774809" y="2496773"/>
                    <a:pt x="3770721" y="2496773"/>
                  </a:cubicBezTo>
                  <a:cubicBezTo>
                    <a:pt x="3766633" y="2496773"/>
                    <a:pt x="3763591" y="2504283"/>
                    <a:pt x="3764162" y="2510272"/>
                  </a:cubicBezTo>
                  <a:cubicBezTo>
                    <a:pt x="3763755" y="2514791"/>
                    <a:pt x="3762863" y="2519254"/>
                    <a:pt x="3761499" y="2523582"/>
                  </a:cubicBezTo>
                  <a:cubicBezTo>
                    <a:pt x="3760818" y="2526131"/>
                    <a:pt x="3760404" y="2528743"/>
                    <a:pt x="3760263" y="2531378"/>
                  </a:cubicBezTo>
                  <a:cubicBezTo>
                    <a:pt x="3760263" y="2535751"/>
                    <a:pt x="3763591" y="2539459"/>
                    <a:pt x="3763305" y="2541646"/>
                  </a:cubicBezTo>
                  <a:cubicBezTo>
                    <a:pt x="3763221" y="2549730"/>
                    <a:pt x="3764051" y="2557799"/>
                    <a:pt x="3765778" y="2565698"/>
                  </a:cubicBezTo>
                  <a:cubicBezTo>
                    <a:pt x="3766443" y="2569596"/>
                    <a:pt x="3760643" y="2574444"/>
                    <a:pt x="3760643" y="2580624"/>
                  </a:cubicBezTo>
                  <a:cubicBezTo>
                    <a:pt x="3760972" y="2583923"/>
                    <a:pt x="3761873" y="2587140"/>
                    <a:pt x="3763306" y="2590131"/>
                  </a:cubicBezTo>
                  <a:cubicBezTo>
                    <a:pt x="3764066" y="2591557"/>
                    <a:pt x="3768440" y="2593553"/>
                    <a:pt x="3768059" y="2598972"/>
                  </a:cubicBezTo>
                  <a:cubicBezTo>
                    <a:pt x="3768366" y="2601115"/>
                    <a:pt x="3769075" y="2603179"/>
                    <a:pt x="3770150" y="2605056"/>
                  </a:cubicBezTo>
                  <a:cubicBezTo>
                    <a:pt x="3770816" y="2606959"/>
                    <a:pt x="3770150" y="2608575"/>
                    <a:pt x="3772812" y="2609240"/>
                  </a:cubicBezTo>
                  <a:cubicBezTo>
                    <a:pt x="3774540" y="2609753"/>
                    <a:pt x="3776334" y="2610008"/>
                    <a:pt x="3778136" y="2610000"/>
                  </a:cubicBezTo>
                  <a:cubicBezTo>
                    <a:pt x="3780347" y="2609641"/>
                    <a:pt x="3782536" y="2609165"/>
                    <a:pt x="3784696" y="2608575"/>
                  </a:cubicBezTo>
                  <a:cubicBezTo>
                    <a:pt x="3787120" y="2608092"/>
                    <a:pt x="3789505" y="2607424"/>
                    <a:pt x="3791826" y="2606578"/>
                  </a:cubicBezTo>
                  <a:cubicBezTo>
                    <a:pt x="3794774" y="2605152"/>
                    <a:pt x="3797055" y="2604772"/>
                    <a:pt x="3797436" y="2607338"/>
                  </a:cubicBezTo>
                  <a:cubicBezTo>
                    <a:pt x="3797599" y="2610543"/>
                    <a:pt x="3797245" y="2613753"/>
                    <a:pt x="3796391" y="2616845"/>
                  </a:cubicBezTo>
                  <a:cubicBezTo>
                    <a:pt x="3795403" y="2618441"/>
                    <a:pt x="3793986" y="2619726"/>
                    <a:pt x="3792302" y="2620553"/>
                  </a:cubicBezTo>
                  <a:cubicBezTo>
                    <a:pt x="3790792" y="2620805"/>
                    <a:pt x="3789249" y="2620805"/>
                    <a:pt x="3787739" y="2620553"/>
                  </a:cubicBezTo>
                  <a:cubicBezTo>
                    <a:pt x="3785837" y="2620553"/>
                    <a:pt x="3784981" y="2621408"/>
                    <a:pt x="3783080" y="2621408"/>
                  </a:cubicBezTo>
                  <a:cubicBezTo>
                    <a:pt x="3781178" y="2621408"/>
                    <a:pt x="3780703" y="2619983"/>
                    <a:pt x="3778707" y="2619983"/>
                  </a:cubicBezTo>
                  <a:cubicBezTo>
                    <a:pt x="3775094" y="2619983"/>
                    <a:pt x="3774809" y="2623406"/>
                    <a:pt x="3774429" y="2625687"/>
                  </a:cubicBezTo>
                  <a:cubicBezTo>
                    <a:pt x="3774048" y="2627969"/>
                    <a:pt x="3773858" y="2630821"/>
                    <a:pt x="3773573" y="2633483"/>
                  </a:cubicBezTo>
                  <a:cubicBezTo>
                    <a:pt x="3773287" y="2636145"/>
                    <a:pt x="3772528" y="2638142"/>
                    <a:pt x="3773573" y="2639853"/>
                  </a:cubicBezTo>
                  <a:cubicBezTo>
                    <a:pt x="3774619" y="2641564"/>
                    <a:pt x="3776236" y="2642514"/>
                    <a:pt x="3780133" y="2643180"/>
                  </a:cubicBezTo>
                  <a:cubicBezTo>
                    <a:pt x="3782486" y="2644560"/>
                    <a:pt x="3785295" y="2644937"/>
                    <a:pt x="3787929" y="2644226"/>
                  </a:cubicBezTo>
                  <a:cubicBezTo>
                    <a:pt x="3789450" y="2644226"/>
                    <a:pt x="3793538" y="2646032"/>
                    <a:pt x="3791067" y="2649550"/>
                  </a:cubicBezTo>
                  <a:cubicBezTo>
                    <a:pt x="3784573" y="2651971"/>
                    <a:pt x="3778224" y="2654763"/>
                    <a:pt x="3772053" y="2657916"/>
                  </a:cubicBezTo>
                  <a:cubicBezTo>
                    <a:pt x="3767261" y="2660204"/>
                    <a:pt x="3762220" y="2661927"/>
                    <a:pt x="3757031" y="2663050"/>
                  </a:cubicBezTo>
                  <a:cubicBezTo>
                    <a:pt x="3754180" y="2663050"/>
                    <a:pt x="3753798" y="2660768"/>
                    <a:pt x="3751897" y="2660578"/>
                  </a:cubicBezTo>
                  <a:cubicBezTo>
                    <a:pt x="3749995" y="2660388"/>
                    <a:pt x="3748474" y="2663715"/>
                    <a:pt x="3747809" y="2663905"/>
                  </a:cubicBezTo>
                  <a:cubicBezTo>
                    <a:pt x="3745477" y="2665824"/>
                    <a:pt x="3744119" y="2668681"/>
                    <a:pt x="3744101" y="2671701"/>
                  </a:cubicBezTo>
                  <a:cubicBezTo>
                    <a:pt x="3744102" y="2673222"/>
                    <a:pt x="3744102" y="2676454"/>
                    <a:pt x="3743532" y="2678450"/>
                  </a:cubicBezTo>
                  <a:cubicBezTo>
                    <a:pt x="3742866" y="2685201"/>
                    <a:pt x="3745718" y="2687957"/>
                    <a:pt x="3746003" y="2693187"/>
                  </a:cubicBezTo>
                  <a:cubicBezTo>
                    <a:pt x="3746289" y="2698416"/>
                    <a:pt x="3753798" y="2699366"/>
                    <a:pt x="3757031" y="2698986"/>
                  </a:cubicBezTo>
                  <a:cubicBezTo>
                    <a:pt x="3763036" y="2697842"/>
                    <a:pt x="3768900" y="2696056"/>
                    <a:pt x="3774524" y="2693662"/>
                  </a:cubicBezTo>
                  <a:cubicBezTo>
                    <a:pt x="3780240" y="2693669"/>
                    <a:pt x="3785941" y="2693096"/>
                    <a:pt x="3791542" y="2691951"/>
                  </a:cubicBezTo>
                  <a:cubicBezTo>
                    <a:pt x="3796738" y="2689738"/>
                    <a:pt x="3802340" y="2688637"/>
                    <a:pt x="3807989" y="2688719"/>
                  </a:cubicBezTo>
                  <a:cubicBezTo>
                    <a:pt x="3812545" y="2688340"/>
                    <a:pt x="3817060" y="2687576"/>
                    <a:pt x="3821488" y="2686437"/>
                  </a:cubicBezTo>
                  <a:cubicBezTo>
                    <a:pt x="3825472" y="2685700"/>
                    <a:pt x="3829511" y="2685286"/>
                    <a:pt x="3833562" y="2685201"/>
                  </a:cubicBezTo>
                  <a:cubicBezTo>
                    <a:pt x="3838129" y="2685827"/>
                    <a:pt x="3842737" y="2686114"/>
                    <a:pt x="3847347" y="2686056"/>
                  </a:cubicBezTo>
                  <a:cubicBezTo>
                    <a:pt x="3849343" y="2686056"/>
                    <a:pt x="3860087" y="2685201"/>
                    <a:pt x="3872636" y="2685011"/>
                  </a:cubicBezTo>
                  <a:cubicBezTo>
                    <a:pt x="3886706" y="2685011"/>
                    <a:pt x="3883949" y="2688053"/>
                    <a:pt x="3887942" y="2687673"/>
                  </a:cubicBezTo>
                  <a:cubicBezTo>
                    <a:pt x="3897449" y="2686912"/>
                    <a:pt x="3904769" y="2674458"/>
                    <a:pt x="3904769" y="2663430"/>
                  </a:cubicBezTo>
                  <a:cubicBezTo>
                    <a:pt x="3904769" y="2655729"/>
                    <a:pt x="3895262" y="2653448"/>
                    <a:pt x="3895262" y="2648504"/>
                  </a:cubicBezTo>
                  <a:cubicBezTo>
                    <a:pt x="3892600" y="2645652"/>
                    <a:pt x="3887942" y="2649550"/>
                    <a:pt x="3883759" y="2648504"/>
                  </a:cubicBezTo>
                  <a:cubicBezTo>
                    <a:pt x="3879291" y="2648838"/>
                    <a:pt x="3874884" y="2649732"/>
                    <a:pt x="3870640" y="2651166"/>
                  </a:cubicBezTo>
                  <a:cubicBezTo>
                    <a:pt x="3867093" y="2651345"/>
                    <a:pt x="3863539" y="2651345"/>
                    <a:pt x="3859992" y="2651166"/>
                  </a:cubicBezTo>
                  <a:cubicBezTo>
                    <a:pt x="3856093" y="2651166"/>
                    <a:pt x="3847823" y="2653828"/>
                    <a:pt x="3845826" y="2653828"/>
                  </a:cubicBezTo>
                  <a:cubicBezTo>
                    <a:pt x="3843830" y="2653828"/>
                    <a:pt x="3840693" y="2653828"/>
                    <a:pt x="3840693" y="2649740"/>
                  </a:cubicBezTo>
                  <a:cubicBezTo>
                    <a:pt x="3840842" y="2647291"/>
                    <a:pt x="3842058" y="2645033"/>
                    <a:pt x="3844019" y="2643561"/>
                  </a:cubicBezTo>
                  <a:cubicBezTo>
                    <a:pt x="3847252" y="2641468"/>
                    <a:pt x="3852385" y="2641088"/>
                    <a:pt x="3854668" y="2639662"/>
                  </a:cubicBezTo>
                  <a:cubicBezTo>
                    <a:pt x="3858102" y="2637886"/>
                    <a:pt x="3861296" y="2635682"/>
                    <a:pt x="3864175" y="2633102"/>
                  </a:cubicBezTo>
                  <a:cubicBezTo>
                    <a:pt x="3865298" y="2631560"/>
                    <a:pt x="3865868" y="2629685"/>
                    <a:pt x="3865791" y="2627778"/>
                  </a:cubicBezTo>
                  <a:cubicBezTo>
                    <a:pt x="3864091" y="2623677"/>
                    <a:pt x="3863188" y="2619288"/>
                    <a:pt x="3863129" y="2614849"/>
                  </a:cubicBezTo>
                  <a:cubicBezTo>
                    <a:pt x="3863111" y="2612478"/>
                    <a:pt x="3861382" y="2610467"/>
                    <a:pt x="3859041" y="2610096"/>
                  </a:cubicBezTo>
                  <a:cubicBezTo>
                    <a:pt x="3855513" y="2609387"/>
                    <a:pt x="3852071" y="2608303"/>
                    <a:pt x="3848773" y="2606863"/>
                  </a:cubicBezTo>
                  <a:cubicBezTo>
                    <a:pt x="3845913" y="2606830"/>
                    <a:pt x="3843189" y="2608087"/>
                    <a:pt x="3841357" y="2610286"/>
                  </a:cubicBezTo>
                  <a:cubicBezTo>
                    <a:pt x="3840218" y="2611997"/>
                    <a:pt x="3834608" y="2615229"/>
                    <a:pt x="3831851" y="2611997"/>
                  </a:cubicBezTo>
                  <a:cubicBezTo>
                    <a:pt x="3830615" y="2608949"/>
                    <a:pt x="3830615" y="2605539"/>
                    <a:pt x="3831851" y="2602490"/>
                  </a:cubicBezTo>
                  <a:cubicBezTo>
                    <a:pt x="3833562" y="2599163"/>
                    <a:pt x="3842309" y="2600493"/>
                    <a:pt x="3844019" y="2598782"/>
                  </a:cubicBezTo>
                  <a:cubicBezTo>
                    <a:pt x="3845731" y="2597071"/>
                    <a:pt x="3850960" y="2597166"/>
                    <a:pt x="3852196" y="2596120"/>
                  </a:cubicBezTo>
                  <a:cubicBezTo>
                    <a:pt x="3854675" y="2595005"/>
                    <a:pt x="3857513" y="2595005"/>
                    <a:pt x="3859992" y="2596120"/>
                  </a:cubicBezTo>
                  <a:cubicBezTo>
                    <a:pt x="3861799" y="2596976"/>
                    <a:pt x="3865506" y="2592127"/>
                    <a:pt x="3866361" y="2589750"/>
                  </a:cubicBezTo>
                  <a:cubicBezTo>
                    <a:pt x="3871685" y="2575015"/>
                    <a:pt x="3878910" y="2564748"/>
                    <a:pt x="3885375" y="2550012"/>
                  </a:cubicBezTo>
                  <a:cubicBezTo>
                    <a:pt x="3886421" y="2547634"/>
                    <a:pt x="3892886" y="2542501"/>
                    <a:pt x="3893932" y="2540505"/>
                  </a:cubicBezTo>
                  <a:cubicBezTo>
                    <a:pt x="3896424" y="2534539"/>
                    <a:pt x="3899615" y="2528891"/>
                    <a:pt x="3903439" y="2523677"/>
                  </a:cubicBezTo>
                  <a:cubicBezTo>
                    <a:pt x="3905327" y="2520532"/>
                    <a:pt x="3906191" y="2516877"/>
                    <a:pt x="3905910" y="2513219"/>
                  </a:cubicBezTo>
                  <a:cubicBezTo>
                    <a:pt x="3905910" y="2511793"/>
                    <a:pt x="3910949" y="2505709"/>
                    <a:pt x="3911234" y="2501906"/>
                  </a:cubicBezTo>
                  <a:cubicBezTo>
                    <a:pt x="3910722" y="2496824"/>
                    <a:pt x="3908392" y="2492097"/>
                    <a:pt x="3904674" y="2488596"/>
                  </a:cubicBezTo>
                  <a:cubicBezTo>
                    <a:pt x="3903344" y="2487360"/>
                    <a:pt x="3902583" y="2481751"/>
                    <a:pt x="3901442" y="2480801"/>
                  </a:cubicBezTo>
                  <a:lnTo>
                    <a:pt x="3900586" y="2480325"/>
                  </a:lnTo>
                  <a:cubicBezTo>
                    <a:pt x="3894353" y="2478915"/>
                    <a:pt x="3887946" y="2478435"/>
                    <a:pt x="3881572" y="2478899"/>
                  </a:cubicBezTo>
                  <a:cubicBezTo>
                    <a:pt x="3878435" y="2478899"/>
                    <a:pt x="3875582" y="2475191"/>
                    <a:pt x="3872065" y="2475191"/>
                  </a:cubicBezTo>
                  <a:close/>
                  <a:moveTo>
                    <a:pt x="2665469" y="2459676"/>
                  </a:moveTo>
                  <a:lnTo>
                    <a:pt x="2666013" y="2459676"/>
                  </a:lnTo>
                  <a:cubicBezTo>
                    <a:pt x="2671419" y="2459676"/>
                    <a:pt x="2673305" y="2465668"/>
                    <a:pt x="2674395" y="2471535"/>
                  </a:cubicBezTo>
                  <a:lnTo>
                    <a:pt x="2674395" y="2472121"/>
                  </a:lnTo>
                  <a:cubicBezTo>
                    <a:pt x="2674981" y="2475012"/>
                    <a:pt x="2681476" y="2508704"/>
                    <a:pt x="2681476" y="2508704"/>
                  </a:cubicBezTo>
                  <a:lnTo>
                    <a:pt x="2682021" y="2511428"/>
                  </a:lnTo>
                  <a:lnTo>
                    <a:pt x="2687218" y="2511428"/>
                  </a:lnTo>
                  <a:cubicBezTo>
                    <a:pt x="2730343" y="2511592"/>
                    <a:pt x="2773254" y="2505394"/>
                    <a:pt x="2814568" y="2493032"/>
                  </a:cubicBezTo>
                  <a:cubicBezTo>
                    <a:pt x="2813618" y="2503043"/>
                    <a:pt x="2809758" y="2512556"/>
                    <a:pt x="2803464" y="2520396"/>
                  </a:cubicBezTo>
                  <a:cubicBezTo>
                    <a:pt x="2795603" y="2529712"/>
                    <a:pt x="2785021" y="2536337"/>
                    <a:pt x="2773209" y="2539338"/>
                  </a:cubicBezTo>
                  <a:lnTo>
                    <a:pt x="2770694" y="2539840"/>
                  </a:lnTo>
                  <a:lnTo>
                    <a:pt x="2770694" y="2542355"/>
                  </a:lnTo>
                  <a:cubicBezTo>
                    <a:pt x="2769822" y="2550924"/>
                    <a:pt x="2765875" y="2558886"/>
                    <a:pt x="2759589" y="2564774"/>
                  </a:cubicBezTo>
                  <a:cubicBezTo>
                    <a:pt x="2752816" y="2569774"/>
                    <a:pt x="2744578" y="2572380"/>
                    <a:pt x="2736164" y="2572192"/>
                  </a:cubicBezTo>
                  <a:cubicBezTo>
                    <a:pt x="2734236" y="2572192"/>
                    <a:pt x="2733020" y="2572192"/>
                    <a:pt x="2733020" y="2572192"/>
                  </a:cubicBezTo>
                  <a:lnTo>
                    <a:pt x="2730379" y="2571857"/>
                  </a:lnTo>
                  <a:lnTo>
                    <a:pt x="2729459" y="2574329"/>
                  </a:lnTo>
                  <a:cubicBezTo>
                    <a:pt x="2725968" y="2581449"/>
                    <a:pt x="2719590" y="2586728"/>
                    <a:pt x="2711942" y="2588828"/>
                  </a:cubicBezTo>
                  <a:cubicBezTo>
                    <a:pt x="2709038" y="2589729"/>
                    <a:pt x="2706012" y="2590177"/>
                    <a:pt x="2702974" y="2590169"/>
                  </a:cubicBezTo>
                  <a:cubicBezTo>
                    <a:pt x="2699030" y="2590169"/>
                    <a:pt x="2695121" y="2589486"/>
                    <a:pt x="2691408" y="2588157"/>
                  </a:cubicBezTo>
                  <a:lnTo>
                    <a:pt x="2685206" y="2585560"/>
                  </a:lnTo>
                  <a:lnTo>
                    <a:pt x="2694299" y="2622604"/>
                  </a:lnTo>
                  <a:lnTo>
                    <a:pt x="2637308" y="2622604"/>
                  </a:lnTo>
                  <a:lnTo>
                    <a:pt x="2646359" y="2585602"/>
                  </a:lnTo>
                  <a:lnTo>
                    <a:pt x="2640199" y="2588157"/>
                  </a:lnTo>
                  <a:cubicBezTo>
                    <a:pt x="2636473" y="2589482"/>
                    <a:pt x="2632547" y="2590165"/>
                    <a:pt x="2628591" y="2590169"/>
                  </a:cubicBezTo>
                  <a:cubicBezTo>
                    <a:pt x="2625553" y="2590181"/>
                    <a:pt x="2622527" y="2589729"/>
                    <a:pt x="2619624" y="2588828"/>
                  </a:cubicBezTo>
                  <a:cubicBezTo>
                    <a:pt x="2611980" y="2586724"/>
                    <a:pt x="2605602" y="2581445"/>
                    <a:pt x="2602107" y="2574329"/>
                  </a:cubicBezTo>
                  <a:lnTo>
                    <a:pt x="2601185" y="2571857"/>
                  </a:lnTo>
                  <a:lnTo>
                    <a:pt x="2598546" y="2572192"/>
                  </a:lnTo>
                  <a:cubicBezTo>
                    <a:pt x="2598546" y="2572192"/>
                    <a:pt x="2597329" y="2572192"/>
                    <a:pt x="2595402" y="2572192"/>
                  </a:cubicBezTo>
                  <a:cubicBezTo>
                    <a:pt x="2586988" y="2572380"/>
                    <a:pt x="2578749" y="2569774"/>
                    <a:pt x="2571977" y="2564774"/>
                  </a:cubicBezTo>
                  <a:cubicBezTo>
                    <a:pt x="2565733" y="2558870"/>
                    <a:pt x="2561798" y="2550937"/>
                    <a:pt x="2560872" y="2542397"/>
                  </a:cubicBezTo>
                  <a:lnTo>
                    <a:pt x="2560704" y="2542397"/>
                  </a:lnTo>
                  <a:lnTo>
                    <a:pt x="2560704" y="2539840"/>
                  </a:lnTo>
                  <a:lnTo>
                    <a:pt x="2558191" y="2539338"/>
                  </a:lnTo>
                  <a:cubicBezTo>
                    <a:pt x="2546344" y="2536384"/>
                    <a:pt x="2535737" y="2529754"/>
                    <a:pt x="2527892" y="2520396"/>
                  </a:cubicBezTo>
                  <a:cubicBezTo>
                    <a:pt x="2521599" y="2512556"/>
                    <a:pt x="2517738" y="2503043"/>
                    <a:pt x="2516788" y="2493032"/>
                  </a:cubicBezTo>
                  <a:cubicBezTo>
                    <a:pt x="2558144" y="2505406"/>
                    <a:pt x="2601097" y="2511604"/>
                    <a:pt x="2644264" y="2511428"/>
                  </a:cubicBezTo>
                  <a:lnTo>
                    <a:pt x="2649460" y="2511428"/>
                  </a:lnTo>
                  <a:lnTo>
                    <a:pt x="2650005" y="2508704"/>
                  </a:lnTo>
                  <a:cubicBezTo>
                    <a:pt x="2650005" y="2508704"/>
                    <a:pt x="2656543" y="2475181"/>
                    <a:pt x="2657087" y="2472121"/>
                  </a:cubicBezTo>
                  <a:lnTo>
                    <a:pt x="2657087" y="2471535"/>
                  </a:lnTo>
                  <a:cubicBezTo>
                    <a:pt x="2658218" y="2465668"/>
                    <a:pt x="2660146" y="2459676"/>
                    <a:pt x="2665469" y="2459676"/>
                  </a:cubicBezTo>
                  <a:close/>
                  <a:moveTo>
                    <a:pt x="2731385" y="2458207"/>
                  </a:moveTo>
                  <a:cubicBezTo>
                    <a:pt x="2725572" y="2456637"/>
                    <a:pt x="2719400" y="2457022"/>
                    <a:pt x="2713826" y="2459298"/>
                  </a:cubicBezTo>
                  <a:cubicBezTo>
                    <a:pt x="2713826" y="2459298"/>
                    <a:pt x="2720280" y="2469020"/>
                    <a:pt x="2728326" y="2469858"/>
                  </a:cubicBezTo>
                  <a:cubicBezTo>
                    <a:pt x="2734822" y="2470549"/>
                    <a:pt x="2741388" y="2470193"/>
                    <a:pt x="2747771" y="2468811"/>
                  </a:cubicBezTo>
                  <a:cubicBezTo>
                    <a:pt x="2743241" y="2464011"/>
                    <a:pt x="2737621" y="2460375"/>
                    <a:pt x="2731385" y="2458207"/>
                  </a:cubicBezTo>
                  <a:close/>
                  <a:moveTo>
                    <a:pt x="2749364" y="2439517"/>
                  </a:moveTo>
                  <a:lnTo>
                    <a:pt x="2749395" y="2439522"/>
                  </a:lnTo>
                  <a:lnTo>
                    <a:pt x="2733187" y="2445427"/>
                  </a:lnTo>
                  <a:cubicBezTo>
                    <a:pt x="2733187" y="2445427"/>
                    <a:pt x="2742742" y="2452382"/>
                    <a:pt x="2750202" y="2450790"/>
                  </a:cubicBezTo>
                  <a:cubicBezTo>
                    <a:pt x="2756266" y="2449403"/>
                    <a:pt x="2761797" y="2446290"/>
                    <a:pt x="2766126" y="2441823"/>
                  </a:cubicBezTo>
                  <a:lnTo>
                    <a:pt x="2749395" y="2439522"/>
                  </a:lnTo>
                  <a:lnTo>
                    <a:pt x="2749406" y="2439517"/>
                  </a:lnTo>
                  <a:close/>
                  <a:moveTo>
                    <a:pt x="3470869" y="2434595"/>
                  </a:moveTo>
                  <a:cubicBezTo>
                    <a:pt x="3467543" y="2434595"/>
                    <a:pt x="3467543" y="2435927"/>
                    <a:pt x="3464786" y="2436877"/>
                  </a:cubicBezTo>
                  <a:cubicBezTo>
                    <a:pt x="3462029" y="2437827"/>
                    <a:pt x="3460032" y="2436877"/>
                    <a:pt x="3458796" y="2437543"/>
                  </a:cubicBezTo>
                  <a:cubicBezTo>
                    <a:pt x="3456894" y="2438783"/>
                    <a:pt x="3454760" y="2439625"/>
                    <a:pt x="3452522" y="2440014"/>
                  </a:cubicBezTo>
                  <a:cubicBezTo>
                    <a:pt x="3448718" y="2440014"/>
                    <a:pt x="3445011" y="2438493"/>
                    <a:pt x="3441778" y="2441821"/>
                  </a:cubicBezTo>
                  <a:cubicBezTo>
                    <a:pt x="3440032" y="2443280"/>
                    <a:pt x="3439228" y="2445581"/>
                    <a:pt x="3439687" y="2447810"/>
                  </a:cubicBezTo>
                  <a:cubicBezTo>
                    <a:pt x="3440637" y="2450758"/>
                    <a:pt x="3448053" y="2461501"/>
                    <a:pt x="3446817" y="2465398"/>
                  </a:cubicBezTo>
                  <a:cubicBezTo>
                    <a:pt x="3446183" y="2467783"/>
                    <a:pt x="3445421" y="2470131"/>
                    <a:pt x="3444536" y="2472433"/>
                  </a:cubicBezTo>
                  <a:cubicBezTo>
                    <a:pt x="3443585" y="2475095"/>
                    <a:pt x="3443110" y="2475951"/>
                    <a:pt x="3442349" y="2478042"/>
                  </a:cubicBezTo>
                  <a:cubicBezTo>
                    <a:pt x="3441360" y="2479843"/>
                    <a:pt x="3440899" y="2481886"/>
                    <a:pt x="3441018" y="2483937"/>
                  </a:cubicBezTo>
                  <a:cubicBezTo>
                    <a:pt x="3442269" y="2486029"/>
                    <a:pt x="3444278" y="2487561"/>
                    <a:pt x="3446627" y="2488215"/>
                  </a:cubicBezTo>
                  <a:cubicBezTo>
                    <a:pt x="3449098" y="2488215"/>
                    <a:pt x="3451380" y="2487169"/>
                    <a:pt x="3452522" y="2490116"/>
                  </a:cubicBezTo>
                  <a:cubicBezTo>
                    <a:pt x="3453288" y="2491915"/>
                    <a:pt x="3453615" y="2493870"/>
                    <a:pt x="3453472" y="2495821"/>
                  </a:cubicBezTo>
                  <a:cubicBezTo>
                    <a:pt x="3452141" y="2498863"/>
                    <a:pt x="3447577" y="2500099"/>
                    <a:pt x="3445106" y="2500669"/>
                  </a:cubicBezTo>
                  <a:cubicBezTo>
                    <a:pt x="3438180" y="2502374"/>
                    <a:pt x="3431356" y="2504469"/>
                    <a:pt x="3424666" y="2506944"/>
                  </a:cubicBezTo>
                  <a:cubicBezTo>
                    <a:pt x="3422098" y="2509036"/>
                    <a:pt x="3418011" y="2506944"/>
                    <a:pt x="3413543" y="2508465"/>
                  </a:cubicBezTo>
                  <a:cubicBezTo>
                    <a:pt x="3404976" y="2510882"/>
                    <a:pt x="3396235" y="2512630"/>
                    <a:pt x="3387398" y="2513694"/>
                  </a:cubicBezTo>
                  <a:cubicBezTo>
                    <a:pt x="3384547" y="2513694"/>
                    <a:pt x="3377891" y="2517402"/>
                    <a:pt x="3376466" y="2517402"/>
                  </a:cubicBezTo>
                  <a:cubicBezTo>
                    <a:pt x="3375039" y="2517402"/>
                    <a:pt x="3373233" y="2514169"/>
                    <a:pt x="3371426" y="2514549"/>
                  </a:cubicBezTo>
                  <a:cubicBezTo>
                    <a:pt x="3364584" y="2516589"/>
                    <a:pt x="3358149" y="2519806"/>
                    <a:pt x="3352412" y="2524056"/>
                  </a:cubicBezTo>
                  <a:cubicBezTo>
                    <a:pt x="3350858" y="2525900"/>
                    <a:pt x="3350197" y="2528335"/>
                    <a:pt x="3350607" y="2530712"/>
                  </a:cubicBezTo>
                  <a:cubicBezTo>
                    <a:pt x="3350607" y="2534609"/>
                    <a:pt x="3351177" y="2538221"/>
                    <a:pt x="3351082" y="2539078"/>
                  </a:cubicBezTo>
                  <a:cubicBezTo>
                    <a:pt x="3350416" y="2542975"/>
                    <a:pt x="3350225" y="2547634"/>
                    <a:pt x="3353553" y="2549251"/>
                  </a:cubicBezTo>
                  <a:cubicBezTo>
                    <a:pt x="3356881" y="2550867"/>
                    <a:pt x="3361159" y="2549251"/>
                    <a:pt x="3363060" y="2549821"/>
                  </a:cubicBezTo>
                  <a:cubicBezTo>
                    <a:pt x="3367148" y="2551722"/>
                    <a:pt x="3365438" y="2554004"/>
                    <a:pt x="3368289" y="2553529"/>
                  </a:cubicBezTo>
                  <a:cubicBezTo>
                    <a:pt x="3371142" y="2553052"/>
                    <a:pt x="3374183" y="2551532"/>
                    <a:pt x="3374754" y="2549821"/>
                  </a:cubicBezTo>
                  <a:cubicBezTo>
                    <a:pt x="3377093" y="2548621"/>
                    <a:pt x="3379589" y="2547756"/>
                    <a:pt x="3382169" y="2547253"/>
                  </a:cubicBezTo>
                  <a:cubicBezTo>
                    <a:pt x="3385687" y="2547253"/>
                    <a:pt x="3389110" y="2547253"/>
                    <a:pt x="3390915" y="2544877"/>
                  </a:cubicBezTo>
                  <a:cubicBezTo>
                    <a:pt x="3392712" y="2544610"/>
                    <a:pt x="3394539" y="2544610"/>
                    <a:pt x="3396335" y="2544877"/>
                  </a:cubicBezTo>
                  <a:cubicBezTo>
                    <a:pt x="3398587" y="2545397"/>
                    <a:pt x="3400929" y="2545397"/>
                    <a:pt x="3403180" y="2544877"/>
                  </a:cubicBezTo>
                  <a:cubicBezTo>
                    <a:pt x="3405730" y="2544011"/>
                    <a:pt x="3408335" y="2543312"/>
                    <a:pt x="3410976" y="2542785"/>
                  </a:cubicBezTo>
                  <a:cubicBezTo>
                    <a:pt x="3413425" y="2543019"/>
                    <a:pt x="3415895" y="2542694"/>
                    <a:pt x="3418201" y="2541835"/>
                  </a:cubicBezTo>
                  <a:cubicBezTo>
                    <a:pt x="3420577" y="2540599"/>
                    <a:pt x="3422480" y="2541835"/>
                    <a:pt x="3426758" y="2539648"/>
                  </a:cubicBezTo>
                  <a:cubicBezTo>
                    <a:pt x="3429325" y="2538317"/>
                    <a:pt x="3434363" y="2538317"/>
                    <a:pt x="3436265" y="2537271"/>
                  </a:cubicBezTo>
                  <a:cubicBezTo>
                    <a:pt x="3438166" y="2536225"/>
                    <a:pt x="3443299" y="2537271"/>
                    <a:pt x="3445772" y="2534799"/>
                  </a:cubicBezTo>
                  <a:cubicBezTo>
                    <a:pt x="3456813" y="2531229"/>
                    <a:pt x="3468090" y="2528433"/>
                    <a:pt x="3479521" y="2526433"/>
                  </a:cubicBezTo>
                  <a:cubicBezTo>
                    <a:pt x="3485321" y="2524817"/>
                    <a:pt x="3492071" y="2520730"/>
                    <a:pt x="3493972" y="2520349"/>
                  </a:cubicBezTo>
                  <a:cubicBezTo>
                    <a:pt x="3498250" y="2519589"/>
                    <a:pt x="3501957" y="2521299"/>
                    <a:pt x="3503479" y="2520349"/>
                  </a:cubicBezTo>
                  <a:cubicBezTo>
                    <a:pt x="3506844" y="2518877"/>
                    <a:pt x="3510307" y="2517637"/>
                    <a:pt x="3513842" y="2516641"/>
                  </a:cubicBezTo>
                  <a:cubicBezTo>
                    <a:pt x="3516313" y="2515881"/>
                    <a:pt x="3521637" y="2514074"/>
                    <a:pt x="3524204" y="2513504"/>
                  </a:cubicBezTo>
                  <a:lnTo>
                    <a:pt x="3535518" y="2512173"/>
                  </a:lnTo>
                  <a:cubicBezTo>
                    <a:pt x="3537324" y="2512173"/>
                    <a:pt x="3547877" y="2511317"/>
                    <a:pt x="3549683" y="2511222"/>
                  </a:cubicBezTo>
                  <a:cubicBezTo>
                    <a:pt x="3555007" y="2511222"/>
                    <a:pt x="3556528" y="2514740"/>
                    <a:pt x="3558049" y="2513694"/>
                  </a:cubicBezTo>
                  <a:cubicBezTo>
                    <a:pt x="3562613" y="2510842"/>
                    <a:pt x="3573070" y="2506563"/>
                    <a:pt x="3573641" y="2500479"/>
                  </a:cubicBezTo>
                  <a:cubicBezTo>
                    <a:pt x="3573641" y="2496581"/>
                    <a:pt x="3574116" y="2493539"/>
                    <a:pt x="3574116" y="2491732"/>
                  </a:cubicBezTo>
                  <a:cubicBezTo>
                    <a:pt x="3573797" y="2489652"/>
                    <a:pt x="3572260" y="2487965"/>
                    <a:pt x="3570218" y="2487454"/>
                  </a:cubicBezTo>
                  <a:lnTo>
                    <a:pt x="3570408" y="2487454"/>
                  </a:lnTo>
                  <a:cubicBezTo>
                    <a:pt x="3566462" y="2486470"/>
                    <a:pt x="3563239" y="2483636"/>
                    <a:pt x="3561757" y="2479849"/>
                  </a:cubicBezTo>
                  <a:cubicBezTo>
                    <a:pt x="3560997" y="2477853"/>
                    <a:pt x="3556718" y="2478042"/>
                    <a:pt x="3554532" y="2477472"/>
                  </a:cubicBezTo>
                  <a:cubicBezTo>
                    <a:pt x="3552345" y="2476901"/>
                    <a:pt x="3549398" y="2474334"/>
                    <a:pt x="3547592" y="2474525"/>
                  </a:cubicBezTo>
                  <a:cubicBezTo>
                    <a:pt x="3542083" y="2475328"/>
                    <a:pt x="3536647" y="2476568"/>
                    <a:pt x="3531335" y="2478233"/>
                  </a:cubicBezTo>
                  <a:cubicBezTo>
                    <a:pt x="3526866" y="2479658"/>
                    <a:pt x="3508043" y="2483841"/>
                    <a:pt x="3502814" y="2484887"/>
                  </a:cubicBezTo>
                  <a:cubicBezTo>
                    <a:pt x="3499866" y="2485458"/>
                    <a:pt x="3499676" y="2482131"/>
                    <a:pt x="3501293" y="2480039"/>
                  </a:cubicBezTo>
                  <a:cubicBezTo>
                    <a:pt x="3507092" y="2475095"/>
                    <a:pt x="3509659" y="2474905"/>
                    <a:pt x="3509279" y="2465398"/>
                  </a:cubicBezTo>
                  <a:cubicBezTo>
                    <a:pt x="3508898" y="2455891"/>
                    <a:pt x="3504335" y="2454275"/>
                    <a:pt x="3502814" y="2451137"/>
                  </a:cubicBezTo>
                  <a:cubicBezTo>
                    <a:pt x="3501293" y="2448000"/>
                    <a:pt x="3501482" y="2443151"/>
                    <a:pt x="3500057" y="2441630"/>
                  </a:cubicBezTo>
                  <a:cubicBezTo>
                    <a:pt x="3498631" y="2440110"/>
                    <a:pt x="3492641" y="2439824"/>
                    <a:pt x="3491690" y="2439064"/>
                  </a:cubicBezTo>
                  <a:cubicBezTo>
                    <a:pt x="3490740" y="2438303"/>
                    <a:pt x="3489313" y="2435356"/>
                    <a:pt x="3487032" y="2435356"/>
                  </a:cubicBezTo>
                  <a:cubicBezTo>
                    <a:pt x="3484056" y="2435547"/>
                    <a:pt x="3481071" y="2435547"/>
                    <a:pt x="3478096" y="2435356"/>
                  </a:cubicBezTo>
                  <a:cubicBezTo>
                    <a:pt x="3475707" y="2434938"/>
                    <a:pt x="3473293" y="2434685"/>
                    <a:pt x="3470869" y="2434595"/>
                  </a:cubicBezTo>
                  <a:close/>
                  <a:moveTo>
                    <a:pt x="4725605" y="2432884"/>
                  </a:moveTo>
                  <a:cubicBezTo>
                    <a:pt x="4723763" y="2432813"/>
                    <a:pt x="4721933" y="2433206"/>
                    <a:pt x="4720281" y="2434025"/>
                  </a:cubicBezTo>
                  <a:cubicBezTo>
                    <a:pt x="4719046" y="2434880"/>
                    <a:pt x="4716669" y="2434025"/>
                    <a:pt x="4714957" y="2434025"/>
                  </a:cubicBezTo>
                  <a:cubicBezTo>
                    <a:pt x="4710679" y="2435926"/>
                    <a:pt x="4709823" y="2443532"/>
                    <a:pt x="4708398" y="2446194"/>
                  </a:cubicBezTo>
                  <a:cubicBezTo>
                    <a:pt x="4706211" y="2450472"/>
                    <a:pt x="4701457" y="2457888"/>
                    <a:pt x="4699557" y="2457888"/>
                  </a:cubicBezTo>
                  <a:cubicBezTo>
                    <a:pt x="4697655" y="2457888"/>
                    <a:pt x="4694233" y="2451804"/>
                    <a:pt x="4692235" y="2451898"/>
                  </a:cubicBezTo>
                  <a:cubicBezTo>
                    <a:pt x="4690239" y="2451993"/>
                    <a:pt x="4685581" y="2457033"/>
                    <a:pt x="4685581" y="2458554"/>
                  </a:cubicBezTo>
                  <a:cubicBezTo>
                    <a:pt x="4685581" y="2460075"/>
                    <a:pt x="4689193" y="2465019"/>
                    <a:pt x="4689573" y="2469107"/>
                  </a:cubicBezTo>
                  <a:cubicBezTo>
                    <a:pt x="4689136" y="2472516"/>
                    <a:pt x="4687899" y="2475774"/>
                    <a:pt x="4685961" y="2478614"/>
                  </a:cubicBezTo>
                  <a:cubicBezTo>
                    <a:pt x="4684060" y="2482035"/>
                    <a:pt x="4682539" y="2489546"/>
                    <a:pt x="4685961" y="2490497"/>
                  </a:cubicBezTo>
                  <a:cubicBezTo>
                    <a:pt x="4689384" y="2491448"/>
                    <a:pt x="4687577" y="2488405"/>
                    <a:pt x="4691856" y="2487740"/>
                  </a:cubicBezTo>
                  <a:cubicBezTo>
                    <a:pt x="4696133" y="2487075"/>
                    <a:pt x="4699175" y="2484317"/>
                    <a:pt x="4700221" y="2484508"/>
                  </a:cubicBezTo>
                  <a:cubicBezTo>
                    <a:pt x="4701267" y="2484698"/>
                    <a:pt x="4708778" y="2491542"/>
                    <a:pt x="4705261" y="2496486"/>
                  </a:cubicBezTo>
                  <a:cubicBezTo>
                    <a:pt x="4703929" y="2498387"/>
                    <a:pt x="4700602" y="2505993"/>
                    <a:pt x="4695754" y="2505328"/>
                  </a:cubicBezTo>
                  <a:cubicBezTo>
                    <a:pt x="4694233" y="2505328"/>
                    <a:pt x="4693472" y="2501715"/>
                    <a:pt x="4691856" y="2500385"/>
                  </a:cubicBezTo>
                  <a:cubicBezTo>
                    <a:pt x="4690239" y="2499053"/>
                    <a:pt x="4683679" y="2501810"/>
                    <a:pt x="4681493" y="2500385"/>
                  </a:cubicBezTo>
                  <a:cubicBezTo>
                    <a:pt x="4679306" y="2498958"/>
                    <a:pt x="4678736" y="2499433"/>
                    <a:pt x="4678831" y="2495725"/>
                  </a:cubicBezTo>
                  <a:cubicBezTo>
                    <a:pt x="4678735" y="2488945"/>
                    <a:pt x="4677777" y="2482204"/>
                    <a:pt x="4675978" y="2475666"/>
                  </a:cubicBezTo>
                  <a:cubicBezTo>
                    <a:pt x="4674606" y="2473979"/>
                    <a:pt x="4673896" y="2471850"/>
                    <a:pt x="4673982" y="2469677"/>
                  </a:cubicBezTo>
                  <a:cubicBezTo>
                    <a:pt x="4673983" y="2465588"/>
                    <a:pt x="4673317" y="2459695"/>
                    <a:pt x="4671035" y="2460170"/>
                  </a:cubicBezTo>
                  <a:cubicBezTo>
                    <a:pt x="4668664" y="2460549"/>
                    <a:pt x="4666506" y="2461763"/>
                    <a:pt x="4664951" y="2463592"/>
                  </a:cubicBezTo>
                  <a:cubicBezTo>
                    <a:pt x="4662882" y="2466034"/>
                    <a:pt x="4661620" y="2469056"/>
                    <a:pt x="4661338" y="2472244"/>
                  </a:cubicBezTo>
                  <a:cubicBezTo>
                    <a:pt x="4661899" y="2474212"/>
                    <a:pt x="4662342" y="2476212"/>
                    <a:pt x="4662669" y="2478234"/>
                  </a:cubicBezTo>
                  <a:cubicBezTo>
                    <a:pt x="4662982" y="2484155"/>
                    <a:pt x="4662982" y="2490089"/>
                    <a:pt x="4662669" y="2496011"/>
                  </a:cubicBezTo>
                  <a:cubicBezTo>
                    <a:pt x="4662669" y="2499339"/>
                    <a:pt x="4665141" y="2504663"/>
                    <a:pt x="4664760" y="2508560"/>
                  </a:cubicBezTo>
                  <a:cubicBezTo>
                    <a:pt x="4664760" y="2510462"/>
                    <a:pt x="4664000" y="2525007"/>
                    <a:pt x="4664094" y="2527004"/>
                  </a:cubicBezTo>
                  <a:cubicBezTo>
                    <a:pt x="4663830" y="2530649"/>
                    <a:pt x="4665677" y="2534123"/>
                    <a:pt x="4668849" y="2535940"/>
                  </a:cubicBezTo>
                  <a:cubicBezTo>
                    <a:pt x="4670940" y="2536796"/>
                    <a:pt x="4672176" y="2534514"/>
                    <a:pt x="4673507" y="2533469"/>
                  </a:cubicBezTo>
                  <a:cubicBezTo>
                    <a:pt x="4674837" y="2532423"/>
                    <a:pt x="4677025" y="2531757"/>
                    <a:pt x="4676834" y="2528811"/>
                  </a:cubicBezTo>
                  <a:cubicBezTo>
                    <a:pt x="4676644" y="2525863"/>
                    <a:pt x="4676834" y="2521870"/>
                    <a:pt x="4679591" y="2521015"/>
                  </a:cubicBezTo>
                  <a:cubicBezTo>
                    <a:pt x="4682349" y="2520159"/>
                    <a:pt x="4684249" y="2524152"/>
                    <a:pt x="4683774" y="2526244"/>
                  </a:cubicBezTo>
                  <a:cubicBezTo>
                    <a:pt x="4682736" y="2528566"/>
                    <a:pt x="4683593" y="2531298"/>
                    <a:pt x="4685771" y="2532613"/>
                  </a:cubicBezTo>
                  <a:cubicBezTo>
                    <a:pt x="4687007" y="2533849"/>
                    <a:pt x="4690809" y="2530522"/>
                    <a:pt x="4692710" y="2529761"/>
                  </a:cubicBezTo>
                  <a:cubicBezTo>
                    <a:pt x="4696229" y="2528525"/>
                    <a:pt x="4698986" y="2527194"/>
                    <a:pt x="4700316" y="2530522"/>
                  </a:cubicBezTo>
                  <a:cubicBezTo>
                    <a:pt x="4701015" y="2531900"/>
                    <a:pt x="4700703" y="2533575"/>
                    <a:pt x="4699556" y="2534610"/>
                  </a:cubicBezTo>
                  <a:cubicBezTo>
                    <a:pt x="4697984" y="2536134"/>
                    <a:pt x="4696148" y="2537358"/>
                    <a:pt x="4694137" y="2538222"/>
                  </a:cubicBezTo>
                  <a:cubicBezTo>
                    <a:pt x="4692426" y="2538222"/>
                    <a:pt x="4689098" y="2540504"/>
                    <a:pt x="4687197" y="2540598"/>
                  </a:cubicBezTo>
                  <a:cubicBezTo>
                    <a:pt x="4682879" y="2540886"/>
                    <a:pt x="4678606" y="2541650"/>
                    <a:pt x="4674457" y="2542880"/>
                  </a:cubicBezTo>
                  <a:cubicBezTo>
                    <a:pt x="4671877" y="2543264"/>
                    <a:pt x="4669269" y="2543423"/>
                    <a:pt x="4666661" y="2543356"/>
                  </a:cubicBezTo>
                  <a:cubicBezTo>
                    <a:pt x="4664570" y="2543356"/>
                    <a:pt x="4660197" y="2546399"/>
                    <a:pt x="4657630" y="2545828"/>
                  </a:cubicBezTo>
                  <a:cubicBezTo>
                    <a:pt x="4655542" y="2544956"/>
                    <a:pt x="4653895" y="2543275"/>
                    <a:pt x="4653066" y="2541169"/>
                  </a:cubicBezTo>
                  <a:cubicBezTo>
                    <a:pt x="4652211" y="2538888"/>
                    <a:pt x="4655728" y="2535751"/>
                    <a:pt x="4656299" y="2531662"/>
                  </a:cubicBezTo>
                  <a:cubicBezTo>
                    <a:pt x="4656299" y="2529761"/>
                    <a:pt x="4656299" y="2525673"/>
                    <a:pt x="4656299" y="2523677"/>
                  </a:cubicBezTo>
                  <a:cubicBezTo>
                    <a:pt x="4656869" y="2518733"/>
                    <a:pt x="4654207" y="2515120"/>
                    <a:pt x="4654207" y="2512838"/>
                  </a:cubicBezTo>
                  <a:cubicBezTo>
                    <a:pt x="4654207" y="2510556"/>
                    <a:pt x="4653542" y="2499909"/>
                    <a:pt x="4653257" y="2496677"/>
                  </a:cubicBezTo>
                  <a:cubicBezTo>
                    <a:pt x="4652971" y="2493444"/>
                    <a:pt x="4654018" y="2490878"/>
                    <a:pt x="4653257" y="2488405"/>
                  </a:cubicBezTo>
                  <a:cubicBezTo>
                    <a:pt x="4652861" y="2486236"/>
                    <a:pt x="4652861" y="2484015"/>
                    <a:pt x="4653257" y="2481846"/>
                  </a:cubicBezTo>
                  <a:cubicBezTo>
                    <a:pt x="4654087" y="2479935"/>
                    <a:pt x="4654087" y="2477766"/>
                    <a:pt x="4653257" y="2475856"/>
                  </a:cubicBezTo>
                  <a:cubicBezTo>
                    <a:pt x="4651925" y="2474049"/>
                    <a:pt x="4653257" y="2469486"/>
                    <a:pt x="4652402" y="2466349"/>
                  </a:cubicBezTo>
                  <a:cubicBezTo>
                    <a:pt x="4651545" y="2463212"/>
                    <a:pt x="4652402" y="2461596"/>
                    <a:pt x="4651261" y="2458554"/>
                  </a:cubicBezTo>
                  <a:cubicBezTo>
                    <a:pt x="4650120" y="2455512"/>
                    <a:pt x="4650499" y="2455131"/>
                    <a:pt x="4648408" y="2454275"/>
                  </a:cubicBezTo>
                  <a:cubicBezTo>
                    <a:pt x="4646316" y="2453419"/>
                    <a:pt x="4646507" y="2456367"/>
                    <a:pt x="4645080" y="2456462"/>
                  </a:cubicBezTo>
                  <a:cubicBezTo>
                    <a:pt x="4642899" y="2456273"/>
                    <a:pt x="4640703" y="2456273"/>
                    <a:pt x="4638521" y="2456462"/>
                  </a:cubicBezTo>
                  <a:cubicBezTo>
                    <a:pt x="4634814" y="2457317"/>
                    <a:pt x="4631581" y="2462927"/>
                    <a:pt x="4633957" y="2464353"/>
                  </a:cubicBezTo>
                  <a:cubicBezTo>
                    <a:pt x="4635612" y="2468720"/>
                    <a:pt x="4636357" y="2473378"/>
                    <a:pt x="4636144" y="2478043"/>
                  </a:cubicBezTo>
                  <a:cubicBezTo>
                    <a:pt x="4636144" y="2491162"/>
                    <a:pt x="4638331" y="2497057"/>
                    <a:pt x="4637760" y="2502001"/>
                  </a:cubicBezTo>
                  <a:cubicBezTo>
                    <a:pt x="4636905" y="2510842"/>
                    <a:pt x="4636048" y="2522630"/>
                    <a:pt x="4636048" y="2524627"/>
                  </a:cubicBezTo>
                  <a:cubicBezTo>
                    <a:pt x="4636297" y="2528360"/>
                    <a:pt x="4636934" y="2532056"/>
                    <a:pt x="4637950" y="2535656"/>
                  </a:cubicBezTo>
                  <a:cubicBezTo>
                    <a:pt x="4639190" y="2538072"/>
                    <a:pt x="4640147" y="2540624"/>
                    <a:pt x="4640802" y="2543261"/>
                  </a:cubicBezTo>
                  <a:cubicBezTo>
                    <a:pt x="4640802" y="2545163"/>
                    <a:pt x="4637760" y="2546493"/>
                    <a:pt x="4637094" y="2546968"/>
                  </a:cubicBezTo>
                  <a:cubicBezTo>
                    <a:pt x="4633716" y="2548997"/>
                    <a:pt x="4630021" y="2550443"/>
                    <a:pt x="4626161" y="2551246"/>
                  </a:cubicBezTo>
                  <a:cubicBezTo>
                    <a:pt x="4623991" y="2552039"/>
                    <a:pt x="4621590" y="2550921"/>
                    <a:pt x="4620798" y="2548751"/>
                  </a:cubicBezTo>
                  <a:cubicBezTo>
                    <a:pt x="4620602" y="2548211"/>
                    <a:pt x="4620518" y="2547637"/>
                    <a:pt x="4620553" y="2547063"/>
                  </a:cubicBezTo>
                  <a:cubicBezTo>
                    <a:pt x="4620507" y="2541517"/>
                    <a:pt x="4619641" y="2536006"/>
                    <a:pt x="4617986" y="2530711"/>
                  </a:cubicBezTo>
                  <a:cubicBezTo>
                    <a:pt x="4616464" y="2529476"/>
                    <a:pt x="4614373" y="2530711"/>
                    <a:pt x="4614373" y="2530711"/>
                  </a:cubicBezTo>
                  <a:cubicBezTo>
                    <a:pt x="4610512" y="2537972"/>
                    <a:pt x="4606259" y="2545018"/>
                    <a:pt x="4601633" y="2551817"/>
                  </a:cubicBezTo>
                  <a:cubicBezTo>
                    <a:pt x="4600110" y="2553263"/>
                    <a:pt x="4598339" y="2554422"/>
                    <a:pt x="4596404" y="2555240"/>
                  </a:cubicBezTo>
                  <a:cubicBezTo>
                    <a:pt x="4594154" y="2556992"/>
                    <a:pt x="4593057" y="2559846"/>
                    <a:pt x="4593553" y="2562655"/>
                  </a:cubicBezTo>
                  <a:cubicBezTo>
                    <a:pt x="4596879" y="2573684"/>
                    <a:pt x="4593553" y="2575109"/>
                    <a:pt x="4593553" y="2580908"/>
                  </a:cubicBezTo>
                  <a:cubicBezTo>
                    <a:pt x="4594069" y="2587326"/>
                    <a:pt x="4596053" y="2593538"/>
                    <a:pt x="4599352" y="2599067"/>
                  </a:cubicBezTo>
                  <a:cubicBezTo>
                    <a:pt x="4600844" y="2601814"/>
                    <a:pt x="4604066" y="2603127"/>
                    <a:pt x="4607052" y="2602205"/>
                  </a:cubicBezTo>
                  <a:cubicBezTo>
                    <a:pt x="4614373" y="2600873"/>
                    <a:pt x="4619126" y="2592698"/>
                    <a:pt x="4626827" y="2587088"/>
                  </a:cubicBezTo>
                  <a:cubicBezTo>
                    <a:pt x="4628517" y="2585431"/>
                    <a:pt x="4630045" y="2583616"/>
                    <a:pt x="4631390" y="2581669"/>
                  </a:cubicBezTo>
                  <a:cubicBezTo>
                    <a:pt x="4633920" y="2577010"/>
                    <a:pt x="4637124" y="2572749"/>
                    <a:pt x="4640897" y="2569025"/>
                  </a:cubicBezTo>
                  <a:cubicBezTo>
                    <a:pt x="4645735" y="2566202"/>
                    <a:pt x="4650954" y="2564089"/>
                    <a:pt x="4656394" y="2562751"/>
                  </a:cubicBezTo>
                  <a:cubicBezTo>
                    <a:pt x="4660292" y="2561705"/>
                    <a:pt x="4666567" y="2560754"/>
                    <a:pt x="4669513" y="2560089"/>
                  </a:cubicBezTo>
                  <a:cubicBezTo>
                    <a:pt x="4675178" y="2559069"/>
                    <a:pt x="4680889" y="2558339"/>
                    <a:pt x="4686626" y="2557902"/>
                  </a:cubicBezTo>
                  <a:cubicBezTo>
                    <a:pt x="4690206" y="2557517"/>
                    <a:pt x="4693740" y="2556785"/>
                    <a:pt x="4697179" y="2555715"/>
                  </a:cubicBezTo>
                  <a:cubicBezTo>
                    <a:pt x="4700519" y="2554261"/>
                    <a:pt x="4704094" y="2553423"/>
                    <a:pt x="4707732" y="2553244"/>
                  </a:cubicBezTo>
                  <a:cubicBezTo>
                    <a:pt x="4714779" y="2554129"/>
                    <a:pt x="4721935" y="2553380"/>
                    <a:pt x="4728648" y="2551057"/>
                  </a:cubicBezTo>
                  <a:cubicBezTo>
                    <a:pt x="4730549" y="2550105"/>
                    <a:pt x="4739106" y="2550296"/>
                    <a:pt x="4741957" y="2549155"/>
                  </a:cubicBezTo>
                  <a:cubicBezTo>
                    <a:pt x="4746084" y="2548084"/>
                    <a:pt x="4750341" y="2547604"/>
                    <a:pt x="4754602" y="2547729"/>
                  </a:cubicBezTo>
                  <a:cubicBezTo>
                    <a:pt x="4755306" y="2551930"/>
                    <a:pt x="4753131" y="2556086"/>
                    <a:pt x="4749278" y="2557902"/>
                  </a:cubicBezTo>
                  <a:cubicBezTo>
                    <a:pt x="4747187" y="2557902"/>
                    <a:pt x="4741768" y="2562465"/>
                    <a:pt x="4739771" y="2562560"/>
                  </a:cubicBezTo>
                  <a:cubicBezTo>
                    <a:pt x="4736757" y="2562371"/>
                    <a:pt x="4733798" y="2561664"/>
                    <a:pt x="4731025" y="2560469"/>
                  </a:cubicBezTo>
                  <a:cubicBezTo>
                    <a:pt x="4729503" y="2560469"/>
                    <a:pt x="4725701" y="2561134"/>
                    <a:pt x="4722563" y="2560469"/>
                  </a:cubicBezTo>
                  <a:cubicBezTo>
                    <a:pt x="4719129" y="2559946"/>
                    <a:pt x="4715635" y="2559946"/>
                    <a:pt x="4712201" y="2560469"/>
                  </a:cubicBezTo>
                  <a:cubicBezTo>
                    <a:pt x="4710394" y="2561514"/>
                    <a:pt x="4707257" y="2563416"/>
                    <a:pt x="4707827" y="2563606"/>
                  </a:cubicBezTo>
                  <a:cubicBezTo>
                    <a:pt x="4701553" y="2565507"/>
                    <a:pt x="4702123" y="2565222"/>
                    <a:pt x="4700412" y="2566268"/>
                  </a:cubicBezTo>
                  <a:cubicBezTo>
                    <a:pt x="4698700" y="2567314"/>
                    <a:pt x="4692997" y="2567314"/>
                    <a:pt x="4691571" y="2567789"/>
                  </a:cubicBezTo>
                  <a:cubicBezTo>
                    <a:pt x="4687719" y="2569062"/>
                    <a:pt x="4683778" y="2570047"/>
                    <a:pt x="4679782" y="2570736"/>
                  </a:cubicBezTo>
                  <a:cubicBezTo>
                    <a:pt x="4677025" y="2571401"/>
                    <a:pt x="4671700" y="2570736"/>
                    <a:pt x="4669418" y="2571687"/>
                  </a:cubicBezTo>
                  <a:cubicBezTo>
                    <a:pt x="4667978" y="2572535"/>
                    <a:pt x="4666582" y="2573455"/>
                    <a:pt x="4665235" y="2574443"/>
                  </a:cubicBezTo>
                  <a:cubicBezTo>
                    <a:pt x="4662669" y="2575965"/>
                    <a:pt x="4656299" y="2573208"/>
                    <a:pt x="4654018" y="2575204"/>
                  </a:cubicBezTo>
                  <a:cubicBezTo>
                    <a:pt x="4647078" y="2581574"/>
                    <a:pt x="4647742" y="2592222"/>
                    <a:pt x="4646032" y="2594218"/>
                  </a:cubicBezTo>
                  <a:cubicBezTo>
                    <a:pt x="4644369" y="2597406"/>
                    <a:pt x="4643644" y="2600998"/>
                    <a:pt x="4643941" y="2604581"/>
                  </a:cubicBezTo>
                  <a:cubicBezTo>
                    <a:pt x="4643940" y="2608004"/>
                    <a:pt x="4643940" y="2610000"/>
                    <a:pt x="4646792" y="2611521"/>
                  </a:cubicBezTo>
                  <a:cubicBezTo>
                    <a:pt x="4649255" y="2612376"/>
                    <a:pt x="4651934" y="2612376"/>
                    <a:pt x="4654397" y="2611521"/>
                  </a:cubicBezTo>
                  <a:cubicBezTo>
                    <a:pt x="4657756" y="2610766"/>
                    <a:pt x="4660866" y="2609162"/>
                    <a:pt x="4663429" y="2606863"/>
                  </a:cubicBezTo>
                  <a:cubicBezTo>
                    <a:pt x="4665479" y="2604328"/>
                    <a:pt x="4668272" y="2602499"/>
                    <a:pt x="4671416" y="2601634"/>
                  </a:cubicBezTo>
                  <a:cubicBezTo>
                    <a:pt x="4673412" y="2601634"/>
                    <a:pt x="4679116" y="2599638"/>
                    <a:pt x="4678641" y="2602300"/>
                  </a:cubicBezTo>
                  <a:cubicBezTo>
                    <a:pt x="4677833" y="2605591"/>
                    <a:pt x="4676653" y="2608781"/>
                    <a:pt x="4675123" y="2611807"/>
                  </a:cubicBezTo>
                  <a:cubicBezTo>
                    <a:pt x="4674172" y="2613803"/>
                    <a:pt x="4674553" y="2619222"/>
                    <a:pt x="4673792" y="2621314"/>
                  </a:cubicBezTo>
                  <a:cubicBezTo>
                    <a:pt x="4673032" y="2623405"/>
                    <a:pt x="4673221" y="2624451"/>
                    <a:pt x="4671130" y="2625686"/>
                  </a:cubicBezTo>
                  <a:cubicBezTo>
                    <a:pt x="4668860" y="2627372"/>
                    <a:pt x="4666321" y="2628659"/>
                    <a:pt x="4663619" y="2629489"/>
                  </a:cubicBezTo>
                  <a:cubicBezTo>
                    <a:pt x="4659375" y="2630218"/>
                    <a:pt x="4655206" y="2631332"/>
                    <a:pt x="4651165" y="2632817"/>
                  </a:cubicBezTo>
                  <a:cubicBezTo>
                    <a:pt x="4647838" y="2634624"/>
                    <a:pt x="4643179" y="2639091"/>
                    <a:pt x="4641088" y="2639091"/>
                  </a:cubicBezTo>
                  <a:cubicBezTo>
                    <a:pt x="4638997" y="2639091"/>
                    <a:pt x="4632722" y="2636429"/>
                    <a:pt x="4630725" y="2636429"/>
                  </a:cubicBezTo>
                  <a:cubicBezTo>
                    <a:pt x="4624945" y="2637258"/>
                    <a:pt x="4619775" y="2640462"/>
                    <a:pt x="4616464" y="2645271"/>
                  </a:cubicBezTo>
                  <a:cubicBezTo>
                    <a:pt x="4615165" y="2649081"/>
                    <a:pt x="4614366" y="2653044"/>
                    <a:pt x="4614088" y="2657060"/>
                  </a:cubicBezTo>
                  <a:cubicBezTo>
                    <a:pt x="4614088" y="2659056"/>
                    <a:pt x="4612756" y="2664285"/>
                    <a:pt x="4615324" y="2665616"/>
                  </a:cubicBezTo>
                  <a:cubicBezTo>
                    <a:pt x="4617180" y="2666212"/>
                    <a:pt x="4618965" y="2667009"/>
                    <a:pt x="4620648" y="2667993"/>
                  </a:cubicBezTo>
                  <a:cubicBezTo>
                    <a:pt x="4625211" y="2672461"/>
                    <a:pt x="4628539" y="2670940"/>
                    <a:pt x="4632341" y="2670845"/>
                  </a:cubicBezTo>
                  <a:cubicBezTo>
                    <a:pt x="4634433" y="2670845"/>
                    <a:pt x="4641848" y="2666376"/>
                    <a:pt x="4645366" y="2666187"/>
                  </a:cubicBezTo>
                  <a:cubicBezTo>
                    <a:pt x="4650727" y="2665719"/>
                    <a:pt x="4656039" y="2664796"/>
                    <a:pt x="4661243" y="2663430"/>
                  </a:cubicBezTo>
                  <a:cubicBezTo>
                    <a:pt x="4666280" y="2662036"/>
                    <a:pt x="4671437" y="2661112"/>
                    <a:pt x="4676644" y="2660672"/>
                  </a:cubicBezTo>
                  <a:cubicBezTo>
                    <a:pt x="4682158" y="2660672"/>
                    <a:pt x="4682539" y="2664666"/>
                    <a:pt x="4681207" y="2667137"/>
                  </a:cubicBezTo>
                  <a:cubicBezTo>
                    <a:pt x="4676929" y="2675028"/>
                    <a:pt x="4673317" y="2692521"/>
                    <a:pt x="4664760" y="2695658"/>
                  </a:cubicBezTo>
                  <a:cubicBezTo>
                    <a:pt x="4660672" y="2696989"/>
                    <a:pt x="4652496" y="2697940"/>
                    <a:pt x="4643845" y="2699461"/>
                  </a:cubicBezTo>
                  <a:cubicBezTo>
                    <a:pt x="4638806" y="2700412"/>
                    <a:pt x="4633767" y="2700316"/>
                    <a:pt x="4635193" y="2703739"/>
                  </a:cubicBezTo>
                  <a:cubicBezTo>
                    <a:pt x="4636619" y="2707161"/>
                    <a:pt x="4651261" y="2713246"/>
                    <a:pt x="4651356" y="2719046"/>
                  </a:cubicBezTo>
                  <a:cubicBezTo>
                    <a:pt x="4651356" y="2722183"/>
                    <a:pt x="4650404" y="2727507"/>
                    <a:pt x="4652402" y="2729123"/>
                  </a:cubicBezTo>
                  <a:cubicBezTo>
                    <a:pt x="4657865" y="2730713"/>
                    <a:pt x="4663669" y="2730713"/>
                    <a:pt x="4669134" y="2729123"/>
                  </a:cubicBezTo>
                  <a:cubicBezTo>
                    <a:pt x="4672685" y="2727607"/>
                    <a:pt x="4676428" y="2726583"/>
                    <a:pt x="4680257" y="2726080"/>
                  </a:cubicBezTo>
                  <a:cubicBezTo>
                    <a:pt x="4684986" y="2724737"/>
                    <a:pt x="4689622" y="2723085"/>
                    <a:pt x="4694137" y="2721137"/>
                  </a:cubicBezTo>
                  <a:cubicBezTo>
                    <a:pt x="4701078" y="2718951"/>
                    <a:pt x="4700602" y="2709253"/>
                    <a:pt x="4703644" y="2702694"/>
                  </a:cubicBezTo>
                  <a:cubicBezTo>
                    <a:pt x="4704215" y="2701933"/>
                    <a:pt x="4708873" y="2698130"/>
                    <a:pt x="4708587" y="2694137"/>
                  </a:cubicBezTo>
                  <a:cubicBezTo>
                    <a:pt x="4708725" y="2689737"/>
                    <a:pt x="4709626" y="2685394"/>
                    <a:pt x="4711249" y="2681302"/>
                  </a:cubicBezTo>
                  <a:cubicBezTo>
                    <a:pt x="4711981" y="2677600"/>
                    <a:pt x="4712458" y="2673852"/>
                    <a:pt x="4712676" y="2670084"/>
                  </a:cubicBezTo>
                  <a:cubicBezTo>
                    <a:pt x="4712622" y="2665700"/>
                    <a:pt x="4712336" y="2661320"/>
                    <a:pt x="4711820" y="2656964"/>
                  </a:cubicBezTo>
                  <a:cubicBezTo>
                    <a:pt x="4711820" y="2651926"/>
                    <a:pt x="4726937" y="2649074"/>
                    <a:pt x="4730834" y="2648408"/>
                  </a:cubicBezTo>
                  <a:cubicBezTo>
                    <a:pt x="4734732" y="2647743"/>
                    <a:pt x="4736539" y="2646317"/>
                    <a:pt x="4739010" y="2645652"/>
                  </a:cubicBezTo>
                  <a:cubicBezTo>
                    <a:pt x="4743954" y="2644320"/>
                    <a:pt x="4746616" y="2644225"/>
                    <a:pt x="4751084" y="2643370"/>
                  </a:cubicBezTo>
                  <a:cubicBezTo>
                    <a:pt x="4753557" y="2642799"/>
                    <a:pt x="4755933" y="2639852"/>
                    <a:pt x="4757929" y="2637475"/>
                  </a:cubicBezTo>
                  <a:cubicBezTo>
                    <a:pt x="4759725" y="2633727"/>
                    <a:pt x="4760728" y="2629650"/>
                    <a:pt x="4760877" y="2625497"/>
                  </a:cubicBezTo>
                  <a:cubicBezTo>
                    <a:pt x="4761732" y="2622074"/>
                    <a:pt x="4757169" y="2621123"/>
                    <a:pt x="4756408" y="2620933"/>
                  </a:cubicBezTo>
                  <a:cubicBezTo>
                    <a:pt x="4750609" y="2619127"/>
                    <a:pt x="4746901" y="2616750"/>
                    <a:pt x="4744905" y="2616179"/>
                  </a:cubicBezTo>
                  <a:cubicBezTo>
                    <a:pt x="4738440" y="2614658"/>
                    <a:pt x="4735398" y="2610380"/>
                    <a:pt x="4733116" y="2610190"/>
                  </a:cubicBezTo>
                  <a:cubicBezTo>
                    <a:pt x="4730834" y="2610000"/>
                    <a:pt x="4729123" y="2613423"/>
                    <a:pt x="4726366" y="2613803"/>
                  </a:cubicBezTo>
                  <a:cubicBezTo>
                    <a:pt x="4722873" y="2614984"/>
                    <a:pt x="4719446" y="2616348"/>
                    <a:pt x="4716098" y="2617891"/>
                  </a:cubicBezTo>
                  <a:cubicBezTo>
                    <a:pt x="4713341" y="2618556"/>
                    <a:pt x="4710774" y="2617891"/>
                    <a:pt x="4710394" y="2616750"/>
                  </a:cubicBezTo>
                  <a:cubicBezTo>
                    <a:pt x="4709587" y="2612874"/>
                    <a:pt x="4710264" y="2608835"/>
                    <a:pt x="4712295" y="2605437"/>
                  </a:cubicBezTo>
                  <a:cubicBezTo>
                    <a:pt x="4715706" y="2601175"/>
                    <a:pt x="4719744" y="2597456"/>
                    <a:pt x="4724275" y="2594409"/>
                  </a:cubicBezTo>
                  <a:cubicBezTo>
                    <a:pt x="4727397" y="2592405"/>
                    <a:pt x="4729977" y="2589663"/>
                    <a:pt x="4731785" y="2586423"/>
                  </a:cubicBezTo>
                  <a:cubicBezTo>
                    <a:pt x="4736653" y="2579300"/>
                    <a:pt x="4743900" y="2574144"/>
                    <a:pt x="4752225" y="2571877"/>
                  </a:cubicBezTo>
                  <a:cubicBezTo>
                    <a:pt x="4756129" y="2570922"/>
                    <a:pt x="4760206" y="2570922"/>
                    <a:pt x="4764109" y="2571877"/>
                  </a:cubicBezTo>
                  <a:cubicBezTo>
                    <a:pt x="4767035" y="2573424"/>
                    <a:pt x="4770461" y="2573732"/>
                    <a:pt x="4773616" y="2572733"/>
                  </a:cubicBezTo>
                  <a:cubicBezTo>
                    <a:pt x="4775558" y="2570720"/>
                    <a:pt x="4778236" y="2569588"/>
                    <a:pt x="4781032" y="2569596"/>
                  </a:cubicBezTo>
                  <a:cubicBezTo>
                    <a:pt x="4789465" y="2569827"/>
                    <a:pt x="4797785" y="2567615"/>
                    <a:pt x="4804989" y="2563226"/>
                  </a:cubicBezTo>
                  <a:cubicBezTo>
                    <a:pt x="4807707" y="2558364"/>
                    <a:pt x="4809207" y="2552916"/>
                    <a:pt x="4809363" y="2547349"/>
                  </a:cubicBezTo>
                  <a:cubicBezTo>
                    <a:pt x="4809868" y="2541203"/>
                    <a:pt x="4808438" y="2535054"/>
                    <a:pt x="4805275" y="2529761"/>
                  </a:cubicBezTo>
                  <a:lnTo>
                    <a:pt x="4804704" y="2529856"/>
                  </a:lnTo>
                  <a:cubicBezTo>
                    <a:pt x="4802422" y="2527099"/>
                    <a:pt x="4798714" y="2528240"/>
                    <a:pt x="4797003" y="2527099"/>
                  </a:cubicBezTo>
                  <a:cubicBezTo>
                    <a:pt x="4795292" y="2525958"/>
                    <a:pt x="4792344" y="2525768"/>
                    <a:pt x="4790253" y="2525103"/>
                  </a:cubicBezTo>
                  <a:cubicBezTo>
                    <a:pt x="4788161" y="2524437"/>
                    <a:pt x="4786165" y="2521300"/>
                    <a:pt x="4784264" y="2520729"/>
                  </a:cubicBezTo>
                  <a:cubicBezTo>
                    <a:pt x="4781809" y="2520316"/>
                    <a:pt x="4779303" y="2520316"/>
                    <a:pt x="4776849" y="2520729"/>
                  </a:cubicBezTo>
                  <a:cubicBezTo>
                    <a:pt x="4773886" y="2523657"/>
                    <a:pt x="4770165" y="2525699"/>
                    <a:pt x="4766105" y="2526624"/>
                  </a:cubicBezTo>
                  <a:cubicBezTo>
                    <a:pt x="4764109" y="2526624"/>
                    <a:pt x="4760877" y="2527289"/>
                    <a:pt x="4760591" y="2524912"/>
                  </a:cubicBezTo>
                  <a:cubicBezTo>
                    <a:pt x="4760547" y="2520841"/>
                    <a:pt x="4761190" y="2516792"/>
                    <a:pt x="4762493" y="2512934"/>
                  </a:cubicBezTo>
                  <a:cubicBezTo>
                    <a:pt x="4763539" y="2509226"/>
                    <a:pt x="4764584" y="2504948"/>
                    <a:pt x="4764869" y="2503427"/>
                  </a:cubicBezTo>
                  <a:cubicBezTo>
                    <a:pt x="4765155" y="2501906"/>
                    <a:pt x="4767531" y="2496202"/>
                    <a:pt x="4767722" y="2495441"/>
                  </a:cubicBezTo>
                  <a:cubicBezTo>
                    <a:pt x="4768755" y="2487054"/>
                    <a:pt x="4772040" y="2479103"/>
                    <a:pt x="4777229" y="2472434"/>
                  </a:cubicBezTo>
                  <a:cubicBezTo>
                    <a:pt x="4781317" y="2468441"/>
                    <a:pt x="4790253" y="2463592"/>
                    <a:pt x="4789398" y="2462927"/>
                  </a:cubicBezTo>
                  <a:cubicBezTo>
                    <a:pt x="4788542" y="2462262"/>
                    <a:pt x="4790063" y="2454275"/>
                    <a:pt x="4790444" y="2451423"/>
                  </a:cubicBezTo>
                  <a:cubicBezTo>
                    <a:pt x="4790835" y="2448992"/>
                    <a:pt x="4789978" y="2446528"/>
                    <a:pt x="4788162" y="2444864"/>
                  </a:cubicBezTo>
                  <a:cubicBezTo>
                    <a:pt x="4785377" y="2442700"/>
                    <a:pt x="4782384" y="2440820"/>
                    <a:pt x="4779225" y="2439254"/>
                  </a:cubicBezTo>
                  <a:cubicBezTo>
                    <a:pt x="4776501" y="2438038"/>
                    <a:pt x="4773331" y="2438403"/>
                    <a:pt x="4770955" y="2440206"/>
                  </a:cubicBezTo>
                  <a:cubicBezTo>
                    <a:pt x="4769718" y="2441156"/>
                    <a:pt x="4769147" y="2443248"/>
                    <a:pt x="4768482" y="2443723"/>
                  </a:cubicBezTo>
                  <a:cubicBezTo>
                    <a:pt x="4766106" y="2445339"/>
                    <a:pt x="4743193" y="2448951"/>
                    <a:pt x="4740817" y="2458363"/>
                  </a:cubicBezTo>
                  <a:cubicBezTo>
                    <a:pt x="4739676" y="2463021"/>
                    <a:pt x="4746426" y="2465684"/>
                    <a:pt x="4746331" y="2471673"/>
                  </a:cubicBezTo>
                  <a:cubicBezTo>
                    <a:pt x="4746096" y="2474180"/>
                    <a:pt x="4745420" y="2476627"/>
                    <a:pt x="4744334" y="2478898"/>
                  </a:cubicBezTo>
                  <a:cubicBezTo>
                    <a:pt x="4743384" y="2480990"/>
                    <a:pt x="4741672" y="2485078"/>
                    <a:pt x="4739961" y="2485458"/>
                  </a:cubicBezTo>
                  <a:cubicBezTo>
                    <a:pt x="4738249" y="2485838"/>
                    <a:pt x="4734923" y="2485458"/>
                    <a:pt x="4732261" y="2489356"/>
                  </a:cubicBezTo>
                  <a:cubicBezTo>
                    <a:pt x="4728078" y="2495441"/>
                    <a:pt x="4733020" y="2496677"/>
                    <a:pt x="4733020" y="2498387"/>
                  </a:cubicBezTo>
                  <a:cubicBezTo>
                    <a:pt x="4733020" y="2500099"/>
                    <a:pt x="4729694" y="2502476"/>
                    <a:pt x="4728648" y="2503522"/>
                  </a:cubicBezTo>
                  <a:cubicBezTo>
                    <a:pt x="4727309" y="2505457"/>
                    <a:pt x="4725422" y="2506946"/>
                    <a:pt x="4723229" y="2507800"/>
                  </a:cubicBezTo>
                  <a:cubicBezTo>
                    <a:pt x="4721993" y="2507800"/>
                    <a:pt x="4721897" y="2514550"/>
                    <a:pt x="4725130" y="2517307"/>
                  </a:cubicBezTo>
                  <a:cubicBezTo>
                    <a:pt x="4728362" y="2520063"/>
                    <a:pt x="4731690" y="2518447"/>
                    <a:pt x="4733402" y="2520063"/>
                  </a:cubicBezTo>
                  <a:cubicBezTo>
                    <a:pt x="4735398" y="2524912"/>
                    <a:pt x="4729123" y="2529570"/>
                    <a:pt x="4723895" y="2529570"/>
                  </a:cubicBezTo>
                  <a:cubicBezTo>
                    <a:pt x="4717048" y="2529570"/>
                    <a:pt x="4721897" y="2520634"/>
                    <a:pt x="4718855" y="2521490"/>
                  </a:cubicBezTo>
                  <a:cubicBezTo>
                    <a:pt x="4713151" y="2523011"/>
                    <a:pt x="4706781" y="2518638"/>
                    <a:pt x="4708587" y="2516071"/>
                  </a:cubicBezTo>
                  <a:cubicBezTo>
                    <a:pt x="4710394" y="2513504"/>
                    <a:pt x="4717334" y="2503997"/>
                    <a:pt x="4717048" y="2503807"/>
                  </a:cubicBezTo>
                  <a:cubicBezTo>
                    <a:pt x="4724464" y="2488691"/>
                    <a:pt x="4728553" y="2485363"/>
                    <a:pt x="4728267" y="2481085"/>
                  </a:cubicBezTo>
                  <a:cubicBezTo>
                    <a:pt x="4727982" y="2476807"/>
                    <a:pt x="4723704" y="2473860"/>
                    <a:pt x="4723134" y="2473385"/>
                  </a:cubicBezTo>
                  <a:cubicBezTo>
                    <a:pt x="4722563" y="2472909"/>
                    <a:pt x="4722563" y="2465113"/>
                    <a:pt x="4723134" y="2463878"/>
                  </a:cubicBezTo>
                  <a:cubicBezTo>
                    <a:pt x="4725029" y="2459683"/>
                    <a:pt x="4727859" y="2455976"/>
                    <a:pt x="4731404" y="2453039"/>
                  </a:cubicBezTo>
                  <a:cubicBezTo>
                    <a:pt x="4734732" y="2450093"/>
                    <a:pt x="4738249" y="2444103"/>
                    <a:pt x="4735683" y="2440681"/>
                  </a:cubicBezTo>
                  <a:cubicBezTo>
                    <a:pt x="4733116" y="2437258"/>
                    <a:pt x="4729978" y="2433170"/>
                    <a:pt x="4725605" y="2432884"/>
                  </a:cubicBezTo>
                  <a:close/>
                  <a:moveTo>
                    <a:pt x="2760344" y="2399875"/>
                  </a:moveTo>
                  <a:cubicBezTo>
                    <a:pt x="2754984" y="2402608"/>
                    <a:pt x="2750597" y="2406924"/>
                    <a:pt x="2747772" y="2412238"/>
                  </a:cubicBezTo>
                  <a:cubicBezTo>
                    <a:pt x="2745220" y="2416810"/>
                    <a:pt x="2744373" y="2422145"/>
                    <a:pt x="2745384" y="2427282"/>
                  </a:cubicBezTo>
                  <a:cubicBezTo>
                    <a:pt x="2744629" y="2428246"/>
                    <a:pt x="2743581" y="2429545"/>
                    <a:pt x="2742659" y="2430551"/>
                  </a:cubicBezTo>
                  <a:cubicBezTo>
                    <a:pt x="2738876" y="2434548"/>
                    <a:pt x="2734814" y="2438269"/>
                    <a:pt x="2730506" y="2441698"/>
                  </a:cubicBezTo>
                  <a:cubicBezTo>
                    <a:pt x="2731637" y="2440524"/>
                    <a:pt x="2738259" y="2433317"/>
                    <a:pt x="2737882" y="2426276"/>
                  </a:cubicBezTo>
                  <a:cubicBezTo>
                    <a:pt x="2737589" y="2419936"/>
                    <a:pt x="2736562" y="2413650"/>
                    <a:pt x="2734823" y="2407544"/>
                  </a:cubicBezTo>
                  <a:cubicBezTo>
                    <a:pt x="2730510" y="2412234"/>
                    <a:pt x="2727606" y="2418042"/>
                    <a:pt x="2726441" y="2424306"/>
                  </a:cubicBezTo>
                  <a:cubicBezTo>
                    <a:pt x="2725909" y="2430387"/>
                    <a:pt x="2727287" y="2436481"/>
                    <a:pt x="2730381" y="2441739"/>
                  </a:cubicBezTo>
                  <a:lnTo>
                    <a:pt x="2714717" y="2450970"/>
                  </a:lnTo>
                  <a:lnTo>
                    <a:pt x="2716126" y="2449303"/>
                  </a:lnTo>
                  <a:cubicBezTo>
                    <a:pt x="2718248" y="2446265"/>
                    <a:pt x="2720343" y="2442201"/>
                    <a:pt x="2720238" y="2438093"/>
                  </a:cubicBezTo>
                  <a:lnTo>
                    <a:pt x="2720113" y="2438093"/>
                  </a:lnTo>
                  <a:cubicBezTo>
                    <a:pt x="2719761" y="2431477"/>
                    <a:pt x="2718637" y="2424923"/>
                    <a:pt x="2716760" y="2418565"/>
                  </a:cubicBezTo>
                  <a:cubicBezTo>
                    <a:pt x="2712096" y="2423452"/>
                    <a:pt x="2708941" y="2429574"/>
                    <a:pt x="2707667" y="2436208"/>
                  </a:cubicBezTo>
                  <a:lnTo>
                    <a:pt x="2711512" y="2452859"/>
                  </a:lnTo>
                  <a:lnTo>
                    <a:pt x="2691199" y="2464830"/>
                  </a:lnTo>
                  <a:cubicBezTo>
                    <a:pt x="2692665" y="2463531"/>
                    <a:pt x="2700166" y="2456448"/>
                    <a:pt x="2699915" y="2449157"/>
                  </a:cubicBezTo>
                  <a:cubicBezTo>
                    <a:pt x="2699664" y="2442607"/>
                    <a:pt x="2698578" y="2436116"/>
                    <a:pt x="2696689" y="2429838"/>
                  </a:cubicBezTo>
                  <a:cubicBezTo>
                    <a:pt x="2691743" y="2434469"/>
                    <a:pt x="2688286" y="2440465"/>
                    <a:pt x="2686756" y="2447062"/>
                  </a:cubicBezTo>
                  <a:cubicBezTo>
                    <a:pt x="2686082" y="2453344"/>
                    <a:pt x="2687557" y="2459667"/>
                    <a:pt x="2690948" y="2464997"/>
                  </a:cubicBezTo>
                  <a:lnTo>
                    <a:pt x="2680842" y="2468690"/>
                  </a:lnTo>
                  <a:lnTo>
                    <a:pt x="2677836" y="2459822"/>
                  </a:lnTo>
                  <a:cubicBezTo>
                    <a:pt x="2675630" y="2456008"/>
                    <a:pt x="2672068" y="2452719"/>
                    <a:pt x="2666222" y="2452719"/>
                  </a:cubicBezTo>
                  <a:lnTo>
                    <a:pt x="2665678" y="2452719"/>
                  </a:lnTo>
                  <a:cubicBezTo>
                    <a:pt x="2653986" y="2452719"/>
                    <a:pt x="2651471" y="2465752"/>
                    <a:pt x="2650633" y="2470068"/>
                  </a:cubicBezTo>
                  <a:lnTo>
                    <a:pt x="2650633" y="2470613"/>
                  </a:lnTo>
                  <a:cubicBezTo>
                    <a:pt x="2650173" y="2472959"/>
                    <a:pt x="2645605" y="2496384"/>
                    <a:pt x="2644055" y="2504472"/>
                  </a:cubicBezTo>
                  <a:cubicBezTo>
                    <a:pt x="2600079" y="2504795"/>
                    <a:pt x="2556321" y="2498267"/>
                    <a:pt x="2514357" y="2485112"/>
                  </a:cubicBezTo>
                  <a:lnTo>
                    <a:pt x="2509915" y="2483603"/>
                  </a:lnTo>
                  <a:lnTo>
                    <a:pt x="2509915" y="2488297"/>
                  </a:lnTo>
                  <a:cubicBezTo>
                    <a:pt x="2509978" y="2501505"/>
                    <a:pt x="2514495" y="2514307"/>
                    <a:pt x="2522738" y="2524629"/>
                  </a:cubicBezTo>
                  <a:cubicBezTo>
                    <a:pt x="2531027" y="2534585"/>
                    <a:pt x="2542128" y="2541815"/>
                    <a:pt x="2554586" y="2545372"/>
                  </a:cubicBezTo>
                  <a:cubicBezTo>
                    <a:pt x="2555969" y="2554898"/>
                    <a:pt x="2560675" y="2563626"/>
                    <a:pt x="2567870" y="2570013"/>
                  </a:cubicBezTo>
                  <a:cubicBezTo>
                    <a:pt x="2569760" y="2571554"/>
                    <a:pt x="2571814" y="2572891"/>
                    <a:pt x="2573989" y="2573994"/>
                  </a:cubicBezTo>
                  <a:cubicBezTo>
                    <a:pt x="2545157" y="2570766"/>
                    <a:pt x="2523283" y="2566660"/>
                    <a:pt x="2512849" y="2564690"/>
                  </a:cubicBezTo>
                  <a:lnTo>
                    <a:pt x="2507987" y="2563768"/>
                  </a:lnTo>
                  <a:cubicBezTo>
                    <a:pt x="2503378" y="2562973"/>
                    <a:pt x="2498684" y="2561967"/>
                    <a:pt x="2494870" y="2561045"/>
                  </a:cubicBezTo>
                  <a:cubicBezTo>
                    <a:pt x="2500528" y="2571735"/>
                    <a:pt x="2507341" y="2581767"/>
                    <a:pt x="2515195" y="2590965"/>
                  </a:cubicBezTo>
                  <a:cubicBezTo>
                    <a:pt x="2528450" y="2606726"/>
                    <a:pt x="2544717" y="2619679"/>
                    <a:pt x="2563052" y="2629058"/>
                  </a:cubicBezTo>
                  <a:cubicBezTo>
                    <a:pt x="2579193" y="2637229"/>
                    <a:pt x="2596538" y="2642761"/>
                    <a:pt x="2614428" y="2645442"/>
                  </a:cubicBezTo>
                  <a:cubicBezTo>
                    <a:pt x="2617201" y="2645832"/>
                    <a:pt x="2620005" y="2646017"/>
                    <a:pt x="2622808" y="2645987"/>
                  </a:cubicBezTo>
                  <a:cubicBezTo>
                    <a:pt x="2628038" y="2645966"/>
                    <a:pt x="2633259" y="2645589"/>
                    <a:pt x="2638439" y="2644856"/>
                  </a:cubicBezTo>
                  <a:lnTo>
                    <a:pt x="2643384" y="2644143"/>
                  </a:lnTo>
                  <a:lnTo>
                    <a:pt x="2633787" y="2684247"/>
                  </a:lnTo>
                  <a:lnTo>
                    <a:pt x="2665804" y="2686300"/>
                  </a:lnTo>
                  <a:lnTo>
                    <a:pt x="2697777" y="2684247"/>
                  </a:lnTo>
                  <a:lnTo>
                    <a:pt x="2688181" y="2644143"/>
                  </a:lnTo>
                  <a:lnTo>
                    <a:pt x="2693126" y="2644856"/>
                  </a:lnTo>
                  <a:cubicBezTo>
                    <a:pt x="2698305" y="2645589"/>
                    <a:pt x="2703527" y="2645966"/>
                    <a:pt x="2708757" y="2645987"/>
                  </a:cubicBezTo>
                  <a:cubicBezTo>
                    <a:pt x="2711560" y="2646012"/>
                    <a:pt x="2714359" y="2645832"/>
                    <a:pt x="2717138" y="2645442"/>
                  </a:cubicBezTo>
                  <a:cubicBezTo>
                    <a:pt x="2735015" y="2642752"/>
                    <a:pt x="2752344" y="2637220"/>
                    <a:pt x="2768473" y="2629058"/>
                  </a:cubicBezTo>
                  <a:cubicBezTo>
                    <a:pt x="2786802" y="2619675"/>
                    <a:pt x="2803074" y="2606726"/>
                    <a:pt x="2816329" y="2590965"/>
                  </a:cubicBezTo>
                  <a:cubicBezTo>
                    <a:pt x="2824182" y="2581767"/>
                    <a:pt x="2830996" y="2571735"/>
                    <a:pt x="2836653" y="2561045"/>
                  </a:cubicBezTo>
                  <a:cubicBezTo>
                    <a:pt x="2832881" y="2561967"/>
                    <a:pt x="2828271" y="2562973"/>
                    <a:pt x="2823537" y="2563768"/>
                  </a:cubicBezTo>
                  <a:lnTo>
                    <a:pt x="2823788" y="2563768"/>
                  </a:lnTo>
                  <a:lnTo>
                    <a:pt x="2818969" y="2564690"/>
                  </a:lnTo>
                  <a:cubicBezTo>
                    <a:pt x="2808492" y="2566660"/>
                    <a:pt x="2786576" y="2570766"/>
                    <a:pt x="2757787" y="2574036"/>
                  </a:cubicBezTo>
                  <a:cubicBezTo>
                    <a:pt x="2759962" y="2572849"/>
                    <a:pt x="2762011" y="2571446"/>
                    <a:pt x="2763905" y="2569845"/>
                  </a:cubicBezTo>
                  <a:cubicBezTo>
                    <a:pt x="2771121" y="2563471"/>
                    <a:pt x="2775827" y="2554734"/>
                    <a:pt x="2777188" y="2545205"/>
                  </a:cubicBezTo>
                  <a:cubicBezTo>
                    <a:pt x="2789652" y="2541660"/>
                    <a:pt x="2800757" y="2534426"/>
                    <a:pt x="2809037" y="2524462"/>
                  </a:cubicBezTo>
                  <a:cubicBezTo>
                    <a:pt x="2817310" y="2514156"/>
                    <a:pt x="2821831" y="2501342"/>
                    <a:pt x="2821860" y="2488130"/>
                  </a:cubicBezTo>
                  <a:lnTo>
                    <a:pt x="2821860" y="2483436"/>
                  </a:lnTo>
                  <a:lnTo>
                    <a:pt x="2817376" y="2484944"/>
                  </a:lnTo>
                  <a:cubicBezTo>
                    <a:pt x="2775487" y="2498132"/>
                    <a:pt x="2731801" y="2504719"/>
                    <a:pt x="2687887" y="2504472"/>
                  </a:cubicBezTo>
                  <a:cubicBezTo>
                    <a:pt x="2686724" y="2498406"/>
                    <a:pt x="2683864" y="2483713"/>
                    <a:pt x="2682313" y="2475756"/>
                  </a:cubicBezTo>
                  <a:lnTo>
                    <a:pt x="2681940" y="2473847"/>
                  </a:lnTo>
                  <a:lnTo>
                    <a:pt x="2692456" y="2469984"/>
                  </a:lnTo>
                  <a:cubicBezTo>
                    <a:pt x="2694714" y="2475964"/>
                    <a:pt x="2699701" y="2480499"/>
                    <a:pt x="2705866" y="2482179"/>
                  </a:cubicBezTo>
                  <a:cubicBezTo>
                    <a:pt x="2718689" y="2485071"/>
                    <a:pt x="2724807" y="2481843"/>
                    <a:pt x="2724807" y="2481843"/>
                  </a:cubicBezTo>
                  <a:cubicBezTo>
                    <a:pt x="2720151" y="2477108"/>
                    <a:pt x="2714724" y="2473198"/>
                    <a:pt x="2708757" y="2470277"/>
                  </a:cubicBezTo>
                  <a:lnTo>
                    <a:pt x="2708590" y="2470404"/>
                  </a:lnTo>
                  <a:cubicBezTo>
                    <a:pt x="2703975" y="2468321"/>
                    <a:pt x="2698767" y="2467981"/>
                    <a:pt x="2693923" y="2469440"/>
                  </a:cubicBezTo>
                  <a:cubicBezTo>
                    <a:pt x="2714875" y="2460387"/>
                    <a:pt x="2733314" y="2447271"/>
                    <a:pt x="2743456" y="2435202"/>
                  </a:cubicBezTo>
                  <a:cubicBezTo>
                    <a:pt x="2745081" y="2433342"/>
                    <a:pt x="2746372" y="2431217"/>
                    <a:pt x="2747268" y="2428916"/>
                  </a:cubicBezTo>
                  <a:cubicBezTo>
                    <a:pt x="2751995" y="2427257"/>
                    <a:pt x="2755654" y="2423443"/>
                    <a:pt x="2757117" y="2418650"/>
                  </a:cubicBezTo>
                  <a:cubicBezTo>
                    <a:pt x="2759129" y="2412590"/>
                    <a:pt x="2760218" y="2406263"/>
                    <a:pt x="2760344" y="2399875"/>
                  </a:cubicBezTo>
                  <a:close/>
                  <a:moveTo>
                    <a:pt x="5682156" y="2304290"/>
                  </a:moveTo>
                  <a:lnTo>
                    <a:pt x="5682156" y="2341616"/>
                  </a:lnTo>
                  <a:lnTo>
                    <a:pt x="5759491" y="2341616"/>
                  </a:lnTo>
                  <a:lnTo>
                    <a:pt x="5770075" y="2417045"/>
                  </a:lnTo>
                  <a:lnTo>
                    <a:pt x="5770145" y="2417045"/>
                  </a:lnTo>
                  <a:lnTo>
                    <a:pt x="5770145" y="2304290"/>
                  </a:lnTo>
                  <a:close/>
                  <a:moveTo>
                    <a:pt x="5307057" y="2304219"/>
                  </a:moveTo>
                  <a:lnTo>
                    <a:pt x="5307057" y="2341545"/>
                  </a:lnTo>
                  <a:lnTo>
                    <a:pt x="5395046" y="2341545"/>
                  </a:lnTo>
                  <a:lnTo>
                    <a:pt x="5395046" y="2304219"/>
                  </a:lnTo>
                  <a:close/>
                  <a:moveTo>
                    <a:pt x="1831042" y="2304219"/>
                  </a:moveTo>
                  <a:lnTo>
                    <a:pt x="1831042" y="2341545"/>
                  </a:lnTo>
                  <a:lnTo>
                    <a:pt x="1918960" y="2341545"/>
                  </a:lnTo>
                  <a:lnTo>
                    <a:pt x="1919030" y="2341545"/>
                  </a:lnTo>
                  <a:lnTo>
                    <a:pt x="1919030" y="2304219"/>
                  </a:lnTo>
                  <a:close/>
                  <a:moveTo>
                    <a:pt x="6822693" y="2304218"/>
                  </a:moveTo>
                  <a:lnTo>
                    <a:pt x="6822693" y="2467707"/>
                  </a:lnTo>
                  <a:lnTo>
                    <a:pt x="6910682" y="2467707"/>
                  </a:lnTo>
                  <a:lnTo>
                    <a:pt x="6910682" y="2304218"/>
                  </a:lnTo>
                  <a:close/>
                  <a:moveTo>
                    <a:pt x="6434682" y="2304218"/>
                  </a:moveTo>
                  <a:lnTo>
                    <a:pt x="6434682" y="2467707"/>
                  </a:lnTo>
                  <a:lnTo>
                    <a:pt x="6522671" y="2467707"/>
                  </a:lnTo>
                  <a:lnTo>
                    <a:pt x="6522671" y="2304218"/>
                  </a:lnTo>
                  <a:close/>
                  <a:moveTo>
                    <a:pt x="6059724" y="2304218"/>
                  </a:moveTo>
                  <a:lnTo>
                    <a:pt x="6059724" y="2467707"/>
                  </a:lnTo>
                  <a:lnTo>
                    <a:pt x="6147643" y="2467707"/>
                  </a:lnTo>
                  <a:lnTo>
                    <a:pt x="6147713" y="2467707"/>
                  </a:lnTo>
                  <a:lnTo>
                    <a:pt x="6147713" y="2304218"/>
                  </a:lnTo>
                  <a:close/>
                  <a:moveTo>
                    <a:pt x="1078373" y="2304218"/>
                  </a:moveTo>
                  <a:lnTo>
                    <a:pt x="1078373" y="2467707"/>
                  </a:lnTo>
                  <a:lnTo>
                    <a:pt x="1166362" y="2467707"/>
                  </a:lnTo>
                  <a:lnTo>
                    <a:pt x="1166362" y="2304218"/>
                  </a:lnTo>
                  <a:close/>
                  <a:moveTo>
                    <a:pt x="703416" y="2304218"/>
                  </a:moveTo>
                  <a:lnTo>
                    <a:pt x="703416" y="2467707"/>
                  </a:lnTo>
                  <a:lnTo>
                    <a:pt x="791405" y="2467707"/>
                  </a:lnTo>
                  <a:lnTo>
                    <a:pt x="791405" y="2304218"/>
                  </a:lnTo>
                  <a:close/>
                  <a:moveTo>
                    <a:pt x="315404" y="2304218"/>
                  </a:moveTo>
                  <a:lnTo>
                    <a:pt x="315404" y="2467707"/>
                  </a:lnTo>
                  <a:lnTo>
                    <a:pt x="403393" y="2467707"/>
                  </a:lnTo>
                  <a:lnTo>
                    <a:pt x="403393" y="2304218"/>
                  </a:lnTo>
                  <a:close/>
                  <a:moveTo>
                    <a:pt x="6798985" y="2281498"/>
                  </a:moveTo>
                  <a:lnTo>
                    <a:pt x="6934390" y="2281498"/>
                  </a:lnTo>
                  <a:lnTo>
                    <a:pt x="6934390" y="2489863"/>
                  </a:lnTo>
                  <a:lnTo>
                    <a:pt x="6798985" y="2489863"/>
                  </a:lnTo>
                  <a:close/>
                  <a:moveTo>
                    <a:pt x="6410974" y="2281498"/>
                  </a:moveTo>
                  <a:lnTo>
                    <a:pt x="6546379" y="2281498"/>
                  </a:lnTo>
                  <a:lnTo>
                    <a:pt x="6546379" y="2489863"/>
                  </a:lnTo>
                  <a:lnTo>
                    <a:pt x="6410974" y="2489863"/>
                  </a:lnTo>
                  <a:close/>
                  <a:moveTo>
                    <a:pt x="6036016" y="2281498"/>
                  </a:moveTo>
                  <a:lnTo>
                    <a:pt x="6171421" y="2281498"/>
                  </a:lnTo>
                  <a:lnTo>
                    <a:pt x="6171421" y="2489863"/>
                  </a:lnTo>
                  <a:lnTo>
                    <a:pt x="6036016" y="2489863"/>
                  </a:lnTo>
                  <a:close/>
                  <a:moveTo>
                    <a:pt x="1054665" y="2281498"/>
                  </a:moveTo>
                  <a:lnTo>
                    <a:pt x="1190070" y="2281498"/>
                  </a:lnTo>
                  <a:lnTo>
                    <a:pt x="1190070" y="2489863"/>
                  </a:lnTo>
                  <a:lnTo>
                    <a:pt x="1054665" y="2489863"/>
                  </a:lnTo>
                  <a:close/>
                  <a:moveTo>
                    <a:pt x="679708" y="2281498"/>
                  </a:moveTo>
                  <a:lnTo>
                    <a:pt x="815113" y="2281498"/>
                  </a:lnTo>
                  <a:lnTo>
                    <a:pt x="815113" y="2489863"/>
                  </a:lnTo>
                  <a:lnTo>
                    <a:pt x="679708" y="2489863"/>
                  </a:lnTo>
                  <a:close/>
                  <a:moveTo>
                    <a:pt x="291696" y="2281498"/>
                  </a:moveTo>
                  <a:lnTo>
                    <a:pt x="427101" y="2281498"/>
                  </a:lnTo>
                  <a:lnTo>
                    <a:pt x="427101" y="2489863"/>
                  </a:lnTo>
                  <a:lnTo>
                    <a:pt x="291696" y="2489863"/>
                  </a:lnTo>
                  <a:close/>
                  <a:moveTo>
                    <a:pt x="4004725" y="2236693"/>
                  </a:moveTo>
                  <a:lnTo>
                    <a:pt x="4004725" y="2341545"/>
                  </a:lnTo>
                  <a:lnTo>
                    <a:pt x="4104568" y="2341545"/>
                  </a:lnTo>
                  <a:lnTo>
                    <a:pt x="4104568" y="2236693"/>
                  </a:lnTo>
                  <a:close/>
                  <a:moveTo>
                    <a:pt x="3561747" y="2236693"/>
                  </a:moveTo>
                  <a:lnTo>
                    <a:pt x="3561747" y="2341545"/>
                  </a:lnTo>
                  <a:lnTo>
                    <a:pt x="3661589" y="2341545"/>
                  </a:lnTo>
                  <a:lnTo>
                    <a:pt x="3661589" y="2236693"/>
                  </a:lnTo>
                  <a:close/>
                  <a:moveTo>
                    <a:pt x="3118557" y="2236693"/>
                  </a:moveTo>
                  <a:lnTo>
                    <a:pt x="3118557" y="2341545"/>
                  </a:lnTo>
                  <a:lnTo>
                    <a:pt x="3218400" y="2341545"/>
                  </a:lnTo>
                  <a:lnTo>
                    <a:pt x="3218400" y="2236693"/>
                  </a:lnTo>
                  <a:close/>
                  <a:moveTo>
                    <a:pt x="3895850" y="2093667"/>
                  </a:moveTo>
                  <a:lnTo>
                    <a:pt x="3895850" y="2341545"/>
                  </a:lnTo>
                  <a:lnTo>
                    <a:pt x="3971350" y="2341545"/>
                  </a:lnTo>
                  <a:lnTo>
                    <a:pt x="3971350" y="2203035"/>
                  </a:lnTo>
                  <a:lnTo>
                    <a:pt x="4138013" y="2203035"/>
                  </a:lnTo>
                  <a:lnTo>
                    <a:pt x="4138013" y="2341545"/>
                  </a:lnTo>
                  <a:lnTo>
                    <a:pt x="4216758" y="2341545"/>
                  </a:lnTo>
                  <a:lnTo>
                    <a:pt x="4216758" y="2093667"/>
                  </a:lnTo>
                  <a:close/>
                  <a:moveTo>
                    <a:pt x="3452872" y="2093667"/>
                  </a:moveTo>
                  <a:lnTo>
                    <a:pt x="3452872" y="2341545"/>
                  </a:lnTo>
                  <a:lnTo>
                    <a:pt x="3528371" y="2341545"/>
                  </a:lnTo>
                  <a:lnTo>
                    <a:pt x="3528371" y="2203035"/>
                  </a:lnTo>
                  <a:lnTo>
                    <a:pt x="3695106" y="2203035"/>
                  </a:lnTo>
                  <a:lnTo>
                    <a:pt x="3695106" y="2341545"/>
                  </a:lnTo>
                  <a:lnTo>
                    <a:pt x="3770887" y="2341545"/>
                  </a:lnTo>
                  <a:lnTo>
                    <a:pt x="3770887" y="2093667"/>
                  </a:lnTo>
                  <a:close/>
                  <a:moveTo>
                    <a:pt x="3009188" y="2093667"/>
                  </a:moveTo>
                  <a:lnTo>
                    <a:pt x="3009188" y="2341545"/>
                  </a:lnTo>
                  <a:lnTo>
                    <a:pt x="3085182" y="2341545"/>
                  </a:lnTo>
                  <a:lnTo>
                    <a:pt x="3085182" y="2203035"/>
                  </a:lnTo>
                  <a:lnTo>
                    <a:pt x="3251845" y="2203035"/>
                  </a:lnTo>
                  <a:lnTo>
                    <a:pt x="3251845" y="2341545"/>
                  </a:lnTo>
                  <a:lnTo>
                    <a:pt x="3327839" y="2341545"/>
                  </a:lnTo>
                  <a:lnTo>
                    <a:pt x="3327839" y="2093667"/>
                  </a:lnTo>
                  <a:close/>
                  <a:moveTo>
                    <a:pt x="4252321" y="1977313"/>
                  </a:moveTo>
                  <a:lnTo>
                    <a:pt x="4252321" y="2341616"/>
                  </a:lnTo>
                  <a:lnTo>
                    <a:pt x="4504010" y="2341616"/>
                  </a:lnTo>
                  <a:lnTo>
                    <a:pt x="4504010" y="1977313"/>
                  </a:lnTo>
                  <a:close/>
                  <a:moveTo>
                    <a:pt x="3806238" y="1977313"/>
                  </a:moveTo>
                  <a:lnTo>
                    <a:pt x="3806238" y="2341616"/>
                  </a:lnTo>
                  <a:lnTo>
                    <a:pt x="3860358" y="2341616"/>
                  </a:lnTo>
                  <a:lnTo>
                    <a:pt x="3860358" y="1977313"/>
                  </a:lnTo>
                  <a:close/>
                  <a:moveTo>
                    <a:pt x="3363260" y="1977313"/>
                  </a:moveTo>
                  <a:lnTo>
                    <a:pt x="3363260" y="2341616"/>
                  </a:lnTo>
                  <a:lnTo>
                    <a:pt x="3417380" y="2341616"/>
                  </a:lnTo>
                  <a:lnTo>
                    <a:pt x="3417380" y="1977313"/>
                  </a:lnTo>
                  <a:close/>
                  <a:moveTo>
                    <a:pt x="2721796" y="1977313"/>
                  </a:moveTo>
                  <a:lnTo>
                    <a:pt x="2721796" y="2341616"/>
                  </a:lnTo>
                  <a:lnTo>
                    <a:pt x="2973485" y="2341616"/>
                  </a:lnTo>
                  <a:lnTo>
                    <a:pt x="2973485" y="1977313"/>
                  </a:lnTo>
                  <a:close/>
                  <a:moveTo>
                    <a:pt x="4791260" y="1932860"/>
                  </a:moveTo>
                  <a:lnTo>
                    <a:pt x="4791260" y="2272396"/>
                  </a:lnTo>
                  <a:lnTo>
                    <a:pt x="4900135" y="2272396"/>
                  </a:lnTo>
                  <a:lnTo>
                    <a:pt x="4900135" y="1932860"/>
                  </a:lnTo>
                  <a:close/>
                  <a:moveTo>
                    <a:pt x="2325952" y="1932860"/>
                  </a:moveTo>
                  <a:lnTo>
                    <a:pt x="2325952" y="2272396"/>
                  </a:lnTo>
                  <a:lnTo>
                    <a:pt x="2434826" y="2272396"/>
                  </a:lnTo>
                  <a:lnTo>
                    <a:pt x="2434826" y="1932860"/>
                  </a:lnTo>
                  <a:close/>
                  <a:moveTo>
                    <a:pt x="6822693" y="1929261"/>
                  </a:moveTo>
                  <a:lnTo>
                    <a:pt x="6822693" y="2092750"/>
                  </a:lnTo>
                  <a:lnTo>
                    <a:pt x="6910682" y="2092750"/>
                  </a:lnTo>
                  <a:lnTo>
                    <a:pt x="6910682" y="1929261"/>
                  </a:lnTo>
                  <a:close/>
                  <a:moveTo>
                    <a:pt x="6434682" y="1929261"/>
                  </a:moveTo>
                  <a:lnTo>
                    <a:pt x="6434682" y="2092750"/>
                  </a:lnTo>
                  <a:lnTo>
                    <a:pt x="6522671" y="2092750"/>
                  </a:lnTo>
                  <a:lnTo>
                    <a:pt x="6522671" y="1929261"/>
                  </a:lnTo>
                  <a:close/>
                  <a:moveTo>
                    <a:pt x="6059724" y="1929261"/>
                  </a:moveTo>
                  <a:lnTo>
                    <a:pt x="6059724" y="2092750"/>
                  </a:lnTo>
                  <a:lnTo>
                    <a:pt x="6147643" y="2092750"/>
                  </a:lnTo>
                  <a:lnTo>
                    <a:pt x="6147713" y="2092750"/>
                  </a:lnTo>
                  <a:lnTo>
                    <a:pt x="6147713" y="1929261"/>
                  </a:lnTo>
                  <a:close/>
                  <a:moveTo>
                    <a:pt x="5682086" y="1929261"/>
                  </a:moveTo>
                  <a:lnTo>
                    <a:pt x="5682086" y="2092750"/>
                  </a:lnTo>
                  <a:lnTo>
                    <a:pt x="5770074" y="2092750"/>
                  </a:lnTo>
                  <a:lnTo>
                    <a:pt x="5770074" y="1929261"/>
                  </a:lnTo>
                  <a:close/>
                  <a:moveTo>
                    <a:pt x="5307057" y="1929261"/>
                  </a:moveTo>
                  <a:lnTo>
                    <a:pt x="5307057" y="2092750"/>
                  </a:lnTo>
                  <a:lnTo>
                    <a:pt x="5395046" y="2092750"/>
                  </a:lnTo>
                  <a:lnTo>
                    <a:pt x="5395046" y="1929261"/>
                  </a:lnTo>
                  <a:close/>
                  <a:moveTo>
                    <a:pt x="1831041" y="1929261"/>
                  </a:moveTo>
                  <a:lnTo>
                    <a:pt x="1831041" y="2092750"/>
                  </a:lnTo>
                  <a:lnTo>
                    <a:pt x="1918959" y="2092750"/>
                  </a:lnTo>
                  <a:lnTo>
                    <a:pt x="1919030" y="2092750"/>
                  </a:lnTo>
                  <a:lnTo>
                    <a:pt x="1919030" y="1929261"/>
                  </a:lnTo>
                  <a:close/>
                  <a:moveTo>
                    <a:pt x="1456013" y="1929261"/>
                  </a:moveTo>
                  <a:lnTo>
                    <a:pt x="1456013" y="2092750"/>
                  </a:lnTo>
                  <a:lnTo>
                    <a:pt x="1544002" y="2092750"/>
                  </a:lnTo>
                  <a:lnTo>
                    <a:pt x="1544002" y="1929261"/>
                  </a:lnTo>
                  <a:close/>
                  <a:moveTo>
                    <a:pt x="1078373" y="1929261"/>
                  </a:moveTo>
                  <a:lnTo>
                    <a:pt x="1078373" y="2092750"/>
                  </a:lnTo>
                  <a:lnTo>
                    <a:pt x="1166362" y="2092750"/>
                  </a:lnTo>
                  <a:lnTo>
                    <a:pt x="1166362" y="1929261"/>
                  </a:lnTo>
                  <a:close/>
                  <a:moveTo>
                    <a:pt x="703416" y="1929261"/>
                  </a:moveTo>
                  <a:lnTo>
                    <a:pt x="703416" y="2092750"/>
                  </a:lnTo>
                  <a:lnTo>
                    <a:pt x="791405" y="2092750"/>
                  </a:lnTo>
                  <a:lnTo>
                    <a:pt x="791405" y="1929261"/>
                  </a:lnTo>
                  <a:close/>
                  <a:moveTo>
                    <a:pt x="315404" y="1929261"/>
                  </a:moveTo>
                  <a:lnTo>
                    <a:pt x="315404" y="2092750"/>
                  </a:lnTo>
                  <a:lnTo>
                    <a:pt x="403393" y="2092750"/>
                  </a:lnTo>
                  <a:lnTo>
                    <a:pt x="403393" y="1929261"/>
                  </a:lnTo>
                  <a:close/>
                  <a:moveTo>
                    <a:pt x="6798985" y="1906541"/>
                  </a:moveTo>
                  <a:lnTo>
                    <a:pt x="6934390" y="1906541"/>
                  </a:lnTo>
                  <a:lnTo>
                    <a:pt x="6934390" y="2114906"/>
                  </a:lnTo>
                  <a:lnTo>
                    <a:pt x="6798985" y="2114906"/>
                  </a:lnTo>
                  <a:close/>
                  <a:moveTo>
                    <a:pt x="6410974" y="1906541"/>
                  </a:moveTo>
                  <a:lnTo>
                    <a:pt x="6546379" y="1906541"/>
                  </a:lnTo>
                  <a:lnTo>
                    <a:pt x="6546379" y="2114906"/>
                  </a:lnTo>
                  <a:lnTo>
                    <a:pt x="6410974" y="2114906"/>
                  </a:lnTo>
                  <a:close/>
                  <a:moveTo>
                    <a:pt x="6036016" y="1906541"/>
                  </a:moveTo>
                  <a:lnTo>
                    <a:pt x="6171421" y="1906541"/>
                  </a:lnTo>
                  <a:lnTo>
                    <a:pt x="6171421" y="2114906"/>
                  </a:lnTo>
                  <a:lnTo>
                    <a:pt x="6036016" y="2114906"/>
                  </a:lnTo>
                  <a:close/>
                  <a:moveTo>
                    <a:pt x="5658377" y="1906541"/>
                  </a:moveTo>
                  <a:lnTo>
                    <a:pt x="5793782" y="1906541"/>
                  </a:lnTo>
                  <a:lnTo>
                    <a:pt x="5793782" y="2114906"/>
                  </a:lnTo>
                  <a:lnTo>
                    <a:pt x="5658377" y="2114906"/>
                  </a:lnTo>
                  <a:close/>
                  <a:moveTo>
                    <a:pt x="5283349" y="1906541"/>
                  </a:moveTo>
                  <a:lnTo>
                    <a:pt x="5418754" y="1906541"/>
                  </a:lnTo>
                  <a:lnTo>
                    <a:pt x="5418754" y="2114906"/>
                  </a:lnTo>
                  <a:lnTo>
                    <a:pt x="5283349" y="2114906"/>
                  </a:lnTo>
                  <a:close/>
                  <a:moveTo>
                    <a:pt x="1807333" y="1906541"/>
                  </a:moveTo>
                  <a:lnTo>
                    <a:pt x="1942738" y="1906541"/>
                  </a:lnTo>
                  <a:lnTo>
                    <a:pt x="1942738" y="2114906"/>
                  </a:lnTo>
                  <a:lnTo>
                    <a:pt x="1807333" y="2114906"/>
                  </a:lnTo>
                  <a:close/>
                  <a:moveTo>
                    <a:pt x="1432305" y="1906541"/>
                  </a:moveTo>
                  <a:lnTo>
                    <a:pt x="1567710" y="1906541"/>
                  </a:lnTo>
                  <a:lnTo>
                    <a:pt x="1567710" y="2114906"/>
                  </a:lnTo>
                  <a:lnTo>
                    <a:pt x="1432305" y="2114906"/>
                  </a:lnTo>
                  <a:close/>
                  <a:moveTo>
                    <a:pt x="1054665" y="1906541"/>
                  </a:moveTo>
                  <a:lnTo>
                    <a:pt x="1190070" y="1906541"/>
                  </a:lnTo>
                  <a:lnTo>
                    <a:pt x="1190070" y="2114906"/>
                  </a:lnTo>
                  <a:lnTo>
                    <a:pt x="1054665" y="2114906"/>
                  </a:lnTo>
                  <a:close/>
                  <a:moveTo>
                    <a:pt x="679708" y="1906541"/>
                  </a:moveTo>
                  <a:lnTo>
                    <a:pt x="815113" y="1906541"/>
                  </a:lnTo>
                  <a:lnTo>
                    <a:pt x="815113" y="2114906"/>
                  </a:lnTo>
                  <a:lnTo>
                    <a:pt x="679708" y="2114906"/>
                  </a:lnTo>
                  <a:close/>
                  <a:moveTo>
                    <a:pt x="291696" y="1906541"/>
                  </a:moveTo>
                  <a:lnTo>
                    <a:pt x="427101" y="1906541"/>
                  </a:lnTo>
                  <a:lnTo>
                    <a:pt x="427101" y="2114906"/>
                  </a:lnTo>
                  <a:lnTo>
                    <a:pt x="291696" y="2114906"/>
                  </a:lnTo>
                  <a:close/>
                  <a:moveTo>
                    <a:pt x="4757109" y="1899485"/>
                  </a:moveTo>
                  <a:lnTo>
                    <a:pt x="4934215" y="1899485"/>
                  </a:lnTo>
                  <a:lnTo>
                    <a:pt x="4934215" y="2305701"/>
                  </a:lnTo>
                  <a:lnTo>
                    <a:pt x="4757109" y="2305701"/>
                  </a:lnTo>
                  <a:close/>
                  <a:moveTo>
                    <a:pt x="2291871" y="1899485"/>
                  </a:moveTo>
                  <a:lnTo>
                    <a:pt x="2468978" y="1899485"/>
                  </a:lnTo>
                  <a:lnTo>
                    <a:pt x="2468978" y="2305701"/>
                  </a:lnTo>
                  <a:lnTo>
                    <a:pt x="2291871" y="2305701"/>
                  </a:lnTo>
                  <a:close/>
                  <a:moveTo>
                    <a:pt x="4393159" y="1840426"/>
                  </a:moveTo>
                  <a:lnTo>
                    <a:pt x="4393159" y="1942668"/>
                  </a:lnTo>
                  <a:lnTo>
                    <a:pt x="4450454" y="1942668"/>
                  </a:lnTo>
                  <a:lnTo>
                    <a:pt x="4450454" y="1840426"/>
                  </a:lnTo>
                  <a:close/>
                  <a:moveTo>
                    <a:pt x="4113529" y="1840426"/>
                  </a:moveTo>
                  <a:lnTo>
                    <a:pt x="4113529" y="1994741"/>
                  </a:lnTo>
                  <a:lnTo>
                    <a:pt x="4170823" y="1994741"/>
                  </a:lnTo>
                  <a:lnTo>
                    <a:pt x="4170823" y="1840426"/>
                  </a:lnTo>
                  <a:close/>
                  <a:moveTo>
                    <a:pt x="3941644" y="1840426"/>
                  </a:moveTo>
                  <a:lnTo>
                    <a:pt x="3941644" y="1994741"/>
                  </a:lnTo>
                  <a:lnTo>
                    <a:pt x="3998939" y="1994741"/>
                  </a:lnTo>
                  <a:lnTo>
                    <a:pt x="3998939" y="1840426"/>
                  </a:lnTo>
                  <a:close/>
                  <a:moveTo>
                    <a:pt x="3669210" y="1840426"/>
                  </a:moveTo>
                  <a:lnTo>
                    <a:pt x="3669210" y="1994741"/>
                  </a:lnTo>
                  <a:lnTo>
                    <a:pt x="3726505" y="1994741"/>
                  </a:lnTo>
                  <a:lnTo>
                    <a:pt x="3726505" y="1840426"/>
                  </a:lnTo>
                  <a:close/>
                  <a:moveTo>
                    <a:pt x="3497325" y="1840426"/>
                  </a:moveTo>
                  <a:lnTo>
                    <a:pt x="3497325" y="1994741"/>
                  </a:lnTo>
                  <a:lnTo>
                    <a:pt x="3554620" y="1994741"/>
                  </a:lnTo>
                  <a:lnTo>
                    <a:pt x="3554620" y="1840426"/>
                  </a:lnTo>
                  <a:close/>
                  <a:moveTo>
                    <a:pt x="3225738" y="1840426"/>
                  </a:moveTo>
                  <a:lnTo>
                    <a:pt x="3225738" y="1994741"/>
                  </a:lnTo>
                  <a:lnTo>
                    <a:pt x="3283033" y="1994741"/>
                  </a:lnTo>
                  <a:lnTo>
                    <a:pt x="3283033" y="1840426"/>
                  </a:lnTo>
                  <a:close/>
                  <a:moveTo>
                    <a:pt x="3053853" y="1840426"/>
                  </a:moveTo>
                  <a:lnTo>
                    <a:pt x="3053853" y="1994741"/>
                  </a:lnTo>
                  <a:lnTo>
                    <a:pt x="3111148" y="1994741"/>
                  </a:lnTo>
                  <a:lnTo>
                    <a:pt x="3111148" y="1840426"/>
                  </a:lnTo>
                  <a:close/>
                  <a:moveTo>
                    <a:pt x="2773375" y="1840426"/>
                  </a:moveTo>
                  <a:lnTo>
                    <a:pt x="2773375" y="1942668"/>
                  </a:lnTo>
                  <a:lnTo>
                    <a:pt x="2830671" y="1942668"/>
                  </a:lnTo>
                  <a:lnTo>
                    <a:pt x="2830671" y="1840426"/>
                  </a:lnTo>
                  <a:close/>
                  <a:moveTo>
                    <a:pt x="4733683" y="1708266"/>
                  </a:moveTo>
                  <a:lnTo>
                    <a:pt x="4957642" y="1708266"/>
                  </a:lnTo>
                  <a:lnTo>
                    <a:pt x="4957642" y="1749967"/>
                  </a:lnTo>
                  <a:lnTo>
                    <a:pt x="4733683" y="1749967"/>
                  </a:lnTo>
                  <a:close/>
                  <a:moveTo>
                    <a:pt x="2268445" y="1708266"/>
                  </a:moveTo>
                  <a:lnTo>
                    <a:pt x="2492403" y="1708266"/>
                  </a:lnTo>
                  <a:lnTo>
                    <a:pt x="2492403" y="1749967"/>
                  </a:lnTo>
                  <a:lnTo>
                    <a:pt x="2268445" y="1749967"/>
                  </a:lnTo>
                  <a:close/>
                  <a:moveTo>
                    <a:pt x="6822693" y="1554232"/>
                  </a:moveTo>
                  <a:lnTo>
                    <a:pt x="6822693" y="1717721"/>
                  </a:lnTo>
                  <a:lnTo>
                    <a:pt x="6910682" y="1717721"/>
                  </a:lnTo>
                  <a:lnTo>
                    <a:pt x="6910682" y="1554232"/>
                  </a:lnTo>
                  <a:close/>
                  <a:moveTo>
                    <a:pt x="6434682" y="1554232"/>
                  </a:moveTo>
                  <a:lnTo>
                    <a:pt x="6434682" y="1717721"/>
                  </a:lnTo>
                  <a:lnTo>
                    <a:pt x="6522671" y="1717721"/>
                  </a:lnTo>
                  <a:lnTo>
                    <a:pt x="6522671" y="1554232"/>
                  </a:lnTo>
                  <a:close/>
                  <a:moveTo>
                    <a:pt x="6059724" y="1554232"/>
                  </a:moveTo>
                  <a:lnTo>
                    <a:pt x="6059724" y="1717721"/>
                  </a:lnTo>
                  <a:lnTo>
                    <a:pt x="6147643" y="1717721"/>
                  </a:lnTo>
                  <a:lnTo>
                    <a:pt x="6147713" y="1717721"/>
                  </a:lnTo>
                  <a:lnTo>
                    <a:pt x="6147713" y="1554232"/>
                  </a:lnTo>
                  <a:close/>
                  <a:moveTo>
                    <a:pt x="5682086" y="1554232"/>
                  </a:moveTo>
                  <a:lnTo>
                    <a:pt x="5682086" y="1717721"/>
                  </a:lnTo>
                  <a:lnTo>
                    <a:pt x="5770074" y="1717721"/>
                  </a:lnTo>
                  <a:lnTo>
                    <a:pt x="5770074" y="1554232"/>
                  </a:lnTo>
                  <a:close/>
                  <a:moveTo>
                    <a:pt x="5307057" y="1554232"/>
                  </a:moveTo>
                  <a:lnTo>
                    <a:pt x="5307057" y="1717721"/>
                  </a:lnTo>
                  <a:lnTo>
                    <a:pt x="5395046" y="1717721"/>
                  </a:lnTo>
                  <a:lnTo>
                    <a:pt x="5395046" y="1554232"/>
                  </a:lnTo>
                  <a:close/>
                  <a:moveTo>
                    <a:pt x="1831041" y="1554232"/>
                  </a:moveTo>
                  <a:lnTo>
                    <a:pt x="1831041" y="1717721"/>
                  </a:lnTo>
                  <a:lnTo>
                    <a:pt x="1918959" y="1717721"/>
                  </a:lnTo>
                  <a:lnTo>
                    <a:pt x="1919030" y="1717721"/>
                  </a:lnTo>
                  <a:lnTo>
                    <a:pt x="1919030" y="1554232"/>
                  </a:lnTo>
                  <a:close/>
                  <a:moveTo>
                    <a:pt x="1456013" y="1554232"/>
                  </a:moveTo>
                  <a:lnTo>
                    <a:pt x="1456013" y="1717721"/>
                  </a:lnTo>
                  <a:lnTo>
                    <a:pt x="1544002" y="1717721"/>
                  </a:lnTo>
                  <a:lnTo>
                    <a:pt x="1544002" y="1554232"/>
                  </a:lnTo>
                  <a:close/>
                  <a:moveTo>
                    <a:pt x="1078373" y="1554232"/>
                  </a:moveTo>
                  <a:lnTo>
                    <a:pt x="1078373" y="1717721"/>
                  </a:lnTo>
                  <a:lnTo>
                    <a:pt x="1166362" y="1717721"/>
                  </a:lnTo>
                  <a:lnTo>
                    <a:pt x="1166362" y="1554232"/>
                  </a:lnTo>
                  <a:close/>
                  <a:moveTo>
                    <a:pt x="703416" y="1554232"/>
                  </a:moveTo>
                  <a:lnTo>
                    <a:pt x="703416" y="1717721"/>
                  </a:lnTo>
                  <a:lnTo>
                    <a:pt x="791405" y="1717721"/>
                  </a:lnTo>
                  <a:lnTo>
                    <a:pt x="791405" y="1554232"/>
                  </a:lnTo>
                  <a:close/>
                  <a:moveTo>
                    <a:pt x="315404" y="1554232"/>
                  </a:moveTo>
                  <a:lnTo>
                    <a:pt x="315404" y="1717721"/>
                  </a:lnTo>
                  <a:lnTo>
                    <a:pt x="403393" y="1717721"/>
                  </a:lnTo>
                  <a:lnTo>
                    <a:pt x="403393" y="1554232"/>
                  </a:lnTo>
                  <a:close/>
                  <a:moveTo>
                    <a:pt x="6798985" y="1531512"/>
                  </a:moveTo>
                  <a:lnTo>
                    <a:pt x="6934390" y="1531512"/>
                  </a:lnTo>
                  <a:lnTo>
                    <a:pt x="6934390" y="1739877"/>
                  </a:lnTo>
                  <a:lnTo>
                    <a:pt x="6798985" y="1739877"/>
                  </a:lnTo>
                  <a:close/>
                  <a:moveTo>
                    <a:pt x="6410974" y="1531512"/>
                  </a:moveTo>
                  <a:lnTo>
                    <a:pt x="6546379" y="1531512"/>
                  </a:lnTo>
                  <a:lnTo>
                    <a:pt x="6546379" y="1739877"/>
                  </a:lnTo>
                  <a:lnTo>
                    <a:pt x="6410974" y="1739877"/>
                  </a:lnTo>
                  <a:close/>
                  <a:moveTo>
                    <a:pt x="6036016" y="1531512"/>
                  </a:moveTo>
                  <a:lnTo>
                    <a:pt x="6171421" y="1531512"/>
                  </a:lnTo>
                  <a:lnTo>
                    <a:pt x="6171421" y="1739877"/>
                  </a:lnTo>
                  <a:lnTo>
                    <a:pt x="6036016" y="1739877"/>
                  </a:lnTo>
                  <a:close/>
                  <a:moveTo>
                    <a:pt x="5658377" y="1531512"/>
                  </a:moveTo>
                  <a:lnTo>
                    <a:pt x="5793782" y="1531512"/>
                  </a:lnTo>
                  <a:lnTo>
                    <a:pt x="5793782" y="1739877"/>
                  </a:lnTo>
                  <a:lnTo>
                    <a:pt x="5658377" y="1739877"/>
                  </a:lnTo>
                  <a:close/>
                  <a:moveTo>
                    <a:pt x="5283349" y="1531512"/>
                  </a:moveTo>
                  <a:lnTo>
                    <a:pt x="5418754" y="1531512"/>
                  </a:lnTo>
                  <a:lnTo>
                    <a:pt x="5418754" y="1739877"/>
                  </a:lnTo>
                  <a:lnTo>
                    <a:pt x="5283349" y="1739877"/>
                  </a:lnTo>
                  <a:close/>
                  <a:moveTo>
                    <a:pt x="1807333" y="1531512"/>
                  </a:moveTo>
                  <a:lnTo>
                    <a:pt x="1942738" y="1531512"/>
                  </a:lnTo>
                  <a:lnTo>
                    <a:pt x="1942738" y="1739877"/>
                  </a:lnTo>
                  <a:lnTo>
                    <a:pt x="1807333" y="1739877"/>
                  </a:lnTo>
                  <a:close/>
                  <a:moveTo>
                    <a:pt x="1432305" y="1531512"/>
                  </a:moveTo>
                  <a:lnTo>
                    <a:pt x="1567710" y="1531512"/>
                  </a:lnTo>
                  <a:lnTo>
                    <a:pt x="1567710" y="1739877"/>
                  </a:lnTo>
                  <a:lnTo>
                    <a:pt x="1432305" y="1739877"/>
                  </a:lnTo>
                  <a:close/>
                  <a:moveTo>
                    <a:pt x="1054665" y="1531512"/>
                  </a:moveTo>
                  <a:lnTo>
                    <a:pt x="1190070" y="1531512"/>
                  </a:lnTo>
                  <a:lnTo>
                    <a:pt x="1190070" y="1739877"/>
                  </a:lnTo>
                  <a:lnTo>
                    <a:pt x="1054665" y="1739877"/>
                  </a:lnTo>
                  <a:close/>
                  <a:moveTo>
                    <a:pt x="679708" y="1531512"/>
                  </a:moveTo>
                  <a:lnTo>
                    <a:pt x="815113" y="1531512"/>
                  </a:lnTo>
                  <a:lnTo>
                    <a:pt x="815113" y="1739877"/>
                  </a:lnTo>
                  <a:lnTo>
                    <a:pt x="679708" y="1739877"/>
                  </a:lnTo>
                  <a:close/>
                  <a:moveTo>
                    <a:pt x="291696" y="1531512"/>
                  </a:moveTo>
                  <a:lnTo>
                    <a:pt x="427101" y="1531512"/>
                  </a:lnTo>
                  <a:lnTo>
                    <a:pt x="427101" y="1739877"/>
                  </a:lnTo>
                  <a:lnTo>
                    <a:pt x="291696" y="1739877"/>
                  </a:lnTo>
                  <a:close/>
                  <a:moveTo>
                    <a:pt x="4393159" y="1512037"/>
                  </a:moveTo>
                  <a:lnTo>
                    <a:pt x="4393159" y="1696764"/>
                  </a:lnTo>
                  <a:lnTo>
                    <a:pt x="4450454" y="1696764"/>
                  </a:lnTo>
                  <a:lnTo>
                    <a:pt x="4450454" y="1512037"/>
                  </a:lnTo>
                  <a:close/>
                  <a:moveTo>
                    <a:pt x="4113528" y="1512037"/>
                  </a:moveTo>
                  <a:lnTo>
                    <a:pt x="4113528" y="1696764"/>
                  </a:lnTo>
                  <a:lnTo>
                    <a:pt x="4170823" y="1696764"/>
                  </a:lnTo>
                  <a:lnTo>
                    <a:pt x="4170823" y="1512037"/>
                  </a:lnTo>
                  <a:close/>
                  <a:moveTo>
                    <a:pt x="3941643" y="1512037"/>
                  </a:moveTo>
                  <a:lnTo>
                    <a:pt x="3941643" y="1696764"/>
                  </a:lnTo>
                  <a:lnTo>
                    <a:pt x="3998938" y="1696764"/>
                  </a:lnTo>
                  <a:lnTo>
                    <a:pt x="3998938" y="1512037"/>
                  </a:lnTo>
                  <a:close/>
                  <a:moveTo>
                    <a:pt x="3669210" y="1512037"/>
                  </a:moveTo>
                  <a:lnTo>
                    <a:pt x="3669210" y="1696764"/>
                  </a:lnTo>
                  <a:lnTo>
                    <a:pt x="3726505" y="1696764"/>
                  </a:lnTo>
                  <a:lnTo>
                    <a:pt x="3726505" y="1512037"/>
                  </a:lnTo>
                  <a:close/>
                  <a:moveTo>
                    <a:pt x="3497324" y="1512037"/>
                  </a:moveTo>
                  <a:lnTo>
                    <a:pt x="3497324" y="1696764"/>
                  </a:lnTo>
                  <a:lnTo>
                    <a:pt x="3554619" y="1696764"/>
                  </a:lnTo>
                  <a:lnTo>
                    <a:pt x="3554619" y="1512037"/>
                  </a:lnTo>
                  <a:close/>
                  <a:moveTo>
                    <a:pt x="3225737" y="1512037"/>
                  </a:moveTo>
                  <a:lnTo>
                    <a:pt x="3225737" y="1696764"/>
                  </a:lnTo>
                  <a:lnTo>
                    <a:pt x="3283032" y="1696764"/>
                  </a:lnTo>
                  <a:lnTo>
                    <a:pt x="3283032" y="1512037"/>
                  </a:lnTo>
                  <a:close/>
                  <a:moveTo>
                    <a:pt x="3053852" y="1512037"/>
                  </a:moveTo>
                  <a:lnTo>
                    <a:pt x="3053852" y="1696764"/>
                  </a:lnTo>
                  <a:lnTo>
                    <a:pt x="3111147" y="1696764"/>
                  </a:lnTo>
                  <a:lnTo>
                    <a:pt x="3111147" y="1512037"/>
                  </a:lnTo>
                  <a:close/>
                  <a:moveTo>
                    <a:pt x="2773375" y="1512037"/>
                  </a:moveTo>
                  <a:lnTo>
                    <a:pt x="2773375" y="1696764"/>
                  </a:lnTo>
                  <a:lnTo>
                    <a:pt x="2830670" y="1696764"/>
                  </a:lnTo>
                  <a:lnTo>
                    <a:pt x="2830670" y="1512037"/>
                  </a:lnTo>
                  <a:close/>
                  <a:moveTo>
                    <a:pt x="4359290" y="1479368"/>
                  </a:moveTo>
                  <a:lnTo>
                    <a:pt x="4484323" y="1479368"/>
                  </a:lnTo>
                  <a:lnTo>
                    <a:pt x="4484323" y="1729363"/>
                  </a:lnTo>
                  <a:lnTo>
                    <a:pt x="4359290" y="1729363"/>
                  </a:lnTo>
                  <a:close/>
                  <a:moveTo>
                    <a:pt x="4079659" y="1479368"/>
                  </a:moveTo>
                  <a:lnTo>
                    <a:pt x="4204692" y="1479368"/>
                  </a:lnTo>
                  <a:lnTo>
                    <a:pt x="4204692" y="1729363"/>
                  </a:lnTo>
                  <a:lnTo>
                    <a:pt x="4079659" y="1729363"/>
                  </a:lnTo>
                  <a:close/>
                  <a:moveTo>
                    <a:pt x="3907774" y="1479368"/>
                  </a:moveTo>
                  <a:lnTo>
                    <a:pt x="4032807" y="1479368"/>
                  </a:lnTo>
                  <a:lnTo>
                    <a:pt x="4032807" y="1729363"/>
                  </a:lnTo>
                  <a:lnTo>
                    <a:pt x="3907774" y="1729363"/>
                  </a:lnTo>
                  <a:close/>
                  <a:moveTo>
                    <a:pt x="3635411" y="1479368"/>
                  </a:moveTo>
                  <a:lnTo>
                    <a:pt x="3760444" y="1479368"/>
                  </a:lnTo>
                  <a:lnTo>
                    <a:pt x="3760444" y="1729363"/>
                  </a:lnTo>
                  <a:lnTo>
                    <a:pt x="3635411" y="1729363"/>
                  </a:lnTo>
                  <a:close/>
                  <a:moveTo>
                    <a:pt x="3463526" y="1479368"/>
                  </a:moveTo>
                  <a:lnTo>
                    <a:pt x="3588559" y="1479368"/>
                  </a:lnTo>
                  <a:lnTo>
                    <a:pt x="3588559" y="1729363"/>
                  </a:lnTo>
                  <a:lnTo>
                    <a:pt x="3463526" y="1729363"/>
                  </a:lnTo>
                  <a:close/>
                  <a:moveTo>
                    <a:pt x="3191939" y="1479368"/>
                  </a:moveTo>
                  <a:lnTo>
                    <a:pt x="3316972" y="1479368"/>
                  </a:lnTo>
                  <a:lnTo>
                    <a:pt x="3316972" y="1729363"/>
                  </a:lnTo>
                  <a:lnTo>
                    <a:pt x="3191939" y="1729363"/>
                  </a:lnTo>
                  <a:close/>
                  <a:moveTo>
                    <a:pt x="3020054" y="1479368"/>
                  </a:moveTo>
                  <a:lnTo>
                    <a:pt x="3145087" y="1479368"/>
                  </a:lnTo>
                  <a:lnTo>
                    <a:pt x="3145087" y="1729363"/>
                  </a:lnTo>
                  <a:lnTo>
                    <a:pt x="3020054" y="1729363"/>
                  </a:lnTo>
                  <a:close/>
                  <a:moveTo>
                    <a:pt x="2739577" y="1479368"/>
                  </a:moveTo>
                  <a:lnTo>
                    <a:pt x="2864610" y="1479368"/>
                  </a:lnTo>
                  <a:lnTo>
                    <a:pt x="2864610" y="1729363"/>
                  </a:lnTo>
                  <a:lnTo>
                    <a:pt x="2739577" y="1729363"/>
                  </a:lnTo>
                  <a:close/>
                  <a:moveTo>
                    <a:pt x="5142934" y="1364567"/>
                  </a:moveTo>
                  <a:lnTo>
                    <a:pt x="5142934" y="2341545"/>
                  </a:lnTo>
                  <a:lnTo>
                    <a:pt x="5283349" y="2341545"/>
                  </a:lnTo>
                  <a:lnTo>
                    <a:pt x="5283349" y="2281498"/>
                  </a:lnTo>
                  <a:lnTo>
                    <a:pt x="5418755" y="2281498"/>
                  </a:lnTo>
                  <a:lnTo>
                    <a:pt x="5418755" y="2341545"/>
                  </a:lnTo>
                  <a:lnTo>
                    <a:pt x="5658307" y="2341545"/>
                  </a:lnTo>
                  <a:lnTo>
                    <a:pt x="5658307" y="2281498"/>
                  </a:lnTo>
                  <a:lnTo>
                    <a:pt x="5793712" y="2281498"/>
                  </a:lnTo>
                  <a:lnTo>
                    <a:pt x="5793712" y="2489863"/>
                  </a:lnTo>
                  <a:lnTo>
                    <a:pt x="5780235" y="2489863"/>
                  </a:lnTo>
                  <a:lnTo>
                    <a:pt x="5801051" y="2637899"/>
                  </a:lnTo>
                  <a:lnTo>
                    <a:pt x="7069797" y="2637899"/>
                  </a:lnTo>
                  <a:lnTo>
                    <a:pt x="7069797" y="1364567"/>
                  </a:lnTo>
                  <a:close/>
                  <a:moveTo>
                    <a:pt x="156291" y="1364567"/>
                  </a:moveTo>
                  <a:lnTo>
                    <a:pt x="156291" y="2637899"/>
                  </a:lnTo>
                  <a:lnTo>
                    <a:pt x="1425390" y="2637899"/>
                  </a:lnTo>
                  <a:lnTo>
                    <a:pt x="1467375" y="2341545"/>
                  </a:lnTo>
                  <a:lnTo>
                    <a:pt x="1544143" y="2341545"/>
                  </a:lnTo>
                  <a:lnTo>
                    <a:pt x="1544143" y="2304219"/>
                  </a:lnTo>
                  <a:lnTo>
                    <a:pt x="1456154" y="2304219"/>
                  </a:lnTo>
                  <a:lnTo>
                    <a:pt x="1456154" y="2419091"/>
                  </a:lnTo>
                  <a:lnTo>
                    <a:pt x="1446205" y="2489863"/>
                  </a:lnTo>
                  <a:lnTo>
                    <a:pt x="1432376" y="2489863"/>
                  </a:lnTo>
                  <a:lnTo>
                    <a:pt x="1432376" y="2281498"/>
                  </a:lnTo>
                  <a:lnTo>
                    <a:pt x="1567781" y="2281498"/>
                  </a:lnTo>
                  <a:lnTo>
                    <a:pt x="1567781" y="2341545"/>
                  </a:lnTo>
                  <a:lnTo>
                    <a:pt x="1807334" y="2341545"/>
                  </a:lnTo>
                  <a:lnTo>
                    <a:pt x="1807334" y="2281498"/>
                  </a:lnTo>
                  <a:lnTo>
                    <a:pt x="1942739" y="2281498"/>
                  </a:lnTo>
                  <a:lnTo>
                    <a:pt x="1942739" y="2341545"/>
                  </a:lnTo>
                  <a:lnTo>
                    <a:pt x="2083154" y="2341545"/>
                  </a:lnTo>
                  <a:lnTo>
                    <a:pt x="2083154" y="1364567"/>
                  </a:lnTo>
                  <a:close/>
                  <a:moveTo>
                    <a:pt x="5142934" y="1307201"/>
                  </a:moveTo>
                  <a:lnTo>
                    <a:pt x="5142934" y="1348902"/>
                  </a:lnTo>
                  <a:lnTo>
                    <a:pt x="7069797" y="1348902"/>
                  </a:lnTo>
                  <a:lnTo>
                    <a:pt x="7069797" y="1307201"/>
                  </a:lnTo>
                  <a:close/>
                  <a:moveTo>
                    <a:pt x="156291" y="1307201"/>
                  </a:moveTo>
                  <a:lnTo>
                    <a:pt x="156291" y="1348902"/>
                  </a:lnTo>
                  <a:lnTo>
                    <a:pt x="2083154" y="1348902"/>
                  </a:lnTo>
                  <a:lnTo>
                    <a:pt x="2083154" y="1307201"/>
                  </a:lnTo>
                  <a:close/>
                  <a:moveTo>
                    <a:pt x="4791190" y="1185837"/>
                  </a:moveTo>
                  <a:lnTo>
                    <a:pt x="4791190" y="1525373"/>
                  </a:lnTo>
                  <a:lnTo>
                    <a:pt x="4900064" y="1525373"/>
                  </a:lnTo>
                  <a:lnTo>
                    <a:pt x="4900064" y="1185837"/>
                  </a:lnTo>
                  <a:close/>
                  <a:moveTo>
                    <a:pt x="2325951" y="1185837"/>
                  </a:moveTo>
                  <a:lnTo>
                    <a:pt x="2325951" y="1525373"/>
                  </a:lnTo>
                  <a:lnTo>
                    <a:pt x="2434826" y="1525373"/>
                  </a:lnTo>
                  <a:lnTo>
                    <a:pt x="2434826" y="1185837"/>
                  </a:lnTo>
                  <a:close/>
                  <a:moveTo>
                    <a:pt x="4393159" y="1183579"/>
                  </a:moveTo>
                  <a:lnTo>
                    <a:pt x="4393159" y="1368306"/>
                  </a:lnTo>
                  <a:lnTo>
                    <a:pt x="4450454" y="1368306"/>
                  </a:lnTo>
                  <a:lnTo>
                    <a:pt x="4450454" y="1183579"/>
                  </a:lnTo>
                  <a:close/>
                  <a:moveTo>
                    <a:pt x="4113528" y="1183579"/>
                  </a:moveTo>
                  <a:lnTo>
                    <a:pt x="4113528" y="1368306"/>
                  </a:lnTo>
                  <a:lnTo>
                    <a:pt x="4170823" y="1368306"/>
                  </a:lnTo>
                  <a:lnTo>
                    <a:pt x="4170823" y="1183579"/>
                  </a:lnTo>
                  <a:close/>
                  <a:moveTo>
                    <a:pt x="3941643" y="1183579"/>
                  </a:moveTo>
                  <a:lnTo>
                    <a:pt x="3941643" y="1368306"/>
                  </a:lnTo>
                  <a:lnTo>
                    <a:pt x="3998938" y="1368306"/>
                  </a:lnTo>
                  <a:lnTo>
                    <a:pt x="3998938" y="1183579"/>
                  </a:lnTo>
                  <a:close/>
                  <a:moveTo>
                    <a:pt x="3669210" y="1183579"/>
                  </a:moveTo>
                  <a:lnTo>
                    <a:pt x="3669210" y="1368306"/>
                  </a:lnTo>
                  <a:lnTo>
                    <a:pt x="3726505" y="1368306"/>
                  </a:lnTo>
                  <a:lnTo>
                    <a:pt x="3726505" y="1183579"/>
                  </a:lnTo>
                  <a:close/>
                  <a:moveTo>
                    <a:pt x="3497324" y="1183579"/>
                  </a:moveTo>
                  <a:lnTo>
                    <a:pt x="3497324" y="1368306"/>
                  </a:lnTo>
                  <a:lnTo>
                    <a:pt x="3554619" y="1368306"/>
                  </a:lnTo>
                  <a:lnTo>
                    <a:pt x="3554619" y="1183579"/>
                  </a:lnTo>
                  <a:close/>
                  <a:moveTo>
                    <a:pt x="3225737" y="1183579"/>
                  </a:moveTo>
                  <a:lnTo>
                    <a:pt x="3225737" y="1368306"/>
                  </a:lnTo>
                  <a:lnTo>
                    <a:pt x="3283032" y="1368306"/>
                  </a:lnTo>
                  <a:lnTo>
                    <a:pt x="3283032" y="1183579"/>
                  </a:lnTo>
                  <a:close/>
                  <a:moveTo>
                    <a:pt x="3053852" y="1183579"/>
                  </a:moveTo>
                  <a:lnTo>
                    <a:pt x="3053852" y="1368306"/>
                  </a:lnTo>
                  <a:lnTo>
                    <a:pt x="3111147" y="1368306"/>
                  </a:lnTo>
                  <a:lnTo>
                    <a:pt x="3111147" y="1183579"/>
                  </a:lnTo>
                  <a:close/>
                  <a:moveTo>
                    <a:pt x="2773375" y="1183579"/>
                  </a:moveTo>
                  <a:lnTo>
                    <a:pt x="2773375" y="1368306"/>
                  </a:lnTo>
                  <a:lnTo>
                    <a:pt x="2830670" y="1368306"/>
                  </a:lnTo>
                  <a:lnTo>
                    <a:pt x="2830670" y="1183579"/>
                  </a:lnTo>
                  <a:close/>
                  <a:moveTo>
                    <a:pt x="4757109" y="1152532"/>
                  </a:moveTo>
                  <a:lnTo>
                    <a:pt x="4934215" y="1152532"/>
                  </a:lnTo>
                  <a:lnTo>
                    <a:pt x="4934215" y="1558748"/>
                  </a:lnTo>
                  <a:lnTo>
                    <a:pt x="4757109" y="1558748"/>
                  </a:lnTo>
                  <a:close/>
                  <a:moveTo>
                    <a:pt x="2291800" y="1152532"/>
                  </a:moveTo>
                  <a:lnTo>
                    <a:pt x="2468907" y="1152532"/>
                  </a:lnTo>
                  <a:lnTo>
                    <a:pt x="2468907" y="1558748"/>
                  </a:lnTo>
                  <a:lnTo>
                    <a:pt x="2291800" y="1558748"/>
                  </a:lnTo>
                  <a:close/>
                  <a:moveTo>
                    <a:pt x="4359290" y="1150910"/>
                  </a:moveTo>
                  <a:lnTo>
                    <a:pt x="4484323" y="1150910"/>
                  </a:lnTo>
                  <a:lnTo>
                    <a:pt x="4484323" y="1400905"/>
                  </a:lnTo>
                  <a:lnTo>
                    <a:pt x="4359290" y="1400905"/>
                  </a:lnTo>
                  <a:close/>
                  <a:moveTo>
                    <a:pt x="4079659" y="1150910"/>
                  </a:moveTo>
                  <a:lnTo>
                    <a:pt x="4204692" y="1150910"/>
                  </a:lnTo>
                  <a:lnTo>
                    <a:pt x="4204692" y="1400905"/>
                  </a:lnTo>
                  <a:lnTo>
                    <a:pt x="4079659" y="1400905"/>
                  </a:lnTo>
                  <a:close/>
                  <a:moveTo>
                    <a:pt x="3907774" y="1150910"/>
                  </a:moveTo>
                  <a:lnTo>
                    <a:pt x="4032807" y="1150910"/>
                  </a:lnTo>
                  <a:lnTo>
                    <a:pt x="4032807" y="1400905"/>
                  </a:lnTo>
                  <a:lnTo>
                    <a:pt x="3907774" y="1400905"/>
                  </a:lnTo>
                  <a:close/>
                  <a:moveTo>
                    <a:pt x="3635411" y="1150910"/>
                  </a:moveTo>
                  <a:lnTo>
                    <a:pt x="3760444" y="1150910"/>
                  </a:lnTo>
                  <a:lnTo>
                    <a:pt x="3760444" y="1400905"/>
                  </a:lnTo>
                  <a:lnTo>
                    <a:pt x="3635411" y="1400905"/>
                  </a:lnTo>
                  <a:close/>
                  <a:moveTo>
                    <a:pt x="3463526" y="1150910"/>
                  </a:moveTo>
                  <a:lnTo>
                    <a:pt x="3588559" y="1150910"/>
                  </a:lnTo>
                  <a:lnTo>
                    <a:pt x="3588559" y="1400905"/>
                  </a:lnTo>
                  <a:lnTo>
                    <a:pt x="3463526" y="1400905"/>
                  </a:lnTo>
                  <a:close/>
                  <a:moveTo>
                    <a:pt x="3191939" y="1150910"/>
                  </a:moveTo>
                  <a:lnTo>
                    <a:pt x="3316972" y="1150910"/>
                  </a:lnTo>
                  <a:lnTo>
                    <a:pt x="3316972" y="1400905"/>
                  </a:lnTo>
                  <a:lnTo>
                    <a:pt x="3191939" y="1400905"/>
                  </a:lnTo>
                  <a:close/>
                  <a:moveTo>
                    <a:pt x="3020054" y="1150910"/>
                  </a:moveTo>
                  <a:lnTo>
                    <a:pt x="3145087" y="1150910"/>
                  </a:lnTo>
                  <a:lnTo>
                    <a:pt x="3145087" y="1400905"/>
                  </a:lnTo>
                  <a:lnTo>
                    <a:pt x="3020054" y="1400905"/>
                  </a:lnTo>
                  <a:close/>
                  <a:moveTo>
                    <a:pt x="2739577" y="1150910"/>
                  </a:moveTo>
                  <a:lnTo>
                    <a:pt x="2864610" y="1150910"/>
                  </a:lnTo>
                  <a:lnTo>
                    <a:pt x="2864610" y="1400905"/>
                  </a:lnTo>
                  <a:lnTo>
                    <a:pt x="2739577" y="1400905"/>
                  </a:lnTo>
                  <a:close/>
                  <a:moveTo>
                    <a:pt x="4585507" y="1083242"/>
                  </a:moveTo>
                  <a:lnTo>
                    <a:pt x="4585507" y="2341545"/>
                  </a:lnTo>
                  <a:lnTo>
                    <a:pt x="5107654" y="2341545"/>
                  </a:lnTo>
                  <a:lnTo>
                    <a:pt x="5107654" y="1083242"/>
                  </a:lnTo>
                  <a:close/>
                  <a:moveTo>
                    <a:pt x="2676637" y="1083242"/>
                  </a:moveTo>
                  <a:lnTo>
                    <a:pt x="2676637" y="2341475"/>
                  </a:lnTo>
                  <a:lnTo>
                    <a:pt x="2686234" y="2341475"/>
                  </a:lnTo>
                  <a:lnTo>
                    <a:pt x="2686234" y="1942597"/>
                  </a:lnTo>
                  <a:lnTo>
                    <a:pt x="2739577" y="1942597"/>
                  </a:lnTo>
                  <a:lnTo>
                    <a:pt x="2739577" y="1807756"/>
                  </a:lnTo>
                  <a:lnTo>
                    <a:pt x="2864610" y="1807756"/>
                  </a:lnTo>
                  <a:lnTo>
                    <a:pt x="2864610" y="1942597"/>
                  </a:lnTo>
                  <a:lnTo>
                    <a:pt x="3009188" y="1942597"/>
                  </a:lnTo>
                  <a:lnTo>
                    <a:pt x="3009188" y="1994671"/>
                  </a:lnTo>
                  <a:lnTo>
                    <a:pt x="3020055" y="1994671"/>
                  </a:lnTo>
                  <a:lnTo>
                    <a:pt x="3020055" y="1807756"/>
                  </a:lnTo>
                  <a:lnTo>
                    <a:pt x="3145088" y="1807756"/>
                  </a:lnTo>
                  <a:lnTo>
                    <a:pt x="3145088" y="1994671"/>
                  </a:lnTo>
                  <a:lnTo>
                    <a:pt x="3191940" y="1994671"/>
                  </a:lnTo>
                  <a:lnTo>
                    <a:pt x="3191940" y="1807756"/>
                  </a:lnTo>
                  <a:lnTo>
                    <a:pt x="3316973" y="1807756"/>
                  </a:lnTo>
                  <a:lnTo>
                    <a:pt x="3316973" y="1994671"/>
                  </a:lnTo>
                  <a:lnTo>
                    <a:pt x="3327839" y="1994671"/>
                  </a:lnTo>
                  <a:lnTo>
                    <a:pt x="3327839" y="1942597"/>
                  </a:lnTo>
                  <a:lnTo>
                    <a:pt x="3452801" y="1942597"/>
                  </a:lnTo>
                  <a:lnTo>
                    <a:pt x="3452801" y="1994671"/>
                  </a:lnTo>
                  <a:lnTo>
                    <a:pt x="3463456" y="1994671"/>
                  </a:lnTo>
                  <a:lnTo>
                    <a:pt x="3463456" y="1807756"/>
                  </a:lnTo>
                  <a:lnTo>
                    <a:pt x="3588489" y="1807756"/>
                  </a:lnTo>
                  <a:lnTo>
                    <a:pt x="3588489" y="1994671"/>
                  </a:lnTo>
                  <a:lnTo>
                    <a:pt x="3635341" y="1994671"/>
                  </a:lnTo>
                  <a:lnTo>
                    <a:pt x="3635341" y="1807756"/>
                  </a:lnTo>
                  <a:lnTo>
                    <a:pt x="3760374" y="1807756"/>
                  </a:lnTo>
                  <a:lnTo>
                    <a:pt x="3760374" y="1994671"/>
                  </a:lnTo>
                  <a:lnTo>
                    <a:pt x="3770817" y="1994671"/>
                  </a:lnTo>
                  <a:lnTo>
                    <a:pt x="3770817" y="1942597"/>
                  </a:lnTo>
                  <a:lnTo>
                    <a:pt x="3895779" y="1942597"/>
                  </a:lnTo>
                  <a:lnTo>
                    <a:pt x="3895779" y="1994671"/>
                  </a:lnTo>
                  <a:lnTo>
                    <a:pt x="3907775" y="1994671"/>
                  </a:lnTo>
                  <a:lnTo>
                    <a:pt x="3907775" y="1807756"/>
                  </a:lnTo>
                  <a:lnTo>
                    <a:pt x="4032807" y="1807756"/>
                  </a:lnTo>
                  <a:lnTo>
                    <a:pt x="4032807" y="1994671"/>
                  </a:lnTo>
                  <a:lnTo>
                    <a:pt x="4079660" y="1994671"/>
                  </a:lnTo>
                  <a:lnTo>
                    <a:pt x="4079660" y="1807756"/>
                  </a:lnTo>
                  <a:lnTo>
                    <a:pt x="4204693" y="1807756"/>
                  </a:lnTo>
                  <a:lnTo>
                    <a:pt x="4204693" y="1994671"/>
                  </a:lnTo>
                  <a:lnTo>
                    <a:pt x="4216688" y="1994671"/>
                  </a:lnTo>
                  <a:lnTo>
                    <a:pt x="4216688" y="1942597"/>
                  </a:lnTo>
                  <a:lnTo>
                    <a:pt x="4359291" y="1942597"/>
                  </a:lnTo>
                  <a:lnTo>
                    <a:pt x="4359291" y="1807756"/>
                  </a:lnTo>
                  <a:lnTo>
                    <a:pt x="4484324" y="1807756"/>
                  </a:lnTo>
                  <a:lnTo>
                    <a:pt x="4484324" y="1942668"/>
                  </a:lnTo>
                  <a:lnTo>
                    <a:pt x="4539572" y="1942668"/>
                  </a:lnTo>
                  <a:lnTo>
                    <a:pt x="4539572" y="2341545"/>
                  </a:lnTo>
                  <a:lnTo>
                    <a:pt x="4549380" y="2341545"/>
                  </a:lnTo>
                  <a:lnTo>
                    <a:pt x="4549380" y="1083242"/>
                  </a:lnTo>
                  <a:close/>
                  <a:moveTo>
                    <a:pt x="2118434" y="1083242"/>
                  </a:moveTo>
                  <a:lnTo>
                    <a:pt x="2118434" y="2341545"/>
                  </a:lnTo>
                  <a:lnTo>
                    <a:pt x="2640581" y="2341545"/>
                  </a:lnTo>
                  <a:lnTo>
                    <a:pt x="2640581" y="1083242"/>
                  </a:lnTo>
                  <a:lnTo>
                    <a:pt x="2624987" y="1083242"/>
                  </a:lnTo>
                  <a:close/>
                  <a:moveTo>
                    <a:pt x="4585507" y="987704"/>
                  </a:moveTo>
                  <a:lnTo>
                    <a:pt x="4585507" y="1067649"/>
                  </a:lnTo>
                  <a:lnTo>
                    <a:pt x="5107654" y="1067649"/>
                  </a:lnTo>
                  <a:lnTo>
                    <a:pt x="5107654" y="987704"/>
                  </a:lnTo>
                  <a:close/>
                  <a:moveTo>
                    <a:pt x="2118434" y="987704"/>
                  </a:moveTo>
                  <a:lnTo>
                    <a:pt x="2118434" y="1067649"/>
                  </a:lnTo>
                  <a:lnTo>
                    <a:pt x="2624987" y="1067649"/>
                  </a:lnTo>
                  <a:lnTo>
                    <a:pt x="2640581" y="1067649"/>
                  </a:lnTo>
                  <a:lnTo>
                    <a:pt x="2640581" y="987704"/>
                  </a:lnTo>
                  <a:close/>
                  <a:moveTo>
                    <a:pt x="2710506" y="969499"/>
                  </a:moveTo>
                  <a:lnTo>
                    <a:pt x="2710506" y="987704"/>
                  </a:lnTo>
                  <a:lnTo>
                    <a:pt x="2676637" y="987704"/>
                  </a:lnTo>
                  <a:lnTo>
                    <a:pt x="2676637" y="1067649"/>
                  </a:lnTo>
                  <a:lnTo>
                    <a:pt x="4549451" y="1067649"/>
                  </a:lnTo>
                  <a:lnTo>
                    <a:pt x="4549451" y="987704"/>
                  </a:lnTo>
                  <a:lnTo>
                    <a:pt x="4515582" y="987704"/>
                  </a:lnTo>
                  <a:lnTo>
                    <a:pt x="4515582" y="969499"/>
                  </a:lnTo>
                  <a:close/>
                  <a:moveTo>
                    <a:pt x="4390549" y="744764"/>
                  </a:moveTo>
                  <a:lnTo>
                    <a:pt x="4390549" y="953059"/>
                  </a:lnTo>
                  <a:lnTo>
                    <a:pt x="4453065" y="953059"/>
                  </a:lnTo>
                  <a:lnTo>
                    <a:pt x="4453065" y="744764"/>
                  </a:lnTo>
                  <a:close/>
                  <a:moveTo>
                    <a:pt x="4111906" y="744764"/>
                  </a:moveTo>
                  <a:lnTo>
                    <a:pt x="4111906" y="953059"/>
                  </a:lnTo>
                  <a:lnTo>
                    <a:pt x="4174422" y="953059"/>
                  </a:lnTo>
                  <a:lnTo>
                    <a:pt x="4174422" y="744764"/>
                  </a:lnTo>
                  <a:close/>
                  <a:moveTo>
                    <a:pt x="3940021" y="744764"/>
                  </a:moveTo>
                  <a:lnTo>
                    <a:pt x="3940021" y="953059"/>
                  </a:lnTo>
                  <a:lnTo>
                    <a:pt x="4002537" y="953059"/>
                  </a:lnTo>
                  <a:lnTo>
                    <a:pt x="4002537" y="744764"/>
                  </a:lnTo>
                  <a:close/>
                  <a:moveTo>
                    <a:pt x="3666599" y="744764"/>
                  </a:moveTo>
                  <a:lnTo>
                    <a:pt x="3666599" y="953059"/>
                  </a:lnTo>
                  <a:lnTo>
                    <a:pt x="3729116" y="953059"/>
                  </a:lnTo>
                  <a:lnTo>
                    <a:pt x="3729116" y="744764"/>
                  </a:lnTo>
                  <a:close/>
                  <a:moveTo>
                    <a:pt x="3494714" y="744764"/>
                  </a:moveTo>
                  <a:lnTo>
                    <a:pt x="3494714" y="953059"/>
                  </a:lnTo>
                  <a:lnTo>
                    <a:pt x="3557231" y="953059"/>
                  </a:lnTo>
                  <a:lnTo>
                    <a:pt x="3557231" y="744764"/>
                  </a:lnTo>
                  <a:close/>
                  <a:moveTo>
                    <a:pt x="3223903" y="744764"/>
                  </a:moveTo>
                  <a:lnTo>
                    <a:pt x="3223903" y="953059"/>
                  </a:lnTo>
                  <a:lnTo>
                    <a:pt x="3286420" y="953059"/>
                  </a:lnTo>
                  <a:lnTo>
                    <a:pt x="3286420" y="744764"/>
                  </a:lnTo>
                  <a:close/>
                  <a:moveTo>
                    <a:pt x="3052018" y="744764"/>
                  </a:moveTo>
                  <a:lnTo>
                    <a:pt x="3052018" y="953059"/>
                  </a:lnTo>
                  <a:lnTo>
                    <a:pt x="3114535" y="953059"/>
                  </a:lnTo>
                  <a:lnTo>
                    <a:pt x="3114535" y="744764"/>
                  </a:lnTo>
                  <a:close/>
                  <a:moveTo>
                    <a:pt x="2770765" y="744764"/>
                  </a:moveTo>
                  <a:lnTo>
                    <a:pt x="2770765" y="953059"/>
                  </a:lnTo>
                  <a:lnTo>
                    <a:pt x="2833281" y="953059"/>
                  </a:lnTo>
                  <a:lnTo>
                    <a:pt x="2833281" y="744764"/>
                  </a:lnTo>
                  <a:close/>
                  <a:moveTo>
                    <a:pt x="2548006" y="624953"/>
                  </a:moveTo>
                  <a:lnTo>
                    <a:pt x="2548006" y="935560"/>
                  </a:lnTo>
                  <a:lnTo>
                    <a:pt x="2710083" y="935560"/>
                  </a:lnTo>
                  <a:lnTo>
                    <a:pt x="2710083" y="953059"/>
                  </a:lnTo>
                  <a:lnTo>
                    <a:pt x="2739154" y="953059"/>
                  </a:lnTo>
                  <a:lnTo>
                    <a:pt x="2739154" y="744764"/>
                  </a:lnTo>
                  <a:cubicBezTo>
                    <a:pt x="2739154" y="710260"/>
                    <a:pt x="2767166" y="682318"/>
                    <a:pt x="2801670" y="682318"/>
                  </a:cubicBezTo>
                  <a:cubicBezTo>
                    <a:pt x="2836174" y="682318"/>
                    <a:pt x="2864187" y="710260"/>
                    <a:pt x="2864187" y="744764"/>
                  </a:cubicBezTo>
                  <a:lnTo>
                    <a:pt x="2864187" y="953059"/>
                  </a:lnTo>
                  <a:lnTo>
                    <a:pt x="3020407" y="953059"/>
                  </a:lnTo>
                  <a:lnTo>
                    <a:pt x="3020407" y="744764"/>
                  </a:lnTo>
                  <a:cubicBezTo>
                    <a:pt x="3020407" y="710260"/>
                    <a:pt x="3048420" y="682318"/>
                    <a:pt x="3082924" y="682318"/>
                  </a:cubicBezTo>
                  <a:cubicBezTo>
                    <a:pt x="3117428" y="682318"/>
                    <a:pt x="3145440" y="710260"/>
                    <a:pt x="3145440" y="744764"/>
                  </a:cubicBezTo>
                  <a:lnTo>
                    <a:pt x="3145440" y="953059"/>
                  </a:lnTo>
                  <a:lnTo>
                    <a:pt x="3192363" y="953059"/>
                  </a:lnTo>
                  <a:lnTo>
                    <a:pt x="3192363" y="744764"/>
                  </a:lnTo>
                  <a:cubicBezTo>
                    <a:pt x="3192363" y="710260"/>
                    <a:pt x="3220375" y="682318"/>
                    <a:pt x="3254880" y="682318"/>
                  </a:cubicBezTo>
                  <a:cubicBezTo>
                    <a:pt x="3289383" y="682318"/>
                    <a:pt x="3317396" y="710260"/>
                    <a:pt x="3317396" y="744764"/>
                  </a:cubicBezTo>
                  <a:lnTo>
                    <a:pt x="3317396" y="953059"/>
                  </a:lnTo>
                  <a:lnTo>
                    <a:pt x="3463244" y="953059"/>
                  </a:lnTo>
                  <a:lnTo>
                    <a:pt x="3463244" y="744764"/>
                  </a:lnTo>
                  <a:cubicBezTo>
                    <a:pt x="3463244" y="710260"/>
                    <a:pt x="3491257" y="682318"/>
                    <a:pt x="3525761" y="682318"/>
                  </a:cubicBezTo>
                  <a:cubicBezTo>
                    <a:pt x="3560265" y="682318"/>
                    <a:pt x="3588277" y="710260"/>
                    <a:pt x="3588277" y="744764"/>
                  </a:cubicBezTo>
                  <a:lnTo>
                    <a:pt x="3588277" y="953059"/>
                  </a:lnTo>
                  <a:lnTo>
                    <a:pt x="3635200" y="953059"/>
                  </a:lnTo>
                  <a:lnTo>
                    <a:pt x="3635200" y="744764"/>
                  </a:lnTo>
                  <a:cubicBezTo>
                    <a:pt x="3635200" y="710260"/>
                    <a:pt x="3663212" y="682318"/>
                    <a:pt x="3697716" y="682318"/>
                  </a:cubicBezTo>
                  <a:cubicBezTo>
                    <a:pt x="3732220" y="682318"/>
                    <a:pt x="3760233" y="710260"/>
                    <a:pt x="3760233" y="744764"/>
                  </a:cubicBezTo>
                  <a:lnTo>
                    <a:pt x="3760233" y="953059"/>
                  </a:lnTo>
                  <a:lnTo>
                    <a:pt x="3908621" y="953059"/>
                  </a:lnTo>
                  <a:lnTo>
                    <a:pt x="3908621" y="744764"/>
                  </a:lnTo>
                  <a:cubicBezTo>
                    <a:pt x="3908621" y="710260"/>
                    <a:pt x="3936634" y="682318"/>
                    <a:pt x="3971138" y="682318"/>
                  </a:cubicBezTo>
                  <a:cubicBezTo>
                    <a:pt x="4005642" y="682318"/>
                    <a:pt x="4033654" y="710260"/>
                    <a:pt x="4033654" y="744764"/>
                  </a:cubicBezTo>
                  <a:lnTo>
                    <a:pt x="4033654" y="953059"/>
                  </a:lnTo>
                  <a:lnTo>
                    <a:pt x="4080577" y="953059"/>
                  </a:lnTo>
                  <a:lnTo>
                    <a:pt x="4080577" y="744764"/>
                  </a:lnTo>
                  <a:cubicBezTo>
                    <a:pt x="4080577" y="710260"/>
                    <a:pt x="4108590" y="682318"/>
                    <a:pt x="4143093" y="682318"/>
                  </a:cubicBezTo>
                  <a:cubicBezTo>
                    <a:pt x="4177597" y="682318"/>
                    <a:pt x="4205610" y="710260"/>
                    <a:pt x="4205610" y="744764"/>
                  </a:cubicBezTo>
                  <a:lnTo>
                    <a:pt x="4205610" y="953059"/>
                  </a:lnTo>
                  <a:lnTo>
                    <a:pt x="4359220" y="953059"/>
                  </a:lnTo>
                  <a:lnTo>
                    <a:pt x="4359220" y="744764"/>
                  </a:lnTo>
                  <a:cubicBezTo>
                    <a:pt x="4359220" y="710260"/>
                    <a:pt x="4387233" y="682318"/>
                    <a:pt x="4421736" y="682318"/>
                  </a:cubicBezTo>
                  <a:cubicBezTo>
                    <a:pt x="4456240" y="682318"/>
                    <a:pt x="4484253" y="710260"/>
                    <a:pt x="4484253" y="744764"/>
                  </a:cubicBezTo>
                  <a:lnTo>
                    <a:pt x="4484253" y="953059"/>
                  </a:lnTo>
                  <a:lnTo>
                    <a:pt x="4515511" y="953059"/>
                  </a:lnTo>
                  <a:lnTo>
                    <a:pt x="4515511" y="935560"/>
                  </a:lnTo>
                  <a:lnTo>
                    <a:pt x="4676389" y="935560"/>
                  </a:lnTo>
                  <a:lnTo>
                    <a:pt x="4676389" y="624953"/>
                  </a:lnTo>
                  <a:lnTo>
                    <a:pt x="2548359" y="624953"/>
                  </a:lnTo>
                  <a:close/>
                  <a:moveTo>
                    <a:pt x="2548359" y="546843"/>
                  </a:moveTo>
                  <a:lnTo>
                    <a:pt x="2548359" y="609359"/>
                  </a:lnTo>
                  <a:lnTo>
                    <a:pt x="4676389" y="609359"/>
                  </a:lnTo>
                  <a:lnTo>
                    <a:pt x="4676389" y="546843"/>
                  </a:lnTo>
                  <a:close/>
                  <a:moveTo>
                    <a:pt x="2395807" y="494769"/>
                  </a:moveTo>
                  <a:lnTo>
                    <a:pt x="2515618" y="494769"/>
                  </a:lnTo>
                  <a:lnTo>
                    <a:pt x="4708282" y="494769"/>
                  </a:lnTo>
                  <a:lnTo>
                    <a:pt x="4828094" y="494769"/>
                  </a:lnTo>
                  <a:lnTo>
                    <a:pt x="4828094" y="546843"/>
                  </a:lnTo>
                  <a:lnTo>
                    <a:pt x="4708282" y="546843"/>
                  </a:lnTo>
                  <a:lnTo>
                    <a:pt x="4708282" y="935630"/>
                  </a:lnTo>
                  <a:lnTo>
                    <a:pt x="5203052" y="935630"/>
                  </a:lnTo>
                  <a:lnTo>
                    <a:pt x="5203052" y="987704"/>
                  </a:lnTo>
                  <a:lnTo>
                    <a:pt x="5142934" y="987704"/>
                  </a:lnTo>
                  <a:lnTo>
                    <a:pt x="5142934" y="1276013"/>
                  </a:lnTo>
                  <a:lnTo>
                    <a:pt x="7101055" y="1276013"/>
                  </a:lnTo>
                  <a:lnTo>
                    <a:pt x="7101055" y="1276084"/>
                  </a:lnTo>
                  <a:lnTo>
                    <a:pt x="7225946" y="1276084"/>
                  </a:lnTo>
                  <a:lnTo>
                    <a:pt x="7225946" y="1307272"/>
                  </a:lnTo>
                  <a:lnTo>
                    <a:pt x="7100984" y="1307272"/>
                  </a:lnTo>
                  <a:lnTo>
                    <a:pt x="7100984" y="1348973"/>
                  </a:lnTo>
                  <a:lnTo>
                    <a:pt x="7100984" y="1364567"/>
                  </a:lnTo>
                  <a:lnTo>
                    <a:pt x="7100984" y="2671697"/>
                  </a:lnTo>
                  <a:lnTo>
                    <a:pt x="5805778" y="2671697"/>
                  </a:lnTo>
                  <a:lnTo>
                    <a:pt x="5842046" y="2930019"/>
                  </a:lnTo>
                  <a:lnTo>
                    <a:pt x="1383830" y="2930019"/>
                  </a:lnTo>
                  <a:lnTo>
                    <a:pt x="1420380" y="2671697"/>
                  </a:lnTo>
                  <a:lnTo>
                    <a:pt x="124962" y="2671697"/>
                  </a:lnTo>
                  <a:lnTo>
                    <a:pt x="124962" y="1364425"/>
                  </a:lnTo>
                  <a:lnTo>
                    <a:pt x="124962" y="1348832"/>
                  </a:lnTo>
                  <a:lnTo>
                    <a:pt x="124962" y="1307130"/>
                  </a:lnTo>
                  <a:lnTo>
                    <a:pt x="0" y="1307130"/>
                  </a:lnTo>
                  <a:lnTo>
                    <a:pt x="0" y="1275943"/>
                  </a:lnTo>
                  <a:lnTo>
                    <a:pt x="124962" y="1275943"/>
                  </a:lnTo>
                  <a:lnTo>
                    <a:pt x="2083154" y="1275943"/>
                  </a:lnTo>
                  <a:lnTo>
                    <a:pt x="2083154" y="987633"/>
                  </a:lnTo>
                  <a:lnTo>
                    <a:pt x="2023036" y="987633"/>
                  </a:lnTo>
                  <a:lnTo>
                    <a:pt x="2023036" y="935560"/>
                  </a:lnTo>
                  <a:lnTo>
                    <a:pt x="2515618" y="935560"/>
                  </a:lnTo>
                  <a:lnTo>
                    <a:pt x="2515618" y="546843"/>
                  </a:lnTo>
                  <a:lnTo>
                    <a:pt x="2395807" y="546843"/>
                  </a:lnTo>
                  <a:close/>
                  <a:moveTo>
                    <a:pt x="3598930" y="0"/>
                  </a:moveTo>
                  <a:lnTo>
                    <a:pt x="3775967" y="0"/>
                  </a:lnTo>
                  <a:lnTo>
                    <a:pt x="3718742" y="78110"/>
                  </a:lnTo>
                  <a:lnTo>
                    <a:pt x="3775967" y="156221"/>
                  </a:lnTo>
                  <a:lnTo>
                    <a:pt x="3630189" y="156221"/>
                  </a:lnTo>
                  <a:lnTo>
                    <a:pt x="3630189" y="411437"/>
                  </a:lnTo>
                  <a:lnTo>
                    <a:pt x="4067663" y="411437"/>
                  </a:lnTo>
                  <a:lnTo>
                    <a:pt x="4067663" y="145848"/>
                  </a:lnTo>
                  <a:lnTo>
                    <a:pt x="4098921" y="145848"/>
                  </a:lnTo>
                  <a:lnTo>
                    <a:pt x="4098921" y="146169"/>
                  </a:lnTo>
                  <a:lnTo>
                    <a:pt x="4212116" y="146169"/>
                  </a:lnTo>
                  <a:lnTo>
                    <a:pt x="4161843" y="216327"/>
                  </a:lnTo>
                  <a:lnTo>
                    <a:pt x="4212117" y="286487"/>
                  </a:lnTo>
                  <a:lnTo>
                    <a:pt x="4098921" y="286487"/>
                  </a:lnTo>
                  <a:lnTo>
                    <a:pt x="4098921" y="411437"/>
                  </a:lnTo>
                  <a:lnTo>
                    <a:pt x="4541617" y="411437"/>
                  </a:lnTo>
                  <a:lnTo>
                    <a:pt x="4541617" y="145848"/>
                  </a:lnTo>
                  <a:lnTo>
                    <a:pt x="4543110" y="145848"/>
                  </a:lnTo>
                  <a:lnTo>
                    <a:pt x="4543110" y="145838"/>
                  </a:lnTo>
                  <a:lnTo>
                    <a:pt x="4685247" y="145838"/>
                  </a:lnTo>
                  <a:lnTo>
                    <a:pt x="4634974" y="215996"/>
                  </a:lnTo>
                  <a:lnTo>
                    <a:pt x="4685248" y="286156"/>
                  </a:lnTo>
                  <a:lnTo>
                    <a:pt x="4572875" y="286156"/>
                  </a:lnTo>
                  <a:lnTo>
                    <a:pt x="4572875" y="411437"/>
                  </a:lnTo>
                  <a:lnTo>
                    <a:pt x="4708281" y="411437"/>
                  </a:lnTo>
                  <a:lnTo>
                    <a:pt x="4708281" y="453068"/>
                  </a:lnTo>
                  <a:lnTo>
                    <a:pt x="2515617" y="453068"/>
                  </a:lnTo>
                  <a:lnTo>
                    <a:pt x="2515617" y="411437"/>
                  </a:lnTo>
                  <a:lnTo>
                    <a:pt x="2656244" y="411437"/>
                  </a:lnTo>
                  <a:lnTo>
                    <a:pt x="2656244" y="145848"/>
                  </a:lnTo>
                  <a:lnTo>
                    <a:pt x="2687502" y="145848"/>
                  </a:lnTo>
                  <a:lnTo>
                    <a:pt x="2687502" y="146169"/>
                  </a:lnTo>
                  <a:lnTo>
                    <a:pt x="2800186" y="146169"/>
                  </a:lnTo>
                  <a:lnTo>
                    <a:pt x="2749913" y="216327"/>
                  </a:lnTo>
                  <a:lnTo>
                    <a:pt x="2800187" y="286487"/>
                  </a:lnTo>
                  <a:lnTo>
                    <a:pt x="2687502" y="286487"/>
                  </a:lnTo>
                  <a:lnTo>
                    <a:pt x="2687502" y="411437"/>
                  </a:lnTo>
                  <a:lnTo>
                    <a:pt x="3130198" y="411437"/>
                  </a:lnTo>
                  <a:lnTo>
                    <a:pt x="3130198" y="145848"/>
                  </a:lnTo>
                  <a:lnTo>
                    <a:pt x="3161456" y="145848"/>
                  </a:lnTo>
                  <a:lnTo>
                    <a:pt x="3161456" y="146169"/>
                  </a:lnTo>
                  <a:lnTo>
                    <a:pt x="3274337" y="146169"/>
                  </a:lnTo>
                  <a:lnTo>
                    <a:pt x="3224064" y="216327"/>
                  </a:lnTo>
                  <a:lnTo>
                    <a:pt x="3274338" y="286487"/>
                  </a:lnTo>
                  <a:lnTo>
                    <a:pt x="3161456" y="286487"/>
                  </a:lnTo>
                  <a:lnTo>
                    <a:pt x="3161456" y="411437"/>
                  </a:lnTo>
                  <a:lnTo>
                    <a:pt x="3598930" y="411437"/>
                  </a:lnTo>
                  <a:lnTo>
                    <a:pt x="3598930" y="156221"/>
                  </a:lnTo>
                  <a:close/>
                </a:path>
              </a:pathLst>
            </a:custGeom>
            <a:solidFill>
              <a:schemeClr val="accent5"/>
            </a:solidFill>
            <a:ln w="70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样式10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任意多边形: 形状 28"/>
          <p:cNvSpPr/>
          <p:nvPr/>
        </p:nvSpPr>
        <p:spPr>
          <a:xfrm>
            <a:off x="0" y="-1"/>
            <a:ext cx="12192000" cy="5089582"/>
          </a:xfrm>
          <a:custGeom>
            <a:avLst/>
            <a:gdLst>
              <a:gd name="connsiteX0" fmla="*/ 0 w 12192000"/>
              <a:gd name="connsiteY0" fmla="*/ 0 h 5089582"/>
              <a:gd name="connsiteX1" fmla="*/ 12192000 w 12192000"/>
              <a:gd name="connsiteY1" fmla="*/ 0 h 5089582"/>
              <a:gd name="connsiteX2" fmla="*/ 12192000 w 12192000"/>
              <a:gd name="connsiteY2" fmla="*/ 4123423 h 5089582"/>
              <a:gd name="connsiteX3" fmla="*/ 6096000 w 12192000"/>
              <a:gd name="connsiteY3" fmla="*/ 5089582 h 5089582"/>
              <a:gd name="connsiteX4" fmla="*/ 0 w 12192000"/>
              <a:gd name="connsiteY4" fmla="*/ 4123423 h 5089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089582">
                <a:moveTo>
                  <a:pt x="0" y="0"/>
                </a:moveTo>
                <a:lnTo>
                  <a:pt x="12192000" y="0"/>
                </a:lnTo>
                <a:lnTo>
                  <a:pt x="12192000" y="4123423"/>
                </a:lnTo>
                <a:lnTo>
                  <a:pt x="6096000" y="5089582"/>
                </a:lnTo>
                <a:lnTo>
                  <a:pt x="0" y="412342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083436" y="1792315"/>
            <a:ext cx="8025129" cy="98886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55" name="组合 54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76" name="任意多边形: 形状 75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7" name="任意多边形: 形状 76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73" name="任意多边形: 形状 72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4" name="任意多边形: 形状 73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5" name="任意多边形: 形状 74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57" name="任意多边形: 形状 56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8" name="任意多边形: 形状 57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59" name="组合 58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70" name="任意多边形: 形状 69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1" name="任意多边形: 形状 70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72" name="任意多边形: 形状 71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0" name="组合 5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68" name="任意多边形: 形状 67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9" name="任意多边形: 形状 68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66" name="任意多边形: 形状 65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2" name="组合 61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63" name="任意多边形: 形状 62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4" name="任意多边形: 形状 63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5" name="任意多边形: 形状 64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83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 cstate="print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任意多边形: 形状 82"/>
          <p:cNvSpPr/>
          <p:nvPr/>
        </p:nvSpPr>
        <p:spPr>
          <a:xfrm>
            <a:off x="4850046" y="860118"/>
            <a:ext cx="2491113" cy="560417"/>
          </a:xfrm>
          <a:custGeom>
            <a:avLst/>
            <a:gdLst>
              <a:gd name="connsiteX0" fmla="*/ 327812 w 2491113"/>
              <a:gd name="connsiteY0" fmla="*/ 506215 h 560417"/>
              <a:gd name="connsiteX1" fmla="*/ 330932 w 2491113"/>
              <a:gd name="connsiteY1" fmla="*/ 512842 h 560417"/>
              <a:gd name="connsiteX2" fmla="*/ 330490 w 2491113"/>
              <a:gd name="connsiteY2" fmla="*/ 519966 h 560417"/>
              <a:gd name="connsiteX3" fmla="*/ 329524 w 2491113"/>
              <a:gd name="connsiteY3" fmla="*/ 521407 h 560417"/>
              <a:gd name="connsiteX4" fmla="*/ 320632 w 2491113"/>
              <a:gd name="connsiteY4" fmla="*/ 521899 h 560417"/>
              <a:gd name="connsiteX5" fmla="*/ 317540 w 2491113"/>
              <a:gd name="connsiteY5" fmla="*/ 515438 h 560417"/>
              <a:gd name="connsiteX6" fmla="*/ 317982 w 2491113"/>
              <a:gd name="connsiteY6" fmla="*/ 508120 h 560417"/>
              <a:gd name="connsiteX7" fmla="*/ 319070 w 2491113"/>
              <a:gd name="connsiteY7" fmla="*/ 506511 h 560417"/>
              <a:gd name="connsiteX8" fmla="*/ 327812 w 2491113"/>
              <a:gd name="connsiteY8" fmla="*/ 506215 h 560417"/>
              <a:gd name="connsiteX9" fmla="*/ 290260 w 2491113"/>
              <a:gd name="connsiteY9" fmla="*/ 504420 h 560417"/>
              <a:gd name="connsiteX10" fmla="*/ 271787 w 2491113"/>
              <a:gd name="connsiteY10" fmla="*/ 504751 h 560417"/>
              <a:gd name="connsiteX11" fmla="*/ 272284 w 2491113"/>
              <a:gd name="connsiteY11" fmla="*/ 532032 h 560417"/>
              <a:gd name="connsiteX12" fmla="*/ 290839 w 2491113"/>
              <a:gd name="connsiteY12" fmla="*/ 531673 h 560417"/>
              <a:gd name="connsiteX13" fmla="*/ 290839 w 2491113"/>
              <a:gd name="connsiteY13" fmla="*/ 529243 h 560417"/>
              <a:gd name="connsiteX14" fmla="*/ 290839 w 2491113"/>
              <a:gd name="connsiteY14" fmla="*/ 526841 h 560417"/>
              <a:gd name="connsiteX15" fmla="*/ 277033 w 2491113"/>
              <a:gd name="connsiteY15" fmla="*/ 527090 h 560417"/>
              <a:gd name="connsiteX16" fmla="*/ 277033 w 2491113"/>
              <a:gd name="connsiteY16" fmla="*/ 519993 h 560417"/>
              <a:gd name="connsiteX17" fmla="*/ 289293 w 2491113"/>
              <a:gd name="connsiteY17" fmla="*/ 519772 h 560417"/>
              <a:gd name="connsiteX18" fmla="*/ 289293 w 2491113"/>
              <a:gd name="connsiteY18" fmla="*/ 517425 h 560417"/>
              <a:gd name="connsiteX19" fmla="*/ 289293 w 2491113"/>
              <a:gd name="connsiteY19" fmla="*/ 515078 h 560417"/>
              <a:gd name="connsiteX20" fmla="*/ 277033 w 2491113"/>
              <a:gd name="connsiteY20" fmla="*/ 515299 h 560417"/>
              <a:gd name="connsiteX21" fmla="*/ 277033 w 2491113"/>
              <a:gd name="connsiteY21" fmla="*/ 509501 h 560417"/>
              <a:gd name="connsiteX22" fmla="*/ 290260 w 2491113"/>
              <a:gd name="connsiteY22" fmla="*/ 509280 h 560417"/>
              <a:gd name="connsiteX23" fmla="*/ 290260 w 2491113"/>
              <a:gd name="connsiteY23" fmla="*/ 506850 h 560417"/>
              <a:gd name="connsiteX24" fmla="*/ 244976 w 2491113"/>
              <a:gd name="connsiteY24" fmla="*/ 502322 h 560417"/>
              <a:gd name="connsiteX25" fmla="*/ 244672 w 2491113"/>
              <a:gd name="connsiteY25" fmla="*/ 504724 h 560417"/>
              <a:gd name="connsiteX26" fmla="*/ 244396 w 2491113"/>
              <a:gd name="connsiteY26" fmla="*/ 507126 h 560417"/>
              <a:gd name="connsiteX27" fmla="*/ 251906 w 2491113"/>
              <a:gd name="connsiteY27" fmla="*/ 508037 h 560417"/>
              <a:gd name="connsiteX28" fmla="*/ 249145 w 2491113"/>
              <a:gd name="connsiteY28" fmla="*/ 530293 h 560417"/>
              <a:gd name="connsiteX29" fmla="*/ 251906 w 2491113"/>
              <a:gd name="connsiteY29" fmla="*/ 530624 h 560417"/>
              <a:gd name="connsiteX30" fmla="*/ 254474 w 2491113"/>
              <a:gd name="connsiteY30" fmla="*/ 530928 h 560417"/>
              <a:gd name="connsiteX31" fmla="*/ 257235 w 2491113"/>
              <a:gd name="connsiteY31" fmla="*/ 508672 h 560417"/>
              <a:gd name="connsiteX32" fmla="*/ 264774 w 2491113"/>
              <a:gd name="connsiteY32" fmla="*/ 509611 h 560417"/>
              <a:gd name="connsiteX33" fmla="*/ 265050 w 2491113"/>
              <a:gd name="connsiteY33" fmla="*/ 507181 h 560417"/>
              <a:gd name="connsiteX34" fmla="*/ 265215 w 2491113"/>
              <a:gd name="connsiteY34" fmla="*/ 504807 h 560417"/>
              <a:gd name="connsiteX35" fmla="*/ 320986 w 2491113"/>
              <a:gd name="connsiteY35" fmla="*/ 500126 h 560417"/>
              <a:gd name="connsiteX36" fmla="*/ 313702 w 2491113"/>
              <a:gd name="connsiteY36" fmla="*/ 505525 h 560417"/>
              <a:gd name="connsiteX37" fmla="*/ 312515 w 2491113"/>
              <a:gd name="connsiteY37" fmla="*/ 516569 h 560417"/>
              <a:gd name="connsiteX38" fmla="*/ 317706 w 2491113"/>
              <a:gd name="connsiteY38" fmla="*/ 526151 h 560417"/>
              <a:gd name="connsiteX39" fmla="*/ 318498 w 2491113"/>
              <a:gd name="connsiteY39" fmla="*/ 526687 h 560417"/>
              <a:gd name="connsiteX40" fmla="*/ 334991 w 2491113"/>
              <a:gd name="connsiteY40" fmla="*/ 522782 h 560417"/>
              <a:gd name="connsiteX41" fmla="*/ 336179 w 2491113"/>
              <a:gd name="connsiteY41" fmla="*/ 511958 h 560417"/>
              <a:gd name="connsiteX42" fmla="*/ 330987 w 2491113"/>
              <a:gd name="connsiteY42" fmla="*/ 502156 h 560417"/>
              <a:gd name="connsiteX43" fmla="*/ 329955 w 2491113"/>
              <a:gd name="connsiteY43" fmla="*/ 501460 h 560417"/>
              <a:gd name="connsiteX44" fmla="*/ 320986 w 2491113"/>
              <a:gd name="connsiteY44" fmla="*/ 500126 h 560417"/>
              <a:gd name="connsiteX45" fmla="*/ 1026263 w 2491113"/>
              <a:gd name="connsiteY45" fmla="*/ 498503 h 560417"/>
              <a:gd name="connsiteX46" fmla="*/ 1026826 w 2491113"/>
              <a:gd name="connsiteY46" fmla="*/ 498753 h 560417"/>
              <a:gd name="connsiteX47" fmla="*/ 1026153 w 2491113"/>
              <a:gd name="connsiteY47" fmla="*/ 498561 h 560417"/>
              <a:gd name="connsiteX48" fmla="*/ 219462 w 2491113"/>
              <a:gd name="connsiteY48" fmla="*/ 496468 h 560417"/>
              <a:gd name="connsiteX49" fmla="*/ 215348 w 2491113"/>
              <a:gd name="connsiteY49" fmla="*/ 513035 h 560417"/>
              <a:gd name="connsiteX50" fmla="*/ 215762 w 2491113"/>
              <a:gd name="connsiteY50" fmla="*/ 521705 h 560417"/>
              <a:gd name="connsiteX51" fmla="*/ 222527 w 2491113"/>
              <a:gd name="connsiteY51" fmla="*/ 526178 h 560417"/>
              <a:gd name="connsiteX52" fmla="*/ 230672 w 2491113"/>
              <a:gd name="connsiteY52" fmla="*/ 525543 h 560417"/>
              <a:gd name="connsiteX53" fmla="*/ 235008 w 2491113"/>
              <a:gd name="connsiteY53" fmla="*/ 517922 h 560417"/>
              <a:gd name="connsiteX54" fmla="*/ 239011 w 2491113"/>
              <a:gd name="connsiteY54" fmla="*/ 501355 h 560417"/>
              <a:gd name="connsiteX55" fmla="*/ 236471 w 2491113"/>
              <a:gd name="connsiteY55" fmla="*/ 500720 h 560417"/>
              <a:gd name="connsiteX56" fmla="*/ 233931 w 2491113"/>
              <a:gd name="connsiteY56" fmla="*/ 500113 h 560417"/>
              <a:gd name="connsiteX57" fmla="*/ 229761 w 2491113"/>
              <a:gd name="connsiteY57" fmla="*/ 516680 h 560417"/>
              <a:gd name="connsiteX58" fmla="*/ 227580 w 2491113"/>
              <a:gd name="connsiteY58" fmla="*/ 520794 h 560417"/>
              <a:gd name="connsiteX59" fmla="*/ 223604 w 2491113"/>
              <a:gd name="connsiteY59" fmla="*/ 521181 h 560417"/>
              <a:gd name="connsiteX60" fmla="*/ 220401 w 2491113"/>
              <a:gd name="connsiteY60" fmla="*/ 518889 h 560417"/>
              <a:gd name="connsiteX61" fmla="*/ 220401 w 2491113"/>
              <a:gd name="connsiteY61" fmla="*/ 514305 h 560417"/>
              <a:gd name="connsiteX62" fmla="*/ 224543 w 2491113"/>
              <a:gd name="connsiteY62" fmla="*/ 497738 h 560417"/>
              <a:gd name="connsiteX63" fmla="*/ 222002 w 2491113"/>
              <a:gd name="connsiteY63" fmla="*/ 497103 h 560417"/>
              <a:gd name="connsiteX64" fmla="*/ 358020 w 2491113"/>
              <a:gd name="connsiteY64" fmla="*/ 491056 h 560417"/>
              <a:gd name="connsiteX65" fmla="*/ 341038 w 2491113"/>
              <a:gd name="connsiteY65" fmla="*/ 496578 h 560417"/>
              <a:gd name="connsiteX66" fmla="*/ 349322 w 2491113"/>
              <a:gd name="connsiteY66" fmla="*/ 522506 h 560417"/>
              <a:gd name="connsiteX67" fmla="*/ 351835 w 2491113"/>
              <a:gd name="connsiteY67" fmla="*/ 521678 h 560417"/>
              <a:gd name="connsiteX68" fmla="*/ 354320 w 2491113"/>
              <a:gd name="connsiteY68" fmla="*/ 520877 h 560417"/>
              <a:gd name="connsiteX69" fmla="*/ 350868 w 2491113"/>
              <a:gd name="connsiteY69" fmla="*/ 509915 h 560417"/>
              <a:gd name="connsiteX70" fmla="*/ 361333 w 2491113"/>
              <a:gd name="connsiteY70" fmla="*/ 506519 h 560417"/>
              <a:gd name="connsiteX71" fmla="*/ 360615 w 2491113"/>
              <a:gd name="connsiteY71" fmla="*/ 504282 h 560417"/>
              <a:gd name="connsiteX72" fmla="*/ 359870 w 2491113"/>
              <a:gd name="connsiteY72" fmla="*/ 502045 h 560417"/>
              <a:gd name="connsiteX73" fmla="*/ 349432 w 2491113"/>
              <a:gd name="connsiteY73" fmla="*/ 505442 h 560417"/>
              <a:gd name="connsiteX74" fmla="*/ 347527 w 2491113"/>
              <a:gd name="connsiteY74" fmla="*/ 499560 h 560417"/>
              <a:gd name="connsiteX75" fmla="*/ 359511 w 2491113"/>
              <a:gd name="connsiteY75" fmla="*/ 495667 h 560417"/>
              <a:gd name="connsiteX76" fmla="*/ 358765 w 2491113"/>
              <a:gd name="connsiteY76" fmla="*/ 493348 h 560417"/>
              <a:gd name="connsiteX77" fmla="*/ 194418 w 2491113"/>
              <a:gd name="connsiteY77" fmla="*/ 487936 h 560417"/>
              <a:gd name="connsiteX78" fmla="*/ 193617 w 2491113"/>
              <a:gd name="connsiteY78" fmla="*/ 490227 h 560417"/>
              <a:gd name="connsiteX79" fmla="*/ 192844 w 2491113"/>
              <a:gd name="connsiteY79" fmla="*/ 492519 h 560417"/>
              <a:gd name="connsiteX80" fmla="*/ 199995 w 2491113"/>
              <a:gd name="connsiteY80" fmla="*/ 494977 h 560417"/>
              <a:gd name="connsiteX81" fmla="*/ 192706 w 2491113"/>
              <a:gd name="connsiteY81" fmla="*/ 516183 h 560417"/>
              <a:gd name="connsiteX82" fmla="*/ 195191 w 2491113"/>
              <a:gd name="connsiteY82" fmla="*/ 517039 h 560417"/>
              <a:gd name="connsiteX83" fmla="*/ 197648 w 2491113"/>
              <a:gd name="connsiteY83" fmla="*/ 517895 h 560417"/>
              <a:gd name="connsiteX84" fmla="*/ 204938 w 2491113"/>
              <a:gd name="connsiteY84" fmla="*/ 496689 h 560417"/>
              <a:gd name="connsiteX85" fmla="*/ 212117 w 2491113"/>
              <a:gd name="connsiteY85" fmla="*/ 499146 h 560417"/>
              <a:gd name="connsiteX86" fmla="*/ 212918 w 2491113"/>
              <a:gd name="connsiteY86" fmla="*/ 496854 h 560417"/>
              <a:gd name="connsiteX87" fmla="*/ 213746 w 2491113"/>
              <a:gd name="connsiteY87" fmla="*/ 494590 h 560417"/>
              <a:gd name="connsiteX88" fmla="*/ 184505 w 2491113"/>
              <a:gd name="connsiteY88" fmla="*/ 483076 h 560417"/>
              <a:gd name="connsiteX89" fmla="*/ 172991 w 2491113"/>
              <a:gd name="connsiteY89" fmla="*/ 507789 h 560417"/>
              <a:gd name="connsiteX90" fmla="*/ 175365 w 2491113"/>
              <a:gd name="connsiteY90" fmla="*/ 508893 h 560417"/>
              <a:gd name="connsiteX91" fmla="*/ 177712 w 2491113"/>
              <a:gd name="connsiteY91" fmla="*/ 509998 h 560417"/>
              <a:gd name="connsiteX92" fmla="*/ 189254 w 2491113"/>
              <a:gd name="connsiteY92" fmla="*/ 485285 h 560417"/>
              <a:gd name="connsiteX93" fmla="*/ 186852 w 2491113"/>
              <a:gd name="connsiteY93" fmla="*/ 484180 h 560417"/>
              <a:gd name="connsiteX94" fmla="*/ 391348 w 2491113"/>
              <a:gd name="connsiteY94" fmla="*/ 474903 h 560417"/>
              <a:gd name="connsiteX95" fmla="*/ 373345 w 2491113"/>
              <a:gd name="connsiteY95" fmla="*/ 484456 h 560417"/>
              <a:gd name="connsiteX96" fmla="*/ 374477 w 2491113"/>
              <a:gd name="connsiteY96" fmla="*/ 486610 h 560417"/>
              <a:gd name="connsiteX97" fmla="*/ 375609 w 2491113"/>
              <a:gd name="connsiteY97" fmla="*/ 488736 h 560417"/>
              <a:gd name="connsiteX98" fmla="*/ 382291 w 2491113"/>
              <a:gd name="connsiteY98" fmla="*/ 485174 h 560417"/>
              <a:gd name="connsiteX99" fmla="*/ 392839 w 2491113"/>
              <a:gd name="connsiteY99" fmla="*/ 504972 h 560417"/>
              <a:gd name="connsiteX100" fmla="*/ 395158 w 2491113"/>
              <a:gd name="connsiteY100" fmla="*/ 503757 h 560417"/>
              <a:gd name="connsiteX101" fmla="*/ 397450 w 2491113"/>
              <a:gd name="connsiteY101" fmla="*/ 502515 h 560417"/>
              <a:gd name="connsiteX102" fmla="*/ 386930 w 2491113"/>
              <a:gd name="connsiteY102" fmla="*/ 482717 h 560417"/>
              <a:gd name="connsiteX103" fmla="*/ 393612 w 2491113"/>
              <a:gd name="connsiteY103" fmla="*/ 479155 h 560417"/>
              <a:gd name="connsiteX104" fmla="*/ 392480 w 2491113"/>
              <a:gd name="connsiteY104" fmla="*/ 477029 h 560417"/>
              <a:gd name="connsiteX105" fmla="*/ 161035 w 2491113"/>
              <a:gd name="connsiteY105" fmla="*/ 470319 h 560417"/>
              <a:gd name="connsiteX106" fmla="*/ 159958 w 2491113"/>
              <a:gd name="connsiteY106" fmla="*/ 472583 h 560417"/>
              <a:gd name="connsiteX107" fmla="*/ 158798 w 2491113"/>
              <a:gd name="connsiteY107" fmla="*/ 474709 h 560417"/>
              <a:gd name="connsiteX108" fmla="*/ 165425 w 2491113"/>
              <a:gd name="connsiteY108" fmla="*/ 478382 h 560417"/>
              <a:gd name="connsiteX109" fmla="*/ 154546 w 2491113"/>
              <a:gd name="connsiteY109" fmla="*/ 497986 h 560417"/>
              <a:gd name="connsiteX110" fmla="*/ 156838 w 2491113"/>
              <a:gd name="connsiteY110" fmla="*/ 499257 h 560417"/>
              <a:gd name="connsiteX111" fmla="*/ 159129 w 2491113"/>
              <a:gd name="connsiteY111" fmla="*/ 500527 h 560417"/>
              <a:gd name="connsiteX112" fmla="*/ 169898 w 2491113"/>
              <a:gd name="connsiteY112" fmla="*/ 480756 h 560417"/>
              <a:gd name="connsiteX113" fmla="*/ 176525 w 2491113"/>
              <a:gd name="connsiteY113" fmla="*/ 484429 h 560417"/>
              <a:gd name="connsiteX114" fmla="*/ 177685 w 2491113"/>
              <a:gd name="connsiteY114" fmla="*/ 482330 h 560417"/>
              <a:gd name="connsiteX115" fmla="*/ 178872 w 2491113"/>
              <a:gd name="connsiteY115" fmla="*/ 480204 h 560417"/>
              <a:gd name="connsiteX116" fmla="*/ 332479 w 2491113"/>
              <a:gd name="connsiteY116" fmla="*/ 466342 h 560417"/>
              <a:gd name="connsiteX117" fmla="*/ 332479 w 2491113"/>
              <a:gd name="connsiteY117" fmla="*/ 466425 h 560417"/>
              <a:gd name="connsiteX118" fmla="*/ 333555 w 2491113"/>
              <a:gd name="connsiteY118" fmla="*/ 468772 h 560417"/>
              <a:gd name="connsiteX119" fmla="*/ 332451 w 2491113"/>
              <a:gd name="connsiteY119" fmla="*/ 475730 h 560417"/>
              <a:gd name="connsiteX120" fmla="*/ 331788 w 2491113"/>
              <a:gd name="connsiteY120" fmla="*/ 469104 h 560417"/>
              <a:gd name="connsiteX121" fmla="*/ 332479 w 2491113"/>
              <a:gd name="connsiteY121" fmla="*/ 466342 h 560417"/>
              <a:gd name="connsiteX122" fmla="*/ 285842 w 2491113"/>
              <a:gd name="connsiteY122" fmla="*/ 466342 h 560417"/>
              <a:gd name="connsiteX123" fmla="*/ 285842 w 2491113"/>
              <a:gd name="connsiteY123" fmla="*/ 466425 h 560417"/>
              <a:gd name="connsiteX124" fmla="*/ 286919 w 2491113"/>
              <a:gd name="connsiteY124" fmla="*/ 468772 h 560417"/>
              <a:gd name="connsiteX125" fmla="*/ 285814 w 2491113"/>
              <a:gd name="connsiteY125" fmla="*/ 475730 h 560417"/>
              <a:gd name="connsiteX126" fmla="*/ 285151 w 2491113"/>
              <a:gd name="connsiteY126" fmla="*/ 469104 h 560417"/>
              <a:gd name="connsiteX127" fmla="*/ 285842 w 2491113"/>
              <a:gd name="connsiteY127" fmla="*/ 466342 h 560417"/>
              <a:gd name="connsiteX128" fmla="*/ 230507 w 2491113"/>
              <a:gd name="connsiteY128" fmla="*/ 466067 h 560417"/>
              <a:gd name="connsiteX129" fmla="*/ 231998 w 2491113"/>
              <a:gd name="connsiteY129" fmla="*/ 466288 h 560417"/>
              <a:gd name="connsiteX130" fmla="*/ 232191 w 2491113"/>
              <a:gd name="connsiteY130" fmla="*/ 475234 h 560417"/>
              <a:gd name="connsiteX131" fmla="*/ 230507 w 2491113"/>
              <a:gd name="connsiteY131" fmla="*/ 475234 h 560417"/>
              <a:gd name="connsiteX132" fmla="*/ 230507 w 2491113"/>
              <a:gd name="connsiteY132" fmla="*/ 466122 h 560417"/>
              <a:gd name="connsiteX133" fmla="*/ 324747 w 2491113"/>
              <a:gd name="connsiteY133" fmla="*/ 465928 h 560417"/>
              <a:gd name="connsiteX134" fmla="*/ 325769 w 2491113"/>
              <a:gd name="connsiteY134" fmla="*/ 468690 h 560417"/>
              <a:gd name="connsiteX135" fmla="*/ 324885 w 2491113"/>
              <a:gd name="connsiteY135" fmla="*/ 475510 h 560417"/>
              <a:gd name="connsiteX136" fmla="*/ 323587 w 2491113"/>
              <a:gd name="connsiteY136" fmla="*/ 468910 h 560417"/>
              <a:gd name="connsiteX137" fmla="*/ 324747 w 2491113"/>
              <a:gd name="connsiteY137" fmla="*/ 466011 h 560417"/>
              <a:gd name="connsiteX138" fmla="*/ 278110 w 2491113"/>
              <a:gd name="connsiteY138" fmla="*/ 465928 h 560417"/>
              <a:gd name="connsiteX139" fmla="*/ 279132 w 2491113"/>
              <a:gd name="connsiteY139" fmla="*/ 468690 h 560417"/>
              <a:gd name="connsiteX140" fmla="*/ 278276 w 2491113"/>
              <a:gd name="connsiteY140" fmla="*/ 475648 h 560417"/>
              <a:gd name="connsiteX141" fmla="*/ 276950 w 2491113"/>
              <a:gd name="connsiteY141" fmla="*/ 468910 h 560417"/>
              <a:gd name="connsiteX142" fmla="*/ 278110 w 2491113"/>
              <a:gd name="connsiteY142" fmla="*/ 466011 h 560417"/>
              <a:gd name="connsiteX143" fmla="*/ 691343 w 2491113"/>
              <a:gd name="connsiteY143" fmla="*/ 465446 h 560417"/>
              <a:gd name="connsiteX144" fmla="*/ 691440 w 2491113"/>
              <a:gd name="connsiteY144" fmla="*/ 484602 h 560417"/>
              <a:gd name="connsiteX145" fmla="*/ 708286 w 2491113"/>
              <a:gd name="connsiteY145" fmla="*/ 484602 h 560417"/>
              <a:gd name="connsiteX146" fmla="*/ 716469 w 2491113"/>
              <a:gd name="connsiteY146" fmla="*/ 482100 h 560417"/>
              <a:gd name="connsiteX147" fmla="*/ 719165 w 2491113"/>
              <a:gd name="connsiteY147" fmla="*/ 474398 h 560417"/>
              <a:gd name="connsiteX148" fmla="*/ 716372 w 2491113"/>
              <a:gd name="connsiteY148" fmla="*/ 467659 h 560417"/>
              <a:gd name="connsiteX149" fmla="*/ 707998 w 2491113"/>
              <a:gd name="connsiteY149" fmla="*/ 465446 h 560417"/>
              <a:gd name="connsiteX150" fmla="*/ 238625 w 2491113"/>
              <a:gd name="connsiteY150" fmla="*/ 465432 h 560417"/>
              <a:gd name="connsiteX151" fmla="*/ 239398 w 2491113"/>
              <a:gd name="connsiteY151" fmla="*/ 468690 h 560417"/>
              <a:gd name="connsiteX152" fmla="*/ 238625 w 2491113"/>
              <a:gd name="connsiteY152" fmla="*/ 475179 h 560417"/>
              <a:gd name="connsiteX153" fmla="*/ 237797 w 2491113"/>
              <a:gd name="connsiteY153" fmla="*/ 468690 h 560417"/>
              <a:gd name="connsiteX154" fmla="*/ 238625 w 2491113"/>
              <a:gd name="connsiteY154" fmla="*/ 465432 h 560417"/>
              <a:gd name="connsiteX155" fmla="*/ 234096 w 2491113"/>
              <a:gd name="connsiteY155" fmla="*/ 464797 h 560417"/>
              <a:gd name="connsiteX156" fmla="*/ 234102 w 2491113"/>
              <a:gd name="connsiteY156" fmla="*/ 464983 h 560417"/>
              <a:gd name="connsiteX157" fmla="*/ 234096 w 2491113"/>
              <a:gd name="connsiteY157" fmla="*/ 464990 h 560417"/>
              <a:gd name="connsiteX158" fmla="*/ 234549 w 2491113"/>
              <a:gd name="connsiteY158" fmla="*/ 464435 h 560417"/>
              <a:gd name="connsiteX159" fmla="*/ 236029 w 2491113"/>
              <a:gd name="connsiteY159" fmla="*/ 464797 h 560417"/>
              <a:gd name="connsiteX160" fmla="*/ 236360 w 2491113"/>
              <a:gd name="connsiteY160" fmla="*/ 475842 h 560417"/>
              <a:gd name="connsiteX161" fmla="*/ 234455 w 2491113"/>
              <a:gd name="connsiteY161" fmla="*/ 475842 h 560417"/>
              <a:gd name="connsiteX162" fmla="*/ 234102 w 2491113"/>
              <a:gd name="connsiteY162" fmla="*/ 464983 h 560417"/>
              <a:gd name="connsiteX163" fmla="*/ 328944 w 2491113"/>
              <a:gd name="connsiteY163" fmla="*/ 464023 h 560417"/>
              <a:gd name="connsiteX164" fmla="*/ 329938 w 2491113"/>
              <a:gd name="connsiteY164" fmla="*/ 468165 h 560417"/>
              <a:gd name="connsiteX165" fmla="*/ 328778 w 2491113"/>
              <a:gd name="connsiteY165" fmla="*/ 476200 h 560417"/>
              <a:gd name="connsiteX166" fmla="*/ 327591 w 2491113"/>
              <a:gd name="connsiteY166" fmla="*/ 468055 h 560417"/>
              <a:gd name="connsiteX167" fmla="*/ 328944 w 2491113"/>
              <a:gd name="connsiteY167" fmla="*/ 464023 h 560417"/>
              <a:gd name="connsiteX168" fmla="*/ 282307 w 2491113"/>
              <a:gd name="connsiteY168" fmla="*/ 464023 h 560417"/>
              <a:gd name="connsiteX169" fmla="*/ 283301 w 2491113"/>
              <a:gd name="connsiteY169" fmla="*/ 468165 h 560417"/>
              <a:gd name="connsiteX170" fmla="*/ 282141 w 2491113"/>
              <a:gd name="connsiteY170" fmla="*/ 476200 h 560417"/>
              <a:gd name="connsiteX171" fmla="*/ 280954 w 2491113"/>
              <a:gd name="connsiteY171" fmla="*/ 468055 h 560417"/>
              <a:gd name="connsiteX172" fmla="*/ 282307 w 2491113"/>
              <a:gd name="connsiteY172" fmla="*/ 464023 h 560417"/>
              <a:gd name="connsiteX173" fmla="*/ 207782 w 2491113"/>
              <a:gd name="connsiteY173" fmla="*/ 463167 h 560417"/>
              <a:gd name="connsiteX174" fmla="*/ 207949 w 2491113"/>
              <a:gd name="connsiteY174" fmla="*/ 463320 h 560417"/>
              <a:gd name="connsiteX175" fmla="*/ 207699 w 2491113"/>
              <a:gd name="connsiteY175" fmla="*/ 463278 h 560417"/>
              <a:gd name="connsiteX176" fmla="*/ 412361 w 2491113"/>
              <a:gd name="connsiteY176" fmla="*/ 461676 h 560417"/>
              <a:gd name="connsiteX177" fmla="*/ 396870 w 2491113"/>
              <a:gd name="connsiteY177" fmla="*/ 471727 h 560417"/>
              <a:gd name="connsiteX178" fmla="*/ 411725 w 2491113"/>
              <a:gd name="connsiteY178" fmla="*/ 494590 h 560417"/>
              <a:gd name="connsiteX179" fmla="*/ 427630 w 2491113"/>
              <a:gd name="connsiteY179" fmla="*/ 484153 h 560417"/>
              <a:gd name="connsiteX180" fmla="*/ 426305 w 2491113"/>
              <a:gd name="connsiteY180" fmla="*/ 482109 h 560417"/>
              <a:gd name="connsiteX181" fmla="*/ 425007 w 2491113"/>
              <a:gd name="connsiteY181" fmla="*/ 480094 h 560417"/>
              <a:gd name="connsiteX182" fmla="*/ 413437 w 2491113"/>
              <a:gd name="connsiteY182" fmla="*/ 487604 h 560417"/>
              <a:gd name="connsiteX183" fmla="*/ 409544 w 2491113"/>
              <a:gd name="connsiteY183" fmla="*/ 481668 h 560417"/>
              <a:gd name="connsiteX184" fmla="*/ 419926 w 2491113"/>
              <a:gd name="connsiteY184" fmla="*/ 475041 h 560417"/>
              <a:gd name="connsiteX185" fmla="*/ 418656 w 2491113"/>
              <a:gd name="connsiteY185" fmla="*/ 473053 h 560417"/>
              <a:gd name="connsiteX186" fmla="*/ 417386 w 2491113"/>
              <a:gd name="connsiteY186" fmla="*/ 471092 h 560417"/>
              <a:gd name="connsiteX187" fmla="*/ 407087 w 2491113"/>
              <a:gd name="connsiteY187" fmla="*/ 477774 h 560417"/>
              <a:gd name="connsiteX188" fmla="*/ 403939 w 2491113"/>
              <a:gd name="connsiteY188" fmla="*/ 472915 h 560417"/>
              <a:gd name="connsiteX189" fmla="*/ 414984 w 2491113"/>
              <a:gd name="connsiteY189" fmla="*/ 465735 h 560417"/>
              <a:gd name="connsiteX190" fmla="*/ 413686 w 2491113"/>
              <a:gd name="connsiteY190" fmla="*/ 463692 h 560417"/>
              <a:gd name="connsiteX191" fmla="*/ 141844 w 2491113"/>
              <a:gd name="connsiteY191" fmla="*/ 458915 h 560417"/>
              <a:gd name="connsiteX192" fmla="*/ 136018 w 2491113"/>
              <a:gd name="connsiteY192" fmla="*/ 462450 h 560417"/>
              <a:gd name="connsiteX193" fmla="*/ 134555 w 2491113"/>
              <a:gd name="connsiteY193" fmla="*/ 467834 h 560417"/>
              <a:gd name="connsiteX194" fmla="*/ 139166 w 2491113"/>
              <a:gd name="connsiteY194" fmla="*/ 475068 h 560417"/>
              <a:gd name="connsiteX195" fmla="*/ 141706 w 2491113"/>
              <a:gd name="connsiteY195" fmla="*/ 478768 h 560417"/>
              <a:gd name="connsiteX196" fmla="*/ 141209 w 2491113"/>
              <a:gd name="connsiteY196" fmla="*/ 481198 h 560417"/>
              <a:gd name="connsiteX197" fmla="*/ 138641 w 2491113"/>
              <a:gd name="connsiteY197" fmla="*/ 482358 h 560417"/>
              <a:gd name="connsiteX198" fmla="*/ 134941 w 2491113"/>
              <a:gd name="connsiteY198" fmla="*/ 480756 h 560417"/>
              <a:gd name="connsiteX199" fmla="*/ 132566 w 2491113"/>
              <a:gd name="connsiteY199" fmla="*/ 477581 h 560417"/>
              <a:gd name="connsiteX200" fmla="*/ 133340 w 2491113"/>
              <a:gd name="connsiteY200" fmla="*/ 474019 h 560417"/>
              <a:gd name="connsiteX201" fmla="*/ 129253 w 2491113"/>
              <a:gd name="connsiteY201" fmla="*/ 471065 h 560417"/>
              <a:gd name="connsiteX202" fmla="*/ 127569 w 2491113"/>
              <a:gd name="connsiteY202" fmla="*/ 478244 h 560417"/>
              <a:gd name="connsiteX203" fmla="*/ 132180 w 2491113"/>
              <a:gd name="connsiteY203" fmla="*/ 484567 h 560417"/>
              <a:gd name="connsiteX204" fmla="*/ 139608 w 2491113"/>
              <a:gd name="connsiteY204" fmla="*/ 487162 h 560417"/>
              <a:gd name="connsiteX205" fmla="*/ 145434 w 2491113"/>
              <a:gd name="connsiteY205" fmla="*/ 483849 h 560417"/>
              <a:gd name="connsiteX206" fmla="*/ 147201 w 2491113"/>
              <a:gd name="connsiteY206" fmla="*/ 478327 h 560417"/>
              <a:gd name="connsiteX207" fmla="*/ 143087 w 2491113"/>
              <a:gd name="connsiteY207" fmla="*/ 471534 h 560417"/>
              <a:gd name="connsiteX208" fmla="*/ 140022 w 2491113"/>
              <a:gd name="connsiteY208" fmla="*/ 467337 h 560417"/>
              <a:gd name="connsiteX209" fmla="*/ 140187 w 2491113"/>
              <a:gd name="connsiteY209" fmla="*/ 465128 h 560417"/>
              <a:gd name="connsiteX210" fmla="*/ 142645 w 2491113"/>
              <a:gd name="connsiteY210" fmla="*/ 463637 h 560417"/>
              <a:gd name="connsiteX211" fmla="*/ 145737 w 2491113"/>
              <a:gd name="connsiteY211" fmla="*/ 464686 h 560417"/>
              <a:gd name="connsiteX212" fmla="*/ 148085 w 2491113"/>
              <a:gd name="connsiteY212" fmla="*/ 467806 h 560417"/>
              <a:gd name="connsiteX213" fmla="*/ 147560 w 2491113"/>
              <a:gd name="connsiteY213" fmla="*/ 471230 h 560417"/>
              <a:gd name="connsiteX214" fmla="*/ 151674 w 2491113"/>
              <a:gd name="connsiteY214" fmla="*/ 474240 h 560417"/>
              <a:gd name="connsiteX215" fmla="*/ 151674 w 2491113"/>
              <a:gd name="connsiteY215" fmla="*/ 474185 h 560417"/>
              <a:gd name="connsiteX216" fmla="*/ 153138 w 2491113"/>
              <a:gd name="connsiteY216" fmla="*/ 467226 h 560417"/>
              <a:gd name="connsiteX217" fmla="*/ 148996 w 2491113"/>
              <a:gd name="connsiteY217" fmla="*/ 461235 h 560417"/>
              <a:gd name="connsiteX218" fmla="*/ 141844 w 2491113"/>
              <a:gd name="connsiteY218" fmla="*/ 458915 h 560417"/>
              <a:gd name="connsiteX219" fmla="*/ 433373 w 2491113"/>
              <a:gd name="connsiteY219" fmla="*/ 446655 h 560417"/>
              <a:gd name="connsiteX220" fmla="*/ 426029 w 2491113"/>
              <a:gd name="connsiteY220" fmla="*/ 449417 h 560417"/>
              <a:gd name="connsiteX221" fmla="*/ 422108 w 2491113"/>
              <a:gd name="connsiteY221" fmla="*/ 457700 h 560417"/>
              <a:gd name="connsiteX222" fmla="*/ 426526 w 2491113"/>
              <a:gd name="connsiteY222" fmla="*/ 467834 h 560417"/>
              <a:gd name="connsiteX223" fmla="*/ 435610 w 2491113"/>
              <a:gd name="connsiteY223" fmla="*/ 473771 h 560417"/>
              <a:gd name="connsiteX224" fmla="*/ 448422 w 2491113"/>
              <a:gd name="connsiteY224" fmla="*/ 464410 h 560417"/>
              <a:gd name="connsiteX225" fmla="*/ 448367 w 2491113"/>
              <a:gd name="connsiteY225" fmla="*/ 464355 h 560417"/>
              <a:gd name="connsiteX226" fmla="*/ 446075 w 2491113"/>
              <a:gd name="connsiteY226" fmla="*/ 456568 h 560417"/>
              <a:gd name="connsiteX227" fmla="*/ 442044 w 2491113"/>
              <a:gd name="connsiteY227" fmla="*/ 459937 h 560417"/>
              <a:gd name="connsiteX228" fmla="*/ 443231 w 2491113"/>
              <a:gd name="connsiteY228" fmla="*/ 464079 h 560417"/>
              <a:gd name="connsiteX229" fmla="*/ 443032 w 2491113"/>
              <a:gd name="connsiteY229" fmla="*/ 465001 h 560417"/>
              <a:gd name="connsiteX230" fmla="*/ 436135 w 2491113"/>
              <a:gd name="connsiteY230" fmla="*/ 468662 h 560417"/>
              <a:gd name="connsiteX231" fmla="*/ 430612 w 2491113"/>
              <a:gd name="connsiteY231" fmla="*/ 464465 h 560417"/>
              <a:gd name="connsiteX232" fmla="*/ 427354 w 2491113"/>
              <a:gd name="connsiteY232" fmla="*/ 458032 h 560417"/>
              <a:gd name="connsiteX233" fmla="*/ 429232 w 2491113"/>
              <a:gd name="connsiteY233" fmla="*/ 453144 h 560417"/>
              <a:gd name="connsiteX234" fmla="*/ 432987 w 2491113"/>
              <a:gd name="connsiteY234" fmla="*/ 451708 h 560417"/>
              <a:gd name="connsiteX235" fmla="*/ 436576 w 2491113"/>
              <a:gd name="connsiteY235" fmla="*/ 453255 h 560417"/>
              <a:gd name="connsiteX236" fmla="*/ 440608 w 2491113"/>
              <a:gd name="connsiteY236" fmla="*/ 449886 h 560417"/>
              <a:gd name="connsiteX237" fmla="*/ 433373 w 2491113"/>
              <a:gd name="connsiteY237" fmla="*/ 446655 h 560417"/>
              <a:gd name="connsiteX238" fmla="*/ 289471 w 2491113"/>
              <a:gd name="connsiteY238" fmla="*/ 445862 h 560417"/>
              <a:gd name="connsiteX239" fmla="*/ 289526 w 2491113"/>
              <a:gd name="connsiteY239" fmla="*/ 445862 h 560417"/>
              <a:gd name="connsiteX240" fmla="*/ 289526 w 2491113"/>
              <a:gd name="connsiteY240" fmla="*/ 453234 h 560417"/>
              <a:gd name="connsiteX241" fmla="*/ 283258 w 2491113"/>
              <a:gd name="connsiteY241" fmla="*/ 453234 h 560417"/>
              <a:gd name="connsiteX242" fmla="*/ 304452 w 2491113"/>
              <a:gd name="connsiteY242" fmla="*/ 444308 h 560417"/>
              <a:gd name="connsiteX243" fmla="*/ 308538 w 2491113"/>
              <a:gd name="connsiteY243" fmla="*/ 450825 h 560417"/>
              <a:gd name="connsiteX244" fmla="*/ 304452 w 2491113"/>
              <a:gd name="connsiteY244" fmla="*/ 457341 h 560417"/>
              <a:gd name="connsiteX245" fmla="*/ 300365 w 2491113"/>
              <a:gd name="connsiteY245" fmla="*/ 450825 h 560417"/>
              <a:gd name="connsiteX246" fmla="*/ 304452 w 2491113"/>
              <a:gd name="connsiteY246" fmla="*/ 444308 h 560417"/>
              <a:gd name="connsiteX247" fmla="*/ 270461 w 2491113"/>
              <a:gd name="connsiteY247" fmla="*/ 444308 h 560417"/>
              <a:gd name="connsiteX248" fmla="*/ 274410 w 2491113"/>
              <a:gd name="connsiteY248" fmla="*/ 447788 h 560417"/>
              <a:gd name="connsiteX249" fmla="*/ 274404 w 2491113"/>
              <a:gd name="connsiteY249" fmla="*/ 448425 h 560417"/>
              <a:gd name="connsiteX250" fmla="*/ 270655 w 2491113"/>
              <a:gd name="connsiteY250" fmla="*/ 451488 h 560417"/>
              <a:gd name="connsiteX251" fmla="*/ 266706 w 2491113"/>
              <a:gd name="connsiteY251" fmla="*/ 447953 h 560417"/>
              <a:gd name="connsiteX252" fmla="*/ 266712 w 2491113"/>
              <a:gd name="connsiteY252" fmla="*/ 447556 h 560417"/>
              <a:gd name="connsiteX253" fmla="*/ 270461 w 2491113"/>
              <a:gd name="connsiteY253" fmla="*/ 444308 h 560417"/>
              <a:gd name="connsiteX254" fmla="*/ 269694 w 2491113"/>
              <a:gd name="connsiteY254" fmla="*/ 442630 h 560417"/>
              <a:gd name="connsiteX255" fmla="*/ 264221 w 2491113"/>
              <a:gd name="connsiteY255" fmla="*/ 448202 h 560417"/>
              <a:gd name="connsiteX256" fmla="*/ 264249 w 2491113"/>
              <a:gd name="connsiteY256" fmla="*/ 448572 h 560417"/>
              <a:gd name="connsiteX257" fmla="*/ 270351 w 2491113"/>
              <a:gd name="connsiteY257" fmla="*/ 453448 h 560417"/>
              <a:gd name="connsiteX258" fmla="*/ 274824 w 2491113"/>
              <a:gd name="connsiteY258" fmla="*/ 451515 h 560417"/>
              <a:gd name="connsiteX259" fmla="*/ 270130 w 2491113"/>
              <a:gd name="connsiteY259" fmla="*/ 457590 h 560417"/>
              <a:gd name="connsiteX260" fmla="*/ 269556 w 2491113"/>
              <a:gd name="connsiteY260" fmla="*/ 457640 h 560417"/>
              <a:gd name="connsiteX261" fmla="*/ 266844 w 2491113"/>
              <a:gd name="connsiteY261" fmla="*/ 454829 h 560417"/>
              <a:gd name="connsiteX262" fmla="*/ 264387 w 2491113"/>
              <a:gd name="connsiteY262" fmla="*/ 454829 h 560417"/>
              <a:gd name="connsiteX263" fmla="*/ 270185 w 2491113"/>
              <a:gd name="connsiteY263" fmla="*/ 459191 h 560417"/>
              <a:gd name="connsiteX264" fmla="*/ 270185 w 2491113"/>
              <a:gd name="connsiteY264" fmla="*/ 459274 h 560417"/>
              <a:gd name="connsiteX265" fmla="*/ 277337 w 2491113"/>
              <a:gd name="connsiteY265" fmla="*/ 450217 h 560417"/>
              <a:gd name="connsiteX266" fmla="*/ 270489 w 2491113"/>
              <a:gd name="connsiteY266" fmla="*/ 442679 h 560417"/>
              <a:gd name="connsiteX267" fmla="*/ 269694 w 2491113"/>
              <a:gd name="connsiteY267" fmla="*/ 442630 h 560417"/>
              <a:gd name="connsiteX268" fmla="*/ 304452 w 2491113"/>
              <a:gd name="connsiteY268" fmla="*/ 442596 h 560417"/>
              <a:gd name="connsiteX269" fmla="*/ 297770 w 2491113"/>
              <a:gd name="connsiteY269" fmla="*/ 450880 h 560417"/>
              <a:gd name="connsiteX270" fmla="*/ 304452 w 2491113"/>
              <a:gd name="connsiteY270" fmla="*/ 459164 h 560417"/>
              <a:gd name="connsiteX271" fmla="*/ 304452 w 2491113"/>
              <a:gd name="connsiteY271" fmla="*/ 459274 h 560417"/>
              <a:gd name="connsiteX272" fmla="*/ 311134 w 2491113"/>
              <a:gd name="connsiteY272" fmla="*/ 450880 h 560417"/>
              <a:gd name="connsiteX273" fmla="*/ 304452 w 2491113"/>
              <a:gd name="connsiteY273" fmla="*/ 442596 h 560417"/>
              <a:gd name="connsiteX274" fmla="*/ 289569 w 2491113"/>
              <a:gd name="connsiteY274" fmla="*/ 442486 h 560417"/>
              <a:gd name="connsiteX275" fmla="*/ 280650 w 2491113"/>
              <a:gd name="connsiteY275" fmla="*/ 452785 h 560417"/>
              <a:gd name="connsiteX276" fmla="*/ 280650 w 2491113"/>
              <a:gd name="connsiteY276" fmla="*/ 454773 h 560417"/>
              <a:gd name="connsiteX277" fmla="*/ 289155 w 2491113"/>
              <a:gd name="connsiteY277" fmla="*/ 454773 h 560417"/>
              <a:gd name="connsiteX278" fmla="*/ 289155 w 2491113"/>
              <a:gd name="connsiteY278" fmla="*/ 458750 h 560417"/>
              <a:gd name="connsiteX279" fmla="*/ 291612 w 2491113"/>
              <a:gd name="connsiteY279" fmla="*/ 458750 h 560417"/>
              <a:gd name="connsiteX280" fmla="*/ 291612 w 2491113"/>
              <a:gd name="connsiteY280" fmla="*/ 454773 h 560417"/>
              <a:gd name="connsiteX281" fmla="*/ 294373 w 2491113"/>
              <a:gd name="connsiteY281" fmla="*/ 454773 h 560417"/>
              <a:gd name="connsiteX282" fmla="*/ 294373 w 2491113"/>
              <a:gd name="connsiteY282" fmla="*/ 453034 h 560417"/>
              <a:gd name="connsiteX283" fmla="*/ 291612 w 2491113"/>
              <a:gd name="connsiteY283" fmla="*/ 453034 h 560417"/>
              <a:gd name="connsiteX284" fmla="*/ 291612 w 2491113"/>
              <a:gd name="connsiteY284" fmla="*/ 442486 h 560417"/>
              <a:gd name="connsiteX285" fmla="*/ 254198 w 2491113"/>
              <a:gd name="connsiteY285" fmla="*/ 442376 h 560417"/>
              <a:gd name="connsiteX286" fmla="*/ 248952 w 2491113"/>
              <a:gd name="connsiteY286" fmla="*/ 445468 h 560417"/>
              <a:gd name="connsiteX287" fmla="*/ 248952 w 2491113"/>
              <a:gd name="connsiteY287" fmla="*/ 447208 h 560417"/>
              <a:gd name="connsiteX288" fmla="*/ 253508 w 2491113"/>
              <a:gd name="connsiteY288" fmla="*/ 447208 h 560417"/>
              <a:gd name="connsiteX289" fmla="*/ 253508 w 2491113"/>
              <a:gd name="connsiteY289" fmla="*/ 458750 h 560417"/>
              <a:gd name="connsiteX290" fmla="*/ 256103 w 2491113"/>
              <a:gd name="connsiteY290" fmla="*/ 458750 h 560417"/>
              <a:gd name="connsiteX291" fmla="*/ 256103 w 2491113"/>
              <a:gd name="connsiteY291" fmla="*/ 442376 h 560417"/>
              <a:gd name="connsiteX292" fmla="*/ 119865 w 2491113"/>
              <a:gd name="connsiteY292" fmla="*/ 437654 h 560417"/>
              <a:gd name="connsiteX293" fmla="*/ 101254 w 2491113"/>
              <a:gd name="connsiteY293" fmla="*/ 457590 h 560417"/>
              <a:gd name="connsiteX294" fmla="*/ 103049 w 2491113"/>
              <a:gd name="connsiteY294" fmla="*/ 459274 h 560417"/>
              <a:gd name="connsiteX295" fmla="*/ 104844 w 2491113"/>
              <a:gd name="connsiteY295" fmla="*/ 461041 h 560417"/>
              <a:gd name="connsiteX296" fmla="*/ 118236 w 2491113"/>
              <a:gd name="connsiteY296" fmla="*/ 446655 h 560417"/>
              <a:gd name="connsiteX297" fmla="*/ 112410 w 2491113"/>
              <a:gd name="connsiteY297" fmla="*/ 468110 h 560417"/>
              <a:gd name="connsiteX298" fmla="*/ 114315 w 2491113"/>
              <a:gd name="connsiteY298" fmla="*/ 469877 h 560417"/>
              <a:gd name="connsiteX299" fmla="*/ 116220 w 2491113"/>
              <a:gd name="connsiteY299" fmla="*/ 471562 h 560417"/>
              <a:gd name="connsiteX300" fmla="*/ 134803 w 2491113"/>
              <a:gd name="connsiteY300" fmla="*/ 451598 h 560417"/>
              <a:gd name="connsiteX301" fmla="*/ 133008 w 2491113"/>
              <a:gd name="connsiteY301" fmla="*/ 449941 h 560417"/>
              <a:gd name="connsiteX302" fmla="*/ 131241 w 2491113"/>
              <a:gd name="connsiteY302" fmla="*/ 448284 h 560417"/>
              <a:gd name="connsiteX303" fmla="*/ 118181 w 2491113"/>
              <a:gd name="connsiteY303" fmla="*/ 462284 h 560417"/>
              <a:gd name="connsiteX304" fmla="*/ 123869 w 2491113"/>
              <a:gd name="connsiteY304" fmla="*/ 441409 h 560417"/>
              <a:gd name="connsiteX305" fmla="*/ 121853 w 2491113"/>
              <a:gd name="connsiteY305" fmla="*/ 439531 h 560417"/>
              <a:gd name="connsiteX306" fmla="*/ 691343 w 2491113"/>
              <a:gd name="connsiteY306" fmla="*/ 437433 h 560417"/>
              <a:gd name="connsiteX307" fmla="*/ 691440 w 2491113"/>
              <a:gd name="connsiteY307" fmla="*/ 453316 h 560417"/>
              <a:gd name="connsiteX308" fmla="*/ 707324 w 2491113"/>
              <a:gd name="connsiteY308" fmla="*/ 453316 h 560417"/>
              <a:gd name="connsiteX309" fmla="*/ 715121 w 2491113"/>
              <a:gd name="connsiteY309" fmla="*/ 451199 h 560417"/>
              <a:gd name="connsiteX310" fmla="*/ 717624 w 2491113"/>
              <a:gd name="connsiteY310" fmla="*/ 444749 h 560417"/>
              <a:gd name="connsiteX311" fmla="*/ 714929 w 2491113"/>
              <a:gd name="connsiteY311" fmla="*/ 439262 h 560417"/>
              <a:gd name="connsiteX312" fmla="*/ 706746 w 2491113"/>
              <a:gd name="connsiteY312" fmla="*/ 437433 h 560417"/>
              <a:gd name="connsiteX313" fmla="*/ 2312831 w 2491113"/>
              <a:gd name="connsiteY313" fmla="*/ 435416 h 560417"/>
              <a:gd name="connsiteX314" fmla="*/ 2300653 w 2491113"/>
              <a:gd name="connsiteY314" fmla="*/ 438344 h 560417"/>
              <a:gd name="connsiteX315" fmla="*/ 2297040 w 2491113"/>
              <a:gd name="connsiteY315" fmla="*/ 441957 h 560417"/>
              <a:gd name="connsiteX316" fmla="*/ 2292226 w 2491113"/>
              <a:gd name="connsiteY316" fmla="*/ 461210 h 560417"/>
              <a:gd name="connsiteX317" fmla="*/ 2296944 w 2491113"/>
              <a:gd name="connsiteY317" fmla="*/ 479500 h 560417"/>
              <a:gd name="connsiteX318" fmla="*/ 2320111 w 2491113"/>
              <a:gd name="connsiteY318" fmla="*/ 482902 h 560417"/>
              <a:gd name="connsiteX319" fmla="*/ 2323512 w 2491113"/>
              <a:gd name="connsiteY319" fmla="*/ 479500 h 560417"/>
              <a:gd name="connsiteX320" fmla="*/ 2323513 w 2491113"/>
              <a:gd name="connsiteY320" fmla="*/ 479500 h 560417"/>
              <a:gd name="connsiteX321" fmla="*/ 2328326 w 2491113"/>
              <a:gd name="connsiteY321" fmla="*/ 461210 h 560417"/>
              <a:gd name="connsiteX322" fmla="*/ 2323513 w 2491113"/>
              <a:gd name="connsiteY322" fmla="*/ 441957 h 560417"/>
              <a:gd name="connsiteX323" fmla="*/ 2312831 w 2491113"/>
              <a:gd name="connsiteY323" fmla="*/ 435416 h 560417"/>
              <a:gd name="connsiteX324" fmla="*/ 2177014 w 2491113"/>
              <a:gd name="connsiteY324" fmla="*/ 435411 h 560417"/>
              <a:gd name="connsiteX325" fmla="*/ 2164773 w 2491113"/>
              <a:gd name="connsiteY325" fmla="*/ 438394 h 560417"/>
              <a:gd name="connsiteX326" fmla="*/ 2161210 w 2491113"/>
              <a:gd name="connsiteY326" fmla="*/ 441958 h 560417"/>
              <a:gd name="connsiteX327" fmla="*/ 2156493 w 2491113"/>
              <a:gd name="connsiteY327" fmla="*/ 461211 h 560417"/>
              <a:gd name="connsiteX328" fmla="*/ 2161210 w 2491113"/>
              <a:gd name="connsiteY328" fmla="*/ 479501 h 560417"/>
              <a:gd name="connsiteX329" fmla="*/ 2184377 w 2491113"/>
              <a:gd name="connsiteY329" fmla="*/ 482902 h 560417"/>
              <a:gd name="connsiteX330" fmla="*/ 2187779 w 2491113"/>
              <a:gd name="connsiteY330" fmla="*/ 479501 h 560417"/>
              <a:gd name="connsiteX331" fmla="*/ 2192495 w 2491113"/>
              <a:gd name="connsiteY331" fmla="*/ 461211 h 560417"/>
              <a:gd name="connsiteX332" fmla="*/ 2187779 w 2491113"/>
              <a:gd name="connsiteY332" fmla="*/ 441958 h 560417"/>
              <a:gd name="connsiteX333" fmla="*/ 2177014 w 2491113"/>
              <a:gd name="connsiteY333" fmla="*/ 435411 h 560417"/>
              <a:gd name="connsiteX334" fmla="*/ 1674993 w 2491113"/>
              <a:gd name="connsiteY334" fmla="*/ 435411 h 560417"/>
              <a:gd name="connsiteX335" fmla="*/ 1662752 w 2491113"/>
              <a:gd name="connsiteY335" fmla="*/ 438394 h 560417"/>
              <a:gd name="connsiteX336" fmla="*/ 1659189 w 2491113"/>
              <a:gd name="connsiteY336" fmla="*/ 441958 h 560417"/>
              <a:gd name="connsiteX337" fmla="*/ 1654472 w 2491113"/>
              <a:gd name="connsiteY337" fmla="*/ 461211 h 560417"/>
              <a:gd name="connsiteX338" fmla="*/ 1659189 w 2491113"/>
              <a:gd name="connsiteY338" fmla="*/ 479501 h 560417"/>
              <a:gd name="connsiteX339" fmla="*/ 1682356 w 2491113"/>
              <a:gd name="connsiteY339" fmla="*/ 482902 h 560417"/>
              <a:gd name="connsiteX340" fmla="*/ 1685758 w 2491113"/>
              <a:gd name="connsiteY340" fmla="*/ 479501 h 560417"/>
              <a:gd name="connsiteX341" fmla="*/ 1690474 w 2491113"/>
              <a:gd name="connsiteY341" fmla="*/ 461211 h 560417"/>
              <a:gd name="connsiteX342" fmla="*/ 1685758 w 2491113"/>
              <a:gd name="connsiteY342" fmla="*/ 441958 h 560417"/>
              <a:gd name="connsiteX343" fmla="*/ 1674993 w 2491113"/>
              <a:gd name="connsiteY343" fmla="*/ 435411 h 560417"/>
              <a:gd name="connsiteX344" fmla="*/ 111057 w 2491113"/>
              <a:gd name="connsiteY344" fmla="*/ 428045 h 560417"/>
              <a:gd name="connsiteX345" fmla="*/ 90789 w 2491113"/>
              <a:gd name="connsiteY345" fmla="*/ 446296 h 560417"/>
              <a:gd name="connsiteX346" fmla="*/ 92556 w 2491113"/>
              <a:gd name="connsiteY346" fmla="*/ 448229 h 560417"/>
              <a:gd name="connsiteX347" fmla="*/ 94296 w 2491113"/>
              <a:gd name="connsiteY347" fmla="*/ 450190 h 560417"/>
              <a:gd name="connsiteX348" fmla="*/ 114563 w 2491113"/>
              <a:gd name="connsiteY348" fmla="*/ 431938 h 560417"/>
              <a:gd name="connsiteX349" fmla="*/ 112824 w 2491113"/>
              <a:gd name="connsiteY349" fmla="*/ 429978 h 560417"/>
              <a:gd name="connsiteX350" fmla="*/ 2427269 w 2491113"/>
              <a:gd name="connsiteY350" fmla="*/ 425152 h 560417"/>
              <a:gd name="connsiteX351" fmla="*/ 2435451 w 2491113"/>
              <a:gd name="connsiteY351" fmla="*/ 425152 h 560417"/>
              <a:gd name="connsiteX352" fmla="*/ 2443731 w 2491113"/>
              <a:gd name="connsiteY352" fmla="*/ 425152 h 560417"/>
              <a:gd name="connsiteX353" fmla="*/ 2457543 w 2491113"/>
              <a:gd name="connsiteY353" fmla="*/ 456326 h 560417"/>
              <a:gd name="connsiteX354" fmla="*/ 2457497 w 2491113"/>
              <a:gd name="connsiteY354" fmla="*/ 456438 h 560417"/>
              <a:gd name="connsiteX355" fmla="*/ 2457593 w 2491113"/>
              <a:gd name="connsiteY355" fmla="*/ 456438 h 560417"/>
              <a:gd name="connsiteX356" fmla="*/ 2457543 w 2491113"/>
              <a:gd name="connsiteY356" fmla="*/ 456326 h 560417"/>
              <a:gd name="connsiteX357" fmla="*/ 2470492 w 2491113"/>
              <a:gd name="connsiteY357" fmla="*/ 425152 h 560417"/>
              <a:gd name="connsiteX358" fmla="*/ 2478386 w 2491113"/>
              <a:gd name="connsiteY358" fmla="*/ 425152 h 560417"/>
              <a:gd name="connsiteX359" fmla="*/ 2486183 w 2491113"/>
              <a:gd name="connsiteY359" fmla="*/ 425152 h 560417"/>
              <a:gd name="connsiteX360" fmla="*/ 2464235 w 2491113"/>
              <a:gd name="connsiteY360" fmla="*/ 469915 h 560417"/>
              <a:gd name="connsiteX361" fmla="*/ 2464235 w 2491113"/>
              <a:gd name="connsiteY361" fmla="*/ 497351 h 560417"/>
              <a:gd name="connsiteX362" fmla="*/ 2457400 w 2491113"/>
              <a:gd name="connsiteY362" fmla="*/ 497351 h 560417"/>
              <a:gd name="connsiteX363" fmla="*/ 2450373 w 2491113"/>
              <a:gd name="connsiteY363" fmla="*/ 497351 h 560417"/>
              <a:gd name="connsiteX364" fmla="*/ 2450373 w 2491113"/>
              <a:gd name="connsiteY364" fmla="*/ 470204 h 560417"/>
              <a:gd name="connsiteX365" fmla="*/ 2221552 w 2491113"/>
              <a:gd name="connsiteY365" fmla="*/ 425152 h 560417"/>
              <a:gd name="connsiteX366" fmla="*/ 2228483 w 2491113"/>
              <a:gd name="connsiteY366" fmla="*/ 425152 h 560417"/>
              <a:gd name="connsiteX367" fmla="*/ 2235414 w 2491113"/>
              <a:gd name="connsiteY367" fmla="*/ 425152 h 560417"/>
              <a:gd name="connsiteX368" fmla="*/ 2235414 w 2491113"/>
              <a:gd name="connsiteY368" fmla="*/ 484451 h 560417"/>
              <a:gd name="connsiteX369" fmla="*/ 2268337 w 2491113"/>
              <a:gd name="connsiteY369" fmla="*/ 484451 h 560417"/>
              <a:gd name="connsiteX370" fmla="*/ 2268337 w 2491113"/>
              <a:gd name="connsiteY370" fmla="*/ 490901 h 560417"/>
              <a:gd name="connsiteX371" fmla="*/ 2268337 w 2491113"/>
              <a:gd name="connsiteY371" fmla="*/ 497254 h 560417"/>
              <a:gd name="connsiteX372" fmla="*/ 2221552 w 2491113"/>
              <a:gd name="connsiteY372" fmla="*/ 497254 h 560417"/>
              <a:gd name="connsiteX373" fmla="*/ 2074844 w 2491113"/>
              <a:gd name="connsiteY373" fmla="*/ 425152 h 560417"/>
              <a:gd name="connsiteX374" fmla="*/ 2082064 w 2491113"/>
              <a:gd name="connsiteY374" fmla="*/ 425152 h 560417"/>
              <a:gd name="connsiteX375" fmla="*/ 2089284 w 2491113"/>
              <a:gd name="connsiteY375" fmla="*/ 425152 h 560417"/>
              <a:gd name="connsiteX376" fmla="*/ 2115949 w 2491113"/>
              <a:gd name="connsiteY376" fmla="*/ 475788 h 560417"/>
              <a:gd name="connsiteX377" fmla="*/ 2115949 w 2491113"/>
              <a:gd name="connsiteY377" fmla="*/ 425152 h 560417"/>
              <a:gd name="connsiteX378" fmla="*/ 2122399 w 2491113"/>
              <a:gd name="connsiteY378" fmla="*/ 425152 h 560417"/>
              <a:gd name="connsiteX379" fmla="*/ 2128944 w 2491113"/>
              <a:gd name="connsiteY379" fmla="*/ 425152 h 560417"/>
              <a:gd name="connsiteX380" fmla="*/ 2128944 w 2491113"/>
              <a:gd name="connsiteY380" fmla="*/ 497254 h 560417"/>
              <a:gd name="connsiteX381" fmla="*/ 2122013 w 2491113"/>
              <a:gd name="connsiteY381" fmla="*/ 497254 h 560417"/>
              <a:gd name="connsiteX382" fmla="*/ 2115082 w 2491113"/>
              <a:gd name="connsiteY382" fmla="*/ 497254 h 560417"/>
              <a:gd name="connsiteX383" fmla="*/ 2087743 w 2491113"/>
              <a:gd name="connsiteY383" fmla="*/ 445271 h 560417"/>
              <a:gd name="connsiteX384" fmla="*/ 2087743 w 2491113"/>
              <a:gd name="connsiteY384" fmla="*/ 497254 h 560417"/>
              <a:gd name="connsiteX385" fmla="*/ 2081294 w 2491113"/>
              <a:gd name="connsiteY385" fmla="*/ 497254 h 560417"/>
              <a:gd name="connsiteX386" fmla="*/ 2074844 w 2491113"/>
              <a:gd name="connsiteY386" fmla="*/ 497254 h 560417"/>
              <a:gd name="connsiteX387" fmla="*/ 2004570 w 2491113"/>
              <a:gd name="connsiteY387" fmla="*/ 425152 h 560417"/>
              <a:gd name="connsiteX388" fmla="*/ 2011405 w 2491113"/>
              <a:gd name="connsiteY388" fmla="*/ 425152 h 560417"/>
              <a:gd name="connsiteX389" fmla="*/ 2018336 w 2491113"/>
              <a:gd name="connsiteY389" fmla="*/ 425152 h 560417"/>
              <a:gd name="connsiteX390" fmla="*/ 2018336 w 2491113"/>
              <a:gd name="connsiteY390" fmla="*/ 452202 h 560417"/>
              <a:gd name="connsiteX391" fmla="*/ 2044327 w 2491113"/>
              <a:gd name="connsiteY391" fmla="*/ 452202 h 560417"/>
              <a:gd name="connsiteX392" fmla="*/ 2044327 w 2491113"/>
              <a:gd name="connsiteY392" fmla="*/ 425152 h 560417"/>
              <a:gd name="connsiteX393" fmla="*/ 2051258 w 2491113"/>
              <a:gd name="connsiteY393" fmla="*/ 425152 h 560417"/>
              <a:gd name="connsiteX394" fmla="*/ 2058189 w 2491113"/>
              <a:gd name="connsiteY394" fmla="*/ 425152 h 560417"/>
              <a:gd name="connsiteX395" fmla="*/ 2058189 w 2491113"/>
              <a:gd name="connsiteY395" fmla="*/ 497254 h 560417"/>
              <a:gd name="connsiteX396" fmla="*/ 2051258 w 2491113"/>
              <a:gd name="connsiteY396" fmla="*/ 497254 h 560417"/>
              <a:gd name="connsiteX397" fmla="*/ 2044327 w 2491113"/>
              <a:gd name="connsiteY397" fmla="*/ 497254 h 560417"/>
              <a:gd name="connsiteX398" fmla="*/ 2044327 w 2491113"/>
              <a:gd name="connsiteY398" fmla="*/ 464621 h 560417"/>
              <a:gd name="connsiteX399" fmla="*/ 2018336 w 2491113"/>
              <a:gd name="connsiteY399" fmla="*/ 464621 h 560417"/>
              <a:gd name="connsiteX400" fmla="*/ 2018336 w 2491113"/>
              <a:gd name="connsiteY400" fmla="*/ 497254 h 560417"/>
              <a:gd name="connsiteX401" fmla="*/ 2011501 w 2491113"/>
              <a:gd name="connsiteY401" fmla="*/ 497254 h 560417"/>
              <a:gd name="connsiteX402" fmla="*/ 2004570 w 2491113"/>
              <a:gd name="connsiteY402" fmla="*/ 497254 h 560417"/>
              <a:gd name="connsiteX403" fmla="*/ 1869223 w 2491113"/>
              <a:gd name="connsiteY403" fmla="*/ 425152 h 560417"/>
              <a:gd name="connsiteX404" fmla="*/ 1918030 w 2491113"/>
              <a:gd name="connsiteY404" fmla="*/ 425152 h 560417"/>
              <a:gd name="connsiteX405" fmla="*/ 1918030 w 2491113"/>
              <a:gd name="connsiteY405" fmla="*/ 431505 h 560417"/>
              <a:gd name="connsiteX406" fmla="*/ 1918030 w 2491113"/>
              <a:gd name="connsiteY406" fmla="*/ 437955 h 560417"/>
              <a:gd name="connsiteX407" fmla="*/ 1883085 w 2491113"/>
              <a:gd name="connsiteY407" fmla="*/ 437955 h 560417"/>
              <a:gd name="connsiteX408" fmla="*/ 1883085 w 2491113"/>
              <a:gd name="connsiteY408" fmla="*/ 453261 h 560417"/>
              <a:gd name="connsiteX409" fmla="*/ 1915527 w 2491113"/>
              <a:gd name="connsiteY409" fmla="*/ 453261 h 560417"/>
              <a:gd name="connsiteX410" fmla="*/ 1915527 w 2491113"/>
              <a:gd name="connsiteY410" fmla="*/ 459422 h 560417"/>
              <a:gd name="connsiteX411" fmla="*/ 1915527 w 2491113"/>
              <a:gd name="connsiteY411" fmla="*/ 465679 h 560417"/>
              <a:gd name="connsiteX412" fmla="*/ 1883085 w 2491113"/>
              <a:gd name="connsiteY412" fmla="*/ 465679 h 560417"/>
              <a:gd name="connsiteX413" fmla="*/ 1883085 w 2491113"/>
              <a:gd name="connsiteY413" fmla="*/ 484451 h 560417"/>
              <a:gd name="connsiteX414" fmla="*/ 1919570 w 2491113"/>
              <a:gd name="connsiteY414" fmla="*/ 484451 h 560417"/>
              <a:gd name="connsiteX415" fmla="*/ 1919570 w 2491113"/>
              <a:gd name="connsiteY415" fmla="*/ 490901 h 560417"/>
              <a:gd name="connsiteX416" fmla="*/ 1919570 w 2491113"/>
              <a:gd name="connsiteY416" fmla="*/ 497254 h 560417"/>
              <a:gd name="connsiteX417" fmla="*/ 1869223 w 2491113"/>
              <a:gd name="connsiteY417" fmla="*/ 497254 h 560417"/>
              <a:gd name="connsiteX418" fmla="*/ 1803280 w 2491113"/>
              <a:gd name="connsiteY418" fmla="*/ 425152 h 560417"/>
              <a:gd name="connsiteX419" fmla="*/ 1857284 w 2491113"/>
              <a:gd name="connsiteY419" fmla="*/ 425152 h 560417"/>
              <a:gd name="connsiteX420" fmla="*/ 1857284 w 2491113"/>
              <a:gd name="connsiteY420" fmla="*/ 431505 h 560417"/>
              <a:gd name="connsiteX421" fmla="*/ 1857284 w 2491113"/>
              <a:gd name="connsiteY421" fmla="*/ 437955 h 560417"/>
              <a:gd name="connsiteX422" fmla="*/ 1837165 w 2491113"/>
              <a:gd name="connsiteY422" fmla="*/ 437955 h 560417"/>
              <a:gd name="connsiteX423" fmla="*/ 1837165 w 2491113"/>
              <a:gd name="connsiteY423" fmla="*/ 497254 h 560417"/>
              <a:gd name="connsiteX424" fmla="*/ 1830330 w 2491113"/>
              <a:gd name="connsiteY424" fmla="*/ 497254 h 560417"/>
              <a:gd name="connsiteX425" fmla="*/ 1823399 w 2491113"/>
              <a:gd name="connsiteY425" fmla="*/ 497254 h 560417"/>
              <a:gd name="connsiteX426" fmla="*/ 1823399 w 2491113"/>
              <a:gd name="connsiteY426" fmla="*/ 437955 h 560417"/>
              <a:gd name="connsiteX427" fmla="*/ 1803280 w 2491113"/>
              <a:gd name="connsiteY427" fmla="*/ 437955 h 560417"/>
              <a:gd name="connsiteX428" fmla="*/ 1803280 w 2491113"/>
              <a:gd name="connsiteY428" fmla="*/ 431602 h 560417"/>
              <a:gd name="connsiteX429" fmla="*/ 1719531 w 2491113"/>
              <a:gd name="connsiteY429" fmla="*/ 425152 h 560417"/>
              <a:gd name="connsiteX430" fmla="*/ 1766700 w 2491113"/>
              <a:gd name="connsiteY430" fmla="*/ 425152 h 560417"/>
              <a:gd name="connsiteX431" fmla="*/ 1766700 w 2491113"/>
              <a:gd name="connsiteY431" fmla="*/ 431505 h 560417"/>
              <a:gd name="connsiteX432" fmla="*/ 1766700 w 2491113"/>
              <a:gd name="connsiteY432" fmla="*/ 437955 h 560417"/>
              <a:gd name="connsiteX433" fmla="*/ 1733393 w 2491113"/>
              <a:gd name="connsiteY433" fmla="*/ 437955 h 560417"/>
              <a:gd name="connsiteX434" fmla="*/ 1733393 w 2491113"/>
              <a:gd name="connsiteY434" fmla="*/ 454321 h 560417"/>
              <a:gd name="connsiteX435" fmla="*/ 1762466 w 2491113"/>
              <a:gd name="connsiteY435" fmla="*/ 454321 h 560417"/>
              <a:gd name="connsiteX436" fmla="*/ 1762466 w 2491113"/>
              <a:gd name="connsiteY436" fmla="*/ 460577 h 560417"/>
              <a:gd name="connsiteX437" fmla="*/ 1762466 w 2491113"/>
              <a:gd name="connsiteY437" fmla="*/ 466738 h 560417"/>
              <a:gd name="connsiteX438" fmla="*/ 1733393 w 2491113"/>
              <a:gd name="connsiteY438" fmla="*/ 466738 h 560417"/>
              <a:gd name="connsiteX439" fmla="*/ 1733393 w 2491113"/>
              <a:gd name="connsiteY439" fmla="*/ 497254 h 560417"/>
              <a:gd name="connsiteX440" fmla="*/ 1726462 w 2491113"/>
              <a:gd name="connsiteY440" fmla="*/ 497254 h 560417"/>
              <a:gd name="connsiteX441" fmla="*/ 1719531 w 2491113"/>
              <a:gd name="connsiteY441" fmla="*/ 497254 h 560417"/>
              <a:gd name="connsiteX442" fmla="*/ 1549143 w 2491113"/>
              <a:gd name="connsiteY442" fmla="*/ 425152 h 560417"/>
              <a:gd name="connsiteX443" fmla="*/ 1598046 w 2491113"/>
              <a:gd name="connsiteY443" fmla="*/ 425152 h 560417"/>
              <a:gd name="connsiteX444" fmla="*/ 1598046 w 2491113"/>
              <a:gd name="connsiteY444" fmla="*/ 431505 h 560417"/>
              <a:gd name="connsiteX445" fmla="*/ 1598046 w 2491113"/>
              <a:gd name="connsiteY445" fmla="*/ 437955 h 560417"/>
              <a:gd name="connsiteX446" fmla="*/ 1563005 w 2491113"/>
              <a:gd name="connsiteY446" fmla="*/ 437955 h 560417"/>
              <a:gd name="connsiteX447" fmla="*/ 1563005 w 2491113"/>
              <a:gd name="connsiteY447" fmla="*/ 453261 h 560417"/>
              <a:gd name="connsiteX448" fmla="*/ 1595447 w 2491113"/>
              <a:gd name="connsiteY448" fmla="*/ 453261 h 560417"/>
              <a:gd name="connsiteX449" fmla="*/ 1595447 w 2491113"/>
              <a:gd name="connsiteY449" fmla="*/ 459422 h 560417"/>
              <a:gd name="connsiteX450" fmla="*/ 1595447 w 2491113"/>
              <a:gd name="connsiteY450" fmla="*/ 465679 h 560417"/>
              <a:gd name="connsiteX451" fmla="*/ 1563005 w 2491113"/>
              <a:gd name="connsiteY451" fmla="*/ 465679 h 560417"/>
              <a:gd name="connsiteX452" fmla="*/ 1563005 w 2491113"/>
              <a:gd name="connsiteY452" fmla="*/ 484451 h 560417"/>
              <a:gd name="connsiteX453" fmla="*/ 1599586 w 2491113"/>
              <a:gd name="connsiteY453" fmla="*/ 484451 h 560417"/>
              <a:gd name="connsiteX454" fmla="*/ 1599586 w 2491113"/>
              <a:gd name="connsiteY454" fmla="*/ 490901 h 560417"/>
              <a:gd name="connsiteX455" fmla="*/ 1599586 w 2491113"/>
              <a:gd name="connsiteY455" fmla="*/ 497254 h 560417"/>
              <a:gd name="connsiteX456" fmla="*/ 1549143 w 2491113"/>
              <a:gd name="connsiteY456" fmla="*/ 497254 h 560417"/>
              <a:gd name="connsiteX457" fmla="*/ 1483297 w 2491113"/>
              <a:gd name="connsiteY457" fmla="*/ 425152 h 560417"/>
              <a:gd name="connsiteX458" fmla="*/ 1537205 w 2491113"/>
              <a:gd name="connsiteY458" fmla="*/ 425152 h 560417"/>
              <a:gd name="connsiteX459" fmla="*/ 1537205 w 2491113"/>
              <a:gd name="connsiteY459" fmla="*/ 431505 h 560417"/>
              <a:gd name="connsiteX460" fmla="*/ 1537205 w 2491113"/>
              <a:gd name="connsiteY460" fmla="*/ 437955 h 560417"/>
              <a:gd name="connsiteX461" fmla="*/ 1517182 w 2491113"/>
              <a:gd name="connsiteY461" fmla="*/ 437955 h 560417"/>
              <a:gd name="connsiteX462" fmla="*/ 1517182 w 2491113"/>
              <a:gd name="connsiteY462" fmla="*/ 497254 h 560417"/>
              <a:gd name="connsiteX463" fmla="*/ 1510251 w 2491113"/>
              <a:gd name="connsiteY463" fmla="*/ 497254 h 560417"/>
              <a:gd name="connsiteX464" fmla="*/ 1503320 w 2491113"/>
              <a:gd name="connsiteY464" fmla="*/ 497254 h 560417"/>
              <a:gd name="connsiteX465" fmla="*/ 1503320 w 2491113"/>
              <a:gd name="connsiteY465" fmla="*/ 437955 h 560417"/>
              <a:gd name="connsiteX466" fmla="*/ 1483297 w 2491113"/>
              <a:gd name="connsiteY466" fmla="*/ 437955 h 560417"/>
              <a:gd name="connsiteX467" fmla="*/ 1483297 w 2491113"/>
              <a:gd name="connsiteY467" fmla="*/ 431602 h 560417"/>
              <a:gd name="connsiteX468" fmla="*/ 1352665 w 2491113"/>
              <a:gd name="connsiteY468" fmla="*/ 425152 h 560417"/>
              <a:gd name="connsiteX469" fmla="*/ 1406573 w 2491113"/>
              <a:gd name="connsiteY469" fmla="*/ 425152 h 560417"/>
              <a:gd name="connsiteX470" fmla="*/ 1406573 w 2491113"/>
              <a:gd name="connsiteY470" fmla="*/ 431505 h 560417"/>
              <a:gd name="connsiteX471" fmla="*/ 1406573 w 2491113"/>
              <a:gd name="connsiteY471" fmla="*/ 437955 h 560417"/>
              <a:gd name="connsiteX472" fmla="*/ 1386550 w 2491113"/>
              <a:gd name="connsiteY472" fmla="*/ 437955 h 560417"/>
              <a:gd name="connsiteX473" fmla="*/ 1386550 w 2491113"/>
              <a:gd name="connsiteY473" fmla="*/ 497254 h 560417"/>
              <a:gd name="connsiteX474" fmla="*/ 1379619 w 2491113"/>
              <a:gd name="connsiteY474" fmla="*/ 497254 h 560417"/>
              <a:gd name="connsiteX475" fmla="*/ 1372688 w 2491113"/>
              <a:gd name="connsiteY475" fmla="*/ 497254 h 560417"/>
              <a:gd name="connsiteX476" fmla="*/ 1372688 w 2491113"/>
              <a:gd name="connsiteY476" fmla="*/ 437955 h 560417"/>
              <a:gd name="connsiteX477" fmla="*/ 1352665 w 2491113"/>
              <a:gd name="connsiteY477" fmla="*/ 437955 h 560417"/>
              <a:gd name="connsiteX478" fmla="*/ 1352665 w 2491113"/>
              <a:gd name="connsiteY478" fmla="*/ 431602 h 560417"/>
              <a:gd name="connsiteX479" fmla="*/ 1327830 w 2491113"/>
              <a:gd name="connsiteY479" fmla="*/ 425152 h 560417"/>
              <a:gd name="connsiteX480" fmla="*/ 1334761 w 2491113"/>
              <a:gd name="connsiteY480" fmla="*/ 425152 h 560417"/>
              <a:gd name="connsiteX481" fmla="*/ 1341692 w 2491113"/>
              <a:gd name="connsiteY481" fmla="*/ 425152 h 560417"/>
              <a:gd name="connsiteX482" fmla="*/ 1341692 w 2491113"/>
              <a:gd name="connsiteY482" fmla="*/ 497254 h 560417"/>
              <a:gd name="connsiteX483" fmla="*/ 1334857 w 2491113"/>
              <a:gd name="connsiteY483" fmla="*/ 497254 h 560417"/>
              <a:gd name="connsiteX484" fmla="*/ 1327830 w 2491113"/>
              <a:gd name="connsiteY484" fmla="*/ 497254 h 560417"/>
              <a:gd name="connsiteX485" fmla="*/ 1263140 w 2491113"/>
              <a:gd name="connsiteY485" fmla="*/ 425152 h 560417"/>
              <a:gd name="connsiteX486" fmla="*/ 1317048 w 2491113"/>
              <a:gd name="connsiteY486" fmla="*/ 425152 h 560417"/>
              <a:gd name="connsiteX487" fmla="*/ 1317048 w 2491113"/>
              <a:gd name="connsiteY487" fmla="*/ 431505 h 560417"/>
              <a:gd name="connsiteX488" fmla="*/ 1317048 w 2491113"/>
              <a:gd name="connsiteY488" fmla="*/ 437955 h 560417"/>
              <a:gd name="connsiteX489" fmla="*/ 1297025 w 2491113"/>
              <a:gd name="connsiteY489" fmla="*/ 437955 h 560417"/>
              <a:gd name="connsiteX490" fmla="*/ 1297025 w 2491113"/>
              <a:gd name="connsiteY490" fmla="*/ 497254 h 560417"/>
              <a:gd name="connsiteX491" fmla="*/ 1290094 w 2491113"/>
              <a:gd name="connsiteY491" fmla="*/ 497254 h 560417"/>
              <a:gd name="connsiteX492" fmla="*/ 1283163 w 2491113"/>
              <a:gd name="connsiteY492" fmla="*/ 497254 h 560417"/>
              <a:gd name="connsiteX493" fmla="*/ 1283163 w 2491113"/>
              <a:gd name="connsiteY493" fmla="*/ 437955 h 560417"/>
              <a:gd name="connsiteX494" fmla="*/ 1263140 w 2491113"/>
              <a:gd name="connsiteY494" fmla="*/ 437955 h 560417"/>
              <a:gd name="connsiteX495" fmla="*/ 1263140 w 2491113"/>
              <a:gd name="connsiteY495" fmla="*/ 431602 h 560417"/>
              <a:gd name="connsiteX496" fmla="*/ 1132315 w 2491113"/>
              <a:gd name="connsiteY496" fmla="*/ 425152 h 560417"/>
              <a:gd name="connsiteX497" fmla="*/ 1139631 w 2491113"/>
              <a:gd name="connsiteY497" fmla="*/ 425152 h 560417"/>
              <a:gd name="connsiteX498" fmla="*/ 1146851 w 2491113"/>
              <a:gd name="connsiteY498" fmla="*/ 425152 h 560417"/>
              <a:gd name="connsiteX499" fmla="*/ 1173516 w 2491113"/>
              <a:gd name="connsiteY499" fmla="*/ 475788 h 560417"/>
              <a:gd name="connsiteX500" fmla="*/ 1173516 w 2491113"/>
              <a:gd name="connsiteY500" fmla="*/ 425152 h 560417"/>
              <a:gd name="connsiteX501" fmla="*/ 1179966 w 2491113"/>
              <a:gd name="connsiteY501" fmla="*/ 425152 h 560417"/>
              <a:gd name="connsiteX502" fmla="*/ 1186512 w 2491113"/>
              <a:gd name="connsiteY502" fmla="*/ 425152 h 560417"/>
              <a:gd name="connsiteX503" fmla="*/ 1186512 w 2491113"/>
              <a:gd name="connsiteY503" fmla="*/ 497254 h 560417"/>
              <a:gd name="connsiteX504" fmla="*/ 1179581 w 2491113"/>
              <a:gd name="connsiteY504" fmla="*/ 497254 h 560417"/>
              <a:gd name="connsiteX505" fmla="*/ 1172650 w 2491113"/>
              <a:gd name="connsiteY505" fmla="*/ 497254 h 560417"/>
              <a:gd name="connsiteX506" fmla="*/ 1145311 w 2491113"/>
              <a:gd name="connsiteY506" fmla="*/ 445271 h 560417"/>
              <a:gd name="connsiteX507" fmla="*/ 1145311 w 2491113"/>
              <a:gd name="connsiteY507" fmla="*/ 497254 h 560417"/>
              <a:gd name="connsiteX508" fmla="*/ 1138861 w 2491113"/>
              <a:gd name="connsiteY508" fmla="*/ 497254 h 560417"/>
              <a:gd name="connsiteX509" fmla="*/ 1132315 w 2491113"/>
              <a:gd name="connsiteY509" fmla="*/ 497254 h 560417"/>
              <a:gd name="connsiteX510" fmla="*/ 1102570 w 2491113"/>
              <a:gd name="connsiteY510" fmla="*/ 425152 h 560417"/>
              <a:gd name="connsiteX511" fmla="*/ 1109405 w 2491113"/>
              <a:gd name="connsiteY511" fmla="*/ 425152 h 560417"/>
              <a:gd name="connsiteX512" fmla="*/ 1116432 w 2491113"/>
              <a:gd name="connsiteY512" fmla="*/ 425152 h 560417"/>
              <a:gd name="connsiteX513" fmla="*/ 1116432 w 2491113"/>
              <a:gd name="connsiteY513" fmla="*/ 497254 h 560417"/>
              <a:gd name="connsiteX514" fmla="*/ 1109501 w 2491113"/>
              <a:gd name="connsiteY514" fmla="*/ 497254 h 560417"/>
              <a:gd name="connsiteX515" fmla="*/ 1102570 w 2491113"/>
              <a:gd name="connsiteY515" fmla="*/ 497254 h 560417"/>
              <a:gd name="connsiteX516" fmla="*/ 927560 w 2491113"/>
              <a:gd name="connsiteY516" fmla="*/ 425152 h 560417"/>
              <a:gd name="connsiteX517" fmla="*/ 934780 w 2491113"/>
              <a:gd name="connsiteY517" fmla="*/ 425152 h 560417"/>
              <a:gd name="connsiteX518" fmla="*/ 942096 w 2491113"/>
              <a:gd name="connsiteY518" fmla="*/ 425152 h 560417"/>
              <a:gd name="connsiteX519" fmla="*/ 968665 w 2491113"/>
              <a:gd name="connsiteY519" fmla="*/ 475788 h 560417"/>
              <a:gd name="connsiteX520" fmla="*/ 968665 w 2491113"/>
              <a:gd name="connsiteY520" fmla="*/ 425152 h 560417"/>
              <a:gd name="connsiteX521" fmla="*/ 975114 w 2491113"/>
              <a:gd name="connsiteY521" fmla="*/ 425152 h 560417"/>
              <a:gd name="connsiteX522" fmla="*/ 981660 w 2491113"/>
              <a:gd name="connsiteY522" fmla="*/ 425152 h 560417"/>
              <a:gd name="connsiteX523" fmla="*/ 981660 w 2491113"/>
              <a:gd name="connsiteY523" fmla="*/ 497254 h 560417"/>
              <a:gd name="connsiteX524" fmla="*/ 974730 w 2491113"/>
              <a:gd name="connsiteY524" fmla="*/ 497254 h 560417"/>
              <a:gd name="connsiteX525" fmla="*/ 967799 w 2491113"/>
              <a:gd name="connsiteY525" fmla="*/ 497254 h 560417"/>
              <a:gd name="connsiteX526" fmla="*/ 940459 w 2491113"/>
              <a:gd name="connsiteY526" fmla="*/ 445271 h 560417"/>
              <a:gd name="connsiteX527" fmla="*/ 940459 w 2491113"/>
              <a:gd name="connsiteY527" fmla="*/ 497254 h 560417"/>
              <a:gd name="connsiteX528" fmla="*/ 934010 w 2491113"/>
              <a:gd name="connsiteY528" fmla="*/ 497254 h 560417"/>
              <a:gd name="connsiteX529" fmla="*/ 927560 w 2491113"/>
              <a:gd name="connsiteY529" fmla="*/ 497254 h 560417"/>
              <a:gd name="connsiteX530" fmla="*/ 897718 w 2491113"/>
              <a:gd name="connsiteY530" fmla="*/ 425152 h 560417"/>
              <a:gd name="connsiteX531" fmla="*/ 904649 w 2491113"/>
              <a:gd name="connsiteY531" fmla="*/ 425152 h 560417"/>
              <a:gd name="connsiteX532" fmla="*/ 911580 w 2491113"/>
              <a:gd name="connsiteY532" fmla="*/ 425152 h 560417"/>
              <a:gd name="connsiteX533" fmla="*/ 911580 w 2491113"/>
              <a:gd name="connsiteY533" fmla="*/ 497254 h 560417"/>
              <a:gd name="connsiteX534" fmla="*/ 904649 w 2491113"/>
              <a:gd name="connsiteY534" fmla="*/ 497254 h 560417"/>
              <a:gd name="connsiteX535" fmla="*/ 897718 w 2491113"/>
              <a:gd name="connsiteY535" fmla="*/ 497254 h 560417"/>
              <a:gd name="connsiteX536" fmla="*/ 813198 w 2491113"/>
              <a:gd name="connsiteY536" fmla="*/ 425152 h 560417"/>
              <a:gd name="connsiteX537" fmla="*/ 820129 w 2491113"/>
              <a:gd name="connsiteY537" fmla="*/ 425152 h 560417"/>
              <a:gd name="connsiteX538" fmla="*/ 827060 w 2491113"/>
              <a:gd name="connsiteY538" fmla="*/ 425152 h 560417"/>
              <a:gd name="connsiteX539" fmla="*/ 827060 w 2491113"/>
              <a:gd name="connsiteY539" fmla="*/ 497254 h 560417"/>
              <a:gd name="connsiteX540" fmla="*/ 820225 w 2491113"/>
              <a:gd name="connsiteY540" fmla="*/ 497254 h 560417"/>
              <a:gd name="connsiteX541" fmla="*/ 813198 w 2491113"/>
              <a:gd name="connsiteY541" fmla="*/ 497254 h 560417"/>
              <a:gd name="connsiteX542" fmla="*/ 748989 w 2491113"/>
              <a:gd name="connsiteY542" fmla="*/ 425152 h 560417"/>
              <a:gd name="connsiteX543" fmla="*/ 797796 w 2491113"/>
              <a:gd name="connsiteY543" fmla="*/ 425152 h 560417"/>
              <a:gd name="connsiteX544" fmla="*/ 797796 w 2491113"/>
              <a:gd name="connsiteY544" fmla="*/ 431505 h 560417"/>
              <a:gd name="connsiteX545" fmla="*/ 797796 w 2491113"/>
              <a:gd name="connsiteY545" fmla="*/ 437955 h 560417"/>
              <a:gd name="connsiteX546" fmla="*/ 762851 w 2491113"/>
              <a:gd name="connsiteY546" fmla="*/ 437955 h 560417"/>
              <a:gd name="connsiteX547" fmla="*/ 762851 w 2491113"/>
              <a:gd name="connsiteY547" fmla="*/ 453261 h 560417"/>
              <a:gd name="connsiteX548" fmla="*/ 795293 w 2491113"/>
              <a:gd name="connsiteY548" fmla="*/ 453261 h 560417"/>
              <a:gd name="connsiteX549" fmla="*/ 795293 w 2491113"/>
              <a:gd name="connsiteY549" fmla="*/ 459422 h 560417"/>
              <a:gd name="connsiteX550" fmla="*/ 795293 w 2491113"/>
              <a:gd name="connsiteY550" fmla="*/ 465679 h 560417"/>
              <a:gd name="connsiteX551" fmla="*/ 762851 w 2491113"/>
              <a:gd name="connsiteY551" fmla="*/ 465679 h 560417"/>
              <a:gd name="connsiteX552" fmla="*/ 762851 w 2491113"/>
              <a:gd name="connsiteY552" fmla="*/ 484451 h 560417"/>
              <a:gd name="connsiteX553" fmla="*/ 799336 w 2491113"/>
              <a:gd name="connsiteY553" fmla="*/ 484451 h 560417"/>
              <a:gd name="connsiteX554" fmla="*/ 799336 w 2491113"/>
              <a:gd name="connsiteY554" fmla="*/ 490901 h 560417"/>
              <a:gd name="connsiteX555" fmla="*/ 799336 w 2491113"/>
              <a:gd name="connsiteY555" fmla="*/ 497254 h 560417"/>
              <a:gd name="connsiteX556" fmla="*/ 748989 w 2491113"/>
              <a:gd name="connsiteY556" fmla="*/ 497254 h 560417"/>
              <a:gd name="connsiteX557" fmla="*/ 678155 w 2491113"/>
              <a:gd name="connsiteY557" fmla="*/ 425015 h 560417"/>
              <a:gd name="connsiteX558" fmla="*/ 710596 w 2491113"/>
              <a:gd name="connsiteY558" fmla="*/ 425015 h 560417"/>
              <a:gd name="connsiteX559" fmla="*/ 725614 w 2491113"/>
              <a:gd name="connsiteY559" fmla="*/ 429828 h 560417"/>
              <a:gd name="connsiteX560" fmla="*/ 731101 w 2491113"/>
              <a:gd name="connsiteY560" fmla="*/ 443305 h 560417"/>
              <a:gd name="connsiteX561" fmla="*/ 724940 w 2491113"/>
              <a:gd name="connsiteY561" fmla="*/ 456878 h 560417"/>
              <a:gd name="connsiteX562" fmla="*/ 722726 w 2491113"/>
              <a:gd name="connsiteY562" fmla="*/ 458322 h 560417"/>
              <a:gd name="connsiteX563" fmla="*/ 726962 w 2491113"/>
              <a:gd name="connsiteY563" fmla="*/ 460728 h 560417"/>
              <a:gd name="connsiteX564" fmla="*/ 733315 w 2491113"/>
              <a:gd name="connsiteY564" fmla="*/ 474590 h 560417"/>
              <a:gd name="connsiteX565" fmla="*/ 726962 w 2491113"/>
              <a:gd name="connsiteY565" fmla="*/ 491341 h 560417"/>
              <a:gd name="connsiteX566" fmla="*/ 708575 w 2491113"/>
              <a:gd name="connsiteY566" fmla="*/ 497117 h 560417"/>
              <a:gd name="connsiteX567" fmla="*/ 678444 w 2491113"/>
              <a:gd name="connsiteY567" fmla="*/ 497117 h 560417"/>
              <a:gd name="connsiteX568" fmla="*/ 867316 w 2491113"/>
              <a:gd name="connsiteY568" fmla="*/ 425015 h 560417"/>
              <a:gd name="connsiteX569" fmla="*/ 881082 w 2491113"/>
              <a:gd name="connsiteY569" fmla="*/ 425015 h 560417"/>
              <a:gd name="connsiteX570" fmla="*/ 881082 w 2491113"/>
              <a:gd name="connsiteY570" fmla="*/ 476901 h 560417"/>
              <a:gd name="connsiteX571" fmla="*/ 875691 w 2491113"/>
              <a:gd name="connsiteY571" fmla="*/ 493459 h 560417"/>
              <a:gd name="connsiteX572" fmla="*/ 859710 w 2491113"/>
              <a:gd name="connsiteY572" fmla="*/ 499139 h 560417"/>
              <a:gd name="connsiteX573" fmla="*/ 843250 w 2491113"/>
              <a:gd name="connsiteY573" fmla="*/ 492881 h 560417"/>
              <a:gd name="connsiteX574" fmla="*/ 838340 w 2491113"/>
              <a:gd name="connsiteY574" fmla="*/ 473628 h 560417"/>
              <a:gd name="connsiteX575" fmla="*/ 838340 w 2491113"/>
              <a:gd name="connsiteY575" fmla="*/ 469874 h 560417"/>
              <a:gd name="connsiteX576" fmla="*/ 851528 w 2491113"/>
              <a:gd name="connsiteY576" fmla="*/ 469874 h 560417"/>
              <a:gd name="connsiteX577" fmla="*/ 851528 w 2491113"/>
              <a:gd name="connsiteY577" fmla="*/ 474206 h 560417"/>
              <a:gd name="connsiteX578" fmla="*/ 853358 w 2491113"/>
              <a:gd name="connsiteY578" fmla="*/ 483833 h 560417"/>
              <a:gd name="connsiteX579" fmla="*/ 859614 w 2491113"/>
              <a:gd name="connsiteY579" fmla="*/ 487009 h 560417"/>
              <a:gd name="connsiteX580" fmla="*/ 865486 w 2491113"/>
              <a:gd name="connsiteY580" fmla="*/ 484699 h 560417"/>
              <a:gd name="connsiteX581" fmla="*/ 867316 w 2491113"/>
              <a:gd name="connsiteY581" fmla="*/ 477191 h 560417"/>
              <a:gd name="connsiteX582" fmla="*/ 1417469 w 2491113"/>
              <a:gd name="connsiteY582" fmla="*/ 424919 h 560417"/>
              <a:gd name="connsiteX583" fmla="*/ 1431331 w 2491113"/>
              <a:gd name="connsiteY583" fmla="*/ 424919 h 560417"/>
              <a:gd name="connsiteX584" fmla="*/ 1431331 w 2491113"/>
              <a:gd name="connsiteY584" fmla="*/ 470356 h 560417"/>
              <a:gd name="connsiteX585" fmla="*/ 1434604 w 2491113"/>
              <a:gd name="connsiteY585" fmla="*/ 482004 h 560417"/>
              <a:gd name="connsiteX586" fmla="*/ 1444230 w 2491113"/>
              <a:gd name="connsiteY586" fmla="*/ 485854 h 560417"/>
              <a:gd name="connsiteX587" fmla="*/ 1453856 w 2491113"/>
              <a:gd name="connsiteY587" fmla="*/ 482293 h 560417"/>
              <a:gd name="connsiteX588" fmla="*/ 1456841 w 2491113"/>
              <a:gd name="connsiteY588" fmla="*/ 470356 h 560417"/>
              <a:gd name="connsiteX589" fmla="*/ 1456841 w 2491113"/>
              <a:gd name="connsiteY589" fmla="*/ 424919 h 560417"/>
              <a:gd name="connsiteX590" fmla="*/ 1471088 w 2491113"/>
              <a:gd name="connsiteY590" fmla="*/ 424919 h 560417"/>
              <a:gd name="connsiteX591" fmla="*/ 1471088 w 2491113"/>
              <a:gd name="connsiteY591" fmla="*/ 469875 h 560417"/>
              <a:gd name="connsiteX592" fmla="*/ 1464830 w 2491113"/>
              <a:gd name="connsiteY592" fmla="*/ 492208 h 560417"/>
              <a:gd name="connsiteX593" fmla="*/ 1444326 w 2491113"/>
              <a:gd name="connsiteY593" fmla="*/ 499043 h 560417"/>
              <a:gd name="connsiteX594" fmla="*/ 1424111 w 2491113"/>
              <a:gd name="connsiteY594" fmla="*/ 491919 h 560417"/>
              <a:gd name="connsiteX595" fmla="*/ 1417469 w 2491113"/>
              <a:gd name="connsiteY595" fmla="*/ 469875 h 560417"/>
              <a:gd name="connsiteX596" fmla="*/ 2308540 w 2491113"/>
              <a:gd name="connsiteY596" fmla="*/ 423329 h 560417"/>
              <a:gd name="connsiteX597" fmla="*/ 2331069 w 2491113"/>
              <a:gd name="connsiteY597" fmla="*/ 431222 h 560417"/>
              <a:gd name="connsiteX598" fmla="*/ 2333524 w 2491113"/>
              <a:gd name="connsiteY598" fmla="*/ 433678 h 560417"/>
              <a:gd name="connsiteX599" fmla="*/ 2342189 w 2491113"/>
              <a:gd name="connsiteY599" fmla="*/ 461692 h 560417"/>
              <a:gd name="connsiteX600" fmla="*/ 2333524 w 2491113"/>
              <a:gd name="connsiteY600" fmla="*/ 489127 h 560417"/>
              <a:gd name="connsiteX601" fmla="*/ 2288910 w 2491113"/>
              <a:gd name="connsiteY601" fmla="*/ 491009 h 560417"/>
              <a:gd name="connsiteX602" fmla="*/ 2287028 w 2491113"/>
              <a:gd name="connsiteY602" fmla="*/ 489127 h 560417"/>
              <a:gd name="connsiteX603" fmla="*/ 2278364 w 2491113"/>
              <a:gd name="connsiteY603" fmla="*/ 461692 h 560417"/>
              <a:gd name="connsiteX604" fmla="*/ 2287028 w 2491113"/>
              <a:gd name="connsiteY604" fmla="*/ 433678 h 560417"/>
              <a:gd name="connsiteX605" fmla="*/ 2308540 w 2491113"/>
              <a:gd name="connsiteY605" fmla="*/ 423329 h 560417"/>
              <a:gd name="connsiteX606" fmla="*/ 2172788 w 2491113"/>
              <a:gd name="connsiteY606" fmla="*/ 423322 h 560417"/>
              <a:gd name="connsiteX607" fmla="*/ 2195378 w 2491113"/>
              <a:gd name="connsiteY607" fmla="*/ 431266 h 560417"/>
              <a:gd name="connsiteX608" fmla="*/ 2197790 w 2491113"/>
              <a:gd name="connsiteY608" fmla="*/ 433678 h 560417"/>
              <a:gd name="connsiteX609" fmla="*/ 2206359 w 2491113"/>
              <a:gd name="connsiteY609" fmla="*/ 461692 h 560417"/>
              <a:gd name="connsiteX610" fmla="*/ 2197790 w 2491113"/>
              <a:gd name="connsiteY610" fmla="*/ 489128 h 560417"/>
              <a:gd name="connsiteX611" fmla="*/ 2153040 w 2491113"/>
              <a:gd name="connsiteY611" fmla="*/ 490967 h 560417"/>
              <a:gd name="connsiteX612" fmla="*/ 2151199 w 2491113"/>
              <a:gd name="connsiteY612" fmla="*/ 489128 h 560417"/>
              <a:gd name="connsiteX613" fmla="*/ 2151198 w 2491113"/>
              <a:gd name="connsiteY613" fmla="*/ 489128 h 560417"/>
              <a:gd name="connsiteX614" fmla="*/ 2142631 w 2491113"/>
              <a:gd name="connsiteY614" fmla="*/ 461692 h 560417"/>
              <a:gd name="connsiteX615" fmla="*/ 2151198 w 2491113"/>
              <a:gd name="connsiteY615" fmla="*/ 433678 h 560417"/>
              <a:gd name="connsiteX616" fmla="*/ 2172788 w 2491113"/>
              <a:gd name="connsiteY616" fmla="*/ 423322 h 560417"/>
              <a:gd name="connsiteX617" fmla="*/ 1670767 w 2491113"/>
              <a:gd name="connsiteY617" fmla="*/ 423322 h 560417"/>
              <a:gd name="connsiteX618" fmla="*/ 1693357 w 2491113"/>
              <a:gd name="connsiteY618" fmla="*/ 431266 h 560417"/>
              <a:gd name="connsiteX619" fmla="*/ 1695769 w 2491113"/>
              <a:gd name="connsiteY619" fmla="*/ 433678 h 560417"/>
              <a:gd name="connsiteX620" fmla="*/ 1704338 w 2491113"/>
              <a:gd name="connsiteY620" fmla="*/ 461692 h 560417"/>
              <a:gd name="connsiteX621" fmla="*/ 1695769 w 2491113"/>
              <a:gd name="connsiteY621" fmla="*/ 489128 h 560417"/>
              <a:gd name="connsiteX622" fmla="*/ 1651019 w 2491113"/>
              <a:gd name="connsiteY622" fmla="*/ 490967 h 560417"/>
              <a:gd name="connsiteX623" fmla="*/ 1649178 w 2491113"/>
              <a:gd name="connsiteY623" fmla="*/ 489128 h 560417"/>
              <a:gd name="connsiteX624" fmla="*/ 1649177 w 2491113"/>
              <a:gd name="connsiteY624" fmla="*/ 489128 h 560417"/>
              <a:gd name="connsiteX625" fmla="*/ 1640610 w 2491113"/>
              <a:gd name="connsiteY625" fmla="*/ 461692 h 560417"/>
              <a:gd name="connsiteX626" fmla="*/ 1649177 w 2491113"/>
              <a:gd name="connsiteY626" fmla="*/ 433678 h 560417"/>
              <a:gd name="connsiteX627" fmla="*/ 1670767 w 2491113"/>
              <a:gd name="connsiteY627" fmla="*/ 423322 h 560417"/>
              <a:gd name="connsiteX628" fmla="*/ 2386470 w 2491113"/>
              <a:gd name="connsiteY628" fmla="*/ 423282 h 560417"/>
              <a:gd name="connsiteX629" fmla="*/ 2406397 w 2491113"/>
              <a:gd name="connsiteY629" fmla="*/ 429828 h 560417"/>
              <a:gd name="connsiteX630" fmla="*/ 2415542 w 2491113"/>
              <a:gd name="connsiteY630" fmla="*/ 447541 h 560417"/>
              <a:gd name="connsiteX631" fmla="*/ 2401969 w 2491113"/>
              <a:gd name="connsiteY631" fmla="*/ 447541 h 560417"/>
              <a:gd name="connsiteX632" fmla="*/ 2397059 w 2491113"/>
              <a:gd name="connsiteY632" fmla="*/ 439358 h 560417"/>
              <a:gd name="connsiteX633" fmla="*/ 2387433 w 2491113"/>
              <a:gd name="connsiteY633" fmla="*/ 435797 h 560417"/>
              <a:gd name="connsiteX634" fmla="*/ 2373282 w 2491113"/>
              <a:gd name="connsiteY634" fmla="*/ 442535 h 560417"/>
              <a:gd name="connsiteX635" fmla="*/ 2373282 w 2491113"/>
              <a:gd name="connsiteY635" fmla="*/ 480078 h 560417"/>
              <a:gd name="connsiteX636" fmla="*/ 2387626 w 2491113"/>
              <a:gd name="connsiteY636" fmla="*/ 486528 h 560417"/>
              <a:gd name="connsiteX637" fmla="*/ 2400140 w 2491113"/>
              <a:gd name="connsiteY637" fmla="*/ 479790 h 560417"/>
              <a:gd name="connsiteX638" fmla="*/ 2403797 w 2491113"/>
              <a:gd name="connsiteY638" fmla="*/ 470933 h 560417"/>
              <a:gd name="connsiteX639" fmla="*/ 2388203 w 2491113"/>
              <a:gd name="connsiteY639" fmla="*/ 470933 h 560417"/>
              <a:gd name="connsiteX640" fmla="*/ 2388203 w 2491113"/>
              <a:gd name="connsiteY640" fmla="*/ 458515 h 560417"/>
              <a:gd name="connsiteX641" fmla="*/ 2416023 w 2491113"/>
              <a:gd name="connsiteY641" fmla="*/ 458515 h 560417"/>
              <a:gd name="connsiteX642" fmla="*/ 2416023 w 2491113"/>
              <a:gd name="connsiteY642" fmla="*/ 497021 h 560417"/>
              <a:gd name="connsiteX643" fmla="*/ 2406397 w 2491113"/>
              <a:gd name="connsiteY643" fmla="*/ 497021 h 560417"/>
              <a:gd name="connsiteX644" fmla="*/ 2405050 w 2491113"/>
              <a:gd name="connsiteY644" fmla="*/ 487395 h 560417"/>
              <a:gd name="connsiteX645" fmla="*/ 2404857 w 2491113"/>
              <a:gd name="connsiteY645" fmla="*/ 489127 h 560417"/>
              <a:gd name="connsiteX646" fmla="*/ 2385604 w 2491113"/>
              <a:gd name="connsiteY646" fmla="*/ 499332 h 560417"/>
              <a:gd name="connsiteX647" fmla="*/ 2385604 w 2491113"/>
              <a:gd name="connsiteY647" fmla="*/ 498753 h 560417"/>
              <a:gd name="connsiteX648" fmla="*/ 2362500 w 2491113"/>
              <a:gd name="connsiteY648" fmla="*/ 489127 h 560417"/>
              <a:gd name="connsiteX649" fmla="*/ 2362500 w 2491113"/>
              <a:gd name="connsiteY649" fmla="*/ 433679 h 560417"/>
              <a:gd name="connsiteX650" fmla="*/ 2386470 w 2491113"/>
              <a:gd name="connsiteY650" fmla="*/ 423282 h 560417"/>
              <a:gd name="connsiteX651" fmla="*/ 1962616 w 2491113"/>
              <a:gd name="connsiteY651" fmla="*/ 423090 h 560417"/>
              <a:gd name="connsiteX652" fmla="*/ 1981869 w 2491113"/>
              <a:gd name="connsiteY652" fmla="*/ 430021 h 560417"/>
              <a:gd name="connsiteX653" fmla="*/ 1991495 w 2491113"/>
              <a:gd name="connsiteY653" fmla="*/ 448792 h 560417"/>
              <a:gd name="connsiteX654" fmla="*/ 1977633 w 2491113"/>
              <a:gd name="connsiteY654" fmla="*/ 448792 h 560417"/>
              <a:gd name="connsiteX655" fmla="*/ 1973012 w 2491113"/>
              <a:gd name="connsiteY655" fmla="*/ 439165 h 560417"/>
              <a:gd name="connsiteX656" fmla="*/ 1963386 w 2491113"/>
              <a:gd name="connsiteY656" fmla="*/ 435700 h 560417"/>
              <a:gd name="connsiteX657" fmla="*/ 1951257 w 2491113"/>
              <a:gd name="connsiteY657" fmla="*/ 442439 h 560417"/>
              <a:gd name="connsiteX658" fmla="*/ 1946924 w 2491113"/>
              <a:gd name="connsiteY658" fmla="*/ 461018 h 560417"/>
              <a:gd name="connsiteX659" fmla="*/ 1951257 w 2491113"/>
              <a:gd name="connsiteY659" fmla="*/ 479115 h 560417"/>
              <a:gd name="connsiteX660" fmla="*/ 1971838 w 2491113"/>
              <a:gd name="connsiteY660" fmla="*/ 483108 h 560417"/>
              <a:gd name="connsiteX661" fmla="*/ 1973494 w 2491113"/>
              <a:gd name="connsiteY661" fmla="*/ 481811 h 560417"/>
              <a:gd name="connsiteX662" fmla="*/ 1978114 w 2491113"/>
              <a:gd name="connsiteY662" fmla="*/ 471510 h 560417"/>
              <a:gd name="connsiteX663" fmla="*/ 1990918 w 2491113"/>
              <a:gd name="connsiteY663" fmla="*/ 471895 h 560417"/>
              <a:gd name="connsiteX664" fmla="*/ 1981869 w 2491113"/>
              <a:gd name="connsiteY664" fmla="*/ 491726 h 560417"/>
              <a:gd name="connsiteX665" fmla="*/ 1962616 w 2491113"/>
              <a:gd name="connsiteY665" fmla="*/ 499138 h 560417"/>
              <a:gd name="connsiteX666" fmla="*/ 1940378 w 2491113"/>
              <a:gd name="connsiteY666" fmla="*/ 488935 h 560417"/>
              <a:gd name="connsiteX667" fmla="*/ 1932100 w 2491113"/>
              <a:gd name="connsiteY667" fmla="*/ 461499 h 560417"/>
              <a:gd name="connsiteX668" fmla="*/ 1940378 w 2491113"/>
              <a:gd name="connsiteY668" fmla="*/ 433486 h 560417"/>
              <a:gd name="connsiteX669" fmla="*/ 1962616 w 2491113"/>
              <a:gd name="connsiteY669" fmla="*/ 423090 h 560417"/>
              <a:gd name="connsiteX670" fmla="*/ 1227248 w 2491113"/>
              <a:gd name="connsiteY670" fmla="*/ 423088 h 560417"/>
              <a:gd name="connsiteX671" fmla="*/ 1245443 w 2491113"/>
              <a:gd name="connsiteY671" fmla="*/ 429442 h 560417"/>
              <a:gd name="connsiteX672" fmla="*/ 1253144 w 2491113"/>
              <a:gd name="connsiteY672" fmla="*/ 446674 h 560417"/>
              <a:gd name="connsiteX673" fmla="*/ 1239089 w 2491113"/>
              <a:gd name="connsiteY673" fmla="*/ 446674 h 560417"/>
              <a:gd name="connsiteX674" fmla="*/ 1234950 w 2491113"/>
              <a:gd name="connsiteY674" fmla="*/ 438491 h 560417"/>
              <a:gd name="connsiteX675" fmla="*/ 1225323 w 2491113"/>
              <a:gd name="connsiteY675" fmla="*/ 435507 h 560417"/>
              <a:gd name="connsiteX676" fmla="*/ 1217141 w 2491113"/>
              <a:gd name="connsiteY676" fmla="*/ 438010 h 560417"/>
              <a:gd name="connsiteX677" fmla="*/ 1214156 w 2491113"/>
              <a:gd name="connsiteY677" fmla="*/ 445037 h 560417"/>
              <a:gd name="connsiteX678" fmla="*/ 1217237 w 2491113"/>
              <a:gd name="connsiteY678" fmla="*/ 450043 h 560417"/>
              <a:gd name="connsiteX679" fmla="*/ 1230329 w 2491113"/>
              <a:gd name="connsiteY679" fmla="*/ 454182 h 560417"/>
              <a:gd name="connsiteX680" fmla="*/ 1249582 w 2491113"/>
              <a:gd name="connsiteY680" fmla="*/ 462364 h 560417"/>
              <a:gd name="connsiteX681" fmla="*/ 1254395 w 2491113"/>
              <a:gd name="connsiteY681" fmla="*/ 476997 h 560417"/>
              <a:gd name="connsiteX682" fmla="*/ 1247078 w 2491113"/>
              <a:gd name="connsiteY682" fmla="*/ 493169 h 560417"/>
              <a:gd name="connsiteX683" fmla="*/ 1227152 w 2491113"/>
              <a:gd name="connsiteY683" fmla="*/ 499138 h 560417"/>
              <a:gd name="connsiteX684" fmla="*/ 1207900 w 2491113"/>
              <a:gd name="connsiteY684" fmla="*/ 492784 h 560417"/>
              <a:gd name="connsiteX685" fmla="*/ 1200294 w 2491113"/>
              <a:gd name="connsiteY685" fmla="*/ 474782 h 560417"/>
              <a:gd name="connsiteX686" fmla="*/ 1213675 w 2491113"/>
              <a:gd name="connsiteY686" fmla="*/ 474783 h 560417"/>
              <a:gd name="connsiteX687" fmla="*/ 1217526 w 2491113"/>
              <a:gd name="connsiteY687" fmla="*/ 483640 h 560417"/>
              <a:gd name="connsiteX688" fmla="*/ 1227152 w 2491113"/>
              <a:gd name="connsiteY688" fmla="*/ 486720 h 560417"/>
              <a:gd name="connsiteX689" fmla="*/ 1237549 w 2491113"/>
              <a:gd name="connsiteY689" fmla="*/ 484410 h 560417"/>
              <a:gd name="connsiteX690" fmla="*/ 1241304 w 2491113"/>
              <a:gd name="connsiteY690" fmla="*/ 477960 h 560417"/>
              <a:gd name="connsiteX691" fmla="*/ 1238608 w 2491113"/>
              <a:gd name="connsiteY691" fmla="*/ 471895 h 560417"/>
              <a:gd name="connsiteX692" fmla="*/ 1227344 w 2491113"/>
              <a:gd name="connsiteY692" fmla="*/ 467948 h 560417"/>
              <a:gd name="connsiteX693" fmla="*/ 1206263 w 2491113"/>
              <a:gd name="connsiteY693" fmla="*/ 459669 h 560417"/>
              <a:gd name="connsiteX694" fmla="*/ 1200968 w 2491113"/>
              <a:gd name="connsiteY694" fmla="*/ 445904 h 560417"/>
              <a:gd name="connsiteX695" fmla="*/ 1207996 w 2491113"/>
              <a:gd name="connsiteY695" fmla="*/ 429249 h 560417"/>
              <a:gd name="connsiteX696" fmla="*/ 1227248 w 2491113"/>
              <a:gd name="connsiteY696" fmla="*/ 423088 h 560417"/>
              <a:gd name="connsiteX697" fmla="*/ 1024986 w 2491113"/>
              <a:gd name="connsiteY697" fmla="*/ 422825 h 560417"/>
              <a:gd name="connsiteX698" fmla="*/ 1047620 w 2491113"/>
              <a:gd name="connsiteY698" fmla="*/ 429251 h 560417"/>
              <a:gd name="connsiteX699" fmla="*/ 1056765 w 2491113"/>
              <a:gd name="connsiteY699" fmla="*/ 446963 h 560417"/>
              <a:gd name="connsiteX700" fmla="*/ 1042903 w 2491113"/>
              <a:gd name="connsiteY700" fmla="*/ 446963 h 560417"/>
              <a:gd name="connsiteX701" fmla="*/ 1038089 w 2491113"/>
              <a:gd name="connsiteY701" fmla="*/ 438781 h 560417"/>
              <a:gd name="connsiteX702" fmla="*/ 1028463 w 2491113"/>
              <a:gd name="connsiteY702" fmla="*/ 435219 h 560417"/>
              <a:gd name="connsiteX703" fmla="*/ 1014312 w 2491113"/>
              <a:gd name="connsiteY703" fmla="*/ 441958 h 560417"/>
              <a:gd name="connsiteX704" fmla="*/ 1009210 w 2491113"/>
              <a:gd name="connsiteY704" fmla="*/ 461211 h 560417"/>
              <a:gd name="connsiteX705" fmla="*/ 1014119 w 2491113"/>
              <a:gd name="connsiteY705" fmla="*/ 479886 h 560417"/>
              <a:gd name="connsiteX706" fmla="*/ 1028463 w 2491113"/>
              <a:gd name="connsiteY706" fmla="*/ 486336 h 560417"/>
              <a:gd name="connsiteX707" fmla="*/ 1040978 w 2491113"/>
              <a:gd name="connsiteY707" fmla="*/ 479597 h 560417"/>
              <a:gd name="connsiteX708" fmla="*/ 1044635 w 2491113"/>
              <a:gd name="connsiteY708" fmla="*/ 470741 h 560417"/>
              <a:gd name="connsiteX709" fmla="*/ 1029041 w 2491113"/>
              <a:gd name="connsiteY709" fmla="*/ 470741 h 560417"/>
              <a:gd name="connsiteX710" fmla="*/ 1029041 w 2491113"/>
              <a:gd name="connsiteY710" fmla="*/ 458322 h 560417"/>
              <a:gd name="connsiteX711" fmla="*/ 1057150 w 2491113"/>
              <a:gd name="connsiteY711" fmla="*/ 458322 h 560417"/>
              <a:gd name="connsiteX712" fmla="*/ 1057150 w 2491113"/>
              <a:gd name="connsiteY712" fmla="*/ 496828 h 560417"/>
              <a:gd name="connsiteX713" fmla="*/ 1047524 w 2491113"/>
              <a:gd name="connsiteY713" fmla="*/ 496828 h 560417"/>
              <a:gd name="connsiteX714" fmla="*/ 1046176 w 2491113"/>
              <a:gd name="connsiteY714" fmla="*/ 487202 h 560417"/>
              <a:gd name="connsiteX715" fmla="*/ 1045406 w 2491113"/>
              <a:gd name="connsiteY715" fmla="*/ 488357 h 560417"/>
              <a:gd name="connsiteX716" fmla="*/ 1026263 w 2491113"/>
              <a:gd name="connsiteY716" fmla="*/ 498503 h 560417"/>
              <a:gd name="connsiteX717" fmla="*/ 1003819 w 2491113"/>
              <a:gd name="connsiteY717" fmla="*/ 488550 h 560417"/>
              <a:gd name="connsiteX718" fmla="*/ 1003819 w 2491113"/>
              <a:gd name="connsiteY718" fmla="*/ 433101 h 560417"/>
              <a:gd name="connsiteX719" fmla="*/ 1024986 w 2491113"/>
              <a:gd name="connsiteY719" fmla="*/ 422825 h 560417"/>
              <a:gd name="connsiteX720" fmla="*/ 453475 w 2491113"/>
              <a:gd name="connsiteY720" fmla="*/ 422716 h 560417"/>
              <a:gd name="connsiteX721" fmla="*/ 451736 w 2491113"/>
              <a:gd name="connsiteY721" fmla="*/ 424676 h 560417"/>
              <a:gd name="connsiteX722" fmla="*/ 449968 w 2491113"/>
              <a:gd name="connsiteY722" fmla="*/ 426609 h 560417"/>
              <a:gd name="connsiteX723" fmla="*/ 457562 w 2491113"/>
              <a:gd name="connsiteY723" fmla="*/ 433457 h 560417"/>
              <a:gd name="connsiteX724" fmla="*/ 451018 w 2491113"/>
              <a:gd name="connsiteY724" fmla="*/ 440746 h 560417"/>
              <a:gd name="connsiteX725" fmla="*/ 443424 w 2491113"/>
              <a:gd name="connsiteY725" fmla="*/ 433899 h 560417"/>
              <a:gd name="connsiteX726" fmla="*/ 441657 w 2491113"/>
              <a:gd name="connsiteY726" fmla="*/ 435859 h 560417"/>
              <a:gd name="connsiteX727" fmla="*/ 439918 w 2491113"/>
              <a:gd name="connsiteY727" fmla="*/ 437792 h 560417"/>
              <a:gd name="connsiteX728" fmla="*/ 460130 w 2491113"/>
              <a:gd name="connsiteY728" fmla="*/ 456099 h 560417"/>
              <a:gd name="connsiteX729" fmla="*/ 461869 w 2491113"/>
              <a:gd name="connsiteY729" fmla="*/ 454138 h 560417"/>
              <a:gd name="connsiteX730" fmla="*/ 463636 w 2491113"/>
              <a:gd name="connsiteY730" fmla="*/ 452205 h 560417"/>
              <a:gd name="connsiteX731" fmla="*/ 454442 w 2491113"/>
              <a:gd name="connsiteY731" fmla="*/ 443922 h 560417"/>
              <a:gd name="connsiteX732" fmla="*/ 461013 w 2491113"/>
              <a:gd name="connsiteY732" fmla="*/ 436632 h 560417"/>
              <a:gd name="connsiteX733" fmla="*/ 470181 w 2491113"/>
              <a:gd name="connsiteY733" fmla="*/ 444916 h 560417"/>
              <a:gd name="connsiteX734" fmla="*/ 471948 w 2491113"/>
              <a:gd name="connsiteY734" fmla="*/ 442955 h 560417"/>
              <a:gd name="connsiteX735" fmla="*/ 473742 w 2491113"/>
              <a:gd name="connsiteY735" fmla="*/ 440967 h 560417"/>
              <a:gd name="connsiteX736" fmla="*/ 279877 w 2491113"/>
              <a:gd name="connsiteY736" fmla="*/ 409075 h 560417"/>
              <a:gd name="connsiteX737" fmla="*/ 281893 w 2491113"/>
              <a:gd name="connsiteY737" fmla="*/ 411616 h 560417"/>
              <a:gd name="connsiteX738" fmla="*/ 284102 w 2491113"/>
              <a:gd name="connsiteY738" fmla="*/ 413742 h 560417"/>
              <a:gd name="connsiteX739" fmla="*/ 283494 w 2491113"/>
              <a:gd name="connsiteY739" fmla="*/ 414404 h 560417"/>
              <a:gd name="connsiteX740" fmla="*/ 283494 w 2491113"/>
              <a:gd name="connsiteY740" fmla="*/ 431414 h 560417"/>
              <a:gd name="connsiteX741" fmla="*/ 292054 w 2491113"/>
              <a:gd name="connsiteY741" fmla="*/ 432905 h 560417"/>
              <a:gd name="connsiteX742" fmla="*/ 298709 w 2491113"/>
              <a:gd name="connsiteY742" fmla="*/ 436964 h 560417"/>
              <a:gd name="connsiteX743" fmla="*/ 305170 w 2491113"/>
              <a:gd name="connsiteY743" fmla="*/ 438758 h 560417"/>
              <a:gd name="connsiteX744" fmla="*/ 308456 w 2491113"/>
              <a:gd name="connsiteY744" fmla="*/ 441961 h 560417"/>
              <a:gd name="connsiteX745" fmla="*/ 312128 w 2491113"/>
              <a:gd name="connsiteY745" fmla="*/ 442293 h 560417"/>
              <a:gd name="connsiteX746" fmla="*/ 317264 w 2491113"/>
              <a:gd name="connsiteY746" fmla="*/ 446131 h 560417"/>
              <a:gd name="connsiteX747" fmla="*/ 321240 w 2491113"/>
              <a:gd name="connsiteY747" fmla="*/ 448588 h 560417"/>
              <a:gd name="connsiteX748" fmla="*/ 323228 w 2491113"/>
              <a:gd name="connsiteY748" fmla="*/ 451073 h 560417"/>
              <a:gd name="connsiteX749" fmla="*/ 326928 w 2491113"/>
              <a:gd name="connsiteY749" fmla="*/ 452564 h 560417"/>
              <a:gd name="connsiteX750" fmla="*/ 331125 w 2491113"/>
              <a:gd name="connsiteY750" fmla="*/ 453061 h 560417"/>
              <a:gd name="connsiteX751" fmla="*/ 336648 w 2491113"/>
              <a:gd name="connsiteY751" fmla="*/ 455270 h 560417"/>
              <a:gd name="connsiteX752" fmla="*/ 344628 w 2491113"/>
              <a:gd name="connsiteY752" fmla="*/ 459716 h 560417"/>
              <a:gd name="connsiteX753" fmla="*/ 360118 w 2491113"/>
              <a:gd name="connsiteY753" fmla="*/ 462339 h 560417"/>
              <a:gd name="connsiteX754" fmla="*/ 201762 w 2491113"/>
              <a:gd name="connsiteY754" fmla="*/ 462505 h 560417"/>
              <a:gd name="connsiteX755" fmla="*/ 220677 w 2491113"/>
              <a:gd name="connsiteY755" fmla="*/ 460296 h 560417"/>
              <a:gd name="connsiteX756" fmla="*/ 228960 w 2491113"/>
              <a:gd name="connsiteY756" fmla="*/ 455850 h 560417"/>
              <a:gd name="connsiteX757" fmla="*/ 233406 w 2491113"/>
              <a:gd name="connsiteY757" fmla="*/ 451653 h 560417"/>
              <a:gd name="connsiteX758" fmla="*/ 237851 w 2491113"/>
              <a:gd name="connsiteY758" fmla="*/ 449417 h 560417"/>
              <a:gd name="connsiteX759" fmla="*/ 241828 w 2491113"/>
              <a:gd name="connsiteY759" fmla="*/ 447180 h 560417"/>
              <a:gd name="connsiteX760" fmla="*/ 245279 w 2491113"/>
              <a:gd name="connsiteY760" fmla="*/ 442735 h 560417"/>
              <a:gd name="connsiteX761" fmla="*/ 250470 w 2491113"/>
              <a:gd name="connsiteY761" fmla="*/ 440746 h 560417"/>
              <a:gd name="connsiteX762" fmla="*/ 255413 w 2491113"/>
              <a:gd name="connsiteY762" fmla="*/ 437295 h 560417"/>
              <a:gd name="connsiteX763" fmla="*/ 261846 w 2491113"/>
              <a:gd name="connsiteY763" fmla="*/ 435555 h 560417"/>
              <a:gd name="connsiteX764" fmla="*/ 267535 w 2491113"/>
              <a:gd name="connsiteY764" fmla="*/ 432104 h 560417"/>
              <a:gd name="connsiteX765" fmla="*/ 276564 w 2491113"/>
              <a:gd name="connsiteY765" fmla="*/ 431662 h 560417"/>
              <a:gd name="connsiteX766" fmla="*/ 276564 w 2491113"/>
              <a:gd name="connsiteY766" fmla="*/ 414763 h 560417"/>
              <a:gd name="connsiteX767" fmla="*/ 275735 w 2491113"/>
              <a:gd name="connsiteY767" fmla="*/ 413990 h 560417"/>
              <a:gd name="connsiteX768" fmla="*/ 277917 w 2491113"/>
              <a:gd name="connsiteY768" fmla="*/ 411616 h 560417"/>
              <a:gd name="connsiteX769" fmla="*/ 279877 w 2491113"/>
              <a:gd name="connsiteY769" fmla="*/ 409075 h 560417"/>
              <a:gd name="connsiteX770" fmla="*/ 470153 w 2491113"/>
              <a:gd name="connsiteY770" fmla="*/ 399908 h 560417"/>
              <a:gd name="connsiteX771" fmla="*/ 468745 w 2491113"/>
              <a:gd name="connsiteY771" fmla="*/ 401924 h 560417"/>
              <a:gd name="connsiteX772" fmla="*/ 467336 w 2491113"/>
              <a:gd name="connsiteY772" fmla="*/ 403939 h 560417"/>
              <a:gd name="connsiteX773" fmla="*/ 483020 w 2491113"/>
              <a:gd name="connsiteY773" fmla="*/ 414984 h 560417"/>
              <a:gd name="connsiteX774" fmla="*/ 461566 w 2491113"/>
              <a:gd name="connsiteY774" fmla="*/ 412223 h 560417"/>
              <a:gd name="connsiteX775" fmla="*/ 459992 w 2491113"/>
              <a:gd name="connsiteY775" fmla="*/ 414487 h 560417"/>
              <a:gd name="connsiteX776" fmla="*/ 458418 w 2491113"/>
              <a:gd name="connsiteY776" fmla="*/ 416724 h 560417"/>
              <a:gd name="connsiteX777" fmla="*/ 480756 w 2491113"/>
              <a:gd name="connsiteY777" fmla="*/ 432380 h 560417"/>
              <a:gd name="connsiteX778" fmla="*/ 482164 w 2491113"/>
              <a:gd name="connsiteY778" fmla="*/ 430364 h 560417"/>
              <a:gd name="connsiteX779" fmla="*/ 483545 w 2491113"/>
              <a:gd name="connsiteY779" fmla="*/ 428348 h 560417"/>
              <a:gd name="connsiteX780" fmla="*/ 467447 w 2491113"/>
              <a:gd name="connsiteY780" fmla="*/ 417083 h 560417"/>
              <a:gd name="connsiteX781" fmla="*/ 489537 w 2491113"/>
              <a:gd name="connsiteY781" fmla="*/ 419844 h 560417"/>
              <a:gd name="connsiteX782" fmla="*/ 491055 w 2491113"/>
              <a:gd name="connsiteY782" fmla="*/ 417690 h 560417"/>
              <a:gd name="connsiteX783" fmla="*/ 492491 w 2491113"/>
              <a:gd name="connsiteY783" fmla="*/ 415564 h 560417"/>
              <a:gd name="connsiteX784" fmla="*/ 84880 w 2491113"/>
              <a:gd name="connsiteY784" fmla="*/ 397506 h 560417"/>
              <a:gd name="connsiteX785" fmla="*/ 67208 w 2491113"/>
              <a:gd name="connsiteY785" fmla="*/ 408827 h 560417"/>
              <a:gd name="connsiteX786" fmla="*/ 68727 w 2491113"/>
              <a:gd name="connsiteY786" fmla="*/ 418187 h 560417"/>
              <a:gd name="connsiteX787" fmla="*/ 75851 w 2491113"/>
              <a:gd name="connsiteY787" fmla="*/ 422108 h 560417"/>
              <a:gd name="connsiteX788" fmla="*/ 76376 w 2491113"/>
              <a:gd name="connsiteY788" fmla="*/ 422108 h 560417"/>
              <a:gd name="connsiteX789" fmla="*/ 73614 w 2491113"/>
              <a:gd name="connsiteY789" fmla="*/ 424455 h 560417"/>
              <a:gd name="connsiteX790" fmla="*/ 75520 w 2491113"/>
              <a:gd name="connsiteY790" fmla="*/ 427410 h 560417"/>
              <a:gd name="connsiteX791" fmla="*/ 87862 w 2491113"/>
              <a:gd name="connsiteY791" fmla="*/ 419402 h 560417"/>
              <a:gd name="connsiteX792" fmla="*/ 82147 w 2491113"/>
              <a:gd name="connsiteY792" fmla="*/ 410566 h 560417"/>
              <a:gd name="connsiteX793" fmla="*/ 78198 w 2491113"/>
              <a:gd name="connsiteY793" fmla="*/ 413134 h 560417"/>
              <a:gd name="connsiteX794" fmla="*/ 81263 w 2491113"/>
              <a:gd name="connsiteY794" fmla="*/ 418187 h 560417"/>
              <a:gd name="connsiteX795" fmla="*/ 77701 w 2491113"/>
              <a:gd name="connsiteY795" fmla="*/ 418878 h 560417"/>
              <a:gd name="connsiteX796" fmla="*/ 73007 w 2491113"/>
              <a:gd name="connsiteY796" fmla="*/ 416282 h 560417"/>
              <a:gd name="connsiteX797" fmla="*/ 72096 w 2491113"/>
              <a:gd name="connsiteY797" fmla="*/ 410401 h 560417"/>
              <a:gd name="connsiteX798" fmla="*/ 77011 w 2491113"/>
              <a:gd name="connsiteY798" fmla="*/ 405016 h 560417"/>
              <a:gd name="connsiteX799" fmla="*/ 84024 w 2491113"/>
              <a:gd name="connsiteY799" fmla="*/ 402752 h 560417"/>
              <a:gd name="connsiteX800" fmla="*/ 89105 w 2491113"/>
              <a:gd name="connsiteY800" fmla="*/ 405845 h 560417"/>
              <a:gd name="connsiteX801" fmla="*/ 89933 w 2491113"/>
              <a:gd name="connsiteY801" fmla="*/ 409600 h 560417"/>
              <a:gd name="connsiteX802" fmla="*/ 88332 w 2491113"/>
              <a:gd name="connsiteY802" fmla="*/ 412858 h 560417"/>
              <a:gd name="connsiteX803" fmla="*/ 91424 w 2491113"/>
              <a:gd name="connsiteY803" fmla="*/ 417248 h 560417"/>
              <a:gd name="connsiteX804" fmla="*/ 95180 w 2491113"/>
              <a:gd name="connsiteY804" fmla="*/ 410704 h 560417"/>
              <a:gd name="connsiteX805" fmla="*/ 93164 w 2491113"/>
              <a:gd name="connsiteY805" fmla="*/ 403028 h 560417"/>
              <a:gd name="connsiteX806" fmla="*/ 84880 w 2491113"/>
              <a:gd name="connsiteY806" fmla="*/ 397506 h 560417"/>
              <a:gd name="connsiteX807" fmla="*/ 487632 w 2491113"/>
              <a:gd name="connsiteY807" fmla="*/ 381629 h 560417"/>
              <a:gd name="connsiteX808" fmla="*/ 494728 w 2491113"/>
              <a:gd name="connsiteY808" fmla="*/ 383369 h 560417"/>
              <a:gd name="connsiteX809" fmla="*/ 500223 w 2491113"/>
              <a:gd name="connsiteY809" fmla="*/ 388118 h 560417"/>
              <a:gd name="connsiteX810" fmla="*/ 500712 w 2491113"/>
              <a:gd name="connsiteY810" fmla="*/ 389714 h 560417"/>
              <a:gd name="connsiteX811" fmla="*/ 495529 w 2491113"/>
              <a:gd name="connsiteY811" fmla="*/ 396954 h 560417"/>
              <a:gd name="connsiteX812" fmla="*/ 488543 w 2491113"/>
              <a:gd name="connsiteY812" fmla="*/ 395297 h 560417"/>
              <a:gd name="connsiteX813" fmla="*/ 483020 w 2491113"/>
              <a:gd name="connsiteY813" fmla="*/ 390382 h 560417"/>
              <a:gd name="connsiteX814" fmla="*/ 483020 w 2491113"/>
              <a:gd name="connsiteY814" fmla="*/ 384860 h 560417"/>
              <a:gd name="connsiteX815" fmla="*/ 487632 w 2491113"/>
              <a:gd name="connsiteY815" fmla="*/ 381629 h 560417"/>
              <a:gd name="connsiteX816" fmla="*/ 486416 w 2491113"/>
              <a:gd name="connsiteY816" fmla="*/ 376714 h 560417"/>
              <a:gd name="connsiteX817" fmla="*/ 485218 w 2491113"/>
              <a:gd name="connsiteY817" fmla="*/ 377078 h 560417"/>
              <a:gd name="connsiteX818" fmla="*/ 478133 w 2491113"/>
              <a:gd name="connsiteY818" fmla="*/ 392259 h 560417"/>
              <a:gd name="connsiteX819" fmla="*/ 485947 w 2491113"/>
              <a:gd name="connsiteY819" fmla="*/ 400101 h 560417"/>
              <a:gd name="connsiteX820" fmla="*/ 496660 w 2491113"/>
              <a:gd name="connsiteY820" fmla="*/ 402089 h 560417"/>
              <a:gd name="connsiteX821" fmla="*/ 504171 w 2491113"/>
              <a:gd name="connsiteY821" fmla="*/ 396153 h 560417"/>
              <a:gd name="connsiteX822" fmla="*/ 504116 w 2491113"/>
              <a:gd name="connsiteY822" fmla="*/ 396098 h 560417"/>
              <a:gd name="connsiteX823" fmla="*/ 504944 w 2491113"/>
              <a:gd name="connsiteY823" fmla="*/ 386571 h 560417"/>
              <a:gd name="connsiteX824" fmla="*/ 497296 w 2491113"/>
              <a:gd name="connsiteY824" fmla="*/ 378812 h 560417"/>
              <a:gd name="connsiteX825" fmla="*/ 486416 w 2491113"/>
              <a:gd name="connsiteY825" fmla="*/ 376714 h 560417"/>
              <a:gd name="connsiteX826" fmla="*/ 73670 w 2491113"/>
              <a:gd name="connsiteY826" fmla="*/ 368071 h 560417"/>
              <a:gd name="connsiteX827" fmla="*/ 48957 w 2491113"/>
              <a:gd name="connsiteY827" fmla="*/ 379613 h 560417"/>
              <a:gd name="connsiteX828" fmla="*/ 49978 w 2491113"/>
              <a:gd name="connsiteY828" fmla="*/ 381822 h 560417"/>
              <a:gd name="connsiteX829" fmla="*/ 51028 w 2491113"/>
              <a:gd name="connsiteY829" fmla="*/ 384031 h 560417"/>
              <a:gd name="connsiteX830" fmla="*/ 68838 w 2491113"/>
              <a:gd name="connsiteY830" fmla="*/ 375747 h 560417"/>
              <a:gd name="connsiteX831" fmla="*/ 55390 w 2491113"/>
              <a:gd name="connsiteY831" fmla="*/ 393447 h 560417"/>
              <a:gd name="connsiteX832" fmla="*/ 56495 w 2491113"/>
              <a:gd name="connsiteY832" fmla="*/ 395794 h 560417"/>
              <a:gd name="connsiteX833" fmla="*/ 57599 w 2491113"/>
              <a:gd name="connsiteY833" fmla="*/ 398113 h 560417"/>
              <a:gd name="connsiteX834" fmla="*/ 82312 w 2491113"/>
              <a:gd name="connsiteY834" fmla="*/ 386599 h 560417"/>
              <a:gd name="connsiteX835" fmla="*/ 81263 w 2491113"/>
              <a:gd name="connsiteY835" fmla="*/ 384362 h 560417"/>
              <a:gd name="connsiteX836" fmla="*/ 80241 w 2491113"/>
              <a:gd name="connsiteY836" fmla="*/ 382153 h 560417"/>
              <a:gd name="connsiteX837" fmla="*/ 62901 w 2491113"/>
              <a:gd name="connsiteY837" fmla="*/ 390244 h 560417"/>
              <a:gd name="connsiteX838" fmla="*/ 75989 w 2491113"/>
              <a:gd name="connsiteY838" fmla="*/ 373069 h 560417"/>
              <a:gd name="connsiteX839" fmla="*/ 74829 w 2491113"/>
              <a:gd name="connsiteY839" fmla="*/ 370584 h 560417"/>
              <a:gd name="connsiteX840" fmla="*/ 514719 w 2491113"/>
              <a:gd name="connsiteY840" fmla="*/ 356888 h 560417"/>
              <a:gd name="connsiteX841" fmla="*/ 510246 w 2491113"/>
              <a:gd name="connsiteY841" fmla="*/ 368541 h 560417"/>
              <a:gd name="connsiteX842" fmla="*/ 489316 w 2491113"/>
              <a:gd name="connsiteY842" fmla="*/ 360505 h 560417"/>
              <a:gd name="connsiteX843" fmla="*/ 488377 w 2491113"/>
              <a:gd name="connsiteY843" fmla="*/ 362963 h 560417"/>
              <a:gd name="connsiteX844" fmla="*/ 487438 w 2491113"/>
              <a:gd name="connsiteY844" fmla="*/ 365393 h 560417"/>
              <a:gd name="connsiteX845" fmla="*/ 512952 w 2491113"/>
              <a:gd name="connsiteY845" fmla="*/ 375195 h 560417"/>
              <a:gd name="connsiteX846" fmla="*/ 519247 w 2491113"/>
              <a:gd name="connsiteY846" fmla="*/ 358628 h 560417"/>
              <a:gd name="connsiteX847" fmla="*/ 516983 w 2491113"/>
              <a:gd name="connsiteY847" fmla="*/ 357772 h 560417"/>
              <a:gd name="connsiteX848" fmla="*/ 68865 w 2491113"/>
              <a:gd name="connsiteY848" fmla="*/ 355949 h 560417"/>
              <a:gd name="connsiteX849" fmla="*/ 43407 w 2491113"/>
              <a:gd name="connsiteY849" fmla="*/ 365724 h 560417"/>
              <a:gd name="connsiteX850" fmla="*/ 44346 w 2491113"/>
              <a:gd name="connsiteY850" fmla="*/ 368182 h 560417"/>
              <a:gd name="connsiteX851" fmla="*/ 45284 w 2491113"/>
              <a:gd name="connsiteY851" fmla="*/ 370612 h 560417"/>
              <a:gd name="connsiteX852" fmla="*/ 70743 w 2491113"/>
              <a:gd name="connsiteY852" fmla="*/ 360837 h 560417"/>
              <a:gd name="connsiteX853" fmla="*/ 69804 w 2491113"/>
              <a:gd name="connsiteY853" fmla="*/ 358407 h 560417"/>
              <a:gd name="connsiteX854" fmla="*/ 45533 w 2491113"/>
              <a:gd name="connsiteY854" fmla="*/ 337366 h 560417"/>
              <a:gd name="connsiteX855" fmla="*/ 43959 w 2491113"/>
              <a:gd name="connsiteY855" fmla="*/ 337781 h 560417"/>
              <a:gd name="connsiteX856" fmla="*/ 37443 w 2491113"/>
              <a:gd name="connsiteY856" fmla="*/ 341481 h 560417"/>
              <a:gd name="connsiteX857" fmla="*/ 36807 w 2491113"/>
              <a:gd name="connsiteY857" fmla="*/ 348108 h 560417"/>
              <a:gd name="connsiteX858" fmla="*/ 40425 w 2491113"/>
              <a:gd name="connsiteY858" fmla="*/ 353381 h 560417"/>
              <a:gd name="connsiteX859" fmla="*/ 40425 w 2491113"/>
              <a:gd name="connsiteY859" fmla="*/ 353326 h 560417"/>
              <a:gd name="connsiteX860" fmla="*/ 47024 w 2491113"/>
              <a:gd name="connsiteY860" fmla="*/ 353768 h 560417"/>
              <a:gd name="connsiteX861" fmla="*/ 65966 w 2491113"/>
              <a:gd name="connsiteY861" fmla="*/ 348687 h 560417"/>
              <a:gd name="connsiteX862" fmla="*/ 65276 w 2491113"/>
              <a:gd name="connsiteY862" fmla="*/ 346147 h 560417"/>
              <a:gd name="connsiteX863" fmla="*/ 64613 w 2491113"/>
              <a:gd name="connsiteY863" fmla="*/ 343634 h 560417"/>
              <a:gd name="connsiteX864" fmla="*/ 45671 w 2491113"/>
              <a:gd name="connsiteY864" fmla="*/ 348715 h 560417"/>
              <a:gd name="connsiteX865" fmla="*/ 42716 w 2491113"/>
              <a:gd name="connsiteY865" fmla="*/ 348715 h 560417"/>
              <a:gd name="connsiteX866" fmla="*/ 42435 w 2491113"/>
              <a:gd name="connsiteY866" fmla="*/ 348522 h 560417"/>
              <a:gd name="connsiteX867" fmla="*/ 41860 w 2491113"/>
              <a:gd name="connsiteY867" fmla="*/ 344187 h 560417"/>
              <a:gd name="connsiteX868" fmla="*/ 45229 w 2491113"/>
              <a:gd name="connsiteY868" fmla="*/ 342585 h 560417"/>
              <a:gd name="connsiteX869" fmla="*/ 46803 w 2491113"/>
              <a:gd name="connsiteY869" fmla="*/ 342171 h 560417"/>
              <a:gd name="connsiteX870" fmla="*/ 1073707 w 2491113"/>
              <a:gd name="connsiteY870" fmla="*/ 331638 h 560417"/>
              <a:gd name="connsiteX871" fmla="*/ 1073610 w 2491113"/>
              <a:gd name="connsiteY871" fmla="*/ 331831 h 560417"/>
              <a:gd name="connsiteX872" fmla="*/ 1073626 w 2491113"/>
              <a:gd name="connsiteY872" fmla="*/ 331726 h 560417"/>
              <a:gd name="connsiteX873" fmla="*/ 506076 w 2491113"/>
              <a:gd name="connsiteY873" fmla="*/ 328585 h 560417"/>
              <a:gd name="connsiteX874" fmla="*/ 513394 w 2491113"/>
              <a:gd name="connsiteY874" fmla="*/ 328585 h 560417"/>
              <a:gd name="connsiteX875" fmla="*/ 519689 w 2491113"/>
              <a:gd name="connsiteY875" fmla="*/ 332037 h 560417"/>
              <a:gd name="connsiteX876" fmla="*/ 520551 w 2491113"/>
              <a:gd name="connsiteY876" fmla="*/ 333470 h 560417"/>
              <a:gd name="connsiteX877" fmla="*/ 517259 w 2491113"/>
              <a:gd name="connsiteY877" fmla="*/ 341784 h 560417"/>
              <a:gd name="connsiteX878" fmla="*/ 510080 w 2491113"/>
              <a:gd name="connsiteY878" fmla="*/ 341784 h 560417"/>
              <a:gd name="connsiteX879" fmla="*/ 503647 w 2491113"/>
              <a:gd name="connsiteY879" fmla="*/ 338305 h 560417"/>
              <a:gd name="connsiteX880" fmla="*/ 502641 w 2491113"/>
              <a:gd name="connsiteY880" fmla="*/ 336629 h 560417"/>
              <a:gd name="connsiteX881" fmla="*/ 506076 w 2491113"/>
              <a:gd name="connsiteY881" fmla="*/ 328585 h 560417"/>
              <a:gd name="connsiteX882" fmla="*/ 514608 w 2491113"/>
              <a:gd name="connsiteY882" fmla="*/ 323505 h 560417"/>
              <a:gd name="connsiteX883" fmla="*/ 503564 w 2491113"/>
              <a:gd name="connsiteY883" fmla="*/ 324113 h 560417"/>
              <a:gd name="connsiteX884" fmla="*/ 502476 w 2491113"/>
              <a:gd name="connsiteY884" fmla="*/ 324767 h 560417"/>
              <a:gd name="connsiteX885" fmla="*/ 499311 w 2491113"/>
              <a:gd name="connsiteY885" fmla="*/ 341177 h 560417"/>
              <a:gd name="connsiteX886" fmla="*/ 508810 w 2491113"/>
              <a:gd name="connsiteY886" fmla="*/ 346920 h 560417"/>
              <a:gd name="connsiteX887" fmla="*/ 519689 w 2491113"/>
              <a:gd name="connsiteY887" fmla="*/ 346258 h 560417"/>
              <a:gd name="connsiteX888" fmla="*/ 525515 w 2491113"/>
              <a:gd name="connsiteY888" fmla="*/ 338664 h 560417"/>
              <a:gd name="connsiteX889" fmla="*/ 523914 w 2491113"/>
              <a:gd name="connsiteY889" fmla="*/ 329193 h 560417"/>
              <a:gd name="connsiteX890" fmla="*/ 514608 w 2491113"/>
              <a:gd name="connsiteY890" fmla="*/ 323505 h 560417"/>
              <a:gd name="connsiteX891" fmla="*/ 59449 w 2491113"/>
              <a:gd name="connsiteY891" fmla="*/ 321710 h 560417"/>
              <a:gd name="connsiteX892" fmla="*/ 32693 w 2491113"/>
              <a:gd name="connsiteY892" fmla="*/ 326929 h 560417"/>
              <a:gd name="connsiteX893" fmla="*/ 33190 w 2491113"/>
              <a:gd name="connsiteY893" fmla="*/ 329497 h 560417"/>
              <a:gd name="connsiteX894" fmla="*/ 33687 w 2491113"/>
              <a:gd name="connsiteY894" fmla="*/ 332065 h 560417"/>
              <a:gd name="connsiteX895" fmla="*/ 60444 w 2491113"/>
              <a:gd name="connsiteY895" fmla="*/ 326874 h 560417"/>
              <a:gd name="connsiteX896" fmla="*/ 59947 w 2491113"/>
              <a:gd name="connsiteY896" fmla="*/ 324278 h 560417"/>
              <a:gd name="connsiteX897" fmla="*/ 117545 w 2491113"/>
              <a:gd name="connsiteY897" fmla="*/ 321434 h 560417"/>
              <a:gd name="connsiteX898" fmla="*/ 148719 w 2491113"/>
              <a:gd name="connsiteY898" fmla="*/ 326377 h 560417"/>
              <a:gd name="connsiteX899" fmla="*/ 223548 w 2491113"/>
              <a:gd name="connsiteY899" fmla="*/ 325769 h 560417"/>
              <a:gd name="connsiteX900" fmla="*/ 234400 w 2491113"/>
              <a:gd name="connsiteY900" fmla="*/ 327537 h 560417"/>
              <a:gd name="connsiteX901" fmla="*/ 258229 w 2491113"/>
              <a:gd name="connsiteY901" fmla="*/ 330298 h 560417"/>
              <a:gd name="connsiteX902" fmla="*/ 250912 w 2491113"/>
              <a:gd name="connsiteY902" fmla="*/ 359871 h 560417"/>
              <a:gd name="connsiteX903" fmla="*/ 280209 w 2491113"/>
              <a:gd name="connsiteY903" fmla="*/ 364841 h 560417"/>
              <a:gd name="connsiteX904" fmla="*/ 309478 w 2491113"/>
              <a:gd name="connsiteY904" fmla="*/ 359871 h 560417"/>
              <a:gd name="connsiteX905" fmla="*/ 302160 w 2491113"/>
              <a:gd name="connsiteY905" fmla="*/ 330325 h 560417"/>
              <a:gd name="connsiteX906" fmla="*/ 325990 w 2491113"/>
              <a:gd name="connsiteY906" fmla="*/ 327564 h 560417"/>
              <a:gd name="connsiteX907" fmla="*/ 336869 w 2491113"/>
              <a:gd name="connsiteY907" fmla="*/ 325797 h 560417"/>
              <a:gd name="connsiteX908" fmla="*/ 411698 w 2491113"/>
              <a:gd name="connsiteY908" fmla="*/ 326405 h 560417"/>
              <a:gd name="connsiteX909" fmla="*/ 411808 w 2491113"/>
              <a:gd name="connsiteY909" fmla="*/ 326377 h 560417"/>
              <a:gd name="connsiteX910" fmla="*/ 442955 w 2491113"/>
              <a:gd name="connsiteY910" fmla="*/ 321434 h 560417"/>
              <a:gd name="connsiteX911" fmla="*/ 423350 w 2491113"/>
              <a:gd name="connsiteY911" fmla="*/ 343303 h 560417"/>
              <a:gd name="connsiteX912" fmla="*/ 299813 w 2491113"/>
              <a:gd name="connsiteY912" fmla="*/ 365945 h 560417"/>
              <a:gd name="connsiteX913" fmla="*/ 307738 w 2491113"/>
              <a:gd name="connsiteY913" fmla="*/ 397644 h 560417"/>
              <a:gd name="connsiteX914" fmla="*/ 280126 w 2491113"/>
              <a:gd name="connsiteY914" fmla="*/ 403608 h 560417"/>
              <a:gd name="connsiteX915" fmla="*/ 252514 w 2491113"/>
              <a:gd name="connsiteY915" fmla="*/ 397644 h 560417"/>
              <a:gd name="connsiteX916" fmla="*/ 260438 w 2491113"/>
              <a:gd name="connsiteY916" fmla="*/ 365945 h 560417"/>
              <a:gd name="connsiteX917" fmla="*/ 137150 w 2491113"/>
              <a:gd name="connsiteY917" fmla="*/ 343303 h 560417"/>
              <a:gd name="connsiteX918" fmla="*/ 117545 w 2491113"/>
              <a:gd name="connsiteY918" fmla="*/ 321434 h 560417"/>
              <a:gd name="connsiteX919" fmla="*/ 1039918 w 2491113"/>
              <a:gd name="connsiteY919" fmla="*/ 306128 h 560417"/>
              <a:gd name="connsiteX920" fmla="*/ 1049545 w 2491113"/>
              <a:gd name="connsiteY920" fmla="*/ 318161 h 560417"/>
              <a:gd name="connsiteX921" fmla="*/ 1059748 w 2491113"/>
              <a:gd name="connsiteY921" fmla="*/ 315658 h 560417"/>
              <a:gd name="connsiteX922" fmla="*/ 1071589 w 2491113"/>
              <a:gd name="connsiteY922" fmla="*/ 315658 h 560417"/>
              <a:gd name="connsiteX923" fmla="*/ 1075729 w 2491113"/>
              <a:gd name="connsiteY923" fmla="*/ 317583 h 560417"/>
              <a:gd name="connsiteX924" fmla="*/ 1074766 w 2491113"/>
              <a:gd name="connsiteY924" fmla="*/ 324322 h 560417"/>
              <a:gd name="connsiteX925" fmla="*/ 1073626 w 2491113"/>
              <a:gd name="connsiteY925" fmla="*/ 331726 h 560417"/>
              <a:gd name="connsiteX926" fmla="*/ 1068509 w 2491113"/>
              <a:gd name="connsiteY926" fmla="*/ 337318 h 560417"/>
              <a:gd name="connsiteX927" fmla="*/ 1063214 w 2491113"/>
              <a:gd name="connsiteY927" fmla="*/ 341264 h 560417"/>
              <a:gd name="connsiteX928" fmla="*/ 1059460 w 2491113"/>
              <a:gd name="connsiteY928" fmla="*/ 351950 h 560417"/>
              <a:gd name="connsiteX929" fmla="*/ 1051951 w 2491113"/>
              <a:gd name="connsiteY929" fmla="*/ 357052 h 560417"/>
              <a:gd name="connsiteX930" fmla="*/ 1043287 w 2491113"/>
              <a:gd name="connsiteY930" fmla="*/ 357822 h 560417"/>
              <a:gd name="connsiteX931" fmla="*/ 1031832 w 2491113"/>
              <a:gd name="connsiteY931" fmla="*/ 362636 h 560417"/>
              <a:gd name="connsiteX932" fmla="*/ 1018161 w 2491113"/>
              <a:gd name="connsiteY932" fmla="*/ 351373 h 560417"/>
              <a:gd name="connsiteX933" fmla="*/ 1019606 w 2491113"/>
              <a:gd name="connsiteY933" fmla="*/ 342900 h 560417"/>
              <a:gd name="connsiteX934" fmla="*/ 1017584 w 2491113"/>
              <a:gd name="connsiteY934" fmla="*/ 336162 h 560417"/>
              <a:gd name="connsiteX935" fmla="*/ 1021724 w 2491113"/>
              <a:gd name="connsiteY935" fmla="*/ 328268 h 560417"/>
              <a:gd name="connsiteX936" fmla="*/ 1032217 w 2491113"/>
              <a:gd name="connsiteY936" fmla="*/ 310267 h 560417"/>
              <a:gd name="connsiteX937" fmla="*/ 1039918 w 2491113"/>
              <a:gd name="connsiteY937" fmla="*/ 306128 h 560417"/>
              <a:gd name="connsiteX938" fmla="*/ 56274 w 2491113"/>
              <a:gd name="connsiteY938" fmla="*/ 295893 h 560417"/>
              <a:gd name="connsiteX939" fmla="*/ 29214 w 2491113"/>
              <a:gd name="connsiteY939" fmla="*/ 299234 h 560417"/>
              <a:gd name="connsiteX940" fmla="*/ 31534 w 2491113"/>
              <a:gd name="connsiteY940" fmla="*/ 318231 h 560417"/>
              <a:gd name="connsiteX941" fmla="*/ 33936 w 2491113"/>
              <a:gd name="connsiteY941" fmla="*/ 317955 h 560417"/>
              <a:gd name="connsiteX942" fmla="*/ 36338 w 2491113"/>
              <a:gd name="connsiteY942" fmla="*/ 317651 h 560417"/>
              <a:gd name="connsiteX943" fmla="*/ 34654 w 2491113"/>
              <a:gd name="connsiteY943" fmla="*/ 303845 h 560417"/>
              <a:gd name="connsiteX944" fmla="*/ 41695 w 2491113"/>
              <a:gd name="connsiteY944" fmla="*/ 302962 h 560417"/>
              <a:gd name="connsiteX945" fmla="*/ 43186 w 2491113"/>
              <a:gd name="connsiteY945" fmla="*/ 315139 h 560417"/>
              <a:gd name="connsiteX946" fmla="*/ 45533 w 2491113"/>
              <a:gd name="connsiteY946" fmla="*/ 314863 h 560417"/>
              <a:gd name="connsiteX947" fmla="*/ 47852 w 2491113"/>
              <a:gd name="connsiteY947" fmla="*/ 314586 h 560417"/>
              <a:gd name="connsiteX948" fmla="*/ 46361 w 2491113"/>
              <a:gd name="connsiteY948" fmla="*/ 302409 h 560417"/>
              <a:gd name="connsiteX949" fmla="*/ 52105 w 2491113"/>
              <a:gd name="connsiteY949" fmla="*/ 301691 h 560417"/>
              <a:gd name="connsiteX950" fmla="*/ 53706 w 2491113"/>
              <a:gd name="connsiteY950" fmla="*/ 314807 h 560417"/>
              <a:gd name="connsiteX951" fmla="*/ 56136 w 2491113"/>
              <a:gd name="connsiteY951" fmla="*/ 314531 h 560417"/>
              <a:gd name="connsiteX952" fmla="*/ 58511 w 2491113"/>
              <a:gd name="connsiteY952" fmla="*/ 314227 h 560417"/>
              <a:gd name="connsiteX953" fmla="*/ 512620 w 2491113"/>
              <a:gd name="connsiteY953" fmla="*/ 291282 h 560417"/>
              <a:gd name="connsiteX954" fmla="*/ 505634 w 2491113"/>
              <a:gd name="connsiteY954" fmla="*/ 294043 h 560417"/>
              <a:gd name="connsiteX955" fmla="*/ 505634 w 2491113"/>
              <a:gd name="connsiteY955" fmla="*/ 310610 h 560417"/>
              <a:gd name="connsiteX956" fmla="*/ 526509 w 2491113"/>
              <a:gd name="connsiteY956" fmla="*/ 312571 h 560417"/>
              <a:gd name="connsiteX957" fmla="*/ 531093 w 2491113"/>
              <a:gd name="connsiteY957" fmla="*/ 304287 h 560417"/>
              <a:gd name="connsiteX958" fmla="*/ 527890 w 2491113"/>
              <a:gd name="connsiteY958" fmla="*/ 296804 h 560417"/>
              <a:gd name="connsiteX959" fmla="*/ 527476 w 2491113"/>
              <a:gd name="connsiteY959" fmla="*/ 296583 h 560417"/>
              <a:gd name="connsiteX960" fmla="*/ 531038 w 2491113"/>
              <a:gd name="connsiteY960" fmla="*/ 296362 h 560417"/>
              <a:gd name="connsiteX961" fmla="*/ 531286 w 2491113"/>
              <a:gd name="connsiteY961" fmla="*/ 292911 h 560417"/>
              <a:gd name="connsiteX962" fmla="*/ 516624 w 2491113"/>
              <a:gd name="connsiteY962" fmla="*/ 291641 h 560417"/>
              <a:gd name="connsiteX963" fmla="*/ 515713 w 2491113"/>
              <a:gd name="connsiteY963" fmla="*/ 302106 h 560417"/>
              <a:gd name="connsiteX964" fmla="*/ 520407 w 2491113"/>
              <a:gd name="connsiteY964" fmla="*/ 302520 h 560417"/>
              <a:gd name="connsiteX965" fmla="*/ 520904 w 2491113"/>
              <a:gd name="connsiteY965" fmla="*/ 296611 h 560417"/>
              <a:gd name="connsiteX966" fmla="*/ 524135 w 2491113"/>
              <a:gd name="connsiteY966" fmla="*/ 298268 h 560417"/>
              <a:gd name="connsiteX967" fmla="*/ 526233 w 2491113"/>
              <a:gd name="connsiteY967" fmla="*/ 303210 h 560417"/>
              <a:gd name="connsiteX968" fmla="*/ 523472 w 2491113"/>
              <a:gd name="connsiteY968" fmla="*/ 308401 h 560417"/>
              <a:gd name="connsiteX969" fmla="*/ 516265 w 2491113"/>
              <a:gd name="connsiteY969" fmla="*/ 309616 h 560417"/>
              <a:gd name="connsiteX970" fmla="*/ 509335 w 2491113"/>
              <a:gd name="connsiteY970" fmla="*/ 307076 h 560417"/>
              <a:gd name="connsiteX971" fmla="*/ 507236 w 2491113"/>
              <a:gd name="connsiteY971" fmla="*/ 301553 h 560417"/>
              <a:gd name="connsiteX972" fmla="*/ 508893 w 2491113"/>
              <a:gd name="connsiteY972" fmla="*/ 298047 h 560417"/>
              <a:gd name="connsiteX973" fmla="*/ 512179 w 2491113"/>
              <a:gd name="connsiteY973" fmla="*/ 296500 h 560417"/>
              <a:gd name="connsiteX974" fmla="*/ 135465 w 2491113"/>
              <a:gd name="connsiteY974" fmla="*/ 282804 h 560417"/>
              <a:gd name="connsiteX975" fmla="*/ 152751 w 2491113"/>
              <a:gd name="connsiteY975" fmla="*/ 284682 h 560417"/>
              <a:gd name="connsiteX976" fmla="*/ 167744 w 2491113"/>
              <a:gd name="connsiteY976" fmla="*/ 284682 h 560417"/>
              <a:gd name="connsiteX977" fmla="*/ 184919 w 2491113"/>
              <a:gd name="connsiteY977" fmla="*/ 284516 h 560417"/>
              <a:gd name="connsiteX978" fmla="*/ 210847 w 2491113"/>
              <a:gd name="connsiteY978" fmla="*/ 285179 h 560417"/>
              <a:gd name="connsiteX979" fmla="*/ 238873 w 2491113"/>
              <a:gd name="connsiteY979" fmla="*/ 291695 h 560417"/>
              <a:gd name="connsiteX980" fmla="*/ 258671 w 2491113"/>
              <a:gd name="connsiteY980" fmla="*/ 293048 h 560417"/>
              <a:gd name="connsiteX981" fmla="*/ 251989 w 2491113"/>
              <a:gd name="connsiteY981" fmla="*/ 321461 h 560417"/>
              <a:gd name="connsiteX982" fmla="*/ 279601 w 2491113"/>
              <a:gd name="connsiteY982" fmla="*/ 324720 h 560417"/>
              <a:gd name="connsiteX983" fmla="*/ 279905 w 2491113"/>
              <a:gd name="connsiteY983" fmla="*/ 324720 h 560417"/>
              <a:gd name="connsiteX984" fmla="*/ 280264 w 2491113"/>
              <a:gd name="connsiteY984" fmla="*/ 324720 h 560417"/>
              <a:gd name="connsiteX985" fmla="*/ 308069 w 2491113"/>
              <a:gd name="connsiteY985" fmla="*/ 321406 h 560417"/>
              <a:gd name="connsiteX986" fmla="*/ 301387 w 2491113"/>
              <a:gd name="connsiteY986" fmla="*/ 292993 h 560417"/>
              <a:gd name="connsiteX987" fmla="*/ 321185 w 2491113"/>
              <a:gd name="connsiteY987" fmla="*/ 291640 h 560417"/>
              <a:gd name="connsiteX988" fmla="*/ 349322 w 2491113"/>
              <a:gd name="connsiteY988" fmla="*/ 285207 h 560417"/>
              <a:gd name="connsiteX989" fmla="*/ 375249 w 2491113"/>
              <a:gd name="connsiteY989" fmla="*/ 284544 h 560417"/>
              <a:gd name="connsiteX990" fmla="*/ 392424 w 2491113"/>
              <a:gd name="connsiteY990" fmla="*/ 284710 h 560417"/>
              <a:gd name="connsiteX991" fmla="*/ 407418 w 2491113"/>
              <a:gd name="connsiteY991" fmla="*/ 284710 h 560417"/>
              <a:gd name="connsiteX992" fmla="*/ 407418 w 2491113"/>
              <a:gd name="connsiteY992" fmla="*/ 284682 h 560417"/>
              <a:gd name="connsiteX993" fmla="*/ 424703 w 2491113"/>
              <a:gd name="connsiteY993" fmla="*/ 282804 h 560417"/>
              <a:gd name="connsiteX994" fmla="*/ 408135 w 2491113"/>
              <a:gd name="connsiteY994" fmla="*/ 299123 h 560417"/>
              <a:gd name="connsiteX995" fmla="*/ 384030 w 2491113"/>
              <a:gd name="connsiteY995" fmla="*/ 310168 h 560417"/>
              <a:gd name="connsiteX996" fmla="*/ 325189 w 2491113"/>
              <a:gd name="connsiteY996" fmla="*/ 323173 h 560417"/>
              <a:gd name="connsiteX997" fmla="*/ 298929 w 2491113"/>
              <a:gd name="connsiteY997" fmla="*/ 326128 h 560417"/>
              <a:gd name="connsiteX998" fmla="*/ 296389 w 2491113"/>
              <a:gd name="connsiteY998" fmla="*/ 326376 h 560417"/>
              <a:gd name="connsiteX999" fmla="*/ 303762 w 2491113"/>
              <a:gd name="connsiteY999" fmla="*/ 356280 h 560417"/>
              <a:gd name="connsiteX1000" fmla="*/ 279987 w 2491113"/>
              <a:gd name="connsiteY1000" fmla="*/ 360312 h 560417"/>
              <a:gd name="connsiteX1001" fmla="*/ 256186 w 2491113"/>
              <a:gd name="connsiteY1001" fmla="*/ 356280 h 560417"/>
              <a:gd name="connsiteX1002" fmla="*/ 263586 w 2491113"/>
              <a:gd name="connsiteY1002" fmla="*/ 326376 h 560417"/>
              <a:gd name="connsiteX1003" fmla="*/ 261018 w 2491113"/>
              <a:gd name="connsiteY1003" fmla="*/ 326128 h 560417"/>
              <a:gd name="connsiteX1004" fmla="*/ 234759 w 2491113"/>
              <a:gd name="connsiteY1004" fmla="*/ 323173 h 560417"/>
              <a:gd name="connsiteX1005" fmla="*/ 176138 w 2491113"/>
              <a:gd name="connsiteY1005" fmla="*/ 310168 h 560417"/>
              <a:gd name="connsiteX1006" fmla="*/ 152033 w 2491113"/>
              <a:gd name="connsiteY1006" fmla="*/ 299123 h 560417"/>
              <a:gd name="connsiteX1007" fmla="*/ 135465 w 2491113"/>
              <a:gd name="connsiteY1007" fmla="*/ 282804 h 560417"/>
              <a:gd name="connsiteX1008" fmla="*/ 1168335 w 2491113"/>
              <a:gd name="connsiteY1008" fmla="*/ 282446 h 560417"/>
              <a:gd name="connsiteX1009" fmla="*/ 1176037 w 2491113"/>
              <a:gd name="connsiteY1009" fmla="*/ 284179 h 560417"/>
              <a:gd name="connsiteX1010" fmla="*/ 1183834 w 2491113"/>
              <a:gd name="connsiteY1010" fmla="*/ 288222 h 560417"/>
              <a:gd name="connsiteX1011" fmla="*/ 1191632 w 2491113"/>
              <a:gd name="connsiteY1011" fmla="*/ 288896 h 560417"/>
              <a:gd name="connsiteX1012" fmla="*/ 1199333 w 2491113"/>
              <a:gd name="connsiteY1012" fmla="*/ 291302 h 560417"/>
              <a:gd name="connsiteX1013" fmla="*/ 1205975 w 2491113"/>
              <a:gd name="connsiteY1013" fmla="*/ 290244 h 560417"/>
              <a:gd name="connsiteX1014" fmla="*/ 1221762 w 2491113"/>
              <a:gd name="connsiteY1014" fmla="*/ 304202 h 560417"/>
              <a:gd name="connsiteX1015" fmla="*/ 1220896 w 2491113"/>
              <a:gd name="connsiteY1015" fmla="*/ 304394 h 560417"/>
              <a:gd name="connsiteX1016" fmla="*/ 1225036 w 2491113"/>
              <a:gd name="connsiteY1016" fmla="*/ 310459 h 560417"/>
              <a:gd name="connsiteX1017" fmla="*/ 1225036 w 2491113"/>
              <a:gd name="connsiteY1017" fmla="*/ 318352 h 560417"/>
              <a:gd name="connsiteX1018" fmla="*/ 1219452 w 2491113"/>
              <a:gd name="connsiteY1018" fmla="*/ 325669 h 560417"/>
              <a:gd name="connsiteX1019" fmla="*/ 1215120 w 2491113"/>
              <a:gd name="connsiteY1019" fmla="*/ 334526 h 560417"/>
              <a:gd name="connsiteX1020" fmla="*/ 1210019 w 2491113"/>
              <a:gd name="connsiteY1020" fmla="*/ 340494 h 560417"/>
              <a:gd name="connsiteX1021" fmla="*/ 1201162 w 2491113"/>
              <a:gd name="connsiteY1021" fmla="*/ 344055 h 560417"/>
              <a:gd name="connsiteX1022" fmla="*/ 1193653 w 2491113"/>
              <a:gd name="connsiteY1022" fmla="*/ 344055 h 560417"/>
              <a:gd name="connsiteX1023" fmla="*/ 1185760 w 2491113"/>
              <a:gd name="connsiteY1023" fmla="*/ 347810 h 560417"/>
              <a:gd name="connsiteX1024" fmla="*/ 1179599 w 2491113"/>
              <a:gd name="connsiteY1024" fmla="*/ 341264 h 560417"/>
              <a:gd name="connsiteX1025" fmla="*/ 1179599 w 2491113"/>
              <a:gd name="connsiteY1025" fmla="*/ 332600 h 560417"/>
              <a:gd name="connsiteX1026" fmla="*/ 1173245 w 2491113"/>
              <a:gd name="connsiteY1026" fmla="*/ 320952 h 560417"/>
              <a:gd name="connsiteX1027" fmla="*/ 1168143 w 2491113"/>
              <a:gd name="connsiteY1027" fmla="*/ 310844 h 560417"/>
              <a:gd name="connsiteX1028" fmla="*/ 1165158 w 2491113"/>
              <a:gd name="connsiteY1028" fmla="*/ 299582 h 560417"/>
              <a:gd name="connsiteX1029" fmla="*/ 1165737 w 2491113"/>
              <a:gd name="connsiteY1029" fmla="*/ 292651 h 560417"/>
              <a:gd name="connsiteX1030" fmla="*/ 1168335 w 2491113"/>
              <a:gd name="connsiteY1030" fmla="*/ 282446 h 560417"/>
              <a:gd name="connsiteX1031" fmla="*/ 45119 w 2491113"/>
              <a:gd name="connsiteY1031" fmla="*/ 272698 h 560417"/>
              <a:gd name="connsiteX1032" fmla="*/ 51111 w 2491113"/>
              <a:gd name="connsiteY1032" fmla="*/ 272698 h 560417"/>
              <a:gd name="connsiteX1033" fmla="*/ 51111 w 2491113"/>
              <a:gd name="connsiteY1033" fmla="*/ 278497 h 560417"/>
              <a:gd name="connsiteX1034" fmla="*/ 50365 w 2491113"/>
              <a:gd name="connsiteY1034" fmla="*/ 281562 h 560417"/>
              <a:gd name="connsiteX1035" fmla="*/ 48267 w 2491113"/>
              <a:gd name="connsiteY1035" fmla="*/ 282556 h 560417"/>
              <a:gd name="connsiteX1036" fmla="*/ 45864 w 2491113"/>
              <a:gd name="connsiteY1036" fmla="*/ 281645 h 560417"/>
              <a:gd name="connsiteX1037" fmla="*/ 45119 w 2491113"/>
              <a:gd name="connsiteY1037" fmla="*/ 278690 h 560417"/>
              <a:gd name="connsiteX1038" fmla="*/ 33273 w 2491113"/>
              <a:gd name="connsiteY1038" fmla="*/ 272339 h 560417"/>
              <a:gd name="connsiteX1039" fmla="*/ 40535 w 2491113"/>
              <a:gd name="connsiteY1039" fmla="*/ 272477 h 560417"/>
              <a:gd name="connsiteX1040" fmla="*/ 40535 w 2491113"/>
              <a:gd name="connsiteY1040" fmla="*/ 278718 h 560417"/>
              <a:gd name="connsiteX1041" fmla="*/ 39652 w 2491113"/>
              <a:gd name="connsiteY1041" fmla="*/ 281866 h 560417"/>
              <a:gd name="connsiteX1042" fmla="*/ 37084 w 2491113"/>
              <a:gd name="connsiteY1042" fmla="*/ 282860 h 560417"/>
              <a:gd name="connsiteX1043" fmla="*/ 34185 w 2491113"/>
              <a:gd name="connsiteY1043" fmla="*/ 281783 h 560417"/>
              <a:gd name="connsiteX1044" fmla="*/ 33273 w 2491113"/>
              <a:gd name="connsiteY1044" fmla="*/ 278690 h 560417"/>
              <a:gd name="connsiteX1045" fmla="*/ 28717 w 2491113"/>
              <a:gd name="connsiteY1045" fmla="*/ 267232 h 560417"/>
              <a:gd name="connsiteX1046" fmla="*/ 28717 w 2491113"/>
              <a:gd name="connsiteY1046" fmla="*/ 269744 h 560417"/>
              <a:gd name="connsiteX1047" fmla="*/ 28690 w 2491113"/>
              <a:gd name="connsiteY1047" fmla="*/ 278608 h 560417"/>
              <a:gd name="connsiteX1048" fmla="*/ 30733 w 2491113"/>
              <a:gd name="connsiteY1048" fmla="*/ 285621 h 560417"/>
              <a:gd name="connsiteX1049" fmla="*/ 37056 w 2491113"/>
              <a:gd name="connsiteY1049" fmla="*/ 288106 h 560417"/>
              <a:gd name="connsiteX1050" fmla="*/ 42330 w 2491113"/>
              <a:gd name="connsiteY1050" fmla="*/ 285787 h 560417"/>
              <a:gd name="connsiteX1051" fmla="*/ 43241 w 2491113"/>
              <a:gd name="connsiteY1051" fmla="*/ 284241 h 560417"/>
              <a:gd name="connsiteX1052" fmla="*/ 48764 w 2491113"/>
              <a:gd name="connsiteY1052" fmla="*/ 287471 h 560417"/>
              <a:gd name="connsiteX1053" fmla="*/ 53872 w 2491113"/>
              <a:gd name="connsiteY1053" fmla="*/ 285511 h 560417"/>
              <a:gd name="connsiteX1054" fmla="*/ 55777 w 2491113"/>
              <a:gd name="connsiteY1054" fmla="*/ 279850 h 560417"/>
              <a:gd name="connsiteX1055" fmla="*/ 55970 w 2491113"/>
              <a:gd name="connsiteY1055" fmla="*/ 270214 h 560417"/>
              <a:gd name="connsiteX1056" fmla="*/ 55970 w 2491113"/>
              <a:gd name="connsiteY1056" fmla="*/ 267729 h 560417"/>
              <a:gd name="connsiteX1057" fmla="*/ 504447 w 2491113"/>
              <a:gd name="connsiteY1057" fmla="*/ 262372 h 560417"/>
              <a:gd name="connsiteX1058" fmla="*/ 504447 w 2491113"/>
              <a:gd name="connsiteY1058" fmla="*/ 265354 h 560417"/>
              <a:gd name="connsiteX1059" fmla="*/ 504447 w 2491113"/>
              <a:gd name="connsiteY1059" fmla="*/ 268308 h 560417"/>
              <a:gd name="connsiteX1060" fmla="*/ 516403 w 2491113"/>
              <a:gd name="connsiteY1060" fmla="*/ 272782 h 560417"/>
              <a:gd name="connsiteX1061" fmla="*/ 504778 w 2491113"/>
              <a:gd name="connsiteY1061" fmla="*/ 278304 h 560417"/>
              <a:gd name="connsiteX1062" fmla="*/ 504778 w 2491113"/>
              <a:gd name="connsiteY1062" fmla="*/ 281424 h 560417"/>
              <a:gd name="connsiteX1063" fmla="*/ 504778 w 2491113"/>
              <a:gd name="connsiteY1063" fmla="*/ 284544 h 560417"/>
              <a:gd name="connsiteX1064" fmla="*/ 521346 w 2491113"/>
              <a:gd name="connsiteY1064" fmla="*/ 275184 h 560417"/>
              <a:gd name="connsiteX1065" fmla="*/ 531590 w 2491113"/>
              <a:gd name="connsiteY1065" fmla="*/ 274825 h 560417"/>
              <a:gd name="connsiteX1066" fmla="*/ 531590 w 2491113"/>
              <a:gd name="connsiteY1066" fmla="*/ 272202 h 560417"/>
              <a:gd name="connsiteX1067" fmla="*/ 531590 w 2491113"/>
              <a:gd name="connsiteY1067" fmla="*/ 269606 h 560417"/>
              <a:gd name="connsiteX1068" fmla="*/ 521235 w 2491113"/>
              <a:gd name="connsiteY1068" fmla="*/ 269965 h 560417"/>
              <a:gd name="connsiteX1069" fmla="*/ 408053 w 2491113"/>
              <a:gd name="connsiteY1069" fmla="*/ 239757 h 560417"/>
              <a:gd name="connsiteX1070" fmla="*/ 391734 w 2491113"/>
              <a:gd name="connsiteY1070" fmla="*/ 257678 h 560417"/>
              <a:gd name="connsiteX1071" fmla="*/ 367684 w 2491113"/>
              <a:gd name="connsiteY1071" fmla="*/ 273251 h 560417"/>
              <a:gd name="connsiteX1072" fmla="*/ 320274 w 2491113"/>
              <a:gd name="connsiteY1072" fmla="*/ 287195 h 560417"/>
              <a:gd name="connsiteX1073" fmla="*/ 299813 w 2491113"/>
              <a:gd name="connsiteY1073" fmla="*/ 288493 h 560417"/>
              <a:gd name="connsiteX1074" fmla="*/ 295589 w 2491113"/>
              <a:gd name="connsiteY1074" fmla="*/ 288493 h 560417"/>
              <a:gd name="connsiteX1075" fmla="*/ 302437 w 2491113"/>
              <a:gd name="connsiteY1075" fmla="*/ 317568 h 560417"/>
              <a:gd name="connsiteX1076" fmla="*/ 280347 w 2491113"/>
              <a:gd name="connsiteY1076" fmla="*/ 320330 h 560417"/>
              <a:gd name="connsiteX1077" fmla="*/ 280071 w 2491113"/>
              <a:gd name="connsiteY1077" fmla="*/ 320330 h 560417"/>
              <a:gd name="connsiteX1078" fmla="*/ 279767 w 2491113"/>
              <a:gd name="connsiteY1078" fmla="*/ 320330 h 560417"/>
              <a:gd name="connsiteX1079" fmla="*/ 257677 w 2491113"/>
              <a:gd name="connsiteY1079" fmla="*/ 317568 h 560417"/>
              <a:gd name="connsiteX1080" fmla="*/ 264553 w 2491113"/>
              <a:gd name="connsiteY1080" fmla="*/ 288548 h 560417"/>
              <a:gd name="connsiteX1081" fmla="*/ 260328 w 2491113"/>
              <a:gd name="connsiteY1081" fmla="*/ 288548 h 560417"/>
              <a:gd name="connsiteX1082" fmla="*/ 239867 w 2491113"/>
              <a:gd name="connsiteY1082" fmla="*/ 287250 h 560417"/>
              <a:gd name="connsiteX1083" fmla="*/ 192457 w 2491113"/>
              <a:gd name="connsiteY1083" fmla="*/ 273306 h 560417"/>
              <a:gd name="connsiteX1084" fmla="*/ 168352 w 2491113"/>
              <a:gd name="connsiteY1084" fmla="*/ 257705 h 560417"/>
              <a:gd name="connsiteX1085" fmla="*/ 152088 w 2491113"/>
              <a:gd name="connsiteY1085" fmla="*/ 239813 h 560417"/>
              <a:gd name="connsiteX1086" fmla="*/ 169153 w 2491113"/>
              <a:gd name="connsiteY1086" fmla="*/ 241745 h 560417"/>
              <a:gd name="connsiteX1087" fmla="*/ 175780 w 2491113"/>
              <a:gd name="connsiteY1087" fmla="*/ 242049 h 560417"/>
              <a:gd name="connsiteX1088" fmla="*/ 206926 w 2491113"/>
              <a:gd name="connsiteY1088" fmla="*/ 243678 h 560417"/>
              <a:gd name="connsiteX1089" fmla="*/ 210405 w 2491113"/>
              <a:gd name="connsiteY1089" fmla="*/ 245528 h 560417"/>
              <a:gd name="connsiteX1090" fmla="*/ 245583 w 2491113"/>
              <a:gd name="connsiteY1090" fmla="*/ 256766 h 560417"/>
              <a:gd name="connsiteX1091" fmla="*/ 251879 w 2491113"/>
              <a:gd name="connsiteY1091" fmla="*/ 257181 h 560417"/>
              <a:gd name="connsiteX1092" fmla="*/ 259610 w 2491113"/>
              <a:gd name="connsiteY1092" fmla="*/ 256766 h 560417"/>
              <a:gd name="connsiteX1093" fmla="*/ 253535 w 2491113"/>
              <a:gd name="connsiteY1093" fmla="*/ 282032 h 560417"/>
              <a:gd name="connsiteX1094" fmla="*/ 280209 w 2491113"/>
              <a:gd name="connsiteY1094" fmla="*/ 283716 h 560417"/>
              <a:gd name="connsiteX1095" fmla="*/ 306855 w 2491113"/>
              <a:gd name="connsiteY1095" fmla="*/ 282032 h 560417"/>
              <a:gd name="connsiteX1096" fmla="*/ 300807 w 2491113"/>
              <a:gd name="connsiteY1096" fmla="*/ 256766 h 560417"/>
              <a:gd name="connsiteX1097" fmla="*/ 308511 w 2491113"/>
              <a:gd name="connsiteY1097" fmla="*/ 257181 h 560417"/>
              <a:gd name="connsiteX1098" fmla="*/ 314807 w 2491113"/>
              <a:gd name="connsiteY1098" fmla="*/ 256766 h 560417"/>
              <a:gd name="connsiteX1099" fmla="*/ 350012 w 2491113"/>
              <a:gd name="connsiteY1099" fmla="*/ 245528 h 560417"/>
              <a:gd name="connsiteX1100" fmla="*/ 353491 w 2491113"/>
              <a:gd name="connsiteY1100" fmla="*/ 243678 h 560417"/>
              <a:gd name="connsiteX1101" fmla="*/ 384638 w 2491113"/>
              <a:gd name="connsiteY1101" fmla="*/ 242049 h 560417"/>
              <a:gd name="connsiteX1102" fmla="*/ 391237 w 2491113"/>
              <a:gd name="connsiteY1102" fmla="*/ 241745 h 560417"/>
              <a:gd name="connsiteX1103" fmla="*/ 390961 w 2491113"/>
              <a:gd name="connsiteY1103" fmla="*/ 241690 h 560417"/>
              <a:gd name="connsiteX1104" fmla="*/ 408053 w 2491113"/>
              <a:gd name="connsiteY1104" fmla="*/ 239757 h 560417"/>
              <a:gd name="connsiteX1105" fmla="*/ 1140707 w 2491113"/>
              <a:gd name="connsiteY1105" fmla="*/ 226614 h 560417"/>
              <a:gd name="connsiteX1106" fmla="*/ 1133583 w 2491113"/>
              <a:gd name="connsiteY1106" fmla="*/ 227576 h 560417"/>
              <a:gd name="connsiteX1107" fmla="*/ 1126268 w 2491113"/>
              <a:gd name="connsiteY1107" fmla="*/ 229982 h 560417"/>
              <a:gd name="connsiteX1108" fmla="*/ 1120780 w 2491113"/>
              <a:gd name="connsiteY1108" fmla="*/ 233448 h 560417"/>
              <a:gd name="connsiteX1109" fmla="*/ 1106533 w 2491113"/>
              <a:gd name="connsiteY1109" fmla="*/ 239609 h 560417"/>
              <a:gd name="connsiteX1110" fmla="*/ 1102202 w 2491113"/>
              <a:gd name="connsiteY1110" fmla="*/ 246925 h 560417"/>
              <a:gd name="connsiteX1111" fmla="*/ 1108363 w 2491113"/>
              <a:gd name="connsiteY1111" fmla="*/ 253086 h 560417"/>
              <a:gd name="connsiteX1112" fmla="*/ 1119240 w 2491113"/>
              <a:gd name="connsiteY1112" fmla="*/ 249717 h 560417"/>
              <a:gd name="connsiteX1113" fmla="*/ 1129445 w 2491113"/>
              <a:gd name="connsiteY1113" fmla="*/ 241823 h 560417"/>
              <a:gd name="connsiteX1114" fmla="*/ 1137916 w 2491113"/>
              <a:gd name="connsiteY1114" fmla="*/ 234315 h 560417"/>
              <a:gd name="connsiteX1115" fmla="*/ 1140707 w 2491113"/>
              <a:gd name="connsiteY1115" fmla="*/ 226614 h 560417"/>
              <a:gd name="connsiteX1116" fmla="*/ 1478886 w 2491113"/>
              <a:gd name="connsiteY1116" fmla="*/ 211115 h 560417"/>
              <a:gd name="connsiteX1117" fmla="*/ 1467622 w 2491113"/>
              <a:gd name="connsiteY1117" fmla="*/ 213040 h 560417"/>
              <a:gd name="connsiteX1118" fmla="*/ 1464927 w 2491113"/>
              <a:gd name="connsiteY1118" fmla="*/ 219008 h 560417"/>
              <a:gd name="connsiteX1119" fmla="*/ 1465794 w 2491113"/>
              <a:gd name="connsiteY1119" fmla="*/ 224592 h 560417"/>
              <a:gd name="connsiteX1120" fmla="*/ 1475420 w 2491113"/>
              <a:gd name="connsiteY1120" fmla="*/ 225650 h 560417"/>
              <a:gd name="connsiteX1121" fmla="*/ 1475516 w 2491113"/>
              <a:gd name="connsiteY1121" fmla="*/ 225650 h 560417"/>
              <a:gd name="connsiteX1122" fmla="*/ 1481966 w 2491113"/>
              <a:gd name="connsiteY1122" fmla="*/ 214484 h 560417"/>
              <a:gd name="connsiteX1123" fmla="*/ 1481988 w 2491113"/>
              <a:gd name="connsiteY1123" fmla="*/ 213975 h 560417"/>
              <a:gd name="connsiteX1124" fmla="*/ 1478886 w 2491113"/>
              <a:gd name="connsiteY1124" fmla="*/ 211115 h 560417"/>
              <a:gd name="connsiteX1125" fmla="*/ 1512578 w 2491113"/>
              <a:gd name="connsiteY1125" fmla="*/ 201103 h 560417"/>
              <a:gd name="connsiteX1126" fmla="*/ 1503818 w 2491113"/>
              <a:gd name="connsiteY1126" fmla="*/ 203991 h 560417"/>
              <a:gd name="connsiteX1127" fmla="*/ 1502758 w 2491113"/>
              <a:gd name="connsiteY1127" fmla="*/ 212751 h 560417"/>
              <a:gd name="connsiteX1128" fmla="*/ 1508149 w 2491113"/>
              <a:gd name="connsiteY1128" fmla="*/ 217660 h 560417"/>
              <a:gd name="connsiteX1129" fmla="*/ 1517776 w 2491113"/>
              <a:gd name="connsiteY1129" fmla="*/ 210441 h 560417"/>
              <a:gd name="connsiteX1130" fmla="*/ 1518162 w 2491113"/>
              <a:gd name="connsiteY1130" fmla="*/ 210441 h 560417"/>
              <a:gd name="connsiteX1131" fmla="*/ 1518162 w 2491113"/>
              <a:gd name="connsiteY1131" fmla="*/ 203125 h 560417"/>
              <a:gd name="connsiteX1132" fmla="*/ 1512578 w 2491113"/>
              <a:gd name="connsiteY1132" fmla="*/ 201103 h 560417"/>
              <a:gd name="connsiteX1133" fmla="*/ 1160538 w 2491113"/>
              <a:gd name="connsiteY1133" fmla="*/ 190032 h 560417"/>
              <a:gd name="connsiteX1134" fmla="*/ 1168817 w 2491113"/>
              <a:gd name="connsiteY1134" fmla="*/ 193210 h 560417"/>
              <a:gd name="connsiteX1135" fmla="*/ 1178443 w 2491113"/>
              <a:gd name="connsiteY1135" fmla="*/ 193210 h 560417"/>
              <a:gd name="connsiteX1136" fmla="*/ 1192016 w 2491113"/>
              <a:gd name="connsiteY1136" fmla="*/ 202066 h 560417"/>
              <a:gd name="connsiteX1137" fmla="*/ 1195771 w 2491113"/>
              <a:gd name="connsiteY1137" fmla="*/ 213329 h 560417"/>
              <a:gd name="connsiteX1138" fmla="*/ 1195771 w 2491113"/>
              <a:gd name="connsiteY1138" fmla="*/ 222089 h 560417"/>
              <a:gd name="connsiteX1139" fmla="*/ 1184315 w 2491113"/>
              <a:gd name="connsiteY1139" fmla="*/ 233737 h 560417"/>
              <a:gd name="connsiteX1140" fmla="*/ 1183930 w 2491113"/>
              <a:gd name="connsiteY1140" fmla="*/ 233737 h 560417"/>
              <a:gd name="connsiteX1141" fmla="*/ 1178443 w 2491113"/>
              <a:gd name="connsiteY1141" fmla="*/ 243363 h 560417"/>
              <a:gd name="connsiteX1142" fmla="*/ 1160441 w 2491113"/>
              <a:gd name="connsiteY1142" fmla="*/ 274746 h 560417"/>
              <a:gd name="connsiteX1143" fmla="*/ 1152547 w 2491113"/>
              <a:gd name="connsiteY1143" fmla="*/ 284854 h 560417"/>
              <a:gd name="connsiteX1144" fmla="*/ 1146675 w 2491113"/>
              <a:gd name="connsiteY1144" fmla="*/ 285624 h 560417"/>
              <a:gd name="connsiteX1145" fmla="*/ 1141092 w 2491113"/>
              <a:gd name="connsiteY1145" fmla="*/ 291881 h 560417"/>
              <a:gd name="connsiteX1146" fmla="*/ 1142922 w 2491113"/>
              <a:gd name="connsiteY1146" fmla="*/ 303336 h 560417"/>
              <a:gd name="connsiteX1147" fmla="*/ 1142922 w 2491113"/>
              <a:gd name="connsiteY1147" fmla="*/ 354260 h 560417"/>
              <a:gd name="connsiteX1148" fmla="*/ 1133295 w 2491113"/>
              <a:gd name="connsiteY1148" fmla="*/ 368700 h 560417"/>
              <a:gd name="connsiteX1149" fmla="*/ 1122995 w 2491113"/>
              <a:gd name="connsiteY1149" fmla="*/ 379000 h 560417"/>
              <a:gd name="connsiteX1150" fmla="*/ 1113368 w 2491113"/>
              <a:gd name="connsiteY1150" fmla="*/ 383910 h 560417"/>
              <a:gd name="connsiteX1151" fmla="*/ 1109037 w 2491113"/>
              <a:gd name="connsiteY1151" fmla="*/ 380925 h 560417"/>
              <a:gd name="connsiteX1152" fmla="*/ 1102298 w 2491113"/>
              <a:gd name="connsiteY1152" fmla="*/ 377942 h 560417"/>
              <a:gd name="connsiteX1153" fmla="*/ 1097003 w 2491113"/>
              <a:gd name="connsiteY1153" fmla="*/ 373802 h 560417"/>
              <a:gd name="connsiteX1154" fmla="*/ 1088146 w 2491113"/>
              <a:gd name="connsiteY1154" fmla="*/ 369470 h 560417"/>
              <a:gd name="connsiteX1155" fmla="*/ 1083334 w 2491113"/>
              <a:gd name="connsiteY1155" fmla="*/ 360421 h 560417"/>
              <a:gd name="connsiteX1156" fmla="*/ 1069761 w 2491113"/>
              <a:gd name="connsiteY1156" fmla="*/ 346559 h 560417"/>
              <a:gd name="connsiteX1157" fmla="*/ 1078424 w 2491113"/>
              <a:gd name="connsiteY1157" fmla="*/ 342997 h 560417"/>
              <a:gd name="connsiteX1158" fmla="*/ 1091227 w 2491113"/>
              <a:gd name="connsiteY1158" fmla="*/ 347425 h 560417"/>
              <a:gd name="connsiteX1159" fmla="*/ 1101527 w 2491113"/>
              <a:gd name="connsiteY1159" fmla="*/ 335392 h 560417"/>
              <a:gd name="connsiteX1160" fmla="*/ 1101527 w 2491113"/>
              <a:gd name="connsiteY1160" fmla="*/ 327017 h 560417"/>
              <a:gd name="connsiteX1161" fmla="*/ 1101527 w 2491113"/>
              <a:gd name="connsiteY1161" fmla="*/ 315562 h 560417"/>
              <a:gd name="connsiteX1162" fmla="*/ 1103357 w 2491113"/>
              <a:gd name="connsiteY1162" fmla="*/ 300256 h 560417"/>
              <a:gd name="connsiteX1163" fmla="*/ 1100565 w 2491113"/>
              <a:gd name="connsiteY1163" fmla="*/ 295057 h 560417"/>
              <a:gd name="connsiteX1164" fmla="*/ 1092286 w 2491113"/>
              <a:gd name="connsiteY1164" fmla="*/ 292747 h 560417"/>
              <a:gd name="connsiteX1165" fmla="*/ 1085740 w 2491113"/>
              <a:gd name="connsiteY1165" fmla="*/ 293902 h 560417"/>
              <a:gd name="connsiteX1166" fmla="*/ 1075248 w 2491113"/>
              <a:gd name="connsiteY1166" fmla="*/ 292940 h 560417"/>
              <a:gd name="connsiteX1167" fmla="*/ 1071493 w 2491113"/>
              <a:gd name="connsiteY1167" fmla="*/ 289570 h 560417"/>
              <a:gd name="connsiteX1168" fmla="*/ 1069375 w 2491113"/>
              <a:gd name="connsiteY1168" fmla="*/ 281869 h 560417"/>
              <a:gd name="connsiteX1169" fmla="*/ 1067546 w 2491113"/>
              <a:gd name="connsiteY1169" fmla="*/ 277729 h 560417"/>
              <a:gd name="connsiteX1170" fmla="*/ 1066583 w 2491113"/>
              <a:gd name="connsiteY1170" fmla="*/ 269643 h 560417"/>
              <a:gd name="connsiteX1171" fmla="*/ 1063984 w 2491113"/>
              <a:gd name="connsiteY1171" fmla="*/ 257803 h 560417"/>
              <a:gd name="connsiteX1172" fmla="*/ 1061481 w 2491113"/>
              <a:gd name="connsiteY1172" fmla="*/ 242593 h 560417"/>
              <a:gd name="connsiteX1173" fmla="*/ 1060711 w 2491113"/>
              <a:gd name="connsiteY1173" fmla="*/ 227191 h 560417"/>
              <a:gd name="connsiteX1174" fmla="*/ 1070338 w 2491113"/>
              <a:gd name="connsiteY1174" fmla="*/ 209767 h 560417"/>
              <a:gd name="connsiteX1175" fmla="*/ 1079194 w 2491113"/>
              <a:gd name="connsiteY1175" fmla="*/ 205820 h 560417"/>
              <a:gd name="connsiteX1176" fmla="*/ 1087087 w 2491113"/>
              <a:gd name="connsiteY1176" fmla="*/ 209959 h 560417"/>
              <a:gd name="connsiteX1177" fmla="*/ 1090842 w 2491113"/>
              <a:gd name="connsiteY1177" fmla="*/ 214965 h 560417"/>
              <a:gd name="connsiteX1178" fmla="*/ 1107207 w 2491113"/>
              <a:gd name="connsiteY1178" fmla="*/ 210152 h 560417"/>
              <a:gd name="connsiteX1179" fmla="*/ 1119336 w 2491113"/>
              <a:gd name="connsiteY1179" fmla="*/ 206879 h 560417"/>
              <a:gd name="connsiteX1180" fmla="*/ 1128192 w 2491113"/>
              <a:gd name="connsiteY1180" fmla="*/ 203702 h 560417"/>
              <a:gd name="connsiteX1181" fmla="*/ 1135124 w 2491113"/>
              <a:gd name="connsiteY1181" fmla="*/ 201681 h 560417"/>
              <a:gd name="connsiteX1182" fmla="*/ 1144750 w 2491113"/>
              <a:gd name="connsiteY1182" fmla="*/ 197926 h 560417"/>
              <a:gd name="connsiteX1183" fmla="*/ 1150238 w 2491113"/>
              <a:gd name="connsiteY1183" fmla="*/ 194365 h 560417"/>
              <a:gd name="connsiteX1184" fmla="*/ 1155050 w 2491113"/>
              <a:gd name="connsiteY1184" fmla="*/ 191861 h 560417"/>
              <a:gd name="connsiteX1185" fmla="*/ 1160538 w 2491113"/>
              <a:gd name="connsiteY1185" fmla="*/ 190032 h 560417"/>
              <a:gd name="connsiteX1186" fmla="*/ 1475997 w 2491113"/>
              <a:gd name="connsiteY1186" fmla="*/ 174246 h 560417"/>
              <a:gd name="connsiteX1187" fmla="*/ 1466371 w 2491113"/>
              <a:gd name="connsiteY1187" fmla="*/ 180888 h 560417"/>
              <a:gd name="connsiteX1188" fmla="*/ 1467430 w 2491113"/>
              <a:gd name="connsiteY1188" fmla="*/ 190514 h 560417"/>
              <a:gd name="connsiteX1189" fmla="*/ 1471569 w 2491113"/>
              <a:gd name="connsiteY1189" fmla="*/ 193017 h 560417"/>
              <a:gd name="connsiteX1190" fmla="*/ 1482543 w 2491113"/>
              <a:gd name="connsiteY1190" fmla="*/ 182621 h 560417"/>
              <a:gd name="connsiteX1191" fmla="*/ 1483024 w 2491113"/>
              <a:gd name="connsiteY1191" fmla="*/ 182332 h 560417"/>
              <a:gd name="connsiteX1192" fmla="*/ 1475997 w 2491113"/>
              <a:gd name="connsiteY1192" fmla="*/ 174246 h 560417"/>
              <a:gd name="connsiteX1193" fmla="*/ 1527980 w 2491113"/>
              <a:gd name="connsiteY1193" fmla="*/ 160094 h 560417"/>
              <a:gd name="connsiteX1194" fmla="*/ 1505936 w 2491113"/>
              <a:gd name="connsiteY1194" fmla="*/ 168758 h 560417"/>
              <a:gd name="connsiteX1195" fmla="*/ 1509112 w 2491113"/>
              <a:gd name="connsiteY1195" fmla="*/ 179154 h 560417"/>
              <a:gd name="connsiteX1196" fmla="*/ 1520953 w 2491113"/>
              <a:gd name="connsiteY1196" fmla="*/ 179828 h 560417"/>
              <a:gd name="connsiteX1197" fmla="*/ 1528846 w 2491113"/>
              <a:gd name="connsiteY1197" fmla="*/ 168566 h 560417"/>
              <a:gd name="connsiteX1198" fmla="*/ 1527980 w 2491113"/>
              <a:gd name="connsiteY1198" fmla="*/ 160094 h 560417"/>
              <a:gd name="connsiteX1199" fmla="*/ 1842572 w 2491113"/>
              <a:gd name="connsiteY1199" fmla="*/ 157880 h 560417"/>
              <a:gd name="connsiteX1200" fmla="*/ 1849022 w 2491113"/>
              <a:gd name="connsiteY1200" fmla="*/ 161634 h 560417"/>
              <a:gd name="connsiteX1201" fmla="*/ 1858649 w 2491113"/>
              <a:gd name="connsiteY1201" fmla="*/ 170587 h 560417"/>
              <a:gd name="connsiteX1202" fmla="*/ 1861536 w 2491113"/>
              <a:gd name="connsiteY1202" fmla="*/ 179443 h 560417"/>
              <a:gd name="connsiteX1203" fmla="*/ 1865291 w 2491113"/>
              <a:gd name="connsiteY1203" fmla="*/ 185315 h 560417"/>
              <a:gd name="connsiteX1204" fmla="*/ 1850370 w 2491113"/>
              <a:gd name="connsiteY1204" fmla="*/ 199177 h 560417"/>
              <a:gd name="connsiteX1205" fmla="*/ 1838626 w 2491113"/>
              <a:gd name="connsiteY1205" fmla="*/ 208803 h 560417"/>
              <a:gd name="connsiteX1206" fmla="*/ 1829576 w 2491113"/>
              <a:gd name="connsiteY1206" fmla="*/ 214868 h 560417"/>
              <a:gd name="connsiteX1207" fmla="*/ 1811576 w 2491113"/>
              <a:gd name="connsiteY1207" fmla="*/ 227479 h 560417"/>
              <a:gd name="connsiteX1208" fmla="*/ 1815907 w 2491113"/>
              <a:gd name="connsiteY1208" fmla="*/ 242496 h 560417"/>
              <a:gd name="connsiteX1209" fmla="*/ 1812923 w 2491113"/>
              <a:gd name="connsiteY1209" fmla="*/ 249428 h 560417"/>
              <a:gd name="connsiteX1210" fmla="*/ 1810517 w 2491113"/>
              <a:gd name="connsiteY1210" fmla="*/ 255781 h 560417"/>
              <a:gd name="connsiteX1211" fmla="*/ 1808687 w 2491113"/>
              <a:gd name="connsiteY1211" fmla="*/ 262520 h 560417"/>
              <a:gd name="connsiteX1212" fmla="*/ 1807436 w 2491113"/>
              <a:gd name="connsiteY1212" fmla="*/ 269643 h 560417"/>
              <a:gd name="connsiteX1213" fmla="*/ 1808398 w 2491113"/>
              <a:gd name="connsiteY1213" fmla="*/ 288125 h 560417"/>
              <a:gd name="connsiteX1214" fmla="*/ 1841706 w 2491113"/>
              <a:gd name="connsiteY1214" fmla="*/ 287355 h 560417"/>
              <a:gd name="connsiteX1215" fmla="*/ 1850371 w 2491113"/>
              <a:gd name="connsiteY1215" fmla="*/ 283987 h 560417"/>
              <a:gd name="connsiteX1216" fmla="*/ 1858649 w 2491113"/>
              <a:gd name="connsiteY1216" fmla="*/ 283120 h 560417"/>
              <a:gd name="connsiteX1217" fmla="*/ 1867698 w 2491113"/>
              <a:gd name="connsiteY1217" fmla="*/ 285527 h 560417"/>
              <a:gd name="connsiteX1218" fmla="*/ 1876554 w 2491113"/>
              <a:gd name="connsiteY1218" fmla="*/ 290436 h 560417"/>
              <a:gd name="connsiteX1219" fmla="*/ 1888105 w 2491113"/>
              <a:gd name="connsiteY1219" fmla="*/ 300062 h 560417"/>
              <a:gd name="connsiteX1220" fmla="*/ 1889165 w 2491113"/>
              <a:gd name="connsiteY1220" fmla="*/ 307956 h 560417"/>
              <a:gd name="connsiteX1221" fmla="*/ 1887527 w 2491113"/>
              <a:gd name="connsiteY1221" fmla="*/ 308148 h 560417"/>
              <a:gd name="connsiteX1222" fmla="*/ 1888682 w 2491113"/>
              <a:gd name="connsiteY1222" fmla="*/ 311037 h 560417"/>
              <a:gd name="connsiteX1223" fmla="*/ 1889454 w 2491113"/>
              <a:gd name="connsiteY1223" fmla="*/ 315273 h 560417"/>
              <a:gd name="connsiteX1224" fmla="*/ 1886565 w 2491113"/>
              <a:gd name="connsiteY1224" fmla="*/ 322108 h 560417"/>
              <a:gd name="connsiteX1225" fmla="*/ 1880789 w 2491113"/>
              <a:gd name="connsiteY1225" fmla="*/ 327980 h 560417"/>
              <a:gd name="connsiteX1226" fmla="*/ 1869527 w 2491113"/>
              <a:gd name="connsiteY1226" fmla="*/ 328654 h 560417"/>
              <a:gd name="connsiteX1227" fmla="*/ 1857301 w 2491113"/>
              <a:gd name="connsiteY1227" fmla="*/ 326535 h 560417"/>
              <a:gd name="connsiteX1228" fmla="*/ 1844787 w 2491113"/>
              <a:gd name="connsiteY1228" fmla="*/ 327594 h 560417"/>
              <a:gd name="connsiteX1229" fmla="*/ 1824090 w 2491113"/>
              <a:gd name="connsiteY1229" fmla="*/ 325861 h 560417"/>
              <a:gd name="connsiteX1230" fmla="*/ 1804837 w 2491113"/>
              <a:gd name="connsiteY1230" fmla="*/ 325861 h 560417"/>
              <a:gd name="connsiteX1231" fmla="*/ 1785584 w 2491113"/>
              <a:gd name="connsiteY1231" fmla="*/ 327401 h 560417"/>
              <a:gd name="connsiteX1232" fmla="*/ 1767197 w 2491113"/>
              <a:gd name="connsiteY1232" fmla="*/ 330001 h 560417"/>
              <a:gd name="connsiteX1233" fmla="*/ 1746308 w 2491113"/>
              <a:gd name="connsiteY1233" fmla="*/ 329520 h 560417"/>
              <a:gd name="connsiteX1234" fmla="*/ 1709246 w 2491113"/>
              <a:gd name="connsiteY1234" fmla="*/ 337125 h 560417"/>
              <a:gd name="connsiteX1235" fmla="*/ 1663809 w 2491113"/>
              <a:gd name="connsiteY1235" fmla="*/ 354453 h 560417"/>
              <a:gd name="connsiteX1236" fmla="*/ 1646482 w 2491113"/>
              <a:gd name="connsiteY1236" fmla="*/ 338087 h 560417"/>
              <a:gd name="connsiteX1237" fmla="*/ 1646482 w 2491113"/>
              <a:gd name="connsiteY1237" fmla="*/ 328461 h 560417"/>
              <a:gd name="connsiteX1238" fmla="*/ 1645422 w 2491113"/>
              <a:gd name="connsiteY1238" fmla="*/ 316717 h 560417"/>
              <a:gd name="connsiteX1239" fmla="*/ 1664675 w 2491113"/>
              <a:gd name="connsiteY1239" fmla="*/ 306223 h 560417"/>
              <a:gd name="connsiteX1240" fmla="*/ 1675842 w 2491113"/>
              <a:gd name="connsiteY1240" fmla="*/ 307282 h 560417"/>
              <a:gd name="connsiteX1241" fmla="*/ 1698946 w 2491113"/>
              <a:gd name="connsiteY1241" fmla="*/ 298522 h 560417"/>
              <a:gd name="connsiteX1242" fmla="*/ 1708572 w 2491113"/>
              <a:gd name="connsiteY1242" fmla="*/ 296694 h 560417"/>
              <a:gd name="connsiteX1243" fmla="*/ 1733890 w 2491113"/>
              <a:gd name="connsiteY1243" fmla="*/ 286104 h 560417"/>
              <a:gd name="connsiteX1244" fmla="*/ 1753720 w 2491113"/>
              <a:gd name="connsiteY1244" fmla="*/ 252219 h 560417"/>
              <a:gd name="connsiteX1245" fmla="*/ 1755742 w 2491113"/>
              <a:gd name="connsiteY1245" fmla="*/ 240860 h 560417"/>
              <a:gd name="connsiteX1246" fmla="*/ 1753720 w 2491113"/>
              <a:gd name="connsiteY1246" fmla="*/ 231907 h 560417"/>
              <a:gd name="connsiteX1247" fmla="*/ 1744093 w 2491113"/>
              <a:gd name="connsiteY1247" fmla="*/ 233447 h 560417"/>
              <a:gd name="connsiteX1248" fmla="*/ 1731484 w 2491113"/>
              <a:gd name="connsiteY1248" fmla="*/ 234314 h 560417"/>
              <a:gd name="connsiteX1249" fmla="*/ 1727633 w 2491113"/>
              <a:gd name="connsiteY1249" fmla="*/ 222859 h 560417"/>
              <a:gd name="connsiteX1250" fmla="*/ 1720124 w 2491113"/>
              <a:gd name="connsiteY1250" fmla="*/ 209092 h 560417"/>
              <a:gd name="connsiteX1251" fmla="*/ 1718198 w 2491113"/>
              <a:gd name="connsiteY1251" fmla="*/ 198022 h 560417"/>
              <a:gd name="connsiteX1252" fmla="*/ 1717236 w 2491113"/>
              <a:gd name="connsiteY1252" fmla="*/ 187337 h 560417"/>
              <a:gd name="connsiteX1253" fmla="*/ 1726863 w 2491113"/>
              <a:gd name="connsiteY1253" fmla="*/ 179347 h 560417"/>
              <a:gd name="connsiteX1254" fmla="*/ 1743805 w 2491113"/>
              <a:gd name="connsiteY1254" fmla="*/ 183389 h 560417"/>
              <a:gd name="connsiteX1255" fmla="*/ 1784237 w 2491113"/>
              <a:gd name="connsiteY1255" fmla="*/ 176651 h 560417"/>
              <a:gd name="connsiteX1256" fmla="*/ 1791264 w 2491113"/>
              <a:gd name="connsiteY1256" fmla="*/ 174726 h 560417"/>
              <a:gd name="connsiteX1257" fmla="*/ 1796269 w 2491113"/>
              <a:gd name="connsiteY1257" fmla="*/ 172801 h 560417"/>
              <a:gd name="connsiteX1258" fmla="*/ 1826593 w 2491113"/>
              <a:gd name="connsiteY1258" fmla="*/ 159998 h 560417"/>
              <a:gd name="connsiteX1259" fmla="*/ 1835160 w 2491113"/>
              <a:gd name="connsiteY1259" fmla="*/ 158939 h 560417"/>
              <a:gd name="connsiteX1260" fmla="*/ 1842572 w 2491113"/>
              <a:gd name="connsiteY1260" fmla="*/ 157880 h 560417"/>
              <a:gd name="connsiteX1261" fmla="*/ 1416697 w 2491113"/>
              <a:gd name="connsiteY1261" fmla="*/ 146714 h 560417"/>
              <a:gd name="connsiteX1262" fmla="*/ 1425362 w 2491113"/>
              <a:gd name="connsiteY1262" fmla="*/ 158073 h 560417"/>
              <a:gd name="connsiteX1263" fmla="*/ 1423339 w 2491113"/>
              <a:gd name="connsiteY1263" fmla="*/ 169528 h 560417"/>
              <a:gd name="connsiteX1264" fmla="*/ 1419393 w 2491113"/>
              <a:gd name="connsiteY1264" fmla="*/ 182620 h 560417"/>
              <a:gd name="connsiteX1265" fmla="*/ 1412270 w 2491113"/>
              <a:gd name="connsiteY1265" fmla="*/ 192247 h 560417"/>
              <a:gd name="connsiteX1266" fmla="*/ 1400430 w 2491113"/>
              <a:gd name="connsiteY1266" fmla="*/ 205339 h 560417"/>
              <a:gd name="connsiteX1267" fmla="*/ 1399178 w 2491113"/>
              <a:gd name="connsiteY1267" fmla="*/ 219875 h 560417"/>
              <a:gd name="connsiteX1268" fmla="*/ 1400044 w 2491113"/>
              <a:gd name="connsiteY1268" fmla="*/ 229501 h 560417"/>
              <a:gd name="connsiteX1269" fmla="*/ 1407745 w 2491113"/>
              <a:gd name="connsiteY1269" fmla="*/ 229501 h 560417"/>
              <a:gd name="connsiteX1270" fmla="*/ 1410248 w 2491113"/>
              <a:gd name="connsiteY1270" fmla="*/ 236528 h 560417"/>
              <a:gd name="connsiteX1271" fmla="*/ 1414965 w 2491113"/>
              <a:gd name="connsiteY1271" fmla="*/ 247792 h 560417"/>
              <a:gd name="connsiteX1272" fmla="*/ 1413329 w 2491113"/>
              <a:gd name="connsiteY1272" fmla="*/ 252316 h 560417"/>
              <a:gd name="connsiteX1273" fmla="*/ 1391091 w 2491113"/>
              <a:gd name="connsiteY1273" fmla="*/ 273687 h 560417"/>
              <a:gd name="connsiteX1274" fmla="*/ 1392151 w 2491113"/>
              <a:gd name="connsiteY1274" fmla="*/ 282447 h 560417"/>
              <a:gd name="connsiteX1275" fmla="*/ 1400622 w 2491113"/>
              <a:gd name="connsiteY1275" fmla="*/ 282447 h 560417"/>
              <a:gd name="connsiteX1276" fmla="*/ 1400333 w 2491113"/>
              <a:gd name="connsiteY1276" fmla="*/ 283024 h 560417"/>
              <a:gd name="connsiteX1277" fmla="*/ 1408034 w 2491113"/>
              <a:gd name="connsiteY1277" fmla="*/ 288030 h 560417"/>
              <a:gd name="connsiteX1278" fmla="*/ 1410344 w 2491113"/>
              <a:gd name="connsiteY1278" fmla="*/ 296309 h 560417"/>
              <a:gd name="connsiteX1279" fmla="*/ 1388685 w 2491113"/>
              <a:gd name="connsiteY1279" fmla="*/ 322300 h 560417"/>
              <a:gd name="connsiteX1280" fmla="*/ 1353356 w 2491113"/>
              <a:gd name="connsiteY1280" fmla="*/ 339917 h 560417"/>
              <a:gd name="connsiteX1281" fmla="*/ 1336124 w 2491113"/>
              <a:gd name="connsiteY1281" fmla="*/ 355319 h 560417"/>
              <a:gd name="connsiteX1282" fmla="*/ 1329290 w 2491113"/>
              <a:gd name="connsiteY1282" fmla="*/ 355319 h 560417"/>
              <a:gd name="connsiteX1283" fmla="*/ 1319664 w 2491113"/>
              <a:gd name="connsiteY1283" fmla="*/ 352624 h 560417"/>
              <a:gd name="connsiteX1284" fmla="*/ 1315524 w 2491113"/>
              <a:gd name="connsiteY1284" fmla="*/ 344153 h 560417"/>
              <a:gd name="connsiteX1285" fmla="*/ 1309555 w 2491113"/>
              <a:gd name="connsiteY1285" fmla="*/ 335585 h 560417"/>
              <a:gd name="connsiteX1286" fmla="*/ 1306860 w 2491113"/>
              <a:gd name="connsiteY1286" fmla="*/ 319990 h 560417"/>
              <a:gd name="connsiteX1287" fmla="*/ 1322166 w 2491113"/>
              <a:gd name="connsiteY1287" fmla="*/ 305262 h 560417"/>
              <a:gd name="connsiteX1288" fmla="*/ 1330926 w 2491113"/>
              <a:gd name="connsiteY1288" fmla="*/ 298812 h 560417"/>
              <a:gd name="connsiteX1289" fmla="*/ 1337183 w 2491113"/>
              <a:gd name="connsiteY1289" fmla="*/ 292362 h 560417"/>
              <a:gd name="connsiteX1290" fmla="*/ 1338820 w 2491113"/>
              <a:gd name="connsiteY1290" fmla="*/ 286105 h 560417"/>
              <a:gd name="connsiteX1291" fmla="*/ 1340648 w 2491113"/>
              <a:gd name="connsiteY1291" fmla="*/ 278019 h 560417"/>
              <a:gd name="connsiteX1292" fmla="*/ 1337760 w 2491113"/>
              <a:gd name="connsiteY1292" fmla="*/ 271570 h 560417"/>
              <a:gd name="connsiteX1293" fmla="*/ 1334295 w 2491113"/>
              <a:gd name="connsiteY1293" fmla="*/ 265986 h 560417"/>
              <a:gd name="connsiteX1294" fmla="*/ 1327364 w 2491113"/>
              <a:gd name="connsiteY1294" fmla="*/ 253953 h 560417"/>
              <a:gd name="connsiteX1295" fmla="*/ 1338434 w 2491113"/>
              <a:gd name="connsiteY1295" fmla="*/ 242497 h 560417"/>
              <a:gd name="connsiteX1296" fmla="*/ 1345847 w 2491113"/>
              <a:gd name="connsiteY1296" fmla="*/ 242497 h 560417"/>
              <a:gd name="connsiteX1297" fmla="*/ 1356244 w 2491113"/>
              <a:gd name="connsiteY1297" fmla="*/ 233930 h 560417"/>
              <a:gd name="connsiteX1298" fmla="*/ 1358553 w 2491113"/>
              <a:gd name="connsiteY1298" fmla="*/ 218142 h 560417"/>
              <a:gd name="connsiteX1299" fmla="*/ 1350467 w 2491113"/>
              <a:gd name="connsiteY1299" fmla="*/ 210633 h 560417"/>
              <a:gd name="connsiteX1300" fmla="*/ 1340841 w 2491113"/>
              <a:gd name="connsiteY1300" fmla="*/ 207168 h 560417"/>
              <a:gd name="connsiteX1301" fmla="*/ 1334777 w 2491113"/>
              <a:gd name="connsiteY1301" fmla="*/ 200526 h 560417"/>
              <a:gd name="connsiteX1302" fmla="*/ 1329771 w 2491113"/>
              <a:gd name="connsiteY1302" fmla="*/ 197156 h 560417"/>
              <a:gd name="connsiteX1303" fmla="*/ 1327075 w 2491113"/>
              <a:gd name="connsiteY1303" fmla="*/ 185894 h 560417"/>
              <a:gd name="connsiteX1304" fmla="*/ 1332274 w 2491113"/>
              <a:gd name="connsiteY1304" fmla="*/ 182620 h 560417"/>
              <a:gd name="connsiteX1305" fmla="*/ 1336220 w 2491113"/>
              <a:gd name="connsiteY1305" fmla="*/ 176556 h 560417"/>
              <a:gd name="connsiteX1306" fmla="*/ 1344595 w 2491113"/>
              <a:gd name="connsiteY1306" fmla="*/ 171646 h 560417"/>
              <a:gd name="connsiteX1307" fmla="*/ 1355570 w 2491113"/>
              <a:gd name="connsiteY1307" fmla="*/ 170395 h 560417"/>
              <a:gd name="connsiteX1308" fmla="*/ 1403124 w 2491113"/>
              <a:gd name="connsiteY1308" fmla="*/ 147677 h 560417"/>
              <a:gd name="connsiteX1309" fmla="*/ 1416697 w 2491113"/>
              <a:gd name="connsiteY1309" fmla="*/ 146714 h 560417"/>
              <a:gd name="connsiteX1310" fmla="*/ 2081117 w 2491113"/>
              <a:gd name="connsiteY1310" fmla="*/ 146328 h 560417"/>
              <a:gd name="connsiteX1311" fmla="*/ 2095075 w 2491113"/>
              <a:gd name="connsiteY1311" fmla="*/ 146905 h 560417"/>
              <a:gd name="connsiteX1312" fmla="*/ 2106242 w 2491113"/>
              <a:gd name="connsiteY1312" fmla="*/ 156051 h 560417"/>
              <a:gd name="connsiteX1313" fmla="*/ 2108841 w 2491113"/>
              <a:gd name="connsiteY1313" fmla="*/ 163944 h 560417"/>
              <a:gd name="connsiteX1314" fmla="*/ 2110382 w 2491113"/>
              <a:gd name="connsiteY1314" fmla="*/ 171549 h 560417"/>
              <a:gd name="connsiteX1315" fmla="*/ 2104510 w 2491113"/>
              <a:gd name="connsiteY1315" fmla="*/ 185701 h 560417"/>
              <a:gd name="connsiteX1316" fmla="*/ 2104510 w 2491113"/>
              <a:gd name="connsiteY1316" fmla="*/ 193979 h 560417"/>
              <a:gd name="connsiteX1317" fmla="*/ 2110190 w 2491113"/>
              <a:gd name="connsiteY1317" fmla="*/ 192536 h 560417"/>
              <a:gd name="connsiteX1318" fmla="*/ 2117313 w 2491113"/>
              <a:gd name="connsiteY1318" fmla="*/ 189358 h 560417"/>
              <a:gd name="connsiteX1319" fmla="*/ 2125688 w 2491113"/>
              <a:gd name="connsiteY1319" fmla="*/ 186471 h 560417"/>
              <a:gd name="connsiteX1320" fmla="*/ 2135315 w 2491113"/>
              <a:gd name="connsiteY1320" fmla="*/ 179540 h 560417"/>
              <a:gd name="connsiteX1321" fmla="*/ 2150332 w 2491113"/>
              <a:gd name="connsiteY1321" fmla="*/ 179540 h 560417"/>
              <a:gd name="connsiteX1322" fmla="*/ 2163424 w 2491113"/>
              <a:gd name="connsiteY1322" fmla="*/ 183775 h 560417"/>
              <a:gd name="connsiteX1323" fmla="*/ 2172472 w 2491113"/>
              <a:gd name="connsiteY1323" fmla="*/ 201007 h 560417"/>
              <a:gd name="connsiteX1324" fmla="*/ 2169007 w 2491113"/>
              <a:gd name="connsiteY1324" fmla="*/ 205339 h 560417"/>
              <a:gd name="connsiteX1325" fmla="*/ 2161788 w 2491113"/>
              <a:gd name="connsiteY1325" fmla="*/ 210729 h 560417"/>
              <a:gd name="connsiteX1326" fmla="*/ 2145133 w 2491113"/>
              <a:gd name="connsiteY1326" fmla="*/ 217853 h 560417"/>
              <a:gd name="connsiteX1327" fmla="*/ 2135507 w 2491113"/>
              <a:gd name="connsiteY1327" fmla="*/ 221992 h 560417"/>
              <a:gd name="connsiteX1328" fmla="*/ 2124341 w 2491113"/>
              <a:gd name="connsiteY1328" fmla="*/ 223436 h 560417"/>
              <a:gd name="connsiteX1329" fmla="*/ 2107205 w 2491113"/>
              <a:gd name="connsiteY1329" fmla="*/ 229982 h 560417"/>
              <a:gd name="connsiteX1330" fmla="*/ 2101525 w 2491113"/>
              <a:gd name="connsiteY1330" fmla="*/ 238261 h 560417"/>
              <a:gd name="connsiteX1331" fmla="*/ 2103547 w 2491113"/>
              <a:gd name="connsiteY1331" fmla="*/ 251546 h 560417"/>
              <a:gd name="connsiteX1332" fmla="*/ 2131849 w 2491113"/>
              <a:gd name="connsiteY1332" fmla="*/ 280425 h 560417"/>
              <a:gd name="connsiteX1333" fmla="*/ 2152738 w 2491113"/>
              <a:gd name="connsiteY1333" fmla="*/ 304010 h 560417"/>
              <a:gd name="connsiteX1334" fmla="*/ 2174206 w 2491113"/>
              <a:gd name="connsiteY1334" fmla="*/ 318738 h 560417"/>
              <a:gd name="connsiteX1335" fmla="*/ 2186527 w 2491113"/>
              <a:gd name="connsiteY1335" fmla="*/ 323552 h 560417"/>
              <a:gd name="connsiteX1336" fmla="*/ 2196154 w 2491113"/>
              <a:gd name="connsiteY1336" fmla="*/ 329617 h 560417"/>
              <a:gd name="connsiteX1337" fmla="*/ 2217428 w 2491113"/>
              <a:gd name="connsiteY1337" fmla="*/ 337510 h 560417"/>
              <a:gd name="connsiteX1338" fmla="*/ 2224744 w 2491113"/>
              <a:gd name="connsiteY1338" fmla="*/ 340880 h 560417"/>
              <a:gd name="connsiteX1339" fmla="*/ 2223974 w 2491113"/>
              <a:gd name="connsiteY1339" fmla="*/ 341842 h 560417"/>
              <a:gd name="connsiteX1340" fmla="*/ 2221664 w 2491113"/>
              <a:gd name="connsiteY1340" fmla="*/ 347426 h 560417"/>
              <a:gd name="connsiteX1341" fmla="*/ 2220606 w 2491113"/>
              <a:gd name="connsiteY1341" fmla="*/ 355319 h 560417"/>
              <a:gd name="connsiteX1342" fmla="*/ 2208380 w 2491113"/>
              <a:gd name="connsiteY1342" fmla="*/ 361673 h 560417"/>
              <a:gd name="connsiteX1343" fmla="*/ 2203374 w 2491113"/>
              <a:gd name="connsiteY1343" fmla="*/ 365812 h 560417"/>
              <a:gd name="connsiteX1344" fmla="*/ 2198367 w 2491113"/>
              <a:gd name="connsiteY1344" fmla="*/ 366871 h 560417"/>
              <a:gd name="connsiteX1345" fmla="*/ 2187105 w 2491113"/>
              <a:gd name="connsiteY1345" fmla="*/ 366198 h 560417"/>
              <a:gd name="connsiteX1346" fmla="*/ 2175457 w 2491113"/>
              <a:gd name="connsiteY1346" fmla="*/ 366198 h 560417"/>
              <a:gd name="connsiteX1347" fmla="*/ 2165252 w 2491113"/>
              <a:gd name="connsiteY1347" fmla="*/ 364272 h 560417"/>
              <a:gd name="connsiteX1348" fmla="*/ 2149273 w 2491113"/>
              <a:gd name="connsiteY1348" fmla="*/ 362058 h 560417"/>
              <a:gd name="connsiteX1349" fmla="*/ 2140224 w 2491113"/>
              <a:gd name="connsiteY1349" fmla="*/ 355801 h 560417"/>
              <a:gd name="connsiteX1350" fmla="*/ 2126362 w 2491113"/>
              <a:gd name="connsiteY1350" fmla="*/ 331060 h 560417"/>
              <a:gd name="connsiteX1351" fmla="*/ 2110671 w 2491113"/>
              <a:gd name="connsiteY1351" fmla="*/ 311134 h 560417"/>
              <a:gd name="connsiteX1352" fmla="*/ 2101044 w 2491113"/>
              <a:gd name="connsiteY1352" fmla="*/ 300255 h 560417"/>
              <a:gd name="connsiteX1353" fmla="*/ 2079192 w 2491113"/>
              <a:gd name="connsiteY1353" fmla="*/ 281002 h 560417"/>
              <a:gd name="connsiteX1354" fmla="*/ 2064079 w 2491113"/>
              <a:gd name="connsiteY1354" fmla="*/ 303914 h 560417"/>
              <a:gd name="connsiteX1355" fmla="*/ 2042226 w 2491113"/>
              <a:gd name="connsiteY1355" fmla="*/ 325284 h 560417"/>
              <a:gd name="connsiteX1356" fmla="*/ 2019797 w 2491113"/>
              <a:gd name="connsiteY1356" fmla="*/ 338954 h 560417"/>
              <a:gd name="connsiteX1357" fmla="*/ 2003143 w 2491113"/>
              <a:gd name="connsiteY1357" fmla="*/ 348003 h 560417"/>
              <a:gd name="connsiteX1358" fmla="*/ 1987837 w 2491113"/>
              <a:gd name="connsiteY1358" fmla="*/ 351950 h 560417"/>
              <a:gd name="connsiteX1359" fmla="*/ 1979462 w 2491113"/>
              <a:gd name="connsiteY1359" fmla="*/ 353491 h 560417"/>
              <a:gd name="connsiteX1360" fmla="*/ 1973782 w 2491113"/>
              <a:gd name="connsiteY1360" fmla="*/ 348581 h 560417"/>
              <a:gd name="connsiteX1361" fmla="*/ 1969450 w 2491113"/>
              <a:gd name="connsiteY1361" fmla="*/ 339916 h 560417"/>
              <a:gd name="connsiteX1362" fmla="*/ 1962134 w 2491113"/>
              <a:gd name="connsiteY1362" fmla="*/ 337414 h 560417"/>
              <a:gd name="connsiteX1363" fmla="*/ 1966851 w 2491113"/>
              <a:gd name="connsiteY1363" fmla="*/ 331927 h 560417"/>
              <a:gd name="connsiteX1364" fmla="*/ 1977632 w 2491113"/>
              <a:gd name="connsiteY1364" fmla="*/ 325573 h 560417"/>
              <a:gd name="connsiteX1365" fmla="*/ 1985045 w 2491113"/>
              <a:gd name="connsiteY1365" fmla="*/ 320086 h 560417"/>
              <a:gd name="connsiteX1366" fmla="*/ 1990244 w 2491113"/>
              <a:gd name="connsiteY1366" fmla="*/ 317776 h 560417"/>
              <a:gd name="connsiteX1367" fmla="*/ 2024899 w 2491113"/>
              <a:gd name="connsiteY1367" fmla="*/ 284565 h 560417"/>
              <a:gd name="connsiteX1368" fmla="*/ 2038280 w 2491113"/>
              <a:gd name="connsiteY1368" fmla="*/ 261076 h 560417"/>
              <a:gd name="connsiteX1369" fmla="*/ 2041071 w 2491113"/>
              <a:gd name="connsiteY1369" fmla="*/ 251450 h 560417"/>
              <a:gd name="connsiteX1370" fmla="*/ 2034140 w 2491113"/>
              <a:gd name="connsiteY1370" fmla="*/ 251450 h 560417"/>
              <a:gd name="connsiteX1371" fmla="*/ 2028845 w 2491113"/>
              <a:gd name="connsiteY1371" fmla="*/ 251450 h 560417"/>
              <a:gd name="connsiteX1372" fmla="*/ 2021722 w 2491113"/>
              <a:gd name="connsiteY1372" fmla="*/ 253375 h 560417"/>
              <a:gd name="connsiteX1373" fmla="*/ 2014887 w 2491113"/>
              <a:gd name="connsiteY1373" fmla="*/ 253375 h 560417"/>
              <a:gd name="connsiteX1374" fmla="*/ 2004393 w 2491113"/>
              <a:gd name="connsiteY1374" fmla="*/ 248465 h 560417"/>
              <a:gd name="connsiteX1375" fmla="*/ 1992168 w 2491113"/>
              <a:gd name="connsiteY1375" fmla="*/ 233255 h 560417"/>
              <a:gd name="connsiteX1376" fmla="*/ 1995441 w 2491113"/>
              <a:gd name="connsiteY1376" fmla="*/ 223628 h 560417"/>
              <a:gd name="connsiteX1377" fmla="*/ 2001218 w 2491113"/>
              <a:gd name="connsiteY1377" fmla="*/ 217660 h 560417"/>
              <a:gd name="connsiteX1378" fmla="*/ 2008534 w 2491113"/>
              <a:gd name="connsiteY1378" fmla="*/ 214869 h 560417"/>
              <a:gd name="connsiteX1379" fmla="*/ 2014694 w 2491113"/>
              <a:gd name="connsiteY1379" fmla="*/ 210825 h 560417"/>
              <a:gd name="connsiteX1380" fmla="*/ 2029712 w 2491113"/>
              <a:gd name="connsiteY1380" fmla="*/ 210825 h 560417"/>
              <a:gd name="connsiteX1381" fmla="*/ 2054452 w 2491113"/>
              <a:gd name="connsiteY1381" fmla="*/ 202065 h 560417"/>
              <a:gd name="connsiteX1382" fmla="*/ 2059169 w 2491113"/>
              <a:gd name="connsiteY1382" fmla="*/ 179251 h 560417"/>
              <a:gd name="connsiteX1383" fmla="*/ 2060805 w 2491113"/>
              <a:gd name="connsiteY1383" fmla="*/ 164811 h 560417"/>
              <a:gd name="connsiteX1384" fmla="*/ 2060132 w 2491113"/>
              <a:gd name="connsiteY1384" fmla="*/ 152392 h 560417"/>
              <a:gd name="connsiteX1385" fmla="*/ 2063983 w 2491113"/>
              <a:gd name="connsiteY1385" fmla="*/ 147965 h 560417"/>
              <a:gd name="connsiteX1386" fmla="*/ 2073609 w 2491113"/>
              <a:gd name="connsiteY1386" fmla="*/ 148735 h 560417"/>
              <a:gd name="connsiteX1387" fmla="*/ 2081117 w 2491113"/>
              <a:gd name="connsiteY1387" fmla="*/ 146328 h 560417"/>
              <a:gd name="connsiteX1388" fmla="*/ 748621 w 2491113"/>
              <a:gd name="connsiteY1388" fmla="*/ 143248 h 560417"/>
              <a:gd name="connsiteX1389" fmla="*/ 755744 w 2491113"/>
              <a:gd name="connsiteY1389" fmla="*/ 147195 h 560417"/>
              <a:gd name="connsiteX1390" fmla="*/ 767102 w 2491113"/>
              <a:gd name="connsiteY1390" fmla="*/ 148447 h 560417"/>
              <a:gd name="connsiteX1391" fmla="*/ 778655 w 2491113"/>
              <a:gd name="connsiteY1391" fmla="*/ 148447 h 560417"/>
              <a:gd name="connsiteX1392" fmla="*/ 786163 w 2491113"/>
              <a:gd name="connsiteY1392" fmla="*/ 150372 h 560417"/>
              <a:gd name="connsiteX1393" fmla="*/ 792805 w 2491113"/>
              <a:gd name="connsiteY1393" fmla="*/ 153549 h 560417"/>
              <a:gd name="connsiteX1394" fmla="*/ 799929 w 2491113"/>
              <a:gd name="connsiteY1394" fmla="*/ 164619 h 560417"/>
              <a:gd name="connsiteX1395" fmla="*/ 798677 w 2491113"/>
              <a:gd name="connsiteY1395" fmla="*/ 165100 h 560417"/>
              <a:gd name="connsiteX1396" fmla="*/ 798100 w 2491113"/>
              <a:gd name="connsiteY1396" fmla="*/ 172417 h 560417"/>
              <a:gd name="connsiteX1397" fmla="*/ 798100 w 2491113"/>
              <a:gd name="connsiteY1397" fmla="*/ 183583 h 560417"/>
              <a:gd name="connsiteX1398" fmla="*/ 792420 w 2491113"/>
              <a:gd name="connsiteY1398" fmla="*/ 195713 h 560417"/>
              <a:gd name="connsiteX1399" fmla="*/ 790784 w 2491113"/>
              <a:gd name="connsiteY1399" fmla="*/ 208227 h 560417"/>
              <a:gd name="connsiteX1400" fmla="*/ 789533 w 2491113"/>
              <a:gd name="connsiteY1400" fmla="*/ 230946 h 560417"/>
              <a:gd name="connsiteX1401" fmla="*/ 787510 w 2491113"/>
              <a:gd name="connsiteY1401" fmla="*/ 244808 h 560417"/>
              <a:gd name="connsiteX1402" fmla="*/ 786644 w 2491113"/>
              <a:gd name="connsiteY1402" fmla="*/ 256552 h 560417"/>
              <a:gd name="connsiteX1403" fmla="*/ 789340 w 2491113"/>
              <a:gd name="connsiteY1403" fmla="*/ 264542 h 560417"/>
              <a:gd name="connsiteX1404" fmla="*/ 790110 w 2491113"/>
              <a:gd name="connsiteY1404" fmla="*/ 269162 h 560417"/>
              <a:gd name="connsiteX1405" fmla="*/ 791650 w 2491113"/>
              <a:gd name="connsiteY1405" fmla="*/ 276383 h 560417"/>
              <a:gd name="connsiteX1406" fmla="*/ 787318 w 2491113"/>
              <a:gd name="connsiteY1406" fmla="*/ 291881 h 560417"/>
              <a:gd name="connsiteX1407" fmla="*/ 781832 w 2491113"/>
              <a:gd name="connsiteY1407" fmla="*/ 300352 h 560417"/>
              <a:gd name="connsiteX1408" fmla="*/ 765466 w 2491113"/>
              <a:gd name="connsiteY1408" fmla="*/ 309979 h 560417"/>
              <a:gd name="connsiteX1409" fmla="*/ 751123 w 2491113"/>
              <a:gd name="connsiteY1409" fmla="*/ 323552 h 560417"/>
              <a:gd name="connsiteX1410" fmla="*/ 736010 w 2491113"/>
              <a:gd name="connsiteY1410" fmla="*/ 330387 h 560417"/>
              <a:gd name="connsiteX1411" fmla="*/ 716757 w 2491113"/>
              <a:gd name="connsiteY1411" fmla="*/ 341843 h 560417"/>
              <a:gd name="connsiteX1412" fmla="*/ 704916 w 2491113"/>
              <a:gd name="connsiteY1412" fmla="*/ 346848 h 560417"/>
              <a:gd name="connsiteX1413" fmla="*/ 686433 w 2491113"/>
              <a:gd name="connsiteY1413" fmla="*/ 360133 h 560417"/>
              <a:gd name="connsiteX1414" fmla="*/ 674592 w 2491113"/>
              <a:gd name="connsiteY1414" fmla="*/ 349448 h 560417"/>
              <a:gd name="connsiteX1415" fmla="*/ 666988 w 2491113"/>
              <a:gd name="connsiteY1415" fmla="*/ 343576 h 560417"/>
              <a:gd name="connsiteX1416" fmla="*/ 664870 w 2491113"/>
              <a:gd name="connsiteY1416" fmla="*/ 333949 h 560417"/>
              <a:gd name="connsiteX1417" fmla="*/ 662174 w 2491113"/>
              <a:gd name="connsiteY1417" fmla="*/ 325574 h 560417"/>
              <a:gd name="connsiteX1418" fmla="*/ 666795 w 2491113"/>
              <a:gd name="connsiteY1418" fmla="*/ 319220 h 560417"/>
              <a:gd name="connsiteX1419" fmla="*/ 673919 w 2491113"/>
              <a:gd name="connsiteY1419" fmla="*/ 318546 h 560417"/>
              <a:gd name="connsiteX1420" fmla="*/ 684989 w 2491113"/>
              <a:gd name="connsiteY1420" fmla="*/ 312000 h 560417"/>
              <a:gd name="connsiteX1421" fmla="*/ 696830 w 2491113"/>
              <a:gd name="connsiteY1421" fmla="*/ 307476 h 560417"/>
              <a:gd name="connsiteX1422" fmla="*/ 717334 w 2491113"/>
              <a:gd name="connsiteY1422" fmla="*/ 296117 h 560417"/>
              <a:gd name="connsiteX1423" fmla="*/ 726960 w 2491113"/>
              <a:gd name="connsiteY1423" fmla="*/ 286490 h 560417"/>
              <a:gd name="connsiteX1424" fmla="*/ 726383 w 2491113"/>
              <a:gd name="connsiteY1424" fmla="*/ 264735 h 560417"/>
              <a:gd name="connsiteX1425" fmla="*/ 721281 w 2491113"/>
              <a:gd name="connsiteY1425" fmla="*/ 261654 h 560417"/>
              <a:gd name="connsiteX1426" fmla="*/ 711655 w 2491113"/>
              <a:gd name="connsiteY1426" fmla="*/ 262906 h 560417"/>
              <a:gd name="connsiteX1427" fmla="*/ 702606 w 2491113"/>
              <a:gd name="connsiteY1427" fmla="*/ 266178 h 560417"/>
              <a:gd name="connsiteX1428" fmla="*/ 695770 w 2491113"/>
              <a:gd name="connsiteY1428" fmla="*/ 267045 h 560417"/>
              <a:gd name="connsiteX1429" fmla="*/ 691343 w 2491113"/>
              <a:gd name="connsiteY1429" fmla="*/ 263291 h 560417"/>
              <a:gd name="connsiteX1430" fmla="*/ 689322 w 2491113"/>
              <a:gd name="connsiteY1430" fmla="*/ 252124 h 560417"/>
              <a:gd name="connsiteX1431" fmla="*/ 687395 w 2491113"/>
              <a:gd name="connsiteY1431" fmla="*/ 244327 h 560417"/>
              <a:gd name="connsiteX1432" fmla="*/ 688262 w 2491113"/>
              <a:gd name="connsiteY1432" fmla="*/ 228539 h 560417"/>
              <a:gd name="connsiteX1433" fmla="*/ 697889 w 2491113"/>
              <a:gd name="connsiteY1433" fmla="*/ 219394 h 560417"/>
              <a:gd name="connsiteX1434" fmla="*/ 710692 w 2491113"/>
              <a:gd name="connsiteY1434" fmla="*/ 215351 h 560417"/>
              <a:gd name="connsiteX1435" fmla="*/ 720318 w 2491113"/>
              <a:gd name="connsiteY1435" fmla="*/ 214677 h 560417"/>
              <a:gd name="connsiteX1436" fmla="*/ 733218 w 2491113"/>
              <a:gd name="connsiteY1436" fmla="*/ 208805 h 560417"/>
              <a:gd name="connsiteX1437" fmla="*/ 739475 w 2491113"/>
              <a:gd name="connsiteY1437" fmla="*/ 197060 h 560417"/>
              <a:gd name="connsiteX1438" fmla="*/ 743422 w 2491113"/>
              <a:gd name="connsiteY1438" fmla="*/ 171743 h 560417"/>
              <a:gd name="connsiteX1439" fmla="*/ 736972 w 2491113"/>
              <a:gd name="connsiteY1439" fmla="*/ 155378 h 560417"/>
              <a:gd name="connsiteX1440" fmla="*/ 736972 w 2491113"/>
              <a:gd name="connsiteY1440" fmla="*/ 150757 h 560417"/>
              <a:gd name="connsiteX1441" fmla="*/ 744192 w 2491113"/>
              <a:gd name="connsiteY1441" fmla="*/ 145173 h 560417"/>
              <a:gd name="connsiteX1442" fmla="*/ 748621 w 2491113"/>
              <a:gd name="connsiteY1442" fmla="*/ 143248 h 560417"/>
              <a:gd name="connsiteX1443" fmla="*/ 885317 w 2491113"/>
              <a:gd name="connsiteY1443" fmla="*/ 130445 h 560417"/>
              <a:gd name="connsiteX1444" fmla="*/ 892344 w 2491113"/>
              <a:gd name="connsiteY1444" fmla="*/ 134584 h 560417"/>
              <a:gd name="connsiteX1445" fmla="*/ 898215 w 2491113"/>
              <a:gd name="connsiteY1445" fmla="*/ 135931 h 560417"/>
              <a:gd name="connsiteX1446" fmla="*/ 902740 w 2491113"/>
              <a:gd name="connsiteY1446" fmla="*/ 141033 h 560417"/>
              <a:gd name="connsiteX1447" fmla="*/ 906398 w 2491113"/>
              <a:gd name="connsiteY1447" fmla="*/ 155184 h 560417"/>
              <a:gd name="connsiteX1448" fmla="*/ 895905 w 2491113"/>
              <a:gd name="connsiteY1448" fmla="*/ 174437 h 560417"/>
              <a:gd name="connsiteX1449" fmla="*/ 893884 w 2491113"/>
              <a:gd name="connsiteY1449" fmla="*/ 184064 h 560417"/>
              <a:gd name="connsiteX1450" fmla="*/ 902547 w 2491113"/>
              <a:gd name="connsiteY1450" fmla="*/ 187048 h 560417"/>
              <a:gd name="connsiteX1451" fmla="*/ 911211 w 2491113"/>
              <a:gd name="connsiteY1451" fmla="*/ 182138 h 560417"/>
              <a:gd name="connsiteX1452" fmla="*/ 925170 w 2491113"/>
              <a:gd name="connsiteY1452" fmla="*/ 187048 h 560417"/>
              <a:gd name="connsiteX1453" fmla="*/ 932967 w 2491113"/>
              <a:gd name="connsiteY1453" fmla="*/ 201584 h 560417"/>
              <a:gd name="connsiteX1454" fmla="*/ 934603 w 2491113"/>
              <a:gd name="connsiteY1454" fmla="*/ 211981 h 560417"/>
              <a:gd name="connsiteX1455" fmla="*/ 929886 w 2491113"/>
              <a:gd name="connsiteY1455" fmla="*/ 217372 h 560417"/>
              <a:gd name="connsiteX1456" fmla="*/ 920260 w 2491113"/>
              <a:gd name="connsiteY1456" fmla="*/ 219874 h 560417"/>
              <a:gd name="connsiteX1457" fmla="*/ 911886 w 2491113"/>
              <a:gd name="connsiteY1457" fmla="*/ 225746 h 560417"/>
              <a:gd name="connsiteX1458" fmla="*/ 900141 w 2491113"/>
              <a:gd name="connsiteY1458" fmla="*/ 232292 h 560417"/>
              <a:gd name="connsiteX1459" fmla="*/ 881466 w 2491113"/>
              <a:gd name="connsiteY1459" fmla="*/ 241341 h 560417"/>
              <a:gd name="connsiteX1460" fmla="*/ 875016 w 2491113"/>
              <a:gd name="connsiteY1460" fmla="*/ 261942 h 560417"/>
              <a:gd name="connsiteX1461" fmla="*/ 875690 w 2491113"/>
              <a:gd name="connsiteY1461" fmla="*/ 271568 h 560417"/>
              <a:gd name="connsiteX1462" fmla="*/ 880888 w 2491113"/>
              <a:gd name="connsiteY1462" fmla="*/ 288608 h 560417"/>
              <a:gd name="connsiteX1463" fmla="*/ 895135 w 2491113"/>
              <a:gd name="connsiteY1463" fmla="*/ 294961 h 560417"/>
              <a:gd name="connsiteX1464" fmla="*/ 905340 w 2491113"/>
              <a:gd name="connsiteY1464" fmla="*/ 296309 h 560417"/>
              <a:gd name="connsiteX1465" fmla="*/ 912559 w 2491113"/>
              <a:gd name="connsiteY1465" fmla="*/ 297849 h 560417"/>
              <a:gd name="connsiteX1466" fmla="*/ 919683 w 2491113"/>
              <a:gd name="connsiteY1466" fmla="*/ 300641 h 560417"/>
              <a:gd name="connsiteX1467" fmla="*/ 930849 w 2491113"/>
              <a:gd name="connsiteY1467" fmla="*/ 301796 h 560417"/>
              <a:gd name="connsiteX1468" fmla="*/ 931330 w 2491113"/>
              <a:gd name="connsiteY1468" fmla="*/ 301988 h 560417"/>
              <a:gd name="connsiteX1469" fmla="*/ 937587 w 2491113"/>
              <a:gd name="connsiteY1469" fmla="*/ 316332 h 560417"/>
              <a:gd name="connsiteX1470" fmla="*/ 932005 w 2491113"/>
              <a:gd name="connsiteY1470" fmla="*/ 332311 h 560417"/>
              <a:gd name="connsiteX1471" fmla="*/ 927384 w 2491113"/>
              <a:gd name="connsiteY1471" fmla="*/ 342805 h 560417"/>
              <a:gd name="connsiteX1472" fmla="*/ 915351 w 2491113"/>
              <a:gd name="connsiteY1472" fmla="*/ 344633 h 560417"/>
              <a:gd name="connsiteX1473" fmla="*/ 903510 w 2491113"/>
              <a:gd name="connsiteY1473" fmla="*/ 347425 h 560417"/>
              <a:gd name="connsiteX1474" fmla="*/ 895231 w 2491113"/>
              <a:gd name="connsiteY1474" fmla="*/ 343863 h 560417"/>
              <a:gd name="connsiteX1475" fmla="*/ 882428 w 2491113"/>
              <a:gd name="connsiteY1475" fmla="*/ 342612 h 560417"/>
              <a:gd name="connsiteX1476" fmla="*/ 869817 w 2491113"/>
              <a:gd name="connsiteY1476" fmla="*/ 342612 h 560417"/>
              <a:gd name="connsiteX1477" fmla="*/ 859133 w 2491113"/>
              <a:gd name="connsiteY1477" fmla="*/ 339531 h 560417"/>
              <a:gd name="connsiteX1478" fmla="*/ 843537 w 2491113"/>
              <a:gd name="connsiteY1478" fmla="*/ 338665 h 560417"/>
              <a:gd name="connsiteX1479" fmla="*/ 835644 w 2491113"/>
              <a:gd name="connsiteY1479" fmla="*/ 334333 h 560417"/>
              <a:gd name="connsiteX1480" fmla="*/ 828328 w 2491113"/>
              <a:gd name="connsiteY1480" fmla="*/ 322589 h 560417"/>
              <a:gd name="connsiteX1481" fmla="*/ 827365 w 2491113"/>
              <a:gd name="connsiteY1481" fmla="*/ 308919 h 560417"/>
              <a:gd name="connsiteX1482" fmla="*/ 823995 w 2491113"/>
              <a:gd name="connsiteY1482" fmla="*/ 292650 h 560417"/>
              <a:gd name="connsiteX1483" fmla="*/ 823322 w 2491113"/>
              <a:gd name="connsiteY1483" fmla="*/ 282447 h 560417"/>
              <a:gd name="connsiteX1484" fmla="*/ 822071 w 2491113"/>
              <a:gd name="connsiteY1484" fmla="*/ 272820 h 560417"/>
              <a:gd name="connsiteX1485" fmla="*/ 820530 w 2491113"/>
              <a:gd name="connsiteY1485" fmla="*/ 257707 h 560417"/>
              <a:gd name="connsiteX1486" fmla="*/ 824573 w 2491113"/>
              <a:gd name="connsiteY1486" fmla="*/ 233351 h 560417"/>
              <a:gd name="connsiteX1487" fmla="*/ 827943 w 2491113"/>
              <a:gd name="connsiteY1487" fmla="*/ 225746 h 560417"/>
              <a:gd name="connsiteX1488" fmla="*/ 830830 w 2491113"/>
              <a:gd name="connsiteY1488" fmla="*/ 213232 h 560417"/>
              <a:gd name="connsiteX1489" fmla="*/ 833526 w 2491113"/>
              <a:gd name="connsiteY1489" fmla="*/ 200429 h 560417"/>
              <a:gd name="connsiteX1490" fmla="*/ 834682 w 2491113"/>
              <a:gd name="connsiteY1490" fmla="*/ 180502 h 560417"/>
              <a:gd name="connsiteX1491" fmla="*/ 837569 w 2491113"/>
              <a:gd name="connsiteY1491" fmla="*/ 168372 h 560417"/>
              <a:gd name="connsiteX1492" fmla="*/ 841709 w 2491113"/>
              <a:gd name="connsiteY1492" fmla="*/ 149119 h 560417"/>
              <a:gd name="connsiteX1493" fmla="*/ 842190 w 2491113"/>
              <a:gd name="connsiteY1493" fmla="*/ 135931 h 560417"/>
              <a:gd name="connsiteX1494" fmla="*/ 849794 w 2491113"/>
              <a:gd name="connsiteY1494" fmla="*/ 130541 h 560417"/>
              <a:gd name="connsiteX1495" fmla="*/ 859421 w 2491113"/>
              <a:gd name="connsiteY1495" fmla="*/ 132563 h 560417"/>
              <a:gd name="connsiteX1496" fmla="*/ 867989 w 2491113"/>
              <a:gd name="connsiteY1496" fmla="*/ 130734 h 560417"/>
              <a:gd name="connsiteX1497" fmla="*/ 875690 w 2491113"/>
              <a:gd name="connsiteY1497" fmla="*/ 132274 h 560417"/>
              <a:gd name="connsiteX1498" fmla="*/ 885317 w 2491113"/>
              <a:gd name="connsiteY1498" fmla="*/ 130445 h 560417"/>
              <a:gd name="connsiteX1499" fmla="*/ 279933 w 2491113"/>
              <a:gd name="connsiteY1499" fmla="*/ 129944 h 560417"/>
              <a:gd name="connsiteX1500" fmla="*/ 274410 w 2491113"/>
              <a:gd name="connsiteY1500" fmla="*/ 137758 h 560417"/>
              <a:gd name="connsiteX1501" fmla="*/ 274410 w 2491113"/>
              <a:gd name="connsiteY1501" fmla="*/ 138145 h 560417"/>
              <a:gd name="connsiteX1502" fmla="*/ 269744 w 2491113"/>
              <a:gd name="connsiteY1502" fmla="*/ 162250 h 560417"/>
              <a:gd name="connsiteX1503" fmla="*/ 269385 w 2491113"/>
              <a:gd name="connsiteY1503" fmla="*/ 164045 h 560417"/>
              <a:gd name="connsiteX1504" fmla="*/ 265961 w 2491113"/>
              <a:gd name="connsiteY1504" fmla="*/ 164045 h 560417"/>
              <a:gd name="connsiteX1505" fmla="*/ 181965 w 2491113"/>
              <a:gd name="connsiteY1505" fmla="*/ 151923 h 560417"/>
              <a:gd name="connsiteX1506" fmla="*/ 189282 w 2491113"/>
              <a:gd name="connsiteY1506" fmla="*/ 169954 h 560417"/>
              <a:gd name="connsiteX1507" fmla="*/ 209245 w 2491113"/>
              <a:gd name="connsiteY1507" fmla="*/ 182435 h 560417"/>
              <a:gd name="connsiteX1508" fmla="*/ 210902 w 2491113"/>
              <a:gd name="connsiteY1508" fmla="*/ 182766 h 560417"/>
              <a:gd name="connsiteX1509" fmla="*/ 210902 w 2491113"/>
              <a:gd name="connsiteY1509" fmla="*/ 184450 h 560417"/>
              <a:gd name="connsiteX1510" fmla="*/ 211012 w 2491113"/>
              <a:gd name="connsiteY1510" fmla="*/ 184450 h 560417"/>
              <a:gd name="connsiteX1511" fmla="*/ 218330 w 2491113"/>
              <a:gd name="connsiteY1511" fmla="*/ 199195 h 560417"/>
              <a:gd name="connsiteX1512" fmla="*/ 233765 w 2491113"/>
              <a:gd name="connsiteY1512" fmla="*/ 204083 h 560417"/>
              <a:gd name="connsiteX1513" fmla="*/ 235836 w 2491113"/>
              <a:gd name="connsiteY1513" fmla="*/ 204083 h 560417"/>
              <a:gd name="connsiteX1514" fmla="*/ 237575 w 2491113"/>
              <a:gd name="connsiteY1514" fmla="*/ 203862 h 560417"/>
              <a:gd name="connsiteX1515" fmla="*/ 238183 w 2491113"/>
              <a:gd name="connsiteY1515" fmla="*/ 205491 h 560417"/>
              <a:gd name="connsiteX1516" fmla="*/ 249725 w 2491113"/>
              <a:gd name="connsiteY1516" fmla="*/ 215045 h 560417"/>
              <a:gd name="connsiteX1517" fmla="*/ 255634 w 2491113"/>
              <a:gd name="connsiteY1517" fmla="*/ 215928 h 560417"/>
              <a:gd name="connsiteX1518" fmla="*/ 263282 w 2491113"/>
              <a:gd name="connsiteY1518" fmla="*/ 214603 h 560417"/>
              <a:gd name="connsiteX1519" fmla="*/ 267341 w 2491113"/>
              <a:gd name="connsiteY1519" fmla="*/ 212918 h 560417"/>
              <a:gd name="connsiteX1520" fmla="*/ 261377 w 2491113"/>
              <a:gd name="connsiteY1520" fmla="*/ 237300 h 560417"/>
              <a:gd name="connsiteX1521" fmla="*/ 298930 w 2491113"/>
              <a:gd name="connsiteY1521" fmla="*/ 237300 h 560417"/>
              <a:gd name="connsiteX1522" fmla="*/ 292938 w 2491113"/>
              <a:gd name="connsiteY1522" fmla="*/ 212891 h 560417"/>
              <a:gd name="connsiteX1523" fmla="*/ 297024 w 2491113"/>
              <a:gd name="connsiteY1523" fmla="*/ 214603 h 560417"/>
              <a:gd name="connsiteX1524" fmla="*/ 304645 w 2491113"/>
              <a:gd name="connsiteY1524" fmla="*/ 215928 h 560417"/>
              <a:gd name="connsiteX1525" fmla="*/ 310555 w 2491113"/>
              <a:gd name="connsiteY1525" fmla="*/ 215045 h 560417"/>
              <a:gd name="connsiteX1526" fmla="*/ 322096 w 2491113"/>
              <a:gd name="connsiteY1526" fmla="*/ 205491 h 560417"/>
              <a:gd name="connsiteX1527" fmla="*/ 322704 w 2491113"/>
              <a:gd name="connsiteY1527" fmla="*/ 203862 h 560417"/>
              <a:gd name="connsiteX1528" fmla="*/ 324443 w 2491113"/>
              <a:gd name="connsiteY1528" fmla="*/ 204083 h 560417"/>
              <a:gd name="connsiteX1529" fmla="*/ 326514 w 2491113"/>
              <a:gd name="connsiteY1529" fmla="*/ 204083 h 560417"/>
              <a:gd name="connsiteX1530" fmla="*/ 341950 w 2491113"/>
              <a:gd name="connsiteY1530" fmla="*/ 199195 h 560417"/>
              <a:gd name="connsiteX1531" fmla="*/ 349267 w 2491113"/>
              <a:gd name="connsiteY1531" fmla="*/ 184423 h 560417"/>
              <a:gd name="connsiteX1532" fmla="*/ 349267 w 2491113"/>
              <a:gd name="connsiteY1532" fmla="*/ 182766 h 560417"/>
              <a:gd name="connsiteX1533" fmla="*/ 350923 w 2491113"/>
              <a:gd name="connsiteY1533" fmla="*/ 182435 h 560417"/>
              <a:gd name="connsiteX1534" fmla="*/ 370859 w 2491113"/>
              <a:gd name="connsiteY1534" fmla="*/ 169954 h 560417"/>
              <a:gd name="connsiteX1535" fmla="*/ 378177 w 2491113"/>
              <a:gd name="connsiteY1535" fmla="*/ 151923 h 560417"/>
              <a:gd name="connsiteX1536" fmla="*/ 294263 w 2491113"/>
              <a:gd name="connsiteY1536" fmla="*/ 164045 h 560417"/>
              <a:gd name="connsiteX1537" fmla="*/ 290839 w 2491113"/>
              <a:gd name="connsiteY1537" fmla="*/ 164045 h 560417"/>
              <a:gd name="connsiteX1538" fmla="*/ 290480 w 2491113"/>
              <a:gd name="connsiteY1538" fmla="*/ 162250 h 560417"/>
              <a:gd name="connsiteX1539" fmla="*/ 285814 w 2491113"/>
              <a:gd name="connsiteY1539" fmla="*/ 138145 h 560417"/>
              <a:gd name="connsiteX1540" fmla="*/ 285814 w 2491113"/>
              <a:gd name="connsiteY1540" fmla="*/ 137758 h 560417"/>
              <a:gd name="connsiteX1541" fmla="*/ 280292 w 2491113"/>
              <a:gd name="connsiteY1541" fmla="*/ 129944 h 560417"/>
              <a:gd name="connsiteX1542" fmla="*/ 323367 w 2491113"/>
              <a:gd name="connsiteY1542" fmla="*/ 128977 h 560417"/>
              <a:gd name="connsiteX1543" fmla="*/ 334163 w 2491113"/>
              <a:gd name="connsiteY1543" fmla="*/ 135963 h 560417"/>
              <a:gd name="connsiteX1544" fmla="*/ 321351 w 2491113"/>
              <a:gd name="connsiteY1544" fmla="*/ 136653 h 560417"/>
              <a:gd name="connsiteX1545" fmla="*/ 311797 w 2491113"/>
              <a:gd name="connsiteY1545" fmla="*/ 129695 h 560417"/>
              <a:gd name="connsiteX1546" fmla="*/ 323367 w 2491113"/>
              <a:gd name="connsiteY1546" fmla="*/ 128977 h 560417"/>
              <a:gd name="connsiteX1547" fmla="*/ 1541938 w 2491113"/>
              <a:gd name="connsiteY1547" fmla="*/ 127750 h 560417"/>
              <a:gd name="connsiteX1548" fmla="*/ 1551565 w 2491113"/>
              <a:gd name="connsiteY1548" fmla="*/ 131504 h 560417"/>
              <a:gd name="connsiteX1549" fmla="*/ 1570818 w 2491113"/>
              <a:gd name="connsiteY1549" fmla="*/ 132947 h 560417"/>
              <a:gd name="connsiteX1550" fmla="*/ 1571685 w 2491113"/>
              <a:gd name="connsiteY1550" fmla="*/ 133429 h 560417"/>
              <a:gd name="connsiteX1551" fmla="*/ 1574957 w 2491113"/>
              <a:gd name="connsiteY1551" fmla="*/ 141323 h 560417"/>
              <a:gd name="connsiteX1552" fmla="*/ 1581599 w 2491113"/>
              <a:gd name="connsiteY1552" fmla="*/ 154800 h 560417"/>
              <a:gd name="connsiteX1553" fmla="*/ 1576209 w 2491113"/>
              <a:gd name="connsiteY1553" fmla="*/ 166255 h 560417"/>
              <a:gd name="connsiteX1554" fmla="*/ 1573706 w 2491113"/>
              <a:gd name="connsiteY1554" fmla="*/ 176844 h 560417"/>
              <a:gd name="connsiteX1555" fmla="*/ 1564080 w 2491113"/>
              <a:gd name="connsiteY1555" fmla="*/ 193884 h 560417"/>
              <a:gd name="connsiteX1556" fmla="*/ 1555415 w 2491113"/>
              <a:gd name="connsiteY1556" fmla="*/ 203510 h 560417"/>
              <a:gd name="connsiteX1557" fmla="*/ 1536162 w 2491113"/>
              <a:gd name="connsiteY1557" fmla="*/ 243748 h 560417"/>
              <a:gd name="connsiteX1558" fmla="*/ 1529713 w 2491113"/>
              <a:gd name="connsiteY1558" fmla="*/ 250198 h 560417"/>
              <a:gd name="connsiteX1559" fmla="*/ 1521819 w 2491113"/>
              <a:gd name="connsiteY1559" fmla="*/ 250198 h 560417"/>
              <a:gd name="connsiteX1560" fmla="*/ 1513540 w 2491113"/>
              <a:gd name="connsiteY1560" fmla="*/ 252894 h 560417"/>
              <a:gd name="connsiteX1561" fmla="*/ 1501219 w 2491113"/>
              <a:gd name="connsiteY1561" fmla="*/ 256648 h 560417"/>
              <a:gd name="connsiteX1562" fmla="*/ 1501219 w 2491113"/>
              <a:gd name="connsiteY1562" fmla="*/ 266275 h 560417"/>
              <a:gd name="connsiteX1563" fmla="*/ 1510845 w 2491113"/>
              <a:gd name="connsiteY1563" fmla="*/ 264541 h 560417"/>
              <a:gd name="connsiteX1564" fmla="*/ 1518354 w 2491113"/>
              <a:gd name="connsiteY1564" fmla="*/ 261076 h 560417"/>
              <a:gd name="connsiteX1565" fmla="*/ 1528750 w 2491113"/>
              <a:gd name="connsiteY1565" fmla="*/ 264349 h 560417"/>
              <a:gd name="connsiteX1566" fmla="*/ 1532890 w 2491113"/>
              <a:gd name="connsiteY1566" fmla="*/ 269162 h 560417"/>
              <a:gd name="connsiteX1567" fmla="*/ 1535585 w 2491113"/>
              <a:gd name="connsiteY1567" fmla="*/ 282254 h 560417"/>
              <a:gd name="connsiteX1568" fmla="*/ 1533949 w 2491113"/>
              <a:gd name="connsiteY1568" fmla="*/ 287645 h 560417"/>
              <a:gd name="connsiteX1569" fmla="*/ 1524323 w 2491113"/>
              <a:gd name="connsiteY1569" fmla="*/ 294287 h 560417"/>
              <a:gd name="connsiteX1570" fmla="*/ 1513540 w 2491113"/>
              <a:gd name="connsiteY1570" fmla="*/ 298234 h 560417"/>
              <a:gd name="connsiteX1571" fmla="*/ 1510171 w 2491113"/>
              <a:gd name="connsiteY1571" fmla="*/ 304491 h 560417"/>
              <a:gd name="connsiteX1572" fmla="*/ 1515369 w 2491113"/>
              <a:gd name="connsiteY1572" fmla="*/ 308631 h 560417"/>
              <a:gd name="connsiteX1573" fmla="*/ 1529713 w 2491113"/>
              <a:gd name="connsiteY1573" fmla="*/ 305936 h 560417"/>
              <a:gd name="connsiteX1574" fmla="*/ 1540495 w 2491113"/>
              <a:gd name="connsiteY1574" fmla="*/ 305936 h 560417"/>
              <a:gd name="connsiteX1575" fmla="*/ 1553779 w 2491113"/>
              <a:gd name="connsiteY1575" fmla="*/ 303240 h 560417"/>
              <a:gd name="connsiteX1576" fmla="*/ 1565427 w 2491113"/>
              <a:gd name="connsiteY1576" fmla="*/ 303240 h 560417"/>
              <a:gd name="connsiteX1577" fmla="*/ 1575053 w 2491113"/>
              <a:gd name="connsiteY1577" fmla="*/ 318353 h 560417"/>
              <a:gd name="connsiteX1578" fmla="*/ 1558015 w 2491113"/>
              <a:gd name="connsiteY1578" fmla="*/ 342901 h 560417"/>
              <a:gd name="connsiteX1579" fmla="*/ 1542516 w 2491113"/>
              <a:gd name="connsiteY1579" fmla="*/ 340206 h 560417"/>
              <a:gd name="connsiteX1580" fmla="*/ 1516909 w 2491113"/>
              <a:gd name="connsiteY1580" fmla="*/ 341264 h 560417"/>
              <a:gd name="connsiteX1581" fmla="*/ 1502951 w 2491113"/>
              <a:gd name="connsiteY1581" fmla="*/ 340398 h 560417"/>
              <a:gd name="connsiteX1582" fmla="*/ 1490725 w 2491113"/>
              <a:gd name="connsiteY1582" fmla="*/ 341650 h 560417"/>
              <a:gd name="connsiteX1583" fmla="*/ 1477056 w 2491113"/>
              <a:gd name="connsiteY1583" fmla="*/ 343960 h 560417"/>
              <a:gd name="connsiteX1584" fmla="*/ 1460403 w 2491113"/>
              <a:gd name="connsiteY1584" fmla="*/ 347233 h 560417"/>
              <a:gd name="connsiteX1585" fmla="*/ 1443171 w 2491113"/>
              <a:gd name="connsiteY1585" fmla="*/ 348965 h 560417"/>
              <a:gd name="connsiteX1586" fmla="*/ 1425459 w 2491113"/>
              <a:gd name="connsiteY1586" fmla="*/ 354356 h 560417"/>
              <a:gd name="connsiteX1587" fmla="*/ 1414292 w 2491113"/>
              <a:gd name="connsiteY1587" fmla="*/ 348484 h 560417"/>
              <a:gd name="connsiteX1588" fmla="*/ 1411789 w 2491113"/>
              <a:gd name="connsiteY1588" fmla="*/ 333563 h 560417"/>
              <a:gd name="connsiteX1589" fmla="*/ 1412366 w 2491113"/>
              <a:gd name="connsiteY1589" fmla="*/ 326729 h 560417"/>
              <a:gd name="connsiteX1590" fmla="*/ 1416120 w 2491113"/>
              <a:gd name="connsiteY1590" fmla="*/ 318834 h 560417"/>
              <a:gd name="connsiteX1591" fmla="*/ 1420260 w 2491113"/>
              <a:gd name="connsiteY1591" fmla="*/ 315466 h 560417"/>
              <a:gd name="connsiteX1592" fmla="*/ 1425459 w 2491113"/>
              <a:gd name="connsiteY1592" fmla="*/ 317968 h 560417"/>
              <a:gd name="connsiteX1593" fmla="*/ 1440669 w 2491113"/>
              <a:gd name="connsiteY1593" fmla="*/ 312771 h 560417"/>
              <a:gd name="connsiteX1594" fmla="*/ 1459922 w 2491113"/>
              <a:gd name="connsiteY1594" fmla="*/ 304299 h 560417"/>
              <a:gd name="connsiteX1595" fmla="*/ 1456744 w 2491113"/>
              <a:gd name="connsiteY1595" fmla="*/ 298908 h 560417"/>
              <a:gd name="connsiteX1596" fmla="*/ 1448851 w 2491113"/>
              <a:gd name="connsiteY1596" fmla="*/ 297849 h 560417"/>
              <a:gd name="connsiteX1597" fmla="*/ 1442208 w 2491113"/>
              <a:gd name="connsiteY1597" fmla="*/ 294480 h 560417"/>
              <a:gd name="connsiteX1598" fmla="*/ 1442208 w 2491113"/>
              <a:gd name="connsiteY1598" fmla="*/ 288030 h 560417"/>
              <a:gd name="connsiteX1599" fmla="*/ 1443075 w 2491113"/>
              <a:gd name="connsiteY1599" fmla="*/ 280137 h 560417"/>
              <a:gd name="connsiteX1600" fmla="*/ 1447407 w 2491113"/>
              <a:gd name="connsiteY1600" fmla="*/ 274361 h 560417"/>
              <a:gd name="connsiteX1601" fmla="*/ 1451835 w 2491113"/>
              <a:gd name="connsiteY1601" fmla="*/ 275804 h 560417"/>
              <a:gd name="connsiteX1602" fmla="*/ 1456552 w 2491113"/>
              <a:gd name="connsiteY1602" fmla="*/ 274938 h 560417"/>
              <a:gd name="connsiteX1603" fmla="*/ 1461173 w 2491113"/>
              <a:gd name="connsiteY1603" fmla="*/ 274938 h 560417"/>
              <a:gd name="connsiteX1604" fmla="*/ 1465313 w 2491113"/>
              <a:gd name="connsiteY1604" fmla="*/ 271183 h 560417"/>
              <a:gd name="connsiteX1605" fmla="*/ 1466371 w 2491113"/>
              <a:gd name="connsiteY1605" fmla="*/ 261557 h 560417"/>
              <a:gd name="connsiteX1606" fmla="*/ 1460691 w 2491113"/>
              <a:gd name="connsiteY1606" fmla="*/ 260787 h 560417"/>
              <a:gd name="connsiteX1607" fmla="*/ 1453471 w 2491113"/>
              <a:gd name="connsiteY1607" fmla="*/ 262809 h 560417"/>
              <a:gd name="connsiteX1608" fmla="*/ 1446829 w 2491113"/>
              <a:gd name="connsiteY1608" fmla="*/ 264252 h 560417"/>
              <a:gd name="connsiteX1609" fmla="*/ 1441438 w 2491113"/>
              <a:gd name="connsiteY1609" fmla="*/ 263482 h 560417"/>
              <a:gd name="connsiteX1610" fmla="*/ 1438743 w 2491113"/>
              <a:gd name="connsiteY1610" fmla="*/ 259246 h 560417"/>
              <a:gd name="connsiteX1611" fmla="*/ 1436625 w 2491113"/>
              <a:gd name="connsiteY1611" fmla="*/ 253086 h 560417"/>
              <a:gd name="connsiteX1612" fmla="*/ 1431812 w 2491113"/>
              <a:gd name="connsiteY1612" fmla="*/ 244133 h 560417"/>
              <a:gd name="connsiteX1613" fmla="*/ 1429116 w 2491113"/>
              <a:gd name="connsiteY1613" fmla="*/ 234507 h 560417"/>
              <a:gd name="connsiteX1614" fmla="*/ 1434315 w 2491113"/>
              <a:gd name="connsiteY1614" fmla="*/ 219393 h 560417"/>
              <a:gd name="connsiteX1615" fmla="*/ 1431811 w 2491113"/>
              <a:gd name="connsiteY1615" fmla="*/ 195039 h 560417"/>
              <a:gd name="connsiteX1616" fmla="*/ 1428731 w 2491113"/>
              <a:gd name="connsiteY1616" fmla="*/ 184642 h 560417"/>
              <a:gd name="connsiteX1617" fmla="*/ 1429982 w 2491113"/>
              <a:gd name="connsiteY1617" fmla="*/ 176748 h 560417"/>
              <a:gd name="connsiteX1618" fmla="*/ 1432679 w 2491113"/>
              <a:gd name="connsiteY1618" fmla="*/ 163271 h 560417"/>
              <a:gd name="connsiteX1619" fmla="*/ 1439321 w 2491113"/>
              <a:gd name="connsiteY1619" fmla="*/ 149602 h 560417"/>
              <a:gd name="connsiteX1620" fmla="*/ 1447888 w 2491113"/>
              <a:gd name="connsiteY1620" fmla="*/ 154800 h 560417"/>
              <a:gd name="connsiteX1621" fmla="*/ 1455974 w 2491113"/>
              <a:gd name="connsiteY1621" fmla="*/ 153934 h 560417"/>
              <a:gd name="connsiteX1622" fmla="*/ 1466564 w 2491113"/>
              <a:gd name="connsiteY1622" fmla="*/ 150564 h 560417"/>
              <a:gd name="connsiteX1623" fmla="*/ 1484661 w 2491113"/>
              <a:gd name="connsiteY1623" fmla="*/ 143152 h 560417"/>
              <a:gd name="connsiteX1624" fmla="*/ 1499005 w 2491113"/>
              <a:gd name="connsiteY1624" fmla="*/ 141708 h 560417"/>
              <a:gd name="connsiteX1625" fmla="*/ 1541938 w 2491113"/>
              <a:gd name="connsiteY1625" fmla="*/ 127750 h 560417"/>
              <a:gd name="connsiteX1626" fmla="*/ 91286 w 2491113"/>
              <a:gd name="connsiteY1626" fmla="*/ 116773 h 560417"/>
              <a:gd name="connsiteX1627" fmla="*/ 90154 w 2491113"/>
              <a:gd name="connsiteY1627" fmla="*/ 117215 h 560417"/>
              <a:gd name="connsiteX1628" fmla="*/ 89077 w 2491113"/>
              <a:gd name="connsiteY1628" fmla="*/ 117905 h 560417"/>
              <a:gd name="connsiteX1629" fmla="*/ 87807 w 2491113"/>
              <a:gd name="connsiteY1629" fmla="*/ 119341 h 560417"/>
              <a:gd name="connsiteX1630" fmla="*/ 86371 w 2491113"/>
              <a:gd name="connsiteY1630" fmla="*/ 120556 h 560417"/>
              <a:gd name="connsiteX1631" fmla="*/ 85101 w 2491113"/>
              <a:gd name="connsiteY1631" fmla="*/ 120970 h 560417"/>
              <a:gd name="connsiteX1632" fmla="*/ 84825 w 2491113"/>
              <a:gd name="connsiteY1632" fmla="*/ 121715 h 560417"/>
              <a:gd name="connsiteX1633" fmla="*/ 84797 w 2491113"/>
              <a:gd name="connsiteY1633" fmla="*/ 121715 h 560417"/>
              <a:gd name="connsiteX1634" fmla="*/ 84659 w 2491113"/>
              <a:gd name="connsiteY1634" fmla="*/ 123151 h 560417"/>
              <a:gd name="connsiteX1635" fmla="*/ 85212 w 2491113"/>
              <a:gd name="connsiteY1635" fmla="*/ 123703 h 560417"/>
              <a:gd name="connsiteX1636" fmla="*/ 87973 w 2491113"/>
              <a:gd name="connsiteY1636" fmla="*/ 124753 h 560417"/>
              <a:gd name="connsiteX1637" fmla="*/ 90568 w 2491113"/>
              <a:gd name="connsiteY1637" fmla="*/ 128066 h 560417"/>
              <a:gd name="connsiteX1638" fmla="*/ 91286 w 2491113"/>
              <a:gd name="connsiteY1638" fmla="*/ 130137 h 560417"/>
              <a:gd name="connsiteX1639" fmla="*/ 90541 w 2491113"/>
              <a:gd name="connsiteY1639" fmla="*/ 132374 h 560417"/>
              <a:gd name="connsiteX1640" fmla="*/ 89574 w 2491113"/>
              <a:gd name="connsiteY1640" fmla="*/ 133561 h 560417"/>
              <a:gd name="connsiteX1641" fmla="*/ 88608 w 2491113"/>
              <a:gd name="connsiteY1641" fmla="*/ 135577 h 560417"/>
              <a:gd name="connsiteX1642" fmla="*/ 88608 w 2491113"/>
              <a:gd name="connsiteY1642" fmla="*/ 137730 h 560417"/>
              <a:gd name="connsiteX1643" fmla="*/ 90430 w 2491113"/>
              <a:gd name="connsiteY1643" fmla="*/ 139608 h 560417"/>
              <a:gd name="connsiteX1644" fmla="*/ 91562 w 2491113"/>
              <a:gd name="connsiteY1644" fmla="*/ 140243 h 560417"/>
              <a:gd name="connsiteX1645" fmla="*/ 93136 w 2491113"/>
              <a:gd name="connsiteY1645" fmla="*/ 141265 h 560417"/>
              <a:gd name="connsiteX1646" fmla="*/ 94103 w 2491113"/>
              <a:gd name="connsiteY1646" fmla="*/ 141265 h 560417"/>
              <a:gd name="connsiteX1647" fmla="*/ 94765 w 2491113"/>
              <a:gd name="connsiteY1647" fmla="*/ 140326 h 560417"/>
              <a:gd name="connsiteX1648" fmla="*/ 95373 w 2491113"/>
              <a:gd name="connsiteY1648" fmla="*/ 138863 h 560417"/>
              <a:gd name="connsiteX1649" fmla="*/ 96312 w 2491113"/>
              <a:gd name="connsiteY1649" fmla="*/ 137565 h 560417"/>
              <a:gd name="connsiteX1650" fmla="*/ 97250 w 2491113"/>
              <a:gd name="connsiteY1650" fmla="*/ 137289 h 560417"/>
              <a:gd name="connsiteX1651" fmla="*/ 100012 w 2491113"/>
              <a:gd name="connsiteY1651" fmla="*/ 139663 h 560417"/>
              <a:gd name="connsiteX1652" fmla="*/ 100012 w 2491113"/>
              <a:gd name="connsiteY1652" fmla="*/ 141872 h 560417"/>
              <a:gd name="connsiteX1653" fmla="*/ 99101 w 2491113"/>
              <a:gd name="connsiteY1653" fmla="*/ 145628 h 560417"/>
              <a:gd name="connsiteX1654" fmla="*/ 98300 w 2491113"/>
              <a:gd name="connsiteY1654" fmla="*/ 147560 h 560417"/>
              <a:gd name="connsiteX1655" fmla="*/ 97830 w 2491113"/>
              <a:gd name="connsiteY1655" fmla="*/ 149631 h 560417"/>
              <a:gd name="connsiteX1656" fmla="*/ 97112 w 2491113"/>
              <a:gd name="connsiteY1656" fmla="*/ 150570 h 560417"/>
              <a:gd name="connsiteX1657" fmla="*/ 97389 w 2491113"/>
              <a:gd name="connsiteY1657" fmla="*/ 151840 h 560417"/>
              <a:gd name="connsiteX1658" fmla="*/ 98686 w 2491113"/>
              <a:gd name="connsiteY1658" fmla="*/ 152448 h 560417"/>
              <a:gd name="connsiteX1659" fmla="*/ 100067 w 2491113"/>
              <a:gd name="connsiteY1659" fmla="*/ 153276 h 560417"/>
              <a:gd name="connsiteX1660" fmla="*/ 101641 w 2491113"/>
              <a:gd name="connsiteY1660" fmla="*/ 153000 h 560417"/>
              <a:gd name="connsiteX1661" fmla="*/ 104264 w 2491113"/>
              <a:gd name="connsiteY1661" fmla="*/ 152807 h 560417"/>
              <a:gd name="connsiteX1662" fmla="*/ 104733 w 2491113"/>
              <a:gd name="connsiteY1662" fmla="*/ 149079 h 560417"/>
              <a:gd name="connsiteX1663" fmla="*/ 105451 w 2491113"/>
              <a:gd name="connsiteY1663" fmla="*/ 147063 h 560417"/>
              <a:gd name="connsiteX1664" fmla="*/ 106280 w 2491113"/>
              <a:gd name="connsiteY1664" fmla="*/ 143446 h 560417"/>
              <a:gd name="connsiteX1665" fmla="*/ 107136 w 2491113"/>
              <a:gd name="connsiteY1665" fmla="*/ 140851 h 560417"/>
              <a:gd name="connsiteX1666" fmla="*/ 107136 w 2491113"/>
              <a:gd name="connsiteY1666" fmla="*/ 137592 h 560417"/>
              <a:gd name="connsiteX1667" fmla="*/ 107771 w 2491113"/>
              <a:gd name="connsiteY1667" fmla="*/ 134500 h 560417"/>
              <a:gd name="connsiteX1668" fmla="*/ 107357 w 2491113"/>
              <a:gd name="connsiteY1668" fmla="*/ 132898 h 560417"/>
              <a:gd name="connsiteX1669" fmla="*/ 105976 w 2491113"/>
              <a:gd name="connsiteY1669" fmla="*/ 130607 h 560417"/>
              <a:gd name="connsiteX1670" fmla="*/ 104954 w 2491113"/>
              <a:gd name="connsiteY1670" fmla="*/ 129999 h 560417"/>
              <a:gd name="connsiteX1671" fmla="*/ 104292 w 2491113"/>
              <a:gd name="connsiteY1671" fmla="*/ 129557 h 560417"/>
              <a:gd name="connsiteX1672" fmla="*/ 103049 w 2491113"/>
              <a:gd name="connsiteY1672" fmla="*/ 128977 h 560417"/>
              <a:gd name="connsiteX1673" fmla="*/ 101724 w 2491113"/>
              <a:gd name="connsiteY1673" fmla="*/ 127569 h 560417"/>
              <a:gd name="connsiteX1674" fmla="*/ 100288 w 2491113"/>
              <a:gd name="connsiteY1674" fmla="*/ 125774 h 560417"/>
              <a:gd name="connsiteX1675" fmla="*/ 97692 w 2491113"/>
              <a:gd name="connsiteY1675" fmla="*/ 123013 h 560417"/>
              <a:gd name="connsiteX1676" fmla="*/ 96339 w 2491113"/>
              <a:gd name="connsiteY1676" fmla="*/ 121412 h 560417"/>
              <a:gd name="connsiteX1677" fmla="*/ 95539 w 2491113"/>
              <a:gd name="connsiteY1677" fmla="*/ 119368 h 560417"/>
              <a:gd name="connsiteX1678" fmla="*/ 94241 w 2491113"/>
              <a:gd name="connsiteY1678" fmla="*/ 118043 h 560417"/>
              <a:gd name="connsiteX1679" fmla="*/ 93412 w 2491113"/>
              <a:gd name="connsiteY1679" fmla="*/ 117159 h 560417"/>
              <a:gd name="connsiteX1680" fmla="*/ 91286 w 2491113"/>
              <a:gd name="connsiteY1680" fmla="*/ 116773 h 560417"/>
              <a:gd name="connsiteX1681" fmla="*/ 335232 w 2491113"/>
              <a:gd name="connsiteY1681" fmla="*/ 116665 h 560417"/>
              <a:gd name="connsiteX1682" fmla="*/ 346257 w 2491113"/>
              <a:gd name="connsiteY1682" fmla="*/ 118181 h 560417"/>
              <a:gd name="connsiteX1683" fmla="*/ 335764 w 2491113"/>
              <a:gd name="connsiteY1683" fmla="*/ 124090 h 560417"/>
              <a:gd name="connsiteX1684" fmla="*/ 324553 w 2491113"/>
              <a:gd name="connsiteY1684" fmla="*/ 120556 h 560417"/>
              <a:gd name="connsiteX1685" fmla="*/ 335212 w 2491113"/>
              <a:gd name="connsiteY1685" fmla="*/ 116662 h 560417"/>
              <a:gd name="connsiteX1686" fmla="*/ 335239 w 2491113"/>
              <a:gd name="connsiteY1686" fmla="*/ 116662 h 560417"/>
              <a:gd name="connsiteX1687" fmla="*/ 335232 w 2491113"/>
              <a:gd name="connsiteY1687" fmla="*/ 116665 h 560417"/>
              <a:gd name="connsiteX1688" fmla="*/ 467033 w 2491113"/>
              <a:gd name="connsiteY1688" fmla="*/ 103685 h 560417"/>
              <a:gd name="connsiteX1689" fmla="*/ 465542 w 2491113"/>
              <a:gd name="connsiteY1689" fmla="*/ 104016 h 560417"/>
              <a:gd name="connsiteX1690" fmla="*/ 464106 w 2491113"/>
              <a:gd name="connsiteY1690" fmla="*/ 105838 h 560417"/>
              <a:gd name="connsiteX1691" fmla="*/ 461345 w 2491113"/>
              <a:gd name="connsiteY1691" fmla="*/ 108765 h 560417"/>
              <a:gd name="connsiteX1692" fmla="*/ 458418 w 2491113"/>
              <a:gd name="connsiteY1692" fmla="*/ 111140 h 560417"/>
              <a:gd name="connsiteX1693" fmla="*/ 457258 w 2491113"/>
              <a:gd name="connsiteY1693" fmla="*/ 112631 h 560417"/>
              <a:gd name="connsiteX1694" fmla="*/ 456678 w 2491113"/>
              <a:gd name="connsiteY1694" fmla="*/ 113818 h 560417"/>
              <a:gd name="connsiteX1695" fmla="*/ 455795 w 2491113"/>
              <a:gd name="connsiteY1695" fmla="*/ 113818 h 560417"/>
              <a:gd name="connsiteX1696" fmla="*/ 454027 w 2491113"/>
              <a:gd name="connsiteY1696" fmla="*/ 112990 h 560417"/>
              <a:gd name="connsiteX1697" fmla="*/ 453823 w 2491113"/>
              <a:gd name="connsiteY1697" fmla="*/ 112786 h 560417"/>
              <a:gd name="connsiteX1698" fmla="*/ 454027 w 2491113"/>
              <a:gd name="connsiteY1698" fmla="*/ 111830 h 560417"/>
              <a:gd name="connsiteX1699" fmla="*/ 455712 w 2491113"/>
              <a:gd name="connsiteY1699" fmla="*/ 109649 h 560417"/>
              <a:gd name="connsiteX1700" fmla="*/ 455270 w 2491113"/>
              <a:gd name="connsiteY1700" fmla="*/ 109235 h 560417"/>
              <a:gd name="connsiteX1701" fmla="*/ 451238 w 2491113"/>
              <a:gd name="connsiteY1701" fmla="*/ 110091 h 560417"/>
              <a:gd name="connsiteX1702" fmla="*/ 450244 w 2491113"/>
              <a:gd name="connsiteY1702" fmla="*/ 109842 h 560417"/>
              <a:gd name="connsiteX1703" fmla="*/ 449002 w 2491113"/>
              <a:gd name="connsiteY1703" fmla="*/ 110339 h 560417"/>
              <a:gd name="connsiteX1704" fmla="*/ 446738 w 2491113"/>
              <a:gd name="connsiteY1704" fmla="*/ 112382 h 560417"/>
              <a:gd name="connsiteX1705" fmla="*/ 445191 w 2491113"/>
              <a:gd name="connsiteY1705" fmla="*/ 115144 h 560417"/>
              <a:gd name="connsiteX1706" fmla="*/ 445689 w 2491113"/>
              <a:gd name="connsiteY1706" fmla="*/ 116441 h 560417"/>
              <a:gd name="connsiteX1707" fmla="*/ 449775 w 2491113"/>
              <a:gd name="connsiteY1707" fmla="*/ 117132 h 560417"/>
              <a:gd name="connsiteX1708" fmla="*/ 450962 w 2491113"/>
              <a:gd name="connsiteY1708" fmla="*/ 117132 h 560417"/>
              <a:gd name="connsiteX1709" fmla="*/ 453724 w 2491113"/>
              <a:gd name="connsiteY1709" fmla="*/ 116883 h 560417"/>
              <a:gd name="connsiteX1710" fmla="*/ 456126 w 2491113"/>
              <a:gd name="connsiteY1710" fmla="*/ 118181 h 560417"/>
              <a:gd name="connsiteX1711" fmla="*/ 457921 w 2491113"/>
              <a:gd name="connsiteY1711" fmla="*/ 119479 h 560417"/>
              <a:gd name="connsiteX1712" fmla="*/ 460130 w 2491113"/>
              <a:gd name="connsiteY1712" fmla="*/ 121301 h 560417"/>
              <a:gd name="connsiteX1713" fmla="*/ 461621 w 2491113"/>
              <a:gd name="connsiteY1713" fmla="*/ 122350 h 560417"/>
              <a:gd name="connsiteX1714" fmla="*/ 463112 w 2491113"/>
              <a:gd name="connsiteY1714" fmla="*/ 123345 h 560417"/>
              <a:gd name="connsiteX1715" fmla="*/ 465873 w 2491113"/>
              <a:gd name="connsiteY1715" fmla="*/ 125664 h 560417"/>
              <a:gd name="connsiteX1716" fmla="*/ 467613 w 2491113"/>
              <a:gd name="connsiteY1716" fmla="*/ 127072 h 560417"/>
              <a:gd name="connsiteX1717" fmla="*/ 469242 w 2491113"/>
              <a:gd name="connsiteY1717" fmla="*/ 128453 h 560417"/>
              <a:gd name="connsiteX1718" fmla="*/ 467392 w 2491113"/>
              <a:gd name="connsiteY1718" fmla="*/ 128950 h 560417"/>
              <a:gd name="connsiteX1719" fmla="*/ 465707 w 2491113"/>
              <a:gd name="connsiteY1719" fmla="*/ 128315 h 560417"/>
              <a:gd name="connsiteX1720" fmla="*/ 464989 w 2491113"/>
              <a:gd name="connsiteY1720" fmla="*/ 126989 h 560417"/>
              <a:gd name="connsiteX1721" fmla="*/ 463968 w 2491113"/>
              <a:gd name="connsiteY1721" fmla="*/ 126023 h 560417"/>
              <a:gd name="connsiteX1722" fmla="*/ 462808 w 2491113"/>
              <a:gd name="connsiteY1722" fmla="*/ 124753 h 560417"/>
              <a:gd name="connsiteX1723" fmla="*/ 461924 w 2491113"/>
              <a:gd name="connsiteY1723" fmla="*/ 124559 h 560417"/>
              <a:gd name="connsiteX1724" fmla="*/ 460765 w 2491113"/>
              <a:gd name="connsiteY1724" fmla="*/ 123952 h 560417"/>
              <a:gd name="connsiteX1725" fmla="*/ 459550 w 2491113"/>
              <a:gd name="connsiteY1725" fmla="*/ 123068 h 560417"/>
              <a:gd name="connsiteX1726" fmla="*/ 457865 w 2491113"/>
              <a:gd name="connsiteY1726" fmla="*/ 121936 h 560417"/>
              <a:gd name="connsiteX1727" fmla="*/ 456568 w 2491113"/>
              <a:gd name="connsiteY1727" fmla="*/ 120804 h 560417"/>
              <a:gd name="connsiteX1728" fmla="*/ 455767 w 2491113"/>
              <a:gd name="connsiteY1728" fmla="*/ 120611 h 560417"/>
              <a:gd name="connsiteX1729" fmla="*/ 454386 w 2491113"/>
              <a:gd name="connsiteY1729" fmla="*/ 119313 h 560417"/>
              <a:gd name="connsiteX1730" fmla="*/ 451183 w 2491113"/>
              <a:gd name="connsiteY1730" fmla="*/ 120500 h 560417"/>
              <a:gd name="connsiteX1731" fmla="*/ 449692 w 2491113"/>
              <a:gd name="connsiteY1731" fmla="*/ 121412 h 560417"/>
              <a:gd name="connsiteX1732" fmla="*/ 449168 w 2491113"/>
              <a:gd name="connsiteY1732" fmla="*/ 122544 h 560417"/>
              <a:gd name="connsiteX1733" fmla="*/ 450023 w 2491113"/>
              <a:gd name="connsiteY1733" fmla="*/ 123483 h 560417"/>
              <a:gd name="connsiteX1734" fmla="*/ 451625 w 2491113"/>
              <a:gd name="connsiteY1734" fmla="*/ 124062 h 560417"/>
              <a:gd name="connsiteX1735" fmla="*/ 453171 w 2491113"/>
              <a:gd name="connsiteY1735" fmla="*/ 124421 h 560417"/>
              <a:gd name="connsiteX1736" fmla="*/ 453889 w 2491113"/>
              <a:gd name="connsiteY1736" fmla="*/ 125388 h 560417"/>
              <a:gd name="connsiteX1737" fmla="*/ 452398 w 2491113"/>
              <a:gd name="connsiteY1737" fmla="*/ 125995 h 560417"/>
              <a:gd name="connsiteX1738" fmla="*/ 451128 w 2491113"/>
              <a:gd name="connsiteY1738" fmla="*/ 126879 h 560417"/>
              <a:gd name="connsiteX1739" fmla="*/ 450300 w 2491113"/>
              <a:gd name="connsiteY1739" fmla="*/ 127045 h 560417"/>
              <a:gd name="connsiteX1740" fmla="*/ 448974 w 2491113"/>
              <a:gd name="connsiteY1740" fmla="*/ 126575 h 560417"/>
              <a:gd name="connsiteX1741" fmla="*/ 447152 w 2491113"/>
              <a:gd name="connsiteY1741" fmla="*/ 125443 h 560417"/>
              <a:gd name="connsiteX1742" fmla="*/ 445219 w 2491113"/>
              <a:gd name="connsiteY1742" fmla="*/ 124918 h 560417"/>
              <a:gd name="connsiteX1743" fmla="*/ 444363 w 2491113"/>
              <a:gd name="connsiteY1743" fmla="*/ 123345 h 560417"/>
              <a:gd name="connsiteX1744" fmla="*/ 441602 w 2491113"/>
              <a:gd name="connsiteY1744" fmla="*/ 122627 h 560417"/>
              <a:gd name="connsiteX1745" fmla="*/ 439918 w 2491113"/>
              <a:gd name="connsiteY1745" fmla="*/ 123676 h 560417"/>
              <a:gd name="connsiteX1746" fmla="*/ 439006 w 2491113"/>
              <a:gd name="connsiteY1746" fmla="*/ 124780 h 560417"/>
              <a:gd name="connsiteX1747" fmla="*/ 439338 w 2491113"/>
              <a:gd name="connsiteY1747" fmla="*/ 125719 h 560417"/>
              <a:gd name="connsiteX1748" fmla="*/ 440304 w 2491113"/>
              <a:gd name="connsiteY1748" fmla="*/ 127459 h 560417"/>
              <a:gd name="connsiteX1749" fmla="*/ 442375 w 2491113"/>
              <a:gd name="connsiteY1749" fmla="*/ 128508 h 560417"/>
              <a:gd name="connsiteX1750" fmla="*/ 444501 w 2491113"/>
              <a:gd name="connsiteY1750" fmla="*/ 130137 h 560417"/>
              <a:gd name="connsiteX1751" fmla="*/ 446600 w 2491113"/>
              <a:gd name="connsiteY1751" fmla="*/ 131711 h 560417"/>
              <a:gd name="connsiteX1752" fmla="*/ 446324 w 2491113"/>
              <a:gd name="connsiteY1752" fmla="*/ 133009 h 560417"/>
              <a:gd name="connsiteX1753" fmla="*/ 440994 w 2491113"/>
              <a:gd name="connsiteY1753" fmla="*/ 134196 h 560417"/>
              <a:gd name="connsiteX1754" fmla="*/ 438233 w 2491113"/>
              <a:gd name="connsiteY1754" fmla="*/ 132098 h 560417"/>
              <a:gd name="connsiteX1755" fmla="*/ 436742 w 2491113"/>
              <a:gd name="connsiteY1755" fmla="*/ 131518 h 560417"/>
              <a:gd name="connsiteX1756" fmla="*/ 436742 w 2491113"/>
              <a:gd name="connsiteY1756" fmla="*/ 135245 h 560417"/>
              <a:gd name="connsiteX1757" fmla="*/ 435251 w 2491113"/>
              <a:gd name="connsiteY1757" fmla="*/ 136571 h 560417"/>
              <a:gd name="connsiteX1758" fmla="*/ 437156 w 2491113"/>
              <a:gd name="connsiteY1758" fmla="*/ 138642 h 560417"/>
              <a:gd name="connsiteX1759" fmla="*/ 438785 w 2491113"/>
              <a:gd name="connsiteY1759" fmla="*/ 139636 h 560417"/>
              <a:gd name="connsiteX1760" fmla="*/ 440994 w 2491113"/>
              <a:gd name="connsiteY1760" fmla="*/ 140768 h 560417"/>
              <a:gd name="connsiteX1761" fmla="*/ 444308 w 2491113"/>
              <a:gd name="connsiteY1761" fmla="*/ 139829 h 560417"/>
              <a:gd name="connsiteX1762" fmla="*/ 445909 w 2491113"/>
              <a:gd name="connsiteY1762" fmla="*/ 139470 h 560417"/>
              <a:gd name="connsiteX1763" fmla="*/ 447787 w 2491113"/>
              <a:gd name="connsiteY1763" fmla="*/ 138338 h 560417"/>
              <a:gd name="connsiteX1764" fmla="*/ 449306 w 2491113"/>
              <a:gd name="connsiteY1764" fmla="*/ 137233 h 560417"/>
              <a:gd name="connsiteX1765" fmla="*/ 450797 w 2491113"/>
              <a:gd name="connsiteY1765" fmla="*/ 135632 h 560417"/>
              <a:gd name="connsiteX1766" fmla="*/ 454000 w 2491113"/>
              <a:gd name="connsiteY1766" fmla="*/ 136957 h 560417"/>
              <a:gd name="connsiteX1767" fmla="*/ 455270 w 2491113"/>
              <a:gd name="connsiteY1767" fmla="*/ 137648 h 560417"/>
              <a:gd name="connsiteX1768" fmla="*/ 456927 w 2491113"/>
              <a:gd name="connsiteY1768" fmla="*/ 138863 h 560417"/>
              <a:gd name="connsiteX1769" fmla="*/ 458418 w 2491113"/>
              <a:gd name="connsiteY1769" fmla="*/ 139028 h 560417"/>
              <a:gd name="connsiteX1770" fmla="*/ 460212 w 2491113"/>
              <a:gd name="connsiteY1770" fmla="*/ 138034 h 560417"/>
              <a:gd name="connsiteX1771" fmla="*/ 460212 w 2491113"/>
              <a:gd name="connsiteY1771" fmla="*/ 136957 h 560417"/>
              <a:gd name="connsiteX1772" fmla="*/ 459467 w 2491113"/>
              <a:gd name="connsiteY1772" fmla="*/ 134997 h 560417"/>
              <a:gd name="connsiteX1773" fmla="*/ 458859 w 2491113"/>
              <a:gd name="connsiteY1773" fmla="*/ 132898 h 560417"/>
              <a:gd name="connsiteX1774" fmla="*/ 457672 w 2491113"/>
              <a:gd name="connsiteY1774" fmla="*/ 132484 h 560417"/>
              <a:gd name="connsiteX1775" fmla="*/ 455988 w 2491113"/>
              <a:gd name="connsiteY1775" fmla="*/ 131683 h 560417"/>
              <a:gd name="connsiteX1776" fmla="*/ 455463 w 2491113"/>
              <a:gd name="connsiteY1776" fmla="*/ 130855 h 560417"/>
              <a:gd name="connsiteX1777" fmla="*/ 457065 w 2491113"/>
              <a:gd name="connsiteY1777" fmla="*/ 129806 h 560417"/>
              <a:gd name="connsiteX1778" fmla="*/ 459495 w 2491113"/>
              <a:gd name="connsiteY1778" fmla="*/ 129806 h 560417"/>
              <a:gd name="connsiteX1779" fmla="*/ 461289 w 2491113"/>
              <a:gd name="connsiteY1779" fmla="*/ 129806 h 560417"/>
              <a:gd name="connsiteX1780" fmla="*/ 465403 w 2491113"/>
              <a:gd name="connsiteY1780" fmla="*/ 130662 h 560417"/>
              <a:gd name="connsiteX1781" fmla="*/ 466784 w 2491113"/>
              <a:gd name="connsiteY1781" fmla="*/ 132098 h 560417"/>
              <a:gd name="connsiteX1782" fmla="*/ 467723 w 2491113"/>
              <a:gd name="connsiteY1782" fmla="*/ 133313 h 560417"/>
              <a:gd name="connsiteX1783" fmla="*/ 468966 w 2491113"/>
              <a:gd name="connsiteY1783" fmla="*/ 133865 h 560417"/>
              <a:gd name="connsiteX1784" fmla="*/ 472472 w 2491113"/>
              <a:gd name="connsiteY1784" fmla="*/ 136074 h 560417"/>
              <a:gd name="connsiteX1785" fmla="*/ 474902 w 2491113"/>
              <a:gd name="connsiteY1785" fmla="*/ 134804 h 560417"/>
              <a:gd name="connsiteX1786" fmla="*/ 476587 w 2491113"/>
              <a:gd name="connsiteY1786" fmla="*/ 132291 h 560417"/>
              <a:gd name="connsiteX1787" fmla="*/ 476034 w 2491113"/>
              <a:gd name="connsiteY1787" fmla="*/ 131048 h 560417"/>
              <a:gd name="connsiteX1788" fmla="*/ 475510 w 2491113"/>
              <a:gd name="connsiteY1788" fmla="*/ 129999 h 560417"/>
              <a:gd name="connsiteX1789" fmla="*/ 475510 w 2491113"/>
              <a:gd name="connsiteY1789" fmla="*/ 128757 h 560417"/>
              <a:gd name="connsiteX1790" fmla="*/ 474626 w 2491113"/>
              <a:gd name="connsiteY1790" fmla="*/ 127901 h 560417"/>
              <a:gd name="connsiteX1791" fmla="*/ 472666 w 2491113"/>
              <a:gd name="connsiteY1791" fmla="*/ 127265 h 560417"/>
              <a:gd name="connsiteX1792" fmla="*/ 472251 w 2491113"/>
              <a:gd name="connsiteY1792" fmla="*/ 126382 h 560417"/>
              <a:gd name="connsiteX1793" fmla="*/ 473936 w 2491113"/>
              <a:gd name="connsiteY1793" fmla="*/ 125277 h 560417"/>
              <a:gd name="connsiteX1794" fmla="*/ 475344 w 2491113"/>
              <a:gd name="connsiteY1794" fmla="*/ 124504 h 560417"/>
              <a:gd name="connsiteX1795" fmla="*/ 476642 w 2491113"/>
              <a:gd name="connsiteY1795" fmla="*/ 123924 h 560417"/>
              <a:gd name="connsiteX1796" fmla="*/ 480535 w 2491113"/>
              <a:gd name="connsiteY1796" fmla="*/ 122489 h 560417"/>
              <a:gd name="connsiteX1797" fmla="*/ 483131 w 2491113"/>
              <a:gd name="connsiteY1797" fmla="*/ 122820 h 560417"/>
              <a:gd name="connsiteX1798" fmla="*/ 484649 w 2491113"/>
              <a:gd name="connsiteY1798" fmla="*/ 121633 h 560417"/>
              <a:gd name="connsiteX1799" fmla="*/ 485202 w 2491113"/>
              <a:gd name="connsiteY1799" fmla="*/ 120611 h 560417"/>
              <a:gd name="connsiteX1800" fmla="*/ 484843 w 2491113"/>
              <a:gd name="connsiteY1800" fmla="*/ 118899 h 560417"/>
              <a:gd name="connsiteX1801" fmla="*/ 483793 w 2491113"/>
              <a:gd name="connsiteY1801" fmla="*/ 117988 h 560417"/>
              <a:gd name="connsiteX1802" fmla="*/ 483075 w 2491113"/>
              <a:gd name="connsiteY1802" fmla="*/ 117988 h 560417"/>
              <a:gd name="connsiteX1803" fmla="*/ 478160 w 2491113"/>
              <a:gd name="connsiteY1803" fmla="*/ 116276 h 560417"/>
              <a:gd name="connsiteX1804" fmla="*/ 477166 w 2491113"/>
              <a:gd name="connsiteY1804" fmla="*/ 118457 h 560417"/>
              <a:gd name="connsiteX1805" fmla="*/ 476062 w 2491113"/>
              <a:gd name="connsiteY1805" fmla="*/ 119037 h 560417"/>
              <a:gd name="connsiteX1806" fmla="*/ 474764 w 2491113"/>
              <a:gd name="connsiteY1806" fmla="*/ 119258 h 560417"/>
              <a:gd name="connsiteX1807" fmla="*/ 473411 w 2491113"/>
              <a:gd name="connsiteY1807" fmla="*/ 118733 h 560417"/>
              <a:gd name="connsiteX1808" fmla="*/ 472389 w 2491113"/>
              <a:gd name="connsiteY1808" fmla="*/ 119865 h 560417"/>
              <a:gd name="connsiteX1809" fmla="*/ 471257 w 2491113"/>
              <a:gd name="connsiteY1809" fmla="*/ 119865 h 560417"/>
              <a:gd name="connsiteX1810" fmla="*/ 470125 w 2491113"/>
              <a:gd name="connsiteY1810" fmla="*/ 119700 h 560417"/>
              <a:gd name="connsiteX1811" fmla="*/ 469214 w 2491113"/>
              <a:gd name="connsiteY1811" fmla="*/ 120970 h 560417"/>
              <a:gd name="connsiteX1812" fmla="*/ 469822 w 2491113"/>
              <a:gd name="connsiteY1812" fmla="*/ 122295 h 560417"/>
              <a:gd name="connsiteX1813" fmla="*/ 467613 w 2491113"/>
              <a:gd name="connsiteY1813" fmla="*/ 122295 h 560417"/>
              <a:gd name="connsiteX1814" fmla="*/ 468054 w 2491113"/>
              <a:gd name="connsiteY1814" fmla="*/ 120749 h 560417"/>
              <a:gd name="connsiteX1815" fmla="*/ 467530 w 2491113"/>
              <a:gd name="connsiteY1815" fmla="*/ 118899 h 560417"/>
              <a:gd name="connsiteX1816" fmla="*/ 469987 w 2491113"/>
              <a:gd name="connsiteY1816" fmla="*/ 118540 h 560417"/>
              <a:gd name="connsiteX1817" fmla="*/ 474046 w 2491113"/>
              <a:gd name="connsiteY1817" fmla="*/ 117325 h 560417"/>
              <a:gd name="connsiteX1818" fmla="*/ 474377 w 2491113"/>
              <a:gd name="connsiteY1818" fmla="*/ 115806 h 560417"/>
              <a:gd name="connsiteX1819" fmla="*/ 475565 w 2491113"/>
              <a:gd name="connsiteY1819" fmla="*/ 114702 h 560417"/>
              <a:gd name="connsiteX1820" fmla="*/ 477829 w 2491113"/>
              <a:gd name="connsiteY1820" fmla="*/ 114481 h 560417"/>
              <a:gd name="connsiteX1821" fmla="*/ 479817 w 2491113"/>
              <a:gd name="connsiteY1821" fmla="*/ 113597 h 560417"/>
              <a:gd name="connsiteX1822" fmla="*/ 479624 w 2491113"/>
              <a:gd name="connsiteY1822" fmla="*/ 111471 h 560417"/>
              <a:gd name="connsiteX1823" fmla="*/ 478906 w 2491113"/>
              <a:gd name="connsiteY1823" fmla="*/ 110947 h 560417"/>
              <a:gd name="connsiteX1824" fmla="*/ 478243 w 2491113"/>
              <a:gd name="connsiteY1824" fmla="*/ 110367 h 560417"/>
              <a:gd name="connsiteX1825" fmla="*/ 476007 w 2491113"/>
              <a:gd name="connsiteY1825" fmla="*/ 110947 h 560417"/>
              <a:gd name="connsiteX1826" fmla="*/ 473577 w 2491113"/>
              <a:gd name="connsiteY1826" fmla="*/ 111195 h 560417"/>
              <a:gd name="connsiteX1827" fmla="*/ 473577 w 2491113"/>
              <a:gd name="connsiteY1827" fmla="*/ 109621 h 560417"/>
              <a:gd name="connsiteX1828" fmla="*/ 472003 w 2491113"/>
              <a:gd name="connsiteY1828" fmla="*/ 109621 h 560417"/>
              <a:gd name="connsiteX1829" fmla="*/ 471175 w 2491113"/>
              <a:gd name="connsiteY1829" fmla="*/ 111306 h 560417"/>
              <a:gd name="connsiteX1830" fmla="*/ 469545 w 2491113"/>
              <a:gd name="connsiteY1830" fmla="*/ 111996 h 560417"/>
              <a:gd name="connsiteX1831" fmla="*/ 468082 w 2491113"/>
              <a:gd name="connsiteY1831" fmla="*/ 113349 h 560417"/>
              <a:gd name="connsiteX1832" fmla="*/ 469104 w 2491113"/>
              <a:gd name="connsiteY1832" fmla="*/ 113763 h 560417"/>
              <a:gd name="connsiteX1833" fmla="*/ 470457 w 2491113"/>
              <a:gd name="connsiteY1833" fmla="*/ 114426 h 560417"/>
              <a:gd name="connsiteX1834" fmla="*/ 469573 w 2491113"/>
              <a:gd name="connsiteY1834" fmla="*/ 116414 h 560417"/>
              <a:gd name="connsiteX1835" fmla="*/ 467447 w 2491113"/>
              <a:gd name="connsiteY1835" fmla="*/ 116276 h 560417"/>
              <a:gd name="connsiteX1836" fmla="*/ 467585 w 2491113"/>
              <a:gd name="connsiteY1836" fmla="*/ 115254 h 560417"/>
              <a:gd name="connsiteX1837" fmla="*/ 466480 w 2491113"/>
              <a:gd name="connsiteY1837" fmla="*/ 113929 h 560417"/>
              <a:gd name="connsiteX1838" fmla="*/ 466729 w 2491113"/>
              <a:gd name="connsiteY1838" fmla="*/ 113100 h 560417"/>
              <a:gd name="connsiteX1839" fmla="*/ 468855 w 2491113"/>
              <a:gd name="connsiteY1839" fmla="*/ 110339 h 560417"/>
              <a:gd name="connsiteX1840" fmla="*/ 469352 w 2491113"/>
              <a:gd name="connsiteY1840" fmla="*/ 109428 h 560417"/>
              <a:gd name="connsiteX1841" fmla="*/ 470208 w 2491113"/>
              <a:gd name="connsiteY1841" fmla="*/ 107965 h 560417"/>
              <a:gd name="connsiteX1842" fmla="*/ 469104 w 2491113"/>
              <a:gd name="connsiteY1842" fmla="*/ 107606 h 560417"/>
              <a:gd name="connsiteX1843" fmla="*/ 467640 w 2491113"/>
              <a:gd name="connsiteY1843" fmla="*/ 108130 h 560417"/>
              <a:gd name="connsiteX1844" fmla="*/ 467060 w 2491113"/>
              <a:gd name="connsiteY1844" fmla="*/ 108986 h 560417"/>
              <a:gd name="connsiteX1845" fmla="*/ 464906 w 2491113"/>
              <a:gd name="connsiteY1845" fmla="*/ 111030 h 560417"/>
              <a:gd name="connsiteX1846" fmla="*/ 463609 w 2491113"/>
              <a:gd name="connsiteY1846" fmla="*/ 112714 h 560417"/>
              <a:gd name="connsiteX1847" fmla="*/ 461289 w 2491113"/>
              <a:gd name="connsiteY1847" fmla="*/ 114730 h 560417"/>
              <a:gd name="connsiteX1848" fmla="*/ 460737 w 2491113"/>
              <a:gd name="connsiteY1848" fmla="*/ 116331 h 560417"/>
              <a:gd name="connsiteX1849" fmla="*/ 461566 w 2491113"/>
              <a:gd name="connsiteY1849" fmla="*/ 116607 h 560417"/>
              <a:gd name="connsiteX1850" fmla="*/ 462504 w 2491113"/>
              <a:gd name="connsiteY1850" fmla="*/ 116469 h 560417"/>
              <a:gd name="connsiteX1851" fmla="*/ 463774 w 2491113"/>
              <a:gd name="connsiteY1851" fmla="*/ 115917 h 560417"/>
              <a:gd name="connsiteX1852" fmla="*/ 463609 w 2491113"/>
              <a:gd name="connsiteY1852" fmla="*/ 117021 h 560417"/>
              <a:gd name="connsiteX1853" fmla="*/ 463084 w 2491113"/>
              <a:gd name="connsiteY1853" fmla="*/ 117988 h 560417"/>
              <a:gd name="connsiteX1854" fmla="*/ 464189 w 2491113"/>
              <a:gd name="connsiteY1854" fmla="*/ 118512 h 560417"/>
              <a:gd name="connsiteX1855" fmla="*/ 464989 w 2491113"/>
              <a:gd name="connsiteY1855" fmla="*/ 119534 h 560417"/>
              <a:gd name="connsiteX1856" fmla="*/ 464382 w 2491113"/>
              <a:gd name="connsiteY1856" fmla="*/ 119921 h 560417"/>
              <a:gd name="connsiteX1857" fmla="*/ 463333 w 2491113"/>
              <a:gd name="connsiteY1857" fmla="*/ 119644 h 560417"/>
              <a:gd name="connsiteX1858" fmla="*/ 462256 w 2491113"/>
              <a:gd name="connsiteY1858" fmla="*/ 119065 h 560417"/>
              <a:gd name="connsiteX1859" fmla="*/ 460544 w 2491113"/>
              <a:gd name="connsiteY1859" fmla="*/ 117794 h 560417"/>
              <a:gd name="connsiteX1860" fmla="*/ 459577 w 2491113"/>
              <a:gd name="connsiteY1860" fmla="*/ 116911 h 560417"/>
              <a:gd name="connsiteX1861" fmla="*/ 458252 w 2491113"/>
              <a:gd name="connsiteY1861" fmla="*/ 116055 h 560417"/>
              <a:gd name="connsiteX1862" fmla="*/ 458252 w 2491113"/>
              <a:gd name="connsiteY1862" fmla="*/ 114978 h 560417"/>
              <a:gd name="connsiteX1863" fmla="*/ 459771 w 2491113"/>
              <a:gd name="connsiteY1863" fmla="*/ 114288 h 560417"/>
              <a:gd name="connsiteX1864" fmla="*/ 460765 w 2491113"/>
              <a:gd name="connsiteY1864" fmla="*/ 113404 h 560417"/>
              <a:gd name="connsiteX1865" fmla="*/ 461842 w 2491113"/>
              <a:gd name="connsiteY1865" fmla="*/ 111913 h 560417"/>
              <a:gd name="connsiteX1866" fmla="*/ 463719 w 2491113"/>
              <a:gd name="connsiteY1866" fmla="*/ 109953 h 560417"/>
              <a:gd name="connsiteX1867" fmla="*/ 464768 w 2491113"/>
              <a:gd name="connsiteY1867" fmla="*/ 109069 h 560417"/>
              <a:gd name="connsiteX1868" fmla="*/ 465624 w 2491113"/>
              <a:gd name="connsiteY1868" fmla="*/ 108379 h 560417"/>
              <a:gd name="connsiteX1869" fmla="*/ 466315 w 2491113"/>
              <a:gd name="connsiteY1869" fmla="*/ 107688 h 560417"/>
              <a:gd name="connsiteX1870" fmla="*/ 467419 w 2491113"/>
              <a:gd name="connsiteY1870" fmla="*/ 106501 h 560417"/>
              <a:gd name="connsiteX1871" fmla="*/ 468220 w 2491113"/>
              <a:gd name="connsiteY1871" fmla="*/ 105452 h 560417"/>
              <a:gd name="connsiteX1872" fmla="*/ 468413 w 2491113"/>
              <a:gd name="connsiteY1872" fmla="*/ 104623 h 560417"/>
              <a:gd name="connsiteX1873" fmla="*/ 467778 w 2491113"/>
              <a:gd name="connsiteY1873" fmla="*/ 104458 h 560417"/>
              <a:gd name="connsiteX1874" fmla="*/ 467033 w 2491113"/>
              <a:gd name="connsiteY1874" fmla="*/ 103685 h 560417"/>
              <a:gd name="connsiteX1875" fmla="*/ 100923 w 2491113"/>
              <a:gd name="connsiteY1875" fmla="*/ 101973 h 560417"/>
              <a:gd name="connsiteX1876" fmla="*/ 100095 w 2491113"/>
              <a:gd name="connsiteY1876" fmla="*/ 102553 h 560417"/>
              <a:gd name="connsiteX1877" fmla="*/ 98797 w 2491113"/>
              <a:gd name="connsiteY1877" fmla="*/ 102912 h 560417"/>
              <a:gd name="connsiteX1878" fmla="*/ 97913 w 2491113"/>
              <a:gd name="connsiteY1878" fmla="*/ 104320 h 560417"/>
              <a:gd name="connsiteX1879" fmla="*/ 96864 w 2491113"/>
              <a:gd name="connsiteY1879" fmla="*/ 105065 h 560417"/>
              <a:gd name="connsiteX1880" fmla="*/ 96146 w 2491113"/>
              <a:gd name="connsiteY1880" fmla="*/ 106308 h 560417"/>
              <a:gd name="connsiteX1881" fmla="*/ 94765 w 2491113"/>
              <a:gd name="connsiteY1881" fmla="*/ 107302 h 560417"/>
              <a:gd name="connsiteX1882" fmla="*/ 94434 w 2491113"/>
              <a:gd name="connsiteY1882" fmla="*/ 108738 h 560417"/>
              <a:gd name="connsiteX1883" fmla="*/ 95980 w 2491113"/>
              <a:gd name="connsiteY1883" fmla="*/ 110284 h 560417"/>
              <a:gd name="connsiteX1884" fmla="*/ 97858 w 2491113"/>
              <a:gd name="connsiteY1884" fmla="*/ 113045 h 560417"/>
              <a:gd name="connsiteX1885" fmla="*/ 99018 w 2491113"/>
              <a:gd name="connsiteY1885" fmla="*/ 114757 h 560417"/>
              <a:gd name="connsiteX1886" fmla="*/ 101282 w 2491113"/>
              <a:gd name="connsiteY1886" fmla="*/ 117132 h 560417"/>
              <a:gd name="connsiteX1887" fmla="*/ 102524 w 2491113"/>
              <a:gd name="connsiteY1887" fmla="*/ 118871 h 560417"/>
              <a:gd name="connsiteX1888" fmla="*/ 103712 w 2491113"/>
              <a:gd name="connsiteY1888" fmla="*/ 120639 h 560417"/>
              <a:gd name="connsiteX1889" fmla="*/ 104236 w 2491113"/>
              <a:gd name="connsiteY1889" fmla="*/ 121909 h 560417"/>
              <a:gd name="connsiteX1890" fmla="*/ 106721 w 2491113"/>
              <a:gd name="connsiteY1890" fmla="*/ 125112 h 560417"/>
              <a:gd name="connsiteX1891" fmla="*/ 108710 w 2491113"/>
              <a:gd name="connsiteY1891" fmla="*/ 126630 h 560417"/>
              <a:gd name="connsiteX1892" fmla="*/ 110035 w 2491113"/>
              <a:gd name="connsiteY1892" fmla="*/ 127569 h 560417"/>
              <a:gd name="connsiteX1893" fmla="*/ 111333 w 2491113"/>
              <a:gd name="connsiteY1893" fmla="*/ 128646 h 560417"/>
              <a:gd name="connsiteX1894" fmla="*/ 113680 w 2491113"/>
              <a:gd name="connsiteY1894" fmla="*/ 130054 h 560417"/>
              <a:gd name="connsiteX1895" fmla="*/ 115419 w 2491113"/>
              <a:gd name="connsiteY1895" fmla="*/ 131490 h 560417"/>
              <a:gd name="connsiteX1896" fmla="*/ 117656 w 2491113"/>
              <a:gd name="connsiteY1896" fmla="*/ 131904 h 560417"/>
              <a:gd name="connsiteX1897" fmla="*/ 119064 w 2491113"/>
              <a:gd name="connsiteY1897" fmla="*/ 131462 h 560417"/>
              <a:gd name="connsiteX1898" fmla="*/ 120942 w 2491113"/>
              <a:gd name="connsiteY1898" fmla="*/ 129668 h 560417"/>
              <a:gd name="connsiteX1899" fmla="*/ 122488 w 2491113"/>
              <a:gd name="connsiteY1899" fmla="*/ 128729 h 560417"/>
              <a:gd name="connsiteX1900" fmla="*/ 123951 w 2491113"/>
              <a:gd name="connsiteY1900" fmla="*/ 127238 h 560417"/>
              <a:gd name="connsiteX1901" fmla="*/ 125525 w 2491113"/>
              <a:gd name="connsiteY1901" fmla="*/ 125830 h 560417"/>
              <a:gd name="connsiteX1902" fmla="*/ 126878 w 2491113"/>
              <a:gd name="connsiteY1902" fmla="*/ 125250 h 560417"/>
              <a:gd name="connsiteX1903" fmla="*/ 127872 w 2491113"/>
              <a:gd name="connsiteY1903" fmla="*/ 123510 h 560417"/>
              <a:gd name="connsiteX1904" fmla="*/ 129004 w 2491113"/>
              <a:gd name="connsiteY1904" fmla="*/ 121853 h 560417"/>
              <a:gd name="connsiteX1905" fmla="*/ 128259 w 2491113"/>
              <a:gd name="connsiteY1905" fmla="*/ 120114 h 560417"/>
              <a:gd name="connsiteX1906" fmla="*/ 126961 w 2491113"/>
              <a:gd name="connsiteY1906" fmla="*/ 117656 h 560417"/>
              <a:gd name="connsiteX1907" fmla="*/ 124531 w 2491113"/>
              <a:gd name="connsiteY1907" fmla="*/ 116800 h 560417"/>
              <a:gd name="connsiteX1908" fmla="*/ 123151 w 2491113"/>
              <a:gd name="connsiteY1908" fmla="*/ 117988 h 560417"/>
              <a:gd name="connsiteX1909" fmla="*/ 122019 w 2491113"/>
              <a:gd name="connsiteY1909" fmla="*/ 118540 h 560417"/>
              <a:gd name="connsiteX1910" fmla="*/ 120997 w 2491113"/>
              <a:gd name="connsiteY1910" fmla="*/ 119230 h 560417"/>
              <a:gd name="connsiteX1911" fmla="*/ 119699 w 2491113"/>
              <a:gd name="connsiteY1911" fmla="*/ 120307 h 560417"/>
              <a:gd name="connsiteX1912" fmla="*/ 117325 w 2491113"/>
              <a:gd name="connsiteY1912" fmla="*/ 121329 h 560417"/>
              <a:gd name="connsiteX1913" fmla="*/ 114701 w 2491113"/>
              <a:gd name="connsiteY1913" fmla="*/ 120031 h 560417"/>
              <a:gd name="connsiteX1914" fmla="*/ 113431 w 2491113"/>
              <a:gd name="connsiteY1914" fmla="*/ 118982 h 560417"/>
              <a:gd name="connsiteX1915" fmla="*/ 111664 w 2491113"/>
              <a:gd name="connsiteY1915" fmla="*/ 115889 h 560417"/>
              <a:gd name="connsiteX1916" fmla="*/ 112686 w 2491113"/>
              <a:gd name="connsiteY1916" fmla="*/ 112631 h 560417"/>
              <a:gd name="connsiteX1917" fmla="*/ 113210 w 2491113"/>
              <a:gd name="connsiteY1917" fmla="*/ 110505 h 560417"/>
              <a:gd name="connsiteX1918" fmla="*/ 113431 w 2491113"/>
              <a:gd name="connsiteY1918" fmla="*/ 108821 h 560417"/>
              <a:gd name="connsiteX1919" fmla="*/ 114232 w 2491113"/>
              <a:gd name="connsiteY1919" fmla="*/ 107357 h 560417"/>
              <a:gd name="connsiteX1920" fmla="*/ 114232 w 2491113"/>
              <a:gd name="connsiteY1920" fmla="*/ 106170 h 560417"/>
              <a:gd name="connsiteX1921" fmla="*/ 112796 w 2491113"/>
              <a:gd name="connsiteY1921" fmla="*/ 105203 h 560417"/>
              <a:gd name="connsiteX1922" fmla="*/ 110173 w 2491113"/>
              <a:gd name="connsiteY1922" fmla="*/ 104513 h 560417"/>
              <a:gd name="connsiteX1923" fmla="*/ 107992 w 2491113"/>
              <a:gd name="connsiteY1923" fmla="*/ 105645 h 560417"/>
              <a:gd name="connsiteX1924" fmla="*/ 107633 w 2491113"/>
              <a:gd name="connsiteY1924" fmla="*/ 107247 h 560417"/>
              <a:gd name="connsiteX1925" fmla="*/ 106280 w 2491113"/>
              <a:gd name="connsiteY1925" fmla="*/ 107937 h 560417"/>
              <a:gd name="connsiteX1926" fmla="*/ 105313 w 2491113"/>
              <a:gd name="connsiteY1926" fmla="*/ 106584 h 560417"/>
              <a:gd name="connsiteX1927" fmla="*/ 104154 w 2491113"/>
              <a:gd name="connsiteY1927" fmla="*/ 103132 h 560417"/>
              <a:gd name="connsiteX1928" fmla="*/ 102055 w 2491113"/>
              <a:gd name="connsiteY1928" fmla="*/ 101973 h 560417"/>
              <a:gd name="connsiteX1929" fmla="*/ 100923 w 2491113"/>
              <a:gd name="connsiteY1929" fmla="*/ 101973 h 560417"/>
              <a:gd name="connsiteX1930" fmla="*/ 342447 w 2491113"/>
              <a:gd name="connsiteY1930" fmla="*/ 90541 h 560417"/>
              <a:gd name="connsiteX1931" fmla="*/ 340321 w 2491113"/>
              <a:gd name="connsiteY1931" fmla="*/ 102912 h 560417"/>
              <a:gd name="connsiteX1932" fmla="*/ 333832 w 2491113"/>
              <a:gd name="connsiteY1932" fmla="*/ 109677 h 560417"/>
              <a:gd name="connsiteX1933" fmla="*/ 331319 w 2491113"/>
              <a:gd name="connsiteY1933" fmla="*/ 113818 h 560417"/>
              <a:gd name="connsiteX1934" fmla="*/ 298682 w 2491113"/>
              <a:gd name="connsiteY1934" fmla="*/ 136378 h 560417"/>
              <a:gd name="connsiteX1935" fmla="*/ 308346 w 2491113"/>
              <a:gd name="connsiteY1935" fmla="*/ 137013 h 560417"/>
              <a:gd name="connsiteX1936" fmla="*/ 308456 w 2491113"/>
              <a:gd name="connsiteY1936" fmla="*/ 136930 h 560417"/>
              <a:gd name="connsiteX1937" fmla="*/ 319032 w 2491113"/>
              <a:gd name="connsiteY1937" fmla="*/ 144551 h 560417"/>
              <a:gd name="connsiteX1938" fmla="*/ 306551 w 2491113"/>
              <a:gd name="connsiteY1938" fmla="*/ 144772 h 560417"/>
              <a:gd name="connsiteX1939" fmla="*/ 297715 w 2491113"/>
              <a:gd name="connsiteY1939" fmla="*/ 136736 h 560417"/>
              <a:gd name="connsiteX1940" fmla="*/ 290785 w 2491113"/>
              <a:gd name="connsiteY1940" fmla="*/ 139281 h 560417"/>
              <a:gd name="connsiteX1941" fmla="*/ 292268 w 2491113"/>
              <a:gd name="connsiteY1941" fmla="*/ 146887 h 560417"/>
              <a:gd name="connsiteX1942" fmla="*/ 294705 w 2491113"/>
              <a:gd name="connsiteY1942" fmla="*/ 159461 h 560417"/>
              <a:gd name="connsiteX1943" fmla="*/ 380027 w 2491113"/>
              <a:gd name="connsiteY1943" fmla="*/ 146594 h 560417"/>
              <a:gd name="connsiteX1944" fmla="*/ 382981 w 2491113"/>
              <a:gd name="connsiteY1944" fmla="*/ 145600 h 560417"/>
              <a:gd name="connsiteX1945" fmla="*/ 382981 w 2491113"/>
              <a:gd name="connsiteY1945" fmla="*/ 148693 h 560417"/>
              <a:gd name="connsiteX1946" fmla="*/ 374532 w 2491113"/>
              <a:gd name="connsiteY1946" fmla="*/ 172632 h 560417"/>
              <a:gd name="connsiteX1947" fmla="*/ 353546 w 2491113"/>
              <a:gd name="connsiteY1947" fmla="*/ 186300 h 560417"/>
              <a:gd name="connsiteX1948" fmla="*/ 344793 w 2491113"/>
              <a:gd name="connsiteY1948" fmla="*/ 202536 h 560417"/>
              <a:gd name="connsiteX1949" fmla="*/ 340762 w 2491113"/>
              <a:gd name="connsiteY1949" fmla="*/ 205298 h 560417"/>
              <a:gd name="connsiteX1950" fmla="*/ 381076 w 2491113"/>
              <a:gd name="connsiteY1950" fmla="*/ 199140 h 560417"/>
              <a:gd name="connsiteX1951" fmla="*/ 384251 w 2491113"/>
              <a:gd name="connsiteY1951" fmla="*/ 198533 h 560417"/>
              <a:gd name="connsiteX1952" fmla="*/ 384086 w 2491113"/>
              <a:gd name="connsiteY1952" fmla="*/ 198533 h 560417"/>
              <a:gd name="connsiteX1953" fmla="*/ 392728 w 2491113"/>
              <a:gd name="connsiteY1953" fmla="*/ 196738 h 560417"/>
              <a:gd name="connsiteX1954" fmla="*/ 379336 w 2491113"/>
              <a:gd name="connsiteY1954" fmla="*/ 216453 h 560417"/>
              <a:gd name="connsiteX1955" fmla="*/ 347803 w 2491113"/>
              <a:gd name="connsiteY1955" fmla="*/ 241552 h 560417"/>
              <a:gd name="connsiteX1956" fmla="*/ 313978 w 2491113"/>
              <a:gd name="connsiteY1956" fmla="*/ 252349 h 560417"/>
              <a:gd name="connsiteX1957" fmla="*/ 308456 w 2491113"/>
              <a:gd name="connsiteY1957" fmla="*/ 252708 h 560417"/>
              <a:gd name="connsiteX1958" fmla="*/ 298156 w 2491113"/>
              <a:gd name="connsiteY1958" fmla="*/ 251962 h 560417"/>
              <a:gd name="connsiteX1959" fmla="*/ 294898 w 2491113"/>
              <a:gd name="connsiteY1959" fmla="*/ 251493 h 560417"/>
              <a:gd name="connsiteX1960" fmla="*/ 301222 w 2491113"/>
              <a:gd name="connsiteY1960" fmla="*/ 277918 h 560417"/>
              <a:gd name="connsiteX1961" fmla="*/ 280153 w 2491113"/>
              <a:gd name="connsiteY1961" fmla="*/ 279271 h 560417"/>
              <a:gd name="connsiteX1962" fmla="*/ 259058 w 2491113"/>
              <a:gd name="connsiteY1962" fmla="*/ 277918 h 560417"/>
              <a:gd name="connsiteX1963" fmla="*/ 265381 w 2491113"/>
              <a:gd name="connsiteY1963" fmla="*/ 251493 h 560417"/>
              <a:gd name="connsiteX1964" fmla="*/ 262123 w 2491113"/>
              <a:gd name="connsiteY1964" fmla="*/ 251962 h 560417"/>
              <a:gd name="connsiteX1965" fmla="*/ 251823 w 2491113"/>
              <a:gd name="connsiteY1965" fmla="*/ 252708 h 560417"/>
              <a:gd name="connsiteX1966" fmla="*/ 246301 w 2491113"/>
              <a:gd name="connsiteY1966" fmla="*/ 252349 h 560417"/>
              <a:gd name="connsiteX1967" fmla="*/ 212448 w 2491113"/>
              <a:gd name="connsiteY1967" fmla="*/ 241552 h 560417"/>
              <a:gd name="connsiteX1968" fmla="*/ 180915 w 2491113"/>
              <a:gd name="connsiteY1968" fmla="*/ 216453 h 560417"/>
              <a:gd name="connsiteX1969" fmla="*/ 167523 w 2491113"/>
              <a:gd name="connsiteY1969" fmla="*/ 196738 h 560417"/>
              <a:gd name="connsiteX1970" fmla="*/ 176166 w 2491113"/>
              <a:gd name="connsiteY1970" fmla="*/ 198533 h 560417"/>
              <a:gd name="connsiteX1971" fmla="*/ 179369 w 2491113"/>
              <a:gd name="connsiteY1971" fmla="*/ 199140 h 560417"/>
              <a:gd name="connsiteX1972" fmla="*/ 219655 w 2491113"/>
              <a:gd name="connsiteY1972" fmla="*/ 205270 h 560417"/>
              <a:gd name="connsiteX1973" fmla="*/ 215624 w 2491113"/>
              <a:gd name="connsiteY1973" fmla="*/ 202647 h 560417"/>
              <a:gd name="connsiteX1974" fmla="*/ 206871 w 2491113"/>
              <a:gd name="connsiteY1974" fmla="*/ 186411 h 560417"/>
              <a:gd name="connsiteX1975" fmla="*/ 185885 w 2491113"/>
              <a:gd name="connsiteY1975" fmla="*/ 172743 h 560417"/>
              <a:gd name="connsiteX1976" fmla="*/ 177436 w 2491113"/>
              <a:gd name="connsiteY1976" fmla="*/ 148803 h 560417"/>
              <a:gd name="connsiteX1977" fmla="*/ 177436 w 2491113"/>
              <a:gd name="connsiteY1977" fmla="*/ 145710 h 560417"/>
              <a:gd name="connsiteX1978" fmla="*/ 180363 w 2491113"/>
              <a:gd name="connsiteY1978" fmla="*/ 146705 h 560417"/>
              <a:gd name="connsiteX1979" fmla="*/ 265823 w 2491113"/>
              <a:gd name="connsiteY1979" fmla="*/ 159461 h 560417"/>
              <a:gd name="connsiteX1980" fmla="*/ 270158 w 2491113"/>
              <a:gd name="connsiteY1980" fmla="*/ 137151 h 560417"/>
              <a:gd name="connsiteX1981" fmla="*/ 270158 w 2491113"/>
              <a:gd name="connsiteY1981" fmla="*/ 136792 h 560417"/>
              <a:gd name="connsiteX1982" fmla="*/ 280071 w 2491113"/>
              <a:gd name="connsiteY1982" fmla="*/ 125360 h 560417"/>
              <a:gd name="connsiteX1983" fmla="*/ 280430 w 2491113"/>
              <a:gd name="connsiteY1983" fmla="*/ 125360 h 560417"/>
              <a:gd name="connsiteX1984" fmla="*/ 288081 w 2491113"/>
              <a:gd name="connsiteY1984" fmla="*/ 130041 h 560417"/>
              <a:gd name="connsiteX1985" fmla="*/ 290062 w 2491113"/>
              <a:gd name="connsiteY1985" fmla="*/ 135884 h 560417"/>
              <a:gd name="connsiteX1986" fmla="*/ 296721 w 2491113"/>
              <a:gd name="connsiteY1986" fmla="*/ 133451 h 560417"/>
              <a:gd name="connsiteX1987" fmla="*/ 293960 w 2491113"/>
              <a:gd name="connsiteY1987" fmla="*/ 121633 h 560417"/>
              <a:gd name="connsiteX1988" fmla="*/ 300504 w 2491113"/>
              <a:gd name="connsiteY1988" fmla="*/ 110284 h 560417"/>
              <a:gd name="connsiteX1989" fmla="*/ 302630 w 2491113"/>
              <a:gd name="connsiteY1989" fmla="*/ 123013 h 560417"/>
              <a:gd name="connsiteX1990" fmla="*/ 296887 w 2491113"/>
              <a:gd name="connsiteY1990" fmla="*/ 133340 h 560417"/>
              <a:gd name="connsiteX1991" fmla="*/ 310272 w 2491113"/>
              <a:gd name="connsiteY1991" fmla="*/ 125452 h 560417"/>
              <a:gd name="connsiteX1992" fmla="*/ 307739 w 2491113"/>
              <a:gd name="connsiteY1992" fmla="*/ 114481 h 560417"/>
              <a:gd name="connsiteX1993" fmla="*/ 313730 w 2491113"/>
              <a:gd name="connsiteY1993" fmla="*/ 102856 h 560417"/>
              <a:gd name="connsiteX1994" fmla="*/ 315939 w 2491113"/>
              <a:gd name="connsiteY1994" fmla="*/ 115724 h 560417"/>
              <a:gd name="connsiteX1995" fmla="*/ 316022 w 2491113"/>
              <a:gd name="connsiteY1995" fmla="*/ 115724 h 560417"/>
              <a:gd name="connsiteX1996" fmla="*/ 313313 w 2491113"/>
              <a:gd name="connsiteY1996" fmla="*/ 123110 h 560417"/>
              <a:gd name="connsiteX1997" fmla="*/ 312385 w 2491113"/>
              <a:gd name="connsiteY1997" fmla="*/ 124207 h 560417"/>
              <a:gd name="connsiteX1998" fmla="*/ 322704 w 2491113"/>
              <a:gd name="connsiteY1998" fmla="*/ 118126 h 560417"/>
              <a:gd name="connsiteX1999" fmla="*/ 320109 w 2491113"/>
              <a:gd name="connsiteY1999" fmla="*/ 106639 h 560417"/>
              <a:gd name="connsiteX2000" fmla="*/ 325631 w 2491113"/>
              <a:gd name="connsiteY2000" fmla="*/ 95594 h 560417"/>
              <a:gd name="connsiteX2001" fmla="*/ 327647 w 2491113"/>
              <a:gd name="connsiteY2001" fmla="*/ 107937 h 560417"/>
              <a:gd name="connsiteX2002" fmla="*/ 322787 w 2491113"/>
              <a:gd name="connsiteY2002" fmla="*/ 118098 h 560417"/>
              <a:gd name="connsiteX2003" fmla="*/ 330795 w 2491113"/>
              <a:gd name="connsiteY2003" fmla="*/ 110753 h 560417"/>
              <a:gd name="connsiteX2004" fmla="*/ 332589 w 2491113"/>
              <a:gd name="connsiteY2004" fmla="*/ 108600 h 560417"/>
              <a:gd name="connsiteX2005" fmla="*/ 334163 w 2491113"/>
              <a:gd name="connsiteY2005" fmla="*/ 98687 h 560417"/>
              <a:gd name="connsiteX2006" fmla="*/ 342447 w 2491113"/>
              <a:gd name="connsiteY2006" fmla="*/ 90541 h 560417"/>
              <a:gd name="connsiteX2007" fmla="*/ 164762 w 2491113"/>
              <a:gd name="connsiteY2007" fmla="*/ 89105 h 560417"/>
              <a:gd name="connsiteX2008" fmla="*/ 163106 w 2491113"/>
              <a:gd name="connsiteY2008" fmla="*/ 90127 h 560417"/>
              <a:gd name="connsiteX2009" fmla="*/ 161863 w 2491113"/>
              <a:gd name="connsiteY2009" fmla="*/ 91370 h 560417"/>
              <a:gd name="connsiteX2010" fmla="*/ 159488 w 2491113"/>
              <a:gd name="connsiteY2010" fmla="*/ 90486 h 560417"/>
              <a:gd name="connsiteX2011" fmla="*/ 158743 w 2491113"/>
              <a:gd name="connsiteY2011" fmla="*/ 91729 h 560417"/>
              <a:gd name="connsiteX2012" fmla="*/ 158743 w 2491113"/>
              <a:gd name="connsiteY2012" fmla="*/ 95153 h 560417"/>
              <a:gd name="connsiteX2013" fmla="*/ 158743 w 2491113"/>
              <a:gd name="connsiteY2013" fmla="*/ 96616 h 560417"/>
              <a:gd name="connsiteX2014" fmla="*/ 159599 w 2491113"/>
              <a:gd name="connsiteY2014" fmla="*/ 97417 h 560417"/>
              <a:gd name="connsiteX2015" fmla="*/ 160123 w 2491113"/>
              <a:gd name="connsiteY2015" fmla="*/ 98714 h 560417"/>
              <a:gd name="connsiteX2016" fmla="*/ 162885 w 2491113"/>
              <a:gd name="connsiteY2016" fmla="*/ 99156 h 560417"/>
              <a:gd name="connsiteX2017" fmla="*/ 164100 w 2491113"/>
              <a:gd name="connsiteY2017" fmla="*/ 97500 h 560417"/>
              <a:gd name="connsiteX2018" fmla="*/ 165259 w 2491113"/>
              <a:gd name="connsiteY2018" fmla="*/ 96671 h 560417"/>
              <a:gd name="connsiteX2019" fmla="*/ 165894 w 2491113"/>
              <a:gd name="connsiteY2019" fmla="*/ 95291 h 560417"/>
              <a:gd name="connsiteX2020" fmla="*/ 165894 w 2491113"/>
              <a:gd name="connsiteY2020" fmla="*/ 95180 h 560417"/>
              <a:gd name="connsiteX2021" fmla="*/ 165756 w 2491113"/>
              <a:gd name="connsiteY2021" fmla="*/ 93551 h 560417"/>
              <a:gd name="connsiteX2022" fmla="*/ 166170 w 2491113"/>
              <a:gd name="connsiteY2022" fmla="*/ 92557 h 560417"/>
              <a:gd name="connsiteX2023" fmla="*/ 166419 w 2491113"/>
              <a:gd name="connsiteY2023" fmla="*/ 91314 h 560417"/>
              <a:gd name="connsiteX2024" fmla="*/ 165950 w 2491113"/>
              <a:gd name="connsiteY2024" fmla="*/ 90155 h 560417"/>
              <a:gd name="connsiteX2025" fmla="*/ 165508 w 2491113"/>
              <a:gd name="connsiteY2025" fmla="*/ 89105 h 560417"/>
              <a:gd name="connsiteX2026" fmla="*/ 164762 w 2491113"/>
              <a:gd name="connsiteY2026" fmla="*/ 89105 h 560417"/>
              <a:gd name="connsiteX2027" fmla="*/ 1135700 w 2491113"/>
              <a:gd name="connsiteY2027" fmla="*/ 86645 h 560417"/>
              <a:gd name="connsiteX2028" fmla="*/ 1143017 w 2491113"/>
              <a:gd name="connsiteY2028" fmla="*/ 87415 h 560417"/>
              <a:gd name="connsiteX2029" fmla="*/ 1152066 w 2491113"/>
              <a:gd name="connsiteY2029" fmla="*/ 87415 h 560417"/>
              <a:gd name="connsiteX2030" fmla="*/ 1156783 w 2491113"/>
              <a:gd name="connsiteY2030" fmla="*/ 91169 h 560417"/>
              <a:gd name="connsiteX2031" fmla="*/ 1165255 w 2491113"/>
              <a:gd name="connsiteY2031" fmla="*/ 93768 h 560417"/>
              <a:gd name="connsiteX2032" fmla="*/ 1168046 w 2491113"/>
              <a:gd name="connsiteY2032" fmla="*/ 103394 h 560417"/>
              <a:gd name="connsiteX2033" fmla="*/ 1174592 w 2491113"/>
              <a:gd name="connsiteY2033" fmla="*/ 117834 h 560417"/>
              <a:gd name="connsiteX2034" fmla="*/ 1166506 w 2491113"/>
              <a:gd name="connsiteY2034" fmla="*/ 132660 h 560417"/>
              <a:gd name="connsiteX2035" fmla="*/ 1168046 w 2491113"/>
              <a:gd name="connsiteY2035" fmla="*/ 137568 h 560417"/>
              <a:gd name="connsiteX2036" fmla="*/ 1196926 w 2491113"/>
              <a:gd name="connsiteY2036" fmla="*/ 130830 h 560417"/>
              <a:gd name="connsiteX2037" fmla="*/ 1213387 w 2491113"/>
              <a:gd name="connsiteY2037" fmla="*/ 127076 h 560417"/>
              <a:gd name="connsiteX2038" fmla="*/ 1220414 w 2491113"/>
              <a:gd name="connsiteY2038" fmla="*/ 130060 h 560417"/>
              <a:gd name="connsiteX2039" fmla="*/ 1227730 w 2491113"/>
              <a:gd name="connsiteY2039" fmla="*/ 132467 h 560417"/>
              <a:gd name="connsiteX2040" fmla="*/ 1236490 w 2491113"/>
              <a:gd name="connsiteY2040" fmla="*/ 140168 h 560417"/>
              <a:gd name="connsiteX2041" fmla="*/ 1236298 w 2491113"/>
              <a:gd name="connsiteY2041" fmla="*/ 140168 h 560417"/>
              <a:gd name="connsiteX2042" fmla="*/ 1240244 w 2491113"/>
              <a:gd name="connsiteY2042" fmla="*/ 144499 h 560417"/>
              <a:gd name="connsiteX2043" fmla="*/ 1239763 w 2491113"/>
              <a:gd name="connsiteY2043" fmla="*/ 153356 h 560417"/>
              <a:gd name="connsiteX2044" fmla="*/ 1223976 w 2491113"/>
              <a:gd name="connsiteY2044" fmla="*/ 166737 h 560417"/>
              <a:gd name="connsiteX2045" fmla="*/ 1215505 w 2491113"/>
              <a:gd name="connsiteY2045" fmla="*/ 164234 h 560417"/>
              <a:gd name="connsiteX2046" fmla="*/ 1201161 w 2491113"/>
              <a:gd name="connsiteY2046" fmla="*/ 165197 h 560417"/>
              <a:gd name="connsiteX2047" fmla="*/ 1189706 w 2491113"/>
              <a:gd name="connsiteY2047" fmla="*/ 166545 h 560417"/>
              <a:gd name="connsiteX2048" fmla="*/ 1179213 w 2491113"/>
              <a:gd name="connsiteY2048" fmla="*/ 169721 h 560417"/>
              <a:gd name="connsiteX2049" fmla="*/ 1168719 w 2491113"/>
              <a:gd name="connsiteY2049" fmla="*/ 173476 h 560417"/>
              <a:gd name="connsiteX2050" fmla="*/ 1159093 w 2491113"/>
              <a:gd name="connsiteY2050" fmla="*/ 173476 h 560417"/>
              <a:gd name="connsiteX2051" fmla="*/ 1144461 w 2491113"/>
              <a:gd name="connsiteY2051" fmla="*/ 179636 h 560417"/>
              <a:gd name="connsiteX2052" fmla="*/ 1110287 w 2491113"/>
              <a:gd name="connsiteY2052" fmla="*/ 188107 h 560417"/>
              <a:gd name="connsiteX2053" fmla="*/ 1100661 w 2491113"/>
              <a:gd name="connsiteY2053" fmla="*/ 190610 h 560417"/>
              <a:gd name="connsiteX2054" fmla="*/ 1091034 w 2491113"/>
              <a:gd name="connsiteY2054" fmla="*/ 193017 h 560417"/>
              <a:gd name="connsiteX2055" fmla="*/ 1082370 w 2491113"/>
              <a:gd name="connsiteY2055" fmla="*/ 195231 h 560417"/>
              <a:gd name="connsiteX2056" fmla="*/ 1075054 w 2491113"/>
              <a:gd name="connsiteY2056" fmla="*/ 196193 h 560417"/>
              <a:gd name="connsiteX2057" fmla="*/ 1067161 w 2491113"/>
              <a:gd name="connsiteY2057" fmla="*/ 198312 h 560417"/>
              <a:gd name="connsiteX2058" fmla="*/ 1060230 w 2491113"/>
              <a:gd name="connsiteY2058" fmla="*/ 198312 h 560417"/>
              <a:gd name="connsiteX2059" fmla="*/ 1054742 w 2491113"/>
              <a:gd name="connsiteY2059" fmla="*/ 198312 h 560417"/>
              <a:gd name="connsiteX2060" fmla="*/ 1045886 w 2491113"/>
              <a:gd name="connsiteY2060" fmla="*/ 200718 h 560417"/>
              <a:gd name="connsiteX2061" fmla="*/ 1038377 w 2491113"/>
              <a:gd name="connsiteY2061" fmla="*/ 203317 h 560417"/>
              <a:gd name="connsiteX2062" fmla="*/ 1031831 w 2491113"/>
              <a:gd name="connsiteY2062" fmla="*/ 207072 h 560417"/>
              <a:gd name="connsiteX2063" fmla="*/ 1026537 w 2491113"/>
              <a:gd name="connsiteY2063" fmla="*/ 203317 h 560417"/>
              <a:gd name="connsiteX2064" fmla="*/ 1016910 w 2491113"/>
              <a:gd name="connsiteY2064" fmla="*/ 202740 h 560417"/>
              <a:gd name="connsiteX2065" fmla="*/ 1014408 w 2491113"/>
              <a:gd name="connsiteY2065" fmla="*/ 192440 h 560417"/>
              <a:gd name="connsiteX2066" fmla="*/ 1013927 w 2491113"/>
              <a:gd name="connsiteY2066" fmla="*/ 183968 h 560417"/>
              <a:gd name="connsiteX2067" fmla="*/ 1015755 w 2491113"/>
              <a:gd name="connsiteY2067" fmla="*/ 177229 h 560417"/>
              <a:gd name="connsiteX2068" fmla="*/ 1035008 w 2491113"/>
              <a:gd name="connsiteY2068" fmla="*/ 167603 h 560417"/>
              <a:gd name="connsiteX2069" fmla="*/ 1040111 w 2491113"/>
              <a:gd name="connsiteY2069" fmla="*/ 170491 h 560417"/>
              <a:gd name="connsiteX2070" fmla="*/ 1051180 w 2491113"/>
              <a:gd name="connsiteY2070" fmla="*/ 166737 h 560417"/>
              <a:gd name="connsiteX2071" fmla="*/ 1077653 w 2491113"/>
              <a:gd name="connsiteY2071" fmla="*/ 161442 h 560417"/>
              <a:gd name="connsiteX2072" fmla="*/ 1088916 w 2491113"/>
              <a:gd name="connsiteY2072" fmla="*/ 159902 h 560417"/>
              <a:gd name="connsiteX2073" fmla="*/ 1109613 w 2491113"/>
              <a:gd name="connsiteY2073" fmla="*/ 153549 h 560417"/>
              <a:gd name="connsiteX2074" fmla="*/ 1118085 w 2491113"/>
              <a:gd name="connsiteY2074" fmla="*/ 148639 h 560417"/>
              <a:gd name="connsiteX2075" fmla="*/ 1117122 w 2491113"/>
              <a:gd name="connsiteY2075" fmla="*/ 142863 h 560417"/>
              <a:gd name="connsiteX2076" fmla="*/ 1111154 w 2491113"/>
              <a:gd name="connsiteY2076" fmla="*/ 140938 h 560417"/>
              <a:gd name="connsiteX2077" fmla="*/ 1105474 w 2491113"/>
              <a:gd name="connsiteY2077" fmla="*/ 136606 h 560417"/>
              <a:gd name="connsiteX2078" fmla="*/ 1106822 w 2491113"/>
              <a:gd name="connsiteY2078" fmla="*/ 130637 h 560417"/>
              <a:gd name="connsiteX2079" fmla="*/ 1109036 w 2491113"/>
              <a:gd name="connsiteY2079" fmla="*/ 124957 h 560417"/>
              <a:gd name="connsiteX2080" fmla="*/ 1111346 w 2491113"/>
              <a:gd name="connsiteY2080" fmla="*/ 117834 h 560417"/>
              <a:gd name="connsiteX2081" fmla="*/ 1104126 w 2491113"/>
              <a:gd name="connsiteY2081" fmla="*/ 100026 h 560417"/>
              <a:gd name="connsiteX2082" fmla="*/ 1106244 w 2491113"/>
              <a:gd name="connsiteY2082" fmla="*/ 93961 h 560417"/>
              <a:gd name="connsiteX2083" fmla="*/ 1117122 w 2491113"/>
              <a:gd name="connsiteY2083" fmla="*/ 92131 h 560417"/>
              <a:gd name="connsiteX2084" fmla="*/ 1123475 w 2491113"/>
              <a:gd name="connsiteY2084" fmla="*/ 89629 h 560417"/>
              <a:gd name="connsiteX2085" fmla="*/ 1129540 w 2491113"/>
              <a:gd name="connsiteY2085" fmla="*/ 88955 h 560417"/>
              <a:gd name="connsiteX2086" fmla="*/ 1135700 w 2491113"/>
              <a:gd name="connsiteY2086" fmla="*/ 86645 h 560417"/>
              <a:gd name="connsiteX2087" fmla="*/ 2406203 w 2491113"/>
              <a:gd name="connsiteY2087" fmla="*/ 84911 h 560417"/>
              <a:gd name="connsiteX2088" fmla="*/ 2416408 w 2491113"/>
              <a:gd name="connsiteY2088" fmla="*/ 92805 h 560417"/>
              <a:gd name="connsiteX2089" fmla="*/ 2412075 w 2491113"/>
              <a:gd name="connsiteY2089" fmla="*/ 105319 h 560417"/>
              <a:gd name="connsiteX2090" fmla="*/ 2403701 w 2491113"/>
              <a:gd name="connsiteY2090" fmla="*/ 116293 h 560417"/>
              <a:gd name="connsiteX2091" fmla="*/ 2403701 w 2491113"/>
              <a:gd name="connsiteY2091" fmla="*/ 125920 h 560417"/>
              <a:gd name="connsiteX2092" fmla="*/ 2408899 w 2491113"/>
              <a:gd name="connsiteY2092" fmla="*/ 133717 h 560417"/>
              <a:gd name="connsiteX2093" fmla="*/ 2397539 w 2491113"/>
              <a:gd name="connsiteY2093" fmla="*/ 156724 h 560417"/>
              <a:gd name="connsiteX2094" fmla="*/ 2388972 w 2491113"/>
              <a:gd name="connsiteY2094" fmla="*/ 169142 h 560417"/>
              <a:gd name="connsiteX2095" fmla="*/ 2399368 w 2491113"/>
              <a:gd name="connsiteY2095" fmla="*/ 174629 h 560417"/>
              <a:gd name="connsiteX2096" fmla="*/ 2404471 w 2491113"/>
              <a:gd name="connsiteY2096" fmla="*/ 182811 h 560417"/>
              <a:gd name="connsiteX2097" fmla="*/ 2414097 w 2491113"/>
              <a:gd name="connsiteY2097" fmla="*/ 173185 h 560417"/>
              <a:gd name="connsiteX2098" fmla="*/ 2405722 w 2491113"/>
              <a:gd name="connsiteY2098" fmla="*/ 170394 h 560417"/>
              <a:gd name="connsiteX2099" fmla="*/ 2403797 w 2491113"/>
              <a:gd name="connsiteY2099" fmla="*/ 160767 h 560417"/>
              <a:gd name="connsiteX2100" fmla="*/ 2409284 w 2491113"/>
              <a:gd name="connsiteY2100" fmla="*/ 156435 h 560417"/>
              <a:gd name="connsiteX2101" fmla="*/ 2413711 w 2491113"/>
              <a:gd name="connsiteY2101" fmla="*/ 151237 h 560417"/>
              <a:gd name="connsiteX2102" fmla="*/ 2412942 w 2491113"/>
              <a:gd name="connsiteY2102" fmla="*/ 142092 h 560417"/>
              <a:gd name="connsiteX2103" fmla="*/ 2420739 w 2491113"/>
              <a:gd name="connsiteY2103" fmla="*/ 138145 h 560417"/>
              <a:gd name="connsiteX2104" fmla="*/ 2425167 w 2491113"/>
              <a:gd name="connsiteY2104" fmla="*/ 131503 h 560417"/>
              <a:gd name="connsiteX2105" fmla="*/ 2427189 w 2491113"/>
              <a:gd name="connsiteY2105" fmla="*/ 124187 h 560417"/>
              <a:gd name="connsiteX2106" fmla="*/ 2421606 w 2491113"/>
              <a:gd name="connsiteY2106" fmla="*/ 110709 h 560417"/>
              <a:gd name="connsiteX2107" fmla="*/ 2449619 w 2491113"/>
              <a:gd name="connsiteY2107" fmla="*/ 95885 h 560417"/>
              <a:gd name="connsiteX2108" fmla="*/ 2452122 w 2491113"/>
              <a:gd name="connsiteY2108" fmla="*/ 92324 h 560417"/>
              <a:gd name="connsiteX2109" fmla="*/ 2460497 w 2491113"/>
              <a:gd name="connsiteY2109" fmla="*/ 91361 h 560417"/>
              <a:gd name="connsiteX2110" fmla="*/ 2469546 w 2491113"/>
              <a:gd name="connsiteY2110" fmla="*/ 97040 h 560417"/>
              <a:gd name="connsiteX2111" fmla="*/ 2471856 w 2491113"/>
              <a:gd name="connsiteY2111" fmla="*/ 103682 h 560417"/>
              <a:gd name="connsiteX2112" fmla="*/ 2470797 w 2491113"/>
              <a:gd name="connsiteY2112" fmla="*/ 115330 h 560417"/>
              <a:gd name="connsiteX2113" fmla="*/ 2458475 w 2491113"/>
              <a:gd name="connsiteY2113" fmla="*/ 124957 h 560417"/>
              <a:gd name="connsiteX2114" fmla="*/ 2448849 w 2491113"/>
              <a:gd name="connsiteY2114" fmla="*/ 148253 h 560417"/>
              <a:gd name="connsiteX2115" fmla="*/ 2445960 w 2491113"/>
              <a:gd name="connsiteY2115" fmla="*/ 156339 h 560417"/>
              <a:gd name="connsiteX2116" fmla="*/ 2443554 w 2491113"/>
              <a:gd name="connsiteY2116" fmla="*/ 165966 h 560417"/>
              <a:gd name="connsiteX2117" fmla="*/ 2441629 w 2491113"/>
              <a:gd name="connsiteY2117" fmla="*/ 178095 h 560417"/>
              <a:gd name="connsiteX2118" fmla="*/ 2447212 w 2491113"/>
              <a:gd name="connsiteY2118" fmla="*/ 179828 h 560417"/>
              <a:gd name="connsiteX2119" fmla="*/ 2458090 w 2491113"/>
              <a:gd name="connsiteY2119" fmla="*/ 173859 h 560417"/>
              <a:gd name="connsiteX2120" fmla="*/ 2465598 w 2491113"/>
              <a:gd name="connsiteY2120" fmla="*/ 173859 h 560417"/>
              <a:gd name="connsiteX2121" fmla="*/ 2471663 w 2491113"/>
              <a:gd name="connsiteY2121" fmla="*/ 178288 h 560417"/>
              <a:gd name="connsiteX2122" fmla="*/ 2478498 w 2491113"/>
              <a:gd name="connsiteY2122" fmla="*/ 180309 h 560417"/>
              <a:gd name="connsiteX2123" fmla="*/ 2486296 w 2491113"/>
              <a:gd name="connsiteY2123" fmla="*/ 183100 h 560417"/>
              <a:gd name="connsiteX2124" fmla="*/ 2486874 w 2491113"/>
              <a:gd name="connsiteY2124" fmla="*/ 183004 h 560417"/>
              <a:gd name="connsiteX2125" fmla="*/ 2491013 w 2491113"/>
              <a:gd name="connsiteY2125" fmla="*/ 200813 h 560417"/>
              <a:gd name="connsiteX2126" fmla="*/ 2486585 w 2491113"/>
              <a:gd name="connsiteY2126" fmla="*/ 216890 h 560417"/>
              <a:gd name="connsiteX2127" fmla="*/ 2462326 w 2491113"/>
              <a:gd name="connsiteY2127" fmla="*/ 223340 h 560417"/>
              <a:gd name="connsiteX2128" fmla="*/ 2454817 w 2491113"/>
              <a:gd name="connsiteY2128" fmla="*/ 226516 h 560417"/>
              <a:gd name="connsiteX2129" fmla="*/ 2445190 w 2491113"/>
              <a:gd name="connsiteY2129" fmla="*/ 225650 h 560417"/>
              <a:gd name="connsiteX2130" fmla="*/ 2433157 w 2491113"/>
              <a:gd name="connsiteY2130" fmla="*/ 225650 h 560417"/>
              <a:gd name="connsiteX2131" fmla="*/ 2412460 w 2491113"/>
              <a:gd name="connsiteY2131" fmla="*/ 240378 h 560417"/>
              <a:gd name="connsiteX2132" fmla="*/ 2404856 w 2491113"/>
              <a:gd name="connsiteY2132" fmla="*/ 248464 h 560417"/>
              <a:gd name="connsiteX2133" fmla="*/ 2392726 w 2491113"/>
              <a:gd name="connsiteY2133" fmla="*/ 259631 h 560417"/>
              <a:gd name="connsiteX2134" fmla="*/ 2390801 w 2491113"/>
              <a:gd name="connsiteY2134" fmla="*/ 271087 h 560417"/>
              <a:gd name="connsiteX2135" fmla="*/ 2396577 w 2491113"/>
              <a:gd name="connsiteY2135" fmla="*/ 272242 h 560417"/>
              <a:gd name="connsiteX2136" fmla="*/ 2406973 w 2491113"/>
              <a:gd name="connsiteY2136" fmla="*/ 268102 h 560417"/>
              <a:gd name="connsiteX2137" fmla="*/ 2413808 w 2491113"/>
              <a:gd name="connsiteY2137" fmla="*/ 264444 h 560417"/>
              <a:gd name="connsiteX2138" fmla="*/ 2425745 w 2491113"/>
              <a:gd name="connsiteY2138" fmla="*/ 270509 h 560417"/>
              <a:gd name="connsiteX2139" fmla="*/ 2437393 w 2491113"/>
              <a:gd name="connsiteY2139" fmla="*/ 275322 h 560417"/>
              <a:gd name="connsiteX2140" fmla="*/ 2441918 w 2491113"/>
              <a:gd name="connsiteY2140" fmla="*/ 279943 h 560417"/>
              <a:gd name="connsiteX2141" fmla="*/ 2438933 w 2491113"/>
              <a:gd name="connsiteY2141" fmla="*/ 292072 h 560417"/>
              <a:gd name="connsiteX2142" fmla="*/ 2432002 w 2491113"/>
              <a:gd name="connsiteY2142" fmla="*/ 298041 h 560417"/>
              <a:gd name="connsiteX2143" fmla="*/ 2419776 w 2491113"/>
              <a:gd name="connsiteY2143" fmla="*/ 300351 h 560417"/>
              <a:gd name="connsiteX2144" fmla="*/ 2411498 w 2491113"/>
              <a:gd name="connsiteY2144" fmla="*/ 303143 h 560417"/>
              <a:gd name="connsiteX2145" fmla="*/ 2392245 w 2491113"/>
              <a:gd name="connsiteY2145" fmla="*/ 311806 h 560417"/>
              <a:gd name="connsiteX2146" fmla="*/ 2393111 w 2491113"/>
              <a:gd name="connsiteY2146" fmla="*/ 325091 h 560417"/>
              <a:gd name="connsiteX2147" fmla="*/ 2391667 w 2491113"/>
              <a:gd name="connsiteY2147" fmla="*/ 336450 h 560417"/>
              <a:gd name="connsiteX2148" fmla="*/ 2388972 w 2491113"/>
              <a:gd name="connsiteY2148" fmla="*/ 349446 h 560417"/>
              <a:gd name="connsiteX2149" fmla="*/ 2383966 w 2491113"/>
              <a:gd name="connsiteY2149" fmla="*/ 358110 h 560417"/>
              <a:gd name="connsiteX2150" fmla="*/ 2374339 w 2491113"/>
              <a:gd name="connsiteY2150" fmla="*/ 376785 h 560417"/>
              <a:gd name="connsiteX2151" fmla="*/ 2360285 w 2491113"/>
              <a:gd name="connsiteY2151" fmla="*/ 381790 h 560417"/>
              <a:gd name="connsiteX2152" fmla="*/ 2349022 w 2491113"/>
              <a:gd name="connsiteY2152" fmla="*/ 384871 h 560417"/>
              <a:gd name="connsiteX2153" fmla="*/ 2332080 w 2491113"/>
              <a:gd name="connsiteY2153" fmla="*/ 384871 h 560417"/>
              <a:gd name="connsiteX2154" fmla="*/ 2331021 w 2491113"/>
              <a:gd name="connsiteY2154" fmla="*/ 374667 h 560417"/>
              <a:gd name="connsiteX2155" fmla="*/ 2314655 w 2491113"/>
              <a:gd name="connsiteY2155" fmla="*/ 359168 h 560417"/>
              <a:gd name="connsiteX2156" fmla="*/ 2323415 w 2491113"/>
              <a:gd name="connsiteY2156" fmla="*/ 354836 h 560417"/>
              <a:gd name="connsiteX2157" fmla="*/ 2344594 w 2491113"/>
              <a:gd name="connsiteY2157" fmla="*/ 350986 h 560417"/>
              <a:gd name="connsiteX2158" fmla="*/ 2361247 w 2491113"/>
              <a:gd name="connsiteY2158" fmla="*/ 322106 h 560417"/>
              <a:gd name="connsiteX2159" fmla="*/ 2356627 w 2491113"/>
              <a:gd name="connsiteY2159" fmla="*/ 315560 h 560417"/>
              <a:gd name="connsiteX2160" fmla="*/ 2341032 w 2491113"/>
              <a:gd name="connsiteY2160" fmla="*/ 318353 h 560417"/>
              <a:gd name="connsiteX2161" fmla="*/ 2324956 w 2491113"/>
              <a:gd name="connsiteY2161" fmla="*/ 321144 h 560417"/>
              <a:gd name="connsiteX2162" fmla="*/ 2311768 w 2491113"/>
              <a:gd name="connsiteY2162" fmla="*/ 325861 h 560417"/>
              <a:gd name="connsiteX2163" fmla="*/ 2299927 w 2491113"/>
              <a:gd name="connsiteY2163" fmla="*/ 322974 h 560417"/>
              <a:gd name="connsiteX2164" fmla="*/ 2294536 w 2491113"/>
              <a:gd name="connsiteY2164" fmla="*/ 320566 h 560417"/>
              <a:gd name="connsiteX2165" fmla="*/ 2293285 w 2491113"/>
              <a:gd name="connsiteY2165" fmla="*/ 311903 h 560417"/>
              <a:gd name="connsiteX2166" fmla="*/ 2295691 w 2491113"/>
              <a:gd name="connsiteY2166" fmla="*/ 299966 h 560417"/>
              <a:gd name="connsiteX2167" fmla="*/ 2310130 w 2491113"/>
              <a:gd name="connsiteY2167" fmla="*/ 291013 h 560417"/>
              <a:gd name="connsiteX2168" fmla="*/ 2320624 w 2491113"/>
              <a:gd name="connsiteY2168" fmla="*/ 293708 h 560417"/>
              <a:gd name="connsiteX2169" fmla="*/ 2330828 w 2491113"/>
              <a:gd name="connsiteY2169" fmla="*/ 287355 h 560417"/>
              <a:gd name="connsiteX2170" fmla="*/ 2343439 w 2491113"/>
              <a:gd name="connsiteY2170" fmla="*/ 283986 h 560417"/>
              <a:gd name="connsiteX2171" fmla="*/ 2351044 w 2491113"/>
              <a:gd name="connsiteY2171" fmla="*/ 280135 h 560417"/>
              <a:gd name="connsiteX2172" fmla="*/ 2353739 w 2491113"/>
              <a:gd name="connsiteY2172" fmla="*/ 275707 h 560417"/>
              <a:gd name="connsiteX2173" fmla="*/ 2355086 w 2491113"/>
              <a:gd name="connsiteY2173" fmla="*/ 266081 h 560417"/>
              <a:gd name="connsiteX2174" fmla="*/ 2358649 w 2491113"/>
              <a:gd name="connsiteY2174" fmla="*/ 256455 h 560417"/>
              <a:gd name="connsiteX2175" fmla="*/ 2351333 w 2491113"/>
              <a:gd name="connsiteY2175" fmla="*/ 255780 h 560417"/>
              <a:gd name="connsiteX2176" fmla="*/ 2343246 w 2491113"/>
              <a:gd name="connsiteY2176" fmla="*/ 261075 h 560417"/>
              <a:gd name="connsiteX2177" fmla="*/ 2334100 w 2491113"/>
              <a:gd name="connsiteY2177" fmla="*/ 265792 h 560417"/>
              <a:gd name="connsiteX2178" fmla="*/ 2326400 w 2491113"/>
              <a:gd name="connsiteY2178" fmla="*/ 265792 h 560417"/>
              <a:gd name="connsiteX2179" fmla="*/ 2323512 w 2491113"/>
              <a:gd name="connsiteY2179" fmla="*/ 258765 h 560417"/>
              <a:gd name="connsiteX2180" fmla="*/ 2325630 w 2491113"/>
              <a:gd name="connsiteY2180" fmla="*/ 248271 h 560417"/>
              <a:gd name="connsiteX2181" fmla="*/ 2333716 w 2491113"/>
              <a:gd name="connsiteY2181" fmla="*/ 229018 h 560417"/>
              <a:gd name="connsiteX2182" fmla="*/ 2345075 w 2491113"/>
              <a:gd name="connsiteY2182" fmla="*/ 228248 h 560417"/>
              <a:gd name="connsiteX2183" fmla="*/ 2349310 w 2491113"/>
              <a:gd name="connsiteY2183" fmla="*/ 225457 h 560417"/>
              <a:gd name="connsiteX2184" fmla="*/ 2359804 w 2491113"/>
              <a:gd name="connsiteY2184" fmla="*/ 224495 h 560417"/>
              <a:gd name="connsiteX2185" fmla="*/ 2371741 w 2491113"/>
              <a:gd name="connsiteY2185" fmla="*/ 221510 h 560417"/>
              <a:gd name="connsiteX2186" fmla="*/ 2380693 w 2491113"/>
              <a:gd name="connsiteY2186" fmla="*/ 219970 h 560417"/>
              <a:gd name="connsiteX2187" fmla="*/ 2388201 w 2491113"/>
              <a:gd name="connsiteY2187" fmla="*/ 217275 h 560417"/>
              <a:gd name="connsiteX2188" fmla="*/ 2392630 w 2491113"/>
              <a:gd name="connsiteY2188" fmla="*/ 214098 h 560417"/>
              <a:gd name="connsiteX2189" fmla="*/ 2403123 w 2491113"/>
              <a:gd name="connsiteY2189" fmla="*/ 214098 h 560417"/>
              <a:gd name="connsiteX2190" fmla="*/ 2411691 w 2491113"/>
              <a:gd name="connsiteY2190" fmla="*/ 214098 h 560417"/>
              <a:gd name="connsiteX2191" fmla="*/ 2420546 w 2491113"/>
              <a:gd name="connsiteY2191" fmla="*/ 216215 h 560417"/>
              <a:gd name="connsiteX2192" fmla="*/ 2430173 w 2491113"/>
              <a:gd name="connsiteY2192" fmla="*/ 211499 h 560417"/>
              <a:gd name="connsiteX2193" fmla="*/ 2435564 w 2491113"/>
              <a:gd name="connsiteY2193" fmla="*/ 201198 h 560417"/>
              <a:gd name="connsiteX2194" fmla="*/ 2422761 w 2491113"/>
              <a:gd name="connsiteY2194" fmla="*/ 202642 h 560417"/>
              <a:gd name="connsiteX2195" fmla="*/ 2409284 w 2491113"/>
              <a:gd name="connsiteY2195" fmla="*/ 204568 h 560417"/>
              <a:gd name="connsiteX2196" fmla="*/ 2388105 w 2491113"/>
              <a:gd name="connsiteY2196" fmla="*/ 206782 h 560417"/>
              <a:gd name="connsiteX2197" fmla="*/ 2377420 w 2491113"/>
              <a:gd name="connsiteY2197" fmla="*/ 209284 h 560417"/>
              <a:gd name="connsiteX2198" fmla="*/ 2366734 w 2491113"/>
              <a:gd name="connsiteY2198" fmla="*/ 211499 h 560417"/>
              <a:gd name="connsiteX2199" fmla="*/ 2349406 w 2491113"/>
              <a:gd name="connsiteY2199" fmla="*/ 213713 h 560417"/>
              <a:gd name="connsiteX2200" fmla="*/ 2336122 w 2491113"/>
              <a:gd name="connsiteY2200" fmla="*/ 216409 h 560417"/>
              <a:gd name="connsiteX2201" fmla="*/ 2320431 w 2491113"/>
              <a:gd name="connsiteY2201" fmla="*/ 222761 h 560417"/>
              <a:gd name="connsiteX2202" fmla="*/ 2310805 w 2491113"/>
              <a:gd name="connsiteY2202" fmla="*/ 235564 h 560417"/>
              <a:gd name="connsiteX2203" fmla="*/ 2306184 w 2491113"/>
              <a:gd name="connsiteY2203" fmla="*/ 241052 h 560417"/>
              <a:gd name="connsiteX2204" fmla="*/ 2286161 w 2491113"/>
              <a:gd name="connsiteY2204" fmla="*/ 256359 h 560417"/>
              <a:gd name="connsiteX2205" fmla="*/ 2278364 w 2491113"/>
              <a:gd name="connsiteY2205" fmla="*/ 253181 h 560417"/>
              <a:gd name="connsiteX2206" fmla="*/ 2272492 w 2491113"/>
              <a:gd name="connsiteY2206" fmla="*/ 234794 h 560417"/>
              <a:gd name="connsiteX2207" fmla="*/ 2272492 w 2491113"/>
              <a:gd name="connsiteY2207" fmla="*/ 216312 h 560417"/>
              <a:gd name="connsiteX2208" fmla="*/ 2275379 w 2491113"/>
              <a:gd name="connsiteY2208" fmla="*/ 208803 h 560417"/>
              <a:gd name="connsiteX2209" fmla="*/ 2280674 w 2491113"/>
              <a:gd name="connsiteY2209" fmla="*/ 205338 h 560417"/>
              <a:gd name="connsiteX2210" fmla="*/ 2293574 w 2491113"/>
              <a:gd name="connsiteY2210" fmla="*/ 183967 h 560417"/>
              <a:gd name="connsiteX2211" fmla="*/ 2297231 w 2491113"/>
              <a:gd name="connsiteY2211" fmla="*/ 183967 h 560417"/>
              <a:gd name="connsiteX2212" fmla="*/ 2299831 w 2491113"/>
              <a:gd name="connsiteY2212" fmla="*/ 200524 h 560417"/>
              <a:gd name="connsiteX2213" fmla="*/ 2300079 w 2491113"/>
              <a:gd name="connsiteY2213" fmla="*/ 202233 h 560417"/>
              <a:gd name="connsiteX2214" fmla="*/ 2305510 w 2491113"/>
              <a:gd name="connsiteY2214" fmla="*/ 204760 h 560417"/>
              <a:gd name="connsiteX2215" fmla="*/ 2316580 w 2491113"/>
              <a:gd name="connsiteY2215" fmla="*/ 200428 h 560417"/>
              <a:gd name="connsiteX2216" fmla="*/ 2320335 w 2491113"/>
              <a:gd name="connsiteY2216" fmla="*/ 196675 h 560417"/>
              <a:gd name="connsiteX2217" fmla="*/ 2317447 w 2491113"/>
              <a:gd name="connsiteY2217" fmla="*/ 188973 h 560417"/>
              <a:gd name="connsiteX2218" fmla="*/ 2315521 w 2491113"/>
              <a:gd name="connsiteY2218" fmla="*/ 177806 h 560417"/>
              <a:gd name="connsiteX2219" fmla="*/ 2317255 w 2491113"/>
              <a:gd name="connsiteY2219" fmla="*/ 154895 h 560417"/>
              <a:gd name="connsiteX2220" fmla="*/ 2315618 w 2491113"/>
              <a:gd name="connsiteY2220" fmla="*/ 130637 h 560417"/>
              <a:gd name="connsiteX2221" fmla="*/ 2313404 w 2491113"/>
              <a:gd name="connsiteY2221" fmla="*/ 116774 h 560417"/>
              <a:gd name="connsiteX2222" fmla="*/ 2318025 w 2491113"/>
              <a:gd name="connsiteY2222" fmla="*/ 108784 h 560417"/>
              <a:gd name="connsiteX2223" fmla="*/ 2324667 w 2491113"/>
              <a:gd name="connsiteY2223" fmla="*/ 108784 h 560417"/>
              <a:gd name="connsiteX2224" fmla="*/ 2328036 w 2491113"/>
              <a:gd name="connsiteY2224" fmla="*/ 106570 h 560417"/>
              <a:gd name="connsiteX2225" fmla="*/ 2330925 w 2491113"/>
              <a:gd name="connsiteY2225" fmla="*/ 110903 h 560417"/>
              <a:gd name="connsiteX2226" fmla="*/ 2332080 w 2491113"/>
              <a:gd name="connsiteY2226" fmla="*/ 118796 h 560417"/>
              <a:gd name="connsiteX2227" fmla="*/ 2332946 w 2491113"/>
              <a:gd name="connsiteY2227" fmla="*/ 128422 h 560417"/>
              <a:gd name="connsiteX2228" fmla="*/ 2332946 w 2491113"/>
              <a:gd name="connsiteY2228" fmla="*/ 134487 h 560417"/>
              <a:gd name="connsiteX2229" fmla="*/ 2332946 w 2491113"/>
              <a:gd name="connsiteY2229" fmla="*/ 141129 h 560417"/>
              <a:gd name="connsiteX2230" fmla="*/ 2332946 w 2491113"/>
              <a:gd name="connsiteY2230" fmla="*/ 149504 h 560417"/>
              <a:gd name="connsiteX2231" fmla="*/ 2333908 w 2491113"/>
              <a:gd name="connsiteY2231" fmla="*/ 165869 h 560417"/>
              <a:gd name="connsiteX2232" fmla="*/ 2336026 w 2491113"/>
              <a:gd name="connsiteY2232" fmla="*/ 176844 h 560417"/>
              <a:gd name="connsiteX2233" fmla="*/ 2336026 w 2491113"/>
              <a:gd name="connsiteY2233" fmla="*/ 184930 h 560417"/>
              <a:gd name="connsiteX2234" fmla="*/ 2332753 w 2491113"/>
              <a:gd name="connsiteY2234" fmla="*/ 194556 h 560417"/>
              <a:gd name="connsiteX2235" fmla="*/ 2337374 w 2491113"/>
              <a:gd name="connsiteY2235" fmla="*/ 199273 h 560417"/>
              <a:gd name="connsiteX2236" fmla="*/ 2346518 w 2491113"/>
              <a:gd name="connsiteY2236" fmla="*/ 196771 h 560417"/>
              <a:gd name="connsiteX2237" fmla="*/ 2354412 w 2491113"/>
              <a:gd name="connsiteY2237" fmla="*/ 196288 h 560417"/>
              <a:gd name="connsiteX2238" fmla="*/ 2367312 w 2491113"/>
              <a:gd name="connsiteY2238" fmla="*/ 193978 h 560417"/>
              <a:gd name="connsiteX2239" fmla="*/ 2374339 w 2491113"/>
              <a:gd name="connsiteY2239" fmla="*/ 191572 h 560417"/>
              <a:gd name="connsiteX2240" fmla="*/ 2379826 w 2491113"/>
              <a:gd name="connsiteY2240" fmla="*/ 187914 h 560417"/>
              <a:gd name="connsiteX2241" fmla="*/ 2380596 w 2491113"/>
              <a:gd name="connsiteY2241" fmla="*/ 183775 h 560417"/>
              <a:gd name="connsiteX2242" fmla="*/ 2372895 w 2491113"/>
              <a:gd name="connsiteY2242" fmla="*/ 183004 h 560417"/>
              <a:gd name="connsiteX2243" fmla="*/ 2365868 w 2491113"/>
              <a:gd name="connsiteY2243" fmla="*/ 185892 h 560417"/>
              <a:gd name="connsiteX2244" fmla="*/ 2363847 w 2491113"/>
              <a:gd name="connsiteY2244" fmla="*/ 179443 h 560417"/>
              <a:gd name="connsiteX2245" fmla="*/ 2359611 w 2491113"/>
              <a:gd name="connsiteY2245" fmla="*/ 174148 h 560417"/>
              <a:gd name="connsiteX2246" fmla="*/ 2356820 w 2491113"/>
              <a:gd name="connsiteY2246" fmla="*/ 182042 h 560417"/>
              <a:gd name="connsiteX2247" fmla="*/ 2353450 w 2491113"/>
              <a:gd name="connsiteY2247" fmla="*/ 186759 h 560417"/>
              <a:gd name="connsiteX2248" fmla="*/ 2348733 w 2491113"/>
              <a:gd name="connsiteY2248" fmla="*/ 189261 h 560417"/>
              <a:gd name="connsiteX2249" fmla="*/ 2343920 w 2491113"/>
              <a:gd name="connsiteY2249" fmla="*/ 180213 h 560417"/>
              <a:gd name="connsiteX2250" fmla="*/ 2344594 w 2491113"/>
              <a:gd name="connsiteY2250" fmla="*/ 161537 h 560417"/>
              <a:gd name="connsiteX2251" fmla="*/ 2342476 w 2491113"/>
              <a:gd name="connsiteY2251" fmla="*/ 148830 h 560417"/>
              <a:gd name="connsiteX2252" fmla="*/ 2342476 w 2491113"/>
              <a:gd name="connsiteY2252" fmla="*/ 130830 h 560417"/>
              <a:gd name="connsiteX2253" fmla="*/ 2341128 w 2491113"/>
              <a:gd name="connsiteY2253" fmla="*/ 124765 h 560417"/>
              <a:gd name="connsiteX2254" fmla="*/ 2344787 w 2491113"/>
              <a:gd name="connsiteY2254" fmla="*/ 116004 h 560417"/>
              <a:gd name="connsiteX2255" fmla="*/ 2350948 w 2491113"/>
              <a:gd name="connsiteY2255" fmla="*/ 112539 h 560417"/>
              <a:gd name="connsiteX2256" fmla="*/ 2353931 w 2491113"/>
              <a:gd name="connsiteY2256" fmla="*/ 122165 h 560417"/>
              <a:gd name="connsiteX2257" fmla="*/ 2355952 w 2491113"/>
              <a:gd name="connsiteY2257" fmla="*/ 128230 h 560417"/>
              <a:gd name="connsiteX2258" fmla="*/ 2358841 w 2491113"/>
              <a:gd name="connsiteY2258" fmla="*/ 148541 h 560417"/>
              <a:gd name="connsiteX2259" fmla="*/ 2361536 w 2491113"/>
              <a:gd name="connsiteY2259" fmla="*/ 153259 h 560417"/>
              <a:gd name="connsiteX2260" fmla="*/ 2372030 w 2491113"/>
              <a:gd name="connsiteY2260" fmla="*/ 153259 h 560417"/>
              <a:gd name="connsiteX2261" fmla="*/ 2375977 w 2491113"/>
              <a:gd name="connsiteY2261" fmla="*/ 158265 h 560417"/>
              <a:gd name="connsiteX2262" fmla="*/ 2385603 w 2491113"/>
              <a:gd name="connsiteY2262" fmla="*/ 149311 h 560417"/>
              <a:gd name="connsiteX2263" fmla="*/ 2380500 w 2491113"/>
              <a:gd name="connsiteY2263" fmla="*/ 137183 h 560417"/>
              <a:gd name="connsiteX2264" fmla="*/ 2372030 w 2491113"/>
              <a:gd name="connsiteY2264" fmla="*/ 140455 h 560417"/>
              <a:gd name="connsiteX2265" fmla="*/ 2366061 w 2491113"/>
              <a:gd name="connsiteY2265" fmla="*/ 143247 h 560417"/>
              <a:gd name="connsiteX2266" fmla="*/ 2366061 w 2491113"/>
              <a:gd name="connsiteY2266" fmla="*/ 131215 h 560417"/>
              <a:gd name="connsiteX2267" fmla="*/ 2369719 w 2491113"/>
              <a:gd name="connsiteY2267" fmla="*/ 121588 h 560417"/>
              <a:gd name="connsiteX2268" fmla="*/ 2365676 w 2491113"/>
              <a:gd name="connsiteY2268" fmla="*/ 110903 h 560417"/>
              <a:gd name="connsiteX2269" fmla="*/ 2372414 w 2491113"/>
              <a:gd name="connsiteY2269" fmla="*/ 104164 h 560417"/>
              <a:gd name="connsiteX2270" fmla="*/ 2379827 w 2491113"/>
              <a:gd name="connsiteY2270" fmla="*/ 110228 h 560417"/>
              <a:gd name="connsiteX2271" fmla="*/ 2388780 w 2491113"/>
              <a:gd name="connsiteY2271" fmla="*/ 98388 h 560417"/>
              <a:gd name="connsiteX2272" fmla="*/ 2395422 w 2491113"/>
              <a:gd name="connsiteY2272" fmla="*/ 86066 h 560417"/>
              <a:gd name="connsiteX2273" fmla="*/ 2400812 w 2491113"/>
              <a:gd name="connsiteY2273" fmla="*/ 86066 h 560417"/>
              <a:gd name="connsiteX2274" fmla="*/ 2406203 w 2491113"/>
              <a:gd name="connsiteY2274" fmla="*/ 84911 h 560417"/>
              <a:gd name="connsiteX2275" fmla="*/ 269992 w 2491113"/>
              <a:gd name="connsiteY2275" fmla="*/ 75523 h 560417"/>
              <a:gd name="connsiteX2276" fmla="*/ 157279 w 2491113"/>
              <a:gd name="connsiteY2276" fmla="*/ 116193 h 560417"/>
              <a:gd name="connsiteX2277" fmla="*/ 157252 w 2491113"/>
              <a:gd name="connsiteY2277" fmla="*/ 116193 h 560417"/>
              <a:gd name="connsiteX2278" fmla="*/ 75244 w 2491113"/>
              <a:gd name="connsiteY2278" fmla="*/ 280265 h 560417"/>
              <a:gd name="connsiteX2279" fmla="*/ 77591 w 2491113"/>
              <a:gd name="connsiteY2279" fmla="*/ 311466 h 560417"/>
              <a:gd name="connsiteX2280" fmla="*/ 78060 w 2491113"/>
              <a:gd name="connsiteY2280" fmla="*/ 314007 h 560417"/>
              <a:gd name="connsiteX2281" fmla="*/ 80269 w 2491113"/>
              <a:gd name="connsiteY2281" fmla="*/ 325383 h 560417"/>
              <a:gd name="connsiteX2282" fmla="*/ 84411 w 2491113"/>
              <a:gd name="connsiteY2282" fmla="*/ 341094 h 560417"/>
              <a:gd name="connsiteX2283" fmla="*/ 90430 w 2491113"/>
              <a:gd name="connsiteY2283" fmla="*/ 357661 h 560417"/>
              <a:gd name="connsiteX2284" fmla="*/ 91314 w 2491113"/>
              <a:gd name="connsiteY2284" fmla="*/ 359870 h 560417"/>
              <a:gd name="connsiteX2285" fmla="*/ 115723 w 2491113"/>
              <a:gd name="connsiteY2285" fmla="*/ 402669 h 560417"/>
              <a:gd name="connsiteX2286" fmla="*/ 115861 w 2491113"/>
              <a:gd name="connsiteY2286" fmla="*/ 402835 h 560417"/>
              <a:gd name="connsiteX2287" fmla="*/ 116068 w 2491113"/>
              <a:gd name="connsiteY2287" fmla="*/ 403114 h 560417"/>
              <a:gd name="connsiteX2288" fmla="*/ 176782 w 2491113"/>
              <a:gd name="connsiteY2288" fmla="*/ 457320 h 560417"/>
              <a:gd name="connsiteX2289" fmla="*/ 220102 w 2491113"/>
              <a:gd name="connsiteY2289" fmla="*/ 472393 h 560417"/>
              <a:gd name="connsiteX2290" fmla="*/ 216839 w 2491113"/>
              <a:gd name="connsiteY2290" fmla="*/ 467171 h 560417"/>
              <a:gd name="connsiteX2291" fmla="*/ 209135 w 2491113"/>
              <a:gd name="connsiteY2291" fmla="*/ 464410 h 560417"/>
              <a:gd name="connsiteX2292" fmla="*/ 207949 w 2491113"/>
              <a:gd name="connsiteY2292" fmla="*/ 463320 h 560417"/>
              <a:gd name="connsiteX2293" fmla="*/ 219766 w 2491113"/>
              <a:gd name="connsiteY2293" fmla="*/ 465321 h 560417"/>
              <a:gd name="connsiteX2294" fmla="*/ 225837 w 2491113"/>
              <a:gd name="connsiteY2294" fmla="*/ 472235 h 560417"/>
              <a:gd name="connsiteX2295" fmla="*/ 226632 w 2491113"/>
              <a:gd name="connsiteY2295" fmla="*/ 474665 h 560417"/>
              <a:gd name="connsiteX2296" fmla="*/ 238268 w 2491113"/>
              <a:gd name="connsiteY2296" fmla="*/ 478713 h 560417"/>
              <a:gd name="connsiteX2297" fmla="*/ 241414 w 2491113"/>
              <a:gd name="connsiteY2297" fmla="*/ 478713 h 560417"/>
              <a:gd name="connsiteX2298" fmla="*/ 241355 w 2491113"/>
              <a:gd name="connsiteY2298" fmla="*/ 479787 h 560417"/>
              <a:gd name="connsiteX2299" fmla="*/ 250994 w 2491113"/>
              <a:gd name="connsiteY2299" fmla="*/ 483141 h 560417"/>
              <a:gd name="connsiteX2300" fmla="*/ 290277 w 2491113"/>
              <a:gd name="connsiteY2300" fmla="*/ 484992 h 560417"/>
              <a:gd name="connsiteX2301" fmla="*/ 324271 w 2491113"/>
              <a:gd name="connsiteY2301" fmla="*/ 480012 h 560417"/>
              <a:gd name="connsiteX2302" fmla="*/ 324250 w 2491113"/>
              <a:gd name="connsiteY2302" fmla="*/ 480011 h 560417"/>
              <a:gd name="connsiteX2303" fmla="*/ 325824 w 2491113"/>
              <a:gd name="connsiteY2303" fmla="*/ 479514 h 560417"/>
              <a:gd name="connsiteX2304" fmla="*/ 315939 w 2491113"/>
              <a:gd name="connsiteY2304" fmla="*/ 479514 h 560417"/>
              <a:gd name="connsiteX2305" fmla="*/ 310416 w 2491113"/>
              <a:gd name="connsiteY2305" fmla="*/ 466978 h 560417"/>
              <a:gd name="connsiteX2306" fmla="*/ 296334 w 2491113"/>
              <a:gd name="connsiteY2306" fmla="*/ 466398 h 560417"/>
              <a:gd name="connsiteX2307" fmla="*/ 289293 w 2491113"/>
              <a:gd name="connsiteY2307" fmla="*/ 477167 h 560417"/>
              <a:gd name="connsiteX2308" fmla="*/ 288656 w 2491113"/>
              <a:gd name="connsiteY2308" fmla="*/ 478637 h 560417"/>
              <a:gd name="connsiteX2309" fmla="*/ 288658 w 2491113"/>
              <a:gd name="connsiteY2309" fmla="*/ 478603 h 560417"/>
              <a:gd name="connsiteX2310" fmla="*/ 288575 w 2491113"/>
              <a:gd name="connsiteY2310" fmla="*/ 478824 h 560417"/>
              <a:gd name="connsiteX2311" fmla="*/ 288656 w 2491113"/>
              <a:gd name="connsiteY2311" fmla="*/ 478637 h 560417"/>
              <a:gd name="connsiteX2312" fmla="*/ 288437 w 2491113"/>
              <a:gd name="connsiteY2312" fmla="*/ 482883 h 560417"/>
              <a:gd name="connsiteX2313" fmla="*/ 283412 w 2491113"/>
              <a:gd name="connsiteY2313" fmla="*/ 482883 h 560417"/>
              <a:gd name="connsiteX2314" fmla="*/ 285538 w 2491113"/>
              <a:gd name="connsiteY2314" fmla="*/ 482109 h 560417"/>
              <a:gd name="connsiteX2315" fmla="*/ 283771 w 2491113"/>
              <a:gd name="connsiteY2315" fmla="*/ 481806 h 560417"/>
              <a:gd name="connsiteX2316" fmla="*/ 284544 w 2491113"/>
              <a:gd name="connsiteY2316" fmla="*/ 480977 h 560417"/>
              <a:gd name="connsiteX2317" fmla="*/ 281783 w 2491113"/>
              <a:gd name="connsiteY2317" fmla="*/ 480977 h 560417"/>
              <a:gd name="connsiteX2318" fmla="*/ 282860 w 2491113"/>
              <a:gd name="connsiteY2318" fmla="*/ 480259 h 560417"/>
              <a:gd name="connsiteX2319" fmla="*/ 278110 w 2491113"/>
              <a:gd name="connsiteY2319" fmla="*/ 480259 h 560417"/>
              <a:gd name="connsiteX2320" fmla="*/ 279077 w 2491113"/>
              <a:gd name="connsiteY2320" fmla="*/ 479514 h 560417"/>
              <a:gd name="connsiteX2321" fmla="*/ 269330 w 2491113"/>
              <a:gd name="connsiteY2321" fmla="*/ 479514 h 560417"/>
              <a:gd name="connsiteX2322" fmla="*/ 263807 w 2491113"/>
              <a:gd name="connsiteY2322" fmla="*/ 466978 h 560417"/>
              <a:gd name="connsiteX2323" fmla="*/ 249725 w 2491113"/>
              <a:gd name="connsiteY2323" fmla="*/ 466398 h 560417"/>
              <a:gd name="connsiteX2324" fmla="*/ 242684 w 2491113"/>
              <a:gd name="connsiteY2324" fmla="*/ 477167 h 560417"/>
              <a:gd name="connsiteX2325" fmla="*/ 241441 w 2491113"/>
              <a:gd name="connsiteY2325" fmla="*/ 476780 h 560417"/>
              <a:gd name="connsiteX2326" fmla="*/ 244534 w 2491113"/>
              <a:gd name="connsiteY2326" fmla="*/ 467889 h 560417"/>
              <a:gd name="connsiteX2327" fmla="*/ 256352 w 2491113"/>
              <a:gd name="connsiteY2327" fmla="*/ 463140 h 560417"/>
              <a:gd name="connsiteX2328" fmla="*/ 272919 w 2491113"/>
              <a:gd name="connsiteY2328" fmla="*/ 467475 h 560417"/>
              <a:gd name="connsiteX2329" fmla="*/ 276095 w 2491113"/>
              <a:gd name="connsiteY2329" fmla="*/ 478189 h 560417"/>
              <a:gd name="connsiteX2330" fmla="*/ 287139 w 2491113"/>
              <a:gd name="connsiteY2330" fmla="*/ 477912 h 560417"/>
              <a:gd name="connsiteX2331" fmla="*/ 291281 w 2491113"/>
              <a:gd name="connsiteY2331" fmla="*/ 467889 h 560417"/>
              <a:gd name="connsiteX2332" fmla="*/ 303099 w 2491113"/>
              <a:gd name="connsiteY2332" fmla="*/ 463140 h 560417"/>
              <a:gd name="connsiteX2333" fmla="*/ 319667 w 2491113"/>
              <a:gd name="connsiteY2333" fmla="*/ 467475 h 560417"/>
              <a:gd name="connsiteX2334" fmla="*/ 322842 w 2491113"/>
              <a:gd name="connsiteY2334" fmla="*/ 478189 h 560417"/>
              <a:gd name="connsiteX2335" fmla="*/ 333186 w 2491113"/>
              <a:gd name="connsiteY2335" fmla="*/ 477930 h 560417"/>
              <a:gd name="connsiteX2336" fmla="*/ 333973 w 2491113"/>
              <a:gd name="connsiteY2336" fmla="*/ 477650 h 560417"/>
              <a:gd name="connsiteX2337" fmla="*/ 335565 w 2491113"/>
              <a:gd name="connsiteY2337" fmla="*/ 472773 h 560417"/>
              <a:gd name="connsiteX2338" fmla="*/ 340265 w 2491113"/>
              <a:gd name="connsiteY2338" fmla="*/ 465211 h 560417"/>
              <a:gd name="connsiteX2339" fmla="*/ 351835 w 2491113"/>
              <a:gd name="connsiteY2339" fmla="*/ 462588 h 560417"/>
              <a:gd name="connsiteX2340" fmla="*/ 351835 w 2491113"/>
              <a:gd name="connsiteY2340" fmla="*/ 466674 h 560417"/>
              <a:gd name="connsiteX2341" fmla="*/ 340348 w 2491113"/>
              <a:gd name="connsiteY2341" fmla="*/ 468331 h 560417"/>
              <a:gd name="connsiteX2342" fmla="*/ 336831 w 2491113"/>
              <a:gd name="connsiteY2342" fmla="*/ 473722 h 560417"/>
              <a:gd name="connsiteX2343" fmla="*/ 335996 w 2491113"/>
              <a:gd name="connsiteY2343" fmla="*/ 476930 h 560417"/>
              <a:gd name="connsiteX2344" fmla="*/ 367429 w 2491113"/>
              <a:gd name="connsiteY2344" fmla="*/ 465749 h 560417"/>
              <a:gd name="connsiteX2345" fmla="*/ 402989 w 2491113"/>
              <a:gd name="connsiteY2345" fmla="*/ 444322 h 560417"/>
              <a:gd name="connsiteX2346" fmla="*/ 444200 w 2491113"/>
              <a:gd name="connsiteY2346" fmla="*/ 157404 h 560417"/>
              <a:gd name="connsiteX2347" fmla="*/ 269992 w 2491113"/>
              <a:gd name="connsiteY2347" fmla="*/ 75523 h 560417"/>
              <a:gd name="connsiteX2348" fmla="*/ 181412 w 2491113"/>
              <a:gd name="connsiteY2348" fmla="*/ 74250 h 560417"/>
              <a:gd name="connsiteX2349" fmla="*/ 180556 w 2491113"/>
              <a:gd name="connsiteY2349" fmla="*/ 74968 h 560417"/>
              <a:gd name="connsiteX2350" fmla="*/ 179286 w 2491113"/>
              <a:gd name="connsiteY2350" fmla="*/ 75272 h 560417"/>
              <a:gd name="connsiteX2351" fmla="*/ 178099 w 2491113"/>
              <a:gd name="connsiteY2351" fmla="*/ 75824 h 560417"/>
              <a:gd name="connsiteX2352" fmla="*/ 176663 w 2491113"/>
              <a:gd name="connsiteY2352" fmla="*/ 75824 h 560417"/>
              <a:gd name="connsiteX2353" fmla="*/ 175448 w 2491113"/>
              <a:gd name="connsiteY2353" fmla="*/ 76211 h 560417"/>
              <a:gd name="connsiteX2354" fmla="*/ 175365 w 2491113"/>
              <a:gd name="connsiteY2354" fmla="*/ 76100 h 560417"/>
              <a:gd name="connsiteX2355" fmla="*/ 175945 w 2491113"/>
              <a:gd name="connsiteY2355" fmla="*/ 77978 h 560417"/>
              <a:gd name="connsiteX2356" fmla="*/ 176442 w 2491113"/>
              <a:gd name="connsiteY2356" fmla="*/ 79027 h 560417"/>
              <a:gd name="connsiteX2357" fmla="*/ 177823 w 2491113"/>
              <a:gd name="connsiteY2357" fmla="*/ 80352 h 560417"/>
              <a:gd name="connsiteX2358" fmla="*/ 179397 w 2491113"/>
              <a:gd name="connsiteY2358" fmla="*/ 81346 h 560417"/>
              <a:gd name="connsiteX2359" fmla="*/ 181274 w 2491113"/>
              <a:gd name="connsiteY2359" fmla="*/ 82451 h 560417"/>
              <a:gd name="connsiteX2360" fmla="*/ 182075 w 2491113"/>
              <a:gd name="connsiteY2360" fmla="*/ 83638 h 560417"/>
              <a:gd name="connsiteX2361" fmla="*/ 183483 w 2491113"/>
              <a:gd name="connsiteY2361" fmla="*/ 84052 h 560417"/>
              <a:gd name="connsiteX2362" fmla="*/ 184284 w 2491113"/>
              <a:gd name="connsiteY2362" fmla="*/ 82837 h 560417"/>
              <a:gd name="connsiteX2363" fmla="*/ 185333 w 2491113"/>
              <a:gd name="connsiteY2363" fmla="*/ 82175 h 560417"/>
              <a:gd name="connsiteX2364" fmla="*/ 186272 w 2491113"/>
              <a:gd name="connsiteY2364" fmla="*/ 80932 h 560417"/>
              <a:gd name="connsiteX2365" fmla="*/ 186493 w 2491113"/>
              <a:gd name="connsiteY2365" fmla="*/ 79662 h 560417"/>
              <a:gd name="connsiteX2366" fmla="*/ 186355 w 2491113"/>
              <a:gd name="connsiteY2366" fmla="*/ 78033 h 560417"/>
              <a:gd name="connsiteX2367" fmla="*/ 186521 w 2491113"/>
              <a:gd name="connsiteY2367" fmla="*/ 76542 h 560417"/>
              <a:gd name="connsiteX2368" fmla="*/ 185941 w 2491113"/>
              <a:gd name="connsiteY2368" fmla="*/ 75382 h 560417"/>
              <a:gd name="connsiteX2369" fmla="*/ 184809 w 2491113"/>
              <a:gd name="connsiteY2369" fmla="*/ 74858 h 560417"/>
              <a:gd name="connsiteX2370" fmla="*/ 181412 w 2491113"/>
              <a:gd name="connsiteY2370" fmla="*/ 74250 h 560417"/>
              <a:gd name="connsiteX2371" fmla="*/ 166778 w 2491113"/>
              <a:gd name="connsiteY2371" fmla="*/ 70522 h 560417"/>
              <a:gd name="connsiteX2372" fmla="*/ 167027 w 2491113"/>
              <a:gd name="connsiteY2372" fmla="*/ 71847 h 560417"/>
              <a:gd name="connsiteX2373" fmla="*/ 166474 w 2491113"/>
              <a:gd name="connsiteY2373" fmla="*/ 73642 h 560417"/>
              <a:gd name="connsiteX2374" fmla="*/ 165701 w 2491113"/>
              <a:gd name="connsiteY2374" fmla="*/ 75630 h 560417"/>
              <a:gd name="connsiteX2375" fmla="*/ 164431 w 2491113"/>
              <a:gd name="connsiteY2375" fmla="*/ 77011 h 560417"/>
              <a:gd name="connsiteX2376" fmla="*/ 163050 w 2491113"/>
              <a:gd name="connsiteY2376" fmla="*/ 76680 h 560417"/>
              <a:gd name="connsiteX2377" fmla="*/ 163050 w 2491113"/>
              <a:gd name="connsiteY2377" fmla="*/ 75271 h 560417"/>
              <a:gd name="connsiteX2378" fmla="*/ 164542 w 2491113"/>
              <a:gd name="connsiteY2378" fmla="*/ 73200 h 560417"/>
              <a:gd name="connsiteX2379" fmla="*/ 165011 w 2491113"/>
              <a:gd name="connsiteY2379" fmla="*/ 72234 h 560417"/>
              <a:gd name="connsiteX2380" fmla="*/ 165839 w 2491113"/>
              <a:gd name="connsiteY2380" fmla="*/ 71268 h 560417"/>
              <a:gd name="connsiteX2381" fmla="*/ 166778 w 2491113"/>
              <a:gd name="connsiteY2381" fmla="*/ 70522 h 560417"/>
              <a:gd name="connsiteX2382" fmla="*/ 169153 w 2491113"/>
              <a:gd name="connsiteY2382" fmla="*/ 62874 h 560417"/>
              <a:gd name="connsiteX2383" fmla="*/ 167800 w 2491113"/>
              <a:gd name="connsiteY2383" fmla="*/ 63619 h 560417"/>
              <a:gd name="connsiteX2384" fmla="*/ 166364 w 2491113"/>
              <a:gd name="connsiteY2384" fmla="*/ 63868 h 560417"/>
              <a:gd name="connsiteX2385" fmla="*/ 165729 w 2491113"/>
              <a:gd name="connsiteY2385" fmla="*/ 64586 h 560417"/>
              <a:gd name="connsiteX2386" fmla="*/ 165287 w 2491113"/>
              <a:gd name="connsiteY2386" fmla="*/ 65359 h 560417"/>
              <a:gd name="connsiteX2387" fmla="*/ 164817 w 2491113"/>
              <a:gd name="connsiteY2387" fmla="*/ 66325 h 560417"/>
              <a:gd name="connsiteX2388" fmla="*/ 163823 w 2491113"/>
              <a:gd name="connsiteY2388" fmla="*/ 67651 h 560417"/>
              <a:gd name="connsiteX2389" fmla="*/ 162995 w 2491113"/>
              <a:gd name="connsiteY2389" fmla="*/ 68507 h 560417"/>
              <a:gd name="connsiteX2390" fmla="*/ 162029 w 2491113"/>
              <a:gd name="connsiteY2390" fmla="*/ 69722 h 560417"/>
              <a:gd name="connsiteX2391" fmla="*/ 160593 w 2491113"/>
              <a:gd name="connsiteY2391" fmla="*/ 71213 h 560417"/>
              <a:gd name="connsiteX2392" fmla="*/ 158688 w 2491113"/>
              <a:gd name="connsiteY2392" fmla="*/ 73256 h 560417"/>
              <a:gd name="connsiteX2393" fmla="*/ 157749 w 2491113"/>
              <a:gd name="connsiteY2393" fmla="*/ 72897 h 560417"/>
              <a:gd name="connsiteX2394" fmla="*/ 156285 w 2491113"/>
              <a:gd name="connsiteY2394" fmla="*/ 72897 h 560417"/>
              <a:gd name="connsiteX2395" fmla="*/ 155347 w 2491113"/>
              <a:gd name="connsiteY2395" fmla="*/ 74195 h 560417"/>
              <a:gd name="connsiteX2396" fmla="*/ 155512 w 2491113"/>
              <a:gd name="connsiteY2396" fmla="*/ 77426 h 560417"/>
              <a:gd name="connsiteX2397" fmla="*/ 156948 w 2491113"/>
              <a:gd name="connsiteY2397" fmla="*/ 79552 h 560417"/>
              <a:gd name="connsiteX2398" fmla="*/ 158605 w 2491113"/>
              <a:gd name="connsiteY2398" fmla="*/ 81484 h 560417"/>
              <a:gd name="connsiteX2399" fmla="*/ 159958 w 2491113"/>
              <a:gd name="connsiteY2399" fmla="*/ 82920 h 560417"/>
              <a:gd name="connsiteX2400" fmla="*/ 160786 w 2491113"/>
              <a:gd name="connsiteY2400" fmla="*/ 83997 h 560417"/>
              <a:gd name="connsiteX2401" fmla="*/ 161394 w 2491113"/>
              <a:gd name="connsiteY2401" fmla="*/ 84411 h 560417"/>
              <a:gd name="connsiteX2402" fmla="*/ 162360 w 2491113"/>
              <a:gd name="connsiteY2402" fmla="*/ 85323 h 560417"/>
              <a:gd name="connsiteX2403" fmla="*/ 163161 w 2491113"/>
              <a:gd name="connsiteY2403" fmla="*/ 85488 h 560417"/>
              <a:gd name="connsiteX2404" fmla="*/ 164735 w 2491113"/>
              <a:gd name="connsiteY2404" fmla="*/ 84743 h 560417"/>
              <a:gd name="connsiteX2405" fmla="*/ 165535 w 2491113"/>
              <a:gd name="connsiteY2405" fmla="*/ 84025 h 560417"/>
              <a:gd name="connsiteX2406" fmla="*/ 166916 w 2491113"/>
              <a:gd name="connsiteY2406" fmla="*/ 83638 h 560417"/>
              <a:gd name="connsiteX2407" fmla="*/ 167744 w 2491113"/>
              <a:gd name="connsiteY2407" fmla="*/ 84135 h 560417"/>
              <a:gd name="connsiteX2408" fmla="*/ 168794 w 2491113"/>
              <a:gd name="connsiteY2408" fmla="*/ 86455 h 560417"/>
              <a:gd name="connsiteX2409" fmla="*/ 169760 w 2491113"/>
              <a:gd name="connsiteY2409" fmla="*/ 88084 h 560417"/>
              <a:gd name="connsiteX2410" fmla="*/ 170450 w 2491113"/>
              <a:gd name="connsiteY2410" fmla="*/ 89271 h 560417"/>
              <a:gd name="connsiteX2411" fmla="*/ 169981 w 2491113"/>
              <a:gd name="connsiteY2411" fmla="*/ 91784 h 560417"/>
              <a:gd name="connsiteX2412" fmla="*/ 167800 w 2491113"/>
              <a:gd name="connsiteY2412" fmla="*/ 92253 h 560417"/>
              <a:gd name="connsiteX2413" fmla="*/ 166888 w 2491113"/>
              <a:gd name="connsiteY2413" fmla="*/ 93496 h 560417"/>
              <a:gd name="connsiteX2414" fmla="*/ 169981 w 2491113"/>
              <a:gd name="connsiteY2414" fmla="*/ 94297 h 560417"/>
              <a:gd name="connsiteX2415" fmla="*/ 171417 w 2491113"/>
              <a:gd name="connsiteY2415" fmla="*/ 95180 h 560417"/>
              <a:gd name="connsiteX2416" fmla="*/ 173046 w 2491113"/>
              <a:gd name="connsiteY2416" fmla="*/ 95014 h 560417"/>
              <a:gd name="connsiteX2417" fmla="*/ 174150 w 2491113"/>
              <a:gd name="connsiteY2417" fmla="*/ 95153 h 560417"/>
              <a:gd name="connsiteX2418" fmla="*/ 175338 w 2491113"/>
              <a:gd name="connsiteY2418" fmla="*/ 95014 h 560417"/>
              <a:gd name="connsiteX2419" fmla="*/ 176194 w 2491113"/>
              <a:gd name="connsiteY2419" fmla="*/ 95014 h 560417"/>
              <a:gd name="connsiteX2420" fmla="*/ 177133 w 2491113"/>
              <a:gd name="connsiteY2420" fmla="*/ 93496 h 560417"/>
              <a:gd name="connsiteX2421" fmla="*/ 177712 w 2491113"/>
              <a:gd name="connsiteY2421" fmla="*/ 91176 h 560417"/>
              <a:gd name="connsiteX2422" fmla="*/ 177851 w 2491113"/>
              <a:gd name="connsiteY2422" fmla="*/ 88415 h 560417"/>
              <a:gd name="connsiteX2423" fmla="*/ 173515 w 2491113"/>
              <a:gd name="connsiteY2423" fmla="*/ 81208 h 560417"/>
              <a:gd name="connsiteX2424" fmla="*/ 172300 w 2491113"/>
              <a:gd name="connsiteY2424" fmla="*/ 79745 h 560417"/>
              <a:gd name="connsiteX2425" fmla="*/ 172549 w 2491113"/>
              <a:gd name="connsiteY2425" fmla="*/ 78392 h 560417"/>
              <a:gd name="connsiteX2426" fmla="*/ 173322 w 2491113"/>
              <a:gd name="connsiteY2426" fmla="*/ 77784 h 560417"/>
              <a:gd name="connsiteX2427" fmla="*/ 173570 w 2491113"/>
              <a:gd name="connsiteY2427" fmla="*/ 75686 h 560417"/>
              <a:gd name="connsiteX2428" fmla="*/ 173570 w 2491113"/>
              <a:gd name="connsiteY2428" fmla="*/ 69722 h 560417"/>
              <a:gd name="connsiteX2429" fmla="*/ 173570 w 2491113"/>
              <a:gd name="connsiteY2429" fmla="*/ 67955 h 560417"/>
              <a:gd name="connsiteX2430" fmla="*/ 174178 w 2491113"/>
              <a:gd name="connsiteY2430" fmla="*/ 65331 h 560417"/>
              <a:gd name="connsiteX2431" fmla="*/ 173405 w 2491113"/>
              <a:gd name="connsiteY2431" fmla="*/ 64144 h 560417"/>
              <a:gd name="connsiteX2432" fmla="*/ 171914 w 2491113"/>
              <a:gd name="connsiteY2432" fmla="*/ 62874 h 560417"/>
              <a:gd name="connsiteX2433" fmla="*/ 169153 w 2491113"/>
              <a:gd name="connsiteY2433" fmla="*/ 62874 h 560417"/>
              <a:gd name="connsiteX2434" fmla="*/ 405513 w 2491113"/>
              <a:gd name="connsiteY2434" fmla="*/ 59201 h 560417"/>
              <a:gd name="connsiteX2435" fmla="*/ 404602 w 2491113"/>
              <a:gd name="connsiteY2435" fmla="*/ 59505 h 560417"/>
              <a:gd name="connsiteX2436" fmla="*/ 403663 w 2491113"/>
              <a:gd name="connsiteY2436" fmla="*/ 61355 h 560417"/>
              <a:gd name="connsiteX2437" fmla="*/ 402254 w 2491113"/>
              <a:gd name="connsiteY2437" fmla="*/ 63288 h 560417"/>
              <a:gd name="connsiteX2438" fmla="*/ 399687 w 2491113"/>
              <a:gd name="connsiteY2438" fmla="*/ 66049 h 560417"/>
              <a:gd name="connsiteX2439" fmla="*/ 395462 w 2491113"/>
              <a:gd name="connsiteY2439" fmla="*/ 65249 h 560417"/>
              <a:gd name="connsiteX2440" fmla="*/ 393336 w 2491113"/>
              <a:gd name="connsiteY2440" fmla="*/ 63951 h 560417"/>
              <a:gd name="connsiteX2441" fmla="*/ 392121 w 2491113"/>
              <a:gd name="connsiteY2441" fmla="*/ 63951 h 560417"/>
              <a:gd name="connsiteX2442" fmla="*/ 390851 w 2491113"/>
              <a:gd name="connsiteY2442" fmla="*/ 63730 h 560417"/>
              <a:gd name="connsiteX2443" fmla="*/ 389553 w 2491113"/>
              <a:gd name="connsiteY2443" fmla="*/ 64116 h 560417"/>
              <a:gd name="connsiteX2444" fmla="*/ 388310 w 2491113"/>
              <a:gd name="connsiteY2444" fmla="*/ 65193 h 560417"/>
              <a:gd name="connsiteX2445" fmla="*/ 388780 w 2491113"/>
              <a:gd name="connsiteY2445" fmla="*/ 68369 h 560417"/>
              <a:gd name="connsiteX2446" fmla="*/ 389884 w 2491113"/>
              <a:gd name="connsiteY2446" fmla="*/ 69943 h 560417"/>
              <a:gd name="connsiteX2447" fmla="*/ 390851 w 2491113"/>
              <a:gd name="connsiteY2447" fmla="*/ 70495 h 560417"/>
              <a:gd name="connsiteX2448" fmla="*/ 392010 w 2491113"/>
              <a:gd name="connsiteY2448" fmla="*/ 70799 h 560417"/>
              <a:gd name="connsiteX2449" fmla="*/ 392784 w 2491113"/>
              <a:gd name="connsiteY2449" fmla="*/ 71240 h 560417"/>
              <a:gd name="connsiteX2450" fmla="*/ 393805 w 2491113"/>
              <a:gd name="connsiteY2450" fmla="*/ 71765 h 560417"/>
              <a:gd name="connsiteX2451" fmla="*/ 392590 w 2491113"/>
              <a:gd name="connsiteY2451" fmla="*/ 72925 h 560417"/>
              <a:gd name="connsiteX2452" fmla="*/ 388752 w 2491113"/>
              <a:gd name="connsiteY2452" fmla="*/ 75189 h 560417"/>
              <a:gd name="connsiteX2453" fmla="*/ 381076 w 2491113"/>
              <a:gd name="connsiteY2453" fmla="*/ 77067 h 560417"/>
              <a:gd name="connsiteX2454" fmla="*/ 380137 w 2491113"/>
              <a:gd name="connsiteY2454" fmla="*/ 77067 h 560417"/>
              <a:gd name="connsiteX2455" fmla="*/ 378618 w 2491113"/>
              <a:gd name="connsiteY2455" fmla="*/ 77260 h 560417"/>
              <a:gd name="connsiteX2456" fmla="*/ 376575 w 2491113"/>
              <a:gd name="connsiteY2456" fmla="*/ 77260 h 560417"/>
              <a:gd name="connsiteX2457" fmla="*/ 376575 w 2491113"/>
              <a:gd name="connsiteY2457" fmla="*/ 77149 h 560417"/>
              <a:gd name="connsiteX2458" fmla="*/ 375222 w 2491113"/>
              <a:gd name="connsiteY2458" fmla="*/ 77481 h 560417"/>
              <a:gd name="connsiteX2459" fmla="*/ 376051 w 2491113"/>
              <a:gd name="connsiteY2459" fmla="*/ 78447 h 560417"/>
              <a:gd name="connsiteX2460" fmla="*/ 376051 w 2491113"/>
              <a:gd name="connsiteY2460" fmla="*/ 80049 h 560417"/>
              <a:gd name="connsiteX2461" fmla="*/ 376437 w 2491113"/>
              <a:gd name="connsiteY2461" fmla="*/ 81208 h 560417"/>
              <a:gd name="connsiteX2462" fmla="*/ 377790 w 2491113"/>
              <a:gd name="connsiteY2462" fmla="*/ 81678 h 560417"/>
              <a:gd name="connsiteX2463" fmla="*/ 380275 w 2491113"/>
              <a:gd name="connsiteY2463" fmla="*/ 82396 h 560417"/>
              <a:gd name="connsiteX2464" fmla="*/ 383395 w 2491113"/>
              <a:gd name="connsiteY2464" fmla="*/ 82396 h 560417"/>
              <a:gd name="connsiteX2465" fmla="*/ 387730 w 2491113"/>
              <a:gd name="connsiteY2465" fmla="*/ 82396 h 560417"/>
              <a:gd name="connsiteX2466" fmla="*/ 392618 w 2491113"/>
              <a:gd name="connsiteY2466" fmla="*/ 81181 h 560417"/>
              <a:gd name="connsiteX2467" fmla="*/ 396649 w 2491113"/>
              <a:gd name="connsiteY2467" fmla="*/ 79137 h 560417"/>
              <a:gd name="connsiteX2468" fmla="*/ 398196 w 2491113"/>
              <a:gd name="connsiteY2468" fmla="*/ 83666 h 560417"/>
              <a:gd name="connsiteX2469" fmla="*/ 398748 w 2491113"/>
              <a:gd name="connsiteY2469" fmla="*/ 86040 h 560417"/>
              <a:gd name="connsiteX2470" fmla="*/ 399328 w 2491113"/>
              <a:gd name="connsiteY2470" fmla="*/ 90210 h 560417"/>
              <a:gd name="connsiteX2471" fmla="*/ 399328 w 2491113"/>
              <a:gd name="connsiteY2471" fmla="*/ 94849 h 560417"/>
              <a:gd name="connsiteX2472" fmla="*/ 400101 w 2491113"/>
              <a:gd name="connsiteY2472" fmla="*/ 96505 h 560417"/>
              <a:gd name="connsiteX2473" fmla="*/ 402199 w 2491113"/>
              <a:gd name="connsiteY2473" fmla="*/ 98135 h 560417"/>
              <a:gd name="connsiteX2474" fmla="*/ 403497 w 2491113"/>
              <a:gd name="connsiteY2474" fmla="*/ 99239 h 560417"/>
              <a:gd name="connsiteX2475" fmla="*/ 405181 w 2491113"/>
              <a:gd name="connsiteY2475" fmla="*/ 100178 h 560417"/>
              <a:gd name="connsiteX2476" fmla="*/ 406728 w 2491113"/>
              <a:gd name="connsiteY2476" fmla="*/ 101200 h 560417"/>
              <a:gd name="connsiteX2477" fmla="*/ 407528 w 2491113"/>
              <a:gd name="connsiteY2477" fmla="*/ 101476 h 560417"/>
              <a:gd name="connsiteX2478" fmla="*/ 408578 w 2491113"/>
              <a:gd name="connsiteY2478" fmla="*/ 101282 h 560417"/>
              <a:gd name="connsiteX2479" fmla="*/ 410842 w 2491113"/>
              <a:gd name="connsiteY2479" fmla="*/ 101282 h 560417"/>
              <a:gd name="connsiteX2480" fmla="*/ 411643 w 2491113"/>
              <a:gd name="connsiteY2480" fmla="*/ 100233 h 560417"/>
              <a:gd name="connsiteX2481" fmla="*/ 412443 w 2491113"/>
              <a:gd name="connsiteY2481" fmla="*/ 99626 h 560417"/>
              <a:gd name="connsiteX2482" fmla="*/ 411670 w 2491113"/>
              <a:gd name="connsiteY2482" fmla="*/ 98549 h 560417"/>
              <a:gd name="connsiteX2483" fmla="*/ 409296 w 2491113"/>
              <a:gd name="connsiteY2483" fmla="*/ 95788 h 560417"/>
              <a:gd name="connsiteX2484" fmla="*/ 408467 w 2491113"/>
              <a:gd name="connsiteY2484" fmla="*/ 94158 h 560417"/>
              <a:gd name="connsiteX2485" fmla="*/ 407114 w 2491113"/>
              <a:gd name="connsiteY2485" fmla="*/ 92446 h 560417"/>
              <a:gd name="connsiteX2486" fmla="*/ 405264 w 2491113"/>
              <a:gd name="connsiteY2486" fmla="*/ 88581 h 560417"/>
              <a:gd name="connsiteX2487" fmla="*/ 404215 w 2491113"/>
              <a:gd name="connsiteY2487" fmla="*/ 83500 h 560417"/>
              <a:gd name="connsiteX2488" fmla="*/ 402558 w 2491113"/>
              <a:gd name="connsiteY2488" fmla="*/ 77039 h 560417"/>
              <a:gd name="connsiteX2489" fmla="*/ 403387 w 2491113"/>
              <a:gd name="connsiteY2489" fmla="*/ 74996 h 560417"/>
              <a:gd name="connsiteX2490" fmla="*/ 404850 w 2491113"/>
              <a:gd name="connsiteY2490" fmla="*/ 74278 h 560417"/>
              <a:gd name="connsiteX2491" fmla="*/ 407832 w 2491113"/>
              <a:gd name="connsiteY2491" fmla="*/ 74747 h 560417"/>
              <a:gd name="connsiteX2492" fmla="*/ 409544 w 2491113"/>
              <a:gd name="connsiteY2492" fmla="*/ 75465 h 560417"/>
              <a:gd name="connsiteX2493" fmla="*/ 411505 w 2491113"/>
              <a:gd name="connsiteY2493" fmla="*/ 75879 h 560417"/>
              <a:gd name="connsiteX2494" fmla="*/ 414487 w 2491113"/>
              <a:gd name="connsiteY2494" fmla="*/ 76238 h 560417"/>
              <a:gd name="connsiteX2495" fmla="*/ 415950 w 2491113"/>
              <a:gd name="connsiteY2495" fmla="*/ 76072 h 560417"/>
              <a:gd name="connsiteX2496" fmla="*/ 416806 w 2491113"/>
              <a:gd name="connsiteY2496" fmla="*/ 75714 h 560417"/>
              <a:gd name="connsiteX2497" fmla="*/ 416806 w 2491113"/>
              <a:gd name="connsiteY2497" fmla="*/ 72510 h 560417"/>
              <a:gd name="connsiteX2498" fmla="*/ 415288 w 2491113"/>
              <a:gd name="connsiteY2498" fmla="*/ 70854 h 560417"/>
              <a:gd name="connsiteX2499" fmla="*/ 413134 w 2491113"/>
              <a:gd name="connsiteY2499" fmla="*/ 69611 h 560417"/>
              <a:gd name="connsiteX2500" fmla="*/ 411146 w 2491113"/>
              <a:gd name="connsiteY2500" fmla="*/ 69777 h 560417"/>
              <a:gd name="connsiteX2501" fmla="*/ 409710 w 2491113"/>
              <a:gd name="connsiteY2501" fmla="*/ 69501 h 560417"/>
              <a:gd name="connsiteX2502" fmla="*/ 408440 w 2491113"/>
              <a:gd name="connsiteY2502" fmla="*/ 69363 h 560417"/>
              <a:gd name="connsiteX2503" fmla="*/ 407501 w 2491113"/>
              <a:gd name="connsiteY2503" fmla="*/ 69114 h 560417"/>
              <a:gd name="connsiteX2504" fmla="*/ 408219 w 2491113"/>
              <a:gd name="connsiteY2504" fmla="*/ 67955 h 560417"/>
              <a:gd name="connsiteX2505" fmla="*/ 410207 w 2491113"/>
              <a:gd name="connsiteY2505" fmla="*/ 66408 h 560417"/>
              <a:gd name="connsiteX2506" fmla="*/ 410621 w 2491113"/>
              <a:gd name="connsiteY2506" fmla="*/ 65193 h 560417"/>
              <a:gd name="connsiteX2507" fmla="*/ 410897 w 2491113"/>
              <a:gd name="connsiteY2507" fmla="*/ 63868 h 560417"/>
              <a:gd name="connsiteX2508" fmla="*/ 410069 w 2491113"/>
              <a:gd name="connsiteY2508" fmla="*/ 61631 h 560417"/>
              <a:gd name="connsiteX2509" fmla="*/ 408108 w 2491113"/>
              <a:gd name="connsiteY2509" fmla="*/ 60389 h 560417"/>
              <a:gd name="connsiteX2510" fmla="*/ 406838 w 2491113"/>
              <a:gd name="connsiteY2510" fmla="*/ 60113 h 560417"/>
              <a:gd name="connsiteX2511" fmla="*/ 405513 w 2491113"/>
              <a:gd name="connsiteY2511" fmla="*/ 59201 h 560417"/>
              <a:gd name="connsiteX2512" fmla="*/ 224819 w 2491113"/>
              <a:gd name="connsiteY2512" fmla="*/ 54922 h 560417"/>
              <a:gd name="connsiteX2513" fmla="*/ 224902 w 2491113"/>
              <a:gd name="connsiteY2513" fmla="*/ 55032 h 560417"/>
              <a:gd name="connsiteX2514" fmla="*/ 224838 w 2491113"/>
              <a:gd name="connsiteY2514" fmla="*/ 54959 h 560417"/>
              <a:gd name="connsiteX2515" fmla="*/ 158936 w 2491113"/>
              <a:gd name="connsiteY2515" fmla="*/ 49675 h 560417"/>
              <a:gd name="connsiteX2516" fmla="*/ 157528 w 2491113"/>
              <a:gd name="connsiteY2516" fmla="*/ 50034 h 560417"/>
              <a:gd name="connsiteX2517" fmla="*/ 156534 w 2491113"/>
              <a:gd name="connsiteY2517" fmla="*/ 50034 h 560417"/>
              <a:gd name="connsiteX2518" fmla="*/ 155236 w 2491113"/>
              <a:gd name="connsiteY2518" fmla="*/ 50807 h 560417"/>
              <a:gd name="connsiteX2519" fmla="*/ 154159 w 2491113"/>
              <a:gd name="connsiteY2519" fmla="*/ 51332 h 560417"/>
              <a:gd name="connsiteX2520" fmla="*/ 153496 w 2491113"/>
              <a:gd name="connsiteY2520" fmla="*/ 52160 h 560417"/>
              <a:gd name="connsiteX2521" fmla="*/ 152668 w 2491113"/>
              <a:gd name="connsiteY2521" fmla="*/ 52768 h 560417"/>
              <a:gd name="connsiteX2522" fmla="*/ 152005 w 2491113"/>
              <a:gd name="connsiteY2522" fmla="*/ 53679 h 560417"/>
              <a:gd name="connsiteX2523" fmla="*/ 150625 w 2491113"/>
              <a:gd name="connsiteY2523" fmla="*/ 54839 h 560417"/>
              <a:gd name="connsiteX2524" fmla="*/ 150818 w 2491113"/>
              <a:gd name="connsiteY2524" fmla="*/ 55888 h 560417"/>
              <a:gd name="connsiteX2525" fmla="*/ 153358 w 2491113"/>
              <a:gd name="connsiteY2525" fmla="*/ 57793 h 560417"/>
              <a:gd name="connsiteX2526" fmla="*/ 153635 w 2491113"/>
              <a:gd name="connsiteY2526" fmla="*/ 58981 h 560417"/>
              <a:gd name="connsiteX2527" fmla="*/ 153828 w 2491113"/>
              <a:gd name="connsiteY2527" fmla="*/ 59975 h 560417"/>
              <a:gd name="connsiteX2528" fmla="*/ 154132 w 2491113"/>
              <a:gd name="connsiteY2528" fmla="*/ 60941 h 560417"/>
              <a:gd name="connsiteX2529" fmla="*/ 155291 w 2491113"/>
              <a:gd name="connsiteY2529" fmla="*/ 60941 h 560417"/>
              <a:gd name="connsiteX2530" fmla="*/ 156313 w 2491113"/>
              <a:gd name="connsiteY2530" fmla="*/ 60720 h 560417"/>
              <a:gd name="connsiteX2531" fmla="*/ 156920 w 2491113"/>
              <a:gd name="connsiteY2531" fmla="*/ 61438 h 560417"/>
              <a:gd name="connsiteX2532" fmla="*/ 156147 w 2491113"/>
              <a:gd name="connsiteY2532" fmla="*/ 62874 h 560417"/>
              <a:gd name="connsiteX2533" fmla="*/ 153745 w 2491113"/>
              <a:gd name="connsiteY2533" fmla="*/ 65635 h 560417"/>
              <a:gd name="connsiteX2534" fmla="*/ 152309 w 2491113"/>
              <a:gd name="connsiteY2534" fmla="*/ 66795 h 560417"/>
              <a:gd name="connsiteX2535" fmla="*/ 149023 w 2491113"/>
              <a:gd name="connsiteY2535" fmla="*/ 69805 h 560417"/>
              <a:gd name="connsiteX2536" fmla="*/ 147781 w 2491113"/>
              <a:gd name="connsiteY2536" fmla="*/ 71268 h 560417"/>
              <a:gd name="connsiteX2537" fmla="*/ 146814 w 2491113"/>
              <a:gd name="connsiteY2537" fmla="*/ 71268 h 560417"/>
              <a:gd name="connsiteX2538" fmla="*/ 146814 w 2491113"/>
              <a:gd name="connsiteY2538" fmla="*/ 71158 h 560417"/>
              <a:gd name="connsiteX2539" fmla="*/ 144799 w 2491113"/>
              <a:gd name="connsiteY2539" fmla="*/ 74250 h 560417"/>
              <a:gd name="connsiteX2540" fmla="*/ 145102 w 2491113"/>
              <a:gd name="connsiteY2540" fmla="*/ 75327 h 560417"/>
              <a:gd name="connsiteX2541" fmla="*/ 145903 w 2491113"/>
              <a:gd name="connsiteY2541" fmla="*/ 76514 h 560417"/>
              <a:gd name="connsiteX2542" fmla="*/ 147118 w 2491113"/>
              <a:gd name="connsiteY2542" fmla="*/ 77729 h 560417"/>
              <a:gd name="connsiteX2543" fmla="*/ 148554 w 2491113"/>
              <a:gd name="connsiteY2543" fmla="*/ 77011 h 560417"/>
              <a:gd name="connsiteX2544" fmla="*/ 149603 w 2491113"/>
              <a:gd name="connsiteY2544" fmla="*/ 77011 h 560417"/>
              <a:gd name="connsiteX2545" fmla="*/ 150211 w 2491113"/>
              <a:gd name="connsiteY2545" fmla="*/ 75934 h 560417"/>
              <a:gd name="connsiteX2546" fmla="*/ 151067 w 2491113"/>
              <a:gd name="connsiteY2546" fmla="*/ 74940 h 560417"/>
              <a:gd name="connsiteX2547" fmla="*/ 152116 w 2491113"/>
              <a:gd name="connsiteY2547" fmla="*/ 73864 h 560417"/>
              <a:gd name="connsiteX2548" fmla="*/ 152861 w 2491113"/>
              <a:gd name="connsiteY2548" fmla="*/ 73367 h 560417"/>
              <a:gd name="connsiteX2549" fmla="*/ 153828 w 2491113"/>
              <a:gd name="connsiteY2549" fmla="*/ 72731 h 560417"/>
              <a:gd name="connsiteX2550" fmla="*/ 154767 w 2491113"/>
              <a:gd name="connsiteY2550" fmla="*/ 71765 h 560417"/>
              <a:gd name="connsiteX2551" fmla="*/ 155705 w 2491113"/>
              <a:gd name="connsiteY2551" fmla="*/ 70992 h 560417"/>
              <a:gd name="connsiteX2552" fmla="*/ 156755 w 2491113"/>
              <a:gd name="connsiteY2552" fmla="*/ 69970 h 560417"/>
              <a:gd name="connsiteX2553" fmla="*/ 157859 w 2491113"/>
              <a:gd name="connsiteY2553" fmla="*/ 68838 h 560417"/>
              <a:gd name="connsiteX2554" fmla="*/ 158991 w 2491113"/>
              <a:gd name="connsiteY2554" fmla="*/ 67678 h 560417"/>
              <a:gd name="connsiteX2555" fmla="*/ 163078 w 2491113"/>
              <a:gd name="connsiteY2555" fmla="*/ 63564 h 560417"/>
              <a:gd name="connsiteX2556" fmla="*/ 164624 w 2491113"/>
              <a:gd name="connsiteY2556" fmla="*/ 61466 h 560417"/>
              <a:gd name="connsiteX2557" fmla="*/ 166088 w 2491113"/>
              <a:gd name="connsiteY2557" fmla="*/ 60665 h 560417"/>
              <a:gd name="connsiteX2558" fmla="*/ 167247 w 2491113"/>
              <a:gd name="connsiteY2558" fmla="*/ 59257 h 560417"/>
              <a:gd name="connsiteX2559" fmla="*/ 168462 w 2491113"/>
              <a:gd name="connsiteY2559" fmla="*/ 57931 h 560417"/>
              <a:gd name="connsiteX2560" fmla="*/ 169953 w 2491113"/>
              <a:gd name="connsiteY2560" fmla="*/ 56772 h 560417"/>
              <a:gd name="connsiteX2561" fmla="*/ 171886 w 2491113"/>
              <a:gd name="connsiteY2561" fmla="*/ 55391 h 560417"/>
              <a:gd name="connsiteX2562" fmla="*/ 173322 w 2491113"/>
              <a:gd name="connsiteY2562" fmla="*/ 55032 h 560417"/>
              <a:gd name="connsiteX2563" fmla="*/ 174399 w 2491113"/>
              <a:gd name="connsiteY2563" fmla="*/ 51801 h 560417"/>
              <a:gd name="connsiteX2564" fmla="*/ 173709 w 2491113"/>
              <a:gd name="connsiteY2564" fmla="*/ 50504 h 560417"/>
              <a:gd name="connsiteX2565" fmla="*/ 172797 w 2491113"/>
              <a:gd name="connsiteY2565" fmla="*/ 50227 h 560417"/>
              <a:gd name="connsiteX2566" fmla="*/ 170892 w 2491113"/>
              <a:gd name="connsiteY2566" fmla="*/ 49896 h 560417"/>
              <a:gd name="connsiteX2567" fmla="*/ 169677 w 2491113"/>
              <a:gd name="connsiteY2567" fmla="*/ 50172 h 560417"/>
              <a:gd name="connsiteX2568" fmla="*/ 168407 w 2491113"/>
              <a:gd name="connsiteY2568" fmla="*/ 50366 h 560417"/>
              <a:gd name="connsiteX2569" fmla="*/ 166419 w 2491113"/>
              <a:gd name="connsiteY2569" fmla="*/ 52271 h 560417"/>
              <a:gd name="connsiteX2570" fmla="*/ 162940 w 2491113"/>
              <a:gd name="connsiteY2570" fmla="*/ 55640 h 560417"/>
              <a:gd name="connsiteX2571" fmla="*/ 162305 w 2491113"/>
              <a:gd name="connsiteY2571" fmla="*/ 55087 h 560417"/>
              <a:gd name="connsiteX2572" fmla="*/ 162305 w 2491113"/>
              <a:gd name="connsiteY2572" fmla="*/ 52326 h 560417"/>
              <a:gd name="connsiteX2573" fmla="*/ 160151 w 2491113"/>
              <a:gd name="connsiteY2573" fmla="*/ 50835 h 560417"/>
              <a:gd name="connsiteX2574" fmla="*/ 158936 w 2491113"/>
              <a:gd name="connsiteY2574" fmla="*/ 49675 h 560417"/>
              <a:gd name="connsiteX2575" fmla="*/ 246315 w 2491113"/>
              <a:gd name="connsiteY2575" fmla="*/ 41874 h 560417"/>
              <a:gd name="connsiteX2576" fmla="*/ 246771 w 2491113"/>
              <a:gd name="connsiteY2576" fmla="*/ 42358 h 560417"/>
              <a:gd name="connsiteX2577" fmla="*/ 245998 w 2491113"/>
              <a:gd name="connsiteY2577" fmla="*/ 44318 h 560417"/>
              <a:gd name="connsiteX2578" fmla="*/ 244368 w 2491113"/>
              <a:gd name="connsiteY2578" fmla="*/ 44318 h 560417"/>
              <a:gd name="connsiteX2579" fmla="*/ 244120 w 2491113"/>
              <a:gd name="connsiteY2579" fmla="*/ 43434 h 560417"/>
              <a:gd name="connsiteX2580" fmla="*/ 244424 w 2491113"/>
              <a:gd name="connsiteY2580" fmla="*/ 42440 h 560417"/>
              <a:gd name="connsiteX2581" fmla="*/ 246191 w 2491113"/>
              <a:gd name="connsiteY2581" fmla="*/ 41888 h 560417"/>
              <a:gd name="connsiteX2582" fmla="*/ 246315 w 2491113"/>
              <a:gd name="connsiteY2582" fmla="*/ 41874 h 560417"/>
              <a:gd name="connsiteX2583" fmla="*/ 251354 w 2491113"/>
              <a:gd name="connsiteY2583" fmla="*/ 39570 h 560417"/>
              <a:gd name="connsiteX2584" fmla="*/ 252293 w 2491113"/>
              <a:gd name="connsiteY2584" fmla="*/ 39763 h 560417"/>
              <a:gd name="connsiteX2585" fmla="*/ 252431 w 2491113"/>
              <a:gd name="connsiteY2585" fmla="*/ 40950 h 560417"/>
              <a:gd name="connsiteX2586" fmla="*/ 250995 w 2491113"/>
              <a:gd name="connsiteY2586" fmla="*/ 42358 h 560417"/>
              <a:gd name="connsiteX2587" fmla="*/ 250001 w 2491113"/>
              <a:gd name="connsiteY2587" fmla="*/ 41668 h 560417"/>
              <a:gd name="connsiteX2588" fmla="*/ 250001 w 2491113"/>
              <a:gd name="connsiteY2588" fmla="*/ 40232 h 560417"/>
              <a:gd name="connsiteX2589" fmla="*/ 251354 w 2491113"/>
              <a:gd name="connsiteY2589" fmla="*/ 39570 h 560417"/>
              <a:gd name="connsiteX2590" fmla="*/ 244810 w 2491113"/>
              <a:gd name="connsiteY2590" fmla="*/ 35924 h 560417"/>
              <a:gd name="connsiteX2591" fmla="*/ 246163 w 2491113"/>
              <a:gd name="connsiteY2591" fmla="*/ 37084 h 560417"/>
              <a:gd name="connsiteX2592" fmla="*/ 244589 w 2491113"/>
              <a:gd name="connsiteY2592" fmla="*/ 39044 h 560417"/>
              <a:gd name="connsiteX2593" fmla="*/ 243871 w 2491113"/>
              <a:gd name="connsiteY2593" fmla="*/ 38740 h 560417"/>
              <a:gd name="connsiteX2594" fmla="*/ 243484 w 2491113"/>
              <a:gd name="connsiteY2594" fmla="*/ 37222 h 560417"/>
              <a:gd name="connsiteX2595" fmla="*/ 244810 w 2491113"/>
              <a:gd name="connsiteY2595" fmla="*/ 35924 h 560417"/>
              <a:gd name="connsiteX2596" fmla="*/ 322400 w 2491113"/>
              <a:gd name="connsiteY2596" fmla="*/ 34792 h 560417"/>
              <a:gd name="connsiteX2597" fmla="*/ 320578 w 2491113"/>
              <a:gd name="connsiteY2597" fmla="*/ 35704 h 560417"/>
              <a:gd name="connsiteX2598" fmla="*/ 320302 w 2491113"/>
              <a:gd name="connsiteY2598" fmla="*/ 37443 h 560417"/>
              <a:gd name="connsiteX2599" fmla="*/ 320302 w 2491113"/>
              <a:gd name="connsiteY2599" fmla="*/ 39293 h 560417"/>
              <a:gd name="connsiteX2600" fmla="*/ 320964 w 2491113"/>
              <a:gd name="connsiteY2600" fmla="*/ 41778 h 560417"/>
              <a:gd name="connsiteX2601" fmla="*/ 321102 w 2491113"/>
              <a:gd name="connsiteY2601" fmla="*/ 43766 h 560417"/>
              <a:gd name="connsiteX2602" fmla="*/ 323146 w 2491113"/>
              <a:gd name="connsiteY2602" fmla="*/ 44125 h 560417"/>
              <a:gd name="connsiteX2603" fmla="*/ 324775 w 2491113"/>
              <a:gd name="connsiteY2603" fmla="*/ 44125 h 560417"/>
              <a:gd name="connsiteX2604" fmla="*/ 324775 w 2491113"/>
              <a:gd name="connsiteY2604" fmla="*/ 45644 h 560417"/>
              <a:gd name="connsiteX2605" fmla="*/ 324002 w 2491113"/>
              <a:gd name="connsiteY2605" fmla="*/ 47383 h 560417"/>
              <a:gd name="connsiteX2606" fmla="*/ 319501 w 2491113"/>
              <a:gd name="connsiteY2606" fmla="*/ 52022 h 560417"/>
              <a:gd name="connsiteX2607" fmla="*/ 315028 w 2491113"/>
              <a:gd name="connsiteY2607" fmla="*/ 52685 h 560417"/>
              <a:gd name="connsiteX2608" fmla="*/ 313481 w 2491113"/>
              <a:gd name="connsiteY2608" fmla="*/ 52685 h 560417"/>
              <a:gd name="connsiteX2609" fmla="*/ 309422 w 2491113"/>
              <a:gd name="connsiteY2609" fmla="*/ 53154 h 560417"/>
              <a:gd name="connsiteX2610" fmla="*/ 307683 w 2491113"/>
              <a:gd name="connsiteY2610" fmla="*/ 52547 h 560417"/>
              <a:gd name="connsiteX2611" fmla="*/ 304259 w 2491113"/>
              <a:gd name="connsiteY2611" fmla="*/ 53458 h 560417"/>
              <a:gd name="connsiteX2612" fmla="*/ 303955 w 2491113"/>
              <a:gd name="connsiteY2612" fmla="*/ 55391 h 560417"/>
              <a:gd name="connsiteX2613" fmla="*/ 303955 w 2491113"/>
              <a:gd name="connsiteY2613" fmla="*/ 55281 h 560417"/>
              <a:gd name="connsiteX2614" fmla="*/ 303403 w 2491113"/>
              <a:gd name="connsiteY2614" fmla="*/ 56992 h 560417"/>
              <a:gd name="connsiteX2615" fmla="*/ 305529 w 2491113"/>
              <a:gd name="connsiteY2615" fmla="*/ 60306 h 560417"/>
              <a:gd name="connsiteX2616" fmla="*/ 313454 w 2491113"/>
              <a:gd name="connsiteY2616" fmla="*/ 59367 h 560417"/>
              <a:gd name="connsiteX2617" fmla="*/ 319694 w 2491113"/>
              <a:gd name="connsiteY2617" fmla="*/ 59616 h 560417"/>
              <a:gd name="connsiteX2618" fmla="*/ 323035 w 2491113"/>
              <a:gd name="connsiteY2618" fmla="*/ 60527 h 560417"/>
              <a:gd name="connsiteX2619" fmla="*/ 326073 w 2491113"/>
              <a:gd name="connsiteY2619" fmla="*/ 60831 h 560417"/>
              <a:gd name="connsiteX2620" fmla="*/ 329193 w 2491113"/>
              <a:gd name="connsiteY2620" fmla="*/ 61355 h 560417"/>
              <a:gd name="connsiteX2621" fmla="*/ 332202 w 2491113"/>
              <a:gd name="connsiteY2621" fmla="*/ 62101 h 560417"/>
              <a:gd name="connsiteX2622" fmla="*/ 335433 w 2491113"/>
              <a:gd name="connsiteY2622" fmla="*/ 63205 h 560417"/>
              <a:gd name="connsiteX2623" fmla="*/ 337476 w 2491113"/>
              <a:gd name="connsiteY2623" fmla="*/ 63537 h 560417"/>
              <a:gd name="connsiteX2624" fmla="*/ 339354 w 2491113"/>
              <a:gd name="connsiteY2624" fmla="*/ 64365 h 560417"/>
              <a:gd name="connsiteX2625" fmla="*/ 341176 w 2491113"/>
              <a:gd name="connsiteY2625" fmla="*/ 64696 h 560417"/>
              <a:gd name="connsiteX2626" fmla="*/ 342336 w 2491113"/>
              <a:gd name="connsiteY2626" fmla="*/ 63978 h 560417"/>
              <a:gd name="connsiteX2627" fmla="*/ 343082 w 2491113"/>
              <a:gd name="connsiteY2627" fmla="*/ 63012 h 560417"/>
              <a:gd name="connsiteX2628" fmla="*/ 343082 w 2491113"/>
              <a:gd name="connsiteY2628" fmla="*/ 62294 h 560417"/>
              <a:gd name="connsiteX2629" fmla="*/ 343082 w 2491113"/>
              <a:gd name="connsiteY2629" fmla="*/ 61797 h 560417"/>
              <a:gd name="connsiteX2630" fmla="*/ 343082 w 2491113"/>
              <a:gd name="connsiteY2630" fmla="*/ 60499 h 560417"/>
              <a:gd name="connsiteX2631" fmla="*/ 341591 w 2491113"/>
              <a:gd name="connsiteY2631" fmla="*/ 58539 h 560417"/>
              <a:gd name="connsiteX2632" fmla="*/ 340376 w 2491113"/>
              <a:gd name="connsiteY2632" fmla="*/ 57407 h 560417"/>
              <a:gd name="connsiteX2633" fmla="*/ 339023 w 2491113"/>
              <a:gd name="connsiteY2633" fmla="*/ 56661 h 560417"/>
              <a:gd name="connsiteX2634" fmla="*/ 337670 w 2491113"/>
              <a:gd name="connsiteY2634" fmla="*/ 56468 h 560417"/>
              <a:gd name="connsiteX2635" fmla="*/ 336151 w 2491113"/>
              <a:gd name="connsiteY2635" fmla="*/ 56661 h 560417"/>
              <a:gd name="connsiteX2636" fmla="*/ 330794 w 2491113"/>
              <a:gd name="connsiteY2636" fmla="*/ 55474 h 560417"/>
              <a:gd name="connsiteX2637" fmla="*/ 331374 w 2491113"/>
              <a:gd name="connsiteY2637" fmla="*/ 52464 h 560417"/>
              <a:gd name="connsiteX2638" fmla="*/ 331871 w 2491113"/>
              <a:gd name="connsiteY2638" fmla="*/ 51387 h 560417"/>
              <a:gd name="connsiteX2639" fmla="*/ 332423 w 2491113"/>
              <a:gd name="connsiteY2639" fmla="*/ 50393 h 560417"/>
              <a:gd name="connsiteX2640" fmla="*/ 333086 w 2491113"/>
              <a:gd name="connsiteY2640" fmla="*/ 49454 h 560417"/>
              <a:gd name="connsiteX2641" fmla="*/ 333804 w 2491113"/>
              <a:gd name="connsiteY2641" fmla="*/ 48488 h 560417"/>
              <a:gd name="connsiteX2642" fmla="*/ 333804 w 2491113"/>
              <a:gd name="connsiteY2642" fmla="*/ 45892 h 560417"/>
              <a:gd name="connsiteX2643" fmla="*/ 337200 w 2491113"/>
              <a:gd name="connsiteY2643" fmla="*/ 44595 h 560417"/>
              <a:gd name="connsiteX2644" fmla="*/ 338885 w 2491113"/>
              <a:gd name="connsiteY2644" fmla="*/ 43987 h 560417"/>
              <a:gd name="connsiteX2645" fmla="*/ 341149 w 2491113"/>
              <a:gd name="connsiteY2645" fmla="*/ 42855 h 560417"/>
              <a:gd name="connsiteX2646" fmla="*/ 344076 w 2491113"/>
              <a:gd name="connsiteY2646" fmla="*/ 41254 h 560417"/>
              <a:gd name="connsiteX2647" fmla="*/ 343744 w 2491113"/>
              <a:gd name="connsiteY2647" fmla="*/ 40149 h 560417"/>
              <a:gd name="connsiteX2648" fmla="*/ 343744 w 2491113"/>
              <a:gd name="connsiteY2648" fmla="*/ 38630 h 560417"/>
              <a:gd name="connsiteX2649" fmla="*/ 342640 w 2491113"/>
              <a:gd name="connsiteY2649" fmla="*/ 36808 h 560417"/>
              <a:gd name="connsiteX2650" fmla="*/ 341756 w 2491113"/>
              <a:gd name="connsiteY2650" fmla="*/ 35980 h 560417"/>
              <a:gd name="connsiteX2651" fmla="*/ 340514 w 2491113"/>
              <a:gd name="connsiteY2651" fmla="*/ 35980 h 560417"/>
              <a:gd name="connsiteX2652" fmla="*/ 339105 w 2491113"/>
              <a:gd name="connsiteY2652" fmla="*/ 35814 h 560417"/>
              <a:gd name="connsiteX2653" fmla="*/ 333749 w 2491113"/>
              <a:gd name="connsiteY2653" fmla="*/ 36642 h 560417"/>
              <a:gd name="connsiteX2654" fmla="*/ 332893 w 2491113"/>
              <a:gd name="connsiteY2654" fmla="*/ 36642 h 560417"/>
              <a:gd name="connsiteX2655" fmla="*/ 331678 w 2491113"/>
              <a:gd name="connsiteY2655" fmla="*/ 36642 h 560417"/>
              <a:gd name="connsiteX2656" fmla="*/ 324940 w 2491113"/>
              <a:gd name="connsiteY2656" fmla="*/ 36118 h 560417"/>
              <a:gd name="connsiteX2657" fmla="*/ 322400 w 2491113"/>
              <a:gd name="connsiteY2657" fmla="*/ 34792 h 560417"/>
              <a:gd name="connsiteX2658" fmla="*/ 234925 w 2491113"/>
              <a:gd name="connsiteY2658" fmla="*/ 32887 h 560417"/>
              <a:gd name="connsiteX2659" fmla="*/ 232743 w 2491113"/>
              <a:gd name="connsiteY2659" fmla="*/ 33356 h 560417"/>
              <a:gd name="connsiteX2660" fmla="*/ 225509 w 2491113"/>
              <a:gd name="connsiteY2660" fmla="*/ 38161 h 560417"/>
              <a:gd name="connsiteX2661" fmla="*/ 223742 w 2491113"/>
              <a:gd name="connsiteY2661" fmla="*/ 38603 h 560417"/>
              <a:gd name="connsiteX2662" fmla="*/ 222499 w 2491113"/>
              <a:gd name="connsiteY2662" fmla="*/ 39624 h 560417"/>
              <a:gd name="connsiteX2663" fmla="*/ 222002 w 2491113"/>
              <a:gd name="connsiteY2663" fmla="*/ 40701 h 560417"/>
              <a:gd name="connsiteX2664" fmla="*/ 221229 w 2491113"/>
              <a:gd name="connsiteY2664" fmla="*/ 41336 h 560417"/>
              <a:gd name="connsiteX2665" fmla="*/ 221919 w 2491113"/>
              <a:gd name="connsiteY2665" fmla="*/ 43131 h 560417"/>
              <a:gd name="connsiteX2666" fmla="*/ 222803 w 2491113"/>
              <a:gd name="connsiteY2666" fmla="*/ 43545 h 560417"/>
              <a:gd name="connsiteX2667" fmla="*/ 223935 w 2491113"/>
              <a:gd name="connsiteY2667" fmla="*/ 44484 h 560417"/>
              <a:gd name="connsiteX2668" fmla="*/ 225564 w 2491113"/>
              <a:gd name="connsiteY2668" fmla="*/ 44843 h 560417"/>
              <a:gd name="connsiteX2669" fmla="*/ 227055 w 2491113"/>
              <a:gd name="connsiteY2669" fmla="*/ 45892 h 560417"/>
              <a:gd name="connsiteX2670" fmla="*/ 227055 w 2491113"/>
              <a:gd name="connsiteY2670" fmla="*/ 48654 h 560417"/>
              <a:gd name="connsiteX2671" fmla="*/ 225564 w 2491113"/>
              <a:gd name="connsiteY2671" fmla="*/ 50283 h 560417"/>
              <a:gd name="connsiteX2672" fmla="*/ 224322 w 2491113"/>
              <a:gd name="connsiteY2672" fmla="*/ 50283 h 560417"/>
              <a:gd name="connsiteX2673" fmla="*/ 222803 w 2491113"/>
              <a:gd name="connsiteY2673" fmla="*/ 52381 h 560417"/>
              <a:gd name="connsiteX2674" fmla="*/ 224184 w 2491113"/>
              <a:gd name="connsiteY2674" fmla="*/ 54204 h 560417"/>
              <a:gd name="connsiteX2675" fmla="*/ 224838 w 2491113"/>
              <a:gd name="connsiteY2675" fmla="*/ 54959 h 560417"/>
              <a:gd name="connsiteX2676" fmla="*/ 225316 w 2491113"/>
              <a:gd name="connsiteY2676" fmla="*/ 55860 h 560417"/>
              <a:gd name="connsiteX2677" fmla="*/ 225316 w 2491113"/>
              <a:gd name="connsiteY2677" fmla="*/ 57213 h 560417"/>
              <a:gd name="connsiteX2678" fmla="*/ 225316 w 2491113"/>
              <a:gd name="connsiteY2678" fmla="*/ 58263 h 560417"/>
              <a:gd name="connsiteX2679" fmla="*/ 224460 w 2491113"/>
              <a:gd name="connsiteY2679" fmla="*/ 59478 h 560417"/>
              <a:gd name="connsiteX2680" fmla="*/ 223190 w 2491113"/>
              <a:gd name="connsiteY2680" fmla="*/ 60720 h 560417"/>
              <a:gd name="connsiteX2681" fmla="*/ 221008 w 2491113"/>
              <a:gd name="connsiteY2681" fmla="*/ 63481 h 560417"/>
              <a:gd name="connsiteX2682" fmla="*/ 221809 w 2491113"/>
              <a:gd name="connsiteY2682" fmla="*/ 65966 h 560417"/>
              <a:gd name="connsiteX2683" fmla="*/ 222996 w 2491113"/>
              <a:gd name="connsiteY2683" fmla="*/ 67209 h 560417"/>
              <a:gd name="connsiteX2684" fmla="*/ 223852 w 2491113"/>
              <a:gd name="connsiteY2684" fmla="*/ 68507 h 560417"/>
              <a:gd name="connsiteX2685" fmla="*/ 225509 w 2491113"/>
              <a:gd name="connsiteY2685" fmla="*/ 68728 h 560417"/>
              <a:gd name="connsiteX2686" fmla="*/ 226641 w 2491113"/>
              <a:gd name="connsiteY2686" fmla="*/ 68534 h 560417"/>
              <a:gd name="connsiteX2687" fmla="*/ 229099 w 2491113"/>
              <a:gd name="connsiteY2687" fmla="*/ 65773 h 560417"/>
              <a:gd name="connsiteX2688" fmla="*/ 234455 w 2491113"/>
              <a:gd name="connsiteY2688" fmla="*/ 62073 h 560417"/>
              <a:gd name="connsiteX2689" fmla="*/ 237382 w 2491113"/>
              <a:gd name="connsiteY2689" fmla="*/ 57351 h 560417"/>
              <a:gd name="connsiteX2690" fmla="*/ 236802 w 2491113"/>
              <a:gd name="connsiteY2690" fmla="*/ 56026 h 560417"/>
              <a:gd name="connsiteX2691" fmla="*/ 235449 w 2491113"/>
              <a:gd name="connsiteY2691" fmla="*/ 55391 h 560417"/>
              <a:gd name="connsiteX2692" fmla="*/ 234069 w 2491113"/>
              <a:gd name="connsiteY2692" fmla="*/ 55584 h 560417"/>
              <a:gd name="connsiteX2693" fmla="*/ 233682 w 2491113"/>
              <a:gd name="connsiteY2693" fmla="*/ 54204 h 560417"/>
              <a:gd name="connsiteX2694" fmla="*/ 236885 w 2491113"/>
              <a:gd name="connsiteY2694" fmla="*/ 50172 h 560417"/>
              <a:gd name="connsiteX2695" fmla="*/ 237051 w 2491113"/>
              <a:gd name="connsiteY2695" fmla="*/ 49399 h 560417"/>
              <a:gd name="connsiteX2696" fmla="*/ 236029 w 2491113"/>
              <a:gd name="connsiteY2696" fmla="*/ 47687 h 560417"/>
              <a:gd name="connsiteX2697" fmla="*/ 235449 w 2491113"/>
              <a:gd name="connsiteY2697" fmla="*/ 46583 h 560417"/>
              <a:gd name="connsiteX2698" fmla="*/ 234207 w 2491113"/>
              <a:gd name="connsiteY2698" fmla="*/ 46804 h 560417"/>
              <a:gd name="connsiteX2699" fmla="*/ 233848 w 2491113"/>
              <a:gd name="connsiteY2699" fmla="*/ 45174 h 560417"/>
              <a:gd name="connsiteX2700" fmla="*/ 233710 w 2491113"/>
              <a:gd name="connsiteY2700" fmla="*/ 42772 h 560417"/>
              <a:gd name="connsiteX2701" fmla="*/ 235339 w 2491113"/>
              <a:gd name="connsiteY2701" fmla="*/ 40370 h 560417"/>
              <a:gd name="connsiteX2702" fmla="*/ 236278 w 2491113"/>
              <a:gd name="connsiteY2702" fmla="*/ 38686 h 560417"/>
              <a:gd name="connsiteX2703" fmla="*/ 236609 w 2491113"/>
              <a:gd name="connsiteY2703" fmla="*/ 36477 h 560417"/>
              <a:gd name="connsiteX2704" fmla="*/ 236609 w 2491113"/>
              <a:gd name="connsiteY2704" fmla="*/ 34544 h 560417"/>
              <a:gd name="connsiteX2705" fmla="*/ 234925 w 2491113"/>
              <a:gd name="connsiteY2705" fmla="*/ 32887 h 560417"/>
              <a:gd name="connsiteX2706" fmla="*/ 253287 w 2491113"/>
              <a:gd name="connsiteY2706" fmla="*/ 32445 h 560417"/>
              <a:gd name="connsiteX2707" fmla="*/ 253618 w 2491113"/>
              <a:gd name="connsiteY2707" fmla="*/ 33798 h 560417"/>
              <a:gd name="connsiteX2708" fmla="*/ 252569 w 2491113"/>
              <a:gd name="connsiteY2708" fmla="*/ 35814 h 560417"/>
              <a:gd name="connsiteX2709" fmla="*/ 250636 w 2491113"/>
              <a:gd name="connsiteY2709" fmla="*/ 35980 h 560417"/>
              <a:gd name="connsiteX2710" fmla="*/ 249890 w 2491113"/>
              <a:gd name="connsiteY2710" fmla="*/ 34351 h 560417"/>
              <a:gd name="connsiteX2711" fmla="*/ 253287 w 2491113"/>
              <a:gd name="connsiteY2711" fmla="*/ 32445 h 560417"/>
              <a:gd name="connsiteX2712" fmla="*/ 254695 w 2491113"/>
              <a:gd name="connsiteY2712" fmla="*/ 26950 h 560417"/>
              <a:gd name="connsiteX2713" fmla="*/ 247985 w 2491113"/>
              <a:gd name="connsiteY2713" fmla="*/ 30209 h 560417"/>
              <a:gd name="connsiteX2714" fmla="*/ 245693 w 2491113"/>
              <a:gd name="connsiteY2714" fmla="*/ 30761 h 560417"/>
              <a:gd name="connsiteX2715" fmla="*/ 242932 w 2491113"/>
              <a:gd name="connsiteY2715" fmla="*/ 32390 h 560417"/>
              <a:gd name="connsiteX2716" fmla="*/ 241276 w 2491113"/>
              <a:gd name="connsiteY2716" fmla="*/ 33191 h 560417"/>
              <a:gd name="connsiteX2717" fmla="*/ 239978 w 2491113"/>
              <a:gd name="connsiteY2717" fmla="*/ 33522 h 560417"/>
              <a:gd name="connsiteX2718" fmla="*/ 238459 w 2491113"/>
              <a:gd name="connsiteY2718" fmla="*/ 32859 h 560417"/>
              <a:gd name="connsiteX2719" fmla="*/ 237686 w 2491113"/>
              <a:gd name="connsiteY2719" fmla="*/ 35234 h 560417"/>
              <a:gd name="connsiteX2720" fmla="*/ 237686 w 2491113"/>
              <a:gd name="connsiteY2720" fmla="*/ 37526 h 560417"/>
              <a:gd name="connsiteX2721" fmla="*/ 237603 w 2491113"/>
              <a:gd name="connsiteY2721" fmla="*/ 37415 h 560417"/>
              <a:gd name="connsiteX2722" fmla="*/ 237686 w 2491113"/>
              <a:gd name="connsiteY2722" fmla="*/ 38934 h 560417"/>
              <a:gd name="connsiteX2723" fmla="*/ 238432 w 2491113"/>
              <a:gd name="connsiteY2723" fmla="*/ 40563 h 560417"/>
              <a:gd name="connsiteX2724" fmla="*/ 239398 w 2491113"/>
              <a:gd name="connsiteY2724" fmla="*/ 44484 h 560417"/>
              <a:gd name="connsiteX2725" fmla="*/ 238901 w 2491113"/>
              <a:gd name="connsiteY2725" fmla="*/ 47052 h 560417"/>
              <a:gd name="connsiteX2726" fmla="*/ 239564 w 2491113"/>
              <a:gd name="connsiteY2726" fmla="*/ 48626 h 560417"/>
              <a:gd name="connsiteX2727" fmla="*/ 240558 w 2491113"/>
              <a:gd name="connsiteY2727" fmla="*/ 49979 h 560417"/>
              <a:gd name="connsiteX2728" fmla="*/ 241027 w 2491113"/>
              <a:gd name="connsiteY2728" fmla="*/ 50945 h 560417"/>
              <a:gd name="connsiteX2729" fmla="*/ 241552 w 2491113"/>
              <a:gd name="connsiteY2729" fmla="*/ 51553 h 560417"/>
              <a:gd name="connsiteX2730" fmla="*/ 242463 w 2491113"/>
              <a:gd name="connsiteY2730" fmla="*/ 51553 h 560417"/>
              <a:gd name="connsiteX2731" fmla="*/ 243512 w 2491113"/>
              <a:gd name="connsiteY2731" fmla="*/ 51166 h 560417"/>
              <a:gd name="connsiteX2732" fmla="*/ 244644 w 2491113"/>
              <a:gd name="connsiteY2732" fmla="*/ 50642 h 560417"/>
              <a:gd name="connsiteX2733" fmla="*/ 245583 w 2491113"/>
              <a:gd name="connsiteY2733" fmla="*/ 50642 h 560417"/>
              <a:gd name="connsiteX2734" fmla="*/ 245583 w 2491113"/>
              <a:gd name="connsiteY2734" fmla="*/ 52188 h 560417"/>
              <a:gd name="connsiteX2735" fmla="*/ 244976 w 2491113"/>
              <a:gd name="connsiteY2735" fmla="*/ 52878 h 560417"/>
              <a:gd name="connsiteX2736" fmla="*/ 244258 w 2491113"/>
              <a:gd name="connsiteY2736" fmla="*/ 53016 h 560417"/>
              <a:gd name="connsiteX2737" fmla="*/ 243485 w 2491113"/>
              <a:gd name="connsiteY2737" fmla="*/ 53265 h 560417"/>
              <a:gd name="connsiteX2738" fmla="*/ 242739 w 2491113"/>
              <a:gd name="connsiteY2738" fmla="*/ 53127 h 560417"/>
              <a:gd name="connsiteX2739" fmla="*/ 242159 w 2491113"/>
              <a:gd name="connsiteY2739" fmla="*/ 54176 h 560417"/>
              <a:gd name="connsiteX2740" fmla="*/ 242159 w 2491113"/>
              <a:gd name="connsiteY2740" fmla="*/ 55474 h 560417"/>
              <a:gd name="connsiteX2741" fmla="*/ 242159 w 2491113"/>
              <a:gd name="connsiteY2741" fmla="*/ 56551 h 560417"/>
              <a:gd name="connsiteX2742" fmla="*/ 243319 w 2491113"/>
              <a:gd name="connsiteY2742" fmla="*/ 56937 h 560417"/>
              <a:gd name="connsiteX2743" fmla="*/ 244617 w 2491113"/>
              <a:gd name="connsiteY2743" fmla="*/ 56937 h 560417"/>
              <a:gd name="connsiteX2744" fmla="*/ 245252 w 2491113"/>
              <a:gd name="connsiteY2744" fmla="*/ 57766 h 560417"/>
              <a:gd name="connsiteX2745" fmla="*/ 242297 w 2491113"/>
              <a:gd name="connsiteY2745" fmla="*/ 59588 h 560417"/>
              <a:gd name="connsiteX2746" fmla="*/ 239950 w 2491113"/>
              <a:gd name="connsiteY2746" fmla="*/ 60775 h 560417"/>
              <a:gd name="connsiteX2747" fmla="*/ 239039 w 2491113"/>
              <a:gd name="connsiteY2747" fmla="*/ 60499 h 560417"/>
              <a:gd name="connsiteX2748" fmla="*/ 238432 w 2491113"/>
              <a:gd name="connsiteY2748" fmla="*/ 61134 h 560417"/>
              <a:gd name="connsiteX2749" fmla="*/ 238017 w 2491113"/>
              <a:gd name="connsiteY2749" fmla="*/ 62515 h 560417"/>
              <a:gd name="connsiteX2750" fmla="*/ 238017 w 2491113"/>
              <a:gd name="connsiteY2750" fmla="*/ 63647 h 560417"/>
              <a:gd name="connsiteX2751" fmla="*/ 238763 w 2491113"/>
              <a:gd name="connsiteY2751" fmla="*/ 66022 h 560417"/>
              <a:gd name="connsiteX2752" fmla="*/ 240723 w 2491113"/>
              <a:gd name="connsiteY2752" fmla="*/ 66712 h 560417"/>
              <a:gd name="connsiteX2753" fmla="*/ 243485 w 2491113"/>
              <a:gd name="connsiteY2753" fmla="*/ 65442 h 560417"/>
              <a:gd name="connsiteX2754" fmla="*/ 246246 w 2491113"/>
              <a:gd name="connsiteY2754" fmla="*/ 64751 h 560417"/>
              <a:gd name="connsiteX2755" fmla="*/ 249007 w 2491113"/>
              <a:gd name="connsiteY2755" fmla="*/ 63840 h 560417"/>
              <a:gd name="connsiteX2756" fmla="*/ 251188 w 2491113"/>
              <a:gd name="connsiteY2756" fmla="*/ 63150 h 560417"/>
              <a:gd name="connsiteX2757" fmla="*/ 253149 w 2491113"/>
              <a:gd name="connsiteY2757" fmla="*/ 62681 h 560417"/>
              <a:gd name="connsiteX2758" fmla="*/ 255441 w 2491113"/>
              <a:gd name="connsiteY2758" fmla="*/ 62487 h 560417"/>
              <a:gd name="connsiteX2759" fmla="*/ 259582 w 2491113"/>
              <a:gd name="connsiteY2759" fmla="*/ 61742 h 560417"/>
              <a:gd name="connsiteX2760" fmla="*/ 262206 w 2491113"/>
              <a:gd name="connsiteY2760" fmla="*/ 61742 h 560417"/>
              <a:gd name="connsiteX2761" fmla="*/ 264415 w 2491113"/>
              <a:gd name="connsiteY2761" fmla="*/ 57351 h 560417"/>
              <a:gd name="connsiteX2762" fmla="*/ 262537 w 2491113"/>
              <a:gd name="connsiteY2762" fmla="*/ 55087 h 560417"/>
              <a:gd name="connsiteX2763" fmla="*/ 260659 w 2491113"/>
              <a:gd name="connsiteY2763" fmla="*/ 55391 h 560417"/>
              <a:gd name="connsiteX2764" fmla="*/ 258533 w 2491113"/>
              <a:gd name="connsiteY2764" fmla="*/ 56136 h 560417"/>
              <a:gd name="connsiteX2765" fmla="*/ 256766 w 2491113"/>
              <a:gd name="connsiteY2765" fmla="*/ 56302 h 560417"/>
              <a:gd name="connsiteX2766" fmla="*/ 254502 w 2491113"/>
              <a:gd name="connsiteY2766" fmla="*/ 57075 h 560417"/>
              <a:gd name="connsiteX2767" fmla="*/ 253563 w 2491113"/>
              <a:gd name="connsiteY2767" fmla="*/ 56523 h 560417"/>
              <a:gd name="connsiteX2768" fmla="*/ 253950 w 2491113"/>
              <a:gd name="connsiteY2768" fmla="*/ 55419 h 560417"/>
              <a:gd name="connsiteX2769" fmla="*/ 255634 w 2491113"/>
              <a:gd name="connsiteY2769" fmla="*/ 54535 h 560417"/>
              <a:gd name="connsiteX2770" fmla="*/ 256987 w 2491113"/>
              <a:gd name="connsiteY2770" fmla="*/ 53237 h 560417"/>
              <a:gd name="connsiteX2771" fmla="*/ 257153 w 2491113"/>
              <a:gd name="connsiteY2771" fmla="*/ 52326 h 560417"/>
              <a:gd name="connsiteX2772" fmla="*/ 256407 w 2491113"/>
              <a:gd name="connsiteY2772" fmla="*/ 50227 h 560417"/>
              <a:gd name="connsiteX2773" fmla="*/ 255606 w 2491113"/>
              <a:gd name="connsiteY2773" fmla="*/ 49565 h 560417"/>
              <a:gd name="connsiteX2774" fmla="*/ 253839 w 2491113"/>
              <a:gd name="connsiteY2774" fmla="*/ 49261 h 560417"/>
              <a:gd name="connsiteX2775" fmla="*/ 252707 w 2491113"/>
              <a:gd name="connsiteY2775" fmla="*/ 50007 h 560417"/>
              <a:gd name="connsiteX2776" fmla="*/ 251216 w 2491113"/>
              <a:gd name="connsiteY2776" fmla="*/ 50476 h 560417"/>
              <a:gd name="connsiteX2777" fmla="*/ 250995 w 2491113"/>
              <a:gd name="connsiteY2777" fmla="*/ 48930 h 560417"/>
              <a:gd name="connsiteX2778" fmla="*/ 252900 w 2491113"/>
              <a:gd name="connsiteY2778" fmla="*/ 48046 h 560417"/>
              <a:gd name="connsiteX2779" fmla="*/ 254198 w 2491113"/>
              <a:gd name="connsiteY2779" fmla="*/ 47411 h 560417"/>
              <a:gd name="connsiteX2780" fmla="*/ 255496 w 2491113"/>
              <a:gd name="connsiteY2780" fmla="*/ 47190 h 560417"/>
              <a:gd name="connsiteX2781" fmla="*/ 256380 w 2491113"/>
              <a:gd name="connsiteY2781" fmla="*/ 46003 h 560417"/>
              <a:gd name="connsiteX2782" fmla="*/ 258616 w 2491113"/>
              <a:gd name="connsiteY2782" fmla="*/ 38962 h 560417"/>
              <a:gd name="connsiteX2783" fmla="*/ 259803 w 2491113"/>
              <a:gd name="connsiteY2783" fmla="*/ 37139 h 560417"/>
              <a:gd name="connsiteX2784" fmla="*/ 260908 w 2491113"/>
              <a:gd name="connsiteY2784" fmla="*/ 34157 h 560417"/>
              <a:gd name="connsiteX2785" fmla="*/ 261073 w 2491113"/>
              <a:gd name="connsiteY2785" fmla="*/ 32362 h 560417"/>
              <a:gd name="connsiteX2786" fmla="*/ 261709 w 2491113"/>
              <a:gd name="connsiteY2786" fmla="*/ 30374 h 560417"/>
              <a:gd name="connsiteX2787" fmla="*/ 260300 w 2491113"/>
              <a:gd name="connsiteY2787" fmla="*/ 28331 h 560417"/>
              <a:gd name="connsiteX2788" fmla="*/ 259582 w 2491113"/>
              <a:gd name="connsiteY2788" fmla="*/ 27116 h 560417"/>
              <a:gd name="connsiteX2789" fmla="*/ 256407 w 2491113"/>
              <a:gd name="connsiteY2789" fmla="*/ 27337 h 560417"/>
              <a:gd name="connsiteX2790" fmla="*/ 254695 w 2491113"/>
              <a:gd name="connsiteY2790" fmla="*/ 26950 h 560417"/>
              <a:gd name="connsiteX2791" fmla="*/ 280209 w 2491113"/>
              <a:gd name="connsiteY2791" fmla="*/ 9941 h 560417"/>
              <a:gd name="connsiteX2792" fmla="*/ 550366 w 2491113"/>
              <a:gd name="connsiteY2792" fmla="*/ 280209 h 560417"/>
              <a:gd name="connsiteX2793" fmla="*/ 550366 w 2491113"/>
              <a:gd name="connsiteY2793" fmla="*/ 280320 h 560417"/>
              <a:gd name="connsiteX2794" fmla="*/ 279988 w 2491113"/>
              <a:gd name="connsiteY2794" fmla="*/ 550477 h 560417"/>
              <a:gd name="connsiteX2795" fmla="*/ 9830 w 2491113"/>
              <a:gd name="connsiteY2795" fmla="*/ 280099 h 560417"/>
              <a:gd name="connsiteX2796" fmla="*/ 280209 w 2491113"/>
              <a:gd name="connsiteY2796" fmla="*/ 9941 h 560417"/>
              <a:gd name="connsiteX2797" fmla="*/ 280209 w 2491113"/>
              <a:gd name="connsiteY2797" fmla="*/ 6268 h 560417"/>
              <a:gd name="connsiteX2798" fmla="*/ 6268 w 2491113"/>
              <a:gd name="connsiteY2798" fmla="*/ 280209 h 560417"/>
              <a:gd name="connsiteX2799" fmla="*/ 280209 w 2491113"/>
              <a:gd name="connsiteY2799" fmla="*/ 554149 h 560417"/>
              <a:gd name="connsiteX2800" fmla="*/ 554149 w 2491113"/>
              <a:gd name="connsiteY2800" fmla="*/ 280209 h 560417"/>
              <a:gd name="connsiteX2801" fmla="*/ 280209 w 2491113"/>
              <a:gd name="connsiteY2801" fmla="*/ 6268 h 560417"/>
              <a:gd name="connsiteX2802" fmla="*/ 280209 w 2491113"/>
              <a:gd name="connsiteY2802" fmla="*/ 0 h 560417"/>
              <a:gd name="connsiteX2803" fmla="*/ 560417 w 2491113"/>
              <a:gd name="connsiteY2803" fmla="*/ 280209 h 560417"/>
              <a:gd name="connsiteX2804" fmla="*/ 280209 w 2491113"/>
              <a:gd name="connsiteY2804" fmla="*/ 560417 h 560417"/>
              <a:gd name="connsiteX2805" fmla="*/ 0 w 2491113"/>
              <a:gd name="connsiteY2805" fmla="*/ 280209 h 560417"/>
              <a:gd name="connsiteX2806" fmla="*/ 280209 w 2491113"/>
              <a:gd name="connsiteY2806" fmla="*/ 0 h 560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</a:cxnLst>
            <a:rect l="l" t="t" r="r" b="b"/>
            <a:pathLst>
              <a:path w="2491113" h="560417">
                <a:moveTo>
                  <a:pt x="327812" y="506215"/>
                </a:moveTo>
                <a:cubicBezTo>
                  <a:pt x="329507" y="508051"/>
                  <a:pt x="330595" y="510365"/>
                  <a:pt x="330932" y="512842"/>
                </a:cubicBezTo>
                <a:cubicBezTo>
                  <a:pt x="331531" y="515206"/>
                  <a:pt x="331376" y="517696"/>
                  <a:pt x="330490" y="519966"/>
                </a:cubicBezTo>
                <a:cubicBezTo>
                  <a:pt x="330236" y="520488"/>
                  <a:pt x="329910" y="520974"/>
                  <a:pt x="329524" y="521407"/>
                </a:cubicBezTo>
                <a:cubicBezTo>
                  <a:pt x="327204" y="523997"/>
                  <a:pt x="323222" y="524218"/>
                  <a:pt x="320632" y="521899"/>
                </a:cubicBezTo>
                <a:cubicBezTo>
                  <a:pt x="318959" y="520115"/>
                  <a:pt x="317879" y="517859"/>
                  <a:pt x="317540" y="515438"/>
                </a:cubicBezTo>
                <a:cubicBezTo>
                  <a:pt x="316930" y="513011"/>
                  <a:pt x="317084" y="510456"/>
                  <a:pt x="317982" y="508120"/>
                </a:cubicBezTo>
                <a:cubicBezTo>
                  <a:pt x="318258" y="507530"/>
                  <a:pt x="318625" y="506986"/>
                  <a:pt x="319070" y="506511"/>
                </a:cubicBezTo>
                <a:cubicBezTo>
                  <a:pt x="321403" y="504014"/>
                  <a:pt x="325315" y="503882"/>
                  <a:pt x="327812" y="506215"/>
                </a:cubicBezTo>
                <a:close/>
                <a:moveTo>
                  <a:pt x="290260" y="504420"/>
                </a:moveTo>
                <a:lnTo>
                  <a:pt x="271787" y="504751"/>
                </a:lnTo>
                <a:lnTo>
                  <a:pt x="272284" y="532032"/>
                </a:lnTo>
                <a:lnTo>
                  <a:pt x="290839" y="531673"/>
                </a:lnTo>
                <a:lnTo>
                  <a:pt x="290839" y="529243"/>
                </a:lnTo>
                <a:lnTo>
                  <a:pt x="290839" y="526841"/>
                </a:lnTo>
                <a:lnTo>
                  <a:pt x="277033" y="527090"/>
                </a:lnTo>
                <a:lnTo>
                  <a:pt x="277033" y="519993"/>
                </a:lnTo>
                <a:lnTo>
                  <a:pt x="289293" y="519772"/>
                </a:lnTo>
                <a:lnTo>
                  <a:pt x="289293" y="517425"/>
                </a:lnTo>
                <a:lnTo>
                  <a:pt x="289293" y="515078"/>
                </a:lnTo>
                <a:lnTo>
                  <a:pt x="277033" y="515299"/>
                </a:lnTo>
                <a:lnTo>
                  <a:pt x="277033" y="509501"/>
                </a:lnTo>
                <a:lnTo>
                  <a:pt x="290260" y="509280"/>
                </a:lnTo>
                <a:lnTo>
                  <a:pt x="290260" y="506850"/>
                </a:lnTo>
                <a:close/>
                <a:moveTo>
                  <a:pt x="244976" y="502322"/>
                </a:moveTo>
                <a:lnTo>
                  <a:pt x="244672" y="504724"/>
                </a:lnTo>
                <a:lnTo>
                  <a:pt x="244396" y="507126"/>
                </a:lnTo>
                <a:lnTo>
                  <a:pt x="251906" y="508037"/>
                </a:lnTo>
                <a:lnTo>
                  <a:pt x="249145" y="530293"/>
                </a:lnTo>
                <a:lnTo>
                  <a:pt x="251906" y="530624"/>
                </a:lnTo>
                <a:lnTo>
                  <a:pt x="254474" y="530928"/>
                </a:lnTo>
                <a:lnTo>
                  <a:pt x="257235" y="508672"/>
                </a:lnTo>
                <a:lnTo>
                  <a:pt x="264774" y="509611"/>
                </a:lnTo>
                <a:lnTo>
                  <a:pt x="265050" y="507181"/>
                </a:lnTo>
                <a:lnTo>
                  <a:pt x="265215" y="504807"/>
                </a:lnTo>
                <a:close/>
                <a:moveTo>
                  <a:pt x="320986" y="500126"/>
                </a:moveTo>
                <a:cubicBezTo>
                  <a:pt x="318045" y="500862"/>
                  <a:pt x="315385" y="502720"/>
                  <a:pt x="313702" y="505525"/>
                </a:cubicBezTo>
                <a:cubicBezTo>
                  <a:pt x="312018" y="508951"/>
                  <a:pt x="311598" y="512864"/>
                  <a:pt x="312515" y="516569"/>
                </a:cubicBezTo>
                <a:cubicBezTo>
                  <a:pt x="313037" y="520283"/>
                  <a:pt x="314881" y="523685"/>
                  <a:pt x="317706" y="526151"/>
                </a:cubicBezTo>
                <a:cubicBezTo>
                  <a:pt x="317963" y="526339"/>
                  <a:pt x="318228" y="526518"/>
                  <a:pt x="318498" y="526687"/>
                </a:cubicBezTo>
                <a:cubicBezTo>
                  <a:pt x="324131" y="530163"/>
                  <a:pt x="331515" y="528415"/>
                  <a:pt x="334991" y="522782"/>
                </a:cubicBezTo>
                <a:cubicBezTo>
                  <a:pt x="336689" y="519438"/>
                  <a:pt x="337112" y="515592"/>
                  <a:pt x="336179" y="511958"/>
                </a:cubicBezTo>
                <a:cubicBezTo>
                  <a:pt x="335673" y="508175"/>
                  <a:pt x="333832" y="504699"/>
                  <a:pt x="330987" y="502156"/>
                </a:cubicBezTo>
                <a:cubicBezTo>
                  <a:pt x="330656" y="501905"/>
                  <a:pt x="330311" y="501673"/>
                  <a:pt x="329955" y="501460"/>
                </a:cubicBezTo>
                <a:cubicBezTo>
                  <a:pt x="327150" y="499777"/>
                  <a:pt x="323928" y="499391"/>
                  <a:pt x="320986" y="500126"/>
                </a:cubicBezTo>
                <a:close/>
                <a:moveTo>
                  <a:pt x="1026263" y="498503"/>
                </a:moveTo>
                <a:lnTo>
                  <a:pt x="1026826" y="498753"/>
                </a:lnTo>
                <a:lnTo>
                  <a:pt x="1026153" y="498561"/>
                </a:lnTo>
                <a:close/>
                <a:moveTo>
                  <a:pt x="219462" y="496468"/>
                </a:moveTo>
                <a:lnTo>
                  <a:pt x="215348" y="513035"/>
                </a:lnTo>
                <a:cubicBezTo>
                  <a:pt x="214412" y="515876"/>
                  <a:pt x="214558" y="518966"/>
                  <a:pt x="215762" y="521705"/>
                </a:cubicBezTo>
                <a:cubicBezTo>
                  <a:pt x="217275" y="524094"/>
                  <a:pt x="219738" y="525720"/>
                  <a:pt x="222527" y="526178"/>
                </a:cubicBezTo>
                <a:cubicBezTo>
                  <a:pt x="225211" y="527123"/>
                  <a:pt x="228168" y="526891"/>
                  <a:pt x="230672" y="525543"/>
                </a:cubicBezTo>
                <a:cubicBezTo>
                  <a:pt x="233006" y="523622"/>
                  <a:pt x="234549" y="520910"/>
                  <a:pt x="235008" y="517922"/>
                </a:cubicBezTo>
                <a:lnTo>
                  <a:pt x="239011" y="501355"/>
                </a:lnTo>
                <a:lnTo>
                  <a:pt x="236471" y="500720"/>
                </a:lnTo>
                <a:lnTo>
                  <a:pt x="233931" y="500113"/>
                </a:lnTo>
                <a:lnTo>
                  <a:pt x="229761" y="516680"/>
                </a:lnTo>
                <a:cubicBezTo>
                  <a:pt x="229518" y="518259"/>
                  <a:pt x="228751" y="519709"/>
                  <a:pt x="227580" y="520794"/>
                </a:cubicBezTo>
                <a:cubicBezTo>
                  <a:pt x="226384" y="521523"/>
                  <a:pt x="224918" y="521667"/>
                  <a:pt x="223604" y="521181"/>
                </a:cubicBezTo>
                <a:cubicBezTo>
                  <a:pt x="222240" y="520949"/>
                  <a:pt x="221061" y="520104"/>
                  <a:pt x="220401" y="518889"/>
                </a:cubicBezTo>
                <a:cubicBezTo>
                  <a:pt x="219873" y="517406"/>
                  <a:pt x="219873" y="515788"/>
                  <a:pt x="220401" y="514305"/>
                </a:cubicBezTo>
                <a:lnTo>
                  <a:pt x="224543" y="497738"/>
                </a:lnTo>
                <a:lnTo>
                  <a:pt x="222002" y="497103"/>
                </a:lnTo>
                <a:close/>
                <a:moveTo>
                  <a:pt x="358020" y="491056"/>
                </a:moveTo>
                <a:lnTo>
                  <a:pt x="341038" y="496578"/>
                </a:lnTo>
                <a:lnTo>
                  <a:pt x="349322" y="522506"/>
                </a:lnTo>
                <a:lnTo>
                  <a:pt x="351835" y="521678"/>
                </a:lnTo>
                <a:lnTo>
                  <a:pt x="354320" y="520877"/>
                </a:lnTo>
                <a:lnTo>
                  <a:pt x="350868" y="509915"/>
                </a:lnTo>
                <a:lnTo>
                  <a:pt x="361333" y="506519"/>
                </a:lnTo>
                <a:lnTo>
                  <a:pt x="360615" y="504282"/>
                </a:lnTo>
                <a:lnTo>
                  <a:pt x="359870" y="502045"/>
                </a:lnTo>
                <a:lnTo>
                  <a:pt x="349432" y="505442"/>
                </a:lnTo>
                <a:lnTo>
                  <a:pt x="347527" y="499560"/>
                </a:lnTo>
                <a:lnTo>
                  <a:pt x="359511" y="495667"/>
                </a:lnTo>
                <a:lnTo>
                  <a:pt x="358765" y="493348"/>
                </a:lnTo>
                <a:close/>
                <a:moveTo>
                  <a:pt x="194418" y="487936"/>
                </a:moveTo>
                <a:lnTo>
                  <a:pt x="193617" y="490227"/>
                </a:lnTo>
                <a:lnTo>
                  <a:pt x="192844" y="492519"/>
                </a:lnTo>
                <a:lnTo>
                  <a:pt x="199995" y="494977"/>
                </a:lnTo>
                <a:lnTo>
                  <a:pt x="192706" y="516183"/>
                </a:lnTo>
                <a:lnTo>
                  <a:pt x="195191" y="517039"/>
                </a:lnTo>
                <a:lnTo>
                  <a:pt x="197648" y="517895"/>
                </a:lnTo>
                <a:lnTo>
                  <a:pt x="204938" y="496689"/>
                </a:lnTo>
                <a:lnTo>
                  <a:pt x="212117" y="499146"/>
                </a:lnTo>
                <a:lnTo>
                  <a:pt x="212918" y="496854"/>
                </a:lnTo>
                <a:lnTo>
                  <a:pt x="213746" y="494590"/>
                </a:lnTo>
                <a:close/>
                <a:moveTo>
                  <a:pt x="184505" y="483076"/>
                </a:moveTo>
                <a:lnTo>
                  <a:pt x="172991" y="507789"/>
                </a:lnTo>
                <a:lnTo>
                  <a:pt x="175365" y="508893"/>
                </a:lnTo>
                <a:lnTo>
                  <a:pt x="177712" y="509998"/>
                </a:lnTo>
                <a:lnTo>
                  <a:pt x="189254" y="485285"/>
                </a:lnTo>
                <a:lnTo>
                  <a:pt x="186852" y="484180"/>
                </a:lnTo>
                <a:close/>
                <a:moveTo>
                  <a:pt x="391348" y="474903"/>
                </a:moveTo>
                <a:lnTo>
                  <a:pt x="373345" y="484456"/>
                </a:lnTo>
                <a:lnTo>
                  <a:pt x="374477" y="486610"/>
                </a:lnTo>
                <a:lnTo>
                  <a:pt x="375609" y="488736"/>
                </a:lnTo>
                <a:lnTo>
                  <a:pt x="382291" y="485174"/>
                </a:lnTo>
                <a:lnTo>
                  <a:pt x="392839" y="504972"/>
                </a:lnTo>
                <a:lnTo>
                  <a:pt x="395158" y="503757"/>
                </a:lnTo>
                <a:lnTo>
                  <a:pt x="397450" y="502515"/>
                </a:lnTo>
                <a:lnTo>
                  <a:pt x="386930" y="482717"/>
                </a:lnTo>
                <a:lnTo>
                  <a:pt x="393612" y="479155"/>
                </a:lnTo>
                <a:lnTo>
                  <a:pt x="392480" y="477029"/>
                </a:lnTo>
                <a:close/>
                <a:moveTo>
                  <a:pt x="161035" y="470319"/>
                </a:moveTo>
                <a:lnTo>
                  <a:pt x="159958" y="472583"/>
                </a:lnTo>
                <a:lnTo>
                  <a:pt x="158798" y="474709"/>
                </a:lnTo>
                <a:lnTo>
                  <a:pt x="165425" y="478382"/>
                </a:lnTo>
                <a:lnTo>
                  <a:pt x="154546" y="497986"/>
                </a:lnTo>
                <a:lnTo>
                  <a:pt x="156838" y="499257"/>
                </a:lnTo>
                <a:lnTo>
                  <a:pt x="159129" y="500527"/>
                </a:lnTo>
                <a:lnTo>
                  <a:pt x="169898" y="480756"/>
                </a:lnTo>
                <a:lnTo>
                  <a:pt x="176525" y="484429"/>
                </a:lnTo>
                <a:lnTo>
                  <a:pt x="177685" y="482330"/>
                </a:lnTo>
                <a:lnTo>
                  <a:pt x="178872" y="480204"/>
                </a:lnTo>
                <a:close/>
                <a:moveTo>
                  <a:pt x="332479" y="466342"/>
                </a:moveTo>
                <a:lnTo>
                  <a:pt x="332479" y="466425"/>
                </a:lnTo>
                <a:cubicBezTo>
                  <a:pt x="333555" y="466425"/>
                  <a:pt x="333721" y="467474"/>
                  <a:pt x="333555" y="468772"/>
                </a:cubicBezTo>
                <a:cubicBezTo>
                  <a:pt x="333390" y="470070"/>
                  <a:pt x="333445" y="475730"/>
                  <a:pt x="332451" y="475730"/>
                </a:cubicBezTo>
                <a:cubicBezTo>
                  <a:pt x="331457" y="475730"/>
                  <a:pt x="331788" y="471230"/>
                  <a:pt x="331788" y="469104"/>
                </a:cubicBezTo>
                <a:cubicBezTo>
                  <a:pt x="331788" y="466977"/>
                  <a:pt x="331788" y="466342"/>
                  <a:pt x="332479" y="466342"/>
                </a:cubicBezTo>
                <a:close/>
                <a:moveTo>
                  <a:pt x="285842" y="466342"/>
                </a:moveTo>
                <a:lnTo>
                  <a:pt x="285842" y="466425"/>
                </a:lnTo>
                <a:cubicBezTo>
                  <a:pt x="286919" y="466425"/>
                  <a:pt x="287084" y="467474"/>
                  <a:pt x="286919" y="468772"/>
                </a:cubicBezTo>
                <a:cubicBezTo>
                  <a:pt x="286753" y="470070"/>
                  <a:pt x="286808" y="475730"/>
                  <a:pt x="285814" y="475730"/>
                </a:cubicBezTo>
                <a:cubicBezTo>
                  <a:pt x="284820" y="475730"/>
                  <a:pt x="285151" y="471230"/>
                  <a:pt x="285151" y="469104"/>
                </a:cubicBezTo>
                <a:cubicBezTo>
                  <a:pt x="285151" y="466977"/>
                  <a:pt x="285151" y="466342"/>
                  <a:pt x="285842" y="466342"/>
                </a:cubicBezTo>
                <a:close/>
                <a:moveTo>
                  <a:pt x="230507" y="466067"/>
                </a:moveTo>
                <a:cubicBezTo>
                  <a:pt x="230507" y="466067"/>
                  <a:pt x="231666" y="465542"/>
                  <a:pt x="231998" y="466288"/>
                </a:cubicBezTo>
                <a:cubicBezTo>
                  <a:pt x="232241" y="469264"/>
                  <a:pt x="232304" y="472252"/>
                  <a:pt x="232191" y="475234"/>
                </a:cubicBezTo>
                <a:cubicBezTo>
                  <a:pt x="232191" y="475924"/>
                  <a:pt x="230838" y="476200"/>
                  <a:pt x="230507" y="475234"/>
                </a:cubicBezTo>
                <a:cubicBezTo>
                  <a:pt x="230341" y="472199"/>
                  <a:pt x="230341" y="469156"/>
                  <a:pt x="230507" y="466122"/>
                </a:cubicBezTo>
                <a:close/>
                <a:moveTo>
                  <a:pt x="324747" y="465928"/>
                </a:moveTo>
                <a:cubicBezTo>
                  <a:pt x="325437" y="465928"/>
                  <a:pt x="325769" y="467392"/>
                  <a:pt x="325769" y="468690"/>
                </a:cubicBezTo>
                <a:cubicBezTo>
                  <a:pt x="325769" y="469987"/>
                  <a:pt x="325714" y="475510"/>
                  <a:pt x="324885" y="475510"/>
                </a:cubicBezTo>
                <a:cubicBezTo>
                  <a:pt x="324057" y="475510"/>
                  <a:pt x="323587" y="470954"/>
                  <a:pt x="323587" y="468910"/>
                </a:cubicBezTo>
                <a:cubicBezTo>
                  <a:pt x="323587" y="466867"/>
                  <a:pt x="323587" y="466011"/>
                  <a:pt x="324747" y="466011"/>
                </a:cubicBezTo>
                <a:close/>
                <a:moveTo>
                  <a:pt x="278110" y="465928"/>
                </a:moveTo>
                <a:cubicBezTo>
                  <a:pt x="278800" y="465928"/>
                  <a:pt x="279132" y="467502"/>
                  <a:pt x="279132" y="468690"/>
                </a:cubicBezTo>
                <a:cubicBezTo>
                  <a:pt x="279132" y="469877"/>
                  <a:pt x="279104" y="475648"/>
                  <a:pt x="278276" y="475648"/>
                </a:cubicBezTo>
                <a:cubicBezTo>
                  <a:pt x="277447" y="475648"/>
                  <a:pt x="276950" y="470954"/>
                  <a:pt x="276950" y="468910"/>
                </a:cubicBezTo>
                <a:cubicBezTo>
                  <a:pt x="276950" y="466867"/>
                  <a:pt x="276950" y="466011"/>
                  <a:pt x="278110" y="466011"/>
                </a:cubicBezTo>
                <a:close/>
                <a:moveTo>
                  <a:pt x="691343" y="465446"/>
                </a:moveTo>
                <a:lnTo>
                  <a:pt x="691440" y="484602"/>
                </a:lnTo>
                <a:lnTo>
                  <a:pt x="708286" y="484602"/>
                </a:lnTo>
                <a:cubicBezTo>
                  <a:pt x="711235" y="484857"/>
                  <a:pt x="714167" y="483959"/>
                  <a:pt x="716469" y="482100"/>
                </a:cubicBezTo>
                <a:cubicBezTo>
                  <a:pt x="718379" y="480007"/>
                  <a:pt x="719353" y="477225"/>
                  <a:pt x="719165" y="474398"/>
                </a:cubicBezTo>
                <a:cubicBezTo>
                  <a:pt x="719342" y="471838"/>
                  <a:pt x="718309" y="469344"/>
                  <a:pt x="716372" y="467659"/>
                </a:cubicBezTo>
                <a:cubicBezTo>
                  <a:pt x="713923" y="465972"/>
                  <a:pt x="710962" y="465188"/>
                  <a:pt x="707998" y="465446"/>
                </a:cubicBezTo>
                <a:close/>
                <a:moveTo>
                  <a:pt x="238625" y="465432"/>
                </a:moveTo>
                <a:cubicBezTo>
                  <a:pt x="239647" y="465321"/>
                  <a:pt x="239398" y="467944"/>
                  <a:pt x="239398" y="468690"/>
                </a:cubicBezTo>
                <a:cubicBezTo>
                  <a:pt x="239398" y="469435"/>
                  <a:pt x="239454" y="475179"/>
                  <a:pt x="238625" y="475179"/>
                </a:cubicBezTo>
                <a:cubicBezTo>
                  <a:pt x="237797" y="475179"/>
                  <a:pt x="237797" y="470291"/>
                  <a:pt x="237797" y="468690"/>
                </a:cubicBezTo>
                <a:cubicBezTo>
                  <a:pt x="237797" y="467088"/>
                  <a:pt x="237631" y="465432"/>
                  <a:pt x="238625" y="465432"/>
                </a:cubicBezTo>
                <a:close/>
                <a:moveTo>
                  <a:pt x="234096" y="464797"/>
                </a:moveTo>
                <a:lnTo>
                  <a:pt x="234102" y="464983"/>
                </a:lnTo>
                <a:lnTo>
                  <a:pt x="234096" y="464990"/>
                </a:lnTo>
                <a:close/>
                <a:moveTo>
                  <a:pt x="234549" y="464435"/>
                </a:moveTo>
                <a:cubicBezTo>
                  <a:pt x="235057" y="464126"/>
                  <a:pt x="235720" y="464289"/>
                  <a:pt x="236029" y="464797"/>
                </a:cubicBezTo>
                <a:cubicBezTo>
                  <a:pt x="236360" y="465239"/>
                  <a:pt x="236360" y="475207"/>
                  <a:pt x="236360" y="475842"/>
                </a:cubicBezTo>
                <a:cubicBezTo>
                  <a:pt x="236360" y="476477"/>
                  <a:pt x="234786" y="476366"/>
                  <a:pt x="234455" y="475842"/>
                </a:cubicBezTo>
                <a:lnTo>
                  <a:pt x="234102" y="464983"/>
                </a:lnTo>
                <a:close/>
                <a:moveTo>
                  <a:pt x="328944" y="464023"/>
                </a:moveTo>
                <a:cubicBezTo>
                  <a:pt x="330352" y="464023"/>
                  <a:pt x="329938" y="466039"/>
                  <a:pt x="329938" y="468165"/>
                </a:cubicBezTo>
                <a:cubicBezTo>
                  <a:pt x="329938" y="470291"/>
                  <a:pt x="330297" y="476200"/>
                  <a:pt x="328778" y="476200"/>
                </a:cubicBezTo>
                <a:cubicBezTo>
                  <a:pt x="327260" y="476200"/>
                  <a:pt x="327591" y="469988"/>
                  <a:pt x="327591" y="468055"/>
                </a:cubicBezTo>
                <a:cubicBezTo>
                  <a:pt x="327591" y="466122"/>
                  <a:pt x="327260" y="464023"/>
                  <a:pt x="328944" y="464023"/>
                </a:cubicBezTo>
                <a:close/>
                <a:moveTo>
                  <a:pt x="282307" y="464023"/>
                </a:moveTo>
                <a:cubicBezTo>
                  <a:pt x="283743" y="464023"/>
                  <a:pt x="283301" y="466039"/>
                  <a:pt x="283301" y="468165"/>
                </a:cubicBezTo>
                <a:cubicBezTo>
                  <a:pt x="283301" y="470291"/>
                  <a:pt x="283660" y="476200"/>
                  <a:pt x="282141" y="476200"/>
                </a:cubicBezTo>
                <a:cubicBezTo>
                  <a:pt x="280623" y="476200"/>
                  <a:pt x="280954" y="469988"/>
                  <a:pt x="280954" y="468055"/>
                </a:cubicBezTo>
                <a:cubicBezTo>
                  <a:pt x="280954" y="466122"/>
                  <a:pt x="280623" y="464023"/>
                  <a:pt x="282307" y="464023"/>
                </a:cubicBezTo>
                <a:close/>
                <a:moveTo>
                  <a:pt x="207782" y="463167"/>
                </a:moveTo>
                <a:lnTo>
                  <a:pt x="207949" y="463320"/>
                </a:lnTo>
                <a:lnTo>
                  <a:pt x="207699" y="463278"/>
                </a:lnTo>
                <a:close/>
                <a:moveTo>
                  <a:pt x="412361" y="461676"/>
                </a:moveTo>
                <a:lnTo>
                  <a:pt x="396870" y="471727"/>
                </a:lnTo>
                <a:lnTo>
                  <a:pt x="411725" y="494590"/>
                </a:lnTo>
                <a:lnTo>
                  <a:pt x="427630" y="484153"/>
                </a:lnTo>
                <a:lnTo>
                  <a:pt x="426305" y="482109"/>
                </a:lnTo>
                <a:lnTo>
                  <a:pt x="425007" y="480094"/>
                </a:lnTo>
                <a:lnTo>
                  <a:pt x="413437" y="487604"/>
                </a:lnTo>
                <a:lnTo>
                  <a:pt x="409544" y="481668"/>
                </a:lnTo>
                <a:lnTo>
                  <a:pt x="419926" y="475041"/>
                </a:lnTo>
                <a:lnTo>
                  <a:pt x="418656" y="473053"/>
                </a:lnTo>
                <a:lnTo>
                  <a:pt x="417386" y="471092"/>
                </a:lnTo>
                <a:lnTo>
                  <a:pt x="407087" y="477774"/>
                </a:lnTo>
                <a:lnTo>
                  <a:pt x="403939" y="472915"/>
                </a:lnTo>
                <a:lnTo>
                  <a:pt x="414984" y="465735"/>
                </a:lnTo>
                <a:lnTo>
                  <a:pt x="413686" y="463692"/>
                </a:lnTo>
                <a:close/>
                <a:moveTo>
                  <a:pt x="141844" y="458915"/>
                </a:moveTo>
                <a:cubicBezTo>
                  <a:pt x="139470" y="459158"/>
                  <a:pt x="137332" y="460456"/>
                  <a:pt x="136018" y="462450"/>
                </a:cubicBezTo>
                <a:cubicBezTo>
                  <a:pt x="134728" y="463924"/>
                  <a:pt x="134190" y="465909"/>
                  <a:pt x="134555" y="467834"/>
                </a:cubicBezTo>
                <a:cubicBezTo>
                  <a:pt x="135590" y="470532"/>
                  <a:pt x="137158" y="472992"/>
                  <a:pt x="139166" y="475068"/>
                </a:cubicBezTo>
                <a:cubicBezTo>
                  <a:pt x="140218" y="476145"/>
                  <a:pt x="141079" y="477399"/>
                  <a:pt x="141706" y="478768"/>
                </a:cubicBezTo>
                <a:cubicBezTo>
                  <a:pt x="141974" y="479610"/>
                  <a:pt x="141786" y="480530"/>
                  <a:pt x="141209" y="481198"/>
                </a:cubicBezTo>
                <a:cubicBezTo>
                  <a:pt x="140629" y="482027"/>
                  <a:pt x="139643" y="482471"/>
                  <a:pt x="138641" y="482358"/>
                </a:cubicBezTo>
                <a:cubicBezTo>
                  <a:pt x="137283" y="482176"/>
                  <a:pt x="136001" y="481623"/>
                  <a:pt x="134941" y="480756"/>
                </a:cubicBezTo>
                <a:cubicBezTo>
                  <a:pt x="133784" y="480027"/>
                  <a:pt x="132936" y="478898"/>
                  <a:pt x="132566" y="477581"/>
                </a:cubicBezTo>
                <a:cubicBezTo>
                  <a:pt x="132288" y="476338"/>
                  <a:pt x="132572" y="475035"/>
                  <a:pt x="133340" y="474019"/>
                </a:cubicBezTo>
                <a:lnTo>
                  <a:pt x="129253" y="471065"/>
                </a:lnTo>
                <a:cubicBezTo>
                  <a:pt x="127718" y="473119"/>
                  <a:pt x="127108" y="475720"/>
                  <a:pt x="127569" y="478244"/>
                </a:cubicBezTo>
                <a:cubicBezTo>
                  <a:pt x="128267" y="480850"/>
                  <a:pt x="129913" y="483103"/>
                  <a:pt x="132180" y="484567"/>
                </a:cubicBezTo>
                <a:cubicBezTo>
                  <a:pt x="134284" y="486260"/>
                  <a:pt x="136907" y="487176"/>
                  <a:pt x="139608" y="487162"/>
                </a:cubicBezTo>
                <a:cubicBezTo>
                  <a:pt x="141963" y="487033"/>
                  <a:pt x="144119" y="485807"/>
                  <a:pt x="145434" y="483849"/>
                </a:cubicBezTo>
                <a:cubicBezTo>
                  <a:pt x="146756" y="482328"/>
                  <a:pt x="147394" y="480331"/>
                  <a:pt x="147201" y="478327"/>
                </a:cubicBezTo>
                <a:cubicBezTo>
                  <a:pt x="146389" y="475767"/>
                  <a:pt x="144981" y="473436"/>
                  <a:pt x="143087" y="471534"/>
                </a:cubicBezTo>
                <a:cubicBezTo>
                  <a:pt x="141902" y="470261"/>
                  <a:pt x="140875" y="468853"/>
                  <a:pt x="140022" y="467337"/>
                </a:cubicBezTo>
                <a:cubicBezTo>
                  <a:pt x="139624" y="466636"/>
                  <a:pt x="139690" y="465763"/>
                  <a:pt x="140187" y="465128"/>
                </a:cubicBezTo>
                <a:cubicBezTo>
                  <a:pt x="140740" y="464286"/>
                  <a:pt x="141643" y="463739"/>
                  <a:pt x="142645" y="463637"/>
                </a:cubicBezTo>
                <a:cubicBezTo>
                  <a:pt x="143769" y="463604"/>
                  <a:pt x="144868" y="463977"/>
                  <a:pt x="145737" y="464686"/>
                </a:cubicBezTo>
                <a:cubicBezTo>
                  <a:pt x="146856" y="465423"/>
                  <a:pt x="147687" y="466525"/>
                  <a:pt x="148085" y="467806"/>
                </a:cubicBezTo>
                <a:cubicBezTo>
                  <a:pt x="148421" y="468969"/>
                  <a:pt x="148231" y="470222"/>
                  <a:pt x="147560" y="471230"/>
                </a:cubicBezTo>
                <a:lnTo>
                  <a:pt x="151674" y="474240"/>
                </a:lnTo>
                <a:lnTo>
                  <a:pt x="151674" y="474185"/>
                </a:lnTo>
                <a:cubicBezTo>
                  <a:pt x="153063" y="472150"/>
                  <a:pt x="153590" y="469648"/>
                  <a:pt x="153138" y="467226"/>
                </a:cubicBezTo>
                <a:cubicBezTo>
                  <a:pt x="152566" y="464775"/>
                  <a:pt x="151086" y="462635"/>
                  <a:pt x="148996" y="461235"/>
                </a:cubicBezTo>
                <a:cubicBezTo>
                  <a:pt x="146983" y="459597"/>
                  <a:pt x="144434" y="458772"/>
                  <a:pt x="141844" y="458915"/>
                </a:cubicBezTo>
                <a:close/>
                <a:moveTo>
                  <a:pt x="433373" y="446655"/>
                </a:moveTo>
                <a:cubicBezTo>
                  <a:pt x="430662" y="446603"/>
                  <a:pt x="428033" y="447591"/>
                  <a:pt x="426029" y="449417"/>
                </a:cubicBezTo>
                <a:cubicBezTo>
                  <a:pt x="423480" y="451399"/>
                  <a:pt x="422025" y="454472"/>
                  <a:pt x="422108" y="457700"/>
                </a:cubicBezTo>
                <a:cubicBezTo>
                  <a:pt x="422375" y="461483"/>
                  <a:pt x="423936" y="465062"/>
                  <a:pt x="426526" y="467834"/>
                </a:cubicBezTo>
                <a:cubicBezTo>
                  <a:pt x="428768" y="470811"/>
                  <a:pt x="431982" y="472912"/>
                  <a:pt x="435610" y="473771"/>
                </a:cubicBezTo>
                <a:cubicBezTo>
                  <a:pt x="441729" y="474712"/>
                  <a:pt x="447458" y="470526"/>
                  <a:pt x="448422" y="464410"/>
                </a:cubicBezTo>
                <a:lnTo>
                  <a:pt x="448367" y="464355"/>
                </a:lnTo>
                <a:cubicBezTo>
                  <a:pt x="448560" y="461569"/>
                  <a:pt x="447748" y="458805"/>
                  <a:pt x="446075" y="456568"/>
                </a:cubicBezTo>
                <a:lnTo>
                  <a:pt x="442044" y="459937"/>
                </a:lnTo>
                <a:cubicBezTo>
                  <a:pt x="442924" y="461130"/>
                  <a:pt x="443347" y="462599"/>
                  <a:pt x="443231" y="464079"/>
                </a:cubicBezTo>
                <a:cubicBezTo>
                  <a:pt x="443192" y="464391"/>
                  <a:pt x="443126" y="464700"/>
                  <a:pt x="443032" y="465001"/>
                </a:cubicBezTo>
                <a:cubicBezTo>
                  <a:pt x="442140" y="467917"/>
                  <a:pt x="439050" y="469557"/>
                  <a:pt x="436135" y="468662"/>
                </a:cubicBezTo>
                <a:cubicBezTo>
                  <a:pt x="433926" y="467826"/>
                  <a:pt x="432009" y="466368"/>
                  <a:pt x="430612" y="464465"/>
                </a:cubicBezTo>
                <a:cubicBezTo>
                  <a:pt x="428928" y="462682"/>
                  <a:pt x="427796" y="460445"/>
                  <a:pt x="427354" y="458032"/>
                </a:cubicBezTo>
                <a:cubicBezTo>
                  <a:pt x="427070" y="456184"/>
                  <a:pt x="427785" y="454326"/>
                  <a:pt x="429232" y="453144"/>
                </a:cubicBezTo>
                <a:cubicBezTo>
                  <a:pt x="430259" y="452211"/>
                  <a:pt x="431598" y="451697"/>
                  <a:pt x="432987" y="451708"/>
                </a:cubicBezTo>
                <a:cubicBezTo>
                  <a:pt x="434337" y="451739"/>
                  <a:pt x="435627" y="452294"/>
                  <a:pt x="436576" y="453255"/>
                </a:cubicBezTo>
                <a:lnTo>
                  <a:pt x="440608" y="449886"/>
                </a:lnTo>
                <a:cubicBezTo>
                  <a:pt x="438694" y="447931"/>
                  <a:pt x="436107" y="446777"/>
                  <a:pt x="433373" y="446655"/>
                </a:cubicBezTo>
                <a:close/>
                <a:moveTo>
                  <a:pt x="289471" y="445862"/>
                </a:moveTo>
                <a:lnTo>
                  <a:pt x="289526" y="445862"/>
                </a:lnTo>
                <a:lnTo>
                  <a:pt x="289526" y="453234"/>
                </a:lnTo>
                <a:lnTo>
                  <a:pt x="283258" y="453234"/>
                </a:lnTo>
                <a:close/>
                <a:moveTo>
                  <a:pt x="304452" y="444308"/>
                </a:moveTo>
                <a:cubicBezTo>
                  <a:pt x="307379" y="444308"/>
                  <a:pt x="308538" y="446738"/>
                  <a:pt x="308538" y="450825"/>
                </a:cubicBezTo>
                <a:cubicBezTo>
                  <a:pt x="308538" y="454911"/>
                  <a:pt x="307268" y="457341"/>
                  <a:pt x="304452" y="457341"/>
                </a:cubicBezTo>
                <a:cubicBezTo>
                  <a:pt x="301635" y="457341"/>
                  <a:pt x="300365" y="454884"/>
                  <a:pt x="300365" y="450825"/>
                </a:cubicBezTo>
                <a:cubicBezTo>
                  <a:pt x="300365" y="446766"/>
                  <a:pt x="301691" y="444308"/>
                  <a:pt x="304452" y="444308"/>
                </a:cubicBezTo>
                <a:close/>
                <a:moveTo>
                  <a:pt x="270461" y="444308"/>
                </a:moveTo>
                <a:cubicBezTo>
                  <a:pt x="273278" y="444308"/>
                  <a:pt x="274410" y="445938"/>
                  <a:pt x="274410" y="447788"/>
                </a:cubicBezTo>
                <a:cubicBezTo>
                  <a:pt x="274429" y="448000"/>
                  <a:pt x="274427" y="448213"/>
                  <a:pt x="274404" y="448425"/>
                </a:cubicBezTo>
                <a:cubicBezTo>
                  <a:pt x="274217" y="450306"/>
                  <a:pt x="272535" y="451678"/>
                  <a:pt x="270655" y="451488"/>
                </a:cubicBezTo>
                <a:cubicBezTo>
                  <a:pt x="269026" y="451488"/>
                  <a:pt x="266706" y="451101"/>
                  <a:pt x="266706" y="447953"/>
                </a:cubicBezTo>
                <a:cubicBezTo>
                  <a:pt x="266701" y="447821"/>
                  <a:pt x="266703" y="447688"/>
                  <a:pt x="266712" y="447556"/>
                </a:cubicBezTo>
                <a:cubicBezTo>
                  <a:pt x="266853" y="445623"/>
                  <a:pt x="268529" y="444170"/>
                  <a:pt x="270461" y="444308"/>
                </a:cubicBezTo>
                <a:close/>
                <a:moveTo>
                  <a:pt x="269694" y="442630"/>
                </a:moveTo>
                <a:cubicBezTo>
                  <a:pt x="266643" y="442657"/>
                  <a:pt x="264193" y="445151"/>
                  <a:pt x="264221" y="448202"/>
                </a:cubicBezTo>
                <a:cubicBezTo>
                  <a:pt x="264227" y="448326"/>
                  <a:pt x="264235" y="448450"/>
                  <a:pt x="264249" y="448572"/>
                </a:cubicBezTo>
                <a:cubicBezTo>
                  <a:pt x="264588" y="451604"/>
                  <a:pt x="267319" y="453788"/>
                  <a:pt x="270351" y="453448"/>
                </a:cubicBezTo>
                <a:cubicBezTo>
                  <a:pt x="272068" y="453572"/>
                  <a:pt x="273739" y="452852"/>
                  <a:pt x="274824" y="451515"/>
                </a:cubicBezTo>
                <a:cubicBezTo>
                  <a:pt x="274217" y="455740"/>
                  <a:pt x="272891" y="457590"/>
                  <a:pt x="270130" y="457590"/>
                </a:cubicBezTo>
                <a:cubicBezTo>
                  <a:pt x="269939" y="457626"/>
                  <a:pt x="269746" y="457642"/>
                  <a:pt x="269556" y="457640"/>
                </a:cubicBezTo>
                <a:cubicBezTo>
                  <a:pt x="268029" y="457612"/>
                  <a:pt x="266817" y="456353"/>
                  <a:pt x="266844" y="454829"/>
                </a:cubicBezTo>
                <a:lnTo>
                  <a:pt x="264387" y="454829"/>
                </a:lnTo>
                <a:cubicBezTo>
                  <a:pt x="264387" y="456430"/>
                  <a:pt x="265629" y="459191"/>
                  <a:pt x="270185" y="459191"/>
                </a:cubicBezTo>
                <a:lnTo>
                  <a:pt x="270185" y="459274"/>
                </a:lnTo>
                <a:cubicBezTo>
                  <a:pt x="277005" y="459274"/>
                  <a:pt x="277282" y="451764"/>
                  <a:pt x="277337" y="450217"/>
                </a:cubicBezTo>
                <a:cubicBezTo>
                  <a:pt x="277337" y="447594"/>
                  <a:pt x="276702" y="442679"/>
                  <a:pt x="270489" y="442679"/>
                </a:cubicBezTo>
                <a:cubicBezTo>
                  <a:pt x="270224" y="442643"/>
                  <a:pt x="269959" y="442627"/>
                  <a:pt x="269694" y="442630"/>
                </a:cubicBezTo>
                <a:close/>
                <a:moveTo>
                  <a:pt x="304452" y="442596"/>
                </a:moveTo>
                <a:cubicBezTo>
                  <a:pt x="298847" y="442596"/>
                  <a:pt x="297770" y="447567"/>
                  <a:pt x="297770" y="450880"/>
                </a:cubicBezTo>
                <a:cubicBezTo>
                  <a:pt x="297770" y="454194"/>
                  <a:pt x="298930" y="459164"/>
                  <a:pt x="304452" y="459164"/>
                </a:cubicBezTo>
                <a:lnTo>
                  <a:pt x="304452" y="459274"/>
                </a:lnTo>
                <a:cubicBezTo>
                  <a:pt x="310140" y="459274"/>
                  <a:pt x="311134" y="454194"/>
                  <a:pt x="311134" y="450880"/>
                </a:cubicBezTo>
                <a:cubicBezTo>
                  <a:pt x="311134" y="447567"/>
                  <a:pt x="310057" y="442596"/>
                  <a:pt x="304452" y="442596"/>
                </a:cubicBezTo>
                <a:close/>
                <a:moveTo>
                  <a:pt x="289569" y="442486"/>
                </a:moveTo>
                <a:lnTo>
                  <a:pt x="280650" y="452785"/>
                </a:lnTo>
                <a:lnTo>
                  <a:pt x="280650" y="454773"/>
                </a:lnTo>
                <a:lnTo>
                  <a:pt x="289155" y="454773"/>
                </a:lnTo>
                <a:lnTo>
                  <a:pt x="289155" y="458750"/>
                </a:lnTo>
                <a:lnTo>
                  <a:pt x="291612" y="458750"/>
                </a:lnTo>
                <a:lnTo>
                  <a:pt x="291612" y="454773"/>
                </a:lnTo>
                <a:lnTo>
                  <a:pt x="294373" y="454773"/>
                </a:lnTo>
                <a:lnTo>
                  <a:pt x="294373" y="453034"/>
                </a:lnTo>
                <a:lnTo>
                  <a:pt x="291612" y="453034"/>
                </a:lnTo>
                <a:lnTo>
                  <a:pt x="291612" y="442486"/>
                </a:lnTo>
                <a:close/>
                <a:moveTo>
                  <a:pt x="254198" y="442376"/>
                </a:moveTo>
                <a:cubicBezTo>
                  <a:pt x="253425" y="445026"/>
                  <a:pt x="252099" y="445302"/>
                  <a:pt x="248952" y="445468"/>
                </a:cubicBezTo>
                <a:lnTo>
                  <a:pt x="248952" y="447208"/>
                </a:lnTo>
                <a:lnTo>
                  <a:pt x="253508" y="447208"/>
                </a:lnTo>
                <a:lnTo>
                  <a:pt x="253508" y="458750"/>
                </a:lnTo>
                <a:lnTo>
                  <a:pt x="256103" y="458750"/>
                </a:lnTo>
                <a:lnTo>
                  <a:pt x="256103" y="442376"/>
                </a:lnTo>
                <a:close/>
                <a:moveTo>
                  <a:pt x="119865" y="437654"/>
                </a:moveTo>
                <a:lnTo>
                  <a:pt x="101254" y="457590"/>
                </a:lnTo>
                <a:lnTo>
                  <a:pt x="103049" y="459274"/>
                </a:lnTo>
                <a:lnTo>
                  <a:pt x="104844" y="461041"/>
                </a:lnTo>
                <a:lnTo>
                  <a:pt x="118236" y="446655"/>
                </a:lnTo>
                <a:lnTo>
                  <a:pt x="112410" y="468110"/>
                </a:lnTo>
                <a:lnTo>
                  <a:pt x="114315" y="469877"/>
                </a:lnTo>
                <a:lnTo>
                  <a:pt x="116220" y="471562"/>
                </a:lnTo>
                <a:lnTo>
                  <a:pt x="134803" y="451598"/>
                </a:lnTo>
                <a:lnTo>
                  <a:pt x="133008" y="449941"/>
                </a:lnTo>
                <a:lnTo>
                  <a:pt x="131241" y="448284"/>
                </a:lnTo>
                <a:lnTo>
                  <a:pt x="118181" y="462284"/>
                </a:lnTo>
                <a:lnTo>
                  <a:pt x="123869" y="441409"/>
                </a:lnTo>
                <a:lnTo>
                  <a:pt x="121853" y="439531"/>
                </a:lnTo>
                <a:close/>
                <a:moveTo>
                  <a:pt x="691343" y="437433"/>
                </a:moveTo>
                <a:lnTo>
                  <a:pt x="691440" y="453316"/>
                </a:lnTo>
                <a:lnTo>
                  <a:pt x="707324" y="453316"/>
                </a:lnTo>
                <a:cubicBezTo>
                  <a:pt x="710085" y="453492"/>
                  <a:pt x="712828" y="452747"/>
                  <a:pt x="715121" y="451199"/>
                </a:cubicBezTo>
                <a:cubicBezTo>
                  <a:pt x="716880" y="449532"/>
                  <a:pt x="717798" y="447165"/>
                  <a:pt x="717624" y="444749"/>
                </a:cubicBezTo>
                <a:cubicBezTo>
                  <a:pt x="717760" y="442572"/>
                  <a:pt x="716735" y="440485"/>
                  <a:pt x="714929" y="439262"/>
                </a:cubicBezTo>
                <a:cubicBezTo>
                  <a:pt x="712440" y="437861"/>
                  <a:pt x="709594" y="437226"/>
                  <a:pt x="706746" y="437433"/>
                </a:cubicBezTo>
                <a:close/>
                <a:moveTo>
                  <a:pt x="2312831" y="435416"/>
                </a:moveTo>
                <a:cubicBezTo>
                  <a:pt x="2308694" y="434762"/>
                  <a:pt x="2304308" y="435687"/>
                  <a:pt x="2300653" y="438344"/>
                </a:cubicBezTo>
                <a:cubicBezTo>
                  <a:pt x="2299266" y="439352"/>
                  <a:pt x="2298047" y="440571"/>
                  <a:pt x="2297040" y="441957"/>
                </a:cubicBezTo>
                <a:cubicBezTo>
                  <a:pt x="2293452" y="447709"/>
                  <a:pt x="2291767" y="454446"/>
                  <a:pt x="2292226" y="461210"/>
                </a:cubicBezTo>
                <a:cubicBezTo>
                  <a:pt x="2291890" y="467646"/>
                  <a:pt x="2293536" y="474030"/>
                  <a:pt x="2296944" y="479500"/>
                </a:cubicBezTo>
                <a:cubicBezTo>
                  <a:pt x="2302401" y="486837"/>
                  <a:pt x="2312774" y="488360"/>
                  <a:pt x="2320111" y="482902"/>
                </a:cubicBezTo>
                <a:cubicBezTo>
                  <a:pt x="2321404" y="481939"/>
                  <a:pt x="2322550" y="480794"/>
                  <a:pt x="2323512" y="479500"/>
                </a:cubicBezTo>
                <a:lnTo>
                  <a:pt x="2323513" y="479500"/>
                </a:lnTo>
                <a:cubicBezTo>
                  <a:pt x="2326995" y="474059"/>
                  <a:pt x="2328679" y="467661"/>
                  <a:pt x="2328326" y="461210"/>
                </a:cubicBezTo>
                <a:cubicBezTo>
                  <a:pt x="2328785" y="454446"/>
                  <a:pt x="2327101" y="447709"/>
                  <a:pt x="2323513" y="441957"/>
                </a:cubicBezTo>
                <a:cubicBezTo>
                  <a:pt x="2320855" y="438302"/>
                  <a:pt x="2316968" y="436070"/>
                  <a:pt x="2312831" y="435416"/>
                </a:cubicBezTo>
                <a:close/>
                <a:moveTo>
                  <a:pt x="2177014" y="435411"/>
                </a:moveTo>
                <a:cubicBezTo>
                  <a:pt x="2172851" y="434767"/>
                  <a:pt x="2168442" y="435710"/>
                  <a:pt x="2164773" y="438394"/>
                </a:cubicBezTo>
                <a:cubicBezTo>
                  <a:pt x="2163410" y="439392"/>
                  <a:pt x="2162207" y="440594"/>
                  <a:pt x="2161210" y="441958"/>
                </a:cubicBezTo>
                <a:cubicBezTo>
                  <a:pt x="2157655" y="447721"/>
                  <a:pt x="2156005" y="454457"/>
                  <a:pt x="2156493" y="461211"/>
                </a:cubicBezTo>
                <a:cubicBezTo>
                  <a:pt x="2156111" y="467651"/>
                  <a:pt x="2157760" y="474049"/>
                  <a:pt x="2161210" y="479501"/>
                </a:cubicBezTo>
                <a:cubicBezTo>
                  <a:pt x="2166668" y="486838"/>
                  <a:pt x="2177041" y="488361"/>
                  <a:pt x="2184377" y="482902"/>
                </a:cubicBezTo>
                <a:cubicBezTo>
                  <a:pt x="2185671" y="481940"/>
                  <a:pt x="2186817" y="480794"/>
                  <a:pt x="2187779" y="479501"/>
                </a:cubicBezTo>
                <a:cubicBezTo>
                  <a:pt x="2191228" y="474049"/>
                  <a:pt x="2192878" y="467650"/>
                  <a:pt x="2192495" y="461211"/>
                </a:cubicBezTo>
                <a:cubicBezTo>
                  <a:pt x="2192984" y="454457"/>
                  <a:pt x="2191333" y="447721"/>
                  <a:pt x="2187779" y="441958"/>
                </a:cubicBezTo>
                <a:cubicBezTo>
                  <a:pt x="2185094" y="438289"/>
                  <a:pt x="2181177" y="436056"/>
                  <a:pt x="2177014" y="435411"/>
                </a:cubicBezTo>
                <a:close/>
                <a:moveTo>
                  <a:pt x="1674993" y="435411"/>
                </a:moveTo>
                <a:cubicBezTo>
                  <a:pt x="1670830" y="434767"/>
                  <a:pt x="1666421" y="435710"/>
                  <a:pt x="1662752" y="438394"/>
                </a:cubicBezTo>
                <a:cubicBezTo>
                  <a:pt x="1661389" y="439392"/>
                  <a:pt x="1660186" y="440594"/>
                  <a:pt x="1659189" y="441958"/>
                </a:cubicBezTo>
                <a:cubicBezTo>
                  <a:pt x="1655634" y="447721"/>
                  <a:pt x="1653984" y="454457"/>
                  <a:pt x="1654472" y="461211"/>
                </a:cubicBezTo>
                <a:cubicBezTo>
                  <a:pt x="1654090" y="467651"/>
                  <a:pt x="1655739" y="474049"/>
                  <a:pt x="1659189" y="479501"/>
                </a:cubicBezTo>
                <a:cubicBezTo>
                  <a:pt x="1664647" y="486838"/>
                  <a:pt x="1675020" y="488361"/>
                  <a:pt x="1682356" y="482902"/>
                </a:cubicBezTo>
                <a:cubicBezTo>
                  <a:pt x="1683650" y="481940"/>
                  <a:pt x="1684796" y="480794"/>
                  <a:pt x="1685758" y="479501"/>
                </a:cubicBezTo>
                <a:cubicBezTo>
                  <a:pt x="1689207" y="474049"/>
                  <a:pt x="1690857" y="467650"/>
                  <a:pt x="1690474" y="461211"/>
                </a:cubicBezTo>
                <a:cubicBezTo>
                  <a:pt x="1690963" y="454457"/>
                  <a:pt x="1689312" y="447721"/>
                  <a:pt x="1685758" y="441958"/>
                </a:cubicBezTo>
                <a:cubicBezTo>
                  <a:pt x="1683074" y="438289"/>
                  <a:pt x="1679157" y="436056"/>
                  <a:pt x="1674993" y="435411"/>
                </a:cubicBezTo>
                <a:close/>
                <a:moveTo>
                  <a:pt x="111057" y="428045"/>
                </a:moveTo>
                <a:lnTo>
                  <a:pt x="90789" y="446296"/>
                </a:lnTo>
                <a:lnTo>
                  <a:pt x="92556" y="448229"/>
                </a:lnTo>
                <a:lnTo>
                  <a:pt x="94296" y="450190"/>
                </a:lnTo>
                <a:lnTo>
                  <a:pt x="114563" y="431938"/>
                </a:lnTo>
                <a:lnTo>
                  <a:pt x="112824" y="429978"/>
                </a:lnTo>
                <a:close/>
                <a:moveTo>
                  <a:pt x="2427269" y="425152"/>
                </a:moveTo>
                <a:lnTo>
                  <a:pt x="2435451" y="425152"/>
                </a:lnTo>
                <a:lnTo>
                  <a:pt x="2443731" y="425152"/>
                </a:lnTo>
                <a:lnTo>
                  <a:pt x="2457543" y="456326"/>
                </a:lnTo>
                <a:lnTo>
                  <a:pt x="2457497" y="456438"/>
                </a:lnTo>
                <a:lnTo>
                  <a:pt x="2457593" y="456438"/>
                </a:lnTo>
                <a:lnTo>
                  <a:pt x="2457543" y="456326"/>
                </a:lnTo>
                <a:lnTo>
                  <a:pt x="2470492" y="425152"/>
                </a:lnTo>
                <a:lnTo>
                  <a:pt x="2478386" y="425152"/>
                </a:lnTo>
                <a:lnTo>
                  <a:pt x="2486183" y="425152"/>
                </a:lnTo>
                <a:lnTo>
                  <a:pt x="2464235" y="469915"/>
                </a:lnTo>
                <a:lnTo>
                  <a:pt x="2464235" y="497351"/>
                </a:lnTo>
                <a:lnTo>
                  <a:pt x="2457400" y="497351"/>
                </a:lnTo>
                <a:lnTo>
                  <a:pt x="2450373" y="497351"/>
                </a:lnTo>
                <a:lnTo>
                  <a:pt x="2450373" y="470204"/>
                </a:lnTo>
                <a:close/>
                <a:moveTo>
                  <a:pt x="2221552" y="425152"/>
                </a:moveTo>
                <a:lnTo>
                  <a:pt x="2228483" y="425152"/>
                </a:lnTo>
                <a:lnTo>
                  <a:pt x="2235414" y="425152"/>
                </a:lnTo>
                <a:lnTo>
                  <a:pt x="2235414" y="484451"/>
                </a:lnTo>
                <a:lnTo>
                  <a:pt x="2268337" y="484451"/>
                </a:lnTo>
                <a:lnTo>
                  <a:pt x="2268337" y="490901"/>
                </a:lnTo>
                <a:lnTo>
                  <a:pt x="2268337" y="497254"/>
                </a:lnTo>
                <a:lnTo>
                  <a:pt x="2221552" y="497254"/>
                </a:lnTo>
                <a:close/>
                <a:moveTo>
                  <a:pt x="2074844" y="425152"/>
                </a:moveTo>
                <a:lnTo>
                  <a:pt x="2082064" y="425152"/>
                </a:lnTo>
                <a:lnTo>
                  <a:pt x="2089284" y="425152"/>
                </a:lnTo>
                <a:lnTo>
                  <a:pt x="2115949" y="475788"/>
                </a:lnTo>
                <a:lnTo>
                  <a:pt x="2115949" y="425152"/>
                </a:lnTo>
                <a:lnTo>
                  <a:pt x="2122399" y="425152"/>
                </a:lnTo>
                <a:lnTo>
                  <a:pt x="2128944" y="425152"/>
                </a:lnTo>
                <a:lnTo>
                  <a:pt x="2128944" y="497254"/>
                </a:lnTo>
                <a:lnTo>
                  <a:pt x="2122013" y="497254"/>
                </a:lnTo>
                <a:lnTo>
                  <a:pt x="2115082" y="497254"/>
                </a:lnTo>
                <a:lnTo>
                  <a:pt x="2087743" y="445271"/>
                </a:lnTo>
                <a:lnTo>
                  <a:pt x="2087743" y="497254"/>
                </a:lnTo>
                <a:lnTo>
                  <a:pt x="2081294" y="497254"/>
                </a:lnTo>
                <a:lnTo>
                  <a:pt x="2074844" y="497254"/>
                </a:lnTo>
                <a:close/>
                <a:moveTo>
                  <a:pt x="2004570" y="425152"/>
                </a:moveTo>
                <a:lnTo>
                  <a:pt x="2011405" y="425152"/>
                </a:lnTo>
                <a:lnTo>
                  <a:pt x="2018336" y="425152"/>
                </a:lnTo>
                <a:lnTo>
                  <a:pt x="2018336" y="452202"/>
                </a:lnTo>
                <a:lnTo>
                  <a:pt x="2044327" y="452202"/>
                </a:lnTo>
                <a:lnTo>
                  <a:pt x="2044327" y="425152"/>
                </a:lnTo>
                <a:lnTo>
                  <a:pt x="2051258" y="425152"/>
                </a:lnTo>
                <a:lnTo>
                  <a:pt x="2058189" y="425152"/>
                </a:lnTo>
                <a:lnTo>
                  <a:pt x="2058189" y="497254"/>
                </a:lnTo>
                <a:lnTo>
                  <a:pt x="2051258" y="497254"/>
                </a:lnTo>
                <a:lnTo>
                  <a:pt x="2044327" y="497254"/>
                </a:lnTo>
                <a:lnTo>
                  <a:pt x="2044327" y="464621"/>
                </a:lnTo>
                <a:lnTo>
                  <a:pt x="2018336" y="464621"/>
                </a:lnTo>
                <a:lnTo>
                  <a:pt x="2018336" y="497254"/>
                </a:lnTo>
                <a:lnTo>
                  <a:pt x="2011501" y="497254"/>
                </a:lnTo>
                <a:lnTo>
                  <a:pt x="2004570" y="497254"/>
                </a:lnTo>
                <a:close/>
                <a:moveTo>
                  <a:pt x="1869223" y="425152"/>
                </a:moveTo>
                <a:lnTo>
                  <a:pt x="1918030" y="425152"/>
                </a:lnTo>
                <a:lnTo>
                  <a:pt x="1918030" y="431505"/>
                </a:lnTo>
                <a:lnTo>
                  <a:pt x="1918030" y="437955"/>
                </a:lnTo>
                <a:lnTo>
                  <a:pt x="1883085" y="437955"/>
                </a:lnTo>
                <a:lnTo>
                  <a:pt x="1883085" y="453261"/>
                </a:lnTo>
                <a:lnTo>
                  <a:pt x="1915527" y="453261"/>
                </a:lnTo>
                <a:lnTo>
                  <a:pt x="1915527" y="459422"/>
                </a:lnTo>
                <a:lnTo>
                  <a:pt x="1915527" y="465679"/>
                </a:lnTo>
                <a:lnTo>
                  <a:pt x="1883085" y="465679"/>
                </a:lnTo>
                <a:lnTo>
                  <a:pt x="1883085" y="484451"/>
                </a:lnTo>
                <a:lnTo>
                  <a:pt x="1919570" y="484451"/>
                </a:lnTo>
                <a:lnTo>
                  <a:pt x="1919570" y="490901"/>
                </a:lnTo>
                <a:lnTo>
                  <a:pt x="1919570" y="497254"/>
                </a:lnTo>
                <a:lnTo>
                  <a:pt x="1869223" y="497254"/>
                </a:lnTo>
                <a:close/>
                <a:moveTo>
                  <a:pt x="1803280" y="425152"/>
                </a:moveTo>
                <a:lnTo>
                  <a:pt x="1857284" y="425152"/>
                </a:lnTo>
                <a:lnTo>
                  <a:pt x="1857284" y="431505"/>
                </a:lnTo>
                <a:lnTo>
                  <a:pt x="1857284" y="437955"/>
                </a:lnTo>
                <a:lnTo>
                  <a:pt x="1837165" y="437955"/>
                </a:lnTo>
                <a:lnTo>
                  <a:pt x="1837165" y="497254"/>
                </a:lnTo>
                <a:lnTo>
                  <a:pt x="1830330" y="497254"/>
                </a:lnTo>
                <a:lnTo>
                  <a:pt x="1823399" y="497254"/>
                </a:lnTo>
                <a:lnTo>
                  <a:pt x="1823399" y="437955"/>
                </a:lnTo>
                <a:lnTo>
                  <a:pt x="1803280" y="437955"/>
                </a:lnTo>
                <a:lnTo>
                  <a:pt x="1803280" y="431602"/>
                </a:lnTo>
                <a:close/>
                <a:moveTo>
                  <a:pt x="1719531" y="425152"/>
                </a:moveTo>
                <a:lnTo>
                  <a:pt x="1766700" y="425152"/>
                </a:lnTo>
                <a:lnTo>
                  <a:pt x="1766700" y="431505"/>
                </a:lnTo>
                <a:lnTo>
                  <a:pt x="1766700" y="437955"/>
                </a:lnTo>
                <a:lnTo>
                  <a:pt x="1733393" y="437955"/>
                </a:lnTo>
                <a:lnTo>
                  <a:pt x="1733393" y="454321"/>
                </a:lnTo>
                <a:lnTo>
                  <a:pt x="1762466" y="454321"/>
                </a:lnTo>
                <a:lnTo>
                  <a:pt x="1762466" y="460577"/>
                </a:lnTo>
                <a:lnTo>
                  <a:pt x="1762466" y="466738"/>
                </a:lnTo>
                <a:lnTo>
                  <a:pt x="1733393" y="466738"/>
                </a:lnTo>
                <a:lnTo>
                  <a:pt x="1733393" y="497254"/>
                </a:lnTo>
                <a:lnTo>
                  <a:pt x="1726462" y="497254"/>
                </a:lnTo>
                <a:lnTo>
                  <a:pt x="1719531" y="497254"/>
                </a:lnTo>
                <a:close/>
                <a:moveTo>
                  <a:pt x="1549143" y="425152"/>
                </a:moveTo>
                <a:lnTo>
                  <a:pt x="1598046" y="425152"/>
                </a:lnTo>
                <a:lnTo>
                  <a:pt x="1598046" y="431505"/>
                </a:lnTo>
                <a:lnTo>
                  <a:pt x="1598046" y="437955"/>
                </a:lnTo>
                <a:lnTo>
                  <a:pt x="1563005" y="437955"/>
                </a:lnTo>
                <a:lnTo>
                  <a:pt x="1563005" y="453261"/>
                </a:lnTo>
                <a:lnTo>
                  <a:pt x="1595447" y="453261"/>
                </a:lnTo>
                <a:lnTo>
                  <a:pt x="1595447" y="459422"/>
                </a:lnTo>
                <a:lnTo>
                  <a:pt x="1595447" y="465679"/>
                </a:lnTo>
                <a:lnTo>
                  <a:pt x="1563005" y="465679"/>
                </a:lnTo>
                <a:lnTo>
                  <a:pt x="1563005" y="484451"/>
                </a:lnTo>
                <a:lnTo>
                  <a:pt x="1599586" y="484451"/>
                </a:lnTo>
                <a:lnTo>
                  <a:pt x="1599586" y="490901"/>
                </a:lnTo>
                <a:lnTo>
                  <a:pt x="1599586" y="497254"/>
                </a:lnTo>
                <a:lnTo>
                  <a:pt x="1549143" y="497254"/>
                </a:lnTo>
                <a:close/>
                <a:moveTo>
                  <a:pt x="1483297" y="425152"/>
                </a:moveTo>
                <a:lnTo>
                  <a:pt x="1537205" y="425152"/>
                </a:lnTo>
                <a:lnTo>
                  <a:pt x="1537205" y="431505"/>
                </a:lnTo>
                <a:lnTo>
                  <a:pt x="1537205" y="437955"/>
                </a:lnTo>
                <a:lnTo>
                  <a:pt x="1517182" y="437955"/>
                </a:lnTo>
                <a:lnTo>
                  <a:pt x="1517182" y="497254"/>
                </a:lnTo>
                <a:lnTo>
                  <a:pt x="1510251" y="497254"/>
                </a:lnTo>
                <a:lnTo>
                  <a:pt x="1503320" y="497254"/>
                </a:lnTo>
                <a:lnTo>
                  <a:pt x="1503320" y="437955"/>
                </a:lnTo>
                <a:lnTo>
                  <a:pt x="1483297" y="437955"/>
                </a:lnTo>
                <a:lnTo>
                  <a:pt x="1483297" y="431602"/>
                </a:lnTo>
                <a:close/>
                <a:moveTo>
                  <a:pt x="1352665" y="425152"/>
                </a:moveTo>
                <a:lnTo>
                  <a:pt x="1406573" y="425152"/>
                </a:lnTo>
                <a:lnTo>
                  <a:pt x="1406573" y="431505"/>
                </a:lnTo>
                <a:lnTo>
                  <a:pt x="1406573" y="437955"/>
                </a:lnTo>
                <a:lnTo>
                  <a:pt x="1386550" y="437955"/>
                </a:lnTo>
                <a:lnTo>
                  <a:pt x="1386550" y="497254"/>
                </a:lnTo>
                <a:lnTo>
                  <a:pt x="1379619" y="497254"/>
                </a:lnTo>
                <a:lnTo>
                  <a:pt x="1372688" y="497254"/>
                </a:lnTo>
                <a:lnTo>
                  <a:pt x="1372688" y="437955"/>
                </a:lnTo>
                <a:lnTo>
                  <a:pt x="1352665" y="437955"/>
                </a:lnTo>
                <a:lnTo>
                  <a:pt x="1352665" y="431602"/>
                </a:lnTo>
                <a:close/>
                <a:moveTo>
                  <a:pt x="1327830" y="425152"/>
                </a:moveTo>
                <a:lnTo>
                  <a:pt x="1334761" y="425152"/>
                </a:lnTo>
                <a:lnTo>
                  <a:pt x="1341692" y="425152"/>
                </a:lnTo>
                <a:lnTo>
                  <a:pt x="1341692" y="497254"/>
                </a:lnTo>
                <a:lnTo>
                  <a:pt x="1334857" y="497254"/>
                </a:lnTo>
                <a:lnTo>
                  <a:pt x="1327830" y="497254"/>
                </a:lnTo>
                <a:close/>
                <a:moveTo>
                  <a:pt x="1263140" y="425152"/>
                </a:moveTo>
                <a:lnTo>
                  <a:pt x="1317048" y="425152"/>
                </a:lnTo>
                <a:lnTo>
                  <a:pt x="1317048" y="431505"/>
                </a:lnTo>
                <a:lnTo>
                  <a:pt x="1317048" y="437955"/>
                </a:lnTo>
                <a:lnTo>
                  <a:pt x="1297025" y="437955"/>
                </a:lnTo>
                <a:lnTo>
                  <a:pt x="1297025" y="497254"/>
                </a:lnTo>
                <a:lnTo>
                  <a:pt x="1290094" y="497254"/>
                </a:lnTo>
                <a:lnTo>
                  <a:pt x="1283163" y="497254"/>
                </a:lnTo>
                <a:lnTo>
                  <a:pt x="1283163" y="437955"/>
                </a:lnTo>
                <a:lnTo>
                  <a:pt x="1263140" y="437955"/>
                </a:lnTo>
                <a:lnTo>
                  <a:pt x="1263140" y="431602"/>
                </a:lnTo>
                <a:close/>
                <a:moveTo>
                  <a:pt x="1132315" y="425152"/>
                </a:moveTo>
                <a:lnTo>
                  <a:pt x="1139631" y="425152"/>
                </a:lnTo>
                <a:lnTo>
                  <a:pt x="1146851" y="425152"/>
                </a:lnTo>
                <a:lnTo>
                  <a:pt x="1173516" y="475788"/>
                </a:lnTo>
                <a:lnTo>
                  <a:pt x="1173516" y="425152"/>
                </a:lnTo>
                <a:lnTo>
                  <a:pt x="1179966" y="425152"/>
                </a:lnTo>
                <a:lnTo>
                  <a:pt x="1186512" y="425152"/>
                </a:lnTo>
                <a:lnTo>
                  <a:pt x="1186512" y="497254"/>
                </a:lnTo>
                <a:lnTo>
                  <a:pt x="1179581" y="497254"/>
                </a:lnTo>
                <a:lnTo>
                  <a:pt x="1172650" y="497254"/>
                </a:lnTo>
                <a:lnTo>
                  <a:pt x="1145311" y="445271"/>
                </a:lnTo>
                <a:lnTo>
                  <a:pt x="1145311" y="497254"/>
                </a:lnTo>
                <a:lnTo>
                  <a:pt x="1138861" y="497254"/>
                </a:lnTo>
                <a:lnTo>
                  <a:pt x="1132315" y="497254"/>
                </a:lnTo>
                <a:close/>
                <a:moveTo>
                  <a:pt x="1102570" y="425152"/>
                </a:moveTo>
                <a:lnTo>
                  <a:pt x="1109405" y="425152"/>
                </a:lnTo>
                <a:lnTo>
                  <a:pt x="1116432" y="425152"/>
                </a:lnTo>
                <a:lnTo>
                  <a:pt x="1116432" y="497254"/>
                </a:lnTo>
                <a:lnTo>
                  <a:pt x="1109501" y="497254"/>
                </a:lnTo>
                <a:lnTo>
                  <a:pt x="1102570" y="497254"/>
                </a:lnTo>
                <a:close/>
                <a:moveTo>
                  <a:pt x="927560" y="425152"/>
                </a:moveTo>
                <a:lnTo>
                  <a:pt x="934780" y="425152"/>
                </a:lnTo>
                <a:lnTo>
                  <a:pt x="942096" y="425152"/>
                </a:lnTo>
                <a:lnTo>
                  <a:pt x="968665" y="475788"/>
                </a:lnTo>
                <a:lnTo>
                  <a:pt x="968665" y="425152"/>
                </a:lnTo>
                <a:lnTo>
                  <a:pt x="975114" y="425152"/>
                </a:lnTo>
                <a:lnTo>
                  <a:pt x="981660" y="425152"/>
                </a:lnTo>
                <a:lnTo>
                  <a:pt x="981660" y="497254"/>
                </a:lnTo>
                <a:lnTo>
                  <a:pt x="974730" y="497254"/>
                </a:lnTo>
                <a:lnTo>
                  <a:pt x="967799" y="497254"/>
                </a:lnTo>
                <a:lnTo>
                  <a:pt x="940459" y="445271"/>
                </a:lnTo>
                <a:lnTo>
                  <a:pt x="940459" y="497254"/>
                </a:lnTo>
                <a:lnTo>
                  <a:pt x="934010" y="497254"/>
                </a:lnTo>
                <a:lnTo>
                  <a:pt x="927560" y="497254"/>
                </a:lnTo>
                <a:close/>
                <a:moveTo>
                  <a:pt x="897718" y="425152"/>
                </a:moveTo>
                <a:lnTo>
                  <a:pt x="904649" y="425152"/>
                </a:lnTo>
                <a:lnTo>
                  <a:pt x="911580" y="425152"/>
                </a:lnTo>
                <a:lnTo>
                  <a:pt x="911580" y="497254"/>
                </a:lnTo>
                <a:lnTo>
                  <a:pt x="904649" y="497254"/>
                </a:lnTo>
                <a:lnTo>
                  <a:pt x="897718" y="497254"/>
                </a:lnTo>
                <a:close/>
                <a:moveTo>
                  <a:pt x="813198" y="425152"/>
                </a:moveTo>
                <a:lnTo>
                  <a:pt x="820129" y="425152"/>
                </a:lnTo>
                <a:lnTo>
                  <a:pt x="827060" y="425152"/>
                </a:lnTo>
                <a:lnTo>
                  <a:pt x="827060" y="497254"/>
                </a:lnTo>
                <a:lnTo>
                  <a:pt x="820225" y="497254"/>
                </a:lnTo>
                <a:lnTo>
                  <a:pt x="813198" y="497254"/>
                </a:lnTo>
                <a:close/>
                <a:moveTo>
                  <a:pt x="748989" y="425152"/>
                </a:moveTo>
                <a:lnTo>
                  <a:pt x="797796" y="425152"/>
                </a:lnTo>
                <a:lnTo>
                  <a:pt x="797796" y="431505"/>
                </a:lnTo>
                <a:lnTo>
                  <a:pt x="797796" y="437955"/>
                </a:lnTo>
                <a:lnTo>
                  <a:pt x="762851" y="437955"/>
                </a:lnTo>
                <a:lnTo>
                  <a:pt x="762851" y="453261"/>
                </a:lnTo>
                <a:lnTo>
                  <a:pt x="795293" y="453261"/>
                </a:lnTo>
                <a:lnTo>
                  <a:pt x="795293" y="459422"/>
                </a:lnTo>
                <a:lnTo>
                  <a:pt x="795293" y="465679"/>
                </a:lnTo>
                <a:lnTo>
                  <a:pt x="762851" y="465679"/>
                </a:lnTo>
                <a:lnTo>
                  <a:pt x="762851" y="484451"/>
                </a:lnTo>
                <a:lnTo>
                  <a:pt x="799336" y="484451"/>
                </a:lnTo>
                <a:lnTo>
                  <a:pt x="799336" y="490901"/>
                </a:lnTo>
                <a:lnTo>
                  <a:pt x="799336" y="497254"/>
                </a:lnTo>
                <a:lnTo>
                  <a:pt x="748989" y="497254"/>
                </a:lnTo>
                <a:close/>
                <a:moveTo>
                  <a:pt x="678155" y="425015"/>
                </a:moveTo>
                <a:lnTo>
                  <a:pt x="710596" y="425015"/>
                </a:lnTo>
                <a:cubicBezTo>
                  <a:pt x="716027" y="424694"/>
                  <a:pt x="721382" y="426411"/>
                  <a:pt x="725614" y="429828"/>
                </a:cubicBezTo>
                <a:cubicBezTo>
                  <a:pt x="729365" y="433274"/>
                  <a:pt x="731378" y="438218"/>
                  <a:pt x="731101" y="443305"/>
                </a:cubicBezTo>
                <a:cubicBezTo>
                  <a:pt x="731447" y="448575"/>
                  <a:pt x="729135" y="453669"/>
                  <a:pt x="724940" y="456878"/>
                </a:cubicBezTo>
                <a:cubicBezTo>
                  <a:pt x="724296" y="457490"/>
                  <a:pt x="723546" y="457979"/>
                  <a:pt x="722726" y="458322"/>
                </a:cubicBezTo>
                <a:cubicBezTo>
                  <a:pt x="724240" y="458928"/>
                  <a:pt x="725665" y="459738"/>
                  <a:pt x="726962" y="460728"/>
                </a:cubicBezTo>
                <a:cubicBezTo>
                  <a:pt x="731248" y="464009"/>
                  <a:pt x="733628" y="469203"/>
                  <a:pt x="733315" y="474590"/>
                </a:cubicBezTo>
                <a:cubicBezTo>
                  <a:pt x="733752" y="480835"/>
                  <a:pt x="731430" y="486958"/>
                  <a:pt x="726962" y="491341"/>
                </a:cubicBezTo>
                <a:cubicBezTo>
                  <a:pt x="721789" y="495533"/>
                  <a:pt x="715215" y="497599"/>
                  <a:pt x="708575" y="497117"/>
                </a:cubicBezTo>
                <a:lnTo>
                  <a:pt x="678444" y="497117"/>
                </a:lnTo>
                <a:close/>
                <a:moveTo>
                  <a:pt x="867316" y="425015"/>
                </a:moveTo>
                <a:lnTo>
                  <a:pt x="881082" y="425015"/>
                </a:lnTo>
                <a:lnTo>
                  <a:pt x="881082" y="476901"/>
                </a:lnTo>
                <a:cubicBezTo>
                  <a:pt x="881555" y="482917"/>
                  <a:pt x="879615" y="488875"/>
                  <a:pt x="875691" y="493459"/>
                </a:cubicBezTo>
                <a:cubicBezTo>
                  <a:pt x="871387" y="497496"/>
                  <a:pt x="865596" y="499554"/>
                  <a:pt x="859710" y="499139"/>
                </a:cubicBezTo>
                <a:cubicBezTo>
                  <a:pt x="853558" y="499663"/>
                  <a:pt x="847501" y="497361"/>
                  <a:pt x="843250" y="492881"/>
                </a:cubicBezTo>
                <a:cubicBezTo>
                  <a:pt x="839307" y="487283"/>
                  <a:pt x="837560" y="480431"/>
                  <a:pt x="838340" y="473628"/>
                </a:cubicBezTo>
                <a:lnTo>
                  <a:pt x="838340" y="469874"/>
                </a:lnTo>
                <a:lnTo>
                  <a:pt x="851528" y="469874"/>
                </a:lnTo>
                <a:lnTo>
                  <a:pt x="851528" y="474206"/>
                </a:lnTo>
                <a:cubicBezTo>
                  <a:pt x="851216" y="477523"/>
                  <a:pt x="851850" y="480861"/>
                  <a:pt x="853358" y="483833"/>
                </a:cubicBezTo>
                <a:cubicBezTo>
                  <a:pt x="854684" y="485979"/>
                  <a:pt x="857099" y="487205"/>
                  <a:pt x="859614" y="487009"/>
                </a:cubicBezTo>
                <a:cubicBezTo>
                  <a:pt x="861830" y="487226"/>
                  <a:pt x="864014" y="486367"/>
                  <a:pt x="865486" y="484699"/>
                </a:cubicBezTo>
                <a:cubicBezTo>
                  <a:pt x="866867" y="482449"/>
                  <a:pt x="867507" y="479822"/>
                  <a:pt x="867316" y="477191"/>
                </a:cubicBezTo>
                <a:close/>
                <a:moveTo>
                  <a:pt x="1417469" y="424919"/>
                </a:moveTo>
                <a:lnTo>
                  <a:pt x="1431331" y="424919"/>
                </a:lnTo>
                <a:lnTo>
                  <a:pt x="1431331" y="470356"/>
                </a:lnTo>
                <a:cubicBezTo>
                  <a:pt x="1431053" y="474500"/>
                  <a:pt x="1432208" y="478612"/>
                  <a:pt x="1434604" y="482004"/>
                </a:cubicBezTo>
                <a:cubicBezTo>
                  <a:pt x="1437050" y="484699"/>
                  <a:pt x="1440601" y="486119"/>
                  <a:pt x="1444230" y="485854"/>
                </a:cubicBezTo>
                <a:cubicBezTo>
                  <a:pt x="1447808" y="486150"/>
                  <a:pt x="1451333" y="484847"/>
                  <a:pt x="1453856" y="482293"/>
                </a:cubicBezTo>
                <a:cubicBezTo>
                  <a:pt x="1456193" y="478775"/>
                  <a:pt x="1457246" y="474559"/>
                  <a:pt x="1456841" y="470356"/>
                </a:cubicBezTo>
                <a:lnTo>
                  <a:pt x="1456841" y="424919"/>
                </a:lnTo>
                <a:lnTo>
                  <a:pt x="1471088" y="424919"/>
                </a:lnTo>
                <a:lnTo>
                  <a:pt x="1471088" y="469875"/>
                </a:lnTo>
                <a:cubicBezTo>
                  <a:pt x="1471825" y="477836"/>
                  <a:pt x="1469597" y="485789"/>
                  <a:pt x="1464830" y="492208"/>
                </a:cubicBezTo>
                <a:cubicBezTo>
                  <a:pt x="1459248" y="497247"/>
                  <a:pt x="1451815" y="499725"/>
                  <a:pt x="1444326" y="499043"/>
                </a:cubicBezTo>
                <a:cubicBezTo>
                  <a:pt x="1436885" y="499625"/>
                  <a:pt x="1429543" y="497037"/>
                  <a:pt x="1424111" y="491919"/>
                </a:cubicBezTo>
                <a:cubicBezTo>
                  <a:pt x="1419284" y="485626"/>
                  <a:pt x="1416922" y="477787"/>
                  <a:pt x="1417469" y="469875"/>
                </a:cubicBezTo>
                <a:close/>
                <a:moveTo>
                  <a:pt x="2308540" y="423329"/>
                </a:moveTo>
                <a:cubicBezTo>
                  <a:pt x="2316510" y="422885"/>
                  <a:pt x="2324649" y="425481"/>
                  <a:pt x="2331069" y="431222"/>
                </a:cubicBezTo>
                <a:cubicBezTo>
                  <a:pt x="2331933" y="431996"/>
                  <a:pt x="2332752" y="432815"/>
                  <a:pt x="2333524" y="433678"/>
                </a:cubicBezTo>
                <a:cubicBezTo>
                  <a:pt x="2339678" y="441675"/>
                  <a:pt x="2342753" y="451616"/>
                  <a:pt x="2342189" y="461692"/>
                </a:cubicBezTo>
                <a:cubicBezTo>
                  <a:pt x="2342734" y="471586"/>
                  <a:pt x="2339655" y="481341"/>
                  <a:pt x="2333524" y="489127"/>
                </a:cubicBezTo>
                <a:cubicBezTo>
                  <a:pt x="2321725" y="501966"/>
                  <a:pt x="2301751" y="502809"/>
                  <a:pt x="2288910" y="491009"/>
                </a:cubicBezTo>
                <a:cubicBezTo>
                  <a:pt x="2288257" y="490408"/>
                  <a:pt x="2287629" y="489781"/>
                  <a:pt x="2287028" y="489127"/>
                </a:cubicBezTo>
                <a:cubicBezTo>
                  <a:pt x="2280899" y="481341"/>
                  <a:pt x="2277818" y="471586"/>
                  <a:pt x="2278364" y="461692"/>
                </a:cubicBezTo>
                <a:cubicBezTo>
                  <a:pt x="2277799" y="451616"/>
                  <a:pt x="2280874" y="441675"/>
                  <a:pt x="2287028" y="433678"/>
                </a:cubicBezTo>
                <a:cubicBezTo>
                  <a:pt x="2292770" y="427259"/>
                  <a:pt x="2300571" y="423774"/>
                  <a:pt x="2308540" y="423329"/>
                </a:cubicBezTo>
                <a:close/>
                <a:moveTo>
                  <a:pt x="2172788" y="423322"/>
                </a:moveTo>
                <a:cubicBezTo>
                  <a:pt x="2180783" y="422886"/>
                  <a:pt x="2188945" y="425499"/>
                  <a:pt x="2195378" y="431266"/>
                </a:cubicBezTo>
                <a:cubicBezTo>
                  <a:pt x="2196226" y="432026"/>
                  <a:pt x="2197030" y="432831"/>
                  <a:pt x="2197790" y="433678"/>
                </a:cubicBezTo>
                <a:cubicBezTo>
                  <a:pt x="2203918" y="441685"/>
                  <a:pt x="2206960" y="451629"/>
                  <a:pt x="2206359" y="461692"/>
                </a:cubicBezTo>
                <a:cubicBezTo>
                  <a:pt x="2206933" y="471575"/>
                  <a:pt x="2203887" y="481328"/>
                  <a:pt x="2197790" y="489128"/>
                </a:cubicBezTo>
                <a:cubicBezTo>
                  <a:pt x="2185941" y="501994"/>
                  <a:pt x="2165905" y="502817"/>
                  <a:pt x="2153040" y="490967"/>
                </a:cubicBezTo>
                <a:cubicBezTo>
                  <a:pt x="2152401" y="490380"/>
                  <a:pt x="2151788" y="489766"/>
                  <a:pt x="2151199" y="489128"/>
                </a:cubicBezTo>
                <a:lnTo>
                  <a:pt x="2151198" y="489128"/>
                </a:lnTo>
                <a:cubicBezTo>
                  <a:pt x="2145142" y="481307"/>
                  <a:pt x="2142100" y="471569"/>
                  <a:pt x="2142631" y="461692"/>
                </a:cubicBezTo>
                <a:cubicBezTo>
                  <a:pt x="2142081" y="451635"/>
                  <a:pt x="2145117" y="441708"/>
                  <a:pt x="2151198" y="433678"/>
                </a:cubicBezTo>
                <a:cubicBezTo>
                  <a:pt x="2156965" y="427245"/>
                  <a:pt x="2164793" y="423759"/>
                  <a:pt x="2172788" y="423322"/>
                </a:cubicBezTo>
                <a:close/>
                <a:moveTo>
                  <a:pt x="1670767" y="423322"/>
                </a:moveTo>
                <a:cubicBezTo>
                  <a:pt x="1678762" y="422886"/>
                  <a:pt x="1686923" y="425499"/>
                  <a:pt x="1693357" y="431266"/>
                </a:cubicBezTo>
                <a:cubicBezTo>
                  <a:pt x="1694205" y="432026"/>
                  <a:pt x="1695009" y="432831"/>
                  <a:pt x="1695769" y="433678"/>
                </a:cubicBezTo>
                <a:cubicBezTo>
                  <a:pt x="1701897" y="441685"/>
                  <a:pt x="1704939" y="451629"/>
                  <a:pt x="1704338" y="461692"/>
                </a:cubicBezTo>
                <a:cubicBezTo>
                  <a:pt x="1704912" y="471575"/>
                  <a:pt x="1701866" y="481328"/>
                  <a:pt x="1695769" y="489128"/>
                </a:cubicBezTo>
                <a:cubicBezTo>
                  <a:pt x="1683920" y="501994"/>
                  <a:pt x="1663884" y="502817"/>
                  <a:pt x="1651019" y="490967"/>
                </a:cubicBezTo>
                <a:cubicBezTo>
                  <a:pt x="1650380" y="490380"/>
                  <a:pt x="1649767" y="489766"/>
                  <a:pt x="1649178" y="489128"/>
                </a:cubicBezTo>
                <a:lnTo>
                  <a:pt x="1649177" y="489128"/>
                </a:lnTo>
                <a:cubicBezTo>
                  <a:pt x="1643121" y="481307"/>
                  <a:pt x="1640079" y="471569"/>
                  <a:pt x="1640610" y="461692"/>
                </a:cubicBezTo>
                <a:cubicBezTo>
                  <a:pt x="1640060" y="451635"/>
                  <a:pt x="1643096" y="441708"/>
                  <a:pt x="1649177" y="433678"/>
                </a:cubicBezTo>
                <a:cubicBezTo>
                  <a:pt x="1654944" y="427245"/>
                  <a:pt x="1662772" y="423759"/>
                  <a:pt x="1670767" y="423322"/>
                </a:cubicBezTo>
                <a:close/>
                <a:moveTo>
                  <a:pt x="2386470" y="423282"/>
                </a:moveTo>
                <a:cubicBezTo>
                  <a:pt x="2393689" y="422954"/>
                  <a:pt x="2400778" y="425283"/>
                  <a:pt x="2406397" y="429828"/>
                </a:cubicBezTo>
                <a:cubicBezTo>
                  <a:pt x="2411661" y="434295"/>
                  <a:pt x="2414948" y="440661"/>
                  <a:pt x="2415542" y="447541"/>
                </a:cubicBezTo>
                <a:lnTo>
                  <a:pt x="2401969" y="447541"/>
                </a:lnTo>
                <a:cubicBezTo>
                  <a:pt x="2401488" y="444268"/>
                  <a:pt x="2399720" y="441323"/>
                  <a:pt x="2397059" y="439358"/>
                </a:cubicBezTo>
                <a:cubicBezTo>
                  <a:pt x="2394390" y="437040"/>
                  <a:pt x="2390968" y="435774"/>
                  <a:pt x="2387433" y="435797"/>
                </a:cubicBezTo>
                <a:cubicBezTo>
                  <a:pt x="2381883" y="435526"/>
                  <a:pt x="2376569" y="438057"/>
                  <a:pt x="2373282" y="442535"/>
                </a:cubicBezTo>
                <a:cubicBezTo>
                  <a:pt x="2366615" y="454161"/>
                  <a:pt x="2366615" y="468452"/>
                  <a:pt x="2373282" y="480078"/>
                </a:cubicBezTo>
                <a:cubicBezTo>
                  <a:pt x="2376726" y="484438"/>
                  <a:pt x="2382078" y="486845"/>
                  <a:pt x="2387626" y="486528"/>
                </a:cubicBezTo>
                <a:cubicBezTo>
                  <a:pt x="2392709" y="486711"/>
                  <a:pt x="2397495" y="484134"/>
                  <a:pt x="2400140" y="479790"/>
                </a:cubicBezTo>
                <a:cubicBezTo>
                  <a:pt x="2401912" y="477097"/>
                  <a:pt x="2403154" y="474091"/>
                  <a:pt x="2403797" y="470933"/>
                </a:cubicBezTo>
                <a:lnTo>
                  <a:pt x="2388203" y="470933"/>
                </a:lnTo>
                <a:lnTo>
                  <a:pt x="2388203" y="458515"/>
                </a:lnTo>
                <a:lnTo>
                  <a:pt x="2416023" y="458515"/>
                </a:lnTo>
                <a:lnTo>
                  <a:pt x="2416023" y="497021"/>
                </a:lnTo>
                <a:lnTo>
                  <a:pt x="2406397" y="497021"/>
                </a:lnTo>
                <a:lnTo>
                  <a:pt x="2405050" y="487395"/>
                </a:lnTo>
                <a:lnTo>
                  <a:pt x="2404857" y="489127"/>
                </a:lnTo>
                <a:cubicBezTo>
                  <a:pt x="2400700" y="495699"/>
                  <a:pt x="2393376" y="499580"/>
                  <a:pt x="2385604" y="499332"/>
                </a:cubicBezTo>
                <a:lnTo>
                  <a:pt x="2385604" y="498753"/>
                </a:lnTo>
                <a:cubicBezTo>
                  <a:pt x="2376839" y="499222"/>
                  <a:pt x="2368339" y="495680"/>
                  <a:pt x="2362500" y="489127"/>
                </a:cubicBezTo>
                <a:cubicBezTo>
                  <a:pt x="2350784" y="472501"/>
                  <a:pt x="2350784" y="450305"/>
                  <a:pt x="2362500" y="433679"/>
                </a:cubicBezTo>
                <a:cubicBezTo>
                  <a:pt x="2368476" y="426725"/>
                  <a:pt x="2377309" y="422895"/>
                  <a:pt x="2386470" y="423282"/>
                </a:cubicBezTo>
                <a:close/>
                <a:moveTo>
                  <a:pt x="1962616" y="423090"/>
                </a:moveTo>
                <a:cubicBezTo>
                  <a:pt x="1969675" y="422908"/>
                  <a:pt x="1976545" y="425382"/>
                  <a:pt x="1981869" y="430021"/>
                </a:cubicBezTo>
                <a:cubicBezTo>
                  <a:pt x="1987330" y="434840"/>
                  <a:pt x="1990769" y="441544"/>
                  <a:pt x="1991495" y="448792"/>
                </a:cubicBezTo>
                <a:lnTo>
                  <a:pt x="1977633" y="448792"/>
                </a:lnTo>
                <a:cubicBezTo>
                  <a:pt x="1977400" y="445106"/>
                  <a:pt x="1975742" y="441653"/>
                  <a:pt x="1973012" y="439165"/>
                </a:cubicBezTo>
                <a:cubicBezTo>
                  <a:pt x="1970317" y="436904"/>
                  <a:pt x="1966905" y="435676"/>
                  <a:pt x="1963386" y="435700"/>
                </a:cubicBezTo>
                <a:cubicBezTo>
                  <a:pt x="1958424" y="435596"/>
                  <a:pt x="1953790" y="438170"/>
                  <a:pt x="1951257" y="442439"/>
                </a:cubicBezTo>
                <a:cubicBezTo>
                  <a:pt x="1948068" y="448091"/>
                  <a:pt x="1946566" y="454538"/>
                  <a:pt x="1946924" y="461018"/>
                </a:cubicBezTo>
                <a:cubicBezTo>
                  <a:pt x="1946571" y="467343"/>
                  <a:pt x="1948077" y="473636"/>
                  <a:pt x="1951257" y="479115"/>
                </a:cubicBezTo>
                <a:cubicBezTo>
                  <a:pt x="1955837" y="485902"/>
                  <a:pt x="1965053" y="487689"/>
                  <a:pt x="1971838" y="483108"/>
                </a:cubicBezTo>
                <a:cubicBezTo>
                  <a:pt x="1972420" y="482715"/>
                  <a:pt x="1972973" y="482282"/>
                  <a:pt x="1973494" y="481811"/>
                </a:cubicBezTo>
                <a:cubicBezTo>
                  <a:pt x="1976214" y="479039"/>
                  <a:pt x="1977854" y="475385"/>
                  <a:pt x="1978114" y="471510"/>
                </a:cubicBezTo>
                <a:lnTo>
                  <a:pt x="1990918" y="471895"/>
                </a:lnTo>
                <a:cubicBezTo>
                  <a:pt x="1990437" y="479392"/>
                  <a:pt x="1987216" y="486451"/>
                  <a:pt x="1981869" y="491726"/>
                </a:cubicBezTo>
                <a:cubicBezTo>
                  <a:pt x="1976666" y="496617"/>
                  <a:pt x="1969755" y="499277"/>
                  <a:pt x="1962616" y="499138"/>
                </a:cubicBezTo>
                <a:cubicBezTo>
                  <a:pt x="1953998" y="499491"/>
                  <a:pt x="1945732" y="495698"/>
                  <a:pt x="1940378" y="488935"/>
                </a:cubicBezTo>
                <a:cubicBezTo>
                  <a:pt x="1934501" y="481037"/>
                  <a:pt x="1931571" y="471330"/>
                  <a:pt x="1932100" y="461499"/>
                </a:cubicBezTo>
                <a:cubicBezTo>
                  <a:pt x="1931549" y="451486"/>
                  <a:pt x="1934474" y="441591"/>
                  <a:pt x="1940378" y="433486"/>
                </a:cubicBezTo>
                <a:cubicBezTo>
                  <a:pt x="1945681" y="426637"/>
                  <a:pt x="1953961" y="422766"/>
                  <a:pt x="1962616" y="423090"/>
                </a:cubicBezTo>
                <a:close/>
                <a:moveTo>
                  <a:pt x="1227248" y="423088"/>
                </a:moveTo>
                <a:cubicBezTo>
                  <a:pt x="1233904" y="422797"/>
                  <a:pt x="1240416" y="425071"/>
                  <a:pt x="1245443" y="429442"/>
                </a:cubicBezTo>
                <a:cubicBezTo>
                  <a:pt x="1250195" y="433937"/>
                  <a:pt x="1252965" y="440135"/>
                  <a:pt x="1253144" y="446674"/>
                </a:cubicBezTo>
                <a:lnTo>
                  <a:pt x="1239089" y="446674"/>
                </a:lnTo>
                <a:cubicBezTo>
                  <a:pt x="1238982" y="443469"/>
                  <a:pt x="1237468" y="440476"/>
                  <a:pt x="1234950" y="438491"/>
                </a:cubicBezTo>
                <a:cubicBezTo>
                  <a:pt x="1232173" y="436431"/>
                  <a:pt x="1228779" y="435379"/>
                  <a:pt x="1225323" y="435507"/>
                </a:cubicBezTo>
                <a:cubicBezTo>
                  <a:pt x="1222380" y="435301"/>
                  <a:pt x="1219465" y="436192"/>
                  <a:pt x="1217141" y="438010"/>
                </a:cubicBezTo>
                <a:cubicBezTo>
                  <a:pt x="1215099" y="439755"/>
                  <a:pt x="1213995" y="442356"/>
                  <a:pt x="1214156" y="445037"/>
                </a:cubicBezTo>
                <a:cubicBezTo>
                  <a:pt x="1214151" y="447155"/>
                  <a:pt x="1215344" y="449093"/>
                  <a:pt x="1217237" y="450043"/>
                </a:cubicBezTo>
                <a:cubicBezTo>
                  <a:pt x="1221415" y="451954"/>
                  <a:pt x="1225812" y="453344"/>
                  <a:pt x="1230329" y="454182"/>
                </a:cubicBezTo>
                <a:cubicBezTo>
                  <a:pt x="1237286" y="455405"/>
                  <a:pt x="1243873" y="458205"/>
                  <a:pt x="1249582" y="462364"/>
                </a:cubicBezTo>
                <a:cubicBezTo>
                  <a:pt x="1253152" y="466360"/>
                  <a:pt x="1254897" y="471662"/>
                  <a:pt x="1254395" y="476997"/>
                </a:cubicBezTo>
                <a:cubicBezTo>
                  <a:pt x="1254735" y="483258"/>
                  <a:pt x="1252005" y="489291"/>
                  <a:pt x="1247078" y="493169"/>
                </a:cubicBezTo>
                <a:cubicBezTo>
                  <a:pt x="1241326" y="497402"/>
                  <a:pt x="1234285" y="499511"/>
                  <a:pt x="1227152" y="499138"/>
                </a:cubicBezTo>
                <a:cubicBezTo>
                  <a:pt x="1220170" y="499471"/>
                  <a:pt x="1213312" y="497207"/>
                  <a:pt x="1207900" y="492784"/>
                </a:cubicBezTo>
                <a:cubicBezTo>
                  <a:pt x="1202992" y="488089"/>
                  <a:pt x="1200240" y="481575"/>
                  <a:pt x="1200294" y="474782"/>
                </a:cubicBezTo>
                <a:lnTo>
                  <a:pt x="1213675" y="474783"/>
                </a:lnTo>
                <a:cubicBezTo>
                  <a:pt x="1213605" y="478156"/>
                  <a:pt x="1215010" y="481391"/>
                  <a:pt x="1217526" y="483640"/>
                </a:cubicBezTo>
                <a:cubicBezTo>
                  <a:pt x="1220290" y="485734"/>
                  <a:pt x="1223686" y="486820"/>
                  <a:pt x="1227152" y="486720"/>
                </a:cubicBezTo>
                <a:cubicBezTo>
                  <a:pt x="1230763" y="486912"/>
                  <a:pt x="1234359" y="486113"/>
                  <a:pt x="1237549" y="484410"/>
                </a:cubicBezTo>
                <a:cubicBezTo>
                  <a:pt x="1239870" y="483092"/>
                  <a:pt x="1241305" y="480629"/>
                  <a:pt x="1241304" y="477960"/>
                </a:cubicBezTo>
                <a:cubicBezTo>
                  <a:pt x="1241459" y="475617"/>
                  <a:pt x="1240451" y="473349"/>
                  <a:pt x="1238608" y="471895"/>
                </a:cubicBezTo>
                <a:cubicBezTo>
                  <a:pt x="1235098" y="469964"/>
                  <a:pt x="1231292" y="468629"/>
                  <a:pt x="1227344" y="467948"/>
                </a:cubicBezTo>
                <a:cubicBezTo>
                  <a:pt x="1219822" y="466669"/>
                  <a:pt x="1212646" y="463850"/>
                  <a:pt x="1206263" y="459669"/>
                </a:cubicBezTo>
                <a:cubicBezTo>
                  <a:pt x="1202513" y="456114"/>
                  <a:pt x="1200567" y="451055"/>
                  <a:pt x="1200968" y="445904"/>
                </a:cubicBezTo>
                <a:cubicBezTo>
                  <a:pt x="1200649" y="439571"/>
                  <a:pt x="1203236" y="433439"/>
                  <a:pt x="1207996" y="429249"/>
                </a:cubicBezTo>
                <a:cubicBezTo>
                  <a:pt x="1213390" y="424811"/>
                  <a:pt x="1220280" y="422607"/>
                  <a:pt x="1227248" y="423088"/>
                </a:cubicBezTo>
                <a:close/>
                <a:moveTo>
                  <a:pt x="1024986" y="422825"/>
                </a:moveTo>
                <a:cubicBezTo>
                  <a:pt x="1032816" y="422136"/>
                  <a:pt x="1040892" y="424232"/>
                  <a:pt x="1047620" y="429251"/>
                </a:cubicBezTo>
                <a:cubicBezTo>
                  <a:pt x="1052919" y="433692"/>
                  <a:pt x="1056212" y="440073"/>
                  <a:pt x="1056765" y="446963"/>
                </a:cubicBezTo>
                <a:lnTo>
                  <a:pt x="1042903" y="446963"/>
                </a:lnTo>
                <a:cubicBezTo>
                  <a:pt x="1042510" y="443684"/>
                  <a:pt x="1040765" y="440718"/>
                  <a:pt x="1038089" y="438781"/>
                </a:cubicBezTo>
                <a:cubicBezTo>
                  <a:pt x="1035421" y="436463"/>
                  <a:pt x="1031998" y="435196"/>
                  <a:pt x="1028463" y="435219"/>
                </a:cubicBezTo>
                <a:cubicBezTo>
                  <a:pt x="1022925" y="435000"/>
                  <a:pt x="1017633" y="437520"/>
                  <a:pt x="1014312" y="441958"/>
                </a:cubicBezTo>
                <a:cubicBezTo>
                  <a:pt x="1010553" y="447645"/>
                  <a:pt x="1008761" y="454408"/>
                  <a:pt x="1009210" y="461211"/>
                </a:cubicBezTo>
                <a:cubicBezTo>
                  <a:pt x="1008761" y="467805"/>
                  <a:pt x="1010485" y="474365"/>
                  <a:pt x="1014119" y="479886"/>
                </a:cubicBezTo>
                <a:cubicBezTo>
                  <a:pt x="1017574" y="484232"/>
                  <a:pt x="1022919" y="486637"/>
                  <a:pt x="1028463" y="486336"/>
                </a:cubicBezTo>
                <a:cubicBezTo>
                  <a:pt x="1033537" y="486479"/>
                  <a:pt x="1038305" y="483912"/>
                  <a:pt x="1040978" y="479597"/>
                </a:cubicBezTo>
                <a:cubicBezTo>
                  <a:pt x="1042711" y="476885"/>
                  <a:pt x="1043949" y="473886"/>
                  <a:pt x="1044635" y="470741"/>
                </a:cubicBezTo>
                <a:lnTo>
                  <a:pt x="1029041" y="470741"/>
                </a:lnTo>
                <a:lnTo>
                  <a:pt x="1029041" y="458322"/>
                </a:lnTo>
                <a:lnTo>
                  <a:pt x="1057150" y="458322"/>
                </a:lnTo>
                <a:lnTo>
                  <a:pt x="1057150" y="496828"/>
                </a:lnTo>
                <a:lnTo>
                  <a:pt x="1047524" y="496828"/>
                </a:lnTo>
                <a:lnTo>
                  <a:pt x="1046176" y="487202"/>
                </a:lnTo>
                <a:lnTo>
                  <a:pt x="1045406" y="488357"/>
                </a:lnTo>
                <a:lnTo>
                  <a:pt x="1026263" y="498503"/>
                </a:lnTo>
                <a:lnTo>
                  <a:pt x="1003819" y="488550"/>
                </a:lnTo>
                <a:cubicBezTo>
                  <a:pt x="992273" y="471870"/>
                  <a:pt x="992273" y="449781"/>
                  <a:pt x="1003819" y="433101"/>
                </a:cubicBezTo>
                <a:cubicBezTo>
                  <a:pt x="1009568" y="426985"/>
                  <a:pt x="1017155" y="423513"/>
                  <a:pt x="1024986" y="422825"/>
                </a:cubicBezTo>
                <a:close/>
                <a:moveTo>
                  <a:pt x="453475" y="422716"/>
                </a:moveTo>
                <a:lnTo>
                  <a:pt x="451736" y="424676"/>
                </a:lnTo>
                <a:lnTo>
                  <a:pt x="449968" y="426609"/>
                </a:lnTo>
                <a:lnTo>
                  <a:pt x="457562" y="433457"/>
                </a:lnTo>
                <a:lnTo>
                  <a:pt x="451018" y="440746"/>
                </a:lnTo>
                <a:lnTo>
                  <a:pt x="443424" y="433899"/>
                </a:lnTo>
                <a:lnTo>
                  <a:pt x="441657" y="435859"/>
                </a:lnTo>
                <a:lnTo>
                  <a:pt x="439918" y="437792"/>
                </a:lnTo>
                <a:lnTo>
                  <a:pt x="460130" y="456099"/>
                </a:lnTo>
                <a:lnTo>
                  <a:pt x="461869" y="454138"/>
                </a:lnTo>
                <a:lnTo>
                  <a:pt x="463636" y="452205"/>
                </a:lnTo>
                <a:lnTo>
                  <a:pt x="454442" y="443922"/>
                </a:lnTo>
                <a:lnTo>
                  <a:pt x="461013" y="436632"/>
                </a:lnTo>
                <a:lnTo>
                  <a:pt x="470181" y="444916"/>
                </a:lnTo>
                <a:lnTo>
                  <a:pt x="471948" y="442955"/>
                </a:lnTo>
                <a:lnTo>
                  <a:pt x="473742" y="440967"/>
                </a:lnTo>
                <a:close/>
                <a:moveTo>
                  <a:pt x="279877" y="409075"/>
                </a:moveTo>
                <a:cubicBezTo>
                  <a:pt x="280482" y="409973"/>
                  <a:pt x="281156" y="410823"/>
                  <a:pt x="281893" y="411616"/>
                </a:cubicBezTo>
                <a:cubicBezTo>
                  <a:pt x="282749" y="412472"/>
                  <a:pt x="284019" y="413245"/>
                  <a:pt x="284102" y="413742"/>
                </a:cubicBezTo>
                <a:cubicBezTo>
                  <a:pt x="284185" y="414239"/>
                  <a:pt x="283494" y="414404"/>
                  <a:pt x="283494" y="414404"/>
                </a:cubicBezTo>
                <a:lnTo>
                  <a:pt x="283494" y="431414"/>
                </a:lnTo>
                <a:cubicBezTo>
                  <a:pt x="283494" y="431414"/>
                  <a:pt x="289956" y="431303"/>
                  <a:pt x="292054" y="432905"/>
                </a:cubicBezTo>
                <a:cubicBezTo>
                  <a:pt x="294153" y="434506"/>
                  <a:pt x="297770" y="435859"/>
                  <a:pt x="298709" y="436964"/>
                </a:cubicBezTo>
                <a:cubicBezTo>
                  <a:pt x="299648" y="438068"/>
                  <a:pt x="303568" y="438317"/>
                  <a:pt x="305170" y="438758"/>
                </a:cubicBezTo>
                <a:cubicBezTo>
                  <a:pt x="306771" y="439200"/>
                  <a:pt x="307545" y="441271"/>
                  <a:pt x="308456" y="441961"/>
                </a:cubicBezTo>
                <a:cubicBezTo>
                  <a:pt x="309367" y="442652"/>
                  <a:pt x="310775" y="441879"/>
                  <a:pt x="312128" y="442293"/>
                </a:cubicBezTo>
                <a:cubicBezTo>
                  <a:pt x="313481" y="442707"/>
                  <a:pt x="315773" y="445413"/>
                  <a:pt x="317264" y="446131"/>
                </a:cubicBezTo>
                <a:cubicBezTo>
                  <a:pt x="318755" y="446849"/>
                  <a:pt x="320578" y="446987"/>
                  <a:pt x="321240" y="448588"/>
                </a:cubicBezTo>
                <a:cubicBezTo>
                  <a:pt x="321903" y="450190"/>
                  <a:pt x="321516" y="451073"/>
                  <a:pt x="323228" y="451073"/>
                </a:cubicBezTo>
                <a:cubicBezTo>
                  <a:pt x="324620" y="451015"/>
                  <a:pt x="325967" y="451557"/>
                  <a:pt x="326928" y="452564"/>
                </a:cubicBezTo>
                <a:cubicBezTo>
                  <a:pt x="327508" y="453061"/>
                  <a:pt x="329386" y="452454"/>
                  <a:pt x="331125" y="453061"/>
                </a:cubicBezTo>
                <a:cubicBezTo>
                  <a:pt x="332009" y="453310"/>
                  <a:pt x="334881" y="454773"/>
                  <a:pt x="336648" y="455270"/>
                </a:cubicBezTo>
                <a:cubicBezTo>
                  <a:pt x="339450" y="456477"/>
                  <a:pt x="342126" y="457968"/>
                  <a:pt x="344628" y="459716"/>
                </a:cubicBezTo>
                <a:cubicBezTo>
                  <a:pt x="349866" y="460075"/>
                  <a:pt x="355054" y="460953"/>
                  <a:pt x="360118" y="462339"/>
                </a:cubicBezTo>
                <a:lnTo>
                  <a:pt x="201762" y="462505"/>
                </a:lnTo>
                <a:cubicBezTo>
                  <a:pt x="201762" y="462505"/>
                  <a:pt x="206871" y="461483"/>
                  <a:pt x="220677" y="460296"/>
                </a:cubicBezTo>
                <a:cubicBezTo>
                  <a:pt x="223109" y="458272"/>
                  <a:pt x="225929" y="456759"/>
                  <a:pt x="228960" y="455850"/>
                </a:cubicBezTo>
                <a:cubicBezTo>
                  <a:pt x="229954" y="455768"/>
                  <a:pt x="233019" y="452233"/>
                  <a:pt x="233406" y="451653"/>
                </a:cubicBezTo>
                <a:cubicBezTo>
                  <a:pt x="233792" y="451073"/>
                  <a:pt x="237106" y="451515"/>
                  <a:pt x="237851" y="449417"/>
                </a:cubicBezTo>
                <a:cubicBezTo>
                  <a:pt x="238597" y="447318"/>
                  <a:pt x="240668" y="447594"/>
                  <a:pt x="241828" y="447180"/>
                </a:cubicBezTo>
                <a:cubicBezTo>
                  <a:pt x="242987" y="446766"/>
                  <a:pt x="243153" y="443839"/>
                  <a:pt x="245279" y="442735"/>
                </a:cubicBezTo>
                <a:cubicBezTo>
                  <a:pt x="246245" y="442237"/>
                  <a:pt x="248703" y="441437"/>
                  <a:pt x="250470" y="440746"/>
                </a:cubicBezTo>
                <a:cubicBezTo>
                  <a:pt x="252237" y="440056"/>
                  <a:pt x="254115" y="437488"/>
                  <a:pt x="255413" y="437295"/>
                </a:cubicBezTo>
                <a:cubicBezTo>
                  <a:pt x="257658" y="437184"/>
                  <a:pt x="259853" y="436591"/>
                  <a:pt x="261846" y="435555"/>
                </a:cubicBezTo>
                <a:cubicBezTo>
                  <a:pt x="263724" y="434285"/>
                  <a:pt x="265905" y="433043"/>
                  <a:pt x="267535" y="432104"/>
                </a:cubicBezTo>
                <a:cubicBezTo>
                  <a:pt x="269164" y="431165"/>
                  <a:pt x="276564" y="431662"/>
                  <a:pt x="276564" y="431662"/>
                </a:cubicBezTo>
                <a:lnTo>
                  <a:pt x="276564" y="414763"/>
                </a:lnTo>
                <a:lnTo>
                  <a:pt x="275735" y="413990"/>
                </a:lnTo>
                <a:cubicBezTo>
                  <a:pt x="275376" y="413659"/>
                  <a:pt x="276895" y="412637"/>
                  <a:pt x="277917" y="411616"/>
                </a:cubicBezTo>
                <a:cubicBezTo>
                  <a:pt x="278657" y="410840"/>
                  <a:pt x="279314" y="409989"/>
                  <a:pt x="279877" y="409075"/>
                </a:cubicBezTo>
                <a:close/>
                <a:moveTo>
                  <a:pt x="470153" y="399908"/>
                </a:moveTo>
                <a:lnTo>
                  <a:pt x="468745" y="401924"/>
                </a:lnTo>
                <a:lnTo>
                  <a:pt x="467336" y="403939"/>
                </a:lnTo>
                <a:lnTo>
                  <a:pt x="483020" y="414984"/>
                </a:lnTo>
                <a:lnTo>
                  <a:pt x="461566" y="412223"/>
                </a:lnTo>
                <a:lnTo>
                  <a:pt x="459992" y="414487"/>
                </a:lnTo>
                <a:lnTo>
                  <a:pt x="458418" y="416724"/>
                </a:lnTo>
                <a:lnTo>
                  <a:pt x="480756" y="432380"/>
                </a:lnTo>
                <a:lnTo>
                  <a:pt x="482164" y="430364"/>
                </a:lnTo>
                <a:lnTo>
                  <a:pt x="483545" y="428348"/>
                </a:lnTo>
                <a:lnTo>
                  <a:pt x="467447" y="417083"/>
                </a:lnTo>
                <a:lnTo>
                  <a:pt x="489537" y="419844"/>
                </a:lnTo>
                <a:lnTo>
                  <a:pt x="491055" y="417690"/>
                </a:lnTo>
                <a:lnTo>
                  <a:pt x="492491" y="415564"/>
                </a:lnTo>
                <a:close/>
                <a:moveTo>
                  <a:pt x="84880" y="397506"/>
                </a:moveTo>
                <a:cubicBezTo>
                  <a:pt x="77201" y="397210"/>
                  <a:pt x="70149" y="401728"/>
                  <a:pt x="67208" y="408827"/>
                </a:cubicBezTo>
                <a:cubicBezTo>
                  <a:pt x="66239" y="412013"/>
                  <a:pt x="66800" y="415470"/>
                  <a:pt x="68727" y="418187"/>
                </a:cubicBezTo>
                <a:cubicBezTo>
                  <a:pt x="70254" y="420650"/>
                  <a:pt x="72955" y="422136"/>
                  <a:pt x="75851" y="422108"/>
                </a:cubicBezTo>
                <a:lnTo>
                  <a:pt x="76376" y="422108"/>
                </a:lnTo>
                <a:lnTo>
                  <a:pt x="73614" y="424455"/>
                </a:lnTo>
                <a:lnTo>
                  <a:pt x="75520" y="427410"/>
                </a:lnTo>
                <a:lnTo>
                  <a:pt x="87862" y="419402"/>
                </a:lnTo>
                <a:lnTo>
                  <a:pt x="82147" y="410566"/>
                </a:lnTo>
                <a:lnTo>
                  <a:pt x="78198" y="413134"/>
                </a:lnTo>
                <a:lnTo>
                  <a:pt x="81263" y="418187"/>
                </a:lnTo>
                <a:cubicBezTo>
                  <a:pt x="80128" y="418632"/>
                  <a:pt x="78922" y="418867"/>
                  <a:pt x="77701" y="418878"/>
                </a:cubicBezTo>
                <a:cubicBezTo>
                  <a:pt x="75793" y="418880"/>
                  <a:pt x="74018" y="417900"/>
                  <a:pt x="73007" y="416282"/>
                </a:cubicBezTo>
                <a:cubicBezTo>
                  <a:pt x="71751" y="414592"/>
                  <a:pt x="71411" y="412391"/>
                  <a:pt x="72096" y="410401"/>
                </a:cubicBezTo>
                <a:cubicBezTo>
                  <a:pt x="73098" y="408114"/>
                  <a:pt x="74827" y="406223"/>
                  <a:pt x="77011" y="405016"/>
                </a:cubicBezTo>
                <a:cubicBezTo>
                  <a:pt x="79043" y="403522"/>
                  <a:pt x="81503" y="402727"/>
                  <a:pt x="84024" y="402752"/>
                </a:cubicBezTo>
                <a:cubicBezTo>
                  <a:pt x="86131" y="402857"/>
                  <a:pt x="88042" y="404022"/>
                  <a:pt x="89105" y="405845"/>
                </a:cubicBezTo>
                <a:cubicBezTo>
                  <a:pt x="89823" y="406957"/>
                  <a:pt x="90116" y="408288"/>
                  <a:pt x="89933" y="409600"/>
                </a:cubicBezTo>
                <a:cubicBezTo>
                  <a:pt x="89859" y="410856"/>
                  <a:pt x="89282" y="412030"/>
                  <a:pt x="88332" y="412858"/>
                </a:cubicBezTo>
                <a:lnTo>
                  <a:pt x="91424" y="417248"/>
                </a:lnTo>
                <a:cubicBezTo>
                  <a:pt x="93481" y="415639"/>
                  <a:pt x="94829" y="413292"/>
                  <a:pt x="95180" y="410704"/>
                </a:cubicBezTo>
                <a:cubicBezTo>
                  <a:pt x="95450" y="407987"/>
                  <a:pt x="94735" y="405262"/>
                  <a:pt x="93164" y="403028"/>
                </a:cubicBezTo>
                <a:cubicBezTo>
                  <a:pt x="91416" y="399994"/>
                  <a:pt x="88351" y="397953"/>
                  <a:pt x="84880" y="397506"/>
                </a:cubicBezTo>
                <a:close/>
                <a:moveTo>
                  <a:pt x="487632" y="381629"/>
                </a:moveTo>
                <a:cubicBezTo>
                  <a:pt x="490120" y="381474"/>
                  <a:pt x="492594" y="382082"/>
                  <a:pt x="494728" y="383369"/>
                </a:cubicBezTo>
                <a:cubicBezTo>
                  <a:pt x="497023" y="384321"/>
                  <a:pt x="498950" y="385986"/>
                  <a:pt x="500223" y="388118"/>
                </a:cubicBezTo>
                <a:cubicBezTo>
                  <a:pt x="500455" y="388626"/>
                  <a:pt x="500620" y="389164"/>
                  <a:pt x="500712" y="389714"/>
                </a:cubicBezTo>
                <a:cubicBezTo>
                  <a:pt x="501280" y="393146"/>
                  <a:pt x="498958" y="396385"/>
                  <a:pt x="495529" y="396954"/>
                </a:cubicBezTo>
                <a:cubicBezTo>
                  <a:pt x="493085" y="397141"/>
                  <a:pt x="490641" y="396562"/>
                  <a:pt x="488543" y="395297"/>
                </a:cubicBezTo>
                <a:cubicBezTo>
                  <a:pt x="486237" y="394270"/>
                  <a:pt x="484310" y="392552"/>
                  <a:pt x="483020" y="390382"/>
                </a:cubicBezTo>
                <a:cubicBezTo>
                  <a:pt x="482082" y="388662"/>
                  <a:pt x="482082" y="386580"/>
                  <a:pt x="483020" y="384860"/>
                </a:cubicBezTo>
                <a:cubicBezTo>
                  <a:pt x="483901" y="383062"/>
                  <a:pt x="485641" y="381842"/>
                  <a:pt x="487632" y="381629"/>
                </a:cubicBezTo>
                <a:close/>
                <a:moveTo>
                  <a:pt x="486416" y="376714"/>
                </a:moveTo>
                <a:cubicBezTo>
                  <a:pt x="486010" y="376813"/>
                  <a:pt x="485610" y="376937"/>
                  <a:pt x="485218" y="377078"/>
                </a:cubicBezTo>
                <a:cubicBezTo>
                  <a:pt x="479069" y="379315"/>
                  <a:pt x="475896" y="386110"/>
                  <a:pt x="478133" y="392259"/>
                </a:cubicBezTo>
                <a:cubicBezTo>
                  <a:pt x="479732" y="395714"/>
                  <a:pt x="482498" y="398491"/>
                  <a:pt x="485947" y="400101"/>
                </a:cubicBezTo>
                <a:cubicBezTo>
                  <a:pt x="489161" y="402031"/>
                  <a:pt x="492966" y="402738"/>
                  <a:pt x="496660" y="402089"/>
                </a:cubicBezTo>
                <a:cubicBezTo>
                  <a:pt x="499949" y="401382"/>
                  <a:pt x="502724" y="399190"/>
                  <a:pt x="504171" y="396153"/>
                </a:cubicBezTo>
                <a:lnTo>
                  <a:pt x="504116" y="396098"/>
                </a:lnTo>
                <a:cubicBezTo>
                  <a:pt x="505822" y="393212"/>
                  <a:pt x="506129" y="389708"/>
                  <a:pt x="504944" y="386571"/>
                </a:cubicBezTo>
                <a:cubicBezTo>
                  <a:pt x="503417" y="383145"/>
                  <a:pt x="500700" y="380386"/>
                  <a:pt x="497296" y="378812"/>
                </a:cubicBezTo>
                <a:cubicBezTo>
                  <a:pt x="494035" y="376838"/>
                  <a:pt x="490177" y="376095"/>
                  <a:pt x="486416" y="376714"/>
                </a:cubicBezTo>
                <a:close/>
                <a:moveTo>
                  <a:pt x="73670" y="368071"/>
                </a:moveTo>
                <a:lnTo>
                  <a:pt x="48957" y="379613"/>
                </a:lnTo>
                <a:lnTo>
                  <a:pt x="49978" y="381822"/>
                </a:lnTo>
                <a:lnTo>
                  <a:pt x="51028" y="384031"/>
                </a:lnTo>
                <a:lnTo>
                  <a:pt x="68838" y="375747"/>
                </a:lnTo>
                <a:lnTo>
                  <a:pt x="55390" y="393447"/>
                </a:lnTo>
                <a:lnTo>
                  <a:pt x="56495" y="395794"/>
                </a:lnTo>
                <a:lnTo>
                  <a:pt x="57599" y="398113"/>
                </a:lnTo>
                <a:lnTo>
                  <a:pt x="82312" y="386599"/>
                </a:lnTo>
                <a:lnTo>
                  <a:pt x="81263" y="384362"/>
                </a:lnTo>
                <a:lnTo>
                  <a:pt x="80241" y="382153"/>
                </a:lnTo>
                <a:lnTo>
                  <a:pt x="62901" y="390244"/>
                </a:lnTo>
                <a:lnTo>
                  <a:pt x="75989" y="373069"/>
                </a:lnTo>
                <a:lnTo>
                  <a:pt x="74829" y="370584"/>
                </a:lnTo>
                <a:close/>
                <a:moveTo>
                  <a:pt x="514719" y="356888"/>
                </a:moveTo>
                <a:lnTo>
                  <a:pt x="510246" y="368541"/>
                </a:lnTo>
                <a:lnTo>
                  <a:pt x="489316" y="360505"/>
                </a:lnTo>
                <a:lnTo>
                  <a:pt x="488377" y="362963"/>
                </a:lnTo>
                <a:lnTo>
                  <a:pt x="487438" y="365393"/>
                </a:lnTo>
                <a:lnTo>
                  <a:pt x="512952" y="375195"/>
                </a:lnTo>
                <a:lnTo>
                  <a:pt x="519247" y="358628"/>
                </a:lnTo>
                <a:lnTo>
                  <a:pt x="516983" y="357772"/>
                </a:lnTo>
                <a:close/>
                <a:moveTo>
                  <a:pt x="68865" y="355949"/>
                </a:moveTo>
                <a:lnTo>
                  <a:pt x="43407" y="365724"/>
                </a:lnTo>
                <a:lnTo>
                  <a:pt x="44346" y="368182"/>
                </a:lnTo>
                <a:lnTo>
                  <a:pt x="45284" y="370612"/>
                </a:lnTo>
                <a:lnTo>
                  <a:pt x="70743" y="360837"/>
                </a:lnTo>
                <a:lnTo>
                  <a:pt x="69804" y="358407"/>
                </a:lnTo>
                <a:close/>
                <a:moveTo>
                  <a:pt x="45533" y="337366"/>
                </a:moveTo>
                <a:lnTo>
                  <a:pt x="43959" y="337781"/>
                </a:lnTo>
                <a:cubicBezTo>
                  <a:pt x="41408" y="338175"/>
                  <a:pt x="39088" y="339493"/>
                  <a:pt x="37443" y="341481"/>
                </a:cubicBezTo>
                <a:cubicBezTo>
                  <a:pt x="36252" y="343485"/>
                  <a:pt x="36021" y="345915"/>
                  <a:pt x="36807" y="348108"/>
                </a:cubicBezTo>
                <a:cubicBezTo>
                  <a:pt x="37227" y="350292"/>
                  <a:pt x="38539" y="352202"/>
                  <a:pt x="40425" y="353381"/>
                </a:cubicBezTo>
                <a:lnTo>
                  <a:pt x="40425" y="353326"/>
                </a:lnTo>
                <a:cubicBezTo>
                  <a:pt x="42479" y="354342"/>
                  <a:pt x="44854" y="354503"/>
                  <a:pt x="47024" y="353768"/>
                </a:cubicBezTo>
                <a:lnTo>
                  <a:pt x="65966" y="348687"/>
                </a:lnTo>
                <a:lnTo>
                  <a:pt x="65276" y="346147"/>
                </a:lnTo>
                <a:lnTo>
                  <a:pt x="64613" y="343634"/>
                </a:lnTo>
                <a:lnTo>
                  <a:pt x="45671" y="348715"/>
                </a:lnTo>
                <a:cubicBezTo>
                  <a:pt x="44710" y="349019"/>
                  <a:pt x="43677" y="349019"/>
                  <a:pt x="42716" y="348715"/>
                </a:cubicBezTo>
                <a:cubicBezTo>
                  <a:pt x="42620" y="348657"/>
                  <a:pt x="42526" y="348591"/>
                  <a:pt x="42435" y="348522"/>
                </a:cubicBezTo>
                <a:cubicBezTo>
                  <a:pt x="41079" y="347484"/>
                  <a:pt x="40822" y="345542"/>
                  <a:pt x="41860" y="344187"/>
                </a:cubicBezTo>
                <a:cubicBezTo>
                  <a:pt x="42816" y="343356"/>
                  <a:pt x="43981" y="342803"/>
                  <a:pt x="45229" y="342585"/>
                </a:cubicBezTo>
                <a:lnTo>
                  <a:pt x="46803" y="342171"/>
                </a:lnTo>
                <a:close/>
                <a:moveTo>
                  <a:pt x="1073707" y="331638"/>
                </a:moveTo>
                <a:lnTo>
                  <a:pt x="1073610" y="331831"/>
                </a:lnTo>
                <a:lnTo>
                  <a:pt x="1073626" y="331726"/>
                </a:lnTo>
                <a:close/>
                <a:moveTo>
                  <a:pt x="506076" y="328585"/>
                </a:moveTo>
                <a:cubicBezTo>
                  <a:pt x="508459" y="327845"/>
                  <a:pt x="511011" y="327845"/>
                  <a:pt x="513394" y="328585"/>
                </a:cubicBezTo>
                <a:cubicBezTo>
                  <a:pt x="515804" y="329044"/>
                  <a:pt x="518005" y="330253"/>
                  <a:pt x="519689" y="332037"/>
                </a:cubicBezTo>
                <a:cubicBezTo>
                  <a:pt x="520037" y="332473"/>
                  <a:pt x="520327" y="332956"/>
                  <a:pt x="520551" y="333470"/>
                </a:cubicBezTo>
                <a:cubicBezTo>
                  <a:pt x="521937" y="336673"/>
                  <a:pt x="520465" y="340398"/>
                  <a:pt x="517259" y="341784"/>
                </a:cubicBezTo>
                <a:cubicBezTo>
                  <a:pt x="514923" y="342527"/>
                  <a:pt x="512416" y="342527"/>
                  <a:pt x="510080" y="341784"/>
                </a:cubicBezTo>
                <a:cubicBezTo>
                  <a:pt x="507628" y="341317"/>
                  <a:pt x="505381" y="340102"/>
                  <a:pt x="503647" y="338305"/>
                </a:cubicBezTo>
                <a:cubicBezTo>
                  <a:pt x="503224" y="337802"/>
                  <a:pt x="502884" y="337239"/>
                  <a:pt x="502641" y="336629"/>
                </a:cubicBezTo>
                <a:cubicBezTo>
                  <a:pt x="501369" y="333459"/>
                  <a:pt x="502907" y="329858"/>
                  <a:pt x="506076" y="328585"/>
                </a:cubicBezTo>
                <a:close/>
                <a:moveTo>
                  <a:pt x="514608" y="323505"/>
                </a:moveTo>
                <a:cubicBezTo>
                  <a:pt x="510972" y="322387"/>
                  <a:pt x="507057" y="322602"/>
                  <a:pt x="503564" y="324113"/>
                </a:cubicBezTo>
                <a:cubicBezTo>
                  <a:pt x="503191" y="324311"/>
                  <a:pt x="502826" y="324530"/>
                  <a:pt x="502476" y="324767"/>
                </a:cubicBezTo>
                <a:cubicBezTo>
                  <a:pt x="497069" y="328423"/>
                  <a:pt x="495653" y="335770"/>
                  <a:pt x="499311" y="341177"/>
                </a:cubicBezTo>
                <a:cubicBezTo>
                  <a:pt x="501708" y="344142"/>
                  <a:pt x="505071" y="346175"/>
                  <a:pt x="508810" y="346920"/>
                </a:cubicBezTo>
                <a:cubicBezTo>
                  <a:pt x="512399" y="348014"/>
                  <a:pt x="516260" y="347779"/>
                  <a:pt x="519689" y="346258"/>
                </a:cubicBezTo>
                <a:cubicBezTo>
                  <a:pt x="522685" y="344744"/>
                  <a:pt x="524828" y="341950"/>
                  <a:pt x="525515" y="338664"/>
                </a:cubicBezTo>
                <a:cubicBezTo>
                  <a:pt x="526479" y="335431"/>
                  <a:pt x="525888" y="331930"/>
                  <a:pt x="523914" y="329193"/>
                </a:cubicBezTo>
                <a:cubicBezTo>
                  <a:pt x="521603" y="326233"/>
                  <a:pt x="518297" y="324209"/>
                  <a:pt x="514608" y="323505"/>
                </a:cubicBezTo>
                <a:close/>
                <a:moveTo>
                  <a:pt x="59449" y="321710"/>
                </a:moveTo>
                <a:lnTo>
                  <a:pt x="32693" y="326929"/>
                </a:lnTo>
                <a:lnTo>
                  <a:pt x="33190" y="329497"/>
                </a:lnTo>
                <a:lnTo>
                  <a:pt x="33687" y="332065"/>
                </a:lnTo>
                <a:lnTo>
                  <a:pt x="60444" y="326874"/>
                </a:lnTo>
                <a:lnTo>
                  <a:pt x="59947" y="324278"/>
                </a:lnTo>
                <a:close/>
                <a:moveTo>
                  <a:pt x="117545" y="321434"/>
                </a:moveTo>
                <a:cubicBezTo>
                  <a:pt x="127781" y="323939"/>
                  <a:pt x="138210" y="325593"/>
                  <a:pt x="148719" y="326377"/>
                </a:cubicBezTo>
                <a:cubicBezTo>
                  <a:pt x="168876" y="327178"/>
                  <a:pt x="197427" y="325466"/>
                  <a:pt x="223548" y="325769"/>
                </a:cubicBezTo>
                <a:cubicBezTo>
                  <a:pt x="227718" y="326543"/>
                  <a:pt x="231473" y="327178"/>
                  <a:pt x="234400" y="327537"/>
                </a:cubicBezTo>
                <a:cubicBezTo>
                  <a:pt x="241413" y="328503"/>
                  <a:pt x="253094" y="329746"/>
                  <a:pt x="258229" y="330298"/>
                </a:cubicBezTo>
                <a:lnTo>
                  <a:pt x="250912" y="359871"/>
                </a:lnTo>
                <a:lnTo>
                  <a:pt x="280209" y="364841"/>
                </a:lnTo>
                <a:lnTo>
                  <a:pt x="309478" y="359871"/>
                </a:lnTo>
                <a:lnTo>
                  <a:pt x="302160" y="330325"/>
                </a:lnTo>
                <a:cubicBezTo>
                  <a:pt x="307296" y="329718"/>
                  <a:pt x="318976" y="328475"/>
                  <a:pt x="325990" y="327564"/>
                </a:cubicBezTo>
                <a:cubicBezTo>
                  <a:pt x="328916" y="327205"/>
                  <a:pt x="332672" y="326570"/>
                  <a:pt x="336869" y="325797"/>
                </a:cubicBezTo>
                <a:cubicBezTo>
                  <a:pt x="362990" y="325493"/>
                  <a:pt x="391513" y="327205"/>
                  <a:pt x="411698" y="326405"/>
                </a:cubicBezTo>
                <a:lnTo>
                  <a:pt x="411808" y="326377"/>
                </a:lnTo>
                <a:cubicBezTo>
                  <a:pt x="422309" y="325590"/>
                  <a:pt x="432727" y="323939"/>
                  <a:pt x="442955" y="321434"/>
                </a:cubicBezTo>
                <a:cubicBezTo>
                  <a:pt x="442955" y="321434"/>
                  <a:pt x="433815" y="336124"/>
                  <a:pt x="423350" y="343303"/>
                </a:cubicBezTo>
                <a:cubicBezTo>
                  <a:pt x="383031" y="354958"/>
                  <a:pt x="341646" y="362543"/>
                  <a:pt x="299813" y="365945"/>
                </a:cubicBezTo>
                <a:lnTo>
                  <a:pt x="307738" y="397644"/>
                </a:lnTo>
                <a:lnTo>
                  <a:pt x="280126" y="403608"/>
                </a:lnTo>
                <a:lnTo>
                  <a:pt x="252514" y="397644"/>
                </a:lnTo>
                <a:lnTo>
                  <a:pt x="260438" y="365945"/>
                </a:lnTo>
                <a:cubicBezTo>
                  <a:pt x="218689" y="362527"/>
                  <a:pt x="177389" y="354942"/>
                  <a:pt x="137150" y="343303"/>
                </a:cubicBezTo>
                <a:cubicBezTo>
                  <a:pt x="126685" y="336124"/>
                  <a:pt x="117545" y="321434"/>
                  <a:pt x="117545" y="321434"/>
                </a:cubicBezTo>
                <a:close/>
                <a:moveTo>
                  <a:pt x="1039918" y="306128"/>
                </a:moveTo>
                <a:cubicBezTo>
                  <a:pt x="1046753" y="306128"/>
                  <a:pt x="1047138" y="318161"/>
                  <a:pt x="1049545" y="318161"/>
                </a:cubicBezTo>
                <a:cubicBezTo>
                  <a:pt x="1053058" y="317877"/>
                  <a:pt x="1056503" y="317032"/>
                  <a:pt x="1059748" y="315658"/>
                </a:cubicBezTo>
                <a:cubicBezTo>
                  <a:pt x="1063692" y="315425"/>
                  <a:pt x="1067645" y="315425"/>
                  <a:pt x="1071589" y="315658"/>
                </a:cubicBezTo>
                <a:cubicBezTo>
                  <a:pt x="1073514" y="315658"/>
                  <a:pt x="1075729" y="316043"/>
                  <a:pt x="1075729" y="317583"/>
                </a:cubicBezTo>
                <a:cubicBezTo>
                  <a:pt x="1076117" y="319875"/>
                  <a:pt x="1075780" y="322230"/>
                  <a:pt x="1074766" y="324322"/>
                </a:cubicBezTo>
                <a:lnTo>
                  <a:pt x="1073626" y="331726"/>
                </a:lnTo>
                <a:lnTo>
                  <a:pt x="1068509" y="337318"/>
                </a:lnTo>
                <a:cubicBezTo>
                  <a:pt x="1067738" y="338569"/>
                  <a:pt x="1063984" y="339435"/>
                  <a:pt x="1063214" y="341264"/>
                </a:cubicBezTo>
                <a:cubicBezTo>
                  <a:pt x="1061481" y="345596"/>
                  <a:pt x="1061481" y="349544"/>
                  <a:pt x="1059460" y="351950"/>
                </a:cubicBezTo>
                <a:cubicBezTo>
                  <a:pt x="1057438" y="354356"/>
                  <a:pt x="1055127" y="355030"/>
                  <a:pt x="1051951" y="357052"/>
                </a:cubicBezTo>
                <a:cubicBezTo>
                  <a:pt x="1048774" y="359074"/>
                  <a:pt x="1045405" y="357245"/>
                  <a:pt x="1043287" y="357822"/>
                </a:cubicBezTo>
                <a:cubicBezTo>
                  <a:pt x="1039707" y="359942"/>
                  <a:pt x="1035852" y="361562"/>
                  <a:pt x="1031832" y="362636"/>
                </a:cubicBezTo>
                <a:cubicBezTo>
                  <a:pt x="1024805" y="362636"/>
                  <a:pt x="1018161" y="359458"/>
                  <a:pt x="1018161" y="351373"/>
                </a:cubicBezTo>
                <a:cubicBezTo>
                  <a:pt x="1018161" y="349448"/>
                  <a:pt x="1019606" y="344826"/>
                  <a:pt x="1019606" y="342900"/>
                </a:cubicBezTo>
                <a:cubicBezTo>
                  <a:pt x="1019606" y="340975"/>
                  <a:pt x="1017584" y="338088"/>
                  <a:pt x="1017584" y="336162"/>
                </a:cubicBezTo>
                <a:cubicBezTo>
                  <a:pt x="1017584" y="334237"/>
                  <a:pt x="1021146" y="330579"/>
                  <a:pt x="1021724" y="328268"/>
                </a:cubicBezTo>
                <a:cubicBezTo>
                  <a:pt x="1022859" y="321171"/>
                  <a:pt x="1026600" y="314753"/>
                  <a:pt x="1032217" y="310267"/>
                </a:cubicBezTo>
                <a:cubicBezTo>
                  <a:pt x="1034816" y="308919"/>
                  <a:pt x="1037993" y="306128"/>
                  <a:pt x="1039918" y="306128"/>
                </a:cubicBezTo>
                <a:close/>
                <a:moveTo>
                  <a:pt x="56274" y="295893"/>
                </a:moveTo>
                <a:lnTo>
                  <a:pt x="29214" y="299234"/>
                </a:lnTo>
                <a:lnTo>
                  <a:pt x="31534" y="318231"/>
                </a:lnTo>
                <a:lnTo>
                  <a:pt x="33936" y="317955"/>
                </a:lnTo>
                <a:lnTo>
                  <a:pt x="36338" y="317651"/>
                </a:lnTo>
                <a:lnTo>
                  <a:pt x="34654" y="303845"/>
                </a:lnTo>
                <a:lnTo>
                  <a:pt x="41695" y="302962"/>
                </a:lnTo>
                <a:lnTo>
                  <a:pt x="43186" y="315139"/>
                </a:lnTo>
                <a:lnTo>
                  <a:pt x="45533" y="314863"/>
                </a:lnTo>
                <a:lnTo>
                  <a:pt x="47852" y="314586"/>
                </a:lnTo>
                <a:lnTo>
                  <a:pt x="46361" y="302409"/>
                </a:lnTo>
                <a:lnTo>
                  <a:pt x="52105" y="301691"/>
                </a:lnTo>
                <a:lnTo>
                  <a:pt x="53706" y="314807"/>
                </a:lnTo>
                <a:lnTo>
                  <a:pt x="56136" y="314531"/>
                </a:lnTo>
                <a:lnTo>
                  <a:pt x="58511" y="314227"/>
                </a:lnTo>
                <a:close/>
                <a:moveTo>
                  <a:pt x="512620" y="291282"/>
                </a:moveTo>
                <a:cubicBezTo>
                  <a:pt x="510019" y="291243"/>
                  <a:pt x="507507" y="292237"/>
                  <a:pt x="505634" y="294043"/>
                </a:cubicBezTo>
                <a:cubicBezTo>
                  <a:pt x="501465" y="298778"/>
                  <a:pt x="501465" y="305875"/>
                  <a:pt x="505634" y="310610"/>
                </a:cubicBezTo>
                <a:cubicBezTo>
                  <a:pt x="511505" y="315547"/>
                  <a:pt x="519822" y="316329"/>
                  <a:pt x="526509" y="312571"/>
                </a:cubicBezTo>
                <a:cubicBezTo>
                  <a:pt x="529243" y="310674"/>
                  <a:pt x="530938" y="307612"/>
                  <a:pt x="531093" y="304287"/>
                </a:cubicBezTo>
                <a:cubicBezTo>
                  <a:pt x="531408" y="301404"/>
                  <a:pt x="530193" y="298566"/>
                  <a:pt x="527890" y="296804"/>
                </a:cubicBezTo>
                <a:lnTo>
                  <a:pt x="527476" y="296583"/>
                </a:lnTo>
                <a:lnTo>
                  <a:pt x="531038" y="296362"/>
                </a:lnTo>
                <a:lnTo>
                  <a:pt x="531286" y="292911"/>
                </a:lnTo>
                <a:lnTo>
                  <a:pt x="516624" y="291641"/>
                </a:lnTo>
                <a:lnTo>
                  <a:pt x="515713" y="302106"/>
                </a:lnTo>
                <a:lnTo>
                  <a:pt x="520407" y="302520"/>
                </a:lnTo>
                <a:lnTo>
                  <a:pt x="520904" y="296611"/>
                </a:lnTo>
                <a:cubicBezTo>
                  <a:pt x="522075" y="296959"/>
                  <a:pt x="523168" y="297522"/>
                  <a:pt x="524135" y="298268"/>
                </a:cubicBezTo>
                <a:cubicBezTo>
                  <a:pt x="525642" y="299441"/>
                  <a:pt x="526435" y="301310"/>
                  <a:pt x="526233" y="303210"/>
                </a:cubicBezTo>
                <a:cubicBezTo>
                  <a:pt x="526203" y="305284"/>
                  <a:pt x="525176" y="307217"/>
                  <a:pt x="523472" y="308401"/>
                </a:cubicBezTo>
                <a:cubicBezTo>
                  <a:pt x="521266" y="309575"/>
                  <a:pt x="518736" y="310003"/>
                  <a:pt x="516265" y="309616"/>
                </a:cubicBezTo>
                <a:cubicBezTo>
                  <a:pt x="513741" y="309542"/>
                  <a:pt x="511309" y="308650"/>
                  <a:pt x="509335" y="307076"/>
                </a:cubicBezTo>
                <a:cubicBezTo>
                  <a:pt x="507766" y="305695"/>
                  <a:pt x="506979" y="303627"/>
                  <a:pt x="507236" y="301553"/>
                </a:cubicBezTo>
                <a:cubicBezTo>
                  <a:pt x="507346" y="300223"/>
                  <a:pt x="507935" y="298977"/>
                  <a:pt x="508893" y="298047"/>
                </a:cubicBezTo>
                <a:cubicBezTo>
                  <a:pt x="509738" y="297113"/>
                  <a:pt x="510922" y="296558"/>
                  <a:pt x="512179" y="296500"/>
                </a:cubicBezTo>
                <a:close/>
                <a:moveTo>
                  <a:pt x="135465" y="282804"/>
                </a:moveTo>
                <a:cubicBezTo>
                  <a:pt x="141170" y="283867"/>
                  <a:pt x="146949" y="284494"/>
                  <a:pt x="152751" y="284682"/>
                </a:cubicBezTo>
                <a:cubicBezTo>
                  <a:pt x="156865" y="284848"/>
                  <a:pt x="161945" y="284682"/>
                  <a:pt x="167744" y="284682"/>
                </a:cubicBezTo>
                <a:cubicBezTo>
                  <a:pt x="172907" y="284516"/>
                  <a:pt x="178761" y="284516"/>
                  <a:pt x="184919" y="284516"/>
                </a:cubicBezTo>
                <a:cubicBezTo>
                  <a:pt x="192070" y="284516"/>
                  <a:pt x="201100" y="284599"/>
                  <a:pt x="210847" y="285179"/>
                </a:cubicBezTo>
                <a:cubicBezTo>
                  <a:pt x="220047" y="287926"/>
                  <a:pt x="229405" y="290102"/>
                  <a:pt x="238873" y="291695"/>
                </a:cubicBezTo>
                <a:cubicBezTo>
                  <a:pt x="245431" y="292626"/>
                  <a:pt x="252047" y="293079"/>
                  <a:pt x="258671" y="293048"/>
                </a:cubicBezTo>
                <a:lnTo>
                  <a:pt x="251989" y="321461"/>
                </a:lnTo>
                <a:lnTo>
                  <a:pt x="279601" y="324720"/>
                </a:lnTo>
                <a:lnTo>
                  <a:pt x="279905" y="324720"/>
                </a:lnTo>
                <a:lnTo>
                  <a:pt x="280264" y="324720"/>
                </a:lnTo>
                <a:lnTo>
                  <a:pt x="308069" y="321406"/>
                </a:lnTo>
                <a:lnTo>
                  <a:pt x="301387" y="292993"/>
                </a:lnTo>
                <a:cubicBezTo>
                  <a:pt x="308011" y="293024"/>
                  <a:pt x="314627" y="292571"/>
                  <a:pt x="321185" y="291640"/>
                </a:cubicBezTo>
                <a:cubicBezTo>
                  <a:pt x="330689" y="290080"/>
                  <a:pt x="340085" y="287929"/>
                  <a:pt x="349322" y="285207"/>
                </a:cubicBezTo>
                <a:cubicBezTo>
                  <a:pt x="359069" y="284544"/>
                  <a:pt x="368098" y="284544"/>
                  <a:pt x="375249" y="284544"/>
                </a:cubicBezTo>
                <a:cubicBezTo>
                  <a:pt x="381379" y="284544"/>
                  <a:pt x="387261" y="284710"/>
                  <a:pt x="392424" y="284710"/>
                </a:cubicBezTo>
                <a:cubicBezTo>
                  <a:pt x="398250" y="284710"/>
                  <a:pt x="403331" y="284710"/>
                  <a:pt x="407418" y="284710"/>
                </a:cubicBezTo>
                <a:lnTo>
                  <a:pt x="407418" y="284682"/>
                </a:lnTo>
                <a:cubicBezTo>
                  <a:pt x="413219" y="284494"/>
                  <a:pt x="418998" y="283867"/>
                  <a:pt x="424703" y="282804"/>
                </a:cubicBezTo>
                <a:cubicBezTo>
                  <a:pt x="420020" y="289034"/>
                  <a:pt x="414437" y="294534"/>
                  <a:pt x="408135" y="299123"/>
                </a:cubicBezTo>
                <a:cubicBezTo>
                  <a:pt x="400440" y="303508"/>
                  <a:pt x="392374" y="307202"/>
                  <a:pt x="384030" y="310168"/>
                </a:cubicBezTo>
                <a:cubicBezTo>
                  <a:pt x="364713" y="315748"/>
                  <a:pt x="345058" y="320092"/>
                  <a:pt x="325189" y="323173"/>
                </a:cubicBezTo>
                <a:cubicBezTo>
                  <a:pt x="316132" y="324333"/>
                  <a:pt x="299095" y="326128"/>
                  <a:pt x="298929" y="326128"/>
                </a:cubicBezTo>
                <a:lnTo>
                  <a:pt x="296389" y="326376"/>
                </a:lnTo>
                <a:lnTo>
                  <a:pt x="303762" y="356280"/>
                </a:lnTo>
                <a:lnTo>
                  <a:pt x="279987" y="360312"/>
                </a:lnTo>
                <a:lnTo>
                  <a:pt x="256186" y="356280"/>
                </a:lnTo>
                <a:lnTo>
                  <a:pt x="263586" y="326376"/>
                </a:lnTo>
                <a:lnTo>
                  <a:pt x="261018" y="326128"/>
                </a:lnTo>
                <a:cubicBezTo>
                  <a:pt x="260852" y="326100"/>
                  <a:pt x="243815" y="324333"/>
                  <a:pt x="234759" y="323173"/>
                </a:cubicBezTo>
                <a:cubicBezTo>
                  <a:pt x="214964" y="320078"/>
                  <a:pt x="195384" y="315735"/>
                  <a:pt x="176138" y="310168"/>
                </a:cubicBezTo>
                <a:cubicBezTo>
                  <a:pt x="167794" y="307202"/>
                  <a:pt x="159728" y="303508"/>
                  <a:pt x="152033" y="299123"/>
                </a:cubicBezTo>
                <a:cubicBezTo>
                  <a:pt x="145732" y="294534"/>
                  <a:pt x="140148" y="289034"/>
                  <a:pt x="135465" y="282804"/>
                </a:cubicBezTo>
                <a:close/>
                <a:moveTo>
                  <a:pt x="1168335" y="282446"/>
                </a:moveTo>
                <a:cubicBezTo>
                  <a:pt x="1170838" y="282061"/>
                  <a:pt x="1172090" y="284853"/>
                  <a:pt x="1176037" y="284179"/>
                </a:cubicBezTo>
                <a:cubicBezTo>
                  <a:pt x="1177288" y="284083"/>
                  <a:pt x="1182005" y="288222"/>
                  <a:pt x="1183834" y="288222"/>
                </a:cubicBezTo>
                <a:cubicBezTo>
                  <a:pt x="1186365" y="288950"/>
                  <a:pt x="1189013" y="289179"/>
                  <a:pt x="1191632" y="288896"/>
                </a:cubicBezTo>
                <a:cubicBezTo>
                  <a:pt x="1193942" y="288607"/>
                  <a:pt x="1197504" y="291302"/>
                  <a:pt x="1199333" y="291302"/>
                </a:cubicBezTo>
                <a:cubicBezTo>
                  <a:pt x="1201572" y="291138"/>
                  <a:pt x="1203795" y="290784"/>
                  <a:pt x="1205975" y="290244"/>
                </a:cubicBezTo>
                <a:cubicBezTo>
                  <a:pt x="1209922" y="289473"/>
                  <a:pt x="1218779" y="300159"/>
                  <a:pt x="1221762" y="304202"/>
                </a:cubicBezTo>
                <a:lnTo>
                  <a:pt x="1220896" y="304394"/>
                </a:lnTo>
                <a:cubicBezTo>
                  <a:pt x="1222491" y="306261"/>
                  <a:pt x="1223879" y="308294"/>
                  <a:pt x="1225036" y="310459"/>
                </a:cubicBezTo>
                <a:cubicBezTo>
                  <a:pt x="1225598" y="313061"/>
                  <a:pt x="1225598" y="315752"/>
                  <a:pt x="1225036" y="318352"/>
                </a:cubicBezTo>
                <a:cubicBezTo>
                  <a:pt x="1223688" y="322589"/>
                  <a:pt x="1221185" y="323744"/>
                  <a:pt x="1219452" y="325669"/>
                </a:cubicBezTo>
                <a:cubicBezTo>
                  <a:pt x="1217720" y="327595"/>
                  <a:pt x="1217046" y="332215"/>
                  <a:pt x="1215120" y="334526"/>
                </a:cubicBezTo>
                <a:cubicBezTo>
                  <a:pt x="1213637" y="336690"/>
                  <a:pt x="1211927" y="338692"/>
                  <a:pt x="1210019" y="340494"/>
                </a:cubicBezTo>
                <a:cubicBezTo>
                  <a:pt x="1207364" y="342316"/>
                  <a:pt x="1204340" y="343533"/>
                  <a:pt x="1201162" y="344055"/>
                </a:cubicBezTo>
                <a:cubicBezTo>
                  <a:pt x="1199044" y="344055"/>
                  <a:pt x="1195771" y="343478"/>
                  <a:pt x="1193653" y="344055"/>
                </a:cubicBezTo>
                <a:cubicBezTo>
                  <a:pt x="1189995" y="345018"/>
                  <a:pt x="1188359" y="347810"/>
                  <a:pt x="1185760" y="347810"/>
                </a:cubicBezTo>
                <a:cubicBezTo>
                  <a:pt x="1183160" y="347810"/>
                  <a:pt x="1180561" y="345403"/>
                  <a:pt x="1179599" y="341264"/>
                </a:cubicBezTo>
                <a:cubicBezTo>
                  <a:pt x="1179599" y="339146"/>
                  <a:pt x="1180657" y="335199"/>
                  <a:pt x="1179599" y="332600"/>
                </a:cubicBezTo>
                <a:cubicBezTo>
                  <a:pt x="1177264" y="328840"/>
                  <a:pt x="1175143" y="324951"/>
                  <a:pt x="1173245" y="320952"/>
                </a:cubicBezTo>
                <a:cubicBezTo>
                  <a:pt x="1173053" y="316235"/>
                  <a:pt x="1168143" y="313925"/>
                  <a:pt x="1168143" y="310844"/>
                </a:cubicBezTo>
                <a:cubicBezTo>
                  <a:pt x="1168157" y="306893"/>
                  <a:pt x="1167128" y="303008"/>
                  <a:pt x="1165158" y="299582"/>
                </a:cubicBezTo>
                <a:cubicBezTo>
                  <a:pt x="1164480" y="297279"/>
                  <a:pt x="1164687" y="294808"/>
                  <a:pt x="1165737" y="292651"/>
                </a:cubicBezTo>
                <a:cubicBezTo>
                  <a:pt x="1167277" y="290532"/>
                  <a:pt x="1165158" y="284853"/>
                  <a:pt x="1168335" y="282446"/>
                </a:cubicBezTo>
                <a:close/>
                <a:moveTo>
                  <a:pt x="45119" y="272698"/>
                </a:moveTo>
                <a:lnTo>
                  <a:pt x="51111" y="272698"/>
                </a:lnTo>
                <a:lnTo>
                  <a:pt x="51111" y="278497"/>
                </a:lnTo>
                <a:cubicBezTo>
                  <a:pt x="51166" y="279568"/>
                  <a:pt x="50906" y="280634"/>
                  <a:pt x="50365" y="281562"/>
                </a:cubicBezTo>
                <a:cubicBezTo>
                  <a:pt x="49893" y="282244"/>
                  <a:pt x="49095" y="282625"/>
                  <a:pt x="48267" y="282556"/>
                </a:cubicBezTo>
                <a:cubicBezTo>
                  <a:pt x="47369" y="282630"/>
                  <a:pt x="46486" y="282296"/>
                  <a:pt x="45864" y="281645"/>
                </a:cubicBezTo>
                <a:cubicBezTo>
                  <a:pt x="45279" y="280778"/>
                  <a:pt x="45017" y="279731"/>
                  <a:pt x="45119" y="278690"/>
                </a:cubicBezTo>
                <a:close/>
                <a:moveTo>
                  <a:pt x="33273" y="272339"/>
                </a:moveTo>
                <a:lnTo>
                  <a:pt x="40535" y="272477"/>
                </a:lnTo>
                <a:lnTo>
                  <a:pt x="40535" y="278718"/>
                </a:lnTo>
                <a:cubicBezTo>
                  <a:pt x="40591" y="279836"/>
                  <a:pt x="40279" y="280941"/>
                  <a:pt x="39652" y="281866"/>
                </a:cubicBezTo>
                <a:cubicBezTo>
                  <a:pt x="39000" y="282584"/>
                  <a:pt x="38048" y="282954"/>
                  <a:pt x="37084" y="282860"/>
                </a:cubicBezTo>
                <a:cubicBezTo>
                  <a:pt x="36010" y="282920"/>
                  <a:pt x="34958" y="282528"/>
                  <a:pt x="34185" y="281783"/>
                </a:cubicBezTo>
                <a:cubicBezTo>
                  <a:pt x="33489" y="280910"/>
                  <a:pt x="33163" y="279800"/>
                  <a:pt x="33273" y="278690"/>
                </a:cubicBezTo>
                <a:close/>
                <a:moveTo>
                  <a:pt x="28717" y="267232"/>
                </a:moveTo>
                <a:lnTo>
                  <a:pt x="28717" y="269744"/>
                </a:lnTo>
                <a:lnTo>
                  <a:pt x="28690" y="278608"/>
                </a:lnTo>
                <a:cubicBezTo>
                  <a:pt x="28458" y="281120"/>
                  <a:pt x="29189" y="283625"/>
                  <a:pt x="30733" y="285621"/>
                </a:cubicBezTo>
                <a:cubicBezTo>
                  <a:pt x="32390" y="287317"/>
                  <a:pt x="34690" y="288220"/>
                  <a:pt x="37056" y="288106"/>
                </a:cubicBezTo>
                <a:cubicBezTo>
                  <a:pt x="39088" y="288253"/>
                  <a:pt x="41065" y="287386"/>
                  <a:pt x="42330" y="285787"/>
                </a:cubicBezTo>
                <a:cubicBezTo>
                  <a:pt x="42703" y="285315"/>
                  <a:pt x="43009" y="284796"/>
                  <a:pt x="43241" y="284241"/>
                </a:cubicBezTo>
                <a:cubicBezTo>
                  <a:pt x="44315" y="286284"/>
                  <a:pt x="46458" y="287535"/>
                  <a:pt x="48764" y="287471"/>
                </a:cubicBezTo>
                <a:cubicBezTo>
                  <a:pt x="50672" y="287607"/>
                  <a:pt x="52544" y="286889"/>
                  <a:pt x="53872" y="285511"/>
                </a:cubicBezTo>
                <a:cubicBezTo>
                  <a:pt x="55189" y="283926"/>
                  <a:pt x="55868" y="281907"/>
                  <a:pt x="55777" y="279850"/>
                </a:cubicBezTo>
                <a:lnTo>
                  <a:pt x="55970" y="270214"/>
                </a:lnTo>
                <a:lnTo>
                  <a:pt x="55970" y="267729"/>
                </a:lnTo>
                <a:close/>
                <a:moveTo>
                  <a:pt x="504447" y="262372"/>
                </a:moveTo>
                <a:lnTo>
                  <a:pt x="504447" y="265354"/>
                </a:lnTo>
                <a:lnTo>
                  <a:pt x="504447" y="268308"/>
                </a:lnTo>
                <a:lnTo>
                  <a:pt x="516403" y="272782"/>
                </a:lnTo>
                <a:lnTo>
                  <a:pt x="504778" y="278304"/>
                </a:lnTo>
                <a:lnTo>
                  <a:pt x="504778" y="281424"/>
                </a:lnTo>
                <a:lnTo>
                  <a:pt x="504778" y="284544"/>
                </a:lnTo>
                <a:lnTo>
                  <a:pt x="521346" y="275184"/>
                </a:lnTo>
                <a:lnTo>
                  <a:pt x="531590" y="274825"/>
                </a:lnTo>
                <a:lnTo>
                  <a:pt x="531590" y="272202"/>
                </a:lnTo>
                <a:lnTo>
                  <a:pt x="531590" y="269606"/>
                </a:lnTo>
                <a:lnTo>
                  <a:pt x="521235" y="269965"/>
                </a:lnTo>
                <a:close/>
                <a:moveTo>
                  <a:pt x="408053" y="239757"/>
                </a:moveTo>
                <a:cubicBezTo>
                  <a:pt x="403522" y="246497"/>
                  <a:pt x="398024" y="252536"/>
                  <a:pt x="391734" y="257678"/>
                </a:cubicBezTo>
                <a:cubicBezTo>
                  <a:pt x="384434" y="263899"/>
                  <a:pt x="376346" y="269134"/>
                  <a:pt x="367684" y="273251"/>
                </a:cubicBezTo>
                <a:cubicBezTo>
                  <a:pt x="352569" y="279985"/>
                  <a:pt x="336626" y="284674"/>
                  <a:pt x="320274" y="287195"/>
                </a:cubicBezTo>
                <a:cubicBezTo>
                  <a:pt x="313495" y="288120"/>
                  <a:pt x="306656" y="288554"/>
                  <a:pt x="299813" y="288493"/>
                </a:cubicBezTo>
                <a:lnTo>
                  <a:pt x="295589" y="288493"/>
                </a:lnTo>
                <a:lnTo>
                  <a:pt x="302437" y="317568"/>
                </a:lnTo>
                <a:lnTo>
                  <a:pt x="280347" y="320330"/>
                </a:lnTo>
                <a:lnTo>
                  <a:pt x="280071" y="320330"/>
                </a:lnTo>
                <a:lnTo>
                  <a:pt x="279767" y="320330"/>
                </a:lnTo>
                <a:lnTo>
                  <a:pt x="257677" y="317568"/>
                </a:lnTo>
                <a:lnTo>
                  <a:pt x="264553" y="288548"/>
                </a:lnTo>
                <a:lnTo>
                  <a:pt x="260328" y="288548"/>
                </a:lnTo>
                <a:cubicBezTo>
                  <a:pt x="253486" y="288612"/>
                  <a:pt x="246646" y="288178"/>
                  <a:pt x="239867" y="287250"/>
                </a:cubicBezTo>
                <a:cubicBezTo>
                  <a:pt x="223513" y="284738"/>
                  <a:pt x="207570" y="280046"/>
                  <a:pt x="192457" y="273306"/>
                </a:cubicBezTo>
                <a:cubicBezTo>
                  <a:pt x="183771" y="269189"/>
                  <a:pt x="175666" y="263943"/>
                  <a:pt x="168352" y="257705"/>
                </a:cubicBezTo>
                <a:cubicBezTo>
                  <a:pt x="162073" y="252580"/>
                  <a:pt x="156592" y="246550"/>
                  <a:pt x="152088" y="239813"/>
                </a:cubicBezTo>
                <a:cubicBezTo>
                  <a:pt x="158108" y="240724"/>
                  <a:pt x="166971" y="241745"/>
                  <a:pt x="169153" y="241745"/>
                </a:cubicBezTo>
                <a:lnTo>
                  <a:pt x="175780" y="242049"/>
                </a:lnTo>
                <a:cubicBezTo>
                  <a:pt x="183815" y="242408"/>
                  <a:pt x="194252" y="242905"/>
                  <a:pt x="206926" y="243678"/>
                </a:cubicBezTo>
                <a:cubicBezTo>
                  <a:pt x="208058" y="244313"/>
                  <a:pt x="209218" y="244921"/>
                  <a:pt x="210405" y="245528"/>
                </a:cubicBezTo>
                <a:cubicBezTo>
                  <a:pt x="221458" y="251125"/>
                  <a:pt x="233334" y="254919"/>
                  <a:pt x="245583" y="256766"/>
                </a:cubicBezTo>
                <a:cubicBezTo>
                  <a:pt x="247668" y="257059"/>
                  <a:pt x="249772" y="257197"/>
                  <a:pt x="251879" y="257181"/>
                </a:cubicBezTo>
                <a:cubicBezTo>
                  <a:pt x="254778" y="257181"/>
                  <a:pt x="257567" y="256960"/>
                  <a:pt x="259610" y="256766"/>
                </a:cubicBezTo>
                <a:lnTo>
                  <a:pt x="253535" y="282032"/>
                </a:lnTo>
                <a:lnTo>
                  <a:pt x="280209" y="283716"/>
                </a:lnTo>
                <a:lnTo>
                  <a:pt x="306855" y="282032"/>
                </a:lnTo>
                <a:lnTo>
                  <a:pt x="300807" y="256766"/>
                </a:lnTo>
                <a:cubicBezTo>
                  <a:pt x="302823" y="256960"/>
                  <a:pt x="305750" y="257181"/>
                  <a:pt x="308511" y="257181"/>
                </a:cubicBezTo>
                <a:cubicBezTo>
                  <a:pt x="310618" y="257200"/>
                  <a:pt x="312722" y="257062"/>
                  <a:pt x="314807" y="256766"/>
                </a:cubicBezTo>
                <a:cubicBezTo>
                  <a:pt x="327064" y="254914"/>
                  <a:pt x="338948" y="251120"/>
                  <a:pt x="350012" y="245528"/>
                </a:cubicBezTo>
                <a:lnTo>
                  <a:pt x="353491" y="243678"/>
                </a:lnTo>
                <a:cubicBezTo>
                  <a:pt x="366165" y="242905"/>
                  <a:pt x="376575" y="242408"/>
                  <a:pt x="384638" y="242049"/>
                </a:cubicBezTo>
                <a:lnTo>
                  <a:pt x="391237" y="241745"/>
                </a:lnTo>
                <a:lnTo>
                  <a:pt x="390961" y="241690"/>
                </a:lnTo>
                <a:cubicBezTo>
                  <a:pt x="393170" y="241580"/>
                  <a:pt x="402006" y="240668"/>
                  <a:pt x="408053" y="239757"/>
                </a:cubicBezTo>
                <a:close/>
                <a:moveTo>
                  <a:pt x="1140707" y="226614"/>
                </a:moveTo>
                <a:cubicBezTo>
                  <a:pt x="1138292" y="226441"/>
                  <a:pt x="1135866" y="226768"/>
                  <a:pt x="1133583" y="227576"/>
                </a:cubicBezTo>
                <a:cubicBezTo>
                  <a:pt x="1130792" y="229309"/>
                  <a:pt x="1128096" y="228346"/>
                  <a:pt x="1126268" y="229982"/>
                </a:cubicBezTo>
                <a:cubicBezTo>
                  <a:pt x="1124597" y="231371"/>
                  <a:pt x="1122752" y="232536"/>
                  <a:pt x="1120780" y="233448"/>
                </a:cubicBezTo>
                <a:cubicBezTo>
                  <a:pt x="1115895" y="235172"/>
                  <a:pt x="1111135" y="237231"/>
                  <a:pt x="1106533" y="239609"/>
                </a:cubicBezTo>
                <a:cubicBezTo>
                  <a:pt x="1103787" y="240995"/>
                  <a:pt x="1102096" y="243850"/>
                  <a:pt x="1102202" y="246925"/>
                </a:cubicBezTo>
                <a:cubicBezTo>
                  <a:pt x="1102302" y="250285"/>
                  <a:pt x="1105002" y="252986"/>
                  <a:pt x="1108363" y="253086"/>
                </a:cubicBezTo>
                <a:cubicBezTo>
                  <a:pt x="1112146" y="252559"/>
                  <a:pt x="1115820" y="251421"/>
                  <a:pt x="1119240" y="249717"/>
                </a:cubicBezTo>
                <a:cubicBezTo>
                  <a:pt x="1122898" y="247503"/>
                  <a:pt x="1124727" y="244711"/>
                  <a:pt x="1129445" y="241823"/>
                </a:cubicBezTo>
                <a:cubicBezTo>
                  <a:pt x="1132623" y="239751"/>
                  <a:pt x="1135477" y="237220"/>
                  <a:pt x="1137916" y="234315"/>
                </a:cubicBezTo>
                <a:cubicBezTo>
                  <a:pt x="1139744" y="231137"/>
                  <a:pt x="1142151" y="226614"/>
                  <a:pt x="1140707" y="226614"/>
                </a:cubicBezTo>
                <a:close/>
                <a:moveTo>
                  <a:pt x="1478886" y="211115"/>
                </a:moveTo>
                <a:cubicBezTo>
                  <a:pt x="1475087" y="211463"/>
                  <a:pt x="1471321" y="212107"/>
                  <a:pt x="1467622" y="213040"/>
                </a:cubicBezTo>
                <a:cubicBezTo>
                  <a:pt x="1466053" y="214653"/>
                  <a:pt x="1465100" y="216765"/>
                  <a:pt x="1464927" y="219008"/>
                </a:cubicBezTo>
                <a:cubicBezTo>
                  <a:pt x="1464651" y="220914"/>
                  <a:pt x="1464953" y="222859"/>
                  <a:pt x="1465794" y="224592"/>
                </a:cubicBezTo>
                <a:cubicBezTo>
                  <a:pt x="1468970" y="225650"/>
                  <a:pt x="1473495" y="226710"/>
                  <a:pt x="1475420" y="225650"/>
                </a:cubicBezTo>
                <a:lnTo>
                  <a:pt x="1475516" y="225650"/>
                </a:lnTo>
                <a:cubicBezTo>
                  <a:pt x="1479236" y="223088"/>
                  <a:pt x="1481605" y="218987"/>
                  <a:pt x="1481966" y="214484"/>
                </a:cubicBezTo>
                <a:cubicBezTo>
                  <a:pt x="1481988" y="214315"/>
                  <a:pt x="1481995" y="214145"/>
                  <a:pt x="1481988" y="213975"/>
                </a:cubicBezTo>
                <a:cubicBezTo>
                  <a:pt x="1481921" y="212328"/>
                  <a:pt x="1480532" y="211047"/>
                  <a:pt x="1478886" y="211115"/>
                </a:cubicBezTo>
                <a:close/>
                <a:moveTo>
                  <a:pt x="1512578" y="201103"/>
                </a:moveTo>
                <a:cubicBezTo>
                  <a:pt x="1509882" y="201874"/>
                  <a:pt x="1507957" y="203991"/>
                  <a:pt x="1503818" y="203991"/>
                </a:cubicBezTo>
                <a:cubicBezTo>
                  <a:pt x="1501796" y="206301"/>
                  <a:pt x="1502663" y="210729"/>
                  <a:pt x="1502758" y="212751"/>
                </a:cubicBezTo>
                <a:cubicBezTo>
                  <a:pt x="1502855" y="214773"/>
                  <a:pt x="1506898" y="217660"/>
                  <a:pt x="1508149" y="217660"/>
                </a:cubicBezTo>
                <a:cubicBezTo>
                  <a:pt x="1512327" y="216928"/>
                  <a:pt x="1515904" y="214246"/>
                  <a:pt x="1517776" y="210441"/>
                </a:cubicBezTo>
                <a:lnTo>
                  <a:pt x="1518162" y="210441"/>
                </a:lnTo>
                <a:cubicBezTo>
                  <a:pt x="1518407" y="208008"/>
                  <a:pt x="1518407" y="205557"/>
                  <a:pt x="1518162" y="203125"/>
                </a:cubicBezTo>
                <a:cubicBezTo>
                  <a:pt x="1517776" y="200622"/>
                  <a:pt x="1515273" y="200333"/>
                  <a:pt x="1512578" y="201103"/>
                </a:cubicBezTo>
                <a:close/>
                <a:moveTo>
                  <a:pt x="1160538" y="190032"/>
                </a:moveTo>
                <a:cubicBezTo>
                  <a:pt x="1163418" y="190746"/>
                  <a:pt x="1166199" y="191813"/>
                  <a:pt x="1168817" y="193210"/>
                </a:cubicBezTo>
                <a:cubicBezTo>
                  <a:pt x="1170742" y="193210"/>
                  <a:pt x="1176518" y="191958"/>
                  <a:pt x="1178443" y="193210"/>
                </a:cubicBezTo>
                <a:cubicBezTo>
                  <a:pt x="1183253" y="195700"/>
                  <a:pt x="1187800" y="198666"/>
                  <a:pt x="1192016" y="202066"/>
                </a:cubicBezTo>
                <a:cubicBezTo>
                  <a:pt x="1193587" y="205706"/>
                  <a:pt x="1194842" y="209474"/>
                  <a:pt x="1195771" y="213329"/>
                </a:cubicBezTo>
                <a:cubicBezTo>
                  <a:pt x="1196753" y="216166"/>
                  <a:pt x="1196753" y="219251"/>
                  <a:pt x="1195771" y="222089"/>
                </a:cubicBezTo>
                <a:cubicBezTo>
                  <a:pt x="1191741" y="225759"/>
                  <a:pt x="1187917" y="229647"/>
                  <a:pt x="1184315" y="233737"/>
                </a:cubicBezTo>
                <a:lnTo>
                  <a:pt x="1183930" y="233737"/>
                </a:lnTo>
                <a:cubicBezTo>
                  <a:pt x="1182308" y="237060"/>
                  <a:pt x="1180475" y="240275"/>
                  <a:pt x="1178443" y="243363"/>
                </a:cubicBezTo>
                <a:cubicBezTo>
                  <a:pt x="1171857" y="253477"/>
                  <a:pt x="1165846" y="263954"/>
                  <a:pt x="1160441" y="274746"/>
                </a:cubicBezTo>
                <a:cubicBezTo>
                  <a:pt x="1158019" y="278272"/>
                  <a:pt x="1155382" y="281648"/>
                  <a:pt x="1152547" y="284854"/>
                </a:cubicBezTo>
                <a:cubicBezTo>
                  <a:pt x="1150881" y="286170"/>
                  <a:pt x="1148626" y="286467"/>
                  <a:pt x="1146675" y="285624"/>
                </a:cubicBezTo>
                <a:cubicBezTo>
                  <a:pt x="1145232" y="285046"/>
                  <a:pt x="1141092" y="287934"/>
                  <a:pt x="1141092" y="291881"/>
                </a:cubicBezTo>
                <a:cubicBezTo>
                  <a:pt x="1140921" y="295784"/>
                  <a:pt x="1141543" y="299681"/>
                  <a:pt x="1142922" y="303336"/>
                </a:cubicBezTo>
                <a:cubicBezTo>
                  <a:pt x="1144078" y="320291"/>
                  <a:pt x="1144078" y="337305"/>
                  <a:pt x="1142922" y="354260"/>
                </a:cubicBezTo>
                <a:cubicBezTo>
                  <a:pt x="1142087" y="360292"/>
                  <a:pt x="1138542" y="365610"/>
                  <a:pt x="1133295" y="368700"/>
                </a:cubicBezTo>
                <a:cubicBezTo>
                  <a:pt x="1130503" y="370048"/>
                  <a:pt x="1126556" y="377364"/>
                  <a:pt x="1122995" y="379000"/>
                </a:cubicBezTo>
                <a:cubicBezTo>
                  <a:pt x="1119433" y="380637"/>
                  <a:pt x="1115294" y="383910"/>
                  <a:pt x="1113368" y="383910"/>
                </a:cubicBezTo>
                <a:cubicBezTo>
                  <a:pt x="1111511" y="383717"/>
                  <a:pt x="1109878" y="382593"/>
                  <a:pt x="1109037" y="380925"/>
                </a:cubicBezTo>
                <a:cubicBezTo>
                  <a:pt x="1108169" y="379770"/>
                  <a:pt x="1104416" y="379193"/>
                  <a:pt x="1102298" y="377942"/>
                </a:cubicBezTo>
                <a:cubicBezTo>
                  <a:pt x="1100180" y="376690"/>
                  <a:pt x="1099217" y="374957"/>
                  <a:pt x="1097003" y="373802"/>
                </a:cubicBezTo>
                <a:cubicBezTo>
                  <a:pt x="1093794" y="372957"/>
                  <a:pt x="1090783" y="371485"/>
                  <a:pt x="1088146" y="369470"/>
                </a:cubicBezTo>
                <a:cubicBezTo>
                  <a:pt x="1085932" y="367352"/>
                  <a:pt x="1085548" y="364272"/>
                  <a:pt x="1083334" y="360421"/>
                </a:cubicBezTo>
                <a:cubicBezTo>
                  <a:pt x="1080253" y="354934"/>
                  <a:pt x="1069953" y="349639"/>
                  <a:pt x="1069761" y="346559"/>
                </a:cubicBezTo>
                <a:cubicBezTo>
                  <a:pt x="1069568" y="343478"/>
                  <a:pt x="1077461" y="342997"/>
                  <a:pt x="1078424" y="342997"/>
                </a:cubicBezTo>
                <a:cubicBezTo>
                  <a:pt x="1084970" y="342804"/>
                  <a:pt x="1089399" y="347425"/>
                  <a:pt x="1091227" y="347425"/>
                </a:cubicBezTo>
                <a:cubicBezTo>
                  <a:pt x="1097773" y="347425"/>
                  <a:pt x="1100949" y="345019"/>
                  <a:pt x="1101527" y="335392"/>
                </a:cubicBezTo>
                <a:cubicBezTo>
                  <a:pt x="1101527" y="333467"/>
                  <a:pt x="1101527" y="328942"/>
                  <a:pt x="1101527" y="327017"/>
                </a:cubicBezTo>
                <a:cubicBezTo>
                  <a:pt x="1101136" y="323209"/>
                  <a:pt x="1101136" y="319370"/>
                  <a:pt x="1101527" y="315562"/>
                </a:cubicBezTo>
                <a:cubicBezTo>
                  <a:pt x="1101711" y="310418"/>
                  <a:pt x="1102323" y="305298"/>
                  <a:pt x="1103357" y="300256"/>
                </a:cubicBezTo>
                <a:cubicBezTo>
                  <a:pt x="1103357" y="298716"/>
                  <a:pt x="1101913" y="295057"/>
                  <a:pt x="1100565" y="295057"/>
                </a:cubicBezTo>
                <a:cubicBezTo>
                  <a:pt x="1097388" y="295827"/>
                  <a:pt x="1094211" y="292747"/>
                  <a:pt x="1092286" y="292747"/>
                </a:cubicBezTo>
                <a:cubicBezTo>
                  <a:pt x="1090361" y="292747"/>
                  <a:pt x="1087665" y="293902"/>
                  <a:pt x="1085740" y="293902"/>
                </a:cubicBezTo>
                <a:cubicBezTo>
                  <a:pt x="1082218" y="293977"/>
                  <a:pt x="1078698" y="293654"/>
                  <a:pt x="1075248" y="292940"/>
                </a:cubicBezTo>
                <a:cubicBezTo>
                  <a:pt x="1073785" y="292077"/>
                  <a:pt x="1072509" y="290932"/>
                  <a:pt x="1071493" y="289570"/>
                </a:cubicBezTo>
                <a:cubicBezTo>
                  <a:pt x="1070484" y="287096"/>
                  <a:pt x="1069773" y="284511"/>
                  <a:pt x="1069375" y="281869"/>
                </a:cubicBezTo>
                <a:cubicBezTo>
                  <a:pt x="1068894" y="281195"/>
                  <a:pt x="1068317" y="277729"/>
                  <a:pt x="1067546" y="277729"/>
                </a:cubicBezTo>
                <a:cubicBezTo>
                  <a:pt x="1067353" y="275516"/>
                  <a:pt x="1066583" y="271858"/>
                  <a:pt x="1066583" y="269643"/>
                </a:cubicBezTo>
                <a:cubicBezTo>
                  <a:pt x="1066583" y="267430"/>
                  <a:pt x="1064658" y="263386"/>
                  <a:pt x="1063984" y="257803"/>
                </a:cubicBezTo>
                <a:cubicBezTo>
                  <a:pt x="1063311" y="252220"/>
                  <a:pt x="1061481" y="248658"/>
                  <a:pt x="1061481" y="242593"/>
                </a:cubicBezTo>
                <a:cubicBezTo>
                  <a:pt x="1060711" y="233448"/>
                  <a:pt x="1060711" y="229020"/>
                  <a:pt x="1060711" y="227191"/>
                </a:cubicBezTo>
                <a:cubicBezTo>
                  <a:pt x="1061288" y="216313"/>
                  <a:pt x="1067738" y="213907"/>
                  <a:pt x="1070338" y="209767"/>
                </a:cubicBezTo>
                <a:cubicBezTo>
                  <a:pt x="1073129" y="208227"/>
                  <a:pt x="1075825" y="205435"/>
                  <a:pt x="1079194" y="205820"/>
                </a:cubicBezTo>
                <a:cubicBezTo>
                  <a:pt x="1082564" y="206206"/>
                  <a:pt x="1083526" y="207457"/>
                  <a:pt x="1087087" y="209959"/>
                </a:cubicBezTo>
                <a:cubicBezTo>
                  <a:pt x="1088431" y="211557"/>
                  <a:pt x="1089685" y="213228"/>
                  <a:pt x="1090842" y="214965"/>
                </a:cubicBezTo>
                <a:cubicBezTo>
                  <a:pt x="1096578" y="214545"/>
                  <a:pt x="1102158" y="212905"/>
                  <a:pt x="1107207" y="210152"/>
                </a:cubicBezTo>
                <a:cubicBezTo>
                  <a:pt x="1109710" y="208804"/>
                  <a:pt x="1115101" y="208804"/>
                  <a:pt x="1119336" y="206879"/>
                </a:cubicBezTo>
                <a:cubicBezTo>
                  <a:pt x="1122116" y="205390"/>
                  <a:pt x="1125101" y="204320"/>
                  <a:pt x="1128192" y="203702"/>
                </a:cubicBezTo>
                <a:cubicBezTo>
                  <a:pt x="1130118" y="203702"/>
                  <a:pt x="1130696" y="202932"/>
                  <a:pt x="1135124" y="201681"/>
                </a:cubicBezTo>
                <a:cubicBezTo>
                  <a:pt x="1138572" y="201159"/>
                  <a:pt x="1141859" y="199877"/>
                  <a:pt x="1144750" y="197926"/>
                </a:cubicBezTo>
                <a:cubicBezTo>
                  <a:pt x="1146772" y="196482"/>
                  <a:pt x="1148601" y="195327"/>
                  <a:pt x="1150238" y="194365"/>
                </a:cubicBezTo>
                <a:cubicBezTo>
                  <a:pt x="1151781" y="193418"/>
                  <a:pt x="1153389" y="192582"/>
                  <a:pt x="1155050" y="191861"/>
                </a:cubicBezTo>
                <a:cubicBezTo>
                  <a:pt x="1156526" y="190482"/>
                  <a:pt x="1158529" y="189814"/>
                  <a:pt x="1160538" y="190032"/>
                </a:cubicBezTo>
                <a:close/>
                <a:moveTo>
                  <a:pt x="1475997" y="174246"/>
                </a:moveTo>
                <a:cubicBezTo>
                  <a:pt x="1473687" y="176556"/>
                  <a:pt x="1466371" y="174246"/>
                  <a:pt x="1466371" y="180888"/>
                </a:cubicBezTo>
                <a:cubicBezTo>
                  <a:pt x="1466467" y="184161"/>
                  <a:pt x="1465120" y="188493"/>
                  <a:pt x="1467430" y="190514"/>
                </a:cubicBezTo>
                <a:cubicBezTo>
                  <a:pt x="1467430" y="190514"/>
                  <a:pt x="1469259" y="194846"/>
                  <a:pt x="1471569" y="193017"/>
                </a:cubicBezTo>
                <a:cubicBezTo>
                  <a:pt x="1476190" y="189552"/>
                  <a:pt x="1481966" y="188108"/>
                  <a:pt x="1482543" y="182621"/>
                </a:cubicBezTo>
                <a:lnTo>
                  <a:pt x="1483024" y="182332"/>
                </a:lnTo>
                <a:cubicBezTo>
                  <a:pt x="1483891" y="174919"/>
                  <a:pt x="1482062" y="172801"/>
                  <a:pt x="1475997" y="174246"/>
                </a:cubicBezTo>
                <a:close/>
                <a:moveTo>
                  <a:pt x="1527980" y="160094"/>
                </a:moveTo>
                <a:cubicBezTo>
                  <a:pt x="1519798" y="162694"/>
                  <a:pt x="1506610" y="162309"/>
                  <a:pt x="1505936" y="168758"/>
                </a:cubicBezTo>
                <a:cubicBezTo>
                  <a:pt x="1505647" y="172127"/>
                  <a:pt x="1505647" y="177903"/>
                  <a:pt x="1509112" y="179154"/>
                </a:cubicBezTo>
                <a:cubicBezTo>
                  <a:pt x="1512981" y="180128"/>
                  <a:pt x="1516999" y="180356"/>
                  <a:pt x="1520953" y="179828"/>
                </a:cubicBezTo>
                <a:cubicBezTo>
                  <a:pt x="1524694" y="176989"/>
                  <a:pt x="1527454" y="173051"/>
                  <a:pt x="1528846" y="168566"/>
                </a:cubicBezTo>
                <a:cubicBezTo>
                  <a:pt x="1528846" y="166544"/>
                  <a:pt x="1528943" y="160961"/>
                  <a:pt x="1527980" y="160094"/>
                </a:cubicBezTo>
                <a:close/>
                <a:moveTo>
                  <a:pt x="1842572" y="157880"/>
                </a:moveTo>
                <a:cubicBezTo>
                  <a:pt x="1845089" y="158355"/>
                  <a:pt x="1847367" y="159680"/>
                  <a:pt x="1849022" y="161634"/>
                </a:cubicBezTo>
                <a:cubicBezTo>
                  <a:pt x="1852392" y="165196"/>
                  <a:pt x="1856050" y="166929"/>
                  <a:pt x="1858649" y="170587"/>
                </a:cubicBezTo>
                <a:cubicBezTo>
                  <a:pt x="1860139" y="173340"/>
                  <a:pt x="1861117" y="176340"/>
                  <a:pt x="1861536" y="179443"/>
                </a:cubicBezTo>
                <a:cubicBezTo>
                  <a:pt x="1862114" y="181561"/>
                  <a:pt x="1865291" y="184160"/>
                  <a:pt x="1865291" y="185315"/>
                </a:cubicBezTo>
                <a:cubicBezTo>
                  <a:pt x="1864617" y="193594"/>
                  <a:pt x="1858553" y="193401"/>
                  <a:pt x="1850370" y="199177"/>
                </a:cubicBezTo>
                <a:cubicBezTo>
                  <a:pt x="1845885" y="201620"/>
                  <a:pt x="1841900" y="204885"/>
                  <a:pt x="1838626" y="208803"/>
                </a:cubicBezTo>
                <a:cubicBezTo>
                  <a:pt x="1836050" y="211416"/>
                  <a:pt x="1832971" y="213479"/>
                  <a:pt x="1829576" y="214868"/>
                </a:cubicBezTo>
                <a:cubicBezTo>
                  <a:pt x="1820431" y="218815"/>
                  <a:pt x="1812249" y="218430"/>
                  <a:pt x="1811576" y="227479"/>
                </a:cubicBezTo>
                <a:cubicBezTo>
                  <a:pt x="1810902" y="236528"/>
                  <a:pt x="1815907" y="232870"/>
                  <a:pt x="1815907" y="242496"/>
                </a:cubicBezTo>
                <a:cubicBezTo>
                  <a:pt x="1815477" y="245011"/>
                  <a:pt x="1814454" y="247386"/>
                  <a:pt x="1812923" y="249428"/>
                </a:cubicBezTo>
                <a:cubicBezTo>
                  <a:pt x="1811497" y="251253"/>
                  <a:pt x="1810658" y="253468"/>
                  <a:pt x="1810517" y="255781"/>
                </a:cubicBezTo>
                <a:cubicBezTo>
                  <a:pt x="1810492" y="258146"/>
                  <a:pt x="1809862" y="260466"/>
                  <a:pt x="1808687" y="262520"/>
                </a:cubicBezTo>
                <a:cubicBezTo>
                  <a:pt x="1807633" y="264737"/>
                  <a:pt x="1807201" y="267199"/>
                  <a:pt x="1807436" y="269643"/>
                </a:cubicBezTo>
                <a:cubicBezTo>
                  <a:pt x="1807243" y="278499"/>
                  <a:pt x="1805800" y="285912"/>
                  <a:pt x="1808398" y="288125"/>
                </a:cubicBezTo>
                <a:cubicBezTo>
                  <a:pt x="1819477" y="287231"/>
                  <a:pt x="1830598" y="286974"/>
                  <a:pt x="1841706" y="287355"/>
                </a:cubicBezTo>
                <a:cubicBezTo>
                  <a:pt x="1845749" y="287355"/>
                  <a:pt x="1847386" y="284660"/>
                  <a:pt x="1850371" y="283987"/>
                </a:cubicBezTo>
                <a:cubicBezTo>
                  <a:pt x="1853087" y="283384"/>
                  <a:pt x="1855866" y="283093"/>
                  <a:pt x="1858649" y="283120"/>
                </a:cubicBezTo>
                <a:cubicBezTo>
                  <a:pt x="1861732" y="283645"/>
                  <a:pt x="1864761" y="284451"/>
                  <a:pt x="1867698" y="285527"/>
                </a:cubicBezTo>
                <a:cubicBezTo>
                  <a:pt x="1870777" y="286923"/>
                  <a:pt x="1873738" y="288565"/>
                  <a:pt x="1876554" y="290436"/>
                </a:cubicBezTo>
                <a:cubicBezTo>
                  <a:pt x="1879827" y="292746"/>
                  <a:pt x="1885699" y="293998"/>
                  <a:pt x="1888105" y="300062"/>
                </a:cubicBezTo>
                <a:cubicBezTo>
                  <a:pt x="1888841" y="302628"/>
                  <a:pt x="1889198" y="305287"/>
                  <a:pt x="1889165" y="307956"/>
                </a:cubicBezTo>
                <a:lnTo>
                  <a:pt x="1887527" y="308148"/>
                </a:lnTo>
                <a:cubicBezTo>
                  <a:pt x="1887532" y="309223"/>
                  <a:pt x="1887946" y="310256"/>
                  <a:pt x="1888682" y="311037"/>
                </a:cubicBezTo>
                <a:cubicBezTo>
                  <a:pt x="1889396" y="312327"/>
                  <a:pt x="1889667" y="313814"/>
                  <a:pt x="1889454" y="315273"/>
                </a:cubicBezTo>
                <a:cubicBezTo>
                  <a:pt x="1889004" y="317736"/>
                  <a:pt x="1888018" y="320068"/>
                  <a:pt x="1886565" y="322108"/>
                </a:cubicBezTo>
                <a:cubicBezTo>
                  <a:pt x="1885025" y="324514"/>
                  <a:pt x="1883100" y="327980"/>
                  <a:pt x="1880789" y="327980"/>
                </a:cubicBezTo>
                <a:cubicBezTo>
                  <a:pt x="1874628" y="328172"/>
                  <a:pt x="1871548" y="328750"/>
                  <a:pt x="1869527" y="328654"/>
                </a:cubicBezTo>
                <a:cubicBezTo>
                  <a:pt x="1867505" y="328557"/>
                  <a:pt x="1861536" y="326535"/>
                  <a:pt x="1857301" y="326535"/>
                </a:cubicBezTo>
                <a:cubicBezTo>
                  <a:pt x="1853065" y="326535"/>
                  <a:pt x="1850082" y="327690"/>
                  <a:pt x="1844787" y="327594"/>
                </a:cubicBezTo>
                <a:cubicBezTo>
                  <a:pt x="1839492" y="327498"/>
                  <a:pt x="1829963" y="326535"/>
                  <a:pt x="1824090" y="325861"/>
                </a:cubicBezTo>
                <a:cubicBezTo>
                  <a:pt x="1820336" y="325380"/>
                  <a:pt x="1808591" y="326343"/>
                  <a:pt x="1804837" y="325861"/>
                </a:cubicBezTo>
                <a:cubicBezTo>
                  <a:pt x="1798379" y="325257"/>
                  <a:pt x="1791864" y="325777"/>
                  <a:pt x="1785584" y="327401"/>
                </a:cubicBezTo>
                <a:lnTo>
                  <a:pt x="1767197" y="330001"/>
                </a:lnTo>
                <a:cubicBezTo>
                  <a:pt x="1760652" y="330964"/>
                  <a:pt x="1752181" y="329520"/>
                  <a:pt x="1746308" y="329520"/>
                </a:cubicBezTo>
                <a:cubicBezTo>
                  <a:pt x="1733713" y="330694"/>
                  <a:pt x="1721285" y="333244"/>
                  <a:pt x="1709246" y="337125"/>
                </a:cubicBezTo>
                <a:cubicBezTo>
                  <a:pt x="1693940" y="342419"/>
                  <a:pt x="1667179" y="354838"/>
                  <a:pt x="1663809" y="354453"/>
                </a:cubicBezTo>
                <a:cubicBezTo>
                  <a:pt x="1660440" y="354067"/>
                  <a:pt x="1653317" y="344537"/>
                  <a:pt x="1646482" y="338087"/>
                </a:cubicBezTo>
                <a:cubicBezTo>
                  <a:pt x="1645903" y="334904"/>
                  <a:pt x="1645903" y="331643"/>
                  <a:pt x="1646482" y="328461"/>
                </a:cubicBezTo>
                <a:cubicBezTo>
                  <a:pt x="1647115" y="324519"/>
                  <a:pt x="1646752" y="320480"/>
                  <a:pt x="1645422" y="316717"/>
                </a:cubicBezTo>
                <a:cubicBezTo>
                  <a:pt x="1648022" y="312192"/>
                  <a:pt x="1663135" y="306608"/>
                  <a:pt x="1664675" y="306223"/>
                </a:cubicBezTo>
                <a:cubicBezTo>
                  <a:pt x="1666216" y="305838"/>
                  <a:pt x="1672184" y="308148"/>
                  <a:pt x="1675842" y="307282"/>
                </a:cubicBezTo>
                <a:cubicBezTo>
                  <a:pt x="1677767" y="306801"/>
                  <a:pt x="1691437" y="301217"/>
                  <a:pt x="1698946" y="298522"/>
                </a:cubicBezTo>
                <a:cubicBezTo>
                  <a:pt x="1701930" y="297560"/>
                  <a:pt x="1706262" y="297367"/>
                  <a:pt x="1708572" y="296694"/>
                </a:cubicBezTo>
                <a:cubicBezTo>
                  <a:pt x="1715695" y="294479"/>
                  <a:pt x="1726189" y="289185"/>
                  <a:pt x="1733890" y="286104"/>
                </a:cubicBezTo>
                <a:cubicBezTo>
                  <a:pt x="1750351" y="279558"/>
                  <a:pt x="1751218" y="259728"/>
                  <a:pt x="1753720" y="252219"/>
                </a:cubicBezTo>
                <a:cubicBezTo>
                  <a:pt x="1755041" y="248577"/>
                  <a:pt x="1755724" y="244734"/>
                  <a:pt x="1755742" y="240860"/>
                </a:cubicBezTo>
                <a:cubicBezTo>
                  <a:pt x="1755838" y="237106"/>
                  <a:pt x="1755549" y="232581"/>
                  <a:pt x="1753720" y="231907"/>
                </a:cubicBezTo>
                <a:cubicBezTo>
                  <a:pt x="1750478" y="232183"/>
                  <a:pt x="1747260" y="232698"/>
                  <a:pt x="1744093" y="233447"/>
                </a:cubicBezTo>
                <a:cubicBezTo>
                  <a:pt x="1740040" y="234841"/>
                  <a:pt x="1735689" y="235140"/>
                  <a:pt x="1731484" y="234314"/>
                </a:cubicBezTo>
                <a:cubicBezTo>
                  <a:pt x="1727633" y="232485"/>
                  <a:pt x="1728210" y="227960"/>
                  <a:pt x="1727633" y="222859"/>
                </a:cubicBezTo>
                <a:cubicBezTo>
                  <a:pt x="1726401" y="217682"/>
                  <a:pt x="1723809" y="212930"/>
                  <a:pt x="1720124" y="209092"/>
                </a:cubicBezTo>
                <a:cubicBezTo>
                  <a:pt x="1718680" y="205587"/>
                  <a:pt x="1718023" y="201809"/>
                  <a:pt x="1718198" y="198022"/>
                </a:cubicBezTo>
                <a:cubicBezTo>
                  <a:pt x="1718294" y="196000"/>
                  <a:pt x="1717236" y="189358"/>
                  <a:pt x="1717236" y="187337"/>
                </a:cubicBezTo>
                <a:cubicBezTo>
                  <a:pt x="1717236" y="182042"/>
                  <a:pt x="1722242" y="181657"/>
                  <a:pt x="1726863" y="179347"/>
                </a:cubicBezTo>
                <a:cubicBezTo>
                  <a:pt x="1732587" y="180346"/>
                  <a:pt x="1738246" y="181697"/>
                  <a:pt x="1743805" y="183389"/>
                </a:cubicBezTo>
                <a:cubicBezTo>
                  <a:pt x="1757400" y="181917"/>
                  <a:pt x="1770899" y="179667"/>
                  <a:pt x="1784237" y="176651"/>
                </a:cubicBezTo>
                <a:cubicBezTo>
                  <a:pt x="1787221" y="175977"/>
                  <a:pt x="1790494" y="174918"/>
                  <a:pt x="1791264" y="174726"/>
                </a:cubicBezTo>
                <a:cubicBezTo>
                  <a:pt x="1792034" y="174533"/>
                  <a:pt x="1794825" y="173282"/>
                  <a:pt x="1796269" y="172801"/>
                </a:cubicBezTo>
                <a:cubicBezTo>
                  <a:pt x="1806832" y="169702"/>
                  <a:pt x="1817006" y="165407"/>
                  <a:pt x="1826593" y="159998"/>
                </a:cubicBezTo>
                <a:cubicBezTo>
                  <a:pt x="1829344" y="159052"/>
                  <a:pt x="1832262" y="158691"/>
                  <a:pt x="1835160" y="158939"/>
                </a:cubicBezTo>
                <a:cubicBezTo>
                  <a:pt x="1837650" y="158725"/>
                  <a:pt x="1840124" y="158372"/>
                  <a:pt x="1842572" y="157880"/>
                </a:cubicBezTo>
                <a:close/>
                <a:moveTo>
                  <a:pt x="1416697" y="146714"/>
                </a:moveTo>
                <a:cubicBezTo>
                  <a:pt x="1421415" y="143922"/>
                  <a:pt x="1423821" y="154319"/>
                  <a:pt x="1425362" y="158073"/>
                </a:cubicBezTo>
                <a:cubicBezTo>
                  <a:pt x="1426228" y="159902"/>
                  <a:pt x="1423629" y="167026"/>
                  <a:pt x="1423339" y="169528"/>
                </a:cubicBezTo>
                <a:cubicBezTo>
                  <a:pt x="1423051" y="172031"/>
                  <a:pt x="1419393" y="175112"/>
                  <a:pt x="1419393" y="182620"/>
                </a:cubicBezTo>
                <a:cubicBezTo>
                  <a:pt x="1419490" y="185990"/>
                  <a:pt x="1416409" y="188493"/>
                  <a:pt x="1412270" y="192247"/>
                </a:cubicBezTo>
                <a:cubicBezTo>
                  <a:pt x="1408035" y="196342"/>
                  <a:pt x="1404080" y="200716"/>
                  <a:pt x="1400430" y="205339"/>
                </a:cubicBezTo>
                <a:cubicBezTo>
                  <a:pt x="1398499" y="209933"/>
                  <a:pt x="1398062" y="215019"/>
                  <a:pt x="1399178" y="219875"/>
                </a:cubicBezTo>
                <a:cubicBezTo>
                  <a:pt x="1399178" y="221511"/>
                  <a:pt x="1397156" y="226710"/>
                  <a:pt x="1400044" y="229501"/>
                </a:cubicBezTo>
                <a:cubicBezTo>
                  <a:pt x="1402932" y="232294"/>
                  <a:pt x="1406109" y="229309"/>
                  <a:pt x="1407745" y="229501"/>
                </a:cubicBezTo>
                <a:cubicBezTo>
                  <a:pt x="1409382" y="229694"/>
                  <a:pt x="1408323" y="232967"/>
                  <a:pt x="1410248" y="236528"/>
                </a:cubicBezTo>
                <a:cubicBezTo>
                  <a:pt x="1413810" y="243363"/>
                  <a:pt x="1414965" y="244422"/>
                  <a:pt x="1414965" y="247792"/>
                </a:cubicBezTo>
                <a:cubicBezTo>
                  <a:pt x="1414868" y="249717"/>
                  <a:pt x="1414868" y="251354"/>
                  <a:pt x="1413329" y="252316"/>
                </a:cubicBezTo>
                <a:cubicBezTo>
                  <a:pt x="1404413" y="257689"/>
                  <a:pt x="1396815" y="264992"/>
                  <a:pt x="1391091" y="273687"/>
                </a:cubicBezTo>
                <a:cubicBezTo>
                  <a:pt x="1390459" y="276643"/>
                  <a:pt x="1390832" y="279727"/>
                  <a:pt x="1392151" y="282447"/>
                </a:cubicBezTo>
                <a:cubicBezTo>
                  <a:pt x="1393979" y="282447"/>
                  <a:pt x="1398599" y="282447"/>
                  <a:pt x="1400622" y="282447"/>
                </a:cubicBezTo>
                <a:lnTo>
                  <a:pt x="1400333" y="283024"/>
                </a:lnTo>
                <a:cubicBezTo>
                  <a:pt x="1403355" y="283859"/>
                  <a:pt x="1406044" y="285608"/>
                  <a:pt x="1408034" y="288030"/>
                </a:cubicBezTo>
                <a:cubicBezTo>
                  <a:pt x="1409418" y="290581"/>
                  <a:pt x="1410208" y="293411"/>
                  <a:pt x="1410344" y="296309"/>
                </a:cubicBezTo>
                <a:cubicBezTo>
                  <a:pt x="1408900" y="308535"/>
                  <a:pt x="1398311" y="316139"/>
                  <a:pt x="1388685" y="322300"/>
                </a:cubicBezTo>
                <a:cubicBezTo>
                  <a:pt x="1379059" y="328461"/>
                  <a:pt x="1361634" y="335200"/>
                  <a:pt x="1353356" y="339917"/>
                </a:cubicBezTo>
                <a:cubicBezTo>
                  <a:pt x="1346521" y="343864"/>
                  <a:pt x="1340072" y="353683"/>
                  <a:pt x="1336124" y="355319"/>
                </a:cubicBezTo>
                <a:cubicBezTo>
                  <a:pt x="1336124" y="355319"/>
                  <a:pt x="1331407" y="356860"/>
                  <a:pt x="1329290" y="355319"/>
                </a:cubicBezTo>
                <a:cubicBezTo>
                  <a:pt x="1326152" y="354186"/>
                  <a:pt x="1322933" y="353285"/>
                  <a:pt x="1319664" y="352624"/>
                </a:cubicBezTo>
                <a:cubicBezTo>
                  <a:pt x="1316390" y="351565"/>
                  <a:pt x="1317930" y="346944"/>
                  <a:pt x="1315524" y="344153"/>
                </a:cubicBezTo>
                <a:cubicBezTo>
                  <a:pt x="1313009" y="341702"/>
                  <a:pt x="1310982" y="338794"/>
                  <a:pt x="1309555" y="335585"/>
                </a:cubicBezTo>
                <a:cubicBezTo>
                  <a:pt x="1307545" y="330641"/>
                  <a:pt x="1306625" y="325322"/>
                  <a:pt x="1306860" y="319990"/>
                </a:cubicBezTo>
                <a:cubicBezTo>
                  <a:pt x="1309731" y="313192"/>
                  <a:pt x="1315263" y="307869"/>
                  <a:pt x="1322166" y="305262"/>
                </a:cubicBezTo>
                <a:cubicBezTo>
                  <a:pt x="1325205" y="303279"/>
                  <a:pt x="1328130" y="301125"/>
                  <a:pt x="1330926" y="298812"/>
                </a:cubicBezTo>
                <a:cubicBezTo>
                  <a:pt x="1333603" y="297327"/>
                  <a:pt x="1335781" y="295082"/>
                  <a:pt x="1337183" y="292362"/>
                </a:cubicBezTo>
                <a:cubicBezTo>
                  <a:pt x="1338019" y="290364"/>
                  <a:pt x="1338571" y="288258"/>
                  <a:pt x="1338820" y="286105"/>
                </a:cubicBezTo>
                <a:cubicBezTo>
                  <a:pt x="1339013" y="282832"/>
                  <a:pt x="1340649" y="280426"/>
                  <a:pt x="1340648" y="278019"/>
                </a:cubicBezTo>
                <a:cubicBezTo>
                  <a:pt x="1340383" y="275620"/>
                  <a:pt x="1339373" y="273365"/>
                  <a:pt x="1337760" y="271570"/>
                </a:cubicBezTo>
                <a:cubicBezTo>
                  <a:pt x="1336205" y="269989"/>
                  <a:pt x="1335020" y="268081"/>
                  <a:pt x="1334295" y="265986"/>
                </a:cubicBezTo>
                <a:cubicBezTo>
                  <a:pt x="1334295" y="265890"/>
                  <a:pt x="1327365" y="257900"/>
                  <a:pt x="1327364" y="253953"/>
                </a:cubicBezTo>
                <a:cubicBezTo>
                  <a:pt x="1327593" y="247870"/>
                  <a:pt x="1332363" y="242935"/>
                  <a:pt x="1338434" y="242497"/>
                </a:cubicBezTo>
                <a:cubicBezTo>
                  <a:pt x="1340360" y="241727"/>
                  <a:pt x="1343921" y="242497"/>
                  <a:pt x="1345847" y="242497"/>
                </a:cubicBezTo>
                <a:cubicBezTo>
                  <a:pt x="1350467" y="242112"/>
                  <a:pt x="1353741" y="237683"/>
                  <a:pt x="1356244" y="233930"/>
                </a:cubicBezTo>
                <a:cubicBezTo>
                  <a:pt x="1357581" y="228765"/>
                  <a:pt x="1358355" y="223473"/>
                  <a:pt x="1358553" y="218142"/>
                </a:cubicBezTo>
                <a:cubicBezTo>
                  <a:pt x="1360094" y="212752"/>
                  <a:pt x="1353645" y="211885"/>
                  <a:pt x="1350467" y="210633"/>
                </a:cubicBezTo>
                <a:cubicBezTo>
                  <a:pt x="1347412" y="209091"/>
                  <a:pt x="1344179" y="207928"/>
                  <a:pt x="1340841" y="207168"/>
                </a:cubicBezTo>
                <a:cubicBezTo>
                  <a:pt x="1338242" y="206976"/>
                  <a:pt x="1336028" y="203895"/>
                  <a:pt x="1334777" y="200526"/>
                </a:cubicBezTo>
                <a:cubicBezTo>
                  <a:pt x="1333526" y="197156"/>
                  <a:pt x="1332466" y="198215"/>
                  <a:pt x="1329771" y="197156"/>
                </a:cubicBezTo>
                <a:cubicBezTo>
                  <a:pt x="1327075" y="196097"/>
                  <a:pt x="1327075" y="186953"/>
                  <a:pt x="1327075" y="185894"/>
                </a:cubicBezTo>
                <a:cubicBezTo>
                  <a:pt x="1327075" y="184834"/>
                  <a:pt x="1329867" y="183679"/>
                  <a:pt x="1332274" y="182620"/>
                </a:cubicBezTo>
                <a:cubicBezTo>
                  <a:pt x="1334681" y="181562"/>
                  <a:pt x="1334681" y="179829"/>
                  <a:pt x="1336220" y="176556"/>
                </a:cubicBezTo>
                <a:cubicBezTo>
                  <a:pt x="1337761" y="173283"/>
                  <a:pt x="1341323" y="172512"/>
                  <a:pt x="1344595" y="171646"/>
                </a:cubicBezTo>
                <a:cubicBezTo>
                  <a:pt x="1348273" y="171430"/>
                  <a:pt x="1351938" y="171012"/>
                  <a:pt x="1355570" y="170395"/>
                </a:cubicBezTo>
                <a:cubicBezTo>
                  <a:pt x="1370971" y="164138"/>
                  <a:pt x="1388396" y="146907"/>
                  <a:pt x="1403124" y="147677"/>
                </a:cubicBezTo>
                <a:cubicBezTo>
                  <a:pt x="1410632" y="148158"/>
                  <a:pt x="1413713" y="148351"/>
                  <a:pt x="1416697" y="146714"/>
                </a:cubicBezTo>
                <a:close/>
                <a:moveTo>
                  <a:pt x="2081117" y="146328"/>
                </a:moveTo>
                <a:cubicBezTo>
                  <a:pt x="2084679" y="146905"/>
                  <a:pt x="2094209" y="145269"/>
                  <a:pt x="2095075" y="146905"/>
                </a:cubicBezTo>
                <a:cubicBezTo>
                  <a:pt x="2097844" y="150961"/>
                  <a:pt x="2101719" y="154136"/>
                  <a:pt x="2106242" y="156051"/>
                </a:cubicBezTo>
                <a:cubicBezTo>
                  <a:pt x="2109997" y="157976"/>
                  <a:pt x="2108360" y="160576"/>
                  <a:pt x="2108841" y="163944"/>
                </a:cubicBezTo>
                <a:cubicBezTo>
                  <a:pt x="2109323" y="167314"/>
                  <a:pt x="2111441" y="168662"/>
                  <a:pt x="2110382" y="171549"/>
                </a:cubicBezTo>
                <a:cubicBezTo>
                  <a:pt x="2109323" y="174438"/>
                  <a:pt x="2106724" y="179540"/>
                  <a:pt x="2104510" y="185701"/>
                </a:cubicBezTo>
                <a:cubicBezTo>
                  <a:pt x="2104510" y="187048"/>
                  <a:pt x="2102777" y="193979"/>
                  <a:pt x="2104510" y="193979"/>
                </a:cubicBezTo>
                <a:cubicBezTo>
                  <a:pt x="2106507" y="194100"/>
                  <a:pt x="2108493" y="193595"/>
                  <a:pt x="2110190" y="192536"/>
                </a:cubicBezTo>
                <a:cubicBezTo>
                  <a:pt x="2111056" y="192151"/>
                  <a:pt x="2114906" y="190225"/>
                  <a:pt x="2117313" y="189358"/>
                </a:cubicBezTo>
                <a:cubicBezTo>
                  <a:pt x="2120204" y="188714"/>
                  <a:pt x="2123014" y="187746"/>
                  <a:pt x="2125688" y="186471"/>
                </a:cubicBezTo>
                <a:cubicBezTo>
                  <a:pt x="2128962" y="184160"/>
                  <a:pt x="2133292" y="179540"/>
                  <a:pt x="2135315" y="179540"/>
                </a:cubicBezTo>
                <a:cubicBezTo>
                  <a:pt x="2135315" y="179540"/>
                  <a:pt x="2148118" y="175785"/>
                  <a:pt x="2150332" y="179540"/>
                </a:cubicBezTo>
                <a:cubicBezTo>
                  <a:pt x="2152545" y="183294"/>
                  <a:pt x="2157936" y="182909"/>
                  <a:pt x="2163424" y="183775"/>
                </a:cubicBezTo>
                <a:cubicBezTo>
                  <a:pt x="2168911" y="184641"/>
                  <a:pt x="2172472" y="193498"/>
                  <a:pt x="2172472" y="201007"/>
                </a:cubicBezTo>
                <a:cubicBezTo>
                  <a:pt x="2172568" y="204087"/>
                  <a:pt x="2172376" y="205339"/>
                  <a:pt x="2169007" y="205339"/>
                </a:cubicBezTo>
                <a:cubicBezTo>
                  <a:pt x="2167178" y="205435"/>
                  <a:pt x="2165156" y="208515"/>
                  <a:pt x="2161788" y="210729"/>
                </a:cubicBezTo>
                <a:cubicBezTo>
                  <a:pt x="2156535" y="213750"/>
                  <a:pt x="2150945" y="216141"/>
                  <a:pt x="2145133" y="217853"/>
                </a:cubicBezTo>
                <a:cubicBezTo>
                  <a:pt x="2142204" y="219808"/>
                  <a:pt x="2138942" y="221211"/>
                  <a:pt x="2135507" y="221992"/>
                </a:cubicBezTo>
                <a:cubicBezTo>
                  <a:pt x="2131271" y="222570"/>
                  <a:pt x="2127517" y="222762"/>
                  <a:pt x="2124341" y="223436"/>
                </a:cubicBezTo>
                <a:cubicBezTo>
                  <a:pt x="2118379" y="224900"/>
                  <a:pt x="2112623" y="227098"/>
                  <a:pt x="2107205" y="229982"/>
                </a:cubicBezTo>
                <a:cubicBezTo>
                  <a:pt x="2104895" y="232431"/>
                  <a:pt x="2102979" y="235225"/>
                  <a:pt x="2101525" y="238261"/>
                </a:cubicBezTo>
                <a:cubicBezTo>
                  <a:pt x="2100187" y="242769"/>
                  <a:pt x="2100928" y="247640"/>
                  <a:pt x="2103547" y="251546"/>
                </a:cubicBezTo>
                <a:cubicBezTo>
                  <a:pt x="2111564" y="262465"/>
                  <a:pt x="2121094" y="272189"/>
                  <a:pt x="2131849" y="280425"/>
                </a:cubicBezTo>
                <a:cubicBezTo>
                  <a:pt x="2136951" y="284757"/>
                  <a:pt x="2144171" y="299678"/>
                  <a:pt x="2152738" y="304010"/>
                </a:cubicBezTo>
                <a:cubicBezTo>
                  <a:pt x="2160381" y="308168"/>
                  <a:pt x="2167576" y="313104"/>
                  <a:pt x="2174206" y="318738"/>
                </a:cubicBezTo>
                <a:cubicBezTo>
                  <a:pt x="2178115" y="320809"/>
                  <a:pt x="2182249" y="322425"/>
                  <a:pt x="2186527" y="323552"/>
                </a:cubicBezTo>
                <a:cubicBezTo>
                  <a:pt x="2190378" y="325188"/>
                  <a:pt x="2193748" y="328750"/>
                  <a:pt x="2196154" y="329617"/>
                </a:cubicBezTo>
                <a:cubicBezTo>
                  <a:pt x="2202411" y="331734"/>
                  <a:pt x="2207802" y="333659"/>
                  <a:pt x="2217428" y="337510"/>
                </a:cubicBezTo>
                <a:cubicBezTo>
                  <a:pt x="2219739" y="338473"/>
                  <a:pt x="2223589" y="338761"/>
                  <a:pt x="2224744" y="340880"/>
                </a:cubicBezTo>
                <a:lnTo>
                  <a:pt x="2223974" y="341842"/>
                </a:lnTo>
                <a:cubicBezTo>
                  <a:pt x="2224937" y="343671"/>
                  <a:pt x="2221856" y="345307"/>
                  <a:pt x="2221664" y="347426"/>
                </a:cubicBezTo>
                <a:cubicBezTo>
                  <a:pt x="2221472" y="349543"/>
                  <a:pt x="2222434" y="353105"/>
                  <a:pt x="2220606" y="355319"/>
                </a:cubicBezTo>
                <a:cubicBezTo>
                  <a:pt x="2217647" y="359113"/>
                  <a:pt x="2213184" y="361431"/>
                  <a:pt x="2208380" y="361673"/>
                </a:cubicBezTo>
                <a:cubicBezTo>
                  <a:pt x="2206358" y="361865"/>
                  <a:pt x="2204817" y="364753"/>
                  <a:pt x="2203374" y="365812"/>
                </a:cubicBezTo>
                <a:cubicBezTo>
                  <a:pt x="2201930" y="366871"/>
                  <a:pt x="2199812" y="366871"/>
                  <a:pt x="2198367" y="366871"/>
                </a:cubicBezTo>
                <a:cubicBezTo>
                  <a:pt x="2194604" y="366886"/>
                  <a:pt x="2190841" y="366660"/>
                  <a:pt x="2187105" y="366198"/>
                </a:cubicBezTo>
                <a:cubicBezTo>
                  <a:pt x="2183225" y="366410"/>
                  <a:pt x="2179337" y="366410"/>
                  <a:pt x="2175457" y="366198"/>
                </a:cubicBezTo>
                <a:cubicBezTo>
                  <a:pt x="2171968" y="366166"/>
                  <a:pt x="2168513" y="365514"/>
                  <a:pt x="2165252" y="364272"/>
                </a:cubicBezTo>
                <a:cubicBezTo>
                  <a:pt x="2158899" y="360614"/>
                  <a:pt x="2154086" y="363309"/>
                  <a:pt x="2149273" y="362058"/>
                </a:cubicBezTo>
                <a:cubicBezTo>
                  <a:pt x="2145494" y="361378"/>
                  <a:pt x="2142194" y="359096"/>
                  <a:pt x="2140224" y="355801"/>
                </a:cubicBezTo>
                <a:cubicBezTo>
                  <a:pt x="2137144" y="347233"/>
                  <a:pt x="2141282" y="344730"/>
                  <a:pt x="2126362" y="331060"/>
                </a:cubicBezTo>
                <a:cubicBezTo>
                  <a:pt x="2120733" y="324742"/>
                  <a:pt x="2115493" y="318087"/>
                  <a:pt x="2110671" y="311134"/>
                </a:cubicBezTo>
                <a:cubicBezTo>
                  <a:pt x="2107735" y="307274"/>
                  <a:pt x="2104518" y="303639"/>
                  <a:pt x="2101044" y="300255"/>
                </a:cubicBezTo>
                <a:cubicBezTo>
                  <a:pt x="2091225" y="293036"/>
                  <a:pt x="2082465" y="283025"/>
                  <a:pt x="2079192" y="281002"/>
                </a:cubicBezTo>
                <a:cubicBezTo>
                  <a:pt x="2078037" y="280329"/>
                  <a:pt x="2071491" y="295924"/>
                  <a:pt x="2064079" y="303914"/>
                </a:cubicBezTo>
                <a:cubicBezTo>
                  <a:pt x="2056666" y="311904"/>
                  <a:pt x="2051276" y="315658"/>
                  <a:pt x="2042226" y="325284"/>
                </a:cubicBezTo>
                <a:cubicBezTo>
                  <a:pt x="2035622" y="331138"/>
                  <a:pt x="2028027" y="335768"/>
                  <a:pt x="2019797" y="338954"/>
                </a:cubicBezTo>
                <a:cubicBezTo>
                  <a:pt x="2016042" y="341457"/>
                  <a:pt x="2007475" y="345307"/>
                  <a:pt x="2003143" y="348003"/>
                </a:cubicBezTo>
                <a:cubicBezTo>
                  <a:pt x="1998811" y="350698"/>
                  <a:pt x="1991206" y="350313"/>
                  <a:pt x="1987837" y="351950"/>
                </a:cubicBezTo>
                <a:cubicBezTo>
                  <a:pt x="1985169" y="352993"/>
                  <a:pt x="1982326" y="353516"/>
                  <a:pt x="1979462" y="353491"/>
                </a:cubicBezTo>
                <a:cubicBezTo>
                  <a:pt x="1977151" y="353105"/>
                  <a:pt x="1975515" y="349832"/>
                  <a:pt x="1973782" y="348581"/>
                </a:cubicBezTo>
                <a:cubicBezTo>
                  <a:pt x="1972049" y="347330"/>
                  <a:pt x="1972049" y="341072"/>
                  <a:pt x="1969450" y="339916"/>
                </a:cubicBezTo>
                <a:cubicBezTo>
                  <a:pt x="1966942" y="339301"/>
                  <a:pt x="1964494" y="338463"/>
                  <a:pt x="1962134" y="337414"/>
                </a:cubicBezTo>
                <a:cubicBezTo>
                  <a:pt x="1960594" y="335970"/>
                  <a:pt x="1961845" y="333563"/>
                  <a:pt x="1966851" y="331927"/>
                </a:cubicBezTo>
                <a:cubicBezTo>
                  <a:pt x="1970843" y="330572"/>
                  <a:pt x="1974512" y="328409"/>
                  <a:pt x="1977632" y="325573"/>
                </a:cubicBezTo>
                <a:cubicBezTo>
                  <a:pt x="1980279" y="323995"/>
                  <a:pt x="1982762" y="322156"/>
                  <a:pt x="1985045" y="320086"/>
                </a:cubicBezTo>
                <a:cubicBezTo>
                  <a:pt x="1985912" y="319027"/>
                  <a:pt x="1988992" y="318546"/>
                  <a:pt x="1990244" y="317776"/>
                </a:cubicBezTo>
                <a:cubicBezTo>
                  <a:pt x="2002461" y="307421"/>
                  <a:pt x="2014034" y="296330"/>
                  <a:pt x="2024899" y="284565"/>
                </a:cubicBezTo>
                <a:cubicBezTo>
                  <a:pt x="2031111" y="277871"/>
                  <a:pt x="2035690" y="269833"/>
                  <a:pt x="2038280" y="261076"/>
                </a:cubicBezTo>
                <a:cubicBezTo>
                  <a:pt x="2039919" y="258116"/>
                  <a:pt x="2040872" y="254826"/>
                  <a:pt x="2041071" y="251450"/>
                </a:cubicBezTo>
                <a:cubicBezTo>
                  <a:pt x="2040782" y="249909"/>
                  <a:pt x="2036161" y="251450"/>
                  <a:pt x="2034140" y="251450"/>
                </a:cubicBezTo>
                <a:cubicBezTo>
                  <a:pt x="2032119" y="251450"/>
                  <a:pt x="2030867" y="251353"/>
                  <a:pt x="2028845" y="251450"/>
                </a:cubicBezTo>
                <a:cubicBezTo>
                  <a:pt x="2026824" y="251546"/>
                  <a:pt x="2024032" y="253375"/>
                  <a:pt x="2021722" y="253375"/>
                </a:cubicBezTo>
                <a:cubicBezTo>
                  <a:pt x="2019509" y="254145"/>
                  <a:pt x="2017100" y="254145"/>
                  <a:pt x="2014887" y="253375"/>
                </a:cubicBezTo>
                <a:cubicBezTo>
                  <a:pt x="2011228" y="252220"/>
                  <a:pt x="2009303" y="249139"/>
                  <a:pt x="2004393" y="248465"/>
                </a:cubicBezTo>
                <a:cubicBezTo>
                  <a:pt x="1997770" y="246115"/>
                  <a:pt x="1993038" y="240229"/>
                  <a:pt x="1992168" y="233255"/>
                </a:cubicBezTo>
                <a:cubicBezTo>
                  <a:pt x="1991337" y="229685"/>
                  <a:pt x="1992606" y="225953"/>
                  <a:pt x="1995441" y="223628"/>
                </a:cubicBezTo>
                <a:cubicBezTo>
                  <a:pt x="1997944" y="221800"/>
                  <a:pt x="1999196" y="219201"/>
                  <a:pt x="2001218" y="217660"/>
                </a:cubicBezTo>
                <a:cubicBezTo>
                  <a:pt x="2003239" y="216120"/>
                  <a:pt x="2006897" y="215927"/>
                  <a:pt x="2008534" y="214869"/>
                </a:cubicBezTo>
                <a:cubicBezTo>
                  <a:pt x="2010170" y="213810"/>
                  <a:pt x="2011903" y="211885"/>
                  <a:pt x="2014694" y="210825"/>
                </a:cubicBezTo>
                <a:cubicBezTo>
                  <a:pt x="2017486" y="209766"/>
                  <a:pt x="2024610" y="210825"/>
                  <a:pt x="2029712" y="210825"/>
                </a:cubicBezTo>
                <a:cubicBezTo>
                  <a:pt x="2038482" y="209673"/>
                  <a:pt x="2046911" y="206689"/>
                  <a:pt x="2054452" y="202065"/>
                </a:cubicBezTo>
                <a:cubicBezTo>
                  <a:pt x="2054190" y="194194"/>
                  <a:pt x="2055807" y="186373"/>
                  <a:pt x="2059169" y="179251"/>
                </a:cubicBezTo>
                <a:cubicBezTo>
                  <a:pt x="2060307" y="174523"/>
                  <a:pt x="2060858" y="169674"/>
                  <a:pt x="2060805" y="164811"/>
                </a:cubicBezTo>
                <a:cubicBezTo>
                  <a:pt x="2061334" y="160665"/>
                  <a:pt x="2061105" y="156457"/>
                  <a:pt x="2060132" y="152392"/>
                </a:cubicBezTo>
                <a:cubicBezTo>
                  <a:pt x="2060035" y="148927"/>
                  <a:pt x="2061960" y="148542"/>
                  <a:pt x="2063983" y="147965"/>
                </a:cubicBezTo>
                <a:cubicBezTo>
                  <a:pt x="2070336" y="146231"/>
                  <a:pt x="2070240" y="148639"/>
                  <a:pt x="2073609" y="148735"/>
                </a:cubicBezTo>
                <a:cubicBezTo>
                  <a:pt x="2076978" y="148831"/>
                  <a:pt x="2077556" y="145750"/>
                  <a:pt x="2081117" y="146328"/>
                </a:cubicBezTo>
                <a:close/>
                <a:moveTo>
                  <a:pt x="748621" y="143248"/>
                </a:moveTo>
                <a:cubicBezTo>
                  <a:pt x="750449" y="143441"/>
                  <a:pt x="752567" y="146522"/>
                  <a:pt x="755744" y="147195"/>
                </a:cubicBezTo>
                <a:cubicBezTo>
                  <a:pt x="758920" y="147869"/>
                  <a:pt x="763445" y="147773"/>
                  <a:pt x="767102" y="148447"/>
                </a:cubicBezTo>
                <a:cubicBezTo>
                  <a:pt x="769029" y="148447"/>
                  <a:pt x="776729" y="148447"/>
                  <a:pt x="778655" y="148447"/>
                </a:cubicBezTo>
                <a:cubicBezTo>
                  <a:pt x="781258" y="148606"/>
                  <a:pt x="783805" y="149258"/>
                  <a:pt x="786163" y="150372"/>
                </a:cubicBezTo>
                <a:cubicBezTo>
                  <a:pt x="787318" y="151046"/>
                  <a:pt x="791362" y="151912"/>
                  <a:pt x="792805" y="153549"/>
                </a:cubicBezTo>
                <a:cubicBezTo>
                  <a:pt x="796075" y="156580"/>
                  <a:pt x="798525" y="160388"/>
                  <a:pt x="799929" y="164619"/>
                </a:cubicBezTo>
                <a:lnTo>
                  <a:pt x="798677" y="165100"/>
                </a:lnTo>
                <a:cubicBezTo>
                  <a:pt x="799159" y="168566"/>
                  <a:pt x="798100" y="169721"/>
                  <a:pt x="798100" y="172417"/>
                </a:cubicBezTo>
                <a:cubicBezTo>
                  <a:pt x="798525" y="176127"/>
                  <a:pt x="798525" y="179873"/>
                  <a:pt x="798100" y="183583"/>
                </a:cubicBezTo>
                <a:cubicBezTo>
                  <a:pt x="797619" y="185509"/>
                  <a:pt x="794731" y="190225"/>
                  <a:pt x="792420" y="195713"/>
                </a:cubicBezTo>
                <a:cubicBezTo>
                  <a:pt x="791599" y="199844"/>
                  <a:pt x="791053" y="204024"/>
                  <a:pt x="790784" y="208227"/>
                </a:cubicBezTo>
                <a:cubicBezTo>
                  <a:pt x="790688" y="214099"/>
                  <a:pt x="790399" y="218432"/>
                  <a:pt x="789533" y="230946"/>
                </a:cubicBezTo>
                <a:cubicBezTo>
                  <a:pt x="789340" y="235181"/>
                  <a:pt x="788185" y="239128"/>
                  <a:pt x="787510" y="244808"/>
                </a:cubicBezTo>
                <a:cubicBezTo>
                  <a:pt x="787222" y="246925"/>
                  <a:pt x="786644" y="252894"/>
                  <a:pt x="786644" y="256552"/>
                </a:cubicBezTo>
                <a:cubicBezTo>
                  <a:pt x="786548" y="262039"/>
                  <a:pt x="789051" y="263099"/>
                  <a:pt x="789340" y="264542"/>
                </a:cubicBezTo>
                <a:cubicBezTo>
                  <a:pt x="789629" y="265986"/>
                  <a:pt x="789725" y="266275"/>
                  <a:pt x="790110" y="269162"/>
                </a:cubicBezTo>
                <a:cubicBezTo>
                  <a:pt x="790495" y="272051"/>
                  <a:pt x="792132" y="273398"/>
                  <a:pt x="791650" y="276383"/>
                </a:cubicBezTo>
                <a:cubicBezTo>
                  <a:pt x="791169" y="279367"/>
                  <a:pt x="788666" y="284373"/>
                  <a:pt x="787318" y="291881"/>
                </a:cubicBezTo>
                <a:cubicBezTo>
                  <a:pt x="786619" y="295294"/>
                  <a:pt x="784660" y="298319"/>
                  <a:pt x="781832" y="300352"/>
                </a:cubicBezTo>
                <a:cubicBezTo>
                  <a:pt x="776945" y="304442"/>
                  <a:pt x="771415" y="307695"/>
                  <a:pt x="765466" y="309979"/>
                </a:cubicBezTo>
                <a:cubicBezTo>
                  <a:pt x="758920" y="312097"/>
                  <a:pt x="754877" y="321145"/>
                  <a:pt x="751123" y="323552"/>
                </a:cubicBezTo>
                <a:cubicBezTo>
                  <a:pt x="746224" y="326126"/>
                  <a:pt x="741177" y="328408"/>
                  <a:pt x="736010" y="330387"/>
                </a:cubicBezTo>
                <a:cubicBezTo>
                  <a:pt x="729123" y="333356"/>
                  <a:pt x="722652" y="337207"/>
                  <a:pt x="716757" y="341843"/>
                </a:cubicBezTo>
                <a:cubicBezTo>
                  <a:pt x="712973" y="343874"/>
                  <a:pt x="709009" y="345550"/>
                  <a:pt x="704916" y="346848"/>
                </a:cubicBezTo>
                <a:cubicBezTo>
                  <a:pt x="699122" y="351766"/>
                  <a:pt x="692941" y="356208"/>
                  <a:pt x="686433" y="360133"/>
                </a:cubicBezTo>
                <a:cubicBezTo>
                  <a:pt x="682678" y="361770"/>
                  <a:pt x="678155" y="353202"/>
                  <a:pt x="674592" y="349448"/>
                </a:cubicBezTo>
                <a:cubicBezTo>
                  <a:pt x="672211" y="347298"/>
                  <a:pt x="669669" y="345335"/>
                  <a:pt x="666988" y="343576"/>
                </a:cubicBezTo>
                <a:cubicBezTo>
                  <a:pt x="664870" y="341843"/>
                  <a:pt x="665640" y="336933"/>
                  <a:pt x="664870" y="333949"/>
                </a:cubicBezTo>
                <a:cubicBezTo>
                  <a:pt x="664100" y="330965"/>
                  <a:pt x="662174" y="326921"/>
                  <a:pt x="662174" y="325574"/>
                </a:cubicBezTo>
                <a:cubicBezTo>
                  <a:pt x="662373" y="322747"/>
                  <a:pt x="664167" y="320281"/>
                  <a:pt x="666795" y="319220"/>
                </a:cubicBezTo>
                <a:cubicBezTo>
                  <a:pt x="668913" y="318546"/>
                  <a:pt x="671897" y="319509"/>
                  <a:pt x="673919" y="318546"/>
                </a:cubicBezTo>
                <a:cubicBezTo>
                  <a:pt x="677784" y="316674"/>
                  <a:pt x="681486" y="314485"/>
                  <a:pt x="684989" y="312000"/>
                </a:cubicBezTo>
                <a:cubicBezTo>
                  <a:pt x="688675" y="309882"/>
                  <a:pt x="692671" y="308356"/>
                  <a:pt x="696830" y="307476"/>
                </a:cubicBezTo>
                <a:cubicBezTo>
                  <a:pt x="703923" y="304178"/>
                  <a:pt x="710776" y="300382"/>
                  <a:pt x="717334" y="296117"/>
                </a:cubicBezTo>
                <a:cubicBezTo>
                  <a:pt x="720703" y="294287"/>
                  <a:pt x="726960" y="291208"/>
                  <a:pt x="726960" y="286490"/>
                </a:cubicBezTo>
                <a:cubicBezTo>
                  <a:pt x="727224" y="279234"/>
                  <a:pt x="727031" y="271967"/>
                  <a:pt x="726383" y="264735"/>
                </a:cubicBezTo>
                <a:cubicBezTo>
                  <a:pt x="725324" y="262520"/>
                  <a:pt x="721280" y="261654"/>
                  <a:pt x="721281" y="261654"/>
                </a:cubicBezTo>
                <a:cubicBezTo>
                  <a:pt x="718155" y="262563"/>
                  <a:pt x="714909" y="262985"/>
                  <a:pt x="711655" y="262906"/>
                </a:cubicBezTo>
                <a:cubicBezTo>
                  <a:pt x="708559" y="263764"/>
                  <a:pt x="705534" y="264858"/>
                  <a:pt x="702606" y="266178"/>
                </a:cubicBezTo>
                <a:cubicBezTo>
                  <a:pt x="700776" y="267045"/>
                  <a:pt x="697504" y="267911"/>
                  <a:pt x="695770" y="267045"/>
                </a:cubicBezTo>
                <a:cubicBezTo>
                  <a:pt x="693804" y="266526"/>
                  <a:pt x="692177" y="265146"/>
                  <a:pt x="691343" y="263291"/>
                </a:cubicBezTo>
                <a:cubicBezTo>
                  <a:pt x="690085" y="259698"/>
                  <a:pt x="689402" y="255929"/>
                  <a:pt x="689322" y="252124"/>
                </a:cubicBezTo>
                <a:cubicBezTo>
                  <a:pt x="688169" y="249678"/>
                  <a:pt x="687514" y="247027"/>
                  <a:pt x="687395" y="244327"/>
                </a:cubicBezTo>
                <a:cubicBezTo>
                  <a:pt x="688278" y="239114"/>
                  <a:pt x="688569" y="233817"/>
                  <a:pt x="688262" y="228539"/>
                </a:cubicBezTo>
                <a:cubicBezTo>
                  <a:pt x="688262" y="222281"/>
                  <a:pt x="693460" y="220164"/>
                  <a:pt x="697889" y="219394"/>
                </a:cubicBezTo>
                <a:cubicBezTo>
                  <a:pt x="702316" y="218624"/>
                  <a:pt x="706263" y="215350"/>
                  <a:pt x="710692" y="215351"/>
                </a:cubicBezTo>
                <a:cubicBezTo>
                  <a:pt x="713915" y="215449"/>
                  <a:pt x="717141" y="215224"/>
                  <a:pt x="720318" y="214677"/>
                </a:cubicBezTo>
                <a:cubicBezTo>
                  <a:pt x="724881" y="213357"/>
                  <a:pt x="729226" y="211379"/>
                  <a:pt x="733218" y="208805"/>
                </a:cubicBezTo>
                <a:cubicBezTo>
                  <a:pt x="735721" y="205147"/>
                  <a:pt x="739475" y="202836"/>
                  <a:pt x="739475" y="197060"/>
                </a:cubicBezTo>
                <a:cubicBezTo>
                  <a:pt x="740052" y="186183"/>
                  <a:pt x="743422" y="181369"/>
                  <a:pt x="743422" y="171743"/>
                </a:cubicBezTo>
                <a:cubicBezTo>
                  <a:pt x="743854" y="165594"/>
                  <a:pt x="741483" y="159578"/>
                  <a:pt x="736972" y="155378"/>
                </a:cubicBezTo>
                <a:cubicBezTo>
                  <a:pt x="736058" y="153973"/>
                  <a:pt x="736058" y="152162"/>
                  <a:pt x="736972" y="150757"/>
                </a:cubicBezTo>
                <a:cubicBezTo>
                  <a:pt x="739646" y="149270"/>
                  <a:pt x="742080" y="147388"/>
                  <a:pt x="744192" y="145173"/>
                </a:cubicBezTo>
                <a:cubicBezTo>
                  <a:pt x="745173" y="143732"/>
                  <a:pt x="746896" y="142983"/>
                  <a:pt x="748621" y="143248"/>
                </a:cubicBezTo>
                <a:close/>
                <a:moveTo>
                  <a:pt x="885317" y="130445"/>
                </a:moveTo>
                <a:cubicBezTo>
                  <a:pt x="889744" y="130637"/>
                  <a:pt x="890322" y="133140"/>
                  <a:pt x="892344" y="134584"/>
                </a:cubicBezTo>
                <a:cubicBezTo>
                  <a:pt x="894190" y="135425"/>
                  <a:pt x="896187" y="135884"/>
                  <a:pt x="898215" y="135931"/>
                </a:cubicBezTo>
                <a:cubicBezTo>
                  <a:pt x="900045" y="136220"/>
                  <a:pt x="901777" y="138820"/>
                  <a:pt x="902740" y="141033"/>
                </a:cubicBezTo>
                <a:cubicBezTo>
                  <a:pt x="904882" y="145463"/>
                  <a:pt x="906125" y="150273"/>
                  <a:pt x="906398" y="155184"/>
                </a:cubicBezTo>
                <a:cubicBezTo>
                  <a:pt x="906013" y="165677"/>
                  <a:pt x="898601" y="167987"/>
                  <a:pt x="895905" y="174437"/>
                </a:cubicBezTo>
                <a:cubicBezTo>
                  <a:pt x="894846" y="177553"/>
                  <a:pt x="894167" y="180785"/>
                  <a:pt x="893884" y="184064"/>
                </a:cubicBezTo>
                <a:cubicBezTo>
                  <a:pt x="894846" y="189359"/>
                  <a:pt x="900237" y="190803"/>
                  <a:pt x="902547" y="187048"/>
                </a:cubicBezTo>
                <a:cubicBezTo>
                  <a:pt x="906880" y="186086"/>
                  <a:pt x="908227" y="183583"/>
                  <a:pt x="911211" y="182138"/>
                </a:cubicBezTo>
                <a:cubicBezTo>
                  <a:pt x="914196" y="180695"/>
                  <a:pt x="918432" y="185508"/>
                  <a:pt x="925170" y="187048"/>
                </a:cubicBezTo>
                <a:cubicBezTo>
                  <a:pt x="928924" y="187914"/>
                  <a:pt x="930464" y="197252"/>
                  <a:pt x="932967" y="201584"/>
                </a:cubicBezTo>
                <a:cubicBezTo>
                  <a:pt x="934098" y="204932"/>
                  <a:pt x="934650" y="208448"/>
                  <a:pt x="934603" y="211981"/>
                </a:cubicBezTo>
                <a:cubicBezTo>
                  <a:pt x="934470" y="214653"/>
                  <a:pt x="932518" y="216885"/>
                  <a:pt x="929886" y="217372"/>
                </a:cubicBezTo>
                <a:cubicBezTo>
                  <a:pt x="926518" y="218142"/>
                  <a:pt x="924495" y="218623"/>
                  <a:pt x="920260" y="219874"/>
                </a:cubicBezTo>
                <a:cubicBezTo>
                  <a:pt x="917096" y="221240"/>
                  <a:pt x="914246" y="223238"/>
                  <a:pt x="911886" y="225746"/>
                </a:cubicBezTo>
                <a:cubicBezTo>
                  <a:pt x="908131" y="228442"/>
                  <a:pt x="904183" y="229020"/>
                  <a:pt x="900141" y="232292"/>
                </a:cubicBezTo>
                <a:cubicBezTo>
                  <a:pt x="894580" y="236522"/>
                  <a:pt x="888231" y="239598"/>
                  <a:pt x="881466" y="241341"/>
                </a:cubicBezTo>
                <a:cubicBezTo>
                  <a:pt x="878010" y="247729"/>
                  <a:pt x="875819" y="254724"/>
                  <a:pt x="875016" y="261942"/>
                </a:cubicBezTo>
                <a:cubicBezTo>
                  <a:pt x="874582" y="265164"/>
                  <a:pt x="874812" y="268439"/>
                  <a:pt x="875690" y="271568"/>
                </a:cubicBezTo>
                <a:cubicBezTo>
                  <a:pt x="877326" y="277344"/>
                  <a:pt x="875882" y="282832"/>
                  <a:pt x="880888" y="288608"/>
                </a:cubicBezTo>
                <a:cubicBezTo>
                  <a:pt x="884779" y="292280"/>
                  <a:pt x="889803" y="294520"/>
                  <a:pt x="895135" y="294961"/>
                </a:cubicBezTo>
                <a:cubicBezTo>
                  <a:pt x="898577" y="295020"/>
                  <a:pt x="902000" y="295473"/>
                  <a:pt x="905340" y="296309"/>
                </a:cubicBezTo>
                <a:cubicBezTo>
                  <a:pt x="907682" y="297086"/>
                  <a:pt x="910103" y="297602"/>
                  <a:pt x="912559" y="297849"/>
                </a:cubicBezTo>
                <a:cubicBezTo>
                  <a:pt x="914697" y="299295"/>
                  <a:pt x="917131" y="300249"/>
                  <a:pt x="919683" y="300641"/>
                </a:cubicBezTo>
                <a:cubicBezTo>
                  <a:pt x="923441" y="300485"/>
                  <a:pt x="927202" y="300874"/>
                  <a:pt x="930849" y="301796"/>
                </a:cubicBezTo>
                <a:lnTo>
                  <a:pt x="931330" y="301988"/>
                </a:lnTo>
                <a:cubicBezTo>
                  <a:pt x="936240" y="304965"/>
                  <a:pt x="938746" y="310709"/>
                  <a:pt x="937587" y="316332"/>
                </a:cubicBezTo>
                <a:cubicBezTo>
                  <a:pt x="936025" y="321758"/>
                  <a:pt x="934160" y="327092"/>
                  <a:pt x="932005" y="332311"/>
                </a:cubicBezTo>
                <a:cubicBezTo>
                  <a:pt x="930656" y="336547"/>
                  <a:pt x="929790" y="340976"/>
                  <a:pt x="927384" y="342805"/>
                </a:cubicBezTo>
                <a:cubicBezTo>
                  <a:pt x="924977" y="344633"/>
                  <a:pt x="918817" y="343286"/>
                  <a:pt x="915351" y="344633"/>
                </a:cubicBezTo>
                <a:cubicBezTo>
                  <a:pt x="911594" y="346241"/>
                  <a:pt x="907588" y="347186"/>
                  <a:pt x="903510" y="347425"/>
                </a:cubicBezTo>
                <a:cubicBezTo>
                  <a:pt x="900622" y="347425"/>
                  <a:pt x="897060" y="344633"/>
                  <a:pt x="895231" y="343863"/>
                </a:cubicBezTo>
                <a:cubicBezTo>
                  <a:pt x="891083" y="342628"/>
                  <a:pt x="886736" y="342203"/>
                  <a:pt x="882428" y="342612"/>
                </a:cubicBezTo>
                <a:cubicBezTo>
                  <a:pt x="878963" y="342612"/>
                  <a:pt x="869817" y="342612"/>
                  <a:pt x="869817" y="342612"/>
                </a:cubicBezTo>
                <a:cubicBezTo>
                  <a:pt x="867892" y="342612"/>
                  <a:pt x="863753" y="340398"/>
                  <a:pt x="859133" y="339531"/>
                </a:cubicBezTo>
                <a:cubicBezTo>
                  <a:pt x="854512" y="338665"/>
                  <a:pt x="846907" y="339723"/>
                  <a:pt x="843537" y="338665"/>
                </a:cubicBezTo>
                <a:cubicBezTo>
                  <a:pt x="840696" y="337643"/>
                  <a:pt x="838032" y="336181"/>
                  <a:pt x="835644" y="334333"/>
                </a:cubicBezTo>
                <a:cubicBezTo>
                  <a:pt x="832652" y="330791"/>
                  <a:pt x="830189" y="326836"/>
                  <a:pt x="828328" y="322589"/>
                </a:cubicBezTo>
                <a:cubicBezTo>
                  <a:pt x="827628" y="318067"/>
                  <a:pt x="827305" y="313495"/>
                  <a:pt x="827365" y="308919"/>
                </a:cubicBezTo>
                <a:cubicBezTo>
                  <a:pt x="826980" y="306320"/>
                  <a:pt x="823995" y="294576"/>
                  <a:pt x="823995" y="292650"/>
                </a:cubicBezTo>
                <a:lnTo>
                  <a:pt x="823322" y="282447"/>
                </a:lnTo>
                <a:cubicBezTo>
                  <a:pt x="823312" y="279197"/>
                  <a:pt x="822893" y="275963"/>
                  <a:pt x="822071" y="272820"/>
                </a:cubicBezTo>
                <a:cubicBezTo>
                  <a:pt x="820874" y="267875"/>
                  <a:pt x="820356" y="262791"/>
                  <a:pt x="820530" y="257707"/>
                </a:cubicBezTo>
                <a:cubicBezTo>
                  <a:pt x="820434" y="249813"/>
                  <a:pt x="822744" y="248562"/>
                  <a:pt x="824573" y="233351"/>
                </a:cubicBezTo>
                <a:cubicBezTo>
                  <a:pt x="824765" y="231811"/>
                  <a:pt x="827943" y="227190"/>
                  <a:pt x="827943" y="225746"/>
                </a:cubicBezTo>
                <a:cubicBezTo>
                  <a:pt x="828520" y="218238"/>
                  <a:pt x="830156" y="218334"/>
                  <a:pt x="830830" y="213232"/>
                </a:cubicBezTo>
                <a:cubicBezTo>
                  <a:pt x="831504" y="208130"/>
                  <a:pt x="833526" y="201970"/>
                  <a:pt x="833526" y="200429"/>
                </a:cubicBezTo>
                <a:cubicBezTo>
                  <a:pt x="834681" y="192631"/>
                  <a:pt x="834681" y="182524"/>
                  <a:pt x="834682" y="180502"/>
                </a:cubicBezTo>
                <a:cubicBezTo>
                  <a:pt x="835068" y="176343"/>
                  <a:pt x="836040" y="172260"/>
                  <a:pt x="837569" y="168372"/>
                </a:cubicBezTo>
                <a:cubicBezTo>
                  <a:pt x="839356" y="162050"/>
                  <a:pt x="840738" y="155619"/>
                  <a:pt x="841709" y="149119"/>
                </a:cubicBezTo>
                <a:cubicBezTo>
                  <a:pt x="841384" y="144719"/>
                  <a:pt x="841546" y="140296"/>
                  <a:pt x="842190" y="135931"/>
                </a:cubicBezTo>
                <a:cubicBezTo>
                  <a:pt x="843537" y="131311"/>
                  <a:pt x="845944" y="130541"/>
                  <a:pt x="849794" y="130541"/>
                </a:cubicBezTo>
                <a:cubicBezTo>
                  <a:pt x="851527" y="130445"/>
                  <a:pt x="856629" y="132466"/>
                  <a:pt x="859421" y="132563"/>
                </a:cubicBezTo>
                <a:cubicBezTo>
                  <a:pt x="862213" y="132659"/>
                  <a:pt x="866064" y="130734"/>
                  <a:pt x="867989" y="130734"/>
                </a:cubicBezTo>
                <a:cubicBezTo>
                  <a:pt x="870585" y="131087"/>
                  <a:pt x="873157" y="131602"/>
                  <a:pt x="875690" y="132274"/>
                </a:cubicBezTo>
                <a:cubicBezTo>
                  <a:pt x="878845" y="131412"/>
                  <a:pt x="882064" y="130800"/>
                  <a:pt x="885317" y="130445"/>
                </a:cubicBezTo>
                <a:close/>
                <a:moveTo>
                  <a:pt x="279933" y="129944"/>
                </a:moveTo>
                <a:cubicBezTo>
                  <a:pt x="276426" y="129944"/>
                  <a:pt x="275156" y="133892"/>
                  <a:pt x="274410" y="137758"/>
                </a:cubicBezTo>
                <a:lnTo>
                  <a:pt x="274410" y="138145"/>
                </a:lnTo>
                <a:cubicBezTo>
                  <a:pt x="274051" y="140160"/>
                  <a:pt x="269744" y="162250"/>
                  <a:pt x="269744" y="162250"/>
                </a:cubicBezTo>
                <a:lnTo>
                  <a:pt x="269385" y="164045"/>
                </a:lnTo>
                <a:lnTo>
                  <a:pt x="265961" y="164045"/>
                </a:lnTo>
                <a:cubicBezTo>
                  <a:pt x="237517" y="164161"/>
                  <a:pt x="209215" y="160077"/>
                  <a:pt x="181965" y="151923"/>
                </a:cubicBezTo>
                <a:cubicBezTo>
                  <a:pt x="182591" y="158520"/>
                  <a:pt x="185135" y="164788"/>
                  <a:pt x="189282" y="169954"/>
                </a:cubicBezTo>
                <a:cubicBezTo>
                  <a:pt x="194451" y="176120"/>
                  <a:pt x="201439" y="180488"/>
                  <a:pt x="209245" y="182435"/>
                </a:cubicBezTo>
                <a:lnTo>
                  <a:pt x="210902" y="182766"/>
                </a:lnTo>
                <a:lnTo>
                  <a:pt x="210902" y="184450"/>
                </a:lnTo>
                <a:lnTo>
                  <a:pt x="211012" y="184450"/>
                </a:lnTo>
                <a:cubicBezTo>
                  <a:pt x="211623" y="190078"/>
                  <a:pt x="214216" y="195305"/>
                  <a:pt x="218330" y="199195"/>
                </a:cubicBezTo>
                <a:cubicBezTo>
                  <a:pt x="222792" y="202489"/>
                  <a:pt x="228220" y="204207"/>
                  <a:pt x="233765" y="204083"/>
                </a:cubicBezTo>
                <a:cubicBezTo>
                  <a:pt x="235035" y="204083"/>
                  <a:pt x="235836" y="204083"/>
                  <a:pt x="235836" y="204083"/>
                </a:cubicBezTo>
                <a:lnTo>
                  <a:pt x="237575" y="203862"/>
                </a:lnTo>
                <a:lnTo>
                  <a:pt x="238183" y="205491"/>
                </a:lnTo>
                <a:cubicBezTo>
                  <a:pt x="240486" y="210179"/>
                  <a:pt x="244688" y="213659"/>
                  <a:pt x="249725" y="215045"/>
                </a:cubicBezTo>
                <a:cubicBezTo>
                  <a:pt x="251638" y="215638"/>
                  <a:pt x="253632" y="215936"/>
                  <a:pt x="255634" y="215928"/>
                </a:cubicBezTo>
                <a:cubicBezTo>
                  <a:pt x="258240" y="215925"/>
                  <a:pt x="260828" y="215475"/>
                  <a:pt x="263282" y="214603"/>
                </a:cubicBezTo>
                <a:lnTo>
                  <a:pt x="267341" y="212918"/>
                </a:lnTo>
                <a:lnTo>
                  <a:pt x="261377" y="237300"/>
                </a:lnTo>
                <a:lnTo>
                  <a:pt x="298930" y="237300"/>
                </a:lnTo>
                <a:lnTo>
                  <a:pt x="292938" y="212891"/>
                </a:lnTo>
                <a:lnTo>
                  <a:pt x="297024" y="214603"/>
                </a:lnTo>
                <a:cubicBezTo>
                  <a:pt x="299471" y="215478"/>
                  <a:pt x="302047" y="215928"/>
                  <a:pt x="304645" y="215928"/>
                </a:cubicBezTo>
                <a:cubicBezTo>
                  <a:pt x="306647" y="215934"/>
                  <a:pt x="308641" y="215638"/>
                  <a:pt x="310555" y="215045"/>
                </a:cubicBezTo>
                <a:cubicBezTo>
                  <a:pt x="315594" y="213661"/>
                  <a:pt x="319796" y="210182"/>
                  <a:pt x="322096" y="205491"/>
                </a:cubicBezTo>
                <a:lnTo>
                  <a:pt x="322704" y="203862"/>
                </a:lnTo>
                <a:lnTo>
                  <a:pt x="324443" y="204083"/>
                </a:lnTo>
                <a:cubicBezTo>
                  <a:pt x="324443" y="204083"/>
                  <a:pt x="325244" y="204083"/>
                  <a:pt x="326514" y="204083"/>
                </a:cubicBezTo>
                <a:cubicBezTo>
                  <a:pt x="332059" y="204207"/>
                  <a:pt x="337487" y="202489"/>
                  <a:pt x="341950" y="199195"/>
                </a:cubicBezTo>
                <a:cubicBezTo>
                  <a:pt x="346091" y="195316"/>
                  <a:pt x="348692" y="190069"/>
                  <a:pt x="349267" y="184423"/>
                </a:cubicBezTo>
                <a:lnTo>
                  <a:pt x="349267" y="182766"/>
                </a:lnTo>
                <a:lnTo>
                  <a:pt x="350923" y="182435"/>
                </a:lnTo>
                <a:cubicBezTo>
                  <a:pt x="358707" y="180458"/>
                  <a:pt x="365679" y="176092"/>
                  <a:pt x="370859" y="169954"/>
                </a:cubicBezTo>
                <a:cubicBezTo>
                  <a:pt x="375007" y="164788"/>
                  <a:pt x="377550" y="158520"/>
                  <a:pt x="378177" y="151923"/>
                </a:cubicBezTo>
                <a:cubicBezTo>
                  <a:pt x="350954" y="160069"/>
                  <a:pt x="322679" y="164153"/>
                  <a:pt x="294263" y="164045"/>
                </a:cubicBezTo>
                <a:lnTo>
                  <a:pt x="290839" y="164045"/>
                </a:lnTo>
                <a:lnTo>
                  <a:pt x="290480" y="162250"/>
                </a:lnTo>
                <a:cubicBezTo>
                  <a:pt x="290480" y="162250"/>
                  <a:pt x="286201" y="140050"/>
                  <a:pt x="285814" y="138145"/>
                </a:cubicBezTo>
                <a:lnTo>
                  <a:pt x="285814" y="137758"/>
                </a:lnTo>
                <a:cubicBezTo>
                  <a:pt x="285096" y="133892"/>
                  <a:pt x="283853" y="129944"/>
                  <a:pt x="280292" y="129944"/>
                </a:cubicBezTo>
                <a:close/>
                <a:moveTo>
                  <a:pt x="323367" y="128977"/>
                </a:moveTo>
                <a:cubicBezTo>
                  <a:pt x="327476" y="130404"/>
                  <a:pt x="331178" y="132801"/>
                  <a:pt x="334163" y="135963"/>
                </a:cubicBezTo>
                <a:cubicBezTo>
                  <a:pt x="329958" y="136874"/>
                  <a:pt x="325631" y="137109"/>
                  <a:pt x="321351" y="136653"/>
                </a:cubicBezTo>
                <a:cubicBezTo>
                  <a:pt x="316050" y="136101"/>
                  <a:pt x="311797" y="129695"/>
                  <a:pt x="311797" y="129695"/>
                </a:cubicBezTo>
                <a:cubicBezTo>
                  <a:pt x="315470" y="128195"/>
                  <a:pt x="319537" y="127941"/>
                  <a:pt x="323367" y="128977"/>
                </a:cubicBezTo>
                <a:close/>
                <a:moveTo>
                  <a:pt x="1541938" y="127750"/>
                </a:moveTo>
                <a:cubicBezTo>
                  <a:pt x="1545500" y="127750"/>
                  <a:pt x="1548388" y="131504"/>
                  <a:pt x="1551565" y="131504"/>
                </a:cubicBezTo>
                <a:cubicBezTo>
                  <a:pt x="1558019" y="131034"/>
                  <a:pt x="1564506" y="131520"/>
                  <a:pt x="1570818" y="132947"/>
                </a:cubicBezTo>
                <a:lnTo>
                  <a:pt x="1571685" y="133429"/>
                </a:lnTo>
                <a:cubicBezTo>
                  <a:pt x="1572840" y="134392"/>
                  <a:pt x="1573610" y="140071"/>
                  <a:pt x="1574957" y="141323"/>
                </a:cubicBezTo>
                <a:cubicBezTo>
                  <a:pt x="1578722" y="144868"/>
                  <a:pt x="1581081" y="149654"/>
                  <a:pt x="1581599" y="154800"/>
                </a:cubicBezTo>
                <a:cubicBezTo>
                  <a:pt x="1581311" y="158650"/>
                  <a:pt x="1576209" y="164811"/>
                  <a:pt x="1576209" y="166255"/>
                </a:cubicBezTo>
                <a:cubicBezTo>
                  <a:pt x="1576494" y="169959"/>
                  <a:pt x="1575618" y="173659"/>
                  <a:pt x="1573706" y="176844"/>
                </a:cubicBezTo>
                <a:cubicBezTo>
                  <a:pt x="1569834" y="182124"/>
                  <a:pt x="1566603" y="187843"/>
                  <a:pt x="1564080" y="193884"/>
                </a:cubicBezTo>
                <a:cubicBezTo>
                  <a:pt x="1563021" y="195905"/>
                  <a:pt x="1556475" y="201103"/>
                  <a:pt x="1555415" y="203510"/>
                </a:cubicBezTo>
                <a:cubicBezTo>
                  <a:pt x="1548869" y="218431"/>
                  <a:pt x="1541553" y="228828"/>
                  <a:pt x="1536162" y="243748"/>
                </a:cubicBezTo>
                <a:cubicBezTo>
                  <a:pt x="1535296" y="246154"/>
                  <a:pt x="1531543" y="251064"/>
                  <a:pt x="1529713" y="250198"/>
                </a:cubicBezTo>
                <a:cubicBezTo>
                  <a:pt x="1527203" y="249069"/>
                  <a:pt x="1524330" y="249069"/>
                  <a:pt x="1521819" y="250198"/>
                </a:cubicBezTo>
                <a:cubicBezTo>
                  <a:pt x="1520568" y="251257"/>
                  <a:pt x="1515273" y="251160"/>
                  <a:pt x="1513540" y="252894"/>
                </a:cubicBezTo>
                <a:cubicBezTo>
                  <a:pt x="1511808" y="254626"/>
                  <a:pt x="1502951" y="253279"/>
                  <a:pt x="1501219" y="256648"/>
                </a:cubicBezTo>
                <a:cubicBezTo>
                  <a:pt x="1499967" y="259735"/>
                  <a:pt x="1499967" y="263188"/>
                  <a:pt x="1501219" y="266275"/>
                </a:cubicBezTo>
                <a:cubicBezTo>
                  <a:pt x="1504011" y="269547"/>
                  <a:pt x="1509690" y="266275"/>
                  <a:pt x="1510845" y="264541"/>
                </a:cubicBezTo>
                <a:cubicBezTo>
                  <a:pt x="1512699" y="262315"/>
                  <a:pt x="1515457" y="261042"/>
                  <a:pt x="1518354" y="261076"/>
                </a:cubicBezTo>
                <a:cubicBezTo>
                  <a:pt x="1521693" y="262534"/>
                  <a:pt x="1525178" y="263632"/>
                  <a:pt x="1528750" y="264349"/>
                </a:cubicBezTo>
                <a:cubicBezTo>
                  <a:pt x="1531121" y="264725"/>
                  <a:pt x="1532872" y="266762"/>
                  <a:pt x="1532890" y="269162"/>
                </a:cubicBezTo>
                <a:cubicBezTo>
                  <a:pt x="1532950" y="273657"/>
                  <a:pt x="1533864" y="278101"/>
                  <a:pt x="1535585" y="282254"/>
                </a:cubicBezTo>
                <a:cubicBezTo>
                  <a:pt x="1535663" y="284184"/>
                  <a:pt x="1535086" y="286083"/>
                  <a:pt x="1533949" y="287645"/>
                </a:cubicBezTo>
                <a:cubicBezTo>
                  <a:pt x="1531033" y="290257"/>
                  <a:pt x="1527799" y="292489"/>
                  <a:pt x="1524323" y="294287"/>
                </a:cubicBezTo>
                <a:cubicBezTo>
                  <a:pt x="1522011" y="295731"/>
                  <a:pt x="1516813" y="296116"/>
                  <a:pt x="1513540" y="298234"/>
                </a:cubicBezTo>
                <a:cubicBezTo>
                  <a:pt x="1511554" y="299725"/>
                  <a:pt x="1510323" y="302012"/>
                  <a:pt x="1510171" y="304491"/>
                </a:cubicBezTo>
                <a:cubicBezTo>
                  <a:pt x="1510171" y="308631"/>
                  <a:pt x="1513348" y="308631"/>
                  <a:pt x="1515369" y="308631"/>
                </a:cubicBezTo>
                <a:cubicBezTo>
                  <a:pt x="1517392" y="308631"/>
                  <a:pt x="1525766" y="305936"/>
                  <a:pt x="1529713" y="305936"/>
                </a:cubicBezTo>
                <a:cubicBezTo>
                  <a:pt x="1533305" y="306116"/>
                  <a:pt x="1536903" y="306116"/>
                  <a:pt x="1540495" y="305936"/>
                </a:cubicBezTo>
                <a:cubicBezTo>
                  <a:pt x="1544792" y="304483"/>
                  <a:pt x="1549255" y="303578"/>
                  <a:pt x="1553779" y="303240"/>
                </a:cubicBezTo>
                <a:cubicBezTo>
                  <a:pt x="1558015" y="304299"/>
                  <a:pt x="1562731" y="300352"/>
                  <a:pt x="1565427" y="303240"/>
                </a:cubicBezTo>
                <a:cubicBezTo>
                  <a:pt x="1565427" y="308246"/>
                  <a:pt x="1575053" y="310556"/>
                  <a:pt x="1575053" y="318353"/>
                </a:cubicBezTo>
                <a:cubicBezTo>
                  <a:pt x="1575053" y="329520"/>
                  <a:pt x="1567641" y="342131"/>
                  <a:pt x="1558015" y="342901"/>
                </a:cubicBezTo>
                <a:cubicBezTo>
                  <a:pt x="1553971" y="343286"/>
                  <a:pt x="1556764" y="340206"/>
                  <a:pt x="1542516" y="340206"/>
                </a:cubicBezTo>
                <a:cubicBezTo>
                  <a:pt x="1529809" y="340398"/>
                  <a:pt x="1518931" y="341264"/>
                  <a:pt x="1516909" y="341264"/>
                </a:cubicBezTo>
                <a:cubicBezTo>
                  <a:pt x="1512241" y="341322"/>
                  <a:pt x="1507576" y="341032"/>
                  <a:pt x="1502951" y="340398"/>
                </a:cubicBezTo>
                <a:cubicBezTo>
                  <a:pt x="1498849" y="340485"/>
                  <a:pt x="1494760" y="340903"/>
                  <a:pt x="1490725" y="341650"/>
                </a:cubicBezTo>
                <a:cubicBezTo>
                  <a:pt x="1486242" y="342803"/>
                  <a:pt x="1481670" y="343576"/>
                  <a:pt x="1477056" y="343960"/>
                </a:cubicBezTo>
                <a:cubicBezTo>
                  <a:pt x="1471337" y="343877"/>
                  <a:pt x="1465664" y="344992"/>
                  <a:pt x="1460403" y="347233"/>
                </a:cubicBezTo>
                <a:cubicBezTo>
                  <a:pt x="1454732" y="348392"/>
                  <a:pt x="1448959" y="348972"/>
                  <a:pt x="1443171" y="348965"/>
                </a:cubicBezTo>
                <a:cubicBezTo>
                  <a:pt x="1437476" y="351390"/>
                  <a:pt x="1431539" y="353198"/>
                  <a:pt x="1425459" y="354356"/>
                </a:cubicBezTo>
                <a:cubicBezTo>
                  <a:pt x="1422185" y="354741"/>
                  <a:pt x="1414581" y="353779"/>
                  <a:pt x="1414292" y="348484"/>
                </a:cubicBezTo>
                <a:cubicBezTo>
                  <a:pt x="1414003" y="343189"/>
                  <a:pt x="1411115" y="340398"/>
                  <a:pt x="1411789" y="333563"/>
                </a:cubicBezTo>
                <a:cubicBezTo>
                  <a:pt x="1412367" y="331541"/>
                  <a:pt x="1412367" y="328269"/>
                  <a:pt x="1412366" y="326729"/>
                </a:cubicBezTo>
                <a:cubicBezTo>
                  <a:pt x="1412384" y="323670"/>
                  <a:pt x="1413759" y="320778"/>
                  <a:pt x="1416120" y="318834"/>
                </a:cubicBezTo>
                <a:cubicBezTo>
                  <a:pt x="1416794" y="318642"/>
                  <a:pt x="1418334" y="315273"/>
                  <a:pt x="1420260" y="315466"/>
                </a:cubicBezTo>
                <a:cubicBezTo>
                  <a:pt x="1422185" y="315658"/>
                  <a:pt x="1422571" y="317968"/>
                  <a:pt x="1425459" y="317968"/>
                </a:cubicBezTo>
                <a:cubicBezTo>
                  <a:pt x="1430713" y="316831"/>
                  <a:pt x="1435817" y="315087"/>
                  <a:pt x="1440669" y="312771"/>
                </a:cubicBezTo>
                <a:cubicBezTo>
                  <a:pt x="1446918" y="309578"/>
                  <a:pt x="1453346" y="306750"/>
                  <a:pt x="1459922" y="304299"/>
                </a:cubicBezTo>
                <a:cubicBezTo>
                  <a:pt x="1462424" y="300737"/>
                  <a:pt x="1458285" y="298908"/>
                  <a:pt x="1456744" y="298908"/>
                </a:cubicBezTo>
                <a:cubicBezTo>
                  <a:pt x="1454077" y="299628"/>
                  <a:pt x="1451233" y="299246"/>
                  <a:pt x="1448851" y="297849"/>
                </a:cubicBezTo>
                <a:cubicBezTo>
                  <a:pt x="1444904" y="297175"/>
                  <a:pt x="1443267" y="296213"/>
                  <a:pt x="1442208" y="294480"/>
                </a:cubicBezTo>
                <a:cubicBezTo>
                  <a:pt x="1441150" y="292748"/>
                  <a:pt x="1441919" y="290725"/>
                  <a:pt x="1442208" y="288030"/>
                </a:cubicBezTo>
                <a:cubicBezTo>
                  <a:pt x="1442497" y="285334"/>
                  <a:pt x="1442689" y="282447"/>
                  <a:pt x="1443075" y="280137"/>
                </a:cubicBezTo>
                <a:cubicBezTo>
                  <a:pt x="1443460" y="277826"/>
                  <a:pt x="1443748" y="274361"/>
                  <a:pt x="1447407" y="274361"/>
                </a:cubicBezTo>
                <a:cubicBezTo>
                  <a:pt x="1449428" y="274361"/>
                  <a:pt x="1449909" y="275804"/>
                  <a:pt x="1451835" y="275804"/>
                </a:cubicBezTo>
                <a:cubicBezTo>
                  <a:pt x="1453760" y="275804"/>
                  <a:pt x="1454626" y="274938"/>
                  <a:pt x="1456552" y="274938"/>
                </a:cubicBezTo>
                <a:cubicBezTo>
                  <a:pt x="1458081" y="275193"/>
                  <a:pt x="1459644" y="275193"/>
                  <a:pt x="1461173" y="274938"/>
                </a:cubicBezTo>
                <a:cubicBezTo>
                  <a:pt x="1462878" y="274100"/>
                  <a:pt x="1464313" y="272799"/>
                  <a:pt x="1465313" y="271183"/>
                </a:cubicBezTo>
                <a:cubicBezTo>
                  <a:pt x="1466178" y="268052"/>
                  <a:pt x="1466537" y="264802"/>
                  <a:pt x="1466371" y="261557"/>
                </a:cubicBezTo>
                <a:cubicBezTo>
                  <a:pt x="1465986" y="258958"/>
                  <a:pt x="1463675" y="259343"/>
                  <a:pt x="1460691" y="260787"/>
                </a:cubicBezTo>
                <a:cubicBezTo>
                  <a:pt x="1458340" y="261644"/>
                  <a:pt x="1455926" y="262320"/>
                  <a:pt x="1453471" y="262809"/>
                </a:cubicBezTo>
                <a:cubicBezTo>
                  <a:pt x="1451284" y="263406"/>
                  <a:pt x="1449067" y="263888"/>
                  <a:pt x="1446829" y="264252"/>
                </a:cubicBezTo>
                <a:cubicBezTo>
                  <a:pt x="1445004" y="264260"/>
                  <a:pt x="1443187" y="264002"/>
                  <a:pt x="1441438" y="263482"/>
                </a:cubicBezTo>
                <a:cubicBezTo>
                  <a:pt x="1438743" y="262809"/>
                  <a:pt x="1439417" y="261173"/>
                  <a:pt x="1438743" y="259246"/>
                </a:cubicBezTo>
                <a:cubicBezTo>
                  <a:pt x="1437654" y="257345"/>
                  <a:pt x="1436935" y="255255"/>
                  <a:pt x="1436625" y="253086"/>
                </a:cubicBezTo>
                <a:cubicBezTo>
                  <a:pt x="1437010" y="247599"/>
                  <a:pt x="1432582" y="245577"/>
                  <a:pt x="1431812" y="244133"/>
                </a:cubicBezTo>
                <a:cubicBezTo>
                  <a:pt x="1430361" y="241105"/>
                  <a:pt x="1429449" y="237848"/>
                  <a:pt x="1429116" y="234507"/>
                </a:cubicBezTo>
                <a:cubicBezTo>
                  <a:pt x="1429116" y="228250"/>
                  <a:pt x="1434989" y="223340"/>
                  <a:pt x="1434315" y="219393"/>
                </a:cubicBezTo>
                <a:cubicBezTo>
                  <a:pt x="1432566" y="211395"/>
                  <a:pt x="1431727" y="203225"/>
                  <a:pt x="1431811" y="195039"/>
                </a:cubicBezTo>
                <a:cubicBezTo>
                  <a:pt x="1432101" y="192824"/>
                  <a:pt x="1428731" y="189070"/>
                  <a:pt x="1428731" y="184642"/>
                </a:cubicBezTo>
                <a:cubicBezTo>
                  <a:pt x="1428874" y="181974"/>
                  <a:pt x="1429293" y="179329"/>
                  <a:pt x="1429982" y="176748"/>
                </a:cubicBezTo>
                <a:cubicBezTo>
                  <a:pt x="1431364" y="172366"/>
                  <a:pt x="1432267" y="167847"/>
                  <a:pt x="1432679" y="163271"/>
                </a:cubicBezTo>
                <a:cubicBezTo>
                  <a:pt x="1432101" y="157207"/>
                  <a:pt x="1435181" y="149602"/>
                  <a:pt x="1439321" y="149602"/>
                </a:cubicBezTo>
                <a:cubicBezTo>
                  <a:pt x="1443460" y="149602"/>
                  <a:pt x="1443363" y="154800"/>
                  <a:pt x="1447888" y="154800"/>
                </a:cubicBezTo>
                <a:cubicBezTo>
                  <a:pt x="1450612" y="154940"/>
                  <a:pt x="1453341" y="154648"/>
                  <a:pt x="1455974" y="153934"/>
                </a:cubicBezTo>
                <a:cubicBezTo>
                  <a:pt x="1456937" y="153259"/>
                  <a:pt x="1464349" y="151430"/>
                  <a:pt x="1466564" y="150564"/>
                </a:cubicBezTo>
                <a:cubicBezTo>
                  <a:pt x="1473013" y="148254"/>
                  <a:pt x="1477633" y="145366"/>
                  <a:pt x="1484661" y="143152"/>
                </a:cubicBezTo>
                <a:cubicBezTo>
                  <a:pt x="1489378" y="141708"/>
                  <a:pt x="1495250" y="142959"/>
                  <a:pt x="1499005" y="141708"/>
                </a:cubicBezTo>
                <a:cubicBezTo>
                  <a:pt x="1509401" y="138146"/>
                  <a:pt x="1538377" y="127750"/>
                  <a:pt x="1541938" y="127750"/>
                </a:cubicBezTo>
                <a:close/>
                <a:moveTo>
                  <a:pt x="91286" y="116773"/>
                </a:moveTo>
                <a:cubicBezTo>
                  <a:pt x="90927" y="116773"/>
                  <a:pt x="90375" y="117215"/>
                  <a:pt x="90154" y="117215"/>
                </a:cubicBezTo>
                <a:cubicBezTo>
                  <a:pt x="89757" y="117380"/>
                  <a:pt x="89392" y="117612"/>
                  <a:pt x="89077" y="117905"/>
                </a:cubicBezTo>
                <a:cubicBezTo>
                  <a:pt x="88856" y="118153"/>
                  <a:pt x="88304" y="118982"/>
                  <a:pt x="87807" y="119341"/>
                </a:cubicBezTo>
                <a:cubicBezTo>
                  <a:pt x="87310" y="119700"/>
                  <a:pt x="86703" y="120307"/>
                  <a:pt x="86371" y="120556"/>
                </a:cubicBezTo>
                <a:cubicBezTo>
                  <a:pt x="86040" y="120804"/>
                  <a:pt x="85322" y="120777"/>
                  <a:pt x="85101" y="120970"/>
                </a:cubicBezTo>
                <a:cubicBezTo>
                  <a:pt x="84878" y="121149"/>
                  <a:pt x="84773" y="121434"/>
                  <a:pt x="84825" y="121715"/>
                </a:cubicBezTo>
                <a:lnTo>
                  <a:pt x="84797" y="121715"/>
                </a:lnTo>
                <a:cubicBezTo>
                  <a:pt x="84822" y="122199"/>
                  <a:pt x="84775" y="122682"/>
                  <a:pt x="84659" y="123151"/>
                </a:cubicBezTo>
                <a:cubicBezTo>
                  <a:pt x="84726" y="123425"/>
                  <a:pt x="84938" y="123637"/>
                  <a:pt x="85212" y="123703"/>
                </a:cubicBezTo>
                <a:cubicBezTo>
                  <a:pt x="86244" y="123601"/>
                  <a:pt x="87269" y="123991"/>
                  <a:pt x="87973" y="124753"/>
                </a:cubicBezTo>
                <a:cubicBezTo>
                  <a:pt x="89050" y="125857"/>
                  <a:pt x="89326" y="126768"/>
                  <a:pt x="90568" y="128066"/>
                </a:cubicBezTo>
                <a:cubicBezTo>
                  <a:pt x="91286" y="128757"/>
                  <a:pt x="91121" y="129447"/>
                  <a:pt x="91286" y="130137"/>
                </a:cubicBezTo>
                <a:cubicBezTo>
                  <a:pt x="91134" y="130910"/>
                  <a:pt x="90883" y="131664"/>
                  <a:pt x="90541" y="132374"/>
                </a:cubicBezTo>
                <a:cubicBezTo>
                  <a:pt x="90245" y="132791"/>
                  <a:pt x="89922" y="133188"/>
                  <a:pt x="89574" y="133561"/>
                </a:cubicBezTo>
                <a:cubicBezTo>
                  <a:pt x="89077" y="134113"/>
                  <a:pt x="89022" y="134942"/>
                  <a:pt x="88608" y="135577"/>
                </a:cubicBezTo>
                <a:cubicBezTo>
                  <a:pt x="88039" y="136181"/>
                  <a:pt x="88039" y="137126"/>
                  <a:pt x="88608" y="137730"/>
                </a:cubicBezTo>
                <a:cubicBezTo>
                  <a:pt x="89279" y="138291"/>
                  <a:pt x="89892" y="138921"/>
                  <a:pt x="90430" y="139608"/>
                </a:cubicBezTo>
                <a:cubicBezTo>
                  <a:pt x="90900" y="140077"/>
                  <a:pt x="91010" y="139912"/>
                  <a:pt x="91562" y="140243"/>
                </a:cubicBezTo>
                <a:cubicBezTo>
                  <a:pt x="92115" y="140575"/>
                  <a:pt x="92418" y="141044"/>
                  <a:pt x="93136" y="141265"/>
                </a:cubicBezTo>
                <a:cubicBezTo>
                  <a:pt x="93443" y="141406"/>
                  <a:pt x="93796" y="141406"/>
                  <a:pt x="94103" y="141265"/>
                </a:cubicBezTo>
                <a:cubicBezTo>
                  <a:pt x="94406" y="141127"/>
                  <a:pt x="94600" y="140602"/>
                  <a:pt x="94765" y="140326"/>
                </a:cubicBezTo>
                <a:cubicBezTo>
                  <a:pt x="94934" y="139823"/>
                  <a:pt x="95135" y="139335"/>
                  <a:pt x="95373" y="138863"/>
                </a:cubicBezTo>
                <a:cubicBezTo>
                  <a:pt x="95759" y="138487"/>
                  <a:pt x="96077" y="138048"/>
                  <a:pt x="96312" y="137565"/>
                </a:cubicBezTo>
                <a:cubicBezTo>
                  <a:pt x="96312" y="137565"/>
                  <a:pt x="96864" y="137289"/>
                  <a:pt x="97250" y="137289"/>
                </a:cubicBezTo>
                <a:cubicBezTo>
                  <a:pt x="98214" y="138029"/>
                  <a:pt x="99136" y="138821"/>
                  <a:pt x="100012" y="139663"/>
                </a:cubicBezTo>
                <a:cubicBezTo>
                  <a:pt x="100481" y="140216"/>
                  <a:pt x="100177" y="141320"/>
                  <a:pt x="100012" y="141872"/>
                </a:cubicBezTo>
                <a:cubicBezTo>
                  <a:pt x="99805" y="143145"/>
                  <a:pt x="99498" y="144402"/>
                  <a:pt x="99101" y="145628"/>
                </a:cubicBezTo>
                <a:cubicBezTo>
                  <a:pt x="98725" y="146221"/>
                  <a:pt x="98454" y="146876"/>
                  <a:pt x="98300" y="147560"/>
                </a:cubicBezTo>
                <a:cubicBezTo>
                  <a:pt x="98203" y="148262"/>
                  <a:pt x="98046" y="148955"/>
                  <a:pt x="97830" y="149631"/>
                </a:cubicBezTo>
                <a:cubicBezTo>
                  <a:pt x="97720" y="149990"/>
                  <a:pt x="97278" y="150211"/>
                  <a:pt x="97112" y="150570"/>
                </a:cubicBezTo>
                <a:cubicBezTo>
                  <a:pt x="96958" y="151012"/>
                  <a:pt x="97066" y="151503"/>
                  <a:pt x="97389" y="151840"/>
                </a:cubicBezTo>
                <a:cubicBezTo>
                  <a:pt x="97527" y="151978"/>
                  <a:pt x="98300" y="152227"/>
                  <a:pt x="98686" y="152448"/>
                </a:cubicBezTo>
                <a:cubicBezTo>
                  <a:pt x="99073" y="152669"/>
                  <a:pt x="99625" y="153276"/>
                  <a:pt x="100067" y="153276"/>
                </a:cubicBezTo>
                <a:cubicBezTo>
                  <a:pt x="100586" y="153152"/>
                  <a:pt x="101111" y="153058"/>
                  <a:pt x="101641" y="153000"/>
                </a:cubicBezTo>
                <a:cubicBezTo>
                  <a:pt x="102497" y="153000"/>
                  <a:pt x="104043" y="153414"/>
                  <a:pt x="104264" y="152807"/>
                </a:cubicBezTo>
                <a:cubicBezTo>
                  <a:pt x="104521" y="151578"/>
                  <a:pt x="104678" y="150333"/>
                  <a:pt x="104733" y="149079"/>
                </a:cubicBezTo>
                <a:cubicBezTo>
                  <a:pt x="105034" y="148430"/>
                  <a:pt x="105275" y="147756"/>
                  <a:pt x="105451" y="147063"/>
                </a:cubicBezTo>
                <a:cubicBezTo>
                  <a:pt x="105573" y="145826"/>
                  <a:pt x="105852" y="144611"/>
                  <a:pt x="106280" y="143446"/>
                </a:cubicBezTo>
                <a:cubicBezTo>
                  <a:pt x="106622" y="142601"/>
                  <a:pt x="106909" y="141734"/>
                  <a:pt x="107136" y="140851"/>
                </a:cubicBezTo>
                <a:cubicBezTo>
                  <a:pt x="107301" y="140133"/>
                  <a:pt x="106666" y="138642"/>
                  <a:pt x="107136" y="137592"/>
                </a:cubicBezTo>
                <a:cubicBezTo>
                  <a:pt x="107525" y="136607"/>
                  <a:pt x="107740" y="135560"/>
                  <a:pt x="107771" y="134500"/>
                </a:cubicBezTo>
                <a:cubicBezTo>
                  <a:pt x="107851" y="133931"/>
                  <a:pt x="107702" y="133357"/>
                  <a:pt x="107357" y="132898"/>
                </a:cubicBezTo>
                <a:cubicBezTo>
                  <a:pt x="106611" y="131877"/>
                  <a:pt x="106169" y="130855"/>
                  <a:pt x="105976" y="130607"/>
                </a:cubicBezTo>
                <a:cubicBezTo>
                  <a:pt x="105783" y="130358"/>
                  <a:pt x="105341" y="130275"/>
                  <a:pt x="104954" y="129999"/>
                </a:cubicBezTo>
                <a:lnTo>
                  <a:pt x="104292" y="129557"/>
                </a:lnTo>
                <a:cubicBezTo>
                  <a:pt x="104098" y="129419"/>
                  <a:pt x="103684" y="129612"/>
                  <a:pt x="103049" y="128977"/>
                </a:cubicBezTo>
                <a:cubicBezTo>
                  <a:pt x="102582" y="128533"/>
                  <a:pt x="102141" y="128061"/>
                  <a:pt x="101724" y="127569"/>
                </a:cubicBezTo>
                <a:cubicBezTo>
                  <a:pt x="101116" y="126851"/>
                  <a:pt x="100730" y="126244"/>
                  <a:pt x="100288" y="125774"/>
                </a:cubicBezTo>
                <a:cubicBezTo>
                  <a:pt x="98852" y="124200"/>
                  <a:pt x="98383" y="123676"/>
                  <a:pt x="97692" y="123013"/>
                </a:cubicBezTo>
                <a:cubicBezTo>
                  <a:pt x="97209" y="122508"/>
                  <a:pt x="96756" y="121972"/>
                  <a:pt x="96339" y="121412"/>
                </a:cubicBezTo>
                <a:cubicBezTo>
                  <a:pt x="95953" y="120500"/>
                  <a:pt x="95704" y="119644"/>
                  <a:pt x="95539" y="119368"/>
                </a:cubicBezTo>
                <a:cubicBezTo>
                  <a:pt x="95149" y="118888"/>
                  <a:pt x="94713" y="118443"/>
                  <a:pt x="94241" y="118043"/>
                </a:cubicBezTo>
                <a:cubicBezTo>
                  <a:pt x="93882" y="117767"/>
                  <a:pt x="93882" y="117491"/>
                  <a:pt x="93412" y="117159"/>
                </a:cubicBezTo>
                <a:cubicBezTo>
                  <a:pt x="92744" y="116864"/>
                  <a:pt x="92015" y="116731"/>
                  <a:pt x="91286" y="116773"/>
                </a:cubicBezTo>
                <a:close/>
                <a:moveTo>
                  <a:pt x="335232" y="116665"/>
                </a:moveTo>
                <a:lnTo>
                  <a:pt x="346257" y="118181"/>
                </a:lnTo>
                <a:cubicBezTo>
                  <a:pt x="343404" y="121124"/>
                  <a:pt x="339759" y="123176"/>
                  <a:pt x="335764" y="124090"/>
                </a:cubicBezTo>
                <a:cubicBezTo>
                  <a:pt x="330849" y="125139"/>
                  <a:pt x="324553" y="120556"/>
                  <a:pt x="324553" y="120556"/>
                </a:cubicBezTo>
                <a:close/>
                <a:moveTo>
                  <a:pt x="335212" y="116662"/>
                </a:moveTo>
                <a:lnTo>
                  <a:pt x="335239" y="116662"/>
                </a:lnTo>
                <a:lnTo>
                  <a:pt x="335232" y="116665"/>
                </a:lnTo>
                <a:close/>
                <a:moveTo>
                  <a:pt x="467033" y="103685"/>
                </a:moveTo>
                <a:cubicBezTo>
                  <a:pt x="466508" y="103326"/>
                  <a:pt x="465486" y="103795"/>
                  <a:pt x="465542" y="104016"/>
                </a:cubicBezTo>
                <a:cubicBezTo>
                  <a:pt x="465597" y="104237"/>
                  <a:pt x="464603" y="105397"/>
                  <a:pt x="464106" y="105838"/>
                </a:cubicBezTo>
                <a:cubicBezTo>
                  <a:pt x="462449" y="107274"/>
                  <a:pt x="462063" y="108241"/>
                  <a:pt x="461345" y="108765"/>
                </a:cubicBezTo>
                <a:cubicBezTo>
                  <a:pt x="460185" y="109676"/>
                  <a:pt x="458639" y="110891"/>
                  <a:pt x="458418" y="111140"/>
                </a:cubicBezTo>
                <a:cubicBezTo>
                  <a:pt x="457973" y="111587"/>
                  <a:pt x="457584" y="112090"/>
                  <a:pt x="457258" y="112631"/>
                </a:cubicBezTo>
                <a:cubicBezTo>
                  <a:pt x="457114" y="113051"/>
                  <a:pt x="456921" y="113448"/>
                  <a:pt x="456678" y="113818"/>
                </a:cubicBezTo>
                <a:cubicBezTo>
                  <a:pt x="456457" y="114094"/>
                  <a:pt x="455795" y="113818"/>
                  <a:pt x="455795" y="113818"/>
                </a:cubicBezTo>
                <a:cubicBezTo>
                  <a:pt x="455162" y="113644"/>
                  <a:pt x="454566" y="113365"/>
                  <a:pt x="454027" y="112990"/>
                </a:cubicBezTo>
                <a:cubicBezTo>
                  <a:pt x="453945" y="112937"/>
                  <a:pt x="453875" y="112866"/>
                  <a:pt x="453823" y="112786"/>
                </a:cubicBezTo>
                <a:cubicBezTo>
                  <a:pt x="453616" y="112465"/>
                  <a:pt x="453707" y="112037"/>
                  <a:pt x="454027" y="111830"/>
                </a:cubicBezTo>
                <a:cubicBezTo>
                  <a:pt x="454682" y="111179"/>
                  <a:pt x="455248" y="110447"/>
                  <a:pt x="455712" y="109649"/>
                </a:cubicBezTo>
                <a:cubicBezTo>
                  <a:pt x="455684" y="109235"/>
                  <a:pt x="455270" y="109235"/>
                  <a:pt x="455270" y="109235"/>
                </a:cubicBezTo>
                <a:cubicBezTo>
                  <a:pt x="453945" y="109599"/>
                  <a:pt x="452597" y="109886"/>
                  <a:pt x="451238" y="110091"/>
                </a:cubicBezTo>
                <a:cubicBezTo>
                  <a:pt x="450893" y="110071"/>
                  <a:pt x="450557" y="109986"/>
                  <a:pt x="450244" y="109842"/>
                </a:cubicBezTo>
                <a:cubicBezTo>
                  <a:pt x="449770" y="109770"/>
                  <a:pt x="449295" y="109961"/>
                  <a:pt x="449002" y="110339"/>
                </a:cubicBezTo>
                <a:cubicBezTo>
                  <a:pt x="448036" y="111996"/>
                  <a:pt x="447456" y="111692"/>
                  <a:pt x="446738" y="112382"/>
                </a:cubicBezTo>
                <a:cubicBezTo>
                  <a:pt x="446014" y="113169"/>
                  <a:pt x="445487" y="114117"/>
                  <a:pt x="445191" y="115144"/>
                </a:cubicBezTo>
                <a:cubicBezTo>
                  <a:pt x="445017" y="115641"/>
                  <a:pt x="445227" y="116187"/>
                  <a:pt x="445689" y="116441"/>
                </a:cubicBezTo>
                <a:cubicBezTo>
                  <a:pt x="446683" y="117132"/>
                  <a:pt x="448146" y="116883"/>
                  <a:pt x="449775" y="117132"/>
                </a:cubicBezTo>
                <a:cubicBezTo>
                  <a:pt x="450170" y="117173"/>
                  <a:pt x="450568" y="117173"/>
                  <a:pt x="450962" y="117132"/>
                </a:cubicBezTo>
                <a:cubicBezTo>
                  <a:pt x="451865" y="116908"/>
                  <a:pt x="452796" y="116825"/>
                  <a:pt x="453724" y="116883"/>
                </a:cubicBezTo>
                <a:cubicBezTo>
                  <a:pt x="454582" y="117198"/>
                  <a:pt x="455391" y="117634"/>
                  <a:pt x="456126" y="118181"/>
                </a:cubicBezTo>
                <a:cubicBezTo>
                  <a:pt x="456678" y="118540"/>
                  <a:pt x="457506" y="119175"/>
                  <a:pt x="457921" y="119479"/>
                </a:cubicBezTo>
                <a:cubicBezTo>
                  <a:pt x="458691" y="120042"/>
                  <a:pt x="459431" y="120650"/>
                  <a:pt x="460130" y="121301"/>
                </a:cubicBezTo>
                <a:cubicBezTo>
                  <a:pt x="460593" y="121696"/>
                  <a:pt x="461093" y="122047"/>
                  <a:pt x="461621" y="122350"/>
                </a:cubicBezTo>
                <a:cubicBezTo>
                  <a:pt x="462176" y="122585"/>
                  <a:pt x="462681" y="122925"/>
                  <a:pt x="463112" y="123345"/>
                </a:cubicBezTo>
                <a:cubicBezTo>
                  <a:pt x="463830" y="124330"/>
                  <a:pt x="464777" y="125128"/>
                  <a:pt x="465873" y="125664"/>
                </a:cubicBezTo>
                <a:cubicBezTo>
                  <a:pt x="466204" y="125774"/>
                  <a:pt x="467143" y="126851"/>
                  <a:pt x="467613" y="127072"/>
                </a:cubicBezTo>
                <a:cubicBezTo>
                  <a:pt x="468223" y="127448"/>
                  <a:pt x="468772" y="127912"/>
                  <a:pt x="469242" y="128453"/>
                </a:cubicBezTo>
                <a:cubicBezTo>
                  <a:pt x="468803" y="129011"/>
                  <a:pt x="468052" y="129212"/>
                  <a:pt x="467392" y="128950"/>
                </a:cubicBezTo>
                <a:cubicBezTo>
                  <a:pt x="467088" y="128757"/>
                  <a:pt x="465956" y="128563"/>
                  <a:pt x="465707" y="128315"/>
                </a:cubicBezTo>
                <a:cubicBezTo>
                  <a:pt x="465406" y="127909"/>
                  <a:pt x="465163" y="127464"/>
                  <a:pt x="464989" y="126989"/>
                </a:cubicBezTo>
                <a:cubicBezTo>
                  <a:pt x="464851" y="126768"/>
                  <a:pt x="464299" y="126437"/>
                  <a:pt x="463968" y="126023"/>
                </a:cubicBezTo>
                <a:cubicBezTo>
                  <a:pt x="463661" y="125531"/>
                  <a:pt x="463269" y="125101"/>
                  <a:pt x="462808" y="124753"/>
                </a:cubicBezTo>
                <a:cubicBezTo>
                  <a:pt x="462477" y="124559"/>
                  <a:pt x="461924" y="124559"/>
                  <a:pt x="461924" y="124559"/>
                </a:cubicBezTo>
                <a:cubicBezTo>
                  <a:pt x="460986" y="123952"/>
                  <a:pt x="461207" y="124062"/>
                  <a:pt x="460765" y="123952"/>
                </a:cubicBezTo>
                <a:cubicBezTo>
                  <a:pt x="460323" y="123842"/>
                  <a:pt x="459771" y="123068"/>
                  <a:pt x="459550" y="123068"/>
                </a:cubicBezTo>
                <a:cubicBezTo>
                  <a:pt x="458962" y="122732"/>
                  <a:pt x="458398" y="122353"/>
                  <a:pt x="457865" y="121936"/>
                </a:cubicBezTo>
                <a:cubicBezTo>
                  <a:pt x="457479" y="121688"/>
                  <a:pt x="456899" y="120997"/>
                  <a:pt x="456568" y="120804"/>
                </a:cubicBezTo>
                <a:cubicBezTo>
                  <a:pt x="456305" y="120721"/>
                  <a:pt x="456038" y="120655"/>
                  <a:pt x="455767" y="120611"/>
                </a:cubicBezTo>
                <a:cubicBezTo>
                  <a:pt x="455298" y="120473"/>
                  <a:pt x="454911" y="119313"/>
                  <a:pt x="454386" y="119313"/>
                </a:cubicBezTo>
                <a:cubicBezTo>
                  <a:pt x="452840" y="119203"/>
                  <a:pt x="451597" y="120500"/>
                  <a:pt x="451183" y="120500"/>
                </a:cubicBezTo>
                <a:cubicBezTo>
                  <a:pt x="450606" y="120650"/>
                  <a:pt x="450087" y="120967"/>
                  <a:pt x="449692" y="121412"/>
                </a:cubicBezTo>
                <a:cubicBezTo>
                  <a:pt x="449168" y="121798"/>
                  <a:pt x="448974" y="121992"/>
                  <a:pt x="449168" y="122544"/>
                </a:cubicBezTo>
                <a:cubicBezTo>
                  <a:pt x="449336" y="122944"/>
                  <a:pt x="449640" y="123275"/>
                  <a:pt x="450023" y="123483"/>
                </a:cubicBezTo>
                <a:cubicBezTo>
                  <a:pt x="450501" y="123806"/>
                  <a:pt x="451051" y="124007"/>
                  <a:pt x="451625" y="124062"/>
                </a:cubicBezTo>
                <a:cubicBezTo>
                  <a:pt x="452164" y="124029"/>
                  <a:pt x="452702" y="124154"/>
                  <a:pt x="453171" y="124421"/>
                </a:cubicBezTo>
                <a:cubicBezTo>
                  <a:pt x="453392" y="124670"/>
                  <a:pt x="454276" y="125139"/>
                  <a:pt x="453889" y="125388"/>
                </a:cubicBezTo>
                <a:cubicBezTo>
                  <a:pt x="453414" y="125642"/>
                  <a:pt x="452914" y="125846"/>
                  <a:pt x="452398" y="125995"/>
                </a:cubicBezTo>
                <a:cubicBezTo>
                  <a:pt x="452039" y="126106"/>
                  <a:pt x="451377" y="126713"/>
                  <a:pt x="451128" y="126879"/>
                </a:cubicBezTo>
                <a:cubicBezTo>
                  <a:pt x="450879" y="127045"/>
                  <a:pt x="450686" y="127045"/>
                  <a:pt x="450300" y="127045"/>
                </a:cubicBezTo>
                <a:cubicBezTo>
                  <a:pt x="449836" y="126964"/>
                  <a:pt x="449386" y="126804"/>
                  <a:pt x="448974" y="126575"/>
                </a:cubicBezTo>
                <a:cubicBezTo>
                  <a:pt x="448400" y="126147"/>
                  <a:pt x="447790" y="125769"/>
                  <a:pt x="447152" y="125443"/>
                </a:cubicBezTo>
                <a:cubicBezTo>
                  <a:pt x="446545" y="125222"/>
                  <a:pt x="445440" y="125167"/>
                  <a:pt x="445219" y="124918"/>
                </a:cubicBezTo>
                <a:cubicBezTo>
                  <a:pt x="444998" y="124670"/>
                  <a:pt x="444612" y="123593"/>
                  <a:pt x="444363" y="123345"/>
                </a:cubicBezTo>
                <a:cubicBezTo>
                  <a:pt x="443587" y="122720"/>
                  <a:pt x="442582" y="122461"/>
                  <a:pt x="441602" y="122627"/>
                </a:cubicBezTo>
                <a:cubicBezTo>
                  <a:pt x="440992" y="122892"/>
                  <a:pt x="440426" y="123245"/>
                  <a:pt x="439918" y="123676"/>
                </a:cubicBezTo>
                <a:cubicBezTo>
                  <a:pt x="439669" y="123897"/>
                  <a:pt x="438951" y="124504"/>
                  <a:pt x="439006" y="124780"/>
                </a:cubicBezTo>
                <a:cubicBezTo>
                  <a:pt x="439062" y="125056"/>
                  <a:pt x="439338" y="125443"/>
                  <a:pt x="439338" y="125719"/>
                </a:cubicBezTo>
                <a:cubicBezTo>
                  <a:pt x="439310" y="126768"/>
                  <a:pt x="440056" y="127210"/>
                  <a:pt x="440304" y="127459"/>
                </a:cubicBezTo>
                <a:cubicBezTo>
                  <a:pt x="440553" y="127707"/>
                  <a:pt x="441933" y="128094"/>
                  <a:pt x="442375" y="128508"/>
                </a:cubicBezTo>
                <a:cubicBezTo>
                  <a:pt x="443029" y="129118"/>
                  <a:pt x="443742" y="129665"/>
                  <a:pt x="444501" y="130137"/>
                </a:cubicBezTo>
                <a:cubicBezTo>
                  <a:pt x="445250" y="130593"/>
                  <a:pt x="445951" y="131120"/>
                  <a:pt x="446600" y="131711"/>
                </a:cubicBezTo>
                <a:cubicBezTo>
                  <a:pt x="447152" y="132429"/>
                  <a:pt x="446765" y="132871"/>
                  <a:pt x="446324" y="133009"/>
                </a:cubicBezTo>
                <a:cubicBezTo>
                  <a:pt x="444860" y="133368"/>
                  <a:pt x="442320" y="134942"/>
                  <a:pt x="440994" y="134196"/>
                </a:cubicBezTo>
                <a:cubicBezTo>
                  <a:pt x="440470" y="133865"/>
                  <a:pt x="439421" y="132954"/>
                  <a:pt x="438233" y="132098"/>
                </a:cubicBezTo>
                <a:cubicBezTo>
                  <a:pt x="437571" y="131518"/>
                  <a:pt x="436908" y="131076"/>
                  <a:pt x="436742" y="131518"/>
                </a:cubicBezTo>
                <a:cubicBezTo>
                  <a:pt x="436576" y="131960"/>
                  <a:pt x="437488" y="134500"/>
                  <a:pt x="436742" y="135245"/>
                </a:cubicBezTo>
                <a:cubicBezTo>
                  <a:pt x="436356" y="135604"/>
                  <a:pt x="435610" y="136212"/>
                  <a:pt x="435251" y="136571"/>
                </a:cubicBezTo>
                <a:cubicBezTo>
                  <a:pt x="435679" y="137427"/>
                  <a:pt x="436339" y="138145"/>
                  <a:pt x="437156" y="138642"/>
                </a:cubicBezTo>
                <a:cubicBezTo>
                  <a:pt x="437750" y="138885"/>
                  <a:pt x="438299" y="139222"/>
                  <a:pt x="438785" y="139636"/>
                </a:cubicBezTo>
                <a:cubicBezTo>
                  <a:pt x="439492" y="140069"/>
                  <a:pt x="440229" y="140447"/>
                  <a:pt x="440994" y="140768"/>
                </a:cubicBezTo>
                <a:cubicBezTo>
                  <a:pt x="442044" y="141375"/>
                  <a:pt x="443148" y="140216"/>
                  <a:pt x="444308" y="139829"/>
                </a:cubicBezTo>
                <a:cubicBezTo>
                  <a:pt x="444474" y="139801"/>
                  <a:pt x="445440" y="139939"/>
                  <a:pt x="445909" y="139470"/>
                </a:cubicBezTo>
                <a:cubicBezTo>
                  <a:pt x="446453" y="138970"/>
                  <a:pt x="447091" y="138586"/>
                  <a:pt x="447787" y="138338"/>
                </a:cubicBezTo>
                <a:cubicBezTo>
                  <a:pt x="448367" y="138007"/>
                  <a:pt x="448781" y="137620"/>
                  <a:pt x="449306" y="137233"/>
                </a:cubicBezTo>
                <a:cubicBezTo>
                  <a:pt x="449830" y="136847"/>
                  <a:pt x="450134" y="136184"/>
                  <a:pt x="450797" y="135632"/>
                </a:cubicBezTo>
                <a:cubicBezTo>
                  <a:pt x="451459" y="135080"/>
                  <a:pt x="453668" y="136709"/>
                  <a:pt x="454000" y="136957"/>
                </a:cubicBezTo>
                <a:cubicBezTo>
                  <a:pt x="454331" y="137206"/>
                  <a:pt x="454552" y="137206"/>
                  <a:pt x="455270" y="137648"/>
                </a:cubicBezTo>
                <a:cubicBezTo>
                  <a:pt x="455988" y="138089"/>
                  <a:pt x="456292" y="138421"/>
                  <a:pt x="456927" y="138863"/>
                </a:cubicBezTo>
                <a:cubicBezTo>
                  <a:pt x="457396" y="139064"/>
                  <a:pt x="457915" y="139122"/>
                  <a:pt x="458418" y="139028"/>
                </a:cubicBezTo>
                <a:cubicBezTo>
                  <a:pt x="458997" y="139001"/>
                  <a:pt x="459743" y="138338"/>
                  <a:pt x="460212" y="138034"/>
                </a:cubicBezTo>
                <a:cubicBezTo>
                  <a:pt x="460682" y="137730"/>
                  <a:pt x="460212" y="136957"/>
                  <a:pt x="460212" y="136957"/>
                </a:cubicBezTo>
                <a:cubicBezTo>
                  <a:pt x="459771" y="136046"/>
                  <a:pt x="459660" y="135356"/>
                  <a:pt x="459467" y="134997"/>
                </a:cubicBezTo>
                <a:cubicBezTo>
                  <a:pt x="458859" y="134058"/>
                  <a:pt x="459080" y="133147"/>
                  <a:pt x="458859" y="132898"/>
                </a:cubicBezTo>
                <a:cubicBezTo>
                  <a:pt x="458639" y="132650"/>
                  <a:pt x="458114" y="132843"/>
                  <a:pt x="457672" y="132484"/>
                </a:cubicBezTo>
                <a:cubicBezTo>
                  <a:pt x="457230" y="132125"/>
                  <a:pt x="456374" y="131932"/>
                  <a:pt x="455988" y="131683"/>
                </a:cubicBezTo>
                <a:cubicBezTo>
                  <a:pt x="455601" y="131435"/>
                  <a:pt x="455463" y="131076"/>
                  <a:pt x="455463" y="130855"/>
                </a:cubicBezTo>
                <a:cubicBezTo>
                  <a:pt x="455855" y="130325"/>
                  <a:pt x="456421" y="129952"/>
                  <a:pt x="457065" y="129806"/>
                </a:cubicBezTo>
                <a:cubicBezTo>
                  <a:pt x="457871" y="129717"/>
                  <a:pt x="458685" y="129717"/>
                  <a:pt x="459495" y="129806"/>
                </a:cubicBezTo>
                <a:cubicBezTo>
                  <a:pt x="460083" y="129958"/>
                  <a:pt x="460701" y="129958"/>
                  <a:pt x="461289" y="129806"/>
                </a:cubicBezTo>
                <a:cubicBezTo>
                  <a:pt x="462720" y="129604"/>
                  <a:pt x="464172" y="129908"/>
                  <a:pt x="465403" y="130662"/>
                </a:cubicBezTo>
                <a:cubicBezTo>
                  <a:pt x="465983" y="131104"/>
                  <a:pt x="466729" y="131628"/>
                  <a:pt x="466784" y="132098"/>
                </a:cubicBezTo>
                <a:cubicBezTo>
                  <a:pt x="466839" y="132567"/>
                  <a:pt x="467530" y="133313"/>
                  <a:pt x="467723" y="133313"/>
                </a:cubicBezTo>
                <a:cubicBezTo>
                  <a:pt x="468192" y="133332"/>
                  <a:pt x="468637" y="133531"/>
                  <a:pt x="468966" y="133865"/>
                </a:cubicBezTo>
                <a:cubicBezTo>
                  <a:pt x="469904" y="134917"/>
                  <a:pt x="471119" y="135682"/>
                  <a:pt x="472472" y="136074"/>
                </a:cubicBezTo>
                <a:cubicBezTo>
                  <a:pt x="473367" y="135834"/>
                  <a:pt x="474195" y="135400"/>
                  <a:pt x="474902" y="134804"/>
                </a:cubicBezTo>
                <a:cubicBezTo>
                  <a:pt x="475706" y="134157"/>
                  <a:pt x="476294" y="133279"/>
                  <a:pt x="476587" y="132291"/>
                </a:cubicBezTo>
                <a:cubicBezTo>
                  <a:pt x="476642" y="131711"/>
                  <a:pt x="476117" y="131683"/>
                  <a:pt x="476034" y="131048"/>
                </a:cubicBezTo>
                <a:cubicBezTo>
                  <a:pt x="475951" y="130413"/>
                  <a:pt x="475510" y="130275"/>
                  <a:pt x="475510" y="129999"/>
                </a:cubicBezTo>
                <a:cubicBezTo>
                  <a:pt x="475510" y="129723"/>
                  <a:pt x="475510" y="129060"/>
                  <a:pt x="475510" y="128757"/>
                </a:cubicBezTo>
                <a:cubicBezTo>
                  <a:pt x="475258" y="128431"/>
                  <a:pt x="474960" y="128144"/>
                  <a:pt x="474626" y="127901"/>
                </a:cubicBezTo>
                <a:cubicBezTo>
                  <a:pt x="473927" y="127867"/>
                  <a:pt x="473251" y="127649"/>
                  <a:pt x="472666" y="127265"/>
                </a:cubicBezTo>
                <a:cubicBezTo>
                  <a:pt x="472445" y="127017"/>
                  <a:pt x="471975" y="126713"/>
                  <a:pt x="472251" y="126382"/>
                </a:cubicBezTo>
                <a:cubicBezTo>
                  <a:pt x="472748" y="125923"/>
                  <a:pt x="473317" y="125551"/>
                  <a:pt x="473936" y="125277"/>
                </a:cubicBezTo>
                <a:lnTo>
                  <a:pt x="475344" y="124504"/>
                </a:lnTo>
                <a:cubicBezTo>
                  <a:pt x="475565" y="124366"/>
                  <a:pt x="476642" y="123924"/>
                  <a:pt x="476642" y="123924"/>
                </a:cubicBezTo>
                <a:cubicBezTo>
                  <a:pt x="477782" y="123096"/>
                  <a:pt x="479130" y="122599"/>
                  <a:pt x="480535" y="122489"/>
                </a:cubicBezTo>
                <a:cubicBezTo>
                  <a:pt x="481474" y="122516"/>
                  <a:pt x="483048" y="123345"/>
                  <a:pt x="483131" y="122820"/>
                </a:cubicBezTo>
                <a:cubicBezTo>
                  <a:pt x="483213" y="122295"/>
                  <a:pt x="484263" y="121909"/>
                  <a:pt x="484649" y="121633"/>
                </a:cubicBezTo>
                <a:cubicBezTo>
                  <a:pt x="485000" y="121412"/>
                  <a:pt x="485207" y="121025"/>
                  <a:pt x="485202" y="120611"/>
                </a:cubicBezTo>
                <a:cubicBezTo>
                  <a:pt x="485146" y="120028"/>
                  <a:pt x="485025" y="119454"/>
                  <a:pt x="484843" y="118899"/>
                </a:cubicBezTo>
                <a:cubicBezTo>
                  <a:pt x="484677" y="118432"/>
                  <a:pt x="484279" y="118084"/>
                  <a:pt x="483793" y="117988"/>
                </a:cubicBezTo>
                <a:cubicBezTo>
                  <a:pt x="483545" y="117850"/>
                  <a:pt x="483545" y="118098"/>
                  <a:pt x="483075" y="117988"/>
                </a:cubicBezTo>
                <a:cubicBezTo>
                  <a:pt x="482606" y="117877"/>
                  <a:pt x="479569" y="115475"/>
                  <a:pt x="478160" y="116276"/>
                </a:cubicBezTo>
                <a:cubicBezTo>
                  <a:pt x="477470" y="116662"/>
                  <a:pt x="477912" y="117794"/>
                  <a:pt x="477166" y="118457"/>
                </a:cubicBezTo>
                <a:cubicBezTo>
                  <a:pt x="476838" y="118717"/>
                  <a:pt x="476462" y="118913"/>
                  <a:pt x="476062" y="119037"/>
                </a:cubicBezTo>
                <a:cubicBezTo>
                  <a:pt x="475675" y="119258"/>
                  <a:pt x="475068" y="119451"/>
                  <a:pt x="474764" y="119258"/>
                </a:cubicBezTo>
                <a:cubicBezTo>
                  <a:pt x="474460" y="119065"/>
                  <a:pt x="474184" y="118733"/>
                  <a:pt x="473411" y="118733"/>
                </a:cubicBezTo>
                <a:cubicBezTo>
                  <a:pt x="472196" y="118927"/>
                  <a:pt x="472721" y="119589"/>
                  <a:pt x="472389" y="119865"/>
                </a:cubicBezTo>
                <a:cubicBezTo>
                  <a:pt x="472058" y="120141"/>
                  <a:pt x="471506" y="119865"/>
                  <a:pt x="471257" y="119865"/>
                </a:cubicBezTo>
                <a:cubicBezTo>
                  <a:pt x="470871" y="119923"/>
                  <a:pt x="470479" y="119865"/>
                  <a:pt x="470125" y="119700"/>
                </a:cubicBezTo>
                <a:cubicBezTo>
                  <a:pt x="469960" y="119562"/>
                  <a:pt x="469159" y="120583"/>
                  <a:pt x="469214" y="120970"/>
                </a:cubicBezTo>
                <a:cubicBezTo>
                  <a:pt x="469269" y="121356"/>
                  <a:pt x="470181" y="121467"/>
                  <a:pt x="469822" y="122295"/>
                </a:cubicBezTo>
                <a:cubicBezTo>
                  <a:pt x="469463" y="123124"/>
                  <a:pt x="468386" y="123124"/>
                  <a:pt x="467613" y="122295"/>
                </a:cubicBezTo>
                <a:cubicBezTo>
                  <a:pt x="466839" y="121467"/>
                  <a:pt x="468910" y="121274"/>
                  <a:pt x="468054" y="120749"/>
                </a:cubicBezTo>
                <a:cubicBezTo>
                  <a:pt x="467198" y="120224"/>
                  <a:pt x="467226" y="118954"/>
                  <a:pt x="467530" y="118899"/>
                </a:cubicBezTo>
                <a:cubicBezTo>
                  <a:pt x="467833" y="118844"/>
                  <a:pt x="469987" y="118540"/>
                  <a:pt x="469987" y="118540"/>
                </a:cubicBezTo>
                <a:cubicBezTo>
                  <a:pt x="472666" y="117712"/>
                  <a:pt x="473549" y="117850"/>
                  <a:pt x="474046" y="117325"/>
                </a:cubicBezTo>
                <a:cubicBezTo>
                  <a:pt x="474347" y="116880"/>
                  <a:pt x="474466" y="116337"/>
                  <a:pt x="474377" y="115806"/>
                </a:cubicBezTo>
                <a:cubicBezTo>
                  <a:pt x="474377" y="115420"/>
                  <a:pt x="475344" y="114702"/>
                  <a:pt x="475565" y="114702"/>
                </a:cubicBezTo>
                <a:cubicBezTo>
                  <a:pt x="476294" y="114462"/>
                  <a:pt x="477067" y="114387"/>
                  <a:pt x="477829" y="114481"/>
                </a:cubicBezTo>
                <a:cubicBezTo>
                  <a:pt x="478575" y="114564"/>
                  <a:pt x="479817" y="114288"/>
                  <a:pt x="479817" y="113597"/>
                </a:cubicBezTo>
                <a:cubicBezTo>
                  <a:pt x="480041" y="112891"/>
                  <a:pt x="479972" y="112126"/>
                  <a:pt x="479624" y="111471"/>
                </a:cubicBezTo>
                <a:cubicBezTo>
                  <a:pt x="479433" y="111239"/>
                  <a:pt x="479185" y="111060"/>
                  <a:pt x="478906" y="110947"/>
                </a:cubicBezTo>
                <a:cubicBezTo>
                  <a:pt x="478657" y="110891"/>
                  <a:pt x="478519" y="110367"/>
                  <a:pt x="478243" y="110367"/>
                </a:cubicBezTo>
                <a:cubicBezTo>
                  <a:pt x="477498" y="110063"/>
                  <a:pt x="476807" y="110698"/>
                  <a:pt x="476007" y="110947"/>
                </a:cubicBezTo>
                <a:cubicBezTo>
                  <a:pt x="475206" y="111195"/>
                  <a:pt x="473577" y="111527"/>
                  <a:pt x="473577" y="111195"/>
                </a:cubicBezTo>
                <a:cubicBezTo>
                  <a:pt x="473577" y="110864"/>
                  <a:pt x="473825" y="109870"/>
                  <a:pt x="473577" y="109621"/>
                </a:cubicBezTo>
                <a:cubicBezTo>
                  <a:pt x="473071" y="109414"/>
                  <a:pt x="472508" y="109414"/>
                  <a:pt x="472003" y="109621"/>
                </a:cubicBezTo>
                <a:cubicBezTo>
                  <a:pt x="471782" y="109842"/>
                  <a:pt x="471616" y="110809"/>
                  <a:pt x="471175" y="111306"/>
                </a:cubicBezTo>
                <a:cubicBezTo>
                  <a:pt x="470705" y="111681"/>
                  <a:pt x="470142" y="111919"/>
                  <a:pt x="469545" y="111996"/>
                </a:cubicBezTo>
                <a:cubicBezTo>
                  <a:pt x="468910" y="112162"/>
                  <a:pt x="467861" y="112935"/>
                  <a:pt x="468082" y="113349"/>
                </a:cubicBezTo>
                <a:cubicBezTo>
                  <a:pt x="468303" y="113763"/>
                  <a:pt x="468634" y="113404"/>
                  <a:pt x="469104" y="113763"/>
                </a:cubicBezTo>
                <a:cubicBezTo>
                  <a:pt x="469573" y="114122"/>
                  <a:pt x="470263" y="114122"/>
                  <a:pt x="470457" y="114426"/>
                </a:cubicBezTo>
                <a:cubicBezTo>
                  <a:pt x="470650" y="114730"/>
                  <a:pt x="470567" y="116276"/>
                  <a:pt x="469573" y="116414"/>
                </a:cubicBezTo>
                <a:cubicBezTo>
                  <a:pt x="469186" y="116469"/>
                  <a:pt x="467833" y="116939"/>
                  <a:pt x="467447" y="116276"/>
                </a:cubicBezTo>
                <a:cubicBezTo>
                  <a:pt x="467309" y="116055"/>
                  <a:pt x="467613" y="115751"/>
                  <a:pt x="467585" y="115254"/>
                </a:cubicBezTo>
                <a:cubicBezTo>
                  <a:pt x="467557" y="114757"/>
                  <a:pt x="466508" y="114232"/>
                  <a:pt x="466480" y="113929"/>
                </a:cubicBezTo>
                <a:cubicBezTo>
                  <a:pt x="466453" y="113625"/>
                  <a:pt x="466287" y="113487"/>
                  <a:pt x="466729" y="113100"/>
                </a:cubicBezTo>
                <a:cubicBezTo>
                  <a:pt x="467563" y="112283"/>
                  <a:pt x="468278" y="111353"/>
                  <a:pt x="468855" y="110339"/>
                </a:cubicBezTo>
                <a:cubicBezTo>
                  <a:pt x="468902" y="109983"/>
                  <a:pt x="469079" y="109660"/>
                  <a:pt x="469352" y="109428"/>
                </a:cubicBezTo>
                <a:cubicBezTo>
                  <a:pt x="469877" y="108959"/>
                  <a:pt x="470512" y="108213"/>
                  <a:pt x="470208" y="107965"/>
                </a:cubicBezTo>
                <a:cubicBezTo>
                  <a:pt x="469904" y="107697"/>
                  <a:pt x="469507" y="107567"/>
                  <a:pt x="469104" y="107606"/>
                </a:cubicBezTo>
                <a:cubicBezTo>
                  <a:pt x="468576" y="107636"/>
                  <a:pt x="468068" y="107818"/>
                  <a:pt x="467640" y="108130"/>
                </a:cubicBezTo>
                <a:cubicBezTo>
                  <a:pt x="467472" y="108431"/>
                  <a:pt x="467278" y="108718"/>
                  <a:pt x="467060" y="108986"/>
                </a:cubicBezTo>
                <a:cubicBezTo>
                  <a:pt x="466378" y="109704"/>
                  <a:pt x="465658" y="110386"/>
                  <a:pt x="464906" y="111030"/>
                </a:cubicBezTo>
                <a:cubicBezTo>
                  <a:pt x="464492" y="111388"/>
                  <a:pt x="463857" y="112521"/>
                  <a:pt x="463609" y="112714"/>
                </a:cubicBezTo>
                <a:cubicBezTo>
                  <a:pt x="463360" y="112907"/>
                  <a:pt x="461510" y="114481"/>
                  <a:pt x="461289" y="114730"/>
                </a:cubicBezTo>
                <a:cubicBezTo>
                  <a:pt x="460798" y="115102"/>
                  <a:pt x="460580" y="115735"/>
                  <a:pt x="460737" y="116331"/>
                </a:cubicBezTo>
                <a:cubicBezTo>
                  <a:pt x="460875" y="116607"/>
                  <a:pt x="461289" y="116580"/>
                  <a:pt x="461566" y="116607"/>
                </a:cubicBezTo>
                <a:cubicBezTo>
                  <a:pt x="461842" y="116635"/>
                  <a:pt x="462256" y="116745"/>
                  <a:pt x="462504" y="116469"/>
                </a:cubicBezTo>
                <a:cubicBezTo>
                  <a:pt x="462753" y="116193"/>
                  <a:pt x="463250" y="115641"/>
                  <a:pt x="463774" y="115917"/>
                </a:cubicBezTo>
                <a:cubicBezTo>
                  <a:pt x="464299" y="116193"/>
                  <a:pt x="464133" y="116745"/>
                  <a:pt x="463609" y="117021"/>
                </a:cubicBezTo>
                <a:cubicBezTo>
                  <a:pt x="463084" y="117297"/>
                  <a:pt x="463112" y="117684"/>
                  <a:pt x="463084" y="117988"/>
                </a:cubicBezTo>
                <a:cubicBezTo>
                  <a:pt x="463057" y="118291"/>
                  <a:pt x="463609" y="118209"/>
                  <a:pt x="464189" y="118512"/>
                </a:cubicBezTo>
                <a:cubicBezTo>
                  <a:pt x="464768" y="118816"/>
                  <a:pt x="465238" y="119009"/>
                  <a:pt x="464989" y="119534"/>
                </a:cubicBezTo>
                <a:cubicBezTo>
                  <a:pt x="464893" y="119783"/>
                  <a:pt x="464647" y="119940"/>
                  <a:pt x="464382" y="119921"/>
                </a:cubicBezTo>
                <a:cubicBezTo>
                  <a:pt x="464020" y="119885"/>
                  <a:pt x="463667" y="119791"/>
                  <a:pt x="463333" y="119644"/>
                </a:cubicBezTo>
                <a:cubicBezTo>
                  <a:pt x="462960" y="119479"/>
                  <a:pt x="462601" y="119286"/>
                  <a:pt x="462256" y="119065"/>
                </a:cubicBezTo>
                <a:cubicBezTo>
                  <a:pt x="461728" y="118584"/>
                  <a:pt x="461157" y="118159"/>
                  <a:pt x="460544" y="117794"/>
                </a:cubicBezTo>
                <a:cubicBezTo>
                  <a:pt x="460204" y="117521"/>
                  <a:pt x="459881" y="117226"/>
                  <a:pt x="459577" y="116911"/>
                </a:cubicBezTo>
                <a:cubicBezTo>
                  <a:pt x="459301" y="116662"/>
                  <a:pt x="458473" y="116441"/>
                  <a:pt x="458252" y="116055"/>
                </a:cubicBezTo>
                <a:cubicBezTo>
                  <a:pt x="458117" y="115710"/>
                  <a:pt x="458117" y="115323"/>
                  <a:pt x="458252" y="114978"/>
                </a:cubicBezTo>
                <a:cubicBezTo>
                  <a:pt x="458418" y="114619"/>
                  <a:pt x="459495" y="114453"/>
                  <a:pt x="459771" y="114288"/>
                </a:cubicBezTo>
                <a:cubicBezTo>
                  <a:pt x="460047" y="114122"/>
                  <a:pt x="460102" y="113901"/>
                  <a:pt x="460765" y="113404"/>
                </a:cubicBezTo>
                <a:cubicBezTo>
                  <a:pt x="461427" y="112907"/>
                  <a:pt x="461566" y="112189"/>
                  <a:pt x="461842" y="111913"/>
                </a:cubicBezTo>
                <a:cubicBezTo>
                  <a:pt x="462118" y="111637"/>
                  <a:pt x="463360" y="110339"/>
                  <a:pt x="463719" y="109953"/>
                </a:cubicBezTo>
                <a:cubicBezTo>
                  <a:pt x="464078" y="109566"/>
                  <a:pt x="464603" y="109235"/>
                  <a:pt x="464768" y="109069"/>
                </a:cubicBezTo>
                <a:cubicBezTo>
                  <a:pt x="464934" y="108903"/>
                  <a:pt x="465431" y="108379"/>
                  <a:pt x="465624" y="108379"/>
                </a:cubicBezTo>
                <a:cubicBezTo>
                  <a:pt x="465942" y="108257"/>
                  <a:pt x="466193" y="108006"/>
                  <a:pt x="466315" y="107688"/>
                </a:cubicBezTo>
                <a:cubicBezTo>
                  <a:pt x="466398" y="107302"/>
                  <a:pt x="467143" y="106971"/>
                  <a:pt x="467419" y="106501"/>
                </a:cubicBezTo>
                <a:cubicBezTo>
                  <a:pt x="467695" y="106032"/>
                  <a:pt x="468027" y="105866"/>
                  <a:pt x="468220" y="105452"/>
                </a:cubicBezTo>
                <a:cubicBezTo>
                  <a:pt x="468413" y="105038"/>
                  <a:pt x="468524" y="104789"/>
                  <a:pt x="468413" y="104623"/>
                </a:cubicBezTo>
                <a:cubicBezTo>
                  <a:pt x="468303" y="104458"/>
                  <a:pt x="467944" y="104651"/>
                  <a:pt x="467778" y="104458"/>
                </a:cubicBezTo>
                <a:cubicBezTo>
                  <a:pt x="467544" y="104187"/>
                  <a:pt x="467295" y="103928"/>
                  <a:pt x="467033" y="103685"/>
                </a:cubicBezTo>
                <a:close/>
                <a:moveTo>
                  <a:pt x="100923" y="101973"/>
                </a:moveTo>
                <a:cubicBezTo>
                  <a:pt x="100691" y="102224"/>
                  <a:pt x="100409" y="102420"/>
                  <a:pt x="100095" y="102553"/>
                </a:cubicBezTo>
                <a:cubicBezTo>
                  <a:pt x="99680" y="102635"/>
                  <a:pt x="99321" y="102414"/>
                  <a:pt x="98797" y="102912"/>
                </a:cubicBezTo>
                <a:cubicBezTo>
                  <a:pt x="98474" y="103362"/>
                  <a:pt x="98178" y="103834"/>
                  <a:pt x="97913" y="104320"/>
                </a:cubicBezTo>
                <a:cubicBezTo>
                  <a:pt x="97692" y="104541"/>
                  <a:pt x="97085" y="104817"/>
                  <a:pt x="96864" y="105065"/>
                </a:cubicBezTo>
                <a:cubicBezTo>
                  <a:pt x="96643" y="105314"/>
                  <a:pt x="96533" y="105949"/>
                  <a:pt x="96146" y="106308"/>
                </a:cubicBezTo>
                <a:cubicBezTo>
                  <a:pt x="95759" y="106667"/>
                  <a:pt x="94986" y="107026"/>
                  <a:pt x="94765" y="107302"/>
                </a:cubicBezTo>
                <a:cubicBezTo>
                  <a:pt x="94324" y="107799"/>
                  <a:pt x="94103" y="108130"/>
                  <a:pt x="94434" y="108738"/>
                </a:cubicBezTo>
                <a:cubicBezTo>
                  <a:pt x="94898" y="109304"/>
                  <a:pt x="95417" y="109820"/>
                  <a:pt x="95980" y="110284"/>
                </a:cubicBezTo>
                <a:cubicBezTo>
                  <a:pt x="96668" y="111159"/>
                  <a:pt x="97297" y="112082"/>
                  <a:pt x="97858" y="113045"/>
                </a:cubicBezTo>
                <a:cubicBezTo>
                  <a:pt x="98164" y="113666"/>
                  <a:pt x="98554" y="114244"/>
                  <a:pt x="99018" y="114757"/>
                </a:cubicBezTo>
                <a:cubicBezTo>
                  <a:pt x="99239" y="114978"/>
                  <a:pt x="100426" y="116165"/>
                  <a:pt x="101282" y="117132"/>
                </a:cubicBezTo>
                <a:cubicBezTo>
                  <a:pt x="101448" y="117325"/>
                  <a:pt x="101917" y="118126"/>
                  <a:pt x="102524" y="118871"/>
                </a:cubicBezTo>
                <a:cubicBezTo>
                  <a:pt x="103132" y="119617"/>
                  <a:pt x="102856" y="119727"/>
                  <a:pt x="103712" y="120639"/>
                </a:cubicBezTo>
                <a:cubicBezTo>
                  <a:pt x="103877" y="120804"/>
                  <a:pt x="104071" y="121688"/>
                  <a:pt x="104236" y="121909"/>
                </a:cubicBezTo>
                <a:cubicBezTo>
                  <a:pt x="105865" y="123842"/>
                  <a:pt x="105755" y="124228"/>
                  <a:pt x="106721" y="125112"/>
                </a:cubicBezTo>
                <a:cubicBezTo>
                  <a:pt x="107310" y="125708"/>
                  <a:pt x="107978" y="126222"/>
                  <a:pt x="108710" y="126630"/>
                </a:cubicBezTo>
                <a:cubicBezTo>
                  <a:pt x="109182" y="126895"/>
                  <a:pt x="109626" y="127210"/>
                  <a:pt x="110035" y="127569"/>
                </a:cubicBezTo>
                <a:lnTo>
                  <a:pt x="111333" y="128646"/>
                </a:lnTo>
                <a:cubicBezTo>
                  <a:pt x="111554" y="128867"/>
                  <a:pt x="113321" y="129806"/>
                  <a:pt x="113680" y="130054"/>
                </a:cubicBezTo>
                <a:cubicBezTo>
                  <a:pt x="114210" y="130590"/>
                  <a:pt x="114792" y="131070"/>
                  <a:pt x="115419" y="131490"/>
                </a:cubicBezTo>
                <a:cubicBezTo>
                  <a:pt x="116140" y="131741"/>
                  <a:pt x="116894" y="131879"/>
                  <a:pt x="117656" y="131904"/>
                </a:cubicBezTo>
                <a:cubicBezTo>
                  <a:pt x="118147" y="131838"/>
                  <a:pt x="118622" y="131689"/>
                  <a:pt x="119064" y="131462"/>
                </a:cubicBezTo>
                <a:cubicBezTo>
                  <a:pt x="119589" y="131159"/>
                  <a:pt x="120417" y="130054"/>
                  <a:pt x="120942" y="129668"/>
                </a:cubicBezTo>
                <a:cubicBezTo>
                  <a:pt x="121466" y="129281"/>
                  <a:pt x="122488" y="128729"/>
                  <a:pt x="122488" y="128729"/>
                </a:cubicBezTo>
                <a:cubicBezTo>
                  <a:pt x="122488" y="128729"/>
                  <a:pt x="123565" y="127680"/>
                  <a:pt x="123951" y="127238"/>
                </a:cubicBezTo>
                <a:cubicBezTo>
                  <a:pt x="124379" y="126672"/>
                  <a:pt x="124915" y="126194"/>
                  <a:pt x="125525" y="125830"/>
                </a:cubicBezTo>
                <a:cubicBezTo>
                  <a:pt x="125829" y="125692"/>
                  <a:pt x="126575" y="125581"/>
                  <a:pt x="126878" y="125250"/>
                </a:cubicBezTo>
                <a:cubicBezTo>
                  <a:pt x="127304" y="124728"/>
                  <a:pt x="127638" y="124140"/>
                  <a:pt x="127872" y="123510"/>
                </a:cubicBezTo>
                <a:cubicBezTo>
                  <a:pt x="128093" y="122930"/>
                  <a:pt x="128949" y="122461"/>
                  <a:pt x="129004" y="121853"/>
                </a:cubicBezTo>
                <a:cubicBezTo>
                  <a:pt x="129060" y="121246"/>
                  <a:pt x="128646" y="120749"/>
                  <a:pt x="128259" y="120114"/>
                </a:cubicBezTo>
                <a:cubicBezTo>
                  <a:pt x="127889" y="119263"/>
                  <a:pt x="127455" y="118441"/>
                  <a:pt x="126961" y="117656"/>
                </a:cubicBezTo>
                <a:cubicBezTo>
                  <a:pt x="126431" y="116864"/>
                  <a:pt x="125442" y="116516"/>
                  <a:pt x="124531" y="116800"/>
                </a:cubicBezTo>
                <a:cubicBezTo>
                  <a:pt x="124009" y="117118"/>
                  <a:pt x="123543" y="117518"/>
                  <a:pt x="123151" y="117988"/>
                </a:cubicBezTo>
                <a:cubicBezTo>
                  <a:pt x="122822" y="118256"/>
                  <a:pt x="122433" y="118446"/>
                  <a:pt x="122019" y="118540"/>
                </a:cubicBezTo>
                <a:cubicBezTo>
                  <a:pt x="121881" y="118568"/>
                  <a:pt x="121411" y="119230"/>
                  <a:pt x="120997" y="119230"/>
                </a:cubicBezTo>
                <a:cubicBezTo>
                  <a:pt x="120533" y="119551"/>
                  <a:pt x="120100" y="119910"/>
                  <a:pt x="119699" y="120307"/>
                </a:cubicBezTo>
                <a:cubicBezTo>
                  <a:pt x="119050" y="120912"/>
                  <a:pt x="118211" y="121274"/>
                  <a:pt x="117325" y="121329"/>
                </a:cubicBezTo>
                <a:cubicBezTo>
                  <a:pt x="116054" y="121274"/>
                  <a:pt x="115585" y="120473"/>
                  <a:pt x="114701" y="120031"/>
                </a:cubicBezTo>
                <a:cubicBezTo>
                  <a:pt x="114210" y="119774"/>
                  <a:pt x="113776" y="119415"/>
                  <a:pt x="113431" y="118982"/>
                </a:cubicBezTo>
                <a:cubicBezTo>
                  <a:pt x="112650" y="118073"/>
                  <a:pt x="112048" y="117024"/>
                  <a:pt x="111664" y="115889"/>
                </a:cubicBezTo>
                <a:cubicBezTo>
                  <a:pt x="112227" y="114887"/>
                  <a:pt x="112575" y="113777"/>
                  <a:pt x="112686" y="112631"/>
                </a:cubicBezTo>
                <a:cubicBezTo>
                  <a:pt x="112821" y="111913"/>
                  <a:pt x="112998" y="111203"/>
                  <a:pt x="113210" y="110505"/>
                </a:cubicBezTo>
                <a:cubicBezTo>
                  <a:pt x="113169" y="109933"/>
                  <a:pt x="113243" y="109362"/>
                  <a:pt x="113431" y="108821"/>
                </a:cubicBezTo>
                <a:cubicBezTo>
                  <a:pt x="113763" y="108185"/>
                  <a:pt x="113928" y="107882"/>
                  <a:pt x="114232" y="107357"/>
                </a:cubicBezTo>
                <a:cubicBezTo>
                  <a:pt x="114525" y="107015"/>
                  <a:pt x="114525" y="106512"/>
                  <a:pt x="114232" y="106170"/>
                </a:cubicBezTo>
                <a:cubicBezTo>
                  <a:pt x="113807" y="105775"/>
                  <a:pt x="113324" y="105449"/>
                  <a:pt x="112796" y="105203"/>
                </a:cubicBezTo>
                <a:cubicBezTo>
                  <a:pt x="111995" y="105038"/>
                  <a:pt x="111112" y="103878"/>
                  <a:pt x="110173" y="104513"/>
                </a:cubicBezTo>
                <a:cubicBezTo>
                  <a:pt x="109234" y="105148"/>
                  <a:pt x="108157" y="105121"/>
                  <a:pt x="107992" y="105645"/>
                </a:cubicBezTo>
                <a:cubicBezTo>
                  <a:pt x="107972" y="106197"/>
                  <a:pt x="107851" y="106739"/>
                  <a:pt x="107633" y="107247"/>
                </a:cubicBezTo>
                <a:cubicBezTo>
                  <a:pt x="107826" y="107937"/>
                  <a:pt x="107025" y="108434"/>
                  <a:pt x="106280" y="107937"/>
                </a:cubicBezTo>
                <a:cubicBezTo>
                  <a:pt x="105901" y="107528"/>
                  <a:pt x="105578" y="107073"/>
                  <a:pt x="105313" y="106584"/>
                </a:cubicBezTo>
                <a:cubicBezTo>
                  <a:pt x="104844" y="105535"/>
                  <a:pt x="105396" y="104403"/>
                  <a:pt x="104154" y="103132"/>
                </a:cubicBezTo>
                <a:cubicBezTo>
                  <a:pt x="103530" y="102622"/>
                  <a:pt x="102820" y="102227"/>
                  <a:pt x="102055" y="101973"/>
                </a:cubicBezTo>
                <a:cubicBezTo>
                  <a:pt x="101668" y="101973"/>
                  <a:pt x="101144" y="101807"/>
                  <a:pt x="100923" y="101973"/>
                </a:cubicBezTo>
                <a:close/>
                <a:moveTo>
                  <a:pt x="342447" y="90541"/>
                </a:moveTo>
                <a:cubicBezTo>
                  <a:pt x="342364" y="94749"/>
                  <a:pt x="341646" y="98919"/>
                  <a:pt x="340321" y="102912"/>
                </a:cubicBezTo>
                <a:cubicBezTo>
                  <a:pt x="339357" y="106070"/>
                  <a:pt x="336947" y="108583"/>
                  <a:pt x="333832" y="109677"/>
                </a:cubicBezTo>
                <a:cubicBezTo>
                  <a:pt x="333241" y="111192"/>
                  <a:pt x="332391" y="112592"/>
                  <a:pt x="331319" y="113818"/>
                </a:cubicBezTo>
                <a:cubicBezTo>
                  <a:pt x="324637" y="121771"/>
                  <a:pt x="312488" y="130413"/>
                  <a:pt x="298682" y="136378"/>
                </a:cubicBezTo>
                <a:cubicBezTo>
                  <a:pt x="301874" y="135417"/>
                  <a:pt x="305306" y="135640"/>
                  <a:pt x="308346" y="137013"/>
                </a:cubicBezTo>
                <a:lnTo>
                  <a:pt x="308456" y="136930"/>
                </a:lnTo>
                <a:cubicBezTo>
                  <a:pt x="312388" y="138854"/>
                  <a:pt x="315964" y="141431"/>
                  <a:pt x="319032" y="144551"/>
                </a:cubicBezTo>
                <a:cubicBezTo>
                  <a:pt x="319032" y="144551"/>
                  <a:pt x="315001" y="146677"/>
                  <a:pt x="306551" y="144772"/>
                </a:cubicBezTo>
                <a:cubicBezTo>
                  <a:pt x="302489" y="143664"/>
                  <a:pt x="299204" y="140677"/>
                  <a:pt x="297715" y="136736"/>
                </a:cubicBezTo>
                <a:lnTo>
                  <a:pt x="290785" y="139281"/>
                </a:lnTo>
                <a:lnTo>
                  <a:pt x="292268" y="146887"/>
                </a:lnTo>
                <a:cubicBezTo>
                  <a:pt x="293186" y="151606"/>
                  <a:pt x="294194" y="156797"/>
                  <a:pt x="294705" y="159461"/>
                </a:cubicBezTo>
                <a:cubicBezTo>
                  <a:pt x="323640" y="159624"/>
                  <a:pt x="352426" y="155284"/>
                  <a:pt x="380027" y="146594"/>
                </a:cubicBezTo>
                <a:lnTo>
                  <a:pt x="382981" y="145600"/>
                </a:lnTo>
                <a:lnTo>
                  <a:pt x="382981" y="148693"/>
                </a:lnTo>
                <a:cubicBezTo>
                  <a:pt x="382962" y="157399"/>
                  <a:pt x="379982" y="165842"/>
                  <a:pt x="374532" y="172632"/>
                </a:cubicBezTo>
                <a:cubicBezTo>
                  <a:pt x="369076" y="179198"/>
                  <a:pt x="361758" y="183964"/>
                  <a:pt x="353546" y="186300"/>
                </a:cubicBezTo>
                <a:cubicBezTo>
                  <a:pt x="352649" y="192579"/>
                  <a:pt x="349548" y="198336"/>
                  <a:pt x="344793" y="202536"/>
                </a:cubicBezTo>
                <a:cubicBezTo>
                  <a:pt x="343546" y="203591"/>
                  <a:pt x="342195" y="204516"/>
                  <a:pt x="340762" y="205298"/>
                </a:cubicBezTo>
                <a:cubicBezTo>
                  <a:pt x="359732" y="203144"/>
                  <a:pt x="374173" y="200438"/>
                  <a:pt x="381076" y="199140"/>
                </a:cubicBezTo>
                <a:lnTo>
                  <a:pt x="384251" y="198533"/>
                </a:lnTo>
                <a:lnTo>
                  <a:pt x="384086" y="198533"/>
                </a:lnTo>
                <a:cubicBezTo>
                  <a:pt x="387206" y="198008"/>
                  <a:pt x="390243" y="197345"/>
                  <a:pt x="392728" y="196738"/>
                </a:cubicBezTo>
                <a:cubicBezTo>
                  <a:pt x="389001" y="203782"/>
                  <a:pt x="384511" y="210392"/>
                  <a:pt x="379336" y="216453"/>
                </a:cubicBezTo>
                <a:cubicBezTo>
                  <a:pt x="370603" y="226838"/>
                  <a:pt x="359881" y="235370"/>
                  <a:pt x="347803" y="241552"/>
                </a:cubicBezTo>
                <a:cubicBezTo>
                  <a:pt x="337175" y="246931"/>
                  <a:pt x="325758" y="250576"/>
                  <a:pt x="313978" y="252349"/>
                </a:cubicBezTo>
                <a:cubicBezTo>
                  <a:pt x="312148" y="252606"/>
                  <a:pt x="310303" y="252724"/>
                  <a:pt x="308456" y="252708"/>
                </a:cubicBezTo>
                <a:cubicBezTo>
                  <a:pt x="305010" y="252694"/>
                  <a:pt x="301569" y="252445"/>
                  <a:pt x="298156" y="251962"/>
                </a:cubicBezTo>
                <a:lnTo>
                  <a:pt x="294898" y="251493"/>
                </a:lnTo>
                <a:lnTo>
                  <a:pt x="301222" y="277918"/>
                </a:lnTo>
                <a:lnTo>
                  <a:pt x="280153" y="279271"/>
                </a:lnTo>
                <a:lnTo>
                  <a:pt x="259058" y="277918"/>
                </a:lnTo>
                <a:lnTo>
                  <a:pt x="265381" y="251493"/>
                </a:lnTo>
                <a:lnTo>
                  <a:pt x="262123" y="251962"/>
                </a:lnTo>
                <a:cubicBezTo>
                  <a:pt x="258710" y="252445"/>
                  <a:pt x="255269" y="252694"/>
                  <a:pt x="251823" y="252708"/>
                </a:cubicBezTo>
                <a:cubicBezTo>
                  <a:pt x="249976" y="252727"/>
                  <a:pt x="248129" y="252606"/>
                  <a:pt x="246301" y="252349"/>
                </a:cubicBezTo>
                <a:cubicBezTo>
                  <a:pt x="234513" y="250582"/>
                  <a:pt x="223085" y="246937"/>
                  <a:pt x="212448" y="241552"/>
                </a:cubicBezTo>
                <a:cubicBezTo>
                  <a:pt x="200368" y="235373"/>
                  <a:pt x="189649" y="226838"/>
                  <a:pt x="180915" y="216453"/>
                </a:cubicBezTo>
                <a:cubicBezTo>
                  <a:pt x="175741" y="210392"/>
                  <a:pt x="171251" y="203782"/>
                  <a:pt x="167523" y="196738"/>
                </a:cubicBezTo>
                <a:cubicBezTo>
                  <a:pt x="170036" y="197345"/>
                  <a:pt x="173129" y="198008"/>
                  <a:pt x="176166" y="198533"/>
                </a:cubicBezTo>
                <a:lnTo>
                  <a:pt x="179369" y="199140"/>
                </a:lnTo>
                <a:cubicBezTo>
                  <a:pt x="186244" y="200438"/>
                  <a:pt x="200658" y="203144"/>
                  <a:pt x="219655" y="205270"/>
                </a:cubicBezTo>
                <a:cubicBezTo>
                  <a:pt x="218222" y="204544"/>
                  <a:pt x="216869" y="203663"/>
                  <a:pt x="215624" y="202647"/>
                </a:cubicBezTo>
                <a:cubicBezTo>
                  <a:pt x="210883" y="198439"/>
                  <a:pt x="207782" y="192687"/>
                  <a:pt x="206871" y="186411"/>
                </a:cubicBezTo>
                <a:cubicBezTo>
                  <a:pt x="198662" y="184067"/>
                  <a:pt x="191347" y="179303"/>
                  <a:pt x="185885" y="172743"/>
                </a:cubicBezTo>
                <a:cubicBezTo>
                  <a:pt x="180454" y="165942"/>
                  <a:pt x="177478" y="157506"/>
                  <a:pt x="177436" y="148803"/>
                </a:cubicBezTo>
                <a:lnTo>
                  <a:pt x="177436" y="145710"/>
                </a:lnTo>
                <a:lnTo>
                  <a:pt x="180363" y="146705"/>
                </a:lnTo>
                <a:cubicBezTo>
                  <a:pt x="208014" y="155372"/>
                  <a:pt x="236846" y="159674"/>
                  <a:pt x="265823" y="159461"/>
                </a:cubicBezTo>
                <a:cubicBezTo>
                  <a:pt x="266844" y="154132"/>
                  <a:pt x="269854" y="138697"/>
                  <a:pt x="270158" y="137151"/>
                </a:cubicBezTo>
                <a:lnTo>
                  <a:pt x="270158" y="136792"/>
                </a:lnTo>
                <a:cubicBezTo>
                  <a:pt x="270710" y="133948"/>
                  <a:pt x="272367" y="125360"/>
                  <a:pt x="280071" y="125360"/>
                </a:cubicBezTo>
                <a:lnTo>
                  <a:pt x="280430" y="125360"/>
                </a:lnTo>
                <a:cubicBezTo>
                  <a:pt x="284281" y="125360"/>
                  <a:pt x="286628" y="127528"/>
                  <a:pt x="288081" y="130041"/>
                </a:cubicBezTo>
                <a:lnTo>
                  <a:pt x="290062" y="135884"/>
                </a:lnTo>
                <a:lnTo>
                  <a:pt x="296721" y="133451"/>
                </a:lnTo>
                <a:cubicBezTo>
                  <a:pt x="294487" y="129938"/>
                  <a:pt x="293516" y="125772"/>
                  <a:pt x="293960" y="121633"/>
                </a:cubicBezTo>
                <a:cubicBezTo>
                  <a:pt x="294968" y="117286"/>
                  <a:pt x="297246" y="113335"/>
                  <a:pt x="300504" y="110284"/>
                </a:cubicBezTo>
                <a:cubicBezTo>
                  <a:pt x="301749" y="114420"/>
                  <a:pt x="302465" y="118697"/>
                  <a:pt x="302630" y="123013"/>
                </a:cubicBezTo>
                <a:cubicBezTo>
                  <a:pt x="302796" y="127818"/>
                  <a:pt x="297853" y="132484"/>
                  <a:pt x="296887" y="133340"/>
                </a:cubicBezTo>
                <a:lnTo>
                  <a:pt x="310272" y="125452"/>
                </a:lnTo>
                <a:lnTo>
                  <a:pt x="307739" y="114481"/>
                </a:lnTo>
                <a:cubicBezTo>
                  <a:pt x="308578" y="110110"/>
                  <a:pt x="310657" y="106076"/>
                  <a:pt x="313730" y="102856"/>
                </a:cubicBezTo>
                <a:cubicBezTo>
                  <a:pt x="314967" y="107045"/>
                  <a:pt x="315707" y="111364"/>
                  <a:pt x="315939" y="115724"/>
                </a:cubicBezTo>
                <a:lnTo>
                  <a:pt x="316022" y="115724"/>
                </a:lnTo>
                <a:cubicBezTo>
                  <a:pt x="316091" y="118430"/>
                  <a:pt x="314710" y="121108"/>
                  <a:pt x="313313" y="123110"/>
                </a:cubicBezTo>
                <a:lnTo>
                  <a:pt x="312385" y="124207"/>
                </a:lnTo>
                <a:lnTo>
                  <a:pt x="322704" y="118126"/>
                </a:lnTo>
                <a:cubicBezTo>
                  <a:pt x="320667" y="114661"/>
                  <a:pt x="319758" y="110646"/>
                  <a:pt x="320109" y="106639"/>
                </a:cubicBezTo>
                <a:cubicBezTo>
                  <a:pt x="320876" y="102511"/>
                  <a:pt x="322790" y="98684"/>
                  <a:pt x="325631" y="95594"/>
                </a:cubicBezTo>
                <a:cubicBezTo>
                  <a:pt x="326777" y="99617"/>
                  <a:pt x="327454" y="103759"/>
                  <a:pt x="327647" y="107937"/>
                </a:cubicBezTo>
                <a:cubicBezTo>
                  <a:pt x="327895" y="112576"/>
                  <a:pt x="323533" y="117325"/>
                  <a:pt x="322787" y="118098"/>
                </a:cubicBezTo>
                <a:cubicBezTo>
                  <a:pt x="325626" y="115840"/>
                  <a:pt x="328301" y="113388"/>
                  <a:pt x="330795" y="110753"/>
                </a:cubicBezTo>
                <a:cubicBezTo>
                  <a:pt x="331402" y="110091"/>
                  <a:pt x="332092" y="109235"/>
                  <a:pt x="332589" y="108600"/>
                </a:cubicBezTo>
                <a:cubicBezTo>
                  <a:pt x="331924" y="105214"/>
                  <a:pt x="332482" y="101699"/>
                  <a:pt x="334163" y="98687"/>
                </a:cubicBezTo>
                <a:cubicBezTo>
                  <a:pt x="336024" y="95186"/>
                  <a:pt x="338915" y="92342"/>
                  <a:pt x="342447" y="90541"/>
                </a:cubicBezTo>
                <a:close/>
                <a:moveTo>
                  <a:pt x="164762" y="89105"/>
                </a:moveTo>
                <a:cubicBezTo>
                  <a:pt x="164762" y="89105"/>
                  <a:pt x="163106" y="90127"/>
                  <a:pt x="163106" y="90127"/>
                </a:cubicBezTo>
                <a:cubicBezTo>
                  <a:pt x="162763" y="90608"/>
                  <a:pt x="162343" y="91027"/>
                  <a:pt x="161863" y="91370"/>
                </a:cubicBezTo>
                <a:cubicBezTo>
                  <a:pt x="161532" y="91563"/>
                  <a:pt x="160455" y="89906"/>
                  <a:pt x="159488" y="90486"/>
                </a:cubicBezTo>
                <a:cubicBezTo>
                  <a:pt x="159212" y="90652"/>
                  <a:pt x="158991" y="91314"/>
                  <a:pt x="158743" y="91729"/>
                </a:cubicBezTo>
                <a:cubicBezTo>
                  <a:pt x="158315" y="92830"/>
                  <a:pt x="158315" y="94051"/>
                  <a:pt x="158743" y="95153"/>
                </a:cubicBezTo>
                <a:cubicBezTo>
                  <a:pt x="158743" y="95539"/>
                  <a:pt x="158577" y="96340"/>
                  <a:pt x="158743" y="96616"/>
                </a:cubicBezTo>
                <a:cubicBezTo>
                  <a:pt x="158909" y="96892"/>
                  <a:pt x="159461" y="97168"/>
                  <a:pt x="159599" y="97417"/>
                </a:cubicBezTo>
                <a:cubicBezTo>
                  <a:pt x="159737" y="97665"/>
                  <a:pt x="159958" y="98438"/>
                  <a:pt x="160123" y="98714"/>
                </a:cubicBezTo>
                <a:cubicBezTo>
                  <a:pt x="160703" y="99874"/>
                  <a:pt x="161891" y="99736"/>
                  <a:pt x="162885" y="99156"/>
                </a:cubicBezTo>
                <a:cubicBezTo>
                  <a:pt x="163354" y="98853"/>
                  <a:pt x="163851" y="97748"/>
                  <a:pt x="164100" y="97500"/>
                </a:cubicBezTo>
                <a:cubicBezTo>
                  <a:pt x="164348" y="97251"/>
                  <a:pt x="164983" y="97223"/>
                  <a:pt x="165259" y="96671"/>
                </a:cubicBezTo>
                <a:cubicBezTo>
                  <a:pt x="165546" y="96249"/>
                  <a:pt x="165762" y="95782"/>
                  <a:pt x="165894" y="95291"/>
                </a:cubicBezTo>
                <a:lnTo>
                  <a:pt x="165894" y="95180"/>
                </a:lnTo>
                <a:cubicBezTo>
                  <a:pt x="165977" y="94517"/>
                  <a:pt x="165618" y="94131"/>
                  <a:pt x="165756" y="93551"/>
                </a:cubicBezTo>
                <a:cubicBezTo>
                  <a:pt x="165701" y="93247"/>
                  <a:pt x="166170" y="92778"/>
                  <a:pt x="166170" y="92557"/>
                </a:cubicBezTo>
                <a:cubicBezTo>
                  <a:pt x="166220" y="92137"/>
                  <a:pt x="166306" y="91720"/>
                  <a:pt x="166419" y="91314"/>
                </a:cubicBezTo>
                <a:cubicBezTo>
                  <a:pt x="166347" y="90897"/>
                  <a:pt x="166187" y="90503"/>
                  <a:pt x="165950" y="90155"/>
                </a:cubicBezTo>
                <a:cubicBezTo>
                  <a:pt x="165903" y="89771"/>
                  <a:pt x="165751" y="89406"/>
                  <a:pt x="165508" y="89105"/>
                </a:cubicBezTo>
                <a:cubicBezTo>
                  <a:pt x="165314" y="88857"/>
                  <a:pt x="164762" y="89105"/>
                  <a:pt x="164762" y="89105"/>
                </a:cubicBezTo>
                <a:close/>
                <a:moveTo>
                  <a:pt x="1135700" y="86645"/>
                </a:moveTo>
                <a:cubicBezTo>
                  <a:pt x="1138154" y="86735"/>
                  <a:pt x="1140599" y="86992"/>
                  <a:pt x="1143017" y="87415"/>
                </a:cubicBezTo>
                <a:cubicBezTo>
                  <a:pt x="1146030" y="87609"/>
                  <a:pt x="1149053" y="87609"/>
                  <a:pt x="1152066" y="87415"/>
                </a:cubicBezTo>
                <a:cubicBezTo>
                  <a:pt x="1154376" y="87415"/>
                  <a:pt x="1155820" y="90399"/>
                  <a:pt x="1156783" y="91169"/>
                </a:cubicBezTo>
                <a:cubicBezTo>
                  <a:pt x="1157746" y="91939"/>
                  <a:pt x="1163811" y="92228"/>
                  <a:pt x="1165255" y="93768"/>
                </a:cubicBezTo>
                <a:cubicBezTo>
                  <a:pt x="1166698" y="95308"/>
                  <a:pt x="1166506" y="100218"/>
                  <a:pt x="1168046" y="103394"/>
                </a:cubicBezTo>
                <a:cubicBezTo>
                  <a:pt x="1169587" y="106572"/>
                  <a:pt x="1174207" y="108208"/>
                  <a:pt x="1174592" y="117834"/>
                </a:cubicBezTo>
                <a:cubicBezTo>
                  <a:pt x="1174977" y="127461"/>
                  <a:pt x="1172378" y="127653"/>
                  <a:pt x="1166506" y="132660"/>
                </a:cubicBezTo>
                <a:cubicBezTo>
                  <a:pt x="1164869" y="134777"/>
                  <a:pt x="1165062" y="138146"/>
                  <a:pt x="1168046" y="137568"/>
                </a:cubicBezTo>
                <a:cubicBezTo>
                  <a:pt x="1173341" y="136509"/>
                  <a:pt x="1192401" y="132274"/>
                  <a:pt x="1196926" y="130830"/>
                </a:cubicBezTo>
                <a:cubicBezTo>
                  <a:pt x="1202304" y="129145"/>
                  <a:pt x="1207808" y="127889"/>
                  <a:pt x="1213387" y="127076"/>
                </a:cubicBezTo>
                <a:cubicBezTo>
                  <a:pt x="1215216" y="126883"/>
                  <a:pt x="1218200" y="129482"/>
                  <a:pt x="1220414" y="130060"/>
                </a:cubicBezTo>
                <a:cubicBezTo>
                  <a:pt x="1222628" y="130637"/>
                  <a:pt x="1226960" y="130445"/>
                  <a:pt x="1227730" y="132467"/>
                </a:cubicBezTo>
                <a:cubicBezTo>
                  <a:pt x="1229230" y="136301"/>
                  <a:pt x="1232495" y="139171"/>
                  <a:pt x="1236490" y="140168"/>
                </a:cubicBezTo>
                <a:lnTo>
                  <a:pt x="1236298" y="140168"/>
                </a:lnTo>
                <a:cubicBezTo>
                  <a:pt x="1238366" y="140685"/>
                  <a:pt x="1239921" y="142393"/>
                  <a:pt x="1240244" y="144499"/>
                </a:cubicBezTo>
                <a:cubicBezTo>
                  <a:pt x="1240244" y="146329"/>
                  <a:pt x="1239763" y="149409"/>
                  <a:pt x="1239763" y="153356"/>
                </a:cubicBezTo>
                <a:cubicBezTo>
                  <a:pt x="1239185" y="159517"/>
                  <a:pt x="1228597" y="163849"/>
                  <a:pt x="1223976" y="166737"/>
                </a:cubicBezTo>
                <a:cubicBezTo>
                  <a:pt x="1222436" y="167796"/>
                  <a:pt x="1220895" y="164234"/>
                  <a:pt x="1215505" y="164234"/>
                </a:cubicBezTo>
                <a:cubicBezTo>
                  <a:pt x="1213675" y="164330"/>
                  <a:pt x="1202990" y="165197"/>
                  <a:pt x="1201161" y="165197"/>
                </a:cubicBezTo>
                <a:lnTo>
                  <a:pt x="1189706" y="166545"/>
                </a:lnTo>
                <a:cubicBezTo>
                  <a:pt x="1187106" y="167122"/>
                  <a:pt x="1181715" y="168951"/>
                  <a:pt x="1179213" y="169721"/>
                </a:cubicBezTo>
                <a:cubicBezTo>
                  <a:pt x="1175633" y="170730"/>
                  <a:pt x="1172127" y="171985"/>
                  <a:pt x="1168719" y="173476"/>
                </a:cubicBezTo>
                <a:cubicBezTo>
                  <a:pt x="1167179" y="174438"/>
                  <a:pt x="1163426" y="172706"/>
                  <a:pt x="1159093" y="173476"/>
                </a:cubicBezTo>
                <a:cubicBezTo>
                  <a:pt x="1157169" y="173861"/>
                  <a:pt x="1150334" y="177999"/>
                  <a:pt x="1144461" y="179636"/>
                </a:cubicBezTo>
                <a:cubicBezTo>
                  <a:pt x="1132887" y="181661"/>
                  <a:pt x="1121467" y="184492"/>
                  <a:pt x="1110287" y="188107"/>
                </a:cubicBezTo>
                <a:cubicBezTo>
                  <a:pt x="1107784" y="190610"/>
                  <a:pt x="1102586" y="189551"/>
                  <a:pt x="1100661" y="190610"/>
                </a:cubicBezTo>
                <a:cubicBezTo>
                  <a:pt x="1098736" y="191670"/>
                  <a:pt x="1093634" y="191670"/>
                  <a:pt x="1091034" y="193017"/>
                </a:cubicBezTo>
                <a:cubicBezTo>
                  <a:pt x="1086703" y="195231"/>
                  <a:pt x="1084776" y="193980"/>
                  <a:pt x="1082370" y="195231"/>
                </a:cubicBezTo>
                <a:cubicBezTo>
                  <a:pt x="1080036" y="196101"/>
                  <a:pt x="1077534" y="196431"/>
                  <a:pt x="1075054" y="196193"/>
                </a:cubicBezTo>
                <a:cubicBezTo>
                  <a:pt x="1072380" y="196727"/>
                  <a:pt x="1069743" y="197434"/>
                  <a:pt x="1067161" y="198312"/>
                </a:cubicBezTo>
                <a:cubicBezTo>
                  <a:pt x="1064881" y="198838"/>
                  <a:pt x="1062510" y="198838"/>
                  <a:pt x="1060230" y="198312"/>
                </a:cubicBezTo>
                <a:cubicBezTo>
                  <a:pt x="1058411" y="198042"/>
                  <a:pt x="1056561" y="198042"/>
                  <a:pt x="1054742" y="198312"/>
                </a:cubicBezTo>
                <a:cubicBezTo>
                  <a:pt x="1052914" y="200718"/>
                  <a:pt x="1049448" y="200718"/>
                  <a:pt x="1045886" y="200718"/>
                </a:cubicBezTo>
                <a:cubicBezTo>
                  <a:pt x="1043273" y="201227"/>
                  <a:pt x="1040745" y="202103"/>
                  <a:pt x="1038377" y="203317"/>
                </a:cubicBezTo>
                <a:cubicBezTo>
                  <a:pt x="1037799" y="205051"/>
                  <a:pt x="1034720" y="206590"/>
                  <a:pt x="1031831" y="207072"/>
                </a:cubicBezTo>
                <a:cubicBezTo>
                  <a:pt x="1028944" y="207553"/>
                  <a:pt x="1030676" y="205243"/>
                  <a:pt x="1026537" y="203317"/>
                </a:cubicBezTo>
                <a:cubicBezTo>
                  <a:pt x="1024611" y="202740"/>
                  <a:pt x="1020280" y="204377"/>
                  <a:pt x="1016910" y="202740"/>
                </a:cubicBezTo>
                <a:cubicBezTo>
                  <a:pt x="1013541" y="201103"/>
                  <a:pt x="1013734" y="196386"/>
                  <a:pt x="1014408" y="192440"/>
                </a:cubicBezTo>
                <a:cubicBezTo>
                  <a:pt x="1014504" y="191573"/>
                  <a:pt x="1013927" y="187915"/>
                  <a:pt x="1013927" y="183968"/>
                </a:cubicBezTo>
                <a:cubicBezTo>
                  <a:pt x="1013512" y="181562"/>
                  <a:pt x="1014181" y="179096"/>
                  <a:pt x="1015755" y="177229"/>
                </a:cubicBezTo>
                <a:cubicBezTo>
                  <a:pt x="1021564" y="172926"/>
                  <a:pt x="1028080" y="169669"/>
                  <a:pt x="1035008" y="167603"/>
                </a:cubicBezTo>
                <a:cubicBezTo>
                  <a:pt x="1036837" y="167218"/>
                  <a:pt x="1038666" y="170491"/>
                  <a:pt x="1040111" y="170491"/>
                </a:cubicBezTo>
                <a:cubicBezTo>
                  <a:pt x="1041554" y="170491"/>
                  <a:pt x="1048293" y="166737"/>
                  <a:pt x="1051180" y="166737"/>
                </a:cubicBezTo>
                <a:cubicBezTo>
                  <a:pt x="1060129" y="165659"/>
                  <a:pt x="1068979" y="163890"/>
                  <a:pt x="1077653" y="161442"/>
                </a:cubicBezTo>
                <a:cubicBezTo>
                  <a:pt x="1082178" y="159902"/>
                  <a:pt x="1086317" y="162020"/>
                  <a:pt x="1088916" y="159902"/>
                </a:cubicBezTo>
                <a:cubicBezTo>
                  <a:pt x="1095691" y="157396"/>
                  <a:pt x="1102600" y="155275"/>
                  <a:pt x="1109613" y="153549"/>
                </a:cubicBezTo>
                <a:cubicBezTo>
                  <a:pt x="1112116" y="152971"/>
                  <a:pt x="1116736" y="151719"/>
                  <a:pt x="1118085" y="148639"/>
                </a:cubicBezTo>
                <a:cubicBezTo>
                  <a:pt x="1118229" y="146664"/>
                  <a:pt x="1117899" y="144684"/>
                  <a:pt x="1117122" y="142863"/>
                </a:cubicBezTo>
                <a:cubicBezTo>
                  <a:pt x="1115966" y="139879"/>
                  <a:pt x="1113656" y="140938"/>
                  <a:pt x="1111154" y="140938"/>
                </a:cubicBezTo>
                <a:cubicBezTo>
                  <a:pt x="1108774" y="140276"/>
                  <a:pt x="1106741" y="138725"/>
                  <a:pt x="1105474" y="136606"/>
                </a:cubicBezTo>
                <a:cubicBezTo>
                  <a:pt x="1105353" y="134529"/>
                  <a:pt x="1105820" y="132460"/>
                  <a:pt x="1106822" y="130637"/>
                </a:cubicBezTo>
                <a:cubicBezTo>
                  <a:pt x="1107592" y="128520"/>
                  <a:pt x="1108073" y="127653"/>
                  <a:pt x="1109036" y="124957"/>
                </a:cubicBezTo>
                <a:cubicBezTo>
                  <a:pt x="1109933" y="122627"/>
                  <a:pt x="1110704" y="120249"/>
                  <a:pt x="1111346" y="117834"/>
                </a:cubicBezTo>
                <a:cubicBezTo>
                  <a:pt x="1112598" y="113888"/>
                  <a:pt x="1105089" y="103010"/>
                  <a:pt x="1104126" y="100026"/>
                </a:cubicBezTo>
                <a:cubicBezTo>
                  <a:pt x="1103662" y="97768"/>
                  <a:pt x="1104475" y="95438"/>
                  <a:pt x="1106244" y="93961"/>
                </a:cubicBezTo>
                <a:cubicBezTo>
                  <a:pt x="1109517" y="90591"/>
                  <a:pt x="1113271" y="92131"/>
                  <a:pt x="1117122" y="92131"/>
                </a:cubicBezTo>
                <a:cubicBezTo>
                  <a:pt x="1119388" y="91737"/>
                  <a:pt x="1121549" y="90885"/>
                  <a:pt x="1123475" y="89629"/>
                </a:cubicBezTo>
                <a:cubicBezTo>
                  <a:pt x="1124727" y="88955"/>
                  <a:pt x="1126749" y="89917"/>
                  <a:pt x="1129540" y="88955"/>
                </a:cubicBezTo>
                <a:cubicBezTo>
                  <a:pt x="1132332" y="87993"/>
                  <a:pt x="1132332" y="86645"/>
                  <a:pt x="1135700" y="86645"/>
                </a:cubicBezTo>
                <a:close/>
                <a:moveTo>
                  <a:pt x="2406203" y="84911"/>
                </a:moveTo>
                <a:cubicBezTo>
                  <a:pt x="2410631" y="85200"/>
                  <a:pt x="2413808" y="89339"/>
                  <a:pt x="2416408" y="92805"/>
                </a:cubicBezTo>
                <a:cubicBezTo>
                  <a:pt x="2419006" y="96270"/>
                  <a:pt x="2415445" y="102335"/>
                  <a:pt x="2412075" y="105319"/>
                </a:cubicBezTo>
                <a:cubicBezTo>
                  <a:pt x="2408485" y="108292"/>
                  <a:pt x="2405620" y="112046"/>
                  <a:pt x="2403701" y="116293"/>
                </a:cubicBezTo>
                <a:cubicBezTo>
                  <a:pt x="2403123" y="117545"/>
                  <a:pt x="2403123" y="125438"/>
                  <a:pt x="2403701" y="125920"/>
                </a:cubicBezTo>
                <a:cubicBezTo>
                  <a:pt x="2404278" y="126401"/>
                  <a:pt x="2408610" y="129385"/>
                  <a:pt x="2408899" y="133717"/>
                </a:cubicBezTo>
                <a:cubicBezTo>
                  <a:pt x="2409188" y="138049"/>
                  <a:pt x="2405048" y="141418"/>
                  <a:pt x="2397539" y="156724"/>
                </a:cubicBezTo>
                <a:cubicBezTo>
                  <a:pt x="2397828" y="156917"/>
                  <a:pt x="2390801" y="166543"/>
                  <a:pt x="2388972" y="169142"/>
                </a:cubicBezTo>
                <a:cubicBezTo>
                  <a:pt x="2387142" y="171742"/>
                  <a:pt x="2393592" y="176169"/>
                  <a:pt x="2399368" y="174629"/>
                </a:cubicBezTo>
                <a:cubicBezTo>
                  <a:pt x="2402449" y="173763"/>
                  <a:pt x="2397539" y="182811"/>
                  <a:pt x="2404471" y="182811"/>
                </a:cubicBezTo>
                <a:cubicBezTo>
                  <a:pt x="2409765" y="182811"/>
                  <a:pt x="2416119" y="178095"/>
                  <a:pt x="2414097" y="173185"/>
                </a:cubicBezTo>
                <a:cubicBezTo>
                  <a:pt x="2412364" y="171549"/>
                  <a:pt x="2408995" y="173185"/>
                  <a:pt x="2405722" y="170394"/>
                </a:cubicBezTo>
                <a:cubicBezTo>
                  <a:pt x="2402449" y="167602"/>
                  <a:pt x="2402546" y="160767"/>
                  <a:pt x="2403797" y="160767"/>
                </a:cubicBezTo>
                <a:cubicBezTo>
                  <a:pt x="2406017" y="159903"/>
                  <a:pt x="2407928" y="158395"/>
                  <a:pt x="2409284" y="156435"/>
                </a:cubicBezTo>
                <a:cubicBezTo>
                  <a:pt x="2410343" y="155376"/>
                  <a:pt x="2413711" y="152970"/>
                  <a:pt x="2413711" y="151237"/>
                </a:cubicBezTo>
                <a:cubicBezTo>
                  <a:pt x="2413711" y="149504"/>
                  <a:pt x="2408707" y="148253"/>
                  <a:pt x="2412942" y="142092"/>
                </a:cubicBezTo>
                <a:cubicBezTo>
                  <a:pt x="2415638" y="138145"/>
                  <a:pt x="2419006" y="138530"/>
                  <a:pt x="2420739" y="138145"/>
                </a:cubicBezTo>
                <a:cubicBezTo>
                  <a:pt x="2422472" y="137760"/>
                  <a:pt x="2424205" y="133621"/>
                  <a:pt x="2425167" y="131503"/>
                </a:cubicBezTo>
                <a:cubicBezTo>
                  <a:pt x="2426267" y="129202"/>
                  <a:pt x="2426951" y="126725"/>
                  <a:pt x="2427189" y="124187"/>
                </a:cubicBezTo>
                <a:cubicBezTo>
                  <a:pt x="2427285" y="118123"/>
                  <a:pt x="2420450" y="115426"/>
                  <a:pt x="2421606" y="110709"/>
                </a:cubicBezTo>
                <a:cubicBezTo>
                  <a:pt x="2424012" y="101179"/>
                  <a:pt x="2447213" y="97522"/>
                  <a:pt x="2449619" y="95885"/>
                </a:cubicBezTo>
                <a:cubicBezTo>
                  <a:pt x="2450292" y="95404"/>
                  <a:pt x="2450870" y="93286"/>
                  <a:pt x="2452122" y="92324"/>
                </a:cubicBezTo>
                <a:cubicBezTo>
                  <a:pt x="2454529" y="90498"/>
                  <a:pt x="2457739" y="90130"/>
                  <a:pt x="2460497" y="91361"/>
                </a:cubicBezTo>
                <a:cubicBezTo>
                  <a:pt x="2463695" y="92946"/>
                  <a:pt x="2466726" y="94849"/>
                  <a:pt x="2469546" y="97040"/>
                </a:cubicBezTo>
                <a:cubicBezTo>
                  <a:pt x="2471384" y="98725"/>
                  <a:pt x="2472253" y="101220"/>
                  <a:pt x="2471856" y="103682"/>
                </a:cubicBezTo>
                <a:cubicBezTo>
                  <a:pt x="2471470" y="106570"/>
                  <a:pt x="2469931" y="114657"/>
                  <a:pt x="2470797" y="115330"/>
                </a:cubicBezTo>
                <a:cubicBezTo>
                  <a:pt x="2471663" y="116004"/>
                  <a:pt x="2462615" y="120914"/>
                  <a:pt x="2458475" y="124957"/>
                </a:cubicBezTo>
                <a:cubicBezTo>
                  <a:pt x="2453221" y="131710"/>
                  <a:pt x="2449895" y="139761"/>
                  <a:pt x="2448849" y="148253"/>
                </a:cubicBezTo>
                <a:cubicBezTo>
                  <a:pt x="2448656" y="149023"/>
                  <a:pt x="2446249" y="154799"/>
                  <a:pt x="2445960" y="156339"/>
                </a:cubicBezTo>
                <a:cubicBezTo>
                  <a:pt x="2445671" y="157880"/>
                  <a:pt x="2444613" y="162211"/>
                  <a:pt x="2443554" y="165966"/>
                </a:cubicBezTo>
                <a:cubicBezTo>
                  <a:pt x="2442235" y="169872"/>
                  <a:pt x="2441584" y="173972"/>
                  <a:pt x="2441629" y="178095"/>
                </a:cubicBezTo>
                <a:cubicBezTo>
                  <a:pt x="2441918" y="180501"/>
                  <a:pt x="2445190" y="179828"/>
                  <a:pt x="2447212" y="179828"/>
                </a:cubicBezTo>
                <a:cubicBezTo>
                  <a:pt x="2451323" y="178891"/>
                  <a:pt x="2455091" y="176823"/>
                  <a:pt x="2458090" y="173859"/>
                </a:cubicBezTo>
                <a:cubicBezTo>
                  <a:pt x="2460575" y="173441"/>
                  <a:pt x="2463113" y="173441"/>
                  <a:pt x="2465598" y="173859"/>
                </a:cubicBezTo>
                <a:cubicBezTo>
                  <a:pt x="2467524" y="174437"/>
                  <a:pt x="2469545" y="177614"/>
                  <a:pt x="2471663" y="178288"/>
                </a:cubicBezTo>
                <a:cubicBezTo>
                  <a:pt x="2473781" y="178961"/>
                  <a:pt x="2476765" y="179154"/>
                  <a:pt x="2478498" y="180309"/>
                </a:cubicBezTo>
                <a:cubicBezTo>
                  <a:pt x="2480231" y="181464"/>
                  <a:pt x="2483985" y="180309"/>
                  <a:pt x="2486296" y="183100"/>
                </a:cubicBezTo>
                <a:lnTo>
                  <a:pt x="2486874" y="183004"/>
                </a:lnTo>
                <a:cubicBezTo>
                  <a:pt x="2490076" y="188364"/>
                  <a:pt x="2491525" y="194591"/>
                  <a:pt x="2491013" y="200813"/>
                </a:cubicBezTo>
                <a:cubicBezTo>
                  <a:pt x="2490856" y="206451"/>
                  <a:pt x="2489337" y="211967"/>
                  <a:pt x="2486585" y="216890"/>
                </a:cubicBezTo>
                <a:cubicBezTo>
                  <a:pt x="2479290" y="221334"/>
                  <a:pt x="2470865" y="223574"/>
                  <a:pt x="2462326" y="223340"/>
                </a:cubicBezTo>
                <a:cubicBezTo>
                  <a:pt x="2459495" y="223331"/>
                  <a:pt x="2456783" y="224479"/>
                  <a:pt x="2454817" y="226516"/>
                </a:cubicBezTo>
                <a:cubicBezTo>
                  <a:pt x="2451622" y="227528"/>
                  <a:pt x="2448153" y="227216"/>
                  <a:pt x="2445190" y="225650"/>
                </a:cubicBezTo>
                <a:cubicBezTo>
                  <a:pt x="2441239" y="224683"/>
                  <a:pt x="2437110" y="224683"/>
                  <a:pt x="2433157" y="225650"/>
                </a:cubicBezTo>
                <a:cubicBezTo>
                  <a:pt x="2424728" y="227945"/>
                  <a:pt x="2417390" y="233166"/>
                  <a:pt x="2412460" y="240378"/>
                </a:cubicBezTo>
                <a:cubicBezTo>
                  <a:pt x="2410630" y="243659"/>
                  <a:pt x="2408017" y="246436"/>
                  <a:pt x="2404856" y="248464"/>
                </a:cubicBezTo>
                <a:cubicBezTo>
                  <a:pt x="2400269" y="251550"/>
                  <a:pt x="2396180" y="255316"/>
                  <a:pt x="2392726" y="259631"/>
                </a:cubicBezTo>
                <a:cubicBezTo>
                  <a:pt x="2390669" y="263072"/>
                  <a:pt x="2389983" y="267161"/>
                  <a:pt x="2390801" y="271087"/>
                </a:cubicBezTo>
                <a:cubicBezTo>
                  <a:pt x="2391186" y="272242"/>
                  <a:pt x="2393785" y="272915"/>
                  <a:pt x="2396577" y="272242"/>
                </a:cubicBezTo>
                <a:cubicBezTo>
                  <a:pt x="2399966" y="270679"/>
                  <a:pt x="2403437" y="269298"/>
                  <a:pt x="2406973" y="268102"/>
                </a:cubicBezTo>
                <a:cubicBezTo>
                  <a:pt x="2409765" y="267717"/>
                  <a:pt x="2411498" y="264252"/>
                  <a:pt x="2413808" y="264444"/>
                </a:cubicBezTo>
                <a:cubicBezTo>
                  <a:pt x="2416119" y="264637"/>
                  <a:pt x="2419199" y="268968"/>
                  <a:pt x="2425745" y="270509"/>
                </a:cubicBezTo>
                <a:cubicBezTo>
                  <a:pt x="2427767" y="271087"/>
                  <a:pt x="2431521" y="273493"/>
                  <a:pt x="2437393" y="275322"/>
                </a:cubicBezTo>
                <a:cubicBezTo>
                  <a:pt x="2438163" y="275514"/>
                  <a:pt x="2442784" y="276478"/>
                  <a:pt x="2441918" y="279943"/>
                </a:cubicBezTo>
                <a:cubicBezTo>
                  <a:pt x="2441767" y="284148"/>
                  <a:pt x="2440751" y="288277"/>
                  <a:pt x="2438933" y="292072"/>
                </a:cubicBezTo>
                <a:cubicBezTo>
                  <a:pt x="2436912" y="294478"/>
                  <a:pt x="2434506" y="297463"/>
                  <a:pt x="2432002" y="298041"/>
                </a:cubicBezTo>
                <a:cubicBezTo>
                  <a:pt x="2427477" y="298907"/>
                  <a:pt x="2424782" y="299003"/>
                  <a:pt x="2419776" y="300351"/>
                </a:cubicBezTo>
                <a:cubicBezTo>
                  <a:pt x="2417274" y="301025"/>
                  <a:pt x="2415445" y="302468"/>
                  <a:pt x="2411498" y="303143"/>
                </a:cubicBezTo>
                <a:cubicBezTo>
                  <a:pt x="2407551" y="303817"/>
                  <a:pt x="2392245" y="306704"/>
                  <a:pt x="2392245" y="311806"/>
                </a:cubicBezTo>
                <a:cubicBezTo>
                  <a:pt x="2392768" y="316216"/>
                  <a:pt x="2393057" y="320651"/>
                  <a:pt x="2393111" y="325091"/>
                </a:cubicBezTo>
                <a:cubicBezTo>
                  <a:pt x="2392891" y="328906"/>
                  <a:pt x="2392408" y="332701"/>
                  <a:pt x="2391667" y="336450"/>
                </a:cubicBezTo>
                <a:cubicBezTo>
                  <a:pt x="2390024" y="340593"/>
                  <a:pt x="2389111" y="344991"/>
                  <a:pt x="2388972" y="349446"/>
                </a:cubicBezTo>
                <a:cubicBezTo>
                  <a:pt x="2389261" y="353489"/>
                  <a:pt x="2384544" y="357340"/>
                  <a:pt x="2383966" y="358110"/>
                </a:cubicBezTo>
                <a:cubicBezTo>
                  <a:pt x="2380885" y="364752"/>
                  <a:pt x="2381367" y="374571"/>
                  <a:pt x="2374339" y="376785"/>
                </a:cubicBezTo>
                <a:cubicBezTo>
                  <a:pt x="2369768" y="378757"/>
                  <a:pt x="2365074" y="380430"/>
                  <a:pt x="2360285" y="381790"/>
                </a:cubicBezTo>
                <a:cubicBezTo>
                  <a:pt x="2356408" y="382300"/>
                  <a:pt x="2352618" y="383336"/>
                  <a:pt x="2349022" y="384871"/>
                </a:cubicBezTo>
                <a:cubicBezTo>
                  <a:pt x="2343489" y="386481"/>
                  <a:pt x="2337612" y="386481"/>
                  <a:pt x="2332080" y="384871"/>
                </a:cubicBezTo>
                <a:cubicBezTo>
                  <a:pt x="2330057" y="383235"/>
                  <a:pt x="2331021" y="377844"/>
                  <a:pt x="2331021" y="374667"/>
                </a:cubicBezTo>
                <a:cubicBezTo>
                  <a:pt x="2330925" y="368794"/>
                  <a:pt x="2316099" y="362634"/>
                  <a:pt x="2314655" y="359168"/>
                </a:cubicBezTo>
                <a:cubicBezTo>
                  <a:pt x="2313211" y="355703"/>
                  <a:pt x="2318314" y="355800"/>
                  <a:pt x="2323415" y="354836"/>
                </a:cubicBezTo>
                <a:cubicBezTo>
                  <a:pt x="2332176" y="353296"/>
                  <a:pt x="2340454" y="352334"/>
                  <a:pt x="2344594" y="350986"/>
                </a:cubicBezTo>
                <a:cubicBezTo>
                  <a:pt x="2353258" y="347809"/>
                  <a:pt x="2356916" y="330097"/>
                  <a:pt x="2361247" y="322106"/>
                </a:cubicBezTo>
                <a:cubicBezTo>
                  <a:pt x="2362596" y="319604"/>
                  <a:pt x="2362210" y="315560"/>
                  <a:pt x="2356627" y="315560"/>
                </a:cubicBezTo>
                <a:cubicBezTo>
                  <a:pt x="2351354" y="316006"/>
                  <a:pt x="2346133" y="316941"/>
                  <a:pt x="2341032" y="318353"/>
                </a:cubicBezTo>
                <a:cubicBezTo>
                  <a:pt x="2335763" y="319736"/>
                  <a:pt x="2330384" y="320670"/>
                  <a:pt x="2324956" y="321144"/>
                </a:cubicBezTo>
                <a:cubicBezTo>
                  <a:pt x="2321394" y="321336"/>
                  <a:pt x="2313885" y="325861"/>
                  <a:pt x="2311768" y="325861"/>
                </a:cubicBezTo>
                <a:cubicBezTo>
                  <a:pt x="2307917" y="325957"/>
                  <a:pt x="2304548" y="327497"/>
                  <a:pt x="2299927" y="322974"/>
                </a:cubicBezTo>
                <a:cubicBezTo>
                  <a:pt x="2298223" y="321977"/>
                  <a:pt x="2296416" y="321170"/>
                  <a:pt x="2294536" y="320566"/>
                </a:cubicBezTo>
                <a:cubicBezTo>
                  <a:pt x="2291937" y="319219"/>
                  <a:pt x="2293285" y="313924"/>
                  <a:pt x="2293285" y="311903"/>
                </a:cubicBezTo>
                <a:cubicBezTo>
                  <a:pt x="2293567" y="307836"/>
                  <a:pt x="2294375" y="303824"/>
                  <a:pt x="2295691" y="299966"/>
                </a:cubicBezTo>
                <a:cubicBezTo>
                  <a:pt x="2299044" y="295097"/>
                  <a:pt x="2304279" y="291852"/>
                  <a:pt x="2310130" y="291013"/>
                </a:cubicBezTo>
                <a:cubicBezTo>
                  <a:pt x="2312153" y="291013"/>
                  <a:pt x="2318507" y="293708"/>
                  <a:pt x="2320624" y="293708"/>
                </a:cubicBezTo>
                <a:cubicBezTo>
                  <a:pt x="2322741" y="293708"/>
                  <a:pt x="2327459" y="289184"/>
                  <a:pt x="2330828" y="287355"/>
                </a:cubicBezTo>
                <a:cubicBezTo>
                  <a:pt x="2334920" y="285851"/>
                  <a:pt x="2339141" y="284723"/>
                  <a:pt x="2343439" y="283986"/>
                </a:cubicBezTo>
                <a:cubicBezTo>
                  <a:pt x="2346174" y="283145"/>
                  <a:pt x="2348745" y="281842"/>
                  <a:pt x="2351044" y="280135"/>
                </a:cubicBezTo>
                <a:cubicBezTo>
                  <a:pt x="2353161" y="278884"/>
                  <a:pt x="2352969" y="277825"/>
                  <a:pt x="2353739" y="275707"/>
                </a:cubicBezTo>
                <a:cubicBezTo>
                  <a:pt x="2354509" y="273589"/>
                  <a:pt x="2354124" y="268102"/>
                  <a:pt x="2355086" y="266081"/>
                </a:cubicBezTo>
                <a:cubicBezTo>
                  <a:pt x="2356636" y="263018"/>
                  <a:pt x="2357830" y="259788"/>
                  <a:pt x="2358649" y="256455"/>
                </a:cubicBezTo>
                <a:cubicBezTo>
                  <a:pt x="2359130" y="253759"/>
                  <a:pt x="2353354" y="255780"/>
                  <a:pt x="2351333" y="255780"/>
                </a:cubicBezTo>
                <a:cubicBezTo>
                  <a:pt x="2348149" y="256657"/>
                  <a:pt x="2345321" y="258508"/>
                  <a:pt x="2343246" y="261075"/>
                </a:cubicBezTo>
                <a:cubicBezTo>
                  <a:pt x="2340650" y="263403"/>
                  <a:pt x="2337502" y="265027"/>
                  <a:pt x="2334100" y="265792"/>
                </a:cubicBezTo>
                <a:cubicBezTo>
                  <a:pt x="2331607" y="266657"/>
                  <a:pt x="2328893" y="266657"/>
                  <a:pt x="2326400" y="265792"/>
                </a:cubicBezTo>
                <a:cubicBezTo>
                  <a:pt x="2323511" y="264252"/>
                  <a:pt x="2323511" y="262230"/>
                  <a:pt x="2323512" y="258765"/>
                </a:cubicBezTo>
                <a:cubicBezTo>
                  <a:pt x="2323212" y="255137"/>
                  <a:pt x="2323946" y="251499"/>
                  <a:pt x="2325630" y="248271"/>
                </a:cubicBezTo>
                <a:cubicBezTo>
                  <a:pt x="2327362" y="246250"/>
                  <a:pt x="2326689" y="235468"/>
                  <a:pt x="2333716" y="229018"/>
                </a:cubicBezTo>
                <a:cubicBezTo>
                  <a:pt x="2336026" y="226997"/>
                  <a:pt x="2342476" y="229789"/>
                  <a:pt x="2345075" y="228248"/>
                </a:cubicBezTo>
                <a:cubicBezTo>
                  <a:pt x="2346438" y="227248"/>
                  <a:pt x="2347852" y="226316"/>
                  <a:pt x="2349310" y="225457"/>
                </a:cubicBezTo>
                <a:cubicBezTo>
                  <a:pt x="2351621" y="224495"/>
                  <a:pt x="2357013" y="225168"/>
                  <a:pt x="2359804" y="224495"/>
                </a:cubicBezTo>
                <a:cubicBezTo>
                  <a:pt x="2363851" y="223796"/>
                  <a:pt x="2367841" y="222799"/>
                  <a:pt x="2371741" y="221510"/>
                </a:cubicBezTo>
                <a:cubicBezTo>
                  <a:pt x="2373185" y="221029"/>
                  <a:pt x="2378960" y="221029"/>
                  <a:pt x="2380693" y="219970"/>
                </a:cubicBezTo>
                <a:cubicBezTo>
                  <a:pt x="2382426" y="218911"/>
                  <a:pt x="2381848" y="219200"/>
                  <a:pt x="2388201" y="217275"/>
                </a:cubicBezTo>
                <a:cubicBezTo>
                  <a:pt x="2387624" y="217083"/>
                  <a:pt x="2390801" y="215156"/>
                  <a:pt x="2392630" y="214098"/>
                </a:cubicBezTo>
                <a:cubicBezTo>
                  <a:pt x="2396108" y="213569"/>
                  <a:pt x="2399645" y="213569"/>
                  <a:pt x="2403123" y="214098"/>
                </a:cubicBezTo>
                <a:cubicBezTo>
                  <a:pt x="2406300" y="214771"/>
                  <a:pt x="2410150" y="214098"/>
                  <a:pt x="2411691" y="214098"/>
                </a:cubicBezTo>
                <a:cubicBezTo>
                  <a:pt x="2414499" y="215308"/>
                  <a:pt x="2417495" y="216024"/>
                  <a:pt x="2420546" y="216215"/>
                </a:cubicBezTo>
                <a:cubicBezTo>
                  <a:pt x="2422569" y="216119"/>
                  <a:pt x="2428056" y="211499"/>
                  <a:pt x="2430173" y="211499"/>
                </a:cubicBezTo>
                <a:cubicBezTo>
                  <a:pt x="2434075" y="209660"/>
                  <a:pt x="2436277" y="205452"/>
                  <a:pt x="2435564" y="201198"/>
                </a:cubicBezTo>
                <a:cubicBezTo>
                  <a:pt x="2431249" y="201072"/>
                  <a:pt x="2426939" y="201558"/>
                  <a:pt x="2422761" y="202642"/>
                </a:cubicBezTo>
                <a:cubicBezTo>
                  <a:pt x="2419873" y="203798"/>
                  <a:pt x="2411209" y="203605"/>
                  <a:pt x="2409284" y="204568"/>
                </a:cubicBezTo>
                <a:cubicBezTo>
                  <a:pt x="2402487" y="206921"/>
                  <a:pt x="2395241" y="207679"/>
                  <a:pt x="2388105" y="206782"/>
                </a:cubicBezTo>
                <a:cubicBezTo>
                  <a:pt x="2384422" y="206964"/>
                  <a:pt x="2380801" y="207812"/>
                  <a:pt x="2377420" y="209284"/>
                </a:cubicBezTo>
                <a:cubicBezTo>
                  <a:pt x="2373938" y="210368"/>
                  <a:pt x="2370359" y="211110"/>
                  <a:pt x="2366734" y="211499"/>
                </a:cubicBezTo>
                <a:cubicBezTo>
                  <a:pt x="2360925" y="211941"/>
                  <a:pt x="2355142" y="212680"/>
                  <a:pt x="2349406" y="213713"/>
                </a:cubicBezTo>
                <a:cubicBezTo>
                  <a:pt x="2346423" y="214387"/>
                  <a:pt x="2340069" y="215349"/>
                  <a:pt x="2336122" y="216409"/>
                </a:cubicBezTo>
                <a:cubicBezTo>
                  <a:pt x="2330614" y="217764"/>
                  <a:pt x="2325330" y="219903"/>
                  <a:pt x="2320431" y="222761"/>
                </a:cubicBezTo>
                <a:cubicBezTo>
                  <a:pt x="2316611" y="226532"/>
                  <a:pt x="2313367" y="230847"/>
                  <a:pt x="2310805" y="235564"/>
                </a:cubicBezTo>
                <a:cubicBezTo>
                  <a:pt x="2309442" y="237536"/>
                  <a:pt x="2307895" y="239374"/>
                  <a:pt x="2306184" y="241052"/>
                </a:cubicBezTo>
                <a:cubicBezTo>
                  <a:pt x="2298387" y="246732"/>
                  <a:pt x="2293574" y="255010"/>
                  <a:pt x="2286161" y="256359"/>
                </a:cubicBezTo>
                <a:cubicBezTo>
                  <a:pt x="2283137" y="257292"/>
                  <a:pt x="2279874" y="255962"/>
                  <a:pt x="2278364" y="253181"/>
                </a:cubicBezTo>
                <a:cubicBezTo>
                  <a:pt x="2275023" y="247583"/>
                  <a:pt x="2273014" y="241293"/>
                  <a:pt x="2272492" y="234794"/>
                </a:cubicBezTo>
                <a:cubicBezTo>
                  <a:pt x="2272492" y="228922"/>
                  <a:pt x="2275860" y="227479"/>
                  <a:pt x="2272492" y="216312"/>
                </a:cubicBezTo>
                <a:cubicBezTo>
                  <a:pt x="2271989" y="213468"/>
                  <a:pt x="2273100" y="210578"/>
                  <a:pt x="2275379" y="208803"/>
                </a:cubicBezTo>
                <a:cubicBezTo>
                  <a:pt x="2277338" y="207976"/>
                  <a:pt x="2279132" y="206801"/>
                  <a:pt x="2280674" y="205338"/>
                </a:cubicBezTo>
                <a:cubicBezTo>
                  <a:pt x="2285357" y="198453"/>
                  <a:pt x="2289664" y="191319"/>
                  <a:pt x="2293574" y="183967"/>
                </a:cubicBezTo>
                <a:cubicBezTo>
                  <a:pt x="2293574" y="183967"/>
                  <a:pt x="2295691" y="182715"/>
                  <a:pt x="2297231" y="183967"/>
                </a:cubicBezTo>
                <a:cubicBezTo>
                  <a:pt x="2298908" y="189328"/>
                  <a:pt x="2299784" y="194908"/>
                  <a:pt x="2299831" y="200524"/>
                </a:cubicBezTo>
                <a:cubicBezTo>
                  <a:pt x="2299795" y="201105"/>
                  <a:pt x="2299880" y="201686"/>
                  <a:pt x="2300079" y="202233"/>
                </a:cubicBezTo>
                <a:cubicBezTo>
                  <a:pt x="2300881" y="204430"/>
                  <a:pt x="2303313" y="205562"/>
                  <a:pt x="2305510" y="204760"/>
                </a:cubicBezTo>
                <a:cubicBezTo>
                  <a:pt x="2309418" y="203946"/>
                  <a:pt x="2313159" y="202482"/>
                  <a:pt x="2316580" y="200428"/>
                </a:cubicBezTo>
                <a:cubicBezTo>
                  <a:pt x="2317255" y="199947"/>
                  <a:pt x="2320335" y="198600"/>
                  <a:pt x="2320335" y="196675"/>
                </a:cubicBezTo>
                <a:cubicBezTo>
                  <a:pt x="2319671" y="194004"/>
                  <a:pt x="2318702" y="191420"/>
                  <a:pt x="2317447" y="188973"/>
                </a:cubicBezTo>
                <a:cubicBezTo>
                  <a:pt x="2316418" y="185328"/>
                  <a:pt x="2315773" y="181586"/>
                  <a:pt x="2315521" y="177806"/>
                </a:cubicBezTo>
                <a:cubicBezTo>
                  <a:pt x="2315521" y="175784"/>
                  <a:pt x="2316388" y="163848"/>
                  <a:pt x="2317255" y="154895"/>
                </a:cubicBezTo>
                <a:cubicBezTo>
                  <a:pt x="2317833" y="149889"/>
                  <a:pt x="2315618" y="143921"/>
                  <a:pt x="2315618" y="130637"/>
                </a:cubicBezTo>
                <a:cubicBezTo>
                  <a:pt x="2315834" y="125913"/>
                  <a:pt x="2315080" y="121196"/>
                  <a:pt x="2313404" y="116774"/>
                </a:cubicBezTo>
                <a:cubicBezTo>
                  <a:pt x="2310998" y="115330"/>
                  <a:pt x="2314271" y="109650"/>
                  <a:pt x="2318025" y="108784"/>
                </a:cubicBezTo>
                <a:cubicBezTo>
                  <a:pt x="2320234" y="108593"/>
                  <a:pt x="2322457" y="108593"/>
                  <a:pt x="2324667" y="108784"/>
                </a:cubicBezTo>
                <a:cubicBezTo>
                  <a:pt x="2326111" y="108688"/>
                  <a:pt x="2325918" y="105704"/>
                  <a:pt x="2328036" y="106570"/>
                </a:cubicBezTo>
                <a:cubicBezTo>
                  <a:pt x="2330153" y="107437"/>
                  <a:pt x="2329769" y="107822"/>
                  <a:pt x="2330925" y="110903"/>
                </a:cubicBezTo>
                <a:cubicBezTo>
                  <a:pt x="2332080" y="113983"/>
                  <a:pt x="2331213" y="115619"/>
                  <a:pt x="2332080" y="118796"/>
                </a:cubicBezTo>
                <a:cubicBezTo>
                  <a:pt x="2332946" y="121972"/>
                  <a:pt x="2331598" y="126593"/>
                  <a:pt x="2332946" y="128422"/>
                </a:cubicBezTo>
                <a:cubicBezTo>
                  <a:pt x="2333787" y="130357"/>
                  <a:pt x="2333787" y="132553"/>
                  <a:pt x="2332946" y="134487"/>
                </a:cubicBezTo>
                <a:cubicBezTo>
                  <a:pt x="2332545" y="136683"/>
                  <a:pt x="2332545" y="138933"/>
                  <a:pt x="2332946" y="141129"/>
                </a:cubicBezTo>
                <a:cubicBezTo>
                  <a:pt x="2333716" y="143633"/>
                  <a:pt x="2332657" y="146231"/>
                  <a:pt x="2332946" y="149504"/>
                </a:cubicBezTo>
                <a:cubicBezTo>
                  <a:pt x="2333235" y="152777"/>
                  <a:pt x="2333908" y="163559"/>
                  <a:pt x="2333908" y="165869"/>
                </a:cubicBezTo>
                <a:cubicBezTo>
                  <a:pt x="2333908" y="168179"/>
                  <a:pt x="2336603" y="171838"/>
                  <a:pt x="2336026" y="176844"/>
                </a:cubicBezTo>
                <a:cubicBezTo>
                  <a:pt x="2336026" y="178865"/>
                  <a:pt x="2336026" y="183004"/>
                  <a:pt x="2336026" y="184930"/>
                </a:cubicBezTo>
                <a:cubicBezTo>
                  <a:pt x="2335448" y="189069"/>
                  <a:pt x="2331887" y="192246"/>
                  <a:pt x="2332753" y="194556"/>
                </a:cubicBezTo>
                <a:cubicBezTo>
                  <a:pt x="2333592" y="196689"/>
                  <a:pt x="2335259" y="198391"/>
                  <a:pt x="2337374" y="199273"/>
                </a:cubicBezTo>
                <a:cubicBezTo>
                  <a:pt x="2339973" y="199851"/>
                  <a:pt x="2344401" y="196771"/>
                  <a:pt x="2346518" y="196771"/>
                </a:cubicBezTo>
                <a:cubicBezTo>
                  <a:pt x="2349159" y="196838"/>
                  <a:pt x="2351800" y="196678"/>
                  <a:pt x="2354412" y="196288"/>
                </a:cubicBezTo>
                <a:cubicBezTo>
                  <a:pt x="2358614" y="195043"/>
                  <a:pt x="2362940" y="194269"/>
                  <a:pt x="2367312" y="193978"/>
                </a:cubicBezTo>
                <a:cubicBezTo>
                  <a:pt x="2369238" y="193882"/>
                  <a:pt x="2372607" y="191572"/>
                  <a:pt x="2374339" y="191572"/>
                </a:cubicBezTo>
                <a:cubicBezTo>
                  <a:pt x="2376376" y="190697"/>
                  <a:pt x="2378235" y="189457"/>
                  <a:pt x="2379826" y="187914"/>
                </a:cubicBezTo>
                <a:cubicBezTo>
                  <a:pt x="2380988" y="186866"/>
                  <a:pt x="2381304" y="185170"/>
                  <a:pt x="2380596" y="183775"/>
                </a:cubicBezTo>
                <a:cubicBezTo>
                  <a:pt x="2379249" y="180405"/>
                  <a:pt x="2376458" y="181753"/>
                  <a:pt x="2372895" y="183004"/>
                </a:cubicBezTo>
                <a:cubicBezTo>
                  <a:pt x="2370970" y="183775"/>
                  <a:pt x="2367120" y="187144"/>
                  <a:pt x="2365868" y="185892"/>
                </a:cubicBezTo>
                <a:cubicBezTo>
                  <a:pt x="2363663" y="184561"/>
                  <a:pt x="2362796" y="181795"/>
                  <a:pt x="2363847" y="179443"/>
                </a:cubicBezTo>
                <a:cubicBezTo>
                  <a:pt x="2364328" y="177325"/>
                  <a:pt x="2362403" y="173282"/>
                  <a:pt x="2359611" y="174148"/>
                </a:cubicBezTo>
                <a:cubicBezTo>
                  <a:pt x="2356820" y="175014"/>
                  <a:pt x="2356627" y="179058"/>
                  <a:pt x="2356820" y="182042"/>
                </a:cubicBezTo>
                <a:cubicBezTo>
                  <a:pt x="2357013" y="185026"/>
                  <a:pt x="2354797" y="185700"/>
                  <a:pt x="2353450" y="186759"/>
                </a:cubicBezTo>
                <a:cubicBezTo>
                  <a:pt x="2352103" y="187817"/>
                  <a:pt x="2350851" y="190128"/>
                  <a:pt x="2348733" y="189261"/>
                </a:cubicBezTo>
                <a:cubicBezTo>
                  <a:pt x="2345523" y="187421"/>
                  <a:pt x="2343652" y="183904"/>
                  <a:pt x="2343920" y="180213"/>
                </a:cubicBezTo>
                <a:cubicBezTo>
                  <a:pt x="2343824" y="178191"/>
                  <a:pt x="2344594" y="163463"/>
                  <a:pt x="2344594" y="161537"/>
                </a:cubicBezTo>
                <a:cubicBezTo>
                  <a:pt x="2344979" y="157591"/>
                  <a:pt x="2342476" y="152200"/>
                  <a:pt x="2342476" y="148830"/>
                </a:cubicBezTo>
                <a:cubicBezTo>
                  <a:pt x="2342793" y="142834"/>
                  <a:pt x="2342793" y="136826"/>
                  <a:pt x="2342476" y="130830"/>
                </a:cubicBezTo>
                <a:cubicBezTo>
                  <a:pt x="2342145" y="128783"/>
                  <a:pt x="2341696" y="126758"/>
                  <a:pt x="2341128" y="124765"/>
                </a:cubicBezTo>
                <a:cubicBezTo>
                  <a:pt x="2341414" y="121537"/>
                  <a:pt x="2342692" y="118476"/>
                  <a:pt x="2344787" y="116004"/>
                </a:cubicBezTo>
                <a:cubicBezTo>
                  <a:pt x="2346361" y="114152"/>
                  <a:pt x="2348546" y="112923"/>
                  <a:pt x="2350948" y="112539"/>
                </a:cubicBezTo>
                <a:cubicBezTo>
                  <a:pt x="2353258" y="112058"/>
                  <a:pt x="2353932" y="118026"/>
                  <a:pt x="2353931" y="122165"/>
                </a:cubicBezTo>
                <a:cubicBezTo>
                  <a:pt x="2353844" y="124365"/>
                  <a:pt x="2354563" y="126521"/>
                  <a:pt x="2355952" y="128230"/>
                </a:cubicBezTo>
                <a:cubicBezTo>
                  <a:pt x="2357774" y="134850"/>
                  <a:pt x="2358744" y="141676"/>
                  <a:pt x="2358841" y="148541"/>
                </a:cubicBezTo>
                <a:cubicBezTo>
                  <a:pt x="2358745" y="152296"/>
                  <a:pt x="2359322" y="151815"/>
                  <a:pt x="2361536" y="153259"/>
                </a:cubicBezTo>
                <a:cubicBezTo>
                  <a:pt x="2363751" y="154702"/>
                  <a:pt x="2370393" y="151911"/>
                  <a:pt x="2372030" y="153259"/>
                </a:cubicBezTo>
                <a:cubicBezTo>
                  <a:pt x="2373666" y="154606"/>
                  <a:pt x="2374436" y="158265"/>
                  <a:pt x="2375977" y="158265"/>
                </a:cubicBezTo>
                <a:cubicBezTo>
                  <a:pt x="2380885" y="158938"/>
                  <a:pt x="2384255" y="151237"/>
                  <a:pt x="2385603" y="149311"/>
                </a:cubicBezTo>
                <a:cubicBezTo>
                  <a:pt x="2389165" y="144306"/>
                  <a:pt x="2381559" y="137376"/>
                  <a:pt x="2380500" y="137183"/>
                </a:cubicBezTo>
                <a:cubicBezTo>
                  <a:pt x="2379441" y="136990"/>
                  <a:pt x="2376361" y="139782"/>
                  <a:pt x="2372030" y="140455"/>
                </a:cubicBezTo>
                <a:cubicBezTo>
                  <a:pt x="2367697" y="141129"/>
                  <a:pt x="2369527" y="144210"/>
                  <a:pt x="2366061" y="143247"/>
                </a:cubicBezTo>
                <a:cubicBezTo>
                  <a:pt x="2362596" y="142284"/>
                  <a:pt x="2364136" y="134679"/>
                  <a:pt x="2366061" y="131215"/>
                </a:cubicBezTo>
                <a:cubicBezTo>
                  <a:pt x="2368023" y="128339"/>
                  <a:pt x="2369276" y="125041"/>
                  <a:pt x="2369719" y="121588"/>
                </a:cubicBezTo>
                <a:cubicBezTo>
                  <a:pt x="2369334" y="117449"/>
                  <a:pt x="2365676" y="112443"/>
                  <a:pt x="2365676" y="110903"/>
                </a:cubicBezTo>
                <a:cubicBezTo>
                  <a:pt x="2365676" y="109362"/>
                  <a:pt x="2370393" y="104260"/>
                  <a:pt x="2372414" y="104164"/>
                </a:cubicBezTo>
                <a:cubicBezTo>
                  <a:pt x="2374436" y="104067"/>
                  <a:pt x="2377902" y="110228"/>
                  <a:pt x="2379827" y="110228"/>
                </a:cubicBezTo>
                <a:cubicBezTo>
                  <a:pt x="2381751" y="110228"/>
                  <a:pt x="2386565" y="102719"/>
                  <a:pt x="2388780" y="98388"/>
                </a:cubicBezTo>
                <a:cubicBezTo>
                  <a:pt x="2390223" y="95692"/>
                  <a:pt x="2391090" y="87991"/>
                  <a:pt x="2395422" y="86066"/>
                </a:cubicBezTo>
                <a:cubicBezTo>
                  <a:pt x="2397155" y="86066"/>
                  <a:pt x="2399561" y="86932"/>
                  <a:pt x="2400812" y="86066"/>
                </a:cubicBezTo>
                <a:cubicBezTo>
                  <a:pt x="2402485" y="85236"/>
                  <a:pt x="2404338" y="84839"/>
                  <a:pt x="2406203" y="84911"/>
                </a:cubicBezTo>
                <a:close/>
                <a:moveTo>
                  <a:pt x="269992" y="75523"/>
                </a:moveTo>
                <a:cubicBezTo>
                  <a:pt x="230560" y="77441"/>
                  <a:pt x="191258" y="90749"/>
                  <a:pt x="157279" y="116193"/>
                </a:cubicBezTo>
                <a:lnTo>
                  <a:pt x="157252" y="116193"/>
                </a:lnTo>
                <a:cubicBezTo>
                  <a:pt x="105562" y="154883"/>
                  <a:pt x="75166" y="215699"/>
                  <a:pt x="75244" y="280265"/>
                </a:cubicBezTo>
                <a:cubicBezTo>
                  <a:pt x="75238" y="290710"/>
                  <a:pt x="76025" y="301139"/>
                  <a:pt x="77591" y="311466"/>
                </a:cubicBezTo>
                <a:cubicBezTo>
                  <a:pt x="77729" y="312322"/>
                  <a:pt x="77922" y="313151"/>
                  <a:pt x="78060" y="314007"/>
                </a:cubicBezTo>
                <a:cubicBezTo>
                  <a:pt x="78695" y="317845"/>
                  <a:pt x="79441" y="321627"/>
                  <a:pt x="80269" y="325383"/>
                </a:cubicBezTo>
                <a:cubicBezTo>
                  <a:pt x="81484" y="330684"/>
                  <a:pt x="82809" y="335958"/>
                  <a:pt x="84411" y="341094"/>
                </a:cubicBezTo>
                <a:cubicBezTo>
                  <a:pt x="86178" y="346617"/>
                  <a:pt x="88221" y="352139"/>
                  <a:pt x="90430" y="357661"/>
                </a:cubicBezTo>
                <a:cubicBezTo>
                  <a:pt x="90734" y="358379"/>
                  <a:pt x="91010" y="359152"/>
                  <a:pt x="91314" y="359870"/>
                </a:cubicBezTo>
                <a:cubicBezTo>
                  <a:pt x="97703" y="375065"/>
                  <a:pt x="105899" y="389435"/>
                  <a:pt x="115723" y="402669"/>
                </a:cubicBezTo>
                <a:lnTo>
                  <a:pt x="115861" y="402835"/>
                </a:lnTo>
                <a:cubicBezTo>
                  <a:pt x="115930" y="402929"/>
                  <a:pt x="115999" y="403020"/>
                  <a:pt x="116068" y="403114"/>
                </a:cubicBezTo>
                <a:cubicBezTo>
                  <a:pt x="133031" y="425766"/>
                  <a:pt x="153782" y="443909"/>
                  <a:pt x="176782" y="457320"/>
                </a:cubicBezTo>
                <a:lnTo>
                  <a:pt x="220102" y="472393"/>
                </a:lnTo>
                <a:lnTo>
                  <a:pt x="216839" y="467171"/>
                </a:lnTo>
                <a:cubicBezTo>
                  <a:pt x="214414" y="465887"/>
                  <a:pt x="211822" y="464959"/>
                  <a:pt x="209135" y="464410"/>
                </a:cubicBezTo>
                <a:lnTo>
                  <a:pt x="207949" y="463320"/>
                </a:lnTo>
                <a:lnTo>
                  <a:pt x="219766" y="465321"/>
                </a:lnTo>
                <a:cubicBezTo>
                  <a:pt x="222706" y="466550"/>
                  <a:pt x="224639" y="469546"/>
                  <a:pt x="225837" y="472235"/>
                </a:cubicBezTo>
                <a:lnTo>
                  <a:pt x="226632" y="474665"/>
                </a:lnTo>
                <a:lnTo>
                  <a:pt x="238268" y="478713"/>
                </a:lnTo>
                <a:lnTo>
                  <a:pt x="241414" y="478713"/>
                </a:lnTo>
                <a:lnTo>
                  <a:pt x="241355" y="479787"/>
                </a:lnTo>
                <a:lnTo>
                  <a:pt x="250994" y="483141"/>
                </a:lnTo>
                <a:cubicBezTo>
                  <a:pt x="263975" y="485005"/>
                  <a:pt x="277134" y="485632"/>
                  <a:pt x="290277" y="484992"/>
                </a:cubicBezTo>
                <a:lnTo>
                  <a:pt x="324271" y="480012"/>
                </a:lnTo>
                <a:lnTo>
                  <a:pt x="324250" y="480011"/>
                </a:lnTo>
                <a:lnTo>
                  <a:pt x="325824" y="479514"/>
                </a:lnTo>
                <a:lnTo>
                  <a:pt x="315939" y="479514"/>
                </a:lnTo>
                <a:cubicBezTo>
                  <a:pt x="315939" y="479514"/>
                  <a:pt x="316436" y="469297"/>
                  <a:pt x="310416" y="466978"/>
                </a:cubicBezTo>
                <a:cubicBezTo>
                  <a:pt x="305932" y="465150"/>
                  <a:pt x="300951" y="464943"/>
                  <a:pt x="296334" y="466398"/>
                </a:cubicBezTo>
                <a:cubicBezTo>
                  <a:pt x="291309" y="468110"/>
                  <a:pt x="290039" y="476670"/>
                  <a:pt x="289293" y="477167"/>
                </a:cubicBezTo>
                <a:lnTo>
                  <a:pt x="288656" y="478637"/>
                </a:lnTo>
                <a:lnTo>
                  <a:pt x="288658" y="478603"/>
                </a:lnTo>
                <a:lnTo>
                  <a:pt x="288575" y="478824"/>
                </a:lnTo>
                <a:lnTo>
                  <a:pt x="288656" y="478637"/>
                </a:lnTo>
                <a:lnTo>
                  <a:pt x="288437" y="482883"/>
                </a:lnTo>
                <a:cubicBezTo>
                  <a:pt x="286770" y="483106"/>
                  <a:pt x="285080" y="483106"/>
                  <a:pt x="283412" y="482883"/>
                </a:cubicBezTo>
                <a:cubicBezTo>
                  <a:pt x="282694" y="482634"/>
                  <a:pt x="286173" y="482468"/>
                  <a:pt x="285538" y="482109"/>
                </a:cubicBezTo>
                <a:cubicBezTo>
                  <a:pt x="284903" y="481751"/>
                  <a:pt x="284047" y="481944"/>
                  <a:pt x="283771" y="481806"/>
                </a:cubicBezTo>
                <a:cubicBezTo>
                  <a:pt x="283025" y="481419"/>
                  <a:pt x="284489" y="481419"/>
                  <a:pt x="284544" y="480977"/>
                </a:cubicBezTo>
                <a:cubicBezTo>
                  <a:pt x="284599" y="480536"/>
                  <a:pt x="282114" y="480977"/>
                  <a:pt x="281783" y="480977"/>
                </a:cubicBezTo>
                <a:cubicBezTo>
                  <a:pt x="281451" y="480977"/>
                  <a:pt x="282860" y="480259"/>
                  <a:pt x="282860" y="480259"/>
                </a:cubicBezTo>
                <a:lnTo>
                  <a:pt x="278110" y="480259"/>
                </a:lnTo>
                <a:lnTo>
                  <a:pt x="279077" y="479514"/>
                </a:lnTo>
                <a:lnTo>
                  <a:pt x="269330" y="479514"/>
                </a:lnTo>
                <a:cubicBezTo>
                  <a:pt x="269330" y="479514"/>
                  <a:pt x="269854" y="469297"/>
                  <a:pt x="263807" y="466978"/>
                </a:cubicBezTo>
                <a:cubicBezTo>
                  <a:pt x="259323" y="465150"/>
                  <a:pt x="254342" y="464943"/>
                  <a:pt x="249725" y="466398"/>
                </a:cubicBezTo>
                <a:cubicBezTo>
                  <a:pt x="244700" y="468110"/>
                  <a:pt x="243429" y="476670"/>
                  <a:pt x="242684" y="477167"/>
                </a:cubicBezTo>
                <a:cubicBezTo>
                  <a:pt x="241938" y="477664"/>
                  <a:pt x="241441" y="476780"/>
                  <a:pt x="241441" y="476780"/>
                </a:cubicBezTo>
                <a:cubicBezTo>
                  <a:pt x="241441" y="476780"/>
                  <a:pt x="242518" y="469932"/>
                  <a:pt x="244534" y="467889"/>
                </a:cubicBezTo>
                <a:cubicBezTo>
                  <a:pt x="247646" y="464741"/>
                  <a:pt x="251926" y="463021"/>
                  <a:pt x="256352" y="463140"/>
                </a:cubicBezTo>
                <a:cubicBezTo>
                  <a:pt x="263476" y="462643"/>
                  <a:pt x="269937" y="464465"/>
                  <a:pt x="272919" y="467475"/>
                </a:cubicBezTo>
                <a:cubicBezTo>
                  <a:pt x="275901" y="470485"/>
                  <a:pt x="276095" y="478189"/>
                  <a:pt x="276095" y="478189"/>
                </a:cubicBezTo>
                <a:lnTo>
                  <a:pt x="287139" y="477912"/>
                </a:lnTo>
                <a:cubicBezTo>
                  <a:pt x="287139" y="477912"/>
                  <a:pt x="289266" y="469932"/>
                  <a:pt x="291281" y="467889"/>
                </a:cubicBezTo>
                <a:cubicBezTo>
                  <a:pt x="294390" y="464736"/>
                  <a:pt x="298670" y="463016"/>
                  <a:pt x="303099" y="463140"/>
                </a:cubicBezTo>
                <a:cubicBezTo>
                  <a:pt x="310223" y="462643"/>
                  <a:pt x="316684" y="464465"/>
                  <a:pt x="319667" y="467475"/>
                </a:cubicBezTo>
                <a:cubicBezTo>
                  <a:pt x="322649" y="470485"/>
                  <a:pt x="322842" y="478189"/>
                  <a:pt x="322842" y="478189"/>
                </a:cubicBezTo>
                <a:lnTo>
                  <a:pt x="333186" y="477930"/>
                </a:lnTo>
                <a:lnTo>
                  <a:pt x="333973" y="477650"/>
                </a:lnTo>
                <a:lnTo>
                  <a:pt x="335565" y="472773"/>
                </a:lnTo>
                <a:cubicBezTo>
                  <a:pt x="336655" y="470001"/>
                  <a:pt x="338250" y="466826"/>
                  <a:pt x="340265" y="465211"/>
                </a:cubicBezTo>
                <a:cubicBezTo>
                  <a:pt x="344297" y="461980"/>
                  <a:pt x="351835" y="462588"/>
                  <a:pt x="351835" y="462588"/>
                </a:cubicBezTo>
                <a:lnTo>
                  <a:pt x="351835" y="466674"/>
                </a:lnTo>
                <a:cubicBezTo>
                  <a:pt x="351835" y="466674"/>
                  <a:pt x="343551" y="465984"/>
                  <a:pt x="340348" y="468331"/>
                </a:cubicBezTo>
                <a:cubicBezTo>
                  <a:pt x="338747" y="469505"/>
                  <a:pt x="337594" y="471686"/>
                  <a:pt x="336831" y="473722"/>
                </a:cubicBezTo>
                <a:lnTo>
                  <a:pt x="335996" y="476930"/>
                </a:lnTo>
                <a:lnTo>
                  <a:pt x="367429" y="465749"/>
                </a:lnTo>
                <a:cubicBezTo>
                  <a:pt x="379746" y="459937"/>
                  <a:pt x="391663" y="452804"/>
                  <a:pt x="402989" y="444322"/>
                </a:cubicBezTo>
                <a:cubicBezTo>
                  <a:pt x="493601" y="376474"/>
                  <a:pt x="512052" y="248013"/>
                  <a:pt x="444200" y="157404"/>
                </a:cubicBezTo>
                <a:cubicBezTo>
                  <a:pt x="401793" y="100771"/>
                  <a:pt x="335712" y="72327"/>
                  <a:pt x="269992" y="75523"/>
                </a:cubicBezTo>
                <a:close/>
                <a:moveTo>
                  <a:pt x="181412" y="74250"/>
                </a:moveTo>
                <a:cubicBezTo>
                  <a:pt x="181145" y="74510"/>
                  <a:pt x="180860" y="74750"/>
                  <a:pt x="180556" y="74968"/>
                </a:cubicBezTo>
                <a:cubicBezTo>
                  <a:pt x="180308" y="75106"/>
                  <a:pt x="179562" y="75023"/>
                  <a:pt x="179286" y="75272"/>
                </a:cubicBezTo>
                <a:cubicBezTo>
                  <a:pt x="178925" y="75520"/>
                  <a:pt x="178521" y="75708"/>
                  <a:pt x="178099" y="75824"/>
                </a:cubicBezTo>
                <a:cubicBezTo>
                  <a:pt x="177795" y="75824"/>
                  <a:pt x="177160" y="75437"/>
                  <a:pt x="176663" y="75824"/>
                </a:cubicBezTo>
                <a:cubicBezTo>
                  <a:pt x="176166" y="76211"/>
                  <a:pt x="175752" y="75962"/>
                  <a:pt x="175448" y="76211"/>
                </a:cubicBezTo>
                <a:lnTo>
                  <a:pt x="175365" y="76100"/>
                </a:lnTo>
                <a:cubicBezTo>
                  <a:pt x="175117" y="76708"/>
                  <a:pt x="175890" y="77343"/>
                  <a:pt x="175945" y="77978"/>
                </a:cubicBezTo>
                <a:cubicBezTo>
                  <a:pt x="175956" y="78381"/>
                  <a:pt x="176136" y="78762"/>
                  <a:pt x="176442" y="79027"/>
                </a:cubicBezTo>
                <a:cubicBezTo>
                  <a:pt x="177011" y="79339"/>
                  <a:pt x="177489" y="79795"/>
                  <a:pt x="177823" y="80352"/>
                </a:cubicBezTo>
                <a:cubicBezTo>
                  <a:pt x="178099" y="80767"/>
                  <a:pt x="179231" y="81070"/>
                  <a:pt x="179397" y="81346"/>
                </a:cubicBezTo>
                <a:cubicBezTo>
                  <a:pt x="179562" y="81623"/>
                  <a:pt x="180888" y="82175"/>
                  <a:pt x="181274" y="82451"/>
                </a:cubicBezTo>
                <a:cubicBezTo>
                  <a:pt x="181661" y="82727"/>
                  <a:pt x="181827" y="83390"/>
                  <a:pt x="182075" y="83638"/>
                </a:cubicBezTo>
                <a:cubicBezTo>
                  <a:pt x="182387" y="84094"/>
                  <a:pt x="182975" y="84268"/>
                  <a:pt x="183483" y="84052"/>
                </a:cubicBezTo>
                <a:cubicBezTo>
                  <a:pt x="183759" y="83887"/>
                  <a:pt x="184036" y="83086"/>
                  <a:pt x="184284" y="82837"/>
                </a:cubicBezTo>
                <a:cubicBezTo>
                  <a:pt x="184533" y="82589"/>
                  <a:pt x="185057" y="82423"/>
                  <a:pt x="185333" y="82175"/>
                </a:cubicBezTo>
                <a:cubicBezTo>
                  <a:pt x="185736" y="81838"/>
                  <a:pt x="186057" y="81413"/>
                  <a:pt x="186272" y="80932"/>
                </a:cubicBezTo>
                <a:cubicBezTo>
                  <a:pt x="186388" y="80518"/>
                  <a:pt x="186463" y="80093"/>
                  <a:pt x="186493" y="79662"/>
                </a:cubicBezTo>
                <a:cubicBezTo>
                  <a:pt x="186576" y="79165"/>
                  <a:pt x="186355" y="78475"/>
                  <a:pt x="186355" y="78033"/>
                </a:cubicBezTo>
                <a:cubicBezTo>
                  <a:pt x="186546" y="77561"/>
                  <a:pt x="186604" y="77044"/>
                  <a:pt x="186521" y="76542"/>
                </a:cubicBezTo>
                <a:cubicBezTo>
                  <a:pt x="186421" y="76114"/>
                  <a:pt x="186222" y="75716"/>
                  <a:pt x="185941" y="75382"/>
                </a:cubicBezTo>
                <a:cubicBezTo>
                  <a:pt x="185582" y="75170"/>
                  <a:pt x="185204" y="74996"/>
                  <a:pt x="184809" y="74858"/>
                </a:cubicBezTo>
                <a:cubicBezTo>
                  <a:pt x="184174" y="74554"/>
                  <a:pt x="181909" y="73808"/>
                  <a:pt x="181412" y="74250"/>
                </a:cubicBezTo>
                <a:close/>
                <a:moveTo>
                  <a:pt x="166778" y="70522"/>
                </a:moveTo>
                <a:cubicBezTo>
                  <a:pt x="166999" y="70467"/>
                  <a:pt x="166999" y="71268"/>
                  <a:pt x="167027" y="71847"/>
                </a:cubicBezTo>
                <a:cubicBezTo>
                  <a:pt x="166924" y="72469"/>
                  <a:pt x="166739" y="73071"/>
                  <a:pt x="166474" y="73642"/>
                </a:cubicBezTo>
                <a:cubicBezTo>
                  <a:pt x="166060" y="74443"/>
                  <a:pt x="166033" y="74995"/>
                  <a:pt x="165701" y="75630"/>
                </a:cubicBezTo>
                <a:cubicBezTo>
                  <a:pt x="165359" y="76160"/>
                  <a:pt x="164931" y="76627"/>
                  <a:pt x="164431" y="77011"/>
                </a:cubicBezTo>
                <a:cubicBezTo>
                  <a:pt x="163956" y="77290"/>
                  <a:pt x="163346" y="77143"/>
                  <a:pt x="163050" y="76680"/>
                </a:cubicBezTo>
                <a:cubicBezTo>
                  <a:pt x="162774" y="76252"/>
                  <a:pt x="162774" y="75699"/>
                  <a:pt x="163050" y="75271"/>
                </a:cubicBezTo>
                <a:cubicBezTo>
                  <a:pt x="163495" y="74545"/>
                  <a:pt x="163995" y="73852"/>
                  <a:pt x="164542" y="73200"/>
                </a:cubicBezTo>
                <a:cubicBezTo>
                  <a:pt x="164746" y="72905"/>
                  <a:pt x="164906" y="72579"/>
                  <a:pt x="165011" y="72234"/>
                </a:cubicBezTo>
                <a:cubicBezTo>
                  <a:pt x="165121" y="71847"/>
                  <a:pt x="165591" y="71737"/>
                  <a:pt x="165839" y="71268"/>
                </a:cubicBezTo>
                <a:cubicBezTo>
                  <a:pt x="166099" y="70958"/>
                  <a:pt x="166419" y="70707"/>
                  <a:pt x="166778" y="70522"/>
                </a:cubicBezTo>
                <a:close/>
                <a:moveTo>
                  <a:pt x="169153" y="62874"/>
                </a:moveTo>
                <a:cubicBezTo>
                  <a:pt x="168766" y="62874"/>
                  <a:pt x="168076" y="63619"/>
                  <a:pt x="167800" y="63619"/>
                </a:cubicBezTo>
                <a:cubicBezTo>
                  <a:pt x="167314" y="63650"/>
                  <a:pt x="166833" y="63735"/>
                  <a:pt x="166364" y="63868"/>
                </a:cubicBezTo>
                <a:cubicBezTo>
                  <a:pt x="166063" y="64009"/>
                  <a:pt x="165834" y="64268"/>
                  <a:pt x="165729" y="64586"/>
                </a:cubicBezTo>
                <a:cubicBezTo>
                  <a:pt x="165563" y="64834"/>
                  <a:pt x="165417" y="65091"/>
                  <a:pt x="165287" y="65359"/>
                </a:cubicBezTo>
                <a:cubicBezTo>
                  <a:pt x="165102" y="65668"/>
                  <a:pt x="164947" y="65991"/>
                  <a:pt x="164817" y="66325"/>
                </a:cubicBezTo>
                <a:cubicBezTo>
                  <a:pt x="164574" y="66828"/>
                  <a:pt x="164238" y="67278"/>
                  <a:pt x="163823" y="67651"/>
                </a:cubicBezTo>
                <a:cubicBezTo>
                  <a:pt x="163299" y="68175"/>
                  <a:pt x="163271" y="68341"/>
                  <a:pt x="162995" y="68507"/>
                </a:cubicBezTo>
                <a:cubicBezTo>
                  <a:pt x="162622" y="68868"/>
                  <a:pt x="162296" y="69277"/>
                  <a:pt x="162029" y="69722"/>
                </a:cubicBezTo>
                <a:cubicBezTo>
                  <a:pt x="161587" y="70357"/>
                  <a:pt x="160869" y="70799"/>
                  <a:pt x="160593" y="71213"/>
                </a:cubicBezTo>
                <a:cubicBezTo>
                  <a:pt x="160121" y="72027"/>
                  <a:pt x="159469" y="72726"/>
                  <a:pt x="158688" y="73256"/>
                </a:cubicBezTo>
                <a:cubicBezTo>
                  <a:pt x="158384" y="73115"/>
                  <a:pt x="158069" y="72994"/>
                  <a:pt x="157749" y="72897"/>
                </a:cubicBezTo>
                <a:cubicBezTo>
                  <a:pt x="157031" y="72759"/>
                  <a:pt x="156782" y="72649"/>
                  <a:pt x="156285" y="72897"/>
                </a:cubicBezTo>
                <a:cubicBezTo>
                  <a:pt x="155948" y="73311"/>
                  <a:pt x="155636" y="73745"/>
                  <a:pt x="155347" y="74195"/>
                </a:cubicBezTo>
                <a:cubicBezTo>
                  <a:pt x="155347" y="74996"/>
                  <a:pt x="154629" y="75879"/>
                  <a:pt x="155512" y="77426"/>
                </a:cubicBezTo>
                <a:cubicBezTo>
                  <a:pt x="155678" y="77702"/>
                  <a:pt x="156120" y="78281"/>
                  <a:pt x="156948" y="79552"/>
                </a:cubicBezTo>
                <a:cubicBezTo>
                  <a:pt x="157464" y="80225"/>
                  <a:pt x="158019" y="80869"/>
                  <a:pt x="158605" y="81484"/>
                </a:cubicBezTo>
                <a:cubicBezTo>
                  <a:pt x="159074" y="82064"/>
                  <a:pt x="159792" y="82644"/>
                  <a:pt x="159958" y="82920"/>
                </a:cubicBezTo>
                <a:cubicBezTo>
                  <a:pt x="160123" y="83196"/>
                  <a:pt x="160648" y="83997"/>
                  <a:pt x="160786" y="83997"/>
                </a:cubicBezTo>
                <a:cubicBezTo>
                  <a:pt x="160924" y="83997"/>
                  <a:pt x="161007" y="84080"/>
                  <a:pt x="161394" y="84411"/>
                </a:cubicBezTo>
                <a:cubicBezTo>
                  <a:pt x="161780" y="84743"/>
                  <a:pt x="161891" y="85074"/>
                  <a:pt x="162360" y="85323"/>
                </a:cubicBezTo>
                <a:cubicBezTo>
                  <a:pt x="162611" y="85436"/>
                  <a:pt x="162885" y="85494"/>
                  <a:pt x="163161" y="85488"/>
                </a:cubicBezTo>
                <a:cubicBezTo>
                  <a:pt x="163708" y="85289"/>
                  <a:pt x="164235" y="85038"/>
                  <a:pt x="164735" y="84743"/>
                </a:cubicBezTo>
                <a:cubicBezTo>
                  <a:pt x="164983" y="84577"/>
                  <a:pt x="165149" y="84273"/>
                  <a:pt x="165535" y="84025"/>
                </a:cubicBezTo>
                <a:cubicBezTo>
                  <a:pt x="165922" y="83776"/>
                  <a:pt x="166695" y="83693"/>
                  <a:pt x="166916" y="83638"/>
                </a:cubicBezTo>
                <a:cubicBezTo>
                  <a:pt x="167137" y="83583"/>
                  <a:pt x="167744" y="83914"/>
                  <a:pt x="167744" y="84135"/>
                </a:cubicBezTo>
                <a:cubicBezTo>
                  <a:pt x="168045" y="84930"/>
                  <a:pt x="168396" y="85704"/>
                  <a:pt x="168794" y="86455"/>
                </a:cubicBezTo>
                <a:cubicBezTo>
                  <a:pt x="169061" y="87029"/>
                  <a:pt x="169384" y="87573"/>
                  <a:pt x="169760" y="88084"/>
                </a:cubicBezTo>
                <a:cubicBezTo>
                  <a:pt x="169926" y="88332"/>
                  <a:pt x="170450" y="88995"/>
                  <a:pt x="170450" y="89271"/>
                </a:cubicBezTo>
                <a:cubicBezTo>
                  <a:pt x="171168" y="90541"/>
                  <a:pt x="170947" y="91176"/>
                  <a:pt x="169981" y="91784"/>
                </a:cubicBezTo>
                <a:cubicBezTo>
                  <a:pt x="169705" y="91949"/>
                  <a:pt x="168711" y="91673"/>
                  <a:pt x="167800" y="92253"/>
                </a:cubicBezTo>
                <a:cubicBezTo>
                  <a:pt x="167662" y="92336"/>
                  <a:pt x="166557" y="93220"/>
                  <a:pt x="166888" y="93496"/>
                </a:cubicBezTo>
                <a:cubicBezTo>
                  <a:pt x="167220" y="93772"/>
                  <a:pt x="169346" y="93938"/>
                  <a:pt x="169981" y="94297"/>
                </a:cubicBezTo>
                <a:cubicBezTo>
                  <a:pt x="170616" y="94655"/>
                  <a:pt x="170920" y="95042"/>
                  <a:pt x="171417" y="95180"/>
                </a:cubicBezTo>
                <a:cubicBezTo>
                  <a:pt x="171966" y="95227"/>
                  <a:pt x="172519" y="95172"/>
                  <a:pt x="173046" y="95014"/>
                </a:cubicBezTo>
                <a:cubicBezTo>
                  <a:pt x="173460" y="94987"/>
                  <a:pt x="173874" y="95153"/>
                  <a:pt x="174150" y="95153"/>
                </a:cubicBezTo>
                <a:cubicBezTo>
                  <a:pt x="174426" y="95153"/>
                  <a:pt x="175117" y="95014"/>
                  <a:pt x="175338" y="95014"/>
                </a:cubicBezTo>
                <a:cubicBezTo>
                  <a:pt x="175611" y="95136"/>
                  <a:pt x="175920" y="95136"/>
                  <a:pt x="176194" y="95014"/>
                </a:cubicBezTo>
                <a:cubicBezTo>
                  <a:pt x="176470" y="94849"/>
                  <a:pt x="176553" y="94214"/>
                  <a:pt x="177133" y="93496"/>
                </a:cubicBezTo>
                <a:cubicBezTo>
                  <a:pt x="177712" y="92778"/>
                  <a:pt x="177409" y="91591"/>
                  <a:pt x="177712" y="91176"/>
                </a:cubicBezTo>
                <a:cubicBezTo>
                  <a:pt x="178154" y="90320"/>
                  <a:pt x="178207" y="89313"/>
                  <a:pt x="177851" y="88415"/>
                </a:cubicBezTo>
                <a:cubicBezTo>
                  <a:pt x="176580" y="85911"/>
                  <a:pt x="175131" y="83503"/>
                  <a:pt x="173515" y="81208"/>
                </a:cubicBezTo>
                <a:cubicBezTo>
                  <a:pt x="173016" y="80808"/>
                  <a:pt x="172601" y="80311"/>
                  <a:pt x="172300" y="79745"/>
                </a:cubicBezTo>
                <a:cubicBezTo>
                  <a:pt x="171969" y="79193"/>
                  <a:pt x="172300" y="78392"/>
                  <a:pt x="172549" y="78392"/>
                </a:cubicBezTo>
                <a:cubicBezTo>
                  <a:pt x="172894" y="78334"/>
                  <a:pt x="173184" y="78105"/>
                  <a:pt x="173322" y="77784"/>
                </a:cubicBezTo>
                <a:cubicBezTo>
                  <a:pt x="173452" y="77091"/>
                  <a:pt x="173535" y="76390"/>
                  <a:pt x="173570" y="75686"/>
                </a:cubicBezTo>
                <a:cubicBezTo>
                  <a:pt x="173460" y="73701"/>
                  <a:pt x="173460" y="71707"/>
                  <a:pt x="173570" y="69722"/>
                </a:cubicBezTo>
                <a:cubicBezTo>
                  <a:pt x="173601" y="69134"/>
                  <a:pt x="173601" y="68543"/>
                  <a:pt x="173570" y="67955"/>
                </a:cubicBezTo>
                <a:cubicBezTo>
                  <a:pt x="173709" y="67065"/>
                  <a:pt x="173913" y="66190"/>
                  <a:pt x="174178" y="65331"/>
                </a:cubicBezTo>
                <a:cubicBezTo>
                  <a:pt x="174065" y="64859"/>
                  <a:pt x="173791" y="64439"/>
                  <a:pt x="173405" y="64144"/>
                </a:cubicBezTo>
                <a:cubicBezTo>
                  <a:pt x="173129" y="63978"/>
                  <a:pt x="172466" y="63122"/>
                  <a:pt x="171914" y="62874"/>
                </a:cubicBezTo>
                <a:cubicBezTo>
                  <a:pt x="170994" y="62783"/>
                  <a:pt x="170072" y="62783"/>
                  <a:pt x="169153" y="62874"/>
                </a:cubicBezTo>
                <a:close/>
                <a:moveTo>
                  <a:pt x="405513" y="59201"/>
                </a:moveTo>
                <a:cubicBezTo>
                  <a:pt x="405181" y="59119"/>
                  <a:pt x="404850" y="59036"/>
                  <a:pt x="404602" y="59505"/>
                </a:cubicBezTo>
                <a:cubicBezTo>
                  <a:pt x="404397" y="60171"/>
                  <a:pt x="404080" y="60797"/>
                  <a:pt x="403663" y="61355"/>
                </a:cubicBezTo>
                <a:cubicBezTo>
                  <a:pt x="403273" y="62054"/>
                  <a:pt x="402798" y="62703"/>
                  <a:pt x="402254" y="63288"/>
                </a:cubicBezTo>
                <a:cubicBezTo>
                  <a:pt x="401183" y="63981"/>
                  <a:pt x="400302" y="64931"/>
                  <a:pt x="399687" y="66049"/>
                </a:cubicBezTo>
                <a:cubicBezTo>
                  <a:pt x="398237" y="66080"/>
                  <a:pt x="396798" y="65806"/>
                  <a:pt x="395462" y="65249"/>
                </a:cubicBezTo>
                <a:cubicBezTo>
                  <a:pt x="394689" y="64862"/>
                  <a:pt x="393778" y="63951"/>
                  <a:pt x="393336" y="63951"/>
                </a:cubicBezTo>
                <a:cubicBezTo>
                  <a:pt x="392935" y="63860"/>
                  <a:pt x="392521" y="63860"/>
                  <a:pt x="392121" y="63951"/>
                </a:cubicBezTo>
                <a:cubicBezTo>
                  <a:pt x="391652" y="63978"/>
                  <a:pt x="391265" y="63730"/>
                  <a:pt x="390851" y="63730"/>
                </a:cubicBezTo>
                <a:cubicBezTo>
                  <a:pt x="390425" y="63882"/>
                  <a:pt x="389992" y="64012"/>
                  <a:pt x="389553" y="64116"/>
                </a:cubicBezTo>
                <a:cubicBezTo>
                  <a:pt x="388954" y="64180"/>
                  <a:pt x="388457" y="64608"/>
                  <a:pt x="388310" y="65193"/>
                </a:cubicBezTo>
                <a:cubicBezTo>
                  <a:pt x="387841" y="66254"/>
                  <a:pt x="388026" y="67488"/>
                  <a:pt x="388780" y="68369"/>
                </a:cubicBezTo>
                <a:cubicBezTo>
                  <a:pt x="389415" y="68866"/>
                  <a:pt x="389442" y="69446"/>
                  <a:pt x="389884" y="69943"/>
                </a:cubicBezTo>
                <a:cubicBezTo>
                  <a:pt x="390138" y="70227"/>
                  <a:pt x="390478" y="70420"/>
                  <a:pt x="390851" y="70495"/>
                </a:cubicBezTo>
                <a:cubicBezTo>
                  <a:pt x="391243" y="70572"/>
                  <a:pt x="391629" y="70674"/>
                  <a:pt x="392010" y="70799"/>
                </a:cubicBezTo>
                <a:lnTo>
                  <a:pt x="392784" y="71240"/>
                </a:lnTo>
                <a:cubicBezTo>
                  <a:pt x="393060" y="71406"/>
                  <a:pt x="393916" y="71406"/>
                  <a:pt x="393805" y="71765"/>
                </a:cubicBezTo>
                <a:cubicBezTo>
                  <a:pt x="393695" y="72124"/>
                  <a:pt x="392949" y="72676"/>
                  <a:pt x="392590" y="72925"/>
                </a:cubicBezTo>
                <a:cubicBezTo>
                  <a:pt x="391502" y="73966"/>
                  <a:pt x="390191" y="74742"/>
                  <a:pt x="388752" y="75189"/>
                </a:cubicBezTo>
                <a:cubicBezTo>
                  <a:pt x="386229" y="75951"/>
                  <a:pt x="383666" y="76578"/>
                  <a:pt x="381076" y="77067"/>
                </a:cubicBezTo>
                <a:cubicBezTo>
                  <a:pt x="380827" y="77067"/>
                  <a:pt x="380358" y="77067"/>
                  <a:pt x="380137" y="77067"/>
                </a:cubicBezTo>
                <a:cubicBezTo>
                  <a:pt x="379635" y="77160"/>
                  <a:pt x="379127" y="77224"/>
                  <a:pt x="378618" y="77260"/>
                </a:cubicBezTo>
                <a:cubicBezTo>
                  <a:pt x="377945" y="77398"/>
                  <a:pt x="377249" y="77398"/>
                  <a:pt x="376575" y="77260"/>
                </a:cubicBezTo>
                <a:lnTo>
                  <a:pt x="376575" y="77149"/>
                </a:lnTo>
                <a:cubicBezTo>
                  <a:pt x="375719" y="76984"/>
                  <a:pt x="375139" y="77232"/>
                  <a:pt x="375222" y="77481"/>
                </a:cubicBezTo>
                <a:cubicBezTo>
                  <a:pt x="375305" y="77729"/>
                  <a:pt x="375692" y="78061"/>
                  <a:pt x="376051" y="78447"/>
                </a:cubicBezTo>
                <a:cubicBezTo>
                  <a:pt x="376410" y="78834"/>
                  <a:pt x="375885" y="79634"/>
                  <a:pt x="376051" y="80049"/>
                </a:cubicBezTo>
                <a:cubicBezTo>
                  <a:pt x="376216" y="80463"/>
                  <a:pt x="376161" y="80960"/>
                  <a:pt x="376437" y="81208"/>
                </a:cubicBezTo>
                <a:cubicBezTo>
                  <a:pt x="376854" y="81446"/>
                  <a:pt x="377315" y="81606"/>
                  <a:pt x="377790" y="81678"/>
                </a:cubicBezTo>
                <a:cubicBezTo>
                  <a:pt x="378602" y="81973"/>
                  <a:pt x="379433" y="82213"/>
                  <a:pt x="380275" y="82396"/>
                </a:cubicBezTo>
                <a:cubicBezTo>
                  <a:pt x="380938" y="82396"/>
                  <a:pt x="382678" y="82396"/>
                  <a:pt x="383395" y="82396"/>
                </a:cubicBezTo>
                <a:cubicBezTo>
                  <a:pt x="384829" y="82666"/>
                  <a:pt x="386297" y="82666"/>
                  <a:pt x="387730" y="82396"/>
                </a:cubicBezTo>
                <a:cubicBezTo>
                  <a:pt x="389857" y="81733"/>
                  <a:pt x="391099" y="81650"/>
                  <a:pt x="392618" y="81181"/>
                </a:cubicBezTo>
                <a:cubicBezTo>
                  <a:pt x="394136" y="80711"/>
                  <a:pt x="396345" y="78585"/>
                  <a:pt x="396649" y="79137"/>
                </a:cubicBezTo>
                <a:cubicBezTo>
                  <a:pt x="396953" y="79690"/>
                  <a:pt x="397367" y="81843"/>
                  <a:pt x="398196" y="83666"/>
                </a:cubicBezTo>
                <a:cubicBezTo>
                  <a:pt x="398427" y="84444"/>
                  <a:pt x="398613" y="85240"/>
                  <a:pt x="398748" y="86040"/>
                </a:cubicBezTo>
                <a:cubicBezTo>
                  <a:pt x="398853" y="87440"/>
                  <a:pt x="399046" y="88835"/>
                  <a:pt x="399328" y="90210"/>
                </a:cubicBezTo>
                <a:cubicBezTo>
                  <a:pt x="400010" y="91682"/>
                  <a:pt x="400010" y="93377"/>
                  <a:pt x="399328" y="94849"/>
                </a:cubicBezTo>
                <a:cubicBezTo>
                  <a:pt x="399339" y="95487"/>
                  <a:pt x="399618" y="96089"/>
                  <a:pt x="400101" y="96505"/>
                </a:cubicBezTo>
                <a:cubicBezTo>
                  <a:pt x="400681" y="97085"/>
                  <a:pt x="401647" y="97113"/>
                  <a:pt x="402199" y="98135"/>
                </a:cubicBezTo>
                <a:cubicBezTo>
                  <a:pt x="402561" y="98579"/>
                  <a:pt x="403000" y="98952"/>
                  <a:pt x="403497" y="99239"/>
                </a:cubicBezTo>
                <a:cubicBezTo>
                  <a:pt x="404105" y="99708"/>
                  <a:pt x="404822" y="99902"/>
                  <a:pt x="405181" y="100178"/>
                </a:cubicBezTo>
                <a:cubicBezTo>
                  <a:pt x="405676" y="100551"/>
                  <a:pt x="406192" y="100893"/>
                  <a:pt x="406728" y="101200"/>
                </a:cubicBezTo>
                <a:cubicBezTo>
                  <a:pt x="406949" y="101282"/>
                  <a:pt x="407225" y="101531"/>
                  <a:pt x="407528" y="101476"/>
                </a:cubicBezTo>
                <a:cubicBezTo>
                  <a:pt x="407832" y="101420"/>
                  <a:pt x="408274" y="101282"/>
                  <a:pt x="408578" y="101282"/>
                </a:cubicBezTo>
                <a:cubicBezTo>
                  <a:pt x="409298" y="101605"/>
                  <a:pt x="410121" y="101605"/>
                  <a:pt x="410842" y="101282"/>
                </a:cubicBezTo>
                <a:cubicBezTo>
                  <a:pt x="411284" y="101117"/>
                  <a:pt x="411477" y="100482"/>
                  <a:pt x="411643" y="100233"/>
                </a:cubicBezTo>
                <a:cubicBezTo>
                  <a:pt x="411808" y="99985"/>
                  <a:pt x="412443" y="100012"/>
                  <a:pt x="412443" y="99626"/>
                </a:cubicBezTo>
                <a:cubicBezTo>
                  <a:pt x="412443" y="99239"/>
                  <a:pt x="411919" y="98880"/>
                  <a:pt x="411670" y="98549"/>
                </a:cubicBezTo>
                <a:cubicBezTo>
                  <a:pt x="410649" y="97334"/>
                  <a:pt x="410013" y="96588"/>
                  <a:pt x="409296" y="95788"/>
                </a:cubicBezTo>
                <a:cubicBezTo>
                  <a:pt x="409019" y="95456"/>
                  <a:pt x="408826" y="94655"/>
                  <a:pt x="408467" y="94158"/>
                </a:cubicBezTo>
                <a:cubicBezTo>
                  <a:pt x="407959" y="93634"/>
                  <a:pt x="407506" y="93062"/>
                  <a:pt x="407114" y="92446"/>
                </a:cubicBezTo>
                <a:cubicBezTo>
                  <a:pt x="406620" y="91102"/>
                  <a:pt x="406001" y="89807"/>
                  <a:pt x="405264" y="88581"/>
                </a:cubicBezTo>
                <a:cubicBezTo>
                  <a:pt x="404381" y="87255"/>
                  <a:pt x="404602" y="84494"/>
                  <a:pt x="404215" y="83500"/>
                </a:cubicBezTo>
                <a:cubicBezTo>
                  <a:pt x="403362" y="81435"/>
                  <a:pt x="402804" y="79259"/>
                  <a:pt x="402558" y="77039"/>
                </a:cubicBezTo>
                <a:cubicBezTo>
                  <a:pt x="402514" y="76269"/>
                  <a:pt x="402818" y="75517"/>
                  <a:pt x="403387" y="74996"/>
                </a:cubicBezTo>
                <a:cubicBezTo>
                  <a:pt x="403828" y="74673"/>
                  <a:pt x="404325" y="74430"/>
                  <a:pt x="404850" y="74278"/>
                </a:cubicBezTo>
                <a:cubicBezTo>
                  <a:pt x="405861" y="74305"/>
                  <a:pt x="406863" y="74463"/>
                  <a:pt x="407832" y="74747"/>
                </a:cubicBezTo>
                <a:cubicBezTo>
                  <a:pt x="408357" y="74913"/>
                  <a:pt x="408909" y="75189"/>
                  <a:pt x="409544" y="75465"/>
                </a:cubicBezTo>
                <a:cubicBezTo>
                  <a:pt x="410160" y="75744"/>
                  <a:pt x="410828" y="75885"/>
                  <a:pt x="411505" y="75879"/>
                </a:cubicBezTo>
                <a:cubicBezTo>
                  <a:pt x="412482" y="76103"/>
                  <a:pt x="413482" y="76224"/>
                  <a:pt x="414487" y="76238"/>
                </a:cubicBezTo>
                <a:cubicBezTo>
                  <a:pt x="415149" y="76072"/>
                  <a:pt x="415453" y="75824"/>
                  <a:pt x="415950" y="76072"/>
                </a:cubicBezTo>
                <a:cubicBezTo>
                  <a:pt x="416447" y="76321"/>
                  <a:pt x="416558" y="76155"/>
                  <a:pt x="416806" y="75714"/>
                </a:cubicBezTo>
                <a:cubicBezTo>
                  <a:pt x="417248" y="74637"/>
                  <a:pt x="417607" y="73146"/>
                  <a:pt x="416806" y="72510"/>
                </a:cubicBezTo>
                <a:cubicBezTo>
                  <a:pt x="416005" y="71875"/>
                  <a:pt x="415315" y="71406"/>
                  <a:pt x="415288" y="70854"/>
                </a:cubicBezTo>
                <a:cubicBezTo>
                  <a:pt x="415260" y="70302"/>
                  <a:pt x="413437" y="69777"/>
                  <a:pt x="413134" y="69611"/>
                </a:cubicBezTo>
                <a:cubicBezTo>
                  <a:pt x="412830" y="69446"/>
                  <a:pt x="411836" y="69777"/>
                  <a:pt x="411146" y="69777"/>
                </a:cubicBezTo>
                <a:cubicBezTo>
                  <a:pt x="410657" y="69744"/>
                  <a:pt x="410176" y="69650"/>
                  <a:pt x="409710" y="69501"/>
                </a:cubicBezTo>
                <a:cubicBezTo>
                  <a:pt x="409296" y="69363"/>
                  <a:pt x="408440" y="69363"/>
                  <a:pt x="408440" y="69363"/>
                </a:cubicBezTo>
                <a:cubicBezTo>
                  <a:pt x="408108" y="69382"/>
                  <a:pt x="407780" y="69294"/>
                  <a:pt x="407501" y="69114"/>
                </a:cubicBezTo>
                <a:cubicBezTo>
                  <a:pt x="407280" y="68921"/>
                  <a:pt x="408219" y="68120"/>
                  <a:pt x="408219" y="67955"/>
                </a:cubicBezTo>
                <a:cubicBezTo>
                  <a:pt x="409047" y="67264"/>
                  <a:pt x="409793" y="66712"/>
                  <a:pt x="410207" y="66408"/>
                </a:cubicBezTo>
                <a:cubicBezTo>
                  <a:pt x="410621" y="66104"/>
                  <a:pt x="410345" y="65773"/>
                  <a:pt x="410621" y="65193"/>
                </a:cubicBezTo>
                <a:cubicBezTo>
                  <a:pt x="410897" y="64613"/>
                  <a:pt x="411284" y="64448"/>
                  <a:pt x="410897" y="63868"/>
                </a:cubicBezTo>
                <a:cubicBezTo>
                  <a:pt x="410408" y="63219"/>
                  <a:pt x="410118" y="62443"/>
                  <a:pt x="410069" y="61631"/>
                </a:cubicBezTo>
                <a:cubicBezTo>
                  <a:pt x="410069" y="61328"/>
                  <a:pt x="408384" y="60665"/>
                  <a:pt x="408108" y="60389"/>
                </a:cubicBezTo>
                <a:cubicBezTo>
                  <a:pt x="407832" y="60113"/>
                  <a:pt x="407170" y="60306"/>
                  <a:pt x="406838" y="60113"/>
                </a:cubicBezTo>
                <a:cubicBezTo>
                  <a:pt x="406507" y="59919"/>
                  <a:pt x="406590" y="59505"/>
                  <a:pt x="405513" y="59201"/>
                </a:cubicBezTo>
                <a:close/>
                <a:moveTo>
                  <a:pt x="224819" y="54922"/>
                </a:moveTo>
                <a:lnTo>
                  <a:pt x="224902" y="55032"/>
                </a:lnTo>
                <a:lnTo>
                  <a:pt x="224838" y="54959"/>
                </a:lnTo>
                <a:close/>
                <a:moveTo>
                  <a:pt x="158936" y="49675"/>
                </a:moveTo>
                <a:cubicBezTo>
                  <a:pt x="158577" y="49537"/>
                  <a:pt x="158025" y="50034"/>
                  <a:pt x="157528" y="50034"/>
                </a:cubicBezTo>
                <a:cubicBezTo>
                  <a:pt x="157031" y="50034"/>
                  <a:pt x="156865" y="49841"/>
                  <a:pt x="156534" y="50034"/>
                </a:cubicBezTo>
                <a:cubicBezTo>
                  <a:pt x="156122" y="50324"/>
                  <a:pt x="155689" y="50584"/>
                  <a:pt x="155236" y="50807"/>
                </a:cubicBezTo>
                <a:cubicBezTo>
                  <a:pt x="154863" y="50954"/>
                  <a:pt x="154504" y="51130"/>
                  <a:pt x="154159" y="51332"/>
                </a:cubicBezTo>
                <a:cubicBezTo>
                  <a:pt x="153690" y="51636"/>
                  <a:pt x="153690" y="51939"/>
                  <a:pt x="153496" y="52160"/>
                </a:cubicBezTo>
                <a:cubicBezTo>
                  <a:pt x="153303" y="52381"/>
                  <a:pt x="152806" y="52602"/>
                  <a:pt x="152668" y="52768"/>
                </a:cubicBezTo>
                <a:cubicBezTo>
                  <a:pt x="152530" y="52933"/>
                  <a:pt x="152530" y="53348"/>
                  <a:pt x="152005" y="53679"/>
                </a:cubicBezTo>
                <a:cubicBezTo>
                  <a:pt x="151481" y="54010"/>
                  <a:pt x="150791" y="54093"/>
                  <a:pt x="150625" y="54839"/>
                </a:cubicBezTo>
                <a:cubicBezTo>
                  <a:pt x="150506" y="55198"/>
                  <a:pt x="150578" y="55595"/>
                  <a:pt x="150818" y="55888"/>
                </a:cubicBezTo>
                <a:cubicBezTo>
                  <a:pt x="151232" y="56219"/>
                  <a:pt x="153193" y="57131"/>
                  <a:pt x="153358" y="57793"/>
                </a:cubicBezTo>
                <a:cubicBezTo>
                  <a:pt x="153483" y="58180"/>
                  <a:pt x="153574" y="58577"/>
                  <a:pt x="153635" y="58981"/>
                </a:cubicBezTo>
                <a:cubicBezTo>
                  <a:pt x="153828" y="59450"/>
                  <a:pt x="153828" y="59616"/>
                  <a:pt x="153828" y="59975"/>
                </a:cubicBezTo>
                <a:cubicBezTo>
                  <a:pt x="153814" y="60323"/>
                  <a:pt x="153922" y="60665"/>
                  <a:pt x="154132" y="60941"/>
                </a:cubicBezTo>
                <a:cubicBezTo>
                  <a:pt x="154499" y="61115"/>
                  <a:pt x="154924" y="61115"/>
                  <a:pt x="155291" y="60941"/>
                </a:cubicBezTo>
                <a:cubicBezTo>
                  <a:pt x="155678" y="60720"/>
                  <a:pt x="156147" y="60582"/>
                  <a:pt x="156313" y="60720"/>
                </a:cubicBezTo>
                <a:cubicBezTo>
                  <a:pt x="156479" y="60858"/>
                  <a:pt x="156838" y="60858"/>
                  <a:pt x="156920" y="61438"/>
                </a:cubicBezTo>
                <a:cubicBezTo>
                  <a:pt x="157003" y="62018"/>
                  <a:pt x="156644" y="62266"/>
                  <a:pt x="156147" y="62874"/>
                </a:cubicBezTo>
                <a:cubicBezTo>
                  <a:pt x="155650" y="63481"/>
                  <a:pt x="153911" y="65110"/>
                  <a:pt x="153745" y="65635"/>
                </a:cubicBezTo>
                <a:cubicBezTo>
                  <a:pt x="153579" y="66160"/>
                  <a:pt x="152834" y="66243"/>
                  <a:pt x="152309" y="66795"/>
                </a:cubicBezTo>
                <a:cubicBezTo>
                  <a:pt x="151288" y="67877"/>
                  <a:pt x="150191" y="68882"/>
                  <a:pt x="149023" y="69805"/>
                </a:cubicBezTo>
                <a:cubicBezTo>
                  <a:pt x="148637" y="70081"/>
                  <a:pt x="148057" y="71130"/>
                  <a:pt x="147781" y="71268"/>
                </a:cubicBezTo>
                <a:cubicBezTo>
                  <a:pt x="147505" y="71406"/>
                  <a:pt x="147035" y="71047"/>
                  <a:pt x="146814" y="71268"/>
                </a:cubicBezTo>
                <a:lnTo>
                  <a:pt x="146814" y="71158"/>
                </a:lnTo>
                <a:cubicBezTo>
                  <a:pt x="145953" y="72052"/>
                  <a:pt x="145268" y="73101"/>
                  <a:pt x="144799" y="74250"/>
                </a:cubicBezTo>
                <a:cubicBezTo>
                  <a:pt x="144741" y="74637"/>
                  <a:pt x="144851" y="75029"/>
                  <a:pt x="145102" y="75327"/>
                </a:cubicBezTo>
                <a:cubicBezTo>
                  <a:pt x="145489" y="75879"/>
                  <a:pt x="145903" y="76376"/>
                  <a:pt x="145903" y="76514"/>
                </a:cubicBezTo>
                <a:cubicBezTo>
                  <a:pt x="146152" y="77122"/>
                  <a:pt x="146621" y="77784"/>
                  <a:pt x="147118" y="77729"/>
                </a:cubicBezTo>
                <a:cubicBezTo>
                  <a:pt x="147615" y="77674"/>
                  <a:pt x="147808" y="77149"/>
                  <a:pt x="148554" y="77011"/>
                </a:cubicBezTo>
                <a:cubicBezTo>
                  <a:pt x="149299" y="76873"/>
                  <a:pt x="149189" y="77343"/>
                  <a:pt x="149603" y="77011"/>
                </a:cubicBezTo>
                <a:cubicBezTo>
                  <a:pt x="150017" y="76680"/>
                  <a:pt x="150211" y="76238"/>
                  <a:pt x="150211" y="75934"/>
                </a:cubicBezTo>
                <a:cubicBezTo>
                  <a:pt x="150445" y="75562"/>
                  <a:pt x="150733" y="75228"/>
                  <a:pt x="151067" y="74940"/>
                </a:cubicBezTo>
                <a:cubicBezTo>
                  <a:pt x="151536" y="74609"/>
                  <a:pt x="152116" y="74305"/>
                  <a:pt x="152116" y="73864"/>
                </a:cubicBezTo>
                <a:cubicBezTo>
                  <a:pt x="152337" y="73659"/>
                  <a:pt x="152588" y="73491"/>
                  <a:pt x="152861" y="73367"/>
                </a:cubicBezTo>
                <a:cubicBezTo>
                  <a:pt x="153226" y="73226"/>
                  <a:pt x="153554" y="73010"/>
                  <a:pt x="153828" y="72731"/>
                </a:cubicBezTo>
                <a:cubicBezTo>
                  <a:pt x="154121" y="72389"/>
                  <a:pt x="154433" y="72066"/>
                  <a:pt x="154767" y="71765"/>
                </a:cubicBezTo>
                <a:cubicBezTo>
                  <a:pt x="155139" y="71588"/>
                  <a:pt x="155462" y="71323"/>
                  <a:pt x="155705" y="70992"/>
                </a:cubicBezTo>
                <a:cubicBezTo>
                  <a:pt x="155954" y="70633"/>
                  <a:pt x="156506" y="70384"/>
                  <a:pt x="156755" y="69970"/>
                </a:cubicBezTo>
                <a:cubicBezTo>
                  <a:pt x="157003" y="69556"/>
                  <a:pt x="157583" y="69363"/>
                  <a:pt x="157859" y="68838"/>
                </a:cubicBezTo>
                <a:cubicBezTo>
                  <a:pt x="158135" y="68313"/>
                  <a:pt x="158991" y="68258"/>
                  <a:pt x="158991" y="67678"/>
                </a:cubicBezTo>
                <a:cubicBezTo>
                  <a:pt x="160259" y="66215"/>
                  <a:pt x="161625" y="64843"/>
                  <a:pt x="163078" y="63564"/>
                </a:cubicBezTo>
                <a:cubicBezTo>
                  <a:pt x="163636" y="62899"/>
                  <a:pt x="164155" y="62197"/>
                  <a:pt x="164624" y="61466"/>
                </a:cubicBezTo>
                <a:cubicBezTo>
                  <a:pt x="165176" y="60996"/>
                  <a:pt x="165839" y="60913"/>
                  <a:pt x="166088" y="60665"/>
                </a:cubicBezTo>
                <a:cubicBezTo>
                  <a:pt x="166430" y="60160"/>
                  <a:pt x="166819" y="59690"/>
                  <a:pt x="167247" y="59257"/>
                </a:cubicBezTo>
                <a:cubicBezTo>
                  <a:pt x="167523" y="58925"/>
                  <a:pt x="168131" y="58235"/>
                  <a:pt x="168462" y="57931"/>
                </a:cubicBezTo>
                <a:lnTo>
                  <a:pt x="169953" y="56772"/>
                </a:lnTo>
                <a:cubicBezTo>
                  <a:pt x="170230" y="56606"/>
                  <a:pt x="171638" y="55584"/>
                  <a:pt x="171886" y="55391"/>
                </a:cubicBezTo>
                <a:cubicBezTo>
                  <a:pt x="172632" y="55032"/>
                  <a:pt x="173322" y="55308"/>
                  <a:pt x="173322" y="55032"/>
                </a:cubicBezTo>
                <a:cubicBezTo>
                  <a:pt x="173709" y="54231"/>
                  <a:pt x="174675" y="52381"/>
                  <a:pt x="174399" y="51801"/>
                </a:cubicBezTo>
                <a:cubicBezTo>
                  <a:pt x="174123" y="51222"/>
                  <a:pt x="173874" y="50780"/>
                  <a:pt x="173709" y="50504"/>
                </a:cubicBezTo>
                <a:cubicBezTo>
                  <a:pt x="173474" y="50258"/>
                  <a:pt x="173129" y="50153"/>
                  <a:pt x="172797" y="50227"/>
                </a:cubicBezTo>
                <a:cubicBezTo>
                  <a:pt x="172146" y="50437"/>
                  <a:pt x="171433" y="50316"/>
                  <a:pt x="170892" y="49896"/>
                </a:cubicBezTo>
                <a:cubicBezTo>
                  <a:pt x="170616" y="49675"/>
                  <a:pt x="170147" y="49979"/>
                  <a:pt x="169677" y="50172"/>
                </a:cubicBezTo>
                <a:cubicBezTo>
                  <a:pt x="169208" y="50366"/>
                  <a:pt x="168656" y="50172"/>
                  <a:pt x="168407" y="50366"/>
                </a:cubicBezTo>
                <a:cubicBezTo>
                  <a:pt x="167695" y="50948"/>
                  <a:pt x="167029" y="51583"/>
                  <a:pt x="166419" y="52271"/>
                </a:cubicBezTo>
                <a:cubicBezTo>
                  <a:pt x="165894" y="52878"/>
                  <a:pt x="163299" y="55281"/>
                  <a:pt x="162940" y="55640"/>
                </a:cubicBezTo>
                <a:cubicBezTo>
                  <a:pt x="162581" y="55998"/>
                  <a:pt x="162305" y="55529"/>
                  <a:pt x="162305" y="55087"/>
                </a:cubicBezTo>
                <a:cubicBezTo>
                  <a:pt x="162829" y="53900"/>
                  <a:pt x="163188" y="53817"/>
                  <a:pt x="162305" y="52326"/>
                </a:cubicBezTo>
                <a:cubicBezTo>
                  <a:pt x="161421" y="50835"/>
                  <a:pt x="160455" y="51028"/>
                  <a:pt x="160151" y="50835"/>
                </a:cubicBezTo>
                <a:cubicBezTo>
                  <a:pt x="159847" y="50642"/>
                  <a:pt x="159295" y="49813"/>
                  <a:pt x="158936" y="49675"/>
                </a:cubicBezTo>
                <a:close/>
                <a:moveTo>
                  <a:pt x="246315" y="41874"/>
                </a:moveTo>
                <a:cubicBezTo>
                  <a:pt x="246575" y="41883"/>
                  <a:pt x="246779" y="42098"/>
                  <a:pt x="246771" y="42358"/>
                </a:cubicBezTo>
                <a:cubicBezTo>
                  <a:pt x="246829" y="43095"/>
                  <a:pt x="246544" y="43818"/>
                  <a:pt x="245998" y="44318"/>
                </a:cubicBezTo>
                <a:cubicBezTo>
                  <a:pt x="245467" y="44481"/>
                  <a:pt x="244899" y="44481"/>
                  <a:pt x="244368" y="44318"/>
                </a:cubicBezTo>
                <a:cubicBezTo>
                  <a:pt x="244186" y="44061"/>
                  <a:pt x="244101" y="43749"/>
                  <a:pt x="244120" y="43434"/>
                </a:cubicBezTo>
                <a:cubicBezTo>
                  <a:pt x="244103" y="43078"/>
                  <a:pt x="244211" y="42728"/>
                  <a:pt x="244424" y="42440"/>
                </a:cubicBezTo>
                <a:cubicBezTo>
                  <a:pt x="245001" y="42217"/>
                  <a:pt x="245589" y="42032"/>
                  <a:pt x="246191" y="41888"/>
                </a:cubicBezTo>
                <a:cubicBezTo>
                  <a:pt x="246232" y="41877"/>
                  <a:pt x="246274" y="41874"/>
                  <a:pt x="246315" y="41874"/>
                </a:cubicBezTo>
                <a:close/>
                <a:moveTo>
                  <a:pt x="251354" y="39570"/>
                </a:moveTo>
                <a:cubicBezTo>
                  <a:pt x="251603" y="39376"/>
                  <a:pt x="252155" y="39266"/>
                  <a:pt x="252293" y="39763"/>
                </a:cubicBezTo>
                <a:cubicBezTo>
                  <a:pt x="252384" y="40152"/>
                  <a:pt x="252431" y="40550"/>
                  <a:pt x="252431" y="40950"/>
                </a:cubicBezTo>
                <a:cubicBezTo>
                  <a:pt x="252207" y="41624"/>
                  <a:pt x="251672" y="42146"/>
                  <a:pt x="250995" y="42358"/>
                </a:cubicBezTo>
                <a:cubicBezTo>
                  <a:pt x="250802" y="42441"/>
                  <a:pt x="250001" y="41972"/>
                  <a:pt x="250001" y="41668"/>
                </a:cubicBezTo>
                <a:cubicBezTo>
                  <a:pt x="250001" y="41364"/>
                  <a:pt x="249311" y="40260"/>
                  <a:pt x="250001" y="40232"/>
                </a:cubicBezTo>
                <a:cubicBezTo>
                  <a:pt x="250691" y="40205"/>
                  <a:pt x="250940" y="39763"/>
                  <a:pt x="251354" y="39570"/>
                </a:cubicBezTo>
                <a:close/>
                <a:moveTo>
                  <a:pt x="244810" y="35924"/>
                </a:moveTo>
                <a:cubicBezTo>
                  <a:pt x="245776" y="35565"/>
                  <a:pt x="246135" y="36173"/>
                  <a:pt x="246163" y="37084"/>
                </a:cubicBezTo>
                <a:cubicBezTo>
                  <a:pt x="246190" y="37995"/>
                  <a:pt x="245251" y="38354"/>
                  <a:pt x="244589" y="39044"/>
                </a:cubicBezTo>
                <a:cubicBezTo>
                  <a:pt x="244257" y="39376"/>
                  <a:pt x="244257" y="39044"/>
                  <a:pt x="243871" y="38740"/>
                </a:cubicBezTo>
                <a:cubicBezTo>
                  <a:pt x="243484" y="38437"/>
                  <a:pt x="243484" y="37691"/>
                  <a:pt x="243484" y="37222"/>
                </a:cubicBezTo>
                <a:cubicBezTo>
                  <a:pt x="243291" y="36145"/>
                  <a:pt x="244561" y="36366"/>
                  <a:pt x="244810" y="35924"/>
                </a:cubicBezTo>
                <a:close/>
                <a:moveTo>
                  <a:pt x="322400" y="34792"/>
                </a:moveTo>
                <a:cubicBezTo>
                  <a:pt x="321572" y="34986"/>
                  <a:pt x="320826" y="34847"/>
                  <a:pt x="320578" y="35704"/>
                </a:cubicBezTo>
                <a:cubicBezTo>
                  <a:pt x="320495" y="36007"/>
                  <a:pt x="320302" y="37112"/>
                  <a:pt x="320302" y="37443"/>
                </a:cubicBezTo>
                <a:cubicBezTo>
                  <a:pt x="320177" y="38053"/>
                  <a:pt x="320177" y="38683"/>
                  <a:pt x="320302" y="39293"/>
                </a:cubicBezTo>
                <a:cubicBezTo>
                  <a:pt x="320735" y="40050"/>
                  <a:pt x="320962" y="40906"/>
                  <a:pt x="320964" y="41778"/>
                </a:cubicBezTo>
                <a:cubicBezTo>
                  <a:pt x="320854" y="42634"/>
                  <a:pt x="320550" y="43380"/>
                  <a:pt x="321102" y="43766"/>
                </a:cubicBezTo>
                <a:cubicBezTo>
                  <a:pt x="321740" y="44064"/>
                  <a:pt x="322444" y="44189"/>
                  <a:pt x="323146" y="44125"/>
                </a:cubicBezTo>
                <a:cubicBezTo>
                  <a:pt x="323687" y="44092"/>
                  <a:pt x="324234" y="44092"/>
                  <a:pt x="324775" y="44125"/>
                </a:cubicBezTo>
                <a:cubicBezTo>
                  <a:pt x="325078" y="44318"/>
                  <a:pt x="324940" y="45036"/>
                  <a:pt x="324775" y="45644"/>
                </a:cubicBezTo>
                <a:cubicBezTo>
                  <a:pt x="324628" y="46268"/>
                  <a:pt x="324366" y="46859"/>
                  <a:pt x="324002" y="47383"/>
                </a:cubicBezTo>
                <a:cubicBezTo>
                  <a:pt x="323311" y="48488"/>
                  <a:pt x="322262" y="51636"/>
                  <a:pt x="319501" y="52022"/>
                </a:cubicBezTo>
                <a:cubicBezTo>
                  <a:pt x="318120" y="52188"/>
                  <a:pt x="316243" y="52685"/>
                  <a:pt x="315028" y="52685"/>
                </a:cubicBezTo>
                <a:cubicBezTo>
                  <a:pt x="314613" y="52685"/>
                  <a:pt x="313923" y="52685"/>
                  <a:pt x="313481" y="52685"/>
                </a:cubicBezTo>
                <a:cubicBezTo>
                  <a:pt x="312184" y="52795"/>
                  <a:pt x="310030" y="53154"/>
                  <a:pt x="309422" y="53154"/>
                </a:cubicBezTo>
                <a:cubicBezTo>
                  <a:pt x="308815" y="53154"/>
                  <a:pt x="308014" y="52547"/>
                  <a:pt x="307683" y="52547"/>
                </a:cubicBezTo>
                <a:cubicBezTo>
                  <a:pt x="306482" y="52544"/>
                  <a:pt x="305300" y="52859"/>
                  <a:pt x="304259" y="53458"/>
                </a:cubicBezTo>
                <a:cubicBezTo>
                  <a:pt x="304322" y="54118"/>
                  <a:pt x="304217" y="54783"/>
                  <a:pt x="303955" y="55391"/>
                </a:cubicBezTo>
                <a:lnTo>
                  <a:pt x="303955" y="55281"/>
                </a:lnTo>
                <a:cubicBezTo>
                  <a:pt x="303652" y="55805"/>
                  <a:pt x="303464" y="56388"/>
                  <a:pt x="303403" y="56992"/>
                </a:cubicBezTo>
                <a:cubicBezTo>
                  <a:pt x="304231" y="58318"/>
                  <a:pt x="305225" y="60168"/>
                  <a:pt x="305529" y="60306"/>
                </a:cubicBezTo>
                <a:cubicBezTo>
                  <a:pt x="305833" y="60444"/>
                  <a:pt x="310693" y="59588"/>
                  <a:pt x="313454" y="59367"/>
                </a:cubicBezTo>
                <a:cubicBezTo>
                  <a:pt x="315536" y="59218"/>
                  <a:pt x="317629" y="59301"/>
                  <a:pt x="319694" y="59616"/>
                </a:cubicBezTo>
                <a:cubicBezTo>
                  <a:pt x="320661" y="59781"/>
                  <a:pt x="322124" y="60416"/>
                  <a:pt x="323035" y="60527"/>
                </a:cubicBezTo>
                <a:cubicBezTo>
                  <a:pt x="323946" y="60637"/>
                  <a:pt x="325493" y="60831"/>
                  <a:pt x="326073" y="60831"/>
                </a:cubicBezTo>
                <a:cubicBezTo>
                  <a:pt x="327133" y="60839"/>
                  <a:pt x="328188" y="61016"/>
                  <a:pt x="329193" y="61355"/>
                </a:cubicBezTo>
                <a:cubicBezTo>
                  <a:pt x="329773" y="61576"/>
                  <a:pt x="331291" y="61742"/>
                  <a:pt x="332202" y="62101"/>
                </a:cubicBezTo>
                <a:cubicBezTo>
                  <a:pt x="333114" y="62460"/>
                  <a:pt x="334688" y="63012"/>
                  <a:pt x="335433" y="63205"/>
                </a:cubicBezTo>
                <a:cubicBezTo>
                  <a:pt x="336179" y="63399"/>
                  <a:pt x="336814" y="63371"/>
                  <a:pt x="337476" y="63537"/>
                </a:cubicBezTo>
                <a:cubicBezTo>
                  <a:pt x="338117" y="63777"/>
                  <a:pt x="338744" y="64056"/>
                  <a:pt x="339354" y="64365"/>
                </a:cubicBezTo>
                <a:cubicBezTo>
                  <a:pt x="339658" y="64448"/>
                  <a:pt x="340182" y="64475"/>
                  <a:pt x="341176" y="64696"/>
                </a:cubicBezTo>
                <a:cubicBezTo>
                  <a:pt x="341563" y="64779"/>
                  <a:pt x="342005" y="64310"/>
                  <a:pt x="342336" y="63978"/>
                </a:cubicBezTo>
                <a:cubicBezTo>
                  <a:pt x="342654" y="63716"/>
                  <a:pt x="342908" y="63385"/>
                  <a:pt x="343082" y="63012"/>
                </a:cubicBezTo>
                <a:cubicBezTo>
                  <a:pt x="343148" y="62777"/>
                  <a:pt x="343148" y="62529"/>
                  <a:pt x="343082" y="62294"/>
                </a:cubicBezTo>
                <a:cubicBezTo>
                  <a:pt x="343082" y="62239"/>
                  <a:pt x="343082" y="61935"/>
                  <a:pt x="343082" y="61797"/>
                </a:cubicBezTo>
                <a:cubicBezTo>
                  <a:pt x="343151" y="61366"/>
                  <a:pt x="343151" y="60930"/>
                  <a:pt x="343082" y="60499"/>
                </a:cubicBezTo>
                <a:cubicBezTo>
                  <a:pt x="342944" y="59422"/>
                  <a:pt x="342060" y="58981"/>
                  <a:pt x="341591" y="58539"/>
                </a:cubicBezTo>
                <a:cubicBezTo>
                  <a:pt x="341212" y="58133"/>
                  <a:pt x="340806" y="57755"/>
                  <a:pt x="340376" y="57407"/>
                </a:cubicBezTo>
                <a:cubicBezTo>
                  <a:pt x="339948" y="57120"/>
                  <a:pt x="339495" y="56868"/>
                  <a:pt x="339023" y="56661"/>
                </a:cubicBezTo>
                <a:cubicBezTo>
                  <a:pt x="338578" y="56562"/>
                  <a:pt x="338125" y="56498"/>
                  <a:pt x="337670" y="56468"/>
                </a:cubicBezTo>
                <a:cubicBezTo>
                  <a:pt x="337173" y="56468"/>
                  <a:pt x="336814" y="56827"/>
                  <a:pt x="336151" y="56661"/>
                </a:cubicBezTo>
                <a:cubicBezTo>
                  <a:pt x="334389" y="56159"/>
                  <a:pt x="332603" y="55764"/>
                  <a:pt x="330794" y="55474"/>
                </a:cubicBezTo>
                <a:cubicBezTo>
                  <a:pt x="330463" y="55004"/>
                  <a:pt x="331015" y="53845"/>
                  <a:pt x="331374" y="52464"/>
                </a:cubicBezTo>
                <a:cubicBezTo>
                  <a:pt x="331512" y="52078"/>
                  <a:pt x="331595" y="51581"/>
                  <a:pt x="331871" y="51387"/>
                </a:cubicBezTo>
                <a:cubicBezTo>
                  <a:pt x="332144" y="51114"/>
                  <a:pt x="332335" y="50769"/>
                  <a:pt x="332423" y="50393"/>
                </a:cubicBezTo>
                <a:cubicBezTo>
                  <a:pt x="332550" y="50023"/>
                  <a:pt x="332779" y="49697"/>
                  <a:pt x="333086" y="49454"/>
                </a:cubicBezTo>
                <a:cubicBezTo>
                  <a:pt x="333406" y="49203"/>
                  <a:pt x="333655" y="48869"/>
                  <a:pt x="333804" y="48488"/>
                </a:cubicBezTo>
                <a:cubicBezTo>
                  <a:pt x="334218" y="46942"/>
                  <a:pt x="333362" y="47190"/>
                  <a:pt x="333804" y="45892"/>
                </a:cubicBezTo>
                <a:cubicBezTo>
                  <a:pt x="334246" y="44595"/>
                  <a:pt x="335571" y="44871"/>
                  <a:pt x="337200" y="44595"/>
                </a:cubicBezTo>
                <a:cubicBezTo>
                  <a:pt x="337800" y="44520"/>
                  <a:pt x="338374" y="44313"/>
                  <a:pt x="338885" y="43987"/>
                </a:cubicBezTo>
                <a:cubicBezTo>
                  <a:pt x="339561" y="43471"/>
                  <a:pt x="340329" y="43084"/>
                  <a:pt x="341149" y="42855"/>
                </a:cubicBezTo>
                <a:cubicBezTo>
                  <a:pt x="342695" y="42275"/>
                  <a:pt x="343662" y="42524"/>
                  <a:pt x="344076" y="41254"/>
                </a:cubicBezTo>
                <a:cubicBezTo>
                  <a:pt x="344159" y="41060"/>
                  <a:pt x="343744" y="40508"/>
                  <a:pt x="343744" y="40149"/>
                </a:cubicBezTo>
                <a:cubicBezTo>
                  <a:pt x="343835" y="39647"/>
                  <a:pt x="343835" y="39133"/>
                  <a:pt x="343744" y="38630"/>
                </a:cubicBezTo>
                <a:cubicBezTo>
                  <a:pt x="343496" y="37940"/>
                  <a:pt x="342971" y="37498"/>
                  <a:pt x="342640" y="36808"/>
                </a:cubicBezTo>
                <a:cubicBezTo>
                  <a:pt x="342455" y="36432"/>
                  <a:pt x="342143" y="36140"/>
                  <a:pt x="341756" y="35980"/>
                </a:cubicBezTo>
                <a:cubicBezTo>
                  <a:pt x="341425" y="35980"/>
                  <a:pt x="341149" y="36173"/>
                  <a:pt x="340514" y="35980"/>
                </a:cubicBezTo>
                <a:cubicBezTo>
                  <a:pt x="340064" y="35811"/>
                  <a:pt x="339580" y="35753"/>
                  <a:pt x="339105" y="35814"/>
                </a:cubicBezTo>
                <a:cubicBezTo>
                  <a:pt x="337358" y="36292"/>
                  <a:pt x="335560" y="36571"/>
                  <a:pt x="333749" y="36642"/>
                </a:cubicBezTo>
                <a:lnTo>
                  <a:pt x="332893" y="36642"/>
                </a:lnTo>
                <a:lnTo>
                  <a:pt x="331678" y="36642"/>
                </a:lnTo>
                <a:cubicBezTo>
                  <a:pt x="329358" y="36587"/>
                  <a:pt x="325244" y="36118"/>
                  <a:pt x="324940" y="36118"/>
                </a:cubicBezTo>
                <a:cubicBezTo>
                  <a:pt x="324140" y="35786"/>
                  <a:pt x="322731" y="34792"/>
                  <a:pt x="322400" y="34792"/>
                </a:cubicBezTo>
                <a:close/>
                <a:moveTo>
                  <a:pt x="234925" y="32887"/>
                </a:moveTo>
                <a:cubicBezTo>
                  <a:pt x="234483" y="33218"/>
                  <a:pt x="233986" y="33356"/>
                  <a:pt x="232743" y="33356"/>
                </a:cubicBezTo>
                <a:cubicBezTo>
                  <a:pt x="230314" y="33577"/>
                  <a:pt x="227884" y="36780"/>
                  <a:pt x="225509" y="38161"/>
                </a:cubicBezTo>
                <a:cubicBezTo>
                  <a:pt x="224932" y="38352"/>
                  <a:pt x="224341" y="38498"/>
                  <a:pt x="223742" y="38603"/>
                </a:cubicBezTo>
                <a:cubicBezTo>
                  <a:pt x="223245" y="38824"/>
                  <a:pt x="222610" y="39238"/>
                  <a:pt x="222499" y="39624"/>
                </a:cubicBezTo>
                <a:cubicBezTo>
                  <a:pt x="222389" y="40011"/>
                  <a:pt x="222444" y="40453"/>
                  <a:pt x="222002" y="40701"/>
                </a:cubicBezTo>
                <a:cubicBezTo>
                  <a:pt x="221560" y="40950"/>
                  <a:pt x="221201" y="41005"/>
                  <a:pt x="221229" y="41336"/>
                </a:cubicBezTo>
                <a:cubicBezTo>
                  <a:pt x="221257" y="41668"/>
                  <a:pt x="221505" y="43048"/>
                  <a:pt x="221919" y="43131"/>
                </a:cubicBezTo>
                <a:cubicBezTo>
                  <a:pt x="222334" y="43214"/>
                  <a:pt x="222637" y="43131"/>
                  <a:pt x="222803" y="43545"/>
                </a:cubicBezTo>
                <a:cubicBezTo>
                  <a:pt x="222969" y="43960"/>
                  <a:pt x="223521" y="44484"/>
                  <a:pt x="223935" y="44484"/>
                </a:cubicBezTo>
                <a:cubicBezTo>
                  <a:pt x="224490" y="44534"/>
                  <a:pt x="225040" y="44655"/>
                  <a:pt x="225564" y="44843"/>
                </a:cubicBezTo>
                <a:cubicBezTo>
                  <a:pt x="226089" y="44981"/>
                  <a:pt x="227055" y="45036"/>
                  <a:pt x="227055" y="45892"/>
                </a:cubicBezTo>
                <a:cubicBezTo>
                  <a:pt x="227055" y="46748"/>
                  <a:pt x="227359" y="47991"/>
                  <a:pt x="227055" y="48654"/>
                </a:cubicBezTo>
                <a:cubicBezTo>
                  <a:pt x="226752" y="49316"/>
                  <a:pt x="225896" y="50283"/>
                  <a:pt x="225564" y="50283"/>
                </a:cubicBezTo>
                <a:cubicBezTo>
                  <a:pt x="225233" y="50283"/>
                  <a:pt x="224653" y="50283"/>
                  <a:pt x="224322" y="50283"/>
                </a:cubicBezTo>
                <a:cubicBezTo>
                  <a:pt x="223352" y="50490"/>
                  <a:pt x="222695" y="51396"/>
                  <a:pt x="222803" y="52381"/>
                </a:cubicBezTo>
                <a:cubicBezTo>
                  <a:pt x="222886" y="53044"/>
                  <a:pt x="224184" y="54204"/>
                  <a:pt x="224184" y="54204"/>
                </a:cubicBezTo>
                <a:lnTo>
                  <a:pt x="224838" y="54959"/>
                </a:lnTo>
                <a:lnTo>
                  <a:pt x="225316" y="55860"/>
                </a:lnTo>
                <a:cubicBezTo>
                  <a:pt x="225481" y="56247"/>
                  <a:pt x="225316" y="56661"/>
                  <a:pt x="225316" y="57213"/>
                </a:cubicBezTo>
                <a:cubicBezTo>
                  <a:pt x="225371" y="57561"/>
                  <a:pt x="225371" y="57915"/>
                  <a:pt x="225316" y="58263"/>
                </a:cubicBezTo>
                <a:cubicBezTo>
                  <a:pt x="225158" y="58746"/>
                  <a:pt x="224860" y="59168"/>
                  <a:pt x="224460" y="59478"/>
                </a:cubicBezTo>
                <a:cubicBezTo>
                  <a:pt x="224184" y="59698"/>
                  <a:pt x="223466" y="60582"/>
                  <a:pt x="223190" y="60720"/>
                </a:cubicBezTo>
                <a:cubicBezTo>
                  <a:pt x="222121" y="61308"/>
                  <a:pt x="221334" y="62305"/>
                  <a:pt x="221008" y="63481"/>
                </a:cubicBezTo>
                <a:cubicBezTo>
                  <a:pt x="221110" y="64354"/>
                  <a:pt x="221381" y="65199"/>
                  <a:pt x="221809" y="65966"/>
                </a:cubicBezTo>
                <a:cubicBezTo>
                  <a:pt x="222124" y="66452"/>
                  <a:pt x="222527" y="66872"/>
                  <a:pt x="222996" y="67209"/>
                </a:cubicBezTo>
                <a:cubicBezTo>
                  <a:pt x="223438" y="67596"/>
                  <a:pt x="223300" y="68507"/>
                  <a:pt x="223852" y="68507"/>
                </a:cubicBezTo>
                <a:cubicBezTo>
                  <a:pt x="224410" y="68532"/>
                  <a:pt x="224965" y="68606"/>
                  <a:pt x="225509" y="68728"/>
                </a:cubicBezTo>
                <a:cubicBezTo>
                  <a:pt x="225896" y="68921"/>
                  <a:pt x="226641" y="68534"/>
                  <a:pt x="226641" y="68534"/>
                </a:cubicBezTo>
                <a:cubicBezTo>
                  <a:pt x="227249" y="68313"/>
                  <a:pt x="227884" y="66712"/>
                  <a:pt x="229099" y="65773"/>
                </a:cubicBezTo>
                <a:cubicBezTo>
                  <a:pt x="230314" y="64834"/>
                  <a:pt x="233020" y="63288"/>
                  <a:pt x="234455" y="62073"/>
                </a:cubicBezTo>
                <a:cubicBezTo>
                  <a:pt x="236096" y="61024"/>
                  <a:pt x="237172" y="59287"/>
                  <a:pt x="237382" y="57351"/>
                </a:cubicBezTo>
                <a:cubicBezTo>
                  <a:pt x="237299" y="56868"/>
                  <a:pt x="237101" y="56415"/>
                  <a:pt x="236802" y="56026"/>
                </a:cubicBezTo>
                <a:cubicBezTo>
                  <a:pt x="236419" y="55695"/>
                  <a:pt x="235949" y="55474"/>
                  <a:pt x="235449" y="55391"/>
                </a:cubicBezTo>
                <a:lnTo>
                  <a:pt x="234069" y="55584"/>
                </a:lnTo>
                <a:cubicBezTo>
                  <a:pt x="233876" y="55529"/>
                  <a:pt x="233682" y="54507"/>
                  <a:pt x="233682" y="54204"/>
                </a:cubicBezTo>
                <a:cubicBezTo>
                  <a:pt x="234447" y="52644"/>
                  <a:pt x="235538" y="51268"/>
                  <a:pt x="236885" y="50172"/>
                </a:cubicBezTo>
                <a:cubicBezTo>
                  <a:pt x="237051" y="50007"/>
                  <a:pt x="237078" y="49951"/>
                  <a:pt x="237051" y="49399"/>
                </a:cubicBezTo>
                <a:cubicBezTo>
                  <a:pt x="237023" y="48847"/>
                  <a:pt x="236775" y="48709"/>
                  <a:pt x="236029" y="47687"/>
                </a:cubicBezTo>
                <a:cubicBezTo>
                  <a:pt x="235643" y="47135"/>
                  <a:pt x="235864" y="46583"/>
                  <a:pt x="235449" y="46583"/>
                </a:cubicBezTo>
                <a:cubicBezTo>
                  <a:pt x="235035" y="46583"/>
                  <a:pt x="234566" y="47135"/>
                  <a:pt x="234207" y="46804"/>
                </a:cubicBezTo>
                <a:cubicBezTo>
                  <a:pt x="233848" y="46472"/>
                  <a:pt x="233848" y="45506"/>
                  <a:pt x="233848" y="45174"/>
                </a:cubicBezTo>
                <a:cubicBezTo>
                  <a:pt x="233533" y="44412"/>
                  <a:pt x="233483" y="43565"/>
                  <a:pt x="233710" y="42772"/>
                </a:cubicBezTo>
                <a:cubicBezTo>
                  <a:pt x="234193" y="41933"/>
                  <a:pt x="234737" y="41129"/>
                  <a:pt x="235339" y="40370"/>
                </a:cubicBezTo>
                <a:cubicBezTo>
                  <a:pt x="235919" y="39680"/>
                  <a:pt x="236278" y="39210"/>
                  <a:pt x="236278" y="38686"/>
                </a:cubicBezTo>
                <a:cubicBezTo>
                  <a:pt x="236084" y="37471"/>
                  <a:pt x="236609" y="37029"/>
                  <a:pt x="236609" y="36477"/>
                </a:cubicBezTo>
                <a:cubicBezTo>
                  <a:pt x="236609" y="35924"/>
                  <a:pt x="236940" y="35124"/>
                  <a:pt x="236609" y="34544"/>
                </a:cubicBezTo>
                <a:cubicBezTo>
                  <a:pt x="236278" y="33964"/>
                  <a:pt x="235367" y="32556"/>
                  <a:pt x="234925" y="32887"/>
                </a:cubicBezTo>
                <a:close/>
                <a:moveTo>
                  <a:pt x="253287" y="32445"/>
                </a:moveTo>
                <a:cubicBezTo>
                  <a:pt x="253452" y="32556"/>
                  <a:pt x="253618" y="33467"/>
                  <a:pt x="253618" y="33798"/>
                </a:cubicBezTo>
                <a:cubicBezTo>
                  <a:pt x="253497" y="34566"/>
                  <a:pt x="253127" y="35273"/>
                  <a:pt x="252569" y="35814"/>
                </a:cubicBezTo>
                <a:cubicBezTo>
                  <a:pt x="251942" y="35994"/>
                  <a:pt x="251285" y="36049"/>
                  <a:pt x="250636" y="35980"/>
                </a:cubicBezTo>
                <a:cubicBezTo>
                  <a:pt x="250056" y="35842"/>
                  <a:pt x="249918" y="34903"/>
                  <a:pt x="249890" y="34351"/>
                </a:cubicBezTo>
                <a:cubicBezTo>
                  <a:pt x="249835" y="33301"/>
                  <a:pt x="251989" y="33053"/>
                  <a:pt x="253287" y="32445"/>
                </a:cubicBezTo>
                <a:close/>
                <a:moveTo>
                  <a:pt x="254695" y="26950"/>
                </a:moveTo>
                <a:cubicBezTo>
                  <a:pt x="252406" y="27922"/>
                  <a:pt x="250167" y="29010"/>
                  <a:pt x="247985" y="30209"/>
                </a:cubicBezTo>
                <a:cubicBezTo>
                  <a:pt x="247406" y="30485"/>
                  <a:pt x="246770" y="30236"/>
                  <a:pt x="245693" y="30761"/>
                </a:cubicBezTo>
                <a:cubicBezTo>
                  <a:pt x="244617" y="31286"/>
                  <a:pt x="243926" y="31865"/>
                  <a:pt x="242932" y="32390"/>
                </a:cubicBezTo>
                <a:cubicBezTo>
                  <a:pt x="242601" y="32583"/>
                  <a:pt x="241497" y="33053"/>
                  <a:pt x="241276" y="33191"/>
                </a:cubicBezTo>
                <a:cubicBezTo>
                  <a:pt x="240864" y="33373"/>
                  <a:pt x="240425" y="33483"/>
                  <a:pt x="239978" y="33522"/>
                </a:cubicBezTo>
                <a:cubicBezTo>
                  <a:pt x="239232" y="33605"/>
                  <a:pt x="238984" y="32777"/>
                  <a:pt x="238459" y="32859"/>
                </a:cubicBezTo>
                <a:cubicBezTo>
                  <a:pt x="237934" y="32942"/>
                  <a:pt x="237465" y="34268"/>
                  <a:pt x="237686" y="35234"/>
                </a:cubicBezTo>
                <a:cubicBezTo>
                  <a:pt x="237761" y="35996"/>
                  <a:pt x="237761" y="36764"/>
                  <a:pt x="237686" y="37526"/>
                </a:cubicBezTo>
                <a:lnTo>
                  <a:pt x="237603" y="37415"/>
                </a:lnTo>
                <a:cubicBezTo>
                  <a:pt x="237570" y="37924"/>
                  <a:pt x="237598" y="38434"/>
                  <a:pt x="237686" y="38934"/>
                </a:cubicBezTo>
                <a:cubicBezTo>
                  <a:pt x="237824" y="39652"/>
                  <a:pt x="238432" y="40177"/>
                  <a:pt x="238432" y="40563"/>
                </a:cubicBezTo>
                <a:cubicBezTo>
                  <a:pt x="238594" y="41905"/>
                  <a:pt x="238917" y="43222"/>
                  <a:pt x="239398" y="44484"/>
                </a:cubicBezTo>
                <a:cubicBezTo>
                  <a:pt x="239591" y="45092"/>
                  <a:pt x="238901" y="46030"/>
                  <a:pt x="238901" y="47052"/>
                </a:cubicBezTo>
                <a:cubicBezTo>
                  <a:pt x="239011" y="47615"/>
                  <a:pt x="239238" y="48151"/>
                  <a:pt x="239564" y="48626"/>
                </a:cubicBezTo>
                <a:cubicBezTo>
                  <a:pt x="239702" y="48847"/>
                  <a:pt x="240558" y="49068"/>
                  <a:pt x="240558" y="49979"/>
                </a:cubicBezTo>
                <a:cubicBezTo>
                  <a:pt x="240558" y="50310"/>
                  <a:pt x="240861" y="50669"/>
                  <a:pt x="241027" y="50945"/>
                </a:cubicBezTo>
                <a:cubicBezTo>
                  <a:pt x="241193" y="51222"/>
                  <a:pt x="241165" y="51553"/>
                  <a:pt x="241552" y="51553"/>
                </a:cubicBezTo>
                <a:cubicBezTo>
                  <a:pt x="241855" y="51594"/>
                  <a:pt x="242159" y="51594"/>
                  <a:pt x="242463" y="51553"/>
                </a:cubicBezTo>
                <a:cubicBezTo>
                  <a:pt x="242794" y="51498"/>
                  <a:pt x="243291" y="51166"/>
                  <a:pt x="243512" y="51166"/>
                </a:cubicBezTo>
                <a:cubicBezTo>
                  <a:pt x="243901" y="51017"/>
                  <a:pt x="244280" y="50843"/>
                  <a:pt x="244644" y="50642"/>
                </a:cubicBezTo>
                <a:cubicBezTo>
                  <a:pt x="245086" y="50310"/>
                  <a:pt x="245583" y="50227"/>
                  <a:pt x="245583" y="50642"/>
                </a:cubicBezTo>
                <a:cubicBezTo>
                  <a:pt x="245660" y="51155"/>
                  <a:pt x="245660" y="51674"/>
                  <a:pt x="245583" y="52188"/>
                </a:cubicBezTo>
                <a:cubicBezTo>
                  <a:pt x="245451" y="52470"/>
                  <a:pt x="245238" y="52710"/>
                  <a:pt x="244976" y="52878"/>
                </a:cubicBezTo>
                <a:cubicBezTo>
                  <a:pt x="244749" y="52975"/>
                  <a:pt x="244503" y="53022"/>
                  <a:pt x="244258" y="53016"/>
                </a:cubicBezTo>
                <a:cubicBezTo>
                  <a:pt x="243926" y="53072"/>
                  <a:pt x="243816" y="53210"/>
                  <a:pt x="243485" y="53265"/>
                </a:cubicBezTo>
                <a:cubicBezTo>
                  <a:pt x="243153" y="53320"/>
                  <a:pt x="243319" y="53044"/>
                  <a:pt x="242739" y="53127"/>
                </a:cubicBezTo>
                <a:cubicBezTo>
                  <a:pt x="242159" y="53210"/>
                  <a:pt x="242159" y="53541"/>
                  <a:pt x="242159" y="54176"/>
                </a:cubicBezTo>
                <a:cubicBezTo>
                  <a:pt x="242159" y="54811"/>
                  <a:pt x="242159" y="55225"/>
                  <a:pt x="242159" y="55474"/>
                </a:cubicBezTo>
                <a:cubicBezTo>
                  <a:pt x="242159" y="55722"/>
                  <a:pt x="241994" y="56164"/>
                  <a:pt x="242159" y="56551"/>
                </a:cubicBezTo>
                <a:cubicBezTo>
                  <a:pt x="242325" y="56937"/>
                  <a:pt x="242656" y="56937"/>
                  <a:pt x="243319" y="56937"/>
                </a:cubicBezTo>
                <a:cubicBezTo>
                  <a:pt x="243733" y="57117"/>
                  <a:pt x="244202" y="57117"/>
                  <a:pt x="244617" y="56937"/>
                </a:cubicBezTo>
                <a:cubicBezTo>
                  <a:pt x="244865" y="56882"/>
                  <a:pt x="245583" y="57131"/>
                  <a:pt x="245252" y="57766"/>
                </a:cubicBezTo>
                <a:cubicBezTo>
                  <a:pt x="244227" y="58310"/>
                  <a:pt x="243241" y="58917"/>
                  <a:pt x="242297" y="59588"/>
                </a:cubicBezTo>
                <a:cubicBezTo>
                  <a:pt x="241565" y="60077"/>
                  <a:pt x="240776" y="60474"/>
                  <a:pt x="239950" y="60775"/>
                </a:cubicBezTo>
                <a:cubicBezTo>
                  <a:pt x="239481" y="60913"/>
                  <a:pt x="239370" y="60499"/>
                  <a:pt x="239039" y="60499"/>
                </a:cubicBezTo>
                <a:cubicBezTo>
                  <a:pt x="238708" y="60499"/>
                  <a:pt x="238432" y="61134"/>
                  <a:pt x="238432" y="61134"/>
                </a:cubicBezTo>
                <a:cubicBezTo>
                  <a:pt x="238106" y="61515"/>
                  <a:pt x="237957" y="62018"/>
                  <a:pt x="238017" y="62515"/>
                </a:cubicBezTo>
                <a:cubicBezTo>
                  <a:pt x="238017" y="62763"/>
                  <a:pt x="238017" y="63316"/>
                  <a:pt x="238017" y="63647"/>
                </a:cubicBezTo>
                <a:cubicBezTo>
                  <a:pt x="238073" y="64779"/>
                  <a:pt x="238652" y="65331"/>
                  <a:pt x="238763" y="66022"/>
                </a:cubicBezTo>
                <a:cubicBezTo>
                  <a:pt x="238873" y="66712"/>
                  <a:pt x="240199" y="66850"/>
                  <a:pt x="240723" y="66712"/>
                </a:cubicBezTo>
                <a:cubicBezTo>
                  <a:pt x="241681" y="66375"/>
                  <a:pt x="242606" y="65950"/>
                  <a:pt x="243485" y="65442"/>
                </a:cubicBezTo>
                <a:cubicBezTo>
                  <a:pt x="244426" y="65304"/>
                  <a:pt x="245351" y="65072"/>
                  <a:pt x="246246" y="64751"/>
                </a:cubicBezTo>
                <a:cubicBezTo>
                  <a:pt x="247088" y="64249"/>
                  <a:pt x="248032" y="63940"/>
                  <a:pt x="249007" y="63840"/>
                </a:cubicBezTo>
                <a:cubicBezTo>
                  <a:pt x="249755" y="63680"/>
                  <a:pt x="250484" y="63448"/>
                  <a:pt x="251188" y="63150"/>
                </a:cubicBezTo>
                <a:cubicBezTo>
                  <a:pt x="251823" y="62929"/>
                  <a:pt x="252481" y="62772"/>
                  <a:pt x="253149" y="62681"/>
                </a:cubicBezTo>
                <a:cubicBezTo>
                  <a:pt x="253916" y="62681"/>
                  <a:pt x="254684" y="62617"/>
                  <a:pt x="255441" y="62487"/>
                </a:cubicBezTo>
                <a:cubicBezTo>
                  <a:pt x="255772" y="62377"/>
                  <a:pt x="257235" y="62211"/>
                  <a:pt x="259582" y="61742"/>
                </a:cubicBezTo>
                <a:cubicBezTo>
                  <a:pt x="261929" y="61272"/>
                  <a:pt x="261543" y="61742"/>
                  <a:pt x="262206" y="61742"/>
                </a:cubicBezTo>
                <a:cubicBezTo>
                  <a:pt x="263780" y="61383"/>
                  <a:pt x="264663" y="59174"/>
                  <a:pt x="264415" y="57351"/>
                </a:cubicBezTo>
                <a:cubicBezTo>
                  <a:pt x="264221" y="56054"/>
                  <a:pt x="263034" y="55501"/>
                  <a:pt x="262537" y="55087"/>
                </a:cubicBezTo>
                <a:cubicBezTo>
                  <a:pt x="262040" y="54673"/>
                  <a:pt x="261267" y="55446"/>
                  <a:pt x="260659" y="55391"/>
                </a:cubicBezTo>
                <a:cubicBezTo>
                  <a:pt x="260052" y="55336"/>
                  <a:pt x="258947" y="56136"/>
                  <a:pt x="258533" y="56136"/>
                </a:cubicBezTo>
                <a:cubicBezTo>
                  <a:pt x="257948" y="56225"/>
                  <a:pt x="257357" y="56280"/>
                  <a:pt x="256766" y="56302"/>
                </a:cubicBezTo>
                <a:cubicBezTo>
                  <a:pt x="255998" y="56520"/>
                  <a:pt x="255242" y="56780"/>
                  <a:pt x="254502" y="57075"/>
                </a:cubicBezTo>
                <a:cubicBezTo>
                  <a:pt x="254170" y="57131"/>
                  <a:pt x="253563" y="57131"/>
                  <a:pt x="253563" y="56523"/>
                </a:cubicBezTo>
                <a:cubicBezTo>
                  <a:pt x="253530" y="56117"/>
                  <a:pt x="253671" y="55714"/>
                  <a:pt x="253950" y="55419"/>
                </a:cubicBezTo>
                <a:cubicBezTo>
                  <a:pt x="254447" y="55004"/>
                  <a:pt x="255275" y="54811"/>
                  <a:pt x="255634" y="54535"/>
                </a:cubicBezTo>
                <a:cubicBezTo>
                  <a:pt x="256136" y="54159"/>
                  <a:pt x="256589" y="53723"/>
                  <a:pt x="256987" y="53237"/>
                </a:cubicBezTo>
                <a:cubicBezTo>
                  <a:pt x="257139" y="52958"/>
                  <a:pt x="257197" y="52641"/>
                  <a:pt x="257153" y="52326"/>
                </a:cubicBezTo>
                <a:cubicBezTo>
                  <a:pt x="256763" y="51685"/>
                  <a:pt x="256509" y="50970"/>
                  <a:pt x="256407" y="50227"/>
                </a:cubicBezTo>
                <a:cubicBezTo>
                  <a:pt x="256338" y="49841"/>
                  <a:pt x="256001" y="49559"/>
                  <a:pt x="255606" y="49565"/>
                </a:cubicBezTo>
                <a:cubicBezTo>
                  <a:pt x="255007" y="49526"/>
                  <a:pt x="254416" y="49424"/>
                  <a:pt x="253839" y="49261"/>
                </a:cubicBezTo>
                <a:cubicBezTo>
                  <a:pt x="253397" y="49206"/>
                  <a:pt x="252873" y="49703"/>
                  <a:pt x="252707" y="50007"/>
                </a:cubicBezTo>
                <a:cubicBezTo>
                  <a:pt x="252541" y="50310"/>
                  <a:pt x="251713" y="50973"/>
                  <a:pt x="251216" y="50476"/>
                </a:cubicBezTo>
                <a:cubicBezTo>
                  <a:pt x="250937" y="50012"/>
                  <a:pt x="250857" y="49454"/>
                  <a:pt x="250995" y="48930"/>
                </a:cubicBezTo>
                <a:cubicBezTo>
                  <a:pt x="251188" y="48322"/>
                  <a:pt x="252569" y="48488"/>
                  <a:pt x="252900" y="48046"/>
                </a:cubicBezTo>
                <a:cubicBezTo>
                  <a:pt x="253232" y="47604"/>
                  <a:pt x="254032" y="47604"/>
                  <a:pt x="254198" y="47411"/>
                </a:cubicBezTo>
                <a:cubicBezTo>
                  <a:pt x="254571" y="47135"/>
                  <a:pt x="255051" y="47055"/>
                  <a:pt x="255496" y="47190"/>
                </a:cubicBezTo>
                <a:cubicBezTo>
                  <a:pt x="255800" y="47301"/>
                  <a:pt x="256380" y="46389"/>
                  <a:pt x="256380" y="46003"/>
                </a:cubicBezTo>
                <a:cubicBezTo>
                  <a:pt x="256932" y="43435"/>
                  <a:pt x="257871" y="41557"/>
                  <a:pt x="258616" y="38962"/>
                </a:cubicBezTo>
                <a:cubicBezTo>
                  <a:pt x="258726" y="38575"/>
                  <a:pt x="259803" y="37554"/>
                  <a:pt x="259803" y="37139"/>
                </a:cubicBezTo>
                <a:cubicBezTo>
                  <a:pt x="260055" y="36107"/>
                  <a:pt x="260425" y="35104"/>
                  <a:pt x="260908" y="34157"/>
                </a:cubicBezTo>
                <a:cubicBezTo>
                  <a:pt x="261162" y="33594"/>
                  <a:pt x="261220" y="32962"/>
                  <a:pt x="261073" y="32362"/>
                </a:cubicBezTo>
                <a:cubicBezTo>
                  <a:pt x="261046" y="32142"/>
                  <a:pt x="261709" y="31009"/>
                  <a:pt x="261709" y="30374"/>
                </a:cubicBezTo>
                <a:cubicBezTo>
                  <a:pt x="261488" y="29551"/>
                  <a:pt x="260991" y="28831"/>
                  <a:pt x="260300" y="28331"/>
                </a:cubicBezTo>
                <a:cubicBezTo>
                  <a:pt x="260052" y="28165"/>
                  <a:pt x="259803" y="27254"/>
                  <a:pt x="259582" y="27116"/>
                </a:cubicBezTo>
                <a:cubicBezTo>
                  <a:pt x="258519" y="27025"/>
                  <a:pt x="257448" y="27100"/>
                  <a:pt x="256407" y="27337"/>
                </a:cubicBezTo>
                <a:cubicBezTo>
                  <a:pt x="255882" y="27392"/>
                  <a:pt x="255330" y="26950"/>
                  <a:pt x="254695" y="26950"/>
                </a:cubicBezTo>
                <a:close/>
                <a:moveTo>
                  <a:pt x="280209" y="9941"/>
                </a:moveTo>
                <a:cubicBezTo>
                  <a:pt x="429430" y="10002"/>
                  <a:pt x="550366" y="130988"/>
                  <a:pt x="550366" y="280209"/>
                </a:cubicBezTo>
                <a:cubicBezTo>
                  <a:pt x="550366" y="280245"/>
                  <a:pt x="550366" y="280284"/>
                  <a:pt x="550366" y="280320"/>
                </a:cubicBezTo>
                <a:cubicBezTo>
                  <a:pt x="550306" y="429586"/>
                  <a:pt x="429254" y="550538"/>
                  <a:pt x="279988" y="550477"/>
                </a:cubicBezTo>
                <a:cubicBezTo>
                  <a:pt x="130722" y="550416"/>
                  <a:pt x="9770" y="429365"/>
                  <a:pt x="9830" y="280099"/>
                </a:cubicBezTo>
                <a:cubicBezTo>
                  <a:pt x="9891" y="130833"/>
                  <a:pt x="130943" y="9881"/>
                  <a:pt x="280209" y="9941"/>
                </a:cubicBezTo>
                <a:close/>
                <a:moveTo>
                  <a:pt x="280209" y="6268"/>
                </a:moveTo>
                <a:cubicBezTo>
                  <a:pt x="128916" y="6268"/>
                  <a:pt x="6268" y="128916"/>
                  <a:pt x="6268" y="280209"/>
                </a:cubicBezTo>
                <a:cubicBezTo>
                  <a:pt x="6268" y="431501"/>
                  <a:pt x="128916" y="554149"/>
                  <a:pt x="280209" y="554149"/>
                </a:cubicBezTo>
                <a:cubicBezTo>
                  <a:pt x="431427" y="553967"/>
                  <a:pt x="553967" y="431427"/>
                  <a:pt x="554149" y="280209"/>
                </a:cubicBezTo>
                <a:cubicBezTo>
                  <a:pt x="554149" y="128916"/>
                  <a:pt x="431501" y="6268"/>
                  <a:pt x="280209" y="6268"/>
                </a:cubicBezTo>
                <a:close/>
                <a:moveTo>
                  <a:pt x="280209" y="0"/>
                </a:moveTo>
                <a:cubicBezTo>
                  <a:pt x="434886" y="183"/>
                  <a:pt x="560235" y="125531"/>
                  <a:pt x="560417" y="280209"/>
                </a:cubicBezTo>
                <a:cubicBezTo>
                  <a:pt x="560417" y="434964"/>
                  <a:pt x="434964" y="560417"/>
                  <a:pt x="280209" y="560417"/>
                </a:cubicBezTo>
                <a:cubicBezTo>
                  <a:pt x="125454" y="560417"/>
                  <a:pt x="0" y="434964"/>
                  <a:pt x="0" y="280209"/>
                </a:cubicBezTo>
                <a:cubicBezTo>
                  <a:pt x="0" y="125453"/>
                  <a:pt x="125454" y="0"/>
                  <a:pt x="280209" y="0"/>
                </a:cubicBezTo>
                <a:close/>
              </a:path>
            </a:pathLst>
          </a:custGeom>
          <a:solidFill>
            <a:schemeClr val="bg1"/>
          </a:solidFill>
          <a:ln w="2721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任意多边形: 形状 43"/>
          <p:cNvSpPr/>
          <p:nvPr/>
        </p:nvSpPr>
        <p:spPr>
          <a:xfrm>
            <a:off x="-3264519" y="163906"/>
            <a:ext cx="6530262" cy="6530188"/>
          </a:xfrm>
          <a:custGeom>
            <a:avLst/>
            <a:gdLst>
              <a:gd name="connsiteX0" fmla="*/ 3768183 w 6530262"/>
              <a:gd name="connsiteY0" fmla="*/ 5879216 h 6530188"/>
              <a:gd name="connsiteX1" fmla="*/ 3819829 w 6530262"/>
              <a:gd name="connsiteY1" fmla="*/ 5898597 h 6530188"/>
              <a:gd name="connsiteX2" fmla="*/ 3856187 w 6530262"/>
              <a:gd name="connsiteY2" fmla="*/ 5975816 h 6530188"/>
              <a:gd name="connsiteX3" fmla="*/ 3851038 w 6530262"/>
              <a:gd name="connsiteY3" fmla="*/ 6058828 h 6530188"/>
              <a:gd name="connsiteX4" fmla="*/ 3839777 w 6530262"/>
              <a:gd name="connsiteY4" fmla="*/ 6075623 h 6530188"/>
              <a:gd name="connsiteX5" fmla="*/ 3736173 w 6530262"/>
              <a:gd name="connsiteY5" fmla="*/ 6081349 h 6530188"/>
              <a:gd name="connsiteX6" fmla="*/ 3700137 w 6530262"/>
              <a:gd name="connsiteY6" fmla="*/ 6006061 h 6530188"/>
              <a:gd name="connsiteX7" fmla="*/ 3705286 w 6530262"/>
              <a:gd name="connsiteY7" fmla="*/ 5920798 h 6530188"/>
              <a:gd name="connsiteX8" fmla="*/ 3717962 w 6530262"/>
              <a:gd name="connsiteY8" fmla="*/ 5902040 h 6530188"/>
              <a:gd name="connsiteX9" fmla="*/ 3768183 w 6530262"/>
              <a:gd name="connsiteY9" fmla="*/ 5879216 h 6530188"/>
              <a:gd name="connsiteX10" fmla="*/ 3382246 w 6530262"/>
              <a:gd name="connsiteY10" fmla="*/ 5877685 h 6530188"/>
              <a:gd name="connsiteX11" fmla="*/ 3166996 w 6530262"/>
              <a:gd name="connsiteY11" fmla="*/ 5881545 h 6530188"/>
              <a:gd name="connsiteX12" fmla="*/ 3172787 w 6530262"/>
              <a:gd name="connsiteY12" fmla="*/ 6199432 h 6530188"/>
              <a:gd name="connsiteX13" fmla="*/ 3389004 w 6530262"/>
              <a:gd name="connsiteY13" fmla="*/ 6195249 h 6530188"/>
              <a:gd name="connsiteX14" fmla="*/ 3389004 w 6530262"/>
              <a:gd name="connsiteY14" fmla="*/ 6166935 h 6530188"/>
              <a:gd name="connsiteX15" fmla="*/ 3389004 w 6530262"/>
              <a:gd name="connsiteY15" fmla="*/ 6138943 h 6530188"/>
              <a:gd name="connsiteX16" fmla="*/ 3228128 w 6530262"/>
              <a:gd name="connsiteY16" fmla="*/ 6141839 h 6530188"/>
              <a:gd name="connsiteX17" fmla="*/ 3228128 w 6530262"/>
              <a:gd name="connsiteY17" fmla="*/ 6059150 h 6530188"/>
              <a:gd name="connsiteX18" fmla="*/ 3370986 w 6530262"/>
              <a:gd name="connsiteY18" fmla="*/ 6056576 h 6530188"/>
              <a:gd name="connsiteX19" fmla="*/ 3370986 w 6530262"/>
              <a:gd name="connsiteY19" fmla="*/ 6029227 h 6530188"/>
              <a:gd name="connsiteX20" fmla="*/ 3370986 w 6530262"/>
              <a:gd name="connsiteY20" fmla="*/ 6001879 h 6530188"/>
              <a:gd name="connsiteX21" fmla="*/ 3228128 w 6530262"/>
              <a:gd name="connsiteY21" fmla="*/ 6004453 h 6530188"/>
              <a:gd name="connsiteX22" fmla="*/ 3228128 w 6530262"/>
              <a:gd name="connsiteY22" fmla="*/ 5936886 h 6530188"/>
              <a:gd name="connsiteX23" fmla="*/ 3382246 w 6530262"/>
              <a:gd name="connsiteY23" fmla="*/ 5934311 h 6530188"/>
              <a:gd name="connsiteX24" fmla="*/ 3382246 w 6530262"/>
              <a:gd name="connsiteY24" fmla="*/ 5905999 h 6530188"/>
              <a:gd name="connsiteX25" fmla="*/ 2854576 w 6530262"/>
              <a:gd name="connsiteY25" fmla="*/ 5853231 h 6530188"/>
              <a:gd name="connsiteX26" fmla="*/ 2851037 w 6530262"/>
              <a:gd name="connsiteY26" fmla="*/ 5881223 h 6530188"/>
              <a:gd name="connsiteX27" fmla="*/ 2847819 w 6530262"/>
              <a:gd name="connsiteY27" fmla="*/ 5909215 h 6530188"/>
              <a:gd name="connsiteX28" fmla="*/ 2935335 w 6530262"/>
              <a:gd name="connsiteY28" fmla="*/ 5919833 h 6530188"/>
              <a:gd name="connsiteX29" fmla="*/ 2903160 w 6530262"/>
              <a:gd name="connsiteY29" fmla="*/ 6179162 h 6530188"/>
              <a:gd name="connsiteX30" fmla="*/ 2935335 w 6530262"/>
              <a:gd name="connsiteY30" fmla="*/ 6183023 h 6530188"/>
              <a:gd name="connsiteX31" fmla="*/ 2965259 w 6530262"/>
              <a:gd name="connsiteY31" fmla="*/ 6186562 h 6530188"/>
              <a:gd name="connsiteX32" fmla="*/ 2997434 w 6530262"/>
              <a:gd name="connsiteY32" fmla="*/ 5927234 h 6530188"/>
              <a:gd name="connsiteX33" fmla="*/ 3085272 w 6530262"/>
              <a:gd name="connsiteY33" fmla="*/ 5938173 h 6530188"/>
              <a:gd name="connsiteX34" fmla="*/ 3088488 w 6530262"/>
              <a:gd name="connsiteY34" fmla="*/ 5909859 h 6530188"/>
              <a:gd name="connsiteX35" fmla="*/ 3090418 w 6530262"/>
              <a:gd name="connsiteY35" fmla="*/ 5882189 h 6530188"/>
              <a:gd name="connsiteX36" fmla="*/ 3793139 w 6530262"/>
              <a:gd name="connsiteY36" fmla="*/ 5824854 h 6530188"/>
              <a:gd name="connsiteX37" fmla="*/ 3655413 w 6530262"/>
              <a:gd name="connsiteY37" fmla="*/ 5890554 h 6530188"/>
              <a:gd name="connsiteX38" fmla="*/ 3641578 w 6530262"/>
              <a:gd name="connsiteY38" fmla="*/ 6019253 h 6530188"/>
              <a:gd name="connsiteX39" fmla="*/ 3702067 w 6530262"/>
              <a:gd name="connsiteY39" fmla="*/ 6130900 h 6530188"/>
              <a:gd name="connsiteX40" fmla="*/ 3711301 w 6530262"/>
              <a:gd name="connsiteY40" fmla="*/ 6137142 h 6530188"/>
              <a:gd name="connsiteX41" fmla="*/ 3903484 w 6530262"/>
              <a:gd name="connsiteY41" fmla="*/ 6091647 h 6530188"/>
              <a:gd name="connsiteX42" fmla="*/ 3917319 w 6530262"/>
              <a:gd name="connsiteY42" fmla="*/ 5965521 h 6530188"/>
              <a:gd name="connsiteX43" fmla="*/ 3856829 w 6530262"/>
              <a:gd name="connsiteY43" fmla="*/ 5851301 h 6530188"/>
              <a:gd name="connsiteX44" fmla="*/ 3844797 w 6530262"/>
              <a:gd name="connsiteY44" fmla="*/ 5843194 h 6530188"/>
              <a:gd name="connsiteX45" fmla="*/ 3793139 w 6530262"/>
              <a:gd name="connsiteY45" fmla="*/ 5824854 h 6530188"/>
              <a:gd name="connsiteX46" fmla="*/ 2557278 w 6530262"/>
              <a:gd name="connsiteY46" fmla="*/ 5785021 h 6530188"/>
              <a:gd name="connsiteX47" fmla="*/ 2509336 w 6530262"/>
              <a:gd name="connsiteY47" fmla="*/ 5978070 h 6530188"/>
              <a:gd name="connsiteX48" fmla="*/ 2514163 w 6530262"/>
              <a:gd name="connsiteY48" fmla="*/ 6079098 h 6530188"/>
              <a:gd name="connsiteX49" fmla="*/ 2592994 w 6530262"/>
              <a:gd name="connsiteY49" fmla="*/ 6131222 h 6530188"/>
              <a:gd name="connsiteX50" fmla="*/ 2687908 w 6530262"/>
              <a:gd name="connsiteY50" fmla="*/ 6123821 h 6530188"/>
              <a:gd name="connsiteX51" fmla="*/ 2738425 w 6530262"/>
              <a:gd name="connsiteY51" fmla="*/ 6035019 h 6530188"/>
              <a:gd name="connsiteX52" fmla="*/ 2785078 w 6530262"/>
              <a:gd name="connsiteY52" fmla="*/ 5841970 h 6530188"/>
              <a:gd name="connsiteX53" fmla="*/ 2755477 w 6530262"/>
              <a:gd name="connsiteY53" fmla="*/ 5834570 h 6530188"/>
              <a:gd name="connsiteX54" fmla="*/ 2725877 w 6530262"/>
              <a:gd name="connsiteY54" fmla="*/ 5827492 h 6530188"/>
              <a:gd name="connsiteX55" fmla="*/ 2677292 w 6530262"/>
              <a:gd name="connsiteY55" fmla="*/ 6020541 h 6530188"/>
              <a:gd name="connsiteX56" fmla="*/ 2651872 w 6530262"/>
              <a:gd name="connsiteY56" fmla="*/ 6068481 h 6530188"/>
              <a:gd name="connsiteX57" fmla="*/ 2605540 w 6530262"/>
              <a:gd name="connsiteY57" fmla="*/ 6072986 h 6530188"/>
              <a:gd name="connsiteX58" fmla="*/ 2568218 w 6530262"/>
              <a:gd name="connsiteY58" fmla="*/ 6046280 h 6530188"/>
              <a:gd name="connsiteX59" fmla="*/ 2568218 w 6530262"/>
              <a:gd name="connsiteY59" fmla="*/ 5992870 h 6530188"/>
              <a:gd name="connsiteX60" fmla="*/ 2616481 w 6530262"/>
              <a:gd name="connsiteY60" fmla="*/ 5799821 h 6530188"/>
              <a:gd name="connsiteX61" fmla="*/ 2586879 w 6530262"/>
              <a:gd name="connsiteY61" fmla="*/ 5792422 h 6530188"/>
              <a:gd name="connsiteX62" fmla="*/ 4171825 w 6530262"/>
              <a:gd name="connsiteY62" fmla="*/ 5721959 h 6530188"/>
              <a:gd name="connsiteX63" fmla="*/ 3973947 w 6530262"/>
              <a:gd name="connsiteY63" fmla="*/ 5786308 h 6530188"/>
              <a:gd name="connsiteX64" fmla="*/ 4070473 w 6530262"/>
              <a:gd name="connsiteY64" fmla="*/ 6088429 h 6530188"/>
              <a:gd name="connsiteX65" fmla="*/ 4099751 w 6530262"/>
              <a:gd name="connsiteY65" fmla="*/ 6078777 h 6530188"/>
              <a:gd name="connsiteX66" fmla="*/ 4128710 w 6530262"/>
              <a:gd name="connsiteY66" fmla="*/ 6069446 h 6530188"/>
              <a:gd name="connsiteX67" fmla="*/ 4088491 w 6530262"/>
              <a:gd name="connsiteY67" fmla="*/ 5941712 h 6530188"/>
              <a:gd name="connsiteX68" fmla="*/ 4210434 w 6530262"/>
              <a:gd name="connsiteY68" fmla="*/ 5902137 h 6530188"/>
              <a:gd name="connsiteX69" fmla="*/ 4202070 w 6530262"/>
              <a:gd name="connsiteY69" fmla="*/ 5876075 h 6530188"/>
              <a:gd name="connsiteX70" fmla="*/ 4193382 w 6530262"/>
              <a:gd name="connsiteY70" fmla="*/ 5850014 h 6530188"/>
              <a:gd name="connsiteX71" fmla="*/ 4071759 w 6530262"/>
              <a:gd name="connsiteY71" fmla="*/ 5889589 h 6530188"/>
              <a:gd name="connsiteX72" fmla="*/ 4049558 w 6530262"/>
              <a:gd name="connsiteY72" fmla="*/ 5821057 h 6530188"/>
              <a:gd name="connsiteX73" fmla="*/ 4189199 w 6530262"/>
              <a:gd name="connsiteY73" fmla="*/ 5775690 h 6530188"/>
              <a:gd name="connsiteX74" fmla="*/ 4180511 w 6530262"/>
              <a:gd name="connsiteY74" fmla="*/ 5748663 h 6530188"/>
              <a:gd name="connsiteX75" fmla="*/ 2265449 w 6530262"/>
              <a:gd name="connsiteY75" fmla="*/ 5685601 h 6530188"/>
              <a:gd name="connsiteX76" fmla="*/ 2256118 w 6530262"/>
              <a:gd name="connsiteY76" fmla="*/ 5712306 h 6530188"/>
              <a:gd name="connsiteX77" fmla="*/ 2247109 w 6530262"/>
              <a:gd name="connsiteY77" fmla="*/ 5739011 h 6530188"/>
              <a:gd name="connsiteX78" fmla="*/ 2330442 w 6530262"/>
              <a:gd name="connsiteY78" fmla="*/ 5767646 h 6530188"/>
              <a:gd name="connsiteX79" fmla="*/ 2245499 w 6530262"/>
              <a:gd name="connsiteY79" fmla="*/ 6014748 h 6530188"/>
              <a:gd name="connsiteX80" fmla="*/ 2274458 w 6530262"/>
              <a:gd name="connsiteY80" fmla="*/ 6024723 h 6530188"/>
              <a:gd name="connsiteX81" fmla="*/ 2303094 w 6530262"/>
              <a:gd name="connsiteY81" fmla="*/ 6034698 h 6530188"/>
              <a:gd name="connsiteX82" fmla="*/ 2388037 w 6530262"/>
              <a:gd name="connsiteY82" fmla="*/ 5787595 h 6530188"/>
              <a:gd name="connsiteX83" fmla="*/ 2471693 w 6530262"/>
              <a:gd name="connsiteY83" fmla="*/ 5816231 h 6530188"/>
              <a:gd name="connsiteX84" fmla="*/ 2481022 w 6530262"/>
              <a:gd name="connsiteY84" fmla="*/ 5789525 h 6530188"/>
              <a:gd name="connsiteX85" fmla="*/ 2490676 w 6530262"/>
              <a:gd name="connsiteY85" fmla="*/ 5763142 h 6530188"/>
              <a:gd name="connsiteX86" fmla="*/ 2149940 w 6530262"/>
              <a:gd name="connsiteY86" fmla="*/ 5628973 h 6530188"/>
              <a:gd name="connsiteX87" fmla="*/ 2015771 w 6530262"/>
              <a:gd name="connsiteY87" fmla="*/ 5916938 h 6530188"/>
              <a:gd name="connsiteX88" fmla="*/ 2043441 w 6530262"/>
              <a:gd name="connsiteY88" fmla="*/ 5929808 h 6530188"/>
              <a:gd name="connsiteX89" fmla="*/ 2070789 w 6530262"/>
              <a:gd name="connsiteY89" fmla="*/ 5942677 h 6530188"/>
              <a:gd name="connsiteX90" fmla="*/ 2205281 w 6530262"/>
              <a:gd name="connsiteY90" fmla="*/ 5654714 h 6530188"/>
              <a:gd name="connsiteX91" fmla="*/ 2177288 w 6530262"/>
              <a:gd name="connsiteY91" fmla="*/ 5641843 h 6530188"/>
              <a:gd name="connsiteX92" fmla="*/ 4560177 w 6530262"/>
              <a:gd name="connsiteY92" fmla="*/ 5533736 h 6530188"/>
              <a:gd name="connsiteX93" fmla="*/ 4350397 w 6530262"/>
              <a:gd name="connsiteY93" fmla="*/ 5645061 h 6530188"/>
              <a:gd name="connsiteX94" fmla="*/ 4363588 w 6530262"/>
              <a:gd name="connsiteY94" fmla="*/ 5670157 h 6530188"/>
              <a:gd name="connsiteX95" fmla="*/ 4376781 w 6530262"/>
              <a:gd name="connsiteY95" fmla="*/ 5694932 h 6530188"/>
              <a:gd name="connsiteX96" fmla="*/ 4454644 w 6530262"/>
              <a:gd name="connsiteY96" fmla="*/ 5653426 h 6530188"/>
              <a:gd name="connsiteX97" fmla="*/ 4577553 w 6530262"/>
              <a:gd name="connsiteY97" fmla="*/ 5884119 h 6530188"/>
              <a:gd name="connsiteX98" fmla="*/ 4604579 w 6530262"/>
              <a:gd name="connsiteY98" fmla="*/ 5869962 h 6530188"/>
              <a:gd name="connsiteX99" fmla="*/ 4631285 w 6530262"/>
              <a:gd name="connsiteY99" fmla="*/ 5855484 h 6530188"/>
              <a:gd name="connsiteX100" fmla="*/ 4508698 w 6530262"/>
              <a:gd name="connsiteY100" fmla="*/ 5624790 h 6530188"/>
              <a:gd name="connsiteX101" fmla="*/ 4586561 w 6530262"/>
              <a:gd name="connsiteY101" fmla="*/ 5583286 h 6530188"/>
              <a:gd name="connsiteX102" fmla="*/ 4573370 w 6530262"/>
              <a:gd name="connsiteY102" fmla="*/ 5558510 h 6530188"/>
              <a:gd name="connsiteX103" fmla="*/ 1876452 w 6530262"/>
              <a:gd name="connsiteY103" fmla="*/ 5480326 h 6530188"/>
              <a:gd name="connsiteX104" fmla="*/ 1863903 w 6530262"/>
              <a:gd name="connsiteY104" fmla="*/ 5506710 h 6530188"/>
              <a:gd name="connsiteX105" fmla="*/ 1850390 w 6530262"/>
              <a:gd name="connsiteY105" fmla="*/ 5531484 h 6530188"/>
              <a:gd name="connsiteX106" fmla="*/ 1927611 w 6530262"/>
              <a:gd name="connsiteY106" fmla="*/ 5574277 h 6530188"/>
              <a:gd name="connsiteX107" fmla="*/ 1800840 w 6530262"/>
              <a:gd name="connsiteY107" fmla="*/ 5802717 h 6530188"/>
              <a:gd name="connsiteX108" fmla="*/ 1827546 w 6530262"/>
              <a:gd name="connsiteY108" fmla="*/ 5817518 h 6530188"/>
              <a:gd name="connsiteX109" fmla="*/ 1854251 w 6530262"/>
              <a:gd name="connsiteY109" fmla="*/ 5832318 h 6530188"/>
              <a:gd name="connsiteX110" fmla="*/ 1979735 w 6530262"/>
              <a:gd name="connsiteY110" fmla="*/ 5601947 h 6530188"/>
              <a:gd name="connsiteX111" fmla="*/ 2056954 w 6530262"/>
              <a:gd name="connsiteY111" fmla="*/ 5644739 h 6530188"/>
              <a:gd name="connsiteX112" fmla="*/ 2070469 w 6530262"/>
              <a:gd name="connsiteY112" fmla="*/ 5620286 h 6530188"/>
              <a:gd name="connsiteX113" fmla="*/ 2084304 w 6530262"/>
              <a:gd name="connsiteY113" fmla="*/ 5595511 h 6530188"/>
              <a:gd name="connsiteX114" fmla="*/ 3874205 w 6530262"/>
              <a:gd name="connsiteY114" fmla="*/ 5433993 h 6530188"/>
              <a:gd name="connsiteX115" fmla="*/ 3874205 w 6530262"/>
              <a:gd name="connsiteY115" fmla="*/ 5434959 h 6530188"/>
              <a:gd name="connsiteX116" fmla="*/ 3886752 w 6530262"/>
              <a:gd name="connsiteY116" fmla="*/ 5462307 h 6530188"/>
              <a:gd name="connsiteX117" fmla="*/ 3873883 w 6530262"/>
              <a:gd name="connsiteY117" fmla="*/ 5543387 h 6530188"/>
              <a:gd name="connsiteX118" fmla="*/ 3866162 w 6530262"/>
              <a:gd name="connsiteY118" fmla="*/ 5466168 h 6530188"/>
              <a:gd name="connsiteX119" fmla="*/ 3874205 w 6530262"/>
              <a:gd name="connsiteY119" fmla="*/ 5433993 h 6530188"/>
              <a:gd name="connsiteX120" fmla="*/ 3330767 w 6530262"/>
              <a:gd name="connsiteY120" fmla="*/ 5433993 h 6530188"/>
              <a:gd name="connsiteX121" fmla="*/ 3330767 w 6530262"/>
              <a:gd name="connsiteY121" fmla="*/ 5434959 h 6530188"/>
              <a:gd name="connsiteX122" fmla="*/ 3343316 w 6530262"/>
              <a:gd name="connsiteY122" fmla="*/ 5462307 h 6530188"/>
              <a:gd name="connsiteX123" fmla="*/ 3330445 w 6530262"/>
              <a:gd name="connsiteY123" fmla="*/ 5543387 h 6530188"/>
              <a:gd name="connsiteX124" fmla="*/ 3322723 w 6530262"/>
              <a:gd name="connsiteY124" fmla="*/ 5466168 h 6530188"/>
              <a:gd name="connsiteX125" fmla="*/ 3330767 w 6530262"/>
              <a:gd name="connsiteY125" fmla="*/ 5433993 h 6530188"/>
              <a:gd name="connsiteX126" fmla="*/ 3784113 w 6530262"/>
              <a:gd name="connsiteY126" fmla="*/ 5429167 h 6530188"/>
              <a:gd name="connsiteX127" fmla="*/ 3796018 w 6530262"/>
              <a:gd name="connsiteY127" fmla="*/ 5461342 h 6530188"/>
              <a:gd name="connsiteX128" fmla="*/ 3785724 w 6530262"/>
              <a:gd name="connsiteY128" fmla="*/ 5540814 h 6530188"/>
              <a:gd name="connsiteX129" fmla="*/ 3770600 w 6530262"/>
              <a:gd name="connsiteY129" fmla="*/ 5463916 h 6530188"/>
              <a:gd name="connsiteX130" fmla="*/ 3784113 w 6530262"/>
              <a:gd name="connsiteY130" fmla="*/ 5430133 h 6530188"/>
              <a:gd name="connsiteX131" fmla="*/ 3240677 w 6530262"/>
              <a:gd name="connsiteY131" fmla="*/ 5429167 h 6530188"/>
              <a:gd name="connsiteX132" fmla="*/ 3252582 w 6530262"/>
              <a:gd name="connsiteY132" fmla="*/ 5461342 h 6530188"/>
              <a:gd name="connsiteX133" fmla="*/ 3242608 w 6530262"/>
              <a:gd name="connsiteY133" fmla="*/ 5542422 h 6530188"/>
              <a:gd name="connsiteX134" fmla="*/ 3227163 w 6530262"/>
              <a:gd name="connsiteY134" fmla="*/ 5463916 h 6530188"/>
              <a:gd name="connsiteX135" fmla="*/ 3240677 w 6530262"/>
              <a:gd name="connsiteY135" fmla="*/ 5430133 h 6530188"/>
              <a:gd name="connsiteX136" fmla="*/ 2693220 w 6530262"/>
              <a:gd name="connsiteY136" fmla="*/ 5428805 h 6530188"/>
              <a:gd name="connsiteX137" fmla="*/ 2703356 w 6530262"/>
              <a:gd name="connsiteY137" fmla="*/ 5433350 h 6530188"/>
              <a:gd name="connsiteX138" fmla="*/ 2705609 w 6530262"/>
              <a:gd name="connsiteY138" fmla="*/ 5537596 h 6530188"/>
              <a:gd name="connsiteX139" fmla="*/ 2685979 w 6530262"/>
              <a:gd name="connsiteY139" fmla="*/ 5537596 h 6530188"/>
              <a:gd name="connsiteX140" fmla="*/ 2685979 w 6530262"/>
              <a:gd name="connsiteY140" fmla="*/ 5431420 h 6530188"/>
              <a:gd name="connsiteX141" fmla="*/ 2685979 w 6530262"/>
              <a:gd name="connsiteY141" fmla="*/ 5430776 h 6530188"/>
              <a:gd name="connsiteX142" fmla="*/ 2693220 w 6530262"/>
              <a:gd name="connsiteY142" fmla="*/ 5428805 h 6530188"/>
              <a:gd name="connsiteX143" fmla="*/ 2780578 w 6530262"/>
              <a:gd name="connsiteY143" fmla="*/ 5423377 h 6530188"/>
              <a:gd name="connsiteX144" fmla="*/ 2789587 w 6530262"/>
              <a:gd name="connsiteY144" fmla="*/ 5461343 h 6530188"/>
              <a:gd name="connsiteX145" fmla="*/ 2780578 w 6530262"/>
              <a:gd name="connsiteY145" fmla="*/ 5536954 h 6530188"/>
              <a:gd name="connsiteX146" fmla="*/ 2770927 w 6530262"/>
              <a:gd name="connsiteY146" fmla="*/ 5461343 h 6530188"/>
              <a:gd name="connsiteX147" fmla="*/ 2780578 w 6530262"/>
              <a:gd name="connsiteY147" fmla="*/ 5423377 h 6530188"/>
              <a:gd name="connsiteX148" fmla="*/ 2727811 w 6530262"/>
              <a:gd name="connsiteY148" fmla="*/ 5415975 h 6530188"/>
              <a:gd name="connsiteX149" fmla="*/ 2727880 w 6530262"/>
              <a:gd name="connsiteY149" fmla="*/ 5418142 h 6530188"/>
              <a:gd name="connsiteX150" fmla="*/ 2727811 w 6530262"/>
              <a:gd name="connsiteY150" fmla="*/ 5418228 h 6530188"/>
              <a:gd name="connsiteX151" fmla="*/ 2742579 w 6530262"/>
              <a:gd name="connsiteY151" fmla="*/ 5410297 h 6530188"/>
              <a:gd name="connsiteX152" fmla="*/ 2750334 w 6530262"/>
              <a:gd name="connsiteY152" fmla="*/ 5415975 h 6530188"/>
              <a:gd name="connsiteX153" fmla="*/ 2754194 w 6530262"/>
              <a:gd name="connsiteY153" fmla="*/ 5544674 h 6530188"/>
              <a:gd name="connsiteX154" fmla="*/ 2731994 w 6530262"/>
              <a:gd name="connsiteY154" fmla="*/ 5544674 h 6530188"/>
              <a:gd name="connsiteX155" fmla="*/ 2727880 w 6530262"/>
              <a:gd name="connsiteY155" fmla="*/ 5418142 h 6530188"/>
              <a:gd name="connsiteX156" fmla="*/ 2733088 w 6530262"/>
              <a:gd name="connsiteY156" fmla="*/ 5411760 h 6530188"/>
              <a:gd name="connsiteX157" fmla="*/ 2742579 w 6530262"/>
              <a:gd name="connsiteY157" fmla="*/ 5410297 h 6530188"/>
              <a:gd name="connsiteX158" fmla="*/ 3833020 w 6530262"/>
              <a:gd name="connsiteY158" fmla="*/ 5406967 h 6530188"/>
              <a:gd name="connsiteX159" fmla="*/ 3844603 w 6530262"/>
              <a:gd name="connsiteY159" fmla="*/ 5455229 h 6530188"/>
              <a:gd name="connsiteX160" fmla="*/ 3831090 w 6530262"/>
              <a:gd name="connsiteY160" fmla="*/ 5548858 h 6530188"/>
              <a:gd name="connsiteX161" fmla="*/ 3817255 w 6530262"/>
              <a:gd name="connsiteY161" fmla="*/ 5453942 h 6530188"/>
              <a:gd name="connsiteX162" fmla="*/ 3833020 w 6530262"/>
              <a:gd name="connsiteY162" fmla="*/ 5406967 h 6530188"/>
              <a:gd name="connsiteX163" fmla="*/ 3289582 w 6530262"/>
              <a:gd name="connsiteY163" fmla="*/ 5406967 h 6530188"/>
              <a:gd name="connsiteX164" fmla="*/ 3301167 w 6530262"/>
              <a:gd name="connsiteY164" fmla="*/ 5455229 h 6530188"/>
              <a:gd name="connsiteX165" fmla="*/ 3287652 w 6530262"/>
              <a:gd name="connsiteY165" fmla="*/ 5548858 h 6530188"/>
              <a:gd name="connsiteX166" fmla="*/ 3273817 w 6530262"/>
              <a:gd name="connsiteY166" fmla="*/ 5453942 h 6530188"/>
              <a:gd name="connsiteX167" fmla="*/ 3289582 w 6530262"/>
              <a:gd name="connsiteY167" fmla="*/ 5406967 h 6530188"/>
              <a:gd name="connsiteX168" fmla="*/ 2421179 w 6530262"/>
              <a:gd name="connsiteY168" fmla="*/ 5396992 h 6530188"/>
              <a:gd name="connsiteX169" fmla="*/ 2421895 w 6530262"/>
              <a:gd name="connsiteY169" fmla="*/ 5398389 h 6530188"/>
              <a:gd name="connsiteX170" fmla="*/ 2420215 w 6530262"/>
              <a:gd name="connsiteY170" fmla="*/ 5398280 h 6530188"/>
              <a:gd name="connsiteX171" fmla="*/ 4805031 w 6530262"/>
              <a:gd name="connsiteY171" fmla="*/ 5379619 h 6530188"/>
              <a:gd name="connsiteX172" fmla="*/ 4624528 w 6530262"/>
              <a:gd name="connsiteY172" fmla="*/ 5496735 h 6530188"/>
              <a:gd name="connsiteX173" fmla="*/ 4797630 w 6530262"/>
              <a:gd name="connsiteY173" fmla="*/ 5763142 h 6530188"/>
              <a:gd name="connsiteX174" fmla="*/ 4982959 w 6530262"/>
              <a:gd name="connsiteY174" fmla="*/ 5641522 h 6530188"/>
              <a:gd name="connsiteX175" fmla="*/ 4967515 w 6530262"/>
              <a:gd name="connsiteY175" fmla="*/ 5617712 h 6530188"/>
              <a:gd name="connsiteX176" fmla="*/ 4952392 w 6530262"/>
              <a:gd name="connsiteY176" fmla="*/ 5594225 h 6530188"/>
              <a:gd name="connsiteX177" fmla="*/ 4817578 w 6530262"/>
              <a:gd name="connsiteY177" fmla="*/ 5681740 h 6530188"/>
              <a:gd name="connsiteX178" fmla="*/ 4772212 w 6530262"/>
              <a:gd name="connsiteY178" fmla="*/ 5612564 h 6530188"/>
              <a:gd name="connsiteX179" fmla="*/ 4893191 w 6530262"/>
              <a:gd name="connsiteY179" fmla="*/ 5535345 h 6530188"/>
              <a:gd name="connsiteX180" fmla="*/ 4878390 w 6530262"/>
              <a:gd name="connsiteY180" fmla="*/ 5512179 h 6530188"/>
              <a:gd name="connsiteX181" fmla="*/ 4863590 w 6530262"/>
              <a:gd name="connsiteY181" fmla="*/ 5489335 h 6530188"/>
              <a:gd name="connsiteX182" fmla="*/ 4743576 w 6530262"/>
              <a:gd name="connsiteY182" fmla="*/ 5567198 h 6530188"/>
              <a:gd name="connsiteX183" fmla="*/ 4706896 w 6530262"/>
              <a:gd name="connsiteY183" fmla="*/ 5510570 h 6530188"/>
              <a:gd name="connsiteX184" fmla="*/ 4835596 w 6530262"/>
              <a:gd name="connsiteY184" fmla="*/ 5426916 h 6530188"/>
              <a:gd name="connsiteX185" fmla="*/ 4820475 w 6530262"/>
              <a:gd name="connsiteY185" fmla="*/ 5403107 h 6530188"/>
              <a:gd name="connsiteX186" fmla="*/ 1652834 w 6530262"/>
              <a:gd name="connsiteY186" fmla="*/ 5347444 h 6530188"/>
              <a:gd name="connsiteX187" fmla="*/ 1584945 w 6530262"/>
              <a:gd name="connsiteY187" fmla="*/ 5388628 h 6530188"/>
              <a:gd name="connsiteX188" fmla="*/ 1567892 w 6530262"/>
              <a:gd name="connsiteY188" fmla="*/ 5451369 h 6530188"/>
              <a:gd name="connsiteX189" fmla="*/ 1621624 w 6530262"/>
              <a:gd name="connsiteY189" fmla="*/ 5535667 h 6530188"/>
              <a:gd name="connsiteX190" fmla="*/ 1651226 w 6530262"/>
              <a:gd name="connsiteY190" fmla="*/ 5578781 h 6530188"/>
              <a:gd name="connsiteX191" fmla="*/ 1645435 w 6530262"/>
              <a:gd name="connsiteY191" fmla="*/ 5607095 h 6530188"/>
              <a:gd name="connsiteX192" fmla="*/ 1615512 w 6530262"/>
              <a:gd name="connsiteY192" fmla="*/ 5620608 h 6530188"/>
              <a:gd name="connsiteX193" fmla="*/ 1572396 w 6530262"/>
              <a:gd name="connsiteY193" fmla="*/ 5601947 h 6530188"/>
              <a:gd name="connsiteX194" fmla="*/ 1544726 w 6530262"/>
              <a:gd name="connsiteY194" fmla="*/ 5564946 h 6530188"/>
              <a:gd name="connsiteX195" fmla="*/ 1553735 w 6530262"/>
              <a:gd name="connsiteY195" fmla="*/ 5523440 h 6530188"/>
              <a:gd name="connsiteX196" fmla="*/ 1506116 w 6530262"/>
              <a:gd name="connsiteY196" fmla="*/ 5489013 h 6530188"/>
              <a:gd name="connsiteX197" fmla="*/ 1486489 w 6530262"/>
              <a:gd name="connsiteY197" fmla="*/ 5572667 h 6530188"/>
              <a:gd name="connsiteX198" fmla="*/ 1540221 w 6530262"/>
              <a:gd name="connsiteY198" fmla="*/ 5646348 h 6530188"/>
              <a:gd name="connsiteX199" fmla="*/ 1626773 w 6530262"/>
              <a:gd name="connsiteY199" fmla="*/ 5676592 h 6530188"/>
              <a:gd name="connsiteX200" fmla="*/ 1694663 w 6530262"/>
              <a:gd name="connsiteY200" fmla="*/ 5637982 h 6530188"/>
              <a:gd name="connsiteX201" fmla="*/ 1715254 w 6530262"/>
              <a:gd name="connsiteY201" fmla="*/ 5573633 h 6530188"/>
              <a:gd name="connsiteX202" fmla="*/ 1667313 w 6530262"/>
              <a:gd name="connsiteY202" fmla="*/ 5494483 h 6530188"/>
              <a:gd name="connsiteX203" fmla="*/ 1631600 w 6530262"/>
              <a:gd name="connsiteY203" fmla="*/ 5445578 h 6530188"/>
              <a:gd name="connsiteX204" fmla="*/ 1633530 w 6530262"/>
              <a:gd name="connsiteY204" fmla="*/ 5419837 h 6530188"/>
              <a:gd name="connsiteX205" fmla="*/ 1662165 w 6530262"/>
              <a:gd name="connsiteY205" fmla="*/ 5402463 h 6530188"/>
              <a:gd name="connsiteX206" fmla="*/ 1698201 w 6530262"/>
              <a:gd name="connsiteY206" fmla="*/ 5414689 h 6530188"/>
              <a:gd name="connsiteX207" fmla="*/ 1725550 w 6530262"/>
              <a:gd name="connsiteY207" fmla="*/ 5451047 h 6530188"/>
              <a:gd name="connsiteX208" fmla="*/ 1719437 w 6530262"/>
              <a:gd name="connsiteY208" fmla="*/ 5490943 h 6530188"/>
              <a:gd name="connsiteX209" fmla="*/ 1767378 w 6530262"/>
              <a:gd name="connsiteY209" fmla="*/ 5526015 h 6530188"/>
              <a:gd name="connsiteX210" fmla="*/ 1767378 w 6530262"/>
              <a:gd name="connsiteY210" fmla="*/ 5525371 h 6530188"/>
              <a:gd name="connsiteX211" fmla="*/ 1784431 w 6530262"/>
              <a:gd name="connsiteY211" fmla="*/ 5444290 h 6530188"/>
              <a:gd name="connsiteX212" fmla="*/ 1736169 w 6530262"/>
              <a:gd name="connsiteY212" fmla="*/ 5374471 h 6530188"/>
              <a:gd name="connsiteX213" fmla="*/ 1652834 w 6530262"/>
              <a:gd name="connsiteY213" fmla="*/ 5347444 h 6530188"/>
              <a:gd name="connsiteX214" fmla="*/ 5049884 w 6530262"/>
              <a:gd name="connsiteY214" fmla="*/ 5204588 h 6530188"/>
              <a:gd name="connsiteX215" fmla="*/ 4964297 w 6530262"/>
              <a:gd name="connsiteY215" fmla="*/ 5236763 h 6530188"/>
              <a:gd name="connsiteX216" fmla="*/ 4918609 w 6530262"/>
              <a:gd name="connsiteY216" fmla="*/ 5333287 h 6530188"/>
              <a:gd name="connsiteX217" fmla="*/ 4970090 w 6530262"/>
              <a:gd name="connsiteY217" fmla="*/ 5451369 h 6530188"/>
              <a:gd name="connsiteX218" fmla="*/ 5075945 w 6530262"/>
              <a:gd name="connsiteY218" fmla="*/ 5520544 h 6530188"/>
              <a:gd name="connsiteX219" fmla="*/ 5225238 w 6530262"/>
              <a:gd name="connsiteY219" fmla="*/ 5411472 h 6530188"/>
              <a:gd name="connsiteX220" fmla="*/ 5224594 w 6530262"/>
              <a:gd name="connsiteY220" fmla="*/ 5410828 h 6530188"/>
              <a:gd name="connsiteX221" fmla="*/ 5197888 w 6530262"/>
              <a:gd name="connsiteY221" fmla="*/ 5320095 h 6530188"/>
              <a:gd name="connsiteX222" fmla="*/ 5150914 w 6530262"/>
              <a:gd name="connsiteY222" fmla="*/ 5359349 h 6530188"/>
              <a:gd name="connsiteX223" fmla="*/ 5164749 w 6530262"/>
              <a:gd name="connsiteY223" fmla="*/ 5407611 h 6530188"/>
              <a:gd name="connsiteX224" fmla="*/ 5162432 w 6530262"/>
              <a:gd name="connsiteY224" fmla="*/ 5418358 h 6530188"/>
              <a:gd name="connsiteX225" fmla="*/ 5082059 w 6530262"/>
              <a:gd name="connsiteY225" fmla="*/ 5461021 h 6530188"/>
              <a:gd name="connsiteX226" fmla="*/ 5017709 w 6530262"/>
              <a:gd name="connsiteY226" fmla="*/ 5412116 h 6530188"/>
              <a:gd name="connsiteX227" fmla="*/ 4979742 w 6530262"/>
              <a:gd name="connsiteY227" fmla="*/ 5337148 h 6530188"/>
              <a:gd name="connsiteX228" fmla="*/ 5001621 w 6530262"/>
              <a:gd name="connsiteY228" fmla="*/ 5280199 h 6530188"/>
              <a:gd name="connsiteX229" fmla="*/ 5045379 w 6530262"/>
              <a:gd name="connsiteY229" fmla="*/ 5263468 h 6530188"/>
              <a:gd name="connsiteX230" fmla="*/ 5087206 w 6530262"/>
              <a:gd name="connsiteY230" fmla="*/ 5281486 h 6530188"/>
              <a:gd name="connsiteX231" fmla="*/ 5134182 w 6530262"/>
              <a:gd name="connsiteY231" fmla="*/ 5242233 h 6530188"/>
              <a:gd name="connsiteX232" fmla="*/ 5049884 w 6530262"/>
              <a:gd name="connsiteY232" fmla="*/ 5204588 h 6530188"/>
              <a:gd name="connsiteX233" fmla="*/ 3368222 w 6530262"/>
              <a:gd name="connsiteY233" fmla="*/ 5193205 h 6530188"/>
              <a:gd name="connsiteX234" fmla="*/ 3368865 w 6530262"/>
              <a:gd name="connsiteY234" fmla="*/ 5193205 h 6530188"/>
              <a:gd name="connsiteX235" fmla="*/ 3368865 w 6530262"/>
              <a:gd name="connsiteY235" fmla="*/ 5279112 h 6530188"/>
              <a:gd name="connsiteX236" fmla="*/ 3295828 w 6530262"/>
              <a:gd name="connsiteY236" fmla="*/ 5279112 h 6530188"/>
              <a:gd name="connsiteX237" fmla="*/ 3151552 w 6530262"/>
              <a:gd name="connsiteY237" fmla="*/ 5177239 h 6530188"/>
              <a:gd name="connsiteX238" fmla="*/ 3197562 w 6530262"/>
              <a:gd name="connsiteY238" fmla="*/ 5217780 h 6530188"/>
              <a:gd name="connsiteX239" fmla="*/ 3197497 w 6530262"/>
              <a:gd name="connsiteY239" fmla="*/ 5225213 h 6530188"/>
              <a:gd name="connsiteX240" fmla="*/ 3153805 w 6530262"/>
              <a:gd name="connsiteY240" fmla="*/ 5260894 h 6530188"/>
              <a:gd name="connsiteX241" fmla="*/ 3107796 w 6530262"/>
              <a:gd name="connsiteY241" fmla="*/ 5219710 h 6530188"/>
              <a:gd name="connsiteX242" fmla="*/ 3107857 w 6530262"/>
              <a:gd name="connsiteY242" fmla="*/ 5215077 h 6530188"/>
              <a:gd name="connsiteX243" fmla="*/ 3151552 w 6530262"/>
              <a:gd name="connsiteY243" fmla="*/ 5177239 h 6530188"/>
              <a:gd name="connsiteX244" fmla="*/ 3547627 w 6530262"/>
              <a:gd name="connsiteY244" fmla="*/ 5177238 h 6530188"/>
              <a:gd name="connsiteX245" fmla="*/ 3595245 w 6530262"/>
              <a:gd name="connsiteY245" fmla="*/ 5253171 h 6530188"/>
              <a:gd name="connsiteX246" fmla="*/ 3547627 w 6530262"/>
              <a:gd name="connsiteY246" fmla="*/ 5329103 h 6530188"/>
              <a:gd name="connsiteX247" fmla="*/ 3500008 w 6530262"/>
              <a:gd name="connsiteY247" fmla="*/ 5253171 h 6530188"/>
              <a:gd name="connsiteX248" fmla="*/ 3547627 w 6530262"/>
              <a:gd name="connsiteY248" fmla="*/ 5177238 h 6530188"/>
              <a:gd name="connsiteX249" fmla="*/ 3142608 w 6530262"/>
              <a:gd name="connsiteY249" fmla="*/ 5157676 h 6530188"/>
              <a:gd name="connsiteX250" fmla="*/ 3078838 w 6530262"/>
              <a:gd name="connsiteY250" fmla="*/ 5222605 h 6530188"/>
              <a:gd name="connsiteX251" fmla="*/ 3079160 w 6530262"/>
              <a:gd name="connsiteY251" fmla="*/ 5226917 h 6530188"/>
              <a:gd name="connsiteX252" fmla="*/ 3150265 w 6530262"/>
              <a:gd name="connsiteY252" fmla="*/ 5283738 h 6530188"/>
              <a:gd name="connsiteX253" fmla="*/ 3202390 w 6530262"/>
              <a:gd name="connsiteY253" fmla="*/ 5261215 h 6530188"/>
              <a:gd name="connsiteX254" fmla="*/ 3147693 w 6530262"/>
              <a:gd name="connsiteY254" fmla="*/ 5332000 h 6530188"/>
              <a:gd name="connsiteX255" fmla="*/ 3140999 w 6530262"/>
              <a:gd name="connsiteY255" fmla="*/ 5332579 h 6530188"/>
              <a:gd name="connsiteX256" fmla="*/ 3109404 w 6530262"/>
              <a:gd name="connsiteY256" fmla="*/ 5299825 h 6530188"/>
              <a:gd name="connsiteX257" fmla="*/ 3080769 w 6530262"/>
              <a:gd name="connsiteY257" fmla="*/ 5299825 h 6530188"/>
              <a:gd name="connsiteX258" fmla="*/ 3148337 w 6530262"/>
              <a:gd name="connsiteY258" fmla="*/ 5350661 h 6530188"/>
              <a:gd name="connsiteX259" fmla="*/ 3148337 w 6530262"/>
              <a:gd name="connsiteY259" fmla="*/ 5351626 h 6530188"/>
              <a:gd name="connsiteX260" fmla="*/ 3231668 w 6530262"/>
              <a:gd name="connsiteY260" fmla="*/ 5246093 h 6530188"/>
              <a:gd name="connsiteX261" fmla="*/ 3151876 w 6530262"/>
              <a:gd name="connsiteY261" fmla="*/ 5158256 h 6530188"/>
              <a:gd name="connsiteX262" fmla="*/ 3142608 w 6530262"/>
              <a:gd name="connsiteY262" fmla="*/ 5157676 h 6530188"/>
              <a:gd name="connsiteX263" fmla="*/ 3547627 w 6530262"/>
              <a:gd name="connsiteY263" fmla="*/ 5157290 h 6530188"/>
              <a:gd name="connsiteX264" fmla="*/ 3469764 w 6530262"/>
              <a:gd name="connsiteY264" fmla="*/ 5253815 h 6530188"/>
              <a:gd name="connsiteX265" fmla="*/ 3547627 w 6530262"/>
              <a:gd name="connsiteY265" fmla="*/ 5350339 h 6530188"/>
              <a:gd name="connsiteX266" fmla="*/ 3547627 w 6530262"/>
              <a:gd name="connsiteY266" fmla="*/ 5351626 h 6530188"/>
              <a:gd name="connsiteX267" fmla="*/ 3625491 w 6530262"/>
              <a:gd name="connsiteY267" fmla="*/ 5253815 h 6530188"/>
              <a:gd name="connsiteX268" fmla="*/ 3547627 w 6530262"/>
              <a:gd name="connsiteY268" fmla="*/ 5157290 h 6530188"/>
              <a:gd name="connsiteX269" fmla="*/ 3374203 w 6530262"/>
              <a:gd name="connsiteY269" fmla="*/ 5156004 h 6530188"/>
              <a:gd name="connsiteX270" fmla="*/ 3270278 w 6530262"/>
              <a:gd name="connsiteY270" fmla="*/ 5276015 h 6530188"/>
              <a:gd name="connsiteX271" fmla="*/ 3270278 w 6530262"/>
              <a:gd name="connsiteY271" fmla="*/ 5299181 h 6530188"/>
              <a:gd name="connsiteX272" fmla="*/ 3369378 w 6530262"/>
              <a:gd name="connsiteY272" fmla="*/ 5299181 h 6530188"/>
              <a:gd name="connsiteX273" fmla="*/ 3369378 w 6530262"/>
              <a:gd name="connsiteY273" fmla="*/ 5345513 h 6530188"/>
              <a:gd name="connsiteX274" fmla="*/ 3398012 w 6530262"/>
              <a:gd name="connsiteY274" fmla="*/ 5345513 h 6530188"/>
              <a:gd name="connsiteX275" fmla="*/ 3398012 w 6530262"/>
              <a:gd name="connsiteY275" fmla="*/ 5299181 h 6530188"/>
              <a:gd name="connsiteX276" fmla="*/ 3430187 w 6530262"/>
              <a:gd name="connsiteY276" fmla="*/ 5299181 h 6530188"/>
              <a:gd name="connsiteX277" fmla="*/ 3430187 w 6530262"/>
              <a:gd name="connsiteY277" fmla="*/ 5278911 h 6530188"/>
              <a:gd name="connsiteX278" fmla="*/ 3398012 w 6530262"/>
              <a:gd name="connsiteY278" fmla="*/ 5278911 h 6530188"/>
              <a:gd name="connsiteX279" fmla="*/ 3398012 w 6530262"/>
              <a:gd name="connsiteY279" fmla="*/ 5156004 h 6530188"/>
              <a:gd name="connsiteX280" fmla="*/ 2962043 w 6530262"/>
              <a:gd name="connsiteY280" fmla="*/ 5154717 h 6530188"/>
              <a:gd name="connsiteX281" fmla="*/ 2900913 w 6530262"/>
              <a:gd name="connsiteY281" fmla="*/ 5190752 h 6530188"/>
              <a:gd name="connsiteX282" fmla="*/ 2900913 w 6530262"/>
              <a:gd name="connsiteY282" fmla="*/ 5211023 h 6530188"/>
              <a:gd name="connsiteX283" fmla="*/ 2953999 w 6530262"/>
              <a:gd name="connsiteY283" fmla="*/ 5211023 h 6530188"/>
              <a:gd name="connsiteX284" fmla="*/ 2953999 w 6530262"/>
              <a:gd name="connsiteY284" fmla="*/ 5345513 h 6530188"/>
              <a:gd name="connsiteX285" fmla="*/ 2984243 w 6530262"/>
              <a:gd name="connsiteY285" fmla="*/ 5345513 h 6530188"/>
              <a:gd name="connsiteX286" fmla="*/ 2984243 w 6530262"/>
              <a:gd name="connsiteY286" fmla="*/ 5154717 h 6530188"/>
              <a:gd name="connsiteX287" fmla="*/ 1396721 w 6530262"/>
              <a:gd name="connsiteY287" fmla="*/ 5099699 h 6530188"/>
              <a:gd name="connsiteX288" fmla="*/ 1179861 w 6530262"/>
              <a:gd name="connsiteY288" fmla="*/ 5332001 h 6530188"/>
              <a:gd name="connsiteX289" fmla="*/ 1200774 w 6530262"/>
              <a:gd name="connsiteY289" fmla="*/ 5351627 h 6530188"/>
              <a:gd name="connsiteX290" fmla="*/ 1221688 w 6530262"/>
              <a:gd name="connsiteY290" fmla="*/ 5372219 h 6530188"/>
              <a:gd name="connsiteX291" fmla="*/ 1377737 w 6530262"/>
              <a:gd name="connsiteY291" fmla="*/ 5204588 h 6530188"/>
              <a:gd name="connsiteX292" fmla="*/ 1309848 w 6530262"/>
              <a:gd name="connsiteY292" fmla="*/ 5454587 h 6530188"/>
              <a:gd name="connsiteX293" fmla="*/ 1332048 w 6530262"/>
              <a:gd name="connsiteY293" fmla="*/ 5475178 h 6530188"/>
              <a:gd name="connsiteX294" fmla="*/ 1354249 w 6530262"/>
              <a:gd name="connsiteY294" fmla="*/ 5494805 h 6530188"/>
              <a:gd name="connsiteX295" fmla="*/ 1570788 w 6530262"/>
              <a:gd name="connsiteY295" fmla="*/ 5262181 h 6530188"/>
              <a:gd name="connsiteX296" fmla="*/ 1549874 w 6530262"/>
              <a:gd name="connsiteY296" fmla="*/ 5242876 h 6530188"/>
              <a:gd name="connsiteX297" fmla="*/ 1529282 w 6530262"/>
              <a:gd name="connsiteY297" fmla="*/ 5223571 h 6530188"/>
              <a:gd name="connsiteX298" fmla="*/ 1377094 w 6530262"/>
              <a:gd name="connsiteY298" fmla="*/ 5386697 h 6530188"/>
              <a:gd name="connsiteX299" fmla="*/ 1443375 w 6530262"/>
              <a:gd name="connsiteY299" fmla="*/ 5143456 h 6530188"/>
              <a:gd name="connsiteX300" fmla="*/ 1419887 w 6530262"/>
              <a:gd name="connsiteY300" fmla="*/ 5121578 h 6530188"/>
              <a:gd name="connsiteX301" fmla="*/ 1294082 w 6530262"/>
              <a:gd name="connsiteY301" fmla="*/ 4987730 h 6530188"/>
              <a:gd name="connsiteX302" fmla="*/ 1057917 w 6530262"/>
              <a:gd name="connsiteY302" fmla="*/ 5200405 h 6530188"/>
              <a:gd name="connsiteX303" fmla="*/ 1078509 w 6530262"/>
              <a:gd name="connsiteY303" fmla="*/ 5222928 h 6530188"/>
              <a:gd name="connsiteX304" fmla="*/ 1098779 w 6530262"/>
              <a:gd name="connsiteY304" fmla="*/ 5245772 h 6530188"/>
              <a:gd name="connsiteX305" fmla="*/ 1334945 w 6530262"/>
              <a:gd name="connsiteY305" fmla="*/ 5033097 h 6530188"/>
              <a:gd name="connsiteX306" fmla="*/ 1314674 w 6530262"/>
              <a:gd name="connsiteY306" fmla="*/ 5010253 h 6530188"/>
              <a:gd name="connsiteX307" fmla="*/ 5284118 w 6530262"/>
              <a:gd name="connsiteY307" fmla="*/ 4925633 h 6530188"/>
              <a:gd name="connsiteX308" fmla="*/ 5263849 w 6530262"/>
              <a:gd name="connsiteY308" fmla="*/ 4948477 h 6530188"/>
              <a:gd name="connsiteX309" fmla="*/ 5243256 w 6530262"/>
              <a:gd name="connsiteY309" fmla="*/ 4971000 h 6530188"/>
              <a:gd name="connsiteX310" fmla="*/ 5331738 w 6530262"/>
              <a:gd name="connsiteY310" fmla="*/ 5050793 h 6530188"/>
              <a:gd name="connsiteX311" fmla="*/ 5255483 w 6530262"/>
              <a:gd name="connsiteY311" fmla="*/ 5135735 h 6530188"/>
              <a:gd name="connsiteX312" fmla="*/ 5167002 w 6530262"/>
              <a:gd name="connsiteY312" fmla="*/ 5055941 h 6530188"/>
              <a:gd name="connsiteX313" fmla="*/ 5146409 w 6530262"/>
              <a:gd name="connsiteY313" fmla="*/ 5078785 h 6530188"/>
              <a:gd name="connsiteX314" fmla="*/ 5126139 w 6530262"/>
              <a:gd name="connsiteY314" fmla="*/ 5101307 h 6530188"/>
              <a:gd name="connsiteX315" fmla="*/ 5361661 w 6530262"/>
              <a:gd name="connsiteY315" fmla="*/ 5314626 h 6530188"/>
              <a:gd name="connsiteX316" fmla="*/ 5381931 w 6530262"/>
              <a:gd name="connsiteY316" fmla="*/ 5291782 h 6530188"/>
              <a:gd name="connsiteX317" fmla="*/ 5402524 w 6530262"/>
              <a:gd name="connsiteY317" fmla="*/ 5269260 h 6530188"/>
              <a:gd name="connsiteX318" fmla="*/ 5295380 w 6530262"/>
              <a:gd name="connsiteY318" fmla="*/ 5172735 h 6530188"/>
              <a:gd name="connsiteX319" fmla="*/ 5371957 w 6530262"/>
              <a:gd name="connsiteY319" fmla="*/ 5087794 h 6530188"/>
              <a:gd name="connsiteX320" fmla="*/ 5478779 w 6530262"/>
              <a:gd name="connsiteY320" fmla="*/ 5184318 h 6530188"/>
              <a:gd name="connsiteX321" fmla="*/ 5499369 w 6530262"/>
              <a:gd name="connsiteY321" fmla="*/ 5161474 h 6530188"/>
              <a:gd name="connsiteX322" fmla="*/ 5520284 w 6530262"/>
              <a:gd name="connsiteY322" fmla="*/ 5138308 h 6530188"/>
              <a:gd name="connsiteX323" fmla="*/ 3261268 w 6530262"/>
              <a:gd name="connsiteY323" fmla="*/ 4766689 h 6530188"/>
              <a:gd name="connsiteX324" fmla="*/ 3284757 w 6530262"/>
              <a:gd name="connsiteY324" fmla="*/ 4796290 h 6530188"/>
              <a:gd name="connsiteX325" fmla="*/ 3310497 w 6530262"/>
              <a:gd name="connsiteY325" fmla="*/ 4821065 h 6530188"/>
              <a:gd name="connsiteX326" fmla="*/ 3303417 w 6530262"/>
              <a:gd name="connsiteY326" fmla="*/ 4828786 h 6530188"/>
              <a:gd name="connsiteX327" fmla="*/ 3303417 w 6530262"/>
              <a:gd name="connsiteY327" fmla="*/ 5026983 h 6530188"/>
              <a:gd name="connsiteX328" fmla="*/ 3403161 w 6530262"/>
              <a:gd name="connsiteY328" fmla="*/ 5044358 h 6530188"/>
              <a:gd name="connsiteX329" fmla="*/ 3480703 w 6530262"/>
              <a:gd name="connsiteY329" fmla="*/ 5091655 h 6530188"/>
              <a:gd name="connsiteX330" fmla="*/ 3555993 w 6530262"/>
              <a:gd name="connsiteY330" fmla="*/ 5112568 h 6530188"/>
              <a:gd name="connsiteX331" fmla="*/ 3594282 w 6530262"/>
              <a:gd name="connsiteY331" fmla="*/ 5149891 h 6530188"/>
              <a:gd name="connsiteX332" fmla="*/ 3637073 w 6530262"/>
              <a:gd name="connsiteY332" fmla="*/ 5153752 h 6530188"/>
              <a:gd name="connsiteX333" fmla="*/ 3696920 w 6530262"/>
              <a:gd name="connsiteY333" fmla="*/ 5198474 h 6530188"/>
              <a:gd name="connsiteX334" fmla="*/ 3743253 w 6530262"/>
              <a:gd name="connsiteY334" fmla="*/ 5227110 h 6530188"/>
              <a:gd name="connsiteX335" fmla="*/ 3766418 w 6530262"/>
              <a:gd name="connsiteY335" fmla="*/ 5256067 h 6530188"/>
              <a:gd name="connsiteX336" fmla="*/ 3809533 w 6530262"/>
              <a:gd name="connsiteY336" fmla="*/ 5273442 h 6530188"/>
              <a:gd name="connsiteX337" fmla="*/ 3858438 w 6530262"/>
              <a:gd name="connsiteY337" fmla="*/ 5279233 h 6530188"/>
              <a:gd name="connsiteX338" fmla="*/ 3922788 w 6530262"/>
              <a:gd name="connsiteY338" fmla="*/ 5304973 h 6530188"/>
              <a:gd name="connsiteX339" fmla="*/ 4015775 w 6530262"/>
              <a:gd name="connsiteY339" fmla="*/ 5356774 h 6530188"/>
              <a:gd name="connsiteX340" fmla="*/ 4196277 w 6530262"/>
              <a:gd name="connsiteY340" fmla="*/ 5387340 h 6530188"/>
              <a:gd name="connsiteX341" fmla="*/ 2351036 w 6530262"/>
              <a:gd name="connsiteY341" fmla="*/ 5389271 h 6530188"/>
              <a:gd name="connsiteX342" fmla="*/ 2571436 w 6530262"/>
              <a:gd name="connsiteY342" fmla="*/ 5363531 h 6530188"/>
              <a:gd name="connsiteX343" fmla="*/ 2667963 w 6530262"/>
              <a:gd name="connsiteY343" fmla="*/ 5311730 h 6530188"/>
              <a:gd name="connsiteX344" fmla="*/ 2719766 w 6530262"/>
              <a:gd name="connsiteY344" fmla="*/ 5262824 h 6530188"/>
              <a:gd name="connsiteX345" fmla="*/ 2771568 w 6530262"/>
              <a:gd name="connsiteY345" fmla="*/ 5236762 h 6530188"/>
              <a:gd name="connsiteX346" fmla="*/ 2817900 w 6530262"/>
              <a:gd name="connsiteY346" fmla="*/ 5210701 h 6530188"/>
              <a:gd name="connsiteX347" fmla="*/ 2858119 w 6530262"/>
              <a:gd name="connsiteY347" fmla="*/ 5158900 h 6530188"/>
              <a:gd name="connsiteX348" fmla="*/ 2918608 w 6530262"/>
              <a:gd name="connsiteY348" fmla="*/ 5135734 h 6530188"/>
              <a:gd name="connsiteX349" fmla="*/ 2976199 w 6530262"/>
              <a:gd name="connsiteY349" fmla="*/ 5095515 h 6530188"/>
              <a:gd name="connsiteX350" fmla="*/ 3051168 w 6530262"/>
              <a:gd name="connsiteY350" fmla="*/ 5075245 h 6530188"/>
              <a:gd name="connsiteX351" fmla="*/ 3117449 w 6530262"/>
              <a:gd name="connsiteY351" fmla="*/ 5035027 h 6530188"/>
              <a:gd name="connsiteX352" fmla="*/ 3222660 w 6530262"/>
              <a:gd name="connsiteY352" fmla="*/ 5029879 h 6530188"/>
              <a:gd name="connsiteX353" fmla="*/ 3222660 w 6530262"/>
              <a:gd name="connsiteY353" fmla="*/ 4832969 h 6530188"/>
              <a:gd name="connsiteX354" fmla="*/ 3213005 w 6530262"/>
              <a:gd name="connsiteY354" fmla="*/ 4823960 h 6530188"/>
              <a:gd name="connsiteX355" fmla="*/ 3238425 w 6530262"/>
              <a:gd name="connsiteY355" fmla="*/ 4796290 h 6530188"/>
              <a:gd name="connsiteX356" fmla="*/ 3261268 w 6530262"/>
              <a:gd name="connsiteY356" fmla="*/ 4766689 h 6530188"/>
              <a:gd name="connsiteX357" fmla="*/ 5478457 w 6530262"/>
              <a:gd name="connsiteY357" fmla="*/ 4659870 h 6530188"/>
              <a:gd name="connsiteX358" fmla="*/ 5462047 w 6530262"/>
              <a:gd name="connsiteY358" fmla="*/ 4683357 h 6530188"/>
              <a:gd name="connsiteX359" fmla="*/ 5445637 w 6530262"/>
              <a:gd name="connsiteY359" fmla="*/ 4706844 h 6530188"/>
              <a:gd name="connsiteX360" fmla="*/ 5628392 w 6530262"/>
              <a:gd name="connsiteY360" fmla="*/ 4835543 h 6530188"/>
              <a:gd name="connsiteX361" fmla="*/ 5378392 w 6530262"/>
              <a:gd name="connsiteY361" fmla="*/ 4803369 h 6530188"/>
              <a:gd name="connsiteX362" fmla="*/ 5360052 w 6530262"/>
              <a:gd name="connsiteY362" fmla="*/ 4829752 h 6530188"/>
              <a:gd name="connsiteX363" fmla="*/ 5341712 w 6530262"/>
              <a:gd name="connsiteY363" fmla="*/ 4855814 h 6530188"/>
              <a:gd name="connsiteX364" fmla="*/ 5602008 w 6530262"/>
              <a:gd name="connsiteY364" fmla="*/ 5038245 h 6530188"/>
              <a:gd name="connsiteX365" fmla="*/ 5618418 w 6530262"/>
              <a:gd name="connsiteY365" fmla="*/ 5014757 h 6530188"/>
              <a:gd name="connsiteX366" fmla="*/ 5634505 w 6530262"/>
              <a:gd name="connsiteY366" fmla="*/ 4991269 h 6530188"/>
              <a:gd name="connsiteX367" fmla="*/ 5446924 w 6530262"/>
              <a:gd name="connsiteY367" fmla="*/ 4859997 h 6530188"/>
              <a:gd name="connsiteX368" fmla="*/ 5704325 w 6530262"/>
              <a:gd name="connsiteY368" fmla="*/ 4892171 h 6530188"/>
              <a:gd name="connsiteX369" fmla="*/ 5722022 w 6530262"/>
              <a:gd name="connsiteY369" fmla="*/ 4867075 h 6530188"/>
              <a:gd name="connsiteX370" fmla="*/ 5738752 w 6530262"/>
              <a:gd name="connsiteY370" fmla="*/ 4842301 h 6530188"/>
              <a:gd name="connsiteX371" fmla="*/ 989062 w 6530262"/>
              <a:gd name="connsiteY371" fmla="*/ 4631878 h 6530188"/>
              <a:gd name="connsiteX372" fmla="*/ 783141 w 6530262"/>
              <a:gd name="connsiteY372" fmla="*/ 4763794 h 6530188"/>
              <a:gd name="connsiteX373" fmla="*/ 800838 w 6530262"/>
              <a:gd name="connsiteY373" fmla="*/ 4872866 h 6530188"/>
              <a:gd name="connsiteX374" fmla="*/ 883849 w 6530262"/>
              <a:gd name="connsiteY374" fmla="*/ 4918555 h 6530188"/>
              <a:gd name="connsiteX375" fmla="*/ 889962 w 6530262"/>
              <a:gd name="connsiteY375" fmla="*/ 4918555 h 6530188"/>
              <a:gd name="connsiteX376" fmla="*/ 857787 w 6530262"/>
              <a:gd name="connsiteY376" fmla="*/ 4945904 h 6530188"/>
              <a:gd name="connsiteX377" fmla="*/ 879988 w 6530262"/>
              <a:gd name="connsiteY377" fmla="*/ 4980330 h 6530188"/>
              <a:gd name="connsiteX378" fmla="*/ 1023811 w 6530262"/>
              <a:gd name="connsiteY378" fmla="*/ 4887023 h 6530188"/>
              <a:gd name="connsiteX379" fmla="*/ 957208 w 6530262"/>
              <a:gd name="connsiteY379" fmla="*/ 4784064 h 6530188"/>
              <a:gd name="connsiteX380" fmla="*/ 911198 w 6530262"/>
              <a:gd name="connsiteY380" fmla="*/ 4813987 h 6530188"/>
              <a:gd name="connsiteX381" fmla="*/ 946912 w 6530262"/>
              <a:gd name="connsiteY381" fmla="*/ 4872866 h 6530188"/>
              <a:gd name="connsiteX382" fmla="*/ 905407 w 6530262"/>
              <a:gd name="connsiteY382" fmla="*/ 4880910 h 6530188"/>
              <a:gd name="connsiteX383" fmla="*/ 850709 w 6530262"/>
              <a:gd name="connsiteY383" fmla="*/ 4850666 h 6530188"/>
              <a:gd name="connsiteX384" fmla="*/ 840091 w 6530262"/>
              <a:gd name="connsiteY384" fmla="*/ 4782133 h 6530188"/>
              <a:gd name="connsiteX385" fmla="*/ 897363 w 6530262"/>
              <a:gd name="connsiteY385" fmla="*/ 4719393 h 6530188"/>
              <a:gd name="connsiteX386" fmla="*/ 979087 w 6530262"/>
              <a:gd name="connsiteY386" fmla="*/ 4693010 h 6530188"/>
              <a:gd name="connsiteX387" fmla="*/ 1038290 w 6530262"/>
              <a:gd name="connsiteY387" fmla="*/ 4729045 h 6530188"/>
              <a:gd name="connsiteX388" fmla="*/ 1047942 w 6530262"/>
              <a:gd name="connsiteY388" fmla="*/ 4772803 h 6530188"/>
              <a:gd name="connsiteX389" fmla="*/ 1029281 w 6530262"/>
              <a:gd name="connsiteY389" fmla="*/ 4810769 h 6530188"/>
              <a:gd name="connsiteX390" fmla="*/ 1065317 w 6530262"/>
              <a:gd name="connsiteY390" fmla="*/ 4861927 h 6530188"/>
              <a:gd name="connsiteX391" fmla="*/ 1109075 w 6530262"/>
              <a:gd name="connsiteY391" fmla="*/ 4785673 h 6530188"/>
              <a:gd name="connsiteX392" fmla="*/ 1085588 w 6530262"/>
              <a:gd name="connsiteY392" fmla="*/ 4696227 h 6530188"/>
              <a:gd name="connsiteX393" fmla="*/ 989062 w 6530262"/>
              <a:gd name="connsiteY393" fmla="*/ 4631878 h 6530188"/>
              <a:gd name="connsiteX394" fmla="*/ 5682125 w 6530262"/>
              <a:gd name="connsiteY394" fmla="*/ 4446873 h 6530188"/>
              <a:gd name="connsiteX395" fmla="*/ 5764813 w 6530262"/>
              <a:gd name="connsiteY395" fmla="*/ 4467143 h 6530188"/>
              <a:gd name="connsiteX396" fmla="*/ 5828844 w 6530262"/>
              <a:gd name="connsiteY396" fmla="*/ 4522483 h 6530188"/>
              <a:gd name="connsiteX397" fmla="*/ 5834539 w 6530262"/>
              <a:gd name="connsiteY397" fmla="*/ 4541081 h 6530188"/>
              <a:gd name="connsiteX398" fmla="*/ 5774145 w 6530262"/>
              <a:gd name="connsiteY398" fmla="*/ 4625442 h 6530188"/>
              <a:gd name="connsiteX399" fmla="*/ 5692741 w 6530262"/>
              <a:gd name="connsiteY399" fmla="*/ 4606137 h 6530188"/>
              <a:gd name="connsiteX400" fmla="*/ 5628391 w 6530262"/>
              <a:gd name="connsiteY400" fmla="*/ 4548866 h 6530188"/>
              <a:gd name="connsiteX401" fmla="*/ 5628391 w 6530262"/>
              <a:gd name="connsiteY401" fmla="*/ 4484516 h 6530188"/>
              <a:gd name="connsiteX402" fmla="*/ 5682125 w 6530262"/>
              <a:gd name="connsiteY402" fmla="*/ 4446873 h 6530188"/>
              <a:gd name="connsiteX403" fmla="*/ 5667969 w 6530262"/>
              <a:gd name="connsiteY403" fmla="*/ 4389602 h 6530188"/>
              <a:gd name="connsiteX404" fmla="*/ 5654004 w 6530262"/>
              <a:gd name="connsiteY404" fmla="*/ 4393848 h 6530188"/>
              <a:gd name="connsiteX405" fmla="*/ 5571443 w 6530262"/>
              <a:gd name="connsiteY405" fmla="*/ 4570746 h 6530188"/>
              <a:gd name="connsiteX406" fmla="*/ 5662497 w 6530262"/>
              <a:gd name="connsiteY406" fmla="*/ 4662122 h 6530188"/>
              <a:gd name="connsiteX407" fmla="*/ 5787337 w 6530262"/>
              <a:gd name="connsiteY407" fmla="*/ 4685288 h 6530188"/>
              <a:gd name="connsiteX408" fmla="*/ 5874854 w 6530262"/>
              <a:gd name="connsiteY408" fmla="*/ 4616112 h 6530188"/>
              <a:gd name="connsiteX409" fmla="*/ 5874210 w 6530262"/>
              <a:gd name="connsiteY409" fmla="*/ 4615468 h 6530188"/>
              <a:gd name="connsiteX410" fmla="*/ 5883862 w 6530262"/>
              <a:gd name="connsiteY410" fmla="*/ 4504466 h 6530188"/>
              <a:gd name="connsiteX411" fmla="*/ 5794739 w 6530262"/>
              <a:gd name="connsiteY411" fmla="*/ 4414054 h 6530188"/>
              <a:gd name="connsiteX412" fmla="*/ 5667969 w 6530262"/>
              <a:gd name="connsiteY412" fmla="*/ 4389602 h 6530188"/>
              <a:gd name="connsiteX413" fmla="*/ 858430 w 6530262"/>
              <a:gd name="connsiteY413" fmla="*/ 4288894 h 6530188"/>
              <a:gd name="connsiteX414" fmla="*/ 570464 w 6530262"/>
              <a:gd name="connsiteY414" fmla="*/ 4423385 h 6530188"/>
              <a:gd name="connsiteX415" fmla="*/ 582368 w 6530262"/>
              <a:gd name="connsiteY415" fmla="*/ 4449125 h 6530188"/>
              <a:gd name="connsiteX416" fmla="*/ 594595 w 6530262"/>
              <a:gd name="connsiteY416" fmla="*/ 4474865 h 6530188"/>
              <a:gd name="connsiteX417" fmla="*/ 802124 w 6530262"/>
              <a:gd name="connsiteY417" fmla="*/ 4378340 h 6530188"/>
              <a:gd name="connsiteX418" fmla="*/ 645431 w 6530262"/>
              <a:gd name="connsiteY418" fmla="*/ 4584581 h 6530188"/>
              <a:gd name="connsiteX419" fmla="*/ 658302 w 6530262"/>
              <a:gd name="connsiteY419" fmla="*/ 4611929 h 6530188"/>
              <a:gd name="connsiteX420" fmla="*/ 671172 w 6530262"/>
              <a:gd name="connsiteY420" fmla="*/ 4638956 h 6530188"/>
              <a:gd name="connsiteX421" fmla="*/ 959139 w 6530262"/>
              <a:gd name="connsiteY421" fmla="*/ 4504787 h 6530188"/>
              <a:gd name="connsiteX422" fmla="*/ 946912 w 6530262"/>
              <a:gd name="connsiteY422" fmla="*/ 4478725 h 6530188"/>
              <a:gd name="connsiteX423" fmla="*/ 935007 w 6530262"/>
              <a:gd name="connsiteY423" fmla="*/ 4452986 h 6530188"/>
              <a:gd name="connsiteX424" fmla="*/ 732948 w 6530262"/>
              <a:gd name="connsiteY424" fmla="*/ 4547258 h 6530188"/>
              <a:gd name="connsiteX425" fmla="*/ 885458 w 6530262"/>
              <a:gd name="connsiteY425" fmla="*/ 4347131 h 6530188"/>
              <a:gd name="connsiteX426" fmla="*/ 871944 w 6530262"/>
              <a:gd name="connsiteY426" fmla="*/ 4318174 h 6530188"/>
              <a:gd name="connsiteX427" fmla="*/ 5997764 w 6530262"/>
              <a:gd name="connsiteY427" fmla="*/ 4158587 h 6530188"/>
              <a:gd name="connsiteX428" fmla="*/ 5945638 w 6530262"/>
              <a:gd name="connsiteY428" fmla="*/ 4294365 h 6530188"/>
              <a:gd name="connsiteX429" fmla="*/ 5701752 w 6530262"/>
              <a:gd name="connsiteY429" fmla="*/ 4200736 h 6530188"/>
              <a:gd name="connsiteX430" fmla="*/ 5690812 w 6530262"/>
              <a:gd name="connsiteY430" fmla="*/ 4229371 h 6530188"/>
              <a:gd name="connsiteX431" fmla="*/ 5679873 w 6530262"/>
              <a:gd name="connsiteY431" fmla="*/ 4257685 h 6530188"/>
              <a:gd name="connsiteX432" fmla="*/ 5977171 w 6530262"/>
              <a:gd name="connsiteY432" fmla="*/ 4371905 h 6530188"/>
              <a:gd name="connsiteX433" fmla="*/ 6050529 w 6530262"/>
              <a:gd name="connsiteY433" fmla="*/ 4178856 h 6530188"/>
              <a:gd name="connsiteX434" fmla="*/ 6024145 w 6530262"/>
              <a:gd name="connsiteY434" fmla="*/ 4168882 h 6530188"/>
              <a:gd name="connsiteX435" fmla="*/ 802446 w 6530262"/>
              <a:gd name="connsiteY435" fmla="*/ 4147647 h 6530188"/>
              <a:gd name="connsiteX436" fmla="*/ 505791 w 6530262"/>
              <a:gd name="connsiteY436" fmla="*/ 4261546 h 6530188"/>
              <a:gd name="connsiteX437" fmla="*/ 516731 w 6530262"/>
              <a:gd name="connsiteY437" fmla="*/ 4290182 h 6530188"/>
              <a:gd name="connsiteX438" fmla="*/ 527670 w 6530262"/>
              <a:gd name="connsiteY438" fmla="*/ 4318496 h 6530188"/>
              <a:gd name="connsiteX439" fmla="*/ 824325 w 6530262"/>
              <a:gd name="connsiteY439" fmla="*/ 4204597 h 6530188"/>
              <a:gd name="connsiteX440" fmla="*/ 813385 w 6530262"/>
              <a:gd name="connsiteY440" fmla="*/ 4176283 h 6530188"/>
              <a:gd name="connsiteX441" fmla="*/ 530567 w 6530262"/>
              <a:gd name="connsiteY441" fmla="*/ 3931111 h 6530188"/>
              <a:gd name="connsiteX442" fmla="*/ 512227 w 6530262"/>
              <a:gd name="connsiteY442" fmla="*/ 3935937 h 6530188"/>
              <a:gd name="connsiteX443" fmla="*/ 436293 w 6530262"/>
              <a:gd name="connsiteY443" fmla="*/ 3979051 h 6530188"/>
              <a:gd name="connsiteX444" fmla="*/ 428893 w 6530262"/>
              <a:gd name="connsiteY444" fmla="*/ 4056271 h 6530188"/>
              <a:gd name="connsiteX445" fmla="*/ 471043 w 6530262"/>
              <a:gd name="connsiteY445" fmla="*/ 4117724 h 6530188"/>
              <a:gd name="connsiteX446" fmla="*/ 471043 w 6530262"/>
              <a:gd name="connsiteY446" fmla="*/ 4117081 h 6530188"/>
              <a:gd name="connsiteX447" fmla="*/ 547941 w 6530262"/>
              <a:gd name="connsiteY447" fmla="*/ 4122229 h 6530188"/>
              <a:gd name="connsiteX448" fmla="*/ 768662 w 6530262"/>
              <a:gd name="connsiteY448" fmla="*/ 4063028 h 6530188"/>
              <a:gd name="connsiteX449" fmla="*/ 760619 w 6530262"/>
              <a:gd name="connsiteY449" fmla="*/ 4033427 h 6530188"/>
              <a:gd name="connsiteX450" fmla="*/ 752896 w 6530262"/>
              <a:gd name="connsiteY450" fmla="*/ 4004148 h 6530188"/>
              <a:gd name="connsiteX451" fmla="*/ 532175 w 6530262"/>
              <a:gd name="connsiteY451" fmla="*/ 4063349 h 6530188"/>
              <a:gd name="connsiteX452" fmla="*/ 497747 w 6530262"/>
              <a:gd name="connsiteY452" fmla="*/ 4063349 h 6530188"/>
              <a:gd name="connsiteX453" fmla="*/ 494466 w 6530262"/>
              <a:gd name="connsiteY453" fmla="*/ 4061098 h 6530188"/>
              <a:gd name="connsiteX454" fmla="*/ 487773 w 6530262"/>
              <a:gd name="connsiteY454" fmla="*/ 4010583 h 6530188"/>
              <a:gd name="connsiteX455" fmla="*/ 527027 w 6530262"/>
              <a:gd name="connsiteY455" fmla="*/ 3991921 h 6530188"/>
              <a:gd name="connsiteX456" fmla="*/ 545367 w 6530262"/>
              <a:gd name="connsiteY456" fmla="*/ 3987095 h 6530188"/>
              <a:gd name="connsiteX457" fmla="*/ 5939687 w 6530262"/>
              <a:gd name="connsiteY457" fmla="*/ 3822329 h 6530188"/>
              <a:gd name="connsiteX458" fmla="*/ 5982318 w 6530262"/>
              <a:gd name="connsiteY458" fmla="*/ 3828796 h 6530188"/>
              <a:gd name="connsiteX459" fmla="*/ 6055679 w 6530262"/>
              <a:gd name="connsiteY459" fmla="*/ 3869014 h 6530188"/>
              <a:gd name="connsiteX460" fmla="*/ 6065718 w 6530262"/>
              <a:gd name="connsiteY460" fmla="*/ 3885712 h 6530188"/>
              <a:gd name="connsiteX461" fmla="*/ 6027364 w 6530262"/>
              <a:gd name="connsiteY461" fmla="*/ 3982591 h 6530188"/>
              <a:gd name="connsiteX462" fmla="*/ 5943708 w 6530262"/>
              <a:gd name="connsiteY462" fmla="*/ 3982591 h 6530188"/>
              <a:gd name="connsiteX463" fmla="*/ 5868741 w 6530262"/>
              <a:gd name="connsiteY463" fmla="*/ 3942050 h 6530188"/>
              <a:gd name="connsiteX464" fmla="*/ 5857029 w 6530262"/>
              <a:gd name="connsiteY464" fmla="*/ 3922520 h 6530188"/>
              <a:gd name="connsiteX465" fmla="*/ 5897056 w 6530262"/>
              <a:gd name="connsiteY465" fmla="*/ 3828796 h 6530188"/>
              <a:gd name="connsiteX466" fmla="*/ 5939687 w 6530262"/>
              <a:gd name="connsiteY466" fmla="*/ 3822329 h 6530188"/>
              <a:gd name="connsiteX467" fmla="*/ 5931498 w 6530262"/>
              <a:gd name="connsiteY467" fmla="*/ 3761646 h 6530188"/>
              <a:gd name="connsiteX468" fmla="*/ 5867775 w 6530262"/>
              <a:gd name="connsiteY468" fmla="*/ 3776672 h 6530188"/>
              <a:gd name="connsiteX469" fmla="*/ 5855098 w 6530262"/>
              <a:gd name="connsiteY469" fmla="*/ 3784297 h 6530188"/>
              <a:gd name="connsiteX470" fmla="*/ 5818226 w 6530262"/>
              <a:gd name="connsiteY470" fmla="*/ 3975513 h 6530188"/>
              <a:gd name="connsiteX471" fmla="*/ 5928908 w 6530262"/>
              <a:gd name="connsiteY471" fmla="*/ 4042436 h 6530188"/>
              <a:gd name="connsiteX472" fmla="*/ 6055678 w 6530262"/>
              <a:gd name="connsiteY472" fmla="*/ 4034714 h 6530188"/>
              <a:gd name="connsiteX473" fmla="*/ 6123567 w 6530262"/>
              <a:gd name="connsiteY473" fmla="*/ 3946233 h 6530188"/>
              <a:gd name="connsiteX474" fmla="*/ 6104905 w 6530262"/>
              <a:gd name="connsiteY474" fmla="*/ 3835874 h 6530188"/>
              <a:gd name="connsiteX475" fmla="*/ 5996475 w 6530262"/>
              <a:gd name="connsiteY475" fmla="*/ 3769593 h 6530188"/>
              <a:gd name="connsiteX476" fmla="*/ 5931498 w 6530262"/>
              <a:gd name="connsiteY476" fmla="*/ 3761646 h 6530188"/>
              <a:gd name="connsiteX477" fmla="*/ 692729 w 6530262"/>
              <a:gd name="connsiteY477" fmla="*/ 3748680 h 6530188"/>
              <a:gd name="connsiteX478" fmla="*/ 380952 w 6530262"/>
              <a:gd name="connsiteY478" fmla="*/ 3809491 h 6530188"/>
              <a:gd name="connsiteX479" fmla="*/ 386744 w 6530262"/>
              <a:gd name="connsiteY479" fmla="*/ 3839413 h 6530188"/>
              <a:gd name="connsiteX480" fmla="*/ 392535 w 6530262"/>
              <a:gd name="connsiteY480" fmla="*/ 3869335 h 6530188"/>
              <a:gd name="connsiteX481" fmla="*/ 704312 w 6530262"/>
              <a:gd name="connsiteY481" fmla="*/ 3808847 h 6530188"/>
              <a:gd name="connsiteX482" fmla="*/ 698521 w 6530262"/>
              <a:gd name="connsiteY482" fmla="*/ 3778602 h 6530188"/>
              <a:gd name="connsiteX483" fmla="*/ 1369693 w 6530262"/>
              <a:gd name="connsiteY483" fmla="*/ 3745461 h 6530188"/>
              <a:gd name="connsiteX484" fmla="*/ 1732951 w 6530262"/>
              <a:gd name="connsiteY484" fmla="*/ 3803054 h 6530188"/>
              <a:gd name="connsiteX485" fmla="*/ 2604898 w 6530262"/>
              <a:gd name="connsiteY485" fmla="*/ 3795976 h 6530188"/>
              <a:gd name="connsiteX486" fmla="*/ 2731346 w 6530262"/>
              <a:gd name="connsiteY486" fmla="*/ 3816568 h 6530188"/>
              <a:gd name="connsiteX487" fmla="*/ 3009016 w 6530262"/>
              <a:gd name="connsiteY487" fmla="*/ 3848743 h 6530188"/>
              <a:gd name="connsiteX488" fmla="*/ 2923753 w 6530262"/>
              <a:gd name="connsiteY488" fmla="*/ 4193334 h 6530188"/>
              <a:gd name="connsiteX489" fmla="*/ 3265128 w 6530262"/>
              <a:gd name="connsiteY489" fmla="*/ 4251249 h 6530188"/>
              <a:gd name="connsiteX490" fmla="*/ 3606186 w 6530262"/>
              <a:gd name="connsiteY490" fmla="*/ 4193334 h 6530188"/>
              <a:gd name="connsiteX491" fmla="*/ 3520921 w 6530262"/>
              <a:gd name="connsiteY491" fmla="*/ 3849064 h 6530188"/>
              <a:gd name="connsiteX492" fmla="*/ 3798592 w 6530262"/>
              <a:gd name="connsiteY492" fmla="*/ 3816889 h 6530188"/>
              <a:gd name="connsiteX493" fmla="*/ 3925362 w 6530262"/>
              <a:gd name="connsiteY493" fmla="*/ 3796298 h 6530188"/>
              <a:gd name="connsiteX494" fmla="*/ 4797309 w 6530262"/>
              <a:gd name="connsiteY494" fmla="*/ 3803376 h 6530188"/>
              <a:gd name="connsiteX495" fmla="*/ 4798596 w 6530262"/>
              <a:gd name="connsiteY495" fmla="*/ 3803054 h 6530188"/>
              <a:gd name="connsiteX496" fmla="*/ 5161530 w 6530262"/>
              <a:gd name="connsiteY496" fmla="*/ 3745461 h 6530188"/>
              <a:gd name="connsiteX497" fmla="*/ 4933087 w 6530262"/>
              <a:gd name="connsiteY497" fmla="*/ 4000286 h 6530188"/>
              <a:gd name="connsiteX498" fmla="*/ 3493573 w 6530262"/>
              <a:gd name="connsiteY498" fmla="*/ 4264119 h 6530188"/>
              <a:gd name="connsiteX499" fmla="*/ 3585915 w 6530262"/>
              <a:gd name="connsiteY499" fmla="*/ 4633485 h 6530188"/>
              <a:gd name="connsiteX500" fmla="*/ 3264164 w 6530262"/>
              <a:gd name="connsiteY500" fmla="*/ 4702983 h 6530188"/>
              <a:gd name="connsiteX501" fmla="*/ 2942414 w 6530262"/>
              <a:gd name="connsiteY501" fmla="*/ 4633485 h 6530188"/>
              <a:gd name="connsiteX502" fmla="*/ 3034756 w 6530262"/>
              <a:gd name="connsiteY502" fmla="*/ 4264119 h 6530188"/>
              <a:gd name="connsiteX503" fmla="*/ 1598137 w 6530262"/>
              <a:gd name="connsiteY503" fmla="*/ 4000286 h 6530188"/>
              <a:gd name="connsiteX504" fmla="*/ 1369693 w 6530262"/>
              <a:gd name="connsiteY504" fmla="*/ 3745461 h 6530188"/>
              <a:gd name="connsiteX505" fmla="*/ 655727 w 6530262"/>
              <a:gd name="connsiteY505" fmla="*/ 3447846 h 6530188"/>
              <a:gd name="connsiteX506" fmla="*/ 340412 w 6530262"/>
              <a:gd name="connsiteY506" fmla="*/ 3486778 h 6530188"/>
              <a:gd name="connsiteX507" fmla="*/ 367439 w 6530262"/>
              <a:gd name="connsiteY507" fmla="*/ 3708140 h 6530188"/>
              <a:gd name="connsiteX508" fmla="*/ 395431 w 6530262"/>
              <a:gd name="connsiteY508" fmla="*/ 3704923 h 6530188"/>
              <a:gd name="connsiteX509" fmla="*/ 423423 w 6530262"/>
              <a:gd name="connsiteY509" fmla="*/ 3701383 h 6530188"/>
              <a:gd name="connsiteX510" fmla="*/ 403797 w 6530262"/>
              <a:gd name="connsiteY510" fmla="*/ 3540509 h 6530188"/>
              <a:gd name="connsiteX511" fmla="*/ 485843 w 6530262"/>
              <a:gd name="connsiteY511" fmla="*/ 3530214 h 6530188"/>
              <a:gd name="connsiteX512" fmla="*/ 503218 w 6530262"/>
              <a:gd name="connsiteY512" fmla="*/ 3672104 h 6530188"/>
              <a:gd name="connsiteX513" fmla="*/ 530567 w 6530262"/>
              <a:gd name="connsiteY513" fmla="*/ 3668887 h 6530188"/>
              <a:gd name="connsiteX514" fmla="*/ 557594 w 6530262"/>
              <a:gd name="connsiteY514" fmla="*/ 3665669 h 6530188"/>
              <a:gd name="connsiteX515" fmla="*/ 540219 w 6530262"/>
              <a:gd name="connsiteY515" fmla="*/ 3523779 h 6530188"/>
              <a:gd name="connsiteX516" fmla="*/ 607143 w 6530262"/>
              <a:gd name="connsiteY516" fmla="*/ 3515413 h 6530188"/>
              <a:gd name="connsiteX517" fmla="*/ 625805 w 6530262"/>
              <a:gd name="connsiteY517" fmla="*/ 3668243 h 6530188"/>
              <a:gd name="connsiteX518" fmla="*/ 654119 w 6530262"/>
              <a:gd name="connsiteY518" fmla="*/ 3665025 h 6530188"/>
              <a:gd name="connsiteX519" fmla="*/ 681789 w 6530262"/>
              <a:gd name="connsiteY519" fmla="*/ 3661487 h 6530188"/>
              <a:gd name="connsiteX520" fmla="*/ 5973310 w 6530262"/>
              <a:gd name="connsiteY520" fmla="*/ 3394114 h 6530188"/>
              <a:gd name="connsiteX521" fmla="*/ 5891906 w 6530262"/>
              <a:gd name="connsiteY521" fmla="*/ 3426289 h 6530188"/>
              <a:gd name="connsiteX522" fmla="*/ 5891906 w 6530262"/>
              <a:gd name="connsiteY522" fmla="*/ 3619338 h 6530188"/>
              <a:gd name="connsiteX523" fmla="*/ 6135150 w 6530262"/>
              <a:gd name="connsiteY523" fmla="*/ 3642182 h 6530188"/>
              <a:gd name="connsiteX524" fmla="*/ 6188562 w 6530262"/>
              <a:gd name="connsiteY524" fmla="*/ 3545657 h 6530188"/>
              <a:gd name="connsiteX525" fmla="*/ 6151238 w 6530262"/>
              <a:gd name="connsiteY525" fmla="*/ 3458464 h 6530188"/>
              <a:gd name="connsiteX526" fmla="*/ 6146412 w 6530262"/>
              <a:gd name="connsiteY526" fmla="*/ 3455889 h 6530188"/>
              <a:gd name="connsiteX527" fmla="*/ 6187918 w 6530262"/>
              <a:gd name="connsiteY527" fmla="*/ 3453316 h 6530188"/>
              <a:gd name="connsiteX528" fmla="*/ 6190814 w 6530262"/>
              <a:gd name="connsiteY528" fmla="*/ 3413097 h 6530188"/>
              <a:gd name="connsiteX529" fmla="*/ 6019964 w 6530262"/>
              <a:gd name="connsiteY529" fmla="*/ 3398297 h 6530188"/>
              <a:gd name="connsiteX530" fmla="*/ 6009346 w 6530262"/>
              <a:gd name="connsiteY530" fmla="*/ 3520239 h 6530188"/>
              <a:gd name="connsiteX531" fmla="*/ 6064044 w 6530262"/>
              <a:gd name="connsiteY531" fmla="*/ 3525066 h 6530188"/>
              <a:gd name="connsiteX532" fmla="*/ 6069836 w 6530262"/>
              <a:gd name="connsiteY532" fmla="*/ 3456211 h 6530188"/>
              <a:gd name="connsiteX533" fmla="*/ 6107480 w 6530262"/>
              <a:gd name="connsiteY533" fmla="*/ 3475516 h 6530188"/>
              <a:gd name="connsiteX534" fmla="*/ 6131933 w 6530262"/>
              <a:gd name="connsiteY534" fmla="*/ 3533110 h 6530188"/>
              <a:gd name="connsiteX535" fmla="*/ 6099758 w 6530262"/>
              <a:gd name="connsiteY535" fmla="*/ 3593597 h 6530188"/>
              <a:gd name="connsiteX536" fmla="*/ 6015782 w 6530262"/>
              <a:gd name="connsiteY536" fmla="*/ 3607754 h 6530188"/>
              <a:gd name="connsiteX537" fmla="*/ 5935022 w 6530262"/>
              <a:gd name="connsiteY537" fmla="*/ 3578154 h 6530188"/>
              <a:gd name="connsiteX538" fmla="*/ 5910568 w 6530262"/>
              <a:gd name="connsiteY538" fmla="*/ 3513805 h 6530188"/>
              <a:gd name="connsiteX539" fmla="*/ 5929873 w 6530262"/>
              <a:gd name="connsiteY539" fmla="*/ 3472942 h 6530188"/>
              <a:gd name="connsiteX540" fmla="*/ 5968161 w 6530262"/>
              <a:gd name="connsiteY540" fmla="*/ 3454924 h 6530188"/>
              <a:gd name="connsiteX541" fmla="*/ 1578510 w 6530262"/>
              <a:gd name="connsiteY541" fmla="*/ 3295337 h 6530188"/>
              <a:gd name="connsiteX542" fmla="*/ 1779927 w 6530262"/>
              <a:gd name="connsiteY542" fmla="*/ 3317216 h 6530188"/>
              <a:gd name="connsiteX543" fmla="*/ 1954638 w 6530262"/>
              <a:gd name="connsiteY543" fmla="*/ 3317216 h 6530188"/>
              <a:gd name="connsiteX544" fmla="*/ 2154768 w 6530262"/>
              <a:gd name="connsiteY544" fmla="*/ 3315286 h 6530188"/>
              <a:gd name="connsiteX545" fmla="*/ 2456891 w 6530262"/>
              <a:gd name="connsiteY545" fmla="*/ 3323008 h 6530188"/>
              <a:gd name="connsiteX546" fmla="*/ 2783469 w 6530262"/>
              <a:gd name="connsiteY546" fmla="*/ 3398940 h 6530188"/>
              <a:gd name="connsiteX547" fmla="*/ 3014164 w 6530262"/>
              <a:gd name="connsiteY547" fmla="*/ 3414705 h 6530188"/>
              <a:gd name="connsiteX548" fmla="*/ 2936302 w 6530262"/>
              <a:gd name="connsiteY548" fmla="*/ 3745784 h 6530188"/>
              <a:gd name="connsiteX549" fmla="*/ 3258051 w 6530262"/>
              <a:gd name="connsiteY549" fmla="*/ 3783750 h 6530188"/>
              <a:gd name="connsiteX550" fmla="*/ 3261590 w 6530262"/>
              <a:gd name="connsiteY550" fmla="*/ 3783750 h 6530188"/>
              <a:gd name="connsiteX551" fmla="*/ 3265773 w 6530262"/>
              <a:gd name="connsiteY551" fmla="*/ 3783750 h 6530188"/>
              <a:gd name="connsiteX552" fmla="*/ 3589777 w 6530262"/>
              <a:gd name="connsiteY552" fmla="*/ 3745141 h 6530188"/>
              <a:gd name="connsiteX553" fmla="*/ 3511913 w 6530262"/>
              <a:gd name="connsiteY553" fmla="*/ 3414062 h 6530188"/>
              <a:gd name="connsiteX554" fmla="*/ 3742609 w 6530262"/>
              <a:gd name="connsiteY554" fmla="*/ 3398297 h 6530188"/>
              <a:gd name="connsiteX555" fmla="*/ 4070473 w 6530262"/>
              <a:gd name="connsiteY555" fmla="*/ 3323329 h 6530188"/>
              <a:gd name="connsiteX556" fmla="*/ 4372598 w 6530262"/>
              <a:gd name="connsiteY556" fmla="*/ 3315608 h 6530188"/>
              <a:gd name="connsiteX557" fmla="*/ 4572726 w 6530262"/>
              <a:gd name="connsiteY557" fmla="*/ 3317538 h 6530188"/>
              <a:gd name="connsiteX558" fmla="*/ 4747437 w 6530262"/>
              <a:gd name="connsiteY558" fmla="*/ 3317538 h 6530188"/>
              <a:gd name="connsiteX559" fmla="*/ 4747437 w 6530262"/>
              <a:gd name="connsiteY559" fmla="*/ 3317216 h 6530188"/>
              <a:gd name="connsiteX560" fmla="*/ 4948854 w 6530262"/>
              <a:gd name="connsiteY560" fmla="*/ 3295337 h 6530188"/>
              <a:gd name="connsiteX561" fmla="*/ 4755803 w 6530262"/>
              <a:gd name="connsiteY561" fmla="*/ 3485490 h 6530188"/>
              <a:gd name="connsiteX562" fmla="*/ 4474915 w 6530262"/>
              <a:gd name="connsiteY562" fmla="*/ 3614189 h 6530188"/>
              <a:gd name="connsiteX563" fmla="*/ 3789263 w 6530262"/>
              <a:gd name="connsiteY563" fmla="*/ 3765732 h 6530188"/>
              <a:gd name="connsiteX564" fmla="*/ 3483277 w 6530262"/>
              <a:gd name="connsiteY564" fmla="*/ 3800159 h 6530188"/>
              <a:gd name="connsiteX565" fmla="*/ 3453677 w 6530262"/>
              <a:gd name="connsiteY565" fmla="*/ 3803055 h 6530188"/>
              <a:gd name="connsiteX566" fmla="*/ 3539584 w 6530262"/>
              <a:gd name="connsiteY566" fmla="*/ 4151508 h 6530188"/>
              <a:gd name="connsiteX567" fmla="*/ 3262556 w 6530262"/>
              <a:gd name="connsiteY567" fmla="*/ 4198483 h 6530188"/>
              <a:gd name="connsiteX568" fmla="*/ 2985209 w 6530262"/>
              <a:gd name="connsiteY568" fmla="*/ 4151508 h 6530188"/>
              <a:gd name="connsiteX569" fmla="*/ 3071438 w 6530262"/>
              <a:gd name="connsiteY569" fmla="*/ 3803055 h 6530188"/>
              <a:gd name="connsiteX570" fmla="*/ 3041513 w 6530262"/>
              <a:gd name="connsiteY570" fmla="*/ 3800159 h 6530188"/>
              <a:gd name="connsiteX571" fmla="*/ 2735529 w 6530262"/>
              <a:gd name="connsiteY571" fmla="*/ 3765732 h 6530188"/>
              <a:gd name="connsiteX572" fmla="*/ 2052449 w 6530262"/>
              <a:gd name="connsiteY572" fmla="*/ 3614189 h 6530188"/>
              <a:gd name="connsiteX573" fmla="*/ 1771561 w 6530262"/>
              <a:gd name="connsiteY573" fmla="*/ 3485490 h 6530188"/>
              <a:gd name="connsiteX574" fmla="*/ 1578510 w 6530262"/>
              <a:gd name="connsiteY574" fmla="*/ 3295337 h 6530188"/>
              <a:gd name="connsiteX575" fmla="*/ 525741 w 6530262"/>
              <a:gd name="connsiteY575" fmla="*/ 3177578 h 6530188"/>
              <a:gd name="connsiteX576" fmla="*/ 595561 w 6530262"/>
              <a:gd name="connsiteY576" fmla="*/ 3177578 h 6530188"/>
              <a:gd name="connsiteX577" fmla="*/ 595561 w 6530262"/>
              <a:gd name="connsiteY577" fmla="*/ 3245145 h 6530188"/>
              <a:gd name="connsiteX578" fmla="*/ 586874 w 6530262"/>
              <a:gd name="connsiteY578" fmla="*/ 3280859 h 6530188"/>
              <a:gd name="connsiteX579" fmla="*/ 562421 w 6530262"/>
              <a:gd name="connsiteY579" fmla="*/ 3292441 h 6530188"/>
              <a:gd name="connsiteX580" fmla="*/ 534429 w 6530262"/>
              <a:gd name="connsiteY580" fmla="*/ 3281824 h 6530188"/>
              <a:gd name="connsiteX581" fmla="*/ 525741 w 6530262"/>
              <a:gd name="connsiteY581" fmla="*/ 3247398 h 6530188"/>
              <a:gd name="connsiteX582" fmla="*/ 387710 w 6530262"/>
              <a:gd name="connsiteY582" fmla="*/ 3173395 h 6530188"/>
              <a:gd name="connsiteX583" fmla="*/ 472330 w 6530262"/>
              <a:gd name="connsiteY583" fmla="*/ 3175005 h 6530188"/>
              <a:gd name="connsiteX584" fmla="*/ 472330 w 6530262"/>
              <a:gd name="connsiteY584" fmla="*/ 3247718 h 6530188"/>
              <a:gd name="connsiteX585" fmla="*/ 462035 w 6530262"/>
              <a:gd name="connsiteY585" fmla="*/ 3284398 h 6530188"/>
              <a:gd name="connsiteX586" fmla="*/ 432111 w 6530262"/>
              <a:gd name="connsiteY586" fmla="*/ 3295980 h 6530188"/>
              <a:gd name="connsiteX587" fmla="*/ 398328 w 6530262"/>
              <a:gd name="connsiteY587" fmla="*/ 3283432 h 6530188"/>
              <a:gd name="connsiteX588" fmla="*/ 387710 w 6530262"/>
              <a:gd name="connsiteY588" fmla="*/ 3247398 h 6530188"/>
              <a:gd name="connsiteX589" fmla="*/ 334619 w 6530262"/>
              <a:gd name="connsiteY589" fmla="*/ 3113873 h 6530188"/>
              <a:gd name="connsiteX590" fmla="*/ 334619 w 6530262"/>
              <a:gd name="connsiteY590" fmla="*/ 3143152 h 6530188"/>
              <a:gd name="connsiteX591" fmla="*/ 334298 w 6530262"/>
              <a:gd name="connsiteY591" fmla="*/ 3246433 h 6530188"/>
              <a:gd name="connsiteX592" fmla="*/ 358108 w 6530262"/>
              <a:gd name="connsiteY592" fmla="*/ 3328156 h 6530188"/>
              <a:gd name="connsiteX593" fmla="*/ 431789 w 6530262"/>
              <a:gd name="connsiteY593" fmla="*/ 3357114 h 6530188"/>
              <a:gd name="connsiteX594" fmla="*/ 493243 w 6530262"/>
              <a:gd name="connsiteY594" fmla="*/ 3330087 h 6530188"/>
              <a:gd name="connsiteX595" fmla="*/ 503861 w 6530262"/>
              <a:gd name="connsiteY595" fmla="*/ 3312068 h 6530188"/>
              <a:gd name="connsiteX596" fmla="*/ 568211 w 6530262"/>
              <a:gd name="connsiteY596" fmla="*/ 3349713 h 6530188"/>
              <a:gd name="connsiteX597" fmla="*/ 627735 w 6530262"/>
              <a:gd name="connsiteY597" fmla="*/ 3326869 h 6530188"/>
              <a:gd name="connsiteX598" fmla="*/ 649936 w 6530262"/>
              <a:gd name="connsiteY598" fmla="*/ 3260910 h 6530188"/>
              <a:gd name="connsiteX599" fmla="*/ 652189 w 6530262"/>
              <a:gd name="connsiteY599" fmla="*/ 3148622 h 6530188"/>
              <a:gd name="connsiteX600" fmla="*/ 652189 w 6530262"/>
              <a:gd name="connsiteY600" fmla="*/ 3119664 h 6530188"/>
              <a:gd name="connsiteX601" fmla="*/ 5878071 w 6530262"/>
              <a:gd name="connsiteY601" fmla="*/ 3057245 h 6530188"/>
              <a:gd name="connsiteX602" fmla="*/ 5878071 w 6530262"/>
              <a:gd name="connsiteY602" fmla="*/ 3091995 h 6530188"/>
              <a:gd name="connsiteX603" fmla="*/ 5878071 w 6530262"/>
              <a:gd name="connsiteY603" fmla="*/ 3126420 h 6530188"/>
              <a:gd name="connsiteX604" fmla="*/ 6017390 w 6530262"/>
              <a:gd name="connsiteY604" fmla="*/ 3178543 h 6530188"/>
              <a:gd name="connsiteX605" fmla="*/ 5881932 w 6530262"/>
              <a:gd name="connsiteY605" fmla="*/ 3242893 h 6530188"/>
              <a:gd name="connsiteX606" fmla="*/ 5881932 w 6530262"/>
              <a:gd name="connsiteY606" fmla="*/ 3279250 h 6530188"/>
              <a:gd name="connsiteX607" fmla="*/ 5881932 w 6530262"/>
              <a:gd name="connsiteY607" fmla="*/ 3315608 h 6530188"/>
              <a:gd name="connsiteX608" fmla="*/ 6074983 w 6530262"/>
              <a:gd name="connsiteY608" fmla="*/ 3206536 h 6530188"/>
              <a:gd name="connsiteX609" fmla="*/ 6194353 w 6530262"/>
              <a:gd name="connsiteY609" fmla="*/ 3202353 h 6530188"/>
              <a:gd name="connsiteX610" fmla="*/ 6194353 w 6530262"/>
              <a:gd name="connsiteY610" fmla="*/ 3171787 h 6530188"/>
              <a:gd name="connsiteX611" fmla="*/ 6194353 w 6530262"/>
              <a:gd name="connsiteY611" fmla="*/ 3141542 h 6530188"/>
              <a:gd name="connsiteX612" fmla="*/ 6073696 w 6530262"/>
              <a:gd name="connsiteY612" fmla="*/ 3145725 h 6530188"/>
              <a:gd name="connsiteX613" fmla="*/ 4754838 w 6530262"/>
              <a:gd name="connsiteY613" fmla="*/ 2793733 h 6530188"/>
              <a:gd name="connsiteX614" fmla="*/ 4564682 w 6530262"/>
              <a:gd name="connsiteY614" fmla="*/ 3002546 h 6530188"/>
              <a:gd name="connsiteX615" fmla="*/ 4284438 w 6530262"/>
              <a:gd name="connsiteY615" fmla="*/ 3184012 h 6530188"/>
              <a:gd name="connsiteX616" fmla="*/ 3731989 w 6530262"/>
              <a:gd name="connsiteY616" fmla="*/ 3346495 h 6530188"/>
              <a:gd name="connsiteX617" fmla="*/ 3493573 w 6530262"/>
              <a:gd name="connsiteY617" fmla="*/ 3361617 h 6530188"/>
              <a:gd name="connsiteX618" fmla="*/ 3444344 w 6530262"/>
              <a:gd name="connsiteY618" fmla="*/ 3361617 h 6530188"/>
              <a:gd name="connsiteX619" fmla="*/ 3524139 w 6530262"/>
              <a:gd name="connsiteY619" fmla="*/ 3700417 h 6530188"/>
              <a:gd name="connsiteX620" fmla="*/ 3266738 w 6530262"/>
              <a:gd name="connsiteY620" fmla="*/ 3732592 h 6530188"/>
              <a:gd name="connsiteX621" fmla="*/ 3263521 w 6530262"/>
              <a:gd name="connsiteY621" fmla="*/ 3732592 h 6530188"/>
              <a:gd name="connsiteX622" fmla="*/ 3259981 w 6530262"/>
              <a:gd name="connsiteY622" fmla="*/ 3732592 h 6530188"/>
              <a:gd name="connsiteX623" fmla="*/ 3002581 w 6530262"/>
              <a:gd name="connsiteY623" fmla="*/ 3700417 h 6530188"/>
              <a:gd name="connsiteX624" fmla="*/ 3082696 w 6530262"/>
              <a:gd name="connsiteY624" fmla="*/ 3362261 h 6530188"/>
              <a:gd name="connsiteX625" fmla="*/ 3033469 w 6530262"/>
              <a:gd name="connsiteY625" fmla="*/ 3362261 h 6530188"/>
              <a:gd name="connsiteX626" fmla="*/ 2795051 w 6530262"/>
              <a:gd name="connsiteY626" fmla="*/ 3347139 h 6530188"/>
              <a:gd name="connsiteX627" fmla="*/ 2242605 w 6530262"/>
              <a:gd name="connsiteY627" fmla="*/ 3184656 h 6530188"/>
              <a:gd name="connsiteX628" fmla="*/ 1961716 w 6530262"/>
              <a:gd name="connsiteY628" fmla="*/ 3002870 h 6530188"/>
              <a:gd name="connsiteX629" fmla="*/ 1772204 w 6530262"/>
              <a:gd name="connsiteY629" fmla="*/ 2794375 h 6530188"/>
              <a:gd name="connsiteX630" fmla="*/ 1971046 w 6530262"/>
              <a:gd name="connsiteY630" fmla="*/ 2816899 h 6530188"/>
              <a:gd name="connsiteX631" fmla="*/ 2048267 w 6530262"/>
              <a:gd name="connsiteY631" fmla="*/ 2820438 h 6530188"/>
              <a:gd name="connsiteX632" fmla="*/ 2411202 w 6530262"/>
              <a:gd name="connsiteY632" fmla="*/ 2839422 h 6530188"/>
              <a:gd name="connsiteX633" fmla="*/ 2451742 w 6530262"/>
              <a:gd name="connsiteY633" fmla="*/ 2860979 h 6530188"/>
              <a:gd name="connsiteX634" fmla="*/ 2861653 w 6530262"/>
              <a:gd name="connsiteY634" fmla="*/ 2991930 h 6530188"/>
              <a:gd name="connsiteX635" fmla="*/ 2935015 w 6530262"/>
              <a:gd name="connsiteY635" fmla="*/ 2996755 h 6530188"/>
              <a:gd name="connsiteX636" fmla="*/ 3025103 w 6530262"/>
              <a:gd name="connsiteY636" fmla="*/ 2991930 h 6530188"/>
              <a:gd name="connsiteX637" fmla="*/ 2954317 w 6530262"/>
              <a:gd name="connsiteY637" fmla="*/ 3286328 h 6530188"/>
              <a:gd name="connsiteX638" fmla="*/ 3265128 w 6530262"/>
              <a:gd name="connsiteY638" fmla="*/ 3305955 h 6530188"/>
              <a:gd name="connsiteX639" fmla="*/ 3575619 w 6530262"/>
              <a:gd name="connsiteY639" fmla="*/ 3286328 h 6530188"/>
              <a:gd name="connsiteX640" fmla="*/ 3505155 w 6530262"/>
              <a:gd name="connsiteY640" fmla="*/ 2991930 h 6530188"/>
              <a:gd name="connsiteX641" fmla="*/ 3594923 w 6530262"/>
              <a:gd name="connsiteY641" fmla="*/ 2996755 h 6530188"/>
              <a:gd name="connsiteX642" fmla="*/ 3668283 w 6530262"/>
              <a:gd name="connsiteY642" fmla="*/ 2991930 h 6530188"/>
              <a:gd name="connsiteX643" fmla="*/ 4078516 w 6530262"/>
              <a:gd name="connsiteY643" fmla="*/ 2860979 h 6530188"/>
              <a:gd name="connsiteX644" fmla="*/ 4119057 w 6530262"/>
              <a:gd name="connsiteY644" fmla="*/ 2839422 h 6530188"/>
              <a:gd name="connsiteX645" fmla="*/ 4481991 w 6530262"/>
              <a:gd name="connsiteY645" fmla="*/ 2820438 h 6530188"/>
              <a:gd name="connsiteX646" fmla="*/ 4558891 w 6530262"/>
              <a:gd name="connsiteY646" fmla="*/ 2816899 h 6530188"/>
              <a:gd name="connsiteX647" fmla="*/ 4555674 w 6530262"/>
              <a:gd name="connsiteY647" fmla="*/ 2816255 h 6530188"/>
              <a:gd name="connsiteX648" fmla="*/ 4754838 w 6530262"/>
              <a:gd name="connsiteY648" fmla="*/ 2793733 h 6530188"/>
              <a:gd name="connsiteX649" fmla="*/ 3261912 w 6530262"/>
              <a:gd name="connsiteY649" fmla="*/ 1514143 h 6530188"/>
              <a:gd name="connsiteX650" fmla="*/ 3197562 w 6530262"/>
              <a:gd name="connsiteY650" fmla="*/ 1605198 h 6530188"/>
              <a:gd name="connsiteX651" fmla="*/ 3197562 w 6530262"/>
              <a:gd name="connsiteY651" fmla="*/ 1609702 h 6530188"/>
              <a:gd name="connsiteX652" fmla="*/ 3143185 w 6530262"/>
              <a:gd name="connsiteY652" fmla="*/ 1890587 h 6530188"/>
              <a:gd name="connsiteX653" fmla="*/ 3139002 w 6530262"/>
              <a:gd name="connsiteY653" fmla="*/ 1911501 h 6530188"/>
              <a:gd name="connsiteX654" fmla="*/ 3099106 w 6530262"/>
              <a:gd name="connsiteY654" fmla="*/ 1911501 h 6530188"/>
              <a:gd name="connsiteX655" fmla="*/ 2120340 w 6530262"/>
              <a:gd name="connsiteY655" fmla="*/ 1770254 h 6530188"/>
              <a:gd name="connsiteX656" fmla="*/ 2205601 w 6530262"/>
              <a:gd name="connsiteY656" fmla="*/ 1980355 h 6530188"/>
              <a:gd name="connsiteX657" fmla="*/ 2438230 w 6530262"/>
              <a:gd name="connsiteY657" fmla="*/ 2125784 h 6530188"/>
              <a:gd name="connsiteX658" fmla="*/ 2457533 w 6530262"/>
              <a:gd name="connsiteY658" fmla="*/ 2129646 h 6530188"/>
              <a:gd name="connsiteX659" fmla="*/ 2457533 w 6530262"/>
              <a:gd name="connsiteY659" fmla="*/ 2149273 h 6530188"/>
              <a:gd name="connsiteX660" fmla="*/ 2458820 w 6530262"/>
              <a:gd name="connsiteY660" fmla="*/ 2149273 h 6530188"/>
              <a:gd name="connsiteX661" fmla="*/ 2544084 w 6530262"/>
              <a:gd name="connsiteY661" fmla="*/ 2321085 h 6530188"/>
              <a:gd name="connsiteX662" fmla="*/ 2723945 w 6530262"/>
              <a:gd name="connsiteY662" fmla="*/ 2378035 h 6530188"/>
              <a:gd name="connsiteX663" fmla="*/ 2748076 w 6530262"/>
              <a:gd name="connsiteY663" fmla="*/ 2378035 h 6530188"/>
              <a:gd name="connsiteX664" fmla="*/ 2768344 w 6530262"/>
              <a:gd name="connsiteY664" fmla="*/ 2375462 h 6530188"/>
              <a:gd name="connsiteX665" fmla="*/ 2775425 w 6530262"/>
              <a:gd name="connsiteY665" fmla="*/ 2394445 h 6530188"/>
              <a:gd name="connsiteX666" fmla="*/ 2909915 w 6530262"/>
              <a:gd name="connsiteY666" fmla="*/ 2505769 h 6530188"/>
              <a:gd name="connsiteX667" fmla="*/ 2978772 w 6530262"/>
              <a:gd name="connsiteY667" fmla="*/ 2516065 h 6530188"/>
              <a:gd name="connsiteX668" fmla="*/ 3067896 w 6530262"/>
              <a:gd name="connsiteY668" fmla="*/ 2500622 h 6530188"/>
              <a:gd name="connsiteX669" fmla="*/ 3115193 w 6530262"/>
              <a:gd name="connsiteY669" fmla="*/ 2480994 h 6530188"/>
              <a:gd name="connsiteX670" fmla="*/ 3045696 w 6530262"/>
              <a:gd name="connsiteY670" fmla="*/ 2765097 h 6530188"/>
              <a:gd name="connsiteX671" fmla="*/ 3483276 w 6530262"/>
              <a:gd name="connsiteY671" fmla="*/ 2765097 h 6530188"/>
              <a:gd name="connsiteX672" fmla="*/ 3413457 w 6530262"/>
              <a:gd name="connsiteY672" fmla="*/ 2480672 h 6530188"/>
              <a:gd name="connsiteX673" fmla="*/ 3461076 w 6530262"/>
              <a:gd name="connsiteY673" fmla="*/ 2500622 h 6530188"/>
              <a:gd name="connsiteX674" fmla="*/ 3549879 w 6530262"/>
              <a:gd name="connsiteY674" fmla="*/ 2516065 h 6530188"/>
              <a:gd name="connsiteX675" fmla="*/ 3618734 w 6530262"/>
              <a:gd name="connsiteY675" fmla="*/ 2505769 h 6530188"/>
              <a:gd name="connsiteX676" fmla="*/ 3753226 w 6530262"/>
              <a:gd name="connsiteY676" fmla="*/ 2394445 h 6530188"/>
              <a:gd name="connsiteX677" fmla="*/ 3760304 w 6530262"/>
              <a:gd name="connsiteY677" fmla="*/ 2375462 h 6530188"/>
              <a:gd name="connsiteX678" fmla="*/ 3780574 w 6530262"/>
              <a:gd name="connsiteY678" fmla="*/ 2378035 h 6530188"/>
              <a:gd name="connsiteX679" fmla="*/ 3804706 w 6530262"/>
              <a:gd name="connsiteY679" fmla="*/ 2378035 h 6530188"/>
              <a:gd name="connsiteX680" fmla="*/ 3984565 w 6530262"/>
              <a:gd name="connsiteY680" fmla="*/ 2321085 h 6530188"/>
              <a:gd name="connsiteX681" fmla="*/ 4069828 w 6530262"/>
              <a:gd name="connsiteY681" fmla="*/ 2148950 h 6530188"/>
              <a:gd name="connsiteX682" fmla="*/ 4069828 w 6530262"/>
              <a:gd name="connsiteY682" fmla="*/ 2129646 h 6530188"/>
              <a:gd name="connsiteX683" fmla="*/ 4089135 w 6530262"/>
              <a:gd name="connsiteY683" fmla="*/ 2125784 h 6530188"/>
              <a:gd name="connsiteX684" fmla="*/ 4321438 w 6530262"/>
              <a:gd name="connsiteY684" fmla="*/ 1980355 h 6530188"/>
              <a:gd name="connsiteX685" fmla="*/ 4406703 w 6530262"/>
              <a:gd name="connsiteY685" fmla="*/ 1770254 h 6530188"/>
              <a:gd name="connsiteX686" fmla="*/ 3428900 w 6530262"/>
              <a:gd name="connsiteY686" fmla="*/ 1911501 h 6530188"/>
              <a:gd name="connsiteX687" fmla="*/ 3389004 w 6530262"/>
              <a:gd name="connsiteY687" fmla="*/ 1911501 h 6530188"/>
              <a:gd name="connsiteX688" fmla="*/ 3384821 w 6530262"/>
              <a:gd name="connsiteY688" fmla="*/ 1890587 h 6530188"/>
              <a:gd name="connsiteX689" fmla="*/ 3330445 w 6530262"/>
              <a:gd name="connsiteY689" fmla="*/ 1609702 h 6530188"/>
              <a:gd name="connsiteX690" fmla="*/ 3330445 w 6530262"/>
              <a:gd name="connsiteY690" fmla="*/ 1605198 h 6530188"/>
              <a:gd name="connsiteX691" fmla="*/ 3266094 w 6530262"/>
              <a:gd name="connsiteY691" fmla="*/ 1514143 h 6530188"/>
              <a:gd name="connsiteX692" fmla="*/ 3699932 w 6530262"/>
              <a:gd name="connsiteY692" fmla="*/ 1495988 h 6530188"/>
              <a:gd name="connsiteX693" fmla="*/ 3768026 w 6530262"/>
              <a:gd name="connsiteY693" fmla="*/ 1502882 h 6530188"/>
              <a:gd name="connsiteX694" fmla="*/ 3893832 w 6530262"/>
              <a:gd name="connsiteY694" fmla="*/ 1584284 h 6530188"/>
              <a:gd name="connsiteX695" fmla="*/ 3744539 w 6530262"/>
              <a:gd name="connsiteY695" fmla="*/ 1592327 h 6530188"/>
              <a:gd name="connsiteX696" fmla="*/ 3633212 w 6530262"/>
              <a:gd name="connsiteY696" fmla="*/ 1511247 h 6530188"/>
              <a:gd name="connsiteX697" fmla="*/ 3699932 w 6530262"/>
              <a:gd name="connsiteY697" fmla="*/ 1495988 h 6530188"/>
              <a:gd name="connsiteX698" fmla="*/ 1063708 w 6530262"/>
              <a:gd name="connsiteY698" fmla="*/ 1360670 h 6530188"/>
              <a:gd name="connsiteX699" fmla="*/ 1050516 w 6530262"/>
              <a:gd name="connsiteY699" fmla="*/ 1365818 h 6530188"/>
              <a:gd name="connsiteX700" fmla="*/ 1037968 w 6530262"/>
              <a:gd name="connsiteY700" fmla="*/ 1373862 h 6530188"/>
              <a:gd name="connsiteX701" fmla="*/ 1023168 w 6530262"/>
              <a:gd name="connsiteY701" fmla="*/ 1390593 h 6530188"/>
              <a:gd name="connsiteX702" fmla="*/ 1006436 w 6530262"/>
              <a:gd name="connsiteY702" fmla="*/ 1404750 h 6530188"/>
              <a:gd name="connsiteX703" fmla="*/ 991636 w 6530262"/>
              <a:gd name="connsiteY703" fmla="*/ 1409576 h 6530188"/>
              <a:gd name="connsiteX704" fmla="*/ 988418 w 6530262"/>
              <a:gd name="connsiteY704" fmla="*/ 1418263 h 6530188"/>
              <a:gd name="connsiteX705" fmla="*/ 988097 w 6530262"/>
              <a:gd name="connsiteY705" fmla="*/ 1418263 h 6530188"/>
              <a:gd name="connsiteX706" fmla="*/ 986488 w 6530262"/>
              <a:gd name="connsiteY706" fmla="*/ 1434994 h 6530188"/>
              <a:gd name="connsiteX707" fmla="*/ 992923 w 6530262"/>
              <a:gd name="connsiteY707" fmla="*/ 1441429 h 6530188"/>
              <a:gd name="connsiteX708" fmla="*/ 1025098 w 6530262"/>
              <a:gd name="connsiteY708" fmla="*/ 1453655 h 6530188"/>
              <a:gd name="connsiteX709" fmla="*/ 1055343 w 6530262"/>
              <a:gd name="connsiteY709" fmla="*/ 1492265 h 6530188"/>
              <a:gd name="connsiteX710" fmla="*/ 1063708 w 6530262"/>
              <a:gd name="connsiteY710" fmla="*/ 1516396 h 6530188"/>
              <a:gd name="connsiteX711" fmla="*/ 1055021 w 6530262"/>
              <a:gd name="connsiteY711" fmla="*/ 1542458 h 6530188"/>
              <a:gd name="connsiteX712" fmla="*/ 1043759 w 6530262"/>
              <a:gd name="connsiteY712" fmla="*/ 1556292 h 6530188"/>
              <a:gd name="connsiteX713" fmla="*/ 1032498 w 6530262"/>
              <a:gd name="connsiteY713" fmla="*/ 1579780 h 6530188"/>
              <a:gd name="connsiteX714" fmla="*/ 1032498 w 6530262"/>
              <a:gd name="connsiteY714" fmla="*/ 1604877 h 6530188"/>
              <a:gd name="connsiteX715" fmla="*/ 1053734 w 6530262"/>
              <a:gd name="connsiteY715" fmla="*/ 1626755 h 6530188"/>
              <a:gd name="connsiteX716" fmla="*/ 1066926 w 6530262"/>
              <a:gd name="connsiteY716" fmla="*/ 1634156 h 6530188"/>
              <a:gd name="connsiteX717" fmla="*/ 1085266 w 6530262"/>
              <a:gd name="connsiteY717" fmla="*/ 1646060 h 6530188"/>
              <a:gd name="connsiteX718" fmla="*/ 1096527 w 6530262"/>
              <a:gd name="connsiteY718" fmla="*/ 1646060 h 6530188"/>
              <a:gd name="connsiteX719" fmla="*/ 1104249 w 6530262"/>
              <a:gd name="connsiteY719" fmla="*/ 1635121 h 6530188"/>
              <a:gd name="connsiteX720" fmla="*/ 1111327 w 6530262"/>
              <a:gd name="connsiteY720" fmla="*/ 1618068 h 6530188"/>
              <a:gd name="connsiteX721" fmla="*/ 1122267 w 6530262"/>
              <a:gd name="connsiteY721" fmla="*/ 1602946 h 6530188"/>
              <a:gd name="connsiteX722" fmla="*/ 1133206 w 6530262"/>
              <a:gd name="connsiteY722" fmla="*/ 1599729 h 6530188"/>
              <a:gd name="connsiteX723" fmla="*/ 1165381 w 6530262"/>
              <a:gd name="connsiteY723" fmla="*/ 1627399 h 6530188"/>
              <a:gd name="connsiteX724" fmla="*/ 1165381 w 6530262"/>
              <a:gd name="connsiteY724" fmla="*/ 1653139 h 6530188"/>
              <a:gd name="connsiteX725" fmla="*/ 1154764 w 6530262"/>
              <a:gd name="connsiteY725" fmla="*/ 1696897 h 6530188"/>
              <a:gd name="connsiteX726" fmla="*/ 1145433 w 6530262"/>
              <a:gd name="connsiteY726" fmla="*/ 1719419 h 6530188"/>
              <a:gd name="connsiteX727" fmla="*/ 1139963 w 6530262"/>
              <a:gd name="connsiteY727" fmla="*/ 1743550 h 6530188"/>
              <a:gd name="connsiteX728" fmla="*/ 1131598 w 6530262"/>
              <a:gd name="connsiteY728" fmla="*/ 1754489 h 6530188"/>
              <a:gd name="connsiteX729" fmla="*/ 1134816 w 6530262"/>
              <a:gd name="connsiteY729" fmla="*/ 1769290 h 6530188"/>
              <a:gd name="connsiteX730" fmla="*/ 1149938 w 6530262"/>
              <a:gd name="connsiteY730" fmla="*/ 1776368 h 6530188"/>
              <a:gd name="connsiteX731" fmla="*/ 1166025 w 6530262"/>
              <a:gd name="connsiteY731" fmla="*/ 1786020 h 6530188"/>
              <a:gd name="connsiteX732" fmla="*/ 1184365 w 6530262"/>
              <a:gd name="connsiteY732" fmla="*/ 1782803 h 6530188"/>
              <a:gd name="connsiteX733" fmla="*/ 1214931 w 6530262"/>
              <a:gd name="connsiteY733" fmla="*/ 1780551 h 6530188"/>
              <a:gd name="connsiteX734" fmla="*/ 1220401 w 6530262"/>
              <a:gd name="connsiteY734" fmla="*/ 1737115 h 6530188"/>
              <a:gd name="connsiteX735" fmla="*/ 1228766 w 6530262"/>
              <a:gd name="connsiteY735" fmla="*/ 1713627 h 6530188"/>
              <a:gd name="connsiteX736" fmla="*/ 1238420 w 6530262"/>
              <a:gd name="connsiteY736" fmla="*/ 1671478 h 6530188"/>
              <a:gd name="connsiteX737" fmla="*/ 1248394 w 6530262"/>
              <a:gd name="connsiteY737" fmla="*/ 1641234 h 6530188"/>
              <a:gd name="connsiteX738" fmla="*/ 1248394 w 6530262"/>
              <a:gd name="connsiteY738" fmla="*/ 1603268 h 6530188"/>
              <a:gd name="connsiteX739" fmla="*/ 1255793 w 6530262"/>
              <a:gd name="connsiteY739" fmla="*/ 1567232 h 6530188"/>
              <a:gd name="connsiteX740" fmla="*/ 1250967 w 6530262"/>
              <a:gd name="connsiteY740" fmla="*/ 1548571 h 6530188"/>
              <a:gd name="connsiteX741" fmla="*/ 1234880 w 6530262"/>
              <a:gd name="connsiteY741" fmla="*/ 1521866 h 6530188"/>
              <a:gd name="connsiteX742" fmla="*/ 1222975 w 6530262"/>
              <a:gd name="connsiteY742" fmla="*/ 1514787 h 6530188"/>
              <a:gd name="connsiteX743" fmla="*/ 1215253 w 6530262"/>
              <a:gd name="connsiteY743" fmla="*/ 1509639 h 6530188"/>
              <a:gd name="connsiteX744" fmla="*/ 1200774 w 6530262"/>
              <a:gd name="connsiteY744" fmla="*/ 1502883 h 6530188"/>
              <a:gd name="connsiteX745" fmla="*/ 1185330 w 6530262"/>
              <a:gd name="connsiteY745" fmla="*/ 1486473 h 6530188"/>
              <a:gd name="connsiteX746" fmla="*/ 1168599 w 6530262"/>
              <a:gd name="connsiteY746" fmla="*/ 1465560 h 6530188"/>
              <a:gd name="connsiteX747" fmla="*/ 1138354 w 6530262"/>
              <a:gd name="connsiteY747" fmla="*/ 1433385 h 6530188"/>
              <a:gd name="connsiteX748" fmla="*/ 1122589 w 6530262"/>
              <a:gd name="connsiteY748" fmla="*/ 1414724 h 6530188"/>
              <a:gd name="connsiteX749" fmla="*/ 1113258 w 6530262"/>
              <a:gd name="connsiteY749" fmla="*/ 1390914 h 6530188"/>
              <a:gd name="connsiteX750" fmla="*/ 1098135 w 6530262"/>
              <a:gd name="connsiteY750" fmla="*/ 1375470 h 6530188"/>
              <a:gd name="connsiteX751" fmla="*/ 1088483 w 6530262"/>
              <a:gd name="connsiteY751" fmla="*/ 1365175 h 6530188"/>
              <a:gd name="connsiteX752" fmla="*/ 1063708 w 6530262"/>
              <a:gd name="connsiteY752" fmla="*/ 1360670 h 6530188"/>
              <a:gd name="connsiteX753" fmla="*/ 3906239 w 6530262"/>
              <a:gd name="connsiteY753" fmla="*/ 1359406 h 6530188"/>
              <a:gd name="connsiteX754" fmla="*/ 4034758 w 6530262"/>
              <a:gd name="connsiteY754" fmla="*/ 1377078 h 6530188"/>
              <a:gd name="connsiteX755" fmla="*/ 3912493 w 6530262"/>
              <a:gd name="connsiteY755" fmla="*/ 1445932 h 6530188"/>
              <a:gd name="connsiteX756" fmla="*/ 3781860 w 6530262"/>
              <a:gd name="connsiteY756" fmla="*/ 1404748 h 6530188"/>
              <a:gd name="connsiteX757" fmla="*/ 3840102 w 6530262"/>
              <a:gd name="connsiteY757" fmla="*/ 1371049 h 6530188"/>
              <a:gd name="connsiteX758" fmla="*/ 3906058 w 6530262"/>
              <a:gd name="connsiteY758" fmla="*/ 1359381 h 6530188"/>
              <a:gd name="connsiteX759" fmla="*/ 3906380 w 6530262"/>
              <a:gd name="connsiteY759" fmla="*/ 1359381 h 6530188"/>
              <a:gd name="connsiteX760" fmla="*/ 3906239 w 6530262"/>
              <a:gd name="connsiteY760" fmla="*/ 1359406 h 6530188"/>
              <a:gd name="connsiteX761" fmla="*/ 5430878 w 6530262"/>
              <a:gd name="connsiteY761" fmla="*/ 1207559 h 6530188"/>
              <a:gd name="connsiteX762" fmla="*/ 5424725 w 6530262"/>
              <a:gd name="connsiteY762" fmla="*/ 1212023 h 6530188"/>
              <a:gd name="connsiteX763" fmla="*/ 5407993 w 6530262"/>
              <a:gd name="connsiteY763" fmla="*/ 1233258 h 6530188"/>
              <a:gd name="connsiteX764" fmla="*/ 5375818 w 6530262"/>
              <a:gd name="connsiteY764" fmla="*/ 1267363 h 6530188"/>
              <a:gd name="connsiteX765" fmla="*/ 5341712 w 6530262"/>
              <a:gd name="connsiteY765" fmla="*/ 1295034 h 6530188"/>
              <a:gd name="connsiteX766" fmla="*/ 5328199 w 6530262"/>
              <a:gd name="connsiteY766" fmla="*/ 1312408 h 6530188"/>
              <a:gd name="connsiteX767" fmla="*/ 5321442 w 6530262"/>
              <a:gd name="connsiteY767" fmla="*/ 1326243 h 6530188"/>
              <a:gd name="connsiteX768" fmla="*/ 5311146 w 6530262"/>
              <a:gd name="connsiteY768" fmla="*/ 1326243 h 6530188"/>
              <a:gd name="connsiteX769" fmla="*/ 5290553 w 6530262"/>
              <a:gd name="connsiteY769" fmla="*/ 1316591 h 6530188"/>
              <a:gd name="connsiteX770" fmla="*/ 5288173 w 6530262"/>
              <a:gd name="connsiteY770" fmla="*/ 1314210 h 6530188"/>
              <a:gd name="connsiteX771" fmla="*/ 5290553 w 6530262"/>
              <a:gd name="connsiteY771" fmla="*/ 1303077 h 6530188"/>
              <a:gd name="connsiteX772" fmla="*/ 5310179 w 6530262"/>
              <a:gd name="connsiteY772" fmla="*/ 1277659 h 6530188"/>
              <a:gd name="connsiteX773" fmla="*/ 5305032 w 6530262"/>
              <a:gd name="connsiteY773" fmla="*/ 1272833 h 6530188"/>
              <a:gd name="connsiteX774" fmla="*/ 5258056 w 6530262"/>
              <a:gd name="connsiteY774" fmla="*/ 1282807 h 6530188"/>
              <a:gd name="connsiteX775" fmla="*/ 5246473 w 6530262"/>
              <a:gd name="connsiteY775" fmla="*/ 1279911 h 6530188"/>
              <a:gd name="connsiteX776" fmla="*/ 5231994 w 6530262"/>
              <a:gd name="connsiteY776" fmla="*/ 1285703 h 6530188"/>
              <a:gd name="connsiteX777" fmla="*/ 5205610 w 6530262"/>
              <a:gd name="connsiteY777" fmla="*/ 1309512 h 6530188"/>
              <a:gd name="connsiteX778" fmla="*/ 5187592 w 6530262"/>
              <a:gd name="connsiteY778" fmla="*/ 1341687 h 6530188"/>
              <a:gd name="connsiteX779" fmla="*/ 5193385 w 6530262"/>
              <a:gd name="connsiteY779" fmla="*/ 1356809 h 6530188"/>
              <a:gd name="connsiteX780" fmla="*/ 5241004 w 6530262"/>
              <a:gd name="connsiteY780" fmla="*/ 1364853 h 6530188"/>
              <a:gd name="connsiteX781" fmla="*/ 5254839 w 6530262"/>
              <a:gd name="connsiteY781" fmla="*/ 1364853 h 6530188"/>
              <a:gd name="connsiteX782" fmla="*/ 5287014 w 6530262"/>
              <a:gd name="connsiteY782" fmla="*/ 1361957 h 6530188"/>
              <a:gd name="connsiteX783" fmla="*/ 5315006 w 6530262"/>
              <a:gd name="connsiteY783" fmla="*/ 1377079 h 6530188"/>
              <a:gd name="connsiteX784" fmla="*/ 5335921 w 6530262"/>
              <a:gd name="connsiteY784" fmla="*/ 1392201 h 6530188"/>
              <a:gd name="connsiteX785" fmla="*/ 5361661 w 6530262"/>
              <a:gd name="connsiteY785" fmla="*/ 1413437 h 6530188"/>
              <a:gd name="connsiteX786" fmla="*/ 5379035 w 6530262"/>
              <a:gd name="connsiteY786" fmla="*/ 1425663 h 6530188"/>
              <a:gd name="connsiteX787" fmla="*/ 5396410 w 6530262"/>
              <a:gd name="connsiteY787" fmla="*/ 1437246 h 6530188"/>
              <a:gd name="connsiteX788" fmla="*/ 5428586 w 6530262"/>
              <a:gd name="connsiteY788" fmla="*/ 1464273 h 6530188"/>
              <a:gd name="connsiteX789" fmla="*/ 5448856 w 6530262"/>
              <a:gd name="connsiteY789" fmla="*/ 1480682 h 6530188"/>
              <a:gd name="connsiteX790" fmla="*/ 5467838 w 6530262"/>
              <a:gd name="connsiteY790" fmla="*/ 1496769 h 6530188"/>
              <a:gd name="connsiteX791" fmla="*/ 5446281 w 6530262"/>
              <a:gd name="connsiteY791" fmla="*/ 1502561 h 6530188"/>
              <a:gd name="connsiteX792" fmla="*/ 5426655 w 6530262"/>
              <a:gd name="connsiteY792" fmla="*/ 1495161 h 6530188"/>
              <a:gd name="connsiteX793" fmla="*/ 5418289 w 6530262"/>
              <a:gd name="connsiteY793" fmla="*/ 1479717 h 6530188"/>
              <a:gd name="connsiteX794" fmla="*/ 5406385 w 6530262"/>
              <a:gd name="connsiteY794" fmla="*/ 1468456 h 6530188"/>
              <a:gd name="connsiteX795" fmla="*/ 5392870 w 6530262"/>
              <a:gd name="connsiteY795" fmla="*/ 1453655 h 6530188"/>
              <a:gd name="connsiteX796" fmla="*/ 5382573 w 6530262"/>
              <a:gd name="connsiteY796" fmla="*/ 1451403 h 6530188"/>
              <a:gd name="connsiteX797" fmla="*/ 5369060 w 6530262"/>
              <a:gd name="connsiteY797" fmla="*/ 1444324 h 6530188"/>
              <a:gd name="connsiteX798" fmla="*/ 5354903 w 6530262"/>
              <a:gd name="connsiteY798" fmla="*/ 1434029 h 6530188"/>
              <a:gd name="connsiteX799" fmla="*/ 5335277 w 6530262"/>
              <a:gd name="connsiteY799" fmla="*/ 1420837 h 6530188"/>
              <a:gd name="connsiteX800" fmla="*/ 5320155 w 6530262"/>
              <a:gd name="connsiteY800" fmla="*/ 1407645 h 6530188"/>
              <a:gd name="connsiteX801" fmla="*/ 5310823 w 6530262"/>
              <a:gd name="connsiteY801" fmla="*/ 1405393 h 6530188"/>
              <a:gd name="connsiteX802" fmla="*/ 5294736 w 6530262"/>
              <a:gd name="connsiteY802" fmla="*/ 1390271 h 6530188"/>
              <a:gd name="connsiteX803" fmla="*/ 5257414 w 6530262"/>
              <a:gd name="connsiteY803" fmla="*/ 1404106 h 6530188"/>
              <a:gd name="connsiteX804" fmla="*/ 5240038 w 6530262"/>
              <a:gd name="connsiteY804" fmla="*/ 1414724 h 6530188"/>
              <a:gd name="connsiteX805" fmla="*/ 5233924 w 6530262"/>
              <a:gd name="connsiteY805" fmla="*/ 1427915 h 6530188"/>
              <a:gd name="connsiteX806" fmla="*/ 5243899 w 6530262"/>
              <a:gd name="connsiteY806" fmla="*/ 1438855 h 6530188"/>
              <a:gd name="connsiteX807" fmla="*/ 5262561 w 6530262"/>
              <a:gd name="connsiteY807" fmla="*/ 1445612 h 6530188"/>
              <a:gd name="connsiteX808" fmla="*/ 5280579 w 6530262"/>
              <a:gd name="connsiteY808" fmla="*/ 1449794 h 6530188"/>
              <a:gd name="connsiteX809" fmla="*/ 5288945 w 6530262"/>
              <a:gd name="connsiteY809" fmla="*/ 1461055 h 6530188"/>
              <a:gd name="connsiteX810" fmla="*/ 5271571 w 6530262"/>
              <a:gd name="connsiteY810" fmla="*/ 1468134 h 6530188"/>
              <a:gd name="connsiteX811" fmla="*/ 5256769 w 6530262"/>
              <a:gd name="connsiteY811" fmla="*/ 1478430 h 6530188"/>
              <a:gd name="connsiteX812" fmla="*/ 5247117 w 6530262"/>
              <a:gd name="connsiteY812" fmla="*/ 1480360 h 6530188"/>
              <a:gd name="connsiteX813" fmla="*/ 5231674 w 6530262"/>
              <a:gd name="connsiteY813" fmla="*/ 1474890 h 6530188"/>
              <a:gd name="connsiteX814" fmla="*/ 5210437 w 6530262"/>
              <a:gd name="connsiteY814" fmla="*/ 1461699 h 6530188"/>
              <a:gd name="connsiteX815" fmla="*/ 5187914 w 6530262"/>
              <a:gd name="connsiteY815" fmla="*/ 1455586 h 6530188"/>
              <a:gd name="connsiteX816" fmla="*/ 5177940 w 6530262"/>
              <a:gd name="connsiteY816" fmla="*/ 1437246 h 6530188"/>
              <a:gd name="connsiteX817" fmla="*/ 5145765 w 6530262"/>
              <a:gd name="connsiteY817" fmla="*/ 1428881 h 6530188"/>
              <a:gd name="connsiteX818" fmla="*/ 5126139 w 6530262"/>
              <a:gd name="connsiteY818" fmla="*/ 1441107 h 6530188"/>
              <a:gd name="connsiteX819" fmla="*/ 5115520 w 6530262"/>
              <a:gd name="connsiteY819" fmla="*/ 1453977 h 6530188"/>
              <a:gd name="connsiteX820" fmla="*/ 5119381 w 6530262"/>
              <a:gd name="connsiteY820" fmla="*/ 1464916 h 6530188"/>
              <a:gd name="connsiteX821" fmla="*/ 5130644 w 6530262"/>
              <a:gd name="connsiteY821" fmla="*/ 1485187 h 6530188"/>
              <a:gd name="connsiteX822" fmla="*/ 5154775 w 6530262"/>
              <a:gd name="connsiteY822" fmla="*/ 1497413 h 6530188"/>
              <a:gd name="connsiteX823" fmla="*/ 5179548 w 6530262"/>
              <a:gd name="connsiteY823" fmla="*/ 1516396 h 6530188"/>
              <a:gd name="connsiteX824" fmla="*/ 5204002 w 6530262"/>
              <a:gd name="connsiteY824" fmla="*/ 1534735 h 6530188"/>
              <a:gd name="connsiteX825" fmla="*/ 5200785 w 6530262"/>
              <a:gd name="connsiteY825" fmla="*/ 1549858 h 6530188"/>
              <a:gd name="connsiteX826" fmla="*/ 5138687 w 6530262"/>
              <a:gd name="connsiteY826" fmla="*/ 1563693 h 6530188"/>
              <a:gd name="connsiteX827" fmla="*/ 5106512 w 6530262"/>
              <a:gd name="connsiteY827" fmla="*/ 1539240 h 6530188"/>
              <a:gd name="connsiteX828" fmla="*/ 5089136 w 6530262"/>
              <a:gd name="connsiteY828" fmla="*/ 1532483 h 6530188"/>
              <a:gd name="connsiteX829" fmla="*/ 5089136 w 6530262"/>
              <a:gd name="connsiteY829" fmla="*/ 1575919 h 6530188"/>
              <a:gd name="connsiteX830" fmla="*/ 5071763 w 6530262"/>
              <a:gd name="connsiteY830" fmla="*/ 1591363 h 6530188"/>
              <a:gd name="connsiteX831" fmla="*/ 5093963 w 6530262"/>
              <a:gd name="connsiteY831" fmla="*/ 1615494 h 6530188"/>
              <a:gd name="connsiteX832" fmla="*/ 5112948 w 6530262"/>
              <a:gd name="connsiteY832" fmla="*/ 1627077 h 6530188"/>
              <a:gd name="connsiteX833" fmla="*/ 5138687 w 6530262"/>
              <a:gd name="connsiteY833" fmla="*/ 1640269 h 6530188"/>
              <a:gd name="connsiteX834" fmla="*/ 5177298 w 6530262"/>
              <a:gd name="connsiteY834" fmla="*/ 1629329 h 6530188"/>
              <a:gd name="connsiteX835" fmla="*/ 5195958 w 6530262"/>
              <a:gd name="connsiteY835" fmla="*/ 1625146 h 6530188"/>
              <a:gd name="connsiteX836" fmla="*/ 5217837 w 6530262"/>
              <a:gd name="connsiteY836" fmla="*/ 1611955 h 6530188"/>
              <a:gd name="connsiteX837" fmla="*/ 5235535 w 6530262"/>
              <a:gd name="connsiteY837" fmla="*/ 1599085 h 6530188"/>
              <a:gd name="connsiteX838" fmla="*/ 5252909 w 6530262"/>
              <a:gd name="connsiteY838" fmla="*/ 1580424 h 6530188"/>
              <a:gd name="connsiteX839" fmla="*/ 5290231 w 6530262"/>
              <a:gd name="connsiteY839" fmla="*/ 1595868 h 6530188"/>
              <a:gd name="connsiteX840" fmla="*/ 5305032 w 6530262"/>
              <a:gd name="connsiteY840" fmla="*/ 1603911 h 6530188"/>
              <a:gd name="connsiteX841" fmla="*/ 5324336 w 6530262"/>
              <a:gd name="connsiteY841" fmla="*/ 1618068 h 6530188"/>
              <a:gd name="connsiteX842" fmla="*/ 5341712 w 6530262"/>
              <a:gd name="connsiteY842" fmla="*/ 1619999 h 6530188"/>
              <a:gd name="connsiteX843" fmla="*/ 5362625 w 6530262"/>
              <a:gd name="connsiteY843" fmla="*/ 1608416 h 6530188"/>
              <a:gd name="connsiteX844" fmla="*/ 5362625 w 6530262"/>
              <a:gd name="connsiteY844" fmla="*/ 1595868 h 6530188"/>
              <a:gd name="connsiteX845" fmla="*/ 5353939 w 6530262"/>
              <a:gd name="connsiteY845" fmla="*/ 1573023 h 6530188"/>
              <a:gd name="connsiteX846" fmla="*/ 5346859 w 6530262"/>
              <a:gd name="connsiteY846" fmla="*/ 1548571 h 6530188"/>
              <a:gd name="connsiteX847" fmla="*/ 5333024 w 6530262"/>
              <a:gd name="connsiteY847" fmla="*/ 1543744 h 6530188"/>
              <a:gd name="connsiteX848" fmla="*/ 5313398 w 6530262"/>
              <a:gd name="connsiteY848" fmla="*/ 1534414 h 6530188"/>
              <a:gd name="connsiteX849" fmla="*/ 5307285 w 6530262"/>
              <a:gd name="connsiteY849" fmla="*/ 1524761 h 6530188"/>
              <a:gd name="connsiteX850" fmla="*/ 5325947 w 6530262"/>
              <a:gd name="connsiteY850" fmla="*/ 1512535 h 6530188"/>
              <a:gd name="connsiteX851" fmla="*/ 5354261 w 6530262"/>
              <a:gd name="connsiteY851" fmla="*/ 1512535 h 6530188"/>
              <a:gd name="connsiteX852" fmla="*/ 5375174 w 6530262"/>
              <a:gd name="connsiteY852" fmla="*/ 1512535 h 6530188"/>
              <a:gd name="connsiteX853" fmla="*/ 5423114 w 6530262"/>
              <a:gd name="connsiteY853" fmla="*/ 1522509 h 6530188"/>
              <a:gd name="connsiteX854" fmla="*/ 5439202 w 6530262"/>
              <a:gd name="connsiteY854" fmla="*/ 1539240 h 6530188"/>
              <a:gd name="connsiteX855" fmla="*/ 5450142 w 6530262"/>
              <a:gd name="connsiteY855" fmla="*/ 1553397 h 6530188"/>
              <a:gd name="connsiteX856" fmla="*/ 5464621 w 6530262"/>
              <a:gd name="connsiteY856" fmla="*/ 1559832 h 6530188"/>
              <a:gd name="connsiteX857" fmla="*/ 5505483 w 6530262"/>
              <a:gd name="connsiteY857" fmla="*/ 1585572 h 6530188"/>
              <a:gd name="connsiteX858" fmla="*/ 5533797 w 6530262"/>
              <a:gd name="connsiteY858" fmla="*/ 1570772 h 6530188"/>
              <a:gd name="connsiteX859" fmla="*/ 5553425 w 6530262"/>
              <a:gd name="connsiteY859" fmla="*/ 1541492 h 6530188"/>
              <a:gd name="connsiteX860" fmla="*/ 5546990 w 6530262"/>
              <a:gd name="connsiteY860" fmla="*/ 1527014 h 6530188"/>
              <a:gd name="connsiteX861" fmla="*/ 5540876 w 6530262"/>
              <a:gd name="connsiteY861" fmla="*/ 1514787 h 6530188"/>
              <a:gd name="connsiteX862" fmla="*/ 5540876 w 6530262"/>
              <a:gd name="connsiteY862" fmla="*/ 1500309 h 6530188"/>
              <a:gd name="connsiteX863" fmla="*/ 5530580 w 6530262"/>
              <a:gd name="connsiteY863" fmla="*/ 1490335 h 6530188"/>
              <a:gd name="connsiteX864" fmla="*/ 5507735 w 6530262"/>
              <a:gd name="connsiteY864" fmla="*/ 1482934 h 6530188"/>
              <a:gd name="connsiteX865" fmla="*/ 5502910 w 6530262"/>
              <a:gd name="connsiteY865" fmla="*/ 1472638 h 6530188"/>
              <a:gd name="connsiteX866" fmla="*/ 5522536 w 6530262"/>
              <a:gd name="connsiteY866" fmla="*/ 1459768 h 6530188"/>
              <a:gd name="connsiteX867" fmla="*/ 5538946 w 6530262"/>
              <a:gd name="connsiteY867" fmla="*/ 1450759 h 6530188"/>
              <a:gd name="connsiteX868" fmla="*/ 5554067 w 6530262"/>
              <a:gd name="connsiteY868" fmla="*/ 1444003 h 6530188"/>
              <a:gd name="connsiteX869" fmla="*/ 5599435 w 6530262"/>
              <a:gd name="connsiteY869" fmla="*/ 1427272 h 6530188"/>
              <a:gd name="connsiteX870" fmla="*/ 5629680 w 6530262"/>
              <a:gd name="connsiteY870" fmla="*/ 1431133 h 6530188"/>
              <a:gd name="connsiteX871" fmla="*/ 5647376 w 6530262"/>
              <a:gd name="connsiteY871" fmla="*/ 1417298 h 6530188"/>
              <a:gd name="connsiteX872" fmla="*/ 5653811 w 6530262"/>
              <a:gd name="connsiteY872" fmla="*/ 1405393 h 6530188"/>
              <a:gd name="connsiteX873" fmla="*/ 5649628 w 6530262"/>
              <a:gd name="connsiteY873" fmla="*/ 1385445 h 6530188"/>
              <a:gd name="connsiteX874" fmla="*/ 5637402 w 6530262"/>
              <a:gd name="connsiteY874" fmla="*/ 1374827 h 6530188"/>
              <a:gd name="connsiteX875" fmla="*/ 5629036 w 6530262"/>
              <a:gd name="connsiteY875" fmla="*/ 1374827 h 6530188"/>
              <a:gd name="connsiteX876" fmla="*/ 5571763 w 6530262"/>
              <a:gd name="connsiteY876" fmla="*/ 1354879 h 6530188"/>
              <a:gd name="connsiteX877" fmla="*/ 5560181 w 6530262"/>
              <a:gd name="connsiteY877" fmla="*/ 1380297 h 6530188"/>
              <a:gd name="connsiteX878" fmla="*/ 5547312 w 6530262"/>
              <a:gd name="connsiteY878" fmla="*/ 1387053 h 6530188"/>
              <a:gd name="connsiteX879" fmla="*/ 5532188 w 6530262"/>
              <a:gd name="connsiteY879" fmla="*/ 1389627 h 6530188"/>
              <a:gd name="connsiteX880" fmla="*/ 5516423 w 6530262"/>
              <a:gd name="connsiteY880" fmla="*/ 1383514 h 6530188"/>
              <a:gd name="connsiteX881" fmla="*/ 5504518 w 6530262"/>
              <a:gd name="connsiteY881" fmla="*/ 1396706 h 6530188"/>
              <a:gd name="connsiteX882" fmla="*/ 5491325 w 6530262"/>
              <a:gd name="connsiteY882" fmla="*/ 1396706 h 6530188"/>
              <a:gd name="connsiteX883" fmla="*/ 5478134 w 6530262"/>
              <a:gd name="connsiteY883" fmla="*/ 1394776 h 6530188"/>
              <a:gd name="connsiteX884" fmla="*/ 5467516 w 6530262"/>
              <a:gd name="connsiteY884" fmla="*/ 1409576 h 6530188"/>
              <a:gd name="connsiteX885" fmla="*/ 5474596 w 6530262"/>
              <a:gd name="connsiteY885" fmla="*/ 1425020 h 6530188"/>
              <a:gd name="connsiteX886" fmla="*/ 5448856 w 6530262"/>
              <a:gd name="connsiteY886" fmla="*/ 1425020 h 6530188"/>
              <a:gd name="connsiteX887" fmla="*/ 5454003 w 6530262"/>
              <a:gd name="connsiteY887" fmla="*/ 1407002 h 6530188"/>
              <a:gd name="connsiteX888" fmla="*/ 5447890 w 6530262"/>
              <a:gd name="connsiteY888" fmla="*/ 1385445 h 6530188"/>
              <a:gd name="connsiteX889" fmla="*/ 5476526 w 6530262"/>
              <a:gd name="connsiteY889" fmla="*/ 1381262 h 6530188"/>
              <a:gd name="connsiteX890" fmla="*/ 5523823 w 6530262"/>
              <a:gd name="connsiteY890" fmla="*/ 1367105 h 6530188"/>
              <a:gd name="connsiteX891" fmla="*/ 5527683 w 6530262"/>
              <a:gd name="connsiteY891" fmla="*/ 1349409 h 6530188"/>
              <a:gd name="connsiteX892" fmla="*/ 5541519 w 6530262"/>
              <a:gd name="connsiteY892" fmla="*/ 1336539 h 6530188"/>
              <a:gd name="connsiteX893" fmla="*/ 5567902 w 6530262"/>
              <a:gd name="connsiteY893" fmla="*/ 1333965 h 6530188"/>
              <a:gd name="connsiteX894" fmla="*/ 5591069 w 6530262"/>
              <a:gd name="connsiteY894" fmla="*/ 1323669 h 6530188"/>
              <a:gd name="connsiteX895" fmla="*/ 5588817 w 6530262"/>
              <a:gd name="connsiteY895" fmla="*/ 1298894 h 6530188"/>
              <a:gd name="connsiteX896" fmla="*/ 5580451 w 6530262"/>
              <a:gd name="connsiteY896" fmla="*/ 1292782 h 6530188"/>
              <a:gd name="connsiteX897" fmla="*/ 5572729 w 6530262"/>
              <a:gd name="connsiteY897" fmla="*/ 1286025 h 6530188"/>
              <a:gd name="connsiteX898" fmla="*/ 5546668 w 6530262"/>
              <a:gd name="connsiteY898" fmla="*/ 1292782 h 6530188"/>
              <a:gd name="connsiteX899" fmla="*/ 5518353 w 6530262"/>
              <a:gd name="connsiteY899" fmla="*/ 1295677 h 6530188"/>
              <a:gd name="connsiteX900" fmla="*/ 5518353 w 6530262"/>
              <a:gd name="connsiteY900" fmla="*/ 1277337 h 6530188"/>
              <a:gd name="connsiteX901" fmla="*/ 5500013 w 6530262"/>
              <a:gd name="connsiteY901" fmla="*/ 1277337 h 6530188"/>
              <a:gd name="connsiteX902" fmla="*/ 5490361 w 6530262"/>
              <a:gd name="connsiteY902" fmla="*/ 1296964 h 6530188"/>
              <a:gd name="connsiteX903" fmla="*/ 5471377 w 6530262"/>
              <a:gd name="connsiteY903" fmla="*/ 1305008 h 6530188"/>
              <a:gd name="connsiteX904" fmla="*/ 5454325 w 6530262"/>
              <a:gd name="connsiteY904" fmla="*/ 1320773 h 6530188"/>
              <a:gd name="connsiteX905" fmla="*/ 5466230 w 6530262"/>
              <a:gd name="connsiteY905" fmla="*/ 1325599 h 6530188"/>
              <a:gd name="connsiteX906" fmla="*/ 5481995 w 6530262"/>
              <a:gd name="connsiteY906" fmla="*/ 1333322 h 6530188"/>
              <a:gd name="connsiteX907" fmla="*/ 5471699 w 6530262"/>
              <a:gd name="connsiteY907" fmla="*/ 1356487 h 6530188"/>
              <a:gd name="connsiteX908" fmla="*/ 5446924 w 6530262"/>
              <a:gd name="connsiteY908" fmla="*/ 1354879 h 6530188"/>
              <a:gd name="connsiteX909" fmla="*/ 5448534 w 6530262"/>
              <a:gd name="connsiteY909" fmla="*/ 1342974 h 6530188"/>
              <a:gd name="connsiteX910" fmla="*/ 5435663 w 6530262"/>
              <a:gd name="connsiteY910" fmla="*/ 1327530 h 6530188"/>
              <a:gd name="connsiteX911" fmla="*/ 5438560 w 6530262"/>
              <a:gd name="connsiteY911" fmla="*/ 1317878 h 6530188"/>
              <a:gd name="connsiteX912" fmla="*/ 5463333 w 6530262"/>
              <a:gd name="connsiteY912" fmla="*/ 1285703 h 6530188"/>
              <a:gd name="connsiteX913" fmla="*/ 5469125 w 6530262"/>
              <a:gd name="connsiteY913" fmla="*/ 1275085 h 6530188"/>
              <a:gd name="connsiteX914" fmla="*/ 5479099 w 6530262"/>
              <a:gd name="connsiteY914" fmla="*/ 1258033 h 6530188"/>
              <a:gd name="connsiteX915" fmla="*/ 5466230 w 6530262"/>
              <a:gd name="connsiteY915" fmla="*/ 1253850 h 6530188"/>
              <a:gd name="connsiteX916" fmla="*/ 5449176 w 6530262"/>
              <a:gd name="connsiteY916" fmla="*/ 1259963 h 6530188"/>
              <a:gd name="connsiteX917" fmla="*/ 5442421 w 6530262"/>
              <a:gd name="connsiteY917" fmla="*/ 1269937 h 6530188"/>
              <a:gd name="connsiteX918" fmla="*/ 5417323 w 6530262"/>
              <a:gd name="connsiteY918" fmla="*/ 1293747 h 6530188"/>
              <a:gd name="connsiteX919" fmla="*/ 5402202 w 6530262"/>
              <a:gd name="connsiteY919" fmla="*/ 1313373 h 6530188"/>
              <a:gd name="connsiteX920" fmla="*/ 5375174 w 6530262"/>
              <a:gd name="connsiteY920" fmla="*/ 1336861 h 6530188"/>
              <a:gd name="connsiteX921" fmla="*/ 5368738 w 6530262"/>
              <a:gd name="connsiteY921" fmla="*/ 1355522 h 6530188"/>
              <a:gd name="connsiteX922" fmla="*/ 5378392 w 6530262"/>
              <a:gd name="connsiteY922" fmla="*/ 1358739 h 6530188"/>
              <a:gd name="connsiteX923" fmla="*/ 5389331 w 6530262"/>
              <a:gd name="connsiteY923" fmla="*/ 1357131 h 6530188"/>
              <a:gd name="connsiteX924" fmla="*/ 5404132 w 6530262"/>
              <a:gd name="connsiteY924" fmla="*/ 1350696 h 6530188"/>
              <a:gd name="connsiteX925" fmla="*/ 5402202 w 6530262"/>
              <a:gd name="connsiteY925" fmla="*/ 1363566 h 6530188"/>
              <a:gd name="connsiteX926" fmla="*/ 5396088 w 6530262"/>
              <a:gd name="connsiteY926" fmla="*/ 1374827 h 6530188"/>
              <a:gd name="connsiteX927" fmla="*/ 5408957 w 6530262"/>
              <a:gd name="connsiteY927" fmla="*/ 1380940 h 6530188"/>
              <a:gd name="connsiteX928" fmla="*/ 5418289 w 6530262"/>
              <a:gd name="connsiteY928" fmla="*/ 1392845 h 6530188"/>
              <a:gd name="connsiteX929" fmla="*/ 5411210 w 6530262"/>
              <a:gd name="connsiteY929" fmla="*/ 1397350 h 6530188"/>
              <a:gd name="connsiteX930" fmla="*/ 5398983 w 6530262"/>
              <a:gd name="connsiteY930" fmla="*/ 1394132 h 6530188"/>
              <a:gd name="connsiteX931" fmla="*/ 5386436 w 6530262"/>
              <a:gd name="connsiteY931" fmla="*/ 1387375 h 6530188"/>
              <a:gd name="connsiteX932" fmla="*/ 5366486 w 6530262"/>
              <a:gd name="connsiteY932" fmla="*/ 1372575 h 6530188"/>
              <a:gd name="connsiteX933" fmla="*/ 5355225 w 6530262"/>
              <a:gd name="connsiteY933" fmla="*/ 1362279 h 6530188"/>
              <a:gd name="connsiteX934" fmla="*/ 5339782 w 6530262"/>
              <a:gd name="connsiteY934" fmla="*/ 1352305 h 6530188"/>
              <a:gd name="connsiteX935" fmla="*/ 5339782 w 6530262"/>
              <a:gd name="connsiteY935" fmla="*/ 1339756 h 6530188"/>
              <a:gd name="connsiteX936" fmla="*/ 5357478 w 6530262"/>
              <a:gd name="connsiteY936" fmla="*/ 1331713 h 6530188"/>
              <a:gd name="connsiteX937" fmla="*/ 5369060 w 6530262"/>
              <a:gd name="connsiteY937" fmla="*/ 1321417 h 6530188"/>
              <a:gd name="connsiteX938" fmla="*/ 5381609 w 6530262"/>
              <a:gd name="connsiteY938" fmla="*/ 1304042 h 6530188"/>
              <a:gd name="connsiteX939" fmla="*/ 5403488 w 6530262"/>
              <a:gd name="connsiteY939" fmla="*/ 1281199 h 6530188"/>
              <a:gd name="connsiteX940" fmla="*/ 5415715 w 6530262"/>
              <a:gd name="connsiteY940" fmla="*/ 1270902 h 6530188"/>
              <a:gd name="connsiteX941" fmla="*/ 5425689 w 6530262"/>
              <a:gd name="connsiteY941" fmla="*/ 1262859 h 6530188"/>
              <a:gd name="connsiteX942" fmla="*/ 5433733 w 6530262"/>
              <a:gd name="connsiteY942" fmla="*/ 1254815 h 6530188"/>
              <a:gd name="connsiteX943" fmla="*/ 5446604 w 6530262"/>
              <a:gd name="connsiteY943" fmla="*/ 1240980 h 6530188"/>
              <a:gd name="connsiteX944" fmla="*/ 5455934 w 6530262"/>
              <a:gd name="connsiteY944" fmla="*/ 1228754 h 6530188"/>
              <a:gd name="connsiteX945" fmla="*/ 5458186 w 6530262"/>
              <a:gd name="connsiteY945" fmla="*/ 1219101 h 6530188"/>
              <a:gd name="connsiteX946" fmla="*/ 5450786 w 6530262"/>
              <a:gd name="connsiteY946" fmla="*/ 1217171 h 6530188"/>
              <a:gd name="connsiteX947" fmla="*/ 5442099 w 6530262"/>
              <a:gd name="connsiteY947" fmla="*/ 1208162 h 6530188"/>
              <a:gd name="connsiteX948" fmla="*/ 5430878 w 6530262"/>
              <a:gd name="connsiteY948" fmla="*/ 1207559 h 6530188"/>
              <a:gd name="connsiteX949" fmla="*/ 3655735 w 6530262"/>
              <a:gd name="connsiteY949" fmla="*/ 1198508 h 6530188"/>
              <a:gd name="connsiteX950" fmla="*/ 3681475 w 6530262"/>
              <a:gd name="connsiteY950" fmla="*/ 1348443 h 6530188"/>
              <a:gd name="connsiteX951" fmla="*/ 3682441 w 6530262"/>
              <a:gd name="connsiteY951" fmla="*/ 1348443 h 6530188"/>
              <a:gd name="connsiteX952" fmla="*/ 3618091 w 6530262"/>
              <a:gd name="connsiteY952" fmla="*/ 1473281 h 6530188"/>
              <a:gd name="connsiteX953" fmla="*/ 3585916 w 6530262"/>
              <a:gd name="connsiteY953" fmla="*/ 1333964 h 6530188"/>
              <a:gd name="connsiteX954" fmla="*/ 3655735 w 6530262"/>
              <a:gd name="connsiteY954" fmla="*/ 1198508 h 6530188"/>
              <a:gd name="connsiteX955" fmla="*/ 1176000 w 6530262"/>
              <a:gd name="connsiteY955" fmla="*/ 1188214 h 6530188"/>
              <a:gd name="connsiteX956" fmla="*/ 1166347 w 6530262"/>
              <a:gd name="connsiteY956" fmla="*/ 1194970 h 6530188"/>
              <a:gd name="connsiteX957" fmla="*/ 1151224 w 6530262"/>
              <a:gd name="connsiteY957" fmla="*/ 1199153 h 6530188"/>
              <a:gd name="connsiteX958" fmla="*/ 1140929 w 6530262"/>
              <a:gd name="connsiteY958" fmla="*/ 1215562 h 6530188"/>
              <a:gd name="connsiteX959" fmla="*/ 1128702 w 6530262"/>
              <a:gd name="connsiteY959" fmla="*/ 1224249 h 6530188"/>
              <a:gd name="connsiteX960" fmla="*/ 1120336 w 6530262"/>
              <a:gd name="connsiteY960" fmla="*/ 1238728 h 6530188"/>
              <a:gd name="connsiteX961" fmla="*/ 1104249 w 6530262"/>
              <a:gd name="connsiteY961" fmla="*/ 1250311 h 6530188"/>
              <a:gd name="connsiteX962" fmla="*/ 1100388 w 6530262"/>
              <a:gd name="connsiteY962" fmla="*/ 1267042 h 6530188"/>
              <a:gd name="connsiteX963" fmla="*/ 1118406 w 6530262"/>
              <a:gd name="connsiteY963" fmla="*/ 1285059 h 6530188"/>
              <a:gd name="connsiteX964" fmla="*/ 1140285 w 6530262"/>
              <a:gd name="connsiteY964" fmla="*/ 1317234 h 6530188"/>
              <a:gd name="connsiteX965" fmla="*/ 1153799 w 6530262"/>
              <a:gd name="connsiteY965" fmla="*/ 1337182 h 6530188"/>
              <a:gd name="connsiteX966" fmla="*/ 1180182 w 6530262"/>
              <a:gd name="connsiteY966" fmla="*/ 1364853 h 6530188"/>
              <a:gd name="connsiteX967" fmla="*/ 1194661 w 6530262"/>
              <a:gd name="connsiteY967" fmla="*/ 1385123 h 6530188"/>
              <a:gd name="connsiteX968" fmla="*/ 1208496 w 6530262"/>
              <a:gd name="connsiteY968" fmla="*/ 1405715 h 6530188"/>
              <a:gd name="connsiteX969" fmla="*/ 1214609 w 6530262"/>
              <a:gd name="connsiteY969" fmla="*/ 1420515 h 6530188"/>
              <a:gd name="connsiteX970" fmla="*/ 1243567 w 6530262"/>
              <a:gd name="connsiteY970" fmla="*/ 1457838 h 6530188"/>
              <a:gd name="connsiteX971" fmla="*/ 1266733 w 6530262"/>
              <a:gd name="connsiteY971" fmla="*/ 1475534 h 6530188"/>
              <a:gd name="connsiteX972" fmla="*/ 1282177 w 6530262"/>
              <a:gd name="connsiteY972" fmla="*/ 1486473 h 6530188"/>
              <a:gd name="connsiteX973" fmla="*/ 1297300 w 6530262"/>
              <a:gd name="connsiteY973" fmla="*/ 1499021 h 6530188"/>
              <a:gd name="connsiteX974" fmla="*/ 1324649 w 6530262"/>
              <a:gd name="connsiteY974" fmla="*/ 1515431 h 6530188"/>
              <a:gd name="connsiteX975" fmla="*/ 1344919 w 6530262"/>
              <a:gd name="connsiteY975" fmla="*/ 1532161 h 6530188"/>
              <a:gd name="connsiteX976" fmla="*/ 1370981 w 6530262"/>
              <a:gd name="connsiteY976" fmla="*/ 1536988 h 6530188"/>
              <a:gd name="connsiteX977" fmla="*/ 1387390 w 6530262"/>
              <a:gd name="connsiteY977" fmla="*/ 1531840 h 6530188"/>
              <a:gd name="connsiteX978" fmla="*/ 1409269 w 6530262"/>
              <a:gd name="connsiteY978" fmla="*/ 1510926 h 6530188"/>
              <a:gd name="connsiteX979" fmla="*/ 1427287 w 6530262"/>
              <a:gd name="connsiteY979" fmla="*/ 1499987 h 6530188"/>
              <a:gd name="connsiteX980" fmla="*/ 1444340 w 6530262"/>
              <a:gd name="connsiteY980" fmla="*/ 1482612 h 6530188"/>
              <a:gd name="connsiteX981" fmla="*/ 1462680 w 6530262"/>
              <a:gd name="connsiteY981" fmla="*/ 1466204 h 6530188"/>
              <a:gd name="connsiteX982" fmla="*/ 1478446 w 6530262"/>
              <a:gd name="connsiteY982" fmla="*/ 1459447 h 6530188"/>
              <a:gd name="connsiteX983" fmla="*/ 1490028 w 6530262"/>
              <a:gd name="connsiteY983" fmla="*/ 1439176 h 6530188"/>
              <a:gd name="connsiteX984" fmla="*/ 1503220 w 6530262"/>
              <a:gd name="connsiteY984" fmla="*/ 1419872 h 6530188"/>
              <a:gd name="connsiteX985" fmla="*/ 1494533 w 6530262"/>
              <a:gd name="connsiteY985" fmla="*/ 1399602 h 6530188"/>
              <a:gd name="connsiteX986" fmla="*/ 1479411 w 6530262"/>
              <a:gd name="connsiteY986" fmla="*/ 1370966 h 6530188"/>
              <a:gd name="connsiteX987" fmla="*/ 1451097 w 6530262"/>
              <a:gd name="connsiteY987" fmla="*/ 1360992 h 6530188"/>
              <a:gd name="connsiteX988" fmla="*/ 1435009 w 6530262"/>
              <a:gd name="connsiteY988" fmla="*/ 1374827 h 6530188"/>
              <a:gd name="connsiteX989" fmla="*/ 1421817 w 6530262"/>
              <a:gd name="connsiteY989" fmla="*/ 1381262 h 6530188"/>
              <a:gd name="connsiteX990" fmla="*/ 1409912 w 6530262"/>
              <a:gd name="connsiteY990" fmla="*/ 1389306 h 6530188"/>
              <a:gd name="connsiteX991" fmla="*/ 1394790 w 6530262"/>
              <a:gd name="connsiteY991" fmla="*/ 1401854 h 6530188"/>
              <a:gd name="connsiteX992" fmla="*/ 1367120 w 6530262"/>
              <a:gd name="connsiteY992" fmla="*/ 1413759 h 6530188"/>
              <a:gd name="connsiteX993" fmla="*/ 1336553 w 6530262"/>
              <a:gd name="connsiteY993" fmla="*/ 1398636 h 6530188"/>
              <a:gd name="connsiteX994" fmla="*/ 1321753 w 6530262"/>
              <a:gd name="connsiteY994" fmla="*/ 1386410 h 6530188"/>
              <a:gd name="connsiteX995" fmla="*/ 1301160 w 6530262"/>
              <a:gd name="connsiteY995" fmla="*/ 1350374 h 6530188"/>
              <a:gd name="connsiteX996" fmla="*/ 1313065 w 6530262"/>
              <a:gd name="connsiteY996" fmla="*/ 1312408 h 6530188"/>
              <a:gd name="connsiteX997" fmla="*/ 1319178 w 6530262"/>
              <a:gd name="connsiteY997" fmla="*/ 1287633 h 6530188"/>
              <a:gd name="connsiteX998" fmla="*/ 1321753 w 6530262"/>
              <a:gd name="connsiteY998" fmla="*/ 1268007 h 6530188"/>
              <a:gd name="connsiteX999" fmla="*/ 1331083 w 6530262"/>
              <a:gd name="connsiteY999" fmla="*/ 1250954 h 6530188"/>
              <a:gd name="connsiteX1000" fmla="*/ 1331083 w 6530262"/>
              <a:gd name="connsiteY1000" fmla="*/ 1237119 h 6530188"/>
              <a:gd name="connsiteX1001" fmla="*/ 1314352 w 6530262"/>
              <a:gd name="connsiteY1001" fmla="*/ 1225858 h 6530188"/>
              <a:gd name="connsiteX1002" fmla="*/ 1283786 w 6530262"/>
              <a:gd name="connsiteY1002" fmla="*/ 1217814 h 6530188"/>
              <a:gd name="connsiteX1003" fmla="*/ 1258368 w 6530262"/>
              <a:gd name="connsiteY1003" fmla="*/ 1231006 h 6530188"/>
              <a:gd name="connsiteX1004" fmla="*/ 1254185 w 6530262"/>
              <a:gd name="connsiteY1004" fmla="*/ 1249667 h 6530188"/>
              <a:gd name="connsiteX1005" fmla="*/ 1238420 w 6530262"/>
              <a:gd name="connsiteY1005" fmla="*/ 1257711 h 6530188"/>
              <a:gd name="connsiteX1006" fmla="*/ 1227158 w 6530262"/>
              <a:gd name="connsiteY1006" fmla="*/ 1241945 h 6530188"/>
              <a:gd name="connsiteX1007" fmla="*/ 1213644 w 6530262"/>
              <a:gd name="connsiteY1007" fmla="*/ 1201727 h 6530188"/>
              <a:gd name="connsiteX1008" fmla="*/ 1189192 w 6530262"/>
              <a:gd name="connsiteY1008" fmla="*/ 1188214 h 6530188"/>
              <a:gd name="connsiteX1009" fmla="*/ 1176000 w 6530262"/>
              <a:gd name="connsiteY1009" fmla="*/ 1188214 h 6530188"/>
              <a:gd name="connsiteX1010" fmla="*/ 3990357 w 6530262"/>
              <a:gd name="connsiteY1010" fmla="*/ 1055008 h 6530188"/>
              <a:gd name="connsiteX1011" fmla="*/ 3965581 w 6530262"/>
              <a:gd name="connsiteY1011" fmla="*/ 1199151 h 6530188"/>
              <a:gd name="connsiteX1012" fmla="*/ 3889970 w 6530262"/>
              <a:gd name="connsiteY1012" fmla="*/ 1277979 h 6530188"/>
              <a:gd name="connsiteX1013" fmla="*/ 3860690 w 6530262"/>
              <a:gd name="connsiteY1013" fmla="*/ 1326241 h 6530188"/>
              <a:gd name="connsiteX1014" fmla="*/ 3480380 w 6530262"/>
              <a:gd name="connsiteY1014" fmla="*/ 1589109 h 6530188"/>
              <a:gd name="connsiteX1015" fmla="*/ 3592993 w 6530262"/>
              <a:gd name="connsiteY1015" fmla="*/ 1596509 h 6530188"/>
              <a:gd name="connsiteX1016" fmla="*/ 3594281 w 6530262"/>
              <a:gd name="connsiteY1016" fmla="*/ 1595544 h 6530188"/>
              <a:gd name="connsiteX1017" fmla="*/ 3717510 w 6530262"/>
              <a:gd name="connsiteY1017" fmla="*/ 1684347 h 6530188"/>
              <a:gd name="connsiteX1018" fmla="*/ 3572080 w 6530262"/>
              <a:gd name="connsiteY1018" fmla="*/ 1686921 h 6530188"/>
              <a:gd name="connsiteX1019" fmla="*/ 3469119 w 6530262"/>
              <a:gd name="connsiteY1019" fmla="*/ 1593292 h 6530188"/>
              <a:gd name="connsiteX1020" fmla="*/ 3388385 w 6530262"/>
              <a:gd name="connsiteY1020" fmla="*/ 1622945 h 6530188"/>
              <a:gd name="connsiteX1021" fmla="*/ 3391246 w 6530262"/>
              <a:gd name="connsiteY1021" fmla="*/ 1637608 h 6530188"/>
              <a:gd name="connsiteX1022" fmla="*/ 3434048 w 6530262"/>
              <a:gd name="connsiteY1022" fmla="*/ 1858092 h 6530188"/>
              <a:gd name="connsiteX1023" fmla="*/ 4428260 w 6530262"/>
              <a:gd name="connsiteY1023" fmla="*/ 1708157 h 6530188"/>
              <a:gd name="connsiteX1024" fmla="*/ 4462687 w 6530262"/>
              <a:gd name="connsiteY1024" fmla="*/ 1696574 h 6530188"/>
              <a:gd name="connsiteX1025" fmla="*/ 4462687 w 6530262"/>
              <a:gd name="connsiteY1025" fmla="*/ 1732610 h 6530188"/>
              <a:gd name="connsiteX1026" fmla="*/ 4364232 w 6530262"/>
              <a:gd name="connsiteY1026" fmla="*/ 2011565 h 6530188"/>
              <a:gd name="connsiteX1027" fmla="*/ 4119699 w 6530262"/>
              <a:gd name="connsiteY1027" fmla="*/ 2170831 h 6530188"/>
              <a:gd name="connsiteX1028" fmla="*/ 4017705 w 6530262"/>
              <a:gd name="connsiteY1028" fmla="*/ 2360016 h 6530188"/>
              <a:gd name="connsiteX1029" fmla="*/ 3970730 w 6530262"/>
              <a:gd name="connsiteY1029" fmla="*/ 2392192 h 6530188"/>
              <a:gd name="connsiteX1030" fmla="*/ 4440486 w 6530262"/>
              <a:gd name="connsiteY1030" fmla="*/ 2320442 h 6530188"/>
              <a:gd name="connsiteX1031" fmla="*/ 4477489 w 6530262"/>
              <a:gd name="connsiteY1031" fmla="*/ 2313365 h 6530188"/>
              <a:gd name="connsiteX1032" fmla="*/ 4475558 w 6530262"/>
              <a:gd name="connsiteY1032" fmla="*/ 2313365 h 6530188"/>
              <a:gd name="connsiteX1033" fmla="*/ 4576265 w 6530262"/>
              <a:gd name="connsiteY1033" fmla="*/ 2292450 h 6530188"/>
              <a:gd name="connsiteX1034" fmla="*/ 4420216 w 6530262"/>
              <a:gd name="connsiteY1034" fmla="*/ 2522179 h 6530188"/>
              <a:gd name="connsiteX1035" fmla="*/ 4052777 w 6530262"/>
              <a:gd name="connsiteY1035" fmla="*/ 2814647 h 6530188"/>
              <a:gd name="connsiteX1036" fmla="*/ 3658631 w 6530262"/>
              <a:gd name="connsiteY1036" fmla="*/ 2940449 h 6530188"/>
              <a:gd name="connsiteX1037" fmla="*/ 3594281 w 6530262"/>
              <a:gd name="connsiteY1037" fmla="*/ 2944632 h 6530188"/>
              <a:gd name="connsiteX1038" fmla="*/ 3474266 w 6530262"/>
              <a:gd name="connsiteY1038" fmla="*/ 2935946 h 6530188"/>
              <a:gd name="connsiteX1039" fmla="*/ 3436300 w 6530262"/>
              <a:gd name="connsiteY1039" fmla="*/ 2930475 h 6530188"/>
              <a:gd name="connsiteX1040" fmla="*/ 3509982 w 6530262"/>
              <a:gd name="connsiteY1040" fmla="*/ 3238388 h 6530188"/>
              <a:gd name="connsiteX1041" fmla="*/ 3264486 w 6530262"/>
              <a:gd name="connsiteY1041" fmla="*/ 3254154 h 6530188"/>
              <a:gd name="connsiteX1042" fmla="*/ 3018669 w 6530262"/>
              <a:gd name="connsiteY1042" fmla="*/ 3238388 h 6530188"/>
              <a:gd name="connsiteX1043" fmla="*/ 3092349 w 6530262"/>
              <a:gd name="connsiteY1043" fmla="*/ 2930475 h 6530188"/>
              <a:gd name="connsiteX1044" fmla="*/ 3054382 w 6530262"/>
              <a:gd name="connsiteY1044" fmla="*/ 2935946 h 6530188"/>
              <a:gd name="connsiteX1045" fmla="*/ 2934369 w 6530262"/>
              <a:gd name="connsiteY1045" fmla="*/ 2944632 h 6530188"/>
              <a:gd name="connsiteX1046" fmla="*/ 2870019 w 6530262"/>
              <a:gd name="connsiteY1046" fmla="*/ 2940449 h 6530188"/>
              <a:gd name="connsiteX1047" fmla="*/ 2475552 w 6530262"/>
              <a:gd name="connsiteY1047" fmla="*/ 2814647 h 6530188"/>
              <a:gd name="connsiteX1048" fmla="*/ 2108112 w 6530262"/>
              <a:gd name="connsiteY1048" fmla="*/ 2522179 h 6530188"/>
              <a:gd name="connsiteX1049" fmla="*/ 1952062 w 6530262"/>
              <a:gd name="connsiteY1049" fmla="*/ 2292450 h 6530188"/>
              <a:gd name="connsiteX1050" fmla="*/ 2052770 w 6530262"/>
              <a:gd name="connsiteY1050" fmla="*/ 2313365 h 6530188"/>
              <a:gd name="connsiteX1051" fmla="*/ 2090095 w 6530262"/>
              <a:gd name="connsiteY1051" fmla="*/ 2320442 h 6530188"/>
              <a:gd name="connsiteX1052" fmla="*/ 2559529 w 6530262"/>
              <a:gd name="connsiteY1052" fmla="*/ 2391871 h 6530188"/>
              <a:gd name="connsiteX1053" fmla="*/ 2512554 w 6530262"/>
              <a:gd name="connsiteY1053" fmla="*/ 2361305 h 6530188"/>
              <a:gd name="connsiteX1054" fmla="*/ 2410557 w 6530262"/>
              <a:gd name="connsiteY1054" fmla="*/ 2172116 h 6530188"/>
              <a:gd name="connsiteX1055" fmla="*/ 2166027 w 6530262"/>
              <a:gd name="connsiteY1055" fmla="*/ 2012852 h 6530188"/>
              <a:gd name="connsiteX1056" fmla="*/ 2067572 w 6530262"/>
              <a:gd name="connsiteY1056" fmla="*/ 1733897 h 6530188"/>
              <a:gd name="connsiteX1057" fmla="*/ 2067572 w 6530262"/>
              <a:gd name="connsiteY1057" fmla="*/ 1697860 h 6530188"/>
              <a:gd name="connsiteX1058" fmla="*/ 2101677 w 6530262"/>
              <a:gd name="connsiteY1058" fmla="*/ 1709444 h 6530188"/>
              <a:gd name="connsiteX1059" fmla="*/ 3097497 w 6530262"/>
              <a:gd name="connsiteY1059" fmla="*/ 1858092 h 6530188"/>
              <a:gd name="connsiteX1060" fmla="*/ 3148013 w 6530262"/>
              <a:gd name="connsiteY1060" fmla="*/ 1598119 h 6530188"/>
              <a:gd name="connsiteX1061" fmla="*/ 3148013 w 6530262"/>
              <a:gd name="connsiteY1061" fmla="*/ 1593937 h 6530188"/>
              <a:gd name="connsiteX1062" fmla="*/ 3263521 w 6530262"/>
              <a:gd name="connsiteY1062" fmla="*/ 1460733 h 6530188"/>
              <a:gd name="connsiteX1063" fmla="*/ 3267703 w 6530262"/>
              <a:gd name="connsiteY1063" fmla="*/ 1460733 h 6530188"/>
              <a:gd name="connsiteX1064" fmla="*/ 3375345 w 6530262"/>
              <a:gd name="connsiteY1064" fmla="*/ 1559550 h 6530188"/>
              <a:gd name="connsiteX1065" fmla="*/ 3380928 w 6530262"/>
              <a:gd name="connsiteY1065" fmla="*/ 1582995 h 6530188"/>
              <a:gd name="connsiteX1066" fmla="*/ 3457537 w 6530262"/>
              <a:gd name="connsiteY1066" fmla="*/ 1555004 h 6530188"/>
              <a:gd name="connsiteX1067" fmla="*/ 3425361 w 6530262"/>
              <a:gd name="connsiteY1067" fmla="*/ 1417296 h 6530188"/>
              <a:gd name="connsiteX1068" fmla="*/ 3501616 w 6530262"/>
              <a:gd name="connsiteY1068" fmla="*/ 1285058 h 6530188"/>
              <a:gd name="connsiteX1069" fmla="*/ 3526392 w 6530262"/>
              <a:gd name="connsiteY1069" fmla="*/ 1433383 h 6530188"/>
              <a:gd name="connsiteX1070" fmla="*/ 3459467 w 6530262"/>
              <a:gd name="connsiteY1070" fmla="*/ 1553717 h 6530188"/>
              <a:gd name="connsiteX1071" fmla="*/ 3760304 w 6530262"/>
              <a:gd name="connsiteY1071" fmla="*/ 1376434 h 6530188"/>
              <a:gd name="connsiteX1072" fmla="*/ 3730059 w 6530262"/>
              <a:gd name="connsiteY1072" fmla="*/ 1242587 h 6530188"/>
              <a:gd name="connsiteX1073" fmla="*/ 3794409 w 6530262"/>
              <a:gd name="connsiteY1073" fmla="*/ 1113888 h 6530188"/>
              <a:gd name="connsiteX1074" fmla="*/ 3817898 w 6530262"/>
              <a:gd name="connsiteY1074" fmla="*/ 1257709 h 6530188"/>
              <a:gd name="connsiteX1075" fmla="*/ 3761270 w 6530262"/>
              <a:gd name="connsiteY1075" fmla="*/ 1376112 h 6530188"/>
              <a:gd name="connsiteX1076" fmla="*/ 3854577 w 6530262"/>
              <a:gd name="connsiteY1076" fmla="*/ 1290527 h 6530188"/>
              <a:gd name="connsiteX1077" fmla="*/ 3875491 w 6530262"/>
              <a:gd name="connsiteY1077" fmla="*/ 1265431 h 6530188"/>
              <a:gd name="connsiteX1078" fmla="*/ 3893831 w 6530262"/>
              <a:gd name="connsiteY1078" fmla="*/ 1149924 h 6530188"/>
              <a:gd name="connsiteX1079" fmla="*/ 3990357 w 6530262"/>
              <a:gd name="connsiteY1079" fmla="*/ 1055008 h 6530188"/>
              <a:gd name="connsiteX1080" fmla="*/ 1923386 w 6530262"/>
              <a:gd name="connsiteY1080" fmla="*/ 1037193 h 6530188"/>
              <a:gd name="connsiteX1081" fmla="*/ 1919887 w 6530262"/>
              <a:gd name="connsiteY1081" fmla="*/ 1038279 h 6530188"/>
              <a:gd name="connsiteX1082" fmla="*/ 1900583 w 6530262"/>
              <a:gd name="connsiteY1082" fmla="*/ 1050184 h 6530188"/>
              <a:gd name="connsiteX1083" fmla="*/ 1886104 w 6530262"/>
              <a:gd name="connsiteY1083" fmla="*/ 1064662 h 6530188"/>
              <a:gd name="connsiteX1084" fmla="*/ 1858434 w 6530262"/>
              <a:gd name="connsiteY1084" fmla="*/ 1054366 h 6530188"/>
              <a:gd name="connsiteX1085" fmla="*/ 1849747 w 6530262"/>
              <a:gd name="connsiteY1085" fmla="*/ 1068845 h 6530188"/>
              <a:gd name="connsiteX1086" fmla="*/ 1849747 w 6530262"/>
              <a:gd name="connsiteY1086" fmla="*/ 1108742 h 6530188"/>
              <a:gd name="connsiteX1087" fmla="*/ 1849747 w 6530262"/>
              <a:gd name="connsiteY1087" fmla="*/ 1125794 h 6530188"/>
              <a:gd name="connsiteX1088" fmla="*/ 1859721 w 6530262"/>
              <a:gd name="connsiteY1088" fmla="*/ 1135125 h 6530188"/>
              <a:gd name="connsiteX1089" fmla="*/ 1865834 w 6530262"/>
              <a:gd name="connsiteY1089" fmla="*/ 1150247 h 6530188"/>
              <a:gd name="connsiteX1090" fmla="*/ 1898009 w 6530262"/>
              <a:gd name="connsiteY1090" fmla="*/ 1155395 h 6530188"/>
              <a:gd name="connsiteX1091" fmla="*/ 1912166 w 6530262"/>
              <a:gd name="connsiteY1091" fmla="*/ 1136090 h 6530188"/>
              <a:gd name="connsiteX1092" fmla="*/ 1925681 w 6530262"/>
              <a:gd name="connsiteY1092" fmla="*/ 1126438 h 6530188"/>
              <a:gd name="connsiteX1093" fmla="*/ 1933080 w 6530262"/>
              <a:gd name="connsiteY1093" fmla="*/ 1110350 h 6530188"/>
              <a:gd name="connsiteX1094" fmla="*/ 1933080 w 6530262"/>
              <a:gd name="connsiteY1094" fmla="*/ 1109063 h 6530188"/>
              <a:gd name="connsiteX1095" fmla="*/ 1931472 w 6530262"/>
              <a:gd name="connsiteY1095" fmla="*/ 1090080 h 6530188"/>
              <a:gd name="connsiteX1096" fmla="*/ 1936297 w 6530262"/>
              <a:gd name="connsiteY1096" fmla="*/ 1078497 h 6530188"/>
              <a:gd name="connsiteX1097" fmla="*/ 1939194 w 6530262"/>
              <a:gd name="connsiteY1097" fmla="*/ 1064019 h 6530188"/>
              <a:gd name="connsiteX1098" fmla="*/ 1933724 w 6530262"/>
              <a:gd name="connsiteY1098" fmla="*/ 1050506 h 6530188"/>
              <a:gd name="connsiteX1099" fmla="*/ 1928575 w 6530262"/>
              <a:gd name="connsiteY1099" fmla="*/ 1038279 h 6530188"/>
              <a:gd name="connsiteX1100" fmla="*/ 1923386 w 6530262"/>
              <a:gd name="connsiteY1100" fmla="*/ 1037193 h 6530188"/>
              <a:gd name="connsiteX1101" fmla="*/ 3174800 w 6530262"/>
              <a:gd name="connsiteY1101" fmla="*/ 878788 h 6530188"/>
              <a:gd name="connsiteX1102" fmla="*/ 1832694 w 6530262"/>
              <a:gd name="connsiteY1102" fmla="*/ 1353913 h 6530188"/>
              <a:gd name="connsiteX1103" fmla="*/ 1832372 w 6530262"/>
              <a:gd name="connsiteY1103" fmla="*/ 1353913 h 6530188"/>
              <a:gd name="connsiteX1104" fmla="*/ 876770 w 6530262"/>
              <a:gd name="connsiteY1104" fmla="*/ 3265737 h 6530188"/>
              <a:gd name="connsiteX1105" fmla="*/ 904119 w 6530262"/>
              <a:gd name="connsiteY1105" fmla="*/ 3629312 h 6530188"/>
              <a:gd name="connsiteX1106" fmla="*/ 909590 w 6530262"/>
              <a:gd name="connsiteY1106" fmla="*/ 3658913 h 6530188"/>
              <a:gd name="connsiteX1107" fmla="*/ 935329 w 6530262"/>
              <a:gd name="connsiteY1107" fmla="*/ 3791473 h 6530188"/>
              <a:gd name="connsiteX1108" fmla="*/ 983592 w 6530262"/>
              <a:gd name="connsiteY1108" fmla="*/ 3974547 h 6530188"/>
              <a:gd name="connsiteX1109" fmla="*/ 1053734 w 6530262"/>
              <a:gd name="connsiteY1109" fmla="*/ 4167596 h 6530188"/>
              <a:gd name="connsiteX1110" fmla="*/ 1064030 w 6530262"/>
              <a:gd name="connsiteY1110" fmla="*/ 4193335 h 6530188"/>
              <a:gd name="connsiteX1111" fmla="*/ 1348458 w 6530262"/>
              <a:gd name="connsiteY1111" fmla="*/ 4692044 h 6530188"/>
              <a:gd name="connsiteX1112" fmla="*/ 1350067 w 6530262"/>
              <a:gd name="connsiteY1112" fmla="*/ 4693975 h 6530188"/>
              <a:gd name="connsiteX1113" fmla="*/ 1352480 w 6530262"/>
              <a:gd name="connsiteY1113" fmla="*/ 4697225 h 6530188"/>
              <a:gd name="connsiteX1114" fmla="*/ 2479394 w 6530262"/>
              <a:gd name="connsiteY1114" fmla="*/ 5521604 h 6530188"/>
              <a:gd name="connsiteX1115" fmla="*/ 2581613 w 6530262"/>
              <a:gd name="connsiteY1115" fmla="*/ 5551658 h 6530188"/>
              <a:gd name="connsiteX1116" fmla="*/ 2575058 w 6530262"/>
              <a:gd name="connsiteY1116" fmla="*/ 5520986 h 6530188"/>
              <a:gd name="connsiteX1117" fmla="*/ 2526716 w 6530262"/>
              <a:gd name="connsiteY1117" fmla="*/ 5443645 h 6530188"/>
              <a:gd name="connsiteX1118" fmla="*/ 2436944 w 6530262"/>
              <a:gd name="connsiteY1118" fmla="*/ 5411470 h 6530188"/>
              <a:gd name="connsiteX1119" fmla="*/ 2426384 w 6530262"/>
              <a:gd name="connsiteY1119" fmla="*/ 5407163 h 6530188"/>
              <a:gd name="connsiteX1120" fmla="*/ 2421895 w 6530262"/>
              <a:gd name="connsiteY1120" fmla="*/ 5398389 h 6530188"/>
              <a:gd name="connsiteX1121" fmla="*/ 2491749 w 6530262"/>
              <a:gd name="connsiteY1121" fmla="*/ 5402921 h 6530188"/>
              <a:gd name="connsiteX1122" fmla="*/ 2560821 w 6530262"/>
              <a:gd name="connsiteY1122" fmla="*/ 5422089 h 6530188"/>
              <a:gd name="connsiteX1123" fmla="*/ 2650912 w 6530262"/>
              <a:gd name="connsiteY1123" fmla="*/ 5561727 h 6530188"/>
              <a:gd name="connsiteX1124" fmla="*/ 2691773 w 6530262"/>
              <a:gd name="connsiteY1124" fmla="*/ 5561727 h 6530188"/>
              <a:gd name="connsiteX1125" fmla="*/ 2704643 w 6530262"/>
              <a:gd name="connsiteY1125" fmla="*/ 5578136 h 6530188"/>
              <a:gd name="connsiteX1126" fmla="*/ 2813075 w 6530262"/>
              <a:gd name="connsiteY1126" fmla="*/ 5578136 h 6530188"/>
              <a:gd name="connsiteX1127" fmla="*/ 2815570 w 6530262"/>
              <a:gd name="connsiteY1127" fmla="*/ 5595712 h 6530188"/>
              <a:gd name="connsiteX1128" fmla="*/ 2815268 w 6530262"/>
              <a:gd name="connsiteY1128" fmla="*/ 5608642 h 6530188"/>
              <a:gd name="connsiteX1129" fmla="*/ 2924709 w 6530262"/>
              <a:gd name="connsiteY1129" fmla="*/ 5629730 h 6530188"/>
              <a:gd name="connsiteX1130" fmla="*/ 3611788 w 6530262"/>
              <a:gd name="connsiteY1130" fmla="*/ 5629030 h 6530188"/>
              <a:gd name="connsiteX1131" fmla="*/ 3790419 w 6530262"/>
              <a:gd name="connsiteY1131" fmla="*/ 5593967 h 6530188"/>
              <a:gd name="connsiteX1132" fmla="*/ 3778322 w 6530262"/>
              <a:gd name="connsiteY1132" fmla="*/ 5593259 h 6530188"/>
              <a:gd name="connsiteX1133" fmla="*/ 3796662 w 6530262"/>
              <a:gd name="connsiteY1133" fmla="*/ 5587467 h 6530188"/>
              <a:gd name="connsiteX1134" fmla="*/ 3681475 w 6530262"/>
              <a:gd name="connsiteY1134" fmla="*/ 5587467 h 6530188"/>
              <a:gd name="connsiteX1135" fmla="*/ 3617124 w 6530262"/>
              <a:gd name="connsiteY1135" fmla="*/ 5441394 h 6530188"/>
              <a:gd name="connsiteX1136" fmla="*/ 3453032 w 6530262"/>
              <a:gd name="connsiteY1136" fmla="*/ 5434636 h 6530188"/>
              <a:gd name="connsiteX1137" fmla="*/ 3370986 w 6530262"/>
              <a:gd name="connsiteY1137" fmla="*/ 5560119 h 6530188"/>
              <a:gd name="connsiteX1138" fmla="*/ 3363564 w 6530262"/>
              <a:gd name="connsiteY1138" fmla="*/ 5577246 h 6530188"/>
              <a:gd name="connsiteX1139" fmla="*/ 3363584 w 6530262"/>
              <a:gd name="connsiteY1139" fmla="*/ 5576849 h 6530188"/>
              <a:gd name="connsiteX1140" fmla="*/ 3362620 w 6530262"/>
              <a:gd name="connsiteY1140" fmla="*/ 5579423 h 6530188"/>
              <a:gd name="connsiteX1141" fmla="*/ 3363564 w 6530262"/>
              <a:gd name="connsiteY1141" fmla="*/ 5577246 h 6530188"/>
              <a:gd name="connsiteX1142" fmla="*/ 3361012 w 6530262"/>
              <a:gd name="connsiteY1142" fmla="*/ 5626720 h 6530188"/>
              <a:gd name="connsiteX1143" fmla="*/ 3302453 w 6530262"/>
              <a:gd name="connsiteY1143" fmla="*/ 5626720 h 6530188"/>
              <a:gd name="connsiteX1144" fmla="*/ 3327228 w 6530262"/>
              <a:gd name="connsiteY1144" fmla="*/ 5617711 h 6530188"/>
              <a:gd name="connsiteX1145" fmla="*/ 3306636 w 6530262"/>
              <a:gd name="connsiteY1145" fmla="*/ 5614172 h 6530188"/>
              <a:gd name="connsiteX1146" fmla="*/ 3315644 w 6530262"/>
              <a:gd name="connsiteY1146" fmla="*/ 5604519 h 6530188"/>
              <a:gd name="connsiteX1147" fmla="*/ 3283468 w 6530262"/>
              <a:gd name="connsiteY1147" fmla="*/ 5604519 h 6530188"/>
              <a:gd name="connsiteX1148" fmla="*/ 3296017 w 6530262"/>
              <a:gd name="connsiteY1148" fmla="*/ 5596154 h 6530188"/>
              <a:gd name="connsiteX1149" fmla="*/ 3240677 w 6530262"/>
              <a:gd name="connsiteY1149" fmla="*/ 5596154 h 6530188"/>
              <a:gd name="connsiteX1150" fmla="*/ 3251937 w 6530262"/>
              <a:gd name="connsiteY1150" fmla="*/ 5587467 h 6530188"/>
              <a:gd name="connsiteX1151" fmla="*/ 3138360 w 6530262"/>
              <a:gd name="connsiteY1151" fmla="*/ 5587467 h 6530188"/>
              <a:gd name="connsiteX1152" fmla="*/ 3074010 w 6530262"/>
              <a:gd name="connsiteY1152" fmla="*/ 5441394 h 6530188"/>
              <a:gd name="connsiteX1153" fmla="*/ 2909921 w 6530262"/>
              <a:gd name="connsiteY1153" fmla="*/ 5434636 h 6530188"/>
              <a:gd name="connsiteX1154" fmla="*/ 2827875 w 6530262"/>
              <a:gd name="connsiteY1154" fmla="*/ 5560119 h 6530188"/>
              <a:gd name="connsiteX1155" fmla="*/ 2813395 w 6530262"/>
              <a:gd name="connsiteY1155" fmla="*/ 5555614 h 6530188"/>
              <a:gd name="connsiteX1156" fmla="*/ 2849432 w 6530262"/>
              <a:gd name="connsiteY1156" fmla="*/ 5452011 h 6530188"/>
              <a:gd name="connsiteX1157" fmla="*/ 2987141 w 6530262"/>
              <a:gd name="connsiteY1157" fmla="*/ 5396670 h 6530188"/>
              <a:gd name="connsiteX1158" fmla="*/ 3180190 w 6530262"/>
              <a:gd name="connsiteY1158" fmla="*/ 5447185 h 6530188"/>
              <a:gd name="connsiteX1159" fmla="*/ 3217188 w 6530262"/>
              <a:gd name="connsiteY1159" fmla="*/ 5572023 h 6530188"/>
              <a:gd name="connsiteX1160" fmla="*/ 3345888 w 6530262"/>
              <a:gd name="connsiteY1160" fmla="*/ 5568806 h 6530188"/>
              <a:gd name="connsiteX1161" fmla="*/ 3394151 w 6530262"/>
              <a:gd name="connsiteY1161" fmla="*/ 5452011 h 6530188"/>
              <a:gd name="connsiteX1162" fmla="*/ 3531861 w 6530262"/>
              <a:gd name="connsiteY1162" fmla="*/ 5396670 h 6530188"/>
              <a:gd name="connsiteX1163" fmla="*/ 3724912 w 6530262"/>
              <a:gd name="connsiteY1163" fmla="*/ 5447185 h 6530188"/>
              <a:gd name="connsiteX1164" fmla="*/ 3761912 w 6530262"/>
              <a:gd name="connsiteY1164" fmla="*/ 5572023 h 6530188"/>
              <a:gd name="connsiteX1165" fmla="*/ 3890613 w 6530262"/>
              <a:gd name="connsiteY1165" fmla="*/ 5568806 h 6530188"/>
              <a:gd name="connsiteX1166" fmla="*/ 3964937 w 6530262"/>
              <a:gd name="connsiteY1166" fmla="*/ 5420801 h 6530188"/>
              <a:gd name="connsiteX1167" fmla="*/ 4085292 w 6530262"/>
              <a:gd name="connsiteY1167" fmla="*/ 5389718 h 6530188"/>
              <a:gd name="connsiteX1168" fmla="*/ 4099751 w 6530262"/>
              <a:gd name="connsiteY1168" fmla="*/ 5390236 h 6530188"/>
              <a:gd name="connsiteX1169" fmla="*/ 4099751 w 6530262"/>
              <a:gd name="connsiteY1169" fmla="*/ 5437854 h 6530188"/>
              <a:gd name="connsiteX1170" fmla="*/ 3965904 w 6530262"/>
              <a:gd name="connsiteY1170" fmla="*/ 5457159 h 6530188"/>
              <a:gd name="connsiteX1171" fmla="*/ 3914911 w 6530262"/>
              <a:gd name="connsiteY1171" fmla="*/ 5552628 h 6530188"/>
              <a:gd name="connsiteX1172" fmla="*/ 3913146 w 6530262"/>
              <a:gd name="connsiteY1172" fmla="*/ 5562172 h 6530188"/>
              <a:gd name="connsiteX1173" fmla="*/ 4062971 w 6530262"/>
              <a:gd name="connsiteY1173" fmla="*/ 5517155 h 6530188"/>
              <a:gd name="connsiteX1174" fmla="*/ 4695828 w 6530262"/>
              <a:gd name="connsiteY1174" fmla="*/ 5177400 h 6530188"/>
              <a:gd name="connsiteX1175" fmla="*/ 5176043 w 6530262"/>
              <a:gd name="connsiteY1175" fmla="*/ 1834121 h 6530188"/>
              <a:gd name="connsiteX1176" fmla="*/ 3375667 w 6530262"/>
              <a:gd name="connsiteY1176" fmla="*/ 879860 h 6530188"/>
              <a:gd name="connsiteX1177" fmla="*/ 3174800 w 6530262"/>
              <a:gd name="connsiteY1177" fmla="*/ 878788 h 6530188"/>
              <a:gd name="connsiteX1178" fmla="*/ 2121490 w 6530262"/>
              <a:gd name="connsiteY1178" fmla="*/ 863615 h 6530188"/>
              <a:gd name="connsiteX1179" fmla="*/ 2113903 w 6530262"/>
              <a:gd name="connsiteY1179" fmla="*/ 865179 h 6530188"/>
              <a:gd name="connsiteX1180" fmla="*/ 2103930 w 6530262"/>
              <a:gd name="connsiteY1180" fmla="*/ 873544 h 6530188"/>
              <a:gd name="connsiteX1181" fmla="*/ 2089129 w 6530262"/>
              <a:gd name="connsiteY1181" fmla="*/ 877083 h 6530188"/>
              <a:gd name="connsiteX1182" fmla="*/ 2075294 w 6530262"/>
              <a:gd name="connsiteY1182" fmla="*/ 883519 h 6530188"/>
              <a:gd name="connsiteX1183" fmla="*/ 2058562 w 6530262"/>
              <a:gd name="connsiteY1183" fmla="*/ 883519 h 6530188"/>
              <a:gd name="connsiteX1184" fmla="*/ 2044405 w 6530262"/>
              <a:gd name="connsiteY1184" fmla="*/ 888023 h 6530188"/>
              <a:gd name="connsiteX1185" fmla="*/ 2043441 w 6530262"/>
              <a:gd name="connsiteY1185" fmla="*/ 886736 h 6530188"/>
              <a:gd name="connsiteX1186" fmla="*/ 2050198 w 6530262"/>
              <a:gd name="connsiteY1186" fmla="*/ 908615 h 6530188"/>
              <a:gd name="connsiteX1187" fmla="*/ 2055990 w 6530262"/>
              <a:gd name="connsiteY1187" fmla="*/ 920841 h 6530188"/>
              <a:gd name="connsiteX1188" fmla="*/ 2072077 w 6530262"/>
              <a:gd name="connsiteY1188" fmla="*/ 936285 h 6530188"/>
              <a:gd name="connsiteX1189" fmla="*/ 2090417 w 6530262"/>
              <a:gd name="connsiteY1189" fmla="*/ 947868 h 6530188"/>
              <a:gd name="connsiteX1190" fmla="*/ 2112296 w 6530262"/>
              <a:gd name="connsiteY1190" fmla="*/ 960738 h 6530188"/>
              <a:gd name="connsiteX1191" fmla="*/ 2121625 w 6530262"/>
              <a:gd name="connsiteY1191" fmla="*/ 974573 h 6530188"/>
              <a:gd name="connsiteX1192" fmla="*/ 2138036 w 6530262"/>
              <a:gd name="connsiteY1192" fmla="*/ 979399 h 6530188"/>
              <a:gd name="connsiteX1193" fmla="*/ 2147366 w 6530262"/>
              <a:gd name="connsiteY1193" fmla="*/ 965242 h 6530188"/>
              <a:gd name="connsiteX1194" fmla="*/ 2159592 w 6530262"/>
              <a:gd name="connsiteY1194" fmla="*/ 957520 h 6530188"/>
              <a:gd name="connsiteX1195" fmla="*/ 2170532 w 6530262"/>
              <a:gd name="connsiteY1195" fmla="*/ 943042 h 6530188"/>
              <a:gd name="connsiteX1196" fmla="*/ 2173105 w 6530262"/>
              <a:gd name="connsiteY1196" fmla="*/ 928241 h 6530188"/>
              <a:gd name="connsiteX1197" fmla="*/ 2171496 w 6530262"/>
              <a:gd name="connsiteY1197" fmla="*/ 909258 h 6530188"/>
              <a:gd name="connsiteX1198" fmla="*/ 2173428 w 6530262"/>
              <a:gd name="connsiteY1198" fmla="*/ 891884 h 6530188"/>
              <a:gd name="connsiteX1199" fmla="*/ 2166672 w 6530262"/>
              <a:gd name="connsiteY1199" fmla="*/ 878370 h 6530188"/>
              <a:gd name="connsiteX1200" fmla="*/ 2153478 w 6530262"/>
              <a:gd name="connsiteY1200" fmla="*/ 872257 h 6530188"/>
              <a:gd name="connsiteX1201" fmla="*/ 2121490 w 6530262"/>
              <a:gd name="connsiteY1201" fmla="*/ 863615 h 6530188"/>
              <a:gd name="connsiteX1202" fmla="*/ 1943377 w 6530262"/>
              <a:gd name="connsiteY1202" fmla="*/ 821744 h 6530188"/>
              <a:gd name="connsiteX1203" fmla="*/ 1946272 w 6530262"/>
              <a:gd name="connsiteY1203" fmla="*/ 837188 h 6530188"/>
              <a:gd name="connsiteX1204" fmla="*/ 1939837 w 6530262"/>
              <a:gd name="connsiteY1204" fmla="*/ 858100 h 6530188"/>
              <a:gd name="connsiteX1205" fmla="*/ 1930829 w 6530262"/>
              <a:gd name="connsiteY1205" fmla="*/ 881267 h 6530188"/>
              <a:gd name="connsiteX1206" fmla="*/ 1916027 w 6530262"/>
              <a:gd name="connsiteY1206" fmla="*/ 897354 h 6530188"/>
              <a:gd name="connsiteX1207" fmla="*/ 1899940 w 6530262"/>
              <a:gd name="connsiteY1207" fmla="*/ 893494 h 6530188"/>
              <a:gd name="connsiteX1208" fmla="*/ 1899940 w 6530262"/>
              <a:gd name="connsiteY1208" fmla="*/ 877083 h 6530188"/>
              <a:gd name="connsiteX1209" fmla="*/ 1917316 w 6530262"/>
              <a:gd name="connsiteY1209" fmla="*/ 852953 h 6530188"/>
              <a:gd name="connsiteX1210" fmla="*/ 1922785 w 6530262"/>
              <a:gd name="connsiteY1210" fmla="*/ 841692 h 6530188"/>
              <a:gd name="connsiteX1211" fmla="*/ 1932437 w 6530262"/>
              <a:gd name="connsiteY1211" fmla="*/ 830431 h 6530188"/>
              <a:gd name="connsiteX1212" fmla="*/ 1943377 w 6530262"/>
              <a:gd name="connsiteY1212" fmla="*/ 821744 h 6530188"/>
              <a:gd name="connsiteX1213" fmla="*/ 1971047 w 6530262"/>
              <a:gd name="connsiteY1213" fmla="*/ 732619 h 6530188"/>
              <a:gd name="connsiteX1214" fmla="*/ 1955281 w 6530262"/>
              <a:gd name="connsiteY1214" fmla="*/ 741306 h 6530188"/>
              <a:gd name="connsiteX1215" fmla="*/ 1938550 w 6530262"/>
              <a:gd name="connsiteY1215" fmla="*/ 744202 h 6530188"/>
              <a:gd name="connsiteX1216" fmla="*/ 1931150 w 6530262"/>
              <a:gd name="connsiteY1216" fmla="*/ 752567 h 6530188"/>
              <a:gd name="connsiteX1217" fmla="*/ 1926001 w 6530262"/>
              <a:gd name="connsiteY1217" fmla="*/ 761576 h 6530188"/>
              <a:gd name="connsiteX1218" fmla="*/ 1920532 w 6530262"/>
              <a:gd name="connsiteY1218" fmla="*/ 772837 h 6530188"/>
              <a:gd name="connsiteX1219" fmla="*/ 1908949 w 6530262"/>
              <a:gd name="connsiteY1219" fmla="*/ 788281 h 6530188"/>
              <a:gd name="connsiteX1220" fmla="*/ 1899297 w 6530262"/>
              <a:gd name="connsiteY1220" fmla="*/ 798255 h 6530188"/>
              <a:gd name="connsiteX1221" fmla="*/ 1888034 w 6530262"/>
              <a:gd name="connsiteY1221" fmla="*/ 812412 h 6530188"/>
              <a:gd name="connsiteX1222" fmla="*/ 1871304 w 6530262"/>
              <a:gd name="connsiteY1222" fmla="*/ 829787 h 6530188"/>
              <a:gd name="connsiteX1223" fmla="*/ 1849103 w 6530262"/>
              <a:gd name="connsiteY1223" fmla="*/ 853596 h 6530188"/>
              <a:gd name="connsiteX1224" fmla="*/ 1838163 w 6530262"/>
              <a:gd name="connsiteY1224" fmla="*/ 849413 h 6530188"/>
              <a:gd name="connsiteX1225" fmla="*/ 1821111 w 6530262"/>
              <a:gd name="connsiteY1225" fmla="*/ 849413 h 6530188"/>
              <a:gd name="connsiteX1226" fmla="*/ 1810171 w 6530262"/>
              <a:gd name="connsiteY1226" fmla="*/ 864535 h 6530188"/>
              <a:gd name="connsiteX1227" fmla="*/ 1812102 w 6530262"/>
              <a:gd name="connsiteY1227" fmla="*/ 902180 h 6530188"/>
              <a:gd name="connsiteX1228" fmla="*/ 1828832 w 6530262"/>
              <a:gd name="connsiteY1228" fmla="*/ 926954 h 6530188"/>
              <a:gd name="connsiteX1229" fmla="*/ 1848138 w 6530262"/>
              <a:gd name="connsiteY1229" fmla="*/ 949476 h 6530188"/>
              <a:gd name="connsiteX1230" fmla="*/ 1863903 w 6530262"/>
              <a:gd name="connsiteY1230" fmla="*/ 966207 h 6530188"/>
              <a:gd name="connsiteX1231" fmla="*/ 1873556 w 6530262"/>
              <a:gd name="connsiteY1231" fmla="*/ 978756 h 6530188"/>
              <a:gd name="connsiteX1232" fmla="*/ 1880635 w 6530262"/>
              <a:gd name="connsiteY1232" fmla="*/ 983582 h 6530188"/>
              <a:gd name="connsiteX1233" fmla="*/ 1891895 w 6530262"/>
              <a:gd name="connsiteY1233" fmla="*/ 994200 h 6530188"/>
              <a:gd name="connsiteX1234" fmla="*/ 1901227 w 6530262"/>
              <a:gd name="connsiteY1234" fmla="*/ 996130 h 6530188"/>
              <a:gd name="connsiteX1235" fmla="*/ 1919567 w 6530262"/>
              <a:gd name="connsiteY1235" fmla="*/ 987443 h 6530188"/>
              <a:gd name="connsiteX1236" fmla="*/ 1928897 w 6530262"/>
              <a:gd name="connsiteY1236" fmla="*/ 979078 h 6530188"/>
              <a:gd name="connsiteX1237" fmla="*/ 1944985 w 6530262"/>
              <a:gd name="connsiteY1237" fmla="*/ 974573 h 6530188"/>
              <a:gd name="connsiteX1238" fmla="*/ 1954637 w 6530262"/>
              <a:gd name="connsiteY1238" fmla="*/ 980364 h 6530188"/>
              <a:gd name="connsiteX1239" fmla="*/ 1966864 w 6530262"/>
              <a:gd name="connsiteY1239" fmla="*/ 1007391 h 6530188"/>
              <a:gd name="connsiteX1240" fmla="*/ 1978124 w 6530262"/>
              <a:gd name="connsiteY1240" fmla="*/ 1026375 h 6530188"/>
              <a:gd name="connsiteX1241" fmla="*/ 1986168 w 6530262"/>
              <a:gd name="connsiteY1241" fmla="*/ 1040209 h 6530188"/>
              <a:gd name="connsiteX1242" fmla="*/ 1980699 w 6530262"/>
              <a:gd name="connsiteY1242" fmla="*/ 1069489 h 6530188"/>
              <a:gd name="connsiteX1243" fmla="*/ 1955281 w 6530262"/>
              <a:gd name="connsiteY1243" fmla="*/ 1074958 h 6530188"/>
              <a:gd name="connsiteX1244" fmla="*/ 1944663 w 6530262"/>
              <a:gd name="connsiteY1244" fmla="*/ 1089437 h 6530188"/>
              <a:gd name="connsiteX1245" fmla="*/ 1980699 w 6530262"/>
              <a:gd name="connsiteY1245" fmla="*/ 1098768 h 6530188"/>
              <a:gd name="connsiteX1246" fmla="*/ 1997431 w 6530262"/>
              <a:gd name="connsiteY1246" fmla="*/ 1109063 h 6530188"/>
              <a:gd name="connsiteX1247" fmla="*/ 2016413 w 6530262"/>
              <a:gd name="connsiteY1247" fmla="*/ 1107133 h 6530188"/>
              <a:gd name="connsiteX1248" fmla="*/ 2029284 w 6530262"/>
              <a:gd name="connsiteY1248" fmla="*/ 1108742 h 6530188"/>
              <a:gd name="connsiteX1249" fmla="*/ 2043119 w 6530262"/>
              <a:gd name="connsiteY1249" fmla="*/ 1107133 h 6530188"/>
              <a:gd name="connsiteX1250" fmla="*/ 2053093 w 6530262"/>
              <a:gd name="connsiteY1250" fmla="*/ 1107133 h 6530188"/>
              <a:gd name="connsiteX1251" fmla="*/ 2064033 w 6530262"/>
              <a:gd name="connsiteY1251" fmla="*/ 1089437 h 6530188"/>
              <a:gd name="connsiteX1252" fmla="*/ 2070789 w 6530262"/>
              <a:gd name="connsiteY1252" fmla="*/ 1062410 h 6530188"/>
              <a:gd name="connsiteX1253" fmla="*/ 2072399 w 6530262"/>
              <a:gd name="connsiteY1253" fmla="*/ 1030235 h 6530188"/>
              <a:gd name="connsiteX1254" fmla="*/ 2021884 w 6530262"/>
              <a:gd name="connsiteY1254" fmla="*/ 946259 h 6530188"/>
              <a:gd name="connsiteX1255" fmla="*/ 2007727 w 6530262"/>
              <a:gd name="connsiteY1255" fmla="*/ 929207 h 6530188"/>
              <a:gd name="connsiteX1256" fmla="*/ 2010622 w 6530262"/>
              <a:gd name="connsiteY1256" fmla="*/ 913441 h 6530188"/>
              <a:gd name="connsiteX1257" fmla="*/ 2019631 w 6530262"/>
              <a:gd name="connsiteY1257" fmla="*/ 906362 h 6530188"/>
              <a:gd name="connsiteX1258" fmla="*/ 2022526 w 6530262"/>
              <a:gd name="connsiteY1258" fmla="*/ 881910 h 6530188"/>
              <a:gd name="connsiteX1259" fmla="*/ 2022526 w 6530262"/>
              <a:gd name="connsiteY1259" fmla="*/ 812412 h 6530188"/>
              <a:gd name="connsiteX1260" fmla="*/ 2022526 w 6530262"/>
              <a:gd name="connsiteY1260" fmla="*/ 791820 h 6530188"/>
              <a:gd name="connsiteX1261" fmla="*/ 2029606 w 6530262"/>
              <a:gd name="connsiteY1261" fmla="*/ 761254 h 6530188"/>
              <a:gd name="connsiteX1262" fmla="*/ 2020596 w 6530262"/>
              <a:gd name="connsiteY1262" fmla="*/ 747419 h 6530188"/>
              <a:gd name="connsiteX1263" fmla="*/ 2003222 w 6530262"/>
              <a:gd name="connsiteY1263" fmla="*/ 732619 h 6530188"/>
              <a:gd name="connsiteX1264" fmla="*/ 1971047 w 6530262"/>
              <a:gd name="connsiteY1264" fmla="*/ 732619 h 6530188"/>
              <a:gd name="connsiteX1265" fmla="*/ 4719565 w 6530262"/>
              <a:gd name="connsiteY1265" fmla="*/ 689183 h 6530188"/>
              <a:gd name="connsiteX1266" fmla="*/ 4714619 w 6530262"/>
              <a:gd name="connsiteY1266" fmla="*/ 693366 h 6530188"/>
              <a:gd name="connsiteX1267" fmla="*/ 4703679 w 6530262"/>
              <a:gd name="connsiteY1267" fmla="*/ 714923 h 6530188"/>
              <a:gd name="connsiteX1268" fmla="*/ 4687269 w 6530262"/>
              <a:gd name="connsiteY1268" fmla="*/ 737445 h 6530188"/>
              <a:gd name="connsiteX1269" fmla="*/ 4657347 w 6530262"/>
              <a:gd name="connsiteY1269" fmla="*/ 769620 h 6530188"/>
              <a:gd name="connsiteX1270" fmla="*/ 4608120 w 6530262"/>
              <a:gd name="connsiteY1270" fmla="*/ 760289 h 6530188"/>
              <a:gd name="connsiteX1271" fmla="*/ 4583344 w 6530262"/>
              <a:gd name="connsiteY1271" fmla="*/ 745167 h 6530188"/>
              <a:gd name="connsiteX1272" fmla="*/ 4569187 w 6530262"/>
              <a:gd name="connsiteY1272" fmla="*/ 745167 h 6530188"/>
              <a:gd name="connsiteX1273" fmla="*/ 4554386 w 6530262"/>
              <a:gd name="connsiteY1273" fmla="*/ 742593 h 6530188"/>
              <a:gd name="connsiteX1274" fmla="*/ 4539265 w 6530262"/>
              <a:gd name="connsiteY1274" fmla="*/ 747097 h 6530188"/>
              <a:gd name="connsiteX1275" fmla="*/ 4524785 w 6530262"/>
              <a:gd name="connsiteY1275" fmla="*/ 759645 h 6530188"/>
              <a:gd name="connsiteX1276" fmla="*/ 4530255 w 6530262"/>
              <a:gd name="connsiteY1276" fmla="*/ 796646 h 6530188"/>
              <a:gd name="connsiteX1277" fmla="*/ 4543125 w 6530262"/>
              <a:gd name="connsiteY1277" fmla="*/ 814986 h 6530188"/>
              <a:gd name="connsiteX1278" fmla="*/ 4554386 w 6530262"/>
              <a:gd name="connsiteY1278" fmla="*/ 821421 h 6530188"/>
              <a:gd name="connsiteX1279" fmla="*/ 4567901 w 6530262"/>
              <a:gd name="connsiteY1279" fmla="*/ 824960 h 6530188"/>
              <a:gd name="connsiteX1280" fmla="*/ 4576909 w 6530262"/>
              <a:gd name="connsiteY1280" fmla="*/ 830108 h 6530188"/>
              <a:gd name="connsiteX1281" fmla="*/ 4588814 w 6530262"/>
              <a:gd name="connsiteY1281" fmla="*/ 836222 h 6530188"/>
              <a:gd name="connsiteX1282" fmla="*/ 4574656 w 6530262"/>
              <a:gd name="connsiteY1282" fmla="*/ 849735 h 6530188"/>
              <a:gd name="connsiteX1283" fmla="*/ 4529933 w 6530262"/>
              <a:gd name="connsiteY1283" fmla="*/ 876118 h 6530188"/>
              <a:gd name="connsiteX1284" fmla="*/ 4440487 w 6530262"/>
              <a:gd name="connsiteY1284" fmla="*/ 897997 h 6530188"/>
              <a:gd name="connsiteX1285" fmla="*/ 4429546 w 6530262"/>
              <a:gd name="connsiteY1285" fmla="*/ 897997 h 6530188"/>
              <a:gd name="connsiteX1286" fmla="*/ 4411850 w 6530262"/>
              <a:gd name="connsiteY1286" fmla="*/ 900249 h 6530188"/>
              <a:gd name="connsiteX1287" fmla="*/ 4388041 w 6530262"/>
              <a:gd name="connsiteY1287" fmla="*/ 900249 h 6530188"/>
              <a:gd name="connsiteX1288" fmla="*/ 4388041 w 6530262"/>
              <a:gd name="connsiteY1288" fmla="*/ 898962 h 6530188"/>
              <a:gd name="connsiteX1289" fmla="*/ 4372276 w 6530262"/>
              <a:gd name="connsiteY1289" fmla="*/ 902823 h 6530188"/>
              <a:gd name="connsiteX1290" fmla="*/ 4381928 w 6530262"/>
              <a:gd name="connsiteY1290" fmla="*/ 914084 h 6530188"/>
              <a:gd name="connsiteX1291" fmla="*/ 4381928 w 6530262"/>
              <a:gd name="connsiteY1291" fmla="*/ 932746 h 6530188"/>
              <a:gd name="connsiteX1292" fmla="*/ 4386433 w 6530262"/>
              <a:gd name="connsiteY1292" fmla="*/ 946259 h 6530188"/>
              <a:gd name="connsiteX1293" fmla="*/ 4402198 w 6530262"/>
              <a:gd name="connsiteY1293" fmla="*/ 951729 h 6530188"/>
              <a:gd name="connsiteX1294" fmla="*/ 4431157 w 6530262"/>
              <a:gd name="connsiteY1294" fmla="*/ 960094 h 6530188"/>
              <a:gd name="connsiteX1295" fmla="*/ 4467515 w 6530262"/>
              <a:gd name="connsiteY1295" fmla="*/ 960094 h 6530188"/>
              <a:gd name="connsiteX1296" fmla="*/ 4518028 w 6530262"/>
              <a:gd name="connsiteY1296" fmla="*/ 960094 h 6530188"/>
              <a:gd name="connsiteX1297" fmla="*/ 4574979 w 6530262"/>
              <a:gd name="connsiteY1297" fmla="*/ 945938 h 6530188"/>
              <a:gd name="connsiteX1298" fmla="*/ 4621955 w 6530262"/>
              <a:gd name="connsiteY1298" fmla="*/ 922128 h 6530188"/>
              <a:gd name="connsiteX1299" fmla="*/ 4639973 w 6530262"/>
              <a:gd name="connsiteY1299" fmla="*/ 974895 h 6530188"/>
              <a:gd name="connsiteX1300" fmla="*/ 4646408 w 6530262"/>
              <a:gd name="connsiteY1300" fmla="*/ 1002565 h 6530188"/>
              <a:gd name="connsiteX1301" fmla="*/ 4653164 w 6530262"/>
              <a:gd name="connsiteY1301" fmla="*/ 1051149 h 6530188"/>
              <a:gd name="connsiteX1302" fmla="*/ 4653164 w 6530262"/>
              <a:gd name="connsiteY1302" fmla="*/ 1105203 h 6530188"/>
              <a:gd name="connsiteX1303" fmla="*/ 4662174 w 6530262"/>
              <a:gd name="connsiteY1303" fmla="*/ 1124507 h 6530188"/>
              <a:gd name="connsiteX1304" fmla="*/ 4686627 w 6530262"/>
              <a:gd name="connsiteY1304" fmla="*/ 1143491 h 6530188"/>
              <a:gd name="connsiteX1305" fmla="*/ 4701749 w 6530262"/>
              <a:gd name="connsiteY1305" fmla="*/ 1156360 h 6530188"/>
              <a:gd name="connsiteX1306" fmla="*/ 4721375 w 6530262"/>
              <a:gd name="connsiteY1306" fmla="*/ 1167300 h 6530188"/>
              <a:gd name="connsiteX1307" fmla="*/ 4739393 w 6530262"/>
              <a:gd name="connsiteY1307" fmla="*/ 1179205 h 6530188"/>
              <a:gd name="connsiteX1308" fmla="*/ 4748725 w 6530262"/>
              <a:gd name="connsiteY1308" fmla="*/ 1182422 h 6530188"/>
              <a:gd name="connsiteX1309" fmla="*/ 4760952 w 6530262"/>
              <a:gd name="connsiteY1309" fmla="*/ 1180170 h 6530188"/>
              <a:gd name="connsiteX1310" fmla="*/ 4787334 w 6530262"/>
              <a:gd name="connsiteY1310" fmla="*/ 1180170 h 6530188"/>
              <a:gd name="connsiteX1311" fmla="*/ 4796666 w 6530262"/>
              <a:gd name="connsiteY1311" fmla="*/ 1167943 h 6530188"/>
              <a:gd name="connsiteX1312" fmla="*/ 4805996 w 6530262"/>
              <a:gd name="connsiteY1312" fmla="*/ 1160865 h 6530188"/>
              <a:gd name="connsiteX1313" fmla="*/ 4796988 w 6530262"/>
              <a:gd name="connsiteY1313" fmla="*/ 1148317 h 6530188"/>
              <a:gd name="connsiteX1314" fmla="*/ 4769316 w 6530262"/>
              <a:gd name="connsiteY1314" fmla="*/ 1116142 h 6530188"/>
              <a:gd name="connsiteX1315" fmla="*/ 4759663 w 6530262"/>
              <a:gd name="connsiteY1315" fmla="*/ 1097159 h 6530188"/>
              <a:gd name="connsiteX1316" fmla="*/ 4743898 w 6530262"/>
              <a:gd name="connsiteY1316" fmla="*/ 1077210 h 6530188"/>
              <a:gd name="connsiteX1317" fmla="*/ 4722341 w 6530262"/>
              <a:gd name="connsiteY1317" fmla="*/ 1032166 h 6530188"/>
              <a:gd name="connsiteX1318" fmla="*/ 4710114 w 6530262"/>
              <a:gd name="connsiteY1318" fmla="*/ 972964 h 6530188"/>
              <a:gd name="connsiteX1319" fmla="*/ 4690808 w 6530262"/>
              <a:gd name="connsiteY1319" fmla="*/ 897675 h 6530188"/>
              <a:gd name="connsiteX1320" fmla="*/ 4700462 w 6530262"/>
              <a:gd name="connsiteY1320" fmla="*/ 873866 h 6530188"/>
              <a:gd name="connsiteX1321" fmla="*/ 4717514 w 6530262"/>
              <a:gd name="connsiteY1321" fmla="*/ 865501 h 6530188"/>
              <a:gd name="connsiteX1322" fmla="*/ 4752264 w 6530262"/>
              <a:gd name="connsiteY1322" fmla="*/ 870970 h 6530188"/>
              <a:gd name="connsiteX1323" fmla="*/ 4772212 w 6530262"/>
              <a:gd name="connsiteY1323" fmla="*/ 879336 h 6530188"/>
              <a:gd name="connsiteX1324" fmla="*/ 4795057 w 6530262"/>
              <a:gd name="connsiteY1324" fmla="*/ 884162 h 6530188"/>
              <a:gd name="connsiteX1325" fmla="*/ 4829805 w 6530262"/>
              <a:gd name="connsiteY1325" fmla="*/ 888345 h 6530188"/>
              <a:gd name="connsiteX1326" fmla="*/ 4846859 w 6530262"/>
              <a:gd name="connsiteY1326" fmla="*/ 886414 h 6530188"/>
              <a:gd name="connsiteX1327" fmla="*/ 4856833 w 6530262"/>
              <a:gd name="connsiteY1327" fmla="*/ 882231 h 6530188"/>
              <a:gd name="connsiteX1328" fmla="*/ 4856833 w 6530262"/>
              <a:gd name="connsiteY1328" fmla="*/ 844908 h 6530188"/>
              <a:gd name="connsiteX1329" fmla="*/ 4839137 w 6530262"/>
              <a:gd name="connsiteY1329" fmla="*/ 825604 h 6530188"/>
              <a:gd name="connsiteX1330" fmla="*/ 4814039 w 6530262"/>
              <a:gd name="connsiteY1330" fmla="*/ 811125 h 6530188"/>
              <a:gd name="connsiteX1331" fmla="*/ 4790874 w 6530262"/>
              <a:gd name="connsiteY1331" fmla="*/ 813056 h 6530188"/>
              <a:gd name="connsiteX1332" fmla="*/ 4774143 w 6530262"/>
              <a:gd name="connsiteY1332" fmla="*/ 809838 h 6530188"/>
              <a:gd name="connsiteX1333" fmla="*/ 4759341 w 6530262"/>
              <a:gd name="connsiteY1333" fmla="*/ 808229 h 6530188"/>
              <a:gd name="connsiteX1334" fmla="*/ 4748403 w 6530262"/>
              <a:gd name="connsiteY1334" fmla="*/ 805334 h 6530188"/>
              <a:gd name="connsiteX1335" fmla="*/ 4756769 w 6530262"/>
              <a:gd name="connsiteY1335" fmla="*/ 791820 h 6530188"/>
              <a:gd name="connsiteX1336" fmla="*/ 4779934 w 6530262"/>
              <a:gd name="connsiteY1336" fmla="*/ 773802 h 6530188"/>
              <a:gd name="connsiteX1337" fmla="*/ 4784761 w 6530262"/>
              <a:gd name="connsiteY1337" fmla="*/ 759645 h 6530188"/>
              <a:gd name="connsiteX1338" fmla="*/ 4787978 w 6530262"/>
              <a:gd name="connsiteY1338" fmla="*/ 744202 h 6530188"/>
              <a:gd name="connsiteX1339" fmla="*/ 4778326 w 6530262"/>
              <a:gd name="connsiteY1339" fmla="*/ 718140 h 6530188"/>
              <a:gd name="connsiteX1340" fmla="*/ 4755480 w 6530262"/>
              <a:gd name="connsiteY1340" fmla="*/ 703661 h 6530188"/>
              <a:gd name="connsiteX1341" fmla="*/ 4740681 w 6530262"/>
              <a:gd name="connsiteY1341" fmla="*/ 700444 h 6530188"/>
              <a:gd name="connsiteX1342" fmla="*/ 4725236 w 6530262"/>
              <a:gd name="connsiteY1342" fmla="*/ 689826 h 6530188"/>
              <a:gd name="connsiteX1343" fmla="*/ 4719565 w 6530262"/>
              <a:gd name="connsiteY1343" fmla="*/ 689183 h 6530188"/>
              <a:gd name="connsiteX1344" fmla="*/ 2619696 w 6530262"/>
              <a:gd name="connsiteY1344" fmla="*/ 639955 h 6530188"/>
              <a:gd name="connsiteX1345" fmla="*/ 2620664 w 6530262"/>
              <a:gd name="connsiteY1345" fmla="*/ 641243 h 6530188"/>
              <a:gd name="connsiteX1346" fmla="*/ 2619931 w 6530262"/>
              <a:gd name="connsiteY1346" fmla="*/ 640398 h 6530188"/>
              <a:gd name="connsiteX1347" fmla="*/ 1851998 w 6530262"/>
              <a:gd name="connsiteY1347" fmla="*/ 578823 h 6530188"/>
              <a:gd name="connsiteX1348" fmla="*/ 1835590 w 6530262"/>
              <a:gd name="connsiteY1348" fmla="*/ 583006 h 6530188"/>
              <a:gd name="connsiteX1349" fmla="*/ 1824006 w 6530262"/>
              <a:gd name="connsiteY1349" fmla="*/ 583006 h 6530188"/>
              <a:gd name="connsiteX1350" fmla="*/ 1808884 w 6530262"/>
              <a:gd name="connsiteY1350" fmla="*/ 592015 h 6530188"/>
              <a:gd name="connsiteX1351" fmla="*/ 1796336 w 6530262"/>
              <a:gd name="connsiteY1351" fmla="*/ 598128 h 6530188"/>
              <a:gd name="connsiteX1352" fmla="*/ 1788613 w 6530262"/>
              <a:gd name="connsiteY1352" fmla="*/ 607781 h 6530188"/>
              <a:gd name="connsiteX1353" fmla="*/ 1778961 w 6530262"/>
              <a:gd name="connsiteY1353" fmla="*/ 614859 h 6530188"/>
              <a:gd name="connsiteX1354" fmla="*/ 1771239 w 6530262"/>
              <a:gd name="connsiteY1354" fmla="*/ 625477 h 6530188"/>
              <a:gd name="connsiteX1355" fmla="*/ 1755152 w 6530262"/>
              <a:gd name="connsiteY1355" fmla="*/ 638990 h 6530188"/>
              <a:gd name="connsiteX1356" fmla="*/ 1757403 w 6530262"/>
              <a:gd name="connsiteY1356" fmla="*/ 651217 h 6530188"/>
              <a:gd name="connsiteX1357" fmla="*/ 1787005 w 6530262"/>
              <a:gd name="connsiteY1357" fmla="*/ 673417 h 6530188"/>
              <a:gd name="connsiteX1358" fmla="*/ 1790223 w 6530262"/>
              <a:gd name="connsiteY1358" fmla="*/ 687252 h 6530188"/>
              <a:gd name="connsiteX1359" fmla="*/ 1792475 w 6530262"/>
              <a:gd name="connsiteY1359" fmla="*/ 698835 h 6530188"/>
              <a:gd name="connsiteX1360" fmla="*/ 1796014 w 6530262"/>
              <a:gd name="connsiteY1360" fmla="*/ 710097 h 6530188"/>
              <a:gd name="connsiteX1361" fmla="*/ 1809528 w 6530262"/>
              <a:gd name="connsiteY1361" fmla="*/ 710097 h 6530188"/>
              <a:gd name="connsiteX1362" fmla="*/ 1821433 w 6530262"/>
              <a:gd name="connsiteY1362" fmla="*/ 707523 h 6530188"/>
              <a:gd name="connsiteX1363" fmla="*/ 1828511 w 6530262"/>
              <a:gd name="connsiteY1363" fmla="*/ 715888 h 6530188"/>
              <a:gd name="connsiteX1364" fmla="*/ 1819502 w 6530262"/>
              <a:gd name="connsiteY1364" fmla="*/ 732619 h 6530188"/>
              <a:gd name="connsiteX1365" fmla="*/ 1791509 w 6530262"/>
              <a:gd name="connsiteY1365" fmla="*/ 764794 h 6530188"/>
              <a:gd name="connsiteX1366" fmla="*/ 1774778 w 6530262"/>
              <a:gd name="connsiteY1366" fmla="*/ 778307 h 6530188"/>
              <a:gd name="connsiteX1367" fmla="*/ 1736490 w 6530262"/>
              <a:gd name="connsiteY1367" fmla="*/ 813377 h 6530188"/>
              <a:gd name="connsiteX1368" fmla="*/ 1722012 w 6530262"/>
              <a:gd name="connsiteY1368" fmla="*/ 830430 h 6530188"/>
              <a:gd name="connsiteX1369" fmla="*/ 1710750 w 6530262"/>
              <a:gd name="connsiteY1369" fmla="*/ 830430 h 6530188"/>
              <a:gd name="connsiteX1370" fmla="*/ 1710750 w 6530262"/>
              <a:gd name="connsiteY1370" fmla="*/ 829143 h 6530188"/>
              <a:gd name="connsiteX1371" fmla="*/ 1687262 w 6530262"/>
              <a:gd name="connsiteY1371" fmla="*/ 865179 h 6530188"/>
              <a:gd name="connsiteX1372" fmla="*/ 1690802 w 6530262"/>
              <a:gd name="connsiteY1372" fmla="*/ 877727 h 6530188"/>
              <a:gd name="connsiteX1373" fmla="*/ 1700132 w 6530262"/>
              <a:gd name="connsiteY1373" fmla="*/ 891562 h 6530188"/>
              <a:gd name="connsiteX1374" fmla="*/ 1714289 w 6530262"/>
              <a:gd name="connsiteY1374" fmla="*/ 905719 h 6530188"/>
              <a:gd name="connsiteX1375" fmla="*/ 1731021 w 6530262"/>
              <a:gd name="connsiteY1375" fmla="*/ 897353 h 6530188"/>
              <a:gd name="connsiteX1376" fmla="*/ 1743246 w 6530262"/>
              <a:gd name="connsiteY1376" fmla="*/ 897353 h 6530188"/>
              <a:gd name="connsiteX1377" fmla="*/ 1750325 w 6530262"/>
              <a:gd name="connsiteY1377" fmla="*/ 884805 h 6530188"/>
              <a:gd name="connsiteX1378" fmla="*/ 1760300 w 6530262"/>
              <a:gd name="connsiteY1378" fmla="*/ 873222 h 6530188"/>
              <a:gd name="connsiteX1379" fmla="*/ 1772526 w 6530262"/>
              <a:gd name="connsiteY1379" fmla="*/ 860674 h 6530188"/>
              <a:gd name="connsiteX1380" fmla="*/ 1781214 w 6530262"/>
              <a:gd name="connsiteY1380" fmla="*/ 854883 h 6530188"/>
              <a:gd name="connsiteX1381" fmla="*/ 1792475 w 6530262"/>
              <a:gd name="connsiteY1381" fmla="*/ 847482 h 6530188"/>
              <a:gd name="connsiteX1382" fmla="*/ 1803415 w 6530262"/>
              <a:gd name="connsiteY1382" fmla="*/ 836222 h 6530188"/>
              <a:gd name="connsiteX1383" fmla="*/ 1814354 w 6530262"/>
              <a:gd name="connsiteY1383" fmla="*/ 827213 h 6530188"/>
              <a:gd name="connsiteX1384" fmla="*/ 1826581 w 6530262"/>
              <a:gd name="connsiteY1384" fmla="*/ 815308 h 6530188"/>
              <a:gd name="connsiteX1385" fmla="*/ 1839451 w 6530262"/>
              <a:gd name="connsiteY1385" fmla="*/ 802116 h 6530188"/>
              <a:gd name="connsiteX1386" fmla="*/ 1852643 w 6530262"/>
              <a:gd name="connsiteY1386" fmla="*/ 788603 h 6530188"/>
              <a:gd name="connsiteX1387" fmla="*/ 1900261 w 6530262"/>
              <a:gd name="connsiteY1387" fmla="*/ 740662 h 6530188"/>
              <a:gd name="connsiteX1388" fmla="*/ 1918279 w 6530262"/>
              <a:gd name="connsiteY1388" fmla="*/ 716209 h 6530188"/>
              <a:gd name="connsiteX1389" fmla="*/ 1935333 w 6530262"/>
              <a:gd name="connsiteY1389" fmla="*/ 706879 h 6530188"/>
              <a:gd name="connsiteX1390" fmla="*/ 1948846 w 6530262"/>
              <a:gd name="connsiteY1390" fmla="*/ 690470 h 6530188"/>
              <a:gd name="connsiteX1391" fmla="*/ 1963003 w 6530262"/>
              <a:gd name="connsiteY1391" fmla="*/ 675026 h 6530188"/>
              <a:gd name="connsiteX1392" fmla="*/ 1980377 w 6530262"/>
              <a:gd name="connsiteY1392" fmla="*/ 661512 h 6530188"/>
              <a:gd name="connsiteX1393" fmla="*/ 2002900 w 6530262"/>
              <a:gd name="connsiteY1393" fmla="*/ 645425 h 6530188"/>
              <a:gd name="connsiteX1394" fmla="*/ 2019631 w 6530262"/>
              <a:gd name="connsiteY1394" fmla="*/ 641243 h 6530188"/>
              <a:gd name="connsiteX1395" fmla="*/ 2032180 w 6530262"/>
              <a:gd name="connsiteY1395" fmla="*/ 603598 h 6530188"/>
              <a:gd name="connsiteX1396" fmla="*/ 2024136 w 6530262"/>
              <a:gd name="connsiteY1396" fmla="*/ 588476 h 6530188"/>
              <a:gd name="connsiteX1397" fmla="*/ 2013518 w 6530262"/>
              <a:gd name="connsiteY1397" fmla="*/ 585258 h 6530188"/>
              <a:gd name="connsiteX1398" fmla="*/ 1991317 w 6530262"/>
              <a:gd name="connsiteY1398" fmla="*/ 581397 h 6530188"/>
              <a:gd name="connsiteX1399" fmla="*/ 1977160 w 6530262"/>
              <a:gd name="connsiteY1399" fmla="*/ 584615 h 6530188"/>
              <a:gd name="connsiteX1400" fmla="*/ 1962359 w 6530262"/>
              <a:gd name="connsiteY1400" fmla="*/ 586867 h 6530188"/>
              <a:gd name="connsiteX1401" fmla="*/ 1939194 w 6530262"/>
              <a:gd name="connsiteY1401" fmla="*/ 609068 h 6530188"/>
              <a:gd name="connsiteX1402" fmla="*/ 1898653 w 6530262"/>
              <a:gd name="connsiteY1402" fmla="*/ 648321 h 6530188"/>
              <a:gd name="connsiteX1403" fmla="*/ 1891253 w 6530262"/>
              <a:gd name="connsiteY1403" fmla="*/ 641886 h 6530188"/>
              <a:gd name="connsiteX1404" fmla="*/ 1891253 w 6530262"/>
              <a:gd name="connsiteY1404" fmla="*/ 609711 h 6530188"/>
              <a:gd name="connsiteX1405" fmla="*/ 1866156 w 6530262"/>
              <a:gd name="connsiteY1405" fmla="*/ 592337 h 6530188"/>
              <a:gd name="connsiteX1406" fmla="*/ 1851998 w 6530262"/>
              <a:gd name="connsiteY1406" fmla="*/ 578823 h 6530188"/>
              <a:gd name="connsiteX1407" fmla="*/ 2870182 w 6530262"/>
              <a:gd name="connsiteY1407" fmla="*/ 487929 h 6530188"/>
              <a:gd name="connsiteX1408" fmla="*/ 2875491 w 6530262"/>
              <a:gd name="connsiteY1408" fmla="*/ 493560 h 6530188"/>
              <a:gd name="connsiteX1409" fmla="*/ 2866483 w 6530262"/>
              <a:gd name="connsiteY1409" fmla="*/ 516404 h 6530188"/>
              <a:gd name="connsiteX1410" fmla="*/ 2847499 w 6530262"/>
              <a:gd name="connsiteY1410" fmla="*/ 516404 h 6530188"/>
              <a:gd name="connsiteX1411" fmla="*/ 2844605 w 6530262"/>
              <a:gd name="connsiteY1411" fmla="*/ 506108 h 6530188"/>
              <a:gd name="connsiteX1412" fmla="*/ 2848142 w 6530262"/>
              <a:gd name="connsiteY1412" fmla="*/ 494525 h 6530188"/>
              <a:gd name="connsiteX1413" fmla="*/ 2868736 w 6530262"/>
              <a:gd name="connsiteY1413" fmla="*/ 488090 h 6530188"/>
              <a:gd name="connsiteX1414" fmla="*/ 2870182 w 6530262"/>
              <a:gd name="connsiteY1414" fmla="*/ 487929 h 6530188"/>
              <a:gd name="connsiteX1415" fmla="*/ 2934854 w 6530262"/>
              <a:gd name="connsiteY1415" fmla="*/ 459173 h 6530188"/>
              <a:gd name="connsiteX1416" fmla="*/ 2939839 w 6530262"/>
              <a:gd name="connsiteY1416" fmla="*/ 463315 h 6530188"/>
              <a:gd name="connsiteX1417" fmla="*/ 2941450 w 6530262"/>
              <a:gd name="connsiteY1417" fmla="*/ 477150 h 6530188"/>
              <a:gd name="connsiteX1418" fmla="*/ 2924720 w 6530262"/>
              <a:gd name="connsiteY1418" fmla="*/ 493559 h 6530188"/>
              <a:gd name="connsiteX1419" fmla="*/ 2913135 w 6530262"/>
              <a:gd name="connsiteY1419" fmla="*/ 485515 h 6530188"/>
              <a:gd name="connsiteX1420" fmla="*/ 2913135 w 6530262"/>
              <a:gd name="connsiteY1420" fmla="*/ 468785 h 6530188"/>
              <a:gd name="connsiteX1421" fmla="*/ 2928903 w 6530262"/>
              <a:gd name="connsiteY1421" fmla="*/ 461063 h 6530188"/>
              <a:gd name="connsiteX1422" fmla="*/ 2934854 w 6530262"/>
              <a:gd name="connsiteY1422" fmla="*/ 459173 h 6530188"/>
              <a:gd name="connsiteX1423" fmla="*/ 2852647 w 6530262"/>
              <a:gd name="connsiteY1423" fmla="*/ 418592 h 6530188"/>
              <a:gd name="connsiteX1424" fmla="*/ 2868412 w 6530262"/>
              <a:gd name="connsiteY1424" fmla="*/ 432106 h 6530188"/>
              <a:gd name="connsiteX1425" fmla="*/ 2850072 w 6530262"/>
              <a:gd name="connsiteY1425" fmla="*/ 454950 h 6530188"/>
              <a:gd name="connsiteX1426" fmla="*/ 2841707 w 6530262"/>
              <a:gd name="connsiteY1426" fmla="*/ 451411 h 6530188"/>
              <a:gd name="connsiteX1427" fmla="*/ 2837202 w 6530262"/>
              <a:gd name="connsiteY1427" fmla="*/ 433714 h 6530188"/>
              <a:gd name="connsiteX1428" fmla="*/ 2852647 w 6530262"/>
              <a:gd name="connsiteY1428" fmla="*/ 418592 h 6530188"/>
              <a:gd name="connsiteX1429" fmla="*/ 3756765 w 6530262"/>
              <a:gd name="connsiteY1429" fmla="*/ 405401 h 6530188"/>
              <a:gd name="connsiteX1430" fmla="*/ 3735530 w 6530262"/>
              <a:gd name="connsiteY1430" fmla="*/ 416019 h 6530188"/>
              <a:gd name="connsiteX1431" fmla="*/ 3732312 w 6530262"/>
              <a:gd name="connsiteY1431" fmla="*/ 436289 h 6530188"/>
              <a:gd name="connsiteX1432" fmla="*/ 3732312 w 6530262"/>
              <a:gd name="connsiteY1432" fmla="*/ 457846 h 6530188"/>
              <a:gd name="connsiteX1433" fmla="*/ 3740034 w 6530262"/>
              <a:gd name="connsiteY1433" fmla="*/ 486804 h 6530188"/>
              <a:gd name="connsiteX1434" fmla="*/ 3741642 w 6530262"/>
              <a:gd name="connsiteY1434" fmla="*/ 509969 h 6530188"/>
              <a:gd name="connsiteX1435" fmla="*/ 3765453 w 6530262"/>
              <a:gd name="connsiteY1435" fmla="*/ 514152 h 6530188"/>
              <a:gd name="connsiteX1436" fmla="*/ 3784435 w 6530262"/>
              <a:gd name="connsiteY1436" fmla="*/ 514152 h 6530188"/>
              <a:gd name="connsiteX1437" fmla="*/ 3784435 w 6530262"/>
              <a:gd name="connsiteY1437" fmla="*/ 531848 h 6530188"/>
              <a:gd name="connsiteX1438" fmla="*/ 3775427 w 6530262"/>
              <a:gd name="connsiteY1438" fmla="*/ 552118 h 6530188"/>
              <a:gd name="connsiteX1439" fmla="*/ 3722982 w 6530262"/>
              <a:gd name="connsiteY1439" fmla="*/ 606172 h 6530188"/>
              <a:gd name="connsiteX1440" fmla="*/ 3670858 w 6530262"/>
              <a:gd name="connsiteY1440" fmla="*/ 613894 h 6530188"/>
              <a:gd name="connsiteX1441" fmla="*/ 3652840 w 6530262"/>
              <a:gd name="connsiteY1441" fmla="*/ 613894 h 6530188"/>
              <a:gd name="connsiteX1442" fmla="*/ 3605542 w 6530262"/>
              <a:gd name="connsiteY1442" fmla="*/ 619363 h 6530188"/>
              <a:gd name="connsiteX1443" fmla="*/ 3585271 w 6530262"/>
              <a:gd name="connsiteY1443" fmla="*/ 612285 h 6530188"/>
              <a:gd name="connsiteX1444" fmla="*/ 3545374 w 6530262"/>
              <a:gd name="connsiteY1444" fmla="*/ 622903 h 6530188"/>
              <a:gd name="connsiteX1445" fmla="*/ 3541836 w 6530262"/>
              <a:gd name="connsiteY1445" fmla="*/ 645425 h 6530188"/>
              <a:gd name="connsiteX1446" fmla="*/ 3541836 w 6530262"/>
              <a:gd name="connsiteY1446" fmla="*/ 644138 h 6530188"/>
              <a:gd name="connsiteX1447" fmla="*/ 3535400 w 6530262"/>
              <a:gd name="connsiteY1447" fmla="*/ 664086 h 6530188"/>
              <a:gd name="connsiteX1448" fmla="*/ 3560176 w 6530262"/>
              <a:gd name="connsiteY1448" fmla="*/ 702696 h 6530188"/>
              <a:gd name="connsiteX1449" fmla="*/ 3652518 w 6530262"/>
              <a:gd name="connsiteY1449" fmla="*/ 691757 h 6530188"/>
              <a:gd name="connsiteX1450" fmla="*/ 3725234 w 6530262"/>
              <a:gd name="connsiteY1450" fmla="*/ 694652 h 6530188"/>
              <a:gd name="connsiteX1451" fmla="*/ 3764165 w 6530262"/>
              <a:gd name="connsiteY1451" fmla="*/ 705270 h 6530188"/>
              <a:gd name="connsiteX1452" fmla="*/ 3799559 w 6530262"/>
              <a:gd name="connsiteY1452" fmla="*/ 708809 h 6530188"/>
              <a:gd name="connsiteX1453" fmla="*/ 3835917 w 6530262"/>
              <a:gd name="connsiteY1453" fmla="*/ 714923 h 6530188"/>
              <a:gd name="connsiteX1454" fmla="*/ 3870987 w 6530262"/>
              <a:gd name="connsiteY1454" fmla="*/ 723610 h 6530188"/>
              <a:gd name="connsiteX1455" fmla="*/ 3908631 w 6530262"/>
              <a:gd name="connsiteY1455" fmla="*/ 736480 h 6530188"/>
              <a:gd name="connsiteX1456" fmla="*/ 3932442 w 6530262"/>
              <a:gd name="connsiteY1456" fmla="*/ 740340 h 6530188"/>
              <a:gd name="connsiteX1457" fmla="*/ 3954321 w 6530262"/>
              <a:gd name="connsiteY1457" fmla="*/ 749993 h 6530188"/>
              <a:gd name="connsiteX1458" fmla="*/ 3975556 w 6530262"/>
              <a:gd name="connsiteY1458" fmla="*/ 753854 h 6530188"/>
              <a:gd name="connsiteX1459" fmla="*/ 3989069 w 6530262"/>
              <a:gd name="connsiteY1459" fmla="*/ 745488 h 6530188"/>
              <a:gd name="connsiteX1460" fmla="*/ 3997757 w 6530262"/>
              <a:gd name="connsiteY1460" fmla="*/ 734228 h 6530188"/>
              <a:gd name="connsiteX1461" fmla="*/ 3997757 w 6530262"/>
              <a:gd name="connsiteY1461" fmla="*/ 725862 h 6530188"/>
              <a:gd name="connsiteX1462" fmla="*/ 3997757 w 6530262"/>
              <a:gd name="connsiteY1462" fmla="*/ 720071 h 6530188"/>
              <a:gd name="connsiteX1463" fmla="*/ 3997757 w 6530262"/>
              <a:gd name="connsiteY1463" fmla="*/ 704948 h 6530188"/>
              <a:gd name="connsiteX1464" fmla="*/ 3980383 w 6530262"/>
              <a:gd name="connsiteY1464" fmla="*/ 682104 h 6530188"/>
              <a:gd name="connsiteX1465" fmla="*/ 3966226 w 6530262"/>
              <a:gd name="connsiteY1465" fmla="*/ 668913 h 6530188"/>
              <a:gd name="connsiteX1466" fmla="*/ 3950460 w 6530262"/>
              <a:gd name="connsiteY1466" fmla="*/ 660226 h 6530188"/>
              <a:gd name="connsiteX1467" fmla="*/ 3934693 w 6530262"/>
              <a:gd name="connsiteY1467" fmla="*/ 657973 h 6530188"/>
              <a:gd name="connsiteX1468" fmla="*/ 3916997 w 6530262"/>
              <a:gd name="connsiteY1468" fmla="*/ 660226 h 6530188"/>
              <a:gd name="connsiteX1469" fmla="*/ 3854577 w 6530262"/>
              <a:gd name="connsiteY1469" fmla="*/ 646390 h 6530188"/>
              <a:gd name="connsiteX1470" fmla="*/ 3861334 w 6530262"/>
              <a:gd name="connsiteY1470" fmla="*/ 611320 h 6530188"/>
              <a:gd name="connsiteX1471" fmla="*/ 3867126 w 6530262"/>
              <a:gd name="connsiteY1471" fmla="*/ 598772 h 6530188"/>
              <a:gd name="connsiteX1472" fmla="*/ 3873561 w 6530262"/>
              <a:gd name="connsiteY1472" fmla="*/ 587189 h 6530188"/>
              <a:gd name="connsiteX1473" fmla="*/ 3881283 w 6530262"/>
              <a:gd name="connsiteY1473" fmla="*/ 576249 h 6530188"/>
              <a:gd name="connsiteX1474" fmla="*/ 3889649 w 6530262"/>
              <a:gd name="connsiteY1474" fmla="*/ 564988 h 6530188"/>
              <a:gd name="connsiteX1475" fmla="*/ 3889649 w 6530262"/>
              <a:gd name="connsiteY1475" fmla="*/ 534744 h 6530188"/>
              <a:gd name="connsiteX1476" fmla="*/ 3929223 w 6530262"/>
              <a:gd name="connsiteY1476" fmla="*/ 519622 h 6530188"/>
              <a:gd name="connsiteX1477" fmla="*/ 3948850 w 6530262"/>
              <a:gd name="connsiteY1477" fmla="*/ 512544 h 6530188"/>
              <a:gd name="connsiteX1478" fmla="*/ 3975234 w 6530262"/>
              <a:gd name="connsiteY1478" fmla="*/ 499352 h 6530188"/>
              <a:gd name="connsiteX1479" fmla="*/ 4009339 w 6530262"/>
              <a:gd name="connsiteY1479" fmla="*/ 480690 h 6530188"/>
              <a:gd name="connsiteX1480" fmla="*/ 4005478 w 6530262"/>
              <a:gd name="connsiteY1480" fmla="*/ 467821 h 6530188"/>
              <a:gd name="connsiteX1481" fmla="*/ 4005478 w 6530262"/>
              <a:gd name="connsiteY1481" fmla="*/ 450124 h 6530188"/>
              <a:gd name="connsiteX1482" fmla="*/ 3992609 w 6530262"/>
              <a:gd name="connsiteY1482" fmla="*/ 428889 h 6530188"/>
              <a:gd name="connsiteX1483" fmla="*/ 3982313 w 6530262"/>
              <a:gd name="connsiteY1483" fmla="*/ 419236 h 6530188"/>
              <a:gd name="connsiteX1484" fmla="*/ 3967834 w 6530262"/>
              <a:gd name="connsiteY1484" fmla="*/ 419236 h 6530188"/>
              <a:gd name="connsiteX1485" fmla="*/ 3951424 w 6530262"/>
              <a:gd name="connsiteY1485" fmla="*/ 417306 h 6530188"/>
              <a:gd name="connsiteX1486" fmla="*/ 3889005 w 6530262"/>
              <a:gd name="connsiteY1486" fmla="*/ 426959 h 6530188"/>
              <a:gd name="connsiteX1487" fmla="*/ 3879030 w 6530262"/>
              <a:gd name="connsiteY1487" fmla="*/ 426959 h 6530188"/>
              <a:gd name="connsiteX1488" fmla="*/ 3864873 w 6530262"/>
              <a:gd name="connsiteY1488" fmla="*/ 426959 h 6530188"/>
              <a:gd name="connsiteX1489" fmla="*/ 3786366 w 6530262"/>
              <a:gd name="connsiteY1489" fmla="*/ 420845 h 6530188"/>
              <a:gd name="connsiteX1490" fmla="*/ 3756765 w 6530262"/>
              <a:gd name="connsiteY1490" fmla="*/ 405401 h 6530188"/>
              <a:gd name="connsiteX1491" fmla="*/ 2737460 w 6530262"/>
              <a:gd name="connsiteY1491" fmla="*/ 383201 h 6530188"/>
              <a:gd name="connsiteX1492" fmla="*/ 2712040 w 6530262"/>
              <a:gd name="connsiteY1492" fmla="*/ 388670 h 6530188"/>
              <a:gd name="connsiteX1493" fmla="*/ 2627740 w 6530262"/>
              <a:gd name="connsiteY1493" fmla="*/ 444655 h 6530188"/>
              <a:gd name="connsiteX1494" fmla="*/ 2607151 w 6530262"/>
              <a:gd name="connsiteY1494" fmla="*/ 449802 h 6530188"/>
              <a:gd name="connsiteX1495" fmla="*/ 2592671 w 6530262"/>
              <a:gd name="connsiteY1495" fmla="*/ 461707 h 6530188"/>
              <a:gd name="connsiteX1496" fmla="*/ 2586879 w 6530262"/>
              <a:gd name="connsiteY1496" fmla="*/ 474255 h 6530188"/>
              <a:gd name="connsiteX1497" fmla="*/ 2577870 w 6530262"/>
              <a:gd name="connsiteY1497" fmla="*/ 481656 h 6530188"/>
              <a:gd name="connsiteX1498" fmla="*/ 2585914 w 6530262"/>
              <a:gd name="connsiteY1498" fmla="*/ 502569 h 6530188"/>
              <a:gd name="connsiteX1499" fmla="*/ 2596209 w 6530262"/>
              <a:gd name="connsiteY1499" fmla="*/ 507395 h 6530188"/>
              <a:gd name="connsiteX1500" fmla="*/ 2609403 w 6530262"/>
              <a:gd name="connsiteY1500" fmla="*/ 518335 h 6530188"/>
              <a:gd name="connsiteX1501" fmla="*/ 2628385 w 6530262"/>
              <a:gd name="connsiteY1501" fmla="*/ 522518 h 6530188"/>
              <a:gd name="connsiteX1502" fmla="*/ 2645759 w 6530262"/>
              <a:gd name="connsiteY1502" fmla="*/ 534744 h 6530188"/>
              <a:gd name="connsiteX1503" fmla="*/ 2645759 w 6530262"/>
              <a:gd name="connsiteY1503" fmla="*/ 566918 h 6530188"/>
              <a:gd name="connsiteX1504" fmla="*/ 2628385 w 6530262"/>
              <a:gd name="connsiteY1504" fmla="*/ 585902 h 6530188"/>
              <a:gd name="connsiteX1505" fmla="*/ 2613906 w 6530262"/>
              <a:gd name="connsiteY1505" fmla="*/ 585902 h 6530188"/>
              <a:gd name="connsiteX1506" fmla="*/ 2596209 w 6530262"/>
              <a:gd name="connsiteY1506" fmla="*/ 610355 h 6530188"/>
              <a:gd name="connsiteX1507" fmla="*/ 2612298 w 6530262"/>
              <a:gd name="connsiteY1507" fmla="*/ 631590 h 6530188"/>
              <a:gd name="connsiteX1508" fmla="*/ 2619931 w 6530262"/>
              <a:gd name="connsiteY1508" fmla="*/ 640398 h 6530188"/>
              <a:gd name="connsiteX1509" fmla="*/ 2625490 w 6530262"/>
              <a:gd name="connsiteY1509" fmla="*/ 650895 h 6530188"/>
              <a:gd name="connsiteX1510" fmla="*/ 2625490 w 6530262"/>
              <a:gd name="connsiteY1510" fmla="*/ 666660 h 6530188"/>
              <a:gd name="connsiteX1511" fmla="*/ 2625490 w 6530262"/>
              <a:gd name="connsiteY1511" fmla="*/ 678887 h 6530188"/>
              <a:gd name="connsiteX1512" fmla="*/ 2615515 w 6530262"/>
              <a:gd name="connsiteY1512" fmla="*/ 693044 h 6530188"/>
              <a:gd name="connsiteX1513" fmla="*/ 2600715 w 6530262"/>
              <a:gd name="connsiteY1513" fmla="*/ 707523 h 6530188"/>
              <a:gd name="connsiteX1514" fmla="*/ 2575296 w 6530262"/>
              <a:gd name="connsiteY1514" fmla="*/ 739697 h 6530188"/>
              <a:gd name="connsiteX1515" fmla="*/ 2584628 w 6530262"/>
              <a:gd name="connsiteY1515" fmla="*/ 768654 h 6530188"/>
              <a:gd name="connsiteX1516" fmla="*/ 2598463 w 6530262"/>
              <a:gd name="connsiteY1516" fmla="*/ 783133 h 6530188"/>
              <a:gd name="connsiteX1517" fmla="*/ 2608436 w 6530262"/>
              <a:gd name="connsiteY1517" fmla="*/ 798255 h 6530188"/>
              <a:gd name="connsiteX1518" fmla="*/ 2627740 w 6530262"/>
              <a:gd name="connsiteY1518" fmla="*/ 800829 h 6530188"/>
              <a:gd name="connsiteX1519" fmla="*/ 2640934 w 6530262"/>
              <a:gd name="connsiteY1519" fmla="*/ 798577 h 6530188"/>
              <a:gd name="connsiteX1520" fmla="*/ 2669570 w 6530262"/>
              <a:gd name="connsiteY1520" fmla="*/ 766402 h 6530188"/>
              <a:gd name="connsiteX1521" fmla="*/ 2731989 w 6530262"/>
              <a:gd name="connsiteY1521" fmla="*/ 723288 h 6530188"/>
              <a:gd name="connsiteX1522" fmla="*/ 2766097 w 6530262"/>
              <a:gd name="connsiteY1522" fmla="*/ 668269 h 6530188"/>
              <a:gd name="connsiteX1523" fmla="*/ 2759338 w 6530262"/>
              <a:gd name="connsiteY1523" fmla="*/ 652826 h 6530188"/>
              <a:gd name="connsiteX1524" fmla="*/ 2743573 w 6530262"/>
              <a:gd name="connsiteY1524" fmla="*/ 645425 h 6530188"/>
              <a:gd name="connsiteX1525" fmla="*/ 2727485 w 6530262"/>
              <a:gd name="connsiteY1525" fmla="*/ 647677 h 6530188"/>
              <a:gd name="connsiteX1526" fmla="*/ 2722980 w 6530262"/>
              <a:gd name="connsiteY1526" fmla="*/ 631590 h 6530188"/>
              <a:gd name="connsiteX1527" fmla="*/ 2760303 w 6530262"/>
              <a:gd name="connsiteY1527" fmla="*/ 584615 h 6530188"/>
              <a:gd name="connsiteX1528" fmla="*/ 2762236 w 6530262"/>
              <a:gd name="connsiteY1528" fmla="*/ 575606 h 6530188"/>
              <a:gd name="connsiteX1529" fmla="*/ 2750328 w 6530262"/>
              <a:gd name="connsiteY1529" fmla="*/ 555658 h 6530188"/>
              <a:gd name="connsiteX1530" fmla="*/ 2743573 w 6530262"/>
              <a:gd name="connsiteY1530" fmla="*/ 542787 h 6530188"/>
              <a:gd name="connsiteX1531" fmla="*/ 2729093 w 6530262"/>
              <a:gd name="connsiteY1531" fmla="*/ 545361 h 6530188"/>
              <a:gd name="connsiteX1532" fmla="*/ 2724910 w 6530262"/>
              <a:gd name="connsiteY1532" fmla="*/ 526378 h 6530188"/>
              <a:gd name="connsiteX1533" fmla="*/ 2723302 w 6530262"/>
              <a:gd name="connsiteY1533" fmla="*/ 498387 h 6530188"/>
              <a:gd name="connsiteX1534" fmla="*/ 2742286 w 6530262"/>
              <a:gd name="connsiteY1534" fmla="*/ 470394 h 6530188"/>
              <a:gd name="connsiteX1535" fmla="*/ 2753225 w 6530262"/>
              <a:gd name="connsiteY1535" fmla="*/ 450768 h 6530188"/>
              <a:gd name="connsiteX1536" fmla="*/ 2757085 w 6530262"/>
              <a:gd name="connsiteY1536" fmla="*/ 425028 h 6530188"/>
              <a:gd name="connsiteX1537" fmla="*/ 2757085 w 6530262"/>
              <a:gd name="connsiteY1537" fmla="*/ 402505 h 6530188"/>
              <a:gd name="connsiteX1538" fmla="*/ 2737460 w 6530262"/>
              <a:gd name="connsiteY1538" fmla="*/ 383201 h 6530188"/>
              <a:gd name="connsiteX1539" fmla="*/ 2951423 w 6530262"/>
              <a:gd name="connsiteY1539" fmla="*/ 378053 h 6530188"/>
              <a:gd name="connsiteX1540" fmla="*/ 2955286 w 6530262"/>
              <a:gd name="connsiteY1540" fmla="*/ 393818 h 6530188"/>
              <a:gd name="connsiteX1541" fmla="*/ 2943059 w 6530262"/>
              <a:gd name="connsiteY1541" fmla="*/ 417306 h 6530188"/>
              <a:gd name="connsiteX1542" fmla="*/ 2920537 w 6530262"/>
              <a:gd name="connsiteY1542" fmla="*/ 419237 h 6530188"/>
              <a:gd name="connsiteX1543" fmla="*/ 2911849 w 6530262"/>
              <a:gd name="connsiteY1543" fmla="*/ 400253 h 6530188"/>
              <a:gd name="connsiteX1544" fmla="*/ 2951423 w 6530262"/>
              <a:gd name="connsiteY1544" fmla="*/ 378053 h 6530188"/>
              <a:gd name="connsiteX1545" fmla="*/ 2967832 w 6530262"/>
              <a:gd name="connsiteY1545" fmla="*/ 314025 h 6530188"/>
              <a:gd name="connsiteX1546" fmla="*/ 2889647 w 6530262"/>
              <a:gd name="connsiteY1546" fmla="*/ 351991 h 6530188"/>
              <a:gd name="connsiteX1547" fmla="*/ 2862940 w 6530262"/>
              <a:gd name="connsiteY1547" fmla="*/ 358426 h 6530188"/>
              <a:gd name="connsiteX1548" fmla="*/ 2830765 w 6530262"/>
              <a:gd name="connsiteY1548" fmla="*/ 377409 h 6530188"/>
              <a:gd name="connsiteX1549" fmla="*/ 2811463 w 6530262"/>
              <a:gd name="connsiteY1549" fmla="*/ 386740 h 6530188"/>
              <a:gd name="connsiteX1550" fmla="*/ 2796341 w 6530262"/>
              <a:gd name="connsiteY1550" fmla="*/ 390601 h 6530188"/>
              <a:gd name="connsiteX1551" fmla="*/ 2778642 w 6530262"/>
              <a:gd name="connsiteY1551" fmla="*/ 382879 h 6530188"/>
              <a:gd name="connsiteX1552" fmla="*/ 2769634 w 6530262"/>
              <a:gd name="connsiteY1552" fmla="*/ 410549 h 6530188"/>
              <a:gd name="connsiteX1553" fmla="*/ 2769634 w 6530262"/>
              <a:gd name="connsiteY1553" fmla="*/ 437254 h 6530188"/>
              <a:gd name="connsiteX1554" fmla="*/ 2768668 w 6530262"/>
              <a:gd name="connsiteY1554" fmla="*/ 435967 h 6530188"/>
              <a:gd name="connsiteX1555" fmla="*/ 2769634 w 6530262"/>
              <a:gd name="connsiteY1555" fmla="*/ 453664 h 6530188"/>
              <a:gd name="connsiteX1556" fmla="*/ 2778323 w 6530262"/>
              <a:gd name="connsiteY1556" fmla="*/ 472647 h 6530188"/>
              <a:gd name="connsiteX1557" fmla="*/ 2789583 w 6530262"/>
              <a:gd name="connsiteY1557" fmla="*/ 518335 h 6530188"/>
              <a:gd name="connsiteX1558" fmla="*/ 2783792 w 6530262"/>
              <a:gd name="connsiteY1558" fmla="*/ 548258 h 6530188"/>
              <a:gd name="connsiteX1559" fmla="*/ 2791513 w 6530262"/>
              <a:gd name="connsiteY1559" fmla="*/ 566597 h 6530188"/>
              <a:gd name="connsiteX1560" fmla="*/ 2803097 w 6530262"/>
              <a:gd name="connsiteY1560" fmla="*/ 582363 h 6530188"/>
              <a:gd name="connsiteX1561" fmla="*/ 2808565 w 6530262"/>
              <a:gd name="connsiteY1561" fmla="*/ 593624 h 6530188"/>
              <a:gd name="connsiteX1562" fmla="*/ 2814679 w 6530262"/>
              <a:gd name="connsiteY1562" fmla="*/ 600702 h 6530188"/>
              <a:gd name="connsiteX1563" fmla="*/ 2825297 w 6530262"/>
              <a:gd name="connsiteY1563" fmla="*/ 600702 h 6530188"/>
              <a:gd name="connsiteX1564" fmla="*/ 2837524 w 6530262"/>
              <a:gd name="connsiteY1564" fmla="*/ 596198 h 6530188"/>
              <a:gd name="connsiteX1565" fmla="*/ 2850717 w 6530262"/>
              <a:gd name="connsiteY1565" fmla="*/ 590084 h 6530188"/>
              <a:gd name="connsiteX1566" fmla="*/ 2861655 w 6530262"/>
              <a:gd name="connsiteY1566" fmla="*/ 590084 h 6530188"/>
              <a:gd name="connsiteX1567" fmla="*/ 2861655 w 6530262"/>
              <a:gd name="connsiteY1567" fmla="*/ 608103 h 6530188"/>
              <a:gd name="connsiteX1568" fmla="*/ 2854576 w 6530262"/>
              <a:gd name="connsiteY1568" fmla="*/ 616146 h 6530188"/>
              <a:gd name="connsiteX1569" fmla="*/ 2846212 w 6530262"/>
              <a:gd name="connsiteY1569" fmla="*/ 617755 h 6530188"/>
              <a:gd name="connsiteX1570" fmla="*/ 2837202 w 6530262"/>
              <a:gd name="connsiteY1570" fmla="*/ 620651 h 6530188"/>
              <a:gd name="connsiteX1571" fmla="*/ 2828517 w 6530262"/>
              <a:gd name="connsiteY1571" fmla="*/ 619042 h 6530188"/>
              <a:gd name="connsiteX1572" fmla="*/ 2821757 w 6530262"/>
              <a:gd name="connsiteY1572" fmla="*/ 631268 h 6530188"/>
              <a:gd name="connsiteX1573" fmla="*/ 2821757 w 6530262"/>
              <a:gd name="connsiteY1573" fmla="*/ 646390 h 6530188"/>
              <a:gd name="connsiteX1574" fmla="*/ 2821757 w 6530262"/>
              <a:gd name="connsiteY1574" fmla="*/ 658938 h 6530188"/>
              <a:gd name="connsiteX1575" fmla="*/ 2835270 w 6530262"/>
              <a:gd name="connsiteY1575" fmla="*/ 663443 h 6530188"/>
              <a:gd name="connsiteX1576" fmla="*/ 2850395 w 6530262"/>
              <a:gd name="connsiteY1576" fmla="*/ 663443 h 6530188"/>
              <a:gd name="connsiteX1577" fmla="*/ 2857794 w 6530262"/>
              <a:gd name="connsiteY1577" fmla="*/ 673095 h 6530188"/>
              <a:gd name="connsiteX1578" fmla="*/ 2823366 w 6530262"/>
              <a:gd name="connsiteY1578" fmla="*/ 694331 h 6530188"/>
              <a:gd name="connsiteX1579" fmla="*/ 2796018 w 6530262"/>
              <a:gd name="connsiteY1579" fmla="*/ 708166 h 6530188"/>
              <a:gd name="connsiteX1580" fmla="*/ 2785400 w 6530262"/>
              <a:gd name="connsiteY1580" fmla="*/ 704948 h 6530188"/>
              <a:gd name="connsiteX1581" fmla="*/ 2778323 w 6530262"/>
              <a:gd name="connsiteY1581" fmla="*/ 712349 h 6530188"/>
              <a:gd name="connsiteX1582" fmla="*/ 2773495 w 6530262"/>
              <a:gd name="connsiteY1582" fmla="*/ 728436 h 6530188"/>
              <a:gd name="connsiteX1583" fmla="*/ 2773495 w 6530262"/>
              <a:gd name="connsiteY1583" fmla="*/ 741628 h 6530188"/>
              <a:gd name="connsiteX1584" fmla="*/ 2782183 w 6530262"/>
              <a:gd name="connsiteY1584" fmla="*/ 769298 h 6530188"/>
              <a:gd name="connsiteX1585" fmla="*/ 2805025 w 6530262"/>
              <a:gd name="connsiteY1585" fmla="*/ 777342 h 6530188"/>
              <a:gd name="connsiteX1586" fmla="*/ 2837202 w 6530262"/>
              <a:gd name="connsiteY1586" fmla="*/ 762541 h 6530188"/>
              <a:gd name="connsiteX1587" fmla="*/ 2869378 w 6530262"/>
              <a:gd name="connsiteY1587" fmla="*/ 754497 h 6530188"/>
              <a:gd name="connsiteX1588" fmla="*/ 2901551 w 6530262"/>
              <a:gd name="connsiteY1588" fmla="*/ 743880 h 6530188"/>
              <a:gd name="connsiteX1589" fmla="*/ 2926971 w 6530262"/>
              <a:gd name="connsiteY1589" fmla="*/ 735836 h 6530188"/>
              <a:gd name="connsiteX1590" fmla="*/ 2949814 w 6530262"/>
              <a:gd name="connsiteY1590" fmla="*/ 730366 h 6530188"/>
              <a:gd name="connsiteX1591" fmla="*/ 2976519 w 6530262"/>
              <a:gd name="connsiteY1591" fmla="*/ 728114 h 6530188"/>
              <a:gd name="connsiteX1592" fmla="*/ 3024783 w 6530262"/>
              <a:gd name="connsiteY1592" fmla="*/ 719427 h 6530188"/>
              <a:gd name="connsiteX1593" fmla="*/ 3055349 w 6530262"/>
              <a:gd name="connsiteY1593" fmla="*/ 719427 h 6530188"/>
              <a:gd name="connsiteX1594" fmla="*/ 3081089 w 6530262"/>
              <a:gd name="connsiteY1594" fmla="*/ 668269 h 6530188"/>
              <a:gd name="connsiteX1595" fmla="*/ 3059210 w 6530262"/>
              <a:gd name="connsiteY1595" fmla="*/ 641886 h 6530188"/>
              <a:gd name="connsiteX1596" fmla="*/ 3037332 w 6530262"/>
              <a:gd name="connsiteY1596" fmla="*/ 645425 h 6530188"/>
              <a:gd name="connsiteX1597" fmla="*/ 3012556 w 6530262"/>
              <a:gd name="connsiteY1597" fmla="*/ 654112 h 6530188"/>
              <a:gd name="connsiteX1598" fmla="*/ 2991964 w 6530262"/>
              <a:gd name="connsiteY1598" fmla="*/ 656043 h 6530188"/>
              <a:gd name="connsiteX1599" fmla="*/ 2965579 w 6530262"/>
              <a:gd name="connsiteY1599" fmla="*/ 665052 h 6530188"/>
              <a:gd name="connsiteX1600" fmla="*/ 2954641 w 6530262"/>
              <a:gd name="connsiteY1600" fmla="*/ 658617 h 6530188"/>
              <a:gd name="connsiteX1601" fmla="*/ 2959147 w 6530262"/>
              <a:gd name="connsiteY1601" fmla="*/ 645747 h 6530188"/>
              <a:gd name="connsiteX1602" fmla="*/ 2978772 w 6530262"/>
              <a:gd name="connsiteY1602" fmla="*/ 635451 h 6530188"/>
              <a:gd name="connsiteX1603" fmla="*/ 2994536 w 6530262"/>
              <a:gd name="connsiteY1603" fmla="*/ 620329 h 6530188"/>
              <a:gd name="connsiteX1604" fmla="*/ 2996469 w 6530262"/>
              <a:gd name="connsiteY1604" fmla="*/ 609711 h 6530188"/>
              <a:gd name="connsiteX1605" fmla="*/ 2987781 w 6530262"/>
              <a:gd name="connsiteY1605" fmla="*/ 585258 h 6530188"/>
              <a:gd name="connsiteX1606" fmla="*/ 2978450 w 6530262"/>
              <a:gd name="connsiteY1606" fmla="*/ 577536 h 6530188"/>
              <a:gd name="connsiteX1607" fmla="*/ 2957857 w 6530262"/>
              <a:gd name="connsiteY1607" fmla="*/ 573997 h 6530188"/>
              <a:gd name="connsiteX1608" fmla="*/ 2944666 w 6530262"/>
              <a:gd name="connsiteY1608" fmla="*/ 582684 h 6530188"/>
              <a:gd name="connsiteX1609" fmla="*/ 2927292 w 6530262"/>
              <a:gd name="connsiteY1609" fmla="*/ 588154 h 6530188"/>
              <a:gd name="connsiteX1610" fmla="*/ 2924718 w 6530262"/>
              <a:gd name="connsiteY1610" fmla="*/ 570136 h 6530188"/>
              <a:gd name="connsiteX1611" fmla="*/ 2946920 w 6530262"/>
              <a:gd name="connsiteY1611" fmla="*/ 559840 h 6530188"/>
              <a:gd name="connsiteX1612" fmla="*/ 2962040 w 6530262"/>
              <a:gd name="connsiteY1612" fmla="*/ 552440 h 6530188"/>
              <a:gd name="connsiteX1613" fmla="*/ 2977165 w 6530262"/>
              <a:gd name="connsiteY1613" fmla="*/ 549866 h 6530188"/>
              <a:gd name="connsiteX1614" fmla="*/ 2987460 w 6530262"/>
              <a:gd name="connsiteY1614" fmla="*/ 536031 h 6530188"/>
              <a:gd name="connsiteX1615" fmla="*/ 3013523 w 6530262"/>
              <a:gd name="connsiteY1615" fmla="*/ 453985 h 6530188"/>
              <a:gd name="connsiteX1616" fmla="*/ 3027357 w 6530262"/>
              <a:gd name="connsiteY1616" fmla="*/ 432750 h 6530188"/>
              <a:gd name="connsiteX1617" fmla="*/ 3040226 w 6530262"/>
              <a:gd name="connsiteY1617" fmla="*/ 398001 h 6530188"/>
              <a:gd name="connsiteX1618" fmla="*/ 3042157 w 6530262"/>
              <a:gd name="connsiteY1618" fmla="*/ 377088 h 6530188"/>
              <a:gd name="connsiteX1619" fmla="*/ 3049557 w 6530262"/>
              <a:gd name="connsiteY1619" fmla="*/ 353922 h 6530188"/>
              <a:gd name="connsiteX1620" fmla="*/ 3033149 w 6530262"/>
              <a:gd name="connsiteY1620" fmla="*/ 330112 h 6530188"/>
              <a:gd name="connsiteX1621" fmla="*/ 3024783 w 6530262"/>
              <a:gd name="connsiteY1621" fmla="*/ 315956 h 6530188"/>
              <a:gd name="connsiteX1622" fmla="*/ 2987781 w 6530262"/>
              <a:gd name="connsiteY1622" fmla="*/ 318530 h 6530188"/>
              <a:gd name="connsiteX1623" fmla="*/ 2967832 w 6530262"/>
              <a:gd name="connsiteY1623" fmla="*/ 314025 h 6530188"/>
              <a:gd name="connsiteX1624" fmla="*/ 3265128 w 6530262"/>
              <a:gd name="connsiteY1624" fmla="*/ 115829 h 6530188"/>
              <a:gd name="connsiteX1625" fmla="*/ 6413144 w 6530262"/>
              <a:gd name="connsiteY1625" fmla="*/ 3265093 h 6530188"/>
              <a:gd name="connsiteX1626" fmla="*/ 6413144 w 6530262"/>
              <a:gd name="connsiteY1626" fmla="*/ 3266381 h 6530188"/>
              <a:gd name="connsiteX1627" fmla="*/ 3262556 w 6530262"/>
              <a:gd name="connsiteY1627" fmla="*/ 6414359 h 6530188"/>
              <a:gd name="connsiteX1628" fmla="*/ 114542 w 6530262"/>
              <a:gd name="connsiteY1628" fmla="*/ 3263806 h 6530188"/>
              <a:gd name="connsiteX1629" fmla="*/ 3265128 w 6530262"/>
              <a:gd name="connsiteY1629" fmla="*/ 115829 h 6530188"/>
              <a:gd name="connsiteX1630" fmla="*/ 3265128 w 6530262"/>
              <a:gd name="connsiteY1630" fmla="*/ 73037 h 6530188"/>
              <a:gd name="connsiteX1631" fmla="*/ 73038 w 6530262"/>
              <a:gd name="connsiteY1631" fmla="*/ 3265093 h 6530188"/>
              <a:gd name="connsiteX1632" fmla="*/ 3265128 w 6530262"/>
              <a:gd name="connsiteY1632" fmla="*/ 6457150 h 6530188"/>
              <a:gd name="connsiteX1633" fmla="*/ 6457223 w 6530262"/>
              <a:gd name="connsiteY1633" fmla="*/ 3265093 h 6530188"/>
              <a:gd name="connsiteX1634" fmla="*/ 3265128 w 6530262"/>
              <a:gd name="connsiteY1634" fmla="*/ 73037 h 6530188"/>
              <a:gd name="connsiteX1635" fmla="*/ 3265128 w 6530262"/>
              <a:gd name="connsiteY1635" fmla="*/ 0 h 6530188"/>
              <a:gd name="connsiteX1636" fmla="*/ 6530262 w 6530262"/>
              <a:gd name="connsiteY1636" fmla="*/ 3265093 h 6530188"/>
              <a:gd name="connsiteX1637" fmla="*/ 3265128 w 6530262"/>
              <a:gd name="connsiteY1637" fmla="*/ 6530188 h 6530188"/>
              <a:gd name="connsiteX1638" fmla="*/ 0 w 6530262"/>
              <a:gd name="connsiteY1638" fmla="*/ 3265093 h 6530188"/>
              <a:gd name="connsiteX1639" fmla="*/ 3265128 w 6530262"/>
              <a:gd name="connsiteY1639" fmla="*/ 0 h 65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</a:cxnLst>
            <a:rect l="l" t="t" r="r" b="b"/>
            <a:pathLst>
              <a:path w="6530262" h="6530188">
                <a:moveTo>
                  <a:pt x="3768183" y="5879216"/>
                </a:moveTo>
                <a:cubicBezTo>
                  <a:pt x="3786615" y="5878593"/>
                  <a:pt x="3805285" y="5885003"/>
                  <a:pt x="3819829" y="5898597"/>
                </a:cubicBezTo>
                <a:cubicBezTo>
                  <a:pt x="3839583" y="5919994"/>
                  <a:pt x="3852261" y="5946955"/>
                  <a:pt x="3856187" y="5975816"/>
                </a:cubicBezTo>
                <a:cubicBezTo>
                  <a:pt x="3863168" y="6003358"/>
                  <a:pt x="3861366" y="6032379"/>
                  <a:pt x="3851038" y="6058828"/>
                </a:cubicBezTo>
                <a:cubicBezTo>
                  <a:pt x="3848078" y="6064909"/>
                  <a:pt x="3844280" y="6070571"/>
                  <a:pt x="3839777" y="6075623"/>
                </a:cubicBezTo>
                <a:cubicBezTo>
                  <a:pt x="3812749" y="6105803"/>
                  <a:pt x="3766352" y="6108376"/>
                  <a:pt x="3736173" y="6081349"/>
                </a:cubicBezTo>
                <a:cubicBezTo>
                  <a:pt x="3716674" y="6060565"/>
                  <a:pt x="3704094" y="6034278"/>
                  <a:pt x="3700137" y="6006061"/>
                </a:cubicBezTo>
                <a:cubicBezTo>
                  <a:pt x="3693026" y="5977779"/>
                  <a:pt x="3694828" y="5948018"/>
                  <a:pt x="3705286" y="5920798"/>
                </a:cubicBezTo>
                <a:cubicBezTo>
                  <a:pt x="3708502" y="5913913"/>
                  <a:pt x="3712782" y="5907574"/>
                  <a:pt x="3717962" y="5902040"/>
                </a:cubicBezTo>
                <a:cubicBezTo>
                  <a:pt x="3731556" y="5887497"/>
                  <a:pt x="3749750" y="5879839"/>
                  <a:pt x="3768183" y="5879216"/>
                </a:cubicBezTo>
                <a:close/>
                <a:moveTo>
                  <a:pt x="3382246" y="5877685"/>
                </a:moveTo>
                <a:lnTo>
                  <a:pt x="3166996" y="5881545"/>
                </a:lnTo>
                <a:lnTo>
                  <a:pt x="3172787" y="6199432"/>
                </a:lnTo>
                <a:lnTo>
                  <a:pt x="3389004" y="6195249"/>
                </a:lnTo>
                <a:lnTo>
                  <a:pt x="3389004" y="6166935"/>
                </a:lnTo>
                <a:lnTo>
                  <a:pt x="3389004" y="6138943"/>
                </a:lnTo>
                <a:lnTo>
                  <a:pt x="3228128" y="6141839"/>
                </a:lnTo>
                <a:lnTo>
                  <a:pt x="3228128" y="6059150"/>
                </a:lnTo>
                <a:lnTo>
                  <a:pt x="3370986" y="6056576"/>
                </a:lnTo>
                <a:lnTo>
                  <a:pt x="3370986" y="6029227"/>
                </a:lnTo>
                <a:lnTo>
                  <a:pt x="3370986" y="6001879"/>
                </a:lnTo>
                <a:lnTo>
                  <a:pt x="3228128" y="6004453"/>
                </a:lnTo>
                <a:lnTo>
                  <a:pt x="3228128" y="5936886"/>
                </a:lnTo>
                <a:lnTo>
                  <a:pt x="3382246" y="5934311"/>
                </a:lnTo>
                <a:lnTo>
                  <a:pt x="3382246" y="5905999"/>
                </a:lnTo>
                <a:close/>
                <a:moveTo>
                  <a:pt x="2854576" y="5853231"/>
                </a:moveTo>
                <a:lnTo>
                  <a:pt x="2851037" y="5881223"/>
                </a:lnTo>
                <a:lnTo>
                  <a:pt x="2847819" y="5909215"/>
                </a:lnTo>
                <a:lnTo>
                  <a:pt x="2935335" y="5919833"/>
                </a:lnTo>
                <a:lnTo>
                  <a:pt x="2903160" y="6179162"/>
                </a:lnTo>
                <a:lnTo>
                  <a:pt x="2935335" y="6183023"/>
                </a:lnTo>
                <a:lnTo>
                  <a:pt x="2965259" y="6186562"/>
                </a:lnTo>
                <a:lnTo>
                  <a:pt x="2997434" y="5927234"/>
                </a:lnTo>
                <a:lnTo>
                  <a:pt x="3085272" y="5938173"/>
                </a:lnTo>
                <a:lnTo>
                  <a:pt x="3088488" y="5909859"/>
                </a:lnTo>
                <a:lnTo>
                  <a:pt x="3090418" y="5882189"/>
                </a:lnTo>
                <a:close/>
                <a:moveTo>
                  <a:pt x="3793139" y="5824854"/>
                </a:moveTo>
                <a:cubicBezTo>
                  <a:pt x="3739873" y="5817335"/>
                  <a:pt x="3684829" y="5841520"/>
                  <a:pt x="3655413" y="5890554"/>
                </a:cubicBezTo>
                <a:cubicBezTo>
                  <a:pt x="3635786" y="5930483"/>
                  <a:pt x="3630897" y="5976074"/>
                  <a:pt x="3641578" y="6019253"/>
                </a:cubicBezTo>
                <a:cubicBezTo>
                  <a:pt x="3647660" y="6062528"/>
                  <a:pt x="3669152" y="6102168"/>
                  <a:pt x="3702067" y="6130900"/>
                </a:cubicBezTo>
                <a:cubicBezTo>
                  <a:pt x="3705060" y="6133087"/>
                  <a:pt x="3708149" y="6135179"/>
                  <a:pt x="3711301" y="6137142"/>
                </a:cubicBezTo>
                <a:cubicBezTo>
                  <a:pt x="3776939" y="6177650"/>
                  <a:pt x="3862976" y="6157283"/>
                  <a:pt x="3903484" y="6091647"/>
                </a:cubicBezTo>
                <a:cubicBezTo>
                  <a:pt x="3923271" y="6052683"/>
                  <a:pt x="3928194" y="6007863"/>
                  <a:pt x="3917319" y="5965521"/>
                </a:cubicBezTo>
                <a:cubicBezTo>
                  <a:pt x="3911431" y="5921442"/>
                  <a:pt x="3889971" y="5880934"/>
                  <a:pt x="3856829" y="5851301"/>
                </a:cubicBezTo>
                <a:cubicBezTo>
                  <a:pt x="3852969" y="5848373"/>
                  <a:pt x="3848947" y="5845671"/>
                  <a:pt x="3844797" y="5843194"/>
                </a:cubicBezTo>
                <a:cubicBezTo>
                  <a:pt x="3828452" y="5833389"/>
                  <a:pt x="3810894" y="5827360"/>
                  <a:pt x="3793139" y="5824854"/>
                </a:cubicBezTo>
                <a:close/>
                <a:moveTo>
                  <a:pt x="2557278" y="5785021"/>
                </a:moveTo>
                <a:lnTo>
                  <a:pt x="2509336" y="5978070"/>
                </a:lnTo>
                <a:cubicBezTo>
                  <a:pt x="2498429" y="6011177"/>
                  <a:pt x="2500134" y="6047181"/>
                  <a:pt x="2514163" y="6079098"/>
                </a:cubicBezTo>
                <a:cubicBezTo>
                  <a:pt x="2531794" y="6106930"/>
                  <a:pt x="2560496" y="6125880"/>
                  <a:pt x="2592994" y="6131222"/>
                </a:cubicBezTo>
                <a:cubicBezTo>
                  <a:pt x="2624267" y="6142225"/>
                  <a:pt x="2658726" y="6139523"/>
                  <a:pt x="2687908" y="6123821"/>
                </a:cubicBezTo>
                <a:cubicBezTo>
                  <a:pt x="2715098" y="6101427"/>
                  <a:pt x="2733085" y="6069832"/>
                  <a:pt x="2738425" y="6035019"/>
                </a:cubicBezTo>
                <a:lnTo>
                  <a:pt x="2785078" y="5841970"/>
                </a:lnTo>
                <a:lnTo>
                  <a:pt x="2755477" y="5834570"/>
                </a:lnTo>
                <a:lnTo>
                  <a:pt x="2725877" y="5827492"/>
                </a:lnTo>
                <a:lnTo>
                  <a:pt x="2677292" y="6020541"/>
                </a:lnTo>
                <a:cubicBezTo>
                  <a:pt x="2674460" y="6038944"/>
                  <a:pt x="2665515" y="6055836"/>
                  <a:pt x="2651872" y="6068481"/>
                </a:cubicBezTo>
                <a:cubicBezTo>
                  <a:pt x="2637941" y="6076975"/>
                  <a:pt x="2620855" y="6078648"/>
                  <a:pt x="2605540" y="6072986"/>
                </a:cubicBezTo>
                <a:cubicBezTo>
                  <a:pt x="2589646" y="6070282"/>
                  <a:pt x="2575908" y="6060437"/>
                  <a:pt x="2568218" y="6046280"/>
                </a:cubicBezTo>
                <a:cubicBezTo>
                  <a:pt x="2562072" y="6029003"/>
                  <a:pt x="2562072" y="6010148"/>
                  <a:pt x="2568218" y="5992870"/>
                </a:cubicBezTo>
                <a:lnTo>
                  <a:pt x="2616481" y="5799821"/>
                </a:lnTo>
                <a:lnTo>
                  <a:pt x="2586879" y="5792422"/>
                </a:lnTo>
                <a:close/>
                <a:moveTo>
                  <a:pt x="4171825" y="5721959"/>
                </a:moveTo>
                <a:lnTo>
                  <a:pt x="3973947" y="5786308"/>
                </a:lnTo>
                <a:lnTo>
                  <a:pt x="4070473" y="6088429"/>
                </a:lnTo>
                <a:lnTo>
                  <a:pt x="4099751" y="6078777"/>
                </a:lnTo>
                <a:lnTo>
                  <a:pt x="4128710" y="6069446"/>
                </a:lnTo>
                <a:lnTo>
                  <a:pt x="4088491" y="5941712"/>
                </a:lnTo>
                <a:lnTo>
                  <a:pt x="4210434" y="5902137"/>
                </a:lnTo>
                <a:lnTo>
                  <a:pt x="4202070" y="5876075"/>
                </a:lnTo>
                <a:lnTo>
                  <a:pt x="4193382" y="5850014"/>
                </a:lnTo>
                <a:lnTo>
                  <a:pt x="4071759" y="5889589"/>
                </a:lnTo>
                <a:lnTo>
                  <a:pt x="4049558" y="5821057"/>
                </a:lnTo>
                <a:lnTo>
                  <a:pt x="4189199" y="5775690"/>
                </a:lnTo>
                <a:lnTo>
                  <a:pt x="4180511" y="5748663"/>
                </a:lnTo>
                <a:close/>
                <a:moveTo>
                  <a:pt x="2265449" y="5685601"/>
                </a:moveTo>
                <a:lnTo>
                  <a:pt x="2256118" y="5712306"/>
                </a:lnTo>
                <a:lnTo>
                  <a:pt x="2247109" y="5739011"/>
                </a:lnTo>
                <a:lnTo>
                  <a:pt x="2330442" y="5767646"/>
                </a:lnTo>
                <a:lnTo>
                  <a:pt x="2245499" y="6014748"/>
                </a:lnTo>
                <a:lnTo>
                  <a:pt x="2274458" y="6024723"/>
                </a:lnTo>
                <a:lnTo>
                  <a:pt x="2303094" y="6034698"/>
                </a:lnTo>
                <a:lnTo>
                  <a:pt x="2388037" y="5787595"/>
                </a:lnTo>
                <a:lnTo>
                  <a:pt x="2471693" y="5816231"/>
                </a:lnTo>
                <a:lnTo>
                  <a:pt x="2481022" y="5789525"/>
                </a:lnTo>
                <a:lnTo>
                  <a:pt x="2490676" y="5763142"/>
                </a:lnTo>
                <a:close/>
                <a:moveTo>
                  <a:pt x="2149940" y="5628973"/>
                </a:moveTo>
                <a:lnTo>
                  <a:pt x="2015771" y="5916938"/>
                </a:lnTo>
                <a:lnTo>
                  <a:pt x="2043441" y="5929808"/>
                </a:lnTo>
                <a:lnTo>
                  <a:pt x="2070789" y="5942677"/>
                </a:lnTo>
                <a:lnTo>
                  <a:pt x="2205281" y="5654714"/>
                </a:lnTo>
                <a:lnTo>
                  <a:pt x="2177288" y="5641843"/>
                </a:lnTo>
                <a:close/>
                <a:moveTo>
                  <a:pt x="4560177" y="5533736"/>
                </a:moveTo>
                <a:lnTo>
                  <a:pt x="4350397" y="5645061"/>
                </a:lnTo>
                <a:lnTo>
                  <a:pt x="4363588" y="5670157"/>
                </a:lnTo>
                <a:lnTo>
                  <a:pt x="4376781" y="5694932"/>
                </a:lnTo>
                <a:lnTo>
                  <a:pt x="4454644" y="5653426"/>
                </a:lnTo>
                <a:lnTo>
                  <a:pt x="4577553" y="5884119"/>
                </a:lnTo>
                <a:lnTo>
                  <a:pt x="4604579" y="5869962"/>
                </a:lnTo>
                <a:lnTo>
                  <a:pt x="4631285" y="5855484"/>
                </a:lnTo>
                <a:lnTo>
                  <a:pt x="4508698" y="5624790"/>
                </a:lnTo>
                <a:lnTo>
                  <a:pt x="4586561" y="5583286"/>
                </a:lnTo>
                <a:lnTo>
                  <a:pt x="4573370" y="5558510"/>
                </a:lnTo>
                <a:close/>
                <a:moveTo>
                  <a:pt x="1876452" y="5480326"/>
                </a:moveTo>
                <a:lnTo>
                  <a:pt x="1863903" y="5506710"/>
                </a:lnTo>
                <a:lnTo>
                  <a:pt x="1850390" y="5531484"/>
                </a:lnTo>
                <a:lnTo>
                  <a:pt x="1927611" y="5574277"/>
                </a:lnTo>
                <a:lnTo>
                  <a:pt x="1800840" y="5802717"/>
                </a:lnTo>
                <a:lnTo>
                  <a:pt x="1827546" y="5817518"/>
                </a:lnTo>
                <a:lnTo>
                  <a:pt x="1854251" y="5832318"/>
                </a:lnTo>
                <a:lnTo>
                  <a:pt x="1979735" y="5601947"/>
                </a:lnTo>
                <a:lnTo>
                  <a:pt x="2056954" y="5644739"/>
                </a:lnTo>
                <a:lnTo>
                  <a:pt x="2070469" y="5620286"/>
                </a:lnTo>
                <a:lnTo>
                  <a:pt x="2084304" y="5595511"/>
                </a:lnTo>
                <a:close/>
                <a:moveTo>
                  <a:pt x="3874205" y="5433993"/>
                </a:moveTo>
                <a:lnTo>
                  <a:pt x="3874205" y="5434959"/>
                </a:lnTo>
                <a:cubicBezTo>
                  <a:pt x="3886752" y="5434959"/>
                  <a:pt x="3888683" y="5447185"/>
                  <a:pt x="3886752" y="5462307"/>
                </a:cubicBezTo>
                <a:cubicBezTo>
                  <a:pt x="3884822" y="5477429"/>
                  <a:pt x="3885466" y="5543387"/>
                  <a:pt x="3873883" y="5543387"/>
                </a:cubicBezTo>
                <a:cubicBezTo>
                  <a:pt x="3862299" y="5543387"/>
                  <a:pt x="3866162" y="5490942"/>
                  <a:pt x="3866162" y="5466168"/>
                </a:cubicBezTo>
                <a:cubicBezTo>
                  <a:pt x="3866162" y="5441394"/>
                  <a:pt x="3866162" y="5433993"/>
                  <a:pt x="3874205" y="5433993"/>
                </a:cubicBezTo>
                <a:close/>
                <a:moveTo>
                  <a:pt x="3330767" y="5433993"/>
                </a:moveTo>
                <a:lnTo>
                  <a:pt x="3330767" y="5434959"/>
                </a:lnTo>
                <a:cubicBezTo>
                  <a:pt x="3343316" y="5434959"/>
                  <a:pt x="3345246" y="5447185"/>
                  <a:pt x="3343316" y="5462307"/>
                </a:cubicBezTo>
                <a:cubicBezTo>
                  <a:pt x="3341385" y="5477429"/>
                  <a:pt x="3342027" y="5543387"/>
                  <a:pt x="3330445" y="5543387"/>
                </a:cubicBezTo>
                <a:cubicBezTo>
                  <a:pt x="3318862" y="5543387"/>
                  <a:pt x="3322723" y="5490942"/>
                  <a:pt x="3322723" y="5466168"/>
                </a:cubicBezTo>
                <a:cubicBezTo>
                  <a:pt x="3322723" y="5441394"/>
                  <a:pt x="3322723" y="5433993"/>
                  <a:pt x="3330767" y="5433993"/>
                </a:cubicBezTo>
                <a:close/>
                <a:moveTo>
                  <a:pt x="3784113" y="5429167"/>
                </a:moveTo>
                <a:cubicBezTo>
                  <a:pt x="3792157" y="5429167"/>
                  <a:pt x="3796018" y="5446220"/>
                  <a:pt x="3796018" y="5461342"/>
                </a:cubicBezTo>
                <a:cubicBezTo>
                  <a:pt x="3796018" y="5476464"/>
                  <a:pt x="3795376" y="5540814"/>
                  <a:pt x="3785724" y="5540814"/>
                </a:cubicBezTo>
                <a:cubicBezTo>
                  <a:pt x="3776070" y="5540814"/>
                  <a:pt x="3770600" y="5487726"/>
                  <a:pt x="3770600" y="5463916"/>
                </a:cubicBezTo>
                <a:cubicBezTo>
                  <a:pt x="3770600" y="5440107"/>
                  <a:pt x="3770600" y="5430133"/>
                  <a:pt x="3784113" y="5430133"/>
                </a:cubicBezTo>
                <a:close/>
                <a:moveTo>
                  <a:pt x="3240677" y="5429167"/>
                </a:moveTo>
                <a:cubicBezTo>
                  <a:pt x="3248721" y="5429167"/>
                  <a:pt x="3252582" y="5447507"/>
                  <a:pt x="3252582" y="5461342"/>
                </a:cubicBezTo>
                <a:cubicBezTo>
                  <a:pt x="3252582" y="5475177"/>
                  <a:pt x="3252261" y="5542422"/>
                  <a:pt x="3242608" y="5542422"/>
                </a:cubicBezTo>
                <a:cubicBezTo>
                  <a:pt x="3232955" y="5542422"/>
                  <a:pt x="3227163" y="5487726"/>
                  <a:pt x="3227163" y="5463916"/>
                </a:cubicBezTo>
                <a:cubicBezTo>
                  <a:pt x="3227163" y="5440107"/>
                  <a:pt x="3227163" y="5430133"/>
                  <a:pt x="3240677" y="5430133"/>
                </a:cubicBezTo>
                <a:close/>
                <a:moveTo>
                  <a:pt x="2693220" y="5428805"/>
                </a:moveTo>
                <a:cubicBezTo>
                  <a:pt x="2697081" y="5428363"/>
                  <a:pt x="2701426" y="5429006"/>
                  <a:pt x="2703356" y="5433350"/>
                </a:cubicBezTo>
                <a:cubicBezTo>
                  <a:pt x="2706189" y="5468035"/>
                  <a:pt x="2706927" y="5502848"/>
                  <a:pt x="2705609" y="5537596"/>
                </a:cubicBezTo>
                <a:cubicBezTo>
                  <a:pt x="2705609" y="5545640"/>
                  <a:pt x="2689843" y="5548857"/>
                  <a:pt x="2685979" y="5537596"/>
                </a:cubicBezTo>
                <a:cubicBezTo>
                  <a:pt x="2684049" y="5502236"/>
                  <a:pt x="2684049" y="5466780"/>
                  <a:pt x="2685979" y="5431420"/>
                </a:cubicBezTo>
                <a:lnTo>
                  <a:pt x="2685979" y="5430776"/>
                </a:lnTo>
                <a:cubicBezTo>
                  <a:pt x="2685979" y="5430776"/>
                  <a:pt x="2689358" y="5429248"/>
                  <a:pt x="2693220" y="5428805"/>
                </a:cubicBezTo>
                <a:close/>
                <a:moveTo>
                  <a:pt x="2780578" y="5423377"/>
                </a:moveTo>
                <a:cubicBezTo>
                  <a:pt x="2792483" y="5422090"/>
                  <a:pt x="2789587" y="5452656"/>
                  <a:pt x="2789587" y="5461343"/>
                </a:cubicBezTo>
                <a:cubicBezTo>
                  <a:pt x="2789587" y="5470030"/>
                  <a:pt x="2790231" y="5536954"/>
                  <a:pt x="2780578" y="5536954"/>
                </a:cubicBezTo>
                <a:cubicBezTo>
                  <a:pt x="2770927" y="5536954"/>
                  <a:pt x="2770927" y="5480004"/>
                  <a:pt x="2770927" y="5461343"/>
                </a:cubicBezTo>
                <a:cubicBezTo>
                  <a:pt x="2770927" y="5442681"/>
                  <a:pt x="2768994" y="5423377"/>
                  <a:pt x="2780578" y="5423377"/>
                </a:cubicBezTo>
                <a:close/>
                <a:moveTo>
                  <a:pt x="2727811" y="5415975"/>
                </a:moveTo>
                <a:lnTo>
                  <a:pt x="2727880" y="5418142"/>
                </a:lnTo>
                <a:lnTo>
                  <a:pt x="2727811" y="5418228"/>
                </a:lnTo>
                <a:close/>
                <a:moveTo>
                  <a:pt x="2742579" y="5410297"/>
                </a:moveTo>
                <a:cubicBezTo>
                  <a:pt x="2745699" y="5411061"/>
                  <a:pt x="2748531" y="5413016"/>
                  <a:pt x="2750334" y="5415975"/>
                </a:cubicBezTo>
                <a:cubicBezTo>
                  <a:pt x="2754194" y="5421123"/>
                  <a:pt x="2754194" y="5537274"/>
                  <a:pt x="2754194" y="5544674"/>
                </a:cubicBezTo>
                <a:cubicBezTo>
                  <a:pt x="2754194" y="5552075"/>
                  <a:pt x="2735854" y="5550788"/>
                  <a:pt x="2731994" y="5544674"/>
                </a:cubicBezTo>
                <a:lnTo>
                  <a:pt x="2727880" y="5418142"/>
                </a:lnTo>
                <a:lnTo>
                  <a:pt x="2733088" y="5411760"/>
                </a:lnTo>
                <a:cubicBezTo>
                  <a:pt x="2736047" y="5409959"/>
                  <a:pt x="2739457" y="5409533"/>
                  <a:pt x="2742579" y="5410297"/>
                </a:cubicBezTo>
                <a:close/>
                <a:moveTo>
                  <a:pt x="3833020" y="5406967"/>
                </a:moveTo>
                <a:cubicBezTo>
                  <a:pt x="3849430" y="5406967"/>
                  <a:pt x="3844603" y="5430455"/>
                  <a:pt x="3844603" y="5455229"/>
                </a:cubicBezTo>
                <a:cubicBezTo>
                  <a:pt x="3844603" y="5480004"/>
                  <a:pt x="3848786" y="5548858"/>
                  <a:pt x="3831090" y="5548858"/>
                </a:cubicBezTo>
                <a:cubicBezTo>
                  <a:pt x="3813394" y="5548858"/>
                  <a:pt x="3817255" y="5476465"/>
                  <a:pt x="3817255" y="5453942"/>
                </a:cubicBezTo>
                <a:cubicBezTo>
                  <a:pt x="3817255" y="5431420"/>
                  <a:pt x="3813394" y="5406967"/>
                  <a:pt x="3833020" y="5406967"/>
                </a:cubicBezTo>
                <a:close/>
                <a:moveTo>
                  <a:pt x="3289582" y="5406967"/>
                </a:moveTo>
                <a:cubicBezTo>
                  <a:pt x="3306314" y="5406967"/>
                  <a:pt x="3301167" y="5430455"/>
                  <a:pt x="3301167" y="5455229"/>
                </a:cubicBezTo>
                <a:cubicBezTo>
                  <a:pt x="3301167" y="5480004"/>
                  <a:pt x="3305348" y="5548858"/>
                  <a:pt x="3287652" y="5548858"/>
                </a:cubicBezTo>
                <a:cubicBezTo>
                  <a:pt x="3269956" y="5548858"/>
                  <a:pt x="3273817" y="5476465"/>
                  <a:pt x="3273817" y="5453942"/>
                </a:cubicBezTo>
                <a:cubicBezTo>
                  <a:pt x="3273817" y="5431420"/>
                  <a:pt x="3269956" y="5406967"/>
                  <a:pt x="3289582" y="5406967"/>
                </a:cubicBezTo>
                <a:close/>
                <a:moveTo>
                  <a:pt x="2421179" y="5396992"/>
                </a:moveTo>
                <a:lnTo>
                  <a:pt x="2421895" y="5398389"/>
                </a:lnTo>
                <a:lnTo>
                  <a:pt x="2420215" y="5398280"/>
                </a:lnTo>
                <a:close/>
                <a:moveTo>
                  <a:pt x="4805031" y="5379619"/>
                </a:moveTo>
                <a:lnTo>
                  <a:pt x="4624528" y="5496735"/>
                </a:lnTo>
                <a:lnTo>
                  <a:pt x="4797630" y="5763142"/>
                </a:lnTo>
                <a:lnTo>
                  <a:pt x="4982959" y="5641522"/>
                </a:lnTo>
                <a:lnTo>
                  <a:pt x="4967515" y="5617712"/>
                </a:lnTo>
                <a:lnTo>
                  <a:pt x="4952392" y="5594225"/>
                </a:lnTo>
                <a:lnTo>
                  <a:pt x="4817578" y="5681740"/>
                </a:lnTo>
                <a:lnTo>
                  <a:pt x="4772212" y="5612564"/>
                </a:lnTo>
                <a:lnTo>
                  <a:pt x="4893191" y="5535345"/>
                </a:lnTo>
                <a:lnTo>
                  <a:pt x="4878390" y="5512179"/>
                </a:lnTo>
                <a:lnTo>
                  <a:pt x="4863590" y="5489335"/>
                </a:lnTo>
                <a:lnTo>
                  <a:pt x="4743576" y="5567198"/>
                </a:lnTo>
                <a:lnTo>
                  <a:pt x="4706896" y="5510570"/>
                </a:lnTo>
                <a:lnTo>
                  <a:pt x="4835596" y="5426916"/>
                </a:lnTo>
                <a:lnTo>
                  <a:pt x="4820475" y="5403107"/>
                </a:lnTo>
                <a:close/>
                <a:moveTo>
                  <a:pt x="1652834" y="5347444"/>
                </a:moveTo>
                <a:cubicBezTo>
                  <a:pt x="1625164" y="5350276"/>
                  <a:pt x="1600260" y="5365398"/>
                  <a:pt x="1584945" y="5388628"/>
                </a:cubicBezTo>
                <a:cubicBezTo>
                  <a:pt x="1569919" y="5405809"/>
                  <a:pt x="1563646" y="5428943"/>
                  <a:pt x="1567892" y="5451369"/>
                </a:cubicBezTo>
                <a:cubicBezTo>
                  <a:pt x="1579958" y="5482803"/>
                  <a:pt x="1598233" y="5511471"/>
                  <a:pt x="1621624" y="5535667"/>
                </a:cubicBezTo>
                <a:cubicBezTo>
                  <a:pt x="1633883" y="5548214"/>
                  <a:pt x="1643922" y="5562822"/>
                  <a:pt x="1651226" y="5578781"/>
                </a:cubicBezTo>
                <a:cubicBezTo>
                  <a:pt x="1654346" y="5588594"/>
                  <a:pt x="1652159" y="5599308"/>
                  <a:pt x="1645435" y="5607095"/>
                </a:cubicBezTo>
                <a:cubicBezTo>
                  <a:pt x="1638677" y="5616747"/>
                  <a:pt x="1627191" y="5621927"/>
                  <a:pt x="1615512" y="5620608"/>
                </a:cubicBezTo>
                <a:cubicBezTo>
                  <a:pt x="1599682" y="5618485"/>
                  <a:pt x="1584752" y="5612049"/>
                  <a:pt x="1572396" y="5601947"/>
                </a:cubicBezTo>
                <a:cubicBezTo>
                  <a:pt x="1558916" y="5593452"/>
                  <a:pt x="1549038" y="5580293"/>
                  <a:pt x="1544726" y="5564946"/>
                </a:cubicBezTo>
                <a:cubicBezTo>
                  <a:pt x="1541476" y="5550467"/>
                  <a:pt x="1544790" y="5535281"/>
                  <a:pt x="1553735" y="5523440"/>
                </a:cubicBezTo>
                <a:lnTo>
                  <a:pt x="1506116" y="5489013"/>
                </a:lnTo>
                <a:cubicBezTo>
                  <a:pt x="1488226" y="5512951"/>
                  <a:pt x="1481116" y="5543260"/>
                  <a:pt x="1486489" y="5572667"/>
                </a:cubicBezTo>
                <a:cubicBezTo>
                  <a:pt x="1494629" y="5603040"/>
                  <a:pt x="1513806" y="5629295"/>
                  <a:pt x="1540221" y="5646348"/>
                </a:cubicBezTo>
                <a:cubicBezTo>
                  <a:pt x="1564740" y="5666071"/>
                  <a:pt x="1595305" y="5676753"/>
                  <a:pt x="1626773" y="5676592"/>
                </a:cubicBezTo>
                <a:cubicBezTo>
                  <a:pt x="1654218" y="5675080"/>
                  <a:pt x="1679347" y="5660795"/>
                  <a:pt x="1694663" y="5637982"/>
                </a:cubicBezTo>
                <a:cubicBezTo>
                  <a:pt x="1710075" y="5620254"/>
                  <a:pt x="1717507" y="5596992"/>
                  <a:pt x="1715254" y="5573633"/>
                </a:cubicBezTo>
                <a:cubicBezTo>
                  <a:pt x="1705795" y="5543807"/>
                  <a:pt x="1689386" y="5516651"/>
                  <a:pt x="1667313" y="5494483"/>
                </a:cubicBezTo>
                <a:cubicBezTo>
                  <a:pt x="1653511" y="5479650"/>
                  <a:pt x="1641541" y="5463241"/>
                  <a:pt x="1631600" y="5445578"/>
                </a:cubicBezTo>
                <a:cubicBezTo>
                  <a:pt x="1626966" y="5437404"/>
                  <a:pt x="1627738" y="5427238"/>
                  <a:pt x="1633530" y="5419837"/>
                </a:cubicBezTo>
                <a:cubicBezTo>
                  <a:pt x="1639964" y="5410024"/>
                  <a:pt x="1650486" y="5403654"/>
                  <a:pt x="1662165" y="5402463"/>
                </a:cubicBezTo>
                <a:cubicBezTo>
                  <a:pt x="1675261" y="5402077"/>
                  <a:pt x="1688066" y="5406421"/>
                  <a:pt x="1698201" y="5414689"/>
                </a:cubicBezTo>
                <a:cubicBezTo>
                  <a:pt x="1711232" y="5423280"/>
                  <a:pt x="1720917" y="5436118"/>
                  <a:pt x="1725550" y="5451047"/>
                </a:cubicBezTo>
                <a:cubicBezTo>
                  <a:pt x="1729476" y="5464592"/>
                  <a:pt x="1727256" y="5479200"/>
                  <a:pt x="1719437" y="5490943"/>
                </a:cubicBezTo>
                <a:lnTo>
                  <a:pt x="1767378" y="5526015"/>
                </a:lnTo>
                <a:lnTo>
                  <a:pt x="1767378" y="5525371"/>
                </a:lnTo>
                <a:cubicBezTo>
                  <a:pt x="1783562" y="5501658"/>
                  <a:pt x="1789707" y="5472507"/>
                  <a:pt x="1784431" y="5444290"/>
                </a:cubicBezTo>
                <a:cubicBezTo>
                  <a:pt x="1777771" y="5415719"/>
                  <a:pt x="1760525" y="5390784"/>
                  <a:pt x="1736169" y="5374471"/>
                </a:cubicBezTo>
                <a:cubicBezTo>
                  <a:pt x="1712713" y="5355392"/>
                  <a:pt x="1683015" y="5345771"/>
                  <a:pt x="1652834" y="5347444"/>
                </a:cubicBezTo>
                <a:close/>
                <a:moveTo>
                  <a:pt x="5049884" y="5204588"/>
                </a:moveTo>
                <a:cubicBezTo>
                  <a:pt x="5018288" y="5203977"/>
                  <a:pt x="4987656" y="5215496"/>
                  <a:pt x="4964297" y="5236763"/>
                </a:cubicBezTo>
                <a:cubicBezTo>
                  <a:pt x="4934600" y="5259865"/>
                  <a:pt x="4917644" y="5295675"/>
                  <a:pt x="4918609" y="5333287"/>
                </a:cubicBezTo>
                <a:cubicBezTo>
                  <a:pt x="4921729" y="5377366"/>
                  <a:pt x="4939908" y="5419066"/>
                  <a:pt x="4970090" y="5451369"/>
                </a:cubicBezTo>
                <a:cubicBezTo>
                  <a:pt x="4996215" y="5486053"/>
                  <a:pt x="5033666" y="5510538"/>
                  <a:pt x="5075945" y="5520544"/>
                </a:cubicBezTo>
                <a:cubicBezTo>
                  <a:pt x="5147246" y="5531516"/>
                  <a:pt x="5214009" y="5482740"/>
                  <a:pt x="5225238" y="5411472"/>
                </a:cubicBezTo>
                <a:lnTo>
                  <a:pt x="5224594" y="5410828"/>
                </a:lnTo>
                <a:cubicBezTo>
                  <a:pt x="5226847" y="5378364"/>
                  <a:pt x="5217387" y="5346157"/>
                  <a:pt x="5197888" y="5320095"/>
                </a:cubicBezTo>
                <a:lnTo>
                  <a:pt x="5150914" y="5359349"/>
                </a:lnTo>
                <a:cubicBezTo>
                  <a:pt x="5161177" y="5373248"/>
                  <a:pt x="5166100" y="5390366"/>
                  <a:pt x="5164749" y="5407611"/>
                </a:cubicBezTo>
                <a:cubicBezTo>
                  <a:pt x="5164297" y="5411247"/>
                  <a:pt x="5163526" y="5414850"/>
                  <a:pt x="5162432" y="5418358"/>
                </a:cubicBezTo>
                <a:cubicBezTo>
                  <a:pt x="5152039" y="5452334"/>
                  <a:pt x="5116035" y="5471446"/>
                  <a:pt x="5082059" y="5461021"/>
                </a:cubicBezTo>
                <a:cubicBezTo>
                  <a:pt x="5056319" y="5451272"/>
                  <a:pt x="5033989" y="5434284"/>
                  <a:pt x="5017709" y="5412116"/>
                </a:cubicBezTo>
                <a:cubicBezTo>
                  <a:pt x="4998082" y="5391331"/>
                  <a:pt x="4984889" y="5365269"/>
                  <a:pt x="4979742" y="5337148"/>
                </a:cubicBezTo>
                <a:cubicBezTo>
                  <a:pt x="4976427" y="5315624"/>
                  <a:pt x="4984762" y="5293970"/>
                  <a:pt x="5001621" y="5280199"/>
                </a:cubicBezTo>
                <a:cubicBezTo>
                  <a:pt x="5013590" y="5269323"/>
                  <a:pt x="5029195" y="5263340"/>
                  <a:pt x="5045379" y="5263468"/>
                </a:cubicBezTo>
                <a:cubicBezTo>
                  <a:pt x="5061113" y="5263822"/>
                  <a:pt x="5076138" y="5270289"/>
                  <a:pt x="5087206" y="5281486"/>
                </a:cubicBezTo>
                <a:lnTo>
                  <a:pt x="5134182" y="5242233"/>
                </a:lnTo>
                <a:cubicBezTo>
                  <a:pt x="5111885" y="5219453"/>
                  <a:pt x="5081737" y="5206004"/>
                  <a:pt x="5049884" y="5204588"/>
                </a:cubicBezTo>
                <a:close/>
                <a:moveTo>
                  <a:pt x="3368222" y="5193205"/>
                </a:moveTo>
                <a:lnTo>
                  <a:pt x="3368865" y="5193205"/>
                </a:lnTo>
                <a:lnTo>
                  <a:pt x="3368865" y="5279112"/>
                </a:lnTo>
                <a:lnTo>
                  <a:pt x="3295828" y="5279112"/>
                </a:lnTo>
                <a:close/>
                <a:moveTo>
                  <a:pt x="3151552" y="5177239"/>
                </a:moveTo>
                <a:cubicBezTo>
                  <a:pt x="3184371" y="5177239"/>
                  <a:pt x="3197562" y="5196223"/>
                  <a:pt x="3197562" y="5217780"/>
                </a:cubicBezTo>
                <a:cubicBezTo>
                  <a:pt x="3197788" y="5220257"/>
                  <a:pt x="3197755" y="5222734"/>
                  <a:pt x="3197497" y="5225213"/>
                </a:cubicBezTo>
                <a:cubicBezTo>
                  <a:pt x="3195309" y="5247124"/>
                  <a:pt x="3175716" y="5263114"/>
                  <a:pt x="3153805" y="5260894"/>
                </a:cubicBezTo>
                <a:cubicBezTo>
                  <a:pt x="3134820" y="5260894"/>
                  <a:pt x="3107796" y="5256390"/>
                  <a:pt x="3107796" y="5219710"/>
                </a:cubicBezTo>
                <a:cubicBezTo>
                  <a:pt x="3107730" y="5218166"/>
                  <a:pt x="3107761" y="5216621"/>
                  <a:pt x="3107857" y="5215077"/>
                </a:cubicBezTo>
                <a:cubicBezTo>
                  <a:pt x="3109500" y="5192555"/>
                  <a:pt x="3129031" y="5175631"/>
                  <a:pt x="3151552" y="5177239"/>
                </a:cubicBezTo>
                <a:close/>
                <a:moveTo>
                  <a:pt x="3547627" y="5177238"/>
                </a:moveTo>
                <a:cubicBezTo>
                  <a:pt x="3581732" y="5177238"/>
                  <a:pt x="3595245" y="5205552"/>
                  <a:pt x="3595245" y="5253171"/>
                </a:cubicBezTo>
                <a:cubicBezTo>
                  <a:pt x="3595245" y="5300790"/>
                  <a:pt x="3580446" y="5329103"/>
                  <a:pt x="3547627" y="5329103"/>
                </a:cubicBezTo>
                <a:cubicBezTo>
                  <a:pt x="3514808" y="5329103"/>
                  <a:pt x="3500008" y="5300468"/>
                  <a:pt x="3500008" y="5253171"/>
                </a:cubicBezTo>
                <a:cubicBezTo>
                  <a:pt x="3500008" y="5205874"/>
                  <a:pt x="3515452" y="5177238"/>
                  <a:pt x="3547627" y="5177238"/>
                </a:cubicBezTo>
                <a:close/>
                <a:moveTo>
                  <a:pt x="3142608" y="5157676"/>
                </a:moveTo>
                <a:cubicBezTo>
                  <a:pt x="3107056" y="5157998"/>
                  <a:pt x="3078515" y="5187053"/>
                  <a:pt x="3078838" y="5222605"/>
                </a:cubicBezTo>
                <a:cubicBezTo>
                  <a:pt x="3078901" y="5224053"/>
                  <a:pt x="3078999" y="5225501"/>
                  <a:pt x="3079160" y="5226917"/>
                </a:cubicBezTo>
                <a:cubicBezTo>
                  <a:pt x="3083117" y="5262244"/>
                  <a:pt x="3114938" y="5287695"/>
                  <a:pt x="3150265" y="5283738"/>
                </a:cubicBezTo>
                <a:cubicBezTo>
                  <a:pt x="3170278" y="5285185"/>
                  <a:pt x="3189745" y="5276788"/>
                  <a:pt x="3202390" y="5261215"/>
                </a:cubicBezTo>
                <a:cubicBezTo>
                  <a:pt x="3195309" y="5310443"/>
                  <a:pt x="3179866" y="5332000"/>
                  <a:pt x="3147693" y="5332000"/>
                </a:cubicBezTo>
                <a:cubicBezTo>
                  <a:pt x="3145471" y="5332418"/>
                  <a:pt x="3143219" y="5332611"/>
                  <a:pt x="3140999" y="5332579"/>
                </a:cubicBezTo>
                <a:cubicBezTo>
                  <a:pt x="3123208" y="5332257"/>
                  <a:pt x="3109083" y="5317585"/>
                  <a:pt x="3109404" y="5299825"/>
                </a:cubicBezTo>
                <a:lnTo>
                  <a:pt x="3080769" y="5299825"/>
                </a:lnTo>
                <a:cubicBezTo>
                  <a:pt x="3080769" y="5318486"/>
                  <a:pt x="3095247" y="5350661"/>
                  <a:pt x="3148337" y="5350661"/>
                </a:cubicBezTo>
                <a:lnTo>
                  <a:pt x="3148337" y="5351626"/>
                </a:lnTo>
                <a:cubicBezTo>
                  <a:pt x="3227808" y="5351626"/>
                  <a:pt x="3231024" y="5264111"/>
                  <a:pt x="3231668" y="5246093"/>
                </a:cubicBezTo>
                <a:cubicBezTo>
                  <a:pt x="3231668" y="5215527"/>
                  <a:pt x="3224269" y="5158256"/>
                  <a:pt x="3151876" y="5158256"/>
                </a:cubicBezTo>
                <a:cubicBezTo>
                  <a:pt x="3148787" y="5157837"/>
                  <a:pt x="3145697" y="5157645"/>
                  <a:pt x="3142608" y="5157676"/>
                </a:cubicBezTo>
                <a:close/>
                <a:moveTo>
                  <a:pt x="3547627" y="5157290"/>
                </a:moveTo>
                <a:cubicBezTo>
                  <a:pt x="3482311" y="5157290"/>
                  <a:pt x="3469764" y="5215206"/>
                  <a:pt x="3469764" y="5253815"/>
                </a:cubicBezTo>
                <a:cubicBezTo>
                  <a:pt x="3469764" y="5292425"/>
                  <a:pt x="3483277" y="5350339"/>
                  <a:pt x="3547627" y="5350339"/>
                </a:cubicBezTo>
                <a:lnTo>
                  <a:pt x="3547627" y="5351626"/>
                </a:lnTo>
                <a:cubicBezTo>
                  <a:pt x="3613908" y="5351626"/>
                  <a:pt x="3625491" y="5292425"/>
                  <a:pt x="3625491" y="5253815"/>
                </a:cubicBezTo>
                <a:cubicBezTo>
                  <a:pt x="3625491" y="5215206"/>
                  <a:pt x="3612942" y="5157290"/>
                  <a:pt x="3547627" y="5157290"/>
                </a:cubicBezTo>
                <a:close/>
                <a:moveTo>
                  <a:pt x="3374203" y="5156004"/>
                </a:moveTo>
                <a:lnTo>
                  <a:pt x="3270278" y="5276015"/>
                </a:lnTo>
                <a:lnTo>
                  <a:pt x="3270278" y="5299181"/>
                </a:lnTo>
                <a:lnTo>
                  <a:pt x="3369378" y="5299181"/>
                </a:lnTo>
                <a:lnTo>
                  <a:pt x="3369378" y="5345513"/>
                </a:lnTo>
                <a:lnTo>
                  <a:pt x="3398012" y="5345513"/>
                </a:lnTo>
                <a:lnTo>
                  <a:pt x="3398012" y="5299181"/>
                </a:lnTo>
                <a:lnTo>
                  <a:pt x="3430187" y="5299181"/>
                </a:lnTo>
                <a:lnTo>
                  <a:pt x="3430187" y="5278911"/>
                </a:lnTo>
                <a:lnTo>
                  <a:pt x="3398012" y="5278911"/>
                </a:lnTo>
                <a:lnTo>
                  <a:pt x="3398012" y="5156004"/>
                </a:lnTo>
                <a:close/>
                <a:moveTo>
                  <a:pt x="2962043" y="5154717"/>
                </a:moveTo>
                <a:cubicBezTo>
                  <a:pt x="2953036" y="5185604"/>
                  <a:pt x="2937589" y="5188822"/>
                  <a:pt x="2900913" y="5190752"/>
                </a:cubicBezTo>
                <a:lnTo>
                  <a:pt x="2900913" y="5211023"/>
                </a:lnTo>
                <a:lnTo>
                  <a:pt x="2953999" y="5211023"/>
                </a:lnTo>
                <a:lnTo>
                  <a:pt x="2953999" y="5345513"/>
                </a:lnTo>
                <a:lnTo>
                  <a:pt x="2984243" y="5345513"/>
                </a:lnTo>
                <a:lnTo>
                  <a:pt x="2984243" y="5154717"/>
                </a:lnTo>
                <a:close/>
                <a:moveTo>
                  <a:pt x="1396721" y="5099699"/>
                </a:moveTo>
                <a:lnTo>
                  <a:pt x="1179861" y="5332001"/>
                </a:lnTo>
                <a:lnTo>
                  <a:pt x="1200774" y="5351627"/>
                </a:lnTo>
                <a:lnTo>
                  <a:pt x="1221688" y="5372219"/>
                </a:lnTo>
                <a:lnTo>
                  <a:pt x="1377737" y="5204588"/>
                </a:lnTo>
                <a:lnTo>
                  <a:pt x="1309848" y="5454587"/>
                </a:lnTo>
                <a:lnTo>
                  <a:pt x="1332048" y="5475178"/>
                </a:lnTo>
                <a:lnTo>
                  <a:pt x="1354249" y="5494805"/>
                </a:lnTo>
                <a:lnTo>
                  <a:pt x="1570788" y="5262181"/>
                </a:lnTo>
                <a:lnTo>
                  <a:pt x="1549874" y="5242876"/>
                </a:lnTo>
                <a:lnTo>
                  <a:pt x="1529282" y="5223571"/>
                </a:lnTo>
                <a:lnTo>
                  <a:pt x="1377094" y="5386697"/>
                </a:lnTo>
                <a:lnTo>
                  <a:pt x="1443375" y="5143456"/>
                </a:lnTo>
                <a:lnTo>
                  <a:pt x="1419887" y="5121578"/>
                </a:lnTo>
                <a:close/>
                <a:moveTo>
                  <a:pt x="1294082" y="4987730"/>
                </a:moveTo>
                <a:lnTo>
                  <a:pt x="1057917" y="5200405"/>
                </a:lnTo>
                <a:lnTo>
                  <a:pt x="1078509" y="5222928"/>
                </a:lnTo>
                <a:lnTo>
                  <a:pt x="1098779" y="5245772"/>
                </a:lnTo>
                <a:lnTo>
                  <a:pt x="1334945" y="5033097"/>
                </a:lnTo>
                <a:lnTo>
                  <a:pt x="1314674" y="5010253"/>
                </a:lnTo>
                <a:close/>
                <a:moveTo>
                  <a:pt x="5284118" y="4925633"/>
                </a:moveTo>
                <a:lnTo>
                  <a:pt x="5263849" y="4948477"/>
                </a:lnTo>
                <a:lnTo>
                  <a:pt x="5243256" y="4971000"/>
                </a:lnTo>
                <a:lnTo>
                  <a:pt x="5331738" y="5050793"/>
                </a:lnTo>
                <a:lnTo>
                  <a:pt x="5255483" y="5135735"/>
                </a:lnTo>
                <a:lnTo>
                  <a:pt x="5167002" y="5055941"/>
                </a:lnTo>
                <a:lnTo>
                  <a:pt x="5146409" y="5078785"/>
                </a:lnTo>
                <a:lnTo>
                  <a:pt x="5126139" y="5101307"/>
                </a:lnTo>
                <a:lnTo>
                  <a:pt x="5361661" y="5314626"/>
                </a:lnTo>
                <a:lnTo>
                  <a:pt x="5381931" y="5291782"/>
                </a:lnTo>
                <a:lnTo>
                  <a:pt x="5402524" y="5269260"/>
                </a:lnTo>
                <a:lnTo>
                  <a:pt x="5295380" y="5172735"/>
                </a:lnTo>
                <a:lnTo>
                  <a:pt x="5371957" y="5087794"/>
                </a:lnTo>
                <a:lnTo>
                  <a:pt x="5478779" y="5184318"/>
                </a:lnTo>
                <a:lnTo>
                  <a:pt x="5499369" y="5161474"/>
                </a:lnTo>
                <a:lnTo>
                  <a:pt x="5520284" y="5138308"/>
                </a:lnTo>
                <a:close/>
                <a:moveTo>
                  <a:pt x="3261268" y="4766689"/>
                </a:moveTo>
                <a:cubicBezTo>
                  <a:pt x="3268314" y="4777146"/>
                  <a:pt x="3276165" y="4787056"/>
                  <a:pt x="3284757" y="4796290"/>
                </a:cubicBezTo>
                <a:cubicBezTo>
                  <a:pt x="3294731" y="4806264"/>
                  <a:pt x="3309531" y="4815273"/>
                  <a:pt x="3310497" y="4821065"/>
                </a:cubicBezTo>
                <a:cubicBezTo>
                  <a:pt x="3311461" y="4826856"/>
                  <a:pt x="3303417" y="4828786"/>
                  <a:pt x="3303417" y="4828786"/>
                </a:cubicBezTo>
                <a:lnTo>
                  <a:pt x="3303417" y="5026983"/>
                </a:lnTo>
                <a:cubicBezTo>
                  <a:pt x="3303417" y="5026983"/>
                  <a:pt x="3378708" y="5025696"/>
                  <a:pt x="3403161" y="5044358"/>
                </a:cubicBezTo>
                <a:cubicBezTo>
                  <a:pt x="3427615" y="5063019"/>
                  <a:pt x="3469764" y="5078784"/>
                  <a:pt x="3480703" y="5091655"/>
                </a:cubicBezTo>
                <a:cubicBezTo>
                  <a:pt x="3491643" y="5104524"/>
                  <a:pt x="3537331" y="5107420"/>
                  <a:pt x="3555993" y="5112568"/>
                </a:cubicBezTo>
                <a:cubicBezTo>
                  <a:pt x="3574655" y="5117716"/>
                  <a:pt x="3583663" y="5141847"/>
                  <a:pt x="3594282" y="5149891"/>
                </a:cubicBezTo>
                <a:cubicBezTo>
                  <a:pt x="3604898" y="5157935"/>
                  <a:pt x="3621308" y="5148926"/>
                  <a:pt x="3637073" y="5153752"/>
                </a:cubicBezTo>
                <a:cubicBezTo>
                  <a:pt x="3652841" y="5158578"/>
                  <a:pt x="3679545" y="5190109"/>
                  <a:pt x="3696920" y="5198474"/>
                </a:cubicBezTo>
                <a:cubicBezTo>
                  <a:pt x="3714294" y="5206840"/>
                  <a:pt x="3735531" y="5208448"/>
                  <a:pt x="3743253" y="5227110"/>
                </a:cubicBezTo>
                <a:cubicBezTo>
                  <a:pt x="3750974" y="5245771"/>
                  <a:pt x="3746469" y="5256067"/>
                  <a:pt x="3766418" y="5256067"/>
                </a:cubicBezTo>
                <a:cubicBezTo>
                  <a:pt x="3782635" y="5255392"/>
                  <a:pt x="3798336" y="5261697"/>
                  <a:pt x="3809533" y="5273442"/>
                </a:cubicBezTo>
                <a:cubicBezTo>
                  <a:pt x="3816289" y="5279233"/>
                  <a:pt x="3838168" y="5272155"/>
                  <a:pt x="3858438" y="5279233"/>
                </a:cubicBezTo>
                <a:cubicBezTo>
                  <a:pt x="3868734" y="5282129"/>
                  <a:pt x="3902198" y="5299181"/>
                  <a:pt x="3922788" y="5304973"/>
                </a:cubicBezTo>
                <a:cubicBezTo>
                  <a:pt x="3955447" y="5319033"/>
                  <a:pt x="3986624" y="5336408"/>
                  <a:pt x="4015775" y="5356774"/>
                </a:cubicBezTo>
                <a:cubicBezTo>
                  <a:pt x="4076812" y="5360957"/>
                  <a:pt x="4137268" y="5371189"/>
                  <a:pt x="4196277" y="5387340"/>
                </a:cubicBezTo>
                <a:lnTo>
                  <a:pt x="2351036" y="5389271"/>
                </a:lnTo>
                <a:cubicBezTo>
                  <a:pt x="2351036" y="5389271"/>
                  <a:pt x="2410560" y="5377366"/>
                  <a:pt x="2571436" y="5363531"/>
                </a:cubicBezTo>
                <a:cubicBezTo>
                  <a:pt x="2599784" y="5339947"/>
                  <a:pt x="2632634" y="5322315"/>
                  <a:pt x="2667963" y="5311730"/>
                </a:cubicBezTo>
                <a:cubicBezTo>
                  <a:pt x="2679546" y="5310765"/>
                  <a:pt x="2715260" y="5269581"/>
                  <a:pt x="2719766" y="5262824"/>
                </a:cubicBezTo>
                <a:cubicBezTo>
                  <a:pt x="2724268" y="5256067"/>
                  <a:pt x="2762879" y="5261215"/>
                  <a:pt x="2771568" y="5236762"/>
                </a:cubicBezTo>
                <a:cubicBezTo>
                  <a:pt x="2780256" y="5212310"/>
                  <a:pt x="2804388" y="5215527"/>
                  <a:pt x="2817900" y="5210701"/>
                </a:cubicBezTo>
                <a:cubicBezTo>
                  <a:pt x="2831414" y="5205875"/>
                  <a:pt x="2833343" y="5171770"/>
                  <a:pt x="2858119" y="5158900"/>
                </a:cubicBezTo>
                <a:cubicBezTo>
                  <a:pt x="2869379" y="5153108"/>
                  <a:pt x="2898015" y="5143778"/>
                  <a:pt x="2918608" y="5135734"/>
                </a:cubicBezTo>
                <a:cubicBezTo>
                  <a:pt x="2939201" y="5127690"/>
                  <a:pt x="2961078" y="5097767"/>
                  <a:pt x="2976199" y="5095515"/>
                </a:cubicBezTo>
                <a:cubicBezTo>
                  <a:pt x="3002359" y="5094228"/>
                  <a:pt x="3027937" y="5087311"/>
                  <a:pt x="3051168" y="5075245"/>
                </a:cubicBezTo>
                <a:cubicBezTo>
                  <a:pt x="3073046" y="5060445"/>
                  <a:pt x="3098464" y="5045966"/>
                  <a:pt x="3117449" y="5035027"/>
                </a:cubicBezTo>
                <a:cubicBezTo>
                  <a:pt x="3136429" y="5024087"/>
                  <a:pt x="3222660" y="5029879"/>
                  <a:pt x="3222660" y="5029879"/>
                </a:cubicBezTo>
                <a:lnTo>
                  <a:pt x="3222660" y="4832969"/>
                </a:lnTo>
                <a:lnTo>
                  <a:pt x="3213005" y="4823960"/>
                </a:lnTo>
                <a:cubicBezTo>
                  <a:pt x="3208822" y="4820100"/>
                  <a:pt x="3226521" y="4808194"/>
                  <a:pt x="3238425" y="4796290"/>
                </a:cubicBezTo>
                <a:cubicBezTo>
                  <a:pt x="3247049" y="4787249"/>
                  <a:pt x="3254705" y="4777339"/>
                  <a:pt x="3261268" y="4766689"/>
                </a:cubicBezTo>
                <a:close/>
                <a:moveTo>
                  <a:pt x="5478457" y="4659870"/>
                </a:moveTo>
                <a:lnTo>
                  <a:pt x="5462047" y="4683357"/>
                </a:lnTo>
                <a:lnTo>
                  <a:pt x="5445637" y="4706844"/>
                </a:lnTo>
                <a:lnTo>
                  <a:pt x="5628392" y="4835543"/>
                </a:lnTo>
                <a:lnTo>
                  <a:pt x="5378392" y="4803369"/>
                </a:lnTo>
                <a:lnTo>
                  <a:pt x="5360052" y="4829752"/>
                </a:lnTo>
                <a:lnTo>
                  <a:pt x="5341712" y="4855814"/>
                </a:lnTo>
                <a:lnTo>
                  <a:pt x="5602008" y="5038245"/>
                </a:lnTo>
                <a:lnTo>
                  <a:pt x="5618418" y="5014757"/>
                </a:lnTo>
                <a:lnTo>
                  <a:pt x="5634505" y="4991269"/>
                </a:lnTo>
                <a:lnTo>
                  <a:pt x="5446924" y="4859997"/>
                </a:lnTo>
                <a:lnTo>
                  <a:pt x="5704325" y="4892171"/>
                </a:lnTo>
                <a:lnTo>
                  <a:pt x="5722022" y="4867075"/>
                </a:lnTo>
                <a:lnTo>
                  <a:pt x="5738752" y="4842301"/>
                </a:lnTo>
                <a:close/>
                <a:moveTo>
                  <a:pt x="989062" y="4631878"/>
                </a:moveTo>
                <a:cubicBezTo>
                  <a:pt x="899583" y="4628435"/>
                  <a:pt x="817407" y="4681073"/>
                  <a:pt x="783141" y="4763794"/>
                </a:cubicBezTo>
                <a:cubicBezTo>
                  <a:pt x="771848" y="4800924"/>
                  <a:pt x="778379" y="4841206"/>
                  <a:pt x="800838" y="4872866"/>
                </a:cubicBezTo>
                <a:cubicBezTo>
                  <a:pt x="818630" y="4901566"/>
                  <a:pt x="850098" y="4918876"/>
                  <a:pt x="883849" y="4918555"/>
                </a:cubicBezTo>
                <a:lnTo>
                  <a:pt x="889962" y="4918555"/>
                </a:lnTo>
                <a:lnTo>
                  <a:pt x="857787" y="4945904"/>
                </a:lnTo>
                <a:lnTo>
                  <a:pt x="879988" y="4980330"/>
                </a:lnTo>
                <a:lnTo>
                  <a:pt x="1023811" y="4887023"/>
                </a:lnTo>
                <a:lnTo>
                  <a:pt x="957208" y="4784064"/>
                </a:lnTo>
                <a:lnTo>
                  <a:pt x="911198" y="4813987"/>
                </a:lnTo>
                <a:lnTo>
                  <a:pt x="946912" y="4872866"/>
                </a:lnTo>
                <a:cubicBezTo>
                  <a:pt x="933689" y="4878047"/>
                  <a:pt x="919628" y="4880781"/>
                  <a:pt x="905407" y="4880910"/>
                </a:cubicBezTo>
                <a:cubicBezTo>
                  <a:pt x="883173" y="4880942"/>
                  <a:pt x="862485" y="4869520"/>
                  <a:pt x="850709" y="4850666"/>
                </a:cubicBezTo>
                <a:cubicBezTo>
                  <a:pt x="836069" y="4830975"/>
                  <a:pt x="832111" y="4805332"/>
                  <a:pt x="840091" y="4782133"/>
                </a:cubicBezTo>
                <a:cubicBezTo>
                  <a:pt x="851771" y="4755492"/>
                  <a:pt x="871912" y="4733453"/>
                  <a:pt x="897363" y="4719393"/>
                </a:cubicBezTo>
                <a:cubicBezTo>
                  <a:pt x="921044" y="4701986"/>
                  <a:pt x="949711" y="4692720"/>
                  <a:pt x="979087" y="4693010"/>
                </a:cubicBezTo>
                <a:cubicBezTo>
                  <a:pt x="1003637" y="4694232"/>
                  <a:pt x="1025902" y="4707810"/>
                  <a:pt x="1038290" y="4729045"/>
                </a:cubicBezTo>
                <a:cubicBezTo>
                  <a:pt x="1046655" y="4742012"/>
                  <a:pt x="1050066" y="4757520"/>
                  <a:pt x="1047942" y="4772803"/>
                </a:cubicBezTo>
                <a:cubicBezTo>
                  <a:pt x="1047073" y="4787442"/>
                  <a:pt x="1040349" y="4801117"/>
                  <a:pt x="1029281" y="4810769"/>
                </a:cubicBezTo>
                <a:lnTo>
                  <a:pt x="1065317" y="4861927"/>
                </a:lnTo>
                <a:cubicBezTo>
                  <a:pt x="1089287" y="4843169"/>
                  <a:pt x="1104989" y="4815820"/>
                  <a:pt x="1109075" y="4785673"/>
                </a:cubicBezTo>
                <a:cubicBezTo>
                  <a:pt x="1112228" y="4754013"/>
                  <a:pt x="1103895" y="4722256"/>
                  <a:pt x="1085588" y="4696227"/>
                </a:cubicBezTo>
                <a:cubicBezTo>
                  <a:pt x="1065220" y="4660867"/>
                  <a:pt x="1029506" y="4637090"/>
                  <a:pt x="989062" y="4631878"/>
                </a:cubicBezTo>
                <a:close/>
                <a:moveTo>
                  <a:pt x="5682125" y="4446873"/>
                </a:moveTo>
                <a:cubicBezTo>
                  <a:pt x="5711115" y="4445071"/>
                  <a:pt x="5739944" y="4452149"/>
                  <a:pt x="5764813" y="4467143"/>
                </a:cubicBezTo>
                <a:cubicBezTo>
                  <a:pt x="5791553" y="4478243"/>
                  <a:pt x="5814011" y="4497644"/>
                  <a:pt x="5828844" y="4522483"/>
                </a:cubicBezTo>
                <a:cubicBezTo>
                  <a:pt x="5831546" y="4528403"/>
                  <a:pt x="5833476" y="4534678"/>
                  <a:pt x="5834539" y="4541081"/>
                </a:cubicBezTo>
                <a:cubicBezTo>
                  <a:pt x="5841166" y="4581073"/>
                  <a:pt x="5814107" y="4618814"/>
                  <a:pt x="5774145" y="4625442"/>
                </a:cubicBezTo>
                <a:cubicBezTo>
                  <a:pt x="5745670" y="4627630"/>
                  <a:pt x="5717195" y="4620873"/>
                  <a:pt x="5692741" y="4606137"/>
                </a:cubicBezTo>
                <a:cubicBezTo>
                  <a:pt x="5665876" y="4594169"/>
                  <a:pt x="5643418" y="4574156"/>
                  <a:pt x="5628391" y="4548866"/>
                </a:cubicBezTo>
                <a:cubicBezTo>
                  <a:pt x="5617453" y="4528822"/>
                  <a:pt x="5617453" y="4504562"/>
                  <a:pt x="5628391" y="4484516"/>
                </a:cubicBezTo>
                <a:cubicBezTo>
                  <a:pt x="5638656" y="4463571"/>
                  <a:pt x="5658927" y="4449350"/>
                  <a:pt x="5682125" y="4446873"/>
                </a:cubicBezTo>
                <a:close/>
                <a:moveTo>
                  <a:pt x="5667969" y="4389602"/>
                </a:moveTo>
                <a:cubicBezTo>
                  <a:pt x="5663238" y="4390759"/>
                  <a:pt x="5658572" y="4392208"/>
                  <a:pt x="5654004" y="4393848"/>
                </a:cubicBezTo>
                <a:cubicBezTo>
                  <a:pt x="5582350" y="4419910"/>
                  <a:pt x="5545381" y="4499092"/>
                  <a:pt x="5571443" y="4570746"/>
                </a:cubicBezTo>
                <a:cubicBezTo>
                  <a:pt x="5590072" y="4610996"/>
                  <a:pt x="5622312" y="4643364"/>
                  <a:pt x="5662497" y="4662122"/>
                </a:cubicBezTo>
                <a:cubicBezTo>
                  <a:pt x="5699949" y="4684612"/>
                  <a:pt x="5744286" y="4692849"/>
                  <a:pt x="5787337" y="4685288"/>
                </a:cubicBezTo>
                <a:cubicBezTo>
                  <a:pt x="5825659" y="4677051"/>
                  <a:pt x="5857993" y="4651504"/>
                  <a:pt x="5874854" y="4616112"/>
                </a:cubicBezTo>
                <a:lnTo>
                  <a:pt x="5874210" y="4615468"/>
                </a:lnTo>
                <a:cubicBezTo>
                  <a:pt x="5894094" y="4581846"/>
                  <a:pt x="5897666" y="4541016"/>
                  <a:pt x="5883862" y="4504466"/>
                </a:cubicBezTo>
                <a:cubicBezTo>
                  <a:pt x="5866070" y="4464536"/>
                  <a:pt x="5834410" y="4432394"/>
                  <a:pt x="5794739" y="4414054"/>
                </a:cubicBezTo>
                <a:cubicBezTo>
                  <a:pt x="5756739" y="4391049"/>
                  <a:pt x="5711791" y="4382395"/>
                  <a:pt x="5667969" y="4389602"/>
                </a:cubicBezTo>
                <a:close/>
                <a:moveTo>
                  <a:pt x="858430" y="4288894"/>
                </a:moveTo>
                <a:lnTo>
                  <a:pt x="570464" y="4423385"/>
                </a:lnTo>
                <a:lnTo>
                  <a:pt x="582368" y="4449125"/>
                </a:lnTo>
                <a:lnTo>
                  <a:pt x="594595" y="4474865"/>
                </a:lnTo>
                <a:lnTo>
                  <a:pt x="802124" y="4378340"/>
                </a:lnTo>
                <a:lnTo>
                  <a:pt x="645431" y="4584581"/>
                </a:lnTo>
                <a:lnTo>
                  <a:pt x="658302" y="4611929"/>
                </a:lnTo>
                <a:lnTo>
                  <a:pt x="671172" y="4638956"/>
                </a:lnTo>
                <a:lnTo>
                  <a:pt x="959139" y="4504787"/>
                </a:lnTo>
                <a:lnTo>
                  <a:pt x="946912" y="4478725"/>
                </a:lnTo>
                <a:lnTo>
                  <a:pt x="935007" y="4452986"/>
                </a:lnTo>
                <a:lnTo>
                  <a:pt x="732948" y="4547258"/>
                </a:lnTo>
                <a:lnTo>
                  <a:pt x="885458" y="4347131"/>
                </a:lnTo>
                <a:lnTo>
                  <a:pt x="871944" y="4318174"/>
                </a:lnTo>
                <a:close/>
                <a:moveTo>
                  <a:pt x="5997764" y="4158587"/>
                </a:moveTo>
                <a:lnTo>
                  <a:pt x="5945638" y="4294365"/>
                </a:lnTo>
                <a:lnTo>
                  <a:pt x="5701752" y="4200736"/>
                </a:lnTo>
                <a:lnTo>
                  <a:pt x="5690812" y="4229371"/>
                </a:lnTo>
                <a:lnTo>
                  <a:pt x="5679873" y="4257685"/>
                </a:lnTo>
                <a:lnTo>
                  <a:pt x="5977171" y="4371905"/>
                </a:lnTo>
                <a:lnTo>
                  <a:pt x="6050529" y="4178856"/>
                </a:lnTo>
                <a:lnTo>
                  <a:pt x="6024145" y="4168882"/>
                </a:lnTo>
                <a:close/>
                <a:moveTo>
                  <a:pt x="802446" y="4147647"/>
                </a:moveTo>
                <a:lnTo>
                  <a:pt x="505791" y="4261546"/>
                </a:lnTo>
                <a:lnTo>
                  <a:pt x="516731" y="4290182"/>
                </a:lnTo>
                <a:lnTo>
                  <a:pt x="527670" y="4318496"/>
                </a:lnTo>
                <a:lnTo>
                  <a:pt x="824325" y="4204597"/>
                </a:lnTo>
                <a:lnTo>
                  <a:pt x="813385" y="4176283"/>
                </a:lnTo>
                <a:close/>
                <a:moveTo>
                  <a:pt x="530567" y="3931111"/>
                </a:moveTo>
                <a:lnTo>
                  <a:pt x="512227" y="3935937"/>
                </a:lnTo>
                <a:cubicBezTo>
                  <a:pt x="482496" y="3940538"/>
                  <a:pt x="455469" y="3955885"/>
                  <a:pt x="436293" y="3979051"/>
                </a:cubicBezTo>
                <a:cubicBezTo>
                  <a:pt x="422425" y="4002411"/>
                  <a:pt x="419723" y="4030725"/>
                  <a:pt x="428893" y="4056271"/>
                </a:cubicBezTo>
                <a:cubicBezTo>
                  <a:pt x="433783" y="4081721"/>
                  <a:pt x="449066" y="4103986"/>
                  <a:pt x="471043" y="4117724"/>
                </a:cubicBezTo>
                <a:lnTo>
                  <a:pt x="471043" y="4117081"/>
                </a:lnTo>
                <a:cubicBezTo>
                  <a:pt x="494980" y="4128921"/>
                  <a:pt x="522652" y="4130788"/>
                  <a:pt x="547941" y="4122229"/>
                </a:cubicBezTo>
                <a:lnTo>
                  <a:pt x="768662" y="4063028"/>
                </a:lnTo>
                <a:lnTo>
                  <a:pt x="760619" y="4033427"/>
                </a:lnTo>
                <a:lnTo>
                  <a:pt x="752896" y="4004148"/>
                </a:lnTo>
                <a:lnTo>
                  <a:pt x="532175" y="4063349"/>
                </a:lnTo>
                <a:cubicBezTo>
                  <a:pt x="520978" y="4066889"/>
                  <a:pt x="508944" y="4066889"/>
                  <a:pt x="497747" y="4063349"/>
                </a:cubicBezTo>
                <a:cubicBezTo>
                  <a:pt x="496621" y="4062674"/>
                  <a:pt x="495527" y="4061902"/>
                  <a:pt x="494466" y="4061098"/>
                </a:cubicBezTo>
                <a:cubicBezTo>
                  <a:pt x="478668" y="4049000"/>
                  <a:pt x="475675" y="4026381"/>
                  <a:pt x="487773" y="4010583"/>
                </a:cubicBezTo>
                <a:cubicBezTo>
                  <a:pt x="498906" y="4000899"/>
                  <a:pt x="512484" y="3994463"/>
                  <a:pt x="527027" y="3991921"/>
                </a:cubicBezTo>
                <a:lnTo>
                  <a:pt x="545367" y="3987095"/>
                </a:lnTo>
                <a:close/>
                <a:moveTo>
                  <a:pt x="5939687" y="3822329"/>
                </a:moveTo>
                <a:cubicBezTo>
                  <a:pt x="5954061" y="3822329"/>
                  <a:pt x="5968435" y="3824485"/>
                  <a:pt x="5982318" y="3828796"/>
                </a:cubicBezTo>
                <a:cubicBezTo>
                  <a:pt x="6010407" y="3834136"/>
                  <a:pt x="6036052" y="3848228"/>
                  <a:pt x="6055679" y="3869014"/>
                </a:cubicBezTo>
                <a:cubicBezTo>
                  <a:pt x="6059732" y="3874097"/>
                  <a:pt x="6063110" y="3879728"/>
                  <a:pt x="6065718" y="3885712"/>
                </a:cubicBezTo>
                <a:cubicBezTo>
                  <a:pt x="6081868" y="3923035"/>
                  <a:pt x="6064720" y="3966439"/>
                  <a:pt x="6027364" y="3982591"/>
                </a:cubicBezTo>
                <a:cubicBezTo>
                  <a:pt x="6000144" y="3991245"/>
                  <a:pt x="5970928" y="3991245"/>
                  <a:pt x="5943708" y="3982591"/>
                </a:cubicBezTo>
                <a:cubicBezTo>
                  <a:pt x="5915136" y="3977153"/>
                  <a:pt x="5888947" y="3962996"/>
                  <a:pt x="5868741" y="3942050"/>
                </a:cubicBezTo>
                <a:cubicBezTo>
                  <a:pt x="5863818" y="3936194"/>
                  <a:pt x="5859861" y="3929630"/>
                  <a:pt x="5857029" y="3922520"/>
                </a:cubicBezTo>
                <a:cubicBezTo>
                  <a:pt x="5842196" y="3885584"/>
                  <a:pt x="5860118" y="3843628"/>
                  <a:pt x="5897056" y="3828796"/>
                </a:cubicBezTo>
                <a:cubicBezTo>
                  <a:pt x="5910939" y="3824485"/>
                  <a:pt x="5925313" y="3822329"/>
                  <a:pt x="5939687" y="3822329"/>
                </a:cubicBezTo>
                <a:close/>
                <a:moveTo>
                  <a:pt x="5931498" y="3761646"/>
                </a:moveTo>
                <a:cubicBezTo>
                  <a:pt x="5909707" y="3762845"/>
                  <a:pt x="5888126" y="3767872"/>
                  <a:pt x="5867775" y="3776672"/>
                </a:cubicBezTo>
                <a:cubicBezTo>
                  <a:pt x="5863431" y="3778989"/>
                  <a:pt x="5859185" y="3781530"/>
                  <a:pt x="5855098" y="3784297"/>
                </a:cubicBezTo>
                <a:cubicBezTo>
                  <a:pt x="5792099" y="3826897"/>
                  <a:pt x="5775593" y="3912514"/>
                  <a:pt x="5818226" y="3975513"/>
                </a:cubicBezTo>
                <a:cubicBezTo>
                  <a:pt x="5846153" y="4010067"/>
                  <a:pt x="5885343" y="4033749"/>
                  <a:pt x="5928908" y="4042436"/>
                </a:cubicBezTo>
                <a:cubicBezTo>
                  <a:pt x="5970736" y="4055177"/>
                  <a:pt x="6015717" y="4052442"/>
                  <a:pt x="6055678" y="4034714"/>
                </a:cubicBezTo>
                <a:cubicBezTo>
                  <a:pt x="6090587" y="4017082"/>
                  <a:pt x="6115555" y="3984521"/>
                  <a:pt x="6123567" y="3946233"/>
                </a:cubicBezTo>
                <a:cubicBezTo>
                  <a:pt x="6134797" y="3908556"/>
                  <a:pt x="6127911" y="3867759"/>
                  <a:pt x="6104905" y="3835874"/>
                </a:cubicBezTo>
                <a:cubicBezTo>
                  <a:pt x="6077976" y="3801382"/>
                  <a:pt x="6039461" y="3777798"/>
                  <a:pt x="5996475" y="3769593"/>
                </a:cubicBezTo>
                <a:cubicBezTo>
                  <a:pt x="5975288" y="3763078"/>
                  <a:pt x="5953288" y="3760448"/>
                  <a:pt x="5931498" y="3761646"/>
                </a:cubicBezTo>
                <a:close/>
                <a:moveTo>
                  <a:pt x="692729" y="3748680"/>
                </a:moveTo>
                <a:lnTo>
                  <a:pt x="380952" y="3809491"/>
                </a:lnTo>
                <a:lnTo>
                  <a:pt x="386744" y="3839413"/>
                </a:lnTo>
                <a:lnTo>
                  <a:pt x="392535" y="3869335"/>
                </a:lnTo>
                <a:lnTo>
                  <a:pt x="704312" y="3808847"/>
                </a:lnTo>
                <a:lnTo>
                  <a:pt x="698521" y="3778602"/>
                </a:lnTo>
                <a:close/>
                <a:moveTo>
                  <a:pt x="1369693" y="3745461"/>
                </a:moveTo>
                <a:cubicBezTo>
                  <a:pt x="1488967" y="3774644"/>
                  <a:pt x="1610492" y="3793917"/>
                  <a:pt x="1732951" y="3803054"/>
                </a:cubicBezTo>
                <a:cubicBezTo>
                  <a:pt x="1967830" y="3812385"/>
                  <a:pt x="2300518" y="3792437"/>
                  <a:pt x="2604898" y="3795976"/>
                </a:cubicBezTo>
                <a:cubicBezTo>
                  <a:pt x="2653483" y="3804985"/>
                  <a:pt x="2697240" y="3812385"/>
                  <a:pt x="2731346" y="3816568"/>
                </a:cubicBezTo>
                <a:cubicBezTo>
                  <a:pt x="2813070" y="3827830"/>
                  <a:pt x="2949171" y="3842308"/>
                  <a:pt x="3009016" y="3848743"/>
                </a:cubicBezTo>
                <a:lnTo>
                  <a:pt x="2923753" y="4193334"/>
                </a:lnTo>
                <a:lnTo>
                  <a:pt x="3265128" y="4251249"/>
                </a:lnTo>
                <a:lnTo>
                  <a:pt x="3606186" y="4193334"/>
                </a:lnTo>
                <a:lnTo>
                  <a:pt x="3520921" y="3849064"/>
                </a:lnTo>
                <a:cubicBezTo>
                  <a:pt x="3580766" y="3841986"/>
                  <a:pt x="3716868" y="3827508"/>
                  <a:pt x="3798592" y="3816889"/>
                </a:cubicBezTo>
                <a:cubicBezTo>
                  <a:pt x="3832698" y="3812707"/>
                  <a:pt x="3876456" y="3805307"/>
                  <a:pt x="3925362" y="3796298"/>
                </a:cubicBezTo>
                <a:cubicBezTo>
                  <a:pt x="4229740" y="3792758"/>
                  <a:pt x="4562107" y="3812707"/>
                  <a:pt x="4797309" y="3803376"/>
                </a:cubicBezTo>
                <a:lnTo>
                  <a:pt x="4798596" y="3803054"/>
                </a:lnTo>
                <a:cubicBezTo>
                  <a:pt x="4920957" y="3793885"/>
                  <a:pt x="5042354" y="3774644"/>
                  <a:pt x="5161530" y="3745461"/>
                </a:cubicBezTo>
                <a:cubicBezTo>
                  <a:pt x="5161530" y="3745461"/>
                  <a:pt x="5055031" y="3916631"/>
                  <a:pt x="4933087" y="4000286"/>
                </a:cubicBezTo>
                <a:cubicBezTo>
                  <a:pt x="4463267" y="4136096"/>
                  <a:pt x="3981025" y="4224479"/>
                  <a:pt x="3493573" y="4264119"/>
                </a:cubicBezTo>
                <a:lnTo>
                  <a:pt x="3585915" y="4633485"/>
                </a:lnTo>
                <a:lnTo>
                  <a:pt x="3264164" y="4702983"/>
                </a:lnTo>
                <a:lnTo>
                  <a:pt x="2942414" y="4633485"/>
                </a:lnTo>
                <a:lnTo>
                  <a:pt x="3034756" y="4264119"/>
                </a:lnTo>
                <a:cubicBezTo>
                  <a:pt x="2548268" y="4224287"/>
                  <a:pt x="2067024" y="4135902"/>
                  <a:pt x="1598137" y="4000286"/>
                </a:cubicBezTo>
                <a:cubicBezTo>
                  <a:pt x="1476193" y="3916631"/>
                  <a:pt x="1369693" y="3745461"/>
                  <a:pt x="1369693" y="3745461"/>
                </a:cubicBezTo>
                <a:close/>
                <a:moveTo>
                  <a:pt x="655727" y="3447846"/>
                </a:moveTo>
                <a:lnTo>
                  <a:pt x="340412" y="3486778"/>
                </a:lnTo>
                <a:lnTo>
                  <a:pt x="367439" y="3708140"/>
                </a:lnTo>
                <a:lnTo>
                  <a:pt x="395431" y="3704923"/>
                </a:lnTo>
                <a:lnTo>
                  <a:pt x="423423" y="3701383"/>
                </a:lnTo>
                <a:lnTo>
                  <a:pt x="403797" y="3540509"/>
                </a:lnTo>
                <a:lnTo>
                  <a:pt x="485843" y="3530214"/>
                </a:lnTo>
                <a:lnTo>
                  <a:pt x="503218" y="3672104"/>
                </a:lnTo>
                <a:lnTo>
                  <a:pt x="530567" y="3668887"/>
                </a:lnTo>
                <a:lnTo>
                  <a:pt x="557594" y="3665669"/>
                </a:lnTo>
                <a:lnTo>
                  <a:pt x="540219" y="3523779"/>
                </a:lnTo>
                <a:lnTo>
                  <a:pt x="607143" y="3515413"/>
                </a:lnTo>
                <a:lnTo>
                  <a:pt x="625805" y="3668243"/>
                </a:lnTo>
                <a:lnTo>
                  <a:pt x="654119" y="3665025"/>
                </a:lnTo>
                <a:lnTo>
                  <a:pt x="681789" y="3661487"/>
                </a:lnTo>
                <a:close/>
                <a:moveTo>
                  <a:pt x="5973310" y="3394114"/>
                </a:moveTo>
                <a:cubicBezTo>
                  <a:pt x="5943001" y="3393664"/>
                  <a:pt x="5913722" y="3405247"/>
                  <a:pt x="5891906" y="3426289"/>
                </a:cubicBezTo>
                <a:cubicBezTo>
                  <a:pt x="5843321" y="3481469"/>
                  <a:pt x="5843321" y="3564158"/>
                  <a:pt x="5891906" y="3619338"/>
                </a:cubicBezTo>
                <a:cubicBezTo>
                  <a:pt x="5960312" y="3676866"/>
                  <a:pt x="6057222" y="3685971"/>
                  <a:pt x="6135150" y="3642182"/>
                </a:cubicBezTo>
                <a:cubicBezTo>
                  <a:pt x="6167003" y="3620078"/>
                  <a:pt x="6186759" y="3584396"/>
                  <a:pt x="6188562" y="3545657"/>
                </a:cubicBezTo>
                <a:cubicBezTo>
                  <a:pt x="6192228" y="3512067"/>
                  <a:pt x="6178071" y="3478991"/>
                  <a:pt x="6151238" y="3458464"/>
                </a:cubicBezTo>
                <a:lnTo>
                  <a:pt x="6146412" y="3455889"/>
                </a:lnTo>
                <a:lnTo>
                  <a:pt x="6187918" y="3453316"/>
                </a:lnTo>
                <a:lnTo>
                  <a:pt x="6190814" y="3413097"/>
                </a:lnTo>
                <a:lnTo>
                  <a:pt x="6019964" y="3398297"/>
                </a:lnTo>
                <a:lnTo>
                  <a:pt x="6009346" y="3520239"/>
                </a:lnTo>
                <a:lnTo>
                  <a:pt x="6064044" y="3525066"/>
                </a:lnTo>
                <a:lnTo>
                  <a:pt x="6069836" y="3456211"/>
                </a:lnTo>
                <a:cubicBezTo>
                  <a:pt x="6083478" y="3460266"/>
                  <a:pt x="6096219" y="3466830"/>
                  <a:pt x="6107480" y="3475516"/>
                </a:cubicBezTo>
                <a:cubicBezTo>
                  <a:pt x="6125048" y="3489190"/>
                  <a:pt x="6134282" y="3510973"/>
                  <a:pt x="6131933" y="3533110"/>
                </a:cubicBezTo>
                <a:cubicBezTo>
                  <a:pt x="6131580" y="3557272"/>
                  <a:pt x="6119610" y="3579795"/>
                  <a:pt x="6099758" y="3593597"/>
                </a:cubicBezTo>
                <a:cubicBezTo>
                  <a:pt x="6074050" y="3607272"/>
                  <a:pt x="6044577" y="3612259"/>
                  <a:pt x="6015782" y="3607754"/>
                </a:cubicBezTo>
                <a:cubicBezTo>
                  <a:pt x="5986373" y="3606886"/>
                  <a:pt x="5958026" y="3596494"/>
                  <a:pt x="5935022" y="3578154"/>
                </a:cubicBezTo>
                <a:cubicBezTo>
                  <a:pt x="5916746" y="3562067"/>
                  <a:pt x="5907575" y="3537968"/>
                  <a:pt x="5910568" y="3513805"/>
                </a:cubicBezTo>
                <a:cubicBezTo>
                  <a:pt x="5911855" y="3498296"/>
                  <a:pt x="5918708" y="3483785"/>
                  <a:pt x="5929873" y="3472942"/>
                </a:cubicBezTo>
                <a:cubicBezTo>
                  <a:pt x="5939719" y="3462067"/>
                  <a:pt x="5953523" y="3455601"/>
                  <a:pt x="5968161" y="3454924"/>
                </a:cubicBezTo>
                <a:close/>
                <a:moveTo>
                  <a:pt x="1578510" y="3295337"/>
                </a:moveTo>
                <a:cubicBezTo>
                  <a:pt x="1644984" y="3307725"/>
                  <a:pt x="1712327" y="3315028"/>
                  <a:pt x="1779927" y="3317216"/>
                </a:cubicBezTo>
                <a:cubicBezTo>
                  <a:pt x="1827868" y="3319146"/>
                  <a:pt x="1887071" y="3317216"/>
                  <a:pt x="1954638" y="3317216"/>
                </a:cubicBezTo>
                <a:cubicBezTo>
                  <a:pt x="2014805" y="3315286"/>
                  <a:pt x="2083016" y="3315286"/>
                  <a:pt x="2154768" y="3315286"/>
                </a:cubicBezTo>
                <a:cubicBezTo>
                  <a:pt x="2238100" y="3315286"/>
                  <a:pt x="2343314" y="3316251"/>
                  <a:pt x="2456891" y="3323008"/>
                </a:cubicBezTo>
                <a:cubicBezTo>
                  <a:pt x="2564099" y="3355022"/>
                  <a:pt x="2673140" y="3380375"/>
                  <a:pt x="2783469" y="3398940"/>
                </a:cubicBezTo>
                <a:cubicBezTo>
                  <a:pt x="2859885" y="3409783"/>
                  <a:pt x="2936976" y="3415060"/>
                  <a:pt x="3014164" y="3414705"/>
                </a:cubicBezTo>
                <a:lnTo>
                  <a:pt x="2936302" y="3745784"/>
                </a:lnTo>
                <a:lnTo>
                  <a:pt x="3258051" y="3783750"/>
                </a:lnTo>
                <a:lnTo>
                  <a:pt x="3261590" y="3783750"/>
                </a:lnTo>
                <a:lnTo>
                  <a:pt x="3265773" y="3783750"/>
                </a:lnTo>
                <a:lnTo>
                  <a:pt x="3589777" y="3745141"/>
                </a:lnTo>
                <a:lnTo>
                  <a:pt x="3511913" y="3414062"/>
                </a:lnTo>
                <a:cubicBezTo>
                  <a:pt x="3589101" y="3414416"/>
                  <a:pt x="3666193" y="3409140"/>
                  <a:pt x="3742609" y="3398297"/>
                </a:cubicBezTo>
                <a:cubicBezTo>
                  <a:pt x="3853356" y="3380118"/>
                  <a:pt x="3962846" y="3355054"/>
                  <a:pt x="4070473" y="3323329"/>
                </a:cubicBezTo>
                <a:cubicBezTo>
                  <a:pt x="4184050" y="3315608"/>
                  <a:pt x="4289264" y="3315608"/>
                  <a:pt x="4372598" y="3315608"/>
                </a:cubicBezTo>
                <a:cubicBezTo>
                  <a:pt x="4444026" y="3315608"/>
                  <a:pt x="4512559" y="3317538"/>
                  <a:pt x="4572726" y="3317538"/>
                </a:cubicBezTo>
                <a:cubicBezTo>
                  <a:pt x="4640616" y="3317538"/>
                  <a:pt x="4699819" y="3317538"/>
                  <a:pt x="4747437" y="3317538"/>
                </a:cubicBezTo>
                <a:lnTo>
                  <a:pt x="4747437" y="3317216"/>
                </a:lnTo>
                <a:cubicBezTo>
                  <a:pt x="4815038" y="3315028"/>
                  <a:pt x="4882381" y="3307725"/>
                  <a:pt x="4948854" y="3295337"/>
                </a:cubicBezTo>
                <a:cubicBezTo>
                  <a:pt x="4894285" y="3367924"/>
                  <a:pt x="4829226" y="3432016"/>
                  <a:pt x="4755803" y="3485490"/>
                </a:cubicBezTo>
                <a:cubicBezTo>
                  <a:pt x="4666131" y="3536584"/>
                  <a:pt x="4572147" y="3579634"/>
                  <a:pt x="4474915" y="3614189"/>
                </a:cubicBezTo>
                <a:cubicBezTo>
                  <a:pt x="4249817" y="3679214"/>
                  <a:pt x="4020795" y="3729825"/>
                  <a:pt x="3789263" y="3765732"/>
                </a:cubicBezTo>
                <a:cubicBezTo>
                  <a:pt x="3683728" y="3779246"/>
                  <a:pt x="3485208" y="3800159"/>
                  <a:pt x="3483277" y="3800159"/>
                </a:cubicBezTo>
                <a:lnTo>
                  <a:pt x="3453677" y="3803055"/>
                </a:lnTo>
                <a:lnTo>
                  <a:pt x="3539584" y="4151508"/>
                </a:lnTo>
                <a:lnTo>
                  <a:pt x="3262556" y="4198483"/>
                </a:lnTo>
                <a:lnTo>
                  <a:pt x="2985209" y="4151508"/>
                </a:lnTo>
                <a:lnTo>
                  <a:pt x="3071438" y="3803055"/>
                </a:lnTo>
                <a:lnTo>
                  <a:pt x="3041513" y="3800159"/>
                </a:lnTo>
                <a:cubicBezTo>
                  <a:pt x="3039584" y="3799837"/>
                  <a:pt x="2841062" y="3779246"/>
                  <a:pt x="2735529" y="3765732"/>
                </a:cubicBezTo>
                <a:cubicBezTo>
                  <a:pt x="2504865" y="3729664"/>
                  <a:pt x="2276711" y="3679053"/>
                  <a:pt x="2052449" y="3614189"/>
                </a:cubicBezTo>
                <a:cubicBezTo>
                  <a:pt x="1955217" y="3579634"/>
                  <a:pt x="1861234" y="3536584"/>
                  <a:pt x="1771561" y="3485490"/>
                </a:cubicBezTo>
                <a:cubicBezTo>
                  <a:pt x="1698138" y="3432016"/>
                  <a:pt x="1633080" y="3367924"/>
                  <a:pt x="1578510" y="3295337"/>
                </a:cubicBezTo>
                <a:close/>
                <a:moveTo>
                  <a:pt x="525741" y="3177578"/>
                </a:moveTo>
                <a:lnTo>
                  <a:pt x="595561" y="3177578"/>
                </a:lnTo>
                <a:lnTo>
                  <a:pt x="595561" y="3245145"/>
                </a:lnTo>
                <a:cubicBezTo>
                  <a:pt x="596204" y="3257629"/>
                  <a:pt x="593180" y="3270047"/>
                  <a:pt x="586874" y="3280859"/>
                </a:cubicBezTo>
                <a:cubicBezTo>
                  <a:pt x="581372" y="3288806"/>
                  <a:pt x="572073" y="3293246"/>
                  <a:pt x="562421" y="3292441"/>
                </a:cubicBezTo>
                <a:cubicBezTo>
                  <a:pt x="551964" y="3293310"/>
                  <a:pt x="541668" y="3289417"/>
                  <a:pt x="534429" y="3281824"/>
                </a:cubicBezTo>
                <a:cubicBezTo>
                  <a:pt x="527607" y="3271721"/>
                  <a:pt x="524551" y="3259526"/>
                  <a:pt x="525741" y="3247398"/>
                </a:cubicBezTo>
                <a:close/>
                <a:moveTo>
                  <a:pt x="387710" y="3173395"/>
                </a:moveTo>
                <a:lnTo>
                  <a:pt x="472330" y="3175005"/>
                </a:lnTo>
                <a:lnTo>
                  <a:pt x="472330" y="3247718"/>
                </a:lnTo>
                <a:cubicBezTo>
                  <a:pt x="472974" y="3260751"/>
                  <a:pt x="469338" y="3273619"/>
                  <a:pt x="462035" y="3284398"/>
                </a:cubicBezTo>
                <a:cubicBezTo>
                  <a:pt x="454441" y="3292763"/>
                  <a:pt x="443341" y="3297075"/>
                  <a:pt x="432111" y="3295980"/>
                </a:cubicBezTo>
                <a:cubicBezTo>
                  <a:pt x="419596" y="3296688"/>
                  <a:pt x="407337" y="3292119"/>
                  <a:pt x="398328" y="3283432"/>
                </a:cubicBezTo>
                <a:cubicBezTo>
                  <a:pt x="390220" y="3273265"/>
                  <a:pt x="386423" y="3260332"/>
                  <a:pt x="387710" y="3247398"/>
                </a:cubicBezTo>
                <a:close/>
                <a:moveTo>
                  <a:pt x="334619" y="3113873"/>
                </a:moveTo>
                <a:lnTo>
                  <a:pt x="334619" y="3143152"/>
                </a:lnTo>
                <a:lnTo>
                  <a:pt x="334298" y="3246433"/>
                </a:lnTo>
                <a:cubicBezTo>
                  <a:pt x="331595" y="3275711"/>
                  <a:pt x="340122" y="3304893"/>
                  <a:pt x="358108" y="3328156"/>
                </a:cubicBezTo>
                <a:cubicBezTo>
                  <a:pt x="377413" y="3347911"/>
                  <a:pt x="404215" y="3358432"/>
                  <a:pt x="431789" y="3357114"/>
                </a:cubicBezTo>
                <a:cubicBezTo>
                  <a:pt x="455469" y="3358818"/>
                  <a:pt x="478507" y="3348715"/>
                  <a:pt x="493243" y="3330087"/>
                </a:cubicBezTo>
                <a:cubicBezTo>
                  <a:pt x="497586" y="3324584"/>
                  <a:pt x="501159" y="3318536"/>
                  <a:pt x="503861" y="3312068"/>
                </a:cubicBezTo>
                <a:cubicBezTo>
                  <a:pt x="516377" y="3335878"/>
                  <a:pt x="541345" y="3350453"/>
                  <a:pt x="568211" y="3349713"/>
                </a:cubicBezTo>
                <a:cubicBezTo>
                  <a:pt x="590444" y="3351290"/>
                  <a:pt x="612259" y="3342924"/>
                  <a:pt x="627735" y="3326869"/>
                </a:cubicBezTo>
                <a:cubicBezTo>
                  <a:pt x="643082" y="3308401"/>
                  <a:pt x="650998" y="3284881"/>
                  <a:pt x="649936" y="3260910"/>
                </a:cubicBezTo>
                <a:lnTo>
                  <a:pt x="652189" y="3148622"/>
                </a:lnTo>
                <a:lnTo>
                  <a:pt x="652189" y="3119664"/>
                </a:lnTo>
                <a:close/>
                <a:moveTo>
                  <a:pt x="5878071" y="3057245"/>
                </a:moveTo>
                <a:lnTo>
                  <a:pt x="5878071" y="3091995"/>
                </a:lnTo>
                <a:lnTo>
                  <a:pt x="5878071" y="3126420"/>
                </a:lnTo>
                <a:lnTo>
                  <a:pt x="6017390" y="3178543"/>
                </a:lnTo>
                <a:lnTo>
                  <a:pt x="5881932" y="3242893"/>
                </a:lnTo>
                <a:lnTo>
                  <a:pt x="5881932" y="3279250"/>
                </a:lnTo>
                <a:lnTo>
                  <a:pt x="5881932" y="3315608"/>
                </a:lnTo>
                <a:lnTo>
                  <a:pt x="6074983" y="3206536"/>
                </a:lnTo>
                <a:lnTo>
                  <a:pt x="6194353" y="3202353"/>
                </a:lnTo>
                <a:lnTo>
                  <a:pt x="6194353" y="3171787"/>
                </a:lnTo>
                <a:lnTo>
                  <a:pt x="6194353" y="3141542"/>
                </a:lnTo>
                <a:lnTo>
                  <a:pt x="6073696" y="3145725"/>
                </a:lnTo>
                <a:close/>
                <a:moveTo>
                  <a:pt x="4754838" y="2793733"/>
                </a:moveTo>
                <a:cubicBezTo>
                  <a:pt x="4702037" y="2872272"/>
                  <a:pt x="4637977" y="2942637"/>
                  <a:pt x="4564682" y="3002546"/>
                </a:cubicBezTo>
                <a:cubicBezTo>
                  <a:pt x="4479611" y="3075038"/>
                  <a:pt x="4385370" y="3136040"/>
                  <a:pt x="4284438" y="3184012"/>
                </a:cubicBezTo>
                <a:cubicBezTo>
                  <a:pt x="4108311" y="3262486"/>
                  <a:pt x="3922530" y="3317119"/>
                  <a:pt x="3731989" y="3346495"/>
                </a:cubicBezTo>
                <a:cubicBezTo>
                  <a:pt x="3653001" y="3357274"/>
                  <a:pt x="3573301" y="3362325"/>
                  <a:pt x="3493573" y="3361617"/>
                </a:cubicBezTo>
                <a:lnTo>
                  <a:pt x="3444344" y="3361617"/>
                </a:lnTo>
                <a:lnTo>
                  <a:pt x="3524139" y="3700417"/>
                </a:lnTo>
                <a:lnTo>
                  <a:pt x="3266738" y="3732592"/>
                </a:lnTo>
                <a:lnTo>
                  <a:pt x="3263521" y="3732592"/>
                </a:lnTo>
                <a:lnTo>
                  <a:pt x="3259981" y="3732592"/>
                </a:lnTo>
                <a:lnTo>
                  <a:pt x="3002581" y="3700417"/>
                </a:lnTo>
                <a:lnTo>
                  <a:pt x="3082696" y="3362261"/>
                </a:lnTo>
                <a:lnTo>
                  <a:pt x="3033469" y="3362261"/>
                </a:lnTo>
                <a:cubicBezTo>
                  <a:pt x="2953739" y="3363000"/>
                  <a:pt x="2874041" y="3357949"/>
                  <a:pt x="2795051" y="3347139"/>
                </a:cubicBezTo>
                <a:cubicBezTo>
                  <a:pt x="2604478" y="3317860"/>
                  <a:pt x="2418699" y="3263194"/>
                  <a:pt x="2242605" y="3184656"/>
                </a:cubicBezTo>
                <a:cubicBezTo>
                  <a:pt x="2141381" y="3136683"/>
                  <a:pt x="2046948" y="3075551"/>
                  <a:pt x="1961716" y="3002870"/>
                </a:cubicBezTo>
                <a:cubicBezTo>
                  <a:pt x="1888549" y="2943152"/>
                  <a:pt x="1824681" y="2872883"/>
                  <a:pt x="1772204" y="2794375"/>
                </a:cubicBezTo>
                <a:cubicBezTo>
                  <a:pt x="1842346" y="2804994"/>
                  <a:pt x="1945629" y="2816899"/>
                  <a:pt x="1971046" y="2816899"/>
                </a:cubicBezTo>
                <a:lnTo>
                  <a:pt x="2048267" y="2820438"/>
                </a:lnTo>
                <a:cubicBezTo>
                  <a:pt x="2141896" y="2824621"/>
                  <a:pt x="2263518" y="2830413"/>
                  <a:pt x="2411202" y="2839422"/>
                </a:cubicBezTo>
                <a:cubicBezTo>
                  <a:pt x="2424395" y="2846821"/>
                  <a:pt x="2437908" y="2853899"/>
                  <a:pt x="2451742" y="2860979"/>
                </a:cubicBezTo>
                <a:cubicBezTo>
                  <a:pt x="2580540" y="2926196"/>
                  <a:pt x="2718926" y="2970404"/>
                  <a:pt x="2861653" y="2991930"/>
                </a:cubicBezTo>
                <a:cubicBezTo>
                  <a:pt x="2885947" y="2995340"/>
                  <a:pt x="2910464" y="2996948"/>
                  <a:pt x="2935015" y="2996755"/>
                </a:cubicBezTo>
                <a:cubicBezTo>
                  <a:pt x="2968797" y="2996755"/>
                  <a:pt x="3001296" y="2994182"/>
                  <a:pt x="3025103" y="2991930"/>
                </a:cubicBezTo>
                <a:lnTo>
                  <a:pt x="2954317" y="3286328"/>
                </a:lnTo>
                <a:lnTo>
                  <a:pt x="3265128" y="3305955"/>
                </a:lnTo>
                <a:lnTo>
                  <a:pt x="3575619" y="3286328"/>
                </a:lnTo>
                <a:lnTo>
                  <a:pt x="3505155" y="2991930"/>
                </a:lnTo>
                <a:cubicBezTo>
                  <a:pt x="3528642" y="2994182"/>
                  <a:pt x="3562748" y="2996755"/>
                  <a:pt x="3594923" y="2996755"/>
                </a:cubicBezTo>
                <a:cubicBezTo>
                  <a:pt x="3619473" y="2996981"/>
                  <a:pt x="3643991" y="2995373"/>
                  <a:pt x="3668283" y="2991930"/>
                </a:cubicBezTo>
                <a:cubicBezTo>
                  <a:pt x="3811109" y="2970341"/>
                  <a:pt x="3949590" y="2926131"/>
                  <a:pt x="4078516" y="2860979"/>
                </a:cubicBezTo>
                <a:lnTo>
                  <a:pt x="4119057" y="2839422"/>
                </a:lnTo>
                <a:cubicBezTo>
                  <a:pt x="4266740" y="2830413"/>
                  <a:pt x="4388041" y="2824621"/>
                  <a:pt x="4481991" y="2820438"/>
                </a:cubicBezTo>
                <a:lnTo>
                  <a:pt x="4558891" y="2816899"/>
                </a:lnTo>
                <a:lnTo>
                  <a:pt x="4555674" y="2816255"/>
                </a:lnTo>
                <a:cubicBezTo>
                  <a:pt x="4581413" y="2814969"/>
                  <a:pt x="4684374" y="2804351"/>
                  <a:pt x="4754838" y="2793733"/>
                </a:cubicBezTo>
                <a:close/>
                <a:moveTo>
                  <a:pt x="3261912" y="1514143"/>
                </a:moveTo>
                <a:cubicBezTo>
                  <a:pt x="3221048" y="1514143"/>
                  <a:pt x="3206250" y="1560153"/>
                  <a:pt x="3197562" y="1605198"/>
                </a:cubicBezTo>
                <a:lnTo>
                  <a:pt x="3197562" y="1609702"/>
                </a:lnTo>
                <a:cubicBezTo>
                  <a:pt x="3193379" y="1633190"/>
                  <a:pt x="3143185" y="1890587"/>
                  <a:pt x="3143185" y="1890587"/>
                </a:cubicBezTo>
                <a:lnTo>
                  <a:pt x="3139002" y="1911501"/>
                </a:lnTo>
                <a:lnTo>
                  <a:pt x="3099106" y="1911501"/>
                </a:lnTo>
                <a:cubicBezTo>
                  <a:pt x="2767670" y="1912852"/>
                  <a:pt x="2437875" y="1865267"/>
                  <a:pt x="2120340" y="1770254"/>
                </a:cubicBezTo>
                <a:cubicBezTo>
                  <a:pt x="2127643" y="1847120"/>
                  <a:pt x="2157277" y="1920156"/>
                  <a:pt x="2205601" y="1980355"/>
                </a:cubicBezTo>
                <a:cubicBezTo>
                  <a:pt x="2265835" y="2052201"/>
                  <a:pt x="2347270" y="2103101"/>
                  <a:pt x="2438230" y="2125784"/>
                </a:cubicBezTo>
                <a:lnTo>
                  <a:pt x="2457533" y="2129646"/>
                </a:lnTo>
                <a:lnTo>
                  <a:pt x="2457533" y="2149273"/>
                </a:lnTo>
                <a:lnTo>
                  <a:pt x="2458820" y="2149273"/>
                </a:lnTo>
                <a:cubicBezTo>
                  <a:pt x="2465931" y="2214844"/>
                  <a:pt x="2496144" y="2275752"/>
                  <a:pt x="2544084" y="2321085"/>
                </a:cubicBezTo>
                <a:cubicBezTo>
                  <a:pt x="2596081" y="2359470"/>
                  <a:pt x="2659336" y="2379483"/>
                  <a:pt x="2723945" y="2378035"/>
                </a:cubicBezTo>
                <a:cubicBezTo>
                  <a:pt x="2738745" y="2378035"/>
                  <a:pt x="2748076" y="2378035"/>
                  <a:pt x="2748076" y="2378035"/>
                </a:cubicBezTo>
                <a:lnTo>
                  <a:pt x="2768344" y="2375462"/>
                </a:lnTo>
                <a:lnTo>
                  <a:pt x="2775425" y="2394445"/>
                </a:lnTo>
                <a:cubicBezTo>
                  <a:pt x="2802258" y="2449076"/>
                  <a:pt x="2851230" y="2489618"/>
                  <a:pt x="2909915" y="2505769"/>
                </a:cubicBezTo>
                <a:cubicBezTo>
                  <a:pt x="2932214" y="2512687"/>
                  <a:pt x="2955443" y="2516160"/>
                  <a:pt x="2978772" y="2516065"/>
                </a:cubicBezTo>
                <a:cubicBezTo>
                  <a:pt x="3009143" y="2516033"/>
                  <a:pt x="3039293" y="2510789"/>
                  <a:pt x="3067896" y="2500622"/>
                </a:cubicBezTo>
                <a:lnTo>
                  <a:pt x="3115193" y="2480994"/>
                </a:lnTo>
                <a:lnTo>
                  <a:pt x="3045696" y="2765097"/>
                </a:lnTo>
                <a:lnTo>
                  <a:pt x="3483276" y="2765097"/>
                </a:lnTo>
                <a:lnTo>
                  <a:pt x="3413457" y="2480672"/>
                </a:lnTo>
                <a:lnTo>
                  <a:pt x="3461076" y="2500622"/>
                </a:lnTo>
                <a:cubicBezTo>
                  <a:pt x="3489582" y="2510820"/>
                  <a:pt x="3519601" y="2516065"/>
                  <a:pt x="3549879" y="2516065"/>
                </a:cubicBezTo>
                <a:cubicBezTo>
                  <a:pt x="3573205" y="2516130"/>
                  <a:pt x="3596435" y="2512687"/>
                  <a:pt x="3618734" y="2505769"/>
                </a:cubicBezTo>
                <a:cubicBezTo>
                  <a:pt x="3677452" y="2489649"/>
                  <a:pt x="3726424" y="2449110"/>
                  <a:pt x="3753226" y="2394445"/>
                </a:cubicBezTo>
                <a:lnTo>
                  <a:pt x="3760304" y="2375462"/>
                </a:lnTo>
                <a:lnTo>
                  <a:pt x="3780574" y="2378035"/>
                </a:lnTo>
                <a:cubicBezTo>
                  <a:pt x="3780574" y="2378035"/>
                  <a:pt x="3789904" y="2378035"/>
                  <a:pt x="3804706" y="2378035"/>
                </a:cubicBezTo>
                <a:cubicBezTo>
                  <a:pt x="3869313" y="2379483"/>
                  <a:pt x="3932570" y="2359470"/>
                  <a:pt x="3984565" y="2321085"/>
                </a:cubicBezTo>
                <a:cubicBezTo>
                  <a:pt x="4032828" y="2275881"/>
                  <a:pt x="4063136" y="2214749"/>
                  <a:pt x="4069828" y="2148950"/>
                </a:cubicBezTo>
                <a:lnTo>
                  <a:pt x="4069828" y="2129646"/>
                </a:lnTo>
                <a:lnTo>
                  <a:pt x="4089135" y="2125784"/>
                </a:lnTo>
                <a:cubicBezTo>
                  <a:pt x="4179835" y="2102748"/>
                  <a:pt x="4261078" y="2051879"/>
                  <a:pt x="4321438" y="1980355"/>
                </a:cubicBezTo>
                <a:cubicBezTo>
                  <a:pt x="4369766" y="1920156"/>
                  <a:pt x="4399400" y="1847120"/>
                  <a:pt x="4406703" y="1770254"/>
                </a:cubicBezTo>
                <a:cubicBezTo>
                  <a:pt x="4089488" y="1865169"/>
                  <a:pt x="3760015" y="1912756"/>
                  <a:pt x="3428900" y="1911501"/>
                </a:cubicBezTo>
                <a:lnTo>
                  <a:pt x="3389004" y="1911501"/>
                </a:lnTo>
                <a:lnTo>
                  <a:pt x="3384821" y="1890587"/>
                </a:lnTo>
                <a:cubicBezTo>
                  <a:pt x="3384821" y="1890587"/>
                  <a:pt x="3334950" y="1631903"/>
                  <a:pt x="3330445" y="1609702"/>
                </a:cubicBezTo>
                <a:lnTo>
                  <a:pt x="3330445" y="1605198"/>
                </a:lnTo>
                <a:cubicBezTo>
                  <a:pt x="3322079" y="1560153"/>
                  <a:pt x="3307600" y="1514143"/>
                  <a:pt x="3266094" y="1514143"/>
                </a:cubicBezTo>
                <a:close/>
                <a:moveTo>
                  <a:pt x="3699932" y="1495988"/>
                </a:moveTo>
                <a:cubicBezTo>
                  <a:pt x="3722708" y="1494573"/>
                  <a:pt x="3745713" y="1496849"/>
                  <a:pt x="3768026" y="1502882"/>
                </a:cubicBezTo>
                <a:cubicBezTo>
                  <a:pt x="3815904" y="1519516"/>
                  <a:pt x="3859051" y="1547443"/>
                  <a:pt x="3893832" y="1584284"/>
                </a:cubicBezTo>
                <a:cubicBezTo>
                  <a:pt x="3844829" y="1594901"/>
                  <a:pt x="3794410" y="1597636"/>
                  <a:pt x="3744539" y="1592327"/>
                </a:cubicBezTo>
                <a:cubicBezTo>
                  <a:pt x="3682763" y="1585892"/>
                  <a:pt x="3633212" y="1511247"/>
                  <a:pt x="3633212" y="1511247"/>
                </a:cubicBezTo>
                <a:cubicBezTo>
                  <a:pt x="3654609" y="1502512"/>
                  <a:pt x="3677156" y="1497404"/>
                  <a:pt x="3699932" y="1495988"/>
                </a:cubicBezTo>
                <a:close/>
                <a:moveTo>
                  <a:pt x="1063708" y="1360670"/>
                </a:moveTo>
                <a:cubicBezTo>
                  <a:pt x="1059525" y="1360670"/>
                  <a:pt x="1053090" y="1365818"/>
                  <a:pt x="1050516" y="1365818"/>
                </a:cubicBezTo>
                <a:cubicBezTo>
                  <a:pt x="1045883" y="1367748"/>
                  <a:pt x="1041636" y="1370451"/>
                  <a:pt x="1037968" y="1373862"/>
                </a:cubicBezTo>
                <a:cubicBezTo>
                  <a:pt x="1035394" y="1376758"/>
                  <a:pt x="1028959" y="1386410"/>
                  <a:pt x="1023168" y="1390593"/>
                </a:cubicBezTo>
                <a:cubicBezTo>
                  <a:pt x="1017376" y="1394776"/>
                  <a:pt x="1010297" y="1401854"/>
                  <a:pt x="1006436" y="1404750"/>
                </a:cubicBezTo>
                <a:cubicBezTo>
                  <a:pt x="1002575" y="1407645"/>
                  <a:pt x="994209" y="1407324"/>
                  <a:pt x="991636" y="1409576"/>
                </a:cubicBezTo>
                <a:cubicBezTo>
                  <a:pt x="989030" y="1411667"/>
                  <a:pt x="987807" y="1414981"/>
                  <a:pt x="988418" y="1418263"/>
                </a:cubicBezTo>
                <a:lnTo>
                  <a:pt x="988097" y="1418263"/>
                </a:lnTo>
                <a:cubicBezTo>
                  <a:pt x="988386" y="1423894"/>
                  <a:pt x="987839" y="1429524"/>
                  <a:pt x="986488" y="1434994"/>
                </a:cubicBezTo>
                <a:cubicBezTo>
                  <a:pt x="987260" y="1438179"/>
                  <a:pt x="989738" y="1440657"/>
                  <a:pt x="992923" y="1441429"/>
                </a:cubicBezTo>
                <a:cubicBezTo>
                  <a:pt x="1004956" y="1440238"/>
                  <a:pt x="1016893" y="1444775"/>
                  <a:pt x="1025098" y="1453655"/>
                </a:cubicBezTo>
                <a:cubicBezTo>
                  <a:pt x="1037646" y="1466525"/>
                  <a:pt x="1040864" y="1477143"/>
                  <a:pt x="1055343" y="1492265"/>
                </a:cubicBezTo>
                <a:cubicBezTo>
                  <a:pt x="1063708" y="1500309"/>
                  <a:pt x="1061777" y="1508352"/>
                  <a:pt x="1063708" y="1516396"/>
                </a:cubicBezTo>
                <a:cubicBezTo>
                  <a:pt x="1061938" y="1525405"/>
                  <a:pt x="1059010" y="1534189"/>
                  <a:pt x="1055021" y="1542458"/>
                </a:cubicBezTo>
                <a:cubicBezTo>
                  <a:pt x="1051578" y="1547316"/>
                  <a:pt x="1047814" y="1551949"/>
                  <a:pt x="1043759" y="1556292"/>
                </a:cubicBezTo>
                <a:cubicBezTo>
                  <a:pt x="1037968" y="1562728"/>
                  <a:pt x="1037325" y="1572380"/>
                  <a:pt x="1032498" y="1579780"/>
                </a:cubicBezTo>
                <a:cubicBezTo>
                  <a:pt x="1025870" y="1586826"/>
                  <a:pt x="1025870" y="1597830"/>
                  <a:pt x="1032498" y="1604877"/>
                </a:cubicBezTo>
                <a:cubicBezTo>
                  <a:pt x="1040317" y="1611408"/>
                  <a:pt x="1047459" y="1618744"/>
                  <a:pt x="1053734" y="1626755"/>
                </a:cubicBezTo>
                <a:cubicBezTo>
                  <a:pt x="1059204" y="1632225"/>
                  <a:pt x="1060491" y="1630295"/>
                  <a:pt x="1066926" y="1634156"/>
                </a:cubicBezTo>
                <a:cubicBezTo>
                  <a:pt x="1073361" y="1638017"/>
                  <a:pt x="1076900" y="1643486"/>
                  <a:pt x="1085266" y="1646060"/>
                </a:cubicBezTo>
                <a:cubicBezTo>
                  <a:pt x="1088837" y="1647701"/>
                  <a:pt x="1092955" y="1647701"/>
                  <a:pt x="1096527" y="1646060"/>
                </a:cubicBezTo>
                <a:cubicBezTo>
                  <a:pt x="1100066" y="1644451"/>
                  <a:pt x="1102318" y="1638338"/>
                  <a:pt x="1104249" y="1635121"/>
                </a:cubicBezTo>
                <a:cubicBezTo>
                  <a:pt x="1106212" y="1629265"/>
                  <a:pt x="1108560" y="1623570"/>
                  <a:pt x="1111327" y="1618068"/>
                </a:cubicBezTo>
                <a:cubicBezTo>
                  <a:pt x="1115831" y="1613693"/>
                  <a:pt x="1119532" y="1608576"/>
                  <a:pt x="1122267" y="1602946"/>
                </a:cubicBezTo>
                <a:cubicBezTo>
                  <a:pt x="1122267" y="1602946"/>
                  <a:pt x="1128702" y="1599729"/>
                  <a:pt x="1133206" y="1599729"/>
                </a:cubicBezTo>
                <a:cubicBezTo>
                  <a:pt x="1144435" y="1608352"/>
                  <a:pt x="1155182" y="1617586"/>
                  <a:pt x="1165381" y="1627399"/>
                </a:cubicBezTo>
                <a:cubicBezTo>
                  <a:pt x="1170852" y="1633834"/>
                  <a:pt x="1167312" y="1646704"/>
                  <a:pt x="1165381" y="1653139"/>
                </a:cubicBezTo>
                <a:cubicBezTo>
                  <a:pt x="1162969" y="1667971"/>
                  <a:pt x="1159397" y="1682611"/>
                  <a:pt x="1154764" y="1696897"/>
                </a:cubicBezTo>
                <a:cubicBezTo>
                  <a:pt x="1150388" y="1703814"/>
                  <a:pt x="1147235" y="1711439"/>
                  <a:pt x="1145433" y="1719419"/>
                </a:cubicBezTo>
                <a:cubicBezTo>
                  <a:pt x="1144307" y="1727591"/>
                  <a:pt x="1142472" y="1735667"/>
                  <a:pt x="1139963" y="1743550"/>
                </a:cubicBezTo>
                <a:cubicBezTo>
                  <a:pt x="1138676" y="1747733"/>
                  <a:pt x="1133528" y="1750307"/>
                  <a:pt x="1131598" y="1754489"/>
                </a:cubicBezTo>
                <a:cubicBezTo>
                  <a:pt x="1129796" y="1759637"/>
                  <a:pt x="1131051" y="1765364"/>
                  <a:pt x="1134816" y="1769290"/>
                </a:cubicBezTo>
                <a:cubicBezTo>
                  <a:pt x="1136424" y="1770899"/>
                  <a:pt x="1145433" y="1773794"/>
                  <a:pt x="1149938" y="1776368"/>
                </a:cubicBezTo>
                <a:cubicBezTo>
                  <a:pt x="1154442" y="1778942"/>
                  <a:pt x="1160877" y="1786020"/>
                  <a:pt x="1166025" y="1786020"/>
                </a:cubicBezTo>
                <a:cubicBezTo>
                  <a:pt x="1172074" y="1784573"/>
                  <a:pt x="1178187" y="1783479"/>
                  <a:pt x="1184365" y="1782803"/>
                </a:cubicBezTo>
                <a:cubicBezTo>
                  <a:pt x="1194339" y="1782803"/>
                  <a:pt x="1212357" y="1787630"/>
                  <a:pt x="1214931" y="1780551"/>
                </a:cubicBezTo>
                <a:cubicBezTo>
                  <a:pt x="1217923" y="1766233"/>
                  <a:pt x="1219757" y="1751722"/>
                  <a:pt x="1220401" y="1737115"/>
                </a:cubicBezTo>
                <a:cubicBezTo>
                  <a:pt x="1223908" y="1729554"/>
                  <a:pt x="1226707" y="1721703"/>
                  <a:pt x="1228766" y="1713627"/>
                </a:cubicBezTo>
                <a:cubicBezTo>
                  <a:pt x="1230182" y="1699213"/>
                  <a:pt x="1233432" y="1685056"/>
                  <a:pt x="1238420" y="1671478"/>
                </a:cubicBezTo>
                <a:cubicBezTo>
                  <a:pt x="1242409" y="1661633"/>
                  <a:pt x="1245755" y="1651530"/>
                  <a:pt x="1248394" y="1641234"/>
                </a:cubicBezTo>
                <a:cubicBezTo>
                  <a:pt x="1250324" y="1632869"/>
                  <a:pt x="1242924" y="1615494"/>
                  <a:pt x="1248394" y="1603268"/>
                </a:cubicBezTo>
                <a:cubicBezTo>
                  <a:pt x="1252930" y="1591782"/>
                  <a:pt x="1255440" y="1579587"/>
                  <a:pt x="1255793" y="1567232"/>
                </a:cubicBezTo>
                <a:cubicBezTo>
                  <a:pt x="1256727" y="1560604"/>
                  <a:pt x="1254989" y="1553912"/>
                  <a:pt x="1250967" y="1548571"/>
                </a:cubicBezTo>
                <a:cubicBezTo>
                  <a:pt x="1242280" y="1536666"/>
                  <a:pt x="1237132" y="1524761"/>
                  <a:pt x="1234880" y="1521866"/>
                </a:cubicBezTo>
                <a:cubicBezTo>
                  <a:pt x="1232627" y="1518970"/>
                  <a:pt x="1227479" y="1518005"/>
                  <a:pt x="1222975" y="1514787"/>
                </a:cubicBezTo>
                <a:lnTo>
                  <a:pt x="1215253" y="1509639"/>
                </a:lnTo>
                <a:cubicBezTo>
                  <a:pt x="1213001" y="1508030"/>
                  <a:pt x="1208175" y="1510283"/>
                  <a:pt x="1200774" y="1502883"/>
                </a:cubicBezTo>
                <a:cubicBezTo>
                  <a:pt x="1195336" y="1497702"/>
                  <a:pt x="1190188" y="1492201"/>
                  <a:pt x="1185330" y="1486473"/>
                </a:cubicBezTo>
                <a:cubicBezTo>
                  <a:pt x="1178251" y="1478108"/>
                  <a:pt x="1173747" y="1471030"/>
                  <a:pt x="1168599" y="1465560"/>
                </a:cubicBezTo>
                <a:cubicBezTo>
                  <a:pt x="1151868" y="1447220"/>
                  <a:pt x="1146398" y="1441107"/>
                  <a:pt x="1138354" y="1433385"/>
                </a:cubicBezTo>
                <a:cubicBezTo>
                  <a:pt x="1132724" y="1427497"/>
                  <a:pt x="1127447" y="1421255"/>
                  <a:pt x="1122589" y="1414724"/>
                </a:cubicBezTo>
                <a:cubicBezTo>
                  <a:pt x="1118084" y="1404106"/>
                  <a:pt x="1115188" y="1394132"/>
                  <a:pt x="1113258" y="1390914"/>
                </a:cubicBezTo>
                <a:cubicBezTo>
                  <a:pt x="1108721" y="1385316"/>
                  <a:pt x="1103637" y="1380136"/>
                  <a:pt x="1098135" y="1375470"/>
                </a:cubicBezTo>
                <a:cubicBezTo>
                  <a:pt x="1093952" y="1372253"/>
                  <a:pt x="1093952" y="1369036"/>
                  <a:pt x="1088483" y="1365175"/>
                </a:cubicBezTo>
                <a:cubicBezTo>
                  <a:pt x="1080697" y="1361732"/>
                  <a:pt x="1072202" y="1360188"/>
                  <a:pt x="1063708" y="1360670"/>
                </a:cubicBezTo>
                <a:close/>
                <a:moveTo>
                  <a:pt x="3906239" y="1359406"/>
                </a:moveTo>
                <a:lnTo>
                  <a:pt x="4034758" y="1377078"/>
                </a:lnTo>
                <a:cubicBezTo>
                  <a:pt x="4001521" y="1411376"/>
                  <a:pt x="3959049" y="1435282"/>
                  <a:pt x="3912493" y="1445932"/>
                </a:cubicBezTo>
                <a:cubicBezTo>
                  <a:pt x="3855221" y="1458158"/>
                  <a:pt x="3781860" y="1404748"/>
                  <a:pt x="3781860" y="1404748"/>
                </a:cubicBezTo>
                <a:cubicBezTo>
                  <a:pt x="3799283" y="1390076"/>
                  <a:pt x="3819023" y="1378726"/>
                  <a:pt x="3840102" y="1371049"/>
                </a:cubicBezTo>
                <a:close/>
                <a:moveTo>
                  <a:pt x="3906058" y="1359381"/>
                </a:moveTo>
                <a:lnTo>
                  <a:pt x="3906380" y="1359381"/>
                </a:lnTo>
                <a:lnTo>
                  <a:pt x="3906239" y="1359406"/>
                </a:lnTo>
                <a:close/>
                <a:moveTo>
                  <a:pt x="5430878" y="1207559"/>
                </a:moveTo>
                <a:cubicBezTo>
                  <a:pt x="5427218" y="1208725"/>
                  <a:pt x="5424403" y="1210736"/>
                  <a:pt x="5424725" y="1212023"/>
                </a:cubicBezTo>
                <a:cubicBezTo>
                  <a:pt x="5425367" y="1214597"/>
                  <a:pt x="5413784" y="1228110"/>
                  <a:pt x="5407993" y="1233258"/>
                </a:cubicBezTo>
                <a:cubicBezTo>
                  <a:pt x="5388687" y="1249989"/>
                  <a:pt x="5384184" y="1261250"/>
                  <a:pt x="5375818" y="1267363"/>
                </a:cubicBezTo>
                <a:cubicBezTo>
                  <a:pt x="5362305" y="1277981"/>
                  <a:pt x="5344287" y="1292138"/>
                  <a:pt x="5341712" y="1295034"/>
                </a:cubicBezTo>
                <a:cubicBezTo>
                  <a:pt x="5336532" y="1300246"/>
                  <a:pt x="5331995" y="1306102"/>
                  <a:pt x="5328199" y="1312408"/>
                </a:cubicBezTo>
                <a:cubicBezTo>
                  <a:pt x="5326526" y="1317299"/>
                  <a:pt x="5324274" y="1321932"/>
                  <a:pt x="5321442" y="1326243"/>
                </a:cubicBezTo>
                <a:cubicBezTo>
                  <a:pt x="5318867" y="1329461"/>
                  <a:pt x="5311146" y="1326243"/>
                  <a:pt x="5311146" y="1326243"/>
                </a:cubicBezTo>
                <a:cubicBezTo>
                  <a:pt x="5303777" y="1324216"/>
                  <a:pt x="5296827" y="1320966"/>
                  <a:pt x="5290553" y="1316591"/>
                </a:cubicBezTo>
                <a:cubicBezTo>
                  <a:pt x="5289589" y="1315979"/>
                  <a:pt x="5288784" y="1315143"/>
                  <a:pt x="5288173" y="1314210"/>
                </a:cubicBezTo>
                <a:cubicBezTo>
                  <a:pt x="5285759" y="1310477"/>
                  <a:pt x="5286822" y="1305490"/>
                  <a:pt x="5290553" y="1303077"/>
                </a:cubicBezTo>
                <a:cubicBezTo>
                  <a:pt x="5298178" y="1295484"/>
                  <a:pt x="5304775" y="1286958"/>
                  <a:pt x="5310179" y="1277659"/>
                </a:cubicBezTo>
                <a:cubicBezTo>
                  <a:pt x="5309859" y="1272833"/>
                  <a:pt x="5305032" y="1272833"/>
                  <a:pt x="5305032" y="1272833"/>
                </a:cubicBezTo>
                <a:cubicBezTo>
                  <a:pt x="5289589" y="1277080"/>
                  <a:pt x="5273886" y="1280426"/>
                  <a:pt x="5258056" y="1282807"/>
                </a:cubicBezTo>
                <a:cubicBezTo>
                  <a:pt x="5254034" y="1282582"/>
                  <a:pt x="5250110" y="1281585"/>
                  <a:pt x="5246473" y="1279911"/>
                </a:cubicBezTo>
                <a:cubicBezTo>
                  <a:pt x="5240939" y="1279075"/>
                  <a:pt x="5235405" y="1281295"/>
                  <a:pt x="5231994" y="1285703"/>
                </a:cubicBezTo>
                <a:cubicBezTo>
                  <a:pt x="5220734" y="1305008"/>
                  <a:pt x="5213976" y="1301468"/>
                  <a:pt x="5205610" y="1309512"/>
                </a:cubicBezTo>
                <a:cubicBezTo>
                  <a:pt x="5197181" y="1318682"/>
                  <a:pt x="5191037" y="1329718"/>
                  <a:pt x="5187592" y="1341687"/>
                </a:cubicBezTo>
                <a:cubicBezTo>
                  <a:pt x="5185566" y="1347479"/>
                  <a:pt x="5188010" y="1353849"/>
                  <a:pt x="5193385" y="1356809"/>
                </a:cubicBezTo>
                <a:cubicBezTo>
                  <a:pt x="5204968" y="1364853"/>
                  <a:pt x="5222020" y="1361957"/>
                  <a:pt x="5241004" y="1364853"/>
                </a:cubicBezTo>
                <a:cubicBezTo>
                  <a:pt x="5245605" y="1365335"/>
                  <a:pt x="5250238" y="1365335"/>
                  <a:pt x="5254839" y="1364853"/>
                </a:cubicBezTo>
                <a:cubicBezTo>
                  <a:pt x="5265361" y="1362247"/>
                  <a:pt x="5276203" y="1361282"/>
                  <a:pt x="5287014" y="1361957"/>
                </a:cubicBezTo>
                <a:cubicBezTo>
                  <a:pt x="5297020" y="1365625"/>
                  <a:pt x="5306448" y="1370709"/>
                  <a:pt x="5315006" y="1377079"/>
                </a:cubicBezTo>
                <a:cubicBezTo>
                  <a:pt x="5321442" y="1381262"/>
                  <a:pt x="5331094" y="1388662"/>
                  <a:pt x="5335921" y="1392201"/>
                </a:cubicBezTo>
                <a:cubicBezTo>
                  <a:pt x="5344898" y="1398765"/>
                  <a:pt x="5353521" y="1405843"/>
                  <a:pt x="5361661" y="1413437"/>
                </a:cubicBezTo>
                <a:cubicBezTo>
                  <a:pt x="5367065" y="1418038"/>
                  <a:pt x="5372890" y="1422124"/>
                  <a:pt x="5379035" y="1425663"/>
                </a:cubicBezTo>
                <a:cubicBezTo>
                  <a:pt x="5385501" y="1428398"/>
                  <a:pt x="5391391" y="1432356"/>
                  <a:pt x="5396410" y="1437246"/>
                </a:cubicBezTo>
                <a:cubicBezTo>
                  <a:pt x="5404774" y="1448733"/>
                  <a:pt x="5415811" y="1458031"/>
                  <a:pt x="5428586" y="1464273"/>
                </a:cubicBezTo>
                <a:cubicBezTo>
                  <a:pt x="5432446" y="1465560"/>
                  <a:pt x="5443385" y="1478108"/>
                  <a:pt x="5448856" y="1480682"/>
                </a:cubicBezTo>
                <a:cubicBezTo>
                  <a:pt x="5455965" y="1485058"/>
                  <a:pt x="5462369" y="1490463"/>
                  <a:pt x="5467838" y="1496769"/>
                </a:cubicBezTo>
                <a:cubicBezTo>
                  <a:pt x="5462722" y="1503269"/>
                  <a:pt x="5453972" y="1505617"/>
                  <a:pt x="5446281" y="1502561"/>
                </a:cubicBezTo>
                <a:cubicBezTo>
                  <a:pt x="5442743" y="1500309"/>
                  <a:pt x="5429550" y="1498056"/>
                  <a:pt x="5426655" y="1495161"/>
                </a:cubicBezTo>
                <a:cubicBezTo>
                  <a:pt x="5423148" y="1490431"/>
                  <a:pt x="5420316" y="1485251"/>
                  <a:pt x="5418289" y="1479717"/>
                </a:cubicBezTo>
                <a:cubicBezTo>
                  <a:pt x="5416681" y="1477143"/>
                  <a:pt x="5410245" y="1473282"/>
                  <a:pt x="5406385" y="1468456"/>
                </a:cubicBezTo>
                <a:cubicBezTo>
                  <a:pt x="5402812" y="1462729"/>
                  <a:pt x="5398243" y="1457709"/>
                  <a:pt x="5392870" y="1453655"/>
                </a:cubicBezTo>
                <a:cubicBezTo>
                  <a:pt x="5389009" y="1451403"/>
                  <a:pt x="5382573" y="1451403"/>
                  <a:pt x="5382573" y="1451403"/>
                </a:cubicBezTo>
                <a:cubicBezTo>
                  <a:pt x="5371635" y="1444324"/>
                  <a:pt x="5374209" y="1445612"/>
                  <a:pt x="5369060" y="1444324"/>
                </a:cubicBezTo>
                <a:cubicBezTo>
                  <a:pt x="5363913" y="1443038"/>
                  <a:pt x="5357478" y="1434029"/>
                  <a:pt x="5354903" y="1434029"/>
                </a:cubicBezTo>
                <a:cubicBezTo>
                  <a:pt x="5348050" y="1430103"/>
                  <a:pt x="5341486" y="1425695"/>
                  <a:pt x="5335277" y="1420837"/>
                </a:cubicBezTo>
                <a:cubicBezTo>
                  <a:pt x="5330772" y="1417941"/>
                  <a:pt x="5324016" y="1409898"/>
                  <a:pt x="5320155" y="1407645"/>
                </a:cubicBezTo>
                <a:cubicBezTo>
                  <a:pt x="5317098" y="1406680"/>
                  <a:pt x="5313977" y="1405908"/>
                  <a:pt x="5310823" y="1405393"/>
                </a:cubicBezTo>
                <a:cubicBezTo>
                  <a:pt x="5305354" y="1403784"/>
                  <a:pt x="5300849" y="1390271"/>
                  <a:pt x="5294736" y="1390271"/>
                </a:cubicBezTo>
                <a:cubicBezTo>
                  <a:pt x="5276718" y="1388984"/>
                  <a:pt x="5262239" y="1404106"/>
                  <a:pt x="5257414" y="1404106"/>
                </a:cubicBezTo>
                <a:cubicBezTo>
                  <a:pt x="5250688" y="1405843"/>
                  <a:pt x="5244639" y="1409544"/>
                  <a:pt x="5240038" y="1414724"/>
                </a:cubicBezTo>
                <a:cubicBezTo>
                  <a:pt x="5233924" y="1419228"/>
                  <a:pt x="5231674" y="1421481"/>
                  <a:pt x="5233924" y="1427915"/>
                </a:cubicBezTo>
                <a:cubicBezTo>
                  <a:pt x="5235888" y="1432581"/>
                  <a:pt x="5239427" y="1436442"/>
                  <a:pt x="5243899" y="1438855"/>
                </a:cubicBezTo>
                <a:cubicBezTo>
                  <a:pt x="5249466" y="1442619"/>
                  <a:pt x="5255868" y="1444968"/>
                  <a:pt x="5262561" y="1445612"/>
                </a:cubicBezTo>
                <a:cubicBezTo>
                  <a:pt x="5268835" y="1445225"/>
                  <a:pt x="5275110" y="1446673"/>
                  <a:pt x="5280579" y="1449794"/>
                </a:cubicBezTo>
                <a:cubicBezTo>
                  <a:pt x="5283153" y="1452690"/>
                  <a:pt x="5293450" y="1458160"/>
                  <a:pt x="5288945" y="1461055"/>
                </a:cubicBezTo>
                <a:cubicBezTo>
                  <a:pt x="5283411" y="1464015"/>
                  <a:pt x="5277586" y="1466396"/>
                  <a:pt x="5271571" y="1468134"/>
                </a:cubicBezTo>
                <a:cubicBezTo>
                  <a:pt x="5267388" y="1469421"/>
                  <a:pt x="5259666" y="1476499"/>
                  <a:pt x="5256769" y="1478430"/>
                </a:cubicBezTo>
                <a:cubicBezTo>
                  <a:pt x="5253873" y="1480360"/>
                  <a:pt x="5251622" y="1480360"/>
                  <a:pt x="5247117" y="1480360"/>
                </a:cubicBezTo>
                <a:cubicBezTo>
                  <a:pt x="5241711" y="1479427"/>
                  <a:pt x="5236468" y="1477561"/>
                  <a:pt x="5231674" y="1474890"/>
                </a:cubicBezTo>
                <a:cubicBezTo>
                  <a:pt x="5224981" y="1469903"/>
                  <a:pt x="5217870" y="1465496"/>
                  <a:pt x="5210437" y="1461699"/>
                </a:cubicBezTo>
                <a:cubicBezTo>
                  <a:pt x="5203360" y="1459125"/>
                  <a:pt x="5190489" y="1458481"/>
                  <a:pt x="5187914" y="1455586"/>
                </a:cubicBezTo>
                <a:cubicBezTo>
                  <a:pt x="5185342" y="1452690"/>
                  <a:pt x="5180837" y="1440142"/>
                  <a:pt x="5177940" y="1437246"/>
                </a:cubicBezTo>
                <a:cubicBezTo>
                  <a:pt x="5168899" y="1429975"/>
                  <a:pt x="5157188" y="1426950"/>
                  <a:pt x="5145765" y="1428881"/>
                </a:cubicBezTo>
                <a:cubicBezTo>
                  <a:pt x="5138654" y="1431969"/>
                  <a:pt x="5132059" y="1436088"/>
                  <a:pt x="5126139" y="1441107"/>
                </a:cubicBezTo>
                <a:cubicBezTo>
                  <a:pt x="5123242" y="1443681"/>
                  <a:pt x="5114878" y="1450759"/>
                  <a:pt x="5115520" y="1453977"/>
                </a:cubicBezTo>
                <a:cubicBezTo>
                  <a:pt x="5116164" y="1457195"/>
                  <a:pt x="5119381" y="1461699"/>
                  <a:pt x="5119381" y="1464916"/>
                </a:cubicBezTo>
                <a:cubicBezTo>
                  <a:pt x="5119061" y="1477143"/>
                  <a:pt x="5127747" y="1482291"/>
                  <a:pt x="5130644" y="1485187"/>
                </a:cubicBezTo>
                <a:cubicBezTo>
                  <a:pt x="5133538" y="1488082"/>
                  <a:pt x="5149626" y="1492587"/>
                  <a:pt x="5154775" y="1497413"/>
                </a:cubicBezTo>
                <a:cubicBezTo>
                  <a:pt x="5162400" y="1504523"/>
                  <a:pt x="5170701" y="1510894"/>
                  <a:pt x="5179548" y="1516396"/>
                </a:cubicBezTo>
                <a:cubicBezTo>
                  <a:pt x="5188270" y="1521705"/>
                  <a:pt x="5196441" y="1527850"/>
                  <a:pt x="5204002" y="1534735"/>
                </a:cubicBezTo>
                <a:cubicBezTo>
                  <a:pt x="5210437" y="1543101"/>
                  <a:pt x="5205932" y="1548249"/>
                  <a:pt x="5200785" y="1549858"/>
                </a:cubicBezTo>
                <a:cubicBezTo>
                  <a:pt x="5183731" y="1554040"/>
                  <a:pt x="5154131" y="1572380"/>
                  <a:pt x="5138687" y="1563693"/>
                </a:cubicBezTo>
                <a:cubicBezTo>
                  <a:pt x="5132574" y="1559832"/>
                  <a:pt x="5120347" y="1549214"/>
                  <a:pt x="5106512" y="1539240"/>
                </a:cubicBezTo>
                <a:cubicBezTo>
                  <a:pt x="5098790" y="1532483"/>
                  <a:pt x="5091067" y="1527335"/>
                  <a:pt x="5089136" y="1532483"/>
                </a:cubicBezTo>
                <a:cubicBezTo>
                  <a:pt x="5087206" y="1537632"/>
                  <a:pt x="5097824" y="1567232"/>
                  <a:pt x="5089136" y="1575919"/>
                </a:cubicBezTo>
                <a:cubicBezTo>
                  <a:pt x="5084633" y="1580102"/>
                  <a:pt x="5075945" y="1587180"/>
                  <a:pt x="5071763" y="1591363"/>
                </a:cubicBezTo>
                <a:cubicBezTo>
                  <a:pt x="5076751" y="1601337"/>
                  <a:pt x="5084439" y="1609703"/>
                  <a:pt x="5093963" y="1615494"/>
                </a:cubicBezTo>
                <a:cubicBezTo>
                  <a:pt x="5100882" y="1618326"/>
                  <a:pt x="5107284" y="1622251"/>
                  <a:pt x="5112948" y="1627077"/>
                </a:cubicBezTo>
                <a:cubicBezTo>
                  <a:pt x="5121184" y="1632129"/>
                  <a:pt x="5129774" y="1636536"/>
                  <a:pt x="5138687" y="1640269"/>
                </a:cubicBezTo>
                <a:cubicBezTo>
                  <a:pt x="5150914" y="1647347"/>
                  <a:pt x="5163783" y="1633834"/>
                  <a:pt x="5177298" y="1629329"/>
                </a:cubicBezTo>
                <a:cubicBezTo>
                  <a:pt x="5179228" y="1629008"/>
                  <a:pt x="5190489" y="1630617"/>
                  <a:pt x="5195958" y="1625146"/>
                </a:cubicBezTo>
                <a:cubicBezTo>
                  <a:pt x="5202297" y="1619323"/>
                  <a:pt x="5209730" y="1614851"/>
                  <a:pt x="5217837" y="1611955"/>
                </a:cubicBezTo>
                <a:cubicBezTo>
                  <a:pt x="5224594" y="1608094"/>
                  <a:pt x="5229421" y="1603589"/>
                  <a:pt x="5235535" y="1599085"/>
                </a:cubicBezTo>
                <a:cubicBezTo>
                  <a:pt x="5241648" y="1594581"/>
                  <a:pt x="5245187" y="1586859"/>
                  <a:pt x="5252909" y="1580424"/>
                </a:cubicBezTo>
                <a:cubicBezTo>
                  <a:pt x="5260630" y="1573989"/>
                  <a:pt x="5286370" y="1592972"/>
                  <a:pt x="5290231" y="1595868"/>
                </a:cubicBezTo>
                <a:cubicBezTo>
                  <a:pt x="5294092" y="1598763"/>
                  <a:pt x="5296666" y="1598763"/>
                  <a:pt x="5305032" y="1603911"/>
                </a:cubicBezTo>
                <a:cubicBezTo>
                  <a:pt x="5313398" y="1609059"/>
                  <a:pt x="5316937" y="1612920"/>
                  <a:pt x="5324336" y="1618068"/>
                </a:cubicBezTo>
                <a:cubicBezTo>
                  <a:pt x="5329808" y="1620417"/>
                  <a:pt x="5335856" y="1621093"/>
                  <a:pt x="5341712" y="1619999"/>
                </a:cubicBezTo>
                <a:cubicBezTo>
                  <a:pt x="5348468" y="1619677"/>
                  <a:pt x="5357156" y="1611955"/>
                  <a:pt x="5362625" y="1608416"/>
                </a:cubicBezTo>
                <a:cubicBezTo>
                  <a:pt x="5368096" y="1604877"/>
                  <a:pt x="5362625" y="1595868"/>
                  <a:pt x="5362625" y="1595868"/>
                </a:cubicBezTo>
                <a:cubicBezTo>
                  <a:pt x="5357478" y="1585250"/>
                  <a:pt x="5356191" y="1577206"/>
                  <a:pt x="5353939" y="1573023"/>
                </a:cubicBezTo>
                <a:cubicBezTo>
                  <a:pt x="5346859" y="1562084"/>
                  <a:pt x="5349434" y="1551466"/>
                  <a:pt x="5346859" y="1548571"/>
                </a:cubicBezTo>
                <a:cubicBezTo>
                  <a:pt x="5344287" y="1545675"/>
                  <a:pt x="5338173" y="1547927"/>
                  <a:pt x="5333024" y="1543744"/>
                </a:cubicBezTo>
                <a:cubicBezTo>
                  <a:pt x="5327877" y="1539562"/>
                  <a:pt x="5317903" y="1537309"/>
                  <a:pt x="5313398" y="1534414"/>
                </a:cubicBezTo>
                <a:cubicBezTo>
                  <a:pt x="5308893" y="1531518"/>
                  <a:pt x="5307285" y="1527335"/>
                  <a:pt x="5307285" y="1524761"/>
                </a:cubicBezTo>
                <a:cubicBezTo>
                  <a:pt x="5311852" y="1518584"/>
                  <a:pt x="5318449" y="1514240"/>
                  <a:pt x="5325947" y="1512535"/>
                </a:cubicBezTo>
                <a:cubicBezTo>
                  <a:pt x="5335342" y="1511505"/>
                  <a:pt x="5344833" y="1511505"/>
                  <a:pt x="5354261" y="1512535"/>
                </a:cubicBezTo>
                <a:cubicBezTo>
                  <a:pt x="5361113" y="1514305"/>
                  <a:pt x="5368320" y="1514305"/>
                  <a:pt x="5375174" y="1512535"/>
                </a:cubicBezTo>
                <a:cubicBezTo>
                  <a:pt x="5391841" y="1510186"/>
                  <a:pt x="5408765" y="1513725"/>
                  <a:pt x="5423114" y="1522509"/>
                </a:cubicBezTo>
                <a:cubicBezTo>
                  <a:pt x="5429872" y="1527657"/>
                  <a:pt x="5438560" y="1533770"/>
                  <a:pt x="5439202" y="1539240"/>
                </a:cubicBezTo>
                <a:cubicBezTo>
                  <a:pt x="5439846" y="1544710"/>
                  <a:pt x="5447890" y="1553397"/>
                  <a:pt x="5450142" y="1553397"/>
                </a:cubicBezTo>
                <a:cubicBezTo>
                  <a:pt x="5455612" y="1553622"/>
                  <a:pt x="5460792" y="1555939"/>
                  <a:pt x="5464621" y="1559832"/>
                </a:cubicBezTo>
                <a:cubicBezTo>
                  <a:pt x="5475560" y="1572091"/>
                  <a:pt x="5489717" y="1581003"/>
                  <a:pt x="5505483" y="1585572"/>
                </a:cubicBezTo>
                <a:cubicBezTo>
                  <a:pt x="5515908" y="1582773"/>
                  <a:pt x="5525561" y="1577721"/>
                  <a:pt x="5533797" y="1570772"/>
                </a:cubicBezTo>
                <a:cubicBezTo>
                  <a:pt x="5543160" y="1563242"/>
                  <a:pt x="5550014" y="1553011"/>
                  <a:pt x="5553425" y="1541492"/>
                </a:cubicBezTo>
                <a:cubicBezTo>
                  <a:pt x="5554067" y="1534735"/>
                  <a:pt x="5547954" y="1534414"/>
                  <a:pt x="5546990" y="1527014"/>
                </a:cubicBezTo>
                <a:cubicBezTo>
                  <a:pt x="5546024" y="1519613"/>
                  <a:pt x="5540876" y="1518005"/>
                  <a:pt x="5540876" y="1514787"/>
                </a:cubicBezTo>
                <a:cubicBezTo>
                  <a:pt x="5540876" y="1511570"/>
                  <a:pt x="5540876" y="1503848"/>
                  <a:pt x="5540876" y="1500309"/>
                </a:cubicBezTo>
                <a:cubicBezTo>
                  <a:pt x="5537948" y="1496512"/>
                  <a:pt x="5534472" y="1493166"/>
                  <a:pt x="5530580" y="1490335"/>
                </a:cubicBezTo>
                <a:cubicBezTo>
                  <a:pt x="5522440" y="1489948"/>
                  <a:pt x="5514557" y="1487407"/>
                  <a:pt x="5507735" y="1482934"/>
                </a:cubicBezTo>
                <a:cubicBezTo>
                  <a:pt x="5505162" y="1480038"/>
                  <a:pt x="5499691" y="1476499"/>
                  <a:pt x="5502910" y="1472638"/>
                </a:cubicBezTo>
                <a:cubicBezTo>
                  <a:pt x="5508701" y="1467297"/>
                  <a:pt x="5515329" y="1462954"/>
                  <a:pt x="5522536" y="1459768"/>
                </a:cubicBezTo>
                <a:lnTo>
                  <a:pt x="5538946" y="1450759"/>
                </a:lnTo>
                <a:cubicBezTo>
                  <a:pt x="5541519" y="1449151"/>
                  <a:pt x="5554067" y="1444003"/>
                  <a:pt x="5554067" y="1444003"/>
                </a:cubicBezTo>
                <a:cubicBezTo>
                  <a:pt x="5567356" y="1434350"/>
                  <a:pt x="5583057" y="1428559"/>
                  <a:pt x="5599435" y="1427272"/>
                </a:cubicBezTo>
                <a:cubicBezTo>
                  <a:pt x="5610374" y="1427593"/>
                  <a:pt x="5628714" y="1437246"/>
                  <a:pt x="5629680" y="1431133"/>
                </a:cubicBezTo>
                <a:cubicBezTo>
                  <a:pt x="5630644" y="1425020"/>
                  <a:pt x="5642871" y="1420515"/>
                  <a:pt x="5647376" y="1417298"/>
                </a:cubicBezTo>
                <a:cubicBezTo>
                  <a:pt x="5651463" y="1414724"/>
                  <a:pt x="5653874" y="1410219"/>
                  <a:pt x="5653811" y="1405393"/>
                </a:cubicBezTo>
                <a:cubicBezTo>
                  <a:pt x="5653167" y="1398604"/>
                  <a:pt x="5651751" y="1391912"/>
                  <a:pt x="5649628" y="1385445"/>
                </a:cubicBezTo>
                <a:cubicBezTo>
                  <a:pt x="5647698" y="1380007"/>
                  <a:pt x="5643063" y="1375953"/>
                  <a:pt x="5637402" y="1374827"/>
                </a:cubicBezTo>
                <a:cubicBezTo>
                  <a:pt x="5634505" y="1373218"/>
                  <a:pt x="5634505" y="1376114"/>
                  <a:pt x="5629036" y="1374827"/>
                </a:cubicBezTo>
                <a:cubicBezTo>
                  <a:pt x="5623567" y="1373540"/>
                  <a:pt x="5588173" y="1345548"/>
                  <a:pt x="5571763" y="1354879"/>
                </a:cubicBezTo>
                <a:cubicBezTo>
                  <a:pt x="5563719" y="1359383"/>
                  <a:pt x="5568869" y="1372575"/>
                  <a:pt x="5560181" y="1380297"/>
                </a:cubicBezTo>
                <a:cubicBezTo>
                  <a:pt x="5556351" y="1383321"/>
                  <a:pt x="5551976" y="1385606"/>
                  <a:pt x="5547312" y="1387053"/>
                </a:cubicBezTo>
                <a:cubicBezTo>
                  <a:pt x="5542807" y="1389627"/>
                  <a:pt x="5535727" y="1391879"/>
                  <a:pt x="5532188" y="1389627"/>
                </a:cubicBezTo>
                <a:cubicBezTo>
                  <a:pt x="5528650" y="1387375"/>
                  <a:pt x="5525431" y="1383514"/>
                  <a:pt x="5516423" y="1383514"/>
                </a:cubicBezTo>
                <a:cubicBezTo>
                  <a:pt x="5502266" y="1385767"/>
                  <a:pt x="5508379" y="1393488"/>
                  <a:pt x="5504518" y="1396706"/>
                </a:cubicBezTo>
                <a:cubicBezTo>
                  <a:pt x="5500657" y="1399923"/>
                  <a:pt x="5494222" y="1396706"/>
                  <a:pt x="5491325" y="1396706"/>
                </a:cubicBezTo>
                <a:cubicBezTo>
                  <a:pt x="5486822" y="1397381"/>
                  <a:pt x="5482253" y="1396706"/>
                  <a:pt x="5478134" y="1394776"/>
                </a:cubicBezTo>
                <a:cubicBezTo>
                  <a:pt x="5476204" y="1393167"/>
                  <a:pt x="5466874" y="1405071"/>
                  <a:pt x="5467516" y="1409576"/>
                </a:cubicBezTo>
                <a:cubicBezTo>
                  <a:pt x="5468160" y="1414080"/>
                  <a:pt x="5478779" y="1415367"/>
                  <a:pt x="5474596" y="1425020"/>
                </a:cubicBezTo>
                <a:cubicBezTo>
                  <a:pt x="5470413" y="1434672"/>
                  <a:pt x="5457864" y="1434672"/>
                  <a:pt x="5448856" y="1425020"/>
                </a:cubicBezTo>
                <a:cubicBezTo>
                  <a:pt x="5439846" y="1415367"/>
                  <a:pt x="5463977" y="1413115"/>
                  <a:pt x="5454003" y="1407002"/>
                </a:cubicBezTo>
                <a:cubicBezTo>
                  <a:pt x="5444029" y="1400889"/>
                  <a:pt x="5444351" y="1386088"/>
                  <a:pt x="5447890" y="1385445"/>
                </a:cubicBezTo>
                <a:cubicBezTo>
                  <a:pt x="5451429" y="1384801"/>
                  <a:pt x="5476526" y="1381262"/>
                  <a:pt x="5476526" y="1381262"/>
                </a:cubicBezTo>
                <a:cubicBezTo>
                  <a:pt x="5507735" y="1371610"/>
                  <a:pt x="5518031" y="1373218"/>
                  <a:pt x="5523823" y="1367105"/>
                </a:cubicBezTo>
                <a:cubicBezTo>
                  <a:pt x="5527330" y="1361925"/>
                  <a:pt x="5528714" y="1355587"/>
                  <a:pt x="5527683" y="1349409"/>
                </a:cubicBezTo>
                <a:cubicBezTo>
                  <a:pt x="5527683" y="1344905"/>
                  <a:pt x="5538946" y="1336539"/>
                  <a:pt x="5541519" y="1336539"/>
                </a:cubicBezTo>
                <a:cubicBezTo>
                  <a:pt x="5550014" y="1333740"/>
                  <a:pt x="5559022" y="1332871"/>
                  <a:pt x="5567902" y="1333965"/>
                </a:cubicBezTo>
                <a:cubicBezTo>
                  <a:pt x="5576590" y="1334930"/>
                  <a:pt x="5591069" y="1331713"/>
                  <a:pt x="5591069" y="1323669"/>
                </a:cubicBezTo>
                <a:cubicBezTo>
                  <a:pt x="5593675" y="1315432"/>
                  <a:pt x="5592870" y="1306520"/>
                  <a:pt x="5588817" y="1298894"/>
                </a:cubicBezTo>
                <a:cubicBezTo>
                  <a:pt x="5586596" y="1296192"/>
                  <a:pt x="5583701" y="1294101"/>
                  <a:pt x="5580451" y="1292782"/>
                </a:cubicBezTo>
                <a:cubicBezTo>
                  <a:pt x="5577556" y="1292138"/>
                  <a:pt x="5575946" y="1286025"/>
                  <a:pt x="5572729" y="1286025"/>
                </a:cubicBezTo>
                <a:cubicBezTo>
                  <a:pt x="5564042" y="1282485"/>
                  <a:pt x="5555998" y="1289885"/>
                  <a:pt x="5546668" y="1292782"/>
                </a:cubicBezTo>
                <a:cubicBezTo>
                  <a:pt x="5537338" y="1295677"/>
                  <a:pt x="5518353" y="1299538"/>
                  <a:pt x="5518353" y="1295677"/>
                </a:cubicBezTo>
                <a:cubicBezTo>
                  <a:pt x="5518353" y="1291816"/>
                  <a:pt x="5521250" y="1280233"/>
                  <a:pt x="5518353" y="1277337"/>
                </a:cubicBezTo>
                <a:cubicBezTo>
                  <a:pt x="5512466" y="1274924"/>
                  <a:pt x="5505901" y="1274924"/>
                  <a:pt x="5500013" y="1277337"/>
                </a:cubicBezTo>
                <a:cubicBezTo>
                  <a:pt x="5497439" y="1279911"/>
                  <a:pt x="5495508" y="1291173"/>
                  <a:pt x="5490361" y="1296964"/>
                </a:cubicBezTo>
                <a:cubicBezTo>
                  <a:pt x="5484892" y="1301340"/>
                  <a:pt x="5478327" y="1304107"/>
                  <a:pt x="5471377" y="1305008"/>
                </a:cubicBezTo>
                <a:cubicBezTo>
                  <a:pt x="5463977" y="1306938"/>
                  <a:pt x="5451751" y="1315947"/>
                  <a:pt x="5454325" y="1320773"/>
                </a:cubicBezTo>
                <a:cubicBezTo>
                  <a:pt x="5456900" y="1325599"/>
                  <a:pt x="5460761" y="1321417"/>
                  <a:pt x="5466230" y="1325599"/>
                </a:cubicBezTo>
                <a:cubicBezTo>
                  <a:pt x="5471699" y="1329782"/>
                  <a:pt x="5479743" y="1329782"/>
                  <a:pt x="5481995" y="1333322"/>
                </a:cubicBezTo>
                <a:cubicBezTo>
                  <a:pt x="5484248" y="1336861"/>
                  <a:pt x="5483282" y="1354879"/>
                  <a:pt x="5471699" y="1356487"/>
                </a:cubicBezTo>
                <a:cubicBezTo>
                  <a:pt x="5467194" y="1357131"/>
                  <a:pt x="5451429" y="1362601"/>
                  <a:pt x="5446924" y="1354879"/>
                </a:cubicBezTo>
                <a:cubicBezTo>
                  <a:pt x="5445315" y="1352305"/>
                  <a:pt x="5448856" y="1348765"/>
                  <a:pt x="5448534" y="1342974"/>
                </a:cubicBezTo>
                <a:cubicBezTo>
                  <a:pt x="5448212" y="1337182"/>
                  <a:pt x="5435985" y="1331069"/>
                  <a:pt x="5435663" y="1327530"/>
                </a:cubicBezTo>
                <a:cubicBezTo>
                  <a:pt x="5435341" y="1323991"/>
                  <a:pt x="5433411" y="1322382"/>
                  <a:pt x="5438560" y="1317878"/>
                </a:cubicBezTo>
                <a:cubicBezTo>
                  <a:pt x="5448277" y="1308354"/>
                  <a:pt x="5456609" y="1297511"/>
                  <a:pt x="5463333" y="1285703"/>
                </a:cubicBezTo>
                <a:cubicBezTo>
                  <a:pt x="5463881" y="1281553"/>
                  <a:pt x="5465939" y="1277788"/>
                  <a:pt x="5469125" y="1275085"/>
                </a:cubicBezTo>
                <a:cubicBezTo>
                  <a:pt x="5475238" y="1269616"/>
                  <a:pt x="5482639" y="1260928"/>
                  <a:pt x="5479099" y="1258033"/>
                </a:cubicBezTo>
                <a:cubicBezTo>
                  <a:pt x="5475560" y="1254912"/>
                  <a:pt x="5470927" y="1253400"/>
                  <a:pt x="5466230" y="1253850"/>
                </a:cubicBezTo>
                <a:cubicBezTo>
                  <a:pt x="5460085" y="1254204"/>
                  <a:pt x="5454164" y="1256327"/>
                  <a:pt x="5449176" y="1259963"/>
                </a:cubicBezTo>
                <a:cubicBezTo>
                  <a:pt x="5447214" y="1263470"/>
                  <a:pt x="5444962" y="1266816"/>
                  <a:pt x="5442421" y="1269937"/>
                </a:cubicBezTo>
                <a:cubicBezTo>
                  <a:pt x="5434473" y="1278303"/>
                  <a:pt x="5426076" y="1286250"/>
                  <a:pt x="5417323" y="1293747"/>
                </a:cubicBezTo>
                <a:cubicBezTo>
                  <a:pt x="5412498" y="1297929"/>
                  <a:pt x="5405096" y="1311121"/>
                  <a:pt x="5402202" y="1313373"/>
                </a:cubicBezTo>
                <a:cubicBezTo>
                  <a:pt x="5399305" y="1315625"/>
                  <a:pt x="5377748" y="1333965"/>
                  <a:pt x="5375174" y="1336861"/>
                </a:cubicBezTo>
                <a:cubicBezTo>
                  <a:pt x="5369447" y="1341204"/>
                  <a:pt x="5366904" y="1348572"/>
                  <a:pt x="5368738" y="1355522"/>
                </a:cubicBezTo>
                <a:cubicBezTo>
                  <a:pt x="5370349" y="1358739"/>
                  <a:pt x="5375174" y="1358418"/>
                  <a:pt x="5378392" y="1358739"/>
                </a:cubicBezTo>
                <a:cubicBezTo>
                  <a:pt x="5381609" y="1359062"/>
                  <a:pt x="5386436" y="1360348"/>
                  <a:pt x="5389331" y="1357131"/>
                </a:cubicBezTo>
                <a:cubicBezTo>
                  <a:pt x="5392227" y="1353913"/>
                  <a:pt x="5398019" y="1347479"/>
                  <a:pt x="5404132" y="1350696"/>
                </a:cubicBezTo>
                <a:cubicBezTo>
                  <a:pt x="5410245" y="1353913"/>
                  <a:pt x="5408315" y="1360348"/>
                  <a:pt x="5402202" y="1363566"/>
                </a:cubicBezTo>
                <a:cubicBezTo>
                  <a:pt x="5396088" y="1366783"/>
                  <a:pt x="5396410" y="1371288"/>
                  <a:pt x="5396088" y="1374827"/>
                </a:cubicBezTo>
                <a:cubicBezTo>
                  <a:pt x="5395766" y="1378366"/>
                  <a:pt x="5402202" y="1377401"/>
                  <a:pt x="5408957" y="1380940"/>
                </a:cubicBezTo>
                <a:cubicBezTo>
                  <a:pt x="5415715" y="1384479"/>
                  <a:pt x="5421184" y="1386732"/>
                  <a:pt x="5418289" y="1392845"/>
                </a:cubicBezTo>
                <a:cubicBezTo>
                  <a:pt x="5417162" y="1395741"/>
                  <a:pt x="5414299" y="1397574"/>
                  <a:pt x="5411210" y="1397350"/>
                </a:cubicBezTo>
                <a:cubicBezTo>
                  <a:pt x="5406995" y="1396931"/>
                  <a:pt x="5402877" y="1395837"/>
                  <a:pt x="5398983" y="1394132"/>
                </a:cubicBezTo>
                <a:cubicBezTo>
                  <a:pt x="5394639" y="1392201"/>
                  <a:pt x="5390458" y="1389949"/>
                  <a:pt x="5386436" y="1387375"/>
                </a:cubicBezTo>
                <a:cubicBezTo>
                  <a:pt x="5380289" y="1381777"/>
                  <a:pt x="5373630" y="1376822"/>
                  <a:pt x="5366486" y="1372575"/>
                </a:cubicBezTo>
                <a:cubicBezTo>
                  <a:pt x="5362529" y="1369390"/>
                  <a:pt x="5358764" y="1365947"/>
                  <a:pt x="5355225" y="1362279"/>
                </a:cubicBezTo>
                <a:cubicBezTo>
                  <a:pt x="5352009" y="1359383"/>
                  <a:pt x="5342354" y="1356809"/>
                  <a:pt x="5339782" y="1352305"/>
                </a:cubicBezTo>
                <a:cubicBezTo>
                  <a:pt x="5338205" y="1348283"/>
                  <a:pt x="5338205" y="1343778"/>
                  <a:pt x="5339782" y="1339756"/>
                </a:cubicBezTo>
                <a:cubicBezTo>
                  <a:pt x="5341712" y="1335574"/>
                  <a:pt x="5354261" y="1333643"/>
                  <a:pt x="5357478" y="1331713"/>
                </a:cubicBezTo>
                <a:cubicBezTo>
                  <a:pt x="5360695" y="1329782"/>
                  <a:pt x="5361339" y="1327208"/>
                  <a:pt x="5369060" y="1321417"/>
                </a:cubicBezTo>
                <a:cubicBezTo>
                  <a:pt x="5376782" y="1315625"/>
                  <a:pt x="5378392" y="1307260"/>
                  <a:pt x="5381609" y="1304042"/>
                </a:cubicBezTo>
                <a:cubicBezTo>
                  <a:pt x="5384826" y="1300825"/>
                  <a:pt x="5399305" y="1285703"/>
                  <a:pt x="5403488" y="1281199"/>
                </a:cubicBezTo>
                <a:cubicBezTo>
                  <a:pt x="5407671" y="1276694"/>
                  <a:pt x="5413784" y="1272833"/>
                  <a:pt x="5415715" y="1270902"/>
                </a:cubicBezTo>
                <a:cubicBezTo>
                  <a:pt x="5417645" y="1268972"/>
                  <a:pt x="5423436" y="1262859"/>
                  <a:pt x="5425689" y="1262859"/>
                </a:cubicBezTo>
                <a:cubicBezTo>
                  <a:pt x="5429389" y="1261443"/>
                  <a:pt x="5432317" y="1258515"/>
                  <a:pt x="5433733" y="1254815"/>
                </a:cubicBezTo>
                <a:cubicBezTo>
                  <a:pt x="5434699" y="1250311"/>
                  <a:pt x="5443385" y="1246450"/>
                  <a:pt x="5446604" y="1240980"/>
                </a:cubicBezTo>
                <a:cubicBezTo>
                  <a:pt x="5449820" y="1235511"/>
                  <a:pt x="5453681" y="1233580"/>
                  <a:pt x="5455934" y="1228754"/>
                </a:cubicBezTo>
                <a:cubicBezTo>
                  <a:pt x="5458186" y="1223928"/>
                  <a:pt x="5459472" y="1221031"/>
                  <a:pt x="5458186" y="1219101"/>
                </a:cubicBezTo>
                <a:cubicBezTo>
                  <a:pt x="5456900" y="1217171"/>
                  <a:pt x="5452717" y="1219423"/>
                  <a:pt x="5450786" y="1217171"/>
                </a:cubicBezTo>
                <a:cubicBezTo>
                  <a:pt x="5448051" y="1214017"/>
                  <a:pt x="5445154" y="1210993"/>
                  <a:pt x="5442099" y="1208162"/>
                </a:cubicBezTo>
                <a:cubicBezTo>
                  <a:pt x="5439042" y="1206071"/>
                  <a:pt x="5434538" y="1206393"/>
                  <a:pt x="5430878" y="1207559"/>
                </a:cubicBezTo>
                <a:close/>
                <a:moveTo>
                  <a:pt x="3655735" y="1198508"/>
                </a:moveTo>
                <a:cubicBezTo>
                  <a:pt x="3670150" y="1247317"/>
                  <a:pt x="3678773" y="1297638"/>
                  <a:pt x="3681475" y="1348443"/>
                </a:cubicBezTo>
                <a:lnTo>
                  <a:pt x="3682441" y="1348443"/>
                </a:lnTo>
                <a:cubicBezTo>
                  <a:pt x="3684049" y="1411505"/>
                  <a:pt x="3618091" y="1473281"/>
                  <a:pt x="3618091" y="1473281"/>
                </a:cubicBezTo>
                <a:cubicBezTo>
                  <a:pt x="3592832" y="1431454"/>
                  <a:pt x="3581572" y="1382645"/>
                  <a:pt x="3585916" y="1333964"/>
                </a:cubicBezTo>
                <a:cubicBezTo>
                  <a:pt x="3595697" y="1283031"/>
                  <a:pt x="3619925" y="1236024"/>
                  <a:pt x="3655735" y="1198508"/>
                </a:cubicBezTo>
                <a:close/>
                <a:moveTo>
                  <a:pt x="1176000" y="1188214"/>
                </a:moveTo>
                <a:cubicBezTo>
                  <a:pt x="1173296" y="1191141"/>
                  <a:pt x="1170015" y="1193425"/>
                  <a:pt x="1166347" y="1194970"/>
                </a:cubicBezTo>
                <a:cubicBezTo>
                  <a:pt x="1161520" y="1195935"/>
                  <a:pt x="1157338" y="1193361"/>
                  <a:pt x="1151224" y="1199153"/>
                </a:cubicBezTo>
                <a:cubicBezTo>
                  <a:pt x="1147460" y="1204397"/>
                  <a:pt x="1144017" y="1209899"/>
                  <a:pt x="1140929" y="1215562"/>
                </a:cubicBezTo>
                <a:cubicBezTo>
                  <a:pt x="1138354" y="1218136"/>
                  <a:pt x="1131276" y="1221354"/>
                  <a:pt x="1128702" y="1224249"/>
                </a:cubicBezTo>
                <a:cubicBezTo>
                  <a:pt x="1126128" y="1227145"/>
                  <a:pt x="1124841" y="1234545"/>
                  <a:pt x="1120336" y="1238728"/>
                </a:cubicBezTo>
                <a:cubicBezTo>
                  <a:pt x="1115831" y="1242911"/>
                  <a:pt x="1106822" y="1247093"/>
                  <a:pt x="1104249" y="1250311"/>
                </a:cubicBezTo>
                <a:cubicBezTo>
                  <a:pt x="1099101" y="1256102"/>
                  <a:pt x="1096527" y="1259963"/>
                  <a:pt x="1100388" y="1267042"/>
                </a:cubicBezTo>
                <a:cubicBezTo>
                  <a:pt x="1105793" y="1273638"/>
                  <a:pt x="1111842" y="1279654"/>
                  <a:pt x="1118406" y="1285059"/>
                </a:cubicBezTo>
                <a:cubicBezTo>
                  <a:pt x="1126417" y="1295259"/>
                  <a:pt x="1133753" y="1306005"/>
                  <a:pt x="1140285" y="1317234"/>
                </a:cubicBezTo>
                <a:cubicBezTo>
                  <a:pt x="1143856" y="1324474"/>
                  <a:pt x="1148393" y="1331198"/>
                  <a:pt x="1153799" y="1337182"/>
                </a:cubicBezTo>
                <a:cubicBezTo>
                  <a:pt x="1156372" y="1339756"/>
                  <a:pt x="1170207" y="1353592"/>
                  <a:pt x="1180182" y="1364853"/>
                </a:cubicBezTo>
                <a:cubicBezTo>
                  <a:pt x="1182113" y="1367105"/>
                  <a:pt x="1187582" y="1376436"/>
                  <a:pt x="1194661" y="1385123"/>
                </a:cubicBezTo>
                <a:cubicBezTo>
                  <a:pt x="1201739" y="1393810"/>
                  <a:pt x="1198522" y="1395097"/>
                  <a:pt x="1208496" y="1405715"/>
                </a:cubicBezTo>
                <a:cubicBezTo>
                  <a:pt x="1210426" y="1407645"/>
                  <a:pt x="1212679" y="1417941"/>
                  <a:pt x="1214609" y="1420515"/>
                </a:cubicBezTo>
                <a:cubicBezTo>
                  <a:pt x="1233592" y="1443038"/>
                  <a:pt x="1232306" y="1447542"/>
                  <a:pt x="1243567" y="1457838"/>
                </a:cubicBezTo>
                <a:cubicBezTo>
                  <a:pt x="1250420" y="1464788"/>
                  <a:pt x="1258207" y="1470772"/>
                  <a:pt x="1266733" y="1475534"/>
                </a:cubicBezTo>
                <a:cubicBezTo>
                  <a:pt x="1272235" y="1478623"/>
                  <a:pt x="1277415" y="1482291"/>
                  <a:pt x="1282177" y="1486473"/>
                </a:cubicBezTo>
                <a:lnTo>
                  <a:pt x="1297300" y="1499021"/>
                </a:lnTo>
                <a:cubicBezTo>
                  <a:pt x="1299873" y="1501595"/>
                  <a:pt x="1320466" y="1512535"/>
                  <a:pt x="1324649" y="1515431"/>
                </a:cubicBezTo>
                <a:cubicBezTo>
                  <a:pt x="1330826" y="1521673"/>
                  <a:pt x="1337615" y="1527271"/>
                  <a:pt x="1344919" y="1532161"/>
                </a:cubicBezTo>
                <a:cubicBezTo>
                  <a:pt x="1353316" y="1535089"/>
                  <a:pt x="1362100" y="1536698"/>
                  <a:pt x="1370981" y="1536988"/>
                </a:cubicBezTo>
                <a:cubicBezTo>
                  <a:pt x="1376707" y="1536216"/>
                  <a:pt x="1382242" y="1534478"/>
                  <a:pt x="1387390" y="1531840"/>
                </a:cubicBezTo>
                <a:cubicBezTo>
                  <a:pt x="1393503" y="1528301"/>
                  <a:pt x="1403156" y="1515431"/>
                  <a:pt x="1409269" y="1510926"/>
                </a:cubicBezTo>
                <a:cubicBezTo>
                  <a:pt x="1415383" y="1506422"/>
                  <a:pt x="1427287" y="1499987"/>
                  <a:pt x="1427287" y="1499987"/>
                </a:cubicBezTo>
                <a:cubicBezTo>
                  <a:pt x="1427287" y="1499987"/>
                  <a:pt x="1439835" y="1487761"/>
                  <a:pt x="1444340" y="1482612"/>
                </a:cubicBezTo>
                <a:cubicBezTo>
                  <a:pt x="1449327" y="1476017"/>
                  <a:pt x="1455569" y="1470450"/>
                  <a:pt x="1462680" y="1466204"/>
                </a:cubicBezTo>
                <a:cubicBezTo>
                  <a:pt x="1466219" y="1464595"/>
                  <a:pt x="1474906" y="1463307"/>
                  <a:pt x="1478446" y="1459447"/>
                </a:cubicBezTo>
                <a:cubicBezTo>
                  <a:pt x="1483400" y="1453366"/>
                  <a:pt x="1487294" y="1446513"/>
                  <a:pt x="1490028" y="1439176"/>
                </a:cubicBezTo>
                <a:cubicBezTo>
                  <a:pt x="1492603" y="1432420"/>
                  <a:pt x="1502577" y="1426950"/>
                  <a:pt x="1503220" y="1419872"/>
                </a:cubicBezTo>
                <a:cubicBezTo>
                  <a:pt x="1503864" y="1412793"/>
                  <a:pt x="1499037" y="1407002"/>
                  <a:pt x="1494533" y="1399602"/>
                </a:cubicBezTo>
                <a:cubicBezTo>
                  <a:pt x="1490222" y="1389692"/>
                  <a:pt x="1485170" y="1380104"/>
                  <a:pt x="1479411" y="1370966"/>
                </a:cubicBezTo>
                <a:cubicBezTo>
                  <a:pt x="1473233" y="1361732"/>
                  <a:pt x="1461714" y="1357678"/>
                  <a:pt x="1451097" y="1360992"/>
                </a:cubicBezTo>
                <a:cubicBezTo>
                  <a:pt x="1445016" y="1364692"/>
                  <a:pt x="1439578" y="1369357"/>
                  <a:pt x="1435009" y="1374827"/>
                </a:cubicBezTo>
                <a:cubicBezTo>
                  <a:pt x="1431181" y="1377948"/>
                  <a:pt x="1426643" y="1380168"/>
                  <a:pt x="1421817" y="1381262"/>
                </a:cubicBezTo>
                <a:cubicBezTo>
                  <a:pt x="1420209" y="1381584"/>
                  <a:pt x="1414739" y="1389306"/>
                  <a:pt x="1409912" y="1389306"/>
                </a:cubicBezTo>
                <a:cubicBezTo>
                  <a:pt x="1404507" y="1393038"/>
                  <a:pt x="1399455" y="1397220"/>
                  <a:pt x="1394790" y="1401854"/>
                </a:cubicBezTo>
                <a:cubicBezTo>
                  <a:pt x="1387229" y="1408900"/>
                  <a:pt x="1377448" y="1413115"/>
                  <a:pt x="1367120" y="1413759"/>
                </a:cubicBezTo>
                <a:cubicBezTo>
                  <a:pt x="1352319" y="1413115"/>
                  <a:pt x="1346850" y="1403784"/>
                  <a:pt x="1336553" y="1398636"/>
                </a:cubicBezTo>
                <a:cubicBezTo>
                  <a:pt x="1330826" y="1395644"/>
                  <a:pt x="1325775" y="1391462"/>
                  <a:pt x="1321753" y="1386410"/>
                </a:cubicBezTo>
                <a:cubicBezTo>
                  <a:pt x="1312647" y="1375824"/>
                  <a:pt x="1305633" y="1363598"/>
                  <a:pt x="1301160" y="1350374"/>
                </a:cubicBezTo>
                <a:cubicBezTo>
                  <a:pt x="1307724" y="1338695"/>
                  <a:pt x="1311779" y="1325761"/>
                  <a:pt x="1313065" y="1312408"/>
                </a:cubicBezTo>
                <a:cubicBezTo>
                  <a:pt x="1314642" y="1304042"/>
                  <a:pt x="1316701" y="1295773"/>
                  <a:pt x="1319178" y="1287633"/>
                </a:cubicBezTo>
                <a:cubicBezTo>
                  <a:pt x="1318696" y="1280973"/>
                  <a:pt x="1319564" y="1274313"/>
                  <a:pt x="1321753" y="1268007"/>
                </a:cubicBezTo>
                <a:cubicBezTo>
                  <a:pt x="1325614" y="1260607"/>
                  <a:pt x="1327544" y="1257068"/>
                  <a:pt x="1331083" y="1250954"/>
                </a:cubicBezTo>
                <a:cubicBezTo>
                  <a:pt x="1334494" y="1246964"/>
                  <a:pt x="1334494" y="1241109"/>
                  <a:pt x="1331083" y="1237119"/>
                </a:cubicBezTo>
                <a:cubicBezTo>
                  <a:pt x="1326128" y="1232518"/>
                  <a:pt x="1320498" y="1228721"/>
                  <a:pt x="1314352" y="1225858"/>
                </a:cubicBezTo>
                <a:cubicBezTo>
                  <a:pt x="1305021" y="1223928"/>
                  <a:pt x="1294726" y="1210414"/>
                  <a:pt x="1283786" y="1217814"/>
                </a:cubicBezTo>
                <a:cubicBezTo>
                  <a:pt x="1272846" y="1225214"/>
                  <a:pt x="1260298" y="1224893"/>
                  <a:pt x="1258368" y="1231006"/>
                </a:cubicBezTo>
                <a:cubicBezTo>
                  <a:pt x="1258142" y="1237441"/>
                  <a:pt x="1256727" y="1243747"/>
                  <a:pt x="1254185" y="1249667"/>
                </a:cubicBezTo>
                <a:cubicBezTo>
                  <a:pt x="1256437" y="1257711"/>
                  <a:pt x="1247106" y="1263502"/>
                  <a:pt x="1238420" y="1257711"/>
                </a:cubicBezTo>
                <a:cubicBezTo>
                  <a:pt x="1234011" y="1252949"/>
                  <a:pt x="1230246" y="1247640"/>
                  <a:pt x="1227158" y="1241945"/>
                </a:cubicBezTo>
                <a:cubicBezTo>
                  <a:pt x="1221688" y="1229719"/>
                  <a:pt x="1228123" y="1216527"/>
                  <a:pt x="1213644" y="1201727"/>
                </a:cubicBezTo>
                <a:cubicBezTo>
                  <a:pt x="1206373" y="1195775"/>
                  <a:pt x="1198103" y="1191174"/>
                  <a:pt x="1189192" y="1188214"/>
                </a:cubicBezTo>
                <a:cubicBezTo>
                  <a:pt x="1184687" y="1188214"/>
                  <a:pt x="1178573" y="1186283"/>
                  <a:pt x="1176000" y="1188214"/>
                </a:cubicBezTo>
                <a:close/>
                <a:moveTo>
                  <a:pt x="3990357" y="1055008"/>
                </a:moveTo>
                <a:cubicBezTo>
                  <a:pt x="3989390" y="1104042"/>
                  <a:pt x="3981025" y="1152626"/>
                  <a:pt x="3965581" y="1199151"/>
                </a:cubicBezTo>
                <a:cubicBezTo>
                  <a:pt x="3954352" y="1235959"/>
                  <a:pt x="3926264" y="1265238"/>
                  <a:pt x="3889970" y="1277979"/>
                </a:cubicBezTo>
                <a:cubicBezTo>
                  <a:pt x="3883085" y="1295643"/>
                  <a:pt x="3873174" y="1311956"/>
                  <a:pt x="3860690" y="1326241"/>
                </a:cubicBezTo>
                <a:cubicBezTo>
                  <a:pt x="3782827" y="1418905"/>
                  <a:pt x="3641255" y="1519612"/>
                  <a:pt x="3480380" y="1589109"/>
                </a:cubicBezTo>
                <a:cubicBezTo>
                  <a:pt x="3517574" y="1577913"/>
                  <a:pt x="3557569" y="1580519"/>
                  <a:pt x="3592993" y="1596509"/>
                </a:cubicBezTo>
                <a:lnTo>
                  <a:pt x="3594281" y="1595544"/>
                </a:lnTo>
                <a:cubicBezTo>
                  <a:pt x="3640099" y="1617970"/>
                  <a:pt x="3681765" y="1647989"/>
                  <a:pt x="3717510" y="1684347"/>
                </a:cubicBezTo>
                <a:cubicBezTo>
                  <a:pt x="3717510" y="1684347"/>
                  <a:pt x="3670536" y="1709121"/>
                  <a:pt x="3572080" y="1686921"/>
                </a:cubicBezTo>
                <a:cubicBezTo>
                  <a:pt x="3524750" y="1674019"/>
                  <a:pt x="3486462" y="1639205"/>
                  <a:pt x="3469119" y="1593292"/>
                </a:cubicBezTo>
                <a:lnTo>
                  <a:pt x="3388385" y="1622945"/>
                </a:lnTo>
                <a:lnTo>
                  <a:pt x="3391246" y="1637608"/>
                </a:lnTo>
                <a:cubicBezTo>
                  <a:pt x="3403160" y="1698705"/>
                  <a:pt x="3425119" y="1811518"/>
                  <a:pt x="3434048" y="1858092"/>
                </a:cubicBezTo>
                <a:cubicBezTo>
                  <a:pt x="3771211" y="1859990"/>
                  <a:pt x="4106638" y="1809411"/>
                  <a:pt x="4428260" y="1708157"/>
                </a:cubicBezTo>
                <a:lnTo>
                  <a:pt x="4462687" y="1696574"/>
                </a:lnTo>
                <a:lnTo>
                  <a:pt x="4462687" y="1732610"/>
                </a:lnTo>
                <a:cubicBezTo>
                  <a:pt x="4462462" y="1834057"/>
                  <a:pt x="4427745" y="1932446"/>
                  <a:pt x="4364232" y="2011565"/>
                </a:cubicBezTo>
                <a:cubicBezTo>
                  <a:pt x="4300653" y="2088076"/>
                  <a:pt x="4215388" y="2143610"/>
                  <a:pt x="4119699" y="2170831"/>
                </a:cubicBezTo>
                <a:cubicBezTo>
                  <a:pt x="4109244" y="2243996"/>
                  <a:pt x="4073110" y="2311080"/>
                  <a:pt x="4017705" y="2360016"/>
                </a:cubicBezTo>
                <a:cubicBezTo>
                  <a:pt x="4003163" y="2372308"/>
                  <a:pt x="3987429" y="2383087"/>
                  <a:pt x="3970730" y="2392192"/>
                </a:cubicBezTo>
                <a:cubicBezTo>
                  <a:pt x="4191773" y="2367096"/>
                  <a:pt x="4360049" y="2335565"/>
                  <a:pt x="4440486" y="2320442"/>
                </a:cubicBezTo>
                <a:lnTo>
                  <a:pt x="4477489" y="2313365"/>
                </a:lnTo>
                <a:lnTo>
                  <a:pt x="4475558" y="2313365"/>
                </a:lnTo>
                <a:cubicBezTo>
                  <a:pt x="4511914" y="2307250"/>
                  <a:pt x="4547308" y="2299530"/>
                  <a:pt x="4576265" y="2292450"/>
                </a:cubicBezTo>
                <a:cubicBezTo>
                  <a:pt x="4532829" y="2374529"/>
                  <a:pt x="4480513" y="2451554"/>
                  <a:pt x="4420216" y="2522179"/>
                </a:cubicBezTo>
                <a:cubicBezTo>
                  <a:pt x="4318445" y="2643187"/>
                  <a:pt x="4193509" y="2742608"/>
                  <a:pt x="4052777" y="2814647"/>
                </a:cubicBezTo>
                <a:cubicBezTo>
                  <a:pt x="3928935" y="2877322"/>
                  <a:pt x="3795890" y="2919794"/>
                  <a:pt x="3658631" y="2940449"/>
                </a:cubicBezTo>
                <a:cubicBezTo>
                  <a:pt x="3637298" y="2943443"/>
                  <a:pt x="3615806" y="2944827"/>
                  <a:pt x="3594281" y="2944632"/>
                </a:cubicBezTo>
                <a:cubicBezTo>
                  <a:pt x="3554127" y="2944471"/>
                  <a:pt x="3514036" y="2941577"/>
                  <a:pt x="3474266" y="2935946"/>
                </a:cubicBezTo>
                <a:lnTo>
                  <a:pt x="3436300" y="2930475"/>
                </a:lnTo>
                <a:lnTo>
                  <a:pt x="3509982" y="3238388"/>
                </a:lnTo>
                <a:lnTo>
                  <a:pt x="3264486" y="3254154"/>
                </a:lnTo>
                <a:lnTo>
                  <a:pt x="3018669" y="3238388"/>
                </a:lnTo>
                <a:lnTo>
                  <a:pt x="3092349" y="2930475"/>
                </a:lnTo>
                <a:lnTo>
                  <a:pt x="3054382" y="2935946"/>
                </a:lnTo>
                <a:cubicBezTo>
                  <a:pt x="3014615" y="2941577"/>
                  <a:pt x="2974524" y="2944471"/>
                  <a:pt x="2934369" y="2944632"/>
                </a:cubicBezTo>
                <a:cubicBezTo>
                  <a:pt x="2912843" y="2944858"/>
                  <a:pt x="2891319" y="2943443"/>
                  <a:pt x="2870019" y="2940449"/>
                </a:cubicBezTo>
                <a:cubicBezTo>
                  <a:pt x="2732665" y="2919859"/>
                  <a:pt x="2599491" y="2877387"/>
                  <a:pt x="2475552" y="2814647"/>
                </a:cubicBezTo>
                <a:cubicBezTo>
                  <a:pt x="2334786" y="2742639"/>
                  <a:pt x="2209882" y="2643187"/>
                  <a:pt x="2108112" y="2522179"/>
                </a:cubicBezTo>
                <a:cubicBezTo>
                  <a:pt x="2047816" y="2451554"/>
                  <a:pt x="1995500" y="2374529"/>
                  <a:pt x="1952062" y="2292450"/>
                </a:cubicBezTo>
                <a:cubicBezTo>
                  <a:pt x="1981343" y="2299530"/>
                  <a:pt x="2017379" y="2307250"/>
                  <a:pt x="2052770" y="2313365"/>
                </a:cubicBezTo>
                <a:lnTo>
                  <a:pt x="2090095" y="2320442"/>
                </a:lnTo>
                <a:cubicBezTo>
                  <a:pt x="2170210" y="2335565"/>
                  <a:pt x="2338164" y="2367096"/>
                  <a:pt x="2559529" y="2391871"/>
                </a:cubicBezTo>
                <a:cubicBezTo>
                  <a:pt x="2542831" y="2383409"/>
                  <a:pt x="2527064" y="2373144"/>
                  <a:pt x="2512554" y="2361305"/>
                </a:cubicBezTo>
                <a:cubicBezTo>
                  <a:pt x="2457308" y="2312270"/>
                  <a:pt x="2421176" y="2245250"/>
                  <a:pt x="2410557" y="2172116"/>
                </a:cubicBezTo>
                <a:cubicBezTo>
                  <a:pt x="2314901" y="2144800"/>
                  <a:pt x="2229670" y="2089298"/>
                  <a:pt x="2166027" y="2012852"/>
                </a:cubicBezTo>
                <a:cubicBezTo>
                  <a:pt x="2102740" y="1933606"/>
                  <a:pt x="2068055" y="1835312"/>
                  <a:pt x="2067572" y="1733897"/>
                </a:cubicBezTo>
                <a:lnTo>
                  <a:pt x="2067572" y="1697860"/>
                </a:lnTo>
                <a:lnTo>
                  <a:pt x="2101677" y="1709444"/>
                </a:lnTo>
                <a:cubicBezTo>
                  <a:pt x="2423877" y="1810439"/>
                  <a:pt x="2759851" y="1860569"/>
                  <a:pt x="3097497" y="1858092"/>
                </a:cubicBezTo>
                <a:cubicBezTo>
                  <a:pt x="3109403" y="1795994"/>
                  <a:pt x="3144472" y="1616136"/>
                  <a:pt x="3148013" y="1598119"/>
                </a:cubicBezTo>
                <a:lnTo>
                  <a:pt x="3148013" y="1593937"/>
                </a:lnTo>
                <a:cubicBezTo>
                  <a:pt x="3154447" y="1560796"/>
                  <a:pt x="3173753" y="1460733"/>
                  <a:pt x="3263521" y="1460733"/>
                </a:cubicBezTo>
                <a:lnTo>
                  <a:pt x="3267703" y="1460733"/>
                </a:lnTo>
                <a:cubicBezTo>
                  <a:pt x="3335031" y="1460733"/>
                  <a:pt x="3362902" y="1517561"/>
                  <a:pt x="3375345" y="1559550"/>
                </a:cubicBezTo>
                <a:lnTo>
                  <a:pt x="3380928" y="1582995"/>
                </a:lnTo>
                <a:lnTo>
                  <a:pt x="3457537" y="1555004"/>
                </a:lnTo>
                <a:cubicBezTo>
                  <a:pt x="3431506" y="1514078"/>
                  <a:pt x="3420181" y="1465526"/>
                  <a:pt x="3425361" y="1417296"/>
                </a:cubicBezTo>
                <a:cubicBezTo>
                  <a:pt x="3437105" y="1366653"/>
                  <a:pt x="3463650" y="1320611"/>
                  <a:pt x="3501616" y="1285058"/>
                </a:cubicBezTo>
                <a:cubicBezTo>
                  <a:pt x="3516127" y="1333256"/>
                  <a:pt x="3524459" y="1383094"/>
                  <a:pt x="3526392" y="1433383"/>
                </a:cubicBezTo>
                <a:cubicBezTo>
                  <a:pt x="3528322" y="1489368"/>
                  <a:pt x="3470728" y="1543743"/>
                  <a:pt x="3459467" y="1553717"/>
                </a:cubicBezTo>
                <a:cubicBezTo>
                  <a:pt x="3567125" y="1508158"/>
                  <a:pt x="3668283" y="1448570"/>
                  <a:pt x="3760304" y="1376434"/>
                </a:cubicBezTo>
                <a:cubicBezTo>
                  <a:pt x="3736559" y="1336055"/>
                  <a:pt x="3725972" y="1289272"/>
                  <a:pt x="3730059" y="1242587"/>
                </a:cubicBezTo>
                <a:cubicBezTo>
                  <a:pt x="3739004" y="1194486"/>
                  <a:pt x="3761301" y="1149891"/>
                  <a:pt x="3794409" y="1113888"/>
                </a:cubicBezTo>
                <a:cubicBezTo>
                  <a:pt x="3807763" y="1160766"/>
                  <a:pt x="3815646" y="1209029"/>
                  <a:pt x="3817898" y="1257709"/>
                </a:cubicBezTo>
                <a:cubicBezTo>
                  <a:pt x="3820793" y="1311763"/>
                  <a:pt x="3769956" y="1367103"/>
                  <a:pt x="3761270" y="1376112"/>
                </a:cubicBezTo>
                <a:cubicBezTo>
                  <a:pt x="3794344" y="1349793"/>
                  <a:pt x="3825524" y="1321222"/>
                  <a:pt x="3854577" y="1290527"/>
                </a:cubicBezTo>
                <a:cubicBezTo>
                  <a:pt x="3861656" y="1282805"/>
                  <a:pt x="3869700" y="1272831"/>
                  <a:pt x="3875491" y="1265431"/>
                </a:cubicBezTo>
                <a:cubicBezTo>
                  <a:pt x="3867736" y="1225985"/>
                  <a:pt x="3874236" y="1185027"/>
                  <a:pt x="3893831" y="1149924"/>
                </a:cubicBezTo>
                <a:cubicBezTo>
                  <a:pt x="3915518" y="1109126"/>
                  <a:pt x="3949205" y="1075986"/>
                  <a:pt x="3990357" y="1055008"/>
                </a:cubicBezTo>
                <a:close/>
                <a:moveTo>
                  <a:pt x="1923386" y="1037193"/>
                </a:moveTo>
                <a:cubicBezTo>
                  <a:pt x="1921496" y="1037555"/>
                  <a:pt x="1919887" y="1038279"/>
                  <a:pt x="1919887" y="1038279"/>
                </a:cubicBezTo>
                <a:cubicBezTo>
                  <a:pt x="1919887" y="1038279"/>
                  <a:pt x="1900583" y="1050184"/>
                  <a:pt x="1900583" y="1050184"/>
                </a:cubicBezTo>
                <a:cubicBezTo>
                  <a:pt x="1896593" y="1055782"/>
                  <a:pt x="1891703" y="1060673"/>
                  <a:pt x="1886104" y="1064662"/>
                </a:cubicBezTo>
                <a:cubicBezTo>
                  <a:pt x="1882243" y="1066915"/>
                  <a:pt x="1869695" y="1047610"/>
                  <a:pt x="1858434" y="1054366"/>
                </a:cubicBezTo>
                <a:cubicBezTo>
                  <a:pt x="1855216" y="1056297"/>
                  <a:pt x="1852643" y="1064019"/>
                  <a:pt x="1849747" y="1068845"/>
                </a:cubicBezTo>
                <a:cubicBezTo>
                  <a:pt x="1844760" y="1081683"/>
                  <a:pt x="1844760" y="1095904"/>
                  <a:pt x="1849747" y="1108742"/>
                </a:cubicBezTo>
                <a:cubicBezTo>
                  <a:pt x="1849747" y="1113246"/>
                  <a:pt x="1847815" y="1122577"/>
                  <a:pt x="1849747" y="1125794"/>
                </a:cubicBezTo>
                <a:cubicBezTo>
                  <a:pt x="1851677" y="1129012"/>
                  <a:pt x="1858112" y="1132229"/>
                  <a:pt x="1859721" y="1135125"/>
                </a:cubicBezTo>
                <a:cubicBezTo>
                  <a:pt x="1861329" y="1138021"/>
                  <a:pt x="1863903" y="1147030"/>
                  <a:pt x="1865834" y="1150247"/>
                </a:cubicBezTo>
                <a:cubicBezTo>
                  <a:pt x="1872591" y="1163760"/>
                  <a:pt x="1886426" y="1162152"/>
                  <a:pt x="1898009" y="1155395"/>
                </a:cubicBezTo>
                <a:cubicBezTo>
                  <a:pt x="1903480" y="1151856"/>
                  <a:pt x="1909271" y="1138986"/>
                  <a:pt x="1912166" y="1136090"/>
                </a:cubicBezTo>
                <a:cubicBezTo>
                  <a:pt x="1915062" y="1133194"/>
                  <a:pt x="1922462" y="1132873"/>
                  <a:pt x="1925681" y="1126438"/>
                </a:cubicBezTo>
                <a:cubicBezTo>
                  <a:pt x="1929025" y="1121515"/>
                  <a:pt x="1931535" y="1116078"/>
                  <a:pt x="1933080" y="1110350"/>
                </a:cubicBezTo>
                <a:lnTo>
                  <a:pt x="1933080" y="1109063"/>
                </a:lnTo>
                <a:cubicBezTo>
                  <a:pt x="1934045" y="1101341"/>
                  <a:pt x="1929862" y="1096837"/>
                  <a:pt x="1931472" y="1090080"/>
                </a:cubicBezTo>
                <a:cubicBezTo>
                  <a:pt x="1930828" y="1086541"/>
                  <a:pt x="1936297" y="1081072"/>
                  <a:pt x="1936297" y="1078497"/>
                </a:cubicBezTo>
                <a:cubicBezTo>
                  <a:pt x="1936876" y="1073607"/>
                  <a:pt x="1937874" y="1068748"/>
                  <a:pt x="1939194" y="1064019"/>
                </a:cubicBezTo>
                <a:cubicBezTo>
                  <a:pt x="1938357" y="1059161"/>
                  <a:pt x="1936491" y="1054559"/>
                  <a:pt x="1933724" y="1050506"/>
                </a:cubicBezTo>
                <a:cubicBezTo>
                  <a:pt x="1933177" y="1046033"/>
                  <a:pt x="1931407" y="1041786"/>
                  <a:pt x="1928575" y="1038279"/>
                </a:cubicBezTo>
                <a:cubicBezTo>
                  <a:pt x="1927449" y="1036831"/>
                  <a:pt x="1925277" y="1036831"/>
                  <a:pt x="1923386" y="1037193"/>
                </a:cubicBezTo>
                <a:close/>
                <a:moveTo>
                  <a:pt x="3174800" y="878788"/>
                </a:moveTo>
                <a:cubicBezTo>
                  <a:pt x="2705711" y="895956"/>
                  <a:pt x="2236890" y="1051250"/>
                  <a:pt x="1832694" y="1353913"/>
                </a:cubicBezTo>
                <a:lnTo>
                  <a:pt x="1832372" y="1353913"/>
                </a:lnTo>
                <a:cubicBezTo>
                  <a:pt x="1230054" y="1804746"/>
                  <a:pt x="875870" y="2513396"/>
                  <a:pt x="876770" y="3265737"/>
                </a:cubicBezTo>
                <a:cubicBezTo>
                  <a:pt x="876707" y="3387454"/>
                  <a:pt x="885877" y="3508979"/>
                  <a:pt x="904119" y="3629312"/>
                </a:cubicBezTo>
                <a:cubicBezTo>
                  <a:pt x="905728" y="3639286"/>
                  <a:pt x="907980" y="3648938"/>
                  <a:pt x="909590" y="3658913"/>
                </a:cubicBezTo>
                <a:cubicBezTo>
                  <a:pt x="916989" y="3703635"/>
                  <a:pt x="925677" y="3747715"/>
                  <a:pt x="935329" y="3791473"/>
                </a:cubicBezTo>
                <a:cubicBezTo>
                  <a:pt x="949487" y="3853248"/>
                  <a:pt x="964931" y="3914702"/>
                  <a:pt x="983592" y="3974547"/>
                </a:cubicBezTo>
                <a:cubicBezTo>
                  <a:pt x="1004185" y="4038897"/>
                  <a:pt x="1027994" y="4103246"/>
                  <a:pt x="1053734" y="4167596"/>
                </a:cubicBezTo>
                <a:cubicBezTo>
                  <a:pt x="1057273" y="4175961"/>
                  <a:pt x="1060491" y="4184970"/>
                  <a:pt x="1064030" y="4193335"/>
                </a:cubicBezTo>
                <a:cubicBezTo>
                  <a:pt x="1138483" y="4370393"/>
                  <a:pt x="1233979" y="4537831"/>
                  <a:pt x="1348458" y="4692044"/>
                </a:cubicBezTo>
                <a:lnTo>
                  <a:pt x="1350067" y="4693975"/>
                </a:lnTo>
                <a:cubicBezTo>
                  <a:pt x="1350871" y="4695069"/>
                  <a:pt x="1351676" y="4696131"/>
                  <a:pt x="1352480" y="4697225"/>
                </a:cubicBezTo>
                <a:cubicBezTo>
                  <a:pt x="1648970" y="5093156"/>
                  <a:pt x="2044775" y="5370846"/>
                  <a:pt x="2479394" y="5521604"/>
                </a:cubicBezTo>
                <a:lnTo>
                  <a:pt x="2581613" y="5551658"/>
                </a:lnTo>
                <a:lnTo>
                  <a:pt x="2575058" y="5520986"/>
                </a:lnTo>
                <a:cubicBezTo>
                  <a:pt x="2566772" y="5491666"/>
                  <a:pt x="2552133" y="5458607"/>
                  <a:pt x="2526716" y="5443645"/>
                </a:cubicBezTo>
                <a:cubicBezTo>
                  <a:pt x="2498463" y="5428684"/>
                  <a:pt x="2468252" y="5417873"/>
                  <a:pt x="2436944" y="5411470"/>
                </a:cubicBezTo>
                <a:cubicBezTo>
                  <a:pt x="2432891" y="5411342"/>
                  <a:pt x="2429191" y="5409741"/>
                  <a:pt x="2426384" y="5407163"/>
                </a:cubicBezTo>
                <a:lnTo>
                  <a:pt x="2421895" y="5398389"/>
                </a:lnTo>
                <a:lnTo>
                  <a:pt x="2491749" y="5402921"/>
                </a:lnTo>
                <a:cubicBezTo>
                  <a:pt x="2515309" y="5406910"/>
                  <a:pt x="2538459" y="5413321"/>
                  <a:pt x="2560821" y="5422089"/>
                </a:cubicBezTo>
                <a:cubicBezTo>
                  <a:pt x="2629356" y="5450724"/>
                  <a:pt x="2650912" y="5561727"/>
                  <a:pt x="2650912" y="5561727"/>
                </a:cubicBezTo>
                <a:cubicBezTo>
                  <a:pt x="2650912" y="5561727"/>
                  <a:pt x="2678902" y="5560440"/>
                  <a:pt x="2691773" y="5561727"/>
                </a:cubicBezTo>
                <a:cubicBezTo>
                  <a:pt x="2704643" y="5563014"/>
                  <a:pt x="2704643" y="5578136"/>
                  <a:pt x="2704643" y="5578136"/>
                </a:cubicBezTo>
                <a:lnTo>
                  <a:pt x="2813075" y="5578136"/>
                </a:lnTo>
                <a:cubicBezTo>
                  <a:pt x="2813075" y="5578136"/>
                  <a:pt x="2814924" y="5586421"/>
                  <a:pt x="2815570" y="5595712"/>
                </a:cubicBezTo>
                <a:lnTo>
                  <a:pt x="2815268" y="5608642"/>
                </a:lnTo>
                <a:lnTo>
                  <a:pt x="2924709" y="5629730"/>
                </a:lnTo>
                <a:cubicBezTo>
                  <a:pt x="3151594" y="5662316"/>
                  <a:pt x="3383142" y="5662445"/>
                  <a:pt x="3611788" y="5629030"/>
                </a:cubicBezTo>
                <a:lnTo>
                  <a:pt x="3790419" y="5593967"/>
                </a:lnTo>
                <a:lnTo>
                  <a:pt x="3778322" y="5593259"/>
                </a:lnTo>
                <a:lnTo>
                  <a:pt x="3796662" y="5587467"/>
                </a:lnTo>
                <a:lnTo>
                  <a:pt x="3681475" y="5587467"/>
                </a:lnTo>
                <a:cubicBezTo>
                  <a:pt x="3681475" y="5587467"/>
                  <a:pt x="3687268" y="5468420"/>
                  <a:pt x="3617124" y="5441394"/>
                </a:cubicBezTo>
                <a:cubicBezTo>
                  <a:pt x="3564873" y="5420094"/>
                  <a:pt x="3506829" y="5417681"/>
                  <a:pt x="3453032" y="5434636"/>
                </a:cubicBezTo>
                <a:cubicBezTo>
                  <a:pt x="3394473" y="5454586"/>
                  <a:pt x="3379672" y="5554327"/>
                  <a:pt x="3370986" y="5560119"/>
                </a:cubicBezTo>
                <a:lnTo>
                  <a:pt x="3363564" y="5577246"/>
                </a:lnTo>
                <a:lnTo>
                  <a:pt x="3363584" y="5576849"/>
                </a:lnTo>
                <a:lnTo>
                  <a:pt x="3362620" y="5579423"/>
                </a:lnTo>
                <a:lnTo>
                  <a:pt x="3363564" y="5577246"/>
                </a:lnTo>
                <a:lnTo>
                  <a:pt x="3361012" y="5626720"/>
                </a:lnTo>
                <a:cubicBezTo>
                  <a:pt x="3341578" y="5629327"/>
                  <a:pt x="3321887" y="5629327"/>
                  <a:pt x="3302453" y="5626720"/>
                </a:cubicBezTo>
                <a:cubicBezTo>
                  <a:pt x="3294087" y="5623824"/>
                  <a:pt x="3334628" y="5621894"/>
                  <a:pt x="3327228" y="5617711"/>
                </a:cubicBezTo>
                <a:cubicBezTo>
                  <a:pt x="3319826" y="5613529"/>
                  <a:pt x="3309852" y="5615780"/>
                  <a:pt x="3306636" y="5614172"/>
                </a:cubicBezTo>
                <a:cubicBezTo>
                  <a:pt x="3297948" y="5609667"/>
                  <a:pt x="3315001" y="5609667"/>
                  <a:pt x="3315644" y="5604519"/>
                </a:cubicBezTo>
                <a:cubicBezTo>
                  <a:pt x="3316288" y="5599372"/>
                  <a:pt x="3287329" y="5604519"/>
                  <a:pt x="3283468" y="5604519"/>
                </a:cubicBezTo>
                <a:cubicBezTo>
                  <a:pt x="3279608" y="5604519"/>
                  <a:pt x="3296017" y="5596154"/>
                  <a:pt x="3296017" y="5596154"/>
                </a:cubicBezTo>
                <a:lnTo>
                  <a:pt x="3240677" y="5596154"/>
                </a:lnTo>
                <a:lnTo>
                  <a:pt x="3251937" y="5587467"/>
                </a:lnTo>
                <a:lnTo>
                  <a:pt x="3138360" y="5587467"/>
                </a:lnTo>
                <a:cubicBezTo>
                  <a:pt x="3138360" y="5587467"/>
                  <a:pt x="3144474" y="5468420"/>
                  <a:pt x="3074010" y="5441394"/>
                </a:cubicBezTo>
                <a:cubicBezTo>
                  <a:pt x="3021760" y="5420094"/>
                  <a:pt x="2963715" y="5417681"/>
                  <a:pt x="2909921" y="5434636"/>
                </a:cubicBezTo>
                <a:cubicBezTo>
                  <a:pt x="2851362" y="5454586"/>
                  <a:pt x="2836562" y="5554327"/>
                  <a:pt x="2827875" y="5560119"/>
                </a:cubicBezTo>
                <a:cubicBezTo>
                  <a:pt x="2819187" y="5565910"/>
                  <a:pt x="2813395" y="5555614"/>
                  <a:pt x="2813395" y="5555614"/>
                </a:cubicBezTo>
                <a:cubicBezTo>
                  <a:pt x="2813395" y="5555614"/>
                  <a:pt x="2825944" y="5475820"/>
                  <a:pt x="2849432" y="5452011"/>
                </a:cubicBezTo>
                <a:cubicBezTo>
                  <a:pt x="2885694" y="5415332"/>
                  <a:pt x="2935562" y="5395287"/>
                  <a:pt x="2987141" y="5396670"/>
                </a:cubicBezTo>
                <a:cubicBezTo>
                  <a:pt x="3070150" y="5390879"/>
                  <a:pt x="3145439" y="5412115"/>
                  <a:pt x="3180190" y="5447185"/>
                </a:cubicBezTo>
                <a:cubicBezTo>
                  <a:pt x="3214936" y="5482255"/>
                  <a:pt x="3217188" y="5572023"/>
                  <a:pt x="3217188" y="5572023"/>
                </a:cubicBezTo>
                <a:lnTo>
                  <a:pt x="3345888" y="5568806"/>
                </a:lnTo>
                <a:cubicBezTo>
                  <a:pt x="3345888" y="5568806"/>
                  <a:pt x="3370664" y="5475820"/>
                  <a:pt x="3394151" y="5452011"/>
                </a:cubicBezTo>
                <a:cubicBezTo>
                  <a:pt x="3430381" y="5415267"/>
                  <a:pt x="3480252" y="5395223"/>
                  <a:pt x="3531861" y="5396670"/>
                </a:cubicBezTo>
                <a:cubicBezTo>
                  <a:pt x="3614874" y="5390879"/>
                  <a:pt x="3690163" y="5412115"/>
                  <a:pt x="3724912" y="5447185"/>
                </a:cubicBezTo>
                <a:cubicBezTo>
                  <a:pt x="3759662" y="5482255"/>
                  <a:pt x="3761912" y="5572023"/>
                  <a:pt x="3761912" y="5572023"/>
                </a:cubicBezTo>
                <a:lnTo>
                  <a:pt x="3890613" y="5568806"/>
                </a:lnTo>
                <a:cubicBezTo>
                  <a:pt x="3890613" y="5568806"/>
                  <a:pt x="3917963" y="5458446"/>
                  <a:pt x="3964937" y="5420801"/>
                </a:cubicBezTo>
                <a:cubicBezTo>
                  <a:pt x="4000170" y="5392569"/>
                  <a:pt x="4058386" y="5389492"/>
                  <a:pt x="4085292" y="5389718"/>
                </a:cubicBezTo>
                <a:cubicBezTo>
                  <a:pt x="4094261" y="5389794"/>
                  <a:pt x="4099751" y="5390236"/>
                  <a:pt x="4099751" y="5390236"/>
                </a:cubicBezTo>
                <a:lnTo>
                  <a:pt x="4099751" y="5437854"/>
                </a:lnTo>
                <a:cubicBezTo>
                  <a:pt x="4099751" y="5437854"/>
                  <a:pt x="4003226" y="5429810"/>
                  <a:pt x="3965904" y="5457159"/>
                </a:cubicBezTo>
                <a:cubicBezTo>
                  <a:pt x="3937912" y="5477671"/>
                  <a:pt x="3921684" y="5524606"/>
                  <a:pt x="3914911" y="5552628"/>
                </a:cubicBezTo>
                <a:lnTo>
                  <a:pt x="3913146" y="5562172"/>
                </a:lnTo>
                <a:lnTo>
                  <a:pt x="4062971" y="5517155"/>
                </a:lnTo>
                <a:cubicBezTo>
                  <a:pt x="4284387" y="5438533"/>
                  <a:pt x="4497861" y="5325644"/>
                  <a:pt x="4695828" y="5177400"/>
                </a:cubicBezTo>
                <a:cubicBezTo>
                  <a:pt x="5751688" y="4386802"/>
                  <a:pt x="5966682" y="2889937"/>
                  <a:pt x="5176043" y="1834121"/>
                </a:cubicBezTo>
                <a:cubicBezTo>
                  <a:pt x="4731309" y="1240207"/>
                  <a:pt x="4063124" y="912345"/>
                  <a:pt x="3375667" y="879860"/>
                </a:cubicBezTo>
                <a:cubicBezTo>
                  <a:pt x="3308831" y="876702"/>
                  <a:pt x="3241813" y="876335"/>
                  <a:pt x="3174800" y="878788"/>
                </a:cubicBezTo>
                <a:close/>
                <a:moveTo>
                  <a:pt x="2121490" y="863615"/>
                </a:moveTo>
                <a:cubicBezTo>
                  <a:pt x="2118086" y="863470"/>
                  <a:pt x="2115351" y="863892"/>
                  <a:pt x="2113903" y="865179"/>
                </a:cubicBezTo>
                <a:cubicBezTo>
                  <a:pt x="2110784" y="868203"/>
                  <a:pt x="2107469" y="871002"/>
                  <a:pt x="2103930" y="873544"/>
                </a:cubicBezTo>
                <a:cubicBezTo>
                  <a:pt x="2101033" y="875153"/>
                  <a:pt x="2092348" y="874188"/>
                  <a:pt x="2089129" y="877083"/>
                </a:cubicBezTo>
                <a:cubicBezTo>
                  <a:pt x="2084915" y="879979"/>
                  <a:pt x="2080217" y="882167"/>
                  <a:pt x="2075294" y="883519"/>
                </a:cubicBezTo>
                <a:cubicBezTo>
                  <a:pt x="2071755" y="883519"/>
                  <a:pt x="2064355" y="879014"/>
                  <a:pt x="2058562" y="883519"/>
                </a:cubicBezTo>
                <a:cubicBezTo>
                  <a:pt x="2052771" y="888023"/>
                  <a:pt x="2047946" y="885127"/>
                  <a:pt x="2044405" y="888023"/>
                </a:cubicBezTo>
                <a:lnTo>
                  <a:pt x="2043441" y="886736"/>
                </a:lnTo>
                <a:cubicBezTo>
                  <a:pt x="2040544" y="893814"/>
                  <a:pt x="2049554" y="901214"/>
                  <a:pt x="2050198" y="908615"/>
                </a:cubicBezTo>
                <a:cubicBezTo>
                  <a:pt x="2050326" y="913312"/>
                  <a:pt x="2052417" y="917752"/>
                  <a:pt x="2055990" y="920841"/>
                </a:cubicBezTo>
                <a:cubicBezTo>
                  <a:pt x="2062617" y="924477"/>
                  <a:pt x="2068183" y="929785"/>
                  <a:pt x="2072077" y="936285"/>
                </a:cubicBezTo>
                <a:cubicBezTo>
                  <a:pt x="2075294" y="941111"/>
                  <a:pt x="2088487" y="944650"/>
                  <a:pt x="2090417" y="947868"/>
                </a:cubicBezTo>
                <a:cubicBezTo>
                  <a:pt x="2092348" y="951085"/>
                  <a:pt x="2107791" y="957520"/>
                  <a:pt x="2112296" y="960738"/>
                </a:cubicBezTo>
                <a:cubicBezTo>
                  <a:pt x="2116799" y="963955"/>
                  <a:pt x="2118731" y="971677"/>
                  <a:pt x="2121625" y="974573"/>
                </a:cubicBezTo>
                <a:cubicBezTo>
                  <a:pt x="2125260" y="979882"/>
                  <a:pt x="2132115" y="981909"/>
                  <a:pt x="2138036" y="979399"/>
                </a:cubicBezTo>
                <a:cubicBezTo>
                  <a:pt x="2141251" y="977469"/>
                  <a:pt x="2144471" y="968138"/>
                  <a:pt x="2147366" y="965242"/>
                </a:cubicBezTo>
                <a:cubicBezTo>
                  <a:pt x="2150262" y="962347"/>
                  <a:pt x="2156375" y="960416"/>
                  <a:pt x="2159592" y="957520"/>
                </a:cubicBezTo>
                <a:cubicBezTo>
                  <a:pt x="2164289" y="953595"/>
                  <a:pt x="2168023" y="948640"/>
                  <a:pt x="2170532" y="943042"/>
                </a:cubicBezTo>
                <a:cubicBezTo>
                  <a:pt x="2171883" y="938216"/>
                  <a:pt x="2172752" y="933260"/>
                  <a:pt x="2173105" y="928241"/>
                </a:cubicBezTo>
                <a:cubicBezTo>
                  <a:pt x="2174071" y="922450"/>
                  <a:pt x="2171496" y="914406"/>
                  <a:pt x="2171496" y="909258"/>
                </a:cubicBezTo>
                <a:cubicBezTo>
                  <a:pt x="2173717" y="903756"/>
                  <a:pt x="2174393" y="897740"/>
                  <a:pt x="2173428" y="891884"/>
                </a:cubicBezTo>
                <a:cubicBezTo>
                  <a:pt x="2172268" y="886897"/>
                  <a:pt x="2169953" y="882264"/>
                  <a:pt x="2166672" y="878370"/>
                </a:cubicBezTo>
                <a:cubicBezTo>
                  <a:pt x="2162489" y="875893"/>
                  <a:pt x="2158079" y="873866"/>
                  <a:pt x="2153478" y="872257"/>
                </a:cubicBezTo>
                <a:cubicBezTo>
                  <a:pt x="2147928" y="869603"/>
                  <a:pt x="2131701" y="864053"/>
                  <a:pt x="2121490" y="863615"/>
                </a:cubicBezTo>
                <a:close/>
                <a:moveTo>
                  <a:pt x="1943377" y="821744"/>
                </a:moveTo>
                <a:cubicBezTo>
                  <a:pt x="1945950" y="821100"/>
                  <a:pt x="1945950" y="830431"/>
                  <a:pt x="1946272" y="837188"/>
                </a:cubicBezTo>
                <a:cubicBezTo>
                  <a:pt x="1945082" y="844427"/>
                  <a:pt x="1942926" y="851441"/>
                  <a:pt x="1939837" y="858100"/>
                </a:cubicBezTo>
                <a:cubicBezTo>
                  <a:pt x="1935012" y="867431"/>
                  <a:pt x="1934690" y="873867"/>
                  <a:pt x="1930829" y="881267"/>
                </a:cubicBezTo>
                <a:cubicBezTo>
                  <a:pt x="1926838" y="887445"/>
                  <a:pt x="1921852" y="892882"/>
                  <a:pt x="1916027" y="897354"/>
                </a:cubicBezTo>
                <a:cubicBezTo>
                  <a:pt x="1910493" y="900604"/>
                  <a:pt x="1903382" y="898899"/>
                  <a:pt x="1899940" y="893494"/>
                </a:cubicBezTo>
                <a:cubicBezTo>
                  <a:pt x="1896723" y="888506"/>
                  <a:pt x="1896723" y="882072"/>
                  <a:pt x="1899940" y="877083"/>
                </a:cubicBezTo>
                <a:cubicBezTo>
                  <a:pt x="1905120" y="868623"/>
                  <a:pt x="1910945" y="860546"/>
                  <a:pt x="1917316" y="852953"/>
                </a:cubicBezTo>
                <a:cubicBezTo>
                  <a:pt x="1919696" y="849510"/>
                  <a:pt x="1921561" y="845714"/>
                  <a:pt x="1922785" y="841692"/>
                </a:cubicBezTo>
                <a:cubicBezTo>
                  <a:pt x="1924071" y="837188"/>
                  <a:pt x="1929542" y="835900"/>
                  <a:pt x="1932437" y="830431"/>
                </a:cubicBezTo>
                <a:cubicBezTo>
                  <a:pt x="1935461" y="826827"/>
                  <a:pt x="1939195" y="823898"/>
                  <a:pt x="1943377" y="821744"/>
                </a:cubicBezTo>
                <a:close/>
                <a:moveTo>
                  <a:pt x="1971047" y="732619"/>
                </a:moveTo>
                <a:cubicBezTo>
                  <a:pt x="1966542" y="732619"/>
                  <a:pt x="1958498" y="741306"/>
                  <a:pt x="1955281" y="741306"/>
                </a:cubicBezTo>
                <a:cubicBezTo>
                  <a:pt x="1949618" y="741660"/>
                  <a:pt x="1944019" y="742657"/>
                  <a:pt x="1938550" y="744202"/>
                </a:cubicBezTo>
                <a:cubicBezTo>
                  <a:pt x="1935042" y="745842"/>
                  <a:pt x="1932371" y="748867"/>
                  <a:pt x="1931150" y="752567"/>
                </a:cubicBezTo>
                <a:cubicBezTo>
                  <a:pt x="1929219" y="755463"/>
                  <a:pt x="1927513" y="758455"/>
                  <a:pt x="1926001" y="761576"/>
                </a:cubicBezTo>
                <a:cubicBezTo>
                  <a:pt x="1923846" y="765179"/>
                  <a:pt x="1922044" y="768944"/>
                  <a:pt x="1920532" y="772837"/>
                </a:cubicBezTo>
                <a:cubicBezTo>
                  <a:pt x="1917700" y="778693"/>
                  <a:pt x="1913774" y="783938"/>
                  <a:pt x="1908949" y="788281"/>
                </a:cubicBezTo>
                <a:cubicBezTo>
                  <a:pt x="1902836" y="794394"/>
                  <a:pt x="1902514" y="796325"/>
                  <a:pt x="1899297" y="798255"/>
                </a:cubicBezTo>
                <a:cubicBezTo>
                  <a:pt x="1894953" y="802470"/>
                  <a:pt x="1891155" y="807232"/>
                  <a:pt x="1888034" y="812412"/>
                </a:cubicBezTo>
                <a:cubicBezTo>
                  <a:pt x="1882887" y="819812"/>
                  <a:pt x="1874521" y="824960"/>
                  <a:pt x="1871304" y="829787"/>
                </a:cubicBezTo>
                <a:cubicBezTo>
                  <a:pt x="1865802" y="839278"/>
                  <a:pt x="1858209" y="847418"/>
                  <a:pt x="1849103" y="853596"/>
                </a:cubicBezTo>
                <a:cubicBezTo>
                  <a:pt x="1845564" y="851955"/>
                  <a:pt x="1841896" y="850539"/>
                  <a:pt x="1838163" y="849413"/>
                </a:cubicBezTo>
                <a:cubicBezTo>
                  <a:pt x="1829797" y="847804"/>
                  <a:pt x="1826902" y="846517"/>
                  <a:pt x="1821111" y="849413"/>
                </a:cubicBezTo>
                <a:cubicBezTo>
                  <a:pt x="1817185" y="854239"/>
                  <a:pt x="1813550" y="859291"/>
                  <a:pt x="1810171" y="864535"/>
                </a:cubicBezTo>
                <a:cubicBezTo>
                  <a:pt x="1810171" y="873866"/>
                  <a:pt x="1801805" y="884162"/>
                  <a:pt x="1812102" y="902180"/>
                </a:cubicBezTo>
                <a:cubicBezTo>
                  <a:pt x="1814032" y="905397"/>
                  <a:pt x="1819180" y="912154"/>
                  <a:pt x="1828832" y="926954"/>
                </a:cubicBezTo>
                <a:cubicBezTo>
                  <a:pt x="1834849" y="934805"/>
                  <a:pt x="1841316" y="942302"/>
                  <a:pt x="1848138" y="949476"/>
                </a:cubicBezTo>
                <a:cubicBezTo>
                  <a:pt x="1853608" y="956233"/>
                  <a:pt x="1861973" y="962990"/>
                  <a:pt x="1863903" y="966207"/>
                </a:cubicBezTo>
                <a:cubicBezTo>
                  <a:pt x="1865834" y="969425"/>
                  <a:pt x="1871947" y="978756"/>
                  <a:pt x="1873556" y="978756"/>
                </a:cubicBezTo>
                <a:cubicBezTo>
                  <a:pt x="1875165" y="978756"/>
                  <a:pt x="1876130" y="979721"/>
                  <a:pt x="1880635" y="983582"/>
                </a:cubicBezTo>
                <a:cubicBezTo>
                  <a:pt x="1885140" y="987443"/>
                  <a:pt x="1886426" y="991304"/>
                  <a:pt x="1891895" y="994200"/>
                </a:cubicBezTo>
                <a:cubicBezTo>
                  <a:pt x="1894823" y="995518"/>
                  <a:pt x="1898009" y="996194"/>
                  <a:pt x="1901227" y="996130"/>
                </a:cubicBezTo>
                <a:cubicBezTo>
                  <a:pt x="1907598" y="993813"/>
                  <a:pt x="1913743" y="990885"/>
                  <a:pt x="1919567" y="987443"/>
                </a:cubicBezTo>
                <a:cubicBezTo>
                  <a:pt x="1922462" y="985512"/>
                  <a:pt x="1924392" y="981973"/>
                  <a:pt x="1928897" y="979078"/>
                </a:cubicBezTo>
                <a:cubicBezTo>
                  <a:pt x="1933402" y="976181"/>
                  <a:pt x="1942410" y="975216"/>
                  <a:pt x="1944985" y="974573"/>
                </a:cubicBezTo>
                <a:cubicBezTo>
                  <a:pt x="1947560" y="973930"/>
                  <a:pt x="1954637" y="977790"/>
                  <a:pt x="1954637" y="980364"/>
                </a:cubicBezTo>
                <a:cubicBezTo>
                  <a:pt x="1958144" y="989631"/>
                  <a:pt x="1962231" y="998639"/>
                  <a:pt x="1966864" y="1007391"/>
                </a:cubicBezTo>
                <a:cubicBezTo>
                  <a:pt x="1969984" y="1014084"/>
                  <a:pt x="1973749" y="1020422"/>
                  <a:pt x="1978124" y="1026375"/>
                </a:cubicBezTo>
                <a:cubicBezTo>
                  <a:pt x="1980055" y="1029270"/>
                  <a:pt x="1986168" y="1036992"/>
                  <a:pt x="1986168" y="1040209"/>
                </a:cubicBezTo>
                <a:cubicBezTo>
                  <a:pt x="1994534" y="1055010"/>
                  <a:pt x="1991961" y="1062410"/>
                  <a:pt x="1980699" y="1069489"/>
                </a:cubicBezTo>
                <a:cubicBezTo>
                  <a:pt x="1977482" y="1071419"/>
                  <a:pt x="1965900" y="1068201"/>
                  <a:pt x="1955281" y="1074958"/>
                </a:cubicBezTo>
                <a:cubicBezTo>
                  <a:pt x="1953673" y="1075923"/>
                  <a:pt x="1940802" y="1086219"/>
                  <a:pt x="1944663" y="1089437"/>
                </a:cubicBezTo>
                <a:cubicBezTo>
                  <a:pt x="1948524" y="1092654"/>
                  <a:pt x="1973299" y="1094585"/>
                  <a:pt x="1980699" y="1098768"/>
                </a:cubicBezTo>
                <a:cubicBezTo>
                  <a:pt x="1988099" y="1102950"/>
                  <a:pt x="1991639" y="1107455"/>
                  <a:pt x="1997431" y="1109063"/>
                </a:cubicBezTo>
                <a:cubicBezTo>
                  <a:pt x="2003833" y="1109610"/>
                  <a:pt x="2010268" y="1108967"/>
                  <a:pt x="2016413" y="1107133"/>
                </a:cubicBezTo>
                <a:cubicBezTo>
                  <a:pt x="2021240" y="1106811"/>
                  <a:pt x="2026067" y="1108742"/>
                  <a:pt x="2029284" y="1108742"/>
                </a:cubicBezTo>
                <a:cubicBezTo>
                  <a:pt x="2032500" y="1108742"/>
                  <a:pt x="2040544" y="1107133"/>
                  <a:pt x="2043119" y="1107133"/>
                </a:cubicBezTo>
                <a:cubicBezTo>
                  <a:pt x="2046304" y="1108548"/>
                  <a:pt x="2049908" y="1108548"/>
                  <a:pt x="2053093" y="1107133"/>
                </a:cubicBezTo>
                <a:cubicBezTo>
                  <a:pt x="2056312" y="1105203"/>
                  <a:pt x="2057276" y="1097802"/>
                  <a:pt x="2064033" y="1089437"/>
                </a:cubicBezTo>
                <a:cubicBezTo>
                  <a:pt x="2070789" y="1081072"/>
                  <a:pt x="2067250" y="1067236"/>
                  <a:pt x="2070789" y="1062410"/>
                </a:cubicBezTo>
                <a:cubicBezTo>
                  <a:pt x="2075938" y="1052436"/>
                  <a:pt x="2076549" y="1040692"/>
                  <a:pt x="2072399" y="1030235"/>
                </a:cubicBezTo>
                <a:cubicBezTo>
                  <a:pt x="2057598" y="1001053"/>
                  <a:pt x="2040705" y="972996"/>
                  <a:pt x="2021884" y="946259"/>
                </a:cubicBezTo>
                <a:cubicBezTo>
                  <a:pt x="2016059" y="941594"/>
                  <a:pt x="2011234" y="935802"/>
                  <a:pt x="2007727" y="929207"/>
                </a:cubicBezTo>
                <a:cubicBezTo>
                  <a:pt x="2003866" y="922772"/>
                  <a:pt x="2007727" y="913441"/>
                  <a:pt x="2010622" y="913441"/>
                </a:cubicBezTo>
                <a:cubicBezTo>
                  <a:pt x="2014643" y="912765"/>
                  <a:pt x="2018023" y="910094"/>
                  <a:pt x="2019631" y="906362"/>
                </a:cubicBezTo>
                <a:cubicBezTo>
                  <a:pt x="2021144" y="898287"/>
                  <a:pt x="2022108" y="890114"/>
                  <a:pt x="2022526" y="881910"/>
                </a:cubicBezTo>
                <a:cubicBezTo>
                  <a:pt x="2021240" y="858776"/>
                  <a:pt x="2021240" y="835546"/>
                  <a:pt x="2022526" y="812412"/>
                </a:cubicBezTo>
                <a:cubicBezTo>
                  <a:pt x="2022882" y="805559"/>
                  <a:pt x="2022882" y="798673"/>
                  <a:pt x="2022526" y="791820"/>
                </a:cubicBezTo>
                <a:cubicBezTo>
                  <a:pt x="2024136" y="781460"/>
                  <a:pt x="2026517" y="771261"/>
                  <a:pt x="2029606" y="761254"/>
                </a:cubicBezTo>
                <a:cubicBezTo>
                  <a:pt x="2028286" y="755752"/>
                  <a:pt x="2025101" y="750862"/>
                  <a:pt x="2020596" y="747419"/>
                </a:cubicBezTo>
                <a:cubicBezTo>
                  <a:pt x="2017379" y="745488"/>
                  <a:pt x="2009657" y="735514"/>
                  <a:pt x="2003222" y="732619"/>
                </a:cubicBezTo>
                <a:cubicBezTo>
                  <a:pt x="1992507" y="731557"/>
                  <a:pt x="1981761" y="731557"/>
                  <a:pt x="1971047" y="732619"/>
                </a:cubicBezTo>
                <a:close/>
                <a:moveTo>
                  <a:pt x="4719565" y="689183"/>
                </a:moveTo>
                <a:cubicBezTo>
                  <a:pt x="4717756" y="689505"/>
                  <a:pt x="4716067" y="690631"/>
                  <a:pt x="4714619" y="693366"/>
                </a:cubicBezTo>
                <a:cubicBezTo>
                  <a:pt x="4712237" y="701120"/>
                  <a:pt x="4708537" y="708423"/>
                  <a:pt x="4703679" y="714923"/>
                </a:cubicBezTo>
                <a:cubicBezTo>
                  <a:pt x="4699143" y="723063"/>
                  <a:pt x="4693609" y="730624"/>
                  <a:pt x="4687269" y="737445"/>
                </a:cubicBezTo>
                <a:cubicBezTo>
                  <a:pt x="4674785" y="745521"/>
                  <a:pt x="4664523" y="756589"/>
                  <a:pt x="4657347" y="769620"/>
                </a:cubicBezTo>
                <a:cubicBezTo>
                  <a:pt x="4640456" y="769974"/>
                  <a:pt x="4623691" y="766788"/>
                  <a:pt x="4608120" y="760289"/>
                </a:cubicBezTo>
                <a:cubicBezTo>
                  <a:pt x="4599110" y="755785"/>
                  <a:pt x="4588492" y="745167"/>
                  <a:pt x="4583344" y="745167"/>
                </a:cubicBezTo>
                <a:cubicBezTo>
                  <a:pt x="4578678" y="744105"/>
                  <a:pt x="4573853" y="744105"/>
                  <a:pt x="4569187" y="745167"/>
                </a:cubicBezTo>
                <a:cubicBezTo>
                  <a:pt x="4563718" y="745488"/>
                  <a:pt x="4559213" y="742593"/>
                  <a:pt x="4554386" y="742593"/>
                </a:cubicBezTo>
                <a:cubicBezTo>
                  <a:pt x="4549431" y="744362"/>
                  <a:pt x="4544380" y="745875"/>
                  <a:pt x="4539265" y="747097"/>
                </a:cubicBezTo>
                <a:cubicBezTo>
                  <a:pt x="4532283" y="747837"/>
                  <a:pt x="4526490" y="752824"/>
                  <a:pt x="4524785" y="759645"/>
                </a:cubicBezTo>
                <a:cubicBezTo>
                  <a:pt x="4519316" y="772001"/>
                  <a:pt x="4521470" y="786382"/>
                  <a:pt x="4530255" y="796646"/>
                </a:cubicBezTo>
                <a:cubicBezTo>
                  <a:pt x="4537656" y="802438"/>
                  <a:pt x="4537976" y="809195"/>
                  <a:pt x="4543125" y="814986"/>
                </a:cubicBezTo>
                <a:cubicBezTo>
                  <a:pt x="4546085" y="818300"/>
                  <a:pt x="4550042" y="820552"/>
                  <a:pt x="4554386" y="821421"/>
                </a:cubicBezTo>
                <a:cubicBezTo>
                  <a:pt x="4558956" y="822322"/>
                  <a:pt x="4563461" y="823512"/>
                  <a:pt x="4567901" y="824960"/>
                </a:cubicBezTo>
                <a:lnTo>
                  <a:pt x="4576909" y="830108"/>
                </a:lnTo>
                <a:cubicBezTo>
                  <a:pt x="4580128" y="832039"/>
                  <a:pt x="4590102" y="832039"/>
                  <a:pt x="4588814" y="836222"/>
                </a:cubicBezTo>
                <a:cubicBezTo>
                  <a:pt x="4587527" y="840404"/>
                  <a:pt x="4578839" y="846839"/>
                  <a:pt x="4574656" y="849735"/>
                </a:cubicBezTo>
                <a:cubicBezTo>
                  <a:pt x="4561980" y="861865"/>
                  <a:pt x="4546698" y="870906"/>
                  <a:pt x="4529933" y="876118"/>
                </a:cubicBezTo>
                <a:cubicBezTo>
                  <a:pt x="4500526" y="884998"/>
                  <a:pt x="4470667" y="892302"/>
                  <a:pt x="4440487" y="897997"/>
                </a:cubicBezTo>
                <a:cubicBezTo>
                  <a:pt x="4437590" y="897997"/>
                  <a:pt x="4432121" y="897997"/>
                  <a:pt x="4429546" y="897997"/>
                </a:cubicBezTo>
                <a:cubicBezTo>
                  <a:pt x="4423692" y="899091"/>
                  <a:pt x="4417771" y="899831"/>
                  <a:pt x="4411850" y="900249"/>
                </a:cubicBezTo>
                <a:cubicBezTo>
                  <a:pt x="4404001" y="901858"/>
                  <a:pt x="4395892" y="901858"/>
                  <a:pt x="4388041" y="900249"/>
                </a:cubicBezTo>
                <a:lnTo>
                  <a:pt x="4388041" y="898962"/>
                </a:lnTo>
                <a:cubicBezTo>
                  <a:pt x="4378067" y="897032"/>
                  <a:pt x="4371309" y="899927"/>
                  <a:pt x="4372276" y="902823"/>
                </a:cubicBezTo>
                <a:cubicBezTo>
                  <a:pt x="4373240" y="905719"/>
                  <a:pt x="4377745" y="909580"/>
                  <a:pt x="4381928" y="914084"/>
                </a:cubicBezTo>
                <a:cubicBezTo>
                  <a:pt x="4386111" y="918589"/>
                  <a:pt x="4379997" y="927919"/>
                  <a:pt x="4381928" y="932746"/>
                </a:cubicBezTo>
                <a:cubicBezTo>
                  <a:pt x="4383858" y="937572"/>
                  <a:pt x="4383214" y="943364"/>
                  <a:pt x="4386433" y="946259"/>
                </a:cubicBezTo>
                <a:cubicBezTo>
                  <a:pt x="4391291" y="949026"/>
                  <a:pt x="4396664" y="950892"/>
                  <a:pt x="4402198" y="951729"/>
                </a:cubicBezTo>
                <a:cubicBezTo>
                  <a:pt x="4411658" y="955171"/>
                  <a:pt x="4421342" y="957971"/>
                  <a:pt x="4431157" y="960094"/>
                </a:cubicBezTo>
                <a:cubicBezTo>
                  <a:pt x="4438878" y="960094"/>
                  <a:pt x="4459149" y="960094"/>
                  <a:pt x="4467515" y="960094"/>
                </a:cubicBezTo>
                <a:cubicBezTo>
                  <a:pt x="4484213" y="963247"/>
                  <a:pt x="4501330" y="963247"/>
                  <a:pt x="4518028" y="960094"/>
                </a:cubicBezTo>
                <a:cubicBezTo>
                  <a:pt x="4542803" y="952372"/>
                  <a:pt x="4557283" y="951407"/>
                  <a:pt x="4574979" y="945938"/>
                </a:cubicBezTo>
                <a:cubicBezTo>
                  <a:pt x="4592674" y="940467"/>
                  <a:pt x="4618414" y="915693"/>
                  <a:pt x="4621955" y="922128"/>
                </a:cubicBezTo>
                <a:cubicBezTo>
                  <a:pt x="4625494" y="928563"/>
                  <a:pt x="4630321" y="953659"/>
                  <a:pt x="4639973" y="974895"/>
                </a:cubicBezTo>
                <a:cubicBezTo>
                  <a:pt x="4642675" y="983968"/>
                  <a:pt x="4644831" y="993234"/>
                  <a:pt x="4646408" y="1002565"/>
                </a:cubicBezTo>
                <a:cubicBezTo>
                  <a:pt x="4647630" y="1018878"/>
                  <a:pt x="4649882" y="1035126"/>
                  <a:pt x="4653164" y="1051149"/>
                </a:cubicBezTo>
                <a:cubicBezTo>
                  <a:pt x="4661111" y="1068298"/>
                  <a:pt x="4661111" y="1088053"/>
                  <a:pt x="4653164" y="1105203"/>
                </a:cubicBezTo>
                <a:cubicBezTo>
                  <a:pt x="4653293" y="1112635"/>
                  <a:pt x="4656544" y="1119649"/>
                  <a:pt x="4662174" y="1124507"/>
                </a:cubicBezTo>
                <a:cubicBezTo>
                  <a:pt x="4668929" y="1131264"/>
                  <a:pt x="4680192" y="1131586"/>
                  <a:pt x="4686627" y="1143491"/>
                </a:cubicBezTo>
                <a:cubicBezTo>
                  <a:pt x="4690842" y="1148671"/>
                  <a:pt x="4695957" y="1153014"/>
                  <a:pt x="4701749" y="1156360"/>
                </a:cubicBezTo>
                <a:cubicBezTo>
                  <a:pt x="4708828" y="1161830"/>
                  <a:pt x="4717192" y="1164082"/>
                  <a:pt x="4721375" y="1167300"/>
                </a:cubicBezTo>
                <a:cubicBezTo>
                  <a:pt x="4727135" y="1171644"/>
                  <a:pt x="4733152" y="1175633"/>
                  <a:pt x="4739393" y="1179205"/>
                </a:cubicBezTo>
                <a:cubicBezTo>
                  <a:pt x="4741967" y="1180170"/>
                  <a:pt x="4745184" y="1183066"/>
                  <a:pt x="4748725" y="1182422"/>
                </a:cubicBezTo>
                <a:cubicBezTo>
                  <a:pt x="4752264" y="1181778"/>
                  <a:pt x="4757411" y="1180170"/>
                  <a:pt x="4760952" y="1180170"/>
                </a:cubicBezTo>
                <a:cubicBezTo>
                  <a:pt x="4769349" y="1183934"/>
                  <a:pt x="4778936" y="1183934"/>
                  <a:pt x="4787334" y="1180170"/>
                </a:cubicBezTo>
                <a:cubicBezTo>
                  <a:pt x="4792483" y="1178239"/>
                  <a:pt x="4794735" y="1170839"/>
                  <a:pt x="4796666" y="1167943"/>
                </a:cubicBezTo>
                <a:cubicBezTo>
                  <a:pt x="4798596" y="1165048"/>
                  <a:pt x="4805996" y="1165369"/>
                  <a:pt x="4805996" y="1160865"/>
                </a:cubicBezTo>
                <a:cubicBezTo>
                  <a:pt x="4805996" y="1156360"/>
                  <a:pt x="4799882" y="1152177"/>
                  <a:pt x="4796988" y="1148317"/>
                </a:cubicBezTo>
                <a:cubicBezTo>
                  <a:pt x="4785083" y="1134160"/>
                  <a:pt x="4777681" y="1125472"/>
                  <a:pt x="4769316" y="1116142"/>
                </a:cubicBezTo>
                <a:cubicBezTo>
                  <a:pt x="4766099" y="1112281"/>
                  <a:pt x="4763846" y="1102950"/>
                  <a:pt x="4759663" y="1097159"/>
                </a:cubicBezTo>
                <a:cubicBezTo>
                  <a:pt x="4753744" y="1091046"/>
                  <a:pt x="4748468" y="1084385"/>
                  <a:pt x="4743898" y="1077210"/>
                </a:cubicBezTo>
                <a:cubicBezTo>
                  <a:pt x="4738138" y="1061541"/>
                  <a:pt x="4730931" y="1046451"/>
                  <a:pt x="4722341" y="1032166"/>
                </a:cubicBezTo>
                <a:cubicBezTo>
                  <a:pt x="4712045" y="1016722"/>
                  <a:pt x="4714619" y="984547"/>
                  <a:pt x="4710114" y="972964"/>
                </a:cubicBezTo>
                <a:cubicBezTo>
                  <a:pt x="4700172" y="948898"/>
                  <a:pt x="4693673" y="923544"/>
                  <a:pt x="4690808" y="897675"/>
                </a:cubicBezTo>
                <a:cubicBezTo>
                  <a:pt x="4690294" y="888698"/>
                  <a:pt x="4693834" y="879947"/>
                  <a:pt x="4700462" y="873866"/>
                </a:cubicBezTo>
                <a:cubicBezTo>
                  <a:pt x="4705609" y="870101"/>
                  <a:pt x="4711401" y="867270"/>
                  <a:pt x="4717514" y="865501"/>
                </a:cubicBezTo>
                <a:cubicBezTo>
                  <a:pt x="4729291" y="865822"/>
                  <a:pt x="4740970" y="867656"/>
                  <a:pt x="4752264" y="870970"/>
                </a:cubicBezTo>
                <a:cubicBezTo>
                  <a:pt x="4758377" y="872901"/>
                  <a:pt x="4764813" y="876118"/>
                  <a:pt x="4772212" y="879336"/>
                </a:cubicBezTo>
                <a:cubicBezTo>
                  <a:pt x="4779388" y="882585"/>
                  <a:pt x="4787174" y="884226"/>
                  <a:pt x="4795057" y="884162"/>
                </a:cubicBezTo>
                <a:cubicBezTo>
                  <a:pt x="4806447" y="886768"/>
                  <a:pt x="4818095" y="888183"/>
                  <a:pt x="4829805" y="888345"/>
                </a:cubicBezTo>
                <a:cubicBezTo>
                  <a:pt x="4837529" y="886414"/>
                  <a:pt x="4841067" y="883519"/>
                  <a:pt x="4846859" y="886414"/>
                </a:cubicBezTo>
                <a:cubicBezTo>
                  <a:pt x="4852650" y="889310"/>
                  <a:pt x="4853936" y="887379"/>
                  <a:pt x="4856833" y="882231"/>
                </a:cubicBezTo>
                <a:cubicBezTo>
                  <a:pt x="4861980" y="869683"/>
                  <a:pt x="4866163" y="852309"/>
                  <a:pt x="4856833" y="844908"/>
                </a:cubicBezTo>
                <a:cubicBezTo>
                  <a:pt x="4847503" y="837508"/>
                  <a:pt x="4839459" y="832039"/>
                  <a:pt x="4839137" y="825604"/>
                </a:cubicBezTo>
                <a:cubicBezTo>
                  <a:pt x="4838815" y="819169"/>
                  <a:pt x="4817578" y="813056"/>
                  <a:pt x="4814039" y="811125"/>
                </a:cubicBezTo>
                <a:cubicBezTo>
                  <a:pt x="4810501" y="809195"/>
                  <a:pt x="4798918" y="813056"/>
                  <a:pt x="4790874" y="813056"/>
                </a:cubicBezTo>
                <a:cubicBezTo>
                  <a:pt x="4785179" y="812669"/>
                  <a:pt x="4779580" y="811575"/>
                  <a:pt x="4774143" y="809838"/>
                </a:cubicBezTo>
                <a:cubicBezTo>
                  <a:pt x="4769316" y="808229"/>
                  <a:pt x="4759341" y="808229"/>
                  <a:pt x="4759341" y="808229"/>
                </a:cubicBezTo>
                <a:cubicBezTo>
                  <a:pt x="4755480" y="808455"/>
                  <a:pt x="4751653" y="807425"/>
                  <a:pt x="4748403" y="805334"/>
                </a:cubicBezTo>
                <a:cubicBezTo>
                  <a:pt x="4745828" y="803082"/>
                  <a:pt x="4756769" y="793751"/>
                  <a:pt x="4756769" y="791820"/>
                </a:cubicBezTo>
                <a:cubicBezTo>
                  <a:pt x="4766421" y="783777"/>
                  <a:pt x="4775109" y="777342"/>
                  <a:pt x="4779934" y="773802"/>
                </a:cubicBezTo>
                <a:cubicBezTo>
                  <a:pt x="4784761" y="770263"/>
                  <a:pt x="4781542" y="766402"/>
                  <a:pt x="4784761" y="759645"/>
                </a:cubicBezTo>
                <a:cubicBezTo>
                  <a:pt x="4787978" y="752889"/>
                  <a:pt x="4792483" y="750958"/>
                  <a:pt x="4787978" y="744202"/>
                </a:cubicBezTo>
                <a:cubicBezTo>
                  <a:pt x="4782283" y="736641"/>
                  <a:pt x="4778905" y="727599"/>
                  <a:pt x="4778326" y="718140"/>
                </a:cubicBezTo>
                <a:cubicBezTo>
                  <a:pt x="4778326" y="714601"/>
                  <a:pt x="4758699" y="706879"/>
                  <a:pt x="4755480" y="703661"/>
                </a:cubicBezTo>
                <a:cubicBezTo>
                  <a:pt x="4752264" y="700444"/>
                  <a:pt x="4744542" y="702696"/>
                  <a:pt x="4740681" y="700444"/>
                </a:cubicBezTo>
                <a:cubicBezTo>
                  <a:pt x="4736820" y="698192"/>
                  <a:pt x="4737785" y="693366"/>
                  <a:pt x="4725236" y="689826"/>
                </a:cubicBezTo>
                <a:cubicBezTo>
                  <a:pt x="4723306" y="689343"/>
                  <a:pt x="4721375" y="688861"/>
                  <a:pt x="4719565" y="689183"/>
                </a:cubicBezTo>
                <a:close/>
                <a:moveTo>
                  <a:pt x="2619696" y="639955"/>
                </a:moveTo>
                <a:lnTo>
                  <a:pt x="2620664" y="641243"/>
                </a:lnTo>
                <a:lnTo>
                  <a:pt x="2619931" y="640398"/>
                </a:lnTo>
                <a:close/>
                <a:moveTo>
                  <a:pt x="1851998" y="578823"/>
                </a:moveTo>
                <a:cubicBezTo>
                  <a:pt x="1847815" y="577215"/>
                  <a:pt x="1841381" y="583006"/>
                  <a:pt x="1835590" y="583006"/>
                </a:cubicBezTo>
                <a:cubicBezTo>
                  <a:pt x="1829797" y="583006"/>
                  <a:pt x="1827867" y="580754"/>
                  <a:pt x="1824006" y="583006"/>
                </a:cubicBezTo>
                <a:cubicBezTo>
                  <a:pt x="1819213" y="586385"/>
                  <a:pt x="1814161" y="589409"/>
                  <a:pt x="1808884" y="592015"/>
                </a:cubicBezTo>
                <a:cubicBezTo>
                  <a:pt x="1804541" y="593720"/>
                  <a:pt x="1800358" y="595779"/>
                  <a:pt x="1796336" y="598128"/>
                </a:cubicBezTo>
                <a:cubicBezTo>
                  <a:pt x="1790866" y="601667"/>
                  <a:pt x="1790866" y="605206"/>
                  <a:pt x="1788613" y="607781"/>
                </a:cubicBezTo>
                <a:cubicBezTo>
                  <a:pt x="1786362" y="610355"/>
                  <a:pt x="1780570" y="612929"/>
                  <a:pt x="1778961" y="614859"/>
                </a:cubicBezTo>
                <a:cubicBezTo>
                  <a:pt x="1777353" y="616789"/>
                  <a:pt x="1777353" y="621616"/>
                  <a:pt x="1771239" y="625477"/>
                </a:cubicBezTo>
                <a:cubicBezTo>
                  <a:pt x="1765126" y="629338"/>
                  <a:pt x="1757082" y="630303"/>
                  <a:pt x="1755152" y="638990"/>
                </a:cubicBezTo>
                <a:cubicBezTo>
                  <a:pt x="1753768" y="643173"/>
                  <a:pt x="1754605" y="647806"/>
                  <a:pt x="1757403" y="651217"/>
                </a:cubicBezTo>
                <a:cubicBezTo>
                  <a:pt x="1762230" y="655077"/>
                  <a:pt x="1785075" y="665695"/>
                  <a:pt x="1787005" y="673417"/>
                </a:cubicBezTo>
                <a:cubicBezTo>
                  <a:pt x="1788453" y="677922"/>
                  <a:pt x="1789515" y="682555"/>
                  <a:pt x="1790223" y="687252"/>
                </a:cubicBezTo>
                <a:cubicBezTo>
                  <a:pt x="1792475" y="692722"/>
                  <a:pt x="1792475" y="694652"/>
                  <a:pt x="1792475" y="698835"/>
                </a:cubicBezTo>
                <a:cubicBezTo>
                  <a:pt x="1792314" y="702889"/>
                  <a:pt x="1793569" y="706879"/>
                  <a:pt x="1796014" y="710097"/>
                </a:cubicBezTo>
                <a:cubicBezTo>
                  <a:pt x="1800293" y="712123"/>
                  <a:pt x="1805248" y="712123"/>
                  <a:pt x="1809528" y="710097"/>
                </a:cubicBezTo>
                <a:cubicBezTo>
                  <a:pt x="1814032" y="707523"/>
                  <a:pt x="1819502" y="705914"/>
                  <a:pt x="1821433" y="707523"/>
                </a:cubicBezTo>
                <a:cubicBezTo>
                  <a:pt x="1823363" y="709131"/>
                  <a:pt x="1827546" y="709131"/>
                  <a:pt x="1828511" y="715888"/>
                </a:cubicBezTo>
                <a:cubicBezTo>
                  <a:pt x="1829476" y="722645"/>
                  <a:pt x="1825293" y="725540"/>
                  <a:pt x="1819502" y="732619"/>
                </a:cubicBezTo>
                <a:cubicBezTo>
                  <a:pt x="1813710" y="739697"/>
                  <a:pt x="1793440" y="758680"/>
                  <a:pt x="1791509" y="764794"/>
                </a:cubicBezTo>
                <a:cubicBezTo>
                  <a:pt x="1789579" y="770907"/>
                  <a:pt x="1780892" y="771872"/>
                  <a:pt x="1774778" y="778307"/>
                </a:cubicBezTo>
                <a:cubicBezTo>
                  <a:pt x="1762874" y="790919"/>
                  <a:pt x="1750100" y="802631"/>
                  <a:pt x="1736490" y="813377"/>
                </a:cubicBezTo>
                <a:cubicBezTo>
                  <a:pt x="1731986" y="816595"/>
                  <a:pt x="1725228" y="828821"/>
                  <a:pt x="1722012" y="830430"/>
                </a:cubicBezTo>
                <a:cubicBezTo>
                  <a:pt x="1718794" y="832039"/>
                  <a:pt x="1713324" y="827856"/>
                  <a:pt x="1710750" y="830430"/>
                </a:cubicBezTo>
                <a:lnTo>
                  <a:pt x="1710750" y="829143"/>
                </a:lnTo>
                <a:cubicBezTo>
                  <a:pt x="1700711" y="839568"/>
                  <a:pt x="1692732" y="851794"/>
                  <a:pt x="1687262" y="865179"/>
                </a:cubicBezTo>
                <a:cubicBezTo>
                  <a:pt x="1686586" y="869683"/>
                  <a:pt x="1687874" y="874252"/>
                  <a:pt x="1690802" y="877727"/>
                </a:cubicBezTo>
                <a:cubicBezTo>
                  <a:pt x="1695306" y="884162"/>
                  <a:pt x="1700132" y="889953"/>
                  <a:pt x="1700132" y="891562"/>
                </a:cubicBezTo>
                <a:cubicBezTo>
                  <a:pt x="1703027" y="898641"/>
                  <a:pt x="1708498" y="906362"/>
                  <a:pt x="1714289" y="905719"/>
                </a:cubicBezTo>
                <a:cubicBezTo>
                  <a:pt x="1720081" y="905076"/>
                  <a:pt x="1722333" y="898962"/>
                  <a:pt x="1731021" y="897353"/>
                </a:cubicBezTo>
                <a:cubicBezTo>
                  <a:pt x="1739708" y="895745"/>
                  <a:pt x="1738420" y="901214"/>
                  <a:pt x="1743246" y="897353"/>
                </a:cubicBezTo>
                <a:cubicBezTo>
                  <a:pt x="1748073" y="893493"/>
                  <a:pt x="1750325" y="888345"/>
                  <a:pt x="1750325" y="884805"/>
                </a:cubicBezTo>
                <a:cubicBezTo>
                  <a:pt x="1753060" y="880462"/>
                  <a:pt x="1756407" y="876569"/>
                  <a:pt x="1760300" y="873222"/>
                </a:cubicBezTo>
                <a:cubicBezTo>
                  <a:pt x="1765769" y="869362"/>
                  <a:pt x="1772526" y="865822"/>
                  <a:pt x="1772526" y="860674"/>
                </a:cubicBezTo>
                <a:cubicBezTo>
                  <a:pt x="1775100" y="858293"/>
                  <a:pt x="1778028" y="856331"/>
                  <a:pt x="1781214" y="854883"/>
                </a:cubicBezTo>
                <a:cubicBezTo>
                  <a:pt x="1785460" y="853242"/>
                  <a:pt x="1789289" y="850732"/>
                  <a:pt x="1792475" y="847482"/>
                </a:cubicBezTo>
                <a:cubicBezTo>
                  <a:pt x="1795885" y="843493"/>
                  <a:pt x="1799521" y="839728"/>
                  <a:pt x="1803415" y="836222"/>
                </a:cubicBezTo>
                <a:cubicBezTo>
                  <a:pt x="1807758" y="834162"/>
                  <a:pt x="1811522" y="831073"/>
                  <a:pt x="1814354" y="827213"/>
                </a:cubicBezTo>
                <a:cubicBezTo>
                  <a:pt x="1817250" y="823030"/>
                  <a:pt x="1823684" y="820134"/>
                  <a:pt x="1826581" y="815308"/>
                </a:cubicBezTo>
                <a:cubicBezTo>
                  <a:pt x="1829476" y="810482"/>
                  <a:pt x="1836233" y="808229"/>
                  <a:pt x="1839451" y="802116"/>
                </a:cubicBezTo>
                <a:cubicBezTo>
                  <a:pt x="1842668" y="796003"/>
                  <a:pt x="1852643" y="795359"/>
                  <a:pt x="1852643" y="788603"/>
                </a:cubicBezTo>
                <a:cubicBezTo>
                  <a:pt x="1867410" y="771550"/>
                  <a:pt x="1883337" y="755559"/>
                  <a:pt x="1900261" y="740662"/>
                </a:cubicBezTo>
                <a:cubicBezTo>
                  <a:pt x="1906761" y="732908"/>
                  <a:pt x="1912810" y="724736"/>
                  <a:pt x="1918279" y="716209"/>
                </a:cubicBezTo>
                <a:cubicBezTo>
                  <a:pt x="1924714" y="710740"/>
                  <a:pt x="1932436" y="709774"/>
                  <a:pt x="1935333" y="706879"/>
                </a:cubicBezTo>
                <a:cubicBezTo>
                  <a:pt x="1939321" y="700991"/>
                  <a:pt x="1943858" y="695521"/>
                  <a:pt x="1948846" y="690470"/>
                </a:cubicBezTo>
                <a:cubicBezTo>
                  <a:pt x="1952063" y="686609"/>
                  <a:pt x="1959142" y="678565"/>
                  <a:pt x="1963003" y="675026"/>
                </a:cubicBezTo>
                <a:lnTo>
                  <a:pt x="1980377" y="661512"/>
                </a:lnTo>
                <a:cubicBezTo>
                  <a:pt x="1983596" y="659582"/>
                  <a:pt x="2000005" y="647677"/>
                  <a:pt x="2002900" y="645425"/>
                </a:cubicBezTo>
                <a:cubicBezTo>
                  <a:pt x="2011588" y="641243"/>
                  <a:pt x="2019631" y="644460"/>
                  <a:pt x="2019631" y="641243"/>
                </a:cubicBezTo>
                <a:cubicBezTo>
                  <a:pt x="2024136" y="631912"/>
                  <a:pt x="2035397" y="610355"/>
                  <a:pt x="2032180" y="603598"/>
                </a:cubicBezTo>
                <a:cubicBezTo>
                  <a:pt x="2028962" y="596841"/>
                  <a:pt x="2026067" y="591693"/>
                  <a:pt x="2024136" y="588476"/>
                </a:cubicBezTo>
                <a:cubicBezTo>
                  <a:pt x="2021401" y="585612"/>
                  <a:pt x="2017379" y="584389"/>
                  <a:pt x="2013518" y="585258"/>
                </a:cubicBezTo>
                <a:cubicBezTo>
                  <a:pt x="2005924" y="587704"/>
                  <a:pt x="1997623" y="586288"/>
                  <a:pt x="1991317" y="581397"/>
                </a:cubicBezTo>
                <a:cubicBezTo>
                  <a:pt x="1988099" y="578823"/>
                  <a:pt x="1982629" y="582363"/>
                  <a:pt x="1977160" y="584615"/>
                </a:cubicBezTo>
                <a:cubicBezTo>
                  <a:pt x="1971691" y="586867"/>
                  <a:pt x="1965255" y="584615"/>
                  <a:pt x="1962359" y="586867"/>
                </a:cubicBezTo>
                <a:cubicBezTo>
                  <a:pt x="1954058" y="593656"/>
                  <a:pt x="1946305" y="601056"/>
                  <a:pt x="1939194" y="609068"/>
                </a:cubicBezTo>
                <a:cubicBezTo>
                  <a:pt x="1933080" y="616146"/>
                  <a:pt x="1902836" y="644138"/>
                  <a:pt x="1898653" y="648321"/>
                </a:cubicBezTo>
                <a:cubicBezTo>
                  <a:pt x="1894470" y="652503"/>
                  <a:pt x="1891253" y="647034"/>
                  <a:pt x="1891253" y="641886"/>
                </a:cubicBezTo>
                <a:cubicBezTo>
                  <a:pt x="1897366" y="628051"/>
                  <a:pt x="1901549" y="627086"/>
                  <a:pt x="1891253" y="609711"/>
                </a:cubicBezTo>
                <a:cubicBezTo>
                  <a:pt x="1880957" y="592337"/>
                  <a:pt x="1869695" y="594589"/>
                  <a:pt x="1866156" y="592337"/>
                </a:cubicBezTo>
                <a:cubicBezTo>
                  <a:pt x="1862617" y="590084"/>
                  <a:pt x="1856181" y="580432"/>
                  <a:pt x="1851998" y="578823"/>
                </a:cubicBezTo>
                <a:close/>
                <a:moveTo>
                  <a:pt x="2870182" y="487929"/>
                </a:moveTo>
                <a:cubicBezTo>
                  <a:pt x="2873208" y="488026"/>
                  <a:pt x="2875587" y="490535"/>
                  <a:pt x="2875491" y="493560"/>
                </a:cubicBezTo>
                <a:cubicBezTo>
                  <a:pt x="2876167" y="502150"/>
                  <a:pt x="2872854" y="510580"/>
                  <a:pt x="2866483" y="516404"/>
                </a:cubicBezTo>
                <a:cubicBezTo>
                  <a:pt x="2860305" y="518302"/>
                  <a:pt x="2853676" y="518302"/>
                  <a:pt x="2847499" y="516404"/>
                </a:cubicBezTo>
                <a:cubicBezTo>
                  <a:pt x="2845375" y="513411"/>
                  <a:pt x="2844379" y="509776"/>
                  <a:pt x="2844605" y="506108"/>
                </a:cubicBezTo>
                <a:cubicBezTo>
                  <a:pt x="2844410" y="501957"/>
                  <a:pt x="2845664" y="497871"/>
                  <a:pt x="2848142" y="494525"/>
                </a:cubicBezTo>
                <a:cubicBezTo>
                  <a:pt x="2854867" y="491919"/>
                  <a:pt x="2861720" y="489763"/>
                  <a:pt x="2868736" y="488090"/>
                </a:cubicBezTo>
                <a:cubicBezTo>
                  <a:pt x="2869217" y="487961"/>
                  <a:pt x="2869699" y="487929"/>
                  <a:pt x="2870182" y="487929"/>
                </a:cubicBezTo>
                <a:close/>
                <a:moveTo>
                  <a:pt x="2934854" y="459173"/>
                </a:moveTo>
                <a:cubicBezTo>
                  <a:pt x="2937025" y="459293"/>
                  <a:pt x="2939037" y="460419"/>
                  <a:pt x="2939839" y="463315"/>
                </a:cubicBezTo>
                <a:cubicBezTo>
                  <a:pt x="2940904" y="467852"/>
                  <a:pt x="2941450" y="472485"/>
                  <a:pt x="2941450" y="477150"/>
                </a:cubicBezTo>
                <a:cubicBezTo>
                  <a:pt x="2938844" y="485001"/>
                  <a:pt x="2932603" y="491082"/>
                  <a:pt x="2924720" y="493559"/>
                </a:cubicBezTo>
                <a:cubicBezTo>
                  <a:pt x="2922467" y="494524"/>
                  <a:pt x="2913135" y="489055"/>
                  <a:pt x="2913135" y="485515"/>
                </a:cubicBezTo>
                <a:cubicBezTo>
                  <a:pt x="2913135" y="481976"/>
                  <a:pt x="2905092" y="469106"/>
                  <a:pt x="2913135" y="468785"/>
                </a:cubicBezTo>
                <a:cubicBezTo>
                  <a:pt x="2921179" y="468463"/>
                  <a:pt x="2924076" y="463315"/>
                  <a:pt x="2928903" y="461063"/>
                </a:cubicBezTo>
                <a:cubicBezTo>
                  <a:pt x="2930349" y="459937"/>
                  <a:pt x="2932681" y="459052"/>
                  <a:pt x="2934854" y="459173"/>
                </a:cubicBezTo>
                <a:close/>
                <a:moveTo>
                  <a:pt x="2852647" y="418592"/>
                </a:moveTo>
                <a:cubicBezTo>
                  <a:pt x="2863908" y="414410"/>
                  <a:pt x="2868091" y="421488"/>
                  <a:pt x="2868412" y="432106"/>
                </a:cubicBezTo>
                <a:cubicBezTo>
                  <a:pt x="2868736" y="442723"/>
                  <a:pt x="2857794" y="446906"/>
                  <a:pt x="2850072" y="454950"/>
                </a:cubicBezTo>
                <a:cubicBezTo>
                  <a:pt x="2846212" y="458811"/>
                  <a:pt x="2846212" y="454950"/>
                  <a:pt x="2841707" y="451411"/>
                </a:cubicBezTo>
                <a:cubicBezTo>
                  <a:pt x="2837202" y="447871"/>
                  <a:pt x="2837202" y="439185"/>
                  <a:pt x="2837202" y="433714"/>
                </a:cubicBezTo>
                <a:cubicBezTo>
                  <a:pt x="2834950" y="421166"/>
                  <a:pt x="2849750" y="423740"/>
                  <a:pt x="2852647" y="418592"/>
                </a:cubicBezTo>
                <a:close/>
                <a:moveTo>
                  <a:pt x="3756765" y="405401"/>
                </a:moveTo>
                <a:cubicBezTo>
                  <a:pt x="3747113" y="407653"/>
                  <a:pt x="3738425" y="406045"/>
                  <a:pt x="3735530" y="416019"/>
                </a:cubicBezTo>
                <a:cubicBezTo>
                  <a:pt x="3734564" y="419558"/>
                  <a:pt x="3732312" y="432428"/>
                  <a:pt x="3732312" y="436289"/>
                </a:cubicBezTo>
                <a:cubicBezTo>
                  <a:pt x="3730864" y="443400"/>
                  <a:pt x="3730864" y="450736"/>
                  <a:pt x="3732312" y="457846"/>
                </a:cubicBezTo>
                <a:cubicBezTo>
                  <a:pt x="3737363" y="466662"/>
                  <a:pt x="3740002" y="476636"/>
                  <a:pt x="3740034" y="486804"/>
                </a:cubicBezTo>
                <a:cubicBezTo>
                  <a:pt x="3738747" y="496778"/>
                  <a:pt x="3735208" y="505465"/>
                  <a:pt x="3741642" y="509969"/>
                </a:cubicBezTo>
                <a:cubicBezTo>
                  <a:pt x="3749075" y="513444"/>
                  <a:pt x="3757280" y="514892"/>
                  <a:pt x="3765453" y="514152"/>
                </a:cubicBezTo>
                <a:cubicBezTo>
                  <a:pt x="3771759" y="513766"/>
                  <a:pt x="3778130" y="513766"/>
                  <a:pt x="3784435" y="514152"/>
                </a:cubicBezTo>
                <a:cubicBezTo>
                  <a:pt x="3787974" y="516404"/>
                  <a:pt x="3786366" y="524770"/>
                  <a:pt x="3784435" y="531848"/>
                </a:cubicBezTo>
                <a:cubicBezTo>
                  <a:pt x="3782731" y="539119"/>
                  <a:pt x="3779673" y="546005"/>
                  <a:pt x="3775427" y="552118"/>
                </a:cubicBezTo>
                <a:cubicBezTo>
                  <a:pt x="3767384" y="564988"/>
                  <a:pt x="3755157" y="601667"/>
                  <a:pt x="3722982" y="606172"/>
                </a:cubicBezTo>
                <a:cubicBezTo>
                  <a:pt x="3706894" y="608103"/>
                  <a:pt x="3685015" y="613894"/>
                  <a:pt x="3670858" y="613894"/>
                </a:cubicBezTo>
                <a:cubicBezTo>
                  <a:pt x="3666031" y="613894"/>
                  <a:pt x="3657987" y="613894"/>
                  <a:pt x="3652840" y="613894"/>
                </a:cubicBezTo>
                <a:cubicBezTo>
                  <a:pt x="3637717" y="615181"/>
                  <a:pt x="3612621" y="619363"/>
                  <a:pt x="3605542" y="619363"/>
                </a:cubicBezTo>
                <a:cubicBezTo>
                  <a:pt x="3598464" y="619363"/>
                  <a:pt x="3589132" y="612285"/>
                  <a:pt x="3585271" y="612285"/>
                </a:cubicBezTo>
                <a:cubicBezTo>
                  <a:pt x="3571275" y="612253"/>
                  <a:pt x="3557505" y="615921"/>
                  <a:pt x="3545374" y="622903"/>
                </a:cubicBezTo>
                <a:cubicBezTo>
                  <a:pt x="3546115" y="630592"/>
                  <a:pt x="3544891" y="638346"/>
                  <a:pt x="3541836" y="645425"/>
                </a:cubicBezTo>
                <a:lnTo>
                  <a:pt x="3541836" y="644138"/>
                </a:lnTo>
                <a:cubicBezTo>
                  <a:pt x="3538297" y="650251"/>
                  <a:pt x="3536107" y="657040"/>
                  <a:pt x="3535400" y="664086"/>
                </a:cubicBezTo>
                <a:cubicBezTo>
                  <a:pt x="3545052" y="679530"/>
                  <a:pt x="3556635" y="701088"/>
                  <a:pt x="3560176" y="702696"/>
                </a:cubicBezTo>
                <a:cubicBezTo>
                  <a:pt x="3563714" y="704305"/>
                  <a:pt x="3620343" y="694331"/>
                  <a:pt x="3652518" y="691757"/>
                </a:cubicBezTo>
                <a:cubicBezTo>
                  <a:pt x="3676777" y="690019"/>
                  <a:pt x="3701166" y="690984"/>
                  <a:pt x="3725234" y="694652"/>
                </a:cubicBezTo>
                <a:cubicBezTo>
                  <a:pt x="3736495" y="696583"/>
                  <a:pt x="3753548" y="703983"/>
                  <a:pt x="3764165" y="705270"/>
                </a:cubicBezTo>
                <a:cubicBezTo>
                  <a:pt x="3774783" y="706557"/>
                  <a:pt x="3792801" y="708809"/>
                  <a:pt x="3799559" y="708809"/>
                </a:cubicBezTo>
                <a:cubicBezTo>
                  <a:pt x="3811913" y="708906"/>
                  <a:pt x="3824205" y="710965"/>
                  <a:pt x="3835917" y="714923"/>
                </a:cubicBezTo>
                <a:cubicBezTo>
                  <a:pt x="3842672" y="717497"/>
                  <a:pt x="3860368" y="719427"/>
                  <a:pt x="3870987" y="723610"/>
                </a:cubicBezTo>
                <a:cubicBezTo>
                  <a:pt x="3881605" y="727792"/>
                  <a:pt x="3899945" y="734228"/>
                  <a:pt x="3908631" y="736480"/>
                </a:cubicBezTo>
                <a:cubicBezTo>
                  <a:pt x="3917319" y="738732"/>
                  <a:pt x="3924718" y="738410"/>
                  <a:pt x="3932442" y="740340"/>
                </a:cubicBezTo>
                <a:cubicBezTo>
                  <a:pt x="3939907" y="743140"/>
                  <a:pt x="3947210" y="746389"/>
                  <a:pt x="3954321" y="749993"/>
                </a:cubicBezTo>
                <a:cubicBezTo>
                  <a:pt x="3957860" y="750958"/>
                  <a:pt x="3963973" y="751280"/>
                  <a:pt x="3975556" y="753854"/>
                </a:cubicBezTo>
                <a:cubicBezTo>
                  <a:pt x="3980061" y="754819"/>
                  <a:pt x="3985208" y="749350"/>
                  <a:pt x="3989069" y="745488"/>
                </a:cubicBezTo>
                <a:cubicBezTo>
                  <a:pt x="3992770" y="742432"/>
                  <a:pt x="3995730" y="738571"/>
                  <a:pt x="3997757" y="734228"/>
                </a:cubicBezTo>
                <a:cubicBezTo>
                  <a:pt x="3998528" y="731493"/>
                  <a:pt x="3998528" y="728597"/>
                  <a:pt x="3997757" y="725862"/>
                </a:cubicBezTo>
                <a:cubicBezTo>
                  <a:pt x="3997757" y="725219"/>
                  <a:pt x="3997757" y="721679"/>
                  <a:pt x="3997757" y="720071"/>
                </a:cubicBezTo>
                <a:cubicBezTo>
                  <a:pt x="3998562" y="715051"/>
                  <a:pt x="3998562" y="709967"/>
                  <a:pt x="3997757" y="704948"/>
                </a:cubicBezTo>
                <a:cubicBezTo>
                  <a:pt x="3996148" y="692400"/>
                  <a:pt x="3985852" y="687252"/>
                  <a:pt x="3980383" y="682104"/>
                </a:cubicBezTo>
                <a:cubicBezTo>
                  <a:pt x="3975974" y="677375"/>
                  <a:pt x="3971245" y="672967"/>
                  <a:pt x="3966226" y="668913"/>
                </a:cubicBezTo>
                <a:cubicBezTo>
                  <a:pt x="3961237" y="665567"/>
                  <a:pt x="3955961" y="662639"/>
                  <a:pt x="3950460" y="660226"/>
                </a:cubicBezTo>
                <a:cubicBezTo>
                  <a:pt x="3945280" y="659067"/>
                  <a:pt x="3940003" y="658327"/>
                  <a:pt x="3934693" y="657973"/>
                </a:cubicBezTo>
                <a:cubicBezTo>
                  <a:pt x="3928901" y="657973"/>
                  <a:pt x="3924718" y="662156"/>
                  <a:pt x="3916997" y="660226"/>
                </a:cubicBezTo>
                <a:cubicBezTo>
                  <a:pt x="3896469" y="654370"/>
                  <a:pt x="3875653" y="649769"/>
                  <a:pt x="3854577" y="646390"/>
                </a:cubicBezTo>
                <a:cubicBezTo>
                  <a:pt x="3850716" y="640921"/>
                  <a:pt x="3857151" y="627407"/>
                  <a:pt x="3861334" y="611320"/>
                </a:cubicBezTo>
                <a:cubicBezTo>
                  <a:pt x="3862943" y="606815"/>
                  <a:pt x="3863909" y="601024"/>
                  <a:pt x="3867126" y="598772"/>
                </a:cubicBezTo>
                <a:cubicBezTo>
                  <a:pt x="3870311" y="595586"/>
                  <a:pt x="3872532" y="591565"/>
                  <a:pt x="3873561" y="587189"/>
                </a:cubicBezTo>
                <a:cubicBezTo>
                  <a:pt x="3875042" y="582877"/>
                  <a:pt x="3877711" y="579081"/>
                  <a:pt x="3881283" y="576249"/>
                </a:cubicBezTo>
                <a:cubicBezTo>
                  <a:pt x="3885016" y="573321"/>
                  <a:pt x="3887911" y="569428"/>
                  <a:pt x="3889649" y="564988"/>
                </a:cubicBezTo>
                <a:cubicBezTo>
                  <a:pt x="3894474" y="546970"/>
                  <a:pt x="3884500" y="549866"/>
                  <a:pt x="3889649" y="534744"/>
                </a:cubicBezTo>
                <a:cubicBezTo>
                  <a:pt x="3894796" y="519622"/>
                  <a:pt x="3910241" y="522839"/>
                  <a:pt x="3929223" y="519622"/>
                </a:cubicBezTo>
                <a:cubicBezTo>
                  <a:pt x="3936207" y="518753"/>
                  <a:pt x="3942897" y="516340"/>
                  <a:pt x="3948850" y="512544"/>
                </a:cubicBezTo>
                <a:cubicBezTo>
                  <a:pt x="3956734" y="506526"/>
                  <a:pt x="3965678" y="502022"/>
                  <a:pt x="3975234" y="499352"/>
                </a:cubicBezTo>
                <a:cubicBezTo>
                  <a:pt x="3993252" y="492595"/>
                  <a:pt x="4004514" y="495491"/>
                  <a:pt x="4009339" y="480690"/>
                </a:cubicBezTo>
                <a:cubicBezTo>
                  <a:pt x="4010305" y="478438"/>
                  <a:pt x="4005478" y="472003"/>
                  <a:pt x="4005478" y="467821"/>
                </a:cubicBezTo>
                <a:cubicBezTo>
                  <a:pt x="4006541" y="461965"/>
                  <a:pt x="4006541" y="455980"/>
                  <a:pt x="4005478" y="450124"/>
                </a:cubicBezTo>
                <a:cubicBezTo>
                  <a:pt x="4002584" y="442081"/>
                  <a:pt x="3996470" y="436933"/>
                  <a:pt x="3992609" y="428889"/>
                </a:cubicBezTo>
                <a:cubicBezTo>
                  <a:pt x="3990453" y="424513"/>
                  <a:pt x="3986818" y="421102"/>
                  <a:pt x="3982313" y="419236"/>
                </a:cubicBezTo>
                <a:cubicBezTo>
                  <a:pt x="3978452" y="419236"/>
                  <a:pt x="3975234" y="421489"/>
                  <a:pt x="3967834" y="419236"/>
                </a:cubicBezTo>
                <a:cubicBezTo>
                  <a:pt x="3962589" y="417274"/>
                  <a:pt x="3956958" y="416598"/>
                  <a:pt x="3951424" y="417306"/>
                </a:cubicBezTo>
                <a:cubicBezTo>
                  <a:pt x="3931058" y="422872"/>
                  <a:pt x="3910112" y="426122"/>
                  <a:pt x="3889005" y="426959"/>
                </a:cubicBezTo>
                <a:lnTo>
                  <a:pt x="3879030" y="426959"/>
                </a:lnTo>
                <a:lnTo>
                  <a:pt x="3864873" y="426959"/>
                </a:lnTo>
                <a:cubicBezTo>
                  <a:pt x="3837847" y="426315"/>
                  <a:pt x="3789905" y="420845"/>
                  <a:pt x="3786366" y="420845"/>
                </a:cubicBezTo>
                <a:cubicBezTo>
                  <a:pt x="3777036" y="416984"/>
                  <a:pt x="3760626" y="405401"/>
                  <a:pt x="3756765" y="405401"/>
                </a:cubicBezTo>
                <a:close/>
                <a:moveTo>
                  <a:pt x="2737460" y="383201"/>
                </a:moveTo>
                <a:cubicBezTo>
                  <a:pt x="2732310" y="387062"/>
                  <a:pt x="2726519" y="388670"/>
                  <a:pt x="2712040" y="388670"/>
                </a:cubicBezTo>
                <a:cubicBezTo>
                  <a:pt x="2683728" y="391245"/>
                  <a:pt x="2655413" y="428567"/>
                  <a:pt x="2627740" y="444655"/>
                </a:cubicBezTo>
                <a:cubicBezTo>
                  <a:pt x="2621017" y="446875"/>
                  <a:pt x="2614132" y="448580"/>
                  <a:pt x="2607151" y="449802"/>
                </a:cubicBezTo>
                <a:cubicBezTo>
                  <a:pt x="2601359" y="452376"/>
                  <a:pt x="2593958" y="457203"/>
                  <a:pt x="2592671" y="461707"/>
                </a:cubicBezTo>
                <a:cubicBezTo>
                  <a:pt x="2591383" y="466212"/>
                  <a:pt x="2592026" y="471360"/>
                  <a:pt x="2586879" y="474255"/>
                </a:cubicBezTo>
                <a:cubicBezTo>
                  <a:pt x="2581731" y="477151"/>
                  <a:pt x="2577548" y="477795"/>
                  <a:pt x="2577870" y="481656"/>
                </a:cubicBezTo>
                <a:cubicBezTo>
                  <a:pt x="2578191" y="485516"/>
                  <a:pt x="2581089" y="501604"/>
                  <a:pt x="2585914" y="502569"/>
                </a:cubicBezTo>
                <a:cubicBezTo>
                  <a:pt x="2590740" y="503535"/>
                  <a:pt x="2594280" y="502569"/>
                  <a:pt x="2596209" y="507395"/>
                </a:cubicBezTo>
                <a:cubicBezTo>
                  <a:pt x="2598141" y="512221"/>
                  <a:pt x="2604575" y="518335"/>
                  <a:pt x="2609403" y="518335"/>
                </a:cubicBezTo>
                <a:cubicBezTo>
                  <a:pt x="2615870" y="518914"/>
                  <a:pt x="2622272" y="520329"/>
                  <a:pt x="2628385" y="522518"/>
                </a:cubicBezTo>
                <a:cubicBezTo>
                  <a:pt x="2634499" y="524126"/>
                  <a:pt x="2645759" y="524770"/>
                  <a:pt x="2645759" y="534744"/>
                </a:cubicBezTo>
                <a:cubicBezTo>
                  <a:pt x="2645759" y="544718"/>
                  <a:pt x="2649300" y="559197"/>
                  <a:pt x="2645759" y="566918"/>
                </a:cubicBezTo>
                <a:cubicBezTo>
                  <a:pt x="2642220" y="574641"/>
                  <a:pt x="2632245" y="585902"/>
                  <a:pt x="2628385" y="585902"/>
                </a:cubicBezTo>
                <a:cubicBezTo>
                  <a:pt x="2624524" y="585902"/>
                  <a:pt x="2617767" y="585902"/>
                  <a:pt x="2613906" y="585902"/>
                </a:cubicBezTo>
                <a:cubicBezTo>
                  <a:pt x="2602611" y="588315"/>
                  <a:pt x="2594955" y="598868"/>
                  <a:pt x="2596209" y="610355"/>
                </a:cubicBezTo>
                <a:cubicBezTo>
                  <a:pt x="2597176" y="618077"/>
                  <a:pt x="2612298" y="631590"/>
                  <a:pt x="2612298" y="631590"/>
                </a:cubicBezTo>
                <a:lnTo>
                  <a:pt x="2619931" y="640398"/>
                </a:lnTo>
                <a:lnTo>
                  <a:pt x="2625490" y="650895"/>
                </a:lnTo>
                <a:cubicBezTo>
                  <a:pt x="2627420" y="655399"/>
                  <a:pt x="2625490" y="660226"/>
                  <a:pt x="2625490" y="666660"/>
                </a:cubicBezTo>
                <a:cubicBezTo>
                  <a:pt x="2626133" y="670715"/>
                  <a:pt x="2626133" y="674833"/>
                  <a:pt x="2625490" y="678887"/>
                </a:cubicBezTo>
                <a:cubicBezTo>
                  <a:pt x="2623656" y="684518"/>
                  <a:pt x="2620181" y="689440"/>
                  <a:pt x="2615515" y="693044"/>
                </a:cubicBezTo>
                <a:cubicBezTo>
                  <a:pt x="2612298" y="695618"/>
                  <a:pt x="2603932" y="705914"/>
                  <a:pt x="2600715" y="707523"/>
                </a:cubicBezTo>
                <a:cubicBezTo>
                  <a:pt x="2588263" y="714376"/>
                  <a:pt x="2579093" y="725990"/>
                  <a:pt x="2575296" y="739697"/>
                </a:cubicBezTo>
                <a:cubicBezTo>
                  <a:pt x="2576487" y="749864"/>
                  <a:pt x="2579639" y="759710"/>
                  <a:pt x="2584628" y="768654"/>
                </a:cubicBezTo>
                <a:cubicBezTo>
                  <a:pt x="2588295" y="774317"/>
                  <a:pt x="2592994" y="779208"/>
                  <a:pt x="2598463" y="783133"/>
                </a:cubicBezTo>
                <a:cubicBezTo>
                  <a:pt x="2603609" y="787637"/>
                  <a:pt x="2602001" y="798255"/>
                  <a:pt x="2608436" y="798255"/>
                </a:cubicBezTo>
                <a:cubicBezTo>
                  <a:pt x="2614936" y="798545"/>
                  <a:pt x="2621404" y="799414"/>
                  <a:pt x="2627740" y="800829"/>
                </a:cubicBezTo>
                <a:cubicBezTo>
                  <a:pt x="2632245" y="803082"/>
                  <a:pt x="2640934" y="798577"/>
                  <a:pt x="2640934" y="798577"/>
                </a:cubicBezTo>
                <a:cubicBezTo>
                  <a:pt x="2648012" y="796003"/>
                  <a:pt x="2655413" y="777342"/>
                  <a:pt x="2669570" y="766402"/>
                </a:cubicBezTo>
                <a:cubicBezTo>
                  <a:pt x="2683728" y="755463"/>
                  <a:pt x="2715259" y="737445"/>
                  <a:pt x="2731989" y="723288"/>
                </a:cubicBezTo>
                <a:cubicBezTo>
                  <a:pt x="2751102" y="711062"/>
                  <a:pt x="2763649" y="690824"/>
                  <a:pt x="2766097" y="668269"/>
                </a:cubicBezTo>
                <a:cubicBezTo>
                  <a:pt x="2765130" y="662639"/>
                  <a:pt x="2762812" y="657362"/>
                  <a:pt x="2759338" y="652826"/>
                </a:cubicBezTo>
                <a:cubicBezTo>
                  <a:pt x="2754867" y="648964"/>
                  <a:pt x="2749395" y="646390"/>
                  <a:pt x="2743573" y="645425"/>
                </a:cubicBezTo>
                <a:lnTo>
                  <a:pt x="2727485" y="647677"/>
                </a:lnTo>
                <a:cubicBezTo>
                  <a:pt x="2725232" y="647034"/>
                  <a:pt x="2722980" y="635129"/>
                  <a:pt x="2722980" y="631590"/>
                </a:cubicBezTo>
                <a:cubicBezTo>
                  <a:pt x="2731892" y="613411"/>
                  <a:pt x="2744601" y="597388"/>
                  <a:pt x="2760303" y="584615"/>
                </a:cubicBezTo>
                <a:cubicBezTo>
                  <a:pt x="2762236" y="582684"/>
                  <a:pt x="2762555" y="582041"/>
                  <a:pt x="2762236" y="575606"/>
                </a:cubicBezTo>
                <a:cubicBezTo>
                  <a:pt x="2761914" y="569171"/>
                  <a:pt x="2759016" y="567562"/>
                  <a:pt x="2750328" y="555658"/>
                </a:cubicBezTo>
                <a:cubicBezTo>
                  <a:pt x="2745825" y="549223"/>
                  <a:pt x="2748398" y="542787"/>
                  <a:pt x="2743573" y="542787"/>
                </a:cubicBezTo>
                <a:cubicBezTo>
                  <a:pt x="2738746" y="542787"/>
                  <a:pt x="2733276" y="549223"/>
                  <a:pt x="2729093" y="545361"/>
                </a:cubicBezTo>
                <a:cubicBezTo>
                  <a:pt x="2724910" y="541501"/>
                  <a:pt x="2724910" y="530239"/>
                  <a:pt x="2724910" y="526378"/>
                </a:cubicBezTo>
                <a:cubicBezTo>
                  <a:pt x="2721242" y="517498"/>
                  <a:pt x="2720662" y="507621"/>
                  <a:pt x="2723302" y="498387"/>
                </a:cubicBezTo>
                <a:cubicBezTo>
                  <a:pt x="2728932" y="488605"/>
                  <a:pt x="2735272" y="479243"/>
                  <a:pt x="2742286" y="470394"/>
                </a:cubicBezTo>
                <a:cubicBezTo>
                  <a:pt x="2749042" y="462350"/>
                  <a:pt x="2753225" y="456881"/>
                  <a:pt x="2753225" y="450768"/>
                </a:cubicBezTo>
                <a:cubicBezTo>
                  <a:pt x="2750974" y="436611"/>
                  <a:pt x="2757085" y="431463"/>
                  <a:pt x="2757085" y="425028"/>
                </a:cubicBezTo>
                <a:cubicBezTo>
                  <a:pt x="2757085" y="418593"/>
                  <a:pt x="2760947" y="409262"/>
                  <a:pt x="2757085" y="402505"/>
                </a:cubicBezTo>
                <a:cubicBezTo>
                  <a:pt x="2753225" y="395749"/>
                  <a:pt x="2742608" y="379340"/>
                  <a:pt x="2737460" y="383201"/>
                </a:cubicBezTo>
                <a:close/>
                <a:moveTo>
                  <a:pt x="2951423" y="378053"/>
                </a:moveTo>
                <a:cubicBezTo>
                  <a:pt x="2953354" y="379340"/>
                  <a:pt x="2955286" y="389957"/>
                  <a:pt x="2955286" y="393818"/>
                </a:cubicBezTo>
                <a:cubicBezTo>
                  <a:pt x="2953871" y="402763"/>
                  <a:pt x="2949560" y="410999"/>
                  <a:pt x="2943059" y="417306"/>
                </a:cubicBezTo>
                <a:cubicBezTo>
                  <a:pt x="2935754" y="419397"/>
                  <a:pt x="2928099" y="420041"/>
                  <a:pt x="2920537" y="419237"/>
                </a:cubicBezTo>
                <a:cubicBezTo>
                  <a:pt x="2913780" y="417627"/>
                  <a:pt x="2912173" y="406688"/>
                  <a:pt x="2911849" y="400253"/>
                </a:cubicBezTo>
                <a:cubicBezTo>
                  <a:pt x="2911206" y="388026"/>
                  <a:pt x="2936302" y="385131"/>
                  <a:pt x="2951423" y="378053"/>
                </a:cubicBezTo>
                <a:close/>
                <a:moveTo>
                  <a:pt x="2967832" y="314025"/>
                </a:moveTo>
                <a:cubicBezTo>
                  <a:pt x="2941159" y="325350"/>
                  <a:pt x="2915067" y="338027"/>
                  <a:pt x="2889647" y="351991"/>
                </a:cubicBezTo>
                <a:cubicBezTo>
                  <a:pt x="2882892" y="355209"/>
                  <a:pt x="2875489" y="352313"/>
                  <a:pt x="2862940" y="358426"/>
                </a:cubicBezTo>
                <a:cubicBezTo>
                  <a:pt x="2850395" y="364539"/>
                  <a:pt x="2842351" y="371296"/>
                  <a:pt x="2830765" y="377409"/>
                </a:cubicBezTo>
                <a:cubicBezTo>
                  <a:pt x="2826904" y="379662"/>
                  <a:pt x="2814037" y="385131"/>
                  <a:pt x="2811463" y="386740"/>
                </a:cubicBezTo>
                <a:cubicBezTo>
                  <a:pt x="2806669" y="388863"/>
                  <a:pt x="2801553" y="390151"/>
                  <a:pt x="2796341" y="390601"/>
                </a:cubicBezTo>
                <a:cubicBezTo>
                  <a:pt x="2787653" y="391566"/>
                  <a:pt x="2784756" y="381914"/>
                  <a:pt x="2778642" y="382879"/>
                </a:cubicBezTo>
                <a:cubicBezTo>
                  <a:pt x="2772529" y="383844"/>
                  <a:pt x="2767060" y="399288"/>
                  <a:pt x="2769634" y="410549"/>
                </a:cubicBezTo>
                <a:cubicBezTo>
                  <a:pt x="2770504" y="419429"/>
                  <a:pt x="2770504" y="428374"/>
                  <a:pt x="2769634" y="437254"/>
                </a:cubicBezTo>
                <a:lnTo>
                  <a:pt x="2768668" y="435967"/>
                </a:lnTo>
                <a:cubicBezTo>
                  <a:pt x="2768284" y="441888"/>
                  <a:pt x="2768606" y="447840"/>
                  <a:pt x="2769634" y="453664"/>
                </a:cubicBezTo>
                <a:cubicBezTo>
                  <a:pt x="2771243" y="462029"/>
                  <a:pt x="2778323" y="468142"/>
                  <a:pt x="2778323" y="472647"/>
                </a:cubicBezTo>
                <a:cubicBezTo>
                  <a:pt x="2780220" y="488283"/>
                  <a:pt x="2783984" y="503631"/>
                  <a:pt x="2789583" y="518335"/>
                </a:cubicBezTo>
                <a:cubicBezTo>
                  <a:pt x="2791836" y="525413"/>
                  <a:pt x="2783792" y="536353"/>
                  <a:pt x="2783792" y="548258"/>
                </a:cubicBezTo>
                <a:cubicBezTo>
                  <a:pt x="2785078" y="554821"/>
                  <a:pt x="2787717" y="561063"/>
                  <a:pt x="2791513" y="566597"/>
                </a:cubicBezTo>
                <a:cubicBezTo>
                  <a:pt x="2793122" y="569171"/>
                  <a:pt x="2803097" y="571745"/>
                  <a:pt x="2803097" y="582363"/>
                </a:cubicBezTo>
                <a:cubicBezTo>
                  <a:pt x="2803097" y="586223"/>
                  <a:pt x="2806634" y="590406"/>
                  <a:pt x="2808565" y="593624"/>
                </a:cubicBezTo>
                <a:cubicBezTo>
                  <a:pt x="2810498" y="596841"/>
                  <a:pt x="2810176" y="600702"/>
                  <a:pt x="2814679" y="600702"/>
                </a:cubicBezTo>
                <a:cubicBezTo>
                  <a:pt x="2818220" y="601185"/>
                  <a:pt x="2821757" y="601185"/>
                  <a:pt x="2825297" y="600702"/>
                </a:cubicBezTo>
                <a:cubicBezTo>
                  <a:pt x="2829158" y="600059"/>
                  <a:pt x="2834948" y="596198"/>
                  <a:pt x="2837524" y="596198"/>
                </a:cubicBezTo>
                <a:cubicBezTo>
                  <a:pt x="2842060" y="594460"/>
                  <a:pt x="2846469" y="592433"/>
                  <a:pt x="2850717" y="590084"/>
                </a:cubicBezTo>
                <a:cubicBezTo>
                  <a:pt x="2855863" y="586223"/>
                  <a:pt x="2861655" y="585258"/>
                  <a:pt x="2861655" y="590084"/>
                </a:cubicBezTo>
                <a:cubicBezTo>
                  <a:pt x="2862555" y="596069"/>
                  <a:pt x="2862555" y="602118"/>
                  <a:pt x="2861655" y="608103"/>
                </a:cubicBezTo>
                <a:cubicBezTo>
                  <a:pt x="2860111" y="611384"/>
                  <a:pt x="2857633" y="614183"/>
                  <a:pt x="2854576" y="616146"/>
                </a:cubicBezTo>
                <a:cubicBezTo>
                  <a:pt x="2851937" y="617272"/>
                  <a:pt x="2849075" y="617819"/>
                  <a:pt x="2846212" y="617755"/>
                </a:cubicBezTo>
                <a:cubicBezTo>
                  <a:pt x="2842351" y="618398"/>
                  <a:pt x="2841062" y="620007"/>
                  <a:pt x="2837202" y="620651"/>
                </a:cubicBezTo>
                <a:cubicBezTo>
                  <a:pt x="2833341" y="621294"/>
                  <a:pt x="2835270" y="618077"/>
                  <a:pt x="2828517" y="619042"/>
                </a:cubicBezTo>
                <a:cubicBezTo>
                  <a:pt x="2821757" y="620007"/>
                  <a:pt x="2821757" y="623868"/>
                  <a:pt x="2821757" y="631268"/>
                </a:cubicBezTo>
                <a:cubicBezTo>
                  <a:pt x="2821757" y="638669"/>
                  <a:pt x="2821757" y="643495"/>
                  <a:pt x="2821757" y="646390"/>
                </a:cubicBezTo>
                <a:cubicBezTo>
                  <a:pt x="2821757" y="649286"/>
                  <a:pt x="2819829" y="654434"/>
                  <a:pt x="2821757" y="658938"/>
                </a:cubicBezTo>
                <a:cubicBezTo>
                  <a:pt x="2823690" y="663443"/>
                  <a:pt x="2827549" y="663443"/>
                  <a:pt x="2835270" y="663443"/>
                </a:cubicBezTo>
                <a:cubicBezTo>
                  <a:pt x="2840098" y="665534"/>
                  <a:pt x="2845567" y="665534"/>
                  <a:pt x="2850395" y="663443"/>
                </a:cubicBezTo>
                <a:cubicBezTo>
                  <a:pt x="2853289" y="662800"/>
                  <a:pt x="2861655" y="665695"/>
                  <a:pt x="2857794" y="673095"/>
                </a:cubicBezTo>
                <a:cubicBezTo>
                  <a:pt x="2845858" y="679434"/>
                  <a:pt x="2834370" y="686512"/>
                  <a:pt x="2823366" y="694331"/>
                </a:cubicBezTo>
                <a:cubicBezTo>
                  <a:pt x="2814840" y="700026"/>
                  <a:pt x="2805639" y="704659"/>
                  <a:pt x="2796018" y="708166"/>
                </a:cubicBezTo>
                <a:cubicBezTo>
                  <a:pt x="2790548" y="709774"/>
                  <a:pt x="2789261" y="704948"/>
                  <a:pt x="2785400" y="704948"/>
                </a:cubicBezTo>
                <a:cubicBezTo>
                  <a:pt x="2781538" y="704948"/>
                  <a:pt x="2778323" y="712349"/>
                  <a:pt x="2778323" y="712349"/>
                </a:cubicBezTo>
                <a:cubicBezTo>
                  <a:pt x="2774524" y="716789"/>
                  <a:pt x="2772787" y="722645"/>
                  <a:pt x="2773495" y="728436"/>
                </a:cubicBezTo>
                <a:cubicBezTo>
                  <a:pt x="2773495" y="731332"/>
                  <a:pt x="2773495" y="737767"/>
                  <a:pt x="2773495" y="741628"/>
                </a:cubicBezTo>
                <a:cubicBezTo>
                  <a:pt x="2774140" y="754819"/>
                  <a:pt x="2780895" y="761254"/>
                  <a:pt x="2782183" y="769298"/>
                </a:cubicBezTo>
                <a:cubicBezTo>
                  <a:pt x="2783470" y="777342"/>
                  <a:pt x="2798914" y="778951"/>
                  <a:pt x="2805025" y="777342"/>
                </a:cubicBezTo>
                <a:cubicBezTo>
                  <a:pt x="2816192" y="773416"/>
                  <a:pt x="2826969" y="768461"/>
                  <a:pt x="2837202" y="762541"/>
                </a:cubicBezTo>
                <a:cubicBezTo>
                  <a:pt x="2848173" y="760933"/>
                  <a:pt x="2858952" y="758230"/>
                  <a:pt x="2869378" y="754497"/>
                </a:cubicBezTo>
                <a:cubicBezTo>
                  <a:pt x="2879190" y="748642"/>
                  <a:pt x="2890195" y="745038"/>
                  <a:pt x="2901551" y="743880"/>
                </a:cubicBezTo>
                <a:cubicBezTo>
                  <a:pt x="2910271" y="742014"/>
                  <a:pt x="2918767" y="739311"/>
                  <a:pt x="2926971" y="735836"/>
                </a:cubicBezTo>
                <a:cubicBezTo>
                  <a:pt x="2934371" y="733262"/>
                  <a:pt x="2942027" y="731428"/>
                  <a:pt x="2949814" y="730366"/>
                </a:cubicBezTo>
                <a:cubicBezTo>
                  <a:pt x="2958759" y="730366"/>
                  <a:pt x="2967705" y="729626"/>
                  <a:pt x="2976519" y="728114"/>
                </a:cubicBezTo>
                <a:cubicBezTo>
                  <a:pt x="2980381" y="726827"/>
                  <a:pt x="2997434" y="724897"/>
                  <a:pt x="3024783" y="719427"/>
                </a:cubicBezTo>
                <a:cubicBezTo>
                  <a:pt x="3052129" y="713957"/>
                  <a:pt x="3047627" y="719427"/>
                  <a:pt x="3055349" y="719427"/>
                </a:cubicBezTo>
                <a:cubicBezTo>
                  <a:pt x="3073690" y="715244"/>
                  <a:pt x="3083985" y="689505"/>
                  <a:pt x="3081089" y="668269"/>
                </a:cubicBezTo>
                <a:cubicBezTo>
                  <a:pt x="3078836" y="653147"/>
                  <a:pt x="3065000" y="646712"/>
                  <a:pt x="3059210" y="641886"/>
                </a:cubicBezTo>
                <a:cubicBezTo>
                  <a:pt x="3053418" y="637060"/>
                  <a:pt x="3044409" y="646069"/>
                  <a:pt x="3037332" y="645425"/>
                </a:cubicBezTo>
                <a:cubicBezTo>
                  <a:pt x="3030251" y="644782"/>
                  <a:pt x="3017382" y="654112"/>
                  <a:pt x="3012556" y="654112"/>
                </a:cubicBezTo>
                <a:cubicBezTo>
                  <a:pt x="3005735" y="655142"/>
                  <a:pt x="2998848" y="655785"/>
                  <a:pt x="2991964" y="656043"/>
                </a:cubicBezTo>
                <a:cubicBezTo>
                  <a:pt x="2983020" y="658585"/>
                  <a:pt x="2974202" y="661609"/>
                  <a:pt x="2965579" y="665052"/>
                </a:cubicBezTo>
                <a:cubicBezTo>
                  <a:pt x="2961718" y="665695"/>
                  <a:pt x="2954641" y="665695"/>
                  <a:pt x="2954641" y="658617"/>
                </a:cubicBezTo>
                <a:cubicBezTo>
                  <a:pt x="2954254" y="653887"/>
                  <a:pt x="2955895" y="649190"/>
                  <a:pt x="2959147" y="645747"/>
                </a:cubicBezTo>
                <a:cubicBezTo>
                  <a:pt x="2964937" y="640921"/>
                  <a:pt x="2974589" y="638669"/>
                  <a:pt x="2978772" y="635451"/>
                </a:cubicBezTo>
                <a:cubicBezTo>
                  <a:pt x="2984629" y="631075"/>
                  <a:pt x="2989905" y="625992"/>
                  <a:pt x="2994536" y="620329"/>
                </a:cubicBezTo>
                <a:cubicBezTo>
                  <a:pt x="2996308" y="617079"/>
                  <a:pt x="2996982" y="613379"/>
                  <a:pt x="2996469" y="609711"/>
                </a:cubicBezTo>
                <a:cubicBezTo>
                  <a:pt x="2991932" y="602247"/>
                  <a:pt x="2988972" y="593913"/>
                  <a:pt x="2987781" y="585258"/>
                </a:cubicBezTo>
                <a:cubicBezTo>
                  <a:pt x="2986977" y="580754"/>
                  <a:pt x="2983052" y="577472"/>
                  <a:pt x="2978450" y="577536"/>
                </a:cubicBezTo>
                <a:cubicBezTo>
                  <a:pt x="2971469" y="577086"/>
                  <a:pt x="2964581" y="575895"/>
                  <a:pt x="2957857" y="573997"/>
                </a:cubicBezTo>
                <a:cubicBezTo>
                  <a:pt x="2952710" y="573354"/>
                  <a:pt x="2946599" y="579145"/>
                  <a:pt x="2944666" y="582684"/>
                </a:cubicBezTo>
                <a:cubicBezTo>
                  <a:pt x="2942737" y="586223"/>
                  <a:pt x="2933084" y="593946"/>
                  <a:pt x="2927292" y="588154"/>
                </a:cubicBezTo>
                <a:cubicBezTo>
                  <a:pt x="2924042" y="582749"/>
                  <a:pt x="2923111" y="576249"/>
                  <a:pt x="2924718" y="570136"/>
                </a:cubicBezTo>
                <a:cubicBezTo>
                  <a:pt x="2926971" y="563058"/>
                  <a:pt x="2943059" y="564988"/>
                  <a:pt x="2946920" y="559840"/>
                </a:cubicBezTo>
                <a:cubicBezTo>
                  <a:pt x="2950782" y="554692"/>
                  <a:pt x="2960111" y="554692"/>
                  <a:pt x="2962040" y="552440"/>
                </a:cubicBezTo>
                <a:cubicBezTo>
                  <a:pt x="2966385" y="549223"/>
                  <a:pt x="2971984" y="548289"/>
                  <a:pt x="2977165" y="549866"/>
                </a:cubicBezTo>
                <a:cubicBezTo>
                  <a:pt x="2980702" y="551153"/>
                  <a:pt x="2987460" y="540535"/>
                  <a:pt x="2987460" y="536031"/>
                </a:cubicBezTo>
                <a:cubicBezTo>
                  <a:pt x="2993893" y="506108"/>
                  <a:pt x="3004835" y="484230"/>
                  <a:pt x="3013523" y="453985"/>
                </a:cubicBezTo>
                <a:cubicBezTo>
                  <a:pt x="3014808" y="449481"/>
                  <a:pt x="3027357" y="437576"/>
                  <a:pt x="3027357" y="432750"/>
                </a:cubicBezTo>
                <a:cubicBezTo>
                  <a:pt x="3030285" y="420717"/>
                  <a:pt x="3034595" y="409037"/>
                  <a:pt x="3040226" y="398001"/>
                </a:cubicBezTo>
                <a:cubicBezTo>
                  <a:pt x="3043187" y="391437"/>
                  <a:pt x="3043863" y="384069"/>
                  <a:pt x="3042157" y="377088"/>
                </a:cubicBezTo>
                <a:cubicBezTo>
                  <a:pt x="3041835" y="374513"/>
                  <a:pt x="3049557" y="361322"/>
                  <a:pt x="3049557" y="353922"/>
                </a:cubicBezTo>
                <a:cubicBezTo>
                  <a:pt x="3046983" y="344333"/>
                  <a:pt x="3041191" y="335936"/>
                  <a:pt x="3033149" y="330112"/>
                </a:cubicBezTo>
                <a:cubicBezTo>
                  <a:pt x="3030251" y="328182"/>
                  <a:pt x="3027357" y="317564"/>
                  <a:pt x="3024783" y="315956"/>
                </a:cubicBezTo>
                <a:cubicBezTo>
                  <a:pt x="3012395" y="314894"/>
                  <a:pt x="2999911" y="315762"/>
                  <a:pt x="2987781" y="318530"/>
                </a:cubicBezTo>
                <a:cubicBezTo>
                  <a:pt x="2981668" y="319173"/>
                  <a:pt x="2975234" y="314025"/>
                  <a:pt x="2967832" y="314025"/>
                </a:cubicBezTo>
                <a:close/>
                <a:moveTo>
                  <a:pt x="3265128" y="115829"/>
                </a:moveTo>
                <a:cubicBezTo>
                  <a:pt x="5003938" y="116537"/>
                  <a:pt x="6413144" y="1526306"/>
                  <a:pt x="6413144" y="3265093"/>
                </a:cubicBezTo>
                <a:cubicBezTo>
                  <a:pt x="6413144" y="3265512"/>
                  <a:pt x="6413144" y="3265962"/>
                  <a:pt x="6413144" y="3266381"/>
                </a:cubicBezTo>
                <a:cubicBezTo>
                  <a:pt x="6412437" y="5005683"/>
                  <a:pt x="5001878" y="6415067"/>
                  <a:pt x="3262556" y="6414359"/>
                </a:cubicBezTo>
                <a:cubicBezTo>
                  <a:pt x="1523233" y="6413651"/>
                  <a:pt x="113834" y="5003110"/>
                  <a:pt x="114542" y="3263806"/>
                </a:cubicBezTo>
                <a:cubicBezTo>
                  <a:pt x="115250" y="1524504"/>
                  <a:pt x="1525807" y="115121"/>
                  <a:pt x="3265128" y="115829"/>
                </a:cubicBezTo>
                <a:close/>
                <a:moveTo>
                  <a:pt x="3265128" y="73037"/>
                </a:moveTo>
                <a:cubicBezTo>
                  <a:pt x="1502194" y="73037"/>
                  <a:pt x="73038" y="1502177"/>
                  <a:pt x="73038" y="3265093"/>
                </a:cubicBezTo>
                <a:cubicBezTo>
                  <a:pt x="73038" y="5028012"/>
                  <a:pt x="1502194" y="6457150"/>
                  <a:pt x="3265128" y="6457150"/>
                </a:cubicBezTo>
                <a:cubicBezTo>
                  <a:pt x="5027200" y="6455028"/>
                  <a:pt x="6455101" y="5027144"/>
                  <a:pt x="6457223" y="3265093"/>
                </a:cubicBezTo>
                <a:cubicBezTo>
                  <a:pt x="6457223" y="1502177"/>
                  <a:pt x="5028070" y="73037"/>
                  <a:pt x="3265128" y="73037"/>
                </a:cubicBezTo>
                <a:close/>
                <a:moveTo>
                  <a:pt x="3265128" y="0"/>
                </a:moveTo>
                <a:cubicBezTo>
                  <a:pt x="5067515" y="2124"/>
                  <a:pt x="6528137" y="1462731"/>
                  <a:pt x="6530262" y="3265093"/>
                </a:cubicBezTo>
                <a:cubicBezTo>
                  <a:pt x="6530262" y="5068360"/>
                  <a:pt x="5068416" y="6530188"/>
                  <a:pt x="3265128" y="6530188"/>
                </a:cubicBezTo>
                <a:cubicBezTo>
                  <a:pt x="1461847" y="6530188"/>
                  <a:pt x="0" y="5068360"/>
                  <a:pt x="0" y="3265093"/>
                </a:cubicBezTo>
                <a:cubicBezTo>
                  <a:pt x="0" y="1461830"/>
                  <a:pt x="1461847" y="0"/>
                  <a:pt x="3265128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1604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45" name="任意多边形: 形状 44"/>
          <p:cNvSpPr/>
          <p:nvPr/>
        </p:nvSpPr>
        <p:spPr>
          <a:xfrm>
            <a:off x="8926869" y="163906"/>
            <a:ext cx="6530262" cy="6530188"/>
          </a:xfrm>
          <a:custGeom>
            <a:avLst/>
            <a:gdLst>
              <a:gd name="connsiteX0" fmla="*/ 3768183 w 6530262"/>
              <a:gd name="connsiteY0" fmla="*/ 5879216 h 6530188"/>
              <a:gd name="connsiteX1" fmla="*/ 3819829 w 6530262"/>
              <a:gd name="connsiteY1" fmla="*/ 5898597 h 6530188"/>
              <a:gd name="connsiteX2" fmla="*/ 3856187 w 6530262"/>
              <a:gd name="connsiteY2" fmla="*/ 5975816 h 6530188"/>
              <a:gd name="connsiteX3" fmla="*/ 3851038 w 6530262"/>
              <a:gd name="connsiteY3" fmla="*/ 6058828 h 6530188"/>
              <a:gd name="connsiteX4" fmla="*/ 3839777 w 6530262"/>
              <a:gd name="connsiteY4" fmla="*/ 6075623 h 6530188"/>
              <a:gd name="connsiteX5" fmla="*/ 3736173 w 6530262"/>
              <a:gd name="connsiteY5" fmla="*/ 6081349 h 6530188"/>
              <a:gd name="connsiteX6" fmla="*/ 3700137 w 6530262"/>
              <a:gd name="connsiteY6" fmla="*/ 6006061 h 6530188"/>
              <a:gd name="connsiteX7" fmla="*/ 3705286 w 6530262"/>
              <a:gd name="connsiteY7" fmla="*/ 5920798 h 6530188"/>
              <a:gd name="connsiteX8" fmla="*/ 3717962 w 6530262"/>
              <a:gd name="connsiteY8" fmla="*/ 5902040 h 6530188"/>
              <a:gd name="connsiteX9" fmla="*/ 3768183 w 6530262"/>
              <a:gd name="connsiteY9" fmla="*/ 5879216 h 6530188"/>
              <a:gd name="connsiteX10" fmla="*/ 3382246 w 6530262"/>
              <a:gd name="connsiteY10" fmla="*/ 5877685 h 6530188"/>
              <a:gd name="connsiteX11" fmla="*/ 3166996 w 6530262"/>
              <a:gd name="connsiteY11" fmla="*/ 5881545 h 6530188"/>
              <a:gd name="connsiteX12" fmla="*/ 3172787 w 6530262"/>
              <a:gd name="connsiteY12" fmla="*/ 6199432 h 6530188"/>
              <a:gd name="connsiteX13" fmla="*/ 3389004 w 6530262"/>
              <a:gd name="connsiteY13" fmla="*/ 6195249 h 6530188"/>
              <a:gd name="connsiteX14" fmla="*/ 3389004 w 6530262"/>
              <a:gd name="connsiteY14" fmla="*/ 6166935 h 6530188"/>
              <a:gd name="connsiteX15" fmla="*/ 3389004 w 6530262"/>
              <a:gd name="connsiteY15" fmla="*/ 6138943 h 6530188"/>
              <a:gd name="connsiteX16" fmla="*/ 3228128 w 6530262"/>
              <a:gd name="connsiteY16" fmla="*/ 6141839 h 6530188"/>
              <a:gd name="connsiteX17" fmla="*/ 3228128 w 6530262"/>
              <a:gd name="connsiteY17" fmla="*/ 6059150 h 6530188"/>
              <a:gd name="connsiteX18" fmla="*/ 3370986 w 6530262"/>
              <a:gd name="connsiteY18" fmla="*/ 6056576 h 6530188"/>
              <a:gd name="connsiteX19" fmla="*/ 3370986 w 6530262"/>
              <a:gd name="connsiteY19" fmla="*/ 6029227 h 6530188"/>
              <a:gd name="connsiteX20" fmla="*/ 3370986 w 6530262"/>
              <a:gd name="connsiteY20" fmla="*/ 6001879 h 6530188"/>
              <a:gd name="connsiteX21" fmla="*/ 3228128 w 6530262"/>
              <a:gd name="connsiteY21" fmla="*/ 6004453 h 6530188"/>
              <a:gd name="connsiteX22" fmla="*/ 3228128 w 6530262"/>
              <a:gd name="connsiteY22" fmla="*/ 5936886 h 6530188"/>
              <a:gd name="connsiteX23" fmla="*/ 3382246 w 6530262"/>
              <a:gd name="connsiteY23" fmla="*/ 5934311 h 6530188"/>
              <a:gd name="connsiteX24" fmla="*/ 3382246 w 6530262"/>
              <a:gd name="connsiteY24" fmla="*/ 5905999 h 6530188"/>
              <a:gd name="connsiteX25" fmla="*/ 2854576 w 6530262"/>
              <a:gd name="connsiteY25" fmla="*/ 5853231 h 6530188"/>
              <a:gd name="connsiteX26" fmla="*/ 2851037 w 6530262"/>
              <a:gd name="connsiteY26" fmla="*/ 5881223 h 6530188"/>
              <a:gd name="connsiteX27" fmla="*/ 2847819 w 6530262"/>
              <a:gd name="connsiteY27" fmla="*/ 5909215 h 6530188"/>
              <a:gd name="connsiteX28" fmla="*/ 2935335 w 6530262"/>
              <a:gd name="connsiteY28" fmla="*/ 5919833 h 6530188"/>
              <a:gd name="connsiteX29" fmla="*/ 2903160 w 6530262"/>
              <a:gd name="connsiteY29" fmla="*/ 6179162 h 6530188"/>
              <a:gd name="connsiteX30" fmla="*/ 2935335 w 6530262"/>
              <a:gd name="connsiteY30" fmla="*/ 6183023 h 6530188"/>
              <a:gd name="connsiteX31" fmla="*/ 2965259 w 6530262"/>
              <a:gd name="connsiteY31" fmla="*/ 6186562 h 6530188"/>
              <a:gd name="connsiteX32" fmla="*/ 2997434 w 6530262"/>
              <a:gd name="connsiteY32" fmla="*/ 5927234 h 6530188"/>
              <a:gd name="connsiteX33" fmla="*/ 3085272 w 6530262"/>
              <a:gd name="connsiteY33" fmla="*/ 5938173 h 6530188"/>
              <a:gd name="connsiteX34" fmla="*/ 3088488 w 6530262"/>
              <a:gd name="connsiteY34" fmla="*/ 5909859 h 6530188"/>
              <a:gd name="connsiteX35" fmla="*/ 3090418 w 6530262"/>
              <a:gd name="connsiteY35" fmla="*/ 5882189 h 6530188"/>
              <a:gd name="connsiteX36" fmla="*/ 3793139 w 6530262"/>
              <a:gd name="connsiteY36" fmla="*/ 5824854 h 6530188"/>
              <a:gd name="connsiteX37" fmla="*/ 3655413 w 6530262"/>
              <a:gd name="connsiteY37" fmla="*/ 5890554 h 6530188"/>
              <a:gd name="connsiteX38" fmla="*/ 3641578 w 6530262"/>
              <a:gd name="connsiteY38" fmla="*/ 6019253 h 6530188"/>
              <a:gd name="connsiteX39" fmla="*/ 3702067 w 6530262"/>
              <a:gd name="connsiteY39" fmla="*/ 6130900 h 6530188"/>
              <a:gd name="connsiteX40" fmla="*/ 3711301 w 6530262"/>
              <a:gd name="connsiteY40" fmla="*/ 6137142 h 6530188"/>
              <a:gd name="connsiteX41" fmla="*/ 3903484 w 6530262"/>
              <a:gd name="connsiteY41" fmla="*/ 6091647 h 6530188"/>
              <a:gd name="connsiteX42" fmla="*/ 3917319 w 6530262"/>
              <a:gd name="connsiteY42" fmla="*/ 5965521 h 6530188"/>
              <a:gd name="connsiteX43" fmla="*/ 3856829 w 6530262"/>
              <a:gd name="connsiteY43" fmla="*/ 5851301 h 6530188"/>
              <a:gd name="connsiteX44" fmla="*/ 3844797 w 6530262"/>
              <a:gd name="connsiteY44" fmla="*/ 5843194 h 6530188"/>
              <a:gd name="connsiteX45" fmla="*/ 3793139 w 6530262"/>
              <a:gd name="connsiteY45" fmla="*/ 5824854 h 6530188"/>
              <a:gd name="connsiteX46" fmla="*/ 2557278 w 6530262"/>
              <a:gd name="connsiteY46" fmla="*/ 5785021 h 6530188"/>
              <a:gd name="connsiteX47" fmla="*/ 2509336 w 6530262"/>
              <a:gd name="connsiteY47" fmla="*/ 5978070 h 6530188"/>
              <a:gd name="connsiteX48" fmla="*/ 2514163 w 6530262"/>
              <a:gd name="connsiteY48" fmla="*/ 6079098 h 6530188"/>
              <a:gd name="connsiteX49" fmla="*/ 2592994 w 6530262"/>
              <a:gd name="connsiteY49" fmla="*/ 6131222 h 6530188"/>
              <a:gd name="connsiteX50" fmla="*/ 2687908 w 6530262"/>
              <a:gd name="connsiteY50" fmla="*/ 6123821 h 6530188"/>
              <a:gd name="connsiteX51" fmla="*/ 2738425 w 6530262"/>
              <a:gd name="connsiteY51" fmla="*/ 6035019 h 6530188"/>
              <a:gd name="connsiteX52" fmla="*/ 2785078 w 6530262"/>
              <a:gd name="connsiteY52" fmla="*/ 5841970 h 6530188"/>
              <a:gd name="connsiteX53" fmla="*/ 2755477 w 6530262"/>
              <a:gd name="connsiteY53" fmla="*/ 5834570 h 6530188"/>
              <a:gd name="connsiteX54" fmla="*/ 2725877 w 6530262"/>
              <a:gd name="connsiteY54" fmla="*/ 5827492 h 6530188"/>
              <a:gd name="connsiteX55" fmla="*/ 2677292 w 6530262"/>
              <a:gd name="connsiteY55" fmla="*/ 6020541 h 6530188"/>
              <a:gd name="connsiteX56" fmla="*/ 2651872 w 6530262"/>
              <a:gd name="connsiteY56" fmla="*/ 6068481 h 6530188"/>
              <a:gd name="connsiteX57" fmla="*/ 2605540 w 6530262"/>
              <a:gd name="connsiteY57" fmla="*/ 6072986 h 6530188"/>
              <a:gd name="connsiteX58" fmla="*/ 2568218 w 6530262"/>
              <a:gd name="connsiteY58" fmla="*/ 6046280 h 6530188"/>
              <a:gd name="connsiteX59" fmla="*/ 2568218 w 6530262"/>
              <a:gd name="connsiteY59" fmla="*/ 5992870 h 6530188"/>
              <a:gd name="connsiteX60" fmla="*/ 2616481 w 6530262"/>
              <a:gd name="connsiteY60" fmla="*/ 5799821 h 6530188"/>
              <a:gd name="connsiteX61" fmla="*/ 2586879 w 6530262"/>
              <a:gd name="connsiteY61" fmla="*/ 5792422 h 6530188"/>
              <a:gd name="connsiteX62" fmla="*/ 4171825 w 6530262"/>
              <a:gd name="connsiteY62" fmla="*/ 5721959 h 6530188"/>
              <a:gd name="connsiteX63" fmla="*/ 3973947 w 6530262"/>
              <a:gd name="connsiteY63" fmla="*/ 5786308 h 6530188"/>
              <a:gd name="connsiteX64" fmla="*/ 4070473 w 6530262"/>
              <a:gd name="connsiteY64" fmla="*/ 6088429 h 6530188"/>
              <a:gd name="connsiteX65" fmla="*/ 4099751 w 6530262"/>
              <a:gd name="connsiteY65" fmla="*/ 6078777 h 6530188"/>
              <a:gd name="connsiteX66" fmla="*/ 4128710 w 6530262"/>
              <a:gd name="connsiteY66" fmla="*/ 6069446 h 6530188"/>
              <a:gd name="connsiteX67" fmla="*/ 4088491 w 6530262"/>
              <a:gd name="connsiteY67" fmla="*/ 5941712 h 6530188"/>
              <a:gd name="connsiteX68" fmla="*/ 4210434 w 6530262"/>
              <a:gd name="connsiteY68" fmla="*/ 5902137 h 6530188"/>
              <a:gd name="connsiteX69" fmla="*/ 4202070 w 6530262"/>
              <a:gd name="connsiteY69" fmla="*/ 5876075 h 6530188"/>
              <a:gd name="connsiteX70" fmla="*/ 4193382 w 6530262"/>
              <a:gd name="connsiteY70" fmla="*/ 5850014 h 6530188"/>
              <a:gd name="connsiteX71" fmla="*/ 4071759 w 6530262"/>
              <a:gd name="connsiteY71" fmla="*/ 5889589 h 6530188"/>
              <a:gd name="connsiteX72" fmla="*/ 4049558 w 6530262"/>
              <a:gd name="connsiteY72" fmla="*/ 5821057 h 6530188"/>
              <a:gd name="connsiteX73" fmla="*/ 4189199 w 6530262"/>
              <a:gd name="connsiteY73" fmla="*/ 5775690 h 6530188"/>
              <a:gd name="connsiteX74" fmla="*/ 4180511 w 6530262"/>
              <a:gd name="connsiteY74" fmla="*/ 5748663 h 6530188"/>
              <a:gd name="connsiteX75" fmla="*/ 2265449 w 6530262"/>
              <a:gd name="connsiteY75" fmla="*/ 5685601 h 6530188"/>
              <a:gd name="connsiteX76" fmla="*/ 2256118 w 6530262"/>
              <a:gd name="connsiteY76" fmla="*/ 5712306 h 6530188"/>
              <a:gd name="connsiteX77" fmla="*/ 2247109 w 6530262"/>
              <a:gd name="connsiteY77" fmla="*/ 5739011 h 6530188"/>
              <a:gd name="connsiteX78" fmla="*/ 2330442 w 6530262"/>
              <a:gd name="connsiteY78" fmla="*/ 5767646 h 6530188"/>
              <a:gd name="connsiteX79" fmla="*/ 2245499 w 6530262"/>
              <a:gd name="connsiteY79" fmla="*/ 6014748 h 6530188"/>
              <a:gd name="connsiteX80" fmla="*/ 2274458 w 6530262"/>
              <a:gd name="connsiteY80" fmla="*/ 6024723 h 6530188"/>
              <a:gd name="connsiteX81" fmla="*/ 2303094 w 6530262"/>
              <a:gd name="connsiteY81" fmla="*/ 6034698 h 6530188"/>
              <a:gd name="connsiteX82" fmla="*/ 2388037 w 6530262"/>
              <a:gd name="connsiteY82" fmla="*/ 5787595 h 6530188"/>
              <a:gd name="connsiteX83" fmla="*/ 2471693 w 6530262"/>
              <a:gd name="connsiteY83" fmla="*/ 5816231 h 6530188"/>
              <a:gd name="connsiteX84" fmla="*/ 2481022 w 6530262"/>
              <a:gd name="connsiteY84" fmla="*/ 5789525 h 6530188"/>
              <a:gd name="connsiteX85" fmla="*/ 2490676 w 6530262"/>
              <a:gd name="connsiteY85" fmla="*/ 5763142 h 6530188"/>
              <a:gd name="connsiteX86" fmla="*/ 2149940 w 6530262"/>
              <a:gd name="connsiteY86" fmla="*/ 5628973 h 6530188"/>
              <a:gd name="connsiteX87" fmla="*/ 2015771 w 6530262"/>
              <a:gd name="connsiteY87" fmla="*/ 5916938 h 6530188"/>
              <a:gd name="connsiteX88" fmla="*/ 2043441 w 6530262"/>
              <a:gd name="connsiteY88" fmla="*/ 5929808 h 6530188"/>
              <a:gd name="connsiteX89" fmla="*/ 2070789 w 6530262"/>
              <a:gd name="connsiteY89" fmla="*/ 5942677 h 6530188"/>
              <a:gd name="connsiteX90" fmla="*/ 2205281 w 6530262"/>
              <a:gd name="connsiteY90" fmla="*/ 5654714 h 6530188"/>
              <a:gd name="connsiteX91" fmla="*/ 2177288 w 6530262"/>
              <a:gd name="connsiteY91" fmla="*/ 5641843 h 6530188"/>
              <a:gd name="connsiteX92" fmla="*/ 4560177 w 6530262"/>
              <a:gd name="connsiteY92" fmla="*/ 5533736 h 6530188"/>
              <a:gd name="connsiteX93" fmla="*/ 4350397 w 6530262"/>
              <a:gd name="connsiteY93" fmla="*/ 5645061 h 6530188"/>
              <a:gd name="connsiteX94" fmla="*/ 4363588 w 6530262"/>
              <a:gd name="connsiteY94" fmla="*/ 5670157 h 6530188"/>
              <a:gd name="connsiteX95" fmla="*/ 4376781 w 6530262"/>
              <a:gd name="connsiteY95" fmla="*/ 5694932 h 6530188"/>
              <a:gd name="connsiteX96" fmla="*/ 4454644 w 6530262"/>
              <a:gd name="connsiteY96" fmla="*/ 5653426 h 6530188"/>
              <a:gd name="connsiteX97" fmla="*/ 4577553 w 6530262"/>
              <a:gd name="connsiteY97" fmla="*/ 5884119 h 6530188"/>
              <a:gd name="connsiteX98" fmla="*/ 4604579 w 6530262"/>
              <a:gd name="connsiteY98" fmla="*/ 5869962 h 6530188"/>
              <a:gd name="connsiteX99" fmla="*/ 4631285 w 6530262"/>
              <a:gd name="connsiteY99" fmla="*/ 5855484 h 6530188"/>
              <a:gd name="connsiteX100" fmla="*/ 4508698 w 6530262"/>
              <a:gd name="connsiteY100" fmla="*/ 5624790 h 6530188"/>
              <a:gd name="connsiteX101" fmla="*/ 4586561 w 6530262"/>
              <a:gd name="connsiteY101" fmla="*/ 5583286 h 6530188"/>
              <a:gd name="connsiteX102" fmla="*/ 4573370 w 6530262"/>
              <a:gd name="connsiteY102" fmla="*/ 5558510 h 6530188"/>
              <a:gd name="connsiteX103" fmla="*/ 1876452 w 6530262"/>
              <a:gd name="connsiteY103" fmla="*/ 5480326 h 6530188"/>
              <a:gd name="connsiteX104" fmla="*/ 1863903 w 6530262"/>
              <a:gd name="connsiteY104" fmla="*/ 5506710 h 6530188"/>
              <a:gd name="connsiteX105" fmla="*/ 1850390 w 6530262"/>
              <a:gd name="connsiteY105" fmla="*/ 5531484 h 6530188"/>
              <a:gd name="connsiteX106" fmla="*/ 1927611 w 6530262"/>
              <a:gd name="connsiteY106" fmla="*/ 5574277 h 6530188"/>
              <a:gd name="connsiteX107" fmla="*/ 1800840 w 6530262"/>
              <a:gd name="connsiteY107" fmla="*/ 5802717 h 6530188"/>
              <a:gd name="connsiteX108" fmla="*/ 1827546 w 6530262"/>
              <a:gd name="connsiteY108" fmla="*/ 5817518 h 6530188"/>
              <a:gd name="connsiteX109" fmla="*/ 1854251 w 6530262"/>
              <a:gd name="connsiteY109" fmla="*/ 5832318 h 6530188"/>
              <a:gd name="connsiteX110" fmla="*/ 1979735 w 6530262"/>
              <a:gd name="connsiteY110" fmla="*/ 5601947 h 6530188"/>
              <a:gd name="connsiteX111" fmla="*/ 2056954 w 6530262"/>
              <a:gd name="connsiteY111" fmla="*/ 5644739 h 6530188"/>
              <a:gd name="connsiteX112" fmla="*/ 2070469 w 6530262"/>
              <a:gd name="connsiteY112" fmla="*/ 5620286 h 6530188"/>
              <a:gd name="connsiteX113" fmla="*/ 2084304 w 6530262"/>
              <a:gd name="connsiteY113" fmla="*/ 5595511 h 6530188"/>
              <a:gd name="connsiteX114" fmla="*/ 3874205 w 6530262"/>
              <a:gd name="connsiteY114" fmla="*/ 5433993 h 6530188"/>
              <a:gd name="connsiteX115" fmla="*/ 3874205 w 6530262"/>
              <a:gd name="connsiteY115" fmla="*/ 5434959 h 6530188"/>
              <a:gd name="connsiteX116" fmla="*/ 3886752 w 6530262"/>
              <a:gd name="connsiteY116" fmla="*/ 5462307 h 6530188"/>
              <a:gd name="connsiteX117" fmla="*/ 3873883 w 6530262"/>
              <a:gd name="connsiteY117" fmla="*/ 5543387 h 6530188"/>
              <a:gd name="connsiteX118" fmla="*/ 3866162 w 6530262"/>
              <a:gd name="connsiteY118" fmla="*/ 5466168 h 6530188"/>
              <a:gd name="connsiteX119" fmla="*/ 3874205 w 6530262"/>
              <a:gd name="connsiteY119" fmla="*/ 5433993 h 6530188"/>
              <a:gd name="connsiteX120" fmla="*/ 3330767 w 6530262"/>
              <a:gd name="connsiteY120" fmla="*/ 5433993 h 6530188"/>
              <a:gd name="connsiteX121" fmla="*/ 3330767 w 6530262"/>
              <a:gd name="connsiteY121" fmla="*/ 5434959 h 6530188"/>
              <a:gd name="connsiteX122" fmla="*/ 3343316 w 6530262"/>
              <a:gd name="connsiteY122" fmla="*/ 5462307 h 6530188"/>
              <a:gd name="connsiteX123" fmla="*/ 3330445 w 6530262"/>
              <a:gd name="connsiteY123" fmla="*/ 5543387 h 6530188"/>
              <a:gd name="connsiteX124" fmla="*/ 3322723 w 6530262"/>
              <a:gd name="connsiteY124" fmla="*/ 5466168 h 6530188"/>
              <a:gd name="connsiteX125" fmla="*/ 3330767 w 6530262"/>
              <a:gd name="connsiteY125" fmla="*/ 5433993 h 6530188"/>
              <a:gd name="connsiteX126" fmla="*/ 3784113 w 6530262"/>
              <a:gd name="connsiteY126" fmla="*/ 5429167 h 6530188"/>
              <a:gd name="connsiteX127" fmla="*/ 3796018 w 6530262"/>
              <a:gd name="connsiteY127" fmla="*/ 5461342 h 6530188"/>
              <a:gd name="connsiteX128" fmla="*/ 3785724 w 6530262"/>
              <a:gd name="connsiteY128" fmla="*/ 5540814 h 6530188"/>
              <a:gd name="connsiteX129" fmla="*/ 3770600 w 6530262"/>
              <a:gd name="connsiteY129" fmla="*/ 5463916 h 6530188"/>
              <a:gd name="connsiteX130" fmla="*/ 3784113 w 6530262"/>
              <a:gd name="connsiteY130" fmla="*/ 5430133 h 6530188"/>
              <a:gd name="connsiteX131" fmla="*/ 3240677 w 6530262"/>
              <a:gd name="connsiteY131" fmla="*/ 5429167 h 6530188"/>
              <a:gd name="connsiteX132" fmla="*/ 3252582 w 6530262"/>
              <a:gd name="connsiteY132" fmla="*/ 5461342 h 6530188"/>
              <a:gd name="connsiteX133" fmla="*/ 3242608 w 6530262"/>
              <a:gd name="connsiteY133" fmla="*/ 5542422 h 6530188"/>
              <a:gd name="connsiteX134" fmla="*/ 3227163 w 6530262"/>
              <a:gd name="connsiteY134" fmla="*/ 5463916 h 6530188"/>
              <a:gd name="connsiteX135" fmla="*/ 3240677 w 6530262"/>
              <a:gd name="connsiteY135" fmla="*/ 5430133 h 6530188"/>
              <a:gd name="connsiteX136" fmla="*/ 2693220 w 6530262"/>
              <a:gd name="connsiteY136" fmla="*/ 5428805 h 6530188"/>
              <a:gd name="connsiteX137" fmla="*/ 2703356 w 6530262"/>
              <a:gd name="connsiteY137" fmla="*/ 5433350 h 6530188"/>
              <a:gd name="connsiteX138" fmla="*/ 2705609 w 6530262"/>
              <a:gd name="connsiteY138" fmla="*/ 5537596 h 6530188"/>
              <a:gd name="connsiteX139" fmla="*/ 2685979 w 6530262"/>
              <a:gd name="connsiteY139" fmla="*/ 5537596 h 6530188"/>
              <a:gd name="connsiteX140" fmla="*/ 2685979 w 6530262"/>
              <a:gd name="connsiteY140" fmla="*/ 5431420 h 6530188"/>
              <a:gd name="connsiteX141" fmla="*/ 2685979 w 6530262"/>
              <a:gd name="connsiteY141" fmla="*/ 5430776 h 6530188"/>
              <a:gd name="connsiteX142" fmla="*/ 2693220 w 6530262"/>
              <a:gd name="connsiteY142" fmla="*/ 5428805 h 6530188"/>
              <a:gd name="connsiteX143" fmla="*/ 2780578 w 6530262"/>
              <a:gd name="connsiteY143" fmla="*/ 5423377 h 6530188"/>
              <a:gd name="connsiteX144" fmla="*/ 2789587 w 6530262"/>
              <a:gd name="connsiteY144" fmla="*/ 5461343 h 6530188"/>
              <a:gd name="connsiteX145" fmla="*/ 2780578 w 6530262"/>
              <a:gd name="connsiteY145" fmla="*/ 5536954 h 6530188"/>
              <a:gd name="connsiteX146" fmla="*/ 2770927 w 6530262"/>
              <a:gd name="connsiteY146" fmla="*/ 5461343 h 6530188"/>
              <a:gd name="connsiteX147" fmla="*/ 2780578 w 6530262"/>
              <a:gd name="connsiteY147" fmla="*/ 5423377 h 6530188"/>
              <a:gd name="connsiteX148" fmla="*/ 2727811 w 6530262"/>
              <a:gd name="connsiteY148" fmla="*/ 5415975 h 6530188"/>
              <a:gd name="connsiteX149" fmla="*/ 2727880 w 6530262"/>
              <a:gd name="connsiteY149" fmla="*/ 5418142 h 6530188"/>
              <a:gd name="connsiteX150" fmla="*/ 2727811 w 6530262"/>
              <a:gd name="connsiteY150" fmla="*/ 5418228 h 6530188"/>
              <a:gd name="connsiteX151" fmla="*/ 2742579 w 6530262"/>
              <a:gd name="connsiteY151" fmla="*/ 5410297 h 6530188"/>
              <a:gd name="connsiteX152" fmla="*/ 2750334 w 6530262"/>
              <a:gd name="connsiteY152" fmla="*/ 5415975 h 6530188"/>
              <a:gd name="connsiteX153" fmla="*/ 2754194 w 6530262"/>
              <a:gd name="connsiteY153" fmla="*/ 5544674 h 6530188"/>
              <a:gd name="connsiteX154" fmla="*/ 2731994 w 6530262"/>
              <a:gd name="connsiteY154" fmla="*/ 5544674 h 6530188"/>
              <a:gd name="connsiteX155" fmla="*/ 2727880 w 6530262"/>
              <a:gd name="connsiteY155" fmla="*/ 5418142 h 6530188"/>
              <a:gd name="connsiteX156" fmla="*/ 2733088 w 6530262"/>
              <a:gd name="connsiteY156" fmla="*/ 5411760 h 6530188"/>
              <a:gd name="connsiteX157" fmla="*/ 2742579 w 6530262"/>
              <a:gd name="connsiteY157" fmla="*/ 5410297 h 6530188"/>
              <a:gd name="connsiteX158" fmla="*/ 3833020 w 6530262"/>
              <a:gd name="connsiteY158" fmla="*/ 5406967 h 6530188"/>
              <a:gd name="connsiteX159" fmla="*/ 3844603 w 6530262"/>
              <a:gd name="connsiteY159" fmla="*/ 5455229 h 6530188"/>
              <a:gd name="connsiteX160" fmla="*/ 3831090 w 6530262"/>
              <a:gd name="connsiteY160" fmla="*/ 5548858 h 6530188"/>
              <a:gd name="connsiteX161" fmla="*/ 3817255 w 6530262"/>
              <a:gd name="connsiteY161" fmla="*/ 5453942 h 6530188"/>
              <a:gd name="connsiteX162" fmla="*/ 3833020 w 6530262"/>
              <a:gd name="connsiteY162" fmla="*/ 5406967 h 6530188"/>
              <a:gd name="connsiteX163" fmla="*/ 3289582 w 6530262"/>
              <a:gd name="connsiteY163" fmla="*/ 5406967 h 6530188"/>
              <a:gd name="connsiteX164" fmla="*/ 3301167 w 6530262"/>
              <a:gd name="connsiteY164" fmla="*/ 5455229 h 6530188"/>
              <a:gd name="connsiteX165" fmla="*/ 3287652 w 6530262"/>
              <a:gd name="connsiteY165" fmla="*/ 5548858 h 6530188"/>
              <a:gd name="connsiteX166" fmla="*/ 3273817 w 6530262"/>
              <a:gd name="connsiteY166" fmla="*/ 5453942 h 6530188"/>
              <a:gd name="connsiteX167" fmla="*/ 3289582 w 6530262"/>
              <a:gd name="connsiteY167" fmla="*/ 5406967 h 6530188"/>
              <a:gd name="connsiteX168" fmla="*/ 2421179 w 6530262"/>
              <a:gd name="connsiteY168" fmla="*/ 5396992 h 6530188"/>
              <a:gd name="connsiteX169" fmla="*/ 2421895 w 6530262"/>
              <a:gd name="connsiteY169" fmla="*/ 5398389 h 6530188"/>
              <a:gd name="connsiteX170" fmla="*/ 2420215 w 6530262"/>
              <a:gd name="connsiteY170" fmla="*/ 5398280 h 6530188"/>
              <a:gd name="connsiteX171" fmla="*/ 4805031 w 6530262"/>
              <a:gd name="connsiteY171" fmla="*/ 5379619 h 6530188"/>
              <a:gd name="connsiteX172" fmla="*/ 4624528 w 6530262"/>
              <a:gd name="connsiteY172" fmla="*/ 5496735 h 6530188"/>
              <a:gd name="connsiteX173" fmla="*/ 4797630 w 6530262"/>
              <a:gd name="connsiteY173" fmla="*/ 5763142 h 6530188"/>
              <a:gd name="connsiteX174" fmla="*/ 4982959 w 6530262"/>
              <a:gd name="connsiteY174" fmla="*/ 5641522 h 6530188"/>
              <a:gd name="connsiteX175" fmla="*/ 4967515 w 6530262"/>
              <a:gd name="connsiteY175" fmla="*/ 5617712 h 6530188"/>
              <a:gd name="connsiteX176" fmla="*/ 4952392 w 6530262"/>
              <a:gd name="connsiteY176" fmla="*/ 5594225 h 6530188"/>
              <a:gd name="connsiteX177" fmla="*/ 4817578 w 6530262"/>
              <a:gd name="connsiteY177" fmla="*/ 5681740 h 6530188"/>
              <a:gd name="connsiteX178" fmla="*/ 4772212 w 6530262"/>
              <a:gd name="connsiteY178" fmla="*/ 5612564 h 6530188"/>
              <a:gd name="connsiteX179" fmla="*/ 4893191 w 6530262"/>
              <a:gd name="connsiteY179" fmla="*/ 5535345 h 6530188"/>
              <a:gd name="connsiteX180" fmla="*/ 4878390 w 6530262"/>
              <a:gd name="connsiteY180" fmla="*/ 5512179 h 6530188"/>
              <a:gd name="connsiteX181" fmla="*/ 4863590 w 6530262"/>
              <a:gd name="connsiteY181" fmla="*/ 5489335 h 6530188"/>
              <a:gd name="connsiteX182" fmla="*/ 4743576 w 6530262"/>
              <a:gd name="connsiteY182" fmla="*/ 5567198 h 6530188"/>
              <a:gd name="connsiteX183" fmla="*/ 4706896 w 6530262"/>
              <a:gd name="connsiteY183" fmla="*/ 5510570 h 6530188"/>
              <a:gd name="connsiteX184" fmla="*/ 4835596 w 6530262"/>
              <a:gd name="connsiteY184" fmla="*/ 5426916 h 6530188"/>
              <a:gd name="connsiteX185" fmla="*/ 4820475 w 6530262"/>
              <a:gd name="connsiteY185" fmla="*/ 5403107 h 6530188"/>
              <a:gd name="connsiteX186" fmla="*/ 1652834 w 6530262"/>
              <a:gd name="connsiteY186" fmla="*/ 5347444 h 6530188"/>
              <a:gd name="connsiteX187" fmla="*/ 1584945 w 6530262"/>
              <a:gd name="connsiteY187" fmla="*/ 5388628 h 6530188"/>
              <a:gd name="connsiteX188" fmla="*/ 1567892 w 6530262"/>
              <a:gd name="connsiteY188" fmla="*/ 5451369 h 6530188"/>
              <a:gd name="connsiteX189" fmla="*/ 1621624 w 6530262"/>
              <a:gd name="connsiteY189" fmla="*/ 5535667 h 6530188"/>
              <a:gd name="connsiteX190" fmla="*/ 1651226 w 6530262"/>
              <a:gd name="connsiteY190" fmla="*/ 5578781 h 6530188"/>
              <a:gd name="connsiteX191" fmla="*/ 1645435 w 6530262"/>
              <a:gd name="connsiteY191" fmla="*/ 5607095 h 6530188"/>
              <a:gd name="connsiteX192" fmla="*/ 1615512 w 6530262"/>
              <a:gd name="connsiteY192" fmla="*/ 5620608 h 6530188"/>
              <a:gd name="connsiteX193" fmla="*/ 1572396 w 6530262"/>
              <a:gd name="connsiteY193" fmla="*/ 5601947 h 6530188"/>
              <a:gd name="connsiteX194" fmla="*/ 1544726 w 6530262"/>
              <a:gd name="connsiteY194" fmla="*/ 5564946 h 6530188"/>
              <a:gd name="connsiteX195" fmla="*/ 1553735 w 6530262"/>
              <a:gd name="connsiteY195" fmla="*/ 5523440 h 6530188"/>
              <a:gd name="connsiteX196" fmla="*/ 1506116 w 6530262"/>
              <a:gd name="connsiteY196" fmla="*/ 5489013 h 6530188"/>
              <a:gd name="connsiteX197" fmla="*/ 1486489 w 6530262"/>
              <a:gd name="connsiteY197" fmla="*/ 5572667 h 6530188"/>
              <a:gd name="connsiteX198" fmla="*/ 1540221 w 6530262"/>
              <a:gd name="connsiteY198" fmla="*/ 5646348 h 6530188"/>
              <a:gd name="connsiteX199" fmla="*/ 1626773 w 6530262"/>
              <a:gd name="connsiteY199" fmla="*/ 5676592 h 6530188"/>
              <a:gd name="connsiteX200" fmla="*/ 1694663 w 6530262"/>
              <a:gd name="connsiteY200" fmla="*/ 5637982 h 6530188"/>
              <a:gd name="connsiteX201" fmla="*/ 1715254 w 6530262"/>
              <a:gd name="connsiteY201" fmla="*/ 5573633 h 6530188"/>
              <a:gd name="connsiteX202" fmla="*/ 1667313 w 6530262"/>
              <a:gd name="connsiteY202" fmla="*/ 5494483 h 6530188"/>
              <a:gd name="connsiteX203" fmla="*/ 1631600 w 6530262"/>
              <a:gd name="connsiteY203" fmla="*/ 5445578 h 6530188"/>
              <a:gd name="connsiteX204" fmla="*/ 1633530 w 6530262"/>
              <a:gd name="connsiteY204" fmla="*/ 5419837 h 6530188"/>
              <a:gd name="connsiteX205" fmla="*/ 1662165 w 6530262"/>
              <a:gd name="connsiteY205" fmla="*/ 5402463 h 6530188"/>
              <a:gd name="connsiteX206" fmla="*/ 1698201 w 6530262"/>
              <a:gd name="connsiteY206" fmla="*/ 5414689 h 6530188"/>
              <a:gd name="connsiteX207" fmla="*/ 1725550 w 6530262"/>
              <a:gd name="connsiteY207" fmla="*/ 5451047 h 6530188"/>
              <a:gd name="connsiteX208" fmla="*/ 1719437 w 6530262"/>
              <a:gd name="connsiteY208" fmla="*/ 5490943 h 6530188"/>
              <a:gd name="connsiteX209" fmla="*/ 1767378 w 6530262"/>
              <a:gd name="connsiteY209" fmla="*/ 5526015 h 6530188"/>
              <a:gd name="connsiteX210" fmla="*/ 1767378 w 6530262"/>
              <a:gd name="connsiteY210" fmla="*/ 5525371 h 6530188"/>
              <a:gd name="connsiteX211" fmla="*/ 1784431 w 6530262"/>
              <a:gd name="connsiteY211" fmla="*/ 5444290 h 6530188"/>
              <a:gd name="connsiteX212" fmla="*/ 1736169 w 6530262"/>
              <a:gd name="connsiteY212" fmla="*/ 5374471 h 6530188"/>
              <a:gd name="connsiteX213" fmla="*/ 1652834 w 6530262"/>
              <a:gd name="connsiteY213" fmla="*/ 5347444 h 6530188"/>
              <a:gd name="connsiteX214" fmla="*/ 5049884 w 6530262"/>
              <a:gd name="connsiteY214" fmla="*/ 5204588 h 6530188"/>
              <a:gd name="connsiteX215" fmla="*/ 4964297 w 6530262"/>
              <a:gd name="connsiteY215" fmla="*/ 5236763 h 6530188"/>
              <a:gd name="connsiteX216" fmla="*/ 4918609 w 6530262"/>
              <a:gd name="connsiteY216" fmla="*/ 5333287 h 6530188"/>
              <a:gd name="connsiteX217" fmla="*/ 4970090 w 6530262"/>
              <a:gd name="connsiteY217" fmla="*/ 5451369 h 6530188"/>
              <a:gd name="connsiteX218" fmla="*/ 5075945 w 6530262"/>
              <a:gd name="connsiteY218" fmla="*/ 5520544 h 6530188"/>
              <a:gd name="connsiteX219" fmla="*/ 5225238 w 6530262"/>
              <a:gd name="connsiteY219" fmla="*/ 5411472 h 6530188"/>
              <a:gd name="connsiteX220" fmla="*/ 5224594 w 6530262"/>
              <a:gd name="connsiteY220" fmla="*/ 5410828 h 6530188"/>
              <a:gd name="connsiteX221" fmla="*/ 5197888 w 6530262"/>
              <a:gd name="connsiteY221" fmla="*/ 5320095 h 6530188"/>
              <a:gd name="connsiteX222" fmla="*/ 5150914 w 6530262"/>
              <a:gd name="connsiteY222" fmla="*/ 5359349 h 6530188"/>
              <a:gd name="connsiteX223" fmla="*/ 5164749 w 6530262"/>
              <a:gd name="connsiteY223" fmla="*/ 5407611 h 6530188"/>
              <a:gd name="connsiteX224" fmla="*/ 5162432 w 6530262"/>
              <a:gd name="connsiteY224" fmla="*/ 5418358 h 6530188"/>
              <a:gd name="connsiteX225" fmla="*/ 5082059 w 6530262"/>
              <a:gd name="connsiteY225" fmla="*/ 5461021 h 6530188"/>
              <a:gd name="connsiteX226" fmla="*/ 5017709 w 6530262"/>
              <a:gd name="connsiteY226" fmla="*/ 5412116 h 6530188"/>
              <a:gd name="connsiteX227" fmla="*/ 4979742 w 6530262"/>
              <a:gd name="connsiteY227" fmla="*/ 5337148 h 6530188"/>
              <a:gd name="connsiteX228" fmla="*/ 5001621 w 6530262"/>
              <a:gd name="connsiteY228" fmla="*/ 5280199 h 6530188"/>
              <a:gd name="connsiteX229" fmla="*/ 5045379 w 6530262"/>
              <a:gd name="connsiteY229" fmla="*/ 5263468 h 6530188"/>
              <a:gd name="connsiteX230" fmla="*/ 5087206 w 6530262"/>
              <a:gd name="connsiteY230" fmla="*/ 5281486 h 6530188"/>
              <a:gd name="connsiteX231" fmla="*/ 5134182 w 6530262"/>
              <a:gd name="connsiteY231" fmla="*/ 5242233 h 6530188"/>
              <a:gd name="connsiteX232" fmla="*/ 5049884 w 6530262"/>
              <a:gd name="connsiteY232" fmla="*/ 5204588 h 6530188"/>
              <a:gd name="connsiteX233" fmla="*/ 3368222 w 6530262"/>
              <a:gd name="connsiteY233" fmla="*/ 5193205 h 6530188"/>
              <a:gd name="connsiteX234" fmla="*/ 3368865 w 6530262"/>
              <a:gd name="connsiteY234" fmla="*/ 5193205 h 6530188"/>
              <a:gd name="connsiteX235" fmla="*/ 3368865 w 6530262"/>
              <a:gd name="connsiteY235" fmla="*/ 5279112 h 6530188"/>
              <a:gd name="connsiteX236" fmla="*/ 3295828 w 6530262"/>
              <a:gd name="connsiteY236" fmla="*/ 5279112 h 6530188"/>
              <a:gd name="connsiteX237" fmla="*/ 3151552 w 6530262"/>
              <a:gd name="connsiteY237" fmla="*/ 5177239 h 6530188"/>
              <a:gd name="connsiteX238" fmla="*/ 3197562 w 6530262"/>
              <a:gd name="connsiteY238" fmla="*/ 5217780 h 6530188"/>
              <a:gd name="connsiteX239" fmla="*/ 3197497 w 6530262"/>
              <a:gd name="connsiteY239" fmla="*/ 5225213 h 6530188"/>
              <a:gd name="connsiteX240" fmla="*/ 3153805 w 6530262"/>
              <a:gd name="connsiteY240" fmla="*/ 5260894 h 6530188"/>
              <a:gd name="connsiteX241" fmla="*/ 3107796 w 6530262"/>
              <a:gd name="connsiteY241" fmla="*/ 5219710 h 6530188"/>
              <a:gd name="connsiteX242" fmla="*/ 3107857 w 6530262"/>
              <a:gd name="connsiteY242" fmla="*/ 5215077 h 6530188"/>
              <a:gd name="connsiteX243" fmla="*/ 3151552 w 6530262"/>
              <a:gd name="connsiteY243" fmla="*/ 5177239 h 6530188"/>
              <a:gd name="connsiteX244" fmla="*/ 3547627 w 6530262"/>
              <a:gd name="connsiteY244" fmla="*/ 5177238 h 6530188"/>
              <a:gd name="connsiteX245" fmla="*/ 3595245 w 6530262"/>
              <a:gd name="connsiteY245" fmla="*/ 5253171 h 6530188"/>
              <a:gd name="connsiteX246" fmla="*/ 3547627 w 6530262"/>
              <a:gd name="connsiteY246" fmla="*/ 5329103 h 6530188"/>
              <a:gd name="connsiteX247" fmla="*/ 3500008 w 6530262"/>
              <a:gd name="connsiteY247" fmla="*/ 5253171 h 6530188"/>
              <a:gd name="connsiteX248" fmla="*/ 3547627 w 6530262"/>
              <a:gd name="connsiteY248" fmla="*/ 5177238 h 6530188"/>
              <a:gd name="connsiteX249" fmla="*/ 3142608 w 6530262"/>
              <a:gd name="connsiteY249" fmla="*/ 5157676 h 6530188"/>
              <a:gd name="connsiteX250" fmla="*/ 3078838 w 6530262"/>
              <a:gd name="connsiteY250" fmla="*/ 5222605 h 6530188"/>
              <a:gd name="connsiteX251" fmla="*/ 3079160 w 6530262"/>
              <a:gd name="connsiteY251" fmla="*/ 5226917 h 6530188"/>
              <a:gd name="connsiteX252" fmla="*/ 3150265 w 6530262"/>
              <a:gd name="connsiteY252" fmla="*/ 5283738 h 6530188"/>
              <a:gd name="connsiteX253" fmla="*/ 3202390 w 6530262"/>
              <a:gd name="connsiteY253" fmla="*/ 5261215 h 6530188"/>
              <a:gd name="connsiteX254" fmla="*/ 3147693 w 6530262"/>
              <a:gd name="connsiteY254" fmla="*/ 5332000 h 6530188"/>
              <a:gd name="connsiteX255" fmla="*/ 3140999 w 6530262"/>
              <a:gd name="connsiteY255" fmla="*/ 5332579 h 6530188"/>
              <a:gd name="connsiteX256" fmla="*/ 3109404 w 6530262"/>
              <a:gd name="connsiteY256" fmla="*/ 5299825 h 6530188"/>
              <a:gd name="connsiteX257" fmla="*/ 3080769 w 6530262"/>
              <a:gd name="connsiteY257" fmla="*/ 5299825 h 6530188"/>
              <a:gd name="connsiteX258" fmla="*/ 3148337 w 6530262"/>
              <a:gd name="connsiteY258" fmla="*/ 5350661 h 6530188"/>
              <a:gd name="connsiteX259" fmla="*/ 3148337 w 6530262"/>
              <a:gd name="connsiteY259" fmla="*/ 5351626 h 6530188"/>
              <a:gd name="connsiteX260" fmla="*/ 3231668 w 6530262"/>
              <a:gd name="connsiteY260" fmla="*/ 5246093 h 6530188"/>
              <a:gd name="connsiteX261" fmla="*/ 3151876 w 6530262"/>
              <a:gd name="connsiteY261" fmla="*/ 5158256 h 6530188"/>
              <a:gd name="connsiteX262" fmla="*/ 3142608 w 6530262"/>
              <a:gd name="connsiteY262" fmla="*/ 5157676 h 6530188"/>
              <a:gd name="connsiteX263" fmla="*/ 3547627 w 6530262"/>
              <a:gd name="connsiteY263" fmla="*/ 5157290 h 6530188"/>
              <a:gd name="connsiteX264" fmla="*/ 3469764 w 6530262"/>
              <a:gd name="connsiteY264" fmla="*/ 5253815 h 6530188"/>
              <a:gd name="connsiteX265" fmla="*/ 3547627 w 6530262"/>
              <a:gd name="connsiteY265" fmla="*/ 5350339 h 6530188"/>
              <a:gd name="connsiteX266" fmla="*/ 3547627 w 6530262"/>
              <a:gd name="connsiteY266" fmla="*/ 5351626 h 6530188"/>
              <a:gd name="connsiteX267" fmla="*/ 3625491 w 6530262"/>
              <a:gd name="connsiteY267" fmla="*/ 5253815 h 6530188"/>
              <a:gd name="connsiteX268" fmla="*/ 3547627 w 6530262"/>
              <a:gd name="connsiteY268" fmla="*/ 5157290 h 6530188"/>
              <a:gd name="connsiteX269" fmla="*/ 3374203 w 6530262"/>
              <a:gd name="connsiteY269" fmla="*/ 5156004 h 6530188"/>
              <a:gd name="connsiteX270" fmla="*/ 3270278 w 6530262"/>
              <a:gd name="connsiteY270" fmla="*/ 5276015 h 6530188"/>
              <a:gd name="connsiteX271" fmla="*/ 3270278 w 6530262"/>
              <a:gd name="connsiteY271" fmla="*/ 5299181 h 6530188"/>
              <a:gd name="connsiteX272" fmla="*/ 3369378 w 6530262"/>
              <a:gd name="connsiteY272" fmla="*/ 5299181 h 6530188"/>
              <a:gd name="connsiteX273" fmla="*/ 3369378 w 6530262"/>
              <a:gd name="connsiteY273" fmla="*/ 5345513 h 6530188"/>
              <a:gd name="connsiteX274" fmla="*/ 3398012 w 6530262"/>
              <a:gd name="connsiteY274" fmla="*/ 5345513 h 6530188"/>
              <a:gd name="connsiteX275" fmla="*/ 3398012 w 6530262"/>
              <a:gd name="connsiteY275" fmla="*/ 5299181 h 6530188"/>
              <a:gd name="connsiteX276" fmla="*/ 3430187 w 6530262"/>
              <a:gd name="connsiteY276" fmla="*/ 5299181 h 6530188"/>
              <a:gd name="connsiteX277" fmla="*/ 3430187 w 6530262"/>
              <a:gd name="connsiteY277" fmla="*/ 5278911 h 6530188"/>
              <a:gd name="connsiteX278" fmla="*/ 3398012 w 6530262"/>
              <a:gd name="connsiteY278" fmla="*/ 5278911 h 6530188"/>
              <a:gd name="connsiteX279" fmla="*/ 3398012 w 6530262"/>
              <a:gd name="connsiteY279" fmla="*/ 5156004 h 6530188"/>
              <a:gd name="connsiteX280" fmla="*/ 2962043 w 6530262"/>
              <a:gd name="connsiteY280" fmla="*/ 5154717 h 6530188"/>
              <a:gd name="connsiteX281" fmla="*/ 2900913 w 6530262"/>
              <a:gd name="connsiteY281" fmla="*/ 5190752 h 6530188"/>
              <a:gd name="connsiteX282" fmla="*/ 2900913 w 6530262"/>
              <a:gd name="connsiteY282" fmla="*/ 5211023 h 6530188"/>
              <a:gd name="connsiteX283" fmla="*/ 2953999 w 6530262"/>
              <a:gd name="connsiteY283" fmla="*/ 5211023 h 6530188"/>
              <a:gd name="connsiteX284" fmla="*/ 2953999 w 6530262"/>
              <a:gd name="connsiteY284" fmla="*/ 5345513 h 6530188"/>
              <a:gd name="connsiteX285" fmla="*/ 2984243 w 6530262"/>
              <a:gd name="connsiteY285" fmla="*/ 5345513 h 6530188"/>
              <a:gd name="connsiteX286" fmla="*/ 2984243 w 6530262"/>
              <a:gd name="connsiteY286" fmla="*/ 5154717 h 6530188"/>
              <a:gd name="connsiteX287" fmla="*/ 1396721 w 6530262"/>
              <a:gd name="connsiteY287" fmla="*/ 5099699 h 6530188"/>
              <a:gd name="connsiteX288" fmla="*/ 1179861 w 6530262"/>
              <a:gd name="connsiteY288" fmla="*/ 5332001 h 6530188"/>
              <a:gd name="connsiteX289" fmla="*/ 1200774 w 6530262"/>
              <a:gd name="connsiteY289" fmla="*/ 5351627 h 6530188"/>
              <a:gd name="connsiteX290" fmla="*/ 1221688 w 6530262"/>
              <a:gd name="connsiteY290" fmla="*/ 5372219 h 6530188"/>
              <a:gd name="connsiteX291" fmla="*/ 1377737 w 6530262"/>
              <a:gd name="connsiteY291" fmla="*/ 5204588 h 6530188"/>
              <a:gd name="connsiteX292" fmla="*/ 1309848 w 6530262"/>
              <a:gd name="connsiteY292" fmla="*/ 5454587 h 6530188"/>
              <a:gd name="connsiteX293" fmla="*/ 1332048 w 6530262"/>
              <a:gd name="connsiteY293" fmla="*/ 5475178 h 6530188"/>
              <a:gd name="connsiteX294" fmla="*/ 1354249 w 6530262"/>
              <a:gd name="connsiteY294" fmla="*/ 5494805 h 6530188"/>
              <a:gd name="connsiteX295" fmla="*/ 1570788 w 6530262"/>
              <a:gd name="connsiteY295" fmla="*/ 5262181 h 6530188"/>
              <a:gd name="connsiteX296" fmla="*/ 1549874 w 6530262"/>
              <a:gd name="connsiteY296" fmla="*/ 5242876 h 6530188"/>
              <a:gd name="connsiteX297" fmla="*/ 1529282 w 6530262"/>
              <a:gd name="connsiteY297" fmla="*/ 5223571 h 6530188"/>
              <a:gd name="connsiteX298" fmla="*/ 1377094 w 6530262"/>
              <a:gd name="connsiteY298" fmla="*/ 5386697 h 6530188"/>
              <a:gd name="connsiteX299" fmla="*/ 1443375 w 6530262"/>
              <a:gd name="connsiteY299" fmla="*/ 5143456 h 6530188"/>
              <a:gd name="connsiteX300" fmla="*/ 1419887 w 6530262"/>
              <a:gd name="connsiteY300" fmla="*/ 5121578 h 6530188"/>
              <a:gd name="connsiteX301" fmla="*/ 1294082 w 6530262"/>
              <a:gd name="connsiteY301" fmla="*/ 4987730 h 6530188"/>
              <a:gd name="connsiteX302" fmla="*/ 1057917 w 6530262"/>
              <a:gd name="connsiteY302" fmla="*/ 5200405 h 6530188"/>
              <a:gd name="connsiteX303" fmla="*/ 1078509 w 6530262"/>
              <a:gd name="connsiteY303" fmla="*/ 5222928 h 6530188"/>
              <a:gd name="connsiteX304" fmla="*/ 1098779 w 6530262"/>
              <a:gd name="connsiteY304" fmla="*/ 5245772 h 6530188"/>
              <a:gd name="connsiteX305" fmla="*/ 1334945 w 6530262"/>
              <a:gd name="connsiteY305" fmla="*/ 5033097 h 6530188"/>
              <a:gd name="connsiteX306" fmla="*/ 1314674 w 6530262"/>
              <a:gd name="connsiteY306" fmla="*/ 5010253 h 6530188"/>
              <a:gd name="connsiteX307" fmla="*/ 5284118 w 6530262"/>
              <a:gd name="connsiteY307" fmla="*/ 4925633 h 6530188"/>
              <a:gd name="connsiteX308" fmla="*/ 5263849 w 6530262"/>
              <a:gd name="connsiteY308" fmla="*/ 4948477 h 6530188"/>
              <a:gd name="connsiteX309" fmla="*/ 5243256 w 6530262"/>
              <a:gd name="connsiteY309" fmla="*/ 4971000 h 6530188"/>
              <a:gd name="connsiteX310" fmla="*/ 5331738 w 6530262"/>
              <a:gd name="connsiteY310" fmla="*/ 5050793 h 6530188"/>
              <a:gd name="connsiteX311" fmla="*/ 5255483 w 6530262"/>
              <a:gd name="connsiteY311" fmla="*/ 5135735 h 6530188"/>
              <a:gd name="connsiteX312" fmla="*/ 5167002 w 6530262"/>
              <a:gd name="connsiteY312" fmla="*/ 5055941 h 6530188"/>
              <a:gd name="connsiteX313" fmla="*/ 5146409 w 6530262"/>
              <a:gd name="connsiteY313" fmla="*/ 5078785 h 6530188"/>
              <a:gd name="connsiteX314" fmla="*/ 5126139 w 6530262"/>
              <a:gd name="connsiteY314" fmla="*/ 5101307 h 6530188"/>
              <a:gd name="connsiteX315" fmla="*/ 5361661 w 6530262"/>
              <a:gd name="connsiteY315" fmla="*/ 5314626 h 6530188"/>
              <a:gd name="connsiteX316" fmla="*/ 5381931 w 6530262"/>
              <a:gd name="connsiteY316" fmla="*/ 5291782 h 6530188"/>
              <a:gd name="connsiteX317" fmla="*/ 5402524 w 6530262"/>
              <a:gd name="connsiteY317" fmla="*/ 5269260 h 6530188"/>
              <a:gd name="connsiteX318" fmla="*/ 5295380 w 6530262"/>
              <a:gd name="connsiteY318" fmla="*/ 5172735 h 6530188"/>
              <a:gd name="connsiteX319" fmla="*/ 5371957 w 6530262"/>
              <a:gd name="connsiteY319" fmla="*/ 5087794 h 6530188"/>
              <a:gd name="connsiteX320" fmla="*/ 5478779 w 6530262"/>
              <a:gd name="connsiteY320" fmla="*/ 5184318 h 6530188"/>
              <a:gd name="connsiteX321" fmla="*/ 5499369 w 6530262"/>
              <a:gd name="connsiteY321" fmla="*/ 5161474 h 6530188"/>
              <a:gd name="connsiteX322" fmla="*/ 5520284 w 6530262"/>
              <a:gd name="connsiteY322" fmla="*/ 5138308 h 6530188"/>
              <a:gd name="connsiteX323" fmla="*/ 3261268 w 6530262"/>
              <a:gd name="connsiteY323" fmla="*/ 4766689 h 6530188"/>
              <a:gd name="connsiteX324" fmla="*/ 3284757 w 6530262"/>
              <a:gd name="connsiteY324" fmla="*/ 4796290 h 6530188"/>
              <a:gd name="connsiteX325" fmla="*/ 3310497 w 6530262"/>
              <a:gd name="connsiteY325" fmla="*/ 4821065 h 6530188"/>
              <a:gd name="connsiteX326" fmla="*/ 3303417 w 6530262"/>
              <a:gd name="connsiteY326" fmla="*/ 4828786 h 6530188"/>
              <a:gd name="connsiteX327" fmla="*/ 3303417 w 6530262"/>
              <a:gd name="connsiteY327" fmla="*/ 5026983 h 6530188"/>
              <a:gd name="connsiteX328" fmla="*/ 3403161 w 6530262"/>
              <a:gd name="connsiteY328" fmla="*/ 5044358 h 6530188"/>
              <a:gd name="connsiteX329" fmla="*/ 3480703 w 6530262"/>
              <a:gd name="connsiteY329" fmla="*/ 5091655 h 6530188"/>
              <a:gd name="connsiteX330" fmla="*/ 3555993 w 6530262"/>
              <a:gd name="connsiteY330" fmla="*/ 5112568 h 6530188"/>
              <a:gd name="connsiteX331" fmla="*/ 3594282 w 6530262"/>
              <a:gd name="connsiteY331" fmla="*/ 5149891 h 6530188"/>
              <a:gd name="connsiteX332" fmla="*/ 3637073 w 6530262"/>
              <a:gd name="connsiteY332" fmla="*/ 5153752 h 6530188"/>
              <a:gd name="connsiteX333" fmla="*/ 3696920 w 6530262"/>
              <a:gd name="connsiteY333" fmla="*/ 5198474 h 6530188"/>
              <a:gd name="connsiteX334" fmla="*/ 3743253 w 6530262"/>
              <a:gd name="connsiteY334" fmla="*/ 5227110 h 6530188"/>
              <a:gd name="connsiteX335" fmla="*/ 3766418 w 6530262"/>
              <a:gd name="connsiteY335" fmla="*/ 5256067 h 6530188"/>
              <a:gd name="connsiteX336" fmla="*/ 3809533 w 6530262"/>
              <a:gd name="connsiteY336" fmla="*/ 5273442 h 6530188"/>
              <a:gd name="connsiteX337" fmla="*/ 3858438 w 6530262"/>
              <a:gd name="connsiteY337" fmla="*/ 5279233 h 6530188"/>
              <a:gd name="connsiteX338" fmla="*/ 3922788 w 6530262"/>
              <a:gd name="connsiteY338" fmla="*/ 5304973 h 6530188"/>
              <a:gd name="connsiteX339" fmla="*/ 4015775 w 6530262"/>
              <a:gd name="connsiteY339" fmla="*/ 5356774 h 6530188"/>
              <a:gd name="connsiteX340" fmla="*/ 4196277 w 6530262"/>
              <a:gd name="connsiteY340" fmla="*/ 5387340 h 6530188"/>
              <a:gd name="connsiteX341" fmla="*/ 2351036 w 6530262"/>
              <a:gd name="connsiteY341" fmla="*/ 5389271 h 6530188"/>
              <a:gd name="connsiteX342" fmla="*/ 2571436 w 6530262"/>
              <a:gd name="connsiteY342" fmla="*/ 5363531 h 6530188"/>
              <a:gd name="connsiteX343" fmla="*/ 2667963 w 6530262"/>
              <a:gd name="connsiteY343" fmla="*/ 5311730 h 6530188"/>
              <a:gd name="connsiteX344" fmla="*/ 2719766 w 6530262"/>
              <a:gd name="connsiteY344" fmla="*/ 5262824 h 6530188"/>
              <a:gd name="connsiteX345" fmla="*/ 2771568 w 6530262"/>
              <a:gd name="connsiteY345" fmla="*/ 5236762 h 6530188"/>
              <a:gd name="connsiteX346" fmla="*/ 2817900 w 6530262"/>
              <a:gd name="connsiteY346" fmla="*/ 5210701 h 6530188"/>
              <a:gd name="connsiteX347" fmla="*/ 2858119 w 6530262"/>
              <a:gd name="connsiteY347" fmla="*/ 5158900 h 6530188"/>
              <a:gd name="connsiteX348" fmla="*/ 2918608 w 6530262"/>
              <a:gd name="connsiteY348" fmla="*/ 5135734 h 6530188"/>
              <a:gd name="connsiteX349" fmla="*/ 2976199 w 6530262"/>
              <a:gd name="connsiteY349" fmla="*/ 5095515 h 6530188"/>
              <a:gd name="connsiteX350" fmla="*/ 3051168 w 6530262"/>
              <a:gd name="connsiteY350" fmla="*/ 5075245 h 6530188"/>
              <a:gd name="connsiteX351" fmla="*/ 3117449 w 6530262"/>
              <a:gd name="connsiteY351" fmla="*/ 5035027 h 6530188"/>
              <a:gd name="connsiteX352" fmla="*/ 3222660 w 6530262"/>
              <a:gd name="connsiteY352" fmla="*/ 5029879 h 6530188"/>
              <a:gd name="connsiteX353" fmla="*/ 3222660 w 6530262"/>
              <a:gd name="connsiteY353" fmla="*/ 4832969 h 6530188"/>
              <a:gd name="connsiteX354" fmla="*/ 3213005 w 6530262"/>
              <a:gd name="connsiteY354" fmla="*/ 4823960 h 6530188"/>
              <a:gd name="connsiteX355" fmla="*/ 3238425 w 6530262"/>
              <a:gd name="connsiteY355" fmla="*/ 4796290 h 6530188"/>
              <a:gd name="connsiteX356" fmla="*/ 3261268 w 6530262"/>
              <a:gd name="connsiteY356" fmla="*/ 4766689 h 6530188"/>
              <a:gd name="connsiteX357" fmla="*/ 5478457 w 6530262"/>
              <a:gd name="connsiteY357" fmla="*/ 4659870 h 6530188"/>
              <a:gd name="connsiteX358" fmla="*/ 5462047 w 6530262"/>
              <a:gd name="connsiteY358" fmla="*/ 4683357 h 6530188"/>
              <a:gd name="connsiteX359" fmla="*/ 5445637 w 6530262"/>
              <a:gd name="connsiteY359" fmla="*/ 4706844 h 6530188"/>
              <a:gd name="connsiteX360" fmla="*/ 5628392 w 6530262"/>
              <a:gd name="connsiteY360" fmla="*/ 4835543 h 6530188"/>
              <a:gd name="connsiteX361" fmla="*/ 5378392 w 6530262"/>
              <a:gd name="connsiteY361" fmla="*/ 4803369 h 6530188"/>
              <a:gd name="connsiteX362" fmla="*/ 5360052 w 6530262"/>
              <a:gd name="connsiteY362" fmla="*/ 4829752 h 6530188"/>
              <a:gd name="connsiteX363" fmla="*/ 5341712 w 6530262"/>
              <a:gd name="connsiteY363" fmla="*/ 4855814 h 6530188"/>
              <a:gd name="connsiteX364" fmla="*/ 5602008 w 6530262"/>
              <a:gd name="connsiteY364" fmla="*/ 5038245 h 6530188"/>
              <a:gd name="connsiteX365" fmla="*/ 5618418 w 6530262"/>
              <a:gd name="connsiteY365" fmla="*/ 5014757 h 6530188"/>
              <a:gd name="connsiteX366" fmla="*/ 5634505 w 6530262"/>
              <a:gd name="connsiteY366" fmla="*/ 4991269 h 6530188"/>
              <a:gd name="connsiteX367" fmla="*/ 5446924 w 6530262"/>
              <a:gd name="connsiteY367" fmla="*/ 4859997 h 6530188"/>
              <a:gd name="connsiteX368" fmla="*/ 5704325 w 6530262"/>
              <a:gd name="connsiteY368" fmla="*/ 4892171 h 6530188"/>
              <a:gd name="connsiteX369" fmla="*/ 5722022 w 6530262"/>
              <a:gd name="connsiteY369" fmla="*/ 4867075 h 6530188"/>
              <a:gd name="connsiteX370" fmla="*/ 5738752 w 6530262"/>
              <a:gd name="connsiteY370" fmla="*/ 4842301 h 6530188"/>
              <a:gd name="connsiteX371" fmla="*/ 989062 w 6530262"/>
              <a:gd name="connsiteY371" fmla="*/ 4631878 h 6530188"/>
              <a:gd name="connsiteX372" fmla="*/ 783141 w 6530262"/>
              <a:gd name="connsiteY372" fmla="*/ 4763794 h 6530188"/>
              <a:gd name="connsiteX373" fmla="*/ 800838 w 6530262"/>
              <a:gd name="connsiteY373" fmla="*/ 4872866 h 6530188"/>
              <a:gd name="connsiteX374" fmla="*/ 883849 w 6530262"/>
              <a:gd name="connsiteY374" fmla="*/ 4918555 h 6530188"/>
              <a:gd name="connsiteX375" fmla="*/ 889962 w 6530262"/>
              <a:gd name="connsiteY375" fmla="*/ 4918555 h 6530188"/>
              <a:gd name="connsiteX376" fmla="*/ 857787 w 6530262"/>
              <a:gd name="connsiteY376" fmla="*/ 4945904 h 6530188"/>
              <a:gd name="connsiteX377" fmla="*/ 879988 w 6530262"/>
              <a:gd name="connsiteY377" fmla="*/ 4980330 h 6530188"/>
              <a:gd name="connsiteX378" fmla="*/ 1023811 w 6530262"/>
              <a:gd name="connsiteY378" fmla="*/ 4887023 h 6530188"/>
              <a:gd name="connsiteX379" fmla="*/ 957208 w 6530262"/>
              <a:gd name="connsiteY379" fmla="*/ 4784064 h 6530188"/>
              <a:gd name="connsiteX380" fmla="*/ 911198 w 6530262"/>
              <a:gd name="connsiteY380" fmla="*/ 4813987 h 6530188"/>
              <a:gd name="connsiteX381" fmla="*/ 946912 w 6530262"/>
              <a:gd name="connsiteY381" fmla="*/ 4872866 h 6530188"/>
              <a:gd name="connsiteX382" fmla="*/ 905407 w 6530262"/>
              <a:gd name="connsiteY382" fmla="*/ 4880910 h 6530188"/>
              <a:gd name="connsiteX383" fmla="*/ 850709 w 6530262"/>
              <a:gd name="connsiteY383" fmla="*/ 4850666 h 6530188"/>
              <a:gd name="connsiteX384" fmla="*/ 840091 w 6530262"/>
              <a:gd name="connsiteY384" fmla="*/ 4782133 h 6530188"/>
              <a:gd name="connsiteX385" fmla="*/ 897363 w 6530262"/>
              <a:gd name="connsiteY385" fmla="*/ 4719393 h 6530188"/>
              <a:gd name="connsiteX386" fmla="*/ 979087 w 6530262"/>
              <a:gd name="connsiteY386" fmla="*/ 4693010 h 6530188"/>
              <a:gd name="connsiteX387" fmla="*/ 1038290 w 6530262"/>
              <a:gd name="connsiteY387" fmla="*/ 4729045 h 6530188"/>
              <a:gd name="connsiteX388" fmla="*/ 1047942 w 6530262"/>
              <a:gd name="connsiteY388" fmla="*/ 4772803 h 6530188"/>
              <a:gd name="connsiteX389" fmla="*/ 1029281 w 6530262"/>
              <a:gd name="connsiteY389" fmla="*/ 4810769 h 6530188"/>
              <a:gd name="connsiteX390" fmla="*/ 1065317 w 6530262"/>
              <a:gd name="connsiteY390" fmla="*/ 4861927 h 6530188"/>
              <a:gd name="connsiteX391" fmla="*/ 1109075 w 6530262"/>
              <a:gd name="connsiteY391" fmla="*/ 4785673 h 6530188"/>
              <a:gd name="connsiteX392" fmla="*/ 1085588 w 6530262"/>
              <a:gd name="connsiteY392" fmla="*/ 4696227 h 6530188"/>
              <a:gd name="connsiteX393" fmla="*/ 989062 w 6530262"/>
              <a:gd name="connsiteY393" fmla="*/ 4631878 h 6530188"/>
              <a:gd name="connsiteX394" fmla="*/ 5682125 w 6530262"/>
              <a:gd name="connsiteY394" fmla="*/ 4446873 h 6530188"/>
              <a:gd name="connsiteX395" fmla="*/ 5764813 w 6530262"/>
              <a:gd name="connsiteY395" fmla="*/ 4467143 h 6530188"/>
              <a:gd name="connsiteX396" fmla="*/ 5828844 w 6530262"/>
              <a:gd name="connsiteY396" fmla="*/ 4522483 h 6530188"/>
              <a:gd name="connsiteX397" fmla="*/ 5834539 w 6530262"/>
              <a:gd name="connsiteY397" fmla="*/ 4541081 h 6530188"/>
              <a:gd name="connsiteX398" fmla="*/ 5774145 w 6530262"/>
              <a:gd name="connsiteY398" fmla="*/ 4625442 h 6530188"/>
              <a:gd name="connsiteX399" fmla="*/ 5692741 w 6530262"/>
              <a:gd name="connsiteY399" fmla="*/ 4606137 h 6530188"/>
              <a:gd name="connsiteX400" fmla="*/ 5628391 w 6530262"/>
              <a:gd name="connsiteY400" fmla="*/ 4548866 h 6530188"/>
              <a:gd name="connsiteX401" fmla="*/ 5628391 w 6530262"/>
              <a:gd name="connsiteY401" fmla="*/ 4484516 h 6530188"/>
              <a:gd name="connsiteX402" fmla="*/ 5682125 w 6530262"/>
              <a:gd name="connsiteY402" fmla="*/ 4446873 h 6530188"/>
              <a:gd name="connsiteX403" fmla="*/ 5667969 w 6530262"/>
              <a:gd name="connsiteY403" fmla="*/ 4389602 h 6530188"/>
              <a:gd name="connsiteX404" fmla="*/ 5654004 w 6530262"/>
              <a:gd name="connsiteY404" fmla="*/ 4393848 h 6530188"/>
              <a:gd name="connsiteX405" fmla="*/ 5571443 w 6530262"/>
              <a:gd name="connsiteY405" fmla="*/ 4570746 h 6530188"/>
              <a:gd name="connsiteX406" fmla="*/ 5662497 w 6530262"/>
              <a:gd name="connsiteY406" fmla="*/ 4662122 h 6530188"/>
              <a:gd name="connsiteX407" fmla="*/ 5787337 w 6530262"/>
              <a:gd name="connsiteY407" fmla="*/ 4685288 h 6530188"/>
              <a:gd name="connsiteX408" fmla="*/ 5874854 w 6530262"/>
              <a:gd name="connsiteY408" fmla="*/ 4616112 h 6530188"/>
              <a:gd name="connsiteX409" fmla="*/ 5874210 w 6530262"/>
              <a:gd name="connsiteY409" fmla="*/ 4615468 h 6530188"/>
              <a:gd name="connsiteX410" fmla="*/ 5883862 w 6530262"/>
              <a:gd name="connsiteY410" fmla="*/ 4504466 h 6530188"/>
              <a:gd name="connsiteX411" fmla="*/ 5794739 w 6530262"/>
              <a:gd name="connsiteY411" fmla="*/ 4414054 h 6530188"/>
              <a:gd name="connsiteX412" fmla="*/ 5667969 w 6530262"/>
              <a:gd name="connsiteY412" fmla="*/ 4389602 h 6530188"/>
              <a:gd name="connsiteX413" fmla="*/ 858430 w 6530262"/>
              <a:gd name="connsiteY413" fmla="*/ 4288894 h 6530188"/>
              <a:gd name="connsiteX414" fmla="*/ 570464 w 6530262"/>
              <a:gd name="connsiteY414" fmla="*/ 4423385 h 6530188"/>
              <a:gd name="connsiteX415" fmla="*/ 582368 w 6530262"/>
              <a:gd name="connsiteY415" fmla="*/ 4449125 h 6530188"/>
              <a:gd name="connsiteX416" fmla="*/ 594595 w 6530262"/>
              <a:gd name="connsiteY416" fmla="*/ 4474865 h 6530188"/>
              <a:gd name="connsiteX417" fmla="*/ 802124 w 6530262"/>
              <a:gd name="connsiteY417" fmla="*/ 4378340 h 6530188"/>
              <a:gd name="connsiteX418" fmla="*/ 645431 w 6530262"/>
              <a:gd name="connsiteY418" fmla="*/ 4584581 h 6530188"/>
              <a:gd name="connsiteX419" fmla="*/ 658302 w 6530262"/>
              <a:gd name="connsiteY419" fmla="*/ 4611929 h 6530188"/>
              <a:gd name="connsiteX420" fmla="*/ 671172 w 6530262"/>
              <a:gd name="connsiteY420" fmla="*/ 4638956 h 6530188"/>
              <a:gd name="connsiteX421" fmla="*/ 959139 w 6530262"/>
              <a:gd name="connsiteY421" fmla="*/ 4504787 h 6530188"/>
              <a:gd name="connsiteX422" fmla="*/ 946912 w 6530262"/>
              <a:gd name="connsiteY422" fmla="*/ 4478725 h 6530188"/>
              <a:gd name="connsiteX423" fmla="*/ 935007 w 6530262"/>
              <a:gd name="connsiteY423" fmla="*/ 4452986 h 6530188"/>
              <a:gd name="connsiteX424" fmla="*/ 732948 w 6530262"/>
              <a:gd name="connsiteY424" fmla="*/ 4547258 h 6530188"/>
              <a:gd name="connsiteX425" fmla="*/ 885458 w 6530262"/>
              <a:gd name="connsiteY425" fmla="*/ 4347131 h 6530188"/>
              <a:gd name="connsiteX426" fmla="*/ 871944 w 6530262"/>
              <a:gd name="connsiteY426" fmla="*/ 4318174 h 6530188"/>
              <a:gd name="connsiteX427" fmla="*/ 5997764 w 6530262"/>
              <a:gd name="connsiteY427" fmla="*/ 4158587 h 6530188"/>
              <a:gd name="connsiteX428" fmla="*/ 5945638 w 6530262"/>
              <a:gd name="connsiteY428" fmla="*/ 4294365 h 6530188"/>
              <a:gd name="connsiteX429" fmla="*/ 5701752 w 6530262"/>
              <a:gd name="connsiteY429" fmla="*/ 4200736 h 6530188"/>
              <a:gd name="connsiteX430" fmla="*/ 5690812 w 6530262"/>
              <a:gd name="connsiteY430" fmla="*/ 4229371 h 6530188"/>
              <a:gd name="connsiteX431" fmla="*/ 5679873 w 6530262"/>
              <a:gd name="connsiteY431" fmla="*/ 4257685 h 6530188"/>
              <a:gd name="connsiteX432" fmla="*/ 5977171 w 6530262"/>
              <a:gd name="connsiteY432" fmla="*/ 4371905 h 6530188"/>
              <a:gd name="connsiteX433" fmla="*/ 6050529 w 6530262"/>
              <a:gd name="connsiteY433" fmla="*/ 4178856 h 6530188"/>
              <a:gd name="connsiteX434" fmla="*/ 6024145 w 6530262"/>
              <a:gd name="connsiteY434" fmla="*/ 4168882 h 6530188"/>
              <a:gd name="connsiteX435" fmla="*/ 802446 w 6530262"/>
              <a:gd name="connsiteY435" fmla="*/ 4147647 h 6530188"/>
              <a:gd name="connsiteX436" fmla="*/ 505791 w 6530262"/>
              <a:gd name="connsiteY436" fmla="*/ 4261546 h 6530188"/>
              <a:gd name="connsiteX437" fmla="*/ 516731 w 6530262"/>
              <a:gd name="connsiteY437" fmla="*/ 4290182 h 6530188"/>
              <a:gd name="connsiteX438" fmla="*/ 527670 w 6530262"/>
              <a:gd name="connsiteY438" fmla="*/ 4318496 h 6530188"/>
              <a:gd name="connsiteX439" fmla="*/ 824325 w 6530262"/>
              <a:gd name="connsiteY439" fmla="*/ 4204597 h 6530188"/>
              <a:gd name="connsiteX440" fmla="*/ 813385 w 6530262"/>
              <a:gd name="connsiteY440" fmla="*/ 4176283 h 6530188"/>
              <a:gd name="connsiteX441" fmla="*/ 530567 w 6530262"/>
              <a:gd name="connsiteY441" fmla="*/ 3931111 h 6530188"/>
              <a:gd name="connsiteX442" fmla="*/ 512227 w 6530262"/>
              <a:gd name="connsiteY442" fmla="*/ 3935937 h 6530188"/>
              <a:gd name="connsiteX443" fmla="*/ 436293 w 6530262"/>
              <a:gd name="connsiteY443" fmla="*/ 3979051 h 6530188"/>
              <a:gd name="connsiteX444" fmla="*/ 428893 w 6530262"/>
              <a:gd name="connsiteY444" fmla="*/ 4056271 h 6530188"/>
              <a:gd name="connsiteX445" fmla="*/ 471043 w 6530262"/>
              <a:gd name="connsiteY445" fmla="*/ 4117724 h 6530188"/>
              <a:gd name="connsiteX446" fmla="*/ 471043 w 6530262"/>
              <a:gd name="connsiteY446" fmla="*/ 4117081 h 6530188"/>
              <a:gd name="connsiteX447" fmla="*/ 547941 w 6530262"/>
              <a:gd name="connsiteY447" fmla="*/ 4122229 h 6530188"/>
              <a:gd name="connsiteX448" fmla="*/ 768662 w 6530262"/>
              <a:gd name="connsiteY448" fmla="*/ 4063028 h 6530188"/>
              <a:gd name="connsiteX449" fmla="*/ 760619 w 6530262"/>
              <a:gd name="connsiteY449" fmla="*/ 4033427 h 6530188"/>
              <a:gd name="connsiteX450" fmla="*/ 752896 w 6530262"/>
              <a:gd name="connsiteY450" fmla="*/ 4004148 h 6530188"/>
              <a:gd name="connsiteX451" fmla="*/ 532175 w 6530262"/>
              <a:gd name="connsiteY451" fmla="*/ 4063349 h 6530188"/>
              <a:gd name="connsiteX452" fmla="*/ 497747 w 6530262"/>
              <a:gd name="connsiteY452" fmla="*/ 4063349 h 6530188"/>
              <a:gd name="connsiteX453" fmla="*/ 494466 w 6530262"/>
              <a:gd name="connsiteY453" fmla="*/ 4061098 h 6530188"/>
              <a:gd name="connsiteX454" fmla="*/ 487773 w 6530262"/>
              <a:gd name="connsiteY454" fmla="*/ 4010583 h 6530188"/>
              <a:gd name="connsiteX455" fmla="*/ 527027 w 6530262"/>
              <a:gd name="connsiteY455" fmla="*/ 3991921 h 6530188"/>
              <a:gd name="connsiteX456" fmla="*/ 545367 w 6530262"/>
              <a:gd name="connsiteY456" fmla="*/ 3987095 h 6530188"/>
              <a:gd name="connsiteX457" fmla="*/ 5939687 w 6530262"/>
              <a:gd name="connsiteY457" fmla="*/ 3822329 h 6530188"/>
              <a:gd name="connsiteX458" fmla="*/ 5982318 w 6530262"/>
              <a:gd name="connsiteY458" fmla="*/ 3828796 h 6530188"/>
              <a:gd name="connsiteX459" fmla="*/ 6055679 w 6530262"/>
              <a:gd name="connsiteY459" fmla="*/ 3869014 h 6530188"/>
              <a:gd name="connsiteX460" fmla="*/ 6065718 w 6530262"/>
              <a:gd name="connsiteY460" fmla="*/ 3885712 h 6530188"/>
              <a:gd name="connsiteX461" fmla="*/ 6027364 w 6530262"/>
              <a:gd name="connsiteY461" fmla="*/ 3982591 h 6530188"/>
              <a:gd name="connsiteX462" fmla="*/ 5943708 w 6530262"/>
              <a:gd name="connsiteY462" fmla="*/ 3982591 h 6530188"/>
              <a:gd name="connsiteX463" fmla="*/ 5868741 w 6530262"/>
              <a:gd name="connsiteY463" fmla="*/ 3942050 h 6530188"/>
              <a:gd name="connsiteX464" fmla="*/ 5857029 w 6530262"/>
              <a:gd name="connsiteY464" fmla="*/ 3922520 h 6530188"/>
              <a:gd name="connsiteX465" fmla="*/ 5897056 w 6530262"/>
              <a:gd name="connsiteY465" fmla="*/ 3828796 h 6530188"/>
              <a:gd name="connsiteX466" fmla="*/ 5939687 w 6530262"/>
              <a:gd name="connsiteY466" fmla="*/ 3822329 h 6530188"/>
              <a:gd name="connsiteX467" fmla="*/ 5931498 w 6530262"/>
              <a:gd name="connsiteY467" fmla="*/ 3761646 h 6530188"/>
              <a:gd name="connsiteX468" fmla="*/ 5867775 w 6530262"/>
              <a:gd name="connsiteY468" fmla="*/ 3776672 h 6530188"/>
              <a:gd name="connsiteX469" fmla="*/ 5855098 w 6530262"/>
              <a:gd name="connsiteY469" fmla="*/ 3784297 h 6530188"/>
              <a:gd name="connsiteX470" fmla="*/ 5818226 w 6530262"/>
              <a:gd name="connsiteY470" fmla="*/ 3975513 h 6530188"/>
              <a:gd name="connsiteX471" fmla="*/ 5928908 w 6530262"/>
              <a:gd name="connsiteY471" fmla="*/ 4042436 h 6530188"/>
              <a:gd name="connsiteX472" fmla="*/ 6055678 w 6530262"/>
              <a:gd name="connsiteY472" fmla="*/ 4034714 h 6530188"/>
              <a:gd name="connsiteX473" fmla="*/ 6123567 w 6530262"/>
              <a:gd name="connsiteY473" fmla="*/ 3946233 h 6530188"/>
              <a:gd name="connsiteX474" fmla="*/ 6104905 w 6530262"/>
              <a:gd name="connsiteY474" fmla="*/ 3835874 h 6530188"/>
              <a:gd name="connsiteX475" fmla="*/ 5996475 w 6530262"/>
              <a:gd name="connsiteY475" fmla="*/ 3769593 h 6530188"/>
              <a:gd name="connsiteX476" fmla="*/ 5931498 w 6530262"/>
              <a:gd name="connsiteY476" fmla="*/ 3761646 h 6530188"/>
              <a:gd name="connsiteX477" fmla="*/ 692729 w 6530262"/>
              <a:gd name="connsiteY477" fmla="*/ 3748680 h 6530188"/>
              <a:gd name="connsiteX478" fmla="*/ 380952 w 6530262"/>
              <a:gd name="connsiteY478" fmla="*/ 3809491 h 6530188"/>
              <a:gd name="connsiteX479" fmla="*/ 386744 w 6530262"/>
              <a:gd name="connsiteY479" fmla="*/ 3839413 h 6530188"/>
              <a:gd name="connsiteX480" fmla="*/ 392535 w 6530262"/>
              <a:gd name="connsiteY480" fmla="*/ 3869335 h 6530188"/>
              <a:gd name="connsiteX481" fmla="*/ 704312 w 6530262"/>
              <a:gd name="connsiteY481" fmla="*/ 3808847 h 6530188"/>
              <a:gd name="connsiteX482" fmla="*/ 698521 w 6530262"/>
              <a:gd name="connsiteY482" fmla="*/ 3778602 h 6530188"/>
              <a:gd name="connsiteX483" fmla="*/ 1369693 w 6530262"/>
              <a:gd name="connsiteY483" fmla="*/ 3745461 h 6530188"/>
              <a:gd name="connsiteX484" fmla="*/ 1732951 w 6530262"/>
              <a:gd name="connsiteY484" fmla="*/ 3803054 h 6530188"/>
              <a:gd name="connsiteX485" fmla="*/ 2604898 w 6530262"/>
              <a:gd name="connsiteY485" fmla="*/ 3795976 h 6530188"/>
              <a:gd name="connsiteX486" fmla="*/ 2731346 w 6530262"/>
              <a:gd name="connsiteY486" fmla="*/ 3816568 h 6530188"/>
              <a:gd name="connsiteX487" fmla="*/ 3009016 w 6530262"/>
              <a:gd name="connsiteY487" fmla="*/ 3848743 h 6530188"/>
              <a:gd name="connsiteX488" fmla="*/ 2923753 w 6530262"/>
              <a:gd name="connsiteY488" fmla="*/ 4193334 h 6530188"/>
              <a:gd name="connsiteX489" fmla="*/ 3265128 w 6530262"/>
              <a:gd name="connsiteY489" fmla="*/ 4251249 h 6530188"/>
              <a:gd name="connsiteX490" fmla="*/ 3606186 w 6530262"/>
              <a:gd name="connsiteY490" fmla="*/ 4193334 h 6530188"/>
              <a:gd name="connsiteX491" fmla="*/ 3520921 w 6530262"/>
              <a:gd name="connsiteY491" fmla="*/ 3849064 h 6530188"/>
              <a:gd name="connsiteX492" fmla="*/ 3798592 w 6530262"/>
              <a:gd name="connsiteY492" fmla="*/ 3816889 h 6530188"/>
              <a:gd name="connsiteX493" fmla="*/ 3925362 w 6530262"/>
              <a:gd name="connsiteY493" fmla="*/ 3796298 h 6530188"/>
              <a:gd name="connsiteX494" fmla="*/ 4797309 w 6530262"/>
              <a:gd name="connsiteY494" fmla="*/ 3803376 h 6530188"/>
              <a:gd name="connsiteX495" fmla="*/ 4798596 w 6530262"/>
              <a:gd name="connsiteY495" fmla="*/ 3803054 h 6530188"/>
              <a:gd name="connsiteX496" fmla="*/ 5161530 w 6530262"/>
              <a:gd name="connsiteY496" fmla="*/ 3745461 h 6530188"/>
              <a:gd name="connsiteX497" fmla="*/ 4933087 w 6530262"/>
              <a:gd name="connsiteY497" fmla="*/ 4000286 h 6530188"/>
              <a:gd name="connsiteX498" fmla="*/ 3493573 w 6530262"/>
              <a:gd name="connsiteY498" fmla="*/ 4264119 h 6530188"/>
              <a:gd name="connsiteX499" fmla="*/ 3585915 w 6530262"/>
              <a:gd name="connsiteY499" fmla="*/ 4633485 h 6530188"/>
              <a:gd name="connsiteX500" fmla="*/ 3264164 w 6530262"/>
              <a:gd name="connsiteY500" fmla="*/ 4702983 h 6530188"/>
              <a:gd name="connsiteX501" fmla="*/ 2942414 w 6530262"/>
              <a:gd name="connsiteY501" fmla="*/ 4633485 h 6530188"/>
              <a:gd name="connsiteX502" fmla="*/ 3034756 w 6530262"/>
              <a:gd name="connsiteY502" fmla="*/ 4264119 h 6530188"/>
              <a:gd name="connsiteX503" fmla="*/ 1598137 w 6530262"/>
              <a:gd name="connsiteY503" fmla="*/ 4000286 h 6530188"/>
              <a:gd name="connsiteX504" fmla="*/ 1369693 w 6530262"/>
              <a:gd name="connsiteY504" fmla="*/ 3745461 h 6530188"/>
              <a:gd name="connsiteX505" fmla="*/ 655727 w 6530262"/>
              <a:gd name="connsiteY505" fmla="*/ 3447846 h 6530188"/>
              <a:gd name="connsiteX506" fmla="*/ 340412 w 6530262"/>
              <a:gd name="connsiteY506" fmla="*/ 3486778 h 6530188"/>
              <a:gd name="connsiteX507" fmla="*/ 367439 w 6530262"/>
              <a:gd name="connsiteY507" fmla="*/ 3708140 h 6530188"/>
              <a:gd name="connsiteX508" fmla="*/ 395431 w 6530262"/>
              <a:gd name="connsiteY508" fmla="*/ 3704923 h 6530188"/>
              <a:gd name="connsiteX509" fmla="*/ 423423 w 6530262"/>
              <a:gd name="connsiteY509" fmla="*/ 3701383 h 6530188"/>
              <a:gd name="connsiteX510" fmla="*/ 403797 w 6530262"/>
              <a:gd name="connsiteY510" fmla="*/ 3540509 h 6530188"/>
              <a:gd name="connsiteX511" fmla="*/ 485843 w 6530262"/>
              <a:gd name="connsiteY511" fmla="*/ 3530214 h 6530188"/>
              <a:gd name="connsiteX512" fmla="*/ 503218 w 6530262"/>
              <a:gd name="connsiteY512" fmla="*/ 3672104 h 6530188"/>
              <a:gd name="connsiteX513" fmla="*/ 530567 w 6530262"/>
              <a:gd name="connsiteY513" fmla="*/ 3668887 h 6530188"/>
              <a:gd name="connsiteX514" fmla="*/ 557594 w 6530262"/>
              <a:gd name="connsiteY514" fmla="*/ 3665669 h 6530188"/>
              <a:gd name="connsiteX515" fmla="*/ 540219 w 6530262"/>
              <a:gd name="connsiteY515" fmla="*/ 3523779 h 6530188"/>
              <a:gd name="connsiteX516" fmla="*/ 607143 w 6530262"/>
              <a:gd name="connsiteY516" fmla="*/ 3515413 h 6530188"/>
              <a:gd name="connsiteX517" fmla="*/ 625805 w 6530262"/>
              <a:gd name="connsiteY517" fmla="*/ 3668243 h 6530188"/>
              <a:gd name="connsiteX518" fmla="*/ 654119 w 6530262"/>
              <a:gd name="connsiteY518" fmla="*/ 3665025 h 6530188"/>
              <a:gd name="connsiteX519" fmla="*/ 681789 w 6530262"/>
              <a:gd name="connsiteY519" fmla="*/ 3661487 h 6530188"/>
              <a:gd name="connsiteX520" fmla="*/ 5973310 w 6530262"/>
              <a:gd name="connsiteY520" fmla="*/ 3394114 h 6530188"/>
              <a:gd name="connsiteX521" fmla="*/ 5891906 w 6530262"/>
              <a:gd name="connsiteY521" fmla="*/ 3426289 h 6530188"/>
              <a:gd name="connsiteX522" fmla="*/ 5891906 w 6530262"/>
              <a:gd name="connsiteY522" fmla="*/ 3619338 h 6530188"/>
              <a:gd name="connsiteX523" fmla="*/ 6135150 w 6530262"/>
              <a:gd name="connsiteY523" fmla="*/ 3642182 h 6530188"/>
              <a:gd name="connsiteX524" fmla="*/ 6188562 w 6530262"/>
              <a:gd name="connsiteY524" fmla="*/ 3545657 h 6530188"/>
              <a:gd name="connsiteX525" fmla="*/ 6151238 w 6530262"/>
              <a:gd name="connsiteY525" fmla="*/ 3458464 h 6530188"/>
              <a:gd name="connsiteX526" fmla="*/ 6146412 w 6530262"/>
              <a:gd name="connsiteY526" fmla="*/ 3455889 h 6530188"/>
              <a:gd name="connsiteX527" fmla="*/ 6187918 w 6530262"/>
              <a:gd name="connsiteY527" fmla="*/ 3453316 h 6530188"/>
              <a:gd name="connsiteX528" fmla="*/ 6190814 w 6530262"/>
              <a:gd name="connsiteY528" fmla="*/ 3413097 h 6530188"/>
              <a:gd name="connsiteX529" fmla="*/ 6019964 w 6530262"/>
              <a:gd name="connsiteY529" fmla="*/ 3398297 h 6530188"/>
              <a:gd name="connsiteX530" fmla="*/ 6009346 w 6530262"/>
              <a:gd name="connsiteY530" fmla="*/ 3520239 h 6530188"/>
              <a:gd name="connsiteX531" fmla="*/ 6064044 w 6530262"/>
              <a:gd name="connsiteY531" fmla="*/ 3525066 h 6530188"/>
              <a:gd name="connsiteX532" fmla="*/ 6069836 w 6530262"/>
              <a:gd name="connsiteY532" fmla="*/ 3456211 h 6530188"/>
              <a:gd name="connsiteX533" fmla="*/ 6107480 w 6530262"/>
              <a:gd name="connsiteY533" fmla="*/ 3475516 h 6530188"/>
              <a:gd name="connsiteX534" fmla="*/ 6131933 w 6530262"/>
              <a:gd name="connsiteY534" fmla="*/ 3533110 h 6530188"/>
              <a:gd name="connsiteX535" fmla="*/ 6099758 w 6530262"/>
              <a:gd name="connsiteY535" fmla="*/ 3593597 h 6530188"/>
              <a:gd name="connsiteX536" fmla="*/ 6015782 w 6530262"/>
              <a:gd name="connsiteY536" fmla="*/ 3607754 h 6530188"/>
              <a:gd name="connsiteX537" fmla="*/ 5935022 w 6530262"/>
              <a:gd name="connsiteY537" fmla="*/ 3578154 h 6530188"/>
              <a:gd name="connsiteX538" fmla="*/ 5910568 w 6530262"/>
              <a:gd name="connsiteY538" fmla="*/ 3513805 h 6530188"/>
              <a:gd name="connsiteX539" fmla="*/ 5929873 w 6530262"/>
              <a:gd name="connsiteY539" fmla="*/ 3472942 h 6530188"/>
              <a:gd name="connsiteX540" fmla="*/ 5968161 w 6530262"/>
              <a:gd name="connsiteY540" fmla="*/ 3454924 h 6530188"/>
              <a:gd name="connsiteX541" fmla="*/ 1578510 w 6530262"/>
              <a:gd name="connsiteY541" fmla="*/ 3295337 h 6530188"/>
              <a:gd name="connsiteX542" fmla="*/ 1779927 w 6530262"/>
              <a:gd name="connsiteY542" fmla="*/ 3317216 h 6530188"/>
              <a:gd name="connsiteX543" fmla="*/ 1954638 w 6530262"/>
              <a:gd name="connsiteY543" fmla="*/ 3317216 h 6530188"/>
              <a:gd name="connsiteX544" fmla="*/ 2154768 w 6530262"/>
              <a:gd name="connsiteY544" fmla="*/ 3315286 h 6530188"/>
              <a:gd name="connsiteX545" fmla="*/ 2456891 w 6530262"/>
              <a:gd name="connsiteY545" fmla="*/ 3323008 h 6530188"/>
              <a:gd name="connsiteX546" fmla="*/ 2783469 w 6530262"/>
              <a:gd name="connsiteY546" fmla="*/ 3398940 h 6530188"/>
              <a:gd name="connsiteX547" fmla="*/ 3014164 w 6530262"/>
              <a:gd name="connsiteY547" fmla="*/ 3414705 h 6530188"/>
              <a:gd name="connsiteX548" fmla="*/ 2936302 w 6530262"/>
              <a:gd name="connsiteY548" fmla="*/ 3745784 h 6530188"/>
              <a:gd name="connsiteX549" fmla="*/ 3258051 w 6530262"/>
              <a:gd name="connsiteY549" fmla="*/ 3783750 h 6530188"/>
              <a:gd name="connsiteX550" fmla="*/ 3261590 w 6530262"/>
              <a:gd name="connsiteY550" fmla="*/ 3783750 h 6530188"/>
              <a:gd name="connsiteX551" fmla="*/ 3265773 w 6530262"/>
              <a:gd name="connsiteY551" fmla="*/ 3783750 h 6530188"/>
              <a:gd name="connsiteX552" fmla="*/ 3589777 w 6530262"/>
              <a:gd name="connsiteY552" fmla="*/ 3745141 h 6530188"/>
              <a:gd name="connsiteX553" fmla="*/ 3511913 w 6530262"/>
              <a:gd name="connsiteY553" fmla="*/ 3414062 h 6530188"/>
              <a:gd name="connsiteX554" fmla="*/ 3742609 w 6530262"/>
              <a:gd name="connsiteY554" fmla="*/ 3398297 h 6530188"/>
              <a:gd name="connsiteX555" fmla="*/ 4070473 w 6530262"/>
              <a:gd name="connsiteY555" fmla="*/ 3323329 h 6530188"/>
              <a:gd name="connsiteX556" fmla="*/ 4372598 w 6530262"/>
              <a:gd name="connsiteY556" fmla="*/ 3315608 h 6530188"/>
              <a:gd name="connsiteX557" fmla="*/ 4572726 w 6530262"/>
              <a:gd name="connsiteY557" fmla="*/ 3317538 h 6530188"/>
              <a:gd name="connsiteX558" fmla="*/ 4747437 w 6530262"/>
              <a:gd name="connsiteY558" fmla="*/ 3317538 h 6530188"/>
              <a:gd name="connsiteX559" fmla="*/ 4747437 w 6530262"/>
              <a:gd name="connsiteY559" fmla="*/ 3317216 h 6530188"/>
              <a:gd name="connsiteX560" fmla="*/ 4948854 w 6530262"/>
              <a:gd name="connsiteY560" fmla="*/ 3295337 h 6530188"/>
              <a:gd name="connsiteX561" fmla="*/ 4755803 w 6530262"/>
              <a:gd name="connsiteY561" fmla="*/ 3485490 h 6530188"/>
              <a:gd name="connsiteX562" fmla="*/ 4474915 w 6530262"/>
              <a:gd name="connsiteY562" fmla="*/ 3614189 h 6530188"/>
              <a:gd name="connsiteX563" fmla="*/ 3789263 w 6530262"/>
              <a:gd name="connsiteY563" fmla="*/ 3765732 h 6530188"/>
              <a:gd name="connsiteX564" fmla="*/ 3483277 w 6530262"/>
              <a:gd name="connsiteY564" fmla="*/ 3800159 h 6530188"/>
              <a:gd name="connsiteX565" fmla="*/ 3453677 w 6530262"/>
              <a:gd name="connsiteY565" fmla="*/ 3803055 h 6530188"/>
              <a:gd name="connsiteX566" fmla="*/ 3539584 w 6530262"/>
              <a:gd name="connsiteY566" fmla="*/ 4151508 h 6530188"/>
              <a:gd name="connsiteX567" fmla="*/ 3262556 w 6530262"/>
              <a:gd name="connsiteY567" fmla="*/ 4198483 h 6530188"/>
              <a:gd name="connsiteX568" fmla="*/ 2985209 w 6530262"/>
              <a:gd name="connsiteY568" fmla="*/ 4151508 h 6530188"/>
              <a:gd name="connsiteX569" fmla="*/ 3071438 w 6530262"/>
              <a:gd name="connsiteY569" fmla="*/ 3803055 h 6530188"/>
              <a:gd name="connsiteX570" fmla="*/ 3041513 w 6530262"/>
              <a:gd name="connsiteY570" fmla="*/ 3800159 h 6530188"/>
              <a:gd name="connsiteX571" fmla="*/ 2735529 w 6530262"/>
              <a:gd name="connsiteY571" fmla="*/ 3765732 h 6530188"/>
              <a:gd name="connsiteX572" fmla="*/ 2052449 w 6530262"/>
              <a:gd name="connsiteY572" fmla="*/ 3614189 h 6530188"/>
              <a:gd name="connsiteX573" fmla="*/ 1771561 w 6530262"/>
              <a:gd name="connsiteY573" fmla="*/ 3485490 h 6530188"/>
              <a:gd name="connsiteX574" fmla="*/ 1578510 w 6530262"/>
              <a:gd name="connsiteY574" fmla="*/ 3295337 h 6530188"/>
              <a:gd name="connsiteX575" fmla="*/ 525741 w 6530262"/>
              <a:gd name="connsiteY575" fmla="*/ 3177578 h 6530188"/>
              <a:gd name="connsiteX576" fmla="*/ 595561 w 6530262"/>
              <a:gd name="connsiteY576" fmla="*/ 3177578 h 6530188"/>
              <a:gd name="connsiteX577" fmla="*/ 595561 w 6530262"/>
              <a:gd name="connsiteY577" fmla="*/ 3245145 h 6530188"/>
              <a:gd name="connsiteX578" fmla="*/ 586874 w 6530262"/>
              <a:gd name="connsiteY578" fmla="*/ 3280859 h 6530188"/>
              <a:gd name="connsiteX579" fmla="*/ 562421 w 6530262"/>
              <a:gd name="connsiteY579" fmla="*/ 3292441 h 6530188"/>
              <a:gd name="connsiteX580" fmla="*/ 534429 w 6530262"/>
              <a:gd name="connsiteY580" fmla="*/ 3281824 h 6530188"/>
              <a:gd name="connsiteX581" fmla="*/ 525741 w 6530262"/>
              <a:gd name="connsiteY581" fmla="*/ 3247398 h 6530188"/>
              <a:gd name="connsiteX582" fmla="*/ 387710 w 6530262"/>
              <a:gd name="connsiteY582" fmla="*/ 3173395 h 6530188"/>
              <a:gd name="connsiteX583" fmla="*/ 472330 w 6530262"/>
              <a:gd name="connsiteY583" fmla="*/ 3175005 h 6530188"/>
              <a:gd name="connsiteX584" fmla="*/ 472330 w 6530262"/>
              <a:gd name="connsiteY584" fmla="*/ 3247718 h 6530188"/>
              <a:gd name="connsiteX585" fmla="*/ 462035 w 6530262"/>
              <a:gd name="connsiteY585" fmla="*/ 3284398 h 6530188"/>
              <a:gd name="connsiteX586" fmla="*/ 432111 w 6530262"/>
              <a:gd name="connsiteY586" fmla="*/ 3295980 h 6530188"/>
              <a:gd name="connsiteX587" fmla="*/ 398328 w 6530262"/>
              <a:gd name="connsiteY587" fmla="*/ 3283432 h 6530188"/>
              <a:gd name="connsiteX588" fmla="*/ 387710 w 6530262"/>
              <a:gd name="connsiteY588" fmla="*/ 3247398 h 6530188"/>
              <a:gd name="connsiteX589" fmla="*/ 334619 w 6530262"/>
              <a:gd name="connsiteY589" fmla="*/ 3113873 h 6530188"/>
              <a:gd name="connsiteX590" fmla="*/ 334619 w 6530262"/>
              <a:gd name="connsiteY590" fmla="*/ 3143152 h 6530188"/>
              <a:gd name="connsiteX591" fmla="*/ 334298 w 6530262"/>
              <a:gd name="connsiteY591" fmla="*/ 3246433 h 6530188"/>
              <a:gd name="connsiteX592" fmla="*/ 358108 w 6530262"/>
              <a:gd name="connsiteY592" fmla="*/ 3328156 h 6530188"/>
              <a:gd name="connsiteX593" fmla="*/ 431789 w 6530262"/>
              <a:gd name="connsiteY593" fmla="*/ 3357114 h 6530188"/>
              <a:gd name="connsiteX594" fmla="*/ 493243 w 6530262"/>
              <a:gd name="connsiteY594" fmla="*/ 3330087 h 6530188"/>
              <a:gd name="connsiteX595" fmla="*/ 503861 w 6530262"/>
              <a:gd name="connsiteY595" fmla="*/ 3312068 h 6530188"/>
              <a:gd name="connsiteX596" fmla="*/ 568211 w 6530262"/>
              <a:gd name="connsiteY596" fmla="*/ 3349713 h 6530188"/>
              <a:gd name="connsiteX597" fmla="*/ 627735 w 6530262"/>
              <a:gd name="connsiteY597" fmla="*/ 3326869 h 6530188"/>
              <a:gd name="connsiteX598" fmla="*/ 649936 w 6530262"/>
              <a:gd name="connsiteY598" fmla="*/ 3260910 h 6530188"/>
              <a:gd name="connsiteX599" fmla="*/ 652189 w 6530262"/>
              <a:gd name="connsiteY599" fmla="*/ 3148622 h 6530188"/>
              <a:gd name="connsiteX600" fmla="*/ 652189 w 6530262"/>
              <a:gd name="connsiteY600" fmla="*/ 3119664 h 6530188"/>
              <a:gd name="connsiteX601" fmla="*/ 5878071 w 6530262"/>
              <a:gd name="connsiteY601" fmla="*/ 3057245 h 6530188"/>
              <a:gd name="connsiteX602" fmla="*/ 5878071 w 6530262"/>
              <a:gd name="connsiteY602" fmla="*/ 3091995 h 6530188"/>
              <a:gd name="connsiteX603" fmla="*/ 5878071 w 6530262"/>
              <a:gd name="connsiteY603" fmla="*/ 3126420 h 6530188"/>
              <a:gd name="connsiteX604" fmla="*/ 6017390 w 6530262"/>
              <a:gd name="connsiteY604" fmla="*/ 3178543 h 6530188"/>
              <a:gd name="connsiteX605" fmla="*/ 5881932 w 6530262"/>
              <a:gd name="connsiteY605" fmla="*/ 3242893 h 6530188"/>
              <a:gd name="connsiteX606" fmla="*/ 5881932 w 6530262"/>
              <a:gd name="connsiteY606" fmla="*/ 3279250 h 6530188"/>
              <a:gd name="connsiteX607" fmla="*/ 5881932 w 6530262"/>
              <a:gd name="connsiteY607" fmla="*/ 3315608 h 6530188"/>
              <a:gd name="connsiteX608" fmla="*/ 6074983 w 6530262"/>
              <a:gd name="connsiteY608" fmla="*/ 3206536 h 6530188"/>
              <a:gd name="connsiteX609" fmla="*/ 6194353 w 6530262"/>
              <a:gd name="connsiteY609" fmla="*/ 3202353 h 6530188"/>
              <a:gd name="connsiteX610" fmla="*/ 6194353 w 6530262"/>
              <a:gd name="connsiteY610" fmla="*/ 3171787 h 6530188"/>
              <a:gd name="connsiteX611" fmla="*/ 6194353 w 6530262"/>
              <a:gd name="connsiteY611" fmla="*/ 3141542 h 6530188"/>
              <a:gd name="connsiteX612" fmla="*/ 6073696 w 6530262"/>
              <a:gd name="connsiteY612" fmla="*/ 3145725 h 6530188"/>
              <a:gd name="connsiteX613" fmla="*/ 4754838 w 6530262"/>
              <a:gd name="connsiteY613" fmla="*/ 2793733 h 6530188"/>
              <a:gd name="connsiteX614" fmla="*/ 4564682 w 6530262"/>
              <a:gd name="connsiteY614" fmla="*/ 3002546 h 6530188"/>
              <a:gd name="connsiteX615" fmla="*/ 4284438 w 6530262"/>
              <a:gd name="connsiteY615" fmla="*/ 3184012 h 6530188"/>
              <a:gd name="connsiteX616" fmla="*/ 3731989 w 6530262"/>
              <a:gd name="connsiteY616" fmla="*/ 3346495 h 6530188"/>
              <a:gd name="connsiteX617" fmla="*/ 3493573 w 6530262"/>
              <a:gd name="connsiteY617" fmla="*/ 3361617 h 6530188"/>
              <a:gd name="connsiteX618" fmla="*/ 3444344 w 6530262"/>
              <a:gd name="connsiteY618" fmla="*/ 3361617 h 6530188"/>
              <a:gd name="connsiteX619" fmla="*/ 3524139 w 6530262"/>
              <a:gd name="connsiteY619" fmla="*/ 3700417 h 6530188"/>
              <a:gd name="connsiteX620" fmla="*/ 3266738 w 6530262"/>
              <a:gd name="connsiteY620" fmla="*/ 3732592 h 6530188"/>
              <a:gd name="connsiteX621" fmla="*/ 3263521 w 6530262"/>
              <a:gd name="connsiteY621" fmla="*/ 3732592 h 6530188"/>
              <a:gd name="connsiteX622" fmla="*/ 3259981 w 6530262"/>
              <a:gd name="connsiteY622" fmla="*/ 3732592 h 6530188"/>
              <a:gd name="connsiteX623" fmla="*/ 3002581 w 6530262"/>
              <a:gd name="connsiteY623" fmla="*/ 3700417 h 6530188"/>
              <a:gd name="connsiteX624" fmla="*/ 3082696 w 6530262"/>
              <a:gd name="connsiteY624" fmla="*/ 3362261 h 6530188"/>
              <a:gd name="connsiteX625" fmla="*/ 3033469 w 6530262"/>
              <a:gd name="connsiteY625" fmla="*/ 3362261 h 6530188"/>
              <a:gd name="connsiteX626" fmla="*/ 2795051 w 6530262"/>
              <a:gd name="connsiteY626" fmla="*/ 3347139 h 6530188"/>
              <a:gd name="connsiteX627" fmla="*/ 2242605 w 6530262"/>
              <a:gd name="connsiteY627" fmla="*/ 3184656 h 6530188"/>
              <a:gd name="connsiteX628" fmla="*/ 1961716 w 6530262"/>
              <a:gd name="connsiteY628" fmla="*/ 3002870 h 6530188"/>
              <a:gd name="connsiteX629" fmla="*/ 1772204 w 6530262"/>
              <a:gd name="connsiteY629" fmla="*/ 2794375 h 6530188"/>
              <a:gd name="connsiteX630" fmla="*/ 1971046 w 6530262"/>
              <a:gd name="connsiteY630" fmla="*/ 2816899 h 6530188"/>
              <a:gd name="connsiteX631" fmla="*/ 2048267 w 6530262"/>
              <a:gd name="connsiteY631" fmla="*/ 2820438 h 6530188"/>
              <a:gd name="connsiteX632" fmla="*/ 2411202 w 6530262"/>
              <a:gd name="connsiteY632" fmla="*/ 2839422 h 6530188"/>
              <a:gd name="connsiteX633" fmla="*/ 2451742 w 6530262"/>
              <a:gd name="connsiteY633" fmla="*/ 2860979 h 6530188"/>
              <a:gd name="connsiteX634" fmla="*/ 2861653 w 6530262"/>
              <a:gd name="connsiteY634" fmla="*/ 2991930 h 6530188"/>
              <a:gd name="connsiteX635" fmla="*/ 2935015 w 6530262"/>
              <a:gd name="connsiteY635" fmla="*/ 2996755 h 6530188"/>
              <a:gd name="connsiteX636" fmla="*/ 3025103 w 6530262"/>
              <a:gd name="connsiteY636" fmla="*/ 2991930 h 6530188"/>
              <a:gd name="connsiteX637" fmla="*/ 2954317 w 6530262"/>
              <a:gd name="connsiteY637" fmla="*/ 3286328 h 6530188"/>
              <a:gd name="connsiteX638" fmla="*/ 3265128 w 6530262"/>
              <a:gd name="connsiteY638" fmla="*/ 3305955 h 6530188"/>
              <a:gd name="connsiteX639" fmla="*/ 3575619 w 6530262"/>
              <a:gd name="connsiteY639" fmla="*/ 3286328 h 6530188"/>
              <a:gd name="connsiteX640" fmla="*/ 3505155 w 6530262"/>
              <a:gd name="connsiteY640" fmla="*/ 2991930 h 6530188"/>
              <a:gd name="connsiteX641" fmla="*/ 3594923 w 6530262"/>
              <a:gd name="connsiteY641" fmla="*/ 2996755 h 6530188"/>
              <a:gd name="connsiteX642" fmla="*/ 3668283 w 6530262"/>
              <a:gd name="connsiteY642" fmla="*/ 2991930 h 6530188"/>
              <a:gd name="connsiteX643" fmla="*/ 4078516 w 6530262"/>
              <a:gd name="connsiteY643" fmla="*/ 2860979 h 6530188"/>
              <a:gd name="connsiteX644" fmla="*/ 4119057 w 6530262"/>
              <a:gd name="connsiteY644" fmla="*/ 2839422 h 6530188"/>
              <a:gd name="connsiteX645" fmla="*/ 4481991 w 6530262"/>
              <a:gd name="connsiteY645" fmla="*/ 2820438 h 6530188"/>
              <a:gd name="connsiteX646" fmla="*/ 4558891 w 6530262"/>
              <a:gd name="connsiteY646" fmla="*/ 2816899 h 6530188"/>
              <a:gd name="connsiteX647" fmla="*/ 4555674 w 6530262"/>
              <a:gd name="connsiteY647" fmla="*/ 2816255 h 6530188"/>
              <a:gd name="connsiteX648" fmla="*/ 4754838 w 6530262"/>
              <a:gd name="connsiteY648" fmla="*/ 2793733 h 6530188"/>
              <a:gd name="connsiteX649" fmla="*/ 3261912 w 6530262"/>
              <a:gd name="connsiteY649" fmla="*/ 1514143 h 6530188"/>
              <a:gd name="connsiteX650" fmla="*/ 3197562 w 6530262"/>
              <a:gd name="connsiteY650" fmla="*/ 1605198 h 6530188"/>
              <a:gd name="connsiteX651" fmla="*/ 3197562 w 6530262"/>
              <a:gd name="connsiteY651" fmla="*/ 1609702 h 6530188"/>
              <a:gd name="connsiteX652" fmla="*/ 3143185 w 6530262"/>
              <a:gd name="connsiteY652" fmla="*/ 1890587 h 6530188"/>
              <a:gd name="connsiteX653" fmla="*/ 3139002 w 6530262"/>
              <a:gd name="connsiteY653" fmla="*/ 1911501 h 6530188"/>
              <a:gd name="connsiteX654" fmla="*/ 3099106 w 6530262"/>
              <a:gd name="connsiteY654" fmla="*/ 1911501 h 6530188"/>
              <a:gd name="connsiteX655" fmla="*/ 2120340 w 6530262"/>
              <a:gd name="connsiteY655" fmla="*/ 1770254 h 6530188"/>
              <a:gd name="connsiteX656" fmla="*/ 2205601 w 6530262"/>
              <a:gd name="connsiteY656" fmla="*/ 1980355 h 6530188"/>
              <a:gd name="connsiteX657" fmla="*/ 2438230 w 6530262"/>
              <a:gd name="connsiteY657" fmla="*/ 2125784 h 6530188"/>
              <a:gd name="connsiteX658" fmla="*/ 2457533 w 6530262"/>
              <a:gd name="connsiteY658" fmla="*/ 2129646 h 6530188"/>
              <a:gd name="connsiteX659" fmla="*/ 2457533 w 6530262"/>
              <a:gd name="connsiteY659" fmla="*/ 2149273 h 6530188"/>
              <a:gd name="connsiteX660" fmla="*/ 2458820 w 6530262"/>
              <a:gd name="connsiteY660" fmla="*/ 2149273 h 6530188"/>
              <a:gd name="connsiteX661" fmla="*/ 2544084 w 6530262"/>
              <a:gd name="connsiteY661" fmla="*/ 2321085 h 6530188"/>
              <a:gd name="connsiteX662" fmla="*/ 2723945 w 6530262"/>
              <a:gd name="connsiteY662" fmla="*/ 2378035 h 6530188"/>
              <a:gd name="connsiteX663" fmla="*/ 2748076 w 6530262"/>
              <a:gd name="connsiteY663" fmla="*/ 2378035 h 6530188"/>
              <a:gd name="connsiteX664" fmla="*/ 2768344 w 6530262"/>
              <a:gd name="connsiteY664" fmla="*/ 2375462 h 6530188"/>
              <a:gd name="connsiteX665" fmla="*/ 2775425 w 6530262"/>
              <a:gd name="connsiteY665" fmla="*/ 2394445 h 6530188"/>
              <a:gd name="connsiteX666" fmla="*/ 2909915 w 6530262"/>
              <a:gd name="connsiteY666" fmla="*/ 2505769 h 6530188"/>
              <a:gd name="connsiteX667" fmla="*/ 2978772 w 6530262"/>
              <a:gd name="connsiteY667" fmla="*/ 2516065 h 6530188"/>
              <a:gd name="connsiteX668" fmla="*/ 3067896 w 6530262"/>
              <a:gd name="connsiteY668" fmla="*/ 2500622 h 6530188"/>
              <a:gd name="connsiteX669" fmla="*/ 3115193 w 6530262"/>
              <a:gd name="connsiteY669" fmla="*/ 2480994 h 6530188"/>
              <a:gd name="connsiteX670" fmla="*/ 3045696 w 6530262"/>
              <a:gd name="connsiteY670" fmla="*/ 2765097 h 6530188"/>
              <a:gd name="connsiteX671" fmla="*/ 3483276 w 6530262"/>
              <a:gd name="connsiteY671" fmla="*/ 2765097 h 6530188"/>
              <a:gd name="connsiteX672" fmla="*/ 3413457 w 6530262"/>
              <a:gd name="connsiteY672" fmla="*/ 2480672 h 6530188"/>
              <a:gd name="connsiteX673" fmla="*/ 3461076 w 6530262"/>
              <a:gd name="connsiteY673" fmla="*/ 2500622 h 6530188"/>
              <a:gd name="connsiteX674" fmla="*/ 3549879 w 6530262"/>
              <a:gd name="connsiteY674" fmla="*/ 2516065 h 6530188"/>
              <a:gd name="connsiteX675" fmla="*/ 3618734 w 6530262"/>
              <a:gd name="connsiteY675" fmla="*/ 2505769 h 6530188"/>
              <a:gd name="connsiteX676" fmla="*/ 3753226 w 6530262"/>
              <a:gd name="connsiteY676" fmla="*/ 2394445 h 6530188"/>
              <a:gd name="connsiteX677" fmla="*/ 3760304 w 6530262"/>
              <a:gd name="connsiteY677" fmla="*/ 2375462 h 6530188"/>
              <a:gd name="connsiteX678" fmla="*/ 3780574 w 6530262"/>
              <a:gd name="connsiteY678" fmla="*/ 2378035 h 6530188"/>
              <a:gd name="connsiteX679" fmla="*/ 3804706 w 6530262"/>
              <a:gd name="connsiteY679" fmla="*/ 2378035 h 6530188"/>
              <a:gd name="connsiteX680" fmla="*/ 3984565 w 6530262"/>
              <a:gd name="connsiteY680" fmla="*/ 2321085 h 6530188"/>
              <a:gd name="connsiteX681" fmla="*/ 4069828 w 6530262"/>
              <a:gd name="connsiteY681" fmla="*/ 2148950 h 6530188"/>
              <a:gd name="connsiteX682" fmla="*/ 4069828 w 6530262"/>
              <a:gd name="connsiteY682" fmla="*/ 2129646 h 6530188"/>
              <a:gd name="connsiteX683" fmla="*/ 4089135 w 6530262"/>
              <a:gd name="connsiteY683" fmla="*/ 2125784 h 6530188"/>
              <a:gd name="connsiteX684" fmla="*/ 4321438 w 6530262"/>
              <a:gd name="connsiteY684" fmla="*/ 1980355 h 6530188"/>
              <a:gd name="connsiteX685" fmla="*/ 4406703 w 6530262"/>
              <a:gd name="connsiteY685" fmla="*/ 1770254 h 6530188"/>
              <a:gd name="connsiteX686" fmla="*/ 3428900 w 6530262"/>
              <a:gd name="connsiteY686" fmla="*/ 1911501 h 6530188"/>
              <a:gd name="connsiteX687" fmla="*/ 3389004 w 6530262"/>
              <a:gd name="connsiteY687" fmla="*/ 1911501 h 6530188"/>
              <a:gd name="connsiteX688" fmla="*/ 3384821 w 6530262"/>
              <a:gd name="connsiteY688" fmla="*/ 1890587 h 6530188"/>
              <a:gd name="connsiteX689" fmla="*/ 3330445 w 6530262"/>
              <a:gd name="connsiteY689" fmla="*/ 1609702 h 6530188"/>
              <a:gd name="connsiteX690" fmla="*/ 3330445 w 6530262"/>
              <a:gd name="connsiteY690" fmla="*/ 1605198 h 6530188"/>
              <a:gd name="connsiteX691" fmla="*/ 3266094 w 6530262"/>
              <a:gd name="connsiteY691" fmla="*/ 1514143 h 6530188"/>
              <a:gd name="connsiteX692" fmla="*/ 3699932 w 6530262"/>
              <a:gd name="connsiteY692" fmla="*/ 1495988 h 6530188"/>
              <a:gd name="connsiteX693" fmla="*/ 3768026 w 6530262"/>
              <a:gd name="connsiteY693" fmla="*/ 1502882 h 6530188"/>
              <a:gd name="connsiteX694" fmla="*/ 3893832 w 6530262"/>
              <a:gd name="connsiteY694" fmla="*/ 1584284 h 6530188"/>
              <a:gd name="connsiteX695" fmla="*/ 3744539 w 6530262"/>
              <a:gd name="connsiteY695" fmla="*/ 1592327 h 6530188"/>
              <a:gd name="connsiteX696" fmla="*/ 3633212 w 6530262"/>
              <a:gd name="connsiteY696" fmla="*/ 1511247 h 6530188"/>
              <a:gd name="connsiteX697" fmla="*/ 3699932 w 6530262"/>
              <a:gd name="connsiteY697" fmla="*/ 1495988 h 6530188"/>
              <a:gd name="connsiteX698" fmla="*/ 1063708 w 6530262"/>
              <a:gd name="connsiteY698" fmla="*/ 1360670 h 6530188"/>
              <a:gd name="connsiteX699" fmla="*/ 1050516 w 6530262"/>
              <a:gd name="connsiteY699" fmla="*/ 1365818 h 6530188"/>
              <a:gd name="connsiteX700" fmla="*/ 1037968 w 6530262"/>
              <a:gd name="connsiteY700" fmla="*/ 1373862 h 6530188"/>
              <a:gd name="connsiteX701" fmla="*/ 1023168 w 6530262"/>
              <a:gd name="connsiteY701" fmla="*/ 1390593 h 6530188"/>
              <a:gd name="connsiteX702" fmla="*/ 1006436 w 6530262"/>
              <a:gd name="connsiteY702" fmla="*/ 1404750 h 6530188"/>
              <a:gd name="connsiteX703" fmla="*/ 991636 w 6530262"/>
              <a:gd name="connsiteY703" fmla="*/ 1409576 h 6530188"/>
              <a:gd name="connsiteX704" fmla="*/ 988418 w 6530262"/>
              <a:gd name="connsiteY704" fmla="*/ 1418263 h 6530188"/>
              <a:gd name="connsiteX705" fmla="*/ 988097 w 6530262"/>
              <a:gd name="connsiteY705" fmla="*/ 1418263 h 6530188"/>
              <a:gd name="connsiteX706" fmla="*/ 986488 w 6530262"/>
              <a:gd name="connsiteY706" fmla="*/ 1434994 h 6530188"/>
              <a:gd name="connsiteX707" fmla="*/ 992923 w 6530262"/>
              <a:gd name="connsiteY707" fmla="*/ 1441429 h 6530188"/>
              <a:gd name="connsiteX708" fmla="*/ 1025098 w 6530262"/>
              <a:gd name="connsiteY708" fmla="*/ 1453655 h 6530188"/>
              <a:gd name="connsiteX709" fmla="*/ 1055343 w 6530262"/>
              <a:gd name="connsiteY709" fmla="*/ 1492265 h 6530188"/>
              <a:gd name="connsiteX710" fmla="*/ 1063708 w 6530262"/>
              <a:gd name="connsiteY710" fmla="*/ 1516396 h 6530188"/>
              <a:gd name="connsiteX711" fmla="*/ 1055021 w 6530262"/>
              <a:gd name="connsiteY711" fmla="*/ 1542458 h 6530188"/>
              <a:gd name="connsiteX712" fmla="*/ 1043759 w 6530262"/>
              <a:gd name="connsiteY712" fmla="*/ 1556292 h 6530188"/>
              <a:gd name="connsiteX713" fmla="*/ 1032498 w 6530262"/>
              <a:gd name="connsiteY713" fmla="*/ 1579780 h 6530188"/>
              <a:gd name="connsiteX714" fmla="*/ 1032498 w 6530262"/>
              <a:gd name="connsiteY714" fmla="*/ 1604877 h 6530188"/>
              <a:gd name="connsiteX715" fmla="*/ 1053734 w 6530262"/>
              <a:gd name="connsiteY715" fmla="*/ 1626755 h 6530188"/>
              <a:gd name="connsiteX716" fmla="*/ 1066926 w 6530262"/>
              <a:gd name="connsiteY716" fmla="*/ 1634156 h 6530188"/>
              <a:gd name="connsiteX717" fmla="*/ 1085266 w 6530262"/>
              <a:gd name="connsiteY717" fmla="*/ 1646060 h 6530188"/>
              <a:gd name="connsiteX718" fmla="*/ 1096527 w 6530262"/>
              <a:gd name="connsiteY718" fmla="*/ 1646060 h 6530188"/>
              <a:gd name="connsiteX719" fmla="*/ 1104249 w 6530262"/>
              <a:gd name="connsiteY719" fmla="*/ 1635121 h 6530188"/>
              <a:gd name="connsiteX720" fmla="*/ 1111327 w 6530262"/>
              <a:gd name="connsiteY720" fmla="*/ 1618068 h 6530188"/>
              <a:gd name="connsiteX721" fmla="*/ 1122267 w 6530262"/>
              <a:gd name="connsiteY721" fmla="*/ 1602946 h 6530188"/>
              <a:gd name="connsiteX722" fmla="*/ 1133206 w 6530262"/>
              <a:gd name="connsiteY722" fmla="*/ 1599729 h 6530188"/>
              <a:gd name="connsiteX723" fmla="*/ 1165381 w 6530262"/>
              <a:gd name="connsiteY723" fmla="*/ 1627399 h 6530188"/>
              <a:gd name="connsiteX724" fmla="*/ 1165381 w 6530262"/>
              <a:gd name="connsiteY724" fmla="*/ 1653139 h 6530188"/>
              <a:gd name="connsiteX725" fmla="*/ 1154764 w 6530262"/>
              <a:gd name="connsiteY725" fmla="*/ 1696897 h 6530188"/>
              <a:gd name="connsiteX726" fmla="*/ 1145433 w 6530262"/>
              <a:gd name="connsiteY726" fmla="*/ 1719419 h 6530188"/>
              <a:gd name="connsiteX727" fmla="*/ 1139963 w 6530262"/>
              <a:gd name="connsiteY727" fmla="*/ 1743550 h 6530188"/>
              <a:gd name="connsiteX728" fmla="*/ 1131598 w 6530262"/>
              <a:gd name="connsiteY728" fmla="*/ 1754489 h 6530188"/>
              <a:gd name="connsiteX729" fmla="*/ 1134816 w 6530262"/>
              <a:gd name="connsiteY729" fmla="*/ 1769290 h 6530188"/>
              <a:gd name="connsiteX730" fmla="*/ 1149938 w 6530262"/>
              <a:gd name="connsiteY730" fmla="*/ 1776368 h 6530188"/>
              <a:gd name="connsiteX731" fmla="*/ 1166025 w 6530262"/>
              <a:gd name="connsiteY731" fmla="*/ 1786020 h 6530188"/>
              <a:gd name="connsiteX732" fmla="*/ 1184365 w 6530262"/>
              <a:gd name="connsiteY732" fmla="*/ 1782803 h 6530188"/>
              <a:gd name="connsiteX733" fmla="*/ 1214931 w 6530262"/>
              <a:gd name="connsiteY733" fmla="*/ 1780551 h 6530188"/>
              <a:gd name="connsiteX734" fmla="*/ 1220401 w 6530262"/>
              <a:gd name="connsiteY734" fmla="*/ 1737115 h 6530188"/>
              <a:gd name="connsiteX735" fmla="*/ 1228766 w 6530262"/>
              <a:gd name="connsiteY735" fmla="*/ 1713627 h 6530188"/>
              <a:gd name="connsiteX736" fmla="*/ 1238420 w 6530262"/>
              <a:gd name="connsiteY736" fmla="*/ 1671478 h 6530188"/>
              <a:gd name="connsiteX737" fmla="*/ 1248394 w 6530262"/>
              <a:gd name="connsiteY737" fmla="*/ 1641234 h 6530188"/>
              <a:gd name="connsiteX738" fmla="*/ 1248394 w 6530262"/>
              <a:gd name="connsiteY738" fmla="*/ 1603268 h 6530188"/>
              <a:gd name="connsiteX739" fmla="*/ 1255793 w 6530262"/>
              <a:gd name="connsiteY739" fmla="*/ 1567232 h 6530188"/>
              <a:gd name="connsiteX740" fmla="*/ 1250967 w 6530262"/>
              <a:gd name="connsiteY740" fmla="*/ 1548571 h 6530188"/>
              <a:gd name="connsiteX741" fmla="*/ 1234880 w 6530262"/>
              <a:gd name="connsiteY741" fmla="*/ 1521866 h 6530188"/>
              <a:gd name="connsiteX742" fmla="*/ 1222975 w 6530262"/>
              <a:gd name="connsiteY742" fmla="*/ 1514787 h 6530188"/>
              <a:gd name="connsiteX743" fmla="*/ 1215253 w 6530262"/>
              <a:gd name="connsiteY743" fmla="*/ 1509639 h 6530188"/>
              <a:gd name="connsiteX744" fmla="*/ 1200774 w 6530262"/>
              <a:gd name="connsiteY744" fmla="*/ 1502883 h 6530188"/>
              <a:gd name="connsiteX745" fmla="*/ 1185330 w 6530262"/>
              <a:gd name="connsiteY745" fmla="*/ 1486473 h 6530188"/>
              <a:gd name="connsiteX746" fmla="*/ 1168599 w 6530262"/>
              <a:gd name="connsiteY746" fmla="*/ 1465560 h 6530188"/>
              <a:gd name="connsiteX747" fmla="*/ 1138354 w 6530262"/>
              <a:gd name="connsiteY747" fmla="*/ 1433385 h 6530188"/>
              <a:gd name="connsiteX748" fmla="*/ 1122589 w 6530262"/>
              <a:gd name="connsiteY748" fmla="*/ 1414724 h 6530188"/>
              <a:gd name="connsiteX749" fmla="*/ 1113258 w 6530262"/>
              <a:gd name="connsiteY749" fmla="*/ 1390914 h 6530188"/>
              <a:gd name="connsiteX750" fmla="*/ 1098135 w 6530262"/>
              <a:gd name="connsiteY750" fmla="*/ 1375470 h 6530188"/>
              <a:gd name="connsiteX751" fmla="*/ 1088483 w 6530262"/>
              <a:gd name="connsiteY751" fmla="*/ 1365175 h 6530188"/>
              <a:gd name="connsiteX752" fmla="*/ 1063708 w 6530262"/>
              <a:gd name="connsiteY752" fmla="*/ 1360670 h 6530188"/>
              <a:gd name="connsiteX753" fmla="*/ 3906239 w 6530262"/>
              <a:gd name="connsiteY753" fmla="*/ 1359406 h 6530188"/>
              <a:gd name="connsiteX754" fmla="*/ 4034758 w 6530262"/>
              <a:gd name="connsiteY754" fmla="*/ 1377078 h 6530188"/>
              <a:gd name="connsiteX755" fmla="*/ 3912493 w 6530262"/>
              <a:gd name="connsiteY755" fmla="*/ 1445932 h 6530188"/>
              <a:gd name="connsiteX756" fmla="*/ 3781860 w 6530262"/>
              <a:gd name="connsiteY756" fmla="*/ 1404748 h 6530188"/>
              <a:gd name="connsiteX757" fmla="*/ 3840102 w 6530262"/>
              <a:gd name="connsiteY757" fmla="*/ 1371049 h 6530188"/>
              <a:gd name="connsiteX758" fmla="*/ 3906058 w 6530262"/>
              <a:gd name="connsiteY758" fmla="*/ 1359381 h 6530188"/>
              <a:gd name="connsiteX759" fmla="*/ 3906380 w 6530262"/>
              <a:gd name="connsiteY759" fmla="*/ 1359381 h 6530188"/>
              <a:gd name="connsiteX760" fmla="*/ 3906239 w 6530262"/>
              <a:gd name="connsiteY760" fmla="*/ 1359406 h 6530188"/>
              <a:gd name="connsiteX761" fmla="*/ 5430878 w 6530262"/>
              <a:gd name="connsiteY761" fmla="*/ 1207559 h 6530188"/>
              <a:gd name="connsiteX762" fmla="*/ 5424725 w 6530262"/>
              <a:gd name="connsiteY762" fmla="*/ 1212023 h 6530188"/>
              <a:gd name="connsiteX763" fmla="*/ 5407993 w 6530262"/>
              <a:gd name="connsiteY763" fmla="*/ 1233258 h 6530188"/>
              <a:gd name="connsiteX764" fmla="*/ 5375818 w 6530262"/>
              <a:gd name="connsiteY764" fmla="*/ 1267363 h 6530188"/>
              <a:gd name="connsiteX765" fmla="*/ 5341712 w 6530262"/>
              <a:gd name="connsiteY765" fmla="*/ 1295034 h 6530188"/>
              <a:gd name="connsiteX766" fmla="*/ 5328199 w 6530262"/>
              <a:gd name="connsiteY766" fmla="*/ 1312408 h 6530188"/>
              <a:gd name="connsiteX767" fmla="*/ 5321442 w 6530262"/>
              <a:gd name="connsiteY767" fmla="*/ 1326243 h 6530188"/>
              <a:gd name="connsiteX768" fmla="*/ 5311146 w 6530262"/>
              <a:gd name="connsiteY768" fmla="*/ 1326243 h 6530188"/>
              <a:gd name="connsiteX769" fmla="*/ 5290553 w 6530262"/>
              <a:gd name="connsiteY769" fmla="*/ 1316591 h 6530188"/>
              <a:gd name="connsiteX770" fmla="*/ 5288173 w 6530262"/>
              <a:gd name="connsiteY770" fmla="*/ 1314210 h 6530188"/>
              <a:gd name="connsiteX771" fmla="*/ 5290553 w 6530262"/>
              <a:gd name="connsiteY771" fmla="*/ 1303077 h 6530188"/>
              <a:gd name="connsiteX772" fmla="*/ 5310179 w 6530262"/>
              <a:gd name="connsiteY772" fmla="*/ 1277659 h 6530188"/>
              <a:gd name="connsiteX773" fmla="*/ 5305032 w 6530262"/>
              <a:gd name="connsiteY773" fmla="*/ 1272833 h 6530188"/>
              <a:gd name="connsiteX774" fmla="*/ 5258056 w 6530262"/>
              <a:gd name="connsiteY774" fmla="*/ 1282807 h 6530188"/>
              <a:gd name="connsiteX775" fmla="*/ 5246473 w 6530262"/>
              <a:gd name="connsiteY775" fmla="*/ 1279911 h 6530188"/>
              <a:gd name="connsiteX776" fmla="*/ 5231994 w 6530262"/>
              <a:gd name="connsiteY776" fmla="*/ 1285703 h 6530188"/>
              <a:gd name="connsiteX777" fmla="*/ 5205610 w 6530262"/>
              <a:gd name="connsiteY777" fmla="*/ 1309512 h 6530188"/>
              <a:gd name="connsiteX778" fmla="*/ 5187592 w 6530262"/>
              <a:gd name="connsiteY778" fmla="*/ 1341687 h 6530188"/>
              <a:gd name="connsiteX779" fmla="*/ 5193385 w 6530262"/>
              <a:gd name="connsiteY779" fmla="*/ 1356809 h 6530188"/>
              <a:gd name="connsiteX780" fmla="*/ 5241004 w 6530262"/>
              <a:gd name="connsiteY780" fmla="*/ 1364853 h 6530188"/>
              <a:gd name="connsiteX781" fmla="*/ 5254839 w 6530262"/>
              <a:gd name="connsiteY781" fmla="*/ 1364853 h 6530188"/>
              <a:gd name="connsiteX782" fmla="*/ 5287014 w 6530262"/>
              <a:gd name="connsiteY782" fmla="*/ 1361957 h 6530188"/>
              <a:gd name="connsiteX783" fmla="*/ 5315006 w 6530262"/>
              <a:gd name="connsiteY783" fmla="*/ 1377079 h 6530188"/>
              <a:gd name="connsiteX784" fmla="*/ 5335921 w 6530262"/>
              <a:gd name="connsiteY784" fmla="*/ 1392201 h 6530188"/>
              <a:gd name="connsiteX785" fmla="*/ 5361661 w 6530262"/>
              <a:gd name="connsiteY785" fmla="*/ 1413437 h 6530188"/>
              <a:gd name="connsiteX786" fmla="*/ 5379035 w 6530262"/>
              <a:gd name="connsiteY786" fmla="*/ 1425663 h 6530188"/>
              <a:gd name="connsiteX787" fmla="*/ 5396410 w 6530262"/>
              <a:gd name="connsiteY787" fmla="*/ 1437246 h 6530188"/>
              <a:gd name="connsiteX788" fmla="*/ 5428586 w 6530262"/>
              <a:gd name="connsiteY788" fmla="*/ 1464273 h 6530188"/>
              <a:gd name="connsiteX789" fmla="*/ 5448856 w 6530262"/>
              <a:gd name="connsiteY789" fmla="*/ 1480682 h 6530188"/>
              <a:gd name="connsiteX790" fmla="*/ 5467838 w 6530262"/>
              <a:gd name="connsiteY790" fmla="*/ 1496769 h 6530188"/>
              <a:gd name="connsiteX791" fmla="*/ 5446281 w 6530262"/>
              <a:gd name="connsiteY791" fmla="*/ 1502561 h 6530188"/>
              <a:gd name="connsiteX792" fmla="*/ 5426655 w 6530262"/>
              <a:gd name="connsiteY792" fmla="*/ 1495161 h 6530188"/>
              <a:gd name="connsiteX793" fmla="*/ 5418289 w 6530262"/>
              <a:gd name="connsiteY793" fmla="*/ 1479717 h 6530188"/>
              <a:gd name="connsiteX794" fmla="*/ 5406385 w 6530262"/>
              <a:gd name="connsiteY794" fmla="*/ 1468456 h 6530188"/>
              <a:gd name="connsiteX795" fmla="*/ 5392870 w 6530262"/>
              <a:gd name="connsiteY795" fmla="*/ 1453655 h 6530188"/>
              <a:gd name="connsiteX796" fmla="*/ 5382573 w 6530262"/>
              <a:gd name="connsiteY796" fmla="*/ 1451403 h 6530188"/>
              <a:gd name="connsiteX797" fmla="*/ 5369060 w 6530262"/>
              <a:gd name="connsiteY797" fmla="*/ 1444324 h 6530188"/>
              <a:gd name="connsiteX798" fmla="*/ 5354903 w 6530262"/>
              <a:gd name="connsiteY798" fmla="*/ 1434029 h 6530188"/>
              <a:gd name="connsiteX799" fmla="*/ 5335277 w 6530262"/>
              <a:gd name="connsiteY799" fmla="*/ 1420837 h 6530188"/>
              <a:gd name="connsiteX800" fmla="*/ 5320155 w 6530262"/>
              <a:gd name="connsiteY800" fmla="*/ 1407645 h 6530188"/>
              <a:gd name="connsiteX801" fmla="*/ 5310823 w 6530262"/>
              <a:gd name="connsiteY801" fmla="*/ 1405393 h 6530188"/>
              <a:gd name="connsiteX802" fmla="*/ 5294736 w 6530262"/>
              <a:gd name="connsiteY802" fmla="*/ 1390271 h 6530188"/>
              <a:gd name="connsiteX803" fmla="*/ 5257414 w 6530262"/>
              <a:gd name="connsiteY803" fmla="*/ 1404106 h 6530188"/>
              <a:gd name="connsiteX804" fmla="*/ 5240038 w 6530262"/>
              <a:gd name="connsiteY804" fmla="*/ 1414724 h 6530188"/>
              <a:gd name="connsiteX805" fmla="*/ 5233924 w 6530262"/>
              <a:gd name="connsiteY805" fmla="*/ 1427915 h 6530188"/>
              <a:gd name="connsiteX806" fmla="*/ 5243899 w 6530262"/>
              <a:gd name="connsiteY806" fmla="*/ 1438855 h 6530188"/>
              <a:gd name="connsiteX807" fmla="*/ 5262561 w 6530262"/>
              <a:gd name="connsiteY807" fmla="*/ 1445612 h 6530188"/>
              <a:gd name="connsiteX808" fmla="*/ 5280579 w 6530262"/>
              <a:gd name="connsiteY808" fmla="*/ 1449794 h 6530188"/>
              <a:gd name="connsiteX809" fmla="*/ 5288945 w 6530262"/>
              <a:gd name="connsiteY809" fmla="*/ 1461055 h 6530188"/>
              <a:gd name="connsiteX810" fmla="*/ 5271571 w 6530262"/>
              <a:gd name="connsiteY810" fmla="*/ 1468134 h 6530188"/>
              <a:gd name="connsiteX811" fmla="*/ 5256769 w 6530262"/>
              <a:gd name="connsiteY811" fmla="*/ 1478430 h 6530188"/>
              <a:gd name="connsiteX812" fmla="*/ 5247117 w 6530262"/>
              <a:gd name="connsiteY812" fmla="*/ 1480360 h 6530188"/>
              <a:gd name="connsiteX813" fmla="*/ 5231674 w 6530262"/>
              <a:gd name="connsiteY813" fmla="*/ 1474890 h 6530188"/>
              <a:gd name="connsiteX814" fmla="*/ 5210437 w 6530262"/>
              <a:gd name="connsiteY814" fmla="*/ 1461699 h 6530188"/>
              <a:gd name="connsiteX815" fmla="*/ 5187914 w 6530262"/>
              <a:gd name="connsiteY815" fmla="*/ 1455586 h 6530188"/>
              <a:gd name="connsiteX816" fmla="*/ 5177940 w 6530262"/>
              <a:gd name="connsiteY816" fmla="*/ 1437246 h 6530188"/>
              <a:gd name="connsiteX817" fmla="*/ 5145765 w 6530262"/>
              <a:gd name="connsiteY817" fmla="*/ 1428881 h 6530188"/>
              <a:gd name="connsiteX818" fmla="*/ 5126139 w 6530262"/>
              <a:gd name="connsiteY818" fmla="*/ 1441107 h 6530188"/>
              <a:gd name="connsiteX819" fmla="*/ 5115520 w 6530262"/>
              <a:gd name="connsiteY819" fmla="*/ 1453977 h 6530188"/>
              <a:gd name="connsiteX820" fmla="*/ 5119381 w 6530262"/>
              <a:gd name="connsiteY820" fmla="*/ 1464916 h 6530188"/>
              <a:gd name="connsiteX821" fmla="*/ 5130644 w 6530262"/>
              <a:gd name="connsiteY821" fmla="*/ 1485187 h 6530188"/>
              <a:gd name="connsiteX822" fmla="*/ 5154775 w 6530262"/>
              <a:gd name="connsiteY822" fmla="*/ 1497413 h 6530188"/>
              <a:gd name="connsiteX823" fmla="*/ 5179548 w 6530262"/>
              <a:gd name="connsiteY823" fmla="*/ 1516396 h 6530188"/>
              <a:gd name="connsiteX824" fmla="*/ 5204002 w 6530262"/>
              <a:gd name="connsiteY824" fmla="*/ 1534735 h 6530188"/>
              <a:gd name="connsiteX825" fmla="*/ 5200785 w 6530262"/>
              <a:gd name="connsiteY825" fmla="*/ 1549858 h 6530188"/>
              <a:gd name="connsiteX826" fmla="*/ 5138687 w 6530262"/>
              <a:gd name="connsiteY826" fmla="*/ 1563693 h 6530188"/>
              <a:gd name="connsiteX827" fmla="*/ 5106512 w 6530262"/>
              <a:gd name="connsiteY827" fmla="*/ 1539240 h 6530188"/>
              <a:gd name="connsiteX828" fmla="*/ 5089136 w 6530262"/>
              <a:gd name="connsiteY828" fmla="*/ 1532483 h 6530188"/>
              <a:gd name="connsiteX829" fmla="*/ 5089136 w 6530262"/>
              <a:gd name="connsiteY829" fmla="*/ 1575919 h 6530188"/>
              <a:gd name="connsiteX830" fmla="*/ 5071763 w 6530262"/>
              <a:gd name="connsiteY830" fmla="*/ 1591363 h 6530188"/>
              <a:gd name="connsiteX831" fmla="*/ 5093963 w 6530262"/>
              <a:gd name="connsiteY831" fmla="*/ 1615494 h 6530188"/>
              <a:gd name="connsiteX832" fmla="*/ 5112948 w 6530262"/>
              <a:gd name="connsiteY832" fmla="*/ 1627077 h 6530188"/>
              <a:gd name="connsiteX833" fmla="*/ 5138687 w 6530262"/>
              <a:gd name="connsiteY833" fmla="*/ 1640269 h 6530188"/>
              <a:gd name="connsiteX834" fmla="*/ 5177298 w 6530262"/>
              <a:gd name="connsiteY834" fmla="*/ 1629329 h 6530188"/>
              <a:gd name="connsiteX835" fmla="*/ 5195958 w 6530262"/>
              <a:gd name="connsiteY835" fmla="*/ 1625146 h 6530188"/>
              <a:gd name="connsiteX836" fmla="*/ 5217837 w 6530262"/>
              <a:gd name="connsiteY836" fmla="*/ 1611955 h 6530188"/>
              <a:gd name="connsiteX837" fmla="*/ 5235535 w 6530262"/>
              <a:gd name="connsiteY837" fmla="*/ 1599085 h 6530188"/>
              <a:gd name="connsiteX838" fmla="*/ 5252909 w 6530262"/>
              <a:gd name="connsiteY838" fmla="*/ 1580424 h 6530188"/>
              <a:gd name="connsiteX839" fmla="*/ 5290231 w 6530262"/>
              <a:gd name="connsiteY839" fmla="*/ 1595868 h 6530188"/>
              <a:gd name="connsiteX840" fmla="*/ 5305032 w 6530262"/>
              <a:gd name="connsiteY840" fmla="*/ 1603911 h 6530188"/>
              <a:gd name="connsiteX841" fmla="*/ 5324336 w 6530262"/>
              <a:gd name="connsiteY841" fmla="*/ 1618068 h 6530188"/>
              <a:gd name="connsiteX842" fmla="*/ 5341712 w 6530262"/>
              <a:gd name="connsiteY842" fmla="*/ 1619999 h 6530188"/>
              <a:gd name="connsiteX843" fmla="*/ 5362625 w 6530262"/>
              <a:gd name="connsiteY843" fmla="*/ 1608416 h 6530188"/>
              <a:gd name="connsiteX844" fmla="*/ 5362625 w 6530262"/>
              <a:gd name="connsiteY844" fmla="*/ 1595868 h 6530188"/>
              <a:gd name="connsiteX845" fmla="*/ 5353939 w 6530262"/>
              <a:gd name="connsiteY845" fmla="*/ 1573023 h 6530188"/>
              <a:gd name="connsiteX846" fmla="*/ 5346859 w 6530262"/>
              <a:gd name="connsiteY846" fmla="*/ 1548571 h 6530188"/>
              <a:gd name="connsiteX847" fmla="*/ 5333024 w 6530262"/>
              <a:gd name="connsiteY847" fmla="*/ 1543744 h 6530188"/>
              <a:gd name="connsiteX848" fmla="*/ 5313398 w 6530262"/>
              <a:gd name="connsiteY848" fmla="*/ 1534414 h 6530188"/>
              <a:gd name="connsiteX849" fmla="*/ 5307285 w 6530262"/>
              <a:gd name="connsiteY849" fmla="*/ 1524761 h 6530188"/>
              <a:gd name="connsiteX850" fmla="*/ 5325947 w 6530262"/>
              <a:gd name="connsiteY850" fmla="*/ 1512535 h 6530188"/>
              <a:gd name="connsiteX851" fmla="*/ 5354261 w 6530262"/>
              <a:gd name="connsiteY851" fmla="*/ 1512535 h 6530188"/>
              <a:gd name="connsiteX852" fmla="*/ 5375174 w 6530262"/>
              <a:gd name="connsiteY852" fmla="*/ 1512535 h 6530188"/>
              <a:gd name="connsiteX853" fmla="*/ 5423114 w 6530262"/>
              <a:gd name="connsiteY853" fmla="*/ 1522509 h 6530188"/>
              <a:gd name="connsiteX854" fmla="*/ 5439202 w 6530262"/>
              <a:gd name="connsiteY854" fmla="*/ 1539240 h 6530188"/>
              <a:gd name="connsiteX855" fmla="*/ 5450142 w 6530262"/>
              <a:gd name="connsiteY855" fmla="*/ 1553397 h 6530188"/>
              <a:gd name="connsiteX856" fmla="*/ 5464621 w 6530262"/>
              <a:gd name="connsiteY856" fmla="*/ 1559832 h 6530188"/>
              <a:gd name="connsiteX857" fmla="*/ 5505483 w 6530262"/>
              <a:gd name="connsiteY857" fmla="*/ 1585572 h 6530188"/>
              <a:gd name="connsiteX858" fmla="*/ 5533797 w 6530262"/>
              <a:gd name="connsiteY858" fmla="*/ 1570772 h 6530188"/>
              <a:gd name="connsiteX859" fmla="*/ 5553425 w 6530262"/>
              <a:gd name="connsiteY859" fmla="*/ 1541492 h 6530188"/>
              <a:gd name="connsiteX860" fmla="*/ 5546990 w 6530262"/>
              <a:gd name="connsiteY860" fmla="*/ 1527014 h 6530188"/>
              <a:gd name="connsiteX861" fmla="*/ 5540876 w 6530262"/>
              <a:gd name="connsiteY861" fmla="*/ 1514787 h 6530188"/>
              <a:gd name="connsiteX862" fmla="*/ 5540876 w 6530262"/>
              <a:gd name="connsiteY862" fmla="*/ 1500309 h 6530188"/>
              <a:gd name="connsiteX863" fmla="*/ 5530580 w 6530262"/>
              <a:gd name="connsiteY863" fmla="*/ 1490335 h 6530188"/>
              <a:gd name="connsiteX864" fmla="*/ 5507735 w 6530262"/>
              <a:gd name="connsiteY864" fmla="*/ 1482934 h 6530188"/>
              <a:gd name="connsiteX865" fmla="*/ 5502910 w 6530262"/>
              <a:gd name="connsiteY865" fmla="*/ 1472638 h 6530188"/>
              <a:gd name="connsiteX866" fmla="*/ 5522536 w 6530262"/>
              <a:gd name="connsiteY866" fmla="*/ 1459768 h 6530188"/>
              <a:gd name="connsiteX867" fmla="*/ 5538946 w 6530262"/>
              <a:gd name="connsiteY867" fmla="*/ 1450759 h 6530188"/>
              <a:gd name="connsiteX868" fmla="*/ 5554067 w 6530262"/>
              <a:gd name="connsiteY868" fmla="*/ 1444003 h 6530188"/>
              <a:gd name="connsiteX869" fmla="*/ 5599435 w 6530262"/>
              <a:gd name="connsiteY869" fmla="*/ 1427272 h 6530188"/>
              <a:gd name="connsiteX870" fmla="*/ 5629680 w 6530262"/>
              <a:gd name="connsiteY870" fmla="*/ 1431133 h 6530188"/>
              <a:gd name="connsiteX871" fmla="*/ 5647376 w 6530262"/>
              <a:gd name="connsiteY871" fmla="*/ 1417298 h 6530188"/>
              <a:gd name="connsiteX872" fmla="*/ 5653811 w 6530262"/>
              <a:gd name="connsiteY872" fmla="*/ 1405393 h 6530188"/>
              <a:gd name="connsiteX873" fmla="*/ 5649628 w 6530262"/>
              <a:gd name="connsiteY873" fmla="*/ 1385445 h 6530188"/>
              <a:gd name="connsiteX874" fmla="*/ 5637402 w 6530262"/>
              <a:gd name="connsiteY874" fmla="*/ 1374827 h 6530188"/>
              <a:gd name="connsiteX875" fmla="*/ 5629036 w 6530262"/>
              <a:gd name="connsiteY875" fmla="*/ 1374827 h 6530188"/>
              <a:gd name="connsiteX876" fmla="*/ 5571763 w 6530262"/>
              <a:gd name="connsiteY876" fmla="*/ 1354879 h 6530188"/>
              <a:gd name="connsiteX877" fmla="*/ 5560181 w 6530262"/>
              <a:gd name="connsiteY877" fmla="*/ 1380297 h 6530188"/>
              <a:gd name="connsiteX878" fmla="*/ 5547312 w 6530262"/>
              <a:gd name="connsiteY878" fmla="*/ 1387053 h 6530188"/>
              <a:gd name="connsiteX879" fmla="*/ 5532188 w 6530262"/>
              <a:gd name="connsiteY879" fmla="*/ 1389627 h 6530188"/>
              <a:gd name="connsiteX880" fmla="*/ 5516423 w 6530262"/>
              <a:gd name="connsiteY880" fmla="*/ 1383514 h 6530188"/>
              <a:gd name="connsiteX881" fmla="*/ 5504518 w 6530262"/>
              <a:gd name="connsiteY881" fmla="*/ 1396706 h 6530188"/>
              <a:gd name="connsiteX882" fmla="*/ 5491325 w 6530262"/>
              <a:gd name="connsiteY882" fmla="*/ 1396706 h 6530188"/>
              <a:gd name="connsiteX883" fmla="*/ 5478134 w 6530262"/>
              <a:gd name="connsiteY883" fmla="*/ 1394776 h 6530188"/>
              <a:gd name="connsiteX884" fmla="*/ 5467516 w 6530262"/>
              <a:gd name="connsiteY884" fmla="*/ 1409576 h 6530188"/>
              <a:gd name="connsiteX885" fmla="*/ 5474596 w 6530262"/>
              <a:gd name="connsiteY885" fmla="*/ 1425020 h 6530188"/>
              <a:gd name="connsiteX886" fmla="*/ 5448856 w 6530262"/>
              <a:gd name="connsiteY886" fmla="*/ 1425020 h 6530188"/>
              <a:gd name="connsiteX887" fmla="*/ 5454003 w 6530262"/>
              <a:gd name="connsiteY887" fmla="*/ 1407002 h 6530188"/>
              <a:gd name="connsiteX888" fmla="*/ 5447890 w 6530262"/>
              <a:gd name="connsiteY888" fmla="*/ 1385445 h 6530188"/>
              <a:gd name="connsiteX889" fmla="*/ 5476526 w 6530262"/>
              <a:gd name="connsiteY889" fmla="*/ 1381262 h 6530188"/>
              <a:gd name="connsiteX890" fmla="*/ 5523823 w 6530262"/>
              <a:gd name="connsiteY890" fmla="*/ 1367105 h 6530188"/>
              <a:gd name="connsiteX891" fmla="*/ 5527683 w 6530262"/>
              <a:gd name="connsiteY891" fmla="*/ 1349409 h 6530188"/>
              <a:gd name="connsiteX892" fmla="*/ 5541519 w 6530262"/>
              <a:gd name="connsiteY892" fmla="*/ 1336539 h 6530188"/>
              <a:gd name="connsiteX893" fmla="*/ 5567902 w 6530262"/>
              <a:gd name="connsiteY893" fmla="*/ 1333965 h 6530188"/>
              <a:gd name="connsiteX894" fmla="*/ 5591069 w 6530262"/>
              <a:gd name="connsiteY894" fmla="*/ 1323669 h 6530188"/>
              <a:gd name="connsiteX895" fmla="*/ 5588817 w 6530262"/>
              <a:gd name="connsiteY895" fmla="*/ 1298894 h 6530188"/>
              <a:gd name="connsiteX896" fmla="*/ 5580451 w 6530262"/>
              <a:gd name="connsiteY896" fmla="*/ 1292782 h 6530188"/>
              <a:gd name="connsiteX897" fmla="*/ 5572729 w 6530262"/>
              <a:gd name="connsiteY897" fmla="*/ 1286025 h 6530188"/>
              <a:gd name="connsiteX898" fmla="*/ 5546668 w 6530262"/>
              <a:gd name="connsiteY898" fmla="*/ 1292782 h 6530188"/>
              <a:gd name="connsiteX899" fmla="*/ 5518353 w 6530262"/>
              <a:gd name="connsiteY899" fmla="*/ 1295677 h 6530188"/>
              <a:gd name="connsiteX900" fmla="*/ 5518353 w 6530262"/>
              <a:gd name="connsiteY900" fmla="*/ 1277337 h 6530188"/>
              <a:gd name="connsiteX901" fmla="*/ 5500013 w 6530262"/>
              <a:gd name="connsiteY901" fmla="*/ 1277337 h 6530188"/>
              <a:gd name="connsiteX902" fmla="*/ 5490361 w 6530262"/>
              <a:gd name="connsiteY902" fmla="*/ 1296964 h 6530188"/>
              <a:gd name="connsiteX903" fmla="*/ 5471377 w 6530262"/>
              <a:gd name="connsiteY903" fmla="*/ 1305008 h 6530188"/>
              <a:gd name="connsiteX904" fmla="*/ 5454325 w 6530262"/>
              <a:gd name="connsiteY904" fmla="*/ 1320773 h 6530188"/>
              <a:gd name="connsiteX905" fmla="*/ 5466230 w 6530262"/>
              <a:gd name="connsiteY905" fmla="*/ 1325599 h 6530188"/>
              <a:gd name="connsiteX906" fmla="*/ 5481995 w 6530262"/>
              <a:gd name="connsiteY906" fmla="*/ 1333322 h 6530188"/>
              <a:gd name="connsiteX907" fmla="*/ 5471699 w 6530262"/>
              <a:gd name="connsiteY907" fmla="*/ 1356487 h 6530188"/>
              <a:gd name="connsiteX908" fmla="*/ 5446924 w 6530262"/>
              <a:gd name="connsiteY908" fmla="*/ 1354879 h 6530188"/>
              <a:gd name="connsiteX909" fmla="*/ 5448534 w 6530262"/>
              <a:gd name="connsiteY909" fmla="*/ 1342974 h 6530188"/>
              <a:gd name="connsiteX910" fmla="*/ 5435663 w 6530262"/>
              <a:gd name="connsiteY910" fmla="*/ 1327530 h 6530188"/>
              <a:gd name="connsiteX911" fmla="*/ 5438560 w 6530262"/>
              <a:gd name="connsiteY911" fmla="*/ 1317878 h 6530188"/>
              <a:gd name="connsiteX912" fmla="*/ 5463333 w 6530262"/>
              <a:gd name="connsiteY912" fmla="*/ 1285703 h 6530188"/>
              <a:gd name="connsiteX913" fmla="*/ 5469125 w 6530262"/>
              <a:gd name="connsiteY913" fmla="*/ 1275085 h 6530188"/>
              <a:gd name="connsiteX914" fmla="*/ 5479099 w 6530262"/>
              <a:gd name="connsiteY914" fmla="*/ 1258033 h 6530188"/>
              <a:gd name="connsiteX915" fmla="*/ 5466230 w 6530262"/>
              <a:gd name="connsiteY915" fmla="*/ 1253850 h 6530188"/>
              <a:gd name="connsiteX916" fmla="*/ 5449176 w 6530262"/>
              <a:gd name="connsiteY916" fmla="*/ 1259963 h 6530188"/>
              <a:gd name="connsiteX917" fmla="*/ 5442421 w 6530262"/>
              <a:gd name="connsiteY917" fmla="*/ 1269937 h 6530188"/>
              <a:gd name="connsiteX918" fmla="*/ 5417323 w 6530262"/>
              <a:gd name="connsiteY918" fmla="*/ 1293747 h 6530188"/>
              <a:gd name="connsiteX919" fmla="*/ 5402202 w 6530262"/>
              <a:gd name="connsiteY919" fmla="*/ 1313373 h 6530188"/>
              <a:gd name="connsiteX920" fmla="*/ 5375174 w 6530262"/>
              <a:gd name="connsiteY920" fmla="*/ 1336861 h 6530188"/>
              <a:gd name="connsiteX921" fmla="*/ 5368738 w 6530262"/>
              <a:gd name="connsiteY921" fmla="*/ 1355522 h 6530188"/>
              <a:gd name="connsiteX922" fmla="*/ 5378392 w 6530262"/>
              <a:gd name="connsiteY922" fmla="*/ 1358739 h 6530188"/>
              <a:gd name="connsiteX923" fmla="*/ 5389331 w 6530262"/>
              <a:gd name="connsiteY923" fmla="*/ 1357131 h 6530188"/>
              <a:gd name="connsiteX924" fmla="*/ 5404132 w 6530262"/>
              <a:gd name="connsiteY924" fmla="*/ 1350696 h 6530188"/>
              <a:gd name="connsiteX925" fmla="*/ 5402202 w 6530262"/>
              <a:gd name="connsiteY925" fmla="*/ 1363566 h 6530188"/>
              <a:gd name="connsiteX926" fmla="*/ 5396088 w 6530262"/>
              <a:gd name="connsiteY926" fmla="*/ 1374827 h 6530188"/>
              <a:gd name="connsiteX927" fmla="*/ 5408957 w 6530262"/>
              <a:gd name="connsiteY927" fmla="*/ 1380940 h 6530188"/>
              <a:gd name="connsiteX928" fmla="*/ 5418289 w 6530262"/>
              <a:gd name="connsiteY928" fmla="*/ 1392845 h 6530188"/>
              <a:gd name="connsiteX929" fmla="*/ 5411210 w 6530262"/>
              <a:gd name="connsiteY929" fmla="*/ 1397350 h 6530188"/>
              <a:gd name="connsiteX930" fmla="*/ 5398983 w 6530262"/>
              <a:gd name="connsiteY930" fmla="*/ 1394132 h 6530188"/>
              <a:gd name="connsiteX931" fmla="*/ 5386436 w 6530262"/>
              <a:gd name="connsiteY931" fmla="*/ 1387375 h 6530188"/>
              <a:gd name="connsiteX932" fmla="*/ 5366486 w 6530262"/>
              <a:gd name="connsiteY932" fmla="*/ 1372575 h 6530188"/>
              <a:gd name="connsiteX933" fmla="*/ 5355225 w 6530262"/>
              <a:gd name="connsiteY933" fmla="*/ 1362279 h 6530188"/>
              <a:gd name="connsiteX934" fmla="*/ 5339782 w 6530262"/>
              <a:gd name="connsiteY934" fmla="*/ 1352305 h 6530188"/>
              <a:gd name="connsiteX935" fmla="*/ 5339782 w 6530262"/>
              <a:gd name="connsiteY935" fmla="*/ 1339756 h 6530188"/>
              <a:gd name="connsiteX936" fmla="*/ 5357478 w 6530262"/>
              <a:gd name="connsiteY936" fmla="*/ 1331713 h 6530188"/>
              <a:gd name="connsiteX937" fmla="*/ 5369060 w 6530262"/>
              <a:gd name="connsiteY937" fmla="*/ 1321417 h 6530188"/>
              <a:gd name="connsiteX938" fmla="*/ 5381609 w 6530262"/>
              <a:gd name="connsiteY938" fmla="*/ 1304042 h 6530188"/>
              <a:gd name="connsiteX939" fmla="*/ 5403488 w 6530262"/>
              <a:gd name="connsiteY939" fmla="*/ 1281199 h 6530188"/>
              <a:gd name="connsiteX940" fmla="*/ 5415715 w 6530262"/>
              <a:gd name="connsiteY940" fmla="*/ 1270902 h 6530188"/>
              <a:gd name="connsiteX941" fmla="*/ 5425689 w 6530262"/>
              <a:gd name="connsiteY941" fmla="*/ 1262859 h 6530188"/>
              <a:gd name="connsiteX942" fmla="*/ 5433733 w 6530262"/>
              <a:gd name="connsiteY942" fmla="*/ 1254815 h 6530188"/>
              <a:gd name="connsiteX943" fmla="*/ 5446604 w 6530262"/>
              <a:gd name="connsiteY943" fmla="*/ 1240980 h 6530188"/>
              <a:gd name="connsiteX944" fmla="*/ 5455934 w 6530262"/>
              <a:gd name="connsiteY944" fmla="*/ 1228754 h 6530188"/>
              <a:gd name="connsiteX945" fmla="*/ 5458186 w 6530262"/>
              <a:gd name="connsiteY945" fmla="*/ 1219101 h 6530188"/>
              <a:gd name="connsiteX946" fmla="*/ 5450786 w 6530262"/>
              <a:gd name="connsiteY946" fmla="*/ 1217171 h 6530188"/>
              <a:gd name="connsiteX947" fmla="*/ 5442099 w 6530262"/>
              <a:gd name="connsiteY947" fmla="*/ 1208162 h 6530188"/>
              <a:gd name="connsiteX948" fmla="*/ 5430878 w 6530262"/>
              <a:gd name="connsiteY948" fmla="*/ 1207559 h 6530188"/>
              <a:gd name="connsiteX949" fmla="*/ 3655735 w 6530262"/>
              <a:gd name="connsiteY949" fmla="*/ 1198508 h 6530188"/>
              <a:gd name="connsiteX950" fmla="*/ 3681475 w 6530262"/>
              <a:gd name="connsiteY950" fmla="*/ 1348443 h 6530188"/>
              <a:gd name="connsiteX951" fmla="*/ 3682441 w 6530262"/>
              <a:gd name="connsiteY951" fmla="*/ 1348443 h 6530188"/>
              <a:gd name="connsiteX952" fmla="*/ 3618091 w 6530262"/>
              <a:gd name="connsiteY952" fmla="*/ 1473281 h 6530188"/>
              <a:gd name="connsiteX953" fmla="*/ 3585916 w 6530262"/>
              <a:gd name="connsiteY953" fmla="*/ 1333964 h 6530188"/>
              <a:gd name="connsiteX954" fmla="*/ 3655735 w 6530262"/>
              <a:gd name="connsiteY954" fmla="*/ 1198508 h 6530188"/>
              <a:gd name="connsiteX955" fmla="*/ 1176000 w 6530262"/>
              <a:gd name="connsiteY955" fmla="*/ 1188214 h 6530188"/>
              <a:gd name="connsiteX956" fmla="*/ 1166347 w 6530262"/>
              <a:gd name="connsiteY956" fmla="*/ 1194970 h 6530188"/>
              <a:gd name="connsiteX957" fmla="*/ 1151224 w 6530262"/>
              <a:gd name="connsiteY957" fmla="*/ 1199153 h 6530188"/>
              <a:gd name="connsiteX958" fmla="*/ 1140929 w 6530262"/>
              <a:gd name="connsiteY958" fmla="*/ 1215562 h 6530188"/>
              <a:gd name="connsiteX959" fmla="*/ 1128702 w 6530262"/>
              <a:gd name="connsiteY959" fmla="*/ 1224249 h 6530188"/>
              <a:gd name="connsiteX960" fmla="*/ 1120336 w 6530262"/>
              <a:gd name="connsiteY960" fmla="*/ 1238728 h 6530188"/>
              <a:gd name="connsiteX961" fmla="*/ 1104249 w 6530262"/>
              <a:gd name="connsiteY961" fmla="*/ 1250311 h 6530188"/>
              <a:gd name="connsiteX962" fmla="*/ 1100388 w 6530262"/>
              <a:gd name="connsiteY962" fmla="*/ 1267042 h 6530188"/>
              <a:gd name="connsiteX963" fmla="*/ 1118406 w 6530262"/>
              <a:gd name="connsiteY963" fmla="*/ 1285059 h 6530188"/>
              <a:gd name="connsiteX964" fmla="*/ 1140285 w 6530262"/>
              <a:gd name="connsiteY964" fmla="*/ 1317234 h 6530188"/>
              <a:gd name="connsiteX965" fmla="*/ 1153799 w 6530262"/>
              <a:gd name="connsiteY965" fmla="*/ 1337182 h 6530188"/>
              <a:gd name="connsiteX966" fmla="*/ 1180182 w 6530262"/>
              <a:gd name="connsiteY966" fmla="*/ 1364853 h 6530188"/>
              <a:gd name="connsiteX967" fmla="*/ 1194661 w 6530262"/>
              <a:gd name="connsiteY967" fmla="*/ 1385123 h 6530188"/>
              <a:gd name="connsiteX968" fmla="*/ 1208496 w 6530262"/>
              <a:gd name="connsiteY968" fmla="*/ 1405715 h 6530188"/>
              <a:gd name="connsiteX969" fmla="*/ 1214609 w 6530262"/>
              <a:gd name="connsiteY969" fmla="*/ 1420515 h 6530188"/>
              <a:gd name="connsiteX970" fmla="*/ 1243567 w 6530262"/>
              <a:gd name="connsiteY970" fmla="*/ 1457838 h 6530188"/>
              <a:gd name="connsiteX971" fmla="*/ 1266733 w 6530262"/>
              <a:gd name="connsiteY971" fmla="*/ 1475534 h 6530188"/>
              <a:gd name="connsiteX972" fmla="*/ 1282177 w 6530262"/>
              <a:gd name="connsiteY972" fmla="*/ 1486473 h 6530188"/>
              <a:gd name="connsiteX973" fmla="*/ 1297300 w 6530262"/>
              <a:gd name="connsiteY973" fmla="*/ 1499021 h 6530188"/>
              <a:gd name="connsiteX974" fmla="*/ 1324649 w 6530262"/>
              <a:gd name="connsiteY974" fmla="*/ 1515431 h 6530188"/>
              <a:gd name="connsiteX975" fmla="*/ 1344919 w 6530262"/>
              <a:gd name="connsiteY975" fmla="*/ 1532161 h 6530188"/>
              <a:gd name="connsiteX976" fmla="*/ 1370981 w 6530262"/>
              <a:gd name="connsiteY976" fmla="*/ 1536988 h 6530188"/>
              <a:gd name="connsiteX977" fmla="*/ 1387390 w 6530262"/>
              <a:gd name="connsiteY977" fmla="*/ 1531840 h 6530188"/>
              <a:gd name="connsiteX978" fmla="*/ 1409269 w 6530262"/>
              <a:gd name="connsiteY978" fmla="*/ 1510926 h 6530188"/>
              <a:gd name="connsiteX979" fmla="*/ 1427287 w 6530262"/>
              <a:gd name="connsiteY979" fmla="*/ 1499987 h 6530188"/>
              <a:gd name="connsiteX980" fmla="*/ 1444340 w 6530262"/>
              <a:gd name="connsiteY980" fmla="*/ 1482612 h 6530188"/>
              <a:gd name="connsiteX981" fmla="*/ 1462680 w 6530262"/>
              <a:gd name="connsiteY981" fmla="*/ 1466204 h 6530188"/>
              <a:gd name="connsiteX982" fmla="*/ 1478446 w 6530262"/>
              <a:gd name="connsiteY982" fmla="*/ 1459447 h 6530188"/>
              <a:gd name="connsiteX983" fmla="*/ 1490028 w 6530262"/>
              <a:gd name="connsiteY983" fmla="*/ 1439176 h 6530188"/>
              <a:gd name="connsiteX984" fmla="*/ 1503220 w 6530262"/>
              <a:gd name="connsiteY984" fmla="*/ 1419872 h 6530188"/>
              <a:gd name="connsiteX985" fmla="*/ 1494533 w 6530262"/>
              <a:gd name="connsiteY985" fmla="*/ 1399602 h 6530188"/>
              <a:gd name="connsiteX986" fmla="*/ 1479411 w 6530262"/>
              <a:gd name="connsiteY986" fmla="*/ 1370966 h 6530188"/>
              <a:gd name="connsiteX987" fmla="*/ 1451097 w 6530262"/>
              <a:gd name="connsiteY987" fmla="*/ 1360992 h 6530188"/>
              <a:gd name="connsiteX988" fmla="*/ 1435009 w 6530262"/>
              <a:gd name="connsiteY988" fmla="*/ 1374827 h 6530188"/>
              <a:gd name="connsiteX989" fmla="*/ 1421817 w 6530262"/>
              <a:gd name="connsiteY989" fmla="*/ 1381262 h 6530188"/>
              <a:gd name="connsiteX990" fmla="*/ 1409912 w 6530262"/>
              <a:gd name="connsiteY990" fmla="*/ 1389306 h 6530188"/>
              <a:gd name="connsiteX991" fmla="*/ 1394790 w 6530262"/>
              <a:gd name="connsiteY991" fmla="*/ 1401854 h 6530188"/>
              <a:gd name="connsiteX992" fmla="*/ 1367120 w 6530262"/>
              <a:gd name="connsiteY992" fmla="*/ 1413759 h 6530188"/>
              <a:gd name="connsiteX993" fmla="*/ 1336553 w 6530262"/>
              <a:gd name="connsiteY993" fmla="*/ 1398636 h 6530188"/>
              <a:gd name="connsiteX994" fmla="*/ 1321753 w 6530262"/>
              <a:gd name="connsiteY994" fmla="*/ 1386410 h 6530188"/>
              <a:gd name="connsiteX995" fmla="*/ 1301160 w 6530262"/>
              <a:gd name="connsiteY995" fmla="*/ 1350374 h 6530188"/>
              <a:gd name="connsiteX996" fmla="*/ 1313065 w 6530262"/>
              <a:gd name="connsiteY996" fmla="*/ 1312408 h 6530188"/>
              <a:gd name="connsiteX997" fmla="*/ 1319178 w 6530262"/>
              <a:gd name="connsiteY997" fmla="*/ 1287633 h 6530188"/>
              <a:gd name="connsiteX998" fmla="*/ 1321753 w 6530262"/>
              <a:gd name="connsiteY998" fmla="*/ 1268007 h 6530188"/>
              <a:gd name="connsiteX999" fmla="*/ 1331083 w 6530262"/>
              <a:gd name="connsiteY999" fmla="*/ 1250954 h 6530188"/>
              <a:gd name="connsiteX1000" fmla="*/ 1331083 w 6530262"/>
              <a:gd name="connsiteY1000" fmla="*/ 1237119 h 6530188"/>
              <a:gd name="connsiteX1001" fmla="*/ 1314352 w 6530262"/>
              <a:gd name="connsiteY1001" fmla="*/ 1225858 h 6530188"/>
              <a:gd name="connsiteX1002" fmla="*/ 1283786 w 6530262"/>
              <a:gd name="connsiteY1002" fmla="*/ 1217814 h 6530188"/>
              <a:gd name="connsiteX1003" fmla="*/ 1258368 w 6530262"/>
              <a:gd name="connsiteY1003" fmla="*/ 1231006 h 6530188"/>
              <a:gd name="connsiteX1004" fmla="*/ 1254185 w 6530262"/>
              <a:gd name="connsiteY1004" fmla="*/ 1249667 h 6530188"/>
              <a:gd name="connsiteX1005" fmla="*/ 1238420 w 6530262"/>
              <a:gd name="connsiteY1005" fmla="*/ 1257711 h 6530188"/>
              <a:gd name="connsiteX1006" fmla="*/ 1227158 w 6530262"/>
              <a:gd name="connsiteY1006" fmla="*/ 1241945 h 6530188"/>
              <a:gd name="connsiteX1007" fmla="*/ 1213644 w 6530262"/>
              <a:gd name="connsiteY1007" fmla="*/ 1201727 h 6530188"/>
              <a:gd name="connsiteX1008" fmla="*/ 1189192 w 6530262"/>
              <a:gd name="connsiteY1008" fmla="*/ 1188214 h 6530188"/>
              <a:gd name="connsiteX1009" fmla="*/ 1176000 w 6530262"/>
              <a:gd name="connsiteY1009" fmla="*/ 1188214 h 6530188"/>
              <a:gd name="connsiteX1010" fmla="*/ 3990357 w 6530262"/>
              <a:gd name="connsiteY1010" fmla="*/ 1055008 h 6530188"/>
              <a:gd name="connsiteX1011" fmla="*/ 3965581 w 6530262"/>
              <a:gd name="connsiteY1011" fmla="*/ 1199151 h 6530188"/>
              <a:gd name="connsiteX1012" fmla="*/ 3889970 w 6530262"/>
              <a:gd name="connsiteY1012" fmla="*/ 1277979 h 6530188"/>
              <a:gd name="connsiteX1013" fmla="*/ 3860690 w 6530262"/>
              <a:gd name="connsiteY1013" fmla="*/ 1326241 h 6530188"/>
              <a:gd name="connsiteX1014" fmla="*/ 3480380 w 6530262"/>
              <a:gd name="connsiteY1014" fmla="*/ 1589109 h 6530188"/>
              <a:gd name="connsiteX1015" fmla="*/ 3592993 w 6530262"/>
              <a:gd name="connsiteY1015" fmla="*/ 1596509 h 6530188"/>
              <a:gd name="connsiteX1016" fmla="*/ 3594281 w 6530262"/>
              <a:gd name="connsiteY1016" fmla="*/ 1595544 h 6530188"/>
              <a:gd name="connsiteX1017" fmla="*/ 3717510 w 6530262"/>
              <a:gd name="connsiteY1017" fmla="*/ 1684347 h 6530188"/>
              <a:gd name="connsiteX1018" fmla="*/ 3572080 w 6530262"/>
              <a:gd name="connsiteY1018" fmla="*/ 1686921 h 6530188"/>
              <a:gd name="connsiteX1019" fmla="*/ 3469119 w 6530262"/>
              <a:gd name="connsiteY1019" fmla="*/ 1593292 h 6530188"/>
              <a:gd name="connsiteX1020" fmla="*/ 3388385 w 6530262"/>
              <a:gd name="connsiteY1020" fmla="*/ 1622945 h 6530188"/>
              <a:gd name="connsiteX1021" fmla="*/ 3391246 w 6530262"/>
              <a:gd name="connsiteY1021" fmla="*/ 1637608 h 6530188"/>
              <a:gd name="connsiteX1022" fmla="*/ 3434048 w 6530262"/>
              <a:gd name="connsiteY1022" fmla="*/ 1858092 h 6530188"/>
              <a:gd name="connsiteX1023" fmla="*/ 4428260 w 6530262"/>
              <a:gd name="connsiteY1023" fmla="*/ 1708157 h 6530188"/>
              <a:gd name="connsiteX1024" fmla="*/ 4462687 w 6530262"/>
              <a:gd name="connsiteY1024" fmla="*/ 1696574 h 6530188"/>
              <a:gd name="connsiteX1025" fmla="*/ 4462687 w 6530262"/>
              <a:gd name="connsiteY1025" fmla="*/ 1732610 h 6530188"/>
              <a:gd name="connsiteX1026" fmla="*/ 4364232 w 6530262"/>
              <a:gd name="connsiteY1026" fmla="*/ 2011565 h 6530188"/>
              <a:gd name="connsiteX1027" fmla="*/ 4119699 w 6530262"/>
              <a:gd name="connsiteY1027" fmla="*/ 2170831 h 6530188"/>
              <a:gd name="connsiteX1028" fmla="*/ 4017705 w 6530262"/>
              <a:gd name="connsiteY1028" fmla="*/ 2360016 h 6530188"/>
              <a:gd name="connsiteX1029" fmla="*/ 3970730 w 6530262"/>
              <a:gd name="connsiteY1029" fmla="*/ 2392192 h 6530188"/>
              <a:gd name="connsiteX1030" fmla="*/ 4440486 w 6530262"/>
              <a:gd name="connsiteY1030" fmla="*/ 2320442 h 6530188"/>
              <a:gd name="connsiteX1031" fmla="*/ 4477489 w 6530262"/>
              <a:gd name="connsiteY1031" fmla="*/ 2313365 h 6530188"/>
              <a:gd name="connsiteX1032" fmla="*/ 4475558 w 6530262"/>
              <a:gd name="connsiteY1032" fmla="*/ 2313365 h 6530188"/>
              <a:gd name="connsiteX1033" fmla="*/ 4576265 w 6530262"/>
              <a:gd name="connsiteY1033" fmla="*/ 2292450 h 6530188"/>
              <a:gd name="connsiteX1034" fmla="*/ 4420216 w 6530262"/>
              <a:gd name="connsiteY1034" fmla="*/ 2522179 h 6530188"/>
              <a:gd name="connsiteX1035" fmla="*/ 4052777 w 6530262"/>
              <a:gd name="connsiteY1035" fmla="*/ 2814647 h 6530188"/>
              <a:gd name="connsiteX1036" fmla="*/ 3658631 w 6530262"/>
              <a:gd name="connsiteY1036" fmla="*/ 2940449 h 6530188"/>
              <a:gd name="connsiteX1037" fmla="*/ 3594281 w 6530262"/>
              <a:gd name="connsiteY1037" fmla="*/ 2944632 h 6530188"/>
              <a:gd name="connsiteX1038" fmla="*/ 3474266 w 6530262"/>
              <a:gd name="connsiteY1038" fmla="*/ 2935946 h 6530188"/>
              <a:gd name="connsiteX1039" fmla="*/ 3436300 w 6530262"/>
              <a:gd name="connsiteY1039" fmla="*/ 2930475 h 6530188"/>
              <a:gd name="connsiteX1040" fmla="*/ 3509982 w 6530262"/>
              <a:gd name="connsiteY1040" fmla="*/ 3238388 h 6530188"/>
              <a:gd name="connsiteX1041" fmla="*/ 3264486 w 6530262"/>
              <a:gd name="connsiteY1041" fmla="*/ 3254154 h 6530188"/>
              <a:gd name="connsiteX1042" fmla="*/ 3018669 w 6530262"/>
              <a:gd name="connsiteY1042" fmla="*/ 3238388 h 6530188"/>
              <a:gd name="connsiteX1043" fmla="*/ 3092349 w 6530262"/>
              <a:gd name="connsiteY1043" fmla="*/ 2930475 h 6530188"/>
              <a:gd name="connsiteX1044" fmla="*/ 3054382 w 6530262"/>
              <a:gd name="connsiteY1044" fmla="*/ 2935946 h 6530188"/>
              <a:gd name="connsiteX1045" fmla="*/ 2934369 w 6530262"/>
              <a:gd name="connsiteY1045" fmla="*/ 2944632 h 6530188"/>
              <a:gd name="connsiteX1046" fmla="*/ 2870019 w 6530262"/>
              <a:gd name="connsiteY1046" fmla="*/ 2940449 h 6530188"/>
              <a:gd name="connsiteX1047" fmla="*/ 2475552 w 6530262"/>
              <a:gd name="connsiteY1047" fmla="*/ 2814647 h 6530188"/>
              <a:gd name="connsiteX1048" fmla="*/ 2108112 w 6530262"/>
              <a:gd name="connsiteY1048" fmla="*/ 2522179 h 6530188"/>
              <a:gd name="connsiteX1049" fmla="*/ 1952062 w 6530262"/>
              <a:gd name="connsiteY1049" fmla="*/ 2292450 h 6530188"/>
              <a:gd name="connsiteX1050" fmla="*/ 2052770 w 6530262"/>
              <a:gd name="connsiteY1050" fmla="*/ 2313365 h 6530188"/>
              <a:gd name="connsiteX1051" fmla="*/ 2090095 w 6530262"/>
              <a:gd name="connsiteY1051" fmla="*/ 2320442 h 6530188"/>
              <a:gd name="connsiteX1052" fmla="*/ 2559529 w 6530262"/>
              <a:gd name="connsiteY1052" fmla="*/ 2391871 h 6530188"/>
              <a:gd name="connsiteX1053" fmla="*/ 2512554 w 6530262"/>
              <a:gd name="connsiteY1053" fmla="*/ 2361305 h 6530188"/>
              <a:gd name="connsiteX1054" fmla="*/ 2410557 w 6530262"/>
              <a:gd name="connsiteY1054" fmla="*/ 2172116 h 6530188"/>
              <a:gd name="connsiteX1055" fmla="*/ 2166027 w 6530262"/>
              <a:gd name="connsiteY1055" fmla="*/ 2012852 h 6530188"/>
              <a:gd name="connsiteX1056" fmla="*/ 2067572 w 6530262"/>
              <a:gd name="connsiteY1056" fmla="*/ 1733897 h 6530188"/>
              <a:gd name="connsiteX1057" fmla="*/ 2067572 w 6530262"/>
              <a:gd name="connsiteY1057" fmla="*/ 1697860 h 6530188"/>
              <a:gd name="connsiteX1058" fmla="*/ 2101677 w 6530262"/>
              <a:gd name="connsiteY1058" fmla="*/ 1709444 h 6530188"/>
              <a:gd name="connsiteX1059" fmla="*/ 3097497 w 6530262"/>
              <a:gd name="connsiteY1059" fmla="*/ 1858092 h 6530188"/>
              <a:gd name="connsiteX1060" fmla="*/ 3148013 w 6530262"/>
              <a:gd name="connsiteY1060" fmla="*/ 1598119 h 6530188"/>
              <a:gd name="connsiteX1061" fmla="*/ 3148013 w 6530262"/>
              <a:gd name="connsiteY1061" fmla="*/ 1593937 h 6530188"/>
              <a:gd name="connsiteX1062" fmla="*/ 3263521 w 6530262"/>
              <a:gd name="connsiteY1062" fmla="*/ 1460733 h 6530188"/>
              <a:gd name="connsiteX1063" fmla="*/ 3267703 w 6530262"/>
              <a:gd name="connsiteY1063" fmla="*/ 1460733 h 6530188"/>
              <a:gd name="connsiteX1064" fmla="*/ 3375345 w 6530262"/>
              <a:gd name="connsiteY1064" fmla="*/ 1559550 h 6530188"/>
              <a:gd name="connsiteX1065" fmla="*/ 3380928 w 6530262"/>
              <a:gd name="connsiteY1065" fmla="*/ 1582995 h 6530188"/>
              <a:gd name="connsiteX1066" fmla="*/ 3457537 w 6530262"/>
              <a:gd name="connsiteY1066" fmla="*/ 1555004 h 6530188"/>
              <a:gd name="connsiteX1067" fmla="*/ 3425361 w 6530262"/>
              <a:gd name="connsiteY1067" fmla="*/ 1417296 h 6530188"/>
              <a:gd name="connsiteX1068" fmla="*/ 3501616 w 6530262"/>
              <a:gd name="connsiteY1068" fmla="*/ 1285058 h 6530188"/>
              <a:gd name="connsiteX1069" fmla="*/ 3526392 w 6530262"/>
              <a:gd name="connsiteY1069" fmla="*/ 1433383 h 6530188"/>
              <a:gd name="connsiteX1070" fmla="*/ 3459467 w 6530262"/>
              <a:gd name="connsiteY1070" fmla="*/ 1553717 h 6530188"/>
              <a:gd name="connsiteX1071" fmla="*/ 3760304 w 6530262"/>
              <a:gd name="connsiteY1071" fmla="*/ 1376434 h 6530188"/>
              <a:gd name="connsiteX1072" fmla="*/ 3730059 w 6530262"/>
              <a:gd name="connsiteY1072" fmla="*/ 1242587 h 6530188"/>
              <a:gd name="connsiteX1073" fmla="*/ 3794409 w 6530262"/>
              <a:gd name="connsiteY1073" fmla="*/ 1113888 h 6530188"/>
              <a:gd name="connsiteX1074" fmla="*/ 3817898 w 6530262"/>
              <a:gd name="connsiteY1074" fmla="*/ 1257709 h 6530188"/>
              <a:gd name="connsiteX1075" fmla="*/ 3761270 w 6530262"/>
              <a:gd name="connsiteY1075" fmla="*/ 1376112 h 6530188"/>
              <a:gd name="connsiteX1076" fmla="*/ 3854577 w 6530262"/>
              <a:gd name="connsiteY1076" fmla="*/ 1290527 h 6530188"/>
              <a:gd name="connsiteX1077" fmla="*/ 3875491 w 6530262"/>
              <a:gd name="connsiteY1077" fmla="*/ 1265431 h 6530188"/>
              <a:gd name="connsiteX1078" fmla="*/ 3893831 w 6530262"/>
              <a:gd name="connsiteY1078" fmla="*/ 1149924 h 6530188"/>
              <a:gd name="connsiteX1079" fmla="*/ 3990357 w 6530262"/>
              <a:gd name="connsiteY1079" fmla="*/ 1055008 h 6530188"/>
              <a:gd name="connsiteX1080" fmla="*/ 1923386 w 6530262"/>
              <a:gd name="connsiteY1080" fmla="*/ 1037193 h 6530188"/>
              <a:gd name="connsiteX1081" fmla="*/ 1919887 w 6530262"/>
              <a:gd name="connsiteY1081" fmla="*/ 1038279 h 6530188"/>
              <a:gd name="connsiteX1082" fmla="*/ 1900583 w 6530262"/>
              <a:gd name="connsiteY1082" fmla="*/ 1050184 h 6530188"/>
              <a:gd name="connsiteX1083" fmla="*/ 1886104 w 6530262"/>
              <a:gd name="connsiteY1083" fmla="*/ 1064662 h 6530188"/>
              <a:gd name="connsiteX1084" fmla="*/ 1858434 w 6530262"/>
              <a:gd name="connsiteY1084" fmla="*/ 1054366 h 6530188"/>
              <a:gd name="connsiteX1085" fmla="*/ 1849747 w 6530262"/>
              <a:gd name="connsiteY1085" fmla="*/ 1068845 h 6530188"/>
              <a:gd name="connsiteX1086" fmla="*/ 1849747 w 6530262"/>
              <a:gd name="connsiteY1086" fmla="*/ 1108742 h 6530188"/>
              <a:gd name="connsiteX1087" fmla="*/ 1849747 w 6530262"/>
              <a:gd name="connsiteY1087" fmla="*/ 1125794 h 6530188"/>
              <a:gd name="connsiteX1088" fmla="*/ 1859721 w 6530262"/>
              <a:gd name="connsiteY1088" fmla="*/ 1135125 h 6530188"/>
              <a:gd name="connsiteX1089" fmla="*/ 1865834 w 6530262"/>
              <a:gd name="connsiteY1089" fmla="*/ 1150247 h 6530188"/>
              <a:gd name="connsiteX1090" fmla="*/ 1898009 w 6530262"/>
              <a:gd name="connsiteY1090" fmla="*/ 1155395 h 6530188"/>
              <a:gd name="connsiteX1091" fmla="*/ 1912166 w 6530262"/>
              <a:gd name="connsiteY1091" fmla="*/ 1136090 h 6530188"/>
              <a:gd name="connsiteX1092" fmla="*/ 1925681 w 6530262"/>
              <a:gd name="connsiteY1092" fmla="*/ 1126438 h 6530188"/>
              <a:gd name="connsiteX1093" fmla="*/ 1933080 w 6530262"/>
              <a:gd name="connsiteY1093" fmla="*/ 1110350 h 6530188"/>
              <a:gd name="connsiteX1094" fmla="*/ 1933080 w 6530262"/>
              <a:gd name="connsiteY1094" fmla="*/ 1109063 h 6530188"/>
              <a:gd name="connsiteX1095" fmla="*/ 1931472 w 6530262"/>
              <a:gd name="connsiteY1095" fmla="*/ 1090080 h 6530188"/>
              <a:gd name="connsiteX1096" fmla="*/ 1936297 w 6530262"/>
              <a:gd name="connsiteY1096" fmla="*/ 1078497 h 6530188"/>
              <a:gd name="connsiteX1097" fmla="*/ 1939194 w 6530262"/>
              <a:gd name="connsiteY1097" fmla="*/ 1064019 h 6530188"/>
              <a:gd name="connsiteX1098" fmla="*/ 1933724 w 6530262"/>
              <a:gd name="connsiteY1098" fmla="*/ 1050506 h 6530188"/>
              <a:gd name="connsiteX1099" fmla="*/ 1928575 w 6530262"/>
              <a:gd name="connsiteY1099" fmla="*/ 1038279 h 6530188"/>
              <a:gd name="connsiteX1100" fmla="*/ 1923386 w 6530262"/>
              <a:gd name="connsiteY1100" fmla="*/ 1037193 h 6530188"/>
              <a:gd name="connsiteX1101" fmla="*/ 3174800 w 6530262"/>
              <a:gd name="connsiteY1101" fmla="*/ 878788 h 6530188"/>
              <a:gd name="connsiteX1102" fmla="*/ 1832694 w 6530262"/>
              <a:gd name="connsiteY1102" fmla="*/ 1353913 h 6530188"/>
              <a:gd name="connsiteX1103" fmla="*/ 1832372 w 6530262"/>
              <a:gd name="connsiteY1103" fmla="*/ 1353913 h 6530188"/>
              <a:gd name="connsiteX1104" fmla="*/ 876770 w 6530262"/>
              <a:gd name="connsiteY1104" fmla="*/ 3265737 h 6530188"/>
              <a:gd name="connsiteX1105" fmla="*/ 904119 w 6530262"/>
              <a:gd name="connsiteY1105" fmla="*/ 3629312 h 6530188"/>
              <a:gd name="connsiteX1106" fmla="*/ 909590 w 6530262"/>
              <a:gd name="connsiteY1106" fmla="*/ 3658913 h 6530188"/>
              <a:gd name="connsiteX1107" fmla="*/ 935329 w 6530262"/>
              <a:gd name="connsiteY1107" fmla="*/ 3791473 h 6530188"/>
              <a:gd name="connsiteX1108" fmla="*/ 983592 w 6530262"/>
              <a:gd name="connsiteY1108" fmla="*/ 3974547 h 6530188"/>
              <a:gd name="connsiteX1109" fmla="*/ 1053734 w 6530262"/>
              <a:gd name="connsiteY1109" fmla="*/ 4167596 h 6530188"/>
              <a:gd name="connsiteX1110" fmla="*/ 1064030 w 6530262"/>
              <a:gd name="connsiteY1110" fmla="*/ 4193335 h 6530188"/>
              <a:gd name="connsiteX1111" fmla="*/ 1348458 w 6530262"/>
              <a:gd name="connsiteY1111" fmla="*/ 4692044 h 6530188"/>
              <a:gd name="connsiteX1112" fmla="*/ 1350067 w 6530262"/>
              <a:gd name="connsiteY1112" fmla="*/ 4693975 h 6530188"/>
              <a:gd name="connsiteX1113" fmla="*/ 1352480 w 6530262"/>
              <a:gd name="connsiteY1113" fmla="*/ 4697225 h 6530188"/>
              <a:gd name="connsiteX1114" fmla="*/ 2479394 w 6530262"/>
              <a:gd name="connsiteY1114" fmla="*/ 5521604 h 6530188"/>
              <a:gd name="connsiteX1115" fmla="*/ 2581613 w 6530262"/>
              <a:gd name="connsiteY1115" fmla="*/ 5551658 h 6530188"/>
              <a:gd name="connsiteX1116" fmla="*/ 2575058 w 6530262"/>
              <a:gd name="connsiteY1116" fmla="*/ 5520986 h 6530188"/>
              <a:gd name="connsiteX1117" fmla="*/ 2526716 w 6530262"/>
              <a:gd name="connsiteY1117" fmla="*/ 5443645 h 6530188"/>
              <a:gd name="connsiteX1118" fmla="*/ 2436944 w 6530262"/>
              <a:gd name="connsiteY1118" fmla="*/ 5411470 h 6530188"/>
              <a:gd name="connsiteX1119" fmla="*/ 2426384 w 6530262"/>
              <a:gd name="connsiteY1119" fmla="*/ 5407163 h 6530188"/>
              <a:gd name="connsiteX1120" fmla="*/ 2421895 w 6530262"/>
              <a:gd name="connsiteY1120" fmla="*/ 5398389 h 6530188"/>
              <a:gd name="connsiteX1121" fmla="*/ 2491749 w 6530262"/>
              <a:gd name="connsiteY1121" fmla="*/ 5402921 h 6530188"/>
              <a:gd name="connsiteX1122" fmla="*/ 2560821 w 6530262"/>
              <a:gd name="connsiteY1122" fmla="*/ 5422089 h 6530188"/>
              <a:gd name="connsiteX1123" fmla="*/ 2650912 w 6530262"/>
              <a:gd name="connsiteY1123" fmla="*/ 5561727 h 6530188"/>
              <a:gd name="connsiteX1124" fmla="*/ 2691773 w 6530262"/>
              <a:gd name="connsiteY1124" fmla="*/ 5561727 h 6530188"/>
              <a:gd name="connsiteX1125" fmla="*/ 2704643 w 6530262"/>
              <a:gd name="connsiteY1125" fmla="*/ 5578136 h 6530188"/>
              <a:gd name="connsiteX1126" fmla="*/ 2813075 w 6530262"/>
              <a:gd name="connsiteY1126" fmla="*/ 5578136 h 6530188"/>
              <a:gd name="connsiteX1127" fmla="*/ 2815570 w 6530262"/>
              <a:gd name="connsiteY1127" fmla="*/ 5595712 h 6530188"/>
              <a:gd name="connsiteX1128" fmla="*/ 2815268 w 6530262"/>
              <a:gd name="connsiteY1128" fmla="*/ 5608642 h 6530188"/>
              <a:gd name="connsiteX1129" fmla="*/ 2924709 w 6530262"/>
              <a:gd name="connsiteY1129" fmla="*/ 5629730 h 6530188"/>
              <a:gd name="connsiteX1130" fmla="*/ 3611788 w 6530262"/>
              <a:gd name="connsiteY1130" fmla="*/ 5629030 h 6530188"/>
              <a:gd name="connsiteX1131" fmla="*/ 3790419 w 6530262"/>
              <a:gd name="connsiteY1131" fmla="*/ 5593967 h 6530188"/>
              <a:gd name="connsiteX1132" fmla="*/ 3778322 w 6530262"/>
              <a:gd name="connsiteY1132" fmla="*/ 5593259 h 6530188"/>
              <a:gd name="connsiteX1133" fmla="*/ 3796662 w 6530262"/>
              <a:gd name="connsiteY1133" fmla="*/ 5587467 h 6530188"/>
              <a:gd name="connsiteX1134" fmla="*/ 3681475 w 6530262"/>
              <a:gd name="connsiteY1134" fmla="*/ 5587467 h 6530188"/>
              <a:gd name="connsiteX1135" fmla="*/ 3617124 w 6530262"/>
              <a:gd name="connsiteY1135" fmla="*/ 5441394 h 6530188"/>
              <a:gd name="connsiteX1136" fmla="*/ 3453032 w 6530262"/>
              <a:gd name="connsiteY1136" fmla="*/ 5434636 h 6530188"/>
              <a:gd name="connsiteX1137" fmla="*/ 3370986 w 6530262"/>
              <a:gd name="connsiteY1137" fmla="*/ 5560119 h 6530188"/>
              <a:gd name="connsiteX1138" fmla="*/ 3363564 w 6530262"/>
              <a:gd name="connsiteY1138" fmla="*/ 5577246 h 6530188"/>
              <a:gd name="connsiteX1139" fmla="*/ 3363584 w 6530262"/>
              <a:gd name="connsiteY1139" fmla="*/ 5576849 h 6530188"/>
              <a:gd name="connsiteX1140" fmla="*/ 3362620 w 6530262"/>
              <a:gd name="connsiteY1140" fmla="*/ 5579423 h 6530188"/>
              <a:gd name="connsiteX1141" fmla="*/ 3363564 w 6530262"/>
              <a:gd name="connsiteY1141" fmla="*/ 5577246 h 6530188"/>
              <a:gd name="connsiteX1142" fmla="*/ 3361012 w 6530262"/>
              <a:gd name="connsiteY1142" fmla="*/ 5626720 h 6530188"/>
              <a:gd name="connsiteX1143" fmla="*/ 3302453 w 6530262"/>
              <a:gd name="connsiteY1143" fmla="*/ 5626720 h 6530188"/>
              <a:gd name="connsiteX1144" fmla="*/ 3327228 w 6530262"/>
              <a:gd name="connsiteY1144" fmla="*/ 5617711 h 6530188"/>
              <a:gd name="connsiteX1145" fmla="*/ 3306636 w 6530262"/>
              <a:gd name="connsiteY1145" fmla="*/ 5614172 h 6530188"/>
              <a:gd name="connsiteX1146" fmla="*/ 3315644 w 6530262"/>
              <a:gd name="connsiteY1146" fmla="*/ 5604519 h 6530188"/>
              <a:gd name="connsiteX1147" fmla="*/ 3283468 w 6530262"/>
              <a:gd name="connsiteY1147" fmla="*/ 5604519 h 6530188"/>
              <a:gd name="connsiteX1148" fmla="*/ 3296017 w 6530262"/>
              <a:gd name="connsiteY1148" fmla="*/ 5596154 h 6530188"/>
              <a:gd name="connsiteX1149" fmla="*/ 3240677 w 6530262"/>
              <a:gd name="connsiteY1149" fmla="*/ 5596154 h 6530188"/>
              <a:gd name="connsiteX1150" fmla="*/ 3251937 w 6530262"/>
              <a:gd name="connsiteY1150" fmla="*/ 5587467 h 6530188"/>
              <a:gd name="connsiteX1151" fmla="*/ 3138360 w 6530262"/>
              <a:gd name="connsiteY1151" fmla="*/ 5587467 h 6530188"/>
              <a:gd name="connsiteX1152" fmla="*/ 3074010 w 6530262"/>
              <a:gd name="connsiteY1152" fmla="*/ 5441394 h 6530188"/>
              <a:gd name="connsiteX1153" fmla="*/ 2909921 w 6530262"/>
              <a:gd name="connsiteY1153" fmla="*/ 5434636 h 6530188"/>
              <a:gd name="connsiteX1154" fmla="*/ 2827875 w 6530262"/>
              <a:gd name="connsiteY1154" fmla="*/ 5560119 h 6530188"/>
              <a:gd name="connsiteX1155" fmla="*/ 2813395 w 6530262"/>
              <a:gd name="connsiteY1155" fmla="*/ 5555614 h 6530188"/>
              <a:gd name="connsiteX1156" fmla="*/ 2849432 w 6530262"/>
              <a:gd name="connsiteY1156" fmla="*/ 5452011 h 6530188"/>
              <a:gd name="connsiteX1157" fmla="*/ 2987141 w 6530262"/>
              <a:gd name="connsiteY1157" fmla="*/ 5396670 h 6530188"/>
              <a:gd name="connsiteX1158" fmla="*/ 3180190 w 6530262"/>
              <a:gd name="connsiteY1158" fmla="*/ 5447185 h 6530188"/>
              <a:gd name="connsiteX1159" fmla="*/ 3217188 w 6530262"/>
              <a:gd name="connsiteY1159" fmla="*/ 5572023 h 6530188"/>
              <a:gd name="connsiteX1160" fmla="*/ 3345888 w 6530262"/>
              <a:gd name="connsiteY1160" fmla="*/ 5568806 h 6530188"/>
              <a:gd name="connsiteX1161" fmla="*/ 3394151 w 6530262"/>
              <a:gd name="connsiteY1161" fmla="*/ 5452011 h 6530188"/>
              <a:gd name="connsiteX1162" fmla="*/ 3531861 w 6530262"/>
              <a:gd name="connsiteY1162" fmla="*/ 5396670 h 6530188"/>
              <a:gd name="connsiteX1163" fmla="*/ 3724912 w 6530262"/>
              <a:gd name="connsiteY1163" fmla="*/ 5447185 h 6530188"/>
              <a:gd name="connsiteX1164" fmla="*/ 3761912 w 6530262"/>
              <a:gd name="connsiteY1164" fmla="*/ 5572023 h 6530188"/>
              <a:gd name="connsiteX1165" fmla="*/ 3890613 w 6530262"/>
              <a:gd name="connsiteY1165" fmla="*/ 5568806 h 6530188"/>
              <a:gd name="connsiteX1166" fmla="*/ 3964937 w 6530262"/>
              <a:gd name="connsiteY1166" fmla="*/ 5420801 h 6530188"/>
              <a:gd name="connsiteX1167" fmla="*/ 4085292 w 6530262"/>
              <a:gd name="connsiteY1167" fmla="*/ 5389718 h 6530188"/>
              <a:gd name="connsiteX1168" fmla="*/ 4099751 w 6530262"/>
              <a:gd name="connsiteY1168" fmla="*/ 5390236 h 6530188"/>
              <a:gd name="connsiteX1169" fmla="*/ 4099751 w 6530262"/>
              <a:gd name="connsiteY1169" fmla="*/ 5437854 h 6530188"/>
              <a:gd name="connsiteX1170" fmla="*/ 3965904 w 6530262"/>
              <a:gd name="connsiteY1170" fmla="*/ 5457159 h 6530188"/>
              <a:gd name="connsiteX1171" fmla="*/ 3914911 w 6530262"/>
              <a:gd name="connsiteY1171" fmla="*/ 5552628 h 6530188"/>
              <a:gd name="connsiteX1172" fmla="*/ 3913146 w 6530262"/>
              <a:gd name="connsiteY1172" fmla="*/ 5562172 h 6530188"/>
              <a:gd name="connsiteX1173" fmla="*/ 4062971 w 6530262"/>
              <a:gd name="connsiteY1173" fmla="*/ 5517155 h 6530188"/>
              <a:gd name="connsiteX1174" fmla="*/ 4695828 w 6530262"/>
              <a:gd name="connsiteY1174" fmla="*/ 5177400 h 6530188"/>
              <a:gd name="connsiteX1175" fmla="*/ 5176043 w 6530262"/>
              <a:gd name="connsiteY1175" fmla="*/ 1834121 h 6530188"/>
              <a:gd name="connsiteX1176" fmla="*/ 3375667 w 6530262"/>
              <a:gd name="connsiteY1176" fmla="*/ 879860 h 6530188"/>
              <a:gd name="connsiteX1177" fmla="*/ 3174800 w 6530262"/>
              <a:gd name="connsiteY1177" fmla="*/ 878788 h 6530188"/>
              <a:gd name="connsiteX1178" fmla="*/ 2121490 w 6530262"/>
              <a:gd name="connsiteY1178" fmla="*/ 863615 h 6530188"/>
              <a:gd name="connsiteX1179" fmla="*/ 2113903 w 6530262"/>
              <a:gd name="connsiteY1179" fmla="*/ 865179 h 6530188"/>
              <a:gd name="connsiteX1180" fmla="*/ 2103930 w 6530262"/>
              <a:gd name="connsiteY1180" fmla="*/ 873544 h 6530188"/>
              <a:gd name="connsiteX1181" fmla="*/ 2089129 w 6530262"/>
              <a:gd name="connsiteY1181" fmla="*/ 877083 h 6530188"/>
              <a:gd name="connsiteX1182" fmla="*/ 2075294 w 6530262"/>
              <a:gd name="connsiteY1182" fmla="*/ 883519 h 6530188"/>
              <a:gd name="connsiteX1183" fmla="*/ 2058562 w 6530262"/>
              <a:gd name="connsiteY1183" fmla="*/ 883519 h 6530188"/>
              <a:gd name="connsiteX1184" fmla="*/ 2044405 w 6530262"/>
              <a:gd name="connsiteY1184" fmla="*/ 888023 h 6530188"/>
              <a:gd name="connsiteX1185" fmla="*/ 2043441 w 6530262"/>
              <a:gd name="connsiteY1185" fmla="*/ 886736 h 6530188"/>
              <a:gd name="connsiteX1186" fmla="*/ 2050198 w 6530262"/>
              <a:gd name="connsiteY1186" fmla="*/ 908615 h 6530188"/>
              <a:gd name="connsiteX1187" fmla="*/ 2055990 w 6530262"/>
              <a:gd name="connsiteY1187" fmla="*/ 920841 h 6530188"/>
              <a:gd name="connsiteX1188" fmla="*/ 2072077 w 6530262"/>
              <a:gd name="connsiteY1188" fmla="*/ 936285 h 6530188"/>
              <a:gd name="connsiteX1189" fmla="*/ 2090417 w 6530262"/>
              <a:gd name="connsiteY1189" fmla="*/ 947868 h 6530188"/>
              <a:gd name="connsiteX1190" fmla="*/ 2112296 w 6530262"/>
              <a:gd name="connsiteY1190" fmla="*/ 960738 h 6530188"/>
              <a:gd name="connsiteX1191" fmla="*/ 2121625 w 6530262"/>
              <a:gd name="connsiteY1191" fmla="*/ 974573 h 6530188"/>
              <a:gd name="connsiteX1192" fmla="*/ 2138036 w 6530262"/>
              <a:gd name="connsiteY1192" fmla="*/ 979399 h 6530188"/>
              <a:gd name="connsiteX1193" fmla="*/ 2147366 w 6530262"/>
              <a:gd name="connsiteY1193" fmla="*/ 965242 h 6530188"/>
              <a:gd name="connsiteX1194" fmla="*/ 2159592 w 6530262"/>
              <a:gd name="connsiteY1194" fmla="*/ 957520 h 6530188"/>
              <a:gd name="connsiteX1195" fmla="*/ 2170532 w 6530262"/>
              <a:gd name="connsiteY1195" fmla="*/ 943042 h 6530188"/>
              <a:gd name="connsiteX1196" fmla="*/ 2173105 w 6530262"/>
              <a:gd name="connsiteY1196" fmla="*/ 928241 h 6530188"/>
              <a:gd name="connsiteX1197" fmla="*/ 2171496 w 6530262"/>
              <a:gd name="connsiteY1197" fmla="*/ 909258 h 6530188"/>
              <a:gd name="connsiteX1198" fmla="*/ 2173428 w 6530262"/>
              <a:gd name="connsiteY1198" fmla="*/ 891884 h 6530188"/>
              <a:gd name="connsiteX1199" fmla="*/ 2166672 w 6530262"/>
              <a:gd name="connsiteY1199" fmla="*/ 878370 h 6530188"/>
              <a:gd name="connsiteX1200" fmla="*/ 2153478 w 6530262"/>
              <a:gd name="connsiteY1200" fmla="*/ 872257 h 6530188"/>
              <a:gd name="connsiteX1201" fmla="*/ 2121490 w 6530262"/>
              <a:gd name="connsiteY1201" fmla="*/ 863615 h 6530188"/>
              <a:gd name="connsiteX1202" fmla="*/ 1943377 w 6530262"/>
              <a:gd name="connsiteY1202" fmla="*/ 821744 h 6530188"/>
              <a:gd name="connsiteX1203" fmla="*/ 1946272 w 6530262"/>
              <a:gd name="connsiteY1203" fmla="*/ 837188 h 6530188"/>
              <a:gd name="connsiteX1204" fmla="*/ 1939837 w 6530262"/>
              <a:gd name="connsiteY1204" fmla="*/ 858100 h 6530188"/>
              <a:gd name="connsiteX1205" fmla="*/ 1930829 w 6530262"/>
              <a:gd name="connsiteY1205" fmla="*/ 881267 h 6530188"/>
              <a:gd name="connsiteX1206" fmla="*/ 1916027 w 6530262"/>
              <a:gd name="connsiteY1206" fmla="*/ 897354 h 6530188"/>
              <a:gd name="connsiteX1207" fmla="*/ 1899940 w 6530262"/>
              <a:gd name="connsiteY1207" fmla="*/ 893494 h 6530188"/>
              <a:gd name="connsiteX1208" fmla="*/ 1899940 w 6530262"/>
              <a:gd name="connsiteY1208" fmla="*/ 877083 h 6530188"/>
              <a:gd name="connsiteX1209" fmla="*/ 1917316 w 6530262"/>
              <a:gd name="connsiteY1209" fmla="*/ 852953 h 6530188"/>
              <a:gd name="connsiteX1210" fmla="*/ 1922785 w 6530262"/>
              <a:gd name="connsiteY1210" fmla="*/ 841692 h 6530188"/>
              <a:gd name="connsiteX1211" fmla="*/ 1932437 w 6530262"/>
              <a:gd name="connsiteY1211" fmla="*/ 830431 h 6530188"/>
              <a:gd name="connsiteX1212" fmla="*/ 1943377 w 6530262"/>
              <a:gd name="connsiteY1212" fmla="*/ 821744 h 6530188"/>
              <a:gd name="connsiteX1213" fmla="*/ 1971047 w 6530262"/>
              <a:gd name="connsiteY1213" fmla="*/ 732619 h 6530188"/>
              <a:gd name="connsiteX1214" fmla="*/ 1955281 w 6530262"/>
              <a:gd name="connsiteY1214" fmla="*/ 741306 h 6530188"/>
              <a:gd name="connsiteX1215" fmla="*/ 1938550 w 6530262"/>
              <a:gd name="connsiteY1215" fmla="*/ 744202 h 6530188"/>
              <a:gd name="connsiteX1216" fmla="*/ 1931150 w 6530262"/>
              <a:gd name="connsiteY1216" fmla="*/ 752567 h 6530188"/>
              <a:gd name="connsiteX1217" fmla="*/ 1926001 w 6530262"/>
              <a:gd name="connsiteY1217" fmla="*/ 761576 h 6530188"/>
              <a:gd name="connsiteX1218" fmla="*/ 1920532 w 6530262"/>
              <a:gd name="connsiteY1218" fmla="*/ 772837 h 6530188"/>
              <a:gd name="connsiteX1219" fmla="*/ 1908949 w 6530262"/>
              <a:gd name="connsiteY1219" fmla="*/ 788281 h 6530188"/>
              <a:gd name="connsiteX1220" fmla="*/ 1899297 w 6530262"/>
              <a:gd name="connsiteY1220" fmla="*/ 798255 h 6530188"/>
              <a:gd name="connsiteX1221" fmla="*/ 1888034 w 6530262"/>
              <a:gd name="connsiteY1221" fmla="*/ 812412 h 6530188"/>
              <a:gd name="connsiteX1222" fmla="*/ 1871304 w 6530262"/>
              <a:gd name="connsiteY1222" fmla="*/ 829787 h 6530188"/>
              <a:gd name="connsiteX1223" fmla="*/ 1849103 w 6530262"/>
              <a:gd name="connsiteY1223" fmla="*/ 853596 h 6530188"/>
              <a:gd name="connsiteX1224" fmla="*/ 1838163 w 6530262"/>
              <a:gd name="connsiteY1224" fmla="*/ 849413 h 6530188"/>
              <a:gd name="connsiteX1225" fmla="*/ 1821111 w 6530262"/>
              <a:gd name="connsiteY1225" fmla="*/ 849413 h 6530188"/>
              <a:gd name="connsiteX1226" fmla="*/ 1810171 w 6530262"/>
              <a:gd name="connsiteY1226" fmla="*/ 864535 h 6530188"/>
              <a:gd name="connsiteX1227" fmla="*/ 1812102 w 6530262"/>
              <a:gd name="connsiteY1227" fmla="*/ 902180 h 6530188"/>
              <a:gd name="connsiteX1228" fmla="*/ 1828832 w 6530262"/>
              <a:gd name="connsiteY1228" fmla="*/ 926954 h 6530188"/>
              <a:gd name="connsiteX1229" fmla="*/ 1848138 w 6530262"/>
              <a:gd name="connsiteY1229" fmla="*/ 949476 h 6530188"/>
              <a:gd name="connsiteX1230" fmla="*/ 1863903 w 6530262"/>
              <a:gd name="connsiteY1230" fmla="*/ 966207 h 6530188"/>
              <a:gd name="connsiteX1231" fmla="*/ 1873556 w 6530262"/>
              <a:gd name="connsiteY1231" fmla="*/ 978756 h 6530188"/>
              <a:gd name="connsiteX1232" fmla="*/ 1880635 w 6530262"/>
              <a:gd name="connsiteY1232" fmla="*/ 983582 h 6530188"/>
              <a:gd name="connsiteX1233" fmla="*/ 1891895 w 6530262"/>
              <a:gd name="connsiteY1233" fmla="*/ 994200 h 6530188"/>
              <a:gd name="connsiteX1234" fmla="*/ 1901227 w 6530262"/>
              <a:gd name="connsiteY1234" fmla="*/ 996130 h 6530188"/>
              <a:gd name="connsiteX1235" fmla="*/ 1919567 w 6530262"/>
              <a:gd name="connsiteY1235" fmla="*/ 987443 h 6530188"/>
              <a:gd name="connsiteX1236" fmla="*/ 1928897 w 6530262"/>
              <a:gd name="connsiteY1236" fmla="*/ 979078 h 6530188"/>
              <a:gd name="connsiteX1237" fmla="*/ 1944985 w 6530262"/>
              <a:gd name="connsiteY1237" fmla="*/ 974573 h 6530188"/>
              <a:gd name="connsiteX1238" fmla="*/ 1954637 w 6530262"/>
              <a:gd name="connsiteY1238" fmla="*/ 980364 h 6530188"/>
              <a:gd name="connsiteX1239" fmla="*/ 1966864 w 6530262"/>
              <a:gd name="connsiteY1239" fmla="*/ 1007391 h 6530188"/>
              <a:gd name="connsiteX1240" fmla="*/ 1978124 w 6530262"/>
              <a:gd name="connsiteY1240" fmla="*/ 1026375 h 6530188"/>
              <a:gd name="connsiteX1241" fmla="*/ 1986168 w 6530262"/>
              <a:gd name="connsiteY1241" fmla="*/ 1040209 h 6530188"/>
              <a:gd name="connsiteX1242" fmla="*/ 1980699 w 6530262"/>
              <a:gd name="connsiteY1242" fmla="*/ 1069489 h 6530188"/>
              <a:gd name="connsiteX1243" fmla="*/ 1955281 w 6530262"/>
              <a:gd name="connsiteY1243" fmla="*/ 1074958 h 6530188"/>
              <a:gd name="connsiteX1244" fmla="*/ 1944663 w 6530262"/>
              <a:gd name="connsiteY1244" fmla="*/ 1089437 h 6530188"/>
              <a:gd name="connsiteX1245" fmla="*/ 1980699 w 6530262"/>
              <a:gd name="connsiteY1245" fmla="*/ 1098768 h 6530188"/>
              <a:gd name="connsiteX1246" fmla="*/ 1997431 w 6530262"/>
              <a:gd name="connsiteY1246" fmla="*/ 1109063 h 6530188"/>
              <a:gd name="connsiteX1247" fmla="*/ 2016413 w 6530262"/>
              <a:gd name="connsiteY1247" fmla="*/ 1107133 h 6530188"/>
              <a:gd name="connsiteX1248" fmla="*/ 2029284 w 6530262"/>
              <a:gd name="connsiteY1248" fmla="*/ 1108742 h 6530188"/>
              <a:gd name="connsiteX1249" fmla="*/ 2043119 w 6530262"/>
              <a:gd name="connsiteY1249" fmla="*/ 1107133 h 6530188"/>
              <a:gd name="connsiteX1250" fmla="*/ 2053093 w 6530262"/>
              <a:gd name="connsiteY1250" fmla="*/ 1107133 h 6530188"/>
              <a:gd name="connsiteX1251" fmla="*/ 2064033 w 6530262"/>
              <a:gd name="connsiteY1251" fmla="*/ 1089437 h 6530188"/>
              <a:gd name="connsiteX1252" fmla="*/ 2070789 w 6530262"/>
              <a:gd name="connsiteY1252" fmla="*/ 1062410 h 6530188"/>
              <a:gd name="connsiteX1253" fmla="*/ 2072399 w 6530262"/>
              <a:gd name="connsiteY1253" fmla="*/ 1030235 h 6530188"/>
              <a:gd name="connsiteX1254" fmla="*/ 2021884 w 6530262"/>
              <a:gd name="connsiteY1254" fmla="*/ 946259 h 6530188"/>
              <a:gd name="connsiteX1255" fmla="*/ 2007727 w 6530262"/>
              <a:gd name="connsiteY1255" fmla="*/ 929207 h 6530188"/>
              <a:gd name="connsiteX1256" fmla="*/ 2010622 w 6530262"/>
              <a:gd name="connsiteY1256" fmla="*/ 913441 h 6530188"/>
              <a:gd name="connsiteX1257" fmla="*/ 2019631 w 6530262"/>
              <a:gd name="connsiteY1257" fmla="*/ 906362 h 6530188"/>
              <a:gd name="connsiteX1258" fmla="*/ 2022526 w 6530262"/>
              <a:gd name="connsiteY1258" fmla="*/ 881910 h 6530188"/>
              <a:gd name="connsiteX1259" fmla="*/ 2022526 w 6530262"/>
              <a:gd name="connsiteY1259" fmla="*/ 812412 h 6530188"/>
              <a:gd name="connsiteX1260" fmla="*/ 2022526 w 6530262"/>
              <a:gd name="connsiteY1260" fmla="*/ 791820 h 6530188"/>
              <a:gd name="connsiteX1261" fmla="*/ 2029606 w 6530262"/>
              <a:gd name="connsiteY1261" fmla="*/ 761254 h 6530188"/>
              <a:gd name="connsiteX1262" fmla="*/ 2020596 w 6530262"/>
              <a:gd name="connsiteY1262" fmla="*/ 747419 h 6530188"/>
              <a:gd name="connsiteX1263" fmla="*/ 2003222 w 6530262"/>
              <a:gd name="connsiteY1263" fmla="*/ 732619 h 6530188"/>
              <a:gd name="connsiteX1264" fmla="*/ 1971047 w 6530262"/>
              <a:gd name="connsiteY1264" fmla="*/ 732619 h 6530188"/>
              <a:gd name="connsiteX1265" fmla="*/ 4719565 w 6530262"/>
              <a:gd name="connsiteY1265" fmla="*/ 689183 h 6530188"/>
              <a:gd name="connsiteX1266" fmla="*/ 4714619 w 6530262"/>
              <a:gd name="connsiteY1266" fmla="*/ 693366 h 6530188"/>
              <a:gd name="connsiteX1267" fmla="*/ 4703679 w 6530262"/>
              <a:gd name="connsiteY1267" fmla="*/ 714923 h 6530188"/>
              <a:gd name="connsiteX1268" fmla="*/ 4687269 w 6530262"/>
              <a:gd name="connsiteY1268" fmla="*/ 737445 h 6530188"/>
              <a:gd name="connsiteX1269" fmla="*/ 4657347 w 6530262"/>
              <a:gd name="connsiteY1269" fmla="*/ 769620 h 6530188"/>
              <a:gd name="connsiteX1270" fmla="*/ 4608120 w 6530262"/>
              <a:gd name="connsiteY1270" fmla="*/ 760289 h 6530188"/>
              <a:gd name="connsiteX1271" fmla="*/ 4583344 w 6530262"/>
              <a:gd name="connsiteY1271" fmla="*/ 745167 h 6530188"/>
              <a:gd name="connsiteX1272" fmla="*/ 4569187 w 6530262"/>
              <a:gd name="connsiteY1272" fmla="*/ 745167 h 6530188"/>
              <a:gd name="connsiteX1273" fmla="*/ 4554386 w 6530262"/>
              <a:gd name="connsiteY1273" fmla="*/ 742593 h 6530188"/>
              <a:gd name="connsiteX1274" fmla="*/ 4539265 w 6530262"/>
              <a:gd name="connsiteY1274" fmla="*/ 747097 h 6530188"/>
              <a:gd name="connsiteX1275" fmla="*/ 4524785 w 6530262"/>
              <a:gd name="connsiteY1275" fmla="*/ 759645 h 6530188"/>
              <a:gd name="connsiteX1276" fmla="*/ 4530255 w 6530262"/>
              <a:gd name="connsiteY1276" fmla="*/ 796646 h 6530188"/>
              <a:gd name="connsiteX1277" fmla="*/ 4543125 w 6530262"/>
              <a:gd name="connsiteY1277" fmla="*/ 814986 h 6530188"/>
              <a:gd name="connsiteX1278" fmla="*/ 4554386 w 6530262"/>
              <a:gd name="connsiteY1278" fmla="*/ 821421 h 6530188"/>
              <a:gd name="connsiteX1279" fmla="*/ 4567901 w 6530262"/>
              <a:gd name="connsiteY1279" fmla="*/ 824960 h 6530188"/>
              <a:gd name="connsiteX1280" fmla="*/ 4576909 w 6530262"/>
              <a:gd name="connsiteY1280" fmla="*/ 830108 h 6530188"/>
              <a:gd name="connsiteX1281" fmla="*/ 4588814 w 6530262"/>
              <a:gd name="connsiteY1281" fmla="*/ 836222 h 6530188"/>
              <a:gd name="connsiteX1282" fmla="*/ 4574656 w 6530262"/>
              <a:gd name="connsiteY1282" fmla="*/ 849735 h 6530188"/>
              <a:gd name="connsiteX1283" fmla="*/ 4529933 w 6530262"/>
              <a:gd name="connsiteY1283" fmla="*/ 876118 h 6530188"/>
              <a:gd name="connsiteX1284" fmla="*/ 4440487 w 6530262"/>
              <a:gd name="connsiteY1284" fmla="*/ 897997 h 6530188"/>
              <a:gd name="connsiteX1285" fmla="*/ 4429546 w 6530262"/>
              <a:gd name="connsiteY1285" fmla="*/ 897997 h 6530188"/>
              <a:gd name="connsiteX1286" fmla="*/ 4411850 w 6530262"/>
              <a:gd name="connsiteY1286" fmla="*/ 900249 h 6530188"/>
              <a:gd name="connsiteX1287" fmla="*/ 4388041 w 6530262"/>
              <a:gd name="connsiteY1287" fmla="*/ 900249 h 6530188"/>
              <a:gd name="connsiteX1288" fmla="*/ 4388041 w 6530262"/>
              <a:gd name="connsiteY1288" fmla="*/ 898962 h 6530188"/>
              <a:gd name="connsiteX1289" fmla="*/ 4372276 w 6530262"/>
              <a:gd name="connsiteY1289" fmla="*/ 902823 h 6530188"/>
              <a:gd name="connsiteX1290" fmla="*/ 4381928 w 6530262"/>
              <a:gd name="connsiteY1290" fmla="*/ 914084 h 6530188"/>
              <a:gd name="connsiteX1291" fmla="*/ 4381928 w 6530262"/>
              <a:gd name="connsiteY1291" fmla="*/ 932746 h 6530188"/>
              <a:gd name="connsiteX1292" fmla="*/ 4386433 w 6530262"/>
              <a:gd name="connsiteY1292" fmla="*/ 946259 h 6530188"/>
              <a:gd name="connsiteX1293" fmla="*/ 4402198 w 6530262"/>
              <a:gd name="connsiteY1293" fmla="*/ 951729 h 6530188"/>
              <a:gd name="connsiteX1294" fmla="*/ 4431157 w 6530262"/>
              <a:gd name="connsiteY1294" fmla="*/ 960094 h 6530188"/>
              <a:gd name="connsiteX1295" fmla="*/ 4467515 w 6530262"/>
              <a:gd name="connsiteY1295" fmla="*/ 960094 h 6530188"/>
              <a:gd name="connsiteX1296" fmla="*/ 4518028 w 6530262"/>
              <a:gd name="connsiteY1296" fmla="*/ 960094 h 6530188"/>
              <a:gd name="connsiteX1297" fmla="*/ 4574979 w 6530262"/>
              <a:gd name="connsiteY1297" fmla="*/ 945938 h 6530188"/>
              <a:gd name="connsiteX1298" fmla="*/ 4621955 w 6530262"/>
              <a:gd name="connsiteY1298" fmla="*/ 922128 h 6530188"/>
              <a:gd name="connsiteX1299" fmla="*/ 4639973 w 6530262"/>
              <a:gd name="connsiteY1299" fmla="*/ 974895 h 6530188"/>
              <a:gd name="connsiteX1300" fmla="*/ 4646408 w 6530262"/>
              <a:gd name="connsiteY1300" fmla="*/ 1002565 h 6530188"/>
              <a:gd name="connsiteX1301" fmla="*/ 4653164 w 6530262"/>
              <a:gd name="connsiteY1301" fmla="*/ 1051149 h 6530188"/>
              <a:gd name="connsiteX1302" fmla="*/ 4653164 w 6530262"/>
              <a:gd name="connsiteY1302" fmla="*/ 1105203 h 6530188"/>
              <a:gd name="connsiteX1303" fmla="*/ 4662174 w 6530262"/>
              <a:gd name="connsiteY1303" fmla="*/ 1124507 h 6530188"/>
              <a:gd name="connsiteX1304" fmla="*/ 4686627 w 6530262"/>
              <a:gd name="connsiteY1304" fmla="*/ 1143491 h 6530188"/>
              <a:gd name="connsiteX1305" fmla="*/ 4701749 w 6530262"/>
              <a:gd name="connsiteY1305" fmla="*/ 1156360 h 6530188"/>
              <a:gd name="connsiteX1306" fmla="*/ 4721375 w 6530262"/>
              <a:gd name="connsiteY1306" fmla="*/ 1167300 h 6530188"/>
              <a:gd name="connsiteX1307" fmla="*/ 4739393 w 6530262"/>
              <a:gd name="connsiteY1307" fmla="*/ 1179205 h 6530188"/>
              <a:gd name="connsiteX1308" fmla="*/ 4748725 w 6530262"/>
              <a:gd name="connsiteY1308" fmla="*/ 1182422 h 6530188"/>
              <a:gd name="connsiteX1309" fmla="*/ 4760952 w 6530262"/>
              <a:gd name="connsiteY1309" fmla="*/ 1180170 h 6530188"/>
              <a:gd name="connsiteX1310" fmla="*/ 4787334 w 6530262"/>
              <a:gd name="connsiteY1310" fmla="*/ 1180170 h 6530188"/>
              <a:gd name="connsiteX1311" fmla="*/ 4796666 w 6530262"/>
              <a:gd name="connsiteY1311" fmla="*/ 1167943 h 6530188"/>
              <a:gd name="connsiteX1312" fmla="*/ 4805996 w 6530262"/>
              <a:gd name="connsiteY1312" fmla="*/ 1160865 h 6530188"/>
              <a:gd name="connsiteX1313" fmla="*/ 4796988 w 6530262"/>
              <a:gd name="connsiteY1313" fmla="*/ 1148317 h 6530188"/>
              <a:gd name="connsiteX1314" fmla="*/ 4769316 w 6530262"/>
              <a:gd name="connsiteY1314" fmla="*/ 1116142 h 6530188"/>
              <a:gd name="connsiteX1315" fmla="*/ 4759663 w 6530262"/>
              <a:gd name="connsiteY1315" fmla="*/ 1097159 h 6530188"/>
              <a:gd name="connsiteX1316" fmla="*/ 4743898 w 6530262"/>
              <a:gd name="connsiteY1316" fmla="*/ 1077210 h 6530188"/>
              <a:gd name="connsiteX1317" fmla="*/ 4722341 w 6530262"/>
              <a:gd name="connsiteY1317" fmla="*/ 1032166 h 6530188"/>
              <a:gd name="connsiteX1318" fmla="*/ 4710114 w 6530262"/>
              <a:gd name="connsiteY1318" fmla="*/ 972964 h 6530188"/>
              <a:gd name="connsiteX1319" fmla="*/ 4690808 w 6530262"/>
              <a:gd name="connsiteY1319" fmla="*/ 897675 h 6530188"/>
              <a:gd name="connsiteX1320" fmla="*/ 4700462 w 6530262"/>
              <a:gd name="connsiteY1320" fmla="*/ 873866 h 6530188"/>
              <a:gd name="connsiteX1321" fmla="*/ 4717514 w 6530262"/>
              <a:gd name="connsiteY1321" fmla="*/ 865501 h 6530188"/>
              <a:gd name="connsiteX1322" fmla="*/ 4752264 w 6530262"/>
              <a:gd name="connsiteY1322" fmla="*/ 870970 h 6530188"/>
              <a:gd name="connsiteX1323" fmla="*/ 4772212 w 6530262"/>
              <a:gd name="connsiteY1323" fmla="*/ 879336 h 6530188"/>
              <a:gd name="connsiteX1324" fmla="*/ 4795057 w 6530262"/>
              <a:gd name="connsiteY1324" fmla="*/ 884162 h 6530188"/>
              <a:gd name="connsiteX1325" fmla="*/ 4829805 w 6530262"/>
              <a:gd name="connsiteY1325" fmla="*/ 888345 h 6530188"/>
              <a:gd name="connsiteX1326" fmla="*/ 4846859 w 6530262"/>
              <a:gd name="connsiteY1326" fmla="*/ 886414 h 6530188"/>
              <a:gd name="connsiteX1327" fmla="*/ 4856833 w 6530262"/>
              <a:gd name="connsiteY1327" fmla="*/ 882231 h 6530188"/>
              <a:gd name="connsiteX1328" fmla="*/ 4856833 w 6530262"/>
              <a:gd name="connsiteY1328" fmla="*/ 844908 h 6530188"/>
              <a:gd name="connsiteX1329" fmla="*/ 4839137 w 6530262"/>
              <a:gd name="connsiteY1329" fmla="*/ 825604 h 6530188"/>
              <a:gd name="connsiteX1330" fmla="*/ 4814039 w 6530262"/>
              <a:gd name="connsiteY1330" fmla="*/ 811125 h 6530188"/>
              <a:gd name="connsiteX1331" fmla="*/ 4790874 w 6530262"/>
              <a:gd name="connsiteY1331" fmla="*/ 813056 h 6530188"/>
              <a:gd name="connsiteX1332" fmla="*/ 4774143 w 6530262"/>
              <a:gd name="connsiteY1332" fmla="*/ 809838 h 6530188"/>
              <a:gd name="connsiteX1333" fmla="*/ 4759341 w 6530262"/>
              <a:gd name="connsiteY1333" fmla="*/ 808229 h 6530188"/>
              <a:gd name="connsiteX1334" fmla="*/ 4748403 w 6530262"/>
              <a:gd name="connsiteY1334" fmla="*/ 805334 h 6530188"/>
              <a:gd name="connsiteX1335" fmla="*/ 4756769 w 6530262"/>
              <a:gd name="connsiteY1335" fmla="*/ 791820 h 6530188"/>
              <a:gd name="connsiteX1336" fmla="*/ 4779934 w 6530262"/>
              <a:gd name="connsiteY1336" fmla="*/ 773802 h 6530188"/>
              <a:gd name="connsiteX1337" fmla="*/ 4784761 w 6530262"/>
              <a:gd name="connsiteY1337" fmla="*/ 759645 h 6530188"/>
              <a:gd name="connsiteX1338" fmla="*/ 4787978 w 6530262"/>
              <a:gd name="connsiteY1338" fmla="*/ 744202 h 6530188"/>
              <a:gd name="connsiteX1339" fmla="*/ 4778326 w 6530262"/>
              <a:gd name="connsiteY1339" fmla="*/ 718140 h 6530188"/>
              <a:gd name="connsiteX1340" fmla="*/ 4755480 w 6530262"/>
              <a:gd name="connsiteY1340" fmla="*/ 703661 h 6530188"/>
              <a:gd name="connsiteX1341" fmla="*/ 4740681 w 6530262"/>
              <a:gd name="connsiteY1341" fmla="*/ 700444 h 6530188"/>
              <a:gd name="connsiteX1342" fmla="*/ 4725236 w 6530262"/>
              <a:gd name="connsiteY1342" fmla="*/ 689826 h 6530188"/>
              <a:gd name="connsiteX1343" fmla="*/ 4719565 w 6530262"/>
              <a:gd name="connsiteY1343" fmla="*/ 689183 h 6530188"/>
              <a:gd name="connsiteX1344" fmla="*/ 2619696 w 6530262"/>
              <a:gd name="connsiteY1344" fmla="*/ 639955 h 6530188"/>
              <a:gd name="connsiteX1345" fmla="*/ 2620664 w 6530262"/>
              <a:gd name="connsiteY1345" fmla="*/ 641243 h 6530188"/>
              <a:gd name="connsiteX1346" fmla="*/ 2619931 w 6530262"/>
              <a:gd name="connsiteY1346" fmla="*/ 640398 h 6530188"/>
              <a:gd name="connsiteX1347" fmla="*/ 1851998 w 6530262"/>
              <a:gd name="connsiteY1347" fmla="*/ 578823 h 6530188"/>
              <a:gd name="connsiteX1348" fmla="*/ 1835590 w 6530262"/>
              <a:gd name="connsiteY1348" fmla="*/ 583006 h 6530188"/>
              <a:gd name="connsiteX1349" fmla="*/ 1824006 w 6530262"/>
              <a:gd name="connsiteY1349" fmla="*/ 583006 h 6530188"/>
              <a:gd name="connsiteX1350" fmla="*/ 1808884 w 6530262"/>
              <a:gd name="connsiteY1350" fmla="*/ 592015 h 6530188"/>
              <a:gd name="connsiteX1351" fmla="*/ 1796336 w 6530262"/>
              <a:gd name="connsiteY1351" fmla="*/ 598128 h 6530188"/>
              <a:gd name="connsiteX1352" fmla="*/ 1788613 w 6530262"/>
              <a:gd name="connsiteY1352" fmla="*/ 607781 h 6530188"/>
              <a:gd name="connsiteX1353" fmla="*/ 1778961 w 6530262"/>
              <a:gd name="connsiteY1353" fmla="*/ 614859 h 6530188"/>
              <a:gd name="connsiteX1354" fmla="*/ 1771239 w 6530262"/>
              <a:gd name="connsiteY1354" fmla="*/ 625477 h 6530188"/>
              <a:gd name="connsiteX1355" fmla="*/ 1755152 w 6530262"/>
              <a:gd name="connsiteY1355" fmla="*/ 638990 h 6530188"/>
              <a:gd name="connsiteX1356" fmla="*/ 1757403 w 6530262"/>
              <a:gd name="connsiteY1356" fmla="*/ 651217 h 6530188"/>
              <a:gd name="connsiteX1357" fmla="*/ 1787005 w 6530262"/>
              <a:gd name="connsiteY1357" fmla="*/ 673417 h 6530188"/>
              <a:gd name="connsiteX1358" fmla="*/ 1790223 w 6530262"/>
              <a:gd name="connsiteY1358" fmla="*/ 687252 h 6530188"/>
              <a:gd name="connsiteX1359" fmla="*/ 1792475 w 6530262"/>
              <a:gd name="connsiteY1359" fmla="*/ 698835 h 6530188"/>
              <a:gd name="connsiteX1360" fmla="*/ 1796014 w 6530262"/>
              <a:gd name="connsiteY1360" fmla="*/ 710097 h 6530188"/>
              <a:gd name="connsiteX1361" fmla="*/ 1809528 w 6530262"/>
              <a:gd name="connsiteY1361" fmla="*/ 710097 h 6530188"/>
              <a:gd name="connsiteX1362" fmla="*/ 1821433 w 6530262"/>
              <a:gd name="connsiteY1362" fmla="*/ 707523 h 6530188"/>
              <a:gd name="connsiteX1363" fmla="*/ 1828511 w 6530262"/>
              <a:gd name="connsiteY1363" fmla="*/ 715888 h 6530188"/>
              <a:gd name="connsiteX1364" fmla="*/ 1819502 w 6530262"/>
              <a:gd name="connsiteY1364" fmla="*/ 732619 h 6530188"/>
              <a:gd name="connsiteX1365" fmla="*/ 1791509 w 6530262"/>
              <a:gd name="connsiteY1365" fmla="*/ 764794 h 6530188"/>
              <a:gd name="connsiteX1366" fmla="*/ 1774778 w 6530262"/>
              <a:gd name="connsiteY1366" fmla="*/ 778307 h 6530188"/>
              <a:gd name="connsiteX1367" fmla="*/ 1736490 w 6530262"/>
              <a:gd name="connsiteY1367" fmla="*/ 813377 h 6530188"/>
              <a:gd name="connsiteX1368" fmla="*/ 1722012 w 6530262"/>
              <a:gd name="connsiteY1368" fmla="*/ 830430 h 6530188"/>
              <a:gd name="connsiteX1369" fmla="*/ 1710750 w 6530262"/>
              <a:gd name="connsiteY1369" fmla="*/ 830430 h 6530188"/>
              <a:gd name="connsiteX1370" fmla="*/ 1710750 w 6530262"/>
              <a:gd name="connsiteY1370" fmla="*/ 829143 h 6530188"/>
              <a:gd name="connsiteX1371" fmla="*/ 1687262 w 6530262"/>
              <a:gd name="connsiteY1371" fmla="*/ 865179 h 6530188"/>
              <a:gd name="connsiteX1372" fmla="*/ 1690802 w 6530262"/>
              <a:gd name="connsiteY1372" fmla="*/ 877727 h 6530188"/>
              <a:gd name="connsiteX1373" fmla="*/ 1700132 w 6530262"/>
              <a:gd name="connsiteY1373" fmla="*/ 891562 h 6530188"/>
              <a:gd name="connsiteX1374" fmla="*/ 1714289 w 6530262"/>
              <a:gd name="connsiteY1374" fmla="*/ 905719 h 6530188"/>
              <a:gd name="connsiteX1375" fmla="*/ 1731021 w 6530262"/>
              <a:gd name="connsiteY1375" fmla="*/ 897353 h 6530188"/>
              <a:gd name="connsiteX1376" fmla="*/ 1743246 w 6530262"/>
              <a:gd name="connsiteY1376" fmla="*/ 897353 h 6530188"/>
              <a:gd name="connsiteX1377" fmla="*/ 1750325 w 6530262"/>
              <a:gd name="connsiteY1377" fmla="*/ 884805 h 6530188"/>
              <a:gd name="connsiteX1378" fmla="*/ 1760300 w 6530262"/>
              <a:gd name="connsiteY1378" fmla="*/ 873222 h 6530188"/>
              <a:gd name="connsiteX1379" fmla="*/ 1772526 w 6530262"/>
              <a:gd name="connsiteY1379" fmla="*/ 860674 h 6530188"/>
              <a:gd name="connsiteX1380" fmla="*/ 1781214 w 6530262"/>
              <a:gd name="connsiteY1380" fmla="*/ 854883 h 6530188"/>
              <a:gd name="connsiteX1381" fmla="*/ 1792475 w 6530262"/>
              <a:gd name="connsiteY1381" fmla="*/ 847482 h 6530188"/>
              <a:gd name="connsiteX1382" fmla="*/ 1803415 w 6530262"/>
              <a:gd name="connsiteY1382" fmla="*/ 836222 h 6530188"/>
              <a:gd name="connsiteX1383" fmla="*/ 1814354 w 6530262"/>
              <a:gd name="connsiteY1383" fmla="*/ 827213 h 6530188"/>
              <a:gd name="connsiteX1384" fmla="*/ 1826581 w 6530262"/>
              <a:gd name="connsiteY1384" fmla="*/ 815308 h 6530188"/>
              <a:gd name="connsiteX1385" fmla="*/ 1839451 w 6530262"/>
              <a:gd name="connsiteY1385" fmla="*/ 802116 h 6530188"/>
              <a:gd name="connsiteX1386" fmla="*/ 1852643 w 6530262"/>
              <a:gd name="connsiteY1386" fmla="*/ 788603 h 6530188"/>
              <a:gd name="connsiteX1387" fmla="*/ 1900261 w 6530262"/>
              <a:gd name="connsiteY1387" fmla="*/ 740662 h 6530188"/>
              <a:gd name="connsiteX1388" fmla="*/ 1918279 w 6530262"/>
              <a:gd name="connsiteY1388" fmla="*/ 716209 h 6530188"/>
              <a:gd name="connsiteX1389" fmla="*/ 1935333 w 6530262"/>
              <a:gd name="connsiteY1389" fmla="*/ 706879 h 6530188"/>
              <a:gd name="connsiteX1390" fmla="*/ 1948846 w 6530262"/>
              <a:gd name="connsiteY1390" fmla="*/ 690470 h 6530188"/>
              <a:gd name="connsiteX1391" fmla="*/ 1963003 w 6530262"/>
              <a:gd name="connsiteY1391" fmla="*/ 675026 h 6530188"/>
              <a:gd name="connsiteX1392" fmla="*/ 1980377 w 6530262"/>
              <a:gd name="connsiteY1392" fmla="*/ 661512 h 6530188"/>
              <a:gd name="connsiteX1393" fmla="*/ 2002900 w 6530262"/>
              <a:gd name="connsiteY1393" fmla="*/ 645425 h 6530188"/>
              <a:gd name="connsiteX1394" fmla="*/ 2019631 w 6530262"/>
              <a:gd name="connsiteY1394" fmla="*/ 641243 h 6530188"/>
              <a:gd name="connsiteX1395" fmla="*/ 2032180 w 6530262"/>
              <a:gd name="connsiteY1395" fmla="*/ 603598 h 6530188"/>
              <a:gd name="connsiteX1396" fmla="*/ 2024136 w 6530262"/>
              <a:gd name="connsiteY1396" fmla="*/ 588476 h 6530188"/>
              <a:gd name="connsiteX1397" fmla="*/ 2013518 w 6530262"/>
              <a:gd name="connsiteY1397" fmla="*/ 585258 h 6530188"/>
              <a:gd name="connsiteX1398" fmla="*/ 1991317 w 6530262"/>
              <a:gd name="connsiteY1398" fmla="*/ 581397 h 6530188"/>
              <a:gd name="connsiteX1399" fmla="*/ 1977160 w 6530262"/>
              <a:gd name="connsiteY1399" fmla="*/ 584615 h 6530188"/>
              <a:gd name="connsiteX1400" fmla="*/ 1962359 w 6530262"/>
              <a:gd name="connsiteY1400" fmla="*/ 586867 h 6530188"/>
              <a:gd name="connsiteX1401" fmla="*/ 1939194 w 6530262"/>
              <a:gd name="connsiteY1401" fmla="*/ 609068 h 6530188"/>
              <a:gd name="connsiteX1402" fmla="*/ 1898653 w 6530262"/>
              <a:gd name="connsiteY1402" fmla="*/ 648321 h 6530188"/>
              <a:gd name="connsiteX1403" fmla="*/ 1891253 w 6530262"/>
              <a:gd name="connsiteY1403" fmla="*/ 641886 h 6530188"/>
              <a:gd name="connsiteX1404" fmla="*/ 1891253 w 6530262"/>
              <a:gd name="connsiteY1404" fmla="*/ 609711 h 6530188"/>
              <a:gd name="connsiteX1405" fmla="*/ 1866156 w 6530262"/>
              <a:gd name="connsiteY1405" fmla="*/ 592337 h 6530188"/>
              <a:gd name="connsiteX1406" fmla="*/ 1851998 w 6530262"/>
              <a:gd name="connsiteY1406" fmla="*/ 578823 h 6530188"/>
              <a:gd name="connsiteX1407" fmla="*/ 2870182 w 6530262"/>
              <a:gd name="connsiteY1407" fmla="*/ 487929 h 6530188"/>
              <a:gd name="connsiteX1408" fmla="*/ 2875491 w 6530262"/>
              <a:gd name="connsiteY1408" fmla="*/ 493560 h 6530188"/>
              <a:gd name="connsiteX1409" fmla="*/ 2866483 w 6530262"/>
              <a:gd name="connsiteY1409" fmla="*/ 516404 h 6530188"/>
              <a:gd name="connsiteX1410" fmla="*/ 2847499 w 6530262"/>
              <a:gd name="connsiteY1410" fmla="*/ 516404 h 6530188"/>
              <a:gd name="connsiteX1411" fmla="*/ 2844605 w 6530262"/>
              <a:gd name="connsiteY1411" fmla="*/ 506108 h 6530188"/>
              <a:gd name="connsiteX1412" fmla="*/ 2848142 w 6530262"/>
              <a:gd name="connsiteY1412" fmla="*/ 494525 h 6530188"/>
              <a:gd name="connsiteX1413" fmla="*/ 2868736 w 6530262"/>
              <a:gd name="connsiteY1413" fmla="*/ 488090 h 6530188"/>
              <a:gd name="connsiteX1414" fmla="*/ 2870182 w 6530262"/>
              <a:gd name="connsiteY1414" fmla="*/ 487929 h 6530188"/>
              <a:gd name="connsiteX1415" fmla="*/ 2934854 w 6530262"/>
              <a:gd name="connsiteY1415" fmla="*/ 459173 h 6530188"/>
              <a:gd name="connsiteX1416" fmla="*/ 2939839 w 6530262"/>
              <a:gd name="connsiteY1416" fmla="*/ 463315 h 6530188"/>
              <a:gd name="connsiteX1417" fmla="*/ 2941450 w 6530262"/>
              <a:gd name="connsiteY1417" fmla="*/ 477150 h 6530188"/>
              <a:gd name="connsiteX1418" fmla="*/ 2924720 w 6530262"/>
              <a:gd name="connsiteY1418" fmla="*/ 493559 h 6530188"/>
              <a:gd name="connsiteX1419" fmla="*/ 2913135 w 6530262"/>
              <a:gd name="connsiteY1419" fmla="*/ 485515 h 6530188"/>
              <a:gd name="connsiteX1420" fmla="*/ 2913135 w 6530262"/>
              <a:gd name="connsiteY1420" fmla="*/ 468785 h 6530188"/>
              <a:gd name="connsiteX1421" fmla="*/ 2928903 w 6530262"/>
              <a:gd name="connsiteY1421" fmla="*/ 461063 h 6530188"/>
              <a:gd name="connsiteX1422" fmla="*/ 2934854 w 6530262"/>
              <a:gd name="connsiteY1422" fmla="*/ 459173 h 6530188"/>
              <a:gd name="connsiteX1423" fmla="*/ 2852647 w 6530262"/>
              <a:gd name="connsiteY1423" fmla="*/ 418592 h 6530188"/>
              <a:gd name="connsiteX1424" fmla="*/ 2868412 w 6530262"/>
              <a:gd name="connsiteY1424" fmla="*/ 432106 h 6530188"/>
              <a:gd name="connsiteX1425" fmla="*/ 2850072 w 6530262"/>
              <a:gd name="connsiteY1425" fmla="*/ 454950 h 6530188"/>
              <a:gd name="connsiteX1426" fmla="*/ 2841707 w 6530262"/>
              <a:gd name="connsiteY1426" fmla="*/ 451411 h 6530188"/>
              <a:gd name="connsiteX1427" fmla="*/ 2837202 w 6530262"/>
              <a:gd name="connsiteY1427" fmla="*/ 433714 h 6530188"/>
              <a:gd name="connsiteX1428" fmla="*/ 2852647 w 6530262"/>
              <a:gd name="connsiteY1428" fmla="*/ 418592 h 6530188"/>
              <a:gd name="connsiteX1429" fmla="*/ 3756765 w 6530262"/>
              <a:gd name="connsiteY1429" fmla="*/ 405401 h 6530188"/>
              <a:gd name="connsiteX1430" fmla="*/ 3735530 w 6530262"/>
              <a:gd name="connsiteY1430" fmla="*/ 416019 h 6530188"/>
              <a:gd name="connsiteX1431" fmla="*/ 3732312 w 6530262"/>
              <a:gd name="connsiteY1431" fmla="*/ 436289 h 6530188"/>
              <a:gd name="connsiteX1432" fmla="*/ 3732312 w 6530262"/>
              <a:gd name="connsiteY1432" fmla="*/ 457846 h 6530188"/>
              <a:gd name="connsiteX1433" fmla="*/ 3740034 w 6530262"/>
              <a:gd name="connsiteY1433" fmla="*/ 486804 h 6530188"/>
              <a:gd name="connsiteX1434" fmla="*/ 3741642 w 6530262"/>
              <a:gd name="connsiteY1434" fmla="*/ 509969 h 6530188"/>
              <a:gd name="connsiteX1435" fmla="*/ 3765453 w 6530262"/>
              <a:gd name="connsiteY1435" fmla="*/ 514152 h 6530188"/>
              <a:gd name="connsiteX1436" fmla="*/ 3784435 w 6530262"/>
              <a:gd name="connsiteY1436" fmla="*/ 514152 h 6530188"/>
              <a:gd name="connsiteX1437" fmla="*/ 3784435 w 6530262"/>
              <a:gd name="connsiteY1437" fmla="*/ 531848 h 6530188"/>
              <a:gd name="connsiteX1438" fmla="*/ 3775427 w 6530262"/>
              <a:gd name="connsiteY1438" fmla="*/ 552118 h 6530188"/>
              <a:gd name="connsiteX1439" fmla="*/ 3722982 w 6530262"/>
              <a:gd name="connsiteY1439" fmla="*/ 606172 h 6530188"/>
              <a:gd name="connsiteX1440" fmla="*/ 3670858 w 6530262"/>
              <a:gd name="connsiteY1440" fmla="*/ 613894 h 6530188"/>
              <a:gd name="connsiteX1441" fmla="*/ 3652840 w 6530262"/>
              <a:gd name="connsiteY1441" fmla="*/ 613894 h 6530188"/>
              <a:gd name="connsiteX1442" fmla="*/ 3605542 w 6530262"/>
              <a:gd name="connsiteY1442" fmla="*/ 619363 h 6530188"/>
              <a:gd name="connsiteX1443" fmla="*/ 3585271 w 6530262"/>
              <a:gd name="connsiteY1443" fmla="*/ 612285 h 6530188"/>
              <a:gd name="connsiteX1444" fmla="*/ 3545374 w 6530262"/>
              <a:gd name="connsiteY1444" fmla="*/ 622903 h 6530188"/>
              <a:gd name="connsiteX1445" fmla="*/ 3541836 w 6530262"/>
              <a:gd name="connsiteY1445" fmla="*/ 645425 h 6530188"/>
              <a:gd name="connsiteX1446" fmla="*/ 3541836 w 6530262"/>
              <a:gd name="connsiteY1446" fmla="*/ 644138 h 6530188"/>
              <a:gd name="connsiteX1447" fmla="*/ 3535400 w 6530262"/>
              <a:gd name="connsiteY1447" fmla="*/ 664086 h 6530188"/>
              <a:gd name="connsiteX1448" fmla="*/ 3560176 w 6530262"/>
              <a:gd name="connsiteY1448" fmla="*/ 702696 h 6530188"/>
              <a:gd name="connsiteX1449" fmla="*/ 3652518 w 6530262"/>
              <a:gd name="connsiteY1449" fmla="*/ 691757 h 6530188"/>
              <a:gd name="connsiteX1450" fmla="*/ 3725234 w 6530262"/>
              <a:gd name="connsiteY1450" fmla="*/ 694652 h 6530188"/>
              <a:gd name="connsiteX1451" fmla="*/ 3764165 w 6530262"/>
              <a:gd name="connsiteY1451" fmla="*/ 705270 h 6530188"/>
              <a:gd name="connsiteX1452" fmla="*/ 3799559 w 6530262"/>
              <a:gd name="connsiteY1452" fmla="*/ 708809 h 6530188"/>
              <a:gd name="connsiteX1453" fmla="*/ 3835917 w 6530262"/>
              <a:gd name="connsiteY1453" fmla="*/ 714923 h 6530188"/>
              <a:gd name="connsiteX1454" fmla="*/ 3870987 w 6530262"/>
              <a:gd name="connsiteY1454" fmla="*/ 723610 h 6530188"/>
              <a:gd name="connsiteX1455" fmla="*/ 3908631 w 6530262"/>
              <a:gd name="connsiteY1455" fmla="*/ 736480 h 6530188"/>
              <a:gd name="connsiteX1456" fmla="*/ 3932442 w 6530262"/>
              <a:gd name="connsiteY1456" fmla="*/ 740340 h 6530188"/>
              <a:gd name="connsiteX1457" fmla="*/ 3954321 w 6530262"/>
              <a:gd name="connsiteY1457" fmla="*/ 749993 h 6530188"/>
              <a:gd name="connsiteX1458" fmla="*/ 3975556 w 6530262"/>
              <a:gd name="connsiteY1458" fmla="*/ 753854 h 6530188"/>
              <a:gd name="connsiteX1459" fmla="*/ 3989069 w 6530262"/>
              <a:gd name="connsiteY1459" fmla="*/ 745488 h 6530188"/>
              <a:gd name="connsiteX1460" fmla="*/ 3997757 w 6530262"/>
              <a:gd name="connsiteY1460" fmla="*/ 734228 h 6530188"/>
              <a:gd name="connsiteX1461" fmla="*/ 3997757 w 6530262"/>
              <a:gd name="connsiteY1461" fmla="*/ 725862 h 6530188"/>
              <a:gd name="connsiteX1462" fmla="*/ 3997757 w 6530262"/>
              <a:gd name="connsiteY1462" fmla="*/ 720071 h 6530188"/>
              <a:gd name="connsiteX1463" fmla="*/ 3997757 w 6530262"/>
              <a:gd name="connsiteY1463" fmla="*/ 704948 h 6530188"/>
              <a:gd name="connsiteX1464" fmla="*/ 3980383 w 6530262"/>
              <a:gd name="connsiteY1464" fmla="*/ 682104 h 6530188"/>
              <a:gd name="connsiteX1465" fmla="*/ 3966226 w 6530262"/>
              <a:gd name="connsiteY1465" fmla="*/ 668913 h 6530188"/>
              <a:gd name="connsiteX1466" fmla="*/ 3950460 w 6530262"/>
              <a:gd name="connsiteY1466" fmla="*/ 660226 h 6530188"/>
              <a:gd name="connsiteX1467" fmla="*/ 3934693 w 6530262"/>
              <a:gd name="connsiteY1467" fmla="*/ 657973 h 6530188"/>
              <a:gd name="connsiteX1468" fmla="*/ 3916997 w 6530262"/>
              <a:gd name="connsiteY1468" fmla="*/ 660226 h 6530188"/>
              <a:gd name="connsiteX1469" fmla="*/ 3854577 w 6530262"/>
              <a:gd name="connsiteY1469" fmla="*/ 646390 h 6530188"/>
              <a:gd name="connsiteX1470" fmla="*/ 3861334 w 6530262"/>
              <a:gd name="connsiteY1470" fmla="*/ 611320 h 6530188"/>
              <a:gd name="connsiteX1471" fmla="*/ 3867126 w 6530262"/>
              <a:gd name="connsiteY1471" fmla="*/ 598772 h 6530188"/>
              <a:gd name="connsiteX1472" fmla="*/ 3873561 w 6530262"/>
              <a:gd name="connsiteY1472" fmla="*/ 587189 h 6530188"/>
              <a:gd name="connsiteX1473" fmla="*/ 3881283 w 6530262"/>
              <a:gd name="connsiteY1473" fmla="*/ 576249 h 6530188"/>
              <a:gd name="connsiteX1474" fmla="*/ 3889649 w 6530262"/>
              <a:gd name="connsiteY1474" fmla="*/ 564988 h 6530188"/>
              <a:gd name="connsiteX1475" fmla="*/ 3889649 w 6530262"/>
              <a:gd name="connsiteY1475" fmla="*/ 534744 h 6530188"/>
              <a:gd name="connsiteX1476" fmla="*/ 3929223 w 6530262"/>
              <a:gd name="connsiteY1476" fmla="*/ 519622 h 6530188"/>
              <a:gd name="connsiteX1477" fmla="*/ 3948850 w 6530262"/>
              <a:gd name="connsiteY1477" fmla="*/ 512544 h 6530188"/>
              <a:gd name="connsiteX1478" fmla="*/ 3975234 w 6530262"/>
              <a:gd name="connsiteY1478" fmla="*/ 499352 h 6530188"/>
              <a:gd name="connsiteX1479" fmla="*/ 4009339 w 6530262"/>
              <a:gd name="connsiteY1479" fmla="*/ 480690 h 6530188"/>
              <a:gd name="connsiteX1480" fmla="*/ 4005478 w 6530262"/>
              <a:gd name="connsiteY1480" fmla="*/ 467821 h 6530188"/>
              <a:gd name="connsiteX1481" fmla="*/ 4005478 w 6530262"/>
              <a:gd name="connsiteY1481" fmla="*/ 450124 h 6530188"/>
              <a:gd name="connsiteX1482" fmla="*/ 3992609 w 6530262"/>
              <a:gd name="connsiteY1482" fmla="*/ 428889 h 6530188"/>
              <a:gd name="connsiteX1483" fmla="*/ 3982313 w 6530262"/>
              <a:gd name="connsiteY1483" fmla="*/ 419236 h 6530188"/>
              <a:gd name="connsiteX1484" fmla="*/ 3967834 w 6530262"/>
              <a:gd name="connsiteY1484" fmla="*/ 419236 h 6530188"/>
              <a:gd name="connsiteX1485" fmla="*/ 3951424 w 6530262"/>
              <a:gd name="connsiteY1485" fmla="*/ 417306 h 6530188"/>
              <a:gd name="connsiteX1486" fmla="*/ 3889005 w 6530262"/>
              <a:gd name="connsiteY1486" fmla="*/ 426959 h 6530188"/>
              <a:gd name="connsiteX1487" fmla="*/ 3879030 w 6530262"/>
              <a:gd name="connsiteY1487" fmla="*/ 426959 h 6530188"/>
              <a:gd name="connsiteX1488" fmla="*/ 3864873 w 6530262"/>
              <a:gd name="connsiteY1488" fmla="*/ 426959 h 6530188"/>
              <a:gd name="connsiteX1489" fmla="*/ 3786366 w 6530262"/>
              <a:gd name="connsiteY1489" fmla="*/ 420845 h 6530188"/>
              <a:gd name="connsiteX1490" fmla="*/ 3756765 w 6530262"/>
              <a:gd name="connsiteY1490" fmla="*/ 405401 h 6530188"/>
              <a:gd name="connsiteX1491" fmla="*/ 2737460 w 6530262"/>
              <a:gd name="connsiteY1491" fmla="*/ 383201 h 6530188"/>
              <a:gd name="connsiteX1492" fmla="*/ 2712040 w 6530262"/>
              <a:gd name="connsiteY1492" fmla="*/ 388670 h 6530188"/>
              <a:gd name="connsiteX1493" fmla="*/ 2627740 w 6530262"/>
              <a:gd name="connsiteY1493" fmla="*/ 444655 h 6530188"/>
              <a:gd name="connsiteX1494" fmla="*/ 2607151 w 6530262"/>
              <a:gd name="connsiteY1494" fmla="*/ 449802 h 6530188"/>
              <a:gd name="connsiteX1495" fmla="*/ 2592671 w 6530262"/>
              <a:gd name="connsiteY1495" fmla="*/ 461707 h 6530188"/>
              <a:gd name="connsiteX1496" fmla="*/ 2586879 w 6530262"/>
              <a:gd name="connsiteY1496" fmla="*/ 474255 h 6530188"/>
              <a:gd name="connsiteX1497" fmla="*/ 2577870 w 6530262"/>
              <a:gd name="connsiteY1497" fmla="*/ 481656 h 6530188"/>
              <a:gd name="connsiteX1498" fmla="*/ 2585914 w 6530262"/>
              <a:gd name="connsiteY1498" fmla="*/ 502569 h 6530188"/>
              <a:gd name="connsiteX1499" fmla="*/ 2596209 w 6530262"/>
              <a:gd name="connsiteY1499" fmla="*/ 507395 h 6530188"/>
              <a:gd name="connsiteX1500" fmla="*/ 2609403 w 6530262"/>
              <a:gd name="connsiteY1500" fmla="*/ 518335 h 6530188"/>
              <a:gd name="connsiteX1501" fmla="*/ 2628385 w 6530262"/>
              <a:gd name="connsiteY1501" fmla="*/ 522518 h 6530188"/>
              <a:gd name="connsiteX1502" fmla="*/ 2645759 w 6530262"/>
              <a:gd name="connsiteY1502" fmla="*/ 534744 h 6530188"/>
              <a:gd name="connsiteX1503" fmla="*/ 2645759 w 6530262"/>
              <a:gd name="connsiteY1503" fmla="*/ 566918 h 6530188"/>
              <a:gd name="connsiteX1504" fmla="*/ 2628385 w 6530262"/>
              <a:gd name="connsiteY1504" fmla="*/ 585902 h 6530188"/>
              <a:gd name="connsiteX1505" fmla="*/ 2613906 w 6530262"/>
              <a:gd name="connsiteY1505" fmla="*/ 585902 h 6530188"/>
              <a:gd name="connsiteX1506" fmla="*/ 2596209 w 6530262"/>
              <a:gd name="connsiteY1506" fmla="*/ 610355 h 6530188"/>
              <a:gd name="connsiteX1507" fmla="*/ 2612298 w 6530262"/>
              <a:gd name="connsiteY1507" fmla="*/ 631590 h 6530188"/>
              <a:gd name="connsiteX1508" fmla="*/ 2619931 w 6530262"/>
              <a:gd name="connsiteY1508" fmla="*/ 640398 h 6530188"/>
              <a:gd name="connsiteX1509" fmla="*/ 2625490 w 6530262"/>
              <a:gd name="connsiteY1509" fmla="*/ 650895 h 6530188"/>
              <a:gd name="connsiteX1510" fmla="*/ 2625490 w 6530262"/>
              <a:gd name="connsiteY1510" fmla="*/ 666660 h 6530188"/>
              <a:gd name="connsiteX1511" fmla="*/ 2625490 w 6530262"/>
              <a:gd name="connsiteY1511" fmla="*/ 678887 h 6530188"/>
              <a:gd name="connsiteX1512" fmla="*/ 2615515 w 6530262"/>
              <a:gd name="connsiteY1512" fmla="*/ 693044 h 6530188"/>
              <a:gd name="connsiteX1513" fmla="*/ 2600715 w 6530262"/>
              <a:gd name="connsiteY1513" fmla="*/ 707523 h 6530188"/>
              <a:gd name="connsiteX1514" fmla="*/ 2575296 w 6530262"/>
              <a:gd name="connsiteY1514" fmla="*/ 739697 h 6530188"/>
              <a:gd name="connsiteX1515" fmla="*/ 2584628 w 6530262"/>
              <a:gd name="connsiteY1515" fmla="*/ 768654 h 6530188"/>
              <a:gd name="connsiteX1516" fmla="*/ 2598463 w 6530262"/>
              <a:gd name="connsiteY1516" fmla="*/ 783133 h 6530188"/>
              <a:gd name="connsiteX1517" fmla="*/ 2608436 w 6530262"/>
              <a:gd name="connsiteY1517" fmla="*/ 798255 h 6530188"/>
              <a:gd name="connsiteX1518" fmla="*/ 2627740 w 6530262"/>
              <a:gd name="connsiteY1518" fmla="*/ 800829 h 6530188"/>
              <a:gd name="connsiteX1519" fmla="*/ 2640934 w 6530262"/>
              <a:gd name="connsiteY1519" fmla="*/ 798577 h 6530188"/>
              <a:gd name="connsiteX1520" fmla="*/ 2669570 w 6530262"/>
              <a:gd name="connsiteY1520" fmla="*/ 766402 h 6530188"/>
              <a:gd name="connsiteX1521" fmla="*/ 2731989 w 6530262"/>
              <a:gd name="connsiteY1521" fmla="*/ 723288 h 6530188"/>
              <a:gd name="connsiteX1522" fmla="*/ 2766097 w 6530262"/>
              <a:gd name="connsiteY1522" fmla="*/ 668269 h 6530188"/>
              <a:gd name="connsiteX1523" fmla="*/ 2759338 w 6530262"/>
              <a:gd name="connsiteY1523" fmla="*/ 652826 h 6530188"/>
              <a:gd name="connsiteX1524" fmla="*/ 2743573 w 6530262"/>
              <a:gd name="connsiteY1524" fmla="*/ 645425 h 6530188"/>
              <a:gd name="connsiteX1525" fmla="*/ 2727485 w 6530262"/>
              <a:gd name="connsiteY1525" fmla="*/ 647677 h 6530188"/>
              <a:gd name="connsiteX1526" fmla="*/ 2722980 w 6530262"/>
              <a:gd name="connsiteY1526" fmla="*/ 631590 h 6530188"/>
              <a:gd name="connsiteX1527" fmla="*/ 2760303 w 6530262"/>
              <a:gd name="connsiteY1527" fmla="*/ 584615 h 6530188"/>
              <a:gd name="connsiteX1528" fmla="*/ 2762236 w 6530262"/>
              <a:gd name="connsiteY1528" fmla="*/ 575606 h 6530188"/>
              <a:gd name="connsiteX1529" fmla="*/ 2750328 w 6530262"/>
              <a:gd name="connsiteY1529" fmla="*/ 555658 h 6530188"/>
              <a:gd name="connsiteX1530" fmla="*/ 2743573 w 6530262"/>
              <a:gd name="connsiteY1530" fmla="*/ 542787 h 6530188"/>
              <a:gd name="connsiteX1531" fmla="*/ 2729093 w 6530262"/>
              <a:gd name="connsiteY1531" fmla="*/ 545361 h 6530188"/>
              <a:gd name="connsiteX1532" fmla="*/ 2724910 w 6530262"/>
              <a:gd name="connsiteY1532" fmla="*/ 526378 h 6530188"/>
              <a:gd name="connsiteX1533" fmla="*/ 2723302 w 6530262"/>
              <a:gd name="connsiteY1533" fmla="*/ 498387 h 6530188"/>
              <a:gd name="connsiteX1534" fmla="*/ 2742286 w 6530262"/>
              <a:gd name="connsiteY1534" fmla="*/ 470394 h 6530188"/>
              <a:gd name="connsiteX1535" fmla="*/ 2753225 w 6530262"/>
              <a:gd name="connsiteY1535" fmla="*/ 450768 h 6530188"/>
              <a:gd name="connsiteX1536" fmla="*/ 2757085 w 6530262"/>
              <a:gd name="connsiteY1536" fmla="*/ 425028 h 6530188"/>
              <a:gd name="connsiteX1537" fmla="*/ 2757085 w 6530262"/>
              <a:gd name="connsiteY1537" fmla="*/ 402505 h 6530188"/>
              <a:gd name="connsiteX1538" fmla="*/ 2737460 w 6530262"/>
              <a:gd name="connsiteY1538" fmla="*/ 383201 h 6530188"/>
              <a:gd name="connsiteX1539" fmla="*/ 2951423 w 6530262"/>
              <a:gd name="connsiteY1539" fmla="*/ 378053 h 6530188"/>
              <a:gd name="connsiteX1540" fmla="*/ 2955286 w 6530262"/>
              <a:gd name="connsiteY1540" fmla="*/ 393818 h 6530188"/>
              <a:gd name="connsiteX1541" fmla="*/ 2943059 w 6530262"/>
              <a:gd name="connsiteY1541" fmla="*/ 417306 h 6530188"/>
              <a:gd name="connsiteX1542" fmla="*/ 2920537 w 6530262"/>
              <a:gd name="connsiteY1542" fmla="*/ 419237 h 6530188"/>
              <a:gd name="connsiteX1543" fmla="*/ 2911849 w 6530262"/>
              <a:gd name="connsiteY1543" fmla="*/ 400253 h 6530188"/>
              <a:gd name="connsiteX1544" fmla="*/ 2951423 w 6530262"/>
              <a:gd name="connsiteY1544" fmla="*/ 378053 h 6530188"/>
              <a:gd name="connsiteX1545" fmla="*/ 2967832 w 6530262"/>
              <a:gd name="connsiteY1545" fmla="*/ 314025 h 6530188"/>
              <a:gd name="connsiteX1546" fmla="*/ 2889647 w 6530262"/>
              <a:gd name="connsiteY1546" fmla="*/ 351991 h 6530188"/>
              <a:gd name="connsiteX1547" fmla="*/ 2862940 w 6530262"/>
              <a:gd name="connsiteY1547" fmla="*/ 358426 h 6530188"/>
              <a:gd name="connsiteX1548" fmla="*/ 2830765 w 6530262"/>
              <a:gd name="connsiteY1548" fmla="*/ 377409 h 6530188"/>
              <a:gd name="connsiteX1549" fmla="*/ 2811463 w 6530262"/>
              <a:gd name="connsiteY1549" fmla="*/ 386740 h 6530188"/>
              <a:gd name="connsiteX1550" fmla="*/ 2796341 w 6530262"/>
              <a:gd name="connsiteY1550" fmla="*/ 390601 h 6530188"/>
              <a:gd name="connsiteX1551" fmla="*/ 2778642 w 6530262"/>
              <a:gd name="connsiteY1551" fmla="*/ 382879 h 6530188"/>
              <a:gd name="connsiteX1552" fmla="*/ 2769634 w 6530262"/>
              <a:gd name="connsiteY1552" fmla="*/ 410549 h 6530188"/>
              <a:gd name="connsiteX1553" fmla="*/ 2769634 w 6530262"/>
              <a:gd name="connsiteY1553" fmla="*/ 437254 h 6530188"/>
              <a:gd name="connsiteX1554" fmla="*/ 2768668 w 6530262"/>
              <a:gd name="connsiteY1554" fmla="*/ 435967 h 6530188"/>
              <a:gd name="connsiteX1555" fmla="*/ 2769634 w 6530262"/>
              <a:gd name="connsiteY1555" fmla="*/ 453664 h 6530188"/>
              <a:gd name="connsiteX1556" fmla="*/ 2778323 w 6530262"/>
              <a:gd name="connsiteY1556" fmla="*/ 472647 h 6530188"/>
              <a:gd name="connsiteX1557" fmla="*/ 2789583 w 6530262"/>
              <a:gd name="connsiteY1557" fmla="*/ 518335 h 6530188"/>
              <a:gd name="connsiteX1558" fmla="*/ 2783792 w 6530262"/>
              <a:gd name="connsiteY1558" fmla="*/ 548258 h 6530188"/>
              <a:gd name="connsiteX1559" fmla="*/ 2791513 w 6530262"/>
              <a:gd name="connsiteY1559" fmla="*/ 566597 h 6530188"/>
              <a:gd name="connsiteX1560" fmla="*/ 2803097 w 6530262"/>
              <a:gd name="connsiteY1560" fmla="*/ 582363 h 6530188"/>
              <a:gd name="connsiteX1561" fmla="*/ 2808565 w 6530262"/>
              <a:gd name="connsiteY1561" fmla="*/ 593624 h 6530188"/>
              <a:gd name="connsiteX1562" fmla="*/ 2814679 w 6530262"/>
              <a:gd name="connsiteY1562" fmla="*/ 600702 h 6530188"/>
              <a:gd name="connsiteX1563" fmla="*/ 2825297 w 6530262"/>
              <a:gd name="connsiteY1563" fmla="*/ 600702 h 6530188"/>
              <a:gd name="connsiteX1564" fmla="*/ 2837524 w 6530262"/>
              <a:gd name="connsiteY1564" fmla="*/ 596198 h 6530188"/>
              <a:gd name="connsiteX1565" fmla="*/ 2850717 w 6530262"/>
              <a:gd name="connsiteY1565" fmla="*/ 590084 h 6530188"/>
              <a:gd name="connsiteX1566" fmla="*/ 2861655 w 6530262"/>
              <a:gd name="connsiteY1566" fmla="*/ 590084 h 6530188"/>
              <a:gd name="connsiteX1567" fmla="*/ 2861655 w 6530262"/>
              <a:gd name="connsiteY1567" fmla="*/ 608103 h 6530188"/>
              <a:gd name="connsiteX1568" fmla="*/ 2854576 w 6530262"/>
              <a:gd name="connsiteY1568" fmla="*/ 616146 h 6530188"/>
              <a:gd name="connsiteX1569" fmla="*/ 2846212 w 6530262"/>
              <a:gd name="connsiteY1569" fmla="*/ 617755 h 6530188"/>
              <a:gd name="connsiteX1570" fmla="*/ 2837202 w 6530262"/>
              <a:gd name="connsiteY1570" fmla="*/ 620651 h 6530188"/>
              <a:gd name="connsiteX1571" fmla="*/ 2828517 w 6530262"/>
              <a:gd name="connsiteY1571" fmla="*/ 619042 h 6530188"/>
              <a:gd name="connsiteX1572" fmla="*/ 2821757 w 6530262"/>
              <a:gd name="connsiteY1572" fmla="*/ 631268 h 6530188"/>
              <a:gd name="connsiteX1573" fmla="*/ 2821757 w 6530262"/>
              <a:gd name="connsiteY1573" fmla="*/ 646390 h 6530188"/>
              <a:gd name="connsiteX1574" fmla="*/ 2821757 w 6530262"/>
              <a:gd name="connsiteY1574" fmla="*/ 658938 h 6530188"/>
              <a:gd name="connsiteX1575" fmla="*/ 2835270 w 6530262"/>
              <a:gd name="connsiteY1575" fmla="*/ 663443 h 6530188"/>
              <a:gd name="connsiteX1576" fmla="*/ 2850395 w 6530262"/>
              <a:gd name="connsiteY1576" fmla="*/ 663443 h 6530188"/>
              <a:gd name="connsiteX1577" fmla="*/ 2857794 w 6530262"/>
              <a:gd name="connsiteY1577" fmla="*/ 673095 h 6530188"/>
              <a:gd name="connsiteX1578" fmla="*/ 2823366 w 6530262"/>
              <a:gd name="connsiteY1578" fmla="*/ 694331 h 6530188"/>
              <a:gd name="connsiteX1579" fmla="*/ 2796018 w 6530262"/>
              <a:gd name="connsiteY1579" fmla="*/ 708166 h 6530188"/>
              <a:gd name="connsiteX1580" fmla="*/ 2785400 w 6530262"/>
              <a:gd name="connsiteY1580" fmla="*/ 704948 h 6530188"/>
              <a:gd name="connsiteX1581" fmla="*/ 2778323 w 6530262"/>
              <a:gd name="connsiteY1581" fmla="*/ 712349 h 6530188"/>
              <a:gd name="connsiteX1582" fmla="*/ 2773495 w 6530262"/>
              <a:gd name="connsiteY1582" fmla="*/ 728436 h 6530188"/>
              <a:gd name="connsiteX1583" fmla="*/ 2773495 w 6530262"/>
              <a:gd name="connsiteY1583" fmla="*/ 741628 h 6530188"/>
              <a:gd name="connsiteX1584" fmla="*/ 2782183 w 6530262"/>
              <a:gd name="connsiteY1584" fmla="*/ 769298 h 6530188"/>
              <a:gd name="connsiteX1585" fmla="*/ 2805025 w 6530262"/>
              <a:gd name="connsiteY1585" fmla="*/ 777342 h 6530188"/>
              <a:gd name="connsiteX1586" fmla="*/ 2837202 w 6530262"/>
              <a:gd name="connsiteY1586" fmla="*/ 762541 h 6530188"/>
              <a:gd name="connsiteX1587" fmla="*/ 2869378 w 6530262"/>
              <a:gd name="connsiteY1587" fmla="*/ 754497 h 6530188"/>
              <a:gd name="connsiteX1588" fmla="*/ 2901551 w 6530262"/>
              <a:gd name="connsiteY1588" fmla="*/ 743880 h 6530188"/>
              <a:gd name="connsiteX1589" fmla="*/ 2926971 w 6530262"/>
              <a:gd name="connsiteY1589" fmla="*/ 735836 h 6530188"/>
              <a:gd name="connsiteX1590" fmla="*/ 2949814 w 6530262"/>
              <a:gd name="connsiteY1590" fmla="*/ 730366 h 6530188"/>
              <a:gd name="connsiteX1591" fmla="*/ 2976519 w 6530262"/>
              <a:gd name="connsiteY1591" fmla="*/ 728114 h 6530188"/>
              <a:gd name="connsiteX1592" fmla="*/ 3024783 w 6530262"/>
              <a:gd name="connsiteY1592" fmla="*/ 719427 h 6530188"/>
              <a:gd name="connsiteX1593" fmla="*/ 3055349 w 6530262"/>
              <a:gd name="connsiteY1593" fmla="*/ 719427 h 6530188"/>
              <a:gd name="connsiteX1594" fmla="*/ 3081089 w 6530262"/>
              <a:gd name="connsiteY1594" fmla="*/ 668269 h 6530188"/>
              <a:gd name="connsiteX1595" fmla="*/ 3059210 w 6530262"/>
              <a:gd name="connsiteY1595" fmla="*/ 641886 h 6530188"/>
              <a:gd name="connsiteX1596" fmla="*/ 3037332 w 6530262"/>
              <a:gd name="connsiteY1596" fmla="*/ 645425 h 6530188"/>
              <a:gd name="connsiteX1597" fmla="*/ 3012556 w 6530262"/>
              <a:gd name="connsiteY1597" fmla="*/ 654112 h 6530188"/>
              <a:gd name="connsiteX1598" fmla="*/ 2991964 w 6530262"/>
              <a:gd name="connsiteY1598" fmla="*/ 656043 h 6530188"/>
              <a:gd name="connsiteX1599" fmla="*/ 2965579 w 6530262"/>
              <a:gd name="connsiteY1599" fmla="*/ 665052 h 6530188"/>
              <a:gd name="connsiteX1600" fmla="*/ 2954641 w 6530262"/>
              <a:gd name="connsiteY1600" fmla="*/ 658617 h 6530188"/>
              <a:gd name="connsiteX1601" fmla="*/ 2959147 w 6530262"/>
              <a:gd name="connsiteY1601" fmla="*/ 645747 h 6530188"/>
              <a:gd name="connsiteX1602" fmla="*/ 2978772 w 6530262"/>
              <a:gd name="connsiteY1602" fmla="*/ 635451 h 6530188"/>
              <a:gd name="connsiteX1603" fmla="*/ 2994536 w 6530262"/>
              <a:gd name="connsiteY1603" fmla="*/ 620329 h 6530188"/>
              <a:gd name="connsiteX1604" fmla="*/ 2996469 w 6530262"/>
              <a:gd name="connsiteY1604" fmla="*/ 609711 h 6530188"/>
              <a:gd name="connsiteX1605" fmla="*/ 2987781 w 6530262"/>
              <a:gd name="connsiteY1605" fmla="*/ 585258 h 6530188"/>
              <a:gd name="connsiteX1606" fmla="*/ 2978450 w 6530262"/>
              <a:gd name="connsiteY1606" fmla="*/ 577536 h 6530188"/>
              <a:gd name="connsiteX1607" fmla="*/ 2957857 w 6530262"/>
              <a:gd name="connsiteY1607" fmla="*/ 573997 h 6530188"/>
              <a:gd name="connsiteX1608" fmla="*/ 2944666 w 6530262"/>
              <a:gd name="connsiteY1608" fmla="*/ 582684 h 6530188"/>
              <a:gd name="connsiteX1609" fmla="*/ 2927292 w 6530262"/>
              <a:gd name="connsiteY1609" fmla="*/ 588154 h 6530188"/>
              <a:gd name="connsiteX1610" fmla="*/ 2924718 w 6530262"/>
              <a:gd name="connsiteY1610" fmla="*/ 570136 h 6530188"/>
              <a:gd name="connsiteX1611" fmla="*/ 2946920 w 6530262"/>
              <a:gd name="connsiteY1611" fmla="*/ 559840 h 6530188"/>
              <a:gd name="connsiteX1612" fmla="*/ 2962040 w 6530262"/>
              <a:gd name="connsiteY1612" fmla="*/ 552440 h 6530188"/>
              <a:gd name="connsiteX1613" fmla="*/ 2977165 w 6530262"/>
              <a:gd name="connsiteY1613" fmla="*/ 549866 h 6530188"/>
              <a:gd name="connsiteX1614" fmla="*/ 2987460 w 6530262"/>
              <a:gd name="connsiteY1614" fmla="*/ 536031 h 6530188"/>
              <a:gd name="connsiteX1615" fmla="*/ 3013523 w 6530262"/>
              <a:gd name="connsiteY1615" fmla="*/ 453985 h 6530188"/>
              <a:gd name="connsiteX1616" fmla="*/ 3027357 w 6530262"/>
              <a:gd name="connsiteY1616" fmla="*/ 432750 h 6530188"/>
              <a:gd name="connsiteX1617" fmla="*/ 3040226 w 6530262"/>
              <a:gd name="connsiteY1617" fmla="*/ 398001 h 6530188"/>
              <a:gd name="connsiteX1618" fmla="*/ 3042157 w 6530262"/>
              <a:gd name="connsiteY1618" fmla="*/ 377088 h 6530188"/>
              <a:gd name="connsiteX1619" fmla="*/ 3049557 w 6530262"/>
              <a:gd name="connsiteY1619" fmla="*/ 353922 h 6530188"/>
              <a:gd name="connsiteX1620" fmla="*/ 3033149 w 6530262"/>
              <a:gd name="connsiteY1620" fmla="*/ 330112 h 6530188"/>
              <a:gd name="connsiteX1621" fmla="*/ 3024783 w 6530262"/>
              <a:gd name="connsiteY1621" fmla="*/ 315956 h 6530188"/>
              <a:gd name="connsiteX1622" fmla="*/ 2987781 w 6530262"/>
              <a:gd name="connsiteY1622" fmla="*/ 318530 h 6530188"/>
              <a:gd name="connsiteX1623" fmla="*/ 2967832 w 6530262"/>
              <a:gd name="connsiteY1623" fmla="*/ 314025 h 6530188"/>
              <a:gd name="connsiteX1624" fmla="*/ 3265128 w 6530262"/>
              <a:gd name="connsiteY1624" fmla="*/ 115829 h 6530188"/>
              <a:gd name="connsiteX1625" fmla="*/ 6413144 w 6530262"/>
              <a:gd name="connsiteY1625" fmla="*/ 3265093 h 6530188"/>
              <a:gd name="connsiteX1626" fmla="*/ 6413144 w 6530262"/>
              <a:gd name="connsiteY1626" fmla="*/ 3266381 h 6530188"/>
              <a:gd name="connsiteX1627" fmla="*/ 3262556 w 6530262"/>
              <a:gd name="connsiteY1627" fmla="*/ 6414359 h 6530188"/>
              <a:gd name="connsiteX1628" fmla="*/ 114542 w 6530262"/>
              <a:gd name="connsiteY1628" fmla="*/ 3263806 h 6530188"/>
              <a:gd name="connsiteX1629" fmla="*/ 3265128 w 6530262"/>
              <a:gd name="connsiteY1629" fmla="*/ 115829 h 6530188"/>
              <a:gd name="connsiteX1630" fmla="*/ 3265128 w 6530262"/>
              <a:gd name="connsiteY1630" fmla="*/ 73037 h 6530188"/>
              <a:gd name="connsiteX1631" fmla="*/ 73038 w 6530262"/>
              <a:gd name="connsiteY1631" fmla="*/ 3265093 h 6530188"/>
              <a:gd name="connsiteX1632" fmla="*/ 3265128 w 6530262"/>
              <a:gd name="connsiteY1632" fmla="*/ 6457150 h 6530188"/>
              <a:gd name="connsiteX1633" fmla="*/ 6457223 w 6530262"/>
              <a:gd name="connsiteY1633" fmla="*/ 3265093 h 6530188"/>
              <a:gd name="connsiteX1634" fmla="*/ 3265128 w 6530262"/>
              <a:gd name="connsiteY1634" fmla="*/ 73037 h 6530188"/>
              <a:gd name="connsiteX1635" fmla="*/ 3265128 w 6530262"/>
              <a:gd name="connsiteY1635" fmla="*/ 0 h 6530188"/>
              <a:gd name="connsiteX1636" fmla="*/ 6530262 w 6530262"/>
              <a:gd name="connsiteY1636" fmla="*/ 3265093 h 6530188"/>
              <a:gd name="connsiteX1637" fmla="*/ 3265128 w 6530262"/>
              <a:gd name="connsiteY1637" fmla="*/ 6530188 h 6530188"/>
              <a:gd name="connsiteX1638" fmla="*/ 0 w 6530262"/>
              <a:gd name="connsiteY1638" fmla="*/ 3265093 h 6530188"/>
              <a:gd name="connsiteX1639" fmla="*/ 3265128 w 6530262"/>
              <a:gd name="connsiteY1639" fmla="*/ 0 h 65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</a:cxnLst>
            <a:rect l="l" t="t" r="r" b="b"/>
            <a:pathLst>
              <a:path w="6530262" h="6530188">
                <a:moveTo>
                  <a:pt x="3768183" y="5879216"/>
                </a:moveTo>
                <a:cubicBezTo>
                  <a:pt x="3786615" y="5878593"/>
                  <a:pt x="3805285" y="5885003"/>
                  <a:pt x="3819829" y="5898597"/>
                </a:cubicBezTo>
                <a:cubicBezTo>
                  <a:pt x="3839583" y="5919994"/>
                  <a:pt x="3852261" y="5946955"/>
                  <a:pt x="3856187" y="5975816"/>
                </a:cubicBezTo>
                <a:cubicBezTo>
                  <a:pt x="3863168" y="6003358"/>
                  <a:pt x="3861366" y="6032379"/>
                  <a:pt x="3851038" y="6058828"/>
                </a:cubicBezTo>
                <a:cubicBezTo>
                  <a:pt x="3848078" y="6064909"/>
                  <a:pt x="3844280" y="6070571"/>
                  <a:pt x="3839777" y="6075623"/>
                </a:cubicBezTo>
                <a:cubicBezTo>
                  <a:pt x="3812749" y="6105803"/>
                  <a:pt x="3766352" y="6108376"/>
                  <a:pt x="3736173" y="6081349"/>
                </a:cubicBezTo>
                <a:cubicBezTo>
                  <a:pt x="3716674" y="6060565"/>
                  <a:pt x="3704094" y="6034278"/>
                  <a:pt x="3700137" y="6006061"/>
                </a:cubicBezTo>
                <a:cubicBezTo>
                  <a:pt x="3693026" y="5977779"/>
                  <a:pt x="3694828" y="5948018"/>
                  <a:pt x="3705286" y="5920798"/>
                </a:cubicBezTo>
                <a:cubicBezTo>
                  <a:pt x="3708502" y="5913913"/>
                  <a:pt x="3712782" y="5907574"/>
                  <a:pt x="3717962" y="5902040"/>
                </a:cubicBezTo>
                <a:cubicBezTo>
                  <a:pt x="3731556" y="5887497"/>
                  <a:pt x="3749750" y="5879839"/>
                  <a:pt x="3768183" y="5879216"/>
                </a:cubicBezTo>
                <a:close/>
                <a:moveTo>
                  <a:pt x="3382246" y="5877685"/>
                </a:moveTo>
                <a:lnTo>
                  <a:pt x="3166996" y="5881545"/>
                </a:lnTo>
                <a:lnTo>
                  <a:pt x="3172787" y="6199432"/>
                </a:lnTo>
                <a:lnTo>
                  <a:pt x="3389004" y="6195249"/>
                </a:lnTo>
                <a:lnTo>
                  <a:pt x="3389004" y="6166935"/>
                </a:lnTo>
                <a:lnTo>
                  <a:pt x="3389004" y="6138943"/>
                </a:lnTo>
                <a:lnTo>
                  <a:pt x="3228128" y="6141839"/>
                </a:lnTo>
                <a:lnTo>
                  <a:pt x="3228128" y="6059150"/>
                </a:lnTo>
                <a:lnTo>
                  <a:pt x="3370986" y="6056576"/>
                </a:lnTo>
                <a:lnTo>
                  <a:pt x="3370986" y="6029227"/>
                </a:lnTo>
                <a:lnTo>
                  <a:pt x="3370986" y="6001879"/>
                </a:lnTo>
                <a:lnTo>
                  <a:pt x="3228128" y="6004453"/>
                </a:lnTo>
                <a:lnTo>
                  <a:pt x="3228128" y="5936886"/>
                </a:lnTo>
                <a:lnTo>
                  <a:pt x="3382246" y="5934311"/>
                </a:lnTo>
                <a:lnTo>
                  <a:pt x="3382246" y="5905999"/>
                </a:lnTo>
                <a:close/>
                <a:moveTo>
                  <a:pt x="2854576" y="5853231"/>
                </a:moveTo>
                <a:lnTo>
                  <a:pt x="2851037" y="5881223"/>
                </a:lnTo>
                <a:lnTo>
                  <a:pt x="2847819" y="5909215"/>
                </a:lnTo>
                <a:lnTo>
                  <a:pt x="2935335" y="5919833"/>
                </a:lnTo>
                <a:lnTo>
                  <a:pt x="2903160" y="6179162"/>
                </a:lnTo>
                <a:lnTo>
                  <a:pt x="2935335" y="6183023"/>
                </a:lnTo>
                <a:lnTo>
                  <a:pt x="2965259" y="6186562"/>
                </a:lnTo>
                <a:lnTo>
                  <a:pt x="2997434" y="5927234"/>
                </a:lnTo>
                <a:lnTo>
                  <a:pt x="3085272" y="5938173"/>
                </a:lnTo>
                <a:lnTo>
                  <a:pt x="3088488" y="5909859"/>
                </a:lnTo>
                <a:lnTo>
                  <a:pt x="3090418" y="5882189"/>
                </a:lnTo>
                <a:close/>
                <a:moveTo>
                  <a:pt x="3793139" y="5824854"/>
                </a:moveTo>
                <a:cubicBezTo>
                  <a:pt x="3739873" y="5817335"/>
                  <a:pt x="3684829" y="5841520"/>
                  <a:pt x="3655413" y="5890554"/>
                </a:cubicBezTo>
                <a:cubicBezTo>
                  <a:pt x="3635786" y="5930483"/>
                  <a:pt x="3630897" y="5976074"/>
                  <a:pt x="3641578" y="6019253"/>
                </a:cubicBezTo>
                <a:cubicBezTo>
                  <a:pt x="3647660" y="6062528"/>
                  <a:pt x="3669152" y="6102168"/>
                  <a:pt x="3702067" y="6130900"/>
                </a:cubicBezTo>
                <a:cubicBezTo>
                  <a:pt x="3705060" y="6133087"/>
                  <a:pt x="3708149" y="6135179"/>
                  <a:pt x="3711301" y="6137142"/>
                </a:cubicBezTo>
                <a:cubicBezTo>
                  <a:pt x="3776939" y="6177650"/>
                  <a:pt x="3862976" y="6157283"/>
                  <a:pt x="3903484" y="6091647"/>
                </a:cubicBezTo>
                <a:cubicBezTo>
                  <a:pt x="3923271" y="6052683"/>
                  <a:pt x="3928194" y="6007863"/>
                  <a:pt x="3917319" y="5965521"/>
                </a:cubicBezTo>
                <a:cubicBezTo>
                  <a:pt x="3911431" y="5921442"/>
                  <a:pt x="3889971" y="5880934"/>
                  <a:pt x="3856829" y="5851301"/>
                </a:cubicBezTo>
                <a:cubicBezTo>
                  <a:pt x="3852969" y="5848373"/>
                  <a:pt x="3848947" y="5845671"/>
                  <a:pt x="3844797" y="5843194"/>
                </a:cubicBezTo>
                <a:cubicBezTo>
                  <a:pt x="3828452" y="5833389"/>
                  <a:pt x="3810894" y="5827360"/>
                  <a:pt x="3793139" y="5824854"/>
                </a:cubicBezTo>
                <a:close/>
                <a:moveTo>
                  <a:pt x="2557278" y="5785021"/>
                </a:moveTo>
                <a:lnTo>
                  <a:pt x="2509336" y="5978070"/>
                </a:lnTo>
                <a:cubicBezTo>
                  <a:pt x="2498429" y="6011177"/>
                  <a:pt x="2500134" y="6047181"/>
                  <a:pt x="2514163" y="6079098"/>
                </a:cubicBezTo>
                <a:cubicBezTo>
                  <a:pt x="2531794" y="6106930"/>
                  <a:pt x="2560496" y="6125880"/>
                  <a:pt x="2592994" y="6131222"/>
                </a:cubicBezTo>
                <a:cubicBezTo>
                  <a:pt x="2624267" y="6142225"/>
                  <a:pt x="2658726" y="6139523"/>
                  <a:pt x="2687908" y="6123821"/>
                </a:cubicBezTo>
                <a:cubicBezTo>
                  <a:pt x="2715098" y="6101427"/>
                  <a:pt x="2733085" y="6069832"/>
                  <a:pt x="2738425" y="6035019"/>
                </a:cubicBezTo>
                <a:lnTo>
                  <a:pt x="2785078" y="5841970"/>
                </a:lnTo>
                <a:lnTo>
                  <a:pt x="2755477" y="5834570"/>
                </a:lnTo>
                <a:lnTo>
                  <a:pt x="2725877" y="5827492"/>
                </a:lnTo>
                <a:lnTo>
                  <a:pt x="2677292" y="6020541"/>
                </a:lnTo>
                <a:cubicBezTo>
                  <a:pt x="2674460" y="6038944"/>
                  <a:pt x="2665515" y="6055836"/>
                  <a:pt x="2651872" y="6068481"/>
                </a:cubicBezTo>
                <a:cubicBezTo>
                  <a:pt x="2637941" y="6076975"/>
                  <a:pt x="2620855" y="6078648"/>
                  <a:pt x="2605540" y="6072986"/>
                </a:cubicBezTo>
                <a:cubicBezTo>
                  <a:pt x="2589646" y="6070282"/>
                  <a:pt x="2575908" y="6060437"/>
                  <a:pt x="2568218" y="6046280"/>
                </a:cubicBezTo>
                <a:cubicBezTo>
                  <a:pt x="2562072" y="6029003"/>
                  <a:pt x="2562072" y="6010148"/>
                  <a:pt x="2568218" y="5992870"/>
                </a:cubicBezTo>
                <a:lnTo>
                  <a:pt x="2616481" y="5799821"/>
                </a:lnTo>
                <a:lnTo>
                  <a:pt x="2586879" y="5792422"/>
                </a:lnTo>
                <a:close/>
                <a:moveTo>
                  <a:pt x="4171825" y="5721959"/>
                </a:moveTo>
                <a:lnTo>
                  <a:pt x="3973947" y="5786308"/>
                </a:lnTo>
                <a:lnTo>
                  <a:pt x="4070473" y="6088429"/>
                </a:lnTo>
                <a:lnTo>
                  <a:pt x="4099751" y="6078777"/>
                </a:lnTo>
                <a:lnTo>
                  <a:pt x="4128710" y="6069446"/>
                </a:lnTo>
                <a:lnTo>
                  <a:pt x="4088491" y="5941712"/>
                </a:lnTo>
                <a:lnTo>
                  <a:pt x="4210434" y="5902137"/>
                </a:lnTo>
                <a:lnTo>
                  <a:pt x="4202070" y="5876075"/>
                </a:lnTo>
                <a:lnTo>
                  <a:pt x="4193382" y="5850014"/>
                </a:lnTo>
                <a:lnTo>
                  <a:pt x="4071759" y="5889589"/>
                </a:lnTo>
                <a:lnTo>
                  <a:pt x="4049558" y="5821057"/>
                </a:lnTo>
                <a:lnTo>
                  <a:pt x="4189199" y="5775690"/>
                </a:lnTo>
                <a:lnTo>
                  <a:pt x="4180511" y="5748663"/>
                </a:lnTo>
                <a:close/>
                <a:moveTo>
                  <a:pt x="2265449" y="5685601"/>
                </a:moveTo>
                <a:lnTo>
                  <a:pt x="2256118" y="5712306"/>
                </a:lnTo>
                <a:lnTo>
                  <a:pt x="2247109" y="5739011"/>
                </a:lnTo>
                <a:lnTo>
                  <a:pt x="2330442" y="5767646"/>
                </a:lnTo>
                <a:lnTo>
                  <a:pt x="2245499" y="6014748"/>
                </a:lnTo>
                <a:lnTo>
                  <a:pt x="2274458" y="6024723"/>
                </a:lnTo>
                <a:lnTo>
                  <a:pt x="2303094" y="6034698"/>
                </a:lnTo>
                <a:lnTo>
                  <a:pt x="2388037" y="5787595"/>
                </a:lnTo>
                <a:lnTo>
                  <a:pt x="2471693" y="5816231"/>
                </a:lnTo>
                <a:lnTo>
                  <a:pt x="2481022" y="5789525"/>
                </a:lnTo>
                <a:lnTo>
                  <a:pt x="2490676" y="5763142"/>
                </a:lnTo>
                <a:close/>
                <a:moveTo>
                  <a:pt x="2149940" y="5628973"/>
                </a:moveTo>
                <a:lnTo>
                  <a:pt x="2015771" y="5916938"/>
                </a:lnTo>
                <a:lnTo>
                  <a:pt x="2043441" y="5929808"/>
                </a:lnTo>
                <a:lnTo>
                  <a:pt x="2070789" y="5942677"/>
                </a:lnTo>
                <a:lnTo>
                  <a:pt x="2205281" y="5654714"/>
                </a:lnTo>
                <a:lnTo>
                  <a:pt x="2177288" y="5641843"/>
                </a:lnTo>
                <a:close/>
                <a:moveTo>
                  <a:pt x="4560177" y="5533736"/>
                </a:moveTo>
                <a:lnTo>
                  <a:pt x="4350397" y="5645061"/>
                </a:lnTo>
                <a:lnTo>
                  <a:pt x="4363588" y="5670157"/>
                </a:lnTo>
                <a:lnTo>
                  <a:pt x="4376781" y="5694932"/>
                </a:lnTo>
                <a:lnTo>
                  <a:pt x="4454644" y="5653426"/>
                </a:lnTo>
                <a:lnTo>
                  <a:pt x="4577553" y="5884119"/>
                </a:lnTo>
                <a:lnTo>
                  <a:pt x="4604579" y="5869962"/>
                </a:lnTo>
                <a:lnTo>
                  <a:pt x="4631285" y="5855484"/>
                </a:lnTo>
                <a:lnTo>
                  <a:pt x="4508698" y="5624790"/>
                </a:lnTo>
                <a:lnTo>
                  <a:pt x="4586561" y="5583286"/>
                </a:lnTo>
                <a:lnTo>
                  <a:pt x="4573370" y="5558510"/>
                </a:lnTo>
                <a:close/>
                <a:moveTo>
                  <a:pt x="1876452" y="5480326"/>
                </a:moveTo>
                <a:lnTo>
                  <a:pt x="1863903" y="5506710"/>
                </a:lnTo>
                <a:lnTo>
                  <a:pt x="1850390" y="5531484"/>
                </a:lnTo>
                <a:lnTo>
                  <a:pt x="1927611" y="5574277"/>
                </a:lnTo>
                <a:lnTo>
                  <a:pt x="1800840" y="5802717"/>
                </a:lnTo>
                <a:lnTo>
                  <a:pt x="1827546" y="5817518"/>
                </a:lnTo>
                <a:lnTo>
                  <a:pt x="1854251" y="5832318"/>
                </a:lnTo>
                <a:lnTo>
                  <a:pt x="1979735" y="5601947"/>
                </a:lnTo>
                <a:lnTo>
                  <a:pt x="2056954" y="5644739"/>
                </a:lnTo>
                <a:lnTo>
                  <a:pt x="2070469" y="5620286"/>
                </a:lnTo>
                <a:lnTo>
                  <a:pt x="2084304" y="5595511"/>
                </a:lnTo>
                <a:close/>
                <a:moveTo>
                  <a:pt x="3874205" y="5433993"/>
                </a:moveTo>
                <a:lnTo>
                  <a:pt x="3874205" y="5434959"/>
                </a:lnTo>
                <a:cubicBezTo>
                  <a:pt x="3886752" y="5434959"/>
                  <a:pt x="3888683" y="5447185"/>
                  <a:pt x="3886752" y="5462307"/>
                </a:cubicBezTo>
                <a:cubicBezTo>
                  <a:pt x="3884822" y="5477429"/>
                  <a:pt x="3885466" y="5543387"/>
                  <a:pt x="3873883" y="5543387"/>
                </a:cubicBezTo>
                <a:cubicBezTo>
                  <a:pt x="3862299" y="5543387"/>
                  <a:pt x="3866162" y="5490942"/>
                  <a:pt x="3866162" y="5466168"/>
                </a:cubicBezTo>
                <a:cubicBezTo>
                  <a:pt x="3866162" y="5441394"/>
                  <a:pt x="3866162" y="5433993"/>
                  <a:pt x="3874205" y="5433993"/>
                </a:cubicBezTo>
                <a:close/>
                <a:moveTo>
                  <a:pt x="3330767" y="5433993"/>
                </a:moveTo>
                <a:lnTo>
                  <a:pt x="3330767" y="5434959"/>
                </a:lnTo>
                <a:cubicBezTo>
                  <a:pt x="3343316" y="5434959"/>
                  <a:pt x="3345246" y="5447185"/>
                  <a:pt x="3343316" y="5462307"/>
                </a:cubicBezTo>
                <a:cubicBezTo>
                  <a:pt x="3341385" y="5477429"/>
                  <a:pt x="3342027" y="5543387"/>
                  <a:pt x="3330445" y="5543387"/>
                </a:cubicBezTo>
                <a:cubicBezTo>
                  <a:pt x="3318862" y="5543387"/>
                  <a:pt x="3322723" y="5490942"/>
                  <a:pt x="3322723" y="5466168"/>
                </a:cubicBezTo>
                <a:cubicBezTo>
                  <a:pt x="3322723" y="5441394"/>
                  <a:pt x="3322723" y="5433993"/>
                  <a:pt x="3330767" y="5433993"/>
                </a:cubicBezTo>
                <a:close/>
                <a:moveTo>
                  <a:pt x="3784113" y="5429167"/>
                </a:moveTo>
                <a:cubicBezTo>
                  <a:pt x="3792157" y="5429167"/>
                  <a:pt x="3796018" y="5446220"/>
                  <a:pt x="3796018" y="5461342"/>
                </a:cubicBezTo>
                <a:cubicBezTo>
                  <a:pt x="3796018" y="5476464"/>
                  <a:pt x="3795376" y="5540814"/>
                  <a:pt x="3785724" y="5540814"/>
                </a:cubicBezTo>
                <a:cubicBezTo>
                  <a:pt x="3776070" y="5540814"/>
                  <a:pt x="3770600" y="5487726"/>
                  <a:pt x="3770600" y="5463916"/>
                </a:cubicBezTo>
                <a:cubicBezTo>
                  <a:pt x="3770600" y="5440107"/>
                  <a:pt x="3770600" y="5430133"/>
                  <a:pt x="3784113" y="5430133"/>
                </a:cubicBezTo>
                <a:close/>
                <a:moveTo>
                  <a:pt x="3240677" y="5429167"/>
                </a:moveTo>
                <a:cubicBezTo>
                  <a:pt x="3248721" y="5429167"/>
                  <a:pt x="3252582" y="5447507"/>
                  <a:pt x="3252582" y="5461342"/>
                </a:cubicBezTo>
                <a:cubicBezTo>
                  <a:pt x="3252582" y="5475177"/>
                  <a:pt x="3252261" y="5542422"/>
                  <a:pt x="3242608" y="5542422"/>
                </a:cubicBezTo>
                <a:cubicBezTo>
                  <a:pt x="3232955" y="5542422"/>
                  <a:pt x="3227163" y="5487726"/>
                  <a:pt x="3227163" y="5463916"/>
                </a:cubicBezTo>
                <a:cubicBezTo>
                  <a:pt x="3227163" y="5440107"/>
                  <a:pt x="3227163" y="5430133"/>
                  <a:pt x="3240677" y="5430133"/>
                </a:cubicBezTo>
                <a:close/>
                <a:moveTo>
                  <a:pt x="2693220" y="5428805"/>
                </a:moveTo>
                <a:cubicBezTo>
                  <a:pt x="2697081" y="5428363"/>
                  <a:pt x="2701426" y="5429006"/>
                  <a:pt x="2703356" y="5433350"/>
                </a:cubicBezTo>
                <a:cubicBezTo>
                  <a:pt x="2706189" y="5468035"/>
                  <a:pt x="2706927" y="5502848"/>
                  <a:pt x="2705609" y="5537596"/>
                </a:cubicBezTo>
                <a:cubicBezTo>
                  <a:pt x="2705609" y="5545640"/>
                  <a:pt x="2689843" y="5548857"/>
                  <a:pt x="2685979" y="5537596"/>
                </a:cubicBezTo>
                <a:cubicBezTo>
                  <a:pt x="2684049" y="5502236"/>
                  <a:pt x="2684049" y="5466780"/>
                  <a:pt x="2685979" y="5431420"/>
                </a:cubicBezTo>
                <a:lnTo>
                  <a:pt x="2685979" y="5430776"/>
                </a:lnTo>
                <a:cubicBezTo>
                  <a:pt x="2685979" y="5430776"/>
                  <a:pt x="2689358" y="5429248"/>
                  <a:pt x="2693220" y="5428805"/>
                </a:cubicBezTo>
                <a:close/>
                <a:moveTo>
                  <a:pt x="2780578" y="5423377"/>
                </a:moveTo>
                <a:cubicBezTo>
                  <a:pt x="2792483" y="5422090"/>
                  <a:pt x="2789587" y="5452656"/>
                  <a:pt x="2789587" y="5461343"/>
                </a:cubicBezTo>
                <a:cubicBezTo>
                  <a:pt x="2789587" y="5470030"/>
                  <a:pt x="2790231" y="5536954"/>
                  <a:pt x="2780578" y="5536954"/>
                </a:cubicBezTo>
                <a:cubicBezTo>
                  <a:pt x="2770927" y="5536954"/>
                  <a:pt x="2770927" y="5480004"/>
                  <a:pt x="2770927" y="5461343"/>
                </a:cubicBezTo>
                <a:cubicBezTo>
                  <a:pt x="2770927" y="5442681"/>
                  <a:pt x="2768994" y="5423377"/>
                  <a:pt x="2780578" y="5423377"/>
                </a:cubicBezTo>
                <a:close/>
                <a:moveTo>
                  <a:pt x="2727811" y="5415975"/>
                </a:moveTo>
                <a:lnTo>
                  <a:pt x="2727880" y="5418142"/>
                </a:lnTo>
                <a:lnTo>
                  <a:pt x="2727811" y="5418228"/>
                </a:lnTo>
                <a:close/>
                <a:moveTo>
                  <a:pt x="2742579" y="5410297"/>
                </a:moveTo>
                <a:cubicBezTo>
                  <a:pt x="2745699" y="5411061"/>
                  <a:pt x="2748531" y="5413016"/>
                  <a:pt x="2750334" y="5415975"/>
                </a:cubicBezTo>
                <a:cubicBezTo>
                  <a:pt x="2754194" y="5421123"/>
                  <a:pt x="2754194" y="5537274"/>
                  <a:pt x="2754194" y="5544674"/>
                </a:cubicBezTo>
                <a:cubicBezTo>
                  <a:pt x="2754194" y="5552075"/>
                  <a:pt x="2735854" y="5550788"/>
                  <a:pt x="2731994" y="5544674"/>
                </a:cubicBezTo>
                <a:lnTo>
                  <a:pt x="2727880" y="5418142"/>
                </a:lnTo>
                <a:lnTo>
                  <a:pt x="2733088" y="5411760"/>
                </a:lnTo>
                <a:cubicBezTo>
                  <a:pt x="2736047" y="5409959"/>
                  <a:pt x="2739457" y="5409533"/>
                  <a:pt x="2742579" y="5410297"/>
                </a:cubicBezTo>
                <a:close/>
                <a:moveTo>
                  <a:pt x="3833020" y="5406967"/>
                </a:moveTo>
                <a:cubicBezTo>
                  <a:pt x="3849430" y="5406967"/>
                  <a:pt x="3844603" y="5430455"/>
                  <a:pt x="3844603" y="5455229"/>
                </a:cubicBezTo>
                <a:cubicBezTo>
                  <a:pt x="3844603" y="5480004"/>
                  <a:pt x="3848786" y="5548858"/>
                  <a:pt x="3831090" y="5548858"/>
                </a:cubicBezTo>
                <a:cubicBezTo>
                  <a:pt x="3813394" y="5548858"/>
                  <a:pt x="3817255" y="5476465"/>
                  <a:pt x="3817255" y="5453942"/>
                </a:cubicBezTo>
                <a:cubicBezTo>
                  <a:pt x="3817255" y="5431420"/>
                  <a:pt x="3813394" y="5406967"/>
                  <a:pt x="3833020" y="5406967"/>
                </a:cubicBezTo>
                <a:close/>
                <a:moveTo>
                  <a:pt x="3289582" y="5406967"/>
                </a:moveTo>
                <a:cubicBezTo>
                  <a:pt x="3306314" y="5406967"/>
                  <a:pt x="3301167" y="5430455"/>
                  <a:pt x="3301167" y="5455229"/>
                </a:cubicBezTo>
                <a:cubicBezTo>
                  <a:pt x="3301167" y="5480004"/>
                  <a:pt x="3305348" y="5548858"/>
                  <a:pt x="3287652" y="5548858"/>
                </a:cubicBezTo>
                <a:cubicBezTo>
                  <a:pt x="3269956" y="5548858"/>
                  <a:pt x="3273817" y="5476465"/>
                  <a:pt x="3273817" y="5453942"/>
                </a:cubicBezTo>
                <a:cubicBezTo>
                  <a:pt x="3273817" y="5431420"/>
                  <a:pt x="3269956" y="5406967"/>
                  <a:pt x="3289582" y="5406967"/>
                </a:cubicBezTo>
                <a:close/>
                <a:moveTo>
                  <a:pt x="2421179" y="5396992"/>
                </a:moveTo>
                <a:lnTo>
                  <a:pt x="2421895" y="5398389"/>
                </a:lnTo>
                <a:lnTo>
                  <a:pt x="2420215" y="5398280"/>
                </a:lnTo>
                <a:close/>
                <a:moveTo>
                  <a:pt x="4805031" y="5379619"/>
                </a:moveTo>
                <a:lnTo>
                  <a:pt x="4624528" y="5496735"/>
                </a:lnTo>
                <a:lnTo>
                  <a:pt x="4797630" y="5763142"/>
                </a:lnTo>
                <a:lnTo>
                  <a:pt x="4982959" y="5641522"/>
                </a:lnTo>
                <a:lnTo>
                  <a:pt x="4967515" y="5617712"/>
                </a:lnTo>
                <a:lnTo>
                  <a:pt x="4952392" y="5594225"/>
                </a:lnTo>
                <a:lnTo>
                  <a:pt x="4817578" y="5681740"/>
                </a:lnTo>
                <a:lnTo>
                  <a:pt x="4772212" y="5612564"/>
                </a:lnTo>
                <a:lnTo>
                  <a:pt x="4893191" y="5535345"/>
                </a:lnTo>
                <a:lnTo>
                  <a:pt x="4878390" y="5512179"/>
                </a:lnTo>
                <a:lnTo>
                  <a:pt x="4863590" y="5489335"/>
                </a:lnTo>
                <a:lnTo>
                  <a:pt x="4743576" y="5567198"/>
                </a:lnTo>
                <a:lnTo>
                  <a:pt x="4706896" y="5510570"/>
                </a:lnTo>
                <a:lnTo>
                  <a:pt x="4835596" y="5426916"/>
                </a:lnTo>
                <a:lnTo>
                  <a:pt x="4820475" y="5403107"/>
                </a:lnTo>
                <a:close/>
                <a:moveTo>
                  <a:pt x="1652834" y="5347444"/>
                </a:moveTo>
                <a:cubicBezTo>
                  <a:pt x="1625164" y="5350276"/>
                  <a:pt x="1600260" y="5365398"/>
                  <a:pt x="1584945" y="5388628"/>
                </a:cubicBezTo>
                <a:cubicBezTo>
                  <a:pt x="1569919" y="5405809"/>
                  <a:pt x="1563646" y="5428943"/>
                  <a:pt x="1567892" y="5451369"/>
                </a:cubicBezTo>
                <a:cubicBezTo>
                  <a:pt x="1579958" y="5482803"/>
                  <a:pt x="1598233" y="5511471"/>
                  <a:pt x="1621624" y="5535667"/>
                </a:cubicBezTo>
                <a:cubicBezTo>
                  <a:pt x="1633883" y="5548214"/>
                  <a:pt x="1643922" y="5562822"/>
                  <a:pt x="1651226" y="5578781"/>
                </a:cubicBezTo>
                <a:cubicBezTo>
                  <a:pt x="1654346" y="5588594"/>
                  <a:pt x="1652159" y="5599308"/>
                  <a:pt x="1645435" y="5607095"/>
                </a:cubicBezTo>
                <a:cubicBezTo>
                  <a:pt x="1638677" y="5616747"/>
                  <a:pt x="1627191" y="5621927"/>
                  <a:pt x="1615512" y="5620608"/>
                </a:cubicBezTo>
                <a:cubicBezTo>
                  <a:pt x="1599682" y="5618485"/>
                  <a:pt x="1584752" y="5612049"/>
                  <a:pt x="1572396" y="5601947"/>
                </a:cubicBezTo>
                <a:cubicBezTo>
                  <a:pt x="1558916" y="5593452"/>
                  <a:pt x="1549038" y="5580293"/>
                  <a:pt x="1544726" y="5564946"/>
                </a:cubicBezTo>
                <a:cubicBezTo>
                  <a:pt x="1541476" y="5550467"/>
                  <a:pt x="1544790" y="5535281"/>
                  <a:pt x="1553735" y="5523440"/>
                </a:cubicBezTo>
                <a:lnTo>
                  <a:pt x="1506116" y="5489013"/>
                </a:lnTo>
                <a:cubicBezTo>
                  <a:pt x="1488226" y="5512951"/>
                  <a:pt x="1481116" y="5543260"/>
                  <a:pt x="1486489" y="5572667"/>
                </a:cubicBezTo>
                <a:cubicBezTo>
                  <a:pt x="1494629" y="5603040"/>
                  <a:pt x="1513806" y="5629295"/>
                  <a:pt x="1540221" y="5646348"/>
                </a:cubicBezTo>
                <a:cubicBezTo>
                  <a:pt x="1564740" y="5666071"/>
                  <a:pt x="1595305" y="5676753"/>
                  <a:pt x="1626773" y="5676592"/>
                </a:cubicBezTo>
                <a:cubicBezTo>
                  <a:pt x="1654218" y="5675080"/>
                  <a:pt x="1679347" y="5660795"/>
                  <a:pt x="1694663" y="5637982"/>
                </a:cubicBezTo>
                <a:cubicBezTo>
                  <a:pt x="1710075" y="5620254"/>
                  <a:pt x="1717507" y="5596992"/>
                  <a:pt x="1715254" y="5573633"/>
                </a:cubicBezTo>
                <a:cubicBezTo>
                  <a:pt x="1705795" y="5543807"/>
                  <a:pt x="1689386" y="5516651"/>
                  <a:pt x="1667313" y="5494483"/>
                </a:cubicBezTo>
                <a:cubicBezTo>
                  <a:pt x="1653511" y="5479650"/>
                  <a:pt x="1641541" y="5463241"/>
                  <a:pt x="1631600" y="5445578"/>
                </a:cubicBezTo>
                <a:cubicBezTo>
                  <a:pt x="1626966" y="5437404"/>
                  <a:pt x="1627738" y="5427238"/>
                  <a:pt x="1633530" y="5419837"/>
                </a:cubicBezTo>
                <a:cubicBezTo>
                  <a:pt x="1639964" y="5410024"/>
                  <a:pt x="1650486" y="5403654"/>
                  <a:pt x="1662165" y="5402463"/>
                </a:cubicBezTo>
                <a:cubicBezTo>
                  <a:pt x="1675261" y="5402077"/>
                  <a:pt x="1688066" y="5406421"/>
                  <a:pt x="1698201" y="5414689"/>
                </a:cubicBezTo>
                <a:cubicBezTo>
                  <a:pt x="1711232" y="5423280"/>
                  <a:pt x="1720917" y="5436118"/>
                  <a:pt x="1725550" y="5451047"/>
                </a:cubicBezTo>
                <a:cubicBezTo>
                  <a:pt x="1729476" y="5464592"/>
                  <a:pt x="1727256" y="5479200"/>
                  <a:pt x="1719437" y="5490943"/>
                </a:cubicBezTo>
                <a:lnTo>
                  <a:pt x="1767378" y="5526015"/>
                </a:lnTo>
                <a:lnTo>
                  <a:pt x="1767378" y="5525371"/>
                </a:lnTo>
                <a:cubicBezTo>
                  <a:pt x="1783562" y="5501658"/>
                  <a:pt x="1789707" y="5472507"/>
                  <a:pt x="1784431" y="5444290"/>
                </a:cubicBezTo>
                <a:cubicBezTo>
                  <a:pt x="1777771" y="5415719"/>
                  <a:pt x="1760525" y="5390784"/>
                  <a:pt x="1736169" y="5374471"/>
                </a:cubicBezTo>
                <a:cubicBezTo>
                  <a:pt x="1712713" y="5355392"/>
                  <a:pt x="1683015" y="5345771"/>
                  <a:pt x="1652834" y="5347444"/>
                </a:cubicBezTo>
                <a:close/>
                <a:moveTo>
                  <a:pt x="5049884" y="5204588"/>
                </a:moveTo>
                <a:cubicBezTo>
                  <a:pt x="5018288" y="5203977"/>
                  <a:pt x="4987656" y="5215496"/>
                  <a:pt x="4964297" y="5236763"/>
                </a:cubicBezTo>
                <a:cubicBezTo>
                  <a:pt x="4934600" y="5259865"/>
                  <a:pt x="4917644" y="5295675"/>
                  <a:pt x="4918609" y="5333287"/>
                </a:cubicBezTo>
                <a:cubicBezTo>
                  <a:pt x="4921729" y="5377366"/>
                  <a:pt x="4939908" y="5419066"/>
                  <a:pt x="4970090" y="5451369"/>
                </a:cubicBezTo>
                <a:cubicBezTo>
                  <a:pt x="4996215" y="5486053"/>
                  <a:pt x="5033666" y="5510538"/>
                  <a:pt x="5075945" y="5520544"/>
                </a:cubicBezTo>
                <a:cubicBezTo>
                  <a:pt x="5147246" y="5531516"/>
                  <a:pt x="5214009" y="5482740"/>
                  <a:pt x="5225238" y="5411472"/>
                </a:cubicBezTo>
                <a:lnTo>
                  <a:pt x="5224594" y="5410828"/>
                </a:lnTo>
                <a:cubicBezTo>
                  <a:pt x="5226847" y="5378364"/>
                  <a:pt x="5217387" y="5346157"/>
                  <a:pt x="5197888" y="5320095"/>
                </a:cubicBezTo>
                <a:lnTo>
                  <a:pt x="5150914" y="5359349"/>
                </a:lnTo>
                <a:cubicBezTo>
                  <a:pt x="5161177" y="5373248"/>
                  <a:pt x="5166100" y="5390366"/>
                  <a:pt x="5164749" y="5407611"/>
                </a:cubicBezTo>
                <a:cubicBezTo>
                  <a:pt x="5164297" y="5411247"/>
                  <a:pt x="5163526" y="5414850"/>
                  <a:pt x="5162432" y="5418358"/>
                </a:cubicBezTo>
                <a:cubicBezTo>
                  <a:pt x="5152039" y="5452334"/>
                  <a:pt x="5116035" y="5471446"/>
                  <a:pt x="5082059" y="5461021"/>
                </a:cubicBezTo>
                <a:cubicBezTo>
                  <a:pt x="5056319" y="5451272"/>
                  <a:pt x="5033989" y="5434284"/>
                  <a:pt x="5017709" y="5412116"/>
                </a:cubicBezTo>
                <a:cubicBezTo>
                  <a:pt x="4998082" y="5391331"/>
                  <a:pt x="4984889" y="5365269"/>
                  <a:pt x="4979742" y="5337148"/>
                </a:cubicBezTo>
                <a:cubicBezTo>
                  <a:pt x="4976427" y="5315624"/>
                  <a:pt x="4984762" y="5293970"/>
                  <a:pt x="5001621" y="5280199"/>
                </a:cubicBezTo>
                <a:cubicBezTo>
                  <a:pt x="5013590" y="5269323"/>
                  <a:pt x="5029195" y="5263340"/>
                  <a:pt x="5045379" y="5263468"/>
                </a:cubicBezTo>
                <a:cubicBezTo>
                  <a:pt x="5061113" y="5263822"/>
                  <a:pt x="5076138" y="5270289"/>
                  <a:pt x="5087206" y="5281486"/>
                </a:cubicBezTo>
                <a:lnTo>
                  <a:pt x="5134182" y="5242233"/>
                </a:lnTo>
                <a:cubicBezTo>
                  <a:pt x="5111885" y="5219453"/>
                  <a:pt x="5081737" y="5206004"/>
                  <a:pt x="5049884" y="5204588"/>
                </a:cubicBezTo>
                <a:close/>
                <a:moveTo>
                  <a:pt x="3368222" y="5193205"/>
                </a:moveTo>
                <a:lnTo>
                  <a:pt x="3368865" y="5193205"/>
                </a:lnTo>
                <a:lnTo>
                  <a:pt x="3368865" y="5279112"/>
                </a:lnTo>
                <a:lnTo>
                  <a:pt x="3295828" y="5279112"/>
                </a:lnTo>
                <a:close/>
                <a:moveTo>
                  <a:pt x="3151552" y="5177239"/>
                </a:moveTo>
                <a:cubicBezTo>
                  <a:pt x="3184371" y="5177239"/>
                  <a:pt x="3197562" y="5196223"/>
                  <a:pt x="3197562" y="5217780"/>
                </a:cubicBezTo>
                <a:cubicBezTo>
                  <a:pt x="3197788" y="5220257"/>
                  <a:pt x="3197755" y="5222734"/>
                  <a:pt x="3197497" y="5225213"/>
                </a:cubicBezTo>
                <a:cubicBezTo>
                  <a:pt x="3195309" y="5247124"/>
                  <a:pt x="3175716" y="5263114"/>
                  <a:pt x="3153805" y="5260894"/>
                </a:cubicBezTo>
                <a:cubicBezTo>
                  <a:pt x="3134820" y="5260894"/>
                  <a:pt x="3107796" y="5256390"/>
                  <a:pt x="3107796" y="5219710"/>
                </a:cubicBezTo>
                <a:cubicBezTo>
                  <a:pt x="3107730" y="5218166"/>
                  <a:pt x="3107761" y="5216621"/>
                  <a:pt x="3107857" y="5215077"/>
                </a:cubicBezTo>
                <a:cubicBezTo>
                  <a:pt x="3109500" y="5192555"/>
                  <a:pt x="3129031" y="5175631"/>
                  <a:pt x="3151552" y="5177239"/>
                </a:cubicBezTo>
                <a:close/>
                <a:moveTo>
                  <a:pt x="3547627" y="5177238"/>
                </a:moveTo>
                <a:cubicBezTo>
                  <a:pt x="3581732" y="5177238"/>
                  <a:pt x="3595245" y="5205552"/>
                  <a:pt x="3595245" y="5253171"/>
                </a:cubicBezTo>
                <a:cubicBezTo>
                  <a:pt x="3595245" y="5300790"/>
                  <a:pt x="3580446" y="5329103"/>
                  <a:pt x="3547627" y="5329103"/>
                </a:cubicBezTo>
                <a:cubicBezTo>
                  <a:pt x="3514808" y="5329103"/>
                  <a:pt x="3500008" y="5300468"/>
                  <a:pt x="3500008" y="5253171"/>
                </a:cubicBezTo>
                <a:cubicBezTo>
                  <a:pt x="3500008" y="5205874"/>
                  <a:pt x="3515452" y="5177238"/>
                  <a:pt x="3547627" y="5177238"/>
                </a:cubicBezTo>
                <a:close/>
                <a:moveTo>
                  <a:pt x="3142608" y="5157676"/>
                </a:moveTo>
                <a:cubicBezTo>
                  <a:pt x="3107056" y="5157998"/>
                  <a:pt x="3078515" y="5187053"/>
                  <a:pt x="3078838" y="5222605"/>
                </a:cubicBezTo>
                <a:cubicBezTo>
                  <a:pt x="3078901" y="5224053"/>
                  <a:pt x="3078999" y="5225501"/>
                  <a:pt x="3079160" y="5226917"/>
                </a:cubicBezTo>
                <a:cubicBezTo>
                  <a:pt x="3083117" y="5262244"/>
                  <a:pt x="3114938" y="5287695"/>
                  <a:pt x="3150265" y="5283738"/>
                </a:cubicBezTo>
                <a:cubicBezTo>
                  <a:pt x="3170278" y="5285185"/>
                  <a:pt x="3189745" y="5276788"/>
                  <a:pt x="3202390" y="5261215"/>
                </a:cubicBezTo>
                <a:cubicBezTo>
                  <a:pt x="3195309" y="5310443"/>
                  <a:pt x="3179866" y="5332000"/>
                  <a:pt x="3147693" y="5332000"/>
                </a:cubicBezTo>
                <a:cubicBezTo>
                  <a:pt x="3145471" y="5332418"/>
                  <a:pt x="3143219" y="5332611"/>
                  <a:pt x="3140999" y="5332579"/>
                </a:cubicBezTo>
                <a:cubicBezTo>
                  <a:pt x="3123208" y="5332257"/>
                  <a:pt x="3109083" y="5317585"/>
                  <a:pt x="3109404" y="5299825"/>
                </a:cubicBezTo>
                <a:lnTo>
                  <a:pt x="3080769" y="5299825"/>
                </a:lnTo>
                <a:cubicBezTo>
                  <a:pt x="3080769" y="5318486"/>
                  <a:pt x="3095247" y="5350661"/>
                  <a:pt x="3148337" y="5350661"/>
                </a:cubicBezTo>
                <a:lnTo>
                  <a:pt x="3148337" y="5351626"/>
                </a:lnTo>
                <a:cubicBezTo>
                  <a:pt x="3227808" y="5351626"/>
                  <a:pt x="3231024" y="5264111"/>
                  <a:pt x="3231668" y="5246093"/>
                </a:cubicBezTo>
                <a:cubicBezTo>
                  <a:pt x="3231668" y="5215527"/>
                  <a:pt x="3224269" y="5158256"/>
                  <a:pt x="3151876" y="5158256"/>
                </a:cubicBezTo>
                <a:cubicBezTo>
                  <a:pt x="3148787" y="5157837"/>
                  <a:pt x="3145697" y="5157645"/>
                  <a:pt x="3142608" y="5157676"/>
                </a:cubicBezTo>
                <a:close/>
                <a:moveTo>
                  <a:pt x="3547627" y="5157290"/>
                </a:moveTo>
                <a:cubicBezTo>
                  <a:pt x="3482311" y="5157290"/>
                  <a:pt x="3469764" y="5215206"/>
                  <a:pt x="3469764" y="5253815"/>
                </a:cubicBezTo>
                <a:cubicBezTo>
                  <a:pt x="3469764" y="5292425"/>
                  <a:pt x="3483277" y="5350339"/>
                  <a:pt x="3547627" y="5350339"/>
                </a:cubicBezTo>
                <a:lnTo>
                  <a:pt x="3547627" y="5351626"/>
                </a:lnTo>
                <a:cubicBezTo>
                  <a:pt x="3613908" y="5351626"/>
                  <a:pt x="3625491" y="5292425"/>
                  <a:pt x="3625491" y="5253815"/>
                </a:cubicBezTo>
                <a:cubicBezTo>
                  <a:pt x="3625491" y="5215206"/>
                  <a:pt x="3612942" y="5157290"/>
                  <a:pt x="3547627" y="5157290"/>
                </a:cubicBezTo>
                <a:close/>
                <a:moveTo>
                  <a:pt x="3374203" y="5156004"/>
                </a:moveTo>
                <a:lnTo>
                  <a:pt x="3270278" y="5276015"/>
                </a:lnTo>
                <a:lnTo>
                  <a:pt x="3270278" y="5299181"/>
                </a:lnTo>
                <a:lnTo>
                  <a:pt x="3369378" y="5299181"/>
                </a:lnTo>
                <a:lnTo>
                  <a:pt x="3369378" y="5345513"/>
                </a:lnTo>
                <a:lnTo>
                  <a:pt x="3398012" y="5345513"/>
                </a:lnTo>
                <a:lnTo>
                  <a:pt x="3398012" y="5299181"/>
                </a:lnTo>
                <a:lnTo>
                  <a:pt x="3430187" y="5299181"/>
                </a:lnTo>
                <a:lnTo>
                  <a:pt x="3430187" y="5278911"/>
                </a:lnTo>
                <a:lnTo>
                  <a:pt x="3398012" y="5278911"/>
                </a:lnTo>
                <a:lnTo>
                  <a:pt x="3398012" y="5156004"/>
                </a:lnTo>
                <a:close/>
                <a:moveTo>
                  <a:pt x="2962043" y="5154717"/>
                </a:moveTo>
                <a:cubicBezTo>
                  <a:pt x="2953036" y="5185604"/>
                  <a:pt x="2937589" y="5188822"/>
                  <a:pt x="2900913" y="5190752"/>
                </a:cubicBezTo>
                <a:lnTo>
                  <a:pt x="2900913" y="5211023"/>
                </a:lnTo>
                <a:lnTo>
                  <a:pt x="2953999" y="5211023"/>
                </a:lnTo>
                <a:lnTo>
                  <a:pt x="2953999" y="5345513"/>
                </a:lnTo>
                <a:lnTo>
                  <a:pt x="2984243" y="5345513"/>
                </a:lnTo>
                <a:lnTo>
                  <a:pt x="2984243" y="5154717"/>
                </a:lnTo>
                <a:close/>
                <a:moveTo>
                  <a:pt x="1396721" y="5099699"/>
                </a:moveTo>
                <a:lnTo>
                  <a:pt x="1179861" y="5332001"/>
                </a:lnTo>
                <a:lnTo>
                  <a:pt x="1200774" y="5351627"/>
                </a:lnTo>
                <a:lnTo>
                  <a:pt x="1221688" y="5372219"/>
                </a:lnTo>
                <a:lnTo>
                  <a:pt x="1377737" y="5204588"/>
                </a:lnTo>
                <a:lnTo>
                  <a:pt x="1309848" y="5454587"/>
                </a:lnTo>
                <a:lnTo>
                  <a:pt x="1332048" y="5475178"/>
                </a:lnTo>
                <a:lnTo>
                  <a:pt x="1354249" y="5494805"/>
                </a:lnTo>
                <a:lnTo>
                  <a:pt x="1570788" y="5262181"/>
                </a:lnTo>
                <a:lnTo>
                  <a:pt x="1549874" y="5242876"/>
                </a:lnTo>
                <a:lnTo>
                  <a:pt x="1529282" y="5223571"/>
                </a:lnTo>
                <a:lnTo>
                  <a:pt x="1377094" y="5386697"/>
                </a:lnTo>
                <a:lnTo>
                  <a:pt x="1443375" y="5143456"/>
                </a:lnTo>
                <a:lnTo>
                  <a:pt x="1419887" y="5121578"/>
                </a:lnTo>
                <a:close/>
                <a:moveTo>
                  <a:pt x="1294082" y="4987730"/>
                </a:moveTo>
                <a:lnTo>
                  <a:pt x="1057917" y="5200405"/>
                </a:lnTo>
                <a:lnTo>
                  <a:pt x="1078509" y="5222928"/>
                </a:lnTo>
                <a:lnTo>
                  <a:pt x="1098779" y="5245772"/>
                </a:lnTo>
                <a:lnTo>
                  <a:pt x="1334945" y="5033097"/>
                </a:lnTo>
                <a:lnTo>
                  <a:pt x="1314674" y="5010253"/>
                </a:lnTo>
                <a:close/>
                <a:moveTo>
                  <a:pt x="5284118" y="4925633"/>
                </a:moveTo>
                <a:lnTo>
                  <a:pt x="5263849" y="4948477"/>
                </a:lnTo>
                <a:lnTo>
                  <a:pt x="5243256" y="4971000"/>
                </a:lnTo>
                <a:lnTo>
                  <a:pt x="5331738" y="5050793"/>
                </a:lnTo>
                <a:lnTo>
                  <a:pt x="5255483" y="5135735"/>
                </a:lnTo>
                <a:lnTo>
                  <a:pt x="5167002" y="5055941"/>
                </a:lnTo>
                <a:lnTo>
                  <a:pt x="5146409" y="5078785"/>
                </a:lnTo>
                <a:lnTo>
                  <a:pt x="5126139" y="5101307"/>
                </a:lnTo>
                <a:lnTo>
                  <a:pt x="5361661" y="5314626"/>
                </a:lnTo>
                <a:lnTo>
                  <a:pt x="5381931" y="5291782"/>
                </a:lnTo>
                <a:lnTo>
                  <a:pt x="5402524" y="5269260"/>
                </a:lnTo>
                <a:lnTo>
                  <a:pt x="5295380" y="5172735"/>
                </a:lnTo>
                <a:lnTo>
                  <a:pt x="5371957" y="5087794"/>
                </a:lnTo>
                <a:lnTo>
                  <a:pt x="5478779" y="5184318"/>
                </a:lnTo>
                <a:lnTo>
                  <a:pt x="5499369" y="5161474"/>
                </a:lnTo>
                <a:lnTo>
                  <a:pt x="5520284" y="5138308"/>
                </a:lnTo>
                <a:close/>
                <a:moveTo>
                  <a:pt x="3261268" y="4766689"/>
                </a:moveTo>
                <a:cubicBezTo>
                  <a:pt x="3268314" y="4777146"/>
                  <a:pt x="3276165" y="4787056"/>
                  <a:pt x="3284757" y="4796290"/>
                </a:cubicBezTo>
                <a:cubicBezTo>
                  <a:pt x="3294731" y="4806264"/>
                  <a:pt x="3309531" y="4815273"/>
                  <a:pt x="3310497" y="4821065"/>
                </a:cubicBezTo>
                <a:cubicBezTo>
                  <a:pt x="3311461" y="4826856"/>
                  <a:pt x="3303417" y="4828786"/>
                  <a:pt x="3303417" y="4828786"/>
                </a:cubicBezTo>
                <a:lnTo>
                  <a:pt x="3303417" y="5026983"/>
                </a:lnTo>
                <a:cubicBezTo>
                  <a:pt x="3303417" y="5026983"/>
                  <a:pt x="3378708" y="5025696"/>
                  <a:pt x="3403161" y="5044358"/>
                </a:cubicBezTo>
                <a:cubicBezTo>
                  <a:pt x="3427615" y="5063019"/>
                  <a:pt x="3469764" y="5078784"/>
                  <a:pt x="3480703" y="5091655"/>
                </a:cubicBezTo>
                <a:cubicBezTo>
                  <a:pt x="3491643" y="5104524"/>
                  <a:pt x="3537331" y="5107420"/>
                  <a:pt x="3555993" y="5112568"/>
                </a:cubicBezTo>
                <a:cubicBezTo>
                  <a:pt x="3574655" y="5117716"/>
                  <a:pt x="3583663" y="5141847"/>
                  <a:pt x="3594282" y="5149891"/>
                </a:cubicBezTo>
                <a:cubicBezTo>
                  <a:pt x="3604898" y="5157935"/>
                  <a:pt x="3621308" y="5148926"/>
                  <a:pt x="3637073" y="5153752"/>
                </a:cubicBezTo>
                <a:cubicBezTo>
                  <a:pt x="3652841" y="5158578"/>
                  <a:pt x="3679545" y="5190109"/>
                  <a:pt x="3696920" y="5198474"/>
                </a:cubicBezTo>
                <a:cubicBezTo>
                  <a:pt x="3714294" y="5206840"/>
                  <a:pt x="3735531" y="5208448"/>
                  <a:pt x="3743253" y="5227110"/>
                </a:cubicBezTo>
                <a:cubicBezTo>
                  <a:pt x="3750974" y="5245771"/>
                  <a:pt x="3746469" y="5256067"/>
                  <a:pt x="3766418" y="5256067"/>
                </a:cubicBezTo>
                <a:cubicBezTo>
                  <a:pt x="3782635" y="5255392"/>
                  <a:pt x="3798336" y="5261697"/>
                  <a:pt x="3809533" y="5273442"/>
                </a:cubicBezTo>
                <a:cubicBezTo>
                  <a:pt x="3816289" y="5279233"/>
                  <a:pt x="3838168" y="5272155"/>
                  <a:pt x="3858438" y="5279233"/>
                </a:cubicBezTo>
                <a:cubicBezTo>
                  <a:pt x="3868734" y="5282129"/>
                  <a:pt x="3902198" y="5299181"/>
                  <a:pt x="3922788" y="5304973"/>
                </a:cubicBezTo>
                <a:cubicBezTo>
                  <a:pt x="3955447" y="5319033"/>
                  <a:pt x="3986624" y="5336408"/>
                  <a:pt x="4015775" y="5356774"/>
                </a:cubicBezTo>
                <a:cubicBezTo>
                  <a:pt x="4076812" y="5360957"/>
                  <a:pt x="4137268" y="5371189"/>
                  <a:pt x="4196277" y="5387340"/>
                </a:cubicBezTo>
                <a:lnTo>
                  <a:pt x="2351036" y="5389271"/>
                </a:lnTo>
                <a:cubicBezTo>
                  <a:pt x="2351036" y="5389271"/>
                  <a:pt x="2410560" y="5377366"/>
                  <a:pt x="2571436" y="5363531"/>
                </a:cubicBezTo>
                <a:cubicBezTo>
                  <a:pt x="2599784" y="5339947"/>
                  <a:pt x="2632634" y="5322315"/>
                  <a:pt x="2667963" y="5311730"/>
                </a:cubicBezTo>
                <a:cubicBezTo>
                  <a:pt x="2679546" y="5310765"/>
                  <a:pt x="2715260" y="5269581"/>
                  <a:pt x="2719766" y="5262824"/>
                </a:cubicBezTo>
                <a:cubicBezTo>
                  <a:pt x="2724268" y="5256067"/>
                  <a:pt x="2762879" y="5261215"/>
                  <a:pt x="2771568" y="5236762"/>
                </a:cubicBezTo>
                <a:cubicBezTo>
                  <a:pt x="2780256" y="5212310"/>
                  <a:pt x="2804388" y="5215527"/>
                  <a:pt x="2817900" y="5210701"/>
                </a:cubicBezTo>
                <a:cubicBezTo>
                  <a:pt x="2831414" y="5205875"/>
                  <a:pt x="2833343" y="5171770"/>
                  <a:pt x="2858119" y="5158900"/>
                </a:cubicBezTo>
                <a:cubicBezTo>
                  <a:pt x="2869379" y="5153108"/>
                  <a:pt x="2898015" y="5143778"/>
                  <a:pt x="2918608" y="5135734"/>
                </a:cubicBezTo>
                <a:cubicBezTo>
                  <a:pt x="2939201" y="5127690"/>
                  <a:pt x="2961078" y="5097767"/>
                  <a:pt x="2976199" y="5095515"/>
                </a:cubicBezTo>
                <a:cubicBezTo>
                  <a:pt x="3002359" y="5094228"/>
                  <a:pt x="3027937" y="5087311"/>
                  <a:pt x="3051168" y="5075245"/>
                </a:cubicBezTo>
                <a:cubicBezTo>
                  <a:pt x="3073046" y="5060445"/>
                  <a:pt x="3098464" y="5045966"/>
                  <a:pt x="3117449" y="5035027"/>
                </a:cubicBezTo>
                <a:cubicBezTo>
                  <a:pt x="3136429" y="5024087"/>
                  <a:pt x="3222660" y="5029879"/>
                  <a:pt x="3222660" y="5029879"/>
                </a:cubicBezTo>
                <a:lnTo>
                  <a:pt x="3222660" y="4832969"/>
                </a:lnTo>
                <a:lnTo>
                  <a:pt x="3213005" y="4823960"/>
                </a:lnTo>
                <a:cubicBezTo>
                  <a:pt x="3208822" y="4820100"/>
                  <a:pt x="3226521" y="4808194"/>
                  <a:pt x="3238425" y="4796290"/>
                </a:cubicBezTo>
                <a:cubicBezTo>
                  <a:pt x="3247049" y="4787249"/>
                  <a:pt x="3254705" y="4777339"/>
                  <a:pt x="3261268" y="4766689"/>
                </a:cubicBezTo>
                <a:close/>
                <a:moveTo>
                  <a:pt x="5478457" y="4659870"/>
                </a:moveTo>
                <a:lnTo>
                  <a:pt x="5462047" y="4683357"/>
                </a:lnTo>
                <a:lnTo>
                  <a:pt x="5445637" y="4706844"/>
                </a:lnTo>
                <a:lnTo>
                  <a:pt x="5628392" y="4835543"/>
                </a:lnTo>
                <a:lnTo>
                  <a:pt x="5378392" y="4803369"/>
                </a:lnTo>
                <a:lnTo>
                  <a:pt x="5360052" y="4829752"/>
                </a:lnTo>
                <a:lnTo>
                  <a:pt x="5341712" y="4855814"/>
                </a:lnTo>
                <a:lnTo>
                  <a:pt x="5602008" y="5038245"/>
                </a:lnTo>
                <a:lnTo>
                  <a:pt x="5618418" y="5014757"/>
                </a:lnTo>
                <a:lnTo>
                  <a:pt x="5634505" y="4991269"/>
                </a:lnTo>
                <a:lnTo>
                  <a:pt x="5446924" y="4859997"/>
                </a:lnTo>
                <a:lnTo>
                  <a:pt x="5704325" y="4892171"/>
                </a:lnTo>
                <a:lnTo>
                  <a:pt x="5722022" y="4867075"/>
                </a:lnTo>
                <a:lnTo>
                  <a:pt x="5738752" y="4842301"/>
                </a:lnTo>
                <a:close/>
                <a:moveTo>
                  <a:pt x="989062" y="4631878"/>
                </a:moveTo>
                <a:cubicBezTo>
                  <a:pt x="899583" y="4628435"/>
                  <a:pt x="817407" y="4681073"/>
                  <a:pt x="783141" y="4763794"/>
                </a:cubicBezTo>
                <a:cubicBezTo>
                  <a:pt x="771848" y="4800924"/>
                  <a:pt x="778379" y="4841206"/>
                  <a:pt x="800838" y="4872866"/>
                </a:cubicBezTo>
                <a:cubicBezTo>
                  <a:pt x="818630" y="4901566"/>
                  <a:pt x="850098" y="4918876"/>
                  <a:pt x="883849" y="4918555"/>
                </a:cubicBezTo>
                <a:lnTo>
                  <a:pt x="889962" y="4918555"/>
                </a:lnTo>
                <a:lnTo>
                  <a:pt x="857787" y="4945904"/>
                </a:lnTo>
                <a:lnTo>
                  <a:pt x="879988" y="4980330"/>
                </a:lnTo>
                <a:lnTo>
                  <a:pt x="1023811" y="4887023"/>
                </a:lnTo>
                <a:lnTo>
                  <a:pt x="957208" y="4784064"/>
                </a:lnTo>
                <a:lnTo>
                  <a:pt x="911198" y="4813987"/>
                </a:lnTo>
                <a:lnTo>
                  <a:pt x="946912" y="4872866"/>
                </a:lnTo>
                <a:cubicBezTo>
                  <a:pt x="933689" y="4878047"/>
                  <a:pt x="919628" y="4880781"/>
                  <a:pt x="905407" y="4880910"/>
                </a:cubicBezTo>
                <a:cubicBezTo>
                  <a:pt x="883173" y="4880942"/>
                  <a:pt x="862485" y="4869520"/>
                  <a:pt x="850709" y="4850666"/>
                </a:cubicBezTo>
                <a:cubicBezTo>
                  <a:pt x="836069" y="4830975"/>
                  <a:pt x="832111" y="4805332"/>
                  <a:pt x="840091" y="4782133"/>
                </a:cubicBezTo>
                <a:cubicBezTo>
                  <a:pt x="851771" y="4755492"/>
                  <a:pt x="871912" y="4733453"/>
                  <a:pt x="897363" y="4719393"/>
                </a:cubicBezTo>
                <a:cubicBezTo>
                  <a:pt x="921044" y="4701986"/>
                  <a:pt x="949711" y="4692720"/>
                  <a:pt x="979087" y="4693010"/>
                </a:cubicBezTo>
                <a:cubicBezTo>
                  <a:pt x="1003637" y="4694232"/>
                  <a:pt x="1025902" y="4707810"/>
                  <a:pt x="1038290" y="4729045"/>
                </a:cubicBezTo>
                <a:cubicBezTo>
                  <a:pt x="1046655" y="4742012"/>
                  <a:pt x="1050066" y="4757520"/>
                  <a:pt x="1047942" y="4772803"/>
                </a:cubicBezTo>
                <a:cubicBezTo>
                  <a:pt x="1047073" y="4787442"/>
                  <a:pt x="1040349" y="4801117"/>
                  <a:pt x="1029281" y="4810769"/>
                </a:cubicBezTo>
                <a:lnTo>
                  <a:pt x="1065317" y="4861927"/>
                </a:lnTo>
                <a:cubicBezTo>
                  <a:pt x="1089287" y="4843169"/>
                  <a:pt x="1104989" y="4815820"/>
                  <a:pt x="1109075" y="4785673"/>
                </a:cubicBezTo>
                <a:cubicBezTo>
                  <a:pt x="1112228" y="4754013"/>
                  <a:pt x="1103895" y="4722256"/>
                  <a:pt x="1085588" y="4696227"/>
                </a:cubicBezTo>
                <a:cubicBezTo>
                  <a:pt x="1065220" y="4660867"/>
                  <a:pt x="1029506" y="4637090"/>
                  <a:pt x="989062" y="4631878"/>
                </a:cubicBezTo>
                <a:close/>
                <a:moveTo>
                  <a:pt x="5682125" y="4446873"/>
                </a:moveTo>
                <a:cubicBezTo>
                  <a:pt x="5711115" y="4445071"/>
                  <a:pt x="5739944" y="4452149"/>
                  <a:pt x="5764813" y="4467143"/>
                </a:cubicBezTo>
                <a:cubicBezTo>
                  <a:pt x="5791553" y="4478243"/>
                  <a:pt x="5814011" y="4497644"/>
                  <a:pt x="5828844" y="4522483"/>
                </a:cubicBezTo>
                <a:cubicBezTo>
                  <a:pt x="5831546" y="4528403"/>
                  <a:pt x="5833476" y="4534678"/>
                  <a:pt x="5834539" y="4541081"/>
                </a:cubicBezTo>
                <a:cubicBezTo>
                  <a:pt x="5841166" y="4581073"/>
                  <a:pt x="5814107" y="4618814"/>
                  <a:pt x="5774145" y="4625442"/>
                </a:cubicBezTo>
                <a:cubicBezTo>
                  <a:pt x="5745670" y="4627630"/>
                  <a:pt x="5717195" y="4620873"/>
                  <a:pt x="5692741" y="4606137"/>
                </a:cubicBezTo>
                <a:cubicBezTo>
                  <a:pt x="5665876" y="4594169"/>
                  <a:pt x="5643418" y="4574156"/>
                  <a:pt x="5628391" y="4548866"/>
                </a:cubicBezTo>
                <a:cubicBezTo>
                  <a:pt x="5617453" y="4528822"/>
                  <a:pt x="5617453" y="4504562"/>
                  <a:pt x="5628391" y="4484516"/>
                </a:cubicBezTo>
                <a:cubicBezTo>
                  <a:pt x="5638656" y="4463571"/>
                  <a:pt x="5658927" y="4449350"/>
                  <a:pt x="5682125" y="4446873"/>
                </a:cubicBezTo>
                <a:close/>
                <a:moveTo>
                  <a:pt x="5667969" y="4389602"/>
                </a:moveTo>
                <a:cubicBezTo>
                  <a:pt x="5663238" y="4390759"/>
                  <a:pt x="5658572" y="4392208"/>
                  <a:pt x="5654004" y="4393848"/>
                </a:cubicBezTo>
                <a:cubicBezTo>
                  <a:pt x="5582350" y="4419910"/>
                  <a:pt x="5545381" y="4499092"/>
                  <a:pt x="5571443" y="4570746"/>
                </a:cubicBezTo>
                <a:cubicBezTo>
                  <a:pt x="5590072" y="4610996"/>
                  <a:pt x="5622312" y="4643364"/>
                  <a:pt x="5662497" y="4662122"/>
                </a:cubicBezTo>
                <a:cubicBezTo>
                  <a:pt x="5699949" y="4684612"/>
                  <a:pt x="5744286" y="4692849"/>
                  <a:pt x="5787337" y="4685288"/>
                </a:cubicBezTo>
                <a:cubicBezTo>
                  <a:pt x="5825659" y="4677051"/>
                  <a:pt x="5857993" y="4651504"/>
                  <a:pt x="5874854" y="4616112"/>
                </a:cubicBezTo>
                <a:lnTo>
                  <a:pt x="5874210" y="4615468"/>
                </a:lnTo>
                <a:cubicBezTo>
                  <a:pt x="5894094" y="4581846"/>
                  <a:pt x="5897666" y="4541016"/>
                  <a:pt x="5883862" y="4504466"/>
                </a:cubicBezTo>
                <a:cubicBezTo>
                  <a:pt x="5866070" y="4464536"/>
                  <a:pt x="5834410" y="4432394"/>
                  <a:pt x="5794739" y="4414054"/>
                </a:cubicBezTo>
                <a:cubicBezTo>
                  <a:pt x="5756739" y="4391049"/>
                  <a:pt x="5711791" y="4382395"/>
                  <a:pt x="5667969" y="4389602"/>
                </a:cubicBezTo>
                <a:close/>
                <a:moveTo>
                  <a:pt x="858430" y="4288894"/>
                </a:moveTo>
                <a:lnTo>
                  <a:pt x="570464" y="4423385"/>
                </a:lnTo>
                <a:lnTo>
                  <a:pt x="582368" y="4449125"/>
                </a:lnTo>
                <a:lnTo>
                  <a:pt x="594595" y="4474865"/>
                </a:lnTo>
                <a:lnTo>
                  <a:pt x="802124" y="4378340"/>
                </a:lnTo>
                <a:lnTo>
                  <a:pt x="645431" y="4584581"/>
                </a:lnTo>
                <a:lnTo>
                  <a:pt x="658302" y="4611929"/>
                </a:lnTo>
                <a:lnTo>
                  <a:pt x="671172" y="4638956"/>
                </a:lnTo>
                <a:lnTo>
                  <a:pt x="959139" y="4504787"/>
                </a:lnTo>
                <a:lnTo>
                  <a:pt x="946912" y="4478725"/>
                </a:lnTo>
                <a:lnTo>
                  <a:pt x="935007" y="4452986"/>
                </a:lnTo>
                <a:lnTo>
                  <a:pt x="732948" y="4547258"/>
                </a:lnTo>
                <a:lnTo>
                  <a:pt x="885458" y="4347131"/>
                </a:lnTo>
                <a:lnTo>
                  <a:pt x="871944" y="4318174"/>
                </a:lnTo>
                <a:close/>
                <a:moveTo>
                  <a:pt x="5997764" y="4158587"/>
                </a:moveTo>
                <a:lnTo>
                  <a:pt x="5945638" y="4294365"/>
                </a:lnTo>
                <a:lnTo>
                  <a:pt x="5701752" y="4200736"/>
                </a:lnTo>
                <a:lnTo>
                  <a:pt x="5690812" y="4229371"/>
                </a:lnTo>
                <a:lnTo>
                  <a:pt x="5679873" y="4257685"/>
                </a:lnTo>
                <a:lnTo>
                  <a:pt x="5977171" y="4371905"/>
                </a:lnTo>
                <a:lnTo>
                  <a:pt x="6050529" y="4178856"/>
                </a:lnTo>
                <a:lnTo>
                  <a:pt x="6024145" y="4168882"/>
                </a:lnTo>
                <a:close/>
                <a:moveTo>
                  <a:pt x="802446" y="4147647"/>
                </a:moveTo>
                <a:lnTo>
                  <a:pt x="505791" y="4261546"/>
                </a:lnTo>
                <a:lnTo>
                  <a:pt x="516731" y="4290182"/>
                </a:lnTo>
                <a:lnTo>
                  <a:pt x="527670" y="4318496"/>
                </a:lnTo>
                <a:lnTo>
                  <a:pt x="824325" y="4204597"/>
                </a:lnTo>
                <a:lnTo>
                  <a:pt x="813385" y="4176283"/>
                </a:lnTo>
                <a:close/>
                <a:moveTo>
                  <a:pt x="530567" y="3931111"/>
                </a:moveTo>
                <a:lnTo>
                  <a:pt x="512227" y="3935937"/>
                </a:lnTo>
                <a:cubicBezTo>
                  <a:pt x="482496" y="3940538"/>
                  <a:pt x="455469" y="3955885"/>
                  <a:pt x="436293" y="3979051"/>
                </a:cubicBezTo>
                <a:cubicBezTo>
                  <a:pt x="422425" y="4002411"/>
                  <a:pt x="419723" y="4030725"/>
                  <a:pt x="428893" y="4056271"/>
                </a:cubicBezTo>
                <a:cubicBezTo>
                  <a:pt x="433783" y="4081721"/>
                  <a:pt x="449066" y="4103986"/>
                  <a:pt x="471043" y="4117724"/>
                </a:cubicBezTo>
                <a:lnTo>
                  <a:pt x="471043" y="4117081"/>
                </a:lnTo>
                <a:cubicBezTo>
                  <a:pt x="494980" y="4128921"/>
                  <a:pt x="522652" y="4130788"/>
                  <a:pt x="547941" y="4122229"/>
                </a:cubicBezTo>
                <a:lnTo>
                  <a:pt x="768662" y="4063028"/>
                </a:lnTo>
                <a:lnTo>
                  <a:pt x="760619" y="4033427"/>
                </a:lnTo>
                <a:lnTo>
                  <a:pt x="752896" y="4004148"/>
                </a:lnTo>
                <a:lnTo>
                  <a:pt x="532175" y="4063349"/>
                </a:lnTo>
                <a:cubicBezTo>
                  <a:pt x="520978" y="4066889"/>
                  <a:pt x="508944" y="4066889"/>
                  <a:pt x="497747" y="4063349"/>
                </a:cubicBezTo>
                <a:cubicBezTo>
                  <a:pt x="496621" y="4062674"/>
                  <a:pt x="495527" y="4061902"/>
                  <a:pt x="494466" y="4061098"/>
                </a:cubicBezTo>
                <a:cubicBezTo>
                  <a:pt x="478668" y="4049000"/>
                  <a:pt x="475675" y="4026381"/>
                  <a:pt x="487773" y="4010583"/>
                </a:cubicBezTo>
                <a:cubicBezTo>
                  <a:pt x="498906" y="4000899"/>
                  <a:pt x="512484" y="3994463"/>
                  <a:pt x="527027" y="3991921"/>
                </a:cubicBezTo>
                <a:lnTo>
                  <a:pt x="545367" y="3987095"/>
                </a:lnTo>
                <a:close/>
                <a:moveTo>
                  <a:pt x="5939687" y="3822329"/>
                </a:moveTo>
                <a:cubicBezTo>
                  <a:pt x="5954061" y="3822329"/>
                  <a:pt x="5968435" y="3824485"/>
                  <a:pt x="5982318" y="3828796"/>
                </a:cubicBezTo>
                <a:cubicBezTo>
                  <a:pt x="6010407" y="3834136"/>
                  <a:pt x="6036052" y="3848228"/>
                  <a:pt x="6055679" y="3869014"/>
                </a:cubicBezTo>
                <a:cubicBezTo>
                  <a:pt x="6059732" y="3874097"/>
                  <a:pt x="6063110" y="3879728"/>
                  <a:pt x="6065718" y="3885712"/>
                </a:cubicBezTo>
                <a:cubicBezTo>
                  <a:pt x="6081868" y="3923035"/>
                  <a:pt x="6064720" y="3966439"/>
                  <a:pt x="6027364" y="3982591"/>
                </a:cubicBezTo>
                <a:cubicBezTo>
                  <a:pt x="6000144" y="3991245"/>
                  <a:pt x="5970928" y="3991245"/>
                  <a:pt x="5943708" y="3982591"/>
                </a:cubicBezTo>
                <a:cubicBezTo>
                  <a:pt x="5915136" y="3977153"/>
                  <a:pt x="5888947" y="3962996"/>
                  <a:pt x="5868741" y="3942050"/>
                </a:cubicBezTo>
                <a:cubicBezTo>
                  <a:pt x="5863818" y="3936194"/>
                  <a:pt x="5859861" y="3929630"/>
                  <a:pt x="5857029" y="3922520"/>
                </a:cubicBezTo>
                <a:cubicBezTo>
                  <a:pt x="5842196" y="3885584"/>
                  <a:pt x="5860118" y="3843628"/>
                  <a:pt x="5897056" y="3828796"/>
                </a:cubicBezTo>
                <a:cubicBezTo>
                  <a:pt x="5910939" y="3824485"/>
                  <a:pt x="5925313" y="3822329"/>
                  <a:pt x="5939687" y="3822329"/>
                </a:cubicBezTo>
                <a:close/>
                <a:moveTo>
                  <a:pt x="5931498" y="3761646"/>
                </a:moveTo>
                <a:cubicBezTo>
                  <a:pt x="5909707" y="3762845"/>
                  <a:pt x="5888126" y="3767872"/>
                  <a:pt x="5867775" y="3776672"/>
                </a:cubicBezTo>
                <a:cubicBezTo>
                  <a:pt x="5863431" y="3778989"/>
                  <a:pt x="5859185" y="3781530"/>
                  <a:pt x="5855098" y="3784297"/>
                </a:cubicBezTo>
                <a:cubicBezTo>
                  <a:pt x="5792099" y="3826897"/>
                  <a:pt x="5775593" y="3912514"/>
                  <a:pt x="5818226" y="3975513"/>
                </a:cubicBezTo>
                <a:cubicBezTo>
                  <a:pt x="5846153" y="4010067"/>
                  <a:pt x="5885343" y="4033749"/>
                  <a:pt x="5928908" y="4042436"/>
                </a:cubicBezTo>
                <a:cubicBezTo>
                  <a:pt x="5970736" y="4055177"/>
                  <a:pt x="6015717" y="4052442"/>
                  <a:pt x="6055678" y="4034714"/>
                </a:cubicBezTo>
                <a:cubicBezTo>
                  <a:pt x="6090587" y="4017082"/>
                  <a:pt x="6115555" y="3984521"/>
                  <a:pt x="6123567" y="3946233"/>
                </a:cubicBezTo>
                <a:cubicBezTo>
                  <a:pt x="6134797" y="3908556"/>
                  <a:pt x="6127911" y="3867759"/>
                  <a:pt x="6104905" y="3835874"/>
                </a:cubicBezTo>
                <a:cubicBezTo>
                  <a:pt x="6077976" y="3801382"/>
                  <a:pt x="6039461" y="3777798"/>
                  <a:pt x="5996475" y="3769593"/>
                </a:cubicBezTo>
                <a:cubicBezTo>
                  <a:pt x="5975288" y="3763078"/>
                  <a:pt x="5953288" y="3760448"/>
                  <a:pt x="5931498" y="3761646"/>
                </a:cubicBezTo>
                <a:close/>
                <a:moveTo>
                  <a:pt x="692729" y="3748680"/>
                </a:moveTo>
                <a:lnTo>
                  <a:pt x="380952" y="3809491"/>
                </a:lnTo>
                <a:lnTo>
                  <a:pt x="386744" y="3839413"/>
                </a:lnTo>
                <a:lnTo>
                  <a:pt x="392535" y="3869335"/>
                </a:lnTo>
                <a:lnTo>
                  <a:pt x="704312" y="3808847"/>
                </a:lnTo>
                <a:lnTo>
                  <a:pt x="698521" y="3778602"/>
                </a:lnTo>
                <a:close/>
                <a:moveTo>
                  <a:pt x="1369693" y="3745461"/>
                </a:moveTo>
                <a:cubicBezTo>
                  <a:pt x="1488967" y="3774644"/>
                  <a:pt x="1610492" y="3793917"/>
                  <a:pt x="1732951" y="3803054"/>
                </a:cubicBezTo>
                <a:cubicBezTo>
                  <a:pt x="1967830" y="3812385"/>
                  <a:pt x="2300518" y="3792437"/>
                  <a:pt x="2604898" y="3795976"/>
                </a:cubicBezTo>
                <a:cubicBezTo>
                  <a:pt x="2653483" y="3804985"/>
                  <a:pt x="2697240" y="3812385"/>
                  <a:pt x="2731346" y="3816568"/>
                </a:cubicBezTo>
                <a:cubicBezTo>
                  <a:pt x="2813070" y="3827830"/>
                  <a:pt x="2949171" y="3842308"/>
                  <a:pt x="3009016" y="3848743"/>
                </a:cubicBezTo>
                <a:lnTo>
                  <a:pt x="2923753" y="4193334"/>
                </a:lnTo>
                <a:lnTo>
                  <a:pt x="3265128" y="4251249"/>
                </a:lnTo>
                <a:lnTo>
                  <a:pt x="3606186" y="4193334"/>
                </a:lnTo>
                <a:lnTo>
                  <a:pt x="3520921" y="3849064"/>
                </a:lnTo>
                <a:cubicBezTo>
                  <a:pt x="3580766" y="3841986"/>
                  <a:pt x="3716868" y="3827508"/>
                  <a:pt x="3798592" y="3816889"/>
                </a:cubicBezTo>
                <a:cubicBezTo>
                  <a:pt x="3832698" y="3812707"/>
                  <a:pt x="3876456" y="3805307"/>
                  <a:pt x="3925362" y="3796298"/>
                </a:cubicBezTo>
                <a:cubicBezTo>
                  <a:pt x="4229740" y="3792758"/>
                  <a:pt x="4562107" y="3812707"/>
                  <a:pt x="4797309" y="3803376"/>
                </a:cubicBezTo>
                <a:lnTo>
                  <a:pt x="4798596" y="3803054"/>
                </a:lnTo>
                <a:cubicBezTo>
                  <a:pt x="4920957" y="3793885"/>
                  <a:pt x="5042354" y="3774644"/>
                  <a:pt x="5161530" y="3745461"/>
                </a:cubicBezTo>
                <a:cubicBezTo>
                  <a:pt x="5161530" y="3745461"/>
                  <a:pt x="5055031" y="3916631"/>
                  <a:pt x="4933087" y="4000286"/>
                </a:cubicBezTo>
                <a:cubicBezTo>
                  <a:pt x="4463267" y="4136096"/>
                  <a:pt x="3981025" y="4224479"/>
                  <a:pt x="3493573" y="4264119"/>
                </a:cubicBezTo>
                <a:lnTo>
                  <a:pt x="3585915" y="4633485"/>
                </a:lnTo>
                <a:lnTo>
                  <a:pt x="3264164" y="4702983"/>
                </a:lnTo>
                <a:lnTo>
                  <a:pt x="2942414" y="4633485"/>
                </a:lnTo>
                <a:lnTo>
                  <a:pt x="3034756" y="4264119"/>
                </a:lnTo>
                <a:cubicBezTo>
                  <a:pt x="2548268" y="4224287"/>
                  <a:pt x="2067024" y="4135902"/>
                  <a:pt x="1598137" y="4000286"/>
                </a:cubicBezTo>
                <a:cubicBezTo>
                  <a:pt x="1476193" y="3916631"/>
                  <a:pt x="1369693" y="3745461"/>
                  <a:pt x="1369693" y="3745461"/>
                </a:cubicBezTo>
                <a:close/>
                <a:moveTo>
                  <a:pt x="655727" y="3447846"/>
                </a:moveTo>
                <a:lnTo>
                  <a:pt x="340412" y="3486778"/>
                </a:lnTo>
                <a:lnTo>
                  <a:pt x="367439" y="3708140"/>
                </a:lnTo>
                <a:lnTo>
                  <a:pt x="395431" y="3704923"/>
                </a:lnTo>
                <a:lnTo>
                  <a:pt x="423423" y="3701383"/>
                </a:lnTo>
                <a:lnTo>
                  <a:pt x="403797" y="3540509"/>
                </a:lnTo>
                <a:lnTo>
                  <a:pt x="485843" y="3530214"/>
                </a:lnTo>
                <a:lnTo>
                  <a:pt x="503218" y="3672104"/>
                </a:lnTo>
                <a:lnTo>
                  <a:pt x="530567" y="3668887"/>
                </a:lnTo>
                <a:lnTo>
                  <a:pt x="557594" y="3665669"/>
                </a:lnTo>
                <a:lnTo>
                  <a:pt x="540219" y="3523779"/>
                </a:lnTo>
                <a:lnTo>
                  <a:pt x="607143" y="3515413"/>
                </a:lnTo>
                <a:lnTo>
                  <a:pt x="625805" y="3668243"/>
                </a:lnTo>
                <a:lnTo>
                  <a:pt x="654119" y="3665025"/>
                </a:lnTo>
                <a:lnTo>
                  <a:pt x="681789" y="3661487"/>
                </a:lnTo>
                <a:close/>
                <a:moveTo>
                  <a:pt x="5973310" y="3394114"/>
                </a:moveTo>
                <a:cubicBezTo>
                  <a:pt x="5943001" y="3393664"/>
                  <a:pt x="5913722" y="3405247"/>
                  <a:pt x="5891906" y="3426289"/>
                </a:cubicBezTo>
                <a:cubicBezTo>
                  <a:pt x="5843321" y="3481469"/>
                  <a:pt x="5843321" y="3564158"/>
                  <a:pt x="5891906" y="3619338"/>
                </a:cubicBezTo>
                <a:cubicBezTo>
                  <a:pt x="5960312" y="3676866"/>
                  <a:pt x="6057222" y="3685971"/>
                  <a:pt x="6135150" y="3642182"/>
                </a:cubicBezTo>
                <a:cubicBezTo>
                  <a:pt x="6167003" y="3620078"/>
                  <a:pt x="6186759" y="3584396"/>
                  <a:pt x="6188562" y="3545657"/>
                </a:cubicBezTo>
                <a:cubicBezTo>
                  <a:pt x="6192228" y="3512067"/>
                  <a:pt x="6178071" y="3478991"/>
                  <a:pt x="6151238" y="3458464"/>
                </a:cubicBezTo>
                <a:lnTo>
                  <a:pt x="6146412" y="3455889"/>
                </a:lnTo>
                <a:lnTo>
                  <a:pt x="6187918" y="3453316"/>
                </a:lnTo>
                <a:lnTo>
                  <a:pt x="6190814" y="3413097"/>
                </a:lnTo>
                <a:lnTo>
                  <a:pt x="6019964" y="3398297"/>
                </a:lnTo>
                <a:lnTo>
                  <a:pt x="6009346" y="3520239"/>
                </a:lnTo>
                <a:lnTo>
                  <a:pt x="6064044" y="3525066"/>
                </a:lnTo>
                <a:lnTo>
                  <a:pt x="6069836" y="3456211"/>
                </a:lnTo>
                <a:cubicBezTo>
                  <a:pt x="6083478" y="3460266"/>
                  <a:pt x="6096219" y="3466830"/>
                  <a:pt x="6107480" y="3475516"/>
                </a:cubicBezTo>
                <a:cubicBezTo>
                  <a:pt x="6125048" y="3489190"/>
                  <a:pt x="6134282" y="3510973"/>
                  <a:pt x="6131933" y="3533110"/>
                </a:cubicBezTo>
                <a:cubicBezTo>
                  <a:pt x="6131580" y="3557272"/>
                  <a:pt x="6119610" y="3579795"/>
                  <a:pt x="6099758" y="3593597"/>
                </a:cubicBezTo>
                <a:cubicBezTo>
                  <a:pt x="6074050" y="3607272"/>
                  <a:pt x="6044577" y="3612259"/>
                  <a:pt x="6015782" y="3607754"/>
                </a:cubicBezTo>
                <a:cubicBezTo>
                  <a:pt x="5986373" y="3606886"/>
                  <a:pt x="5958026" y="3596494"/>
                  <a:pt x="5935022" y="3578154"/>
                </a:cubicBezTo>
                <a:cubicBezTo>
                  <a:pt x="5916746" y="3562067"/>
                  <a:pt x="5907575" y="3537968"/>
                  <a:pt x="5910568" y="3513805"/>
                </a:cubicBezTo>
                <a:cubicBezTo>
                  <a:pt x="5911855" y="3498296"/>
                  <a:pt x="5918708" y="3483785"/>
                  <a:pt x="5929873" y="3472942"/>
                </a:cubicBezTo>
                <a:cubicBezTo>
                  <a:pt x="5939719" y="3462067"/>
                  <a:pt x="5953523" y="3455601"/>
                  <a:pt x="5968161" y="3454924"/>
                </a:cubicBezTo>
                <a:close/>
                <a:moveTo>
                  <a:pt x="1578510" y="3295337"/>
                </a:moveTo>
                <a:cubicBezTo>
                  <a:pt x="1644984" y="3307725"/>
                  <a:pt x="1712327" y="3315028"/>
                  <a:pt x="1779927" y="3317216"/>
                </a:cubicBezTo>
                <a:cubicBezTo>
                  <a:pt x="1827868" y="3319146"/>
                  <a:pt x="1887071" y="3317216"/>
                  <a:pt x="1954638" y="3317216"/>
                </a:cubicBezTo>
                <a:cubicBezTo>
                  <a:pt x="2014805" y="3315286"/>
                  <a:pt x="2083016" y="3315286"/>
                  <a:pt x="2154768" y="3315286"/>
                </a:cubicBezTo>
                <a:cubicBezTo>
                  <a:pt x="2238100" y="3315286"/>
                  <a:pt x="2343314" y="3316251"/>
                  <a:pt x="2456891" y="3323008"/>
                </a:cubicBezTo>
                <a:cubicBezTo>
                  <a:pt x="2564099" y="3355022"/>
                  <a:pt x="2673140" y="3380375"/>
                  <a:pt x="2783469" y="3398940"/>
                </a:cubicBezTo>
                <a:cubicBezTo>
                  <a:pt x="2859885" y="3409783"/>
                  <a:pt x="2936976" y="3415060"/>
                  <a:pt x="3014164" y="3414705"/>
                </a:cubicBezTo>
                <a:lnTo>
                  <a:pt x="2936302" y="3745784"/>
                </a:lnTo>
                <a:lnTo>
                  <a:pt x="3258051" y="3783750"/>
                </a:lnTo>
                <a:lnTo>
                  <a:pt x="3261590" y="3783750"/>
                </a:lnTo>
                <a:lnTo>
                  <a:pt x="3265773" y="3783750"/>
                </a:lnTo>
                <a:lnTo>
                  <a:pt x="3589777" y="3745141"/>
                </a:lnTo>
                <a:lnTo>
                  <a:pt x="3511913" y="3414062"/>
                </a:lnTo>
                <a:cubicBezTo>
                  <a:pt x="3589101" y="3414416"/>
                  <a:pt x="3666193" y="3409140"/>
                  <a:pt x="3742609" y="3398297"/>
                </a:cubicBezTo>
                <a:cubicBezTo>
                  <a:pt x="3853356" y="3380118"/>
                  <a:pt x="3962846" y="3355054"/>
                  <a:pt x="4070473" y="3323329"/>
                </a:cubicBezTo>
                <a:cubicBezTo>
                  <a:pt x="4184050" y="3315608"/>
                  <a:pt x="4289264" y="3315608"/>
                  <a:pt x="4372598" y="3315608"/>
                </a:cubicBezTo>
                <a:cubicBezTo>
                  <a:pt x="4444026" y="3315608"/>
                  <a:pt x="4512559" y="3317538"/>
                  <a:pt x="4572726" y="3317538"/>
                </a:cubicBezTo>
                <a:cubicBezTo>
                  <a:pt x="4640616" y="3317538"/>
                  <a:pt x="4699819" y="3317538"/>
                  <a:pt x="4747437" y="3317538"/>
                </a:cubicBezTo>
                <a:lnTo>
                  <a:pt x="4747437" y="3317216"/>
                </a:lnTo>
                <a:cubicBezTo>
                  <a:pt x="4815038" y="3315028"/>
                  <a:pt x="4882381" y="3307725"/>
                  <a:pt x="4948854" y="3295337"/>
                </a:cubicBezTo>
                <a:cubicBezTo>
                  <a:pt x="4894285" y="3367924"/>
                  <a:pt x="4829226" y="3432016"/>
                  <a:pt x="4755803" y="3485490"/>
                </a:cubicBezTo>
                <a:cubicBezTo>
                  <a:pt x="4666131" y="3536584"/>
                  <a:pt x="4572147" y="3579634"/>
                  <a:pt x="4474915" y="3614189"/>
                </a:cubicBezTo>
                <a:cubicBezTo>
                  <a:pt x="4249817" y="3679214"/>
                  <a:pt x="4020795" y="3729825"/>
                  <a:pt x="3789263" y="3765732"/>
                </a:cubicBezTo>
                <a:cubicBezTo>
                  <a:pt x="3683728" y="3779246"/>
                  <a:pt x="3485208" y="3800159"/>
                  <a:pt x="3483277" y="3800159"/>
                </a:cubicBezTo>
                <a:lnTo>
                  <a:pt x="3453677" y="3803055"/>
                </a:lnTo>
                <a:lnTo>
                  <a:pt x="3539584" y="4151508"/>
                </a:lnTo>
                <a:lnTo>
                  <a:pt x="3262556" y="4198483"/>
                </a:lnTo>
                <a:lnTo>
                  <a:pt x="2985209" y="4151508"/>
                </a:lnTo>
                <a:lnTo>
                  <a:pt x="3071438" y="3803055"/>
                </a:lnTo>
                <a:lnTo>
                  <a:pt x="3041513" y="3800159"/>
                </a:lnTo>
                <a:cubicBezTo>
                  <a:pt x="3039584" y="3799837"/>
                  <a:pt x="2841062" y="3779246"/>
                  <a:pt x="2735529" y="3765732"/>
                </a:cubicBezTo>
                <a:cubicBezTo>
                  <a:pt x="2504865" y="3729664"/>
                  <a:pt x="2276711" y="3679053"/>
                  <a:pt x="2052449" y="3614189"/>
                </a:cubicBezTo>
                <a:cubicBezTo>
                  <a:pt x="1955217" y="3579634"/>
                  <a:pt x="1861234" y="3536584"/>
                  <a:pt x="1771561" y="3485490"/>
                </a:cubicBezTo>
                <a:cubicBezTo>
                  <a:pt x="1698138" y="3432016"/>
                  <a:pt x="1633080" y="3367924"/>
                  <a:pt x="1578510" y="3295337"/>
                </a:cubicBezTo>
                <a:close/>
                <a:moveTo>
                  <a:pt x="525741" y="3177578"/>
                </a:moveTo>
                <a:lnTo>
                  <a:pt x="595561" y="3177578"/>
                </a:lnTo>
                <a:lnTo>
                  <a:pt x="595561" y="3245145"/>
                </a:lnTo>
                <a:cubicBezTo>
                  <a:pt x="596204" y="3257629"/>
                  <a:pt x="593180" y="3270047"/>
                  <a:pt x="586874" y="3280859"/>
                </a:cubicBezTo>
                <a:cubicBezTo>
                  <a:pt x="581372" y="3288806"/>
                  <a:pt x="572073" y="3293246"/>
                  <a:pt x="562421" y="3292441"/>
                </a:cubicBezTo>
                <a:cubicBezTo>
                  <a:pt x="551964" y="3293310"/>
                  <a:pt x="541668" y="3289417"/>
                  <a:pt x="534429" y="3281824"/>
                </a:cubicBezTo>
                <a:cubicBezTo>
                  <a:pt x="527607" y="3271721"/>
                  <a:pt x="524551" y="3259526"/>
                  <a:pt x="525741" y="3247398"/>
                </a:cubicBezTo>
                <a:close/>
                <a:moveTo>
                  <a:pt x="387710" y="3173395"/>
                </a:moveTo>
                <a:lnTo>
                  <a:pt x="472330" y="3175005"/>
                </a:lnTo>
                <a:lnTo>
                  <a:pt x="472330" y="3247718"/>
                </a:lnTo>
                <a:cubicBezTo>
                  <a:pt x="472974" y="3260751"/>
                  <a:pt x="469338" y="3273619"/>
                  <a:pt x="462035" y="3284398"/>
                </a:cubicBezTo>
                <a:cubicBezTo>
                  <a:pt x="454441" y="3292763"/>
                  <a:pt x="443341" y="3297075"/>
                  <a:pt x="432111" y="3295980"/>
                </a:cubicBezTo>
                <a:cubicBezTo>
                  <a:pt x="419596" y="3296688"/>
                  <a:pt x="407337" y="3292119"/>
                  <a:pt x="398328" y="3283432"/>
                </a:cubicBezTo>
                <a:cubicBezTo>
                  <a:pt x="390220" y="3273265"/>
                  <a:pt x="386423" y="3260332"/>
                  <a:pt x="387710" y="3247398"/>
                </a:cubicBezTo>
                <a:close/>
                <a:moveTo>
                  <a:pt x="334619" y="3113873"/>
                </a:moveTo>
                <a:lnTo>
                  <a:pt x="334619" y="3143152"/>
                </a:lnTo>
                <a:lnTo>
                  <a:pt x="334298" y="3246433"/>
                </a:lnTo>
                <a:cubicBezTo>
                  <a:pt x="331595" y="3275711"/>
                  <a:pt x="340122" y="3304893"/>
                  <a:pt x="358108" y="3328156"/>
                </a:cubicBezTo>
                <a:cubicBezTo>
                  <a:pt x="377413" y="3347911"/>
                  <a:pt x="404215" y="3358432"/>
                  <a:pt x="431789" y="3357114"/>
                </a:cubicBezTo>
                <a:cubicBezTo>
                  <a:pt x="455469" y="3358818"/>
                  <a:pt x="478507" y="3348715"/>
                  <a:pt x="493243" y="3330087"/>
                </a:cubicBezTo>
                <a:cubicBezTo>
                  <a:pt x="497586" y="3324584"/>
                  <a:pt x="501159" y="3318536"/>
                  <a:pt x="503861" y="3312068"/>
                </a:cubicBezTo>
                <a:cubicBezTo>
                  <a:pt x="516377" y="3335878"/>
                  <a:pt x="541345" y="3350453"/>
                  <a:pt x="568211" y="3349713"/>
                </a:cubicBezTo>
                <a:cubicBezTo>
                  <a:pt x="590444" y="3351290"/>
                  <a:pt x="612259" y="3342924"/>
                  <a:pt x="627735" y="3326869"/>
                </a:cubicBezTo>
                <a:cubicBezTo>
                  <a:pt x="643082" y="3308401"/>
                  <a:pt x="650998" y="3284881"/>
                  <a:pt x="649936" y="3260910"/>
                </a:cubicBezTo>
                <a:lnTo>
                  <a:pt x="652189" y="3148622"/>
                </a:lnTo>
                <a:lnTo>
                  <a:pt x="652189" y="3119664"/>
                </a:lnTo>
                <a:close/>
                <a:moveTo>
                  <a:pt x="5878071" y="3057245"/>
                </a:moveTo>
                <a:lnTo>
                  <a:pt x="5878071" y="3091995"/>
                </a:lnTo>
                <a:lnTo>
                  <a:pt x="5878071" y="3126420"/>
                </a:lnTo>
                <a:lnTo>
                  <a:pt x="6017390" y="3178543"/>
                </a:lnTo>
                <a:lnTo>
                  <a:pt x="5881932" y="3242893"/>
                </a:lnTo>
                <a:lnTo>
                  <a:pt x="5881932" y="3279250"/>
                </a:lnTo>
                <a:lnTo>
                  <a:pt x="5881932" y="3315608"/>
                </a:lnTo>
                <a:lnTo>
                  <a:pt x="6074983" y="3206536"/>
                </a:lnTo>
                <a:lnTo>
                  <a:pt x="6194353" y="3202353"/>
                </a:lnTo>
                <a:lnTo>
                  <a:pt x="6194353" y="3171787"/>
                </a:lnTo>
                <a:lnTo>
                  <a:pt x="6194353" y="3141542"/>
                </a:lnTo>
                <a:lnTo>
                  <a:pt x="6073696" y="3145725"/>
                </a:lnTo>
                <a:close/>
                <a:moveTo>
                  <a:pt x="4754838" y="2793733"/>
                </a:moveTo>
                <a:cubicBezTo>
                  <a:pt x="4702037" y="2872272"/>
                  <a:pt x="4637977" y="2942637"/>
                  <a:pt x="4564682" y="3002546"/>
                </a:cubicBezTo>
                <a:cubicBezTo>
                  <a:pt x="4479611" y="3075038"/>
                  <a:pt x="4385370" y="3136040"/>
                  <a:pt x="4284438" y="3184012"/>
                </a:cubicBezTo>
                <a:cubicBezTo>
                  <a:pt x="4108311" y="3262486"/>
                  <a:pt x="3922530" y="3317119"/>
                  <a:pt x="3731989" y="3346495"/>
                </a:cubicBezTo>
                <a:cubicBezTo>
                  <a:pt x="3653001" y="3357274"/>
                  <a:pt x="3573301" y="3362325"/>
                  <a:pt x="3493573" y="3361617"/>
                </a:cubicBezTo>
                <a:lnTo>
                  <a:pt x="3444344" y="3361617"/>
                </a:lnTo>
                <a:lnTo>
                  <a:pt x="3524139" y="3700417"/>
                </a:lnTo>
                <a:lnTo>
                  <a:pt x="3266738" y="3732592"/>
                </a:lnTo>
                <a:lnTo>
                  <a:pt x="3263521" y="3732592"/>
                </a:lnTo>
                <a:lnTo>
                  <a:pt x="3259981" y="3732592"/>
                </a:lnTo>
                <a:lnTo>
                  <a:pt x="3002581" y="3700417"/>
                </a:lnTo>
                <a:lnTo>
                  <a:pt x="3082696" y="3362261"/>
                </a:lnTo>
                <a:lnTo>
                  <a:pt x="3033469" y="3362261"/>
                </a:lnTo>
                <a:cubicBezTo>
                  <a:pt x="2953739" y="3363000"/>
                  <a:pt x="2874041" y="3357949"/>
                  <a:pt x="2795051" y="3347139"/>
                </a:cubicBezTo>
                <a:cubicBezTo>
                  <a:pt x="2604478" y="3317860"/>
                  <a:pt x="2418699" y="3263194"/>
                  <a:pt x="2242605" y="3184656"/>
                </a:cubicBezTo>
                <a:cubicBezTo>
                  <a:pt x="2141381" y="3136683"/>
                  <a:pt x="2046948" y="3075551"/>
                  <a:pt x="1961716" y="3002870"/>
                </a:cubicBezTo>
                <a:cubicBezTo>
                  <a:pt x="1888549" y="2943152"/>
                  <a:pt x="1824681" y="2872883"/>
                  <a:pt x="1772204" y="2794375"/>
                </a:cubicBezTo>
                <a:cubicBezTo>
                  <a:pt x="1842346" y="2804994"/>
                  <a:pt x="1945629" y="2816899"/>
                  <a:pt x="1971046" y="2816899"/>
                </a:cubicBezTo>
                <a:lnTo>
                  <a:pt x="2048267" y="2820438"/>
                </a:lnTo>
                <a:cubicBezTo>
                  <a:pt x="2141896" y="2824621"/>
                  <a:pt x="2263518" y="2830413"/>
                  <a:pt x="2411202" y="2839422"/>
                </a:cubicBezTo>
                <a:cubicBezTo>
                  <a:pt x="2424395" y="2846821"/>
                  <a:pt x="2437908" y="2853899"/>
                  <a:pt x="2451742" y="2860979"/>
                </a:cubicBezTo>
                <a:cubicBezTo>
                  <a:pt x="2580540" y="2926196"/>
                  <a:pt x="2718926" y="2970404"/>
                  <a:pt x="2861653" y="2991930"/>
                </a:cubicBezTo>
                <a:cubicBezTo>
                  <a:pt x="2885947" y="2995340"/>
                  <a:pt x="2910464" y="2996948"/>
                  <a:pt x="2935015" y="2996755"/>
                </a:cubicBezTo>
                <a:cubicBezTo>
                  <a:pt x="2968797" y="2996755"/>
                  <a:pt x="3001296" y="2994182"/>
                  <a:pt x="3025103" y="2991930"/>
                </a:cubicBezTo>
                <a:lnTo>
                  <a:pt x="2954317" y="3286328"/>
                </a:lnTo>
                <a:lnTo>
                  <a:pt x="3265128" y="3305955"/>
                </a:lnTo>
                <a:lnTo>
                  <a:pt x="3575619" y="3286328"/>
                </a:lnTo>
                <a:lnTo>
                  <a:pt x="3505155" y="2991930"/>
                </a:lnTo>
                <a:cubicBezTo>
                  <a:pt x="3528642" y="2994182"/>
                  <a:pt x="3562748" y="2996755"/>
                  <a:pt x="3594923" y="2996755"/>
                </a:cubicBezTo>
                <a:cubicBezTo>
                  <a:pt x="3619473" y="2996981"/>
                  <a:pt x="3643991" y="2995373"/>
                  <a:pt x="3668283" y="2991930"/>
                </a:cubicBezTo>
                <a:cubicBezTo>
                  <a:pt x="3811109" y="2970341"/>
                  <a:pt x="3949590" y="2926131"/>
                  <a:pt x="4078516" y="2860979"/>
                </a:cubicBezTo>
                <a:lnTo>
                  <a:pt x="4119057" y="2839422"/>
                </a:lnTo>
                <a:cubicBezTo>
                  <a:pt x="4266740" y="2830413"/>
                  <a:pt x="4388041" y="2824621"/>
                  <a:pt x="4481991" y="2820438"/>
                </a:cubicBezTo>
                <a:lnTo>
                  <a:pt x="4558891" y="2816899"/>
                </a:lnTo>
                <a:lnTo>
                  <a:pt x="4555674" y="2816255"/>
                </a:lnTo>
                <a:cubicBezTo>
                  <a:pt x="4581413" y="2814969"/>
                  <a:pt x="4684374" y="2804351"/>
                  <a:pt x="4754838" y="2793733"/>
                </a:cubicBezTo>
                <a:close/>
                <a:moveTo>
                  <a:pt x="3261912" y="1514143"/>
                </a:moveTo>
                <a:cubicBezTo>
                  <a:pt x="3221048" y="1514143"/>
                  <a:pt x="3206250" y="1560153"/>
                  <a:pt x="3197562" y="1605198"/>
                </a:cubicBezTo>
                <a:lnTo>
                  <a:pt x="3197562" y="1609702"/>
                </a:lnTo>
                <a:cubicBezTo>
                  <a:pt x="3193379" y="1633190"/>
                  <a:pt x="3143185" y="1890587"/>
                  <a:pt x="3143185" y="1890587"/>
                </a:cubicBezTo>
                <a:lnTo>
                  <a:pt x="3139002" y="1911501"/>
                </a:lnTo>
                <a:lnTo>
                  <a:pt x="3099106" y="1911501"/>
                </a:lnTo>
                <a:cubicBezTo>
                  <a:pt x="2767670" y="1912852"/>
                  <a:pt x="2437875" y="1865267"/>
                  <a:pt x="2120340" y="1770254"/>
                </a:cubicBezTo>
                <a:cubicBezTo>
                  <a:pt x="2127643" y="1847120"/>
                  <a:pt x="2157277" y="1920156"/>
                  <a:pt x="2205601" y="1980355"/>
                </a:cubicBezTo>
                <a:cubicBezTo>
                  <a:pt x="2265835" y="2052201"/>
                  <a:pt x="2347270" y="2103101"/>
                  <a:pt x="2438230" y="2125784"/>
                </a:cubicBezTo>
                <a:lnTo>
                  <a:pt x="2457533" y="2129646"/>
                </a:lnTo>
                <a:lnTo>
                  <a:pt x="2457533" y="2149273"/>
                </a:lnTo>
                <a:lnTo>
                  <a:pt x="2458820" y="2149273"/>
                </a:lnTo>
                <a:cubicBezTo>
                  <a:pt x="2465931" y="2214844"/>
                  <a:pt x="2496144" y="2275752"/>
                  <a:pt x="2544084" y="2321085"/>
                </a:cubicBezTo>
                <a:cubicBezTo>
                  <a:pt x="2596081" y="2359470"/>
                  <a:pt x="2659336" y="2379483"/>
                  <a:pt x="2723945" y="2378035"/>
                </a:cubicBezTo>
                <a:cubicBezTo>
                  <a:pt x="2738745" y="2378035"/>
                  <a:pt x="2748076" y="2378035"/>
                  <a:pt x="2748076" y="2378035"/>
                </a:cubicBezTo>
                <a:lnTo>
                  <a:pt x="2768344" y="2375462"/>
                </a:lnTo>
                <a:lnTo>
                  <a:pt x="2775425" y="2394445"/>
                </a:lnTo>
                <a:cubicBezTo>
                  <a:pt x="2802258" y="2449076"/>
                  <a:pt x="2851230" y="2489618"/>
                  <a:pt x="2909915" y="2505769"/>
                </a:cubicBezTo>
                <a:cubicBezTo>
                  <a:pt x="2932214" y="2512687"/>
                  <a:pt x="2955443" y="2516160"/>
                  <a:pt x="2978772" y="2516065"/>
                </a:cubicBezTo>
                <a:cubicBezTo>
                  <a:pt x="3009143" y="2516033"/>
                  <a:pt x="3039293" y="2510789"/>
                  <a:pt x="3067896" y="2500622"/>
                </a:cubicBezTo>
                <a:lnTo>
                  <a:pt x="3115193" y="2480994"/>
                </a:lnTo>
                <a:lnTo>
                  <a:pt x="3045696" y="2765097"/>
                </a:lnTo>
                <a:lnTo>
                  <a:pt x="3483276" y="2765097"/>
                </a:lnTo>
                <a:lnTo>
                  <a:pt x="3413457" y="2480672"/>
                </a:lnTo>
                <a:lnTo>
                  <a:pt x="3461076" y="2500622"/>
                </a:lnTo>
                <a:cubicBezTo>
                  <a:pt x="3489582" y="2510820"/>
                  <a:pt x="3519601" y="2516065"/>
                  <a:pt x="3549879" y="2516065"/>
                </a:cubicBezTo>
                <a:cubicBezTo>
                  <a:pt x="3573205" y="2516130"/>
                  <a:pt x="3596435" y="2512687"/>
                  <a:pt x="3618734" y="2505769"/>
                </a:cubicBezTo>
                <a:cubicBezTo>
                  <a:pt x="3677452" y="2489649"/>
                  <a:pt x="3726424" y="2449110"/>
                  <a:pt x="3753226" y="2394445"/>
                </a:cubicBezTo>
                <a:lnTo>
                  <a:pt x="3760304" y="2375462"/>
                </a:lnTo>
                <a:lnTo>
                  <a:pt x="3780574" y="2378035"/>
                </a:lnTo>
                <a:cubicBezTo>
                  <a:pt x="3780574" y="2378035"/>
                  <a:pt x="3789904" y="2378035"/>
                  <a:pt x="3804706" y="2378035"/>
                </a:cubicBezTo>
                <a:cubicBezTo>
                  <a:pt x="3869313" y="2379483"/>
                  <a:pt x="3932570" y="2359470"/>
                  <a:pt x="3984565" y="2321085"/>
                </a:cubicBezTo>
                <a:cubicBezTo>
                  <a:pt x="4032828" y="2275881"/>
                  <a:pt x="4063136" y="2214749"/>
                  <a:pt x="4069828" y="2148950"/>
                </a:cubicBezTo>
                <a:lnTo>
                  <a:pt x="4069828" y="2129646"/>
                </a:lnTo>
                <a:lnTo>
                  <a:pt x="4089135" y="2125784"/>
                </a:lnTo>
                <a:cubicBezTo>
                  <a:pt x="4179835" y="2102748"/>
                  <a:pt x="4261078" y="2051879"/>
                  <a:pt x="4321438" y="1980355"/>
                </a:cubicBezTo>
                <a:cubicBezTo>
                  <a:pt x="4369766" y="1920156"/>
                  <a:pt x="4399400" y="1847120"/>
                  <a:pt x="4406703" y="1770254"/>
                </a:cubicBezTo>
                <a:cubicBezTo>
                  <a:pt x="4089488" y="1865169"/>
                  <a:pt x="3760015" y="1912756"/>
                  <a:pt x="3428900" y="1911501"/>
                </a:cubicBezTo>
                <a:lnTo>
                  <a:pt x="3389004" y="1911501"/>
                </a:lnTo>
                <a:lnTo>
                  <a:pt x="3384821" y="1890587"/>
                </a:lnTo>
                <a:cubicBezTo>
                  <a:pt x="3384821" y="1890587"/>
                  <a:pt x="3334950" y="1631903"/>
                  <a:pt x="3330445" y="1609702"/>
                </a:cubicBezTo>
                <a:lnTo>
                  <a:pt x="3330445" y="1605198"/>
                </a:lnTo>
                <a:cubicBezTo>
                  <a:pt x="3322079" y="1560153"/>
                  <a:pt x="3307600" y="1514143"/>
                  <a:pt x="3266094" y="1514143"/>
                </a:cubicBezTo>
                <a:close/>
                <a:moveTo>
                  <a:pt x="3699932" y="1495988"/>
                </a:moveTo>
                <a:cubicBezTo>
                  <a:pt x="3722708" y="1494573"/>
                  <a:pt x="3745713" y="1496849"/>
                  <a:pt x="3768026" y="1502882"/>
                </a:cubicBezTo>
                <a:cubicBezTo>
                  <a:pt x="3815904" y="1519516"/>
                  <a:pt x="3859051" y="1547443"/>
                  <a:pt x="3893832" y="1584284"/>
                </a:cubicBezTo>
                <a:cubicBezTo>
                  <a:pt x="3844829" y="1594901"/>
                  <a:pt x="3794410" y="1597636"/>
                  <a:pt x="3744539" y="1592327"/>
                </a:cubicBezTo>
                <a:cubicBezTo>
                  <a:pt x="3682763" y="1585892"/>
                  <a:pt x="3633212" y="1511247"/>
                  <a:pt x="3633212" y="1511247"/>
                </a:cubicBezTo>
                <a:cubicBezTo>
                  <a:pt x="3654609" y="1502512"/>
                  <a:pt x="3677156" y="1497404"/>
                  <a:pt x="3699932" y="1495988"/>
                </a:cubicBezTo>
                <a:close/>
                <a:moveTo>
                  <a:pt x="1063708" y="1360670"/>
                </a:moveTo>
                <a:cubicBezTo>
                  <a:pt x="1059525" y="1360670"/>
                  <a:pt x="1053090" y="1365818"/>
                  <a:pt x="1050516" y="1365818"/>
                </a:cubicBezTo>
                <a:cubicBezTo>
                  <a:pt x="1045883" y="1367748"/>
                  <a:pt x="1041636" y="1370451"/>
                  <a:pt x="1037968" y="1373862"/>
                </a:cubicBezTo>
                <a:cubicBezTo>
                  <a:pt x="1035394" y="1376758"/>
                  <a:pt x="1028959" y="1386410"/>
                  <a:pt x="1023168" y="1390593"/>
                </a:cubicBezTo>
                <a:cubicBezTo>
                  <a:pt x="1017376" y="1394776"/>
                  <a:pt x="1010297" y="1401854"/>
                  <a:pt x="1006436" y="1404750"/>
                </a:cubicBezTo>
                <a:cubicBezTo>
                  <a:pt x="1002575" y="1407645"/>
                  <a:pt x="994209" y="1407324"/>
                  <a:pt x="991636" y="1409576"/>
                </a:cubicBezTo>
                <a:cubicBezTo>
                  <a:pt x="989030" y="1411667"/>
                  <a:pt x="987807" y="1414981"/>
                  <a:pt x="988418" y="1418263"/>
                </a:cubicBezTo>
                <a:lnTo>
                  <a:pt x="988097" y="1418263"/>
                </a:lnTo>
                <a:cubicBezTo>
                  <a:pt x="988386" y="1423894"/>
                  <a:pt x="987839" y="1429524"/>
                  <a:pt x="986488" y="1434994"/>
                </a:cubicBezTo>
                <a:cubicBezTo>
                  <a:pt x="987260" y="1438179"/>
                  <a:pt x="989738" y="1440657"/>
                  <a:pt x="992923" y="1441429"/>
                </a:cubicBezTo>
                <a:cubicBezTo>
                  <a:pt x="1004956" y="1440238"/>
                  <a:pt x="1016893" y="1444775"/>
                  <a:pt x="1025098" y="1453655"/>
                </a:cubicBezTo>
                <a:cubicBezTo>
                  <a:pt x="1037646" y="1466525"/>
                  <a:pt x="1040864" y="1477143"/>
                  <a:pt x="1055343" y="1492265"/>
                </a:cubicBezTo>
                <a:cubicBezTo>
                  <a:pt x="1063708" y="1500309"/>
                  <a:pt x="1061777" y="1508352"/>
                  <a:pt x="1063708" y="1516396"/>
                </a:cubicBezTo>
                <a:cubicBezTo>
                  <a:pt x="1061938" y="1525405"/>
                  <a:pt x="1059010" y="1534189"/>
                  <a:pt x="1055021" y="1542458"/>
                </a:cubicBezTo>
                <a:cubicBezTo>
                  <a:pt x="1051578" y="1547316"/>
                  <a:pt x="1047814" y="1551949"/>
                  <a:pt x="1043759" y="1556292"/>
                </a:cubicBezTo>
                <a:cubicBezTo>
                  <a:pt x="1037968" y="1562728"/>
                  <a:pt x="1037325" y="1572380"/>
                  <a:pt x="1032498" y="1579780"/>
                </a:cubicBezTo>
                <a:cubicBezTo>
                  <a:pt x="1025870" y="1586826"/>
                  <a:pt x="1025870" y="1597830"/>
                  <a:pt x="1032498" y="1604877"/>
                </a:cubicBezTo>
                <a:cubicBezTo>
                  <a:pt x="1040317" y="1611408"/>
                  <a:pt x="1047459" y="1618744"/>
                  <a:pt x="1053734" y="1626755"/>
                </a:cubicBezTo>
                <a:cubicBezTo>
                  <a:pt x="1059204" y="1632225"/>
                  <a:pt x="1060491" y="1630295"/>
                  <a:pt x="1066926" y="1634156"/>
                </a:cubicBezTo>
                <a:cubicBezTo>
                  <a:pt x="1073361" y="1638017"/>
                  <a:pt x="1076900" y="1643486"/>
                  <a:pt x="1085266" y="1646060"/>
                </a:cubicBezTo>
                <a:cubicBezTo>
                  <a:pt x="1088837" y="1647701"/>
                  <a:pt x="1092955" y="1647701"/>
                  <a:pt x="1096527" y="1646060"/>
                </a:cubicBezTo>
                <a:cubicBezTo>
                  <a:pt x="1100066" y="1644451"/>
                  <a:pt x="1102318" y="1638338"/>
                  <a:pt x="1104249" y="1635121"/>
                </a:cubicBezTo>
                <a:cubicBezTo>
                  <a:pt x="1106212" y="1629265"/>
                  <a:pt x="1108560" y="1623570"/>
                  <a:pt x="1111327" y="1618068"/>
                </a:cubicBezTo>
                <a:cubicBezTo>
                  <a:pt x="1115831" y="1613693"/>
                  <a:pt x="1119532" y="1608576"/>
                  <a:pt x="1122267" y="1602946"/>
                </a:cubicBezTo>
                <a:cubicBezTo>
                  <a:pt x="1122267" y="1602946"/>
                  <a:pt x="1128702" y="1599729"/>
                  <a:pt x="1133206" y="1599729"/>
                </a:cubicBezTo>
                <a:cubicBezTo>
                  <a:pt x="1144435" y="1608352"/>
                  <a:pt x="1155182" y="1617586"/>
                  <a:pt x="1165381" y="1627399"/>
                </a:cubicBezTo>
                <a:cubicBezTo>
                  <a:pt x="1170852" y="1633834"/>
                  <a:pt x="1167312" y="1646704"/>
                  <a:pt x="1165381" y="1653139"/>
                </a:cubicBezTo>
                <a:cubicBezTo>
                  <a:pt x="1162969" y="1667971"/>
                  <a:pt x="1159397" y="1682611"/>
                  <a:pt x="1154764" y="1696897"/>
                </a:cubicBezTo>
                <a:cubicBezTo>
                  <a:pt x="1150388" y="1703814"/>
                  <a:pt x="1147235" y="1711439"/>
                  <a:pt x="1145433" y="1719419"/>
                </a:cubicBezTo>
                <a:cubicBezTo>
                  <a:pt x="1144307" y="1727591"/>
                  <a:pt x="1142472" y="1735667"/>
                  <a:pt x="1139963" y="1743550"/>
                </a:cubicBezTo>
                <a:cubicBezTo>
                  <a:pt x="1138676" y="1747733"/>
                  <a:pt x="1133528" y="1750307"/>
                  <a:pt x="1131598" y="1754489"/>
                </a:cubicBezTo>
                <a:cubicBezTo>
                  <a:pt x="1129796" y="1759637"/>
                  <a:pt x="1131051" y="1765364"/>
                  <a:pt x="1134816" y="1769290"/>
                </a:cubicBezTo>
                <a:cubicBezTo>
                  <a:pt x="1136424" y="1770899"/>
                  <a:pt x="1145433" y="1773794"/>
                  <a:pt x="1149938" y="1776368"/>
                </a:cubicBezTo>
                <a:cubicBezTo>
                  <a:pt x="1154442" y="1778942"/>
                  <a:pt x="1160877" y="1786020"/>
                  <a:pt x="1166025" y="1786020"/>
                </a:cubicBezTo>
                <a:cubicBezTo>
                  <a:pt x="1172074" y="1784573"/>
                  <a:pt x="1178187" y="1783479"/>
                  <a:pt x="1184365" y="1782803"/>
                </a:cubicBezTo>
                <a:cubicBezTo>
                  <a:pt x="1194339" y="1782803"/>
                  <a:pt x="1212357" y="1787630"/>
                  <a:pt x="1214931" y="1780551"/>
                </a:cubicBezTo>
                <a:cubicBezTo>
                  <a:pt x="1217923" y="1766233"/>
                  <a:pt x="1219757" y="1751722"/>
                  <a:pt x="1220401" y="1737115"/>
                </a:cubicBezTo>
                <a:cubicBezTo>
                  <a:pt x="1223908" y="1729554"/>
                  <a:pt x="1226707" y="1721703"/>
                  <a:pt x="1228766" y="1713627"/>
                </a:cubicBezTo>
                <a:cubicBezTo>
                  <a:pt x="1230182" y="1699213"/>
                  <a:pt x="1233432" y="1685056"/>
                  <a:pt x="1238420" y="1671478"/>
                </a:cubicBezTo>
                <a:cubicBezTo>
                  <a:pt x="1242409" y="1661633"/>
                  <a:pt x="1245755" y="1651530"/>
                  <a:pt x="1248394" y="1641234"/>
                </a:cubicBezTo>
                <a:cubicBezTo>
                  <a:pt x="1250324" y="1632869"/>
                  <a:pt x="1242924" y="1615494"/>
                  <a:pt x="1248394" y="1603268"/>
                </a:cubicBezTo>
                <a:cubicBezTo>
                  <a:pt x="1252930" y="1591782"/>
                  <a:pt x="1255440" y="1579587"/>
                  <a:pt x="1255793" y="1567232"/>
                </a:cubicBezTo>
                <a:cubicBezTo>
                  <a:pt x="1256727" y="1560604"/>
                  <a:pt x="1254989" y="1553912"/>
                  <a:pt x="1250967" y="1548571"/>
                </a:cubicBezTo>
                <a:cubicBezTo>
                  <a:pt x="1242280" y="1536666"/>
                  <a:pt x="1237132" y="1524761"/>
                  <a:pt x="1234880" y="1521866"/>
                </a:cubicBezTo>
                <a:cubicBezTo>
                  <a:pt x="1232627" y="1518970"/>
                  <a:pt x="1227479" y="1518005"/>
                  <a:pt x="1222975" y="1514787"/>
                </a:cubicBezTo>
                <a:lnTo>
                  <a:pt x="1215253" y="1509639"/>
                </a:lnTo>
                <a:cubicBezTo>
                  <a:pt x="1213001" y="1508030"/>
                  <a:pt x="1208175" y="1510283"/>
                  <a:pt x="1200774" y="1502883"/>
                </a:cubicBezTo>
                <a:cubicBezTo>
                  <a:pt x="1195336" y="1497702"/>
                  <a:pt x="1190188" y="1492201"/>
                  <a:pt x="1185330" y="1486473"/>
                </a:cubicBezTo>
                <a:cubicBezTo>
                  <a:pt x="1178251" y="1478108"/>
                  <a:pt x="1173747" y="1471030"/>
                  <a:pt x="1168599" y="1465560"/>
                </a:cubicBezTo>
                <a:cubicBezTo>
                  <a:pt x="1151868" y="1447220"/>
                  <a:pt x="1146398" y="1441107"/>
                  <a:pt x="1138354" y="1433385"/>
                </a:cubicBezTo>
                <a:cubicBezTo>
                  <a:pt x="1132724" y="1427497"/>
                  <a:pt x="1127447" y="1421255"/>
                  <a:pt x="1122589" y="1414724"/>
                </a:cubicBezTo>
                <a:cubicBezTo>
                  <a:pt x="1118084" y="1404106"/>
                  <a:pt x="1115188" y="1394132"/>
                  <a:pt x="1113258" y="1390914"/>
                </a:cubicBezTo>
                <a:cubicBezTo>
                  <a:pt x="1108721" y="1385316"/>
                  <a:pt x="1103637" y="1380136"/>
                  <a:pt x="1098135" y="1375470"/>
                </a:cubicBezTo>
                <a:cubicBezTo>
                  <a:pt x="1093952" y="1372253"/>
                  <a:pt x="1093952" y="1369036"/>
                  <a:pt x="1088483" y="1365175"/>
                </a:cubicBezTo>
                <a:cubicBezTo>
                  <a:pt x="1080697" y="1361732"/>
                  <a:pt x="1072202" y="1360188"/>
                  <a:pt x="1063708" y="1360670"/>
                </a:cubicBezTo>
                <a:close/>
                <a:moveTo>
                  <a:pt x="3906239" y="1359406"/>
                </a:moveTo>
                <a:lnTo>
                  <a:pt x="4034758" y="1377078"/>
                </a:lnTo>
                <a:cubicBezTo>
                  <a:pt x="4001521" y="1411376"/>
                  <a:pt x="3959049" y="1435282"/>
                  <a:pt x="3912493" y="1445932"/>
                </a:cubicBezTo>
                <a:cubicBezTo>
                  <a:pt x="3855221" y="1458158"/>
                  <a:pt x="3781860" y="1404748"/>
                  <a:pt x="3781860" y="1404748"/>
                </a:cubicBezTo>
                <a:cubicBezTo>
                  <a:pt x="3799283" y="1390076"/>
                  <a:pt x="3819023" y="1378726"/>
                  <a:pt x="3840102" y="1371049"/>
                </a:cubicBezTo>
                <a:close/>
                <a:moveTo>
                  <a:pt x="3906058" y="1359381"/>
                </a:moveTo>
                <a:lnTo>
                  <a:pt x="3906380" y="1359381"/>
                </a:lnTo>
                <a:lnTo>
                  <a:pt x="3906239" y="1359406"/>
                </a:lnTo>
                <a:close/>
                <a:moveTo>
                  <a:pt x="5430878" y="1207559"/>
                </a:moveTo>
                <a:cubicBezTo>
                  <a:pt x="5427218" y="1208725"/>
                  <a:pt x="5424403" y="1210736"/>
                  <a:pt x="5424725" y="1212023"/>
                </a:cubicBezTo>
                <a:cubicBezTo>
                  <a:pt x="5425367" y="1214597"/>
                  <a:pt x="5413784" y="1228110"/>
                  <a:pt x="5407993" y="1233258"/>
                </a:cubicBezTo>
                <a:cubicBezTo>
                  <a:pt x="5388687" y="1249989"/>
                  <a:pt x="5384184" y="1261250"/>
                  <a:pt x="5375818" y="1267363"/>
                </a:cubicBezTo>
                <a:cubicBezTo>
                  <a:pt x="5362305" y="1277981"/>
                  <a:pt x="5344287" y="1292138"/>
                  <a:pt x="5341712" y="1295034"/>
                </a:cubicBezTo>
                <a:cubicBezTo>
                  <a:pt x="5336532" y="1300246"/>
                  <a:pt x="5331995" y="1306102"/>
                  <a:pt x="5328199" y="1312408"/>
                </a:cubicBezTo>
                <a:cubicBezTo>
                  <a:pt x="5326526" y="1317299"/>
                  <a:pt x="5324274" y="1321932"/>
                  <a:pt x="5321442" y="1326243"/>
                </a:cubicBezTo>
                <a:cubicBezTo>
                  <a:pt x="5318867" y="1329461"/>
                  <a:pt x="5311146" y="1326243"/>
                  <a:pt x="5311146" y="1326243"/>
                </a:cubicBezTo>
                <a:cubicBezTo>
                  <a:pt x="5303777" y="1324216"/>
                  <a:pt x="5296827" y="1320966"/>
                  <a:pt x="5290553" y="1316591"/>
                </a:cubicBezTo>
                <a:cubicBezTo>
                  <a:pt x="5289589" y="1315979"/>
                  <a:pt x="5288784" y="1315143"/>
                  <a:pt x="5288173" y="1314210"/>
                </a:cubicBezTo>
                <a:cubicBezTo>
                  <a:pt x="5285759" y="1310477"/>
                  <a:pt x="5286822" y="1305490"/>
                  <a:pt x="5290553" y="1303077"/>
                </a:cubicBezTo>
                <a:cubicBezTo>
                  <a:pt x="5298178" y="1295484"/>
                  <a:pt x="5304775" y="1286958"/>
                  <a:pt x="5310179" y="1277659"/>
                </a:cubicBezTo>
                <a:cubicBezTo>
                  <a:pt x="5309859" y="1272833"/>
                  <a:pt x="5305032" y="1272833"/>
                  <a:pt x="5305032" y="1272833"/>
                </a:cubicBezTo>
                <a:cubicBezTo>
                  <a:pt x="5289589" y="1277080"/>
                  <a:pt x="5273886" y="1280426"/>
                  <a:pt x="5258056" y="1282807"/>
                </a:cubicBezTo>
                <a:cubicBezTo>
                  <a:pt x="5254034" y="1282582"/>
                  <a:pt x="5250110" y="1281585"/>
                  <a:pt x="5246473" y="1279911"/>
                </a:cubicBezTo>
                <a:cubicBezTo>
                  <a:pt x="5240939" y="1279075"/>
                  <a:pt x="5235405" y="1281295"/>
                  <a:pt x="5231994" y="1285703"/>
                </a:cubicBezTo>
                <a:cubicBezTo>
                  <a:pt x="5220734" y="1305008"/>
                  <a:pt x="5213976" y="1301468"/>
                  <a:pt x="5205610" y="1309512"/>
                </a:cubicBezTo>
                <a:cubicBezTo>
                  <a:pt x="5197181" y="1318682"/>
                  <a:pt x="5191037" y="1329718"/>
                  <a:pt x="5187592" y="1341687"/>
                </a:cubicBezTo>
                <a:cubicBezTo>
                  <a:pt x="5185566" y="1347479"/>
                  <a:pt x="5188010" y="1353849"/>
                  <a:pt x="5193385" y="1356809"/>
                </a:cubicBezTo>
                <a:cubicBezTo>
                  <a:pt x="5204968" y="1364853"/>
                  <a:pt x="5222020" y="1361957"/>
                  <a:pt x="5241004" y="1364853"/>
                </a:cubicBezTo>
                <a:cubicBezTo>
                  <a:pt x="5245605" y="1365335"/>
                  <a:pt x="5250238" y="1365335"/>
                  <a:pt x="5254839" y="1364853"/>
                </a:cubicBezTo>
                <a:cubicBezTo>
                  <a:pt x="5265361" y="1362247"/>
                  <a:pt x="5276203" y="1361282"/>
                  <a:pt x="5287014" y="1361957"/>
                </a:cubicBezTo>
                <a:cubicBezTo>
                  <a:pt x="5297020" y="1365625"/>
                  <a:pt x="5306448" y="1370709"/>
                  <a:pt x="5315006" y="1377079"/>
                </a:cubicBezTo>
                <a:cubicBezTo>
                  <a:pt x="5321442" y="1381262"/>
                  <a:pt x="5331094" y="1388662"/>
                  <a:pt x="5335921" y="1392201"/>
                </a:cubicBezTo>
                <a:cubicBezTo>
                  <a:pt x="5344898" y="1398765"/>
                  <a:pt x="5353521" y="1405843"/>
                  <a:pt x="5361661" y="1413437"/>
                </a:cubicBezTo>
                <a:cubicBezTo>
                  <a:pt x="5367065" y="1418038"/>
                  <a:pt x="5372890" y="1422124"/>
                  <a:pt x="5379035" y="1425663"/>
                </a:cubicBezTo>
                <a:cubicBezTo>
                  <a:pt x="5385501" y="1428398"/>
                  <a:pt x="5391391" y="1432356"/>
                  <a:pt x="5396410" y="1437246"/>
                </a:cubicBezTo>
                <a:cubicBezTo>
                  <a:pt x="5404774" y="1448733"/>
                  <a:pt x="5415811" y="1458031"/>
                  <a:pt x="5428586" y="1464273"/>
                </a:cubicBezTo>
                <a:cubicBezTo>
                  <a:pt x="5432446" y="1465560"/>
                  <a:pt x="5443385" y="1478108"/>
                  <a:pt x="5448856" y="1480682"/>
                </a:cubicBezTo>
                <a:cubicBezTo>
                  <a:pt x="5455965" y="1485058"/>
                  <a:pt x="5462369" y="1490463"/>
                  <a:pt x="5467838" y="1496769"/>
                </a:cubicBezTo>
                <a:cubicBezTo>
                  <a:pt x="5462722" y="1503269"/>
                  <a:pt x="5453972" y="1505617"/>
                  <a:pt x="5446281" y="1502561"/>
                </a:cubicBezTo>
                <a:cubicBezTo>
                  <a:pt x="5442743" y="1500309"/>
                  <a:pt x="5429550" y="1498056"/>
                  <a:pt x="5426655" y="1495161"/>
                </a:cubicBezTo>
                <a:cubicBezTo>
                  <a:pt x="5423148" y="1490431"/>
                  <a:pt x="5420316" y="1485251"/>
                  <a:pt x="5418289" y="1479717"/>
                </a:cubicBezTo>
                <a:cubicBezTo>
                  <a:pt x="5416681" y="1477143"/>
                  <a:pt x="5410245" y="1473282"/>
                  <a:pt x="5406385" y="1468456"/>
                </a:cubicBezTo>
                <a:cubicBezTo>
                  <a:pt x="5402812" y="1462729"/>
                  <a:pt x="5398243" y="1457709"/>
                  <a:pt x="5392870" y="1453655"/>
                </a:cubicBezTo>
                <a:cubicBezTo>
                  <a:pt x="5389009" y="1451403"/>
                  <a:pt x="5382573" y="1451403"/>
                  <a:pt x="5382573" y="1451403"/>
                </a:cubicBezTo>
                <a:cubicBezTo>
                  <a:pt x="5371635" y="1444324"/>
                  <a:pt x="5374209" y="1445612"/>
                  <a:pt x="5369060" y="1444324"/>
                </a:cubicBezTo>
                <a:cubicBezTo>
                  <a:pt x="5363913" y="1443038"/>
                  <a:pt x="5357478" y="1434029"/>
                  <a:pt x="5354903" y="1434029"/>
                </a:cubicBezTo>
                <a:cubicBezTo>
                  <a:pt x="5348050" y="1430103"/>
                  <a:pt x="5341486" y="1425695"/>
                  <a:pt x="5335277" y="1420837"/>
                </a:cubicBezTo>
                <a:cubicBezTo>
                  <a:pt x="5330772" y="1417941"/>
                  <a:pt x="5324016" y="1409898"/>
                  <a:pt x="5320155" y="1407645"/>
                </a:cubicBezTo>
                <a:cubicBezTo>
                  <a:pt x="5317098" y="1406680"/>
                  <a:pt x="5313977" y="1405908"/>
                  <a:pt x="5310823" y="1405393"/>
                </a:cubicBezTo>
                <a:cubicBezTo>
                  <a:pt x="5305354" y="1403784"/>
                  <a:pt x="5300849" y="1390271"/>
                  <a:pt x="5294736" y="1390271"/>
                </a:cubicBezTo>
                <a:cubicBezTo>
                  <a:pt x="5276718" y="1388984"/>
                  <a:pt x="5262239" y="1404106"/>
                  <a:pt x="5257414" y="1404106"/>
                </a:cubicBezTo>
                <a:cubicBezTo>
                  <a:pt x="5250688" y="1405843"/>
                  <a:pt x="5244639" y="1409544"/>
                  <a:pt x="5240038" y="1414724"/>
                </a:cubicBezTo>
                <a:cubicBezTo>
                  <a:pt x="5233924" y="1419228"/>
                  <a:pt x="5231674" y="1421481"/>
                  <a:pt x="5233924" y="1427915"/>
                </a:cubicBezTo>
                <a:cubicBezTo>
                  <a:pt x="5235888" y="1432581"/>
                  <a:pt x="5239427" y="1436442"/>
                  <a:pt x="5243899" y="1438855"/>
                </a:cubicBezTo>
                <a:cubicBezTo>
                  <a:pt x="5249466" y="1442619"/>
                  <a:pt x="5255868" y="1444968"/>
                  <a:pt x="5262561" y="1445612"/>
                </a:cubicBezTo>
                <a:cubicBezTo>
                  <a:pt x="5268835" y="1445225"/>
                  <a:pt x="5275110" y="1446673"/>
                  <a:pt x="5280579" y="1449794"/>
                </a:cubicBezTo>
                <a:cubicBezTo>
                  <a:pt x="5283153" y="1452690"/>
                  <a:pt x="5293450" y="1458160"/>
                  <a:pt x="5288945" y="1461055"/>
                </a:cubicBezTo>
                <a:cubicBezTo>
                  <a:pt x="5283411" y="1464015"/>
                  <a:pt x="5277586" y="1466396"/>
                  <a:pt x="5271571" y="1468134"/>
                </a:cubicBezTo>
                <a:cubicBezTo>
                  <a:pt x="5267388" y="1469421"/>
                  <a:pt x="5259666" y="1476499"/>
                  <a:pt x="5256769" y="1478430"/>
                </a:cubicBezTo>
                <a:cubicBezTo>
                  <a:pt x="5253873" y="1480360"/>
                  <a:pt x="5251622" y="1480360"/>
                  <a:pt x="5247117" y="1480360"/>
                </a:cubicBezTo>
                <a:cubicBezTo>
                  <a:pt x="5241711" y="1479427"/>
                  <a:pt x="5236468" y="1477561"/>
                  <a:pt x="5231674" y="1474890"/>
                </a:cubicBezTo>
                <a:cubicBezTo>
                  <a:pt x="5224981" y="1469903"/>
                  <a:pt x="5217870" y="1465496"/>
                  <a:pt x="5210437" y="1461699"/>
                </a:cubicBezTo>
                <a:cubicBezTo>
                  <a:pt x="5203360" y="1459125"/>
                  <a:pt x="5190489" y="1458481"/>
                  <a:pt x="5187914" y="1455586"/>
                </a:cubicBezTo>
                <a:cubicBezTo>
                  <a:pt x="5185342" y="1452690"/>
                  <a:pt x="5180837" y="1440142"/>
                  <a:pt x="5177940" y="1437246"/>
                </a:cubicBezTo>
                <a:cubicBezTo>
                  <a:pt x="5168899" y="1429975"/>
                  <a:pt x="5157188" y="1426950"/>
                  <a:pt x="5145765" y="1428881"/>
                </a:cubicBezTo>
                <a:cubicBezTo>
                  <a:pt x="5138654" y="1431969"/>
                  <a:pt x="5132059" y="1436088"/>
                  <a:pt x="5126139" y="1441107"/>
                </a:cubicBezTo>
                <a:cubicBezTo>
                  <a:pt x="5123242" y="1443681"/>
                  <a:pt x="5114878" y="1450759"/>
                  <a:pt x="5115520" y="1453977"/>
                </a:cubicBezTo>
                <a:cubicBezTo>
                  <a:pt x="5116164" y="1457195"/>
                  <a:pt x="5119381" y="1461699"/>
                  <a:pt x="5119381" y="1464916"/>
                </a:cubicBezTo>
                <a:cubicBezTo>
                  <a:pt x="5119061" y="1477143"/>
                  <a:pt x="5127747" y="1482291"/>
                  <a:pt x="5130644" y="1485187"/>
                </a:cubicBezTo>
                <a:cubicBezTo>
                  <a:pt x="5133538" y="1488082"/>
                  <a:pt x="5149626" y="1492587"/>
                  <a:pt x="5154775" y="1497413"/>
                </a:cubicBezTo>
                <a:cubicBezTo>
                  <a:pt x="5162400" y="1504523"/>
                  <a:pt x="5170701" y="1510894"/>
                  <a:pt x="5179548" y="1516396"/>
                </a:cubicBezTo>
                <a:cubicBezTo>
                  <a:pt x="5188270" y="1521705"/>
                  <a:pt x="5196441" y="1527850"/>
                  <a:pt x="5204002" y="1534735"/>
                </a:cubicBezTo>
                <a:cubicBezTo>
                  <a:pt x="5210437" y="1543101"/>
                  <a:pt x="5205932" y="1548249"/>
                  <a:pt x="5200785" y="1549858"/>
                </a:cubicBezTo>
                <a:cubicBezTo>
                  <a:pt x="5183731" y="1554040"/>
                  <a:pt x="5154131" y="1572380"/>
                  <a:pt x="5138687" y="1563693"/>
                </a:cubicBezTo>
                <a:cubicBezTo>
                  <a:pt x="5132574" y="1559832"/>
                  <a:pt x="5120347" y="1549214"/>
                  <a:pt x="5106512" y="1539240"/>
                </a:cubicBezTo>
                <a:cubicBezTo>
                  <a:pt x="5098790" y="1532483"/>
                  <a:pt x="5091067" y="1527335"/>
                  <a:pt x="5089136" y="1532483"/>
                </a:cubicBezTo>
                <a:cubicBezTo>
                  <a:pt x="5087206" y="1537632"/>
                  <a:pt x="5097824" y="1567232"/>
                  <a:pt x="5089136" y="1575919"/>
                </a:cubicBezTo>
                <a:cubicBezTo>
                  <a:pt x="5084633" y="1580102"/>
                  <a:pt x="5075945" y="1587180"/>
                  <a:pt x="5071763" y="1591363"/>
                </a:cubicBezTo>
                <a:cubicBezTo>
                  <a:pt x="5076751" y="1601337"/>
                  <a:pt x="5084439" y="1609703"/>
                  <a:pt x="5093963" y="1615494"/>
                </a:cubicBezTo>
                <a:cubicBezTo>
                  <a:pt x="5100882" y="1618326"/>
                  <a:pt x="5107284" y="1622251"/>
                  <a:pt x="5112948" y="1627077"/>
                </a:cubicBezTo>
                <a:cubicBezTo>
                  <a:pt x="5121184" y="1632129"/>
                  <a:pt x="5129774" y="1636536"/>
                  <a:pt x="5138687" y="1640269"/>
                </a:cubicBezTo>
                <a:cubicBezTo>
                  <a:pt x="5150914" y="1647347"/>
                  <a:pt x="5163783" y="1633834"/>
                  <a:pt x="5177298" y="1629329"/>
                </a:cubicBezTo>
                <a:cubicBezTo>
                  <a:pt x="5179228" y="1629008"/>
                  <a:pt x="5190489" y="1630617"/>
                  <a:pt x="5195958" y="1625146"/>
                </a:cubicBezTo>
                <a:cubicBezTo>
                  <a:pt x="5202297" y="1619323"/>
                  <a:pt x="5209730" y="1614851"/>
                  <a:pt x="5217837" y="1611955"/>
                </a:cubicBezTo>
                <a:cubicBezTo>
                  <a:pt x="5224594" y="1608094"/>
                  <a:pt x="5229421" y="1603589"/>
                  <a:pt x="5235535" y="1599085"/>
                </a:cubicBezTo>
                <a:cubicBezTo>
                  <a:pt x="5241648" y="1594581"/>
                  <a:pt x="5245187" y="1586859"/>
                  <a:pt x="5252909" y="1580424"/>
                </a:cubicBezTo>
                <a:cubicBezTo>
                  <a:pt x="5260630" y="1573989"/>
                  <a:pt x="5286370" y="1592972"/>
                  <a:pt x="5290231" y="1595868"/>
                </a:cubicBezTo>
                <a:cubicBezTo>
                  <a:pt x="5294092" y="1598763"/>
                  <a:pt x="5296666" y="1598763"/>
                  <a:pt x="5305032" y="1603911"/>
                </a:cubicBezTo>
                <a:cubicBezTo>
                  <a:pt x="5313398" y="1609059"/>
                  <a:pt x="5316937" y="1612920"/>
                  <a:pt x="5324336" y="1618068"/>
                </a:cubicBezTo>
                <a:cubicBezTo>
                  <a:pt x="5329808" y="1620417"/>
                  <a:pt x="5335856" y="1621093"/>
                  <a:pt x="5341712" y="1619999"/>
                </a:cubicBezTo>
                <a:cubicBezTo>
                  <a:pt x="5348468" y="1619677"/>
                  <a:pt x="5357156" y="1611955"/>
                  <a:pt x="5362625" y="1608416"/>
                </a:cubicBezTo>
                <a:cubicBezTo>
                  <a:pt x="5368096" y="1604877"/>
                  <a:pt x="5362625" y="1595868"/>
                  <a:pt x="5362625" y="1595868"/>
                </a:cubicBezTo>
                <a:cubicBezTo>
                  <a:pt x="5357478" y="1585250"/>
                  <a:pt x="5356191" y="1577206"/>
                  <a:pt x="5353939" y="1573023"/>
                </a:cubicBezTo>
                <a:cubicBezTo>
                  <a:pt x="5346859" y="1562084"/>
                  <a:pt x="5349434" y="1551466"/>
                  <a:pt x="5346859" y="1548571"/>
                </a:cubicBezTo>
                <a:cubicBezTo>
                  <a:pt x="5344287" y="1545675"/>
                  <a:pt x="5338173" y="1547927"/>
                  <a:pt x="5333024" y="1543744"/>
                </a:cubicBezTo>
                <a:cubicBezTo>
                  <a:pt x="5327877" y="1539562"/>
                  <a:pt x="5317903" y="1537309"/>
                  <a:pt x="5313398" y="1534414"/>
                </a:cubicBezTo>
                <a:cubicBezTo>
                  <a:pt x="5308893" y="1531518"/>
                  <a:pt x="5307285" y="1527335"/>
                  <a:pt x="5307285" y="1524761"/>
                </a:cubicBezTo>
                <a:cubicBezTo>
                  <a:pt x="5311852" y="1518584"/>
                  <a:pt x="5318449" y="1514240"/>
                  <a:pt x="5325947" y="1512535"/>
                </a:cubicBezTo>
                <a:cubicBezTo>
                  <a:pt x="5335342" y="1511505"/>
                  <a:pt x="5344833" y="1511505"/>
                  <a:pt x="5354261" y="1512535"/>
                </a:cubicBezTo>
                <a:cubicBezTo>
                  <a:pt x="5361113" y="1514305"/>
                  <a:pt x="5368320" y="1514305"/>
                  <a:pt x="5375174" y="1512535"/>
                </a:cubicBezTo>
                <a:cubicBezTo>
                  <a:pt x="5391841" y="1510186"/>
                  <a:pt x="5408765" y="1513725"/>
                  <a:pt x="5423114" y="1522509"/>
                </a:cubicBezTo>
                <a:cubicBezTo>
                  <a:pt x="5429872" y="1527657"/>
                  <a:pt x="5438560" y="1533770"/>
                  <a:pt x="5439202" y="1539240"/>
                </a:cubicBezTo>
                <a:cubicBezTo>
                  <a:pt x="5439846" y="1544710"/>
                  <a:pt x="5447890" y="1553397"/>
                  <a:pt x="5450142" y="1553397"/>
                </a:cubicBezTo>
                <a:cubicBezTo>
                  <a:pt x="5455612" y="1553622"/>
                  <a:pt x="5460792" y="1555939"/>
                  <a:pt x="5464621" y="1559832"/>
                </a:cubicBezTo>
                <a:cubicBezTo>
                  <a:pt x="5475560" y="1572091"/>
                  <a:pt x="5489717" y="1581003"/>
                  <a:pt x="5505483" y="1585572"/>
                </a:cubicBezTo>
                <a:cubicBezTo>
                  <a:pt x="5515908" y="1582773"/>
                  <a:pt x="5525561" y="1577721"/>
                  <a:pt x="5533797" y="1570772"/>
                </a:cubicBezTo>
                <a:cubicBezTo>
                  <a:pt x="5543160" y="1563242"/>
                  <a:pt x="5550014" y="1553011"/>
                  <a:pt x="5553425" y="1541492"/>
                </a:cubicBezTo>
                <a:cubicBezTo>
                  <a:pt x="5554067" y="1534735"/>
                  <a:pt x="5547954" y="1534414"/>
                  <a:pt x="5546990" y="1527014"/>
                </a:cubicBezTo>
                <a:cubicBezTo>
                  <a:pt x="5546024" y="1519613"/>
                  <a:pt x="5540876" y="1518005"/>
                  <a:pt x="5540876" y="1514787"/>
                </a:cubicBezTo>
                <a:cubicBezTo>
                  <a:pt x="5540876" y="1511570"/>
                  <a:pt x="5540876" y="1503848"/>
                  <a:pt x="5540876" y="1500309"/>
                </a:cubicBezTo>
                <a:cubicBezTo>
                  <a:pt x="5537948" y="1496512"/>
                  <a:pt x="5534472" y="1493166"/>
                  <a:pt x="5530580" y="1490335"/>
                </a:cubicBezTo>
                <a:cubicBezTo>
                  <a:pt x="5522440" y="1489948"/>
                  <a:pt x="5514557" y="1487407"/>
                  <a:pt x="5507735" y="1482934"/>
                </a:cubicBezTo>
                <a:cubicBezTo>
                  <a:pt x="5505162" y="1480038"/>
                  <a:pt x="5499691" y="1476499"/>
                  <a:pt x="5502910" y="1472638"/>
                </a:cubicBezTo>
                <a:cubicBezTo>
                  <a:pt x="5508701" y="1467297"/>
                  <a:pt x="5515329" y="1462954"/>
                  <a:pt x="5522536" y="1459768"/>
                </a:cubicBezTo>
                <a:lnTo>
                  <a:pt x="5538946" y="1450759"/>
                </a:lnTo>
                <a:cubicBezTo>
                  <a:pt x="5541519" y="1449151"/>
                  <a:pt x="5554067" y="1444003"/>
                  <a:pt x="5554067" y="1444003"/>
                </a:cubicBezTo>
                <a:cubicBezTo>
                  <a:pt x="5567356" y="1434350"/>
                  <a:pt x="5583057" y="1428559"/>
                  <a:pt x="5599435" y="1427272"/>
                </a:cubicBezTo>
                <a:cubicBezTo>
                  <a:pt x="5610374" y="1427593"/>
                  <a:pt x="5628714" y="1437246"/>
                  <a:pt x="5629680" y="1431133"/>
                </a:cubicBezTo>
                <a:cubicBezTo>
                  <a:pt x="5630644" y="1425020"/>
                  <a:pt x="5642871" y="1420515"/>
                  <a:pt x="5647376" y="1417298"/>
                </a:cubicBezTo>
                <a:cubicBezTo>
                  <a:pt x="5651463" y="1414724"/>
                  <a:pt x="5653874" y="1410219"/>
                  <a:pt x="5653811" y="1405393"/>
                </a:cubicBezTo>
                <a:cubicBezTo>
                  <a:pt x="5653167" y="1398604"/>
                  <a:pt x="5651751" y="1391912"/>
                  <a:pt x="5649628" y="1385445"/>
                </a:cubicBezTo>
                <a:cubicBezTo>
                  <a:pt x="5647698" y="1380007"/>
                  <a:pt x="5643063" y="1375953"/>
                  <a:pt x="5637402" y="1374827"/>
                </a:cubicBezTo>
                <a:cubicBezTo>
                  <a:pt x="5634505" y="1373218"/>
                  <a:pt x="5634505" y="1376114"/>
                  <a:pt x="5629036" y="1374827"/>
                </a:cubicBezTo>
                <a:cubicBezTo>
                  <a:pt x="5623567" y="1373540"/>
                  <a:pt x="5588173" y="1345548"/>
                  <a:pt x="5571763" y="1354879"/>
                </a:cubicBezTo>
                <a:cubicBezTo>
                  <a:pt x="5563719" y="1359383"/>
                  <a:pt x="5568869" y="1372575"/>
                  <a:pt x="5560181" y="1380297"/>
                </a:cubicBezTo>
                <a:cubicBezTo>
                  <a:pt x="5556351" y="1383321"/>
                  <a:pt x="5551976" y="1385606"/>
                  <a:pt x="5547312" y="1387053"/>
                </a:cubicBezTo>
                <a:cubicBezTo>
                  <a:pt x="5542807" y="1389627"/>
                  <a:pt x="5535727" y="1391879"/>
                  <a:pt x="5532188" y="1389627"/>
                </a:cubicBezTo>
                <a:cubicBezTo>
                  <a:pt x="5528650" y="1387375"/>
                  <a:pt x="5525431" y="1383514"/>
                  <a:pt x="5516423" y="1383514"/>
                </a:cubicBezTo>
                <a:cubicBezTo>
                  <a:pt x="5502266" y="1385767"/>
                  <a:pt x="5508379" y="1393488"/>
                  <a:pt x="5504518" y="1396706"/>
                </a:cubicBezTo>
                <a:cubicBezTo>
                  <a:pt x="5500657" y="1399923"/>
                  <a:pt x="5494222" y="1396706"/>
                  <a:pt x="5491325" y="1396706"/>
                </a:cubicBezTo>
                <a:cubicBezTo>
                  <a:pt x="5486822" y="1397381"/>
                  <a:pt x="5482253" y="1396706"/>
                  <a:pt x="5478134" y="1394776"/>
                </a:cubicBezTo>
                <a:cubicBezTo>
                  <a:pt x="5476204" y="1393167"/>
                  <a:pt x="5466874" y="1405071"/>
                  <a:pt x="5467516" y="1409576"/>
                </a:cubicBezTo>
                <a:cubicBezTo>
                  <a:pt x="5468160" y="1414080"/>
                  <a:pt x="5478779" y="1415367"/>
                  <a:pt x="5474596" y="1425020"/>
                </a:cubicBezTo>
                <a:cubicBezTo>
                  <a:pt x="5470413" y="1434672"/>
                  <a:pt x="5457864" y="1434672"/>
                  <a:pt x="5448856" y="1425020"/>
                </a:cubicBezTo>
                <a:cubicBezTo>
                  <a:pt x="5439846" y="1415367"/>
                  <a:pt x="5463977" y="1413115"/>
                  <a:pt x="5454003" y="1407002"/>
                </a:cubicBezTo>
                <a:cubicBezTo>
                  <a:pt x="5444029" y="1400889"/>
                  <a:pt x="5444351" y="1386088"/>
                  <a:pt x="5447890" y="1385445"/>
                </a:cubicBezTo>
                <a:cubicBezTo>
                  <a:pt x="5451429" y="1384801"/>
                  <a:pt x="5476526" y="1381262"/>
                  <a:pt x="5476526" y="1381262"/>
                </a:cubicBezTo>
                <a:cubicBezTo>
                  <a:pt x="5507735" y="1371610"/>
                  <a:pt x="5518031" y="1373218"/>
                  <a:pt x="5523823" y="1367105"/>
                </a:cubicBezTo>
                <a:cubicBezTo>
                  <a:pt x="5527330" y="1361925"/>
                  <a:pt x="5528714" y="1355587"/>
                  <a:pt x="5527683" y="1349409"/>
                </a:cubicBezTo>
                <a:cubicBezTo>
                  <a:pt x="5527683" y="1344905"/>
                  <a:pt x="5538946" y="1336539"/>
                  <a:pt x="5541519" y="1336539"/>
                </a:cubicBezTo>
                <a:cubicBezTo>
                  <a:pt x="5550014" y="1333740"/>
                  <a:pt x="5559022" y="1332871"/>
                  <a:pt x="5567902" y="1333965"/>
                </a:cubicBezTo>
                <a:cubicBezTo>
                  <a:pt x="5576590" y="1334930"/>
                  <a:pt x="5591069" y="1331713"/>
                  <a:pt x="5591069" y="1323669"/>
                </a:cubicBezTo>
                <a:cubicBezTo>
                  <a:pt x="5593675" y="1315432"/>
                  <a:pt x="5592870" y="1306520"/>
                  <a:pt x="5588817" y="1298894"/>
                </a:cubicBezTo>
                <a:cubicBezTo>
                  <a:pt x="5586596" y="1296192"/>
                  <a:pt x="5583701" y="1294101"/>
                  <a:pt x="5580451" y="1292782"/>
                </a:cubicBezTo>
                <a:cubicBezTo>
                  <a:pt x="5577556" y="1292138"/>
                  <a:pt x="5575946" y="1286025"/>
                  <a:pt x="5572729" y="1286025"/>
                </a:cubicBezTo>
                <a:cubicBezTo>
                  <a:pt x="5564042" y="1282485"/>
                  <a:pt x="5555998" y="1289885"/>
                  <a:pt x="5546668" y="1292782"/>
                </a:cubicBezTo>
                <a:cubicBezTo>
                  <a:pt x="5537338" y="1295677"/>
                  <a:pt x="5518353" y="1299538"/>
                  <a:pt x="5518353" y="1295677"/>
                </a:cubicBezTo>
                <a:cubicBezTo>
                  <a:pt x="5518353" y="1291816"/>
                  <a:pt x="5521250" y="1280233"/>
                  <a:pt x="5518353" y="1277337"/>
                </a:cubicBezTo>
                <a:cubicBezTo>
                  <a:pt x="5512466" y="1274924"/>
                  <a:pt x="5505901" y="1274924"/>
                  <a:pt x="5500013" y="1277337"/>
                </a:cubicBezTo>
                <a:cubicBezTo>
                  <a:pt x="5497439" y="1279911"/>
                  <a:pt x="5495508" y="1291173"/>
                  <a:pt x="5490361" y="1296964"/>
                </a:cubicBezTo>
                <a:cubicBezTo>
                  <a:pt x="5484892" y="1301340"/>
                  <a:pt x="5478327" y="1304107"/>
                  <a:pt x="5471377" y="1305008"/>
                </a:cubicBezTo>
                <a:cubicBezTo>
                  <a:pt x="5463977" y="1306938"/>
                  <a:pt x="5451751" y="1315947"/>
                  <a:pt x="5454325" y="1320773"/>
                </a:cubicBezTo>
                <a:cubicBezTo>
                  <a:pt x="5456900" y="1325599"/>
                  <a:pt x="5460761" y="1321417"/>
                  <a:pt x="5466230" y="1325599"/>
                </a:cubicBezTo>
                <a:cubicBezTo>
                  <a:pt x="5471699" y="1329782"/>
                  <a:pt x="5479743" y="1329782"/>
                  <a:pt x="5481995" y="1333322"/>
                </a:cubicBezTo>
                <a:cubicBezTo>
                  <a:pt x="5484248" y="1336861"/>
                  <a:pt x="5483282" y="1354879"/>
                  <a:pt x="5471699" y="1356487"/>
                </a:cubicBezTo>
                <a:cubicBezTo>
                  <a:pt x="5467194" y="1357131"/>
                  <a:pt x="5451429" y="1362601"/>
                  <a:pt x="5446924" y="1354879"/>
                </a:cubicBezTo>
                <a:cubicBezTo>
                  <a:pt x="5445315" y="1352305"/>
                  <a:pt x="5448856" y="1348765"/>
                  <a:pt x="5448534" y="1342974"/>
                </a:cubicBezTo>
                <a:cubicBezTo>
                  <a:pt x="5448212" y="1337182"/>
                  <a:pt x="5435985" y="1331069"/>
                  <a:pt x="5435663" y="1327530"/>
                </a:cubicBezTo>
                <a:cubicBezTo>
                  <a:pt x="5435341" y="1323991"/>
                  <a:pt x="5433411" y="1322382"/>
                  <a:pt x="5438560" y="1317878"/>
                </a:cubicBezTo>
                <a:cubicBezTo>
                  <a:pt x="5448277" y="1308354"/>
                  <a:pt x="5456609" y="1297511"/>
                  <a:pt x="5463333" y="1285703"/>
                </a:cubicBezTo>
                <a:cubicBezTo>
                  <a:pt x="5463881" y="1281553"/>
                  <a:pt x="5465939" y="1277788"/>
                  <a:pt x="5469125" y="1275085"/>
                </a:cubicBezTo>
                <a:cubicBezTo>
                  <a:pt x="5475238" y="1269616"/>
                  <a:pt x="5482639" y="1260928"/>
                  <a:pt x="5479099" y="1258033"/>
                </a:cubicBezTo>
                <a:cubicBezTo>
                  <a:pt x="5475560" y="1254912"/>
                  <a:pt x="5470927" y="1253400"/>
                  <a:pt x="5466230" y="1253850"/>
                </a:cubicBezTo>
                <a:cubicBezTo>
                  <a:pt x="5460085" y="1254204"/>
                  <a:pt x="5454164" y="1256327"/>
                  <a:pt x="5449176" y="1259963"/>
                </a:cubicBezTo>
                <a:cubicBezTo>
                  <a:pt x="5447214" y="1263470"/>
                  <a:pt x="5444962" y="1266816"/>
                  <a:pt x="5442421" y="1269937"/>
                </a:cubicBezTo>
                <a:cubicBezTo>
                  <a:pt x="5434473" y="1278303"/>
                  <a:pt x="5426076" y="1286250"/>
                  <a:pt x="5417323" y="1293747"/>
                </a:cubicBezTo>
                <a:cubicBezTo>
                  <a:pt x="5412498" y="1297929"/>
                  <a:pt x="5405096" y="1311121"/>
                  <a:pt x="5402202" y="1313373"/>
                </a:cubicBezTo>
                <a:cubicBezTo>
                  <a:pt x="5399305" y="1315625"/>
                  <a:pt x="5377748" y="1333965"/>
                  <a:pt x="5375174" y="1336861"/>
                </a:cubicBezTo>
                <a:cubicBezTo>
                  <a:pt x="5369447" y="1341204"/>
                  <a:pt x="5366904" y="1348572"/>
                  <a:pt x="5368738" y="1355522"/>
                </a:cubicBezTo>
                <a:cubicBezTo>
                  <a:pt x="5370349" y="1358739"/>
                  <a:pt x="5375174" y="1358418"/>
                  <a:pt x="5378392" y="1358739"/>
                </a:cubicBezTo>
                <a:cubicBezTo>
                  <a:pt x="5381609" y="1359062"/>
                  <a:pt x="5386436" y="1360348"/>
                  <a:pt x="5389331" y="1357131"/>
                </a:cubicBezTo>
                <a:cubicBezTo>
                  <a:pt x="5392227" y="1353913"/>
                  <a:pt x="5398019" y="1347479"/>
                  <a:pt x="5404132" y="1350696"/>
                </a:cubicBezTo>
                <a:cubicBezTo>
                  <a:pt x="5410245" y="1353913"/>
                  <a:pt x="5408315" y="1360348"/>
                  <a:pt x="5402202" y="1363566"/>
                </a:cubicBezTo>
                <a:cubicBezTo>
                  <a:pt x="5396088" y="1366783"/>
                  <a:pt x="5396410" y="1371288"/>
                  <a:pt x="5396088" y="1374827"/>
                </a:cubicBezTo>
                <a:cubicBezTo>
                  <a:pt x="5395766" y="1378366"/>
                  <a:pt x="5402202" y="1377401"/>
                  <a:pt x="5408957" y="1380940"/>
                </a:cubicBezTo>
                <a:cubicBezTo>
                  <a:pt x="5415715" y="1384479"/>
                  <a:pt x="5421184" y="1386732"/>
                  <a:pt x="5418289" y="1392845"/>
                </a:cubicBezTo>
                <a:cubicBezTo>
                  <a:pt x="5417162" y="1395741"/>
                  <a:pt x="5414299" y="1397574"/>
                  <a:pt x="5411210" y="1397350"/>
                </a:cubicBezTo>
                <a:cubicBezTo>
                  <a:pt x="5406995" y="1396931"/>
                  <a:pt x="5402877" y="1395837"/>
                  <a:pt x="5398983" y="1394132"/>
                </a:cubicBezTo>
                <a:cubicBezTo>
                  <a:pt x="5394639" y="1392201"/>
                  <a:pt x="5390458" y="1389949"/>
                  <a:pt x="5386436" y="1387375"/>
                </a:cubicBezTo>
                <a:cubicBezTo>
                  <a:pt x="5380289" y="1381777"/>
                  <a:pt x="5373630" y="1376822"/>
                  <a:pt x="5366486" y="1372575"/>
                </a:cubicBezTo>
                <a:cubicBezTo>
                  <a:pt x="5362529" y="1369390"/>
                  <a:pt x="5358764" y="1365947"/>
                  <a:pt x="5355225" y="1362279"/>
                </a:cubicBezTo>
                <a:cubicBezTo>
                  <a:pt x="5352009" y="1359383"/>
                  <a:pt x="5342354" y="1356809"/>
                  <a:pt x="5339782" y="1352305"/>
                </a:cubicBezTo>
                <a:cubicBezTo>
                  <a:pt x="5338205" y="1348283"/>
                  <a:pt x="5338205" y="1343778"/>
                  <a:pt x="5339782" y="1339756"/>
                </a:cubicBezTo>
                <a:cubicBezTo>
                  <a:pt x="5341712" y="1335574"/>
                  <a:pt x="5354261" y="1333643"/>
                  <a:pt x="5357478" y="1331713"/>
                </a:cubicBezTo>
                <a:cubicBezTo>
                  <a:pt x="5360695" y="1329782"/>
                  <a:pt x="5361339" y="1327208"/>
                  <a:pt x="5369060" y="1321417"/>
                </a:cubicBezTo>
                <a:cubicBezTo>
                  <a:pt x="5376782" y="1315625"/>
                  <a:pt x="5378392" y="1307260"/>
                  <a:pt x="5381609" y="1304042"/>
                </a:cubicBezTo>
                <a:cubicBezTo>
                  <a:pt x="5384826" y="1300825"/>
                  <a:pt x="5399305" y="1285703"/>
                  <a:pt x="5403488" y="1281199"/>
                </a:cubicBezTo>
                <a:cubicBezTo>
                  <a:pt x="5407671" y="1276694"/>
                  <a:pt x="5413784" y="1272833"/>
                  <a:pt x="5415715" y="1270902"/>
                </a:cubicBezTo>
                <a:cubicBezTo>
                  <a:pt x="5417645" y="1268972"/>
                  <a:pt x="5423436" y="1262859"/>
                  <a:pt x="5425689" y="1262859"/>
                </a:cubicBezTo>
                <a:cubicBezTo>
                  <a:pt x="5429389" y="1261443"/>
                  <a:pt x="5432317" y="1258515"/>
                  <a:pt x="5433733" y="1254815"/>
                </a:cubicBezTo>
                <a:cubicBezTo>
                  <a:pt x="5434699" y="1250311"/>
                  <a:pt x="5443385" y="1246450"/>
                  <a:pt x="5446604" y="1240980"/>
                </a:cubicBezTo>
                <a:cubicBezTo>
                  <a:pt x="5449820" y="1235511"/>
                  <a:pt x="5453681" y="1233580"/>
                  <a:pt x="5455934" y="1228754"/>
                </a:cubicBezTo>
                <a:cubicBezTo>
                  <a:pt x="5458186" y="1223928"/>
                  <a:pt x="5459472" y="1221031"/>
                  <a:pt x="5458186" y="1219101"/>
                </a:cubicBezTo>
                <a:cubicBezTo>
                  <a:pt x="5456900" y="1217171"/>
                  <a:pt x="5452717" y="1219423"/>
                  <a:pt x="5450786" y="1217171"/>
                </a:cubicBezTo>
                <a:cubicBezTo>
                  <a:pt x="5448051" y="1214017"/>
                  <a:pt x="5445154" y="1210993"/>
                  <a:pt x="5442099" y="1208162"/>
                </a:cubicBezTo>
                <a:cubicBezTo>
                  <a:pt x="5439042" y="1206071"/>
                  <a:pt x="5434538" y="1206393"/>
                  <a:pt x="5430878" y="1207559"/>
                </a:cubicBezTo>
                <a:close/>
                <a:moveTo>
                  <a:pt x="3655735" y="1198508"/>
                </a:moveTo>
                <a:cubicBezTo>
                  <a:pt x="3670150" y="1247317"/>
                  <a:pt x="3678773" y="1297638"/>
                  <a:pt x="3681475" y="1348443"/>
                </a:cubicBezTo>
                <a:lnTo>
                  <a:pt x="3682441" y="1348443"/>
                </a:lnTo>
                <a:cubicBezTo>
                  <a:pt x="3684049" y="1411505"/>
                  <a:pt x="3618091" y="1473281"/>
                  <a:pt x="3618091" y="1473281"/>
                </a:cubicBezTo>
                <a:cubicBezTo>
                  <a:pt x="3592832" y="1431454"/>
                  <a:pt x="3581572" y="1382645"/>
                  <a:pt x="3585916" y="1333964"/>
                </a:cubicBezTo>
                <a:cubicBezTo>
                  <a:pt x="3595697" y="1283031"/>
                  <a:pt x="3619925" y="1236024"/>
                  <a:pt x="3655735" y="1198508"/>
                </a:cubicBezTo>
                <a:close/>
                <a:moveTo>
                  <a:pt x="1176000" y="1188214"/>
                </a:moveTo>
                <a:cubicBezTo>
                  <a:pt x="1173296" y="1191141"/>
                  <a:pt x="1170015" y="1193425"/>
                  <a:pt x="1166347" y="1194970"/>
                </a:cubicBezTo>
                <a:cubicBezTo>
                  <a:pt x="1161520" y="1195935"/>
                  <a:pt x="1157338" y="1193361"/>
                  <a:pt x="1151224" y="1199153"/>
                </a:cubicBezTo>
                <a:cubicBezTo>
                  <a:pt x="1147460" y="1204397"/>
                  <a:pt x="1144017" y="1209899"/>
                  <a:pt x="1140929" y="1215562"/>
                </a:cubicBezTo>
                <a:cubicBezTo>
                  <a:pt x="1138354" y="1218136"/>
                  <a:pt x="1131276" y="1221354"/>
                  <a:pt x="1128702" y="1224249"/>
                </a:cubicBezTo>
                <a:cubicBezTo>
                  <a:pt x="1126128" y="1227145"/>
                  <a:pt x="1124841" y="1234545"/>
                  <a:pt x="1120336" y="1238728"/>
                </a:cubicBezTo>
                <a:cubicBezTo>
                  <a:pt x="1115831" y="1242911"/>
                  <a:pt x="1106822" y="1247093"/>
                  <a:pt x="1104249" y="1250311"/>
                </a:cubicBezTo>
                <a:cubicBezTo>
                  <a:pt x="1099101" y="1256102"/>
                  <a:pt x="1096527" y="1259963"/>
                  <a:pt x="1100388" y="1267042"/>
                </a:cubicBezTo>
                <a:cubicBezTo>
                  <a:pt x="1105793" y="1273638"/>
                  <a:pt x="1111842" y="1279654"/>
                  <a:pt x="1118406" y="1285059"/>
                </a:cubicBezTo>
                <a:cubicBezTo>
                  <a:pt x="1126417" y="1295259"/>
                  <a:pt x="1133753" y="1306005"/>
                  <a:pt x="1140285" y="1317234"/>
                </a:cubicBezTo>
                <a:cubicBezTo>
                  <a:pt x="1143856" y="1324474"/>
                  <a:pt x="1148393" y="1331198"/>
                  <a:pt x="1153799" y="1337182"/>
                </a:cubicBezTo>
                <a:cubicBezTo>
                  <a:pt x="1156372" y="1339756"/>
                  <a:pt x="1170207" y="1353592"/>
                  <a:pt x="1180182" y="1364853"/>
                </a:cubicBezTo>
                <a:cubicBezTo>
                  <a:pt x="1182113" y="1367105"/>
                  <a:pt x="1187582" y="1376436"/>
                  <a:pt x="1194661" y="1385123"/>
                </a:cubicBezTo>
                <a:cubicBezTo>
                  <a:pt x="1201739" y="1393810"/>
                  <a:pt x="1198522" y="1395097"/>
                  <a:pt x="1208496" y="1405715"/>
                </a:cubicBezTo>
                <a:cubicBezTo>
                  <a:pt x="1210426" y="1407645"/>
                  <a:pt x="1212679" y="1417941"/>
                  <a:pt x="1214609" y="1420515"/>
                </a:cubicBezTo>
                <a:cubicBezTo>
                  <a:pt x="1233592" y="1443038"/>
                  <a:pt x="1232306" y="1447542"/>
                  <a:pt x="1243567" y="1457838"/>
                </a:cubicBezTo>
                <a:cubicBezTo>
                  <a:pt x="1250420" y="1464788"/>
                  <a:pt x="1258207" y="1470772"/>
                  <a:pt x="1266733" y="1475534"/>
                </a:cubicBezTo>
                <a:cubicBezTo>
                  <a:pt x="1272235" y="1478623"/>
                  <a:pt x="1277415" y="1482291"/>
                  <a:pt x="1282177" y="1486473"/>
                </a:cubicBezTo>
                <a:lnTo>
                  <a:pt x="1297300" y="1499021"/>
                </a:lnTo>
                <a:cubicBezTo>
                  <a:pt x="1299873" y="1501595"/>
                  <a:pt x="1320466" y="1512535"/>
                  <a:pt x="1324649" y="1515431"/>
                </a:cubicBezTo>
                <a:cubicBezTo>
                  <a:pt x="1330826" y="1521673"/>
                  <a:pt x="1337615" y="1527271"/>
                  <a:pt x="1344919" y="1532161"/>
                </a:cubicBezTo>
                <a:cubicBezTo>
                  <a:pt x="1353316" y="1535089"/>
                  <a:pt x="1362100" y="1536698"/>
                  <a:pt x="1370981" y="1536988"/>
                </a:cubicBezTo>
                <a:cubicBezTo>
                  <a:pt x="1376707" y="1536216"/>
                  <a:pt x="1382242" y="1534478"/>
                  <a:pt x="1387390" y="1531840"/>
                </a:cubicBezTo>
                <a:cubicBezTo>
                  <a:pt x="1393503" y="1528301"/>
                  <a:pt x="1403156" y="1515431"/>
                  <a:pt x="1409269" y="1510926"/>
                </a:cubicBezTo>
                <a:cubicBezTo>
                  <a:pt x="1415383" y="1506422"/>
                  <a:pt x="1427287" y="1499987"/>
                  <a:pt x="1427287" y="1499987"/>
                </a:cubicBezTo>
                <a:cubicBezTo>
                  <a:pt x="1427287" y="1499987"/>
                  <a:pt x="1439835" y="1487761"/>
                  <a:pt x="1444340" y="1482612"/>
                </a:cubicBezTo>
                <a:cubicBezTo>
                  <a:pt x="1449327" y="1476017"/>
                  <a:pt x="1455569" y="1470450"/>
                  <a:pt x="1462680" y="1466204"/>
                </a:cubicBezTo>
                <a:cubicBezTo>
                  <a:pt x="1466219" y="1464595"/>
                  <a:pt x="1474906" y="1463307"/>
                  <a:pt x="1478446" y="1459447"/>
                </a:cubicBezTo>
                <a:cubicBezTo>
                  <a:pt x="1483400" y="1453366"/>
                  <a:pt x="1487294" y="1446513"/>
                  <a:pt x="1490028" y="1439176"/>
                </a:cubicBezTo>
                <a:cubicBezTo>
                  <a:pt x="1492603" y="1432420"/>
                  <a:pt x="1502577" y="1426950"/>
                  <a:pt x="1503220" y="1419872"/>
                </a:cubicBezTo>
                <a:cubicBezTo>
                  <a:pt x="1503864" y="1412793"/>
                  <a:pt x="1499037" y="1407002"/>
                  <a:pt x="1494533" y="1399602"/>
                </a:cubicBezTo>
                <a:cubicBezTo>
                  <a:pt x="1490222" y="1389692"/>
                  <a:pt x="1485170" y="1380104"/>
                  <a:pt x="1479411" y="1370966"/>
                </a:cubicBezTo>
                <a:cubicBezTo>
                  <a:pt x="1473233" y="1361732"/>
                  <a:pt x="1461714" y="1357678"/>
                  <a:pt x="1451097" y="1360992"/>
                </a:cubicBezTo>
                <a:cubicBezTo>
                  <a:pt x="1445016" y="1364692"/>
                  <a:pt x="1439578" y="1369357"/>
                  <a:pt x="1435009" y="1374827"/>
                </a:cubicBezTo>
                <a:cubicBezTo>
                  <a:pt x="1431181" y="1377948"/>
                  <a:pt x="1426643" y="1380168"/>
                  <a:pt x="1421817" y="1381262"/>
                </a:cubicBezTo>
                <a:cubicBezTo>
                  <a:pt x="1420209" y="1381584"/>
                  <a:pt x="1414739" y="1389306"/>
                  <a:pt x="1409912" y="1389306"/>
                </a:cubicBezTo>
                <a:cubicBezTo>
                  <a:pt x="1404507" y="1393038"/>
                  <a:pt x="1399455" y="1397220"/>
                  <a:pt x="1394790" y="1401854"/>
                </a:cubicBezTo>
                <a:cubicBezTo>
                  <a:pt x="1387229" y="1408900"/>
                  <a:pt x="1377448" y="1413115"/>
                  <a:pt x="1367120" y="1413759"/>
                </a:cubicBezTo>
                <a:cubicBezTo>
                  <a:pt x="1352319" y="1413115"/>
                  <a:pt x="1346850" y="1403784"/>
                  <a:pt x="1336553" y="1398636"/>
                </a:cubicBezTo>
                <a:cubicBezTo>
                  <a:pt x="1330826" y="1395644"/>
                  <a:pt x="1325775" y="1391462"/>
                  <a:pt x="1321753" y="1386410"/>
                </a:cubicBezTo>
                <a:cubicBezTo>
                  <a:pt x="1312647" y="1375824"/>
                  <a:pt x="1305633" y="1363598"/>
                  <a:pt x="1301160" y="1350374"/>
                </a:cubicBezTo>
                <a:cubicBezTo>
                  <a:pt x="1307724" y="1338695"/>
                  <a:pt x="1311779" y="1325761"/>
                  <a:pt x="1313065" y="1312408"/>
                </a:cubicBezTo>
                <a:cubicBezTo>
                  <a:pt x="1314642" y="1304042"/>
                  <a:pt x="1316701" y="1295773"/>
                  <a:pt x="1319178" y="1287633"/>
                </a:cubicBezTo>
                <a:cubicBezTo>
                  <a:pt x="1318696" y="1280973"/>
                  <a:pt x="1319564" y="1274313"/>
                  <a:pt x="1321753" y="1268007"/>
                </a:cubicBezTo>
                <a:cubicBezTo>
                  <a:pt x="1325614" y="1260607"/>
                  <a:pt x="1327544" y="1257068"/>
                  <a:pt x="1331083" y="1250954"/>
                </a:cubicBezTo>
                <a:cubicBezTo>
                  <a:pt x="1334494" y="1246964"/>
                  <a:pt x="1334494" y="1241109"/>
                  <a:pt x="1331083" y="1237119"/>
                </a:cubicBezTo>
                <a:cubicBezTo>
                  <a:pt x="1326128" y="1232518"/>
                  <a:pt x="1320498" y="1228721"/>
                  <a:pt x="1314352" y="1225858"/>
                </a:cubicBezTo>
                <a:cubicBezTo>
                  <a:pt x="1305021" y="1223928"/>
                  <a:pt x="1294726" y="1210414"/>
                  <a:pt x="1283786" y="1217814"/>
                </a:cubicBezTo>
                <a:cubicBezTo>
                  <a:pt x="1272846" y="1225214"/>
                  <a:pt x="1260298" y="1224893"/>
                  <a:pt x="1258368" y="1231006"/>
                </a:cubicBezTo>
                <a:cubicBezTo>
                  <a:pt x="1258142" y="1237441"/>
                  <a:pt x="1256727" y="1243747"/>
                  <a:pt x="1254185" y="1249667"/>
                </a:cubicBezTo>
                <a:cubicBezTo>
                  <a:pt x="1256437" y="1257711"/>
                  <a:pt x="1247106" y="1263502"/>
                  <a:pt x="1238420" y="1257711"/>
                </a:cubicBezTo>
                <a:cubicBezTo>
                  <a:pt x="1234011" y="1252949"/>
                  <a:pt x="1230246" y="1247640"/>
                  <a:pt x="1227158" y="1241945"/>
                </a:cubicBezTo>
                <a:cubicBezTo>
                  <a:pt x="1221688" y="1229719"/>
                  <a:pt x="1228123" y="1216527"/>
                  <a:pt x="1213644" y="1201727"/>
                </a:cubicBezTo>
                <a:cubicBezTo>
                  <a:pt x="1206373" y="1195775"/>
                  <a:pt x="1198103" y="1191174"/>
                  <a:pt x="1189192" y="1188214"/>
                </a:cubicBezTo>
                <a:cubicBezTo>
                  <a:pt x="1184687" y="1188214"/>
                  <a:pt x="1178573" y="1186283"/>
                  <a:pt x="1176000" y="1188214"/>
                </a:cubicBezTo>
                <a:close/>
                <a:moveTo>
                  <a:pt x="3990357" y="1055008"/>
                </a:moveTo>
                <a:cubicBezTo>
                  <a:pt x="3989390" y="1104042"/>
                  <a:pt x="3981025" y="1152626"/>
                  <a:pt x="3965581" y="1199151"/>
                </a:cubicBezTo>
                <a:cubicBezTo>
                  <a:pt x="3954352" y="1235959"/>
                  <a:pt x="3926264" y="1265238"/>
                  <a:pt x="3889970" y="1277979"/>
                </a:cubicBezTo>
                <a:cubicBezTo>
                  <a:pt x="3883085" y="1295643"/>
                  <a:pt x="3873174" y="1311956"/>
                  <a:pt x="3860690" y="1326241"/>
                </a:cubicBezTo>
                <a:cubicBezTo>
                  <a:pt x="3782827" y="1418905"/>
                  <a:pt x="3641255" y="1519612"/>
                  <a:pt x="3480380" y="1589109"/>
                </a:cubicBezTo>
                <a:cubicBezTo>
                  <a:pt x="3517574" y="1577913"/>
                  <a:pt x="3557569" y="1580519"/>
                  <a:pt x="3592993" y="1596509"/>
                </a:cubicBezTo>
                <a:lnTo>
                  <a:pt x="3594281" y="1595544"/>
                </a:lnTo>
                <a:cubicBezTo>
                  <a:pt x="3640099" y="1617970"/>
                  <a:pt x="3681765" y="1647989"/>
                  <a:pt x="3717510" y="1684347"/>
                </a:cubicBezTo>
                <a:cubicBezTo>
                  <a:pt x="3717510" y="1684347"/>
                  <a:pt x="3670536" y="1709121"/>
                  <a:pt x="3572080" y="1686921"/>
                </a:cubicBezTo>
                <a:cubicBezTo>
                  <a:pt x="3524750" y="1674019"/>
                  <a:pt x="3486462" y="1639205"/>
                  <a:pt x="3469119" y="1593292"/>
                </a:cubicBezTo>
                <a:lnTo>
                  <a:pt x="3388385" y="1622945"/>
                </a:lnTo>
                <a:lnTo>
                  <a:pt x="3391246" y="1637608"/>
                </a:lnTo>
                <a:cubicBezTo>
                  <a:pt x="3403160" y="1698705"/>
                  <a:pt x="3425119" y="1811518"/>
                  <a:pt x="3434048" y="1858092"/>
                </a:cubicBezTo>
                <a:cubicBezTo>
                  <a:pt x="3771211" y="1859990"/>
                  <a:pt x="4106638" y="1809411"/>
                  <a:pt x="4428260" y="1708157"/>
                </a:cubicBezTo>
                <a:lnTo>
                  <a:pt x="4462687" y="1696574"/>
                </a:lnTo>
                <a:lnTo>
                  <a:pt x="4462687" y="1732610"/>
                </a:lnTo>
                <a:cubicBezTo>
                  <a:pt x="4462462" y="1834057"/>
                  <a:pt x="4427745" y="1932446"/>
                  <a:pt x="4364232" y="2011565"/>
                </a:cubicBezTo>
                <a:cubicBezTo>
                  <a:pt x="4300653" y="2088076"/>
                  <a:pt x="4215388" y="2143610"/>
                  <a:pt x="4119699" y="2170831"/>
                </a:cubicBezTo>
                <a:cubicBezTo>
                  <a:pt x="4109244" y="2243996"/>
                  <a:pt x="4073110" y="2311080"/>
                  <a:pt x="4017705" y="2360016"/>
                </a:cubicBezTo>
                <a:cubicBezTo>
                  <a:pt x="4003163" y="2372308"/>
                  <a:pt x="3987429" y="2383087"/>
                  <a:pt x="3970730" y="2392192"/>
                </a:cubicBezTo>
                <a:cubicBezTo>
                  <a:pt x="4191773" y="2367096"/>
                  <a:pt x="4360049" y="2335565"/>
                  <a:pt x="4440486" y="2320442"/>
                </a:cubicBezTo>
                <a:lnTo>
                  <a:pt x="4477489" y="2313365"/>
                </a:lnTo>
                <a:lnTo>
                  <a:pt x="4475558" y="2313365"/>
                </a:lnTo>
                <a:cubicBezTo>
                  <a:pt x="4511914" y="2307250"/>
                  <a:pt x="4547308" y="2299530"/>
                  <a:pt x="4576265" y="2292450"/>
                </a:cubicBezTo>
                <a:cubicBezTo>
                  <a:pt x="4532829" y="2374529"/>
                  <a:pt x="4480513" y="2451554"/>
                  <a:pt x="4420216" y="2522179"/>
                </a:cubicBezTo>
                <a:cubicBezTo>
                  <a:pt x="4318445" y="2643187"/>
                  <a:pt x="4193509" y="2742608"/>
                  <a:pt x="4052777" y="2814647"/>
                </a:cubicBezTo>
                <a:cubicBezTo>
                  <a:pt x="3928935" y="2877322"/>
                  <a:pt x="3795890" y="2919794"/>
                  <a:pt x="3658631" y="2940449"/>
                </a:cubicBezTo>
                <a:cubicBezTo>
                  <a:pt x="3637298" y="2943443"/>
                  <a:pt x="3615806" y="2944827"/>
                  <a:pt x="3594281" y="2944632"/>
                </a:cubicBezTo>
                <a:cubicBezTo>
                  <a:pt x="3554127" y="2944471"/>
                  <a:pt x="3514036" y="2941577"/>
                  <a:pt x="3474266" y="2935946"/>
                </a:cubicBezTo>
                <a:lnTo>
                  <a:pt x="3436300" y="2930475"/>
                </a:lnTo>
                <a:lnTo>
                  <a:pt x="3509982" y="3238388"/>
                </a:lnTo>
                <a:lnTo>
                  <a:pt x="3264486" y="3254154"/>
                </a:lnTo>
                <a:lnTo>
                  <a:pt x="3018669" y="3238388"/>
                </a:lnTo>
                <a:lnTo>
                  <a:pt x="3092349" y="2930475"/>
                </a:lnTo>
                <a:lnTo>
                  <a:pt x="3054382" y="2935946"/>
                </a:lnTo>
                <a:cubicBezTo>
                  <a:pt x="3014615" y="2941577"/>
                  <a:pt x="2974524" y="2944471"/>
                  <a:pt x="2934369" y="2944632"/>
                </a:cubicBezTo>
                <a:cubicBezTo>
                  <a:pt x="2912843" y="2944858"/>
                  <a:pt x="2891319" y="2943443"/>
                  <a:pt x="2870019" y="2940449"/>
                </a:cubicBezTo>
                <a:cubicBezTo>
                  <a:pt x="2732665" y="2919859"/>
                  <a:pt x="2599491" y="2877387"/>
                  <a:pt x="2475552" y="2814647"/>
                </a:cubicBezTo>
                <a:cubicBezTo>
                  <a:pt x="2334786" y="2742639"/>
                  <a:pt x="2209882" y="2643187"/>
                  <a:pt x="2108112" y="2522179"/>
                </a:cubicBezTo>
                <a:cubicBezTo>
                  <a:pt x="2047816" y="2451554"/>
                  <a:pt x="1995500" y="2374529"/>
                  <a:pt x="1952062" y="2292450"/>
                </a:cubicBezTo>
                <a:cubicBezTo>
                  <a:pt x="1981343" y="2299530"/>
                  <a:pt x="2017379" y="2307250"/>
                  <a:pt x="2052770" y="2313365"/>
                </a:cubicBezTo>
                <a:lnTo>
                  <a:pt x="2090095" y="2320442"/>
                </a:lnTo>
                <a:cubicBezTo>
                  <a:pt x="2170210" y="2335565"/>
                  <a:pt x="2338164" y="2367096"/>
                  <a:pt x="2559529" y="2391871"/>
                </a:cubicBezTo>
                <a:cubicBezTo>
                  <a:pt x="2542831" y="2383409"/>
                  <a:pt x="2527064" y="2373144"/>
                  <a:pt x="2512554" y="2361305"/>
                </a:cubicBezTo>
                <a:cubicBezTo>
                  <a:pt x="2457308" y="2312270"/>
                  <a:pt x="2421176" y="2245250"/>
                  <a:pt x="2410557" y="2172116"/>
                </a:cubicBezTo>
                <a:cubicBezTo>
                  <a:pt x="2314901" y="2144800"/>
                  <a:pt x="2229670" y="2089298"/>
                  <a:pt x="2166027" y="2012852"/>
                </a:cubicBezTo>
                <a:cubicBezTo>
                  <a:pt x="2102740" y="1933606"/>
                  <a:pt x="2068055" y="1835312"/>
                  <a:pt x="2067572" y="1733897"/>
                </a:cubicBezTo>
                <a:lnTo>
                  <a:pt x="2067572" y="1697860"/>
                </a:lnTo>
                <a:lnTo>
                  <a:pt x="2101677" y="1709444"/>
                </a:lnTo>
                <a:cubicBezTo>
                  <a:pt x="2423877" y="1810439"/>
                  <a:pt x="2759851" y="1860569"/>
                  <a:pt x="3097497" y="1858092"/>
                </a:cubicBezTo>
                <a:cubicBezTo>
                  <a:pt x="3109403" y="1795994"/>
                  <a:pt x="3144472" y="1616136"/>
                  <a:pt x="3148013" y="1598119"/>
                </a:cubicBezTo>
                <a:lnTo>
                  <a:pt x="3148013" y="1593937"/>
                </a:lnTo>
                <a:cubicBezTo>
                  <a:pt x="3154447" y="1560796"/>
                  <a:pt x="3173753" y="1460733"/>
                  <a:pt x="3263521" y="1460733"/>
                </a:cubicBezTo>
                <a:lnTo>
                  <a:pt x="3267703" y="1460733"/>
                </a:lnTo>
                <a:cubicBezTo>
                  <a:pt x="3335031" y="1460733"/>
                  <a:pt x="3362902" y="1517561"/>
                  <a:pt x="3375345" y="1559550"/>
                </a:cubicBezTo>
                <a:lnTo>
                  <a:pt x="3380928" y="1582995"/>
                </a:lnTo>
                <a:lnTo>
                  <a:pt x="3457537" y="1555004"/>
                </a:lnTo>
                <a:cubicBezTo>
                  <a:pt x="3431506" y="1514078"/>
                  <a:pt x="3420181" y="1465526"/>
                  <a:pt x="3425361" y="1417296"/>
                </a:cubicBezTo>
                <a:cubicBezTo>
                  <a:pt x="3437105" y="1366653"/>
                  <a:pt x="3463650" y="1320611"/>
                  <a:pt x="3501616" y="1285058"/>
                </a:cubicBezTo>
                <a:cubicBezTo>
                  <a:pt x="3516127" y="1333256"/>
                  <a:pt x="3524459" y="1383094"/>
                  <a:pt x="3526392" y="1433383"/>
                </a:cubicBezTo>
                <a:cubicBezTo>
                  <a:pt x="3528322" y="1489368"/>
                  <a:pt x="3470728" y="1543743"/>
                  <a:pt x="3459467" y="1553717"/>
                </a:cubicBezTo>
                <a:cubicBezTo>
                  <a:pt x="3567125" y="1508158"/>
                  <a:pt x="3668283" y="1448570"/>
                  <a:pt x="3760304" y="1376434"/>
                </a:cubicBezTo>
                <a:cubicBezTo>
                  <a:pt x="3736559" y="1336055"/>
                  <a:pt x="3725972" y="1289272"/>
                  <a:pt x="3730059" y="1242587"/>
                </a:cubicBezTo>
                <a:cubicBezTo>
                  <a:pt x="3739004" y="1194486"/>
                  <a:pt x="3761301" y="1149891"/>
                  <a:pt x="3794409" y="1113888"/>
                </a:cubicBezTo>
                <a:cubicBezTo>
                  <a:pt x="3807763" y="1160766"/>
                  <a:pt x="3815646" y="1209029"/>
                  <a:pt x="3817898" y="1257709"/>
                </a:cubicBezTo>
                <a:cubicBezTo>
                  <a:pt x="3820793" y="1311763"/>
                  <a:pt x="3769956" y="1367103"/>
                  <a:pt x="3761270" y="1376112"/>
                </a:cubicBezTo>
                <a:cubicBezTo>
                  <a:pt x="3794344" y="1349793"/>
                  <a:pt x="3825524" y="1321222"/>
                  <a:pt x="3854577" y="1290527"/>
                </a:cubicBezTo>
                <a:cubicBezTo>
                  <a:pt x="3861656" y="1282805"/>
                  <a:pt x="3869700" y="1272831"/>
                  <a:pt x="3875491" y="1265431"/>
                </a:cubicBezTo>
                <a:cubicBezTo>
                  <a:pt x="3867736" y="1225985"/>
                  <a:pt x="3874236" y="1185027"/>
                  <a:pt x="3893831" y="1149924"/>
                </a:cubicBezTo>
                <a:cubicBezTo>
                  <a:pt x="3915518" y="1109126"/>
                  <a:pt x="3949205" y="1075986"/>
                  <a:pt x="3990357" y="1055008"/>
                </a:cubicBezTo>
                <a:close/>
                <a:moveTo>
                  <a:pt x="1923386" y="1037193"/>
                </a:moveTo>
                <a:cubicBezTo>
                  <a:pt x="1921496" y="1037555"/>
                  <a:pt x="1919887" y="1038279"/>
                  <a:pt x="1919887" y="1038279"/>
                </a:cubicBezTo>
                <a:cubicBezTo>
                  <a:pt x="1919887" y="1038279"/>
                  <a:pt x="1900583" y="1050184"/>
                  <a:pt x="1900583" y="1050184"/>
                </a:cubicBezTo>
                <a:cubicBezTo>
                  <a:pt x="1896593" y="1055782"/>
                  <a:pt x="1891703" y="1060673"/>
                  <a:pt x="1886104" y="1064662"/>
                </a:cubicBezTo>
                <a:cubicBezTo>
                  <a:pt x="1882243" y="1066915"/>
                  <a:pt x="1869695" y="1047610"/>
                  <a:pt x="1858434" y="1054366"/>
                </a:cubicBezTo>
                <a:cubicBezTo>
                  <a:pt x="1855216" y="1056297"/>
                  <a:pt x="1852643" y="1064019"/>
                  <a:pt x="1849747" y="1068845"/>
                </a:cubicBezTo>
                <a:cubicBezTo>
                  <a:pt x="1844760" y="1081683"/>
                  <a:pt x="1844760" y="1095904"/>
                  <a:pt x="1849747" y="1108742"/>
                </a:cubicBezTo>
                <a:cubicBezTo>
                  <a:pt x="1849747" y="1113246"/>
                  <a:pt x="1847815" y="1122577"/>
                  <a:pt x="1849747" y="1125794"/>
                </a:cubicBezTo>
                <a:cubicBezTo>
                  <a:pt x="1851677" y="1129012"/>
                  <a:pt x="1858112" y="1132229"/>
                  <a:pt x="1859721" y="1135125"/>
                </a:cubicBezTo>
                <a:cubicBezTo>
                  <a:pt x="1861329" y="1138021"/>
                  <a:pt x="1863903" y="1147030"/>
                  <a:pt x="1865834" y="1150247"/>
                </a:cubicBezTo>
                <a:cubicBezTo>
                  <a:pt x="1872591" y="1163760"/>
                  <a:pt x="1886426" y="1162152"/>
                  <a:pt x="1898009" y="1155395"/>
                </a:cubicBezTo>
                <a:cubicBezTo>
                  <a:pt x="1903480" y="1151856"/>
                  <a:pt x="1909271" y="1138986"/>
                  <a:pt x="1912166" y="1136090"/>
                </a:cubicBezTo>
                <a:cubicBezTo>
                  <a:pt x="1915062" y="1133194"/>
                  <a:pt x="1922462" y="1132873"/>
                  <a:pt x="1925681" y="1126438"/>
                </a:cubicBezTo>
                <a:cubicBezTo>
                  <a:pt x="1929025" y="1121515"/>
                  <a:pt x="1931535" y="1116078"/>
                  <a:pt x="1933080" y="1110350"/>
                </a:cubicBezTo>
                <a:lnTo>
                  <a:pt x="1933080" y="1109063"/>
                </a:lnTo>
                <a:cubicBezTo>
                  <a:pt x="1934045" y="1101341"/>
                  <a:pt x="1929862" y="1096837"/>
                  <a:pt x="1931472" y="1090080"/>
                </a:cubicBezTo>
                <a:cubicBezTo>
                  <a:pt x="1930828" y="1086541"/>
                  <a:pt x="1936297" y="1081072"/>
                  <a:pt x="1936297" y="1078497"/>
                </a:cubicBezTo>
                <a:cubicBezTo>
                  <a:pt x="1936876" y="1073607"/>
                  <a:pt x="1937874" y="1068748"/>
                  <a:pt x="1939194" y="1064019"/>
                </a:cubicBezTo>
                <a:cubicBezTo>
                  <a:pt x="1938357" y="1059161"/>
                  <a:pt x="1936491" y="1054559"/>
                  <a:pt x="1933724" y="1050506"/>
                </a:cubicBezTo>
                <a:cubicBezTo>
                  <a:pt x="1933177" y="1046033"/>
                  <a:pt x="1931407" y="1041786"/>
                  <a:pt x="1928575" y="1038279"/>
                </a:cubicBezTo>
                <a:cubicBezTo>
                  <a:pt x="1927449" y="1036831"/>
                  <a:pt x="1925277" y="1036831"/>
                  <a:pt x="1923386" y="1037193"/>
                </a:cubicBezTo>
                <a:close/>
                <a:moveTo>
                  <a:pt x="3174800" y="878788"/>
                </a:moveTo>
                <a:cubicBezTo>
                  <a:pt x="2705711" y="895956"/>
                  <a:pt x="2236890" y="1051250"/>
                  <a:pt x="1832694" y="1353913"/>
                </a:cubicBezTo>
                <a:lnTo>
                  <a:pt x="1832372" y="1353913"/>
                </a:lnTo>
                <a:cubicBezTo>
                  <a:pt x="1230054" y="1804746"/>
                  <a:pt x="875870" y="2513396"/>
                  <a:pt x="876770" y="3265737"/>
                </a:cubicBezTo>
                <a:cubicBezTo>
                  <a:pt x="876707" y="3387454"/>
                  <a:pt x="885877" y="3508979"/>
                  <a:pt x="904119" y="3629312"/>
                </a:cubicBezTo>
                <a:cubicBezTo>
                  <a:pt x="905728" y="3639286"/>
                  <a:pt x="907980" y="3648938"/>
                  <a:pt x="909590" y="3658913"/>
                </a:cubicBezTo>
                <a:cubicBezTo>
                  <a:pt x="916989" y="3703635"/>
                  <a:pt x="925677" y="3747715"/>
                  <a:pt x="935329" y="3791473"/>
                </a:cubicBezTo>
                <a:cubicBezTo>
                  <a:pt x="949487" y="3853248"/>
                  <a:pt x="964931" y="3914702"/>
                  <a:pt x="983592" y="3974547"/>
                </a:cubicBezTo>
                <a:cubicBezTo>
                  <a:pt x="1004185" y="4038897"/>
                  <a:pt x="1027994" y="4103246"/>
                  <a:pt x="1053734" y="4167596"/>
                </a:cubicBezTo>
                <a:cubicBezTo>
                  <a:pt x="1057273" y="4175961"/>
                  <a:pt x="1060491" y="4184970"/>
                  <a:pt x="1064030" y="4193335"/>
                </a:cubicBezTo>
                <a:cubicBezTo>
                  <a:pt x="1138483" y="4370393"/>
                  <a:pt x="1233979" y="4537831"/>
                  <a:pt x="1348458" y="4692044"/>
                </a:cubicBezTo>
                <a:lnTo>
                  <a:pt x="1350067" y="4693975"/>
                </a:lnTo>
                <a:cubicBezTo>
                  <a:pt x="1350871" y="4695069"/>
                  <a:pt x="1351676" y="4696131"/>
                  <a:pt x="1352480" y="4697225"/>
                </a:cubicBezTo>
                <a:cubicBezTo>
                  <a:pt x="1648970" y="5093156"/>
                  <a:pt x="2044775" y="5370846"/>
                  <a:pt x="2479394" y="5521604"/>
                </a:cubicBezTo>
                <a:lnTo>
                  <a:pt x="2581613" y="5551658"/>
                </a:lnTo>
                <a:lnTo>
                  <a:pt x="2575058" y="5520986"/>
                </a:lnTo>
                <a:cubicBezTo>
                  <a:pt x="2566772" y="5491666"/>
                  <a:pt x="2552133" y="5458607"/>
                  <a:pt x="2526716" y="5443645"/>
                </a:cubicBezTo>
                <a:cubicBezTo>
                  <a:pt x="2498463" y="5428684"/>
                  <a:pt x="2468252" y="5417873"/>
                  <a:pt x="2436944" y="5411470"/>
                </a:cubicBezTo>
                <a:cubicBezTo>
                  <a:pt x="2432891" y="5411342"/>
                  <a:pt x="2429191" y="5409741"/>
                  <a:pt x="2426384" y="5407163"/>
                </a:cubicBezTo>
                <a:lnTo>
                  <a:pt x="2421895" y="5398389"/>
                </a:lnTo>
                <a:lnTo>
                  <a:pt x="2491749" y="5402921"/>
                </a:lnTo>
                <a:cubicBezTo>
                  <a:pt x="2515309" y="5406910"/>
                  <a:pt x="2538459" y="5413321"/>
                  <a:pt x="2560821" y="5422089"/>
                </a:cubicBezTo>
                <a:cubicBezTo>
                  <a:pt x="2629356" y="5450724"/>
                  <a:pt x="2650912" y="5561727"/>
                  <a:pt x="2650912" y="5561727"/>
                </a:cubicBezTo>
                <a:cubicBezTo>
                  <a:pt x="2650912" y="5561727"/>
                  <a:pt x="2678902" y="5560440"/>
                  <a:pt x="2691773" y="5561727"/>
                </a:cubicBezTo>
                <a:cubicBezTo>
                  <a:pt x="2704643" y="5563014"/>
                  <a:pt x="2704643" y="5578136"/>
                  <a:pt x="2704643" y="5578136"/>
                </a:cubicBezTo>
                <a:lnTo>
                  <a:pt x="2813075" y="5578136"/>
                </a:lnTo>
                <a:cubicBezTo>
                  <a:pt x="2813075" y="5578136"/>
                  <a:pt x="2814924" y="5586421"/>
                  <a:pt x="2815570" y="5595712"/>
                </a:cubicBezTo>
                <a:lnTo>
                  <a:pt x="2815268" y="5608642"/>
                </a:lnTo>
                <a:lnTo>
                  <a:pt x="2924709" y="5629730"/>
                </a:lnTo>
                <a:cubicBezTo>
                  <a:pt x="3151594" y="5662316"/>
                  <a:pt x="3383142" y="5662445"/>
                  <a:pt x="3611788" y="5629030"/>
                </a:cubicBezTo>
                <a:lnTo>
                  <a:pt x="3790419" y="5593967"/>
                </a:lnTo>
                <a:lnTo>
                  <a:pt x="3778322" y="5593259"/>
                </a:lnTo>
                <a:lnTo>
                  <a:pt x="3796662" y="5587467"/>
                </a:lnTo>
                <a:lnTo>
                  <a:pt x="3681475" y="5587467"/>
                </a:lnTo>
                <a:cubicBezTo>
                  <a:pt x="3681475" y="5587467"/>
                  <a:pt x="3687268" y="5468420"/>
                  <a:pt x="3617124" y="5441394"/>
                </a:cubicBezTo>
                <a:cubicBezTo>
                  <a:pt x="3564873" y="5420094"/>
                  <a:pt x="3506829" y="5417681"/>
                  <a:pt x="3453032" y="5434636"/>
                </a:cubicBezTo>
                <a:cubicBezTo>
                  <a:pt x="3394473" y="5454586"/>
                  <a:pt x="3379672" y="5554327"/>
                  <a:pt x="3370986" y="5560119"/>
                </a:cubicBezTo>
                <a:lnTo>
                  <a:pt x="3363564" y="5577246"/>
                </a:lnTo>
                <a:lnTo>
                  <a:pt x="3363584" y="5576849"/>
                </a:lnTo>
                <a:lnTo>
                  <a:pt x="3362620" y="5579423"/>
                </a:lnTo>
                <a:lnTo>
                  <a:pt x="3363564" y="5577246"/>
                </a:lnTo>
                <a:lnTo>
                  <a:pt x="3361012" y="5626720"/>
                </a:lnTo>
                <a:cubicBezTo>
                  <a:pt x="3341578" y="5629327"/>
                  <a:pt x="3321887" y="5629327"/>
                  <a:pt x="3302453" y="5626720"/>
                </a:cubicBezTo>
                <a:cubicBezTo>
                  <a:pt x="3294087" y="5623824"/>
                  <a:pt x="3334628" y="5621894"/>
                  <a:pt x="3327228" y="5617711"/>
                </a:cubicBezTo>
                <a:cubicBezTo>
                  <a:pt x="3319826" y="5613529"/>
                  <a:pt x="3309852" y="5615780"/>
                  <a:pt x="3306636" y="5614172"/>
                </a:cubicBezTo>
                <a:cubicBezTo>
                  <a:pt x="3297948" y="5609667"/>
                  <a:pt x="3315001" y="5609667"/>
                  <a:pt x="3315644" y="5604519"/>
                </a:cubicBezTo>
                <a:cubicBezTo>
                  <a:pt x="3316288" y="5599372"/>
                  <a:pt x="3287329" y="5604519"/>
                  <a:pt x="3283468" y="5604519"/>
                </a:cubicBezTo>
                <a:cubicBezTo>
                  <a:pt x="3279608" y="5604519"/>
                  <a:pt x="3296017" y="5596154"/>
                  <a:pt x="3296017" y="5596154"/>
                </a:cubicBezTo>
                <a:lnTo>
                  <a:pt x="3240677" y="5596154"/>
                </a:lnTo>
                <a:lnTo>
                  <a:pt x="3251937" y="5587467"/>
                </a:lnTo>
                <a:lnTo>
                  <a:pt x="3138360" y="5587467"/>
                </a:lnTo>
                <a:cubicBezTo>
                  <a:pt x="3138360" y="5587467"/>
                  <a:pt x="3144474" y="5468420"/>
                  <a:pt x="3074010" y="5441394"/>
                </a:cubicBezTo>
                <a:cubicBezTo>
                  <a:pt x="3021760" y="5420094"/>
                  <a:pt x="2963715" y="5417681"/>
                  <a:pt x="2909921" y="5434636"/>
                </a:cubicBezTo>
                <a:cubicBezTo>
                  <a:pt x="2851362" y="5454586"/>
                  <a:pt x="2836562" y="5554327"/>
                  <a:pt x="2827875" y="5560119"/>
                </a:cubicBezTo>
                <a:cubicBezTo>
                  <a:pt x="2819187" y="5565910"/>
                  <a:pt x="2813395" y="5555614"/>
                  <a:pt x="2813395" y="5555614"/>
                </a:cubicBezTo>
                <a:cubicBezTo>
                  <a:pt x="2813395" y="5555614"/>
                  <a:pt x="2825944" y="5475820"/>
                  <a:pt x="2849432" y="5452011"/>
                </a:cubicBezTo>
                <a:cubicBezTo>
                  <a:pt x="2885694" y="5415332"/>
                  <a:pt x="2935562" y="5395287"/>
                  <a:pt x="2987141" y="5396670"/>
                </a:cubicBezTo>
                <a:cubicBezTo>
                  <a:pt x="3070150" y="5390879"/>
                  <a:pt x="3145439" y="5412115"/>
                  <a:pt x="3180190" y="5447185"/>
                </a:cubicBezTo>
                <a:cubicBezTo>
                  <a:pt x="3214936" y="5482255"/>
                  <a:pt x="3217188" y="5572023"/>
                  <a:pt x="3217188" y="5572023"/>
                </a:cubicBezTo>
                <a:lnTo>
                  <a:pt x="3345888" y="5568806"/>
                </a:lnTo>
                <a:cubicBezTo>
                  <a:pt x="3345888" y="5568806"/>
                  <a:pt x="3370664" y="5475820"/>
                  <a:pt x="3394151" y="5452011"/>
                </a:cubicBezTo>
                <a:cubicBezTo>
                  <a:pt x="3430381" y="5415267"/>
                  <a:pt x="3480252" y="5395223"/>
                  <a:pt x="3531861" y="5396670"/>
                </a:cubicBezTo>
                <a:cubicBezTo>
                  <a:pt x="3614874" y="5390879"/>
                  <a:pt x="3690163" y="5412115"/>
                  <a:pt x="3724912" y="5447185"/>
                </a:cubicBezTo>
                <a:cubicBezTo>
                  <a:pt x="3759662" y="5482255"/>
                  <a:pt x="3761912" y="5572023"/>
                  <a:pt x="3761912" y="5572023"/>
                </a:cubicBezTo>
                <a:lnTo>
                  <a:pt x="3890613" y="5568806"/>
                </a:lnTo>
                <a:cubicBezTo>
                  <a:pt x="3890613" y="5568806"/>
                  <a:pt x="3917963" y="5458446"/>
                  <a:pt x="3964937" y="5420801"/>
                </a:cubicBezTo>
                <a:cubicBezTo>
                  <a:pt x="4000170" y="5392569"/>
                  <a:pt x="4058386" y="5389492"/>
                  <a:pt x="4085292" y="5389718"/>
                </a:cubicBezTo>
                <a:cubicBezTo>
                  <a:pt x="4094261" y="5389794"/>
                  <a:pt x="4099751" y="5390236"/>
                  <a:pt x="4099751" y="5390236"/>
                </a:cubicBezTo>
                <a:lnTo>
                  <a:pt x="4099751" y="5437854"/>
                </a:lnTo>
                <a:cubicBezTo>
                  <a:pt x="4099751" y="5437854"/>
                  <a:pt x="4003226" y="5429810"/>
                  <a:pt x="3965904" y="5457159"/>
                </a:cubicBezTo>
                <a:cubicBezTo>
                  <a:pt x="3937912" y="5477671"/>
                  <a:pt x="3921684" y="5524606"/>
                  <a:pt x="3914911" y="5552628"/>
                </a:cubicBezTo>
                <a:lnTo>
                  <a:pt x="3913146" y="5562172"/>
                </a:lnTo>
                <a:lnTo>
                  <a:pt x="4062971" y="5517155"/>
                </a:lnTo>
                <a:cubicBezTo>
                  <a:pt x="4284387" y="5438533"/>
                  <a:pt x="4497861" y="5325644"/>
                  <a:pt x="4695828" y="5177400"/>
                </a:cubicBezTo>
                <a:cubicBezTo>
                  <a:pt x="5751688" y="4386802"/>
                  <a:pt x="5966682" y="2889937"/>
                  <a:pt x="5176043" y="1834121"/>
                </a:cubicBezTo>
                <a:cubicBezTo>
                  <a:pt x="4731309" y="1240207"/>
                  <a:pt x="4063124" y="912345"/>
                  <a:pt x="3375667" y="879860"/>
                </a:cubicBezTo>
                <a:cubicBezTo>
                  <a:pt x="3308831" y="876702"/>
                  <a:pt x="3241813" y="876335"/>
                  <a:pt x="3174800" y="878788"/>
                </a:cubicBezTo>
                <a:close/>
                <a:moveTo>
                  <a:pt x="2121490" y="863615"/>
                </a:moveTo>
                <a:cubicBezTo>
                  <a:pt x="2118086" y="863470"/>
                  <a:pt x="2115351" y="863892"/>
                  <a:pt x="2113903" y="865179"/>
                </a:cubicBezTo>
                <a:cubicBezTo>
                  <a:pt x="2110784" y="868203"/>
                  <a:pt x="2107469" y="871002"/>
                  <a:pt x="2103930" y="873544"/>
                </a:cubicBezTo>
                <a:cubicBezTo>
                  <a:pt x="2101033" y="875153"/>
                  <a:pt x="2092348" y="874188"/>
                  <a:pt x="2089129" y="877083"/>
                </a:cubicBezTo>
                <a:cubicBezTo>
                  <a:pt x="2084915" y="879979"/>
                  <a:pt x="2080217" y="882167"/>
                  <a:pt x="2075294" y="883519"/>
                </a:cubicBezTo>
                <a:cubicBezTo>
                  <a:pt x="2071755" y="883519"/>
                  <a:pt x="2064355" y="879014"/>
                  <a:pt x="2058562" y="883519"/>
                </a:cubicBezTo>
                <a:cubicBezTo>
                  <a:pt x="2052771" y="888023"/>
                  <a:pt x="2047946" y="885127"/>
                  <a:pt x="2044405" y="888023"/>
                </a:cubicBezTo>
                <a:lnTo>
                  <a:pt x="2043441" y="886736"/>
                </a:lnTo>
                <a:cubicBezTo>
                  <a:pt x="2040544" y="893814"/>
                  <a:pt x="2049554" y="901214"/>
                  <a:pt x="2050198" y="908615"/>
                </a:cubicBezTo>
                <a:cubicBezTo>
                  <a:pt x="2050326" y="913312"/>
                  <a:pt x="2052417" y="917752"/>
                  <a:pt x="2055990" y="920841"/>
                </a:cubicBezTo>
                <a:cubicBezTo>
                  <a:pt x="2062617" y="924477"/>
                  <a:pt x="2068183" y="929785"/>
                  <a:pt x="2072077" y="936285"/>
                </a:cubicBezTo>
                <a:cubicBezTo>
                  <a:pt x="2075294" y="941111"/>
                  <a:pt x="2088487" y="944650"/>
                  <a:pt x="2090417" y="947868"/>
                </a:cubicBezTo>
                <a:cubicBezTo>
                  <a:pt x="2092348" y="951085"/>
                  <a:pt x="2107791" y="957520"/>
                  <a:pt x="2112296" y="960738"/>
                </a:cubicBezTo>
                <a:cubicBezTo>
                  <a:pt x="2116799" y="963955"/>
                  <a:pt x="2118731" y="971677"/>
                  <a:pt x="2121625" y="974573"/>
                </a:cubicBezTo>
                <a:cubicBezTo>
                  <a:pt x="2125260" y="979882"/>
                  <a:pt x="2132115" y="981909"/>
                  <a:pt x="2138036" y="979399"/>
                </a:cubicBezTo>
                <a:cubicBezTo>
                  <a:pt x="2141251" y="977469"/>
                  <a:pt x="2144471" y="968138"/>
                  <a:pt x="2147366" y="965242"/>
                </a:cubicBezTo>
                <a:cubicBezTo>
                  <a:pt x="2150262" y="962347"/>
                  <a:pt x="2156375" y="960416"/>
                  <a:pt x="2159592" y="957520"/>
                </a:cubicBezTo>
                <a:cubicBezTo>
                  <a:pt x="2164289" y="953595"/>
                  <a:pt x="2168023" y="948640"/>
                  <a:pt x="2170532" y="943042"/>
                </a:cubicBezTo>
                <a:cubicBezTo>
                  <a:pt x="2171883" y="938216"/>
                  <a:pt x="2172752" y="933260"/>
                  <a:pt x="2173105" y="928241"/>
                </a:cubicBezTo>
                <a:cubicBezTo>
                  <a:pt x="2174071" y="922450"/>
                  <a:pt x="2171496" y="914406"/>
                  <a:pt x="2171496" y="909258"/>
                </a:cubicBezTo>
                <a:cubicBezTo>
                  <a:pt x="2173717" y="903756"/>
                  <a:pt x="2174393" y="897740"/>
                  <a:pt x="2173428" y="891884"/>
                </a:cubicBezTo>
                <a:cubicBezTo>
                  <a:pt x="2172268" y="886897"/>
                  <a:pt x="2169953" y="882264"/>
                  <a:pt x="2166672" y="878370"/>
                </a:cubicBezTo>
                <a:cubicBezTo>
                  <a:pt x="2162489" y="875893"/>
                  <a:pt x="2158079" y="873866"/>
                  <a:pt x="2153478" y="872257"/>
                </a:cubicBezTo>
                <a:cubicBezTo>
                  <a:pt x="2147928" y="869603"/>
                  <a:pt x="2131701" y="864053"/>
                  <a:pt x="2121490" y="863615"/>
                </a:cubicBezTo>
                <a:close/>
                <a:moveTo>
                  <a:pt x="1943377" y="821744"/>
                </a:moveTo>
                <a:cubicBezTo>
                  <a:pt x="1945950" y="821100"/>
                  <a:pt x="1945950" y="830431"/>
                  <a:pt x="1946272" y="837188"/>
                </a:cubicBezTo>
                <a:cubicBezTo>
                  <a:pt x="1945082" y="844427"/>
                  <a:pt x="1942926" y="851441"/>
                  <a:pt x="1939837" y="858100"/>
                </a:cubicBezTo>
                <a:cubicBezTo>
                  <a:pt x="1935012" y="867431"/>
                  <a:pt x="1934690" y="873867"/>
                  <a:pt x="1930829" y="881267"/>
                </a:cubicBezTo>
                <a:cubicBezTo>
                  <a:pt x="1926838" y="887445"/>
                  <a:pt x="1921852" y="892882"/>
                  <a:pt x="1916027" y="897354"/>
                </a:cubicBezTo>
                <a:cubicBezTo>
                  <a:pt x="1910493" y="900604"/>
                  <a:pt x="1903382" y="898899"/>
                  <a:pt x="1899940" y="893494"/>
                </a:cubicBezTo>
                <a:cubicBezTo>
                  <a:pt x="1896723" y="888506"/>
                  <a:pt x="1896723" y="882072"/>
                  <a:pt x="1899940" y="877083"/>
                </a:cubicBezTo>
                <a:cubicBezTo>
                  <a:pt x="1905120" y="868623"/>
                  <a:pt x="1910945" y="860546"/>
                  <a:pt x="1917316" y="852953"/>
                </a:cubicBezTo>
                <a:cubicBezTo>
                  <a:pt x="1919696" y="849510"/>
                  <a:pt x="1921561" y="845714"/>
                  <a:pt x="1922785" y="841692"/>
                </a:cubicBezTo>
                <a:cubicBezTo>
                  <a:pt x="1924071" y="837188"/>
                  <a:pt x="1929542" y="835900"/>
                  <a:pt x="1932437" y="830431"/>
                </a:cubicBezTo>
                <a:cubicBezTo>
                  <a:pt x="1935461" y="826827"/>
                  <a:pt x="1939195" y="823898"/>
                  <a:pt x="1943377" y="821744"/>
                </a:cubicBezTo>
                <a:close/>
                <a:moveTo>
                  <a:pt x="1971047" y="732619"/>
                </a:moveTo>
                <a:cubicBezTo>
                  <a:pt x="1966542" y="732619"/>
                  <a:pt x="1958498" y="741306"/>
                  <a:pt x="1955281" y="741306"/>
                </a:cubicBezTo>
                <a:cubicBezTo>
                  <a:pt x="1949618" y="741660"/>
                  <a:pt x="1944019" y="742657"/>
                  <a:pt x="1938550" y="744202"/>
                </a:cubicBezTo>
                <a:cubicBezTo>
                  <a:pt x="1935042" y="745842"/>
                  <a:pt x="1932371" y="748867"/>
                  <a:pt x="1931150" y="752567"/>
                </a:cubicBezTo>
                <a:cubicBezTo>
                  <a:pt x="1929219" y="755463"/>
                  <a:pt x="1927513" y="758455"/>
                  <a:pt x="1926001" y="761576"/>
                </a:cubicBezTo>
                <a:cubicBezTo>
                  <a:pt x="1923846" y="765179"/>
                  <a:pt x="1922044" y="768944"/>
                  <a:pt x="1920532" y="772837"/>
                </a:cubicBezTo>
                <a:cubicBezTo>
                  <a:pt x="1917700" y="778693"/>
                  <a:pt x="1913774" y="783938"/>
                  <a:pt x="1908949" y="788281"/>
                </a:cubicBezTo>
                <a:cubicBezTo>
                  <a:pt x="1902836" y="794394"/>
                  <a:pt x="1902514" y="796325"/>
                  <a:pt x="1899297" y="798255"/>
                </a:cubicBezTo>
                <a:cubicBezTo>
                  <a:pt x="1894953" y="802470"/>
                  <a:pt x="1891155" y="807232"/>
                  <a:pt x="1888034" y="812412"/>
                </a:cubicBezTo>
                <a:cubicBezTo>
                  <a:pt x="1882887" y="819812"/>
                  <a:pt x="1874521" y="824960"/>
                  <a:pt x="1871304" y="829787"/>
                </a:cubicBezTo>
                <a:cubicBezTo>
                  <a:pt x="1865802" y="839278"/>
                  <a:pt x="1858209" y="847418"/>
                  <a:pt x="1849103" y="853596"/>
                </a:cubicBezTo>
                <a:cubicBezTo>
                  <a:pt x="1845564" y="851955"/>
                  <a:pt x="1841896" y="850539"/>
                  <a:pt x="1838163" y="849413"/>
                </a:cubicBezTo>
                <a:cubicBezTo>
                  <a:pt x="1829797" y="847804"/>
                  <a:pt x="1826902" y="846517"/>
                  <a:pt x="1821111" y="849413"/>
                </a:cubicBezTo>
                <a:cubicBezTo>
                  <a:pt x="1817185" y="854239"/>
                  <a:pt x="1813550" y="859291"/>
                  <a:pt x="1810171" y="864535"/>
                </a:cubicBezTo>
                <a:cubicBezTo>
                  <a:pt x="1810171" y="873866"/>
                  <a:pt x="1801805" y="884162"/>
                  <a:pt x="1812102" y="902180"/>
                </a:cubicBezTo>
                <a:cubicBezTo>
                  <a:pt x="1814032" y="905397"/>
                  <a:pt x="1819180" y="912154"/>
                  <a:pt x="1828832" y="926954"/>
                </a:cubicBezTo>
                <a:cubicBezTo>
                  <a:pt x="1834849" y="934805"/>
                  <a:pt x="1841316" y="942302"/>
                  <a:pt x="1848138" y="949476"/>
                </a:cubicBezTo>
                <a:cubicBezTo>
                  <a:pt x="1853608" y="956233"/>
                  <a:pt x="1861973" y="962990"/>
                  <a:pt x="1863903" y="966207"/>
                </a:cubicBezTo>
                <a:cubicBezTo>
                  <a:pt x="1865834" y="969425"/>
                  <a:pt x="1871947" y="978756"/>
                  <a:pt x="1873556" y="978756"/>
                </a:cubicBezTo>
                <a:cubicBezTo>
                  <a:pt x="1875165" y="978756"/>
                  <a:pt x="1876130" y="979721"/>
                  <a:pt x="1880635" y="983582"/>
                </a:cubicBezTo>
                <a:cubicBezTo>
                  <a:pt x="1885140" y="987443"/>
                  <a:pt x="1886426" y="991304"/>
                  <a:pt x="1891895" y="994200"/>
                </a:cubicBezTo>
                <a:cubicBezTo>
                  <a:pt x="1894823" y="995518"/>
                  <a:pt x="1898009" y="996194"/>
                  <a:pt x="1901227" y="996130"/>
                </a:cubicBezTo>
                <a:cubicBezTo>
                  <a:pt x="1907598" y="993813"/>
                  <a:pt x="1913743" y="990885"/>
                  <a:pt x="1919567" y="987443"/>
                </a:cubicBezTo>
                <a:cubicBezTo>
                  <a:pt x="1922462" y="985512"/>
                  <a:pt x="1924392" y="981973"/>
                  <a:pt x="1928897" y="979078"/>
                </a:cubicBezTo>
                <a:cubicBezTo>
                  <a:pt x="1933402" y="976181"/>
                  <a:pt x="1942410" y="975216"/>
                  <a:pt x="1944985" y="974573"/>
                </a:cubicBezTo>
                <a:cubicBezTo>
                  <a:pt x="1947560" y="973930"/>
                  <a:pt x="1954637" y="977790"/>
                  <a:pt x="1954637" y="980364"/>
                </a:cubicBezTo>
                <a:cubicBezTo>
                  <a:pt x="1958144" y="989631"/>
                  <a:pt x="1962231" y="998639"/>
                  <a:pt x="1966864" y="1007391"/>
                </a:cubicBezTo>
                <a:cubicBezTo>
                  <a:pt x="1969984" y="1014084"/>
                  <a:pt x="1973749" y="1020422"/>
                  <a:pt x="1978124" y="1026375"/>
                </a:cubicBezTo>
                <a:cubicBezTo>
                  <a:pt x="1980055" y="1029270"/>
                  <a:pt x="1986168" y="1036992"/>
                  <a:pt x="1986168" y="1040209"/>
                </a:cubicBezTo>
                <a:cubicBezTo>
                  <a:pt x="1994534" y="1055010"/>
                  <a:pt x="1991961" y="1062410"/>
                  <a:pt x="1980699" y="1069489"/>
                </a:cubicBezTo>
                <a:cubicBezTo>
                  <a:pt x="1977482" y="1071419"/>
                  <a:pt x="1965900" y="1068201"/>
                  <a:pt x="1955281" y="1074958"/>
                </a:cubicBezTo>
                <a:cubicBezTo>
                  <a:pt x="1953673" y="1075923"/>
                  <a:pt x="1940802" y="1086219"/>
                  <a:pt x="1944663" y="1089437"/>
                </a:cubicBezTo>
                <a:cubicBezTo>
                  <a:pt x="1948524" y="1092654"/>
                  <a:pt x="1973299" y="1094585"/>
                  <a:pt x="1980699" y="1098768"/>
                </a:cubicBezTo>
                <a:cubicBezTo>
                  <a:pt x="1988099" y="1102950"/>
                  <a:pt x="1991639" y="1107455"/>
                  <a:pt x="1997431" y="1109063"/>
                </a:cubicBezTo>
                <a:cubicBezTo>
                  <a:pt x="2003833" y="1109610"/>
                  <a:pt x="2010268" y="1108967"/>
                  <a:pt x="2016413" y="1107133"/>
                </a:cubicBezTo>
                <a:cubicBezTo>
                  <a:pt x="2021240" y="1106811"/>
                  <a:pt x="2026067" y="1108742"/>
                  <a:pt x="2029284" y="1108742"/>
                </a:cubicBezTo>
                <a:cubicBezTo>
                  <a:pt x="2032500" y="1108742"/>
                  <a:pt x="2040544" y="1107133"/>
                  <a:pt x="2043119" y="1107133"/>
                </a:cubicBezTo>
                <a:cubicBezTo>
                  <a:pt x="2046304" y="1108548"/>
                  <a:pt x="2049908" y="1108548"/>
                  <a:pt x="2053093" y="1107133"/>
                </a:cubicBezTo>
                <a:cubicBezTo>
                  <a:pt x="2056312" y="1105203"/>
                  <a:pt x="2057276" y="1097802"/>
                  <a:pt x="2064033" y="1089437"/>
                </a:cubicBezTo>
                <a:cubicBezTo>
                  <a:pt x="2070789" y="1081072"/>
                  <a:pt x="2067250" y="1067236"/>
                  <a:pt x="2070789" y="1062410"/>
                </a:cubicBezTo>
                <a:cubicBezTo>
                  <a:pt x="2075938" y="1052436"/>
                  <a:pt x="2076549" y="1040692"/>
                  <a:pt x="2072399" y="1030235"/>
                </a:cubicBezTo>
                <a:cubicBezTo>
                  <a:pt x="2057598" y="1001053"/>
                  <a:pt x="2040705" y="972996"/>
                  <a:pt x="2021884" y="946259"/>
                </a:cubicBezTo>
                <a:cubicBezTo>
                  <a:pt x="2016059" y="941594"/>
                  <a:pt x="2011234" y="935802"/>
                  <a:pt x="2007727" y="929207"/>
                </a:cubicBezTo>
                <a:cubicBezTo>
                  <a:pt x="2003866" y="922772"/>
                  <a:pt x="2007727" y="913441"/>
                  <a:pt x="2010622" y="913441"/>
                </a:cubicBezTo>
                <a:cubicBezTo>
                  <a:pt x="2014643" y="912765"/>
                  <a:pt x="2018023" y="910094"/>
                  <a:pt x="2019631" y="906362"/>
                </a:cubicBezTo>
                <a:cubicBezTo>
                  <a:pt x="2021144" y="898287"/>
                  <a:pt x="2022108" y="890114"/>
                  <a:pt x="2022526" y="881910"/>
                </a:cubicBezTo>
                <a:cubicBezTo>
                  <a:pt x="2021240" y="858776"/>
                  <a:pt x="2021240" y="835546"/>
                  <a:pt x="2022526" y="812412"/>
                </a:cubicBezTo>
                <a:cubicBezTo>
                  <a:pt x="2022882" y="805559"/>
                  <a:pt x="2022882" y="798673"/>
                  <a:pt x="2022526" y="791820"/>
                </a:cubicBezTo>
                <a:cubicBezTo>
                  <a:pt x="2024136" y="781460"/>
                  <a:pt x="2026517" y="771261"/>
                  <a:pt x="2029606" y="761254"/>
                </a:cubicBezTo>
                <a:cubicBezTo>
                  <a:pt x="2028286" y="755752"/>
                  <a:pt x="2025101" y="750862"/>
                  <a:pt x="2020596" y="747419"/>
                </a:cubicBezTo>
                <a:cubicBezTo>
                  <a:pt x="2017379" y="745488"/>
                  <a:pt x="2009657" y="735514"/>
                  <a:pt x="2003222" y="732619"/>
                </a:cubicBezTo>
                <a:cubicBezTo>
                  <a:pt x="1992507" y="731557"/>
                  <a:pt x="1981761" y="731557"/>
                  <a:pt x="1971047" y="732619"/>
                </a:cubicBezTo>
                <a:close/>
                <a:moveTo>
                  <a:pt x="4719565" y="689183"/>
                </a:moveTo>
                <a:cubicBezTo>
                  <a:pt x="4717756" y="689505"/>
                  <a:pt x="4716067" y="690631"/>
                  <a:pt x="4714619" y="693366"/>
                </a:cubicBezTo>
                <a:cubicBezTo>
                  <a:pt x="4712237" y="701120"/>
                  <a:pt x="4708537" y="708423"/>
                  <a:pt x="4703679" y="714923"/>
                </a:cubicBezTo>
                <a:cubicBezTo>
                  <a:pt x="4699143" y="723063"/>
                  <a:pt x="4693609" y="730624"/>
                  <a:pt x="4687269" y="737445"/>
                </a:cubicBezTo>
                <a:cubicBezTo>
                  <a:pt x="4674785" y="745521"/>
                  <a:pt x="4664523" y="756589"/>
                  <a:pt x="4657347" y="769620"/>
                </a:cubicBezTo>
                <a:cubicBezTo>
                  <a:pt x="4640456" y="769974"/>
                  <a:pt x="4623691" y="766788"/>
                  <a:pt x="4608120" y="760289"/>
                </a:cubicBezTo>
                <a:cubicBezTo>
                  <a:pt x="4599110" y="755785"/>
                  <a:pt x="4588492" y="745167"/>
                  <a:pt x="4583344" y="745167"/>
                </a:cubicBezTo>
                <a:cubicBezTo>
                  <a:pt x="4578678" y="744105"/>
                  <a:pt x="4573853" y="744105"/>
                  <a:pt x="4569187" y="745167"/>
                </a:cubicBezTo>
                <a:cubicBezTo>
                  <a:pt x="4563718" y="745488"/>
                  <a:pt x="4559213" y="742593"/>
                  <a:pt x="4554386" y="742593"/>
                </a:cubicBezTo>
                <a:cubicBezTo>
                  <a:pt x="4549431" y="744362"/>
                  <a:pt x="4544380" y="745875"/>
                  <a:pt x="4539265" y="747097"/>
                </a:cubicBezTo>
                <a:cubicBezTo>
                  <a:pt x="4532283" y="747837"/>
                  <a:pt x="4526490" y="752824"/>
                  <a:pt x="4524785" y="759645"/>
                </a:cubicBezTo>
                <a:cubicBezTo>
                  <a:pt x="4519316" y="772001"/>
                  <a:pt x="4521470" y="786382"/>
                  <a:pt x="4530255" y="796646"/>
                </a:cubicBezTo>
                <a:cubicBezTo>
                  <a:pt x="4537656" y="802438"/>
                  <a:pt x="4537976" y="809195"/>
                  <a:pt x="4543125" y="814986"/>
                </a:cubicBezTo>
                <a:cubicBezTo>
                  <a:pt x="4546085" y="818300"/>
                  <a:pt x="4550042" y="820552"/>
                  <a:pt x="4554386" y="821421"/>
                </a:cubicBezTo>
                <a:cubicBezTo>
                  <a:pt x="4558956" y="822322"/>
                  <a:pt x="4563461" y="823512"/>
                  <a:pt x="4567901" y="824960"/>
                </a:cubicBezTo>
                <a:lnTo>
                  <a:pt x="4576909" y="830108"/>
                </a:lnTo>
                <a:cubicBezTo>
                  <a:pt x="4580128" y="832039"/>
                  <a:pt x="4590102" y="832039"/>
                  <a:pt x="4588814" y="836222"/>
                </a:cubicBezTo>
                <a:cubicBezTo>
                  <a:pt x="4587527" y="840404"/>
                  <a:pt x="4578839" y="846839"/>
                  <a:pt x="4574656" y="849735"/>
                </a:cubicBezTo>
                <a:cubicBezTo>
                  <a:pt x="4561980" y="861865"/>
                  <a:pt x="4546698" y="870906"/>
                  <a:pt x="4529933" y="876118"/>
                </a:cubicBezTo>
                <a:cubicBezTo>
                  <a:pt x="4500526" y="884998"/>
                  <a:pt x="4470667" y="892302"/>
                  <a:pt x="4440487" y="897997"/>
                </a:cubicBezTo>
                <a:cubicBezTo>
                  <a:pt x="4437590" y="897997"/>
                  <a:pt x="4432121" y="897997"/>
                  <a:pt x="4429546" y="897997"/>
                </a:cubicBezTo>
                <a:cubicBezTo>
                  <a:pt x="4423692" y="899091"/>
                  <a:pt x="4417771" y="899831"/>
                  <a:pt x="4411850" y="900249"/>
                </a:cubicBezTo>
                <a:cubicBezTo>
                  <a:pt x="4404001" y="901858"/>
                  <a:pt x="4395892" y="901858"/>
                  <a:pt x="4388041" y="900249"/>
                </a:cubicBezTo>
                <a:lnTo>
                  <a:pt x="4388041" y="898962"/>
                </a:lnTo>
                <a:cubicBezTo>
                  <a:pt x="4378067" y="897032"/>
                  <a:pt x="4371309" y="899927"/>
                  <a:pt x="4372276" y="902823"/>
                </a:cubicBezTo>
                <a:cubicBezTo>
                  <a:pt x="4373240" y="905719"/>
                  <a:pt x="4377745" y="909580"/>
                  <a:pt x="4381928" y="914084"/>
                </a:cubicBezTo>
                <a:cubicBezTo>
                  <a:pt x="4386111" y="918589"/>
                  <a:pt x="4379997" y="927919"/>
                  <a:pt x="4381928" y="932746"/>
                </a:cubicBezTo>
                <a:cubicBezTo>
                  <a:pt x="4383858" y="937572"/>
                  <a:pt x="4383214" y="943364"/>
                  <a:pt x="4386433" y="946259"/>
                </a:cubicBezTo>
                <a:cubicBezTo>
                  <a:pt x="4391291" y="949026"/>
                  <a:pt x="4396664" y="950892"/>
                  <a:pt x="4402198" y="951729"/>
                </a:cubicBezTo>
                <a:cubicBezTo>
                  <a:pt x="4411658" y="955171"/>
                  <a:pt x="4421342" y="957971"/>
                  <a:pt x="4431157" y="960094"/>
                </a:cubicBezTo>
                <a:cubicBezTo>
                  <a:pt x="4438878" y="960094"/>
                  <a:pt x="4459149" y="960094"/>
                  <a:pt x="4467515" y="960094"/>
                </a:cubicBezTo>
                <a:cubicBezTo>
                  <a:pt x="4484213" y="963247"/>
                  <a:pt x="4501330" y="963247"/>
                  <a:pt x="4518028" y="960094"/>
                </a:cubicBezTo>
                <a:cubicBezTo>
                  <a:pt x="4542803" y="952372"/>
                  <a:pt x="4557283" y="951407"/>
                  <a:pt x="4574979" y="945938"/>
                </a:cubicBezTo>
                <a:cubicBezTo>
                  <a:pt x="4592674" y="940467"/>
                  <a:pt x="4618414" y="915693"/>
                  <a:pt x="4621955" y="922128"/>
                </a:cubicBezTo>
                <a:cubicBezTo>
                  <a:pt x="4625494" y="928563"/>
                  <a:pt x="4630321" y="953659"/>
                  <a:pt x="4639973" y="974895"/>
                </a:cubicBezTo>
                <a:cubicBezTo>
                  <a:pt x="4642675" y="983968"/>
                  <a:pt x="4644831" y="993234"/>
                  <a:pt x="4646408" y="1002565"/>
                </a:cubicBezTo>
                <a:cubicBezTo>
                  <a:pt x="4647630" y="1018878"/>
                  <a:pt x="4649882" y="1035126"/>
                  <a:pt x="4653164" y="1051149"/>
                </a:cubicBezTo>
                <a:cubicBezTo>
                  <a:pt x="4661111" y="1068298"/>
                  <a:pt x="4661111" y="1088053"/>
                  <a:pt x="4653164" y="1105203"/>
                </a:cubicBezTo>
                <a:cubicBezTo>
                  <a:pt x="4653293" y="1112635"/>
                  <a:pt x="4656544" y="1119649"/>
                  <a:pt x="4662174" y="1124507"/>
                </a:cubicBezTo>
                <a:cubicBezTo>
                  <a:pt x="4668929" y="1131264"/>
                  <a:pt x="4680192" y="1131586"/>
                  <a:pt x="4686627" y="1143491"/>
                </a:cubicBezTo>
                <a:cubicBezTo>
                  <a:pt x="4690842" y="1148671"/>
                  <a:pt x="4695957" y="1153014"/>
                  <a:pt x="4701749" y="1156360"/>
                </a:cubicBezTo>
                <a:cubicBezTo>
                  <a:pt x="4708828" y="1161830"/>
                  <a:pt x="4717192" y="1164082"/>
                  <a:pt x="4721375" y="1167300"/>
                </a:cubicBezTo>
                <a:cubicBezTo>
                  <a:pt x="4727135" y="1171644"/>
                  <a:pt x="4733152" y="1175633"/>
                  <a:pt x="4739393" y="1179205"/>
                </a:cubicBezTo>
                <a:cubicBezTo>
                  <a:pt x="4741967" y="1180170"/>
                  <a:pt x="4745184" y="1183066"/>
                  <a:pt x="4748725" y="1182422"/>
                </a:cubicBezTo>
                <a:cubicBezTo>
                  <a:pt x="4752264" y="1181778"/>
                  <a:pt x="4757411" y="1180170"/>
                  <a:pt x="4760952" y="1180170"/>
                </a:cubicBezTo>
                <a:cubicBezTo>
                  <a:pt x="4769349" y="1183934"/>
                  <a:pt x="4778936" y="1183934"/>
                  <a:pt x="4787334" y="1180170"/>
                </a:cubicBezTo>
                <a:cubicBezTo>
                  <a:pt x="4792483" y="1178239"/>
                  <a:pt x="4794735" y="1170839"/>
                  <a:pt x="4796666" y="1167943"/>
                </a:cubicBezTo>
                <a:cubicBezTo>
                  <a:pt x="4798596" y="1165048"/>
                  <a:pt x="4805996" y="1165369"/>
                  <a:pt x="4805996" y="1160865"/>
                </a:cubicBezTo>
                <a:cubicBezTo>
                  <a:pt x="4805996" y="1156360"/>
                  <a:pt x="4799882" y="1152177"/>
                  <a:pt x="4796988" y="1148317"/>
                </a:cubicBezTo>
                <a:cubicBezTo>
                  <a:pt x="4785083" y="1134160"/>
                  <a:pt x="4777681" y="1125472"/>
                  <a:pt x="4769316" y="1116142"/>
                </a:cubicBezTo>
                <a:cubicBezTo>
                  <a:pt x="4766099" y="1112281"/>
                  <a:pt x="4763846" y="1102950"/>
                  <a:pt x="4759663" y="1097159"/>
                </a:cubicBezTo>
                <a:cubicBezTo>
                  <a:pt x="4753744" y="1091046"/>
                  <a:pt x="4748468" y="1084385"/>
                  <a:pt x="4743898" y="1077210"/>
                </a:cubicBezTo>
                <a:cubicBezTo>
                  <a:pt x="4738138" y="1061541"/>
                  <a:pt x="4730931" y="1046451"/>
                  <a:pt x="4722341" y="1032166"/>
                </a:cubicBezTo>
                <a:cubicBezTo>
                  <a:pt x="4712045" y="1016722"/>
                  <a:pt x="4714619" y="984547"/>
                  <a:pt x="4710114" y="972964"/>
                </a:cubicBezTo>
                <a:cubicBezTo>
                  <a:pt x="4700172" y="948898"/>
                  <a:pt x="4693673" y="923544"/>
                  <a:pt x="4690808" y="897675"/>
                </a:cubicBezTo>
                <a:cubicBezTo>
                  <a:pt x="4690294" y="888698"/>
                  <a:pt x="4693834" y="879947"/>
                  <a:pt x="4700462" y="873866"/>
                </a:cubicBezTo>
                <a:cubicBezTo>
                  <a:pt x="4705609" y="870101"/>
                  <a:pt x="4711401" y="867270"/>
                  <a:pt x="4717514" y="865501"/>
                </a:cubicBezTo>
                <a:cubicBezTo>
                  <a:pt x="4729291" y="865822"/>
                  <a:pt x="4740970" y="867656"/>
                  <a:pt x="4752264" y="870970"/>
                </a:cubicBezTo>
                <a:cubicBezTo>
                  <a:pt x="4758377" y="872901"/>
                  <a:pt x="4764813" y="876118"/>
                  <a:pt x="4772212" y="879336"/>
                </a:cubicBezTo>
                <a:cubicBezTo>
                  <a:pt x="4779388" y="882585"/>
                  <a:pt x="4787174" y="884226"/>
                  <a:pt x="4795057" y="884162"/>
                </a:cubicBezTo>
                <a:cubicBezTo>
                  <a:pt x="4806447" y="886768"/>
                  <a:pt x="4818095" y="888183"/>
                  <a:pt x="4829805" y="888345"/>
                </a:cubicBezTo>
                <a:cubicBezTo>
                  <a:pt x="4837529" y="886414"/>
                  <a:pt x="4841067" y="883519"/>
                  <a:pt x="4846859" y="886414"/>
                </a:cubicBezTo>
                <a:cubicBezTo>
                  <a:pt x="4852650" y="889310"/>
                  <a:pt x="4853936" y="887379"/>
                  <a:pt x="4856833" y="882231"/>
                </a:cubicBezTo>
                <a:cubicBezTo>
                  <a:pt x="4861980" y="869683"/>
                  <a:pt x="4866163" y="852309"/>
                  <a:pt x="4856833" y="844908"/>
                </a:cubicBezTo>
                <a:cubicBezTo>
                  <a:pt x="4847503" y="837508"/>
                  <a:pt x="4839459" y="832039"/>
                  <a:pt x="4839137" y="825604"/>
                </a:cubicBezTo>
                <a:cubicBezTo>
                  <a:pt x="4838815" y="819169"/>
                  <a:pt x="4817578" y="813056"/>
                  <a:pt x="4814039" y="811125"/>
                </a:cubicBezTo>
                <a:cubicBezTo>
                  <a:pt x="4810501" y="809195"/>
                  <a:pt x="4798918" y="813056"/>
                  <a:pt x="4790874" y="813056"/>
                </a:cubicBezTo>
                <a:cubicBezTo>
                  <a:pt x="4785179" y="812669"/>
                  <a:pt x="4779580" y="811575"/>
                  <a:pt x="4774143" y="809838"/>
                </a:cubicBezTo>
                <a:cubicBezTo>
                  <a:pt x="4769316" y="808229"/>
                  <a:pt x="4759341" y="808229"/>
                  <a:pt x="4759341" y="808229"/>
                </a:cubicBezTo>
                <a:cubicBezTo>
                  <a:pt x="4755480" y="808455"/>
                  <a:pt x="4751653" y="807425"/>
                  <a:pt x="4748403" y="805334"/>
                </a:cubicBezTo>
                <a:cubicBezTo>
                  <a:pt x="4745828" y="803082"/>
                  <a:pt x="4756769" y="793751"/>
                  <a:pt x="4756769" y="791820"/>
                </a:cubicBezTo>
                <a:cubicBezTo>
                  <a:pt x="4766421" y="783777"/>
                  <a:pt x="4775109" y="777342"/>
                  <a:pt x="4779934" y="773802"/>
                </a:cubicBezTo>
                <a:cubicBezTo>
                  <a:pt x="4784761" y="770263"/>
                  <a:pt x="4781542" y="766402"/>
                  <a:pt x="4784761" y="759645"/>
                </a:cubicBezTo>
                <a:cubicBezTo>
                  <a:pt x="4787978" y="752889"/>
                  <a:pt x="4792483" y="750958"/>
                  <a:pt x="4787978" y="744202"/>
                </a:cubicBezTo>
                <a:cubicBezTo>
                  <a:pt x="4782283" y="736641"/>
                  <a:pt x="4778905" y="727599"/>
                  <a:pt x="4778326" y="718140"/>
                </a:cubicBezTo>
                <a:cubicBezTo>
                  <a:pt x="4778326" y="714601"/>
                  <a:pt x="4758699" y="706879"/>
                  <a:pt x="4755480" y="703661"/>
                </a:cubicBezTo>
                <a:cubicBezTo>
                  <a:pt x="4752264" y="700444"/>
                  <a:pt x="4744542" y="702696"/>
                  <a:pt x="4740681" y="700444"/>
                </a:cubicBezTo>
                <a:cubicBezTo>
                  <a:pt x="4736820" y="698192"/>
                  <a:pt x="4737785" y="693366"/>
                  <a:pt x="4725236" y="689826"/>
                </a:cubicBezTo>
                <a:cubicBezTo>
                  <a:pt x="4723306" y="689343"/>
                  <a:pt x="4721375" y="688861"/>
                  <a:pt x="4719565" y="689183"/>
                </a:cubicBezTo>
                <a:close/>
                <a:moveTo>
                  <a:pt x="2619696" y="639955"/>
                </a:moveTo>
                <a:lnTo>
                  <a:pt x="2620664" y="641243"/>
                </a:lnTo>
                <a:lnTo>
                  <a:pt x="2619931" y="640398"/>
                </a:lnTo>
                <a:close/>
                <a:moveTo>
                  <a:pt x="1851998" y="578823"/>
                </a:moveTo>
                <a:cubicBezTo>
                  <a:pt x="1847815" y="577215"/>
                  <a:pt x="1841381" y="583006"/>
                  <a:pt x="1835590" y="583006"/>
                </a:cubicBezTo>
                <a:cubicBezTo>
                  <a:pt x="1829797" y="583006"/>
                  <a:pt x="1827867" y="580754"/>
                  <a:pt x="1824006" y="583006"/>
                </a:cubicBezTo>
                <a:cubicBezTo>
                  <a:pt x="1819213" y="586385"/>
                  <a:pt x="1814161" y="589409"/>
                  <a:pt x="1808884" y="592015"/>
                </a:cubicBezTo>
                <a:cubicBezTo>
                  <a:pt x="1804541" y="593720"/>
                  <a:pt x="1800358" y="595779"/>
                  <a:pt x="1796336" y="598128"/>
                </a:cubicBezTo>
                <a:cubicBezTo>
                  <a:pt x="1790866" y="601667"/>
                  <a:pt x="1790866" y="605206"/>
                  <a:pt x="1788613" y="607781"/>
                </a:cubicBezTo>
                <a:cubicBezTo>
                  <a:pt x="1786362" y="610355"/>
                  <a:pt x="1780570" y="612929"/>
                  <a:pt x="1778961" y="614859"/>
                </a:cubicBezTo>
                <a:cubicBezTo>
                  <a:pt x="1777353" y="616789"/>
                  <a:pt x="1777353" y="621616"/>
                  <a:pt x="1771239" y="625477"/>
                </a:cubicBezTo>
                <a:cubicBezTo>
                  <a:pt x="1765126" y="629338"/>
                  <a:pt x="1757082" y="630303"/>
                  <a:pt x="1755152" y="638990"/>
                </a:cubicBezTo>
                <a:cubicBezTo>
                  <a:pt x="1753768" y="643173"/>
                  <a:pt x="1754605" y="647806"/>
                  <a:pt x="1757403" y="651217"/>
                </a:cubicBezTo>
                <a:cubicBezTo>
                  <a:pt x="1762230" y="655077"/>
                  <a:pt x="1785075" y="665695"/>
                  <a:pt x="1787005" y="673417"/>
                </a:cubicBezTo>
                <a:cubicBezTo>
                  <a:pt x="1788453" y="677922"/>
                  <a:pt x="1789515" y="682555"/>
                  <a:pt x="1790223" y="687252"/>
                </a:cubicBezTo>
                <a:cubicBezTo>
                  <a:pt x="1792475" y="692722"/>
                  <a:pt x="1792475" y="694652"/>
                  <a:pt x="1792475" y="698835"/>
                </a:cubicBezTo>
                <a:cubicBezTo>
                  <a:pt x="1792314" y="702889"/>
                  <a:pt x="1793569" y="706879"/>
                  <a:pt x="1796014" y="710097"/>
                </a:cubicBezTo>
                <a:cubicBezTo>
                  <a:pt x="1800293" y="712123"/>
                  <a:pt x="1805248" y="712123"/>
                  <a:pt x="1809528" y="710097"/>
                </a:cubicBezTo>
                <a:cubicBezTo>
                  <a:pt x="1814032" y="707523"/>
                  <a:pt x="1819502" y="705914"/>
                  <a:pt x="1821433" y="707523"/>
                </a:cubicBezTo>
                <a:cubicBezTo>
                  <a:pt x="1823363" y="709131"/>
                  <a:pt x="1827546" y="709131"/>
                  <a:pt x="1828511" y="715888"/>
                </a:cubicBezTo>
                <a:cubicBezTo>
                  <a:pt x="1829476" y="722645"/>
                  <a:pt x="1825293" y="725540"/>
                  <a:pt x="1819502" y="732619"/>
                </a:cubicBezTo>
                <a:cubicBezTo>
                  <a:pt x="1813710" y="739697"/>
                  <a:pt x="1793440" y="758680"/>
                  <a:pt x="1791509" y="764794"/>
                </a:cubicBezTo>
                <a:cubicBezTo>
                  <a:pt x="1789579" y="770907"/>
                  <a:pt x="1780892" y="771872"/>
                  <a:pt x="1774778" y="778307"/>
                </a:cubicBezTo>
                <a:cubicBezTo>
                  <a:pt x="1762874" y="790919"/>
                  <a:pt x="1750100" y="802631"/>
                  <a:pt x="1736490" y="813377"/>
                </a:cubicBezTo>
                <a:cubicBezTo>
                  <a:pt x="1731986" y="816595"/>
                  <a:pt x="1725228" y="828821"/>
                  <a:pt x="1722012" y="830430"/>
                </a:cubicBezTo>
                <a:cubicBezTo>
                  <a:pt x="1718794" y="832039"/>
                  <a:pt x="1713324" y="827856"/>
                  <a:pt x="1710750" y="830430"/>
                </a:cubicBezTo>
                <a:lnTo>
                  <a:pt x="1710750" y="829143"/>
                </a:lnTo>
                <a:cubicBezTo>
                  <a:pt x="1700711" y="839568"/>
                  <a:pt x="1692732" y="851794"/>
                  <a:pt x="1687262" y="865179"/>
                </a:cubicBezTo>
                <a:cubicBezTo>
                  <a:pt x="1686586" y="869683"/>
                  <a:pt x="1687874" y="874252"/>
                  <a:pt x="1690802" y="877727"/>
                </a:cubicBezTo>
                <a:cubicBezTo>
                  <a:pt x="1695306" y="884162"/>
                  <a:pt x="1700132" y="889953"/>
                  <a:pt x="1700132" y="891562"/>
                </a:cubicBezTo>
                <a:cubicBezTo>
                  <a:pt x="1703027" y="898641"/>
                  <a:pt x="1708498" y="906362"/>
                  <a:pt x="1714289" y="905719"/>
                </a:cubicBezTo>
                <a:cubicBezTo>
                  <a:pt x="1720081" y="905076"/>
                  <a:pt x="1722333" y="898962"/>
                  <a:pt x="1731021" y="897353"/>
                </a:cubicBezTo>
                <a:cubicBezTo>
                  <a:pt x="1739708" y="895745"/>
                  <a:pt x="1738420" y="901214"/>
                  <a:pt x="1743246" y="897353"/>
                </a:cubicBezTo>
                <a:cubicBezTo>
                  <a:pt x="1748073" y="893493"/>
                  <a:pt x="1750325" y="888345"/>
                  <a:pt x="1750325" y="884805"/>
                </a:cubicBezTo>
                <a:cubicBezTo>
                  <a:pt x="1753060" y="880462"/>
                  <a:pt x="1756407" y="876569"/>
                  <a:pt x="1760300" y="873222"/>
                </a:cubicBezTo>
                <a:cubicBezTo>
                  <a:pt x="1765769" y="869362"/>
                  <a:pt x="1772526" y="865822"/>
                  <a:pt x="1772526" y="860674"/>
                </a:cubicBezTo>
                <a:cubicBezTo>
                  <a:pt x="1775100" y="858293"/>
                  <a:pt x="1778028" y="856331"/>
                  <a:pt x="1781214" y="854883"/>
                </a:cubicBezTo>
                <a:cubicBezTo>
                  <a:pt x="1785460" y="853242"/>
                  <a:pt x="1789289" y="850732"/>
                  <a:pt x="1792475" y="847482"/>
                </a:cubicBezTo>
                <a:cubicBezTo>
                  <a:pt x="1795885" y="843493"/>
                  <a:pt x="1799521" y="839728"/>
                  <a:pt x="1803415" y="836222"/>
                </a:cubicBezTo>
                <a:cubicBezTo>
                  <a:pt x="1807758" y="834162"/>
                  <a:pt x="1811522" y="831073"/>
                  <a:pt x="1814354" y="827213"/>
                </a:cubicBezTo>
                <a:cubicBezTo>
                  <a:pt x="1817250" y="823030"/>
                  <a:pt x="1823684" y="820134"/>
                  <a:pt x="1826581" y="815308"/>
                </a:cubicBezTo>
                <a:cubicBezTo>
                  <a:pt x="1829476" y="810482"/>
                  <a:pt x="1836233" y="808229"/>
                  <a:pt x="1839451" y="802116"/>
                </a:cubicBezTo>
                <a:cubicBezTo>
                  <a:pt x="1842668" y="796003"/>
                  <a:pt x="1852643" y="795359"/>
                  <a:pt x="1852643" y="788603"/>
                </a:cubicBezTo>
                <a:cubicBezTo>
                  <a:pt x="1867410" y="771550"/>
                  <a:pt x="1883337" y="755559"/>
                  <a:pt x="1900261" y="740662"/>
                </a:cubicBezTo>
                <a:cubicBezTo>
                  <a:pt x="1906761" y="732908"/>
                  <a:pt x="1912810" y="724736"/>
                  <a:pt x="1918279" y="716209"/>
                </a:cubicBezTo>
                <a:cubicBezTo>
                  <a:pt x="1924714" y="710740"/>
                  <a:pt x="1932436" y="709774"/>
                  <a:pt x="1935333" y="706879"/>
                </a:cubicBezTo>
                <a:cubicBezTo>
                  <a:pt x="1939321" y="700991"/>
                  <a:pt x="1943858" y="695521"/>
                  <a:pt x="1948846" y="690470"/>
                </a:cubicBezTo>
                <a:cubicBezTo>
                  <a:pt x="1952063" y="686609"/>
                  <a:pt x="1959142" y="678565"/>
                  <a:pt x="1963003" y="675026"/>
                </a:cubicBezTo>
                <a:lnTo>
                  <a:pt x="1980377" y="661512"/>
                </a:lnTo>
                <a:cubicBezTo>
                  <a:pt x="1983596" y="659582"/>
                  <a:pt x="2000005" y="647677"/>
                  <a:pt x="2002900" y="645425"/>
                </a:cubicBezTo>
                <a:cubicBezTo>
                  <a:pt x="2011588" y="641243"/>
                  <a:pt x="2019631" y="644460"/>
                  <a:pt x="2019631" y="641243"/>
                </a:cubicBezTo>
                <a:cubicBezTo>
                  <a:pt x="2024136" y="631912"/>
                  <a:pt x="2035397" y="610355"/>
                  <a:pt x="2032180" y="603598"/>
                </a:cubicBezTo>
                <a:cubicBezTo>
                  <a:pt x="2028962" y="596841"/>
                  <a:pt x="2026067" y="591693"/>
                  <a:pt x="2024136" y="588476"/>
                </a:cubicBezTo>
                <a:cubicBezTo>
                  <a:pt x="2021401" y="585612"/>
                  <a:pt x="2017379" y="584389"/>
                  <a:pt x="2013518" y="585258"/>
                </a:cubicBezTo>
                <a:cubicBezTo>
                  <a:pt x="2005924" y="587704"/>
                  <a:pt x="1997623" y="586288"/>
                  <a:pt x="1991317" y="581397"/>
                </a:cubicBezTo>
                <a:cubicBezTo>
                  <a:pt x="1988099" y="578823"/>
                  <a:pt x="1982629" y="582363"/>
                  <a:pt x="1977160" y="584615"/>
                </a:cubicBezTo>
                <a:cubicBezTo>
                  <a:pt x="1971691" y="586867"/>
                  <a:pt x="1965255" y="584615"/>
                  <a:pt x="1962359" y="586867"/>
                </a:cubicBezTo>
                <a:cubicBezTo>
                  <a:pt x="1954058" y="593656"/>
                  <a:pt x="1946305" y="601056"/>
                  <a:pt x="1939194" y="609068"/>
                </a:cubicBezTo>
                <a:cubicBezTo>
                  <a:pt x="1933080" y="616146"/>
                  <a:pt x="1902836" y="644138"/>
                  <a:pt x="1898653" y="648321"/>
                </a:cubicBezTo>
                <a:cubicBezTo>
                  <a:pt x="1894470" y="652503"/>
                  <a:pt x="1891253" y="647034"/>
                  <a:pt x="1891253" y="641886"/>
                </a:cubicBezTo>
                <a:cubicBezTo>
                  <a:pt x="1897366" y="628051"/>
                  <a:pt x="1901549" y="627086"/>
                  <a:pt x="1891253" y="609711"/>
                </a:cubicBezTo>
                <a:cubicBezTo>
                  <a:pt x="1880957" y="592337"/>
                  <a:pt x="1869695" y="594589"/>
                  <a:pt x="1866156" y="592337"/>
                </a:cubicBezTo>
                <a:cubicBezTo>
                  <a:pt x="1862617" y="590084"/>
                  <a:pt x="1856181" y="580432"/>
                  <a:pt x="1851998" y="578823"/>
                </a:cubicBezTo>
                <a:close/>
                <a:moveTo>
                  <a:pt x="2870182" y="487929"/>
                </a:moveTo>
                <a:cubicBezTo>
                  <a:pt x="2873208" y="488026"/>
                  <a:pt x="2875587" y="490535"/>
                  <a:pt x="2875491" y="493560"/>
                </a:cubicBezTo>
                <a:cubicBezTo>
                  <a:pt x="2876167" y="502150"/>
                  <a:pt x="2872854" y="510580"/>
                  <a:pt x="2866483" y="516404"/>
                </a:cubicBezTo>
                <a:cubicBezTo>
                  <a:pt x="2860305" y="518302"/>
                  <a:pt x="2853676" y="518302"/>
                  <a:pt x="2847499" y="516404"/>
                </a:cubicBezTo>
                <a:cubicBezTo>
                  <a:pt x="2845375" y="513411"/>
                  <a:pt x="2844379" y="509776"/>
                  <a:pt x="2844605" y="506108"/>
                </a:cubicBezTo>
                <a:cubicBezTo>
                  <a:pt x="2844410" y="501957"/>
                  <a:pt x="2845664" y="497871"/>
                  <a:pt x="2848142" y="494525"/>
                </a:cubicBezTo>
                <a:cubicBezTo>
                  <a:pt x="2854867" y="491919"/>
                  <a:pt x="2861720" y="489763"/>
                  <a:pt x="2868736" y="488090"/>
                </a:cubicBezTo>
                <a:cubicBezTo>
                  <a:pt x="2869217" y="487961"/>
                  <a:pt x="2869699" y="487929"/>
                  <a:pt x="2870182" y="487929"/>
                </a:cubicBezTo>
                <a:close/>
                <a:moveTo>
                  <a:pt x="2934854" y="459173"/>
                </a:moveTo>
                <a:cubicBezTo>
                  <a:pt x="2937025" y="459293"/>
                  <a:pt x="2939037" y="460419"/>
                  <a:pt x="2939839" y="463315"/>
                </a:cubicBezTo>
                <a:cubicBezTo>
                  <a:pt x="2940904" y="467852"/>
                  <a:pt x="2941450" y="472485"/>
                  <a:pt x="2941450" y="477150"/>
                </a:cubicBezTo>
                <a:cubicBezTo>
                  <a:pt x="2938844" y="485001"/>
                  <a:pt x="2932603" y="491082"/>
                  <a:pt x="2924720" y="493559"/>
                </a:cubicBezTo>
                <a:cubicBezTo>
                  <a:pt x="2922467" y="494524"/>
                  <a:pt x="2913135" y="489055"/>
                  <a:pt x="2913135" y="485515"/>
                </a:cubicBezTo>
                <a:cubicBezTo>
                  <a:pt x="2913135" y="481976"/>
                  <a:pt x="2905092" y="469106"/>
                  <a:pt x="2913135" y="468785"/>
                </a:cubicBezTo>
                <a:cubicBezTo>
                  <a:pt x="2921179" y="468463"/>
                  <a:pt x="2924076" y="463315"/>
                  <a:pt x="2928903" y="461063"/>
                </a:cubicBezTo>
                <a:cubicBezTo>
                  <a:pt x="2930349" y="459937"/>
                  <a:pt x="2932681" y="459052"/>
                  <a:pt x="2934854" y="459173"/>
                </a:cubicBezTo>
                <a:close/>
                <a:moveTo>
                  <a:pt x="2852647" y="418592"/>
                </a:moveTo>
                <a:cubicBezTo>
                  <a:pt x="2863908" y="414410"/>
                  <a:pt x="2868091" y="421488"/>
                  <a:pt x="2868412" y="432106"/>
                </a:cubicBezTo>
                <a:cubicBezTo>
                  <a:pt x="2868736" y="442723"/>
                  <a:pt x="2857794" y="446906"/>
                  <a:pt x="2850072" y="454950"/>
                </a:cubicBezTo>
                <a:cubicBezTo>
                  <a:pt x="2846212" y="458811"/>
                  <a:pt x="2846212" y="454950"/>
                  <a:pt x="2841707" y="451411"/>
                </a:cubicBezTo>
                <a:cubicBezTo>
                  <a:pt x="2837202" y="447871"/>
                  <a:pt x="2837202" y="439185"/>
                  <a:pt x="2837202" y="433714"/>
                </a:cubicBezTo>
                <a:cubicBezTo>
                  <a:pt x="2834950" y="421166"/>
                  <a:pt x="2849750" y="423740"/>
                  <a:pt x="2852647" y="418592"/>
                </a:cubicBezTo>
                <a:close/>
                <a:moveTo>
                  <a:pt x="3756765" y="405401"/>
                </a:moveTo>
                <a:cubicBezTo>
                  <a:pt x="3747113" y="407653"/>
                  <a:pt x="3738425" y="406045"/>
                  <a:pt x="3735530" y="416019"/>
                </a:cubicBezTo>
                <a:cubicBezTo>
                  <a:pt x="3734564" y="419558"/>
                  <a:pt x="3732312" y="432428"/>
                  <a:pt x="3732312" y="436289"/>
                </a:cubicBezTo>
                <a:cubicBezTo>
                  <a:pt x="3730864" y="443400"/>
                  <a:pt x="3730864" y="450736"/>
                  <a:pt x="3732312" y="457846"/>
                </a:cubicBezTo>
                <a:cubicBezTo>
                  <a:pt x="3737363" y="466662"/>
                  <a:pt x="3740002" y="476636"/>
                  <a:pt x="3740034" y="486804"/>
                </a:cubicBezTo>
                <a:cubicBezTo>
                  <a:pt x="3738747" y="496778"/>
                  <a:pt x="3735208" y="505465"/>
                  <a:pt x="3741642" y="509969"/>
                </a:cubicBezTo>
                <a:cubicBezTo>
                  <a:pt x="3749075" y="513444"/>
                  <a:pt x="3757280" y="514892"/>
                  <a:pt x="3765453" y="514152"/>
                </a:cubicBezTo>
                <a:cubicBezTo>
                  <a:pt x="3771759" y="513766"/>
                  <a:pt x="3778130" y="513766"/>
                  <a:pt x="3784435" y="514152"/>
                </a:cubicBezTo>
                <a:cubicBezTo>
                  <a:pt x="3787974" y="516404"/>
                  <a:pt x="3786366" y="524770"/>
                  <a:pt x="3784435" y="531848"/>
                </a:cubicBezTo>
                <a:cubicBezTo>
                  <a:pt x="3782731" y="539119"/>
                  <a:pt x="3779673" y="546005"/>
                  <a:pt x="3775427" y="552118"/>
                </a:cubicBezTo>
                <a:cubicBezTo>
                  <a:pt x="3767384" y="564988"/>
                  <a:pt x="3755157" y="601667"/>
                  <a:pt x="3722982" y="606172"/>
                </a:cubicBezTo>
                <a:cubicBezTo>
                  <a:pt x="3706894" y="608103"/>
                  <a:pt x="3685015" y="613894"/>
                  <a:pt x="3670858" y="613894"/>
                </a:cubicBezTo>
                <a:cubicBezTo>
                  <a:pt x="3666031" y="613894"/>
                  <a:pt x="3657987" y="613894"/>
                  <a:pt x="3652840" y="613894"/>
                </a:cubicBezTo>
                <a:cubicBezTo>
                  <a:pt x="3637717" y="615181"/>
                  <a:pt x="3612621" y="619363"/>
                  <a:pt x="3605542" y="619363"/>
                </a:cubicBezTo>
                <a:cubicBezTo>
                  <a:pt x="3598464" y="619363"/>
                  <a:pt x="3589132" y="612285"/>
                  <a:pt x="3585271" y="612285"/>
                </a:cubicBezTo>
                <a:cubicBezTo>
                  <a:pt x="3571275" y="612253"/>
                  <a:pt x="3557505" y="615921"/>
                  <a:pt x="3545374" y="622903"/>
                </a:cubicBezTo>
                <a:cubicBezTo>
                  <a:pt x="3546115" y="630592"/>
                  <a:pt x="3544891" y="638346"/>
                  <a:pt x="3541836" y="645425"/>
                </a:cubicBezTo>
                <a:lnTo>
                  <a:pt x="3541836" y="644138"/>
                </a:lnTo>
                <a:cubicBezTo>
                  <a:pt x="3538297" y="650251"/>
                  <a:pt x="3536107" y="657040"/>
                  <a:pt x="3535400" y="664086"/>
                </a:cubicBezTo>
                <a:cubicBezTo>
                  <a:pt x="3545052" y="679530"/>
                  <a:pt x="3556635" y="701088"/>
                  <a:pt x="3560176" y="702696"/>
                </a:cubicBezTo>
                <a:cubicBezTo>
                  <a:pt x="3563714" y="704305"/>
                  <a:pt x="3620343" y="694331"/>
                  <a:pt x="3652518" y="691757"/>
                </a:cubicBezTo>
                <a:cubicBezTo>
                  <a:pt x="3676777" y="690019"/>
                  <a:pt x="3701166" y="690984"/>
                  <a:pt x="3725234" y="694652"/>
                </a:cubicBezTo>
                <a:cubicBezTo>
                  <a:pt x="3736495" y="696583"/>
                  <a:pt x="3753548" y="703983"/>
                  <a:pt x="3764165" y="705270"/>
                </a:cubicBezTo>
                <a:cubicBezTo>
                  <a:pt x="3774783" y="706557"/>
                  <a:pt x="3792801" y="708809"/>
                  <a:pt x="3799559" y="708809"/>
                </a:cubicBezTo>
                <a:cubicBezTo>
                  <a:pt x="3811913" y="708906"/>
                  <a:pt x="3824205" y="710965"/>
                  <a:pt x="3835917" y="714923"/>
                </a:cubicBezTo>
                <a:cubicBezTo>
                  <a:pt x="3842672" y="717497"/>
                  <a:pt x="3860368" y="719427"/>
                  <a:pt x="3870987" y="723610"/>
                </a:cubicBezTo>
                <a:cubicBezTo>
                  <a:pt x="3881605" y="727792"/>
                  <a:pt x="3899945" y="734228"/>
                  <a:pt x="3908631" y="736480"/>
                </a:cubicBezTo>
                <a:cubicBezTo>
                  <a:pt x="3917319" y="738732"/>
                  <a:pt x="3924718" y="738410"/>
                  <a:pt x="3932442" y="740340"/>
                </a:cubicBezTo>
                <a:cubicBezTo>
                  <a:pt x="3939907" y="743140"/>
                  <a:pt x="3947210" y="746389"/>
                  <a:pt x="3954321" y="749993"/>
                </a:cubicBezTo>
                <a:cubicBezTo>
                  <a:pt x="3957860" y="750958"/>
                  <a:pt x="3963973" y="751280"/>
                  <a:pt x="3975556" y="753854"/>
                </a:cubicBezTo>
                <a:cubicBezTo>
                  <a:pt x="3980061" y="754819"/>
                  <a:pt x="3985208" y="749350"/>
                  <a:pt x="3989069" y="745488"/>
                </a:cubicBezTo>
                <a:cubicBezTo>
                  <a:pt x="3992770" y="742432"/>
                  <a:pt x="3995730" y="738571"/>
                  <a:pt x="3997757" y="734228"/>
                </a:cubicBezTo>
                <a:cubicBezTo>
                  <a:pt x="3998528" y="731493"/>
                  <a:pt x="3998528" y="728597"/>
                  <a:pt x="3997757" y="725862"/>
                </a:cubicBezTo>
                <a:cubicBezTo>
                  <a:pt x="3997757" y="725219"/>
                  <a:pt x="3997757" y="721679"/>
                  <a:pt x="3997757" y="720071"/>
                </a:cubicBezTo>
                <a:cubicBezTo>
                  <a:pt x="3998562" y="715051"/>
                  <a:pt x="3998562" y="709967"/>
                  <a:pt x="3997757" y="704948"/>
                </a:cubicBezTo>
                <a:cubicBezTo>
                  <a:pt x="3996148" y="692400"/>
                  <a:pt x="3985852" y="687252"/>
                  <a:pt x="3980383" y="682104"/>
                </a:cubicBezTo>
                <a:cubicBezTo>
                  <a:pt x="3975974" y="677375"/>
                  <a:pt x="3971245" y="672967"/>
                  <a:pt x="3966226" y="668913"/>
                </a:cubicBezTo>
                <a:cubicBezTo>
                  <a:pt x="3961237" y="665567"/>
                  <a:pt x="3955961" y="662639"/>
                  <a:pt x="3950460" y="660226"/>
                </a:cubicBezTo>
                <a:cubicBezTo>
                  <a:pt x="3945280" y="659067"/>
                  <a:pt x="3940003" y="658327"/>
                  <a:pt x="3934693" y="657973"/>
                </a:cubicBezTo>
                <a:cubicBezTo>
                  <a:pt x="3928901" y="657973"/>
                  <a:pt x="3924718" y="662156"/>
                  <a:pt x="3916997" y="660226"/>
                </a:cubicBezTo>
                <a:cubicBezTo>
                  <a:pt x="3896469" y="654370"/>
                  <a:pt x="3875653" y="649769"/>
                  <a:pt x="3854577" y="646390"/>
                </a:cubicBezTo>
                <a:cubicBezTo>
                  <a:pt x="3850716" y="640921"/>
                  <a:pt x="3857151" y="627407"/>
                  <a:pt x="3861334" y="611320"/>
                </a:cubicBezTo>
                <a:cubicBezTo>
                  <a:pt x="3862943" y="606815"/>
                  <a:pt x="3863909" y="601024"/>
                  <a:pt x="3867126" y="598772"/>
                </a:cubicBezTo>
                <a:cubicBezTo>
                  <a:pt x="3870311" y="595586"/>
                  <a:pt x="3872532" y="591565"/>
                  <a:pt x="3873561" y="587189"/>
                </a:cubicBezTo>
                <a:cubicBezTo>
                  <a:pt x="3875042" y="582877"/>
                  <a:pt x="3877711" y="579081"/>
                  <a:pt x="3881283" y="576249"/>
                </a:cubicBezTo>
                <a:cubicBezTo>
                  <a:pt x="3885016" y="573321"/>
                  <a:pt x="3887911" y="569428"/>
                  <a:pt x="3889649" y="564988"/>
                </a:cubicBezTo>
                <a:cubicBezTo>
                  <a:pt x="3894474" y="546970"/>
                  <a:pt x="3884500" y="549866"/>
                  <a:pt x="3889649" y="534744"/>
                </a:cubicBezTo>
                <a:cubicBezTo>
                  <a:pt x="3894796" y="519622"/>
                  <a:pt x="3910241" y="522839"/>
                  <a:pt x="3929223" y="519622"/>
                </a:cubicBezTo>
                <a:cubicBezTo>
                  <a:pt x="3936207" y="518753"/>
                  <a:pt x="3942897" y="516340"/>
                  <a:pt x="3948850" y="512544"/>
                </a:cubicBezTo>
                <a:cubicBezTo>
                  <a:pt x="3956734" y="506526"/>
                  <a:pt x="3965678" y="502022"/>
                  <a:pt x="3975234" y="499352"/>
                </a:cubicBezTo>
                <a:cubicBezTo>
                  <a:pt x="3993252" y="492595"/>
                  <a:pt x="4004514" y="495491"/>
                  <a:pt x="4009339" y="480690"/>
                </a:cubicBezTo>
                <a:cubicBezTo>
                  <a:pt x="4010305" y="478438"/>
                  <a:pt x="4005478" y="472003"/>
                  <a:pt x="4005478" y="467821"/>
                </a:cubicBezTo>
                <a:cubicBezTo>
                  <a:pt x="4006541" y="461965"/>
                  <a:pt x="4006541" y="455980"/>
                  <a:pt x="4005478" y="450124"/>
                </a:cubicBezTo>
                <a:cubicBezTo>
                  <a:pt x="4002584" y="442081"/>
                  <a:pt x="3996470" y="436933"/>
                  <a:pt x="3992609" y="428889"/>
                </a:cubicBezTo>
                <a:cubicBezTo>
                  <a:pt x="3990453" y="424513"/>
                  <a:pt x="3986818" y="421102"/>
                  <a:pt x="3982313" y="419236"/>
                </a:cubicBezTo>
                <a:cubicBezTo>
                  <a:pt x="3978452" y="419236"/>
                  <a:pt x="3975234" y="421489"/>
                  <a:pt x="3967834" y="419236"/>
                </a:cubicBezTo>
                <a:cubicBezTo>
                  <a:pt x="3962589" y="417274"/>
                  <a:pt x="3956958" y="416598"/>
                  <a:pt x="3951424" y="417306"/>
                </a:cubicBezTo>
                <a:cubicBezTo>
                  <a:pt x="3931058" y="422872"/>
                  <a:pt x="3910112" y="426122"/>
                  <a:pt x="3889005" y="426959"/>
                </a:cubicBezTo>
                <a:lnTo>
                  <a:pt x="3879030" y="426959"/>
                </a:lnTo>
                <a:lnTo>
                  <a:pt x="3864873" y="426959"/>
                </a:lnTo>
                <a:cubicBezTo>
                  <a:pt x="3837847" y="426315"/>
                  <a:pt x="3789905" y="420845"/>
                  <a:pt x="3786366" y="420845"/>
                </a:cubicBezTo>
                <a:cubicBezTo>
                  <a:pt x="3777036" y="416984"/>
                  <a:pt x="3760626" y="405401"/>
                  <a:pt x="3756765" y="405401"/>
                </a:cubicBezTo>
                <a:close/>
                <a:moveTo>
                  <a:pt x="2737460" y="383201"/>
                </a:moveTo>
                <a:cubicBezTo>
                  <a:pt x="2732310" y="387062"/>
                  <a:pt x="2726519" y="388670"/>
                  <a:pt x="2712040" y="388670"/>
                </a:cubicBezTo>
                <a:cubicBezTo>
                  <a:pt x="2683728" y="391245"/>
                  <a:pt x="2655413" y="428567"/>
                  <a:pt x="2627740" y="444655"/>
                </a:cubicBezTo>
                <a:cubicBezTo>
                  <a:pt x="2621017" y="446875"/>
                  <a:pt x="2614132" y="448580"/>
                  <a:pt x="2607151" y="449802"/>
                </a:cubicBezTo>
                <a:cubicBezTo>
                  <a:pt x="2601359" y="452376"/>
                  <a:pt x="2593958" y="457203"/>
                  <a:pt x="2592671" y="461707"/>
                </a:cubicBezTo>
                <a:cubicBezTo>
                  <a:pt x="2591383" y="466212"/>
                  <a:pt x="2592026" y="471360"/>
                  <a:pt x="2586879" y="474255"/>
                </a:cubicBezTo>
                <a:cubicBezTo>
                  <a:pt x="2581731" y="477151"/>
                  <a:pt x="2577548" y="477795"/>
                  <a:pt x="2577870" y="481656"/>
                </a:cubicBezTo>
                <a:cubicBezTo>
                  <a:pt x="2578191" y="485516"/>
                  <a:pt x="2581089" y="501604"/>
                  <a:pt x="2585914" y="502569"/>
                </a:cubicBezTo>
                <a:cubicBezTo>
                  <a:pt x="2590740" y="503535"/>
                  <a:pt x="2594280" y="502569"/>
                  <a:pt x="2596209" y="507395"/>
                </a:cubicBezTo>
                <a:cubicBezTo>
                  <a:pt x="2598141" y="512221"/>
                  <a:pt x="2604575" y="518335"/>
                  <a:pt x="2609403" y="518335"/>
                </a:cubicBezTo>
                <a:cubicBezTo>
                  <a:pt x="2615870" y="518914"/>
                  <a:pt x="2622272" y="520329"/>
                  <a:pt x="2628385" y="522518"/>
                </a:cubicBezTo>
                <a:cubicBezTo>
                  <a:pt x="2634499" y="524126"/>
                  <a:pt x="2645759" y="524770"/>
                  <a:pt x="2645759" y="534744"/>
                </a:cubicBezTo>
                <a:cubicBezTo>
                  <a:pt x="2645759" y="544718"/>
                  <a:pt x="2649300" y="559197"/>
                  <a:pt x="2645759" y="566918"/>
                </a:cubicBezTo>
                <a:cubicBezTo>
                  <a:pt x="2642220" y="574641"/>
                  <a:pt x="2632245" y="585902"/>
                  <a:pt x="2628385" y="585902"/>
                </a:cubicBezTo>
                <a:cubicBezTo>
                  <a:pt x="2624524" y="585902"/>
                  <a:pt x="2617767" y="585902"/>
                  <a:pt x="2613906" y="585902"/>
                </a:cubicBezTo>
                <a:cubicBezTo>
                  <a:pt x="2602611" y="588315"/>
                  <a:pt x="2594955" y="598868"/>
                  <a:pt x="2596209" y="610355"/>
                </a:cubicBezTo>
                <a:cubicBezTo>
                  <a:pt x="2597176" y="618077"/>
                  <a:pt x="2612298" y="631590"/>
                  <a:pt x="2612298" y="631590"/>
                </a:cubicBezTo>
                <a:lnTo>
                  <a:pt x="2619931" y="640398"/>
                </a:lnTo>
                <a:lnTo>
                  <a:pt x="2625490" y="650895"/>
                </a:lnTo>
                <a:cubicBezTo>
                  <a:pt x="2627420" y="655399"/>
                  <a:pt x="2625490" y="660226"/>
                  <a:pt x="2625490" y="666660"/>
                </a:cubicBezTo>
                <a:cubicBezTo>
                  <a:pt x="2626133" y="670715"/>
                  <a:pt x="2626133" y="674833"/>
                  <a:pt x="2625490" y="678887"/>
                </a:cubicBezTo>
                <a:cubicBezTo>
                  <a:pt x="2623656" y="684518"/>
                  <a:pt x="2620181" y="689440"/>
                  <a:pt x="2615515" y="693044"/>
                </a:cubicBezTo>
                <a:cubicBezTo>
                  <a:pt x="2612298" y="695618"/>
                  <a:pt x="2603932" y="705914"/>
                  <a:pt x="2600715" y="707523"/>
                </a:cubicBezTo>
                <a:cubicBezTo>
                  <a:pt x="2588263" y="714376"/>
                  <a:pt x="2579093" y="725990"/>
                  <a:pt x="2575296" y="739697"/>
                </a:cubicBezTo>
                <a:cubicBezTo>
                  <a:pt x="2576487" y="749864"/>
                  <a:pt x="2579639" y="759710"/>
                  <a:pt x="2584628" y="768654"/>
                </a:cubicBezTo>
                <a:cubicBezTo>
                  <a:pt x="2588295" y="774317"/>
                  <a:pt x="2592994" y="779208"/>
                  <a:pt x="2598463" y="783133"/>
                </a:cubicBezTo>
                <a:cubicBezTo>
                  <a:pt x="2603609" y="787637"/>
                  <a:pt x="2602001" y="798255"/>
                  <a:pt x="2608436" y="798255"/>
                </a:cubicBezTo>
                <a:cubicBezTo>
                  <a:pt x="2614936" y="798545"/>
                  <a:pt x="2621404" y="799414"/>
                  <a:pt x="2627740" y="800829"/>
                </a:cubicBezTo>
                <a:cubicBezTo>
                  <a:pt x="2632245" y="803082"/>
                  <a:pt x="2640934" y="798577"/>
                  <a:pt x="2640934" y="798577"/>
                </a:cubicBezTo>
                <a:cubicBezTo>
                  <a:pt x="2648012" y="796003"/>
                  <a:pt x="2655413" y="777342"/>
                  <a:pt x="2669570" y="766402"/>
                </a:cubicBezTo>
                <a:cubicBezTo>
                  <a:pt x="2683728" y="755463"/>
                  <a:pt x="2715259" y="737445"/>
                  <a:pt x="2731989" y="723288"/>
                </a:cubicBezTo>
                <a:cubicBezTo>
                  <a:pt x="2751102" y="711062"/>
                  <a:pt x="2763649" y="690824"/>
                  <a:pt x="2766097" y="668269"/>
                </a:cubicBezTo>
                <a:cubicBezTo>
                  <a:pt x="2765130" y="662639"/>
                  <a:pt x="2762812" y="657362"/>
                  <a:pt x="2759338" y="652826"/>
                </a:cubicBezTo>
                <a:cubicBezTo>
                  <a:pt x="2754867" y="648964"/>
                  <a:pt x="2749395" y="646390"/>
                  <a:pt x="2743573" y="645425"/>
                </a:cubicBezTo>
                <a:lnTo>
                  <a:pt x="2727485" y="647677"/>
                </a:lnTo>
                <a:cubicBezTo>
                  <a:pt x="2725232" y="647034"/>
                  <a:pt x="2722980" y="635129"/>
                  <a:pt x="2722980" y="631590"/>
                </a:cubicBezTo>
                <a:cubicBezTo>
                  <a:pt x="2731892" y="613411"/>
                  <a:pt x="2744601" y="597388"/>
                  <a:pt x="2760303" y="584615"/>
                </a:cubicBezTo>
                <a:cubicBezTo>
                  <a:pt x="2762236" y="582684"/>
                  <a:pt x="2762555" y="582041"/>
                  <a:pt x="2762236" y="575606"/>
                </a:cubicBezTo>
                <a:cubicBezTo>
                  <a:pt x="2761914" y="569171"/>
                  <a:pt x="2759016" y="567562"/>
                  <a:pt x="2750328" y="555658"/>
                </a:cubicBezTo>
                <a:cubicBezTo>
                  <a:pt x="2745825" y="549223"/>
                  <a:pt x="2748398" y="542787"/>
                  <a:pt x="2743573" y="542787"/>
                </a:cubicBezTo>
                <a:cubicBezTo>
                  <a:pt x="2738746" y="542787"/>
                  <a:pt x="2733276" y="549223"/>
                  <a:pt x="2729093" y="545361"/>
                </a:cubicBezTo>
                <a:cubicBezTo>
                  <a:pt x="2724910" y="541501"/>
                  <a:pt x="2724910" y="530239"/>
                  <a:pt x="2724910" y="526378"/>
                </a:cubicBezTo>
                <a:cubicBezTo>
                  <a:pt x="2721242" y="517498"/>
                  <a:pt x="2720662" y="507621"/>
                  <a:pt x="2723302" y="498387"/>
                </a:cubicBezTo>
                <a:cubicBezTo>
                  <a:pt x="2728932" y="488605"/>
                  <a:pt x="2735272" y="479243"/>
                  <a:pt x="2742286" y="470394"/>
                </a:cubicBezTo>
                <a:cubicBezTo>
                  <a:pt x="2749042" y="462350"/>
                  <a:pt x="2753225" y="456881"/>
                  <a:pt x="2753225" y="450768"/>
                </a:cubicBezTo>
                <a:cubicBezTo>
                  <a:pt x="2750974" y="436611"/>
                  <a:pt x="2757085" y="431463"/>
                  <a:pt x="2757085" y="425028"/>
                </a:cubicBezTo>
                <a:cubicBezTo>
                  <a:pt x="2757085" y="418593"/>
                  <a:pt x="2760947" y="409262"/>
                  <a:pt x="2757085" y="402505"/>
                </a:cubicBezTo>
                <a:cubicBezTo>
                  <a:pt x="2753225" y="395749"/>
                  <a:pt x="2742608" y="379340"/>
                  <a:pt x="2737460" y="383201"/>
                </a:cubicBezTo>
                <a:close/>
                <a:moveTo>
                  <a:pt x="2951423" y="378053"/>
                </a:moveTo>
                <a:cubicBezTo>
                  <a:pt x="2953354" y="379340"/>
                  <a:pt x="2955286" y="389957"/>
                  <a:pt x="2955286" y="393818"/>
                </a:cubicBezTo>
                <a:cubicBezTo>
                  <a:pt x="2953871" y="402763"/>
                  <a:pt x="2949560" y="410999"/>
                  <a:pt x="2943059" y="417306"/>
                </a:cubicBezTo>
                <a:cubicBezTo>
                  <a:pt x="2935754" y="419397"/>
                  <a:pt x="2928099" y="420041"/>
                  <a:pt x="2920537" y="419237"/>
                </a:cubicBezTo>
                <a:cubicBezTo>
                  <a:pt x="2913780" y="417627"/>
                  <a:pt x="2912173" y="406688"/>
                  <a:pt x="2911849" y="400253"/>
                </a:cubicBezTo>
                <a:cubicBezTo>
                  <a:pt x="2911206" y="388026"/>
                  <a:pt x="2936302" y="385131"/>
                  <a:pt x="2951423" y="378053"/>
                </a:cubicBezTo>
                <a:close/>
                <a:moveTo>
                  <a:pt x="2967832" y="314025"/>
                </a:moveTo>
                <a:cubicBezTo>
                  <a:pt x="2941159" y="325350"/>
                  <a:pt x="2915067" y="338027"/>
                  <a:pt x="2889647" y="351991"/>
                </a:cubicBezTo>
                <a:cubicBezTo>
                  <a:pt x="2882892" y="355209"/>
                  <a:pt x="2875489" y="352313"/>
                  <a:pt x="2862940" y="358426"/>
                </a:cubicBezTo>
                <a:cubicBezTo>
                  <a:pt x="2850395" y="364539"/>
                  <a:pt x="2842351" y="371296"/>
                  <a:pt x="2830765" y="377409"/>
                </a:cubicBezTo>
                <a:cubicBezTo>
                  <a:pt x="2826904" y="379662"/>
                  <a:pt x="2814037" y="385131"/>
                  <a:pt x="2811463" y="386740"/>
                </a:cubicBezTo>
                <a:cubicBezTo>
                  <a:pt x="2806669" y="388863"/>
                  <a:pt x="2801553" y="390151"/>
                  <a:pt x="2796341" y="390601"/>
                </a:cubicBezTo>
                <a:cubicBezTo>
                  <a:pt x="2787653" y="391566"/>
                  <a:pt x="2784756" y="381914"/>
                  <a:pt x="2778642" y="382879"/>
                </a:cubicBezTo>
                <a:cubicBezTo>
                  <a:pt x="2772529" y="383844"/>
                  <a:pt x="2767060" y="399288"/>
                  <a:pt x="2769634" y="410549"/>
                </a:cubicBezTo>
                <a:cubicBezTo>
                  <a:pt x="2770504" y="419429"/>
                  <a:pt x="2770504" y="428374"/>
                  <a:pt x="2769634" y="437254"/>
                </a:cubicBezTo>
                <a:lnTo>
                  <a:pt x="2768668" y="435967"/>
                </a:lnTo>
                <a:cubicBezTo>
                  <a:pt x="2768284" y="441888"/>
                  <a:pt x="2768606" y="447840"/>
                  <a:pt x="2769634" y="453664"/>
                </a:cubicBezTo>
                <a:cubicBezTo>
                  <a:pt x="2771243" y="462029"/>
                  <a:pt x="2778323" y="468142"/>
                  <a:pt x="2778323" y="472647"/>
                </a:cubicBezTo>
                <a:cubicBezTo>
                  <a:pt x="2780220" y="488283"/>
                  <a:pt x="2783984" y="503631"/>
                  <a:pt x="2789583" y="518335"/>
                </a:cubicBezTo>
                <a:cubicBezTo>
                  <a:pt x="2791836" y="525413"/>
                  <a:pt x="2783792" y="536353"/>
                  <a:pt x="2783792" y="548258"/>
                </a:cubicBezTo>
                <a:cubicBezTo>
                  <a:pt x="2785078" y="554821"/>
                  <a:pt x="2787717" y="561063"/>
                  <a:pt x="2791513" y="566597"/>
                </a:cubicBezTo>
                <a:cubicBezTo>
                  <a:pt x="2793122" y="569171"/>
                  <a:pt x="2803097" y="571745"/>
                  <a:pt x="2803097" y="582363"/>
                </a:cubicBezTo>
                <a:cubicBezTo>
                  <a:pt x="2803097" y="586223"/>
                  <a:pt x="2806634" y="590406"/>
                  <a:pt x="2808565" y="593624"/>
                </a:cubicBezTo>
                <a:cubicBezTo>
                  <a:pt x="2810498" y="596841"/>
                  <a:pt x="2810176" y="600702"/>
                  <a:pt x="2814679" y="600702"/>
                </a:cubicBezTo>
                <a:cubicBezTo>
                  <a:pt x="2818220" y="601185"/>
                  <a:pt x="2821757" y="601185"/>
                  <a:pt x="2825297" y="600702"/>
                </a:cubicBezTo>
                <a:cubicBezTo>
                  <a:pt x="2829158" y="600059"/>
                  <a:pt x="2834948" y="596198"/>
                  <a:pt x="2837524" y="596198"/>
                </a:cubicBezTo>
                <a:cubicBezTo>
                  <a:pt x="2842060" y="594460"/>
                  <a:pt x="2846469" y="592433"/>
                  <a:pt x="2850717" y="590084"/>
                </a:cubicBezTo>
                <a:cubicBezTo>
                  <a:pt x="2855863" y="586223"/>
                  <a:pt x="2861655" y="585258"/>
                  <a:pt x="2861655" y="590084"/>
                </a:cubicBezTo>
                <a:cubicBezTo>
                  <a:pt x="2862555" y="596069"/>
                  <a:pt x="2862555" y="602118"/>
                  <a:pt x="2861655" y="608103"/>
                </a:cubicBezTo>
                <a:cubicBezTo>
                  <a:pt x="2860111" y="611384"/>
                  <a:pt x="2857633" y="614183"/>
                  <a:pt x="2854576" y="616146"/>
                </a:cubicBezTo>
                <a:cubicBezTo>
                  <a:pt x="2851937" y="617272"/>
                  <a:pt x="2849075" y="617819"/>
                  <a:pt x="2846212" y="617755"/>
                </a:cubicBezTo>
                <a:cubicBezTo>
                  <a:pt x="2842351" y="618398"/>
                  <a:pt x="2841062" y="620007"/>
                  <a:pt x="2837202" y="620651"/>
                </a:cubicBezTo>
                <a:cubicBezTo>
                  <a:pt x="2833341" y="621294"/>
                  <a:pt x="2835270" y="618077"/>
                  <a:pt x="2828517" y="619042"/>
                </a:cubicBezTo>
                <a:cubicBezTo>
                  <a:pt x="2821757" y="620007"/>
                  <a:pt x="2821757" y="623868"/>
                  <a:pt x="2821757" y="631268"/>
                </a:cubicBezTo>
                <a:cubicBezTo>
                  <a:pt x="2821757" y="638669"/>
                  <a:pt x="2821757" y="643495"/>
                  <a:pt x="2821757" y="646390"/>
                </a:cubicBezTo>
                <a:cubicBezTo>
                  <a:pt x="2821757" y="649286"/>
                  <a:pt x="2819829" y="654434"/>
                  <a:pt x="2821757" y="658938"/>
                </a:cubicBezTo>
                <a:cubicBezTo>
                  <a:pt x="2823690" y="663443"/>
                  <a:pt x="2827549" y="663443"/>
                  <a:pt x="2835270" y="663443"/>
                </a:cubicBezTo>
                <a:cubicBezTo>
                  <a:pt x="2840098" y="665534"/>
                  <a:pt x="2845567" y="665534"/>
                  <a:pt x="2850395" y="663443"/>
                </a:cubicBezTo>
                <a:cubicBezTo>
                  <a:pt x="2853289" y="662800"/>
                  <a:pt x="2861655" y="665695"/>
                  <a:pt x="2857794" y="673095"/>
                </a:cubicBezTo>
                <a:cubicBezTo>
                  <a:pt x="2845858" y="679434"/>
                  <a:pt x="2834370" y="686512"/>
                  <a:pt x="2823366" y="694331"/>
                </a:cubicBezTo>
                <a:cubicBezTo>
                  <a:pt x="2814840" y="700026"/>
                  <a:pt x="2805639" y="704659"/>
                  <a:pt x="2796018" y="708166"/>
                </a:cubicBezTo>
                <a:cubicBezTo>
                  <a:pt x="2790548" y="709774"/>
                  <a:pt x="2789261" y="704948"/>
                  <a:pt x="2785400" y="704948"/>
                </a:cubicBezTo>
                <a:cubicBezTo>
                  <a:pt x="2781538" y="704948"/>
                  <a:pt x="2778323" y="712349"/>
                  <a:pt x="2778323" y="712349"/>
                </a:cubicBezTo>
                <a:cubicBezTo>
                  <a:pt x="2774524" y="716789"/>
                  <a:pt x="2772787" y="722645"/>
                  <a:pt x="2773495" y="728436"/>
                </a:cubicBezTo>
                <a:cubicBezTo>
                  <a:pt x="2773495" y="731332"/>
                  <a:pt x="2773495" y="737767"/>
                  <a:pt x="2773495" y="741628"/>
                </a:cubicBezTo>
                <a:cubicBezTo>
                  <a:pt x="2774140" y="754819"/>
                  <a:pt x="2780895" y="761254"/>
                  <a:pt x="2782183" y="769298"/>
                </a:cubicBezTo>
                <a:cubicBezTo>
                  <a:pt x="2783470" y="777342"/>
                  <a:pt x="2798914" y="778951"/>
                  <a:pt x="2805025" y="777342"/>
                </a:cubicBezTo>
                <a:cubicBezTo>
                  <a:pt x="2816192" y="773416"/>
                  <a:pt x="2826969" y="768461"/>
                  <a:pt x="2837202" y="762541"/>
                </a:cubicBezTo>
                <a:cubicBezTo>
                  <a:pt x="2848173" y="760933"/>
                  <a:pt x="2858952" y="758230"/>
                  <a:pt x="2869378" y="754497"/>
                </a:cubicBezTo>
                <a:cubicBezTo>
                  <a:pt x="2879190" y="748642"/>
                  <a:pt x="2890195" y="745038"/>
                  <a:pt x="2901551" y="743880"/>
                </a:cubicBezTo>
                <a:cubicBezTo>
                  <a:pt x="2910271" y="742014"/>
                  <a:pt x="2918767" y="739311"/>
                  <a:pt x="2926971" y="735836"/>
                </a:cubicBezTo>
                <a:cubicBezTo>
                  <a:pt x="2934371" y="733262"/>
                  <a:pt x="2942027" y="731428"/>
                  <a:pt x="2949814" y="730366"/>
                </a:cubicBezTo>
                <a:cubicBezTo>
                  <a:pt x="2958759" y="730366"/>
                  <a:pt x="2967705" y="729626"/>
                  <a:pt x="2976519" y="728114"/>
                </a:cubicBezTo>
                <a:cubicBezTo>
                  <a:pt x="2980381" y="726827"/>
                  <a:pt x="2997434" y="724897"/>
                  <a:pt x="3024783" y="719427"/>
                </a:cubicBezTo>
                <a:cubicBezTo>
                  <a:pt x="3052129" y="713957"/>
                  <a:pt x="3047627" y="719427"/>
                  <a:pt x="3055349" y="719427"/>
                </a:cubicBezTo>
                <a:cubicBezTo>
                  <a:pt x="3073690" y="715244"/>
                  <a:pt x="3083985" y="689505"/>
                  <a:pt x="3081089" y="668269"/>
                </a:cubicBezTo>
                <a:cubicBezTo>
                  <a:pt x="3078836" y="653147"/>
                  <a:pt x="3065000" y="646712"/>
                  <a:pt x="3059210" y="641886"/>
                </a:cubicBezTo>
                <a:cubicBezTo>
                  <a:pt x="3053418" y="637060"/>
                  <a:pt x="3044409" y="646069"/>
                  <a:pt x="3037332" y="645425"/>
                </a:cubicBezTo>
                <a:cubicBezTo>
                  <a:pt x="3030251" y="644782"/>
                  <a:pt x="3017382" y="654112"/>
                  <a:pt x="3012556" y="654112"/>
                </a:cubicBezTo>
                <a:cubicBezTo>
                  <a:pt x="3005735" y="655142"/>
                  <a:pt x="2998848" y="655785"/>
                  <a:pt x="2991964" y="656043"/>
                </a:cubicBezTo>
                <a:cubicBezTo>
                  <a:pt x="2983020" y="658585"/>
                  <a:pt x="2974202" y="661609"/>
                  <a:pt x="2965579" y="665052"/>
                </a:cubicBezTo>
                <a:cubicBezTo>
                  <a:pt x="2961718" y="665695"/>
                  <a:pt x="2954641" y="665695"/>
                  <a:pt x="2954641" y="658617"/>
                </a:cubicBezTo>
                <a:cubicBezTo>
                  <a:pt x="2954254" y="653887"/>
                  <a:pt x="2955895" y="649190"/>
                  <a:pt x="2959147" y="645747"/>
                </a:cubicBezTo>
                <a:cubicBezTo>
                  <a:pt x="2964937" y="640921"/>
                  <a:pt x="2974589" y="638669"/>
                  <a:pt x="2978772" y="635451"/>
                </a:cubicBezTo>
                <a:cubicBezTo>
                  <a:pt x="2984629" y="631075"/>
                  <a:pt x="2989905" y="625992"/>
                  <a:pt x="2994536" y="620329"/>
                </a:cubicBezTo>
                <a:cubicBezTo>
                  <a:pt x="2996308" y="617079"/>
                  <a:pt x="2996982" y="613379"/>
                  <a:pt x="2996469" y="609711"/>
                </a:cubicBezTo>
                <a:cubicBezTo>
                  <a:pt x="2991932" y="602247"/>
                  <a:pt x="2988972" y="593913"/>
                  <a:pt x="2987781" y="585258"/>
                </a:cubicBezTo>
                <a:cubicBezTo>
                  <a:pt x="2986977" y="580754"/>
                  <a:pt x="2983052" y="577472"/>
                  <a:pt x="2978450" y="577536"/>
                </a:cubicBezTo>
                <a:cubicBezTo>
                  <a:pt x="2971469" y="577086"/>
                  <a:pt x="2964581" y="575895"/>
                  <a:pt x="2957857" y="573997"/>
                </a:cubicBezTo>
                <a:cubicBezTo>
                  <a:pt x="2952710" y="573354"/>
                  <a:pt x="2946599" y="579145"/>
                  <a:pt x="2944666" y="582684"/>
                </a:cubicBezTo>
                <a:cubicBezTo>
                  <a:pt x="2942737" y="586223"/>
                  <a:pt x="2933084" y="593946"/>
                  <a:pt x="2927292" y="588154"/>
                </a:cubicBezTo>
                <a:cubicBezTo>
                  <a:pt x="2924042" y="582749"/>
                  <a:pt x="2923111" y="576249"/>
                  <a:pt x="2924718" y="570136"/>
                </a:cubicBezTo>
                <a:cubicBezTo>
                  <a:pt x="2926971" y="563058"/>
                  <a:pt x="2943059" y="564988"/>
                  <a:pt x="2946920" y="559840"/>
                </a:cubicBezTo>
                <a:cubicBezTo>
                  <a:pt x="2950782" y="554692"/>
                  <a:pt x="2960111" y="554692"/>
                  <a:pt x="2962040" y="552440"/>
                </a:cubicBezTo>
                <a:cubicBezTo>
                  <a:pt x="2966385" y="549223"/>
                  <a:pt x="2971984" y="548289"/>
                  <a:pt x="2977165" y="549866"/>
                </a:cubicBezTo>
                <a:cubicBezTo>
                  <a:pt x="2980702" y="551153"/>
                  <a:pt x="2987460" y="540535"/>
                  <a:pt x="2987460" y="536031"/>
                </a:cubicBezTo>
                <a:cubicBezTo>
                  <a:pt x="2993893" y="506108"/>
                  <a:pt x="3004835" y="484230"/>
                  <a:pt x="3013523" y="453985"/>
                </a:cubicBezTo>
                <a:cubicBezTo>
                  <a:pt x="3014808" y="449481"/>
                  <a:pt x="3027357" y="437576"/>
                  <a:pt x="3027357" y="432750"/>
                </a:cubicBezTo>
                <a:cubicBezTo>
                  <a:pt x="3030285" y="420717"/>
                  <a:pt x="3034595" y="409037"/>
                  <a:pt x="3040226" y="398001"/>
                </a:cubicBezTo>
                <a:cubicBezTo>
                  <a:pt x="3043187" y="391437"/>
                  <a:pt x="3043863" y="384069"/>
                  <a:pt x="3042157" y="377088"/>
                </a:cubicBezTo>
                <a:cubicBezTo>
                  <a:pt x="3041835" y="374513"/>
                  <a:pt x="3049557" y="361322"/>
                  <a:pt x="3049557" y="353922"/>
                </a:cubicBezTo>
                <a:cubicBezTo>
                  <a:pt x="3046983" y="344333"/>
                  <a:pt x="3041191" y="335936"/>
                  <a:pt x="3033149" y="330112"/>
                </a:cubicBezTo>
                <a:cubicBezTo>
                  <a:pt x="3030251" y="328182"/>
                  <a:pt x="3027357" y="317564"/>
                  <a:pt x="3024783" y="315956"/>
                </a:cubicBezTo>
                <a:cubicBezTo>
                  <a:pt x="3012395" y="314894"/>
                  <a:pt x="2999911" y="315762"/>
                  <a:pt x="2987781" y="318530"/>
                </a:cubicBezTo>
                <a:cubicBezTo>
                  <a:pt x="2981668" y="319173"/>
                  <a:pt x="2975234" y="314025"/>
                  <a:pt x="2967832" y="314025"/>
                </a:cubicBezTo>
                <a:close/>
                <a:moveTo>
                  <a:pt x="3265128" y="115829"/>
                </a:moveTo>
                <a:cubicBezTo>
                  <a:pt x="5003938" y="116537"/>
                  <a:pt x="6413144" y="1526306"/>
                  <a:pt x="6413144" y="3265093"/>
                </a:cubicBezTo>
                <a:cubicBezTo>
                  <a:pt x="6413144" y="3265512"/>
                  <a:pt x="6413144" y="3265962"/>
                  <a:pt x="6413144" y="3266381"/>
                </a:cubicBezTo>
                <a:cubicBezTo>
                  <a:pt x="6412437" y="5005683"/>
                  <a:pt x="5001878" y="6415067"/>
                  <a:pt x="3262556" y="6414359"/>
                </a:cubicBezTo>
                <a:cubicBezTo>
                  <a:pt x="1523233" y="6413651"/>
                  <a:pt x="113834" y="5003110"/>
                  <a:pt x="114542" y="3263806"/>
                </a:cubicBezTo>
                <a:cubicBezTo>
                  <a:pt x="115250" y="1524504"/>
                  <a:pt x="1525807" y="115121"/>
                  <a:pt x="3265128" y="115829"/>
                </a:cubicBezTo>
                <a:close/>
                <a:moveTo>
                  <a:pt x="3265128" y="73037"/>
                </a:moveTo>
                <a:cubicBezTo>
                  <a:pt x="1502194" y="73037"/>
                  <a:pt x="73038" y="1502177"/>
                  <a:pt x="73038" y="3265093"/>
                </a:cubicBezTo>
                <a:cubicBezTo>
                  <a:pt x="73038" y="5028012"/>
                  <a:pt x="1502194" y="6457150"/>
                  <a:pt x="3265128" y="6457150"/>
                </a:cubicBezTo>
                <a:cubicBezTo>
                  <a:pt x="5027200" y="6455028"/>
                  <a:pt x="6455101" y="5027144"/>
                  <a:pt x="6457223" y="3265093"/>
                </a:cubicBezTo>
                <a:cubicBezTo>
                  <a:pt x="6457223" y="1502177"/>
                  <a:pt x="5028070" y="73037"/>
                  <a:pt x="3265128" y="73037"/>
                </a:cubicBezTo>
                <a:close/>
                <a:moveTo>
                  <a:pt x="3265128" y="0"/>
                </a:moveTo>
                <a:cubicBezTo>
                  <a:pt x="5067515" y="2124"/>
                  <a:pt x="6528137" y="1462731"/>
                  <a:pt x="6530262" y="3265093"/>
                </a:cubicBezTo>
                <a:cubicBezTo>
                  <a:pt x="6530262" y="5068360"/>
                  <a:pt x="5068416" y="6530188"/>
                  <a:pt x="3265128" y="6530188"/>
                </a:cubicBezTo>
                <a:cubicBezTo>
                  <a:pt x="1461847" y="6530188"/>
                  <a:pt x="0" y="5068360"/>
                  <a:pt x="0" y="3265093"/>
                </a:cubicBezTo>
                <a:cubicBezTo>
                  <a:pt x="0" y="1461830"/>
                  <a:pt x="1461847" y="0"/>
                  <a:pt x="3265128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1604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7" name="PA-矩形 7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0" b="1" i="0" u="none" strike="noStrike" kern="1200" cap="none" spc="50" normalizeH="0" baseline="0" noProof="0" dirty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Contents</a:t>
            </a:r>
            <a:r>
              <a:rPr kumimoji="0" lang="en-US" altLang="zh-CN" sz="4400" b="1" i="0" u="none" strike="noStrike" kern="1200" cap="none" spc="5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■</a:t>
            </a:r>
            <a:endParaRPr kumimoji="0" lang="zh-CN" altLang="en-US" sz="4400" b="1" i="0" u="none" strike="noStrike" kern="1200" cap="none" spc="5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1" name="任意多边形: 形状 100"/>
          <p:cNvSpPr/>
          <p:nvPr/>
        </p:nvSpPr>
        <p:spPr>
          <a:xfrm flipH="1">
            <a:off x="0" y="0"/>
            <a:ext cx="12191998" cy="1057277"/>
          </a:xfrm>
          <a:custGeom>
            <a:avLst/>
            <a:gdLst>
              <a:gd name="connsiteX0" fmla="*/ 12191998 w 12191998"/>
              <a:gd name="connsiteY0" fmla="*/ 0 h 1057277"/>
              <a:gd name="connsiteX1" fmla="*/ 3061632 w 12191998"/>
              <a:gd name="connsiteY1" fmla="*/ 0 h 1057277"/>
              <a:gd name="connsiteX2" fmla="*/ 4 w 12191998"/>
              <a:gd name="connsiteY2" fmla="*/ 0 h 1057277"/>
              <a:gd name="connsiteX3" fmla="*/ 0 w 12191998"/>
              <a:gd name="connsiteY3" fmla="*/ 0 h 1057277"/>
              <a:gd name="connsiteX4" fmla="*/ 0 w 12191998"/>
              <a:gd name="connsiteY4" fmla="*/ 1057277 h 1057277"/>
              <a:gd name="connsiteX5" fmla="*/ 2207826 w 12191998"/>
              <a:gd name="connsiteY5" fmla="*/ 1057277 h 1057277"/>
              <a:gd name="connsiteX6" fmla="*/ 2264479 w 12191998"/>
              <a:gd name="connsiteY6" fmla="*/ 1048003 h 1057277"/>
              <a:gd name="connsiteX7" fmla="*/ 3059132 w 12191998"/>
              <a:gd name="connsiteY7" fmla="*/ 420632 h 1057277"/>
              <a:gd name="connsiteX8" fmla="*/ 12105127 w 12191998"/>
              <a:gd name="connsiteY8" fmla="*/ 418626 h 1057277"/>
              <a:gd name="connsiteX9" fmla="*/ 12191998 w 12191998"/>
              <a:gd name="connsiteY9" fmla="*/ 418796 h 105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1998" h="1057277">
                <a:moveTo>
                  <a:pt x="12191998" y="0"/>
                </a:moveTo>
                <a:lnTo>
                  <a:pt x="3061632" y="0"/>
                </a:lnTo>
                <a:lnTo>
                  <a:pt x="4" y="0"/>
                </a:lnTo>
                <a:lnTo>
                  <a:pt x="0" y="0"/>
                </a:lnTo>
                <a:lnTo>
                  <a:pt x="0" y="1057277"/>
                </a:lnTo>
                <a:lnTo>
                  <a:pt x="2207826" y="1057277"/>
                </a:lnTo>
                <a:lnTo>
                  <a:pt x="2264479" y="1048003"/>
                </a:lnTo>
                <a:cubicBezTo>
                  <a:pt x="2774334" y="938803"/>
                  <a:pt x="2702883" y="469548"/>
                  <a:pt x="3059132" y="420632"/>
                </a:cubicBezTo>
                <a:cubicBezTo>
                  <a:pt x="3370851" y="377831"/>
                  <a:pt x="8488992" y="409932"/>
                  <a:pt x="12105127" y="418626"/>
                </a:cubicBezTo>
                <a:lnTo>
                  <a:pt x="12191998" y="41879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9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982890" y="4088467"/>
            <a:ext cx="1107996" cy="1785104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1200" cap="none" spc="6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charset="-122"/>
                <a:cs typeface="+mn-cs"/>
              </a:rPr>
              <a:t>目录</a:t>
            </a:r>
            <a:endParaRPr kumimoji="0" lang="zh-CN" altLang="en-US" sz="6000" b="1" i="0" u="none" strike="noStrike" kern="1200" cap="none" spc="60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charset="-122"/>
              <a:cs typeface="+mn-cs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BEIJING INSTITUTE OF TECHNOLOGY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0" y="6188075"/>
            <a:ext cx="12192000" cy="6699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4" name="任意多边形: 形状 143"/>
          <p:cNvSpPr/>
          <p:nvPr/>
        </p:nvSpPr>
        <p:spPr>
          <a:xfrm>
            <a:off x="9898013" y="307108"/>
            <a:ext cx="1967341" cy="442564"/>
          </a:xfrm>
          <a:custGeom>
            <a:avLst/>
            <a:gdLst>
              <a:gd name="connsiteX0" fmla="*/ 258875 w 1967341"/>
              <a:gd name="connsiteY0" fmla="*/ 399761 h 442564"/>
              <a:gd name="connsiteX1" fmla="*/ 261340 w 1967341"/>
              <a:gd name="connsiteY1" fmla="*/ 404994 h 442564"/>
              <a:gd name="connsiteX2" fmla="*/ 260991 w 1967341"/>
              <a:gd name="connsiteY2" fmla="*/ 410620 h 442564"/>
              <a:gd name="connsiteX3" fmla="*/ 260227 w 1967341"/>
              <a:gd name="connsiteY3" fmla="*/ 411758 h 442564"/>
              <a:gd name="connsiteX4" fmla="*/ 253206 w 1967341"/>
              <a:gd name="connsiteY4" fmla="*/ 412146 h 442564"/>
              <a:gd name="connsiteX5" fmla="*/ 250764 w 1967341"/>
              <a:gd name="connsiteY5" fmla="*/ 407044 h 442564"/>
              <a:gd name="connsiteX6" fmla="*/ 251113 w 1967341"/>
              <a:gd name="connsiteY6" fmla="*/ 401265 h 442564"/>
              <a:gd name="connsiteX7" fmla="*/ 251972 w 1967341"/>
              <a:gd name="connsiteY7" fmla="*/ 399994 h 442564"/>
              <a:gd name="connsiteX8" fmla="*/ 258875 w 1967341"/>
              <a:gd name="connsiteY8" fmla="*/ 399761 h 442564"/>
              <a:gd name="connsiteX9" fmla="*/ 229220 w 1967341"/>
              <a:gd name="connsiteY9" fmla="*/ 398343 h 442564"/>
              <a:gd name="connsiteX10" fmla="*/ 214632 w 1967341"/>
              <a:gd name="connsiteY10" fmla="*/ 398604 h 442564"/>
              <a:gd name="connsiteX11" fmla="*/ 215024 w 1967341"/>
              <a:gd name="connsiteY11" fmla="*/ 420148 h 442564"/>
              <a:gd name="connsiteX12" fmla="*/ 229678 w 1967341"/>
              <a:gd name="connsiteY12" fmla="*/ 419865 h 442564"/>
              <a:gd name="connsiteX13" fmla="*/ 229678 w 1967341"/>
              <a:gd name="connsiteY13" fmla="*/ 417946 h 442564"/>
              <a:gd name="connsiteX14" fmla="*/ 229678 w 1967341"/>
              <a:gd name="connsiteY14" fmla="*/ 416049 h 442564"/>
              <a:gd name="connsiteX15" fmla="*/ 218775 w 1967341"/>
              <a:gd name="connsiteY15" fmla="*/ 416245 h 442564"/>
              <a:gd name="connsiteX16" fmla="*/ 218775 w 1967341"/>
              <a:gd name="connsiteY16" fmla="*/ 410641 h 442564"/>
              <a:gd name="connsiteX17" fmla="*/ 228457 w 1967341"/>
              <a:gd name="connsiteY17" fmla="*/ 410467 h 442564"/>
              <a:gd name="connsiteX18" fmla="*/ 228457 w 1967341"/>
              <a:gd name="connsiteY18" fmla="*/ 408613 h 442564"/>
              <a:gd name="connsiteX19" fmla="*/ 228457 w 1967341"/>
              <a:gd name="connsiteY19" fmla="*/ 406760 h 442564"/>
              <a:gd name="connsiteX20" fmla="*/ 218775 w 1967341"/>
              <a:gd name="connsiteY20" fmla="*/ 406934 h 442564"/>
              <a:gd name="connsiteX21" fmla="*/ 218775 w 1967341"/>
              <a:gd name="connsiteY21" fmla="*/ 402355 h 442564"/>
              <a:gd name="connsiteX22" fmla="*/ 229220 w 1967341"/>
              <a:gd name="connsiteY22" fmla="*/ 402180 h 442564"/>
              <a:gd name="connsiteX23" fmla="*/ 229220 w 1967341"/>
              <a:gd name="connsiteY23" fmla="*/ 400262 h 442564"/>
              <a:gd name="connsiteX24" fmla="*/ 193459 w 1967341"/>
              <a:gd name="connsiteY24" fmla="*/ 396685 h 442564"/>
              <a:gd name="connsiteX25" fmla="*/ 193219 w 1967341"/>
              <a:gd name="connsiteY25" fmla="*/ 398583 h 442564"/>
              <a:gd name="connsiteX26" fmla="*/ 193001 w 1967341"/>
              <a:gd name="connsiteY26" fmla="*/ 400480 h 442564"/>
              <a:gd name="connsiteX27" fmla="*/ 198932 w 1967341"/>
              <a:gd name="connsiteY27" fmla="*/ 401199 h 442564"/>
              <a:gd name="connsiteX28" fmla="*/ 196751 w 1967341"/>
              <a:gd name="connsiteY28" fmla="*/ 418774 h 442564"/>
              <a:gd name="connsiteX29" fmla="*/ 198932 w 1967341"/>
              <a:gd name="connsiteY29" fmla="*/ 419036 h 442564"/>
              <a:gd name="connsiteX30" fmla="*/ 200960 w 1967341"/>
              <a:gd name="connsiteY30" fmla="*/ 419276 h 442564"/>
              <a:gd name="connsiteX31" fmla="*/ 203140 w 1967341"/>
              <a:gd name="connsiteY31" fmla="*/ 401701 h 442564"/>
              <a:gd name="connsiteX32" fmla="*/ 209093 w 1967341"/>
              <a:gd name="connsiteY32" fmla="*/ 402442 h 442564"/>
              <a:gd name="connsiteX33" fmla="*/ 209311 w 1967341"/>
              <a:gd name="connsiteY33" fmla="*/ 400523 h 442564"/>
              <a:gd name="connsiteX34" fmla="*/ 209442 w 1967341"/>
              <a:gd name="connsiteY34" fmla="*/ 398648 h 442564"/>
              <a:gd name="connsiteX35" fmla="*/ 260567 w 1967341"/>
              <a:gd name="connsiteY35" fmla="*/ 396005 h 442564"/>
              <a:gd name="connsiteX36" fmla="*/ 247733 w 1967341"/>
              <a:gd name="connsiteY36" fmla="*/ 399215 h 442564"/>
              <a:gd name="connsiteX37" fmla="*/ 246795 w 1967341"/>
              <a:gd name="connsiteY37" fmla="*/ 407937 h 442564"/>
              <a:gd name="connsiteX38" fmla="*/ 250894 w 1967341"/>
              <a:gd name="connsiteY38" fmla="*/ 415504 h 442564"/>
              <a:gd name="connsiteX39" fmla="*/ 251520 w 1967341"/>
              <a:gd name="connsiteY39" fmla="*/ 415927 h 442564"/>
              <a:gd name="connsiteX40" fmla="*/ 264545 w 1967341"/>
              <a:gd name="connsiteY40" fmla="*/ 412843 h 442564"/>
              <a:gd name="connsiteX41" fmla="*/ 265482 w 1967341"/>
              <a:gd name="connsiteY41" fmla="*/ 404296 h 442564"/>
              <a:gd name="connsiteX42" fmla="*/ 261383 w 1967341"/>
              <a:gd name="connsiteY42" fmla="*/ 396555 h 442564"/>
              <a:gd name="connsiteX43" fmla="*/ 260567 w 1967341"/>
              <a:gd name="connsiteY43" fmla="*/ 396005 h 442564"/>
              <a:gd name="connsiteX44" fmla="*/ 810540 w 1967341"/>
              <a:gd name="connsiteY44" fmla="*/ 393712 h 442564"/>
              <a:gd name="connsiteX45" fmla="*/ 810985 w 1967341"/>
              <a:gd name="connsiteY45" fmla="*/ 393910 h 442564"/>
              <a:gd name="connsiteX46" fmla="*/ 810453 w 1967341"/>
              <a:gd name="connsiteY46" fmla="*/ 393758 h 442564"/>
              <a:gd name="connsiteX47" fmla="*/ 173310 w 1967341"/>
              <a:gd name="connsiteY47" fmla="*/ 392063 h 442564"/>
              <a:gd name="connsiteX48" fmla="*/ 170061 w 1967341"/>
              <a:gd name="connsiteY48" fmla="*/ 405146 h 442564"/>
              <a:gd name="connsiteX49" fmla="*/ 170389 w 1967341"/>
              <a:gd name="connsiteY49" fmla="*/ 411993 h 442564"/>
              <a:gd name="connsiteX50" fmla="*/ 175731 w 1967341"/>
              <a:gd name="connsiteY50" fmla="*/ 415525 h 442564"/>
              <a:gd name="connsiteX51" fmla="*/ 182163 w 1967341"/>
              <a:gd name="connsiteY51" fmla="*/ 415024 h 442564"/>
              <a:gd name="connsiteX52" fmla="*/ 185587 w 1967341"/>
              <a:gd name="connsiteY52" fmla="*/ 409006 h 442564"/>
              <a:gd name="connsiteX53" fmla="*/ 188749 w 1967341"/>
              <a:gd name="connsiteY53" fmla="*/ 395922 h 442564"/>
              <a:gd name="connsiteX54" fmla="*/ 186743 w 1967341"/>
              <a:gd name="connsiteY54" fmla="*/ 395421 h 442564"/>
              <a:gd name="connsiteX55" fmla="*/ 184737 w 1967341"/>
              <a:gd name="connsiteY55" fmla="*/ 394941 h 442564"/>
              <a:gd name="connsiteX56" fmla="*/ 181444 w 1967341"/>
              <a:gd name="connsiteY56" fmla="*/ 408024 h 442564"/>
              <a:gd name="connsiteX57" fmla="*/ 179721 w 1967341"/>
              <a:gd name="connsiteY57" fmla="*/ 411273 h 442564"/>
              <a:gd name="connsiteX58" fmla="*/ 176581 w 1967341"/>
              <a:gd name="connsiteY58" fmla="*/ 411579 h 442564"/>
              <a:gd name="connsiteX59" fmla="*/ 174052 w 1967341"/>
              <a:gd name="connsiteY59" fmla="*/ 409769 h 442564"/>
              <a:gd name="connsiteX60" fmla="*/ 174052 w 1967341"/>
              <a:gd name="connsiteY60" fmla="*/ 406149 h 442564"/>
              <a:gd name="connsiteX61" fmla="*/ 177323 w 1967341"/>
              <a:gd name="connsiteY61" fmla="*/ 393066 h 442564"/>
              <a:gd name="connsiteX62" fmla="*/ 175317 w 1967341"/>
              <a:gd name="connsiteY62" fmla="*/ 392564 h 442564"/>
              <a:gd name="connsiteX63" fmla="*/ 282730 w 1967341"/>
              <a:gd name="connsiteY63" fmla="*/ 387789 h 442564"/>
              <a:gd name="connsiteX64" fmla="*/ 269320 w 1967341"/>
              <a:gd name="connsiteY64" fmla="*/ 392150 h 442564"/>
              <a:gd name="connsiteX65" fmla="*/ 275862 w 1967341"/>
              <a:gd name="connsiteY65" fmla="*/ 412625 h 442564"/>
              <a:gd name="connsiteX66" fmla="*/ 277846 w 1967341"/>
              <a:gd name="connsiteY66" fmla="*/ 411971 h 442564"/>
              <a:gd name="connsiteX67" fmla="*/ 279808 w 1967341"/>
              <a:gd name="connsiteY67" fmla="*/ 411339 h 442564"/>
              <a:gd name="connsiteX68" fmla="*/ 277083 w 1967341"/>
              <a:gd name="connsiteY68" fmla="*/ 402682 h 442564"/>
              <a:gd name="connsiteX69" fmla="*/ 285347 w 1967341"/>
              <a:gd name="connsiteY69" fmla="*/ 400000 h 442564"/>
              <a:gd name="connsiteX70" fmla="*/ 284780 w 1967341"/>
              <a:gd name="connsiteY70" fmla="*/ 398234 h 442564"/>
              <a:gd name="connsiteX71" fmla="*/ 284191 w 1967341"/>
              <a:gd name="connsiteY71" fmla="*/ 396467 h 442564"/>
              <a:gd name="connsiteX72" fmla="*/ 275949 w 1967341"/>
              <a:gd name="connsiteY72" fmla="*/ 399149 h 442564"/>
              <a:gd name="connsiteX73" fmla="*/ 274444 w 1967341"/>
              <a:gd name="connsiteY73" fmla="*/ 394505 h 442564"/>
              <a:gd name="connsiteX74" fmla="*/ 283908 w 1967341"/>
              <a:gd name="connsiteY74" fmla="*/ 391430 h 442564"/>
              <a:gd name="connsiteX75" fmla="*/ 283319 w 1967341"/>
              <a:gd name="connsiteY75" fmla="*/ 389599 h 442564"/>
              <a:gd name="connsiteX76" fmla="*/ 153533 w 1967341"/>
              <a:gd name="connsiteY76" fmla="*/ 385325 h 442564"/>
              <a:gd name="connsiteX77" fmla="*/ 152901 w 1967341"/>
              <a:gd name="connsiteY77" fmla="*/ 387135 h 442564"/>
              <a:gd name="connsiteX78" fmla="*/ 152290 w 1967341"/>
              <a:gd name="connsiteY78" fmla="*/ 388945 h 442564"/>
              <a:gd name="connsiteX79" fmla="*/ 157938 w 1967341"/>
              <a:gd name="connsiteY79" fmla="*/ 390885 h 442564"/>
              <a:gd name="connsiteX80" fmla="*/ 152181 w 1967341"/>
              <a:gd name="connsiteY80" fmla="*/ 407632 h 442564"/>
              <a:gd name="connsiteX81" fmla="*/ 154143 w 1967341"/>
              <a:gd name="connsiteY81" fmla="*/ 408308 h 442564"/>
              <a:gd name="connsiteX82" fmla="*/ 156084 w 1967341"/>
              <a:gd name="connsiteY82" fmla="*/ 408984 h 442564"/>
              <a:gd name="connsiteX83" fmla="*/ 161841 w 1967341"/>
              <a:gd name="connsiteY83" fmla="*/ 392237 h 442564"/>
              <a:gd name="connsiteX84" fmla="*/ 167510 w 1967341"/>
              <a:gd name="connsiteY84" fmla="*/ 394178 h 442564"/>
              <a:gd name="connsiteX85" fmla="*/ 168143 w 1967341"/>
              <a:gd name="connsiteY85" fmla="*/ 392368 h 442564"/>
              <a:gd name="connsiteX86" fmla="*/ 168797 w 1967341"/>
              <a:gd name="connsiteY86" fmla="*/ 390580 h 442564"/>
              <a:gd name="connsiteX87" fmla="*/ 145705 w 1967341"/>
              <a:gd name="connsiteY87" fmla="*/ 381487 h 442564"/>
              <a:gd name="connsiteX88" fmla="*/ 136612 w 1967341"/>
              <a:gd name="connsiteY88" fmla="*/ 401003 h 442564"/>
              <a:gd name="connsiteX89" fmla="*/ 138487 w 1967341"/>
              <a:gd name="connsiteY89" fmla="*/ 401875 h 442564"/>
              <a:gd name="connsiteX90" fmla="*/ 140341 w 1967341"/>
              <a:gd name="connsiteY90" fmla="*/ 402747 h 442564"/>
              <a:gd name="connsiteX91" fmla="*/ 149455 w 1967341"/>
              <a:gd name="connsiteY91" fmla="*/ 383232 h 442564"/>
              <a:gd name="connsiteX92" fmla="*/ 147558 w 1967341"/>
              <a:gd name="connsiteY92" fmla="*/ 382359 h 442564"/>
              <a:gd name="connsiteX93" fmla="*/ 309049 w 1967341"/>
              <a:gd name="connsiteY93" fmla="*/ 375033 h 442564"/>
              <a:gd name="connsiteX94" fmla="*/ 294832 w 1967341"/>
              <a:gd name="connsiteY94" fmla="*/ 382577 h 442564"/>
              <a:gd name="connsiteX95" fmla="*/ 295726 w 1967341"/>
              <a:gd name="connsiteY95" fmla="*/ 384278 h 442564"/>
              <a:gd name="connsiteX96" fmla="*/ 296620 w 1967341"/>
              <a:gd name="connsiteY96" fmla="*/ 385957 h 442564"/>
              <a:gd name="connsiteX97" fmla="*/ 301897 w 1967341"/>
              <a:gd name="connsiteY97" fmla="*/ 383144 h 442564"/>
              <a:gd name="connsiteX98" fmla="*/ 310227 w 1967341"/>
              <a:gd name="connsiteY98" fmla="*/ 398779 h 442564"/>
              <a:gd name="connsiteX99" fmla="*/ 312059 w 1967341"/>
              <a:gd name="connsiteY99" fmla="*/ 397819 h 442564"/>
              <a:gd name="connsiteX100" fmla="*/ 313869 w 1967341"/>
              <a:gd name="connsiteY100" fmla="*/ 396838 h 442564"/>
              <a:gd name="connsiteX101" fmla="*/ 305561 w 1967341"/>
              <a:gd name="connsiteY101" fmla="*/ 381204 h 442564"/>
              <a:gd name="connsiteX102" fmla="*/ 310838 w 1967341"/>
              <a:gd name="connsiteY102" fmla="*/ 378391 h 442564"/>
              <a:gd name="connsiteX103" fmla="*/ 309944 w 1967341"/>
              <a:gd name="connsiteY103" fmla="*/ 376712 h 442564"/>
              <a:gd name="connsiteX104" fmla="*/ 127170 w 1967341"/>
              <a:gd name="connsiteY104" fmla="*/ 371413 h 442564"/>
              <a:gd name="connsiteX105" fmla="*/ 126320 w 1967341"/>
              <a:gd name="connsiteY105" fmla="*/ 373201 h 442564"/>
              <a:gd name="connsiteX106" fmla="*/ 125404 w 1967341"/>
              <a:gd name="connsiteY106" fmla="*/ 374880 h 442564"/>
              <a:gd name="connsiteX107" fmla="*/ 130637 w 1967341"/>
              <a:gd name="connsiteY107" fmla="*/ 377780 h 442564"/>
              <a:gd name="connsiteX108" fmla="*/ 122046 w 1967341"/>
              <a:gd name="connsiteY108" fmla="*/ 393262 h 442564"/>
              <a:gd name="connsiteX109" fmla="*/ 123856 w 1967341"/>
              <a:gd name="connsiteY109" fmla="*/ 394265 h 442564"/>
              <a:gd name="connsiteX110" fmla="*/ 125666 w 1967341"/>
              <a:gd name="connsiteY110" fmla="*/ 395268 h 442564"/>
              <a:gd name="connsiteX111" fmla="*/ 134170 w 1967341"/>
              <a:gd name="connsiteY111" fmla="*/ 379655 h 442564"/>
              <a:gd name="connsiteX112" fmla="*/ 139403 w 1967341"/>
              <a:gd name="connsiteY112" fmla="*/ 382555 h 442564"/>
              <a:gd name="connsiteX113" fmla="*/ 140319 w 1967341"/>
              <a:gd name="connsiteY113" fmla="*/ 380898 h 442564"/>
              <a:gd name="connsiteX114" fmla="*/ 141257 w 1967341"/>
              <a:gd name="connsiteY114" fmla="*/ 379219 h 442564"/>
              <a:gd name="connsiteX115" fmla="*/ 234017 w 1967341"/>
              <a:gd name="connsiteY115" fmla="*/ 368317 h 442564"/>
              <a:gd name="connsiteX116" fmla="*/ 228456 w 1967341"/>
              <a:gd name="connsiteY116" fmla="*/ 376821 h 442564"/>
              <a:gd name="connsiteX117" fmla="*/ 227954 w 1967341"/>
              <a:gd name="connsiteY117" fmla="*/ 377981 h 442564"/>
              <a:gd name="connsiteX118" fmla="*/ 227955 w 1967341"/>
              <a:gd name="connsiteY118" fmla="*/ 377955 h 442564"/>
              <a:gd name="connsiteX119" fmla="*/ 227889 w 1967341"/>
              <a:gd name="connsiteY119" fmla="*/ 378130 h 442564"/>
              <a:gd name="connsiteX120" fmla="*/ 227954 w 1967341"/>
              <a:gd name="connsiteY120" fmla="*/ 377981 h 442564"/>
              <a:gd name="connsiteX121" fmla="*/ 227846 w 1967341"/>
              <a:gd name="connsiteY121" fmla="*/ 380069 h 442564"/>
              <a:gd name="connsiteX122" fmla="*/ 255970 w 1967341"/>
              <a:gd name="connsiteY122" fmla="*/ 378675 h 442564"/>
              <a:gd name="connsiteX123" fmla="*/ 249498 w 1967341"/>
              <a:gd name="connsiteY123" fmla="*/ 378675 h 442564"/>
              <a:gd name="connsiteX124" fmla="*/ 245137 w 1967341"/>
              <a:gd name="connsiteY124" fmla="*/ 368775 h 442564"/>
              <a:gd name="connsiteX125" fmla="*/ 234017 w 1967341"/>
              <a:gd name="connsiteY125" fmla="*/ 368317 h 442564"/>
              <a:gd name="connsiteX126" fmla="*/ 262560 w 1967341"/>
              <a:gd name="connsiteY126" fmla="*/ 368273 h 442564"/>
              <a:gd name="connsiteX127" fmla="*/ 262560 w 1967341"/>
              <a:gd name="connsiteY127" fmla="*/ 368339 h 442564"/>
              <a:gd name="connsiteX128" fmla="*/ 263411 w 1967341"/>
              <a:gd name="connsiteY128" fmla="*/ 370192 h 442564"/>
              <a:gd name="connsiteX129" fmla="*/ 262539 w 1967341"/>
              <a:gd name="connsiteY129" fmla="*/ 375687 h 442564"/>
              <a:gd name="connsiteX130" fmla="*/ 262015 w 1967341"/>
              <a:gd name="connsiteY130" fmla="*/ 370454 h 442564"/>
              <a:gd name="connsiteX131" fmla="*/ 262560 w 1967341"/>
              <a:gd name="connsiteY131" fmla="*/ 368273 h 442564"/>
              <a:gd name="connsiteX132" fmla="*/ 225731 w 1967341"/>
              <a:gd name="connsiteY132" fmla="*/ 368273 h 442564"/>
              <a:gd name="connsiteX133" fmla="*/ 225731 w 1967341"/>
              <a:gd name="connsiteY133" fmla="*/ 368339 h 442564"/>
              <a:gd name="connsiteX134" fmla="*/ 226582 w 1967341"/>
              <a:gd name="connsiteY134" fmla="*/ 370192 h 442564"/>
              <a:gd name="connsiteX135" fmla="*/ 225710 w 1967341"/>
              <a:gd name="connsiteY135" fmla="*/ 375687 h 442564"/>
              <a:gd name="connsiteX136" fmla="*/ 225186 w 1967341"/>
              <a:gd name="connsiteY136" fmla="*/ 370454 h 442564"/>
              <a:gd name="connsiteX137" fmla="*/ 225731 w 1967341"/>
              <a:gd name="connsiteY137" fmla="*/ 368273 h 442564"/>
              <a:gd name="connsiteX138" fmla="*/ 182032 w 1967341"/>
              <a:gd name="connsiteY138" fmla="*/ 368055 h 442564"/>
              <a:gd name="connsiteX139" fmla="*/ 183210 w 1967341"/>
              <a:gd name="connsiteY139" fmla="*/ 368229 h 442564"/>
              <a:gd name="connsiteX140" fmla="*/ 183363 w 1967341"/>
              <a:gd name="connsiteY140" fmla="*/ 375294 h 442564"/>
              <a:gd name="connsiteX141" fmla="*/ 182032 w 1967341"/>
              <a:gd name="connsiteY141" fmla="*/ 375294 h 442564"/>
              <a:gd name="connsiteX142" fmla="*/ 182032 w 1967341"/>
              <a:gd name="connsiteY142" fmla="*/ 368099 h 442564"/>
              <a:gd name="connsiteX143" fmla="*/ 256455 w 1967341"/>
              <a:gd name="connsiteY143" fmla="*/ 367946 h 442564"/>
              <a:gd name="connsiteX144" fmla="*/ 257262 w 1967341"/>
              <a:gd name="connsiteY144" fmla="*/ 370127 h 442564"/>
              <a:gd name="connsiteX145" fmla="*/ 256564 w 1967341"/>
              <a:gd name="connsiteY145" fmla="*/ 375513 h 442564"/>
              <a:gd name="connsiteX146" fmla="*/ 255539 w 1967341"/>
              <a:gd name="connsiteY146" fmla="*/ 370301 h 442564"/>
              <a:gd name="connsiteX147" fmla="*/ 256455 w 1967341"/>
              <a:gd name="connsiteY147" fmla="*/ 368012 h 442564"/>
              <a:gd name="connsiteX148" fmla="*/ 219625 w 1967341"/>
              <a:gd name="connsiteY148" fmla="*/ 367946 h 442564"/>
              <a:gd name="connsiteX149" fmla="*/ 220432 w 1967341"/>
              <a:gd name="connsiteY149" fmla="*/ 370127 h 442564"/>
              <a:gd name="connsiteX150" fmla="*/ 219756 w 1967341"/>
              <a:gd name="connsiteY150" fmla="*/ 375622 h 442564"/>
              <a:gd name="connsiteX151" fmla="*/ 218709 w 1967341"/>
              <a:gd name="connsiteY151" fmla="*/ 370301 h 442564"/>
              <a:gd name="connsiteX152" fmla="*/ 219625 w 1967341"/>
              <a:gd name="connsiteY152" fmla="*/ 368012 h 442564"/>
              <a:gd name="connsiteX153" fmla="*/ 546053 w 1967341"/>
              <a:gd name="connsiteY153" fmla="*/ 367608 h 442564"/>
              <a:gd name="connsiteX154" fmla="*/ 546130 w 1967341"/>
              <a:gd name="connsiteY154" fmla="*/ 382735 h 442564"/>
              <a:gd name="connsiteX155" fmla="*/ 559433 w 1967341"/>
              <a:gd name="connsiteY155" fmla="*/ 382735 h 442564"/>
              <a:gd name="connsiteX156" fmla="*/ 565896 w 1967341"/>
              <a:gd name="connsiteY156" fmla="*/ 380759 h 442564"/>
              <a:gd name="connsiteX157" fmla="*/ 568024 w 1967341"/>
              <a:gd name="connsiteY157" fmla="*/ 374677 h 442564"/>
              <a:gd name="connsiteX158" fmla="*/ 565819 w 1967341"/>
              <a:gd name="connsiteY158" fmla="*/ 369355 h 442564"/>
              <a:gd name="connsiteX159" fmla="*/ 559206 w 1967341"/>
              <a:gd name="connsiteY159" fmla="*/ 367608 h 442564"/>
              <a:gd name="connsiteX160" fmla="*/ 188444 w 1967341"/>
              <a:gd name="connsiteY160" fmla="*/ 367554 h 442564"/>
              <a:gd name="connsiteX161" fmla="*/ 189054 w 1967341"/>
              <a:gd name="connsiteY161" fmla="*/ 370127 h 442564"/>
              <a:gd name="connsiteX162" fmla="*/ 188444 w 1967341"/>
              <a:gd name="connsiteY162" fmla="*/ 375251 h 442564"/>
              <a:gd name="connsiteX163" fmla="*/ 187790 w 1967341"/>
              <a:gd name="connsiteY163" fmla="*/ 370127 h 442564"/>
              <a:gd name="connsiteX164" fmla="*/ 188444 w 1967341"/>
              <a:gd name="connsiteY164" fmla="*/ 367554 h 442564"/>
              <a:gd name="connsiteX165" fmla="*/ 184867 w 1967341"/>
              <a:gd name="connsiteY165" fmla="*/ 367053 h 442564"/>
              <a:gd name="connsiteX166" fmla="*/ 184872 w 1967341"/>
              <a:gd name="connsiteY166" fmla="*/ 367199 h 442564"/>
              <a:gd name="connsiteX167" fmla="*/ 184867 w 1967341"/>
              <a:gd name="connsiteY167" fmla="*/ 367205 h 442564"/>
              <a:gd name="connsiteX168" fmla="*/ 185225 w 1967341"/>
              <a:gd name="connsiteY168" fmla="*/ 366767 h 442564"/>
              <a:gd name="connsiteX169" fmla="*/ 186394 w 1967341"/>
              <a:gd name="connsiteY169" fmla="*/ 367053 h 442564"/>
              <a:gd name="connsiteX170" fmla="*/ 186656 w 1967341"/>
              <a:gd name="connsiteY170" fmla="*/ 375775 h 442564"/>
              <a:gd name="connsiteX171" fmla="*/ 185151 w 1967341"/>
              <a:gd name="connsiteY171" fmla="*/ 375775 h 442564"/>
              <a:gd name="connsiteX172" fmla="*/ 184872 w 1967341"/>
              <a:gd name="connsiteY172" fmla="*/ 367199 h 442564"/>
              <a:gd name="connsiteX173" fmla="*/ 259769 w 1967341"/>
              <a:gd name="connsiteY173" fmla="*/ 366441 h 442564"/>
              <a:gd name="connsiteX174" fmla="*/ 260554 w 1967341"/>
              <a:gd name="connsiteY174" fmla="*/ 369712 h 442564"/>
              <a:gd name="connsiteX175" fmla="*/ 259638 w 1967341"/>
              <a:gd name="connsiteY175" fmla="*/ 376058 h 442564"/>
              <a:gd name="connsiteX176" fmla="*/ 258700 w 1967341"/>
              <a:gd name="connsiteY176" fmla="*/ 369625 h 442564"/>
              <a:gd name="connsiteX177" fmla="*/ 259769 w 1967341"/>
              <a:gd name="connsiteY177" fmla="*/ 366441 h 442564"/>
              <a:gd name="connsiteX178" fmla="*/ 222940 w 1967341"/>
              <a:gd name="connsiteY178" fmla="*/ 366441 h 442564"/>
              <a:gd name="connsiteX179" fmla="*/ 223725 w 1967341"/>
              <a:gd name="connsiteY179" fmla="*/ 369712 h 442564"/>
              <a:gd name="connsiteX180" fmla="*/ 222809 w 1967341"/>
              <a:gd name="connsiteY180" fmla="*/ 376058 h 442564"/>
              <a:gd name="connsiteX181" fmla="*/ 221871 w 1967341"/>
              <a:gd name="connsiteY181" fmla="*/ 369625 h 442564"/>
              <a:gd name="connsiteX182" fmla="*/ 222940 w 1967341"/>
              <a:gd name="connsiteY182" fmla="*/ 366441 h 442564"/>
              <a:gd name="connsiteX183" fmla="*/ 164087 w 1967341"/>
              <a:gd name="connsiteY183" fmla="*/ 365765 h 442564"/>
              <a:gd name="connsiteX184" fmla="*/ 164219 w 1967341"/>
              <a:gd name="connsiteY184" fmla="*/ 365887 h 442564"/>
              <a:gd name="connsiteX185" fmla="*/ 164021 w 1967341"/>
              <a:gd name="connsiteY185" fmla="*/ 365853 h 442564"/>
              <a:gd name="connsiteX186" fmla="*/ 325644 w 1967341"/>
              <a:gd name="connsiteY186" fmla="*/ 364588 h 442564"/>
              <a:gd name="connsiteX187" fmla="*/ 313411 w 1967341"/>
              <a:gd name="connsiteY187" fmla="*/ 372525 h 442564"/>
              <a:gd name="connsiteX188" fmla="*/ 325142 w 1967341"/>
              <a:gd name="connsiteY188" fmla="*/ 390580 h 442564"/>
              <a:gd name="connsiteX189" fmla="*/ 337702 w 1967341"/>
              <a:gd name="connsiteY189" fmla="*/ 382337 h 442564"/>
              <a:gd name="connsiteX190" fmla="*/ 336655 w 1967341"/>
              <a:gd name="connsiteY190" fmla="*/ 380724 h 442564"/>
              <a:gd name="connsiteX191" fmla="*/ 335630 w 1967341"/>
              <a:gd name="connsiteY191" fmla="*/ 379132 h 442564"/>
              <a:gd name="connsiteX192" fmla="*/ 326494 w 1967341"/>
              <a:gd name="connsiteY192" fmla="*/ 385063 h 442564"/>
              <a:gd name="connsiteX193" fmla="*/ 323419 w 1967341"/>
              <a:gd name="connsiteY193" fmla="*/ 380375 h 442564"/>
              <a:gd name="connsiteX194" fmla="*/ 331618 w 1967341"/>
              <a:gd name="connsiteY194" fmla="*/ 375142 h 442564"/>
              <a:gd name="connsiteX195" fmla="*/ 330615 w 1967341"/>
              <a:gd name="connsiteY195" fmla="*/ 373572 h 442564"/>
              <a:gd name="connsiteX196" fmla="*/ 329612 w 1967341"/>
              <a:gd name="connsiteY196" fmla="*/ 372023 h 442564"/>
              <a:gd name="connsiteX197" fmla="*/ 321479 w 1967341"/>
              <a:gd name="connsiteY197" fmla="*/ 377300 h 442564"/>
              <a:gd name="connsiteX198" fmla="*/ 318993 w 1967341"/>
              <a:gd name="connsiteY198" fmla="*/ 373463 h 442564"/>
              <a:gd name="connsiteX199" fmla="*/ 327715 w 1967341"/>
              <a:gd name="connsiteY199" fmla="*/ 367793 h 442564"/>
              <a:gd name="connsiteX200" fmla="*/ 326690 w 1967341"/>
              <a:gd name="connsiteY200" fmla="*/ 366180 h 442564"/>
              <a:gd name="connsiteX201" fmla="*/ 112015 w 1967341"/>
              <a:gd name="connsiteY201" fmla="*/ 362407 h 442564"/>
              <a:gd name="connsiteX202" fmla="*/ 107414 w 1967341"/>
              <a:gd name="connsiteY202" fmla="*/ 365198 h 442564"/>
              <a:gd name="connsiteX203" fmla="*/ 106259 w 1967341"/>
              <a:gd name="connsiteY203" fmla="*/ 369450 h 442564"/>
              <a:gd name="connsiteX204" fmla="*/ 109900 w 1967341"/>
              <a:gd name="connsiteY204" fmla="*/ 375163 h 442564"/>
              <a:gd name="connsiteX205" fmla="*/ 111906 w 1967341"/>
              <a:gd name="connsiteY205" fmla="*/ 378085 h 442564"/>
              <a:gd name="connsiteX206" fmla="*/ 111514 w 1967341"/>
              <a:gd name="connsiteY206" fmla="*/ 380004 h 442564"/>
              <a:gd name="connsiteX207" fmla="*/ 109486 w 1967341"/>
              <a:gd name="connsiteY207" fmla="*/ 380920 h 442564"/>
              <a:gd name="connsiteX208" fmla="*/ 106564 w 1967341"/>
              <a:gd name="connsiteY208" fmla="*/ 379655 h 442564"/>
              <a:gd name="connsiteX209" fmla="*/ 104689 w 1967341"/>
              <a:gd name="connsiteY209" fmla="*/ 377148 h 442564"/>
              <a:gd name="connsiteX210" fmla="*/ 105299 w 1967341"/>
              <a:gd name="connsiteY210" fmla="*/ 374335 h 442564"/>
              <a:gd name="connsiteX211" fmla="*/ 102072 w 1967341"/>
              <a:gd name="connsiteY211" fmla="*/ 372002 h 442564"/>
              <a:gd name="connsiteX212" fmla="*/ 100742 w 1967341"/>
              <a:gd name="connsiteY212" fmla="*/ 377671 h 442564"/>
              <a:gd name="connsiteX213" fmla="*/ 104383 w 1967341"/>
              <a:gd name="connsiteY213" fmla="*/ 382665 h 442564"/>
              <a:gd name="connsiteX214" fmla="*/ 110249 w 1967341"/>
              <a:gd name="connsiteY214" fmla="*/ 384714 h 442564"/>
              <a:gd name="connsiteX215" fmla="*/ 114850 w 1967341"/>
              <a:gd name="connsiteY215" fmla="*/ 382098 h 442564"/>
              <a:gd name="connsiteX216" fmla="*/ 116246 w 1967341"/>
              <a:gd name="connsiteY216" fmla="*/ 377736 h 442564"/>
              <a:gd name="connsiteX217" fmla="*/ 112997 w 1967341"/>
              <a:gd name="connsiteY217" fmla="*/ 372372 h 442564"/>
              <a:gd name="connsiteX218" fmla="*/ 110576 w 1967341"/>
              <a:gd name="connsiteY218" fmla="*/ 369058 h 442564"/>
              <a:gd name="connsiteX219" fmla="*/ 110707 w 1967341"/>
              <a:gd name="connsiteY219" fmla="*/ 367313 h 442564"/>
              <a:gd name="connsiteX220" fmla="*/ 112648 w 1967341"/>
              <a:gd name="connsiteY220" fmla="*/ 366136 h 442564"/>
              <a:gd name="connsiteX221" fmla="*/ 115090 w 1967341"/>
              <a:gd name="connsiteY221" fmla="*/ 366965 h 442564"/>
              <a:gd name="connsiteX222" fmla="*/ 116943 w 1967341"/>
              <a:gd name="connsiteY222" fmla="*/ 369429 h 442564"/>
              <a:gd name="connsiteX223" fmla="*/ 116529 w 1967341"/>
              <a:gd name="connsiteY223" fmla="*/ 372132 h 442564"/>
              <a:gd name="connsiteX224" fmla="*/ 119778 w 1967341"/>
              <a:gd name="connsiteY224" fmla="*/ 374509 h 442564"/>
              <a:gd name="connsiteX225" fmla="*/ 119778 w 1967341"/>
              <a:gd name="connsiteY225" fmla="*/ 374466 h 442564"/>
              <a:gd name="connsiteX226" fmla="*/ 120934 w 1967341"/>
              <a:gd name="connsiteY226" fmla="*/ 368971 h 442564"/>
              <a:gd name="connsiteX227" fmla="*/ 117663 w 1967341"/>
              <a:gd name="connsiteY227" fmla="*/ 364239 h 442564"/>
              <a:gd name="connsiteX228" fmla="*/ 112015 w 1967341"/>
              <a:gd name="connsiteY228" fmla="*/ 362407 h 442564"/>
              <a:gd name="connsiteX229" fmla="*/ 342237 w 1967341"/>
              <a:gd name="connsiteY229" fmla="*/ 352726 h 442564"/>
              <a:gd name="connsiteX230" fmla="*/ 336437 w 1967341"/>
              <a:gd name="connsiteY230" fmla="*/ 354906 h 442564"/>
              <a:gd name="connsiteX231" fmla="*/ 333341 w 1967341"/>
              <a:gd name="connsiteY231" fmla="*/ 361448 h 442564"/>
              <a:gd name="connsiteX232" fmla="*/ 336830 w 1967341"/>
              <a:gd name="connsiteY232" fmla="*/ 369450 h 442564"/>
              <a:gd name="connsiteX233" fmla="*/ 344004 w 1967341"/>
              <a:gd name="connsiteY233" fmla="*/ 374139 h 442564"/>
              <a:gd name="connsiteX234" fmla="*/ 354121 w 1967341"/>
              <a:gd name="connsiteY234" fmla="*/ 366747 h 442564"/>
              <a:gd name="connsiteX235" fmla="*/ 354078 w 1967341"/>
              <a:gd name="connsiteY235" fmla="*/ 366703 h 442564"/>
              <a:gd name="connsiteX236" fmla="*/ 352268 w 1967341"/>
              <a:gd name="connsiteY236" fmla="*/ 360554 h 442564"/>
              <a:gd name="connsiteX237" fmla="*/ 349084 w 1967341"/>
              <a:gd name="connsiteY237" fmla="*/ 363214 h 442564"/>
              <a:gd name="connsiteX238" fmla="*/ 350022 w 1967341"/>
              <a:gd name="connsiteY238" fmla="*/ 366485 h 442564"/>
              <a:gd name="connsiteX239" fmla="*/ 349865 w 1967341"/>
              <a:gd name="connsiteY239" fmla="*/ 367213 h 442564"/>
              <a:gd name="connsiteX240" fmla="*/ 344418 w 1967341"/>
              <a:gd name="connsiteY240" fmla="*/ 370105 h 442564"/>
              <a:gd name="connsiteX241" fmla="*/ 340057 w 1967341"/>
              <a:gd name="connsiteY241" fmla="*/ 366790 h 442564"/>
              <a:gd name="connsiteX242" fmla="*/ 337484 w 1967341"/>
              <a:gd name="connsiteY242" fmla="*/ 361709 h 442564"/>
              <a:gd name="connsiteX243" fmla="*/ 338967 w 1967341"/>
              <a:gd name="connsiteY243" fmla="*/ 357850 h 442564"/>
              <a:gd name="connsiteX244" fmla="*/ 341932 w 1967341"/>
              <a:gd name="connsiteY244" fmla="*/ 356716 h 442564"/>
              <a:gd name="connsiteX245" fmla="*/ 344767 w 1967341"/>
              <a:gd name="connsiteY245" fmla="*/ 357937 h 442564"/>
              <a:gd name="connsiteX246" fmla="*/ 347950 w 1967341"/>
              <a:gd name="connsiteY246" fmla="*/ 355277 h 442564"/>
              <a:gd name="connsiteX247" fmla="*/ 342237 w 1967341"/>
              <a:gd name="connsiteY247" fmla="*/ 352726 h 442564"/>
              <a:gd name="connsiteX248" fmla="*/ 228692 w 1967341"/>
              <a:gd name="connsiteY248" fmla="*/ 352142 h 442564"/>
              <a:gd name="connsiteX249" fmla="*/ 228736 w 1967341"/>
              <a:gd name="connsiteY249" fmla="*/ 352142 h 442564"/>
              <a:gd name="connsiteX250" fmla="*/ 228736 w 1967341"/>
              <a:gd name="connsiteY250" fmla="*/ 357964 h 442564"/>
              <a:gd name="connsiteX251" fmla="*/ 223786 w 1967341"/>
              <a:gd name="connsiteY251" fmla="*/ 357964 h 442564"/>
              <a:gd name="connsiteX252" fmla="*/ 240427 w 1967341"/>
              <a:gd name="connsiteY252" fmla="*/ 350872 h 442564"/>
              <a:gd name="connsiteX253" fmla="*/ 243655 w 1967341"/>
              <a:gd name="connsiteY253" fmla="*/ 356018 h 442564"/>
              <a:gd name="connsiteX254" fmla="*/ 240427 w 1967341"/>
              <a:gd name="connsiteY254" fmla="*/ 361165 h 442564"/>
              <a:gd name="connsiteX255" fmla="*/ 237200 w 1967341"/>
              <a:gd name="connsiteY255" fmla="*/ 356018 h 442564"/>
              <a:gd name="connsiteX256" fmla="*/ 240427 w 1967341"/>
              <a:gd name="connsiteY256" fmla="*/ 350872 h 442564"/>
              <a:gd name="connsiteX257" fmla="*/ 213585 w 1967341"/>
              <a:gd name="connsiteY257" fmla="*/ 350872 h 442564"/>
              <a:gd name="connsiteX258" fmla="*/ 216703 w 1967341"/>
              <a:gd name="connsiteY258" fmla="*/ 353620 h 442564"/>
              <a:gd name="connsiteX259" fmla="*/ 216699 w 1967341"/>
              <a:gd name="connsiteY259" fmla="*/ 354124 h 442564"/>
              <a:gd name="connsiteX260" fmla="*/ 213738 w 1967341"/>
              <a:gd name="connsiteY260" fmla="*/ 356542 h 442564"/>
              <a:gd name="connsiteX261" fmla="*/ 210620 w 1967341"/>
              <a:gd name="connsiteY261" fmla="*/ 353751 h 442564"/>
              <a:gd name="connsiteX262" fmla="*/ 210624 w 1967341"/>
              <a:gd name="connsiteY262" fmla="*/ 353437 h 442564"/>
              <a:gd name="connsiteX263" fmla="*/ 213585 w 1967341"/>
              <a:gd name="connsiteY263" fmla="*/ 350872 h 442564"/>
              <a:gd name="connsiteX264" fmla="*/ 212979 w 1967341"/>
              <a:gd name="connsiteY264" fmla="*/ 349547 h 442564"/>
              <a:gd name="connsiteX265" fmla="*/ 208657 w 1967341"/>
              <a:gd name="connsiteY265" fmla="*/ 353948 h 442564"/>
              <a:gd name="connsiteX266" fmla="*/ 208679 w 1967341"/>
              <a:gd name="connsiteY266" fmla="*/ 354240 h 442564"/>
              <a:gd name="connsiteX267" fmla="*/ 213498 w 1967341"/>
              <a:gd name="connsiteY267" fmla="*/ 358091 h 442564"/>
              <a:gd name="connsiteX268" fmla="*/ 217031 w 1967341"/>
              <a:gd name="connsiteY268" fmla="*/ 356564 h 442564"/>
              <a:gd name="connsiteX269" fmla="*/ 213324 w 1967341"/>
              <a:gd name="connsiteY269" fmla="*/ 361362 h 442564"/>
              <a:gd name="connsiteX270" fmla="*/ 212870 w 1967341"/>
              <a:gd name="connsiteY270" fmla="*/ 361401 h 442564"/>
              <a:gd name="connsiteX271" fmla="*/ 210729 w 1967341"/>
              <a:gd name="connsiteY271" fmla="*/ 359181 h 442564"/>
              <a:gd name="connsiteX272" fmla="*/ 208788 w 1967341"/>
              <a:gd name="connsiteY272" fmla="*/ 359181 h 442564"/>
              <a:gd name="connsiteX273" fmla="*/ 213367 w 1967341"/>
              <a:gd name="connsiteY273" fmla="*/ 362626 h 442564"/>
              <a:gd name="connsiteX274" fmla="*/ 213367 w 1967341"/>
              <a:gd name="connsiteY274" fmla="*/ 362692 h 442564"/>
              <a:gd name="connsiteX275" fmla="*/ 219015 w 1967341"/>
              <a:gd name="connsiteY275" fmla="*/ 355539 h 442564"/>
              <a:gd name="connsiteX276" fmla="*/ 213607 w 1967341"/>
              <a:gd name="connsiteY276" fmla="*/ 349587 h 442564"/>
              <a:gd name="connsiteX277" fmla="*/ 212979 w 1967341"/>
              <a:gd name="connsiteY277" fmla="*/ 349547 h 442564"/>
              <a:gd name="connsiteX278" fmla="*/ 240428 w 1967341"/>
              <a:gd name="connsiteY278" fmla="*/ 349521 h 442564"/>
              <a:gd name="connsiteX279" fmla="*/ 235151 w 1967341"/>
              <a:gd name="connsiteY279" fmla="*/ 356063 h 442564"/>
              <a:gd name="connsiteX280" fmla="*/ 240428 w 1967341"/>
              <a:gd name="connsiteY280" fmla="*/ 362604 h 442564"/>
              <a:gd name="connsiteX281" fmla="*/ 240428 w 1967341"/>
              <a:gd name="connsiteY281" fmla="*/ 362692 h 442564"/>
              <a:gd name="connsiteX282" fmla="*/ 245705 w 1967341"/>
              <a:gd name="connsiteY282" fmla="*/ 356063 h 442564"/>
              <a:gd name="connsiteX283" fmla="*/ 240428 w 1967341"/>
              <a:gd name="connsiteY283" fmla="*/ 349521 h 442564"/>
              <a:gd name="connsiteX284" fmla="*/ 228675 w 1967341"/>
              <a:gd name="connsiteY284" fmla="*/ 349434 h 442564"/>
              <a:gd name="connsiteX285" fmla="*/ 221632 w 1967341"/>
              <a:gd name="connsiteY285" fmla="*/ 357567 h 442564"/>
              <a:gd name="connsiteX286" fmla="*/ 221632 w 1967341"/>
              <a:gd name="connsiteY286" fmla="*/ 359137 h 442564"/>
              <a:gd name="connsiteX287" fmla="*/ 228348 w 1967341"/>
              <a:gd name="connsiteY287" fmla="*/ 359137 h 442564"/>
              <a:gd name="connsiteX288" fmla="*/ 228348 w 1967341"/>
              <a:gd name="connsiteY288" fmla="*/ 362277 h 442564"/>
              <a:gd name="connsiteX289" fmla="*/ 230288 w 1967341"/>
              <a:gd name="connsiteY289" fmla="*/ 362277 h 442564"/>
              <a:gd name="connsiteX290" fmla="*/ 230288 w 1967341"/>
              <a:gd name="connsiteY290" fmla="*/ 359137 h 442564"/>
              <a:gd name="connsiteX291" fmla="*/ 232469 w 1967341"/>
              <a:gd name="connsiteY291" fmla="*/ 359137 h 442564"/>
              <a:gd name="connsiteX292" fmla="*/ 232469 w 1967341"/>
              <a:gd name="connsiteY292" fmla="*/ 357764 h 442564"/>
              <a:gd name="connsiteX293" fmla="*/ 230288 w 1967341"/>
              <a:gd name="connsiteY293" fmla="*/ 357764 h 442564"/>
              <a:gd name="connsiteX294" fmla="*/ 230288 w 1967341"/>
              <a:gd name="connsiteY294" fmla="*/ 349434 h 442564"/>
              <a:gd name="connsiteX295" fmla="*/ 200742 w 1967341"/>
              <a:gd name="connsiteY295" fmla="*/ 349347 h 442564"/>
              <a:gd name="connsiteX296" fmla="*/ 196599 w 1967341"/>
              <a:gd name="connsiteY296" fmla="*/ 351789 h 442564"/>
              <a:gd name="connsiteX297" fmla="*/ 196599 w 1967341"/>
              <a:gd name="connsiteY297" fmla="*/ 353163 h 442564"/>
              <a:gd name="connsiteX298" fmla="*/ 200197 w 1967341"/>
              <a:gd name="connsiteY298" fmla="*/ 353163 h 442564"/>
              <a:gd name="connsiteX299" fmla="*/ 200197 w 1967341"/>
              <a:gd name="connsiteY299" fmla="*/ 362277 h 442564"/>
              <a:gd name="connsiteX300" fmla="*/ 202246 w 1967341"/>
              <a:gd name="connsiteY300" fmla="*/ 362277 h 442564"/>
              <a:gd name="connsiteX301" fmla="*/ 202246 w 1967341"/>
              <a:gd name="connsiteY301" fmla="*/ 349347 h 442564"/>
              <a:gd name="connsiteX302" fmla="*/ 94658 w 1967341"/>
              <a:gd name="connsiteY302" fmla="*/ 345617 h 442564"/>
              <a:gd name="connsiteX303" fmla="*/ 79961 w 1967341"/>
              <a:gd name="connsiteY303" fmla="*/ 361361 h 442564"/>
              <a:gd name="connsiteX304" fmla="*/ 81379 w 1967341"/>
              <a:gd name="connsiteY304" fmla="*/ 362691 h 442564"/>
              <a:gd name="connsiteX305" fmla="*/ 82796 w 1967341"/>
              <a:gd name="connsiteY305" fmla="*/ 364086 h 442564"/>
              <a:gd name="connsiteX306" fmla="*/ 93372 w 1967341"/>
              <a:gd name="connsiteY306" fmla="*/ 352726 h 442564"/>
              <a:gd name="connsiteX307" fmla="*/ 88771 w 1967341"/>
              <a:gd name="connsiteY307" fmla="*/ 369669 h 442564"/>
              <a:gd name="connsiteX308" fmla="*/ 90275 w 1967341"/>
              <a:gd name="connsiteY308" fmla="*/ 371064 h 442564"/>
              <a:gd name="connsiteX309" fmla="*/ 91780 w 1967341"/>
              <a:gd name="connsiteY309" fmla="*/ 372394 h 442564"/>
              <a:gd name="connsiteX310" fmla="*/ 106455 w 1967341"/>
              <a:gd name="connsiteY310" fmla="*/ 356629 h 442564"/>
              <a:gd name="connsiteX311" fmla="*/ 105038 w 1967341"/>
              <a:gd name="connsiteY311" fmla="*/ 355320 h 442564"/>
              <a:gd name="connsiteX312" fmla="*/ 103642 w 1967341"/>
              <a:gd name="connsiteY312" fmla="*/ 354012 h 442564"/>
              <a:gd name="connsiteX313" fmla="*/ 93328 w 1967341"/>
              <a:gd name="connsiteY313" fmla="*/ 365068 h 442564"/>
              <a:gd name="connsiteX314" fmla="*/ 97820 w 1967341"/>
              <a:gd name="connsiteY314" fmla="*/ 348583 h 442564"/>
              <a:gd name="connsiteX315" fmla="*/ 96228 w 1967341"/>
              <a:gd name="connsiteY315" fmla="*/ 347100 h 442564"/>
              <a:gd name="connsiteX316" fmla="*/ 546053 w 1967341"/>
              <a:gd name="connsiteY316" fmla="*/ 345485 h 442564"/>
              <a:gd name="connsiteX317" fmla="*/ 546130 w 1967341"/>
              <a:gd name="connsiteY317" fmla="*/ 358029 h 442564"/>
              <a:gd name="connsiteX318" fmla="*/ 558673 w 1967341"/>
              <a:gd name="connsiteY318" fmla="*/ 358029 h 442564"/>
              <a:gd name="connsiteX319" fmla="*/ 564831 w 1967341"/>
              <a:gd name="connsiteY319" fmla="*/ 356356 h 442564"/>
              <a:gd name="connsiteX320" fmla="*/ 566808 w 1967341"/>
              <a:gd name="connsiteY320" fmla="*/ 351263 h 442564"/>
              <a:gd name="connsiteX321" fmla="*/ 564679 w 1967341"/>
              <a:gd name="connsiteY321" fmla="*/ 346930 h 442564"/>
              <a:gd name="connsiteX322" fmla="*/ 558217 w 1967341"/>
              <a:gd name="connsiteY322" fmla="*/ 345485 h 442564"/>
              <a:gd name="connsiteX323" fmla="*/ 1826550 w 1967341"/>
              <a:gd name="connsiteY323" fmla="*/ 343893 h 442564"/>
              <a:gd name="connsiteX324" fmla="*/ 1816933 w 1967341"/>
              <a:gd name="connsiteY324" fmla="*/ 346205 h 442564"/>
              <a:gd name="connsiteX325" fmla="*/ 1814080 w 1967341"/>
              <a:gd name="connsiteY325" fmla="*/ 349058 h 442564"/>
              <a:gd name="connsiteX326" fmla="*/ 1810278 w 1967341"/>
              <a:gd name="connsiteY326" fmla="*/ 364262 h 442564"/>
              <a:gd name="connsiteX327" fmla="*/ 1814004 w 1967341"/>
              <a:gd name="connsiteY327" fmla="*/ 378707 h 442564"/>
              <a:gd name="connsiteX328" fmla="*/ 1832299 w 1967341"/>
              <a:gd name="connsiteY328" fmla="*/ 381393 h 442564"/>
              <a:gd name="connsiteX329" fmla="*/ 1834985 w 1967341"/>
              <a:gd name="connsiteY329" fmla="*/ 378707 h 442564"/>
              <a:gd name="connsiteX330" fmla="*/ 1834986 w 1967341"/>
              <a:gd name="connsiteY330" fmla="*/ 378707 h 442564"/>
              <a:gd name="connsiteX331" fmla="*/ 1838786 w 1967341"/>
              <a:gd name="connsiteY331" fmla="*/ 364262 h 442564"/>
              <a:gd name="connsiteX332" fmla="*/ 1834986 w 1967341"/>
              <a:gd name="connsiteY332" fmla="*/ 349058 h 442564"/>
              <a:gd name="connsiteX333" fmla="*/ 1826550 w 1967341"/>
              <a:gd name="connsiteY333" fmla="*/ 343893 h 442564"/>
              <a:gd name="connsiteX334" fmla="*/ 1719295 w 1967341"/>
              <a:gd name="connsiteY334" fmla="*/ 343889 h 442564"/>
              <a:gd name="connsiteX335" fmla="*/ 1709628 w 1967341"/>
              <a:gd name="connsiteY335" fmla="*/ 346244 h 442564"/>
              <a:gd name="connsiteX336" fmla="*/ 1706814 w 1967341"/>
              <a:gd name="connsiteY336" fmla="*/ 349059 h 442564"/>
              <a:gd name="connsiteX337" fmla="*/ 1703089 w 1967341"/>
              <a:gd name="connsiteY337" fmla="*/ 364263 h 442564"/>
              <a:gd name="connsiteX338" fmla="*/ 1706814 w 1967341"/>
              <a:gd name="connsiteY338" fmla="*/ 378707 h 442564"/>
              <a:gd name="connsiteX339" fmla="*/ 1725109 w 1967341"/>
              <a:gd name="connsiteY339" fmla="*/ 381393 h 442564"/>
              <a:gd name="connsiteX340" fmla="*/ 1727796 w 1967341"/>
              <a:gd name="connsiteY340" fmla="*/ 378707 h 442564"/>
              <a:gd name="connsiteX341" fmla="*/ 1731521 w 1967341"/>
              <a:gd name="connsiteY341" fmla="*/ 364263 h 442564"/>
              <a:gd name="connsiteX342" fmla="*/ 1727796 w 1967341"/>
              <a:gd name="connsiteY342" fmla="*/ 349059 h 442564"/>
              <a:gd name="connsiteX343" fmla="*/ 1719295 w 1967341"/>
              <a:gd name="connsiteY343" fmla="*/ 343889 h 442564"/>
              <a:gd name="connsiteX344" fmla="*/ 1322847 w 1967341"/>
              <a:gd name="connsiteY344" fmla="*/ 343889 h 442564"/>
              <a:gd name="connsiteX345" fmla="*/ 1313180 w 1967341"/>
              <a:gd name="connsiteY345" fmla="*/ 346244 h 442564"/>
              <a:gd name="connsiteX346" fmla="*/ 1310366 w 1967341"/>
              <a:gd name="connsiteY346" fmla="*/ 349059 h 442564"/>
              <a:gd name="connsiteX347" fmla="*/ 1306641 w 1967341"/>
              <a:gd name="connsiteY347" fmla="*/ 364263 h 442564"/>
              <a:gd name="connsiteX348" fmla="*/ 1310366 w 1967341"/>
              <a:gd name="connsiteY348" fmla="*/ 378707 h 442564"/>
              <a:gd name="connsiteX349" fmla="*/ 1328661 w 1967341"/>
              <a:gd name="connsiteY349" fmla="*/ 381393 h 442564"/>
              <a:gd name="connsiteX350" fmla="*/ 1331348 w 1967341"/>
              <a:gd name="connsiteY350" fmla="*/ 378707 h 442564"/>
              <a:gd name="connsiteX351" fmla="*/ 1335073 w 1967341"/>
              <a:gd name="connsiteY351" fmla="*/ 364263 h 442564"/>
              <a:gd name="connsiteX352" fmla="*/ 1331348 w 1967341"/>
              <a:gd name="connsiteY352" fmla="*/ 349059 h 442564"/>
              <a:gd name="connsiteX353" fmla="*/ 1322847 w 1967341"/>
              <a:gd name="connsiteY353" fmla="*/ 343889 h 442564"/>
              <a:gd name="connsiteX354" fmla="*/ 87702 w 1967341"/>
              <a:gd name="connsiteY354" fmla="*/ 338029 h 442564"/>
              <a:gd name="connsiteX355" fmla="*/ 71697 w 1967341"/>
              <a:gd name="connsiteY355" fmla="*/ 352442 h 442564"/>
              <a:gd name="connsiteX356" fmla="*/ 73093 w 1967341"/>
              <a:gd name="connsiteY356" fmla="*/ 353969 h 442564"/>
              <a:gd name="connsiteX357" fmla="*/ 74466 w 1967341"/>
              <a:gd name="connsiteY357" fmla="*/ 355517 h 442564"/>
              <a:gd name="connsiteX358" fmla="*/ 90472 w 1967341"/>
              <a:gd name="connsiteY358" fmla="*/ 341103 h 442564"/>
              <a:gd name="connsiteX359" fmla="*/ 89098 w 1967341"/>
              <a:gd name="connsiteY359" fmla="*/ 339555 h 442564"/>
              <a:gd name="connsiteX360" fmla="*/ 1916923 w 1967341"/>
              <a:gd name="connsiteY360" fmla="*/ 335787 h 442564"/>
              <a:gd name="connsiteX361" fmla="*/ 1923385 w 1967341"/>
              <a:gd name="connsiteY361" fmla="*/ 335787 h 442564"/>
              <a:gd name="connsiteX362" fmla="*/ 1929923 w 1967341"/>
              <a:gd name="connsiteY362" fmla="*/ 335787 h 442564"/>
              <a:gd name="connsiteX363" fmla="*/ 1940831 w 1967341"/>
              <a:gd name="connsiteY363" fmla="*/ 360405 h 442564"/>
              <a:gd name="connsiteX364" fmla="*/ 1940794 w 1967341"/>
              <a:gd name="connsiteY364" fmla="*/ 360494 h 442564"/>
              <a:gd name="connsiteX365" fmla="*/ 1940870 w 1967341"/>
              <a:gd name="connsiteY365" fmla="*/ 360494 h 442564"/>
              <a:gd name="connsiteX366" fmla="*/ 1940831 w 1967341"/>
              <a:gd name="connsiteY366" fmla="*/ 360405 h 442564"/>
              <a:gd name="connsiteX367" fmla="*/ 1951056 w 1967341"/>
              <a:gd name="connsiteY367" fmla="*/ 335787 h 442564"/>
              <a:gd name="connsiteX368" fmla="*/ 1957290 w 1967341"/>
              <a:gd name="connsiteY368" fmla="*/ 335787 h 442564"/>
              <a:gd name="connsiteX369" fmla="*/ 1963448 w 1967341"/>
              <a:gd name="connsiteY369" fmla="*/ 335787 h 442564"/>
              <a:gd name="connsiteX370" fmla="*/ 1946115 w 1967341"/>
              <a:gd name="connsiteY370" fmla="*/ 371136 h 442564"/>
              <a:gd name="connsiteX371" fmla="*/ 1946115 w 1967341"/>
              <a:gd name="connsiteY371" fmla="*/ 392803 h 442564"/>
              <a:gd name="connsiteX372" fmla="*/ 1940717 w 1967341"/>
              <a:gd name="connsiteY372" fmla="*/ 392803 h 442564"/>
              <a:gd name="connsiteX373" fmla="*/ 1935168 w 1967341"/>
              <a:gd name="connsiteY373" fmla="*/ 392803 h 442564"/>
              <a:gd name="connsiteX374" fmla="*/ 1935168 w 1967341"/>
              <a:gd name="connsiteY374" fmla="*/ 371365 h 442564"/>
              <a:gd name="connsiteX375" fmla="*/ 1754467 w 1967341"/>
              <a:gd name="connsiteY375" fmla="*/ 335787 h 442564"/>
              <a:gd name="connsiteX376" fmla="*/ 1759941 w 1967341"/>
              <a:gd name="connsiteY376" fmla="*/ 335787 h 442564"/>
              <a:gd name="connsiteX377" fmla="*/ 1765414 w 1967341"/>
              <a:gd name="connsiteY377" fmla="*/ 335787 h 442564"/>
              <a:gd name="connsiteX378" fmla="*/ 1765414 w 1967341"/>
              <a:gd name="connsiteY378" fmla="*/ 382616 h 442564"/>
              <a:gd name="connsiteX379" fmla="*/ 1791414 w 1967341"/>
              <a:gd name="connsiteY379" fmla="*/ 382616 h 442564"/>
              <a:gd name="connsiteX380" fmla="*/ 1791414 w 1967341"/>
              <a:gd name="connsiteY380" fmla="*/ 387709 h 442564"/>
              <a:gd name="connsiteX381" fmla="*/ 1791414 w 1967341"/>
              <a:gd name="connsiteY381" fmla="*/ 392726 h 442564"/>
              <a:gd name="connsiteX382" fmla="*/ 1754467 w 1967341"/>
              <a:gd name="connsiteY382" fmla="*/ 392726 h 442564"/>
              <a:gd name="connsiteX383" fmla="*/ 1638611 w 1967341"/>
              <a:gd name="connsiteY383" fmla="*/ 335787 h 442564"/>
              <a:gd name="connsiteX384" fmla="*/ 1644313 w 1967341"/>
              <a:gd name="connsiteY384" fmla="*/ 335787 h 442564"/>
              <a:gd name="connsiteX385" fmla="*/ 1650014 w 1967341"/>
              <a:gd name="connsiteY385" fmla="*/ 335787 h 442564"/>
              <a:gd name="connsiteX386" fmla="*/ 1671072 w 1967341"/>
              <a:gd name="connsiteY386" fmla="*/ 375774 h 442564"/>
              <a:gd name="connsiteX387" fmla="*/ 1671072 w 1967341"/>
              <a:gd name="connsiteY387" fmla="*/ 335787 h 442564"/>
              <a:gd name="connsiteX388" fmla="*/ 1676165 w 1967341"/>
              <a:gd name="connsiteY388" fmla="*/ 335787 h 442564"/>
              <a:gd name="connsiteX389" fmla="*/ 1681334 w 1967341"/>
              <a:gd name="connsiteY389" fmla="*/ 335787 h 442564"/>
              <a:gd name="connsiteX390" fmla="*/ 1681334 w 1967341"/>
              <a:gd name="connsiteY390" fmla="*/ 392726 h 442564"/>
              <a:gd name="connsiteX391" fmla="*/ 1675861 w 1967341"/>
              <a:gd name="connsiteY391" fmla="*/ 392726 h 442564"/>
              <a:gd name="connsiteX392" fmla="*/ 1670387 w 1967341"/>
              <a:gd name="connsiteY392" fmla="*/ 392726 h 442564"/>
              <a:gd name="connsiteX393" fmla="*/ 1648797 w 1967341"/>
              <a:gd name="connsiteY393" fmla="*/ 351675 h 442564"/>
              <a:gd name="connsiteX394" fmla="*/ 1648797 w 1967341"/>
              <a:gd name="connsiteY394" fmla="*/ 392726 h 442564"/>
              <a:gd name="connsiteX395" fmla="*/ 1643705 w 1967341"/>
              <a:gd name="connsiteY395" fmla="*/ 392726 h 442564"/>
              <a:gd name="connsiteX396" fmla="*/ 1638611 w 1967341"/>
              <a:gd name="connsiteY396" fmla="*/ 392726 h 442564"/>
              <a:gd name="connsiteX397" fmla="*/ 1583115 w 1967341"/>
              <a:gd name="connsiteY397" fmla="*/ 335787 h 442564"/>
              <a:gd name="connsiteX398" fmla="*/ 1588513 w 1967341"/>
              <a:gd name="connsiteY398" fmla="*/ 335787 h 442564"/>
              <a:gd name="connsiteX399" fmla="*/ 1593986 w 1967341"/>
              <a:gd name="connsiteY399" fmla="*/ 335787 h 442564"/>
              <a:gd name="connsiteX400" fmla="*/ 1593986 w 1967341"/>
              <a:gd name="connsiteY400" fmla="*/ 357149 h 442564"/>
              <a:gd name="connsiteX401" fmla="*/ 1614511 w 1967341"/>
              <a:gd name="connsiteY401" fmla="*/ 357149 h 442564"/>
              <a:gd name="connsiteX402" fmla="*/ 1614511 w 1967341"/>
              <a:gd name="connsiteY402" fmla="*/ 335787 h 442564"/>
              <a:gd name="connsiteX403" fmla="*/ 1619985 w 1967341"/>
              <a:gd name="connsiteY403" fmla="*/ 335787 h 442564"/>
              <a:gd name="connsiteX404" fmla="*/ 1625458 w 1967341"/>
              <a:gd name="connsiteY404" fmla="*/ 335787 h 442564"/>
              <a:gd name="connsiteX405" fmla="*/ 1625458 w 1967341"/>
              <a:gd name="connsiteY405" fmla="*/ 392726 h 442564"/>
              <a:gd name="connsiteX406" fmla="*/ 1619985 w 1967341"/>
              <a:gd name="connsiteY406" fmla="*/ 392726 h 442564"/>
              <a:gd name="connsiteX407" fmla="*/ 1614511 w 1967341"/>
              <a:gd name="connsiteY407" fmla="*/ 392726 h 442564"/>
              <a:gd name="connsiteX408" fmla="*/ 1614511 w 1967341"/>
              <a:gd name="connsiteY408" fmla="*/ 366956 h 442564"/>
              <a:gd name="connsiteX409" fmla="*/ 1593986 w 1967341"/>
              <a:gd name="connsiteY409" fmla="*/ 366956 h 442564"/>
              <a:gd name="connsiteX410" fmla="*/ 1593986 w 1967341"/>
              <a:gd name="connsiteY410" fmla="*/ 392726 h 442564"/>
              <a:gd name="connsiteX411" fmla="*/ 1588588 w 1967341"/>
              <a:gd name="connsiteY411" fmla="*/ 392726 h 442564"/>
              <a:gd name="connsiteX412" fmla="*/ 1583115 w 1967341"/>
              <a:gd name="connsiteY412" fmla="*/ 392726 h 442564"/>
              <a:gd name="connsiteX413" fmla="*/ 1476231 w 1967341"/>
              <a:gd name="connsiteY413" fmla="*/ 335787 h 442564"/>
              <a:gd name="connsiteX414" fmla="*/ 1514773 w 1967341"/>
              <a:gd name="connsiteY414" fmla="*/ 335787 h 442564"/>
              <a:gd name="connsiteX415" fmla="*/ 1514773 w 1967341"/>
              <a:gd name="connsiteY415" fmla="*/ 340804 h 442564"/>
              <a:gd name="connsiteX416" fmla="*/ 1514773 w 1967341"/>
              <a:gd name="connsiteY416" fmla="*/ 345898 h 442564"/>
              <a:gd name="connsiteX417" fmla="*/ 1487178 w 1967341"/>
              <a:gd name="connsiteY417" fmla="*/ 345898 h 442564"/>
              <a:gd name="connsiteX418" fmla="*/ 1487178 w 1967341"/>
              <a:gd name="connsiteY418" fmla="*/ 357985 h 442564"/>
              <a:gd name="connsiteX419" fmla="*/ 1512797 w 1967341"/>
              <a:gd name="connsiteY419" fmla="*/ 357985 h 442564"/>
              <a:gd name="connsiteX420" fmla="*/ 1512797 w 1967341"/>
              <a:gd name="connsiteY420" fmla="*/ 362850 h 442564"/>
              <a:gd name="connsiteX421" fmla="*/ 1512797 w 1967341"/>
              <a:gd name="connsiteY421" fmla="*/ 367791 h 442564"/>
              <a:gd name="connsiteX422" fmla="*/ 1487178 w 1967341"/>
              <a:gd name="connsiteY422" fmla="*/ 367791 h 442564"/>
              <a:gd name="connsiteX423" fmla="*/ 1487178 w 1967341"/>
              <a:gd name="connsiteY423" fmla="*/ 382616 h 442564"/>
              <a:gd name="connsiteX424" fmla="*/ 1515990 w 1967341"/>
              <a:gd name="connsiteY424" fmla="*/ 382616 h 442564"/>
              <a:gd name="connsiteX425" fmla="*/ 1515990 w 1967341"/>
              <a:gd name="connsiteY425" fmla="*/ 387709 h 442564"/>
              <a:gd name="connsiteX426" fmla="*/ 1515990 w 1967341"/>
              <a:gd name="connsiteY426" fmla="*/ 392726 h 442564"/>
              <a:gd name="connsiteX427" fmla="*/ 1476231 w 1967341"/>
              <a:gd name="connsiteY427" fmla="*/ 392726 h 442564"/>
              <a:gd name="connsiteX428" fmla="*/ 1424156 w 1967341"/>
              <a:gd name="connsiteY428" fmla="*/ 335787 h 442564"/>
              <a:gd name="connsiteX429" fmla="*/ 1466804 w 1967341"/>
              <a:gd name="connsiteY429" fmla="*/ 335787 h 442564"/>
              <a:gd name="connsiteX430" fmla="*/ 1466804 w 1967341"/>
              <a:gd name="connsiteY430" fmla="*/ 340804 h 442564"/>
              <a:gd name="connsiteX431" fmla="*/ 1466804 w 1967341"/>
              <a:gd name="connsiteY431" fmla="*/ 345898 h 442564"/>
              <a:gd name="connsiteX432" fmla="*/ 1450916 w 1967341"/>
              <a:gd name="connsiteY432" fmla="*/ 345898 h 442564"/>
              <a:gd name="connsiteX433" fmla="*/ 1450916 w 1967341"/>
              <a:gd name="connsiteY433" fmla="*/ 392726 h 442564"/>
              <a:gd name="connsiteX434" fmla="*/ 1445518 w 1967341"/>
              <a:gd name="connsiteY434" fmla="*/ 392726 h 442564"/>
              <a:gd name="connsiteX435" fmla="*/ 1440044 w 1967341"/>
              <a:gd name="connsiteY435" fmla="*/ 392726 h 442564"/>
              <a:gd name="connsiteX436" fmla="*/ 1440044 w 1967341"/>
              <a:gd name="connsiteY436" fmla="*/ 345898 h 442564"/>
              <a:gd name="connsiteX437" fmla="*/ 1424156 w 1967341"/>
              <a:gd name="connsiteY437" fmla="*/ 345898 h 442564"/>
              <a:gd name="connsiteX438" fmla="*/ 1424156 w 1967341"/>
              <a:gd name="connsiteY438" fmla="*/ 340881 h 442564"/>
              <a:gd name="connsiteX439" fmla="*/ 1358018 w 1967341"/>
              <a:gd name="connsiteY439" fmla="*/ 335787 h 442564"/>
              <a:gd name="connsiteX440" fmla="*/ 1395268 w 1967341"/>
              <a:gd name="connsiteY440" fmla="*/ 335787 h 442564"/>
              <a:gd name="connsiteX441" fmla="*/ 1395268 w 1967341"/>
              <a:gd name="connsiteY441" fmla="*/ 340804 h 442564"/>
              <a:gd name="connsiteX442" fmla="*/ 1395268 w 1967341"/>
              <a:gd name="connsiteY442" fmla="*/ 345898 h 442564"/>
              <a:gd name="connsiteX443" fmla="*/ 1368965 w 1967341"/>
              <a:gd name="connsiteY443" fmla="*/ 345898 h 442564"/>
              <a:gd name="connsiteX444" fmla="*/ 1368965 w 1967341"/>
              <a:gd name="connsiteY444" fmla="*/ 358821 h 442564"/>
              <a:gd name="connsiteX445" fmla="*/ 1391924 w 1967341"/>
              <a:gd name="connsiteY445" fmla="*/ 358821 h 442564"/>
              <a:gd name="connsiteX446" fmla="*/ 1391924 w 1967341"/>
              <a:gd name="connsiteY446" fmla="*/ 363763 h 442564"/>
              <a:gd name="connsiteX447" fmla="*/ 1391924 w 1967341"/>
              <a:gd name="connsiteY447" fmla="*/ 368628 h 442564"/>
              <a:gd name="connsiteX448" fmla="*/ 1368965 w 1967341"/>
              <a:gd name="connsiteY448" fmla="*/ 368628 h 442564"/>
              <a:gd name="connsiteX449" fmla="*/ 1368965 w 1967341"/>
              <a:gd name="connsiteY449" fmla="*/ 392726 h 442564"/>
              <a:gd name="connsiteX450" fmla="*/ 1363492 w 1967341"/>
              <a:gd name="connsiteY450" fmla="*/ 392726 h 442564"/>
              <a:gd name="connsiteX451" fmla="*/ 1358018 w 1967341"/>
              <a:gd name="connsiteY451" fmla="*/ 392726 h 442564"/>
              <a:gd name="connsiteX452" fmla="*/ 1223462 w 1967341"/>
              <a:gd name="connsiteY452" fmla="*/ 335787 h 442564"/>
              <a:gd name="connsiteX453" fmla="*/ 1262081 w 1967341"/>
              <a:gd name="connsiteY453" fmla="*/ 335787 h 442564"/>
              <a:gd name="connsiteX454" fmla="*/ 1262081 w 1967341"/>
              <a:gd name="connsiteY454" fmla="*/ 340804 h 442564"/>
              <a:gd name="connsiteX455" fmla="*/ 1262081 w 1967341"/>
              <a:gd name="connsiteY455" fmla="*/ 345898 h 442564"/>
              <a:gd name="connsiteX456" fmla="*/ 1234409 w 1967341"/>
              <a:gd name="connsiteY456" fmla="*/ 345898 h 442564"/>
              <a:gd name="connsiteX457" fmla="*/ 1234409 w 1967341"/>
              <a:gd name="connsiteY457" fmla="*/ 357985 h 442564"/>
              <a:gd name="connsiteX458" fmla="*/ 1260028 w 1967341"/>
              <a:gd name="connsiteY458" fmla="*/ 357985 h 442564"/>
              <a:gd name="connsiteX459" fmla="*/ 1260028 w 1967341"/>
              <a:gd name="connsiteY459" fmla="*/ 362850 h 442564"/>
              <a:gd name="connsiteX460" fmla="*/ 1260028 w 1967341"/>
              <a:gd name="connsiteY460" fmla="*/ 367791 h 442564"/>
              <a:gd name="connsiteX461" fmla="*/ 1234409 w 1967341"/>
              <a:gd name="connsiteY461" fmla="*/ 367791 h 442564"/>
              <a:gd name="connsiteX462" fmla="*/ 1234409 w 1967341"/>
              <a:gd name="connsiteY462" fmla="*/ 382616 h 442564"/>
              <a:gd name="connsiteX463" fmla="*/ 1263297 w 1967341"/>
              <a:gd name="connsiteY463" fmla="*/ 382616 h 442564"/>
              <a:gd name="connsiteX464" fmla="*/ 1263297 w 1967341"/>
              <a:gd name="connsiteY464" fmla="*/ 387709 h 442564"/>
              <a:gd name="connsiteX465" fmla="*/ 1263297 w 1967341"/>
              <a:gd name="connsiteY465" fmla="*/ 392726 h 442564"/>
              <a:gd name="connsiteX466" fmla="*/ 1223462 w 1967341"/>
              <a:gd name="connsiteY466" fmla="*/ 392726 h 442564"/>
              <a:gd name="connsiteX467" fmla="*/ 1171463 w 1967341"/>
              <a:gd name="connsiteY467" fmla="*/ 335787 h 442564"/>
              <a:gd name="connsiteX468" fmla="*/ 1214035 w 1967341"/>
              <a:gd name="connsiteY468" fmla="*/ 335787 h 442564"/>
              <a:gd name="connsiteX469" fmla="*/ 1214035 w 1967341"/>
              <a:gd name="connsiteY469" fmla="*/ 340804 h 442564"/>
              <a:gd name="connsiteX470" fmla="*/ 1214035 w 1967341"/>
              <a:gd name="connsiteY470" fmla="*/ 345898 h 442564"/>
              <a:gd name="connsiteX471" fmla="*/ 1198222 w 1967341"/>
              <a:gd name="connsiteY471" fmla="*/ 345898 h 442564"/>
              <a:gd name="connsiteX472" fmla="*/ 1198222 w 1967341"/>
              <a:gd name="connsiteY472" fmla="*/ 392726 h 442564"/>
              <a:gd name="connsiteX473" fmla="*/ 1192749 w 1967341"/>
              <a:gd name="connsiteY473" fmla="*/ 392726 h 442564"/>
              <a:gd name="connsiteX474" fmla="*/ 1187275 w 1967341"/>
              <a:gd name="connsiteY474" fmla="*/ 392726 h 442564"/>
              <a:gd name="connsiteX475" fmla="*/ 1187275 w 1967341"/>
              <a:gd name="connsiteY475" fmla="*/ 345898 h 442564"/>
              <a:gd name="connsiteX476" fmla="*/ 1171463 w 1967341"/>
              <a:gd name="connsiteY476" fmla="*/ 345898 h 442564"/>
              <a:gd name="connsiteX477" fmla="*/ 1171463 w 1967341"/>
              <a:gd name="connsiteY477" fmla="*/ 340881 h 442564"/>
              <a:gd name="connsiteX478" fmla="*/ 1068303 w 1967341"/>
              <a:gd name="connsiteY478" fmla="*/ 335787 h 442564"/>
              <a:gd name="connsiteX479" fmla="*/ 1110875 w 1967341"/>
              <a:gd name="connsiteY479" fmla="*/ 335787 h 442564"/>
              <a:gd name="connsiteX480" fmla="*/ 1110875 w 1967341"/>
              <a:gd name="connsiteY480" fmla="*/ 340804 h 442564"/>
              <a:gd name="connsiteX481" fmla="*/ 1110875 w 1967341"/>
              <a:gd name="connsiteY481" fmla="*/ 345898 h 442564"/>
              <a:gd name="connsiteX482" fmla="*/ 1095063 w 1967341"/>
              <a:gd name="connsiteY482" fmla="*/ 345898 h 442564"/>
              <a:gd name="connsiteX483" fmla="*/ 1095063 w 1967341"/>
              <a:gd name="connsiteY483" fmla="*/ 392726 h 442564"/>
              <a:gd name="connsiteX484" fmla="*/ 1089589 w 1967341"/>
              <a:gd name="connsiteY484" fmla="*/ 392726 h 442564"/>
              <a:gd name="connsiteX485" fmla="*/ 1084115 w 1967341"/>
              <a:gd name="connsiteY485" fmla="*/ 392726 h 442564"/>
              <a:gd name="connsiteX486" fmla="*/ 1084115 w 1967341"/>
              <a:gd name="connsiteY486" fmla="*/ 345898 h 442564"/>
              <a:gd name="connsiteX487" fmla="*/ 1068303 w 1967341"/>
              <a:gd name="connsiteY487" fmla="*/ 345898 h 442564"/>
              <a:gd name="connsiteX488" fmla="*/ 1068303 w 1967341"/>
              <a:gd name="connsiteY488" fmla="*/ 340881 h 442564"/>
              <a:gd name="connsiteX489" fmla="*/ 1048690 w 1967341"/>
              <a:gd name="connsiteY489" fmla="*/ 335787 h 442564"/>
              <a:gd name="connsiteX490" fmla="*/ 1054163 w 1967341"/>
              <a:gd name="connsiteY490" fmla="*/ 335787 h 442564"/>
              <a:gd name="connsiteX491" fmla="*/ 1059637 w 1967341"/>
              <a:gd name="connsiteY491" fmla="*/ 335787 h 442564"/>
              <a:gd name="connsiteX492" fmla="*/ 1059637 w 1967341"/>
              <a:gd name="connsiteY492" fmla="*/ 392726 h 442564"/>
              <a:gd name="connsiteX493" fmla="*/ 1054239 w 1967341"/>
              <a:gd name="connsiteY493" fmla="*/ 392726 h 442564"/>
              <a:gd name="connsiteX494" fmla="*/ 1048690 w 1967341"/>
              <a:gd name="connsiteY494" fmla="*/ 392726 h 442564"/>
              <a:gd name="connsiteX495" fmla="*/ 997604 w 1967341"/>
              <a:gd name="connsiteY495" fmla="*/ 335787 h 442564"/>
              <a:gd name="connsiteX496" fmla="*/ 1040176 w 1967341"/>
              <a:gd name="connsiteY496" fmla="*/ 335787 h 442564"/>
              <a:gd name="connsiteX497" fmla="*/ 1040176 w 1967341"/>
              <a:gd name="connsiteY497" fmla="*/ 340804 h 442564"/>
              <a:gd name="connsiteX498" fmla="*/ 1040176 w 1967341"/>
              <a:gd name="connsiteY498" fmla="*/ 345898 h 442564"/>
              <a:gd name="connsiteX499" fmla="*/ 1024364 w 1967341"/>
              <a:gd name="connsiteY499" fmla="*/ 345898 h 442564"/>
              <a:gd name="connsiteX500" fmla="*/ 1024364 w 1967341"/>
              <a:gd name="connsiteY500" fmla="*/ 392726 h 442564"/>
              <a:gd name="connsiteX501" fmla="*/ 1018890 w 1967341"/>
              <a:gd name="connsiteY501" fmla="*/ 392726 h 442564"/>
              <a:gd name="connsiteX502" fmla="*/ 1013416 w 1967341"/>
              <a:gd name="connsiteY502" fmla="*/ 392726 h 442564"/>
              <a:gd name="connsiteX503" fmla="*/ 1013416 w 1967341"/>
              <a:gd name="connsiteY503" fmla="*/ 345898 h 442564"/>
              <a:gd name="connsiteX504" fmla="*/ 997604 w 1967341"/>
              <a:gd name="connsiteY504" fmla="*/ 345898 h 442564"/>
              <a:gd name="connsiteX505" fmla="*/ 997604 w 1967341"/>
              <a:gd name="connsiteY505" fmla="*/ 340881 h 442564"/>
              <a:gd name="connsiteX506" fmla="*/ 894291 w 1967341"/>
              <a:gd name="connsiteY506" fmla="*/ 335787 h 442564"/>
              <a:gd name="connsiteX507" fmla="*/ 900069 w 1967341"/>
              <a:gd name="connsiteY507" fmla="*/ 335787 h 442564"/>
              <a:gd name="connsiteX508" fmla="*/ 905770 w 1967341"/>
              <a:gd name="connsiteY508" fmla="*/ 335787 h 442564"/>
              <a:gd name="connsiteX509" fmla="*/ 926828 w 1967341"/>
              <a:gd name="connsiteY509" fmla="*/ 375774 h 442564"/>
              <a:gd name="connsiteX510" fmla="*/ 926828 w 1967341"/>
              <a:gd name="connsiteY510" fmla="*/ 335787 h 442564"/>
              <a:gd name="connsiteX511" fmla="*/ 931921 w 1967341"/>
              <a:gd name="connsiteY511" fmla="*/ 335787 h 442564"/>
              <a:gd name="connsiteX512" fmla="*/ 937091 w 1967341"/>
              <a:gd name="connsiteY512" fmla="*/ 335787 h 442564"/>
              <a:gd name="connsiteX513" fmla="*/ 937091 w 1967341"/>
              <a:gd name="connsiteY513" fmla="*/ 392726 h 442564"/>
              <a:gd name="connsiteX514" fmla="*/ 931617 w 1967341"/>
              <a:gd name="connsiteY514" fmla="*/ 392726 h 442564"/>
              <a:gd name="connsiteX515" fmla="*/ 926144 w 1967341"/>
              <a:gd name="connsiteY515" fmla="*/ 392726 h 442564"/>
              <a:gd name="connsiteX516" fmla="*/ 904554 w 1967341"/>
              <a:gd name="connsiteY516" fmla="*/ 351675 h 442564"/>
              <a:gd name="connsiteX517" fmla="*/ 904554 w 1967341"/>
              <a:gd name="connsiteY517" fmla="*/ 392726 h 442564"/>
              <a:gd name="connsiteX518" fmla="*/ 899460 w 1967341"/>
              <a:gd name="connsiteY518" fmla="*/ 392726 h 442564"/>
              <a:gd name="connsiteX519" fmla="*/ 894291 w 1967341"/>
              <a:gd name="connsiteY519" fmla="*/ 392726 h 442564"/>
              <a:gd name="connsiteX520" fmla="*/ 870801 w 1967341"/>
              <a:gd name="connsiteY520" fmla="*/ 335787 h 442564"/>
              <a:gd name="connsiteX521" fmla="*/ 876199 w 1967341"/>
              <a:gd name="connsiteY521" fmla="*/ 335787 h 442564"/>
              <a:gd name="connsiteX522" fmla="*/ 881748 w 1967341"/>
              <a:gd name="connsiteY522" fmla="*/ 335787 h 442564"/>
              <a:gd name="connsiteX523" fmla="*/ 881748 w 1967341"/>
              <a:gd name="connsiteY523" fmla="*/ 392726 h 442564"/>
              <a:gd name="connsiteX524" fmla="*/ 876274 w 1967341"/>
              <a:gd name="connsiteY524" fmla="*/ 392726 h 442564"/>
              <a:gd name="connsiteX525" fmla="*/ 870801 w 1967341"/>
              <a:gd name="connsiteY525" fmla="*/ 392726 h 442564"/>
              <a:gd name="connsiteX526" fmla="*/ 732595 w 1967341"/>
              <a:gd name="connsiteY526" fmla="*/ 335787 h 442564"/>
              <a:gd name="connsiteX527" fmla="*/ 738297 w 1967341"/>
              <a:gd name="connsiteY527" fmla="*/ 335787 h 442564"/>
              <a:gd name="connsiteX528" fmla="*/ 744074 w 1967341"/>
              <a:gd name="connsiteY528" fmla="*/ 335787 h 442564"/>
              <a:gd name="connsiteX529" fmla="*/ 765056 w 1967341"/>
              <a:gd name="connsiteY529" fmla="*/ 375774 h 442564"/>
              <a:gd name="connsiteX530" fmla="*/ 765056 w 1967341"/>
              <a:gd name="connsiteY530" fmla="*/ 335787 h 442564"/>
              <a:gd name="connsiteX531" fmla="*/ 770149 w 1967341"/>
              <a:gd name="connsiteY531" fmla="*/ 335787 h 442564"/>
              <a:gd name="connsiteX532" fmla="*/ 775318 w 1967341"/>
              <a:gd name="connsiteY532" fmla="*/ 335787 h 442564"/>
              <a:gd name="connsiteX533" fmla="*/ 775318 w 1967341"/>
              <a:gd name="connsiteY533" fmla="*/ 392726 h 442564"/>
              <a:gd name="connsiteX534" fmla="*/ 769845 w 1967341"/>
              <a:gd name="connsiteY534" fmla="*/ 392726 h 442564"/>
              <a:gd name="connsiteX535" fmla="*/ 764372 w 1967341"/>
              <a:gd name="connsiteY535" fmla="*/ 392726 h 442564"/>
              <a:gd name="connsiteX536" fmla="*/ 742781 w 1967341"/>
              <a:gd name="connsiteY536" fmla="*/ 351675 h 442564"/>
              <a:gd name="connsiteX537" fmla="*/ 742781 w 1967341"/>
              <a:gd name="connsiteY537" fmla="*/ 392726 h 442564"/>
              <a:gd name="connsiteX538" fmla="*/ 737689 w 1967341"/>
              <a:gd name="connsiteY538" fmla="*/ 392726 h 442564"/>
              <a:gd name="connsiteX539" fmla="*/ 732595 w 1967341"/>
              <a:gd name="connsiteY539" fmla="*/ 392726 h 442564"/>
              <a:gd name="connsiteX540" fmla="*/ 709029 w 1967341"/>
              <a:gd name="connsiteY540" fmla="*/ 335787 h 442564"/>
              <a:gd name="connsiteX541" fmla="*/ 714502 w 1967341"/>
              <a:gd name="connsiteY541" fmla="*/ 335787 h 442564"/>
              <a:gd name="connsiteX542" fmla="*/ 719976 w 1967341"/>
              <a:gd name="connsiteY542" fmla="*/ 335787 h 442564"/>
              <a:gd name="connsiteX543" fmla="*/ 719976 w 1967341"/>
              <a:gd name="connsiteY543" fmla="*/ 392726 h 442564"/>
              <a:gd name="connsiteX544" fmla="*/ 714502 w 1967341"/>
              <a:gd name="connsiteY544" fmla="*/ 392726 h 442564"/>
              <a:gd name="connsiteX545" fmla="*/ 709029 w 1967341"/>
              <a:gd name="connsiteY545" fmla="*/ 392726 h 442564"/>
              <a:gd name="connsiteX546" fmla="*/ 642282 w 1967341"/>
              <a:gd name="connsiteY546" fmla="*/ 335787 h 442564"/>
              <a:gd name="connsiteX547" fmla="*/ 647755 w 1967341"/>
              <a:gd name="connsiteY547" fmla="*/ 335787 h 442564"/>
              <a:gd name="connsiteX548" fmla="*/ 653229 w 1967341"/>
              <a:gd name="connsiteY548" fmla="*/ 335787 h 442564"/>
              <a:gd name="connsiteX549" fmla="*/ 653229 w 1967341"/>
              <a:gd name="connsiteY549" fmla="*/ 392726 h 442564"/>
              <a:gd name="connsiteX550" fmla="*/ 647831 w 1967341"/>
              <a:gd name="connsiteY550" fmla="*/ 392726 h 442564"/>
              <a:gd name="connsiteX551" fmla="*/ 642282 w 1967341"/>
              <a:gd name="connsiteY551" fmla="*/ 392726 h 442564"/>
              <a:gd name="connsiteX552" fmla="*/ 591576 w 1967341"/>
              <a:gd name="connsiteY552" fmla="*/ 335787 h 442564"/>
              <a:gd name="connsiteX553" fmla="*/ 630118 w 1967341"/>
              <a:gd name="connsiteY553" fmla="*/ 335787 h 442564"/>
              <a:gd name="connsiteX554" fmla="*/ 630118 w 1967341"/>
              <a:gd name="connsiteY554" fmla="*/ 340804 h 442564"/>
              <a:gd name="connsiteX555" fmla="*/ 630118 w 1967341"/>
              <a:gd name="connsiteY555" fmla="*/ 345898 h 442564"/>
              <a:gd name="connsiteX556" fmla="*/ 602523 w 1967341"/>
              <a:gd name="connsiteY556" fmla="*/ 345898 h 442564"/>
              <a:gd name="connsiteX557" fmla="*/ 602523 w 1967341"/>
              <a:gd name="connsiteY557" fmla="*/ 357985 h 442564"/>
              <a:gd name="connsiteX558" fmla="*/ 628142 w 1967341"/>
              <a:gd name="connsiteY558" fmla="*/ 357985 h 442564"/>
              <a:gd name="connsiteX559" fmla="*/ 628142 w 1967341"/>
              <a:gd name="connsiteY559" fmla="*/ 362850 h 442564"/>
              <a:gd name="connsiteX560" fmla="*/ 628142 w 1967341"/>
              <a:gd name="connsiteY560" fmla="*/ 367791 h 442564"/>
              <a:gd name="connsiteX561" fmla="*/ 602523 w 1967341"/>
              <a:gd name="connsiteY561" fmla="*/ 367791 h 442564"/>
              <a:gd name="connsiteX562" fmla="*/ 602523 w 1967341"/>
              <a:gd name="connsiteY562" fmla="*/ 382616 h 442564"/>
              <a:gd name="connsiteX563" fmla="*/ 631335 w 1967341"/>
              <a:gd name="connsiteY563" fmla="*/ 382616 h 442564"/>
              <a:gd name="connsiteX564" fmla="*/ 631335 w 1967341"/>
              <a:gd name="connsiteY564" fmla="*/ 387709 h 442564"/>
              <a:gd name="connsiteX565" fmla="*/ 631335 w 1967341"/>
              <a:gd name="connsiteY565" fmla="*/ 392726 h 442564"/>
              <a:gd name="connsiteX566" fmla="*/ 591576 w 1967341"/>
              <a:gd name="connsiteY566" fmla="*/ 392726 h 442564"/>
              <a:gd name="connsiteX567" fmla="*/ 535639 w 1967341"/>
              <a:gd name="connsiteY567" fmla="*/ 335679 h 442564"/>
              <a:gd name="connsiteX568" fmla="*/ 561258 w 1967341"/>
              <a:gd name="connsiteY568" fmla="*/ 335679 h 442564"/>
              <a:gd name="connsiteX569" fmla="*/ 573117 w 1967341"/>
              <a:gd name="connsiteY569" fmla="*/ 339479 h 442564"/>
              <a:gd name="connsiteX570" fmla="*/ 577451 w 1967341"/>
              <a:gd name="connsiteY570" fmla="*/ 350122 h 442564"/>
              <a:gd name="connsiteX571" fmla="*/ 572585 w 1967341"/>
              <a:gd name="connsiteY571" fmla="*/ 360841 h 442564"/>
              <a:gd name="connsiteX572" fmla="*/ 570837 w 1967341"/>
              <a:gd name="connsiteY572" fmla="*/ 361982 h 442564"/>
              <a:gd name="connsiteX573" fmla="*/ 574182 w 1967341"/>
              <a:gd name="connsiteY573" fmla="*/ 363882 h 442564"/>
              <a:gd name="connsiteX574" fmla="*/ 579199 w 1967341"/>
              <a:gd name="connsiteY574" fmla="*/ 374829 h 442564"/>
              <a:gd name="connsiteX575" fmla="*/ 574182 w 1967341"/>
              <a:gd name="connsiteY575" fmla="*/ 388057 h 442564"/>
              <a:gd name="connsiteX576" fmla="*/ 559662 w 1967341"/>
              <a:gd name="connsiteY576" fmla="*/ 392618 h 442564"/>
              <a:gd name="connsiteX577" fmla="*/ 535867 w 1967341"/>
              <a:gd name="connsiteY577" fmla="*/ 392618 h 442564"/>
              <a:gd name="connsiteX578" fmla="*/ 685019 w 1967341"/>
              <a:gd name="connsiteY578" fmla="*/ 335678 h 442564"/>
              <a:gd name="connsiteX579" fmla="*/ 695891 w 1967341"/>
              <a:gd name="connsiteY579" fmla="*/ 335678 h 442564"/>
              <a:gd name="connsiteX580" fmla="*/ 695891 w 1967341"/>
              <a:gd name="connsiteY580" fmla="*/ 376654 h 442564"/>
              <a:gd name="connsiteX581" fmla="*/ 691633 w 1967341"/>
              <a:gd name="connsiteY581" fmla="*/ 389730 h 442564"/>
              <a:gd name="connsiteX582" fmla="*/ 679014 w 1967341"/>
              <a:gd name="connsiteY582" fmla="*/ 394215 h 442564"/>
              <a:gd name="connsiteX583" fmla="*/ 666015 w 1967341"/>
              <a:gd name="connsiteY583" fmla="*/ 389273 h 442564"/>
              <a:gd name="connsiteX584" fmla="*/ 662137 w 1967341"/>
              <a:gd name="connsiteY584" fmla="*/ 374069 h 442564"/>
              <a:gd name="connsiteX585" fmla="*/ 662137 w 1967341"/>
              <a:gd name="connsiteY585" fmla="*/ 371105 h 442564"/>
              <a:gd name="connsiteX586" fmla="*/ 672552 w 1967341"/>
              <a:gd name="connsiteY586" fmla="*/ 371105 h 442564"/>
              <a:gd name="connsiteX587" fmla="*/ 672552 w 1967341"/>
              <a:gd name="connsiteY587" fmla="*/ 374525 h 442564"/>
              <a:gd name="connsiteX588" fmla="*/ 673997 w 1967341"/>
              <a:gd name="connsiteY588" fmla="*/ 382127 h 442564"/>
              <a:gd name="connsiteX589" fmla="*/ 678938 w 1967341"/>
              <a:gd name="connsiteY589" fmla="*/ 384636 h 442564"/>
              <a:gd name="connsiteX590" fmla="*/ 683575 w 1967341"/>
              <a:gd name="connsiteY590" fmla="*/ 382811 h 442564"/>
              <a:gd name="connsiteX591" fmla="*/ 685019 w 1967341"/>
              <a:gd name="connsiteY591" fmla="*/ 376882 h 442564"/>
              <a:gd name="connsiteX592" fmla="*/ 1119478 w 1967341"/>
              <a:gd name="connsiteY592" fmla="*/ 335602 h 442564"/>
              <a:gd name="connsiteX593" fmla="*/ 1130425 w 1967341"/>
              <a:gd name="connsiteY593" fmla="*/ 335602 h 442564"/>
              <a:gd name="connsiteX594" fmla="*/ 1130425 w 1967341"/>
              <a:gd name="connsiteY594" fmla="*/ 371484 h 442564"/>
              <a:gd name="connsiteX595" fmla="*/ 1133009 w 1967341"/>
              <a:gd name="connsiteY595" fmla="*/ 380682 h 442564"/>
              <a:gd name="connsiteX596" fmla="*/ 1140611 w 1967341"/>
              <a:gd name="connsiteY596" fmla="*/ 383723 h 442564"/>
              <a:gd name="connsiteX597" fmla="*/ 1148213 w 1967341"/>
              <a:gd name="connsiteY597" fmla="*/ 380911 h 442564"/>
              <a:gd name="connsiteX598" fmla="*/ 1150570 w 1967341"/>
              <a:gd name="connsiteY598" fmla="*/ 371484 h 442564"/>
              <a:gd name="connsiteX599" fmla="*/ 1150570 w 1967341"/>
              <a:gd name="connsiteY599" fmla="*/ 335602 h 442564"/>
              <a:gd name="connsiteX600" fmla="*/ 1161821 w 1967341"/>
              <a:gd name="connsiteY600" fmla="*/ 335602 h 442564"/>
              <a:gd name="connsiteX601" fmla="*/ 1161821 w 1967341"/>
              <a:gd name="connsiteY601" fmla="*/ 371104 h 442564"/>
              <a:gd name="connsiteX602" fmla="*/ 1156879 w 1967341"/>
              <a:gd name="connsiteY602" fmla="*/ 388741 h 442564"/>
              <a:gd name="connsiteX603" fmla="*/ 1140687 w 1967341"/>
              <a:gd name="connsiteY603" fmla="*/ 394138 h 442564"/>
              <a:gd name="connsiteX604" fmla="*/ 1124723 w 1967341"/>
              <a:gd name="connsiteY604" fmla="*/ 388513 h 442564"/>
              <a:gd name="connsiteX605" fmla="*/ 1119478 w 1967341"/>
              <a:gd name="connsiteY605" fmla="*/ 371104 h 442564"/>
              <a:gd name="connsiteX606" fmla="*/ 1823162 w 1967341"/>
              <a:gd name="connsiteY606" fmla="*/ 334348 h 442564"/>
              <a:gd name="connsiteX607" fmla="*/ 1840953 w 1967341"/>
              <a:gd name="connsiteY607" fmla="*/ 340581 h 442564"/>
              <a:gd name="connsiteX608" fmla="*/ 1842892 w 1967341"/>
              <a:gd name="connsiteY608" fmla="*/ 342521 h 442564"/>
              <a:gd name="connsiteX609" fmla="*/ 1849734 w 1967341"/>
              <a:gd name="connsiteY609" fmla="*/ 364643 h 442564"/>
              <a:gd name="connsiteX610" fmla="*/ 1842892 w 1967341"/>
              <a:gd name="connsiteY610" fmla="*/ 386309 h 442564"/>
              <a:gd name="connsiteX611" fmla="*/ 1807660 w 1967341"/>
              <a:gd name="connsiteY611" fmla="*/ 387795 h 442564"/>
              <a:gd name="connsiteX612" fmla="*/ 1806174 w 1967341"/>
              <a:gd name="connsiteY612" fmla="*/ 386309 h 442564"/>
              <a:gd name="connsiteX613" fmla="*/ 1799332 w 1967341"/>
              <a:gd name="connsiteY613" fmla="*/ 364643 h 442564"/>
              <a:gd name="connsiteX614" fmla="*/ 1806174 w 1967341"/>
              <a:gd name="connsiteY614" fmla="*/ 342521 h 442564"/>
              <a:gd name="connsiteX615" fmla="*/ 1823162 w 1967341"/>
              <a:gd name="connsiteY615" fmla="*/ 334348 h 442564"/>
              <a:gd name="connsiteX616" fmla="*/ 1715958 w 1967341"/>
              <a:gd name="connsiteY616" fmla="*/ 334342 h 442564"/>
              <a:gd name="connsiteX617" fmla="*/ 1733797 w 1967341"/>
              <a:gd name="connsiteY617" fmla="*/ 340615 h 442564"/>
              <a:gd name="connsiteX618" fmla="*/ 1735702 w 1967341"/>
              <a:gd name="connsiteY618" fmla="*/ 342520 h 442564"/>
              <a:gd name="connsiteX619" fmla="*/ 1742468 w 1967341"/>
              <a:gd name="connsiteY619" fmla="*/ 364643 h 442564"/>
              <a:gd name="connsiteX620" fmla="*/ 1735702 w 1967341"/>
              <a:gd name="connsiteY620" fmla="*/ 386309 h 442564"/>
              <a:gd name="connsiteX621" fmla="*/ 1700362 w 1967341"/>
              <a:gd name="connsiteY621" fmla="*/ 387762 h 442564"/>
              <a:gd name="connsiteX622" fmla="*/ 1698908 w 1967341"/>
              <a:gd name="connsiteY622" fmla="*/ 386309 h 442564"/>
              <a:gd name="connsiteX623" fmla="*/ 1692142 w 1967341"/>
              <a:gd name="connsiteY623" fmla="*/ 364643 h 442564"/>
              <a:gd name="connsiteX624" fmla="*/ 1698908 w 1967341"/>
              <a:gd name="connsiteY624" fmla="*/ 342520 h 442564"/>
              <a:gd name="connsiteX625" fmla="*/ 1715958 w 1967341"/>
              <a:gd name="connsiteY625" fmla="*/ 334342 h 442564"/>
              <a:gd name="connsiteX626" fmla="*/ 1319510 w 1967341"/>
              <a:gd name="connsiteY626" fmla="*/ 334342 h 442564"/>
              <a:gd name="connsiteX627" fmla="*/ 1337349 w 1967341"/>
              <a:gd name="connsiteY627" fmla="*/ 340615 h 442564"/>
              <a:gd name="connsiteX628" fmla="*/ 1339254 w 1967341"/>
              <a:gd name="connsiteY628" fmla="*/ 342520 h 442564"/>
              <a:gd name="connsiteX629" fmla="*/ 1346020 w 1967341"/>
              <a:gd name="connsiteY629" fmla="*/ 364643 h 442564"/>
              <a:gd name="connsiteX630" fmla="*/ 1339254 w 1967341"/>
              <a:gd name="connsiteY630" fmla="*/ 386309 h 442564"/>
              <a:gd name="connsiteX631" fmla="*/ 1303914 w 1967341"/>
              <a:gd name="connsiteY631" fmla="*/ 387762 h 442564"/>
              <a:gd name="connsiteX632" fmla="*/ 1302460 w 1967341"/>
              <a:gd name="connsiteY632" fmla="*/ 386309 h 442564"/>
              <a:gd name="connsiteX633" fmla="*/ 1295694 w 1967341"/>
              <a:gd name="connsiteY633" fmla="*/ 364643 h 442564"/>
              <a:gd name="connsiteX634" fmla="*/ 1302460 w 1967341"/>
              <a:gd name="connsiteY634" fmla="*/ 342520 h 442564"/>
              <a:gd name="connsiteX635" fmla="*/ 1319510 w 1967341"/>
              <a:gd name="connsiteY635" fmla="*/ 334342 h 442564"/>
              <a:gd name="connsiteX636" fmla="*/ 1884703 w 1967341"/>
              <a:gd name="connsiteY636" fmla="*/ 334310 h 442564"/>
              <a:gd name="connsiteX637" fmla="*/ 1900439 w 1967341"/>
              <a:gd name="connsiteY637" fmla="*/ 339480 h 442564"/>
              <a:gd name="connsiteX638" fmla="*/ 1907662 w 1967341"/>
              <a:gd name="connsiteY638" fmla="*/ 353468 h 442564"/>
              <a:gd name="connsiteX639" fmla="*/ 1896943 w 1967341"/>
              <a:gd name="connsiteY639" fmla="*/ 353468 h 442564"/>
              <a:gd name="connsiteX640" fmla="*/ 1893065 w 1967341"/>
              <a:gd name="connsiteY640" fmla="*/ 347006 h 442564"/>
              <a:gd name="connsiteX641" fmla="*/ 1885463 w 1967341"/>
              <a:gd name="connsiteY641" fmla="*/ 344194 h 442564"/>
              <a:gd name="connsiteX642" fmla="*/ 1874288 w 1967341"/>
              <a:gd name="connsiteY642" fmla="*/ 349515 h 442564"/>
              <a:gd name="connsiteX643" fmla="*/ 1874288 w 1967341"/>
              <a:gd name="connsiteY643" fmla="*/ 379162 h 442564"/>
              <a:gd name="connsiteX644" fmla="*/ 1885616 w 1967341"/>
              <a:gd name="connsiteY644" fmla="*/ 384256 h 442564"/>
              <a:gd name="connsiteX645" fmla="*/ 1895498 w 1967341"/>
              <a:gd name="connsiteY645" fmla="*/ 378935 h 442564"/>
              <a:gd name="connsiteX646" fmla="*/ 1898387 w 1967341"/>
              <a:gd name="connsiteY646" fmla="*/ 371941 h 442564"/>
              <a:gd name="connsiteX647" fmla="*/ 1886071 w 1967341"/>
              <a:gd name="connsiteY647" fmla="*/ 371941 h 442564"/>
              <a:gd name="connsiteX648" fmla="*/ 1886071 w 1967341"/>
              <a:gd name="connsiteY648" fmla="*/ 362135 h 442564"/>
              <a:gd name="connsiteX649" fmla="*/ 1908041 w 1967341"/>
              <a:gd name="connsiteY649" fmla="*/ 362135 h 442564"/>
              <a:gd name="connsiteX650" fmla="*/ 1908041 w 1967341"/>
              <a:gd name="connsiteY650" fmla="*/ 392543 h 442564"/>
              <a:gd name="connsiteX651" fmla="*/ 1900439 w 1967341"/>
              <a:gd name="connsiteY651" fmla="*/ 392543 h 442564"/>
              <a:gd name="connsiteX652" fmla="*/ 1899375 w 1967341"/>
              <a:gd name="connsiteY652" fmla="*/ 384941 h 442564"/>
              <a:gd name="connsiteX653" fmla="*/ 1899223 w 1967341"/>
              <a:gd name="connsiteY653" fmla="*/ 386309 h 442564"/>
              <a:gd name="connsiteX654" fmla="*/ 1884019 w 1967341"/>
              <a:gd name="connsiteY654" fmla="*/ 394368 h 442564"/>
              <a:gd name="connsiteX655" fmla="*/ 1884019 w 1967341"/>
              <a:gd name="connsiteY655" fmla="*/ 393911 h 442564"/>
              <a:gd name="connsiteX656" fmla="*/ 1865774 w 1967341"/>
              <a:gd name="connsiteY656" fmla="*/ 386309 h 442564"/>
              <a:gd name="connsiteX657" fmla="*/ 1865774 w 1967341"/>
              <a:gd name="connsiteY657" fmla="*/ 342521 h 442564"/>
              <a:gd name="connsiteX658" fmla="*/ 1884703 w 1967341"/>
              <a:gd name="connsiteY658" fmla="*/ 334310 h 442564"/>
              <a:gd name="connsiteX659" fmla="*/ 1549983 w 1967341"/>
              <a:gd name="connsiteY659" fmla="*/ 334159 h 442564"/>
              <a:gd name="connsiteX660" fmla="*/ 1565187 w 1967341"/>
              <a:gd name="connsiteY660" fmla="*/ 339632 h 442564"/>
              <a:gd name="connsiteX661" fmla="*/ 1572789 w 1967341"/>
              <a:gd name="connsiteY661" fmla="*/ 354456 h 442564"/>
              <a:gd name="connsiteX662" fmla="*/ 1561842 w 1967341"/>
              <a:gd name="connsiteY662" fmla="*/ 354456 h 442564"/>
              <a:gd name="connsiteX663" fmla="*/ 1558193 w 1967341"/>
              <a:gd name="connsiteY663" fmla="*/ 346854 h 442564"/>
              <a:gd name="connsiteX664" fmla="*/ 1550591 w 1967341"/>
              <a:gd name="connsiteY664" fmla="*/ 344117 h 442564"/>
              <a:gd name="connsiteX665" fmla="*/ 1541013 w 1967341"/>
              <a:gd name="connsiteY665" fmla="*/ 349439 h 442564"/>
              <a:gd name="connsiteX666" fmla="*/ 1537591 w 1967341"/>
              <a:gd name="connsiteY666" fmla="*/ 364111 h 442564"/>
              <a:gd name="connsiteX667" fmla="*/ 1541013 w 1967341"/>
              <a:gd name="connsiteY667" fmla="*/ 378403 h 442564"/>
              <a:gd name="connsiteX668" fmla="*/ 1557265 w 1967341"/>
              <a:gd name="connsiteY668" fmla="*/ 381556 h 442564"/>
              <a:gd name="connsiteX669" fmla="*/ 1558573 w 1967341"/>
              <a:gd name="connsiteY669" fmla="*/ 380531 h 442564"/>
              <a:gd name="connsiteX670" fmla="*/ 1562222 w 1967341"/>
              <a:gd name="connsiteY670" fmla="*/ 372397 h 442564"/>
              <a:gd name="connsiteX671" fmla="*/ 1572333 w 1967341"/>
              <a:gd name="connsiteY671" fmla="*/ 372701 h 442564"/>
              <a:gd name="connsiteX672" fmla="*/ 1565187 w 1967341"/>
              <a:gd name="connsiteY672" fmla="*/ 388362 h 442564"/>
              <a:gd name="connsiteX673" fmla="*/ 1549983 w 1967341"/>
              <a:gd name="connsiteY673" fmla="*/ 394215 h 442564"/>
              <a:gd name="connsiteX674" fmla="*/ 1532422 w 1967341"/>
              <a:gd name="connsiteY674" fmla="*/ 386157 h 442564"/>
              <a:gd name="connsiteX675" fmla="*/ 1525885 w 1967341"/>
              <a:gd name="connsiteY675" fmla="*/ 364490 h 442564"/>
              <a:gd name="connsiteX676" fmla="*/ 1532422 w 1967341"/>
              <a:gd name="connsiteY676" fmla="*/ 342369 h 442564"/>
              <a:gd name="connsiteX677" fmla="*/ 1549983 w 1967341"/>
              <a:gd name="connsiteY677" fmla="*/ 334159 h 442564"/>
              <a:gd name="connsiteX678" fmla="*/ 969260 w 1967341"/>
              <a:gd name="connsiteY678" fmla="*/ 334158 h 442564"/>
              <a:gd name="connsiteX679" fmla="*/ 983629 w 1967341"/>
              <a:gd name="connsiteY679" fmla="*/ 339175 h 442564"/>
              <a:gd name="connsiteX680" fmla="*/ 989710 w 1967341"/>
              <a:gd name="connsiteY680" fmla="*/ 352783 h 442564"/>
              <a:gd name="connsiteX681" fmla="*/ 978611 w 1967341"/>
              <a:gd name="connsiteY681" fmla="*/ 352783 h 442564"/>
              <a:gd name="connsiteX682" fmla="*/ 975342 w 1967341"/>
              <a:gd name="connsiteY682" fmla="*/ 346321 h 442564"/>
              <a:gd name="connsiteX683" fmla="*/ 967740 w 1967341"/>
              <a:gd name="connsiteY683" fmla="*/ 343965 h 442564"/>
              <a:gd name="connsiteX684" fmla="*/ 961278 w 1967341"/>
              <a:gd name="connsiteY684" fmla="*/ 345941 h 442564"/>
              <a:gd name="connsiteX685" fmla="*/ 958921 w 1967341"/>
              <a:gd name="connsiteY685" fmla="*/ 351490 h 442564"/>
              <a:gd name="connsiteX686" fmla="*/ 961354 w 1967341"/>
              <a:gd name="connsiteY686" fmla="*/ 355444 h 442564"/>
              <a:gd name="connsiteX687" fmla="*/ 971693 w 1967341"/>
              <a:gd name="connsiteY687" fmla="*/ 358713 h 442564"/>
              <a:gd name="connsiteX688" fmla="*/ 986897 w 1967341"/>
              <a:gd name="connsiteY688" fmla="*/ 365174 h 442564"/>
              <a:gd name="connsiteX689" fmla="*/ 990698 w 1967341"/>
              <a:gd name="connsiteY689" fmla="*/ 376729 h 442564"/>
              <a:gd name="connsiteX690" fmla="*/ 984920 w 1967341"/>
              <a:gd name="connsiteY690" fmla="*/ 389501 h 442564"/>
              <a:gd name="connsiteX691" fmla="*/ 969184 w 1967341"/>
              <a:gd name="connsiteY691" fmla="*/ 394215 h 442564"/>
              <a:gd name="connsiteX692" fmla="*/ 953980 w 1967341"/>
              <a:gd name="connsiteY692" fmla="*/ 389197 h 442564"/>
              <a:gd name="connsiteX693" fmla="*/ 947974 w 1967341"/>
              <a:gd name="connsiteY693" fmla="*/ 374981 h 442564"/>
              <a:gd name="connsiteX694" fmla="*/ 958542 w 1967341"/>
              <a:gd name="connsiteY694" fmla="*/ 374982 h 442564"/>
              <a:gd name="connsiteX695" fmla="*/ 961582 w 1967341"/>
              <a:gd name="connsiteY695" fmla="*/ 381976 h 442564"/>
              <a:gd name="connsiteX696" fmla="*/ 969184 w 1967341"/>
              <a:gd name="connsiteY696" fmla="*/ 384408 h 442564"/>
              <a:gd name="connsiteX697" fmla="*/ 977395 w 1967341"/>
              <a:gd name="connsiteY697" fmla="*/ 382584 h 442564"/>
              <a:gd name="connsiteX698" fmla="*/ 980360 w 1967341"/>
              <a:gd name="connsiteY698" fmla="*/ 377490 h 442564"/>
              <a:gd name="connsiteX699" fmla="*/ 978231 w 1967341"/>
              <a:gd name="connsiteY699" fmla="*/ 372701 h 442564"/>
              <a:gd name="connsiteX700" fmla="*/ 969336 w 1967341"/>
              <a:gd name="connsiteY700" fmla="*/ 369584 h 442564"/>
              <a:gd name="connsiteX701" fmla="*/ 952688 w 1967341"/>
              <a:gd name="connsiteY701" fmla="*/ 363046 h 442564"/>
              <a:gd name="connsiteX702" fmla="*/ 948507 w 1967341"/>
              <a:gd name="connsiteY702" fmla="*/ 352175 h 442564"/>
              <a:gd name="connsiteX703" fmla="*/ 954056 w 1967341"/>
              <a:gd name="connsiteY703" fmla="*/ 339023 h 442564"/>
              <a:gd name="connsiteX704" fmla="*/ 969260 w 1967341"/>
              <a:gd name="connsiteY704" fmla="*/ 334158 h 442564"/>
              <a:gd name="connsiteX705" fmla="*/ 809531 w 1967341"/>
              <a:gd name="connsiteY705" fmla="*/ 333949 h 442564"/>
              <a:gd name="connsiteX706" fmla="*/ 827405 w 1967341"/>
              <a:gd name="connsiteY706" fmla="*/ 339023 h 442564"/>
              <a:gd name="connsiteX707" fmla="*/ 834628 w 1967341"/>
              <a:gd name="connsiteY707" fmla="*/ 353011 h 442564"/>
              <a:gd name="connsiteX708" fmla="*/ 823681 w 1967341"/>
              <a:gd name="connsiteY708" fmla="*/ 353011 h 442564"/>
              <a:gd name="connsiteX709" fmla="*/ 819879 w 1967341"/>
              <a:gd name="connsiteY709" fmla="*/ 346550 h 442564"/>
              <a:gd name="connsiteX710" fmla="*/ 812277 w 1967341"/>
              <a:gd name="connsiteY710" fmla="*/ 343736 h 442564"/>
              <a:gd name="connsiteX711" fmla="*/ 801103 w 1967341"/>
              <a:gd name="connsiteY711" fmla="*/ 349058 h 442564"/>
              <a:gd name="connsiteX712" fmla="*/ 797073 w 1967341"/>
              <a:gd name="connsiteY712" fmla="*/ 364262 h 442564"/>
              <a:gd name="connsiteX713" fmla="*/ 800950 w 1967341"/>
              <a:gd name="connsiteY713" fmla="*/ 379010 h 442564"/>
              <a:gd name="connsiteX714" fmla="*/ 812277 w 1967341"/>
              <a:gd name="connsiteY714" fmla="*/ 384103 h 442564"/>
              <a:gd name="connsiteX715" fmla="*/ 822160 w 1967341"/>
              <a:gd name="connsiteY715" fmla="*/ 378782 h 442564"/>
              <a:gd name="connsiteX716" fmla="*/ 825049 w 1967341"/>
              <a:gd name="connsiteY716" fmla="*/ 371788 h 442564"/>
              <a:gd name="connsiteX717" fmla="*/ 812734 w 1967341"/>
              <a:gd name="connsiteY717" fmla="*/ 371788 h 442564"/>
              <a:gd name="connsiteX718" fmla="*/ 812734 w 1967341"/>
              <a:gd name="connsiteY718" fmla="*/ 361981 h 442564"/>
              <a:gd name="connsiteX719" fmla="*/ 834932 w 1967341"/>
              <a:gd name="connsiteY719" fmla="*/ 361981 h 442564"/>
              <a:gd name="connsiteX720" fmla="*/ 834932 w 1967341"/>
              <a:gd name="connsiteY720" fmla="*/ 392389 h 442564"/>
              <a:gd name="connsiteX721" fmla="*/ 827330 w 1967341"/>
              <a:gd name="connsiteY721" fmla="*/ 392389 h 442564"/>
              <a:gd name="connsiteX722" fmla="*/ 826265 w 1967341"/>
              <a:gd name="connsiteY722" fmla="*/ 384787 h 442564"/>
              <a:gd name="connsiteX723" fmla="*/ 825658 w 1967341"/>
              <a:gd name="connsiteY723" fmla="*/ 385700 h 442564"/>
              <a:gd name="connsiteX724" fmla="*/ 810540 w 1967341"/>
              <a:gd name="connsiteY724" fmla="*/ 393712 h 442564"/>
              <a:gd name="connsiteX725" fmla="*/ 792816 w 1967341"/>
              <a:gd name="connsiteY725" fmla="*/ 385852 h 442564"/>
              <a:gd name="connsiteX726" fmla="*/ 792816 w 1967341"/>
              <a:gd name="connsiteY726" fmla="*/ 342064 h 442564"/>
              <a:gd name="connsiteX727" fmla="*/ 809531 w 1967341"/>
              <a:gd name="connsiteY727" fmla="*/ 333949 h 442564"/>
              <a:gd name="connsiteX728" fmla="*/ 358112 w 1967341"/>
              <a:gd name="connsiteY728" fmla="*/ 333820 h 442564"/>
              <a:gd name="connsiteX729" fmla="*/ 356738 w 1967341"/>
              <a:gd name="connsiteY729" fmla="*/ 335368 h 442564"/>
              <a:gd name="connsiteX730" fmla="*/ 355343 w 1967341"/>
              <a:gd name="connsiteY730" fmla="*/ 336895 h 442564"/>
              <a:gd name="connsiteX731" fmla="*/ 361339 w 1967341"/>
              <a:gd name="connsiteY731" fmla="*/ 342303 h 442564"/>
              <a:gd name="connsiteX732" fmla="*/ 356171 w 1967341"/>
              <a:gd name="connsiteY732" fmla="*/ 348059 h 442564"/>
              <a:gd name="connsiteX733" fmla="*/ 350175 w 1967341"/>
              <a:gd name="connsiteY733" fmla="*/ 342652 h 442564"/>
              <a:gd name="connsiteX734" fmla="*/ 348779 w 1967341"/>
              <a:gd name="connsiteY734" fmla="*/ 344200 h 442564"/>
              <a:gd name="connsiteX735" fmla="*/ 347405 w 1967341"/>
              <a:gd name="connsiteY735" fmla="*/ 345726 h 442564"/>
              <a:gd name="connsiteX736" fmla="*/ 363367 w 1967341"/>
              <a:gd name="connsiteY736" fmla="*/ 360183 h 442564"/>
              <a:gd name="connsiteX737" fmla="*/ 364741 w 1967341"/>
              <a:gd name="connsiteY737" fmla="*/ 358635 h 442564"/>
              <a:gd name="connsiteX738" fmla="*/ 366136 w 1967341"/>
              <a:gd name="connsiteY738" fmla="*/ 357109 h 442564"/>
              <a:gd name="connsiteX739" fmla="*/ 358875 w 1967341"/>
              <a:gd name="connsiteY739" fmla="*/ 350567 h 442564"/>
              <a:gd name="connsiteX740" fmla="*/ 364065 w 1967341"/>
              <a:gd name="connsiteY740" fmla="*/ 344810 h 442564"/>
              <a:gd name="connsiteX741" fmla="*/ 371304 w 1967341"/>
              <a:gd name="connsiteY741" fmla="*/ 351352 h 442564"/>
              <a:gd name="connsiteX742" fmla="*/ 372700 w 1967341"/>
              <a:gd name="connsiteY742" fmla="*/ 349804 h 442564"/>
              <a:gd name="connsiteX743" fmla="*/ 374117 w 1967341"/>
              <a:gd name="connsiteY743" fmla="*/ 348234 h 442564"/>
              <a:gd name="connsiteX744" fmla="*/ 221021 w 1967341"/>
              <a:gd name="connsiteY744" fmla="*/ 323049 h 442564"/>
              <a:gd name="connsiteX745" fmla="*/ 222613 w 1967341"/>
              <a:gd name="connsiteY745" fmla="*/ 325055 h 442564"/>
              <a:gd name="connsiteX746" fmla="*/ 224357 w 1967341"/>
              <a:gd name="connsiteY746" fmla="*/ 326734 h 442564"/>
              <a:gd name="connsiteX747" fmla="*/ 223877 w 1967341"/>
              <a:gd name="connsiteY747" fmla="*/ 327258 h 442564"/>
              <a:gd name="connsiteX748" fmla="*/ 223877 w 1967341"/>
              <a:gd name="connsiteY748" fmla="*/ 340690 h 442564"/>
              <a:gd name="connsiteX749" fmla="*/ 230637 w 1967341"/>
              <a:gd name="connsiteY749" fmla="*/ 341867 h 442564"/>
              <a:gd name="connsiteX750" fmla="*/ 235892 w 1967341"/>
              <a:gd name="connsiteY750" fmla="*/ 345073 h 442564"/>
              <a:gd name="connsiteX751" fmla="*/ 240995 w 1967341"/>
              <a:gd name="connsiteY751" fmla="*/ 346490 h 442564"/>
              <a:gd name="connsiteX752" fmla="*/ 243590 w 1967341"/>
              <a:gd name="connsiteY752" fmla="*/ 349020 h 442564"/>
              <a:gd name="connsiteX753" fmla="*/ 246490 w 1967341"/>
              <a:gd name="connsiteY753" fmla="*/ 349281 h 442564"/>
              <a:gd name="connsiteX754" fmla="*/ 250546 w 1967341"/>
              <a:gd name="connsiteY754" fmla="*/ 352312 h 442564"/>
              <a:gd name="connsiteX755" fmla="*/ 253686 w 1967341"/>
              <a:gd name="connsiteY755" fmla="*/ 354253 h 442564"/>
              <a:gd name="connsiteX756" fmla="*/ 255256 w 1967341"/>
              <a:gd name="connsiteY756" fmla="*/ 356215 h 442564"/>
              <a:gd name="connsiteX757" fmla="*/ 258178 w 1967341"/>
              <a:gd name="connsiteY757" fmla="*/ 357393 h 442564"/>
              <a:gd name="connsiteX758" fmla="*/ 261492 w 1967341"/>
              <a:gd name="connsiteY758" fmla="*/ 357785 h 442564"/>
              <a:gd name="connsiteX759" fmla="*/ 265853 w 1967341"/>
              <a:gd name="connsiteY759" fmla="*/ 359530 h 442564"/>
              <a:gd name="connsiteX760" fmla="*/ 272155 w 1967341"/>
              <a:gd name="connsiteY760" fmla="*/ 363041 h 442564"/>
              <a:gd name="connsiteX761" fmla="*/ 284388 w 1967341"/>
              <a:gd name="connsiteY761" fmla="*/ 365112 h 442564"/>
              <a:gd name="connsiteX762" fmla="*/ 159333 w 1967341"/>
              <a:gd name="connsiteY762" fmla="*/ 365243 h 442564"/>
              <a:gd name="connsiteX763" fmla="*/ 174270 w 1967341"/>
              <a:gd name="connsiteY763" fmla="*/ 363498 h 442564"/>
              <a:gd name="connsiteX764" fmla="*/ 180812 w 1967341"/>
              <a:gd name="connsiteY764" fmla="*/ 359988 h 442564"/>
              <a:gd name="connsiteX765" fmla="*/ 184322 w 1967341"/>
              <a:gd name="connsiteY765" fmla="*/ 356673 h 442564"/>
              <a:gd name="connsiteX766" fmla="*/ 187833 w 1967341"/>
              <a:gd name="connsiteY766" fmla="*/ 354907 h 442564"/>
              <a:gd name="connsiteX767" fmla="*/ 190973 w 1967341"/>
              <a:gd name="connsiteY767" fmla="*/ 353141 h 442564"/>
              <a:gd name="connsiteX768" fmla="*/ 193699 w 1967341"/>
              <a:gd name="connsiteY768" fmla="*/ 349630 h 442564"/>
              <a:gd name="connsiteX769" fmla="*/ 197798 w 1967341"/>
              <a:gd name="connsiteY769" fmla="*/ 348060 h 442564"/>
              <a:gd name="connsiteX770" fmla="*/ 201701 w 1967341"/>
              <a:gd name="connsiteY770" fmla="*/ 345335 h 442564"/>
              <a:gd name="connsiteX771" fmla="*/ 206782 w 1967341"/>
              <a:gd name="connsiteY771" fmla="*/ 343961 h 442564"/>
              <a:gd name="connsiteX772" fmla="*/ 211274 w 1967341"/>
              <a:gd name="connsiteY772" fmla="*/ 341235 h 442564"/>
              <a:gd name="connsiteX773" fmla="*/ 218404 w 1967341"/>
              <a:gd name="connsiteY773" fmla="*/ 340886 h 442564"/>
              <a:gd name="connsiteX774" fmla="*/ 218404 w 1967341"/>
              <a:gd name="connsiteY774" fmla="*/ 327541 h 442564"/>
              <a:gd name="connsiteX775" fmla="*/ 217750 w 1967341"/>
              <a:gd name="connsiteY775" fmla="*/ 326931 h 442564"/>
              <a:gd name="connsiteX776" fmla="*/ 219473 w 1967341"/>
              <a:gd name="connsiteY776" fmla="*/ 325055 h 442564"/>
              <a:gd name="connsiteX777" fmla="*/ 221021 w 1967341"/>
              <a:gd name="connsiteY777" fmla="*/ 323049 h 442564"/>
              <a:gd name="connsiteX778" fmla="*/ 371282 w 1967341"/>
              <a:gd name="connsiteY778" fmla="*/ 315809 h 442564"/>
              <a:gd name="connsiteX779" fmla="*/ 370170 w 1967341"/>
              <a:gd name="connsiteY779" fmla="*/ 317401 h 442564"/>
              <a:gd name="connsiteX780" fmla="*/ 369058 w 1967341"/>
              <a:gd name="connsiteY780" fmla="*/ 318993 h 442564"/>
              <a:gd name="connsiteX781" fmla="*/ 381444 w 1967341"/>
              <a:gd name="connsiteY781" fmla="*/ 327715 h 442564"/>
              <a:gd name="connsiteX782" fmla="*/ 364501 w 1967341"/>
              <a:gd name="connsiteY782" fmla="*/ 325534 h 442564"/>
              <a:gd name="connsiteX783" fmla="*/ 363258 w 1967341"/>
              <a:gd name="connsiteY783" fmla="*/ 327322 h 442564"/>
              <a:gd name="connsiteX784" fmla="*/ 362015 w 1967341"/>
              <a:gd name="connsiteY784" fmla="*/ 329089 h 442564"/>
              <a:gd name="connsiteX785" fmla="*/ 379656 w 1967341"/>
              <a:gd name="connsiteY785" fmla="*/ 341452 h 442564"/>
              <a:gd name="connsiteX786" fmla="*/ 380768 w 1967341"/>
              <a:gd name="connsiteY786" fmla="*/ 339860 h 442564"/>
              <a:gd name="connsiteX787" fmla="*/ 381858 w 1967341"/>
              <a:gd name="connsiteY787" fmla="*/ 338269 h 442564"/>
              <a:gd name="connsiteX788" fmla="*/ 369145 w 1967341"/>
              <a:gd name="connsiteY788" fmla="*/ 329372 h 442564"/>
              <a:gd name="connsiteX789" fmla="*/ 386590 w 1967341"/>
              <a:gd name="connsiteY789" fmla="*/ 331553 h 442564"/>
              <a:gd name="connsiteX790" fmla="*/ 387789 w 1967341"/>
              <a:gd name="connsiteY790" fmla="*/ 329852 h 442564"/>
              <a:gd name="connsiteX791" fmla="*/ 388923 w 1967341"/>
              <a:gd name="connsiteY791" fmla="*/ 328173 h 442564"/>
              <a:gd name="connsiteX792" fmla="*/ 67031 w 1967341"/>
              <a:gd name="connsiteY792" fmla="*/ 313912 h 442564"/>
              <a:gd name="connsiteX793" fmla="*/ 53075 w 1967341"/>
              <a:gd name="connsiteY793" fmla="*/ 322852 h 442564"/>
              <a:gd name="connsiteX794" fmla="*/ 54274 w 1967341"/>
              <a:gd name="connsiteY794" fmla="*/ 330244 h 442564"/>
              <a:gd name="connsiteX795" fmla="*/ 59900 w 1967341"/>
              <a:gd name="connsiteY795" fmla="*/ 333341 h 442564"/>
              <a:gd name="connsiteX796" fmla="*/ 60315 w 1967341"/>
              <a:gd name="connsiteY796" fmla="*/ 333341 h 442564"/>
              <a:gd name="connsiteX797" fmla="*/ 58134 w 1967341"/>
              <a:gd name="connsiteY797" fmla="*/ 335194 h 442564"/>
              <a:gd name="connsiteX798" fmla="*/ 59639 w 1967341"/>
              <a:gd name="connsiteY798" fmla="*/ 337527 h 442564"/>
              <a:gd name="connsiteX799" fmla="*/ 69386 w 1967341"/>
              <a:gd name="connsiteY799" fmla="*/ 331204 h 442564"/>
              <a:gd name="connsiteX800" fmla="*/ 64872 w 1967341"/>
              <a:gd name="connsiteY800" fmla="*/ 324226 h 442564"/>
              <a:gd name="connsiteX801" fmla="*/ 61754 w 1967341"/>
              <a:gd name="connsiteY801" fmla="*/ 326254 h 442564"/>
              <a:gd name="connsiteX802" fmla="*/ 64174 w 1967341"/>
              <a:gd name="connsiteY802" fmla="*/ 330244 h 442564"/>
              <a:gd name="connsiteX803" fmla="*/ 61361 w 1967341"/>
              <a:gd name="connsiteY803" fmla="*/ 330789 h 442564"/>
              <a:gd name="connsiteX804" fmla="*/ 57654 w 1967341"/>
              <a:gd name="connsiteY804" fmla="*/ 328740 h 442564"/>
              <a:gd name="connsiteX805" fmla="*/ 56935 w 1967341"/>
              <a:gd name="connsiteY805" fmla="*/ 324095 h 442564"/>
              <a:gd name="connsiteX806" fmla="*/ 60816 w 1967341"/>
              <a:gd name="connsiteY806" fmla="*/ 319843 h 442564"/>
              <a:gd name="connsiteX807" fmla="*/ 66355 w 1967341"/>
              <a:gd name="connsiteY807" fmla="*/ 318055 h 442564"/>
              <a:gd name="connsiteX808" fmla="*/ 70367 w 1967341"/>
              <a:gd name="connsiteY808" fmla="*/ 320497 h 442564"/>
              <a:gd name="connsiteX809" fmla="*/ 71021 w 1967341"/>
              <a:gd name="connsiteY809" fmla="*/ 323463 h 442564"/>
              <a:gd name="connsiteX810" fmla="*/ 69756 w 1967341"/>
              <a:gd name="connsiteY810" fmla="*/ 326036 h 442564"/>
              <a:gd name="connsiteX811" fmla="*/ 72199 w 1967341"/>
              <a:gd name="connsiteY811" fmla="*/ 329503 h 442564"/>
              <a:gd name="connsiteX812" fmla="*/ 75164 w 1967341"/>
              <a:gd name="connsiteY812" fmla="*/ 324335 h 442564"/>
              <a:gd name="connsiteX813" fmla="*/ 73572 w 1967341"/>
              <a:gd name="connsiteY813" fmla="*/ 318273 h 442564"/>
              <a:gd name="connsiteX814" fmla="*/ 67031 w 1967341"/>
              <a:gd name="connsiteY814" fmla="*/ 313912 h 442564"/>
              <a:gd name="connsiteX815" fmla="*/ 385085 w 1967341"/>
              <a:gd name="connsiteY815" fmla="*/ 301374 h 442564"/>
              <a:gd name="connsiteX816" fmla="*/ 390689 w 1967341"/>
              <a:gd name="connsiteY816" fmla="*/ 302748 h 442564"/>
              <a:gd name="connsiteX817" fmla="*/ 395028 w 1967341"/>
              <a:gd name="connsiteY817" fmla="*/ 306498 h 442564"/>
              <a:gd name="connsiteX818" fmla="*/ 395414 w 1967341"/>
              <a:gd name="connsiteY818" fmla="*/ 307759 h 442564"/>
              <a:gd name="connsiteX819" fmla="*/ 391321 w 1967341"/>
              <a:gd name="connsiteY819" fmla="*/ 313476 h 442564"/>
              <a:gd name="connsiteX820" fmla="*/ 385804 w 1967341"/>
              <a:gd name="connsiteY820" fmla="*/ 312168 h 442564"/>
              <a:gd name="connsiteX821" fmla="*/ 381443 w 1967341"/>
              <a:gd name="connsiteY821" fmla="*/ 308286 h 442564"/>
              <a:gd name="connsiteX822" fmla="*/ 381443 w 1967341"/>
              <a:gd name="connsiteY822" fmla="*/ 303925 h 442564"/>
              <a:gd name="connsiteX823" fmla="*/ 385085 w 1967341"/>
              <a:gd name="connsiteY823" fmla="*/ 301374 h 442564"/>
              <a:gd name="connsiteX824" fmla="*/ 384126 w 1967341"/>
              <a:gd name="connsiteY824" fmla="*/ 297492 h 442564"/>
              <a:gd name="connsiteX825" fmla="*/ 383179 w 1967341"/>
              <a:gd name="connsiteY825" fmla="*/ 297780 h 442564"/>
              <a:gd name="connsiteX826" fmla="*/ 377584 w 1967341"/>
              <a:gd name="connsiteY826" fmla="*/ 309769 h 442564"/>
              <a:gd name="connsiteX827" fmla="*/ 383755 w 1967341"/>
              <a:gd name="connsiteY827" fmla="*/ 315962 h 442564"/>
              <a:gd name="connsiteX828" fmla="*/ 392216 w 1967341"/>
              <a:gd name="connsiteY828" fmla="*/ 317532 h 442564"/>
              <a:gd name="connsiteX829" fmla="*/ 398147 w 1967341"/>
              <a:gd name="connsiteY829" fmla="*/ 312843 h 442564"/>
              <a:gd name="connsiteX830" fmla="*/ 398103 w 1967341"/>
              <a:gd name="connsiteY830" fmla="*/ 312800 h 442564"/>
              <a:gd name="connsiteX831" fmla="*/ 398757 w 1967341"/>
              <a:gd name="connsiteY831" fmla="*/ 305277 h 442564"/>
              <a:gd name="connsiteX832" fmla="*/ 392717 w 1967341"/>
              <a:gd name="connsiteY832" fmla="*/ 299150 h 442564"/>
              <a:gd name="connsiteX833" fmla="*/ 384126 w 1967341"/>
              <a:gd name="connsiteY833" fmla="*/ 297492 h 442564"/>
              <a:gd name="connsiteX834" fmla="*/ 58178 w 1967341"/>
              <a:gd name="connsiteY834" fmla="*/ 290667 h 442564"/>
              <a:gd name="connsiteX835" fmla="*/ 38662 w 1967341"/>
              <a:gd name="connsiteY835" fmla="*/ 299782 h 442564"/>
              <a:gd name="connsiteX836" fmla="*/ 39469 w 1967341"/>
              <a:gd name="connsiteY836" fmla="*/ 301526 h 442564"/>
              <a:gd name="connsiteX837" fmla="*/ 40297 w 1967341"/>
              <a:gd name="connsiteY837" fmla="*/ 303271 h 442564"/>
              <a:gd name="connsiteX838" fmla="*/ 54362 w 1967341"/>
              <a:gd name="connsiteY838" fmla="*/ 296729 h 442564"/>
              <a:gd name="connsiteX839" fmla="*/ 43742 w 1967341"/>
              <a:gd name="connsiteY839" fmla="*/ 310707 h 442564"/>
              <a:gd name="connsiteX840" fmla="*/ 44615 w 1967341"/>
              <a:gd name="connsiteY840" fmla="*/ 312560 h 442564"/>
              <a:gd name="connsiteX841" fmla="*/ 45487 w 1967341"/>
              <a:gd name="connsiteY841" fmla="*/ 314392 h 442564"/>
              <a:gd name="connsiteX842" fmla="*/ 65003 w 1967341"/>
              <a:gd name="connsiteY842" fmla="*/ 305299 h 442564"/>
              <a:gd name="connsiteX843" fmla="*/ 64174 w 1967341"/>
              <a:gd name="connsiteY843" fmla="*/ 303532 h 442564"/>
              <a:gd name="connsiteX844" fmla="*/ 63367 w 1967341"/>
              <a:gd name="connsiteY844" fmla="*/ 301788 h 442564"/>
              <a:gd name="connsiteX845" fmla="*/ 49673 w 1967341"/>
              <a:gd name="connsiteY845" fmla="*/ 308177 h 442564"/>
              <a:gd name="connsiteX846" fmla="*/ 60009 w 1967341"/>
              <a:gd name="connsiteY846" fmla="*/ 294614 h 442564"/>
              <a:gd name="connsiteX847" fmla="*/ 59093 w 1967341"/>
              <a:gd name="connsiteY847" fmla="*/ 292652 h 442564"/>
              <a:gd name="connsiteX848" fmla="*/ 406476 w 1967341"/>
              <a:gd name="connsiteY848" fmla="*/ 281836 h 442564"/>
              <a:gd name="connsiteX849" fmla="*/ 402944 w 1967341"/>
              <a:gd name="connsiteY849" fmla="*/ 291038 h 442564"/>
              <a:gd name="connsiteX850" fmla="*/ 386415 w 1967341"/>
              <a:gd name="connsiteY850" fmla="*/ 284693 h 442564"/>
              <a:gd name="connsiteX851" fmla="*/ 385674 w 1967341"/>
              <a:gd name="connsiteY851" fmla="*/ 286633 h 442564"/>
              <a:gd name="connsiteX852" fmla="*/ 384933 w 1967341"/>
              <a:gd name="connsiteY852" fmla="*/ 288552 h 442564"/>
              <a:gd name="connsiteX853" fmla="*/ 405081 w 1967341"/>
              <a:gd name="connsiteY853" fmla="*/ 296293 h 442564"/>
              <a:gd name="connsiteX854" fmla="*/ 410052 w 1967341"/>
              <a:gd name="connsiteY854" fmla="*/ 283210 h 442564"/>
              <a:gd name="connsiteX855" fmla="*/ 408264 w 1967341"/>
              <a:gd name="connsiteY855" fmla="*/ 282534 h 442564"/>
              <a:gd name="connsiteX856" fmla="*/ 54383 w 1967341"/>
              <a:gd name="connsiteY856" fmla="*/ 281095 h 442564"/>
              <a:gd name="connsiteX857" fmla="*/ 34279 w 1967341"/>
              <a:gd name="connsiteY857" fmla="*/ 288814 h 442564"/>
              <a:gd name="connsiteX858" fmla="*/ 35020 w 1967341"/>
              <a:gd name="connsiteY858" fmla="*/ 290755 h 442564"/>
              <a:gd name="connsiteX859" fmla="*/ 35762 w 1967341"/>
              <a:gd name="connsiteY859" fmla="*/ 292673 h 442564"/>
              <a:gd name="connsiteX860" fmla="*/ 55866 w 1967341"/>
              <a:gd name="connsiteY860" fmla="*/ 284954 h 442564"/>
              <a:gd name="connsiteX861" fmla="*/ 55125 w 1967341"/>
              <a:gd name="connsiteY861" fmla="*/ 283035 h 442564"/>
              <a:gd name="connsiteX862" fmla="*/ 35958 w 1967341"/>
              <a:gd name="connsiteY862" fmla="*/ 266420 h 442564"/>
              <a:gd name="connsiteX863" fmla="*/ 34715 w 1967341"/>
              <a:gd name="connsiteY863" fmla="*/ 266747 h 442564"/>
              <a:gd name="connsiteX864" fmla="*/ 29569 w 1967341"/>
              <a:gd name="connsiteY864" fmla="*/ 269669 h 442564"/>
              <a:gd name="connsiteX865" fmla="*/ 29067 w 1967341"/>
              <a:gd name="connsiteY865" fmla="*/ 274902 h 442564"/>
              <a:gd name="connsiteX866" fmla="*/ 31924 w 1967341"/>
              <a:gd name="connsiteY866" fmla="*/ 279067 h 442564"/>
              <a:gd name="connsiteX867" fmla="*/ 31924 w 1967341"/>
              <a:gd name="connsiteY867" fmla="*/ 279023 h 442564"/>
              <a:gd name="connsiteX868" fmla="*/ 37135 w 1967341"/>
              <a:gd name="connsiteY868" fmla="*/ 279372 h 442564"/>
              <a:gd name="connsiteX869" fmla="*/ 52094 w 1967341"/>
              <a:gd name="connsiteY869" fmla="*/ 275360 h 442564"/>
              <a:gd name="connsiteX870" fmla="*/ 51549 w 1967341"/>
              <a:gd name="connsiteY870" fmla="*/ 273354 h 442564"/>
              <a:gd name="connsiteX871" fmla="*/ 51025 w 1967341"/>
              <a:gd name="connsiteY871" fmla="*/ 271369 h 442564"/>
              <a:gd name="connsiteX872" fmla="*/ 36067 w 1967341"/>
              <a:gd name="connsiteY872" fmla="*/ 275382 h 442564"/>
              <a:gd name="connsiteX873" fmla="*/ 33734 w 1967341"/>
              <a:gd name="connsiteY873" fmla="*/ 275382 h 442564"/>
              <a:gd name="connsiteX874" fmla="*/ 33511 w 1967341"/>
              <a:gd name="connsiteY874" fmla="*/ 275229 h 442564"/>
              <a:gd name="connsiteX875" fmla="*/ 33058 w 1967341"/>
              <a:gd name="connsiteY875" fmla="*/ 271806 h 442564"/>
              <a:gd name="connsiteX876" fmla="*/ 35718 w 1967341"/>
              <a:gd name="connsiteY876" fmla="*/ 270541 h 442564"/>
              <a:gd name="connsiteX877" fmla="*/ 36961 w 1967341"/>
              <a:gd name="connsiteY877" fmla="*/ 270214 h 442564"/>
              <a:gd name="connsiteX878" fmla="*/ 848009 w 1967341"/>
              <a:gd name="connsiteY878" fmla="*/ 261938 h 442564"/>
              <a:gd name="connsiteX879" fmla="*/ 847932 w 1967341"/>
              <a:gd name="connsiteY879" fmla="*/ 262090 h 442564"/>
              <a:gd name="connsiteX880" fmla="*/ 847945 w 1967341"/>
              <a:gd name="connsiteY880" fmla="*/ 262008 h 442564"/>
              <a:gd name="connsiteX881" fmla="*/ 399651 w 1967341"/>
              <a:gd name="connsiteY881" fmla="*/ 259486 h 442564"/>
              <a:gd name="connsiteX882" fmla="*/ 405429 w 1967341"/>
              <a:gd name="connsiteY882" fmla="*/ 259486 h 442564"/>
              <a:gd name="connsiteX883" fmla="*/ 410401 w 1967341"/>
              <a:gd name="connsiteY883" fmla="*/ 262211 h 442564"/>
              <a:gd name="connsiteX884" fmla="*/ 411081 w 1967341"/>
              <a:gd name="connsiteY884" fmla="*/ 263343 h 442564"/>
              <a:gd name="connsiteX885" fmla="*/ 408482 w 1967341"/>
              <a:gd name="connsiteY885" fmla="*/ 269909 h 442564"/>
              <a:gd name="connsiteX886" fmla="*/ 402813 w 1967341"/>
              <a:gd name="connsiteY886" fmla="*/ 269909 h 442564"/>
              <a:gd name="connsiteX887" fmla="*/ 397732 w 1967341"/>
              <a:gd name="connsiteY887" fmla="*/ 267161 h 442564"/>
              <a:gd name="connsiteX888" fmla="*/ 396938 w 1967341"/>
              <a:gd name="connsiteY888" fmla="*/ 265838 h 442564"/>
              <a:gd name="connsiteX889" fmla="*/ 399651 w 1967341"/>
              <a:gd name="connsiteY889" fmla="*/ 259486 h 442564"/>
              <a:gd name="connsiteX890" fmla="*/ 406389 w 1967341"/>
              <a:gd name="connsiteY890" fmla="*/ 255473 h 442564"/>
              <a:gd name="connsiteX891" fmla="*/ 397667 w 1967341"/>
              <a:gd name="connsiteY891" fmla="*/ 255953 h 442564"/>
              <a:gd name="connsiteX892" fmla="*/ 396808 w 1967341"/>
              <a:gd name="connsiteY892" fmla="*/ 256470 h 442564"/>
              <a:gd name="connsiteX893" fmla="*/ 394309 w 1967341"/>
              <a:gd name="connsiteY893" fmla="*/ 269429 h 442564"/>
              <a:gd name="connsiteX894" fmla="*/ 401810 w 1967341"/>
              <a:gd name="connsiteY894" fmla="*/ 273964 h 442564"/>
              <a:gd name="connsiteX895" fmla="*/ 410401 w 1967341"/>
              <a:gd name="connsiteY895" fmla="*/ 273441 h 442564"/>
              <a:gd name="connsiteX896" fmla="*/ 415002 w 1967341"/>
              <a:gd name="connsiteY896" fmla="*/ 267444 h 442564"/>
              <a:gd name="connsiteX897" fmla="*/ 413738 w 1967341"/>
              <a:gd name="connsiteY897" fmla="*/ 259965 h 442564"/>
              <a:gd name="connsiteX898" fmla="*/ 406389 w 1967341"/>
              <a:gd name="connsiteY898" fmla="*/ 255473 h 442564"/>
              <a:gd name="connsiteX899" fmla="*/ 46948 w 1967341"/>
              <a:gd name="connsiteY899" fmla="*/ 254056 h 442564"/>
              <a:gd name="connsiteX900" fmla="*/ 25818 w 1967341"/>
              <a:gd name="connsiteY900" fmla="*/ 258177 h 442564"/>
              <a:gd name="connsiteX901" fmla="*/ 26211 w 1967341"/>
              <a:gd name="connsiteY901" fmla="*/ 260205 h 442564"/>
              <a:gd name="connsiteX902" fmla="*/ 26603 w 1967341"/>
              <a:gd name="connsiteY902" fmla="*/ 262233 h 442564"/>
              <a:gd name="connsiteX903" fmla="*/ 47733 w 1967341"/>
              <a:gd name="connsiteY903" fmla="*/ 258133 h 442564"/>
              <a:gd name="connsiteX904" fmla="*/ 47340 w 1967341"/>
              <a:gd name="connsiteY904" fmla="*/ 256084 h 442564"/>
              <a:gd name="connsiteX905" fmla="*/ 92826 w 1967341"/>
              <a:gd name="connsiteY905" fmla="*/ 253838 h 442564"/>
              <a:gd name="connsiteX906" fmla="*/ 117445 w 1967341"/>
              <a:gd name="connsiteY906" fmla="*/ 257742 h 442564"/>
              <a:gd name="connsiteX907" fmla="*/ 176538 w 1967341"/>
              <a:gd name="connsiteY907" fmla="*/ 257262 h 442564"/>
              <a:gd name="connsiteX908" fmla="*/ 185107 w 1967341"/>
              <a:gd name="connsiteY908" fmla="*/ 258657 h 442564"/>
              <a:gd name="connsiteX909" fmla="*/ 203925 w 1967341"/>
              <a:gd name="connsiteY909" fmla="*/ 260838 h 442564"/>
              <a:gd name="connsiteX910" fmla="*/ 198147 w 1967341"/>
              <a:gd name="connsiteY910" fmla="*/ 284192 h 442564"/>
              <a:gd name="connsiteX911" fmla="*/ 221282 w 1967341"/>
              <a:gd name="connsiteY911" fmla="*/ 288117 h 442564"/>
              <a:gd name="connsiteX912" fmla="*/ 244396 w 1967341"/>
              <a:gd name="connsiteY912" fmla="*/ 284192 h 442564"/>
              <a:gd name="connsiteX913" fmla="*/ 238618 w 1967341"/>
              <a:gd name="connsiteY913" fmla="*/ 260860 h 442564"/>
              <a:gd name="connsiteX914" fmla="*/ 257436 w 1967341"/>
              <a:gd name="connsiteY914" fmla="*/ 258679 h 442564"/>
              <a:gd name="connsiteX915" fmla="*/ 266027 w 1967341"/>
              <a:gd name="connsiteY915" fmla="*/ 257284 h 442564"/>
              <a:gd name="connsiteX916" fmla="*/ 325120 w 1967341"/>
              <a:gd name="connsiteY916" fmla="*/ 257763 h 442564"/>
              <a:gd name="connsiteX917" fmla="*/ 325207 w 1967341"/>
              <a:gd name="connsiteY917" fmla="*/ 257742 h 442564"/>
              <a:gd name="connsiteX918" fmla="*/ 349804 w 1967341"/>
              <a:gd name="connsiteY918" fmla="*/ 253838 h 442564"/>
              <a:gd name="connsiteX919" fmla="*/ 334322 w 1967341"/>
              <a:gd name="connsiteY919" fmla="*/ 271108 h 442564"/>
              <a:gd name="connsiteX920" fmla="*/ 236764 w 1967341"/>
              <a:gd name="connsiteY920" fmla="*/ 288989 h 442564"/>
              <a:gd name="connsiteX921" fmla="*/ 243022 w 1967341"/>
              <a:gd name="connsiteY921" fmla="*/ 314021 h 442564"/>
              <a:gd name="connsiteX922" fmla="*/ 221217 w 1967341"/>
              <a:gd name="connsiteY922" fmla="*/ 318731 h 442564"/>
              <a:gd name="connsiteX923" fmla="*/ 199411 w 1967341"/>
              <a:gd name="connsiteY923" fmla="*/ 314021 h 442564"/>
              <a:gd name="connsiteX924" fmla="*/ 205670 w 1967341"/>
              <a:gd name="connsiteY924" fmla="*/ 288989 h 442564"/>
              <a:gd name="connsiteX925" fmla="*/ 108308 w 1967341"/>
              <a:gd name="connsiteY925" fmla="*/ 271108 h 442564"/>
              <a:gd name="connsiteX926" fmla="*/ 92826 w 1967341"/>
              <a:gd name="connsiteY926" fmla="*/ 253838 h 442564"/>
              <a:gd name="connsiteX927" fmla="*/ 821325 w 1967341"/>
              <a:gd name="connsiteY927" fmla="*/ 241792 h 442564"/>
              <a:gd name="connsiteX928" fmla="*/ 828927 w 1967341"/>
              <a:gd name="connsiteY928" fmla="*/ 251295 h 442564"/>
              <a:gd name="connsiteX929" fmla="*/ 836985 w 1967341"/>
              <a:gd name="connsiteY929" fmla="*/ 249319 h 442564"/>
              <a:gd name="connsiteX930" fmla="*/ 846336 w 1967341"/>
              <a:gd name="connsiteY930" fmla="*/ 249319 h 442564"/>
              <a:gd name="connsiteX931" fmla="*/ 849605 w 1967341"/>
              <a:gd name="connsiteY931" fmla="*/ 250839 h 442564"/>
              <a:gd name="connsiteX932" fmla="*/ 848844 w 1967341"/>
              <a:gd name="connsiteY932" fmla="*/ 256160 h 442564"/>
              <a:gd name="connsiteX933" fmla="*/ 847945 w 1967341"/>
              <a:gd name="connsiteY933" fmla="*/ 262008 h 442564"/>
              <a:gd name="connsiteX934" fmla="*/ 843903 w 1967341"/>
              <a:gd name="connsiteY934" fmla="*/ 266423 h 442564"/>
              <a:gd name="connsiteX935" fmla="*/ 839722 w 1967341"/>
              <a:gd name="connsiteY935" fmla="*/ 269540 h 442564"/>
              <a:gd name="connsiteX936" fmla="*/ 836757 w 1967341"/>
              <a:gd name="connsiteY936" fmla="*/ 277978 h 442564"/>
              <a:gd name="connsiteX937" fmla="*/ 830827 w 1967341"/>
              <a:gd name="connsiteY937" fmla="*/ 282007 h 442564"/>
              <a:gd name="connsiteX938" fmla="*/ 823986 w 1967341"/>
              <a:gd name="connsiteY938" fmla="*/ 282615 h 442564"/>
              <a:gd name="connsiteX939" fmla="*/ 814939 w 1967341"/>
              <a:gd name="connsiteY939" fmla="*/ 286416 h 442564"/>
              <a:gd name="connsiteX940" fmla="*/ 804143 w 1967341"/>
              <a:gd name="connsiteY940" fmla="*/ 277522 h 442564"/>
              <a:gd name="connsiteX941" fmla="*/ 805284 w 1967341"/>
              <a:gd name="connsiteY941" fmla="*/ 270832 h 442564"/>
              <a:gd name="connsiteX942" fmla="*/ 803688 w 1967341"/>
              <a:gd name="connsiteY942" fmla="*/ 265511 h 442564"/>
              <a:gd name="connsiteX943" fmla="*/ 806957 w 1967341"/>
              <a:gd name="connsiteY943" fmla="*/ 259277 h 442564"/>
              <a:gd name="connsiteX944" fmla="*/ 815243 w 1967341"/>
              <a:gd name="connsiteY944" fmla="*/ 245062 h 442564"/>
              <a:gd name="connsiteX945" fmla="*/ 821325 w 1967341"/>
              <a:gd name="connsiteY945" fmla="*/ 241792 h 442564"/>
              <a:gd name="connsiteX946" fmla="*/ 44440 w 1967341"/>
              <a:gd name="connsiteY946" fmla="*/ 233668 h 442564"/>
              <a:gd name="connsiteX947" fmla="*/ 23071 w 1967341"/>
              <a:gd name="connsiteY947" fmla="*/ 236306 h 442564"/>
              <a:gd name="connsiteX948" fmla="*/ 24902 w 1967341"/>
              <a:gd name="connsiteY948" fmla="*/ 251308 h 442564"/>
              <a:gd name="connsiteX949" fmla="*/ 26800 w 1967341"/>
              <a:gd name="connsiteY949" fmla="*/ 251090 h 442564"/>
              <a:gd name="connsiteX950" fmla="*/ 28697 w 1967341"/>
              <a:gd name="connsiteY950" fmla="*/ 250850 h 442564"/>
              <a:gd name="connsiteX951" fmla="*/ 27367 w 1967341"/>
              <a:gd name="connsiteY951" fmla="*/ 239948 h 442564"/>
              <a:gd name="connsiteX952" fmla="*/ 32927 w 1967341"/>
              <a:gd name="connsiteY952" fmla="*/ 239250 h 442564"/>
              <a:gd name="connsiteX953" fmla="*/ 34104 w 1967341"/>
              <a:gd name="connsiteY953" fmla="*/ 248866 h 442564"/>
              <a:gd name="connsiteX954" fmla="*/ 35958 w 1967341"/>
              <a:gd name="connsiteY954" fmla="*/ 248648 h 442564"/>
              <a:gd name="connsiteX955" fmla="*/ 37790 w 1967341"/>
              <a:gd name="connsiteY955" fmla="*/ 248430 h 442564"/>
              <a:gd name="connsiteX956" fmla="*/ 36612 w 1967341"/>
              <a:gd name="connsiteY956" fmla="*/ 238814 h 442564"/>
              <a:gd name="connsiteX957" fmla="*/ 41148 w 1967341"/>
              <a:gd name="connsiteY957" fmla="*/ 238247 h 442564"/>
              <a:gd name="connsiteX958" fmla="*/ 42412 w 1967341"/>
              <a:gd name="connsiteY958" fmla="*/ 248605 h 442564"/>
              <a:gd name="connsiteX959" fmla="*/ 44331 w 1967341"/>
              <a:gd name="connsiteY959" fmla="*/ 248386 h 442564"/>
              <a:gd name="connsiteX960" fmla="*/ 46206 w 1967341"/>
              <a:gd name="connsiteY960" fmla="*/ 248147 h 442564"/>
              <a:gd name="connsiteX961" fmla="*/ 404819 w 1967341"/>
              <a:gd name="connsiteY961" fmla="*/ 230026 h 442564"/>
              <a:gd name="connsiteX962" fmla="*/ 399302 w 1967341"/>
              <a:gd name="connsiteY962" fmla="*/ 232207 h 442564"/>
              <a:gd name="connsiteX963" fmla="*/ 399302 w 1967341"/>
              <a:gd name="connsiteY963" fmla="*/ 245290 h 442564"/>
              <a:gd name="connsiteX964" fmla="*/ 415787 w 1967341"/>
              <a:gd name="connsiteY964" fmla="*/ 246838 h 442564"/>
              <a:gd name="connsiteX965" fmla="*/ 419407 w 1967341"/>
              <a:gd name="connsiteY965" fmla="*/ 240297 h 442564"/>
              <a:gd name="connsiteX966" fmla="*/ 416878 w 1967341"/>
              <a:gd name="connsiteY966" fmla="*/ 234387 h 442564"/>
              <a:gd name="connsiteX967" fmla="*/ 416551 w 1967341"/>
              <a:gd name="connsiteY967" fmla="*/ 234213 h 442564"/>
              <a:gd name="connsiteX968" fmla="*/ 419363 w 1967341"/>
              <a:gd name="connsiteY968" fmla="*/ 234038 h 442564"/>
              <a:gd name="connsiteX969" fmla="*/ 419560 w 1967341"/>
              <a:gd name="connsiteY969" fmla="*/ 231313 h 442564"/>
              <a:gd name="connsiteX970" fmla="*/ 407981 w 1967341"/>
              <a:gd name="connsiteY970" fmla="*/ 230310 h 442564"/>
              <a:gd name="connsiteX971" fmla="*/ 407261 w 1967341"/>
              <a:gd name="connsiteY971" fmla="*/ 238574 h 442564"/>
              <a:gd name="connsiteX972" fmla="*/ 410968 w 1967341"/>
              <a:gd name="connsiteY972" fmla="*/ 238901 h 442564"/>
              <a:gd name="connsiteX973" fmla="*/ 411361 w 1967341"/>
              <a:gd name="connsiteY973" fmla="*/ 234235 h 442564"/>
              <a:gd name="connsiteX974" fmla="*/ 413912 w 1967341"/>
              <a:gd name="connsiteY974" fmla="*/ 235543 h 442564"/>
              <a:gd name="connsiteX975" fmla="*/ 415569 w 1967341"/>
              <a:gd name="connsiteY975" fmla="*/ 239446 h 442564"/>
              <a:gd name="connsiteX976" fmla="*/ 413389 w 1967341"/>
              <a:gd name="connsiteY976" fmla="*/ 243546 h 442564"/>
              <a:gd name="connsiteX977" fmla="*/ 407698 w 1967341"/>
              <a:gd name="connsiteY977" fmla="*/ 244505 h 442564"/>
              <a:gd name="connsiteX978" fmla="*/ 402224 w 1967341"/>
              <a:gd name="connsiteY978" fmla="*/ 242499 h 442564"/>
              <a:gd name="connsiteX979" fmla="*/ 400567 w 1967341"/>
              <a:gd name="connsiteY979" fmla="*/ 238138 h 442564"/>
              <a:gd name="connsiteX980" fmla="*/ 401875 w 1967341"/>
              <a:gd name="connsiteY980" fmla="*/ 235369 h 442564"/>
              <a:gd name="connsiteX981" fmla="*/ 404470 w 1967341"/>
              <a:gd name="connsiteY981" fmla="*/ 234147 h 442564"/>
              <a:gd name="connsiteX982" fmla="*/ 106978 w 1967341"/>
              <a:gd name="connsiteY982" fmla="*/ 223332 h 442564"/>
              <a:gd name="connsiteX983" fmla="*/ 120629 w 1967341"/>
              <a:gd name="connsiteY983" fmla="*/ 224815 h 442564"/>
              <a:gd name="connsiteX984" fmla="*/ 132469 w 1967341"/>
              <a:gd name="connsiteY984" fmla="*/ 224815 h 442564"/>
              <a:gd name="connsiteX985" fmla="*/ 146032 w 1967341"/>
              <a:gd name="connsiteY985" fmla="*/ 224684 h 442564"/>
              <a:gd name="connsiteX986" fmla="*/ 166507 w 1967341"/>
              <a:gd name="connsiteY986" fmla="*/ 225208 h 442564"/>
              <a:gd name="connsiteX987" fmla="*/ 188640 w 1967341"/>
              <a:gd name="connsiteY987" fmla="*/ 230354 h 442564"/>
              <a:gd name="connsiteX988" fmla="*/ 204274 w 1967341"/>
              <a:gd name="connsiteY988" fmla="*/ 231422 h 442564"/>
              <a:gd name="connsiteX989" fmla="*/ 198997 w 1967341"/>
              <a:gd name="connsiteY989" fmla="*/ 253860 h 442564"/>
              <a:gd name="connsiteX990" fmla="*/ 220803 w 1967341"/>
              <a:gd name="connsiteY990" fmla="*/ 256433 h 442564"/>
              <a:gd name="connsiteX991" fmla="*/ 221043 w 1967341"/>
              <a:gd name="connsiteY991" fmla="*/ 256433 h 442564"/>
              <a:gd name="connsiteX992" fmla="*/ 221326 w 1967341"/>
              <a:gd name="connsiteY992" fmla="*/ 256433 h 442564"/>
              <a:gd name="connsiteX993" fmla="*/ 243284 w 1967341"/>
              <a:gd name="connsiteY993" fmla="*/ 253816 h 442564"/>
              <a:gd name="connsiteX994" fmla="*/ 238007 w 1967341"/>
              <a:gd name="connsiteY994" fmla="*/ 231379 h 442564"/>
              <a:gd name="connsiteX995" fmla="*/ 253642 w 1967341"/>
              <a:gd name="connsiteY995" fmla="*/ 230310 h 442564"/>
              <a:gd name="connsiteX996" fmla="*/ 275862 w 1967341"/>
              <a:gd name="connsiteY996" fmla="*/ 225229 h 442564"/>
              <a:gd name="connsiteX997" fmla="*/ 296337 w 1967341"/>
              <a:gd name="connsiteY997" fmla="*/ 224706 h 442564"/>
              <a:gd name="connsiteX998" fmla="*/ 309900 w 1967341"/>
              <a:gd name="connsiteY998" fmla="*/ 224837 h 442564"/>
              <a:gd name="connsiteX999" fmla="*/ 321740 w 1967341"/>
              <a:gd name="connsiteY999" fmla="*/ 224837 h 442564"/>
              <a:gd name="connsiteX1000" fmla="*/ 321740 w 1967341"/>
              <a:gd name="connsiteY1000" fmla="*/ 224815 h 442564"/>
              <a:gd name="connsiteX1001" fmla="*/ 335391 w 1967341"/>
              <a:gd name="connsiteY1001" fmla="*/ 223332 h 442564"/>
              <a:gd name="connsiteX1002" fmla="*/ 322307 w 1967341"/>
              <a:gd name="connsiteY1002" fmla="*/ 236219 h 442564"/>
              <a:gd name="connsiteX1003" fmla="*/ 303271 w 1967341"/>
              <a:gd name="connsiteY1003" fmla="*/ 244942 h 442564"/>
              <a:gd name="connsiteX1004" fmla="*/ 256804 w 1967341"/>
              <a:gd name="connsiteY1004" fmla="*/ 255212 h 442564"/>
              <a:gd name="connsiteX1005" fmla="*/ 236067 w 1967341"/>
              <a:gd name="connsiteY1005" fmla="*/ 257545 h 442564"/>
              <a:gd name="connsiteX1006" fmla="*/ 234061 w 1967341"/>
              <a:gd name="connsiteY1006" fmla="*/ 257741 h 442564"/>
              <a:gd name="connsiteX1007" fmla="*/ 239883 w 1967341"/>
              <a:gd name="connsiteY1007" fmla="*/ 281357 h 442564"/>
              <a:gd name="connsiteX1008" fmla="*/ 221108 w 1967341"/>
              <a:gd name="connsiteY1008" fmla="*/ 284540 h 442564"/>
              <a:gd name="connsiteX1009" fmla="*/ 202312 w 1967341"/>
              <a:gd name="connsiteY1009" fmla="*/ 281357 h 442564"/>
              <a:gd name="connsiteX1010" fmla="*/ 208156 w 1967341"/>
              <a:gd name="connsiteY1010" fmla="*/ 257741 h 442564"/>
              <a:gd name="connsiteX1011" fmla="*/ 206128 w 1967341"/>
              <a:gd name="connsiteY1011" fmla="*/ 257545 h 442564"/>
              <a:gd name="connsiteX1012" fmla="*/ 185391 w 1967341"/>
              <a:gd name="connsiteY1012" fmla="*/ 255212 h 442564"/>
              <a:gd name="connsiteX1013" fmla="*/ 139098 w 1967341"/>
              <a:gd name="connsiteY1013" fmla="*/ 244942 h 442564"/>
              <a:gd name="connsiteX1014" fmla="*/ 120062 w 1967341"/>
              <a:gd name="connsiteY1014" fmla="*/ 236219 h 442564"/>
              <a:gd name="connsiteX1015" fmla="*/ 106978 w 1967341"/>
              <a:gd name="connsiteY1015" fmla="*/ 223332 h 442564"/>
              <a:gd name="connsiteX1016" fmla="*/ 922736 w 1967341"/>
              <a:gd name="connsiteY1016" fmla="*/ 223091 h 442564"/>
              <a:gd name="connsiteX1017" fmla="*/ 928818 w 1967341"/>
              <a:gd name="connsiteY1017" fmla="*/ 224460 h 442564"/>
              <a:gd name="connsiteX1018" fmla="*/ 934976 w 1967341"/>
              <a:gd name="connsiteY1018" fmla="*/ 227652 h 442564"/>
              <a:gd name="connsiteX1019" fmla="*/ 941133 w 1967341"/>
              <a:gd name="connsiteY1019" fmla="*/ 228185 h 442564"/>
              <a:gd name="connsiteX1020" fmla="*/ 947215 w 1967341"/>
              <a:gd name="connsiteY1020" fmla="*/ 230085 h 442564"/>
              <a:gd name="connsiteX1021" fmla="*/ 952460 w 1967341"/>
              <a:gd name="connsiteY1021" fmla="*/ 229249 h 442564"/>
              <a:gd name="connsiteX1022" fmla="*/ 964928 w 1967341"/>
              <a:gd name="connsiteY1022" fmla="*/ 240272 h 442564"/>
              <a:gd name="connsiteX1023" fmla="*/ 964244 w 1967341"/>
              <a:gd name="connsiteY1023" fmla="*/ 240424 h 442564"/>
              <a:gd name="connsiteX1024" fmla="*/ 967513 w 1967341"/>
              <a:gd name="connsiteY1024" fmla="*/ 245213 h 442564"/>
              <a:gd name="connsiteX1025" fmla="*/ 967513 w 1967341"/>
              <a:gd name="connsiteY1025" fmla="*/ 251447 h 442564"/>
              <a:gd name="connsiteX1026" fmla="*/ 963103 w 1967341"/>
              <a:gd name="connsiteY1026" fmla="*/ 257225 h 442564"/>
              <a:gd name="connsiteX1027" fmla="*/ 959682 w 1967341"/>
              <a:gd name="connsiteY1027" fmla="*/ 264219 h 442564"/>
              <a:gd name="connsiteX1028" fmla="*/ 955654 w 1967341"/>
              <a:gd name="connsiteY1028" fmla="*/ 268932 h 442564"/>
              <a:gd name="connsiteX1029" fmla="*/ 948660 w 1967341"/>
              <a:gd name="connsiteY1029" fmla="*/ 271744 h 442564"/>
              <a:gd name="connsiteX1030" fmla="*/ 942730 w 1967341"/>
              <a:gd name="connsiteY1030" fmla="*/ 271744 h 442564"/>
              <a:gd name="connsiteX1031" fmla="*/ 936496 w 1967341"/>
              <a:gd name="connsiteY1031" fmla="*/ 274709 h 442564"/>
              <a:gd name="connsiteX1032" fmla="*/ 931631 w 1967341"/>
              <a:gd name="connsiteY1032" fmla="*/ 269540 h 442564"/>
              <a:gd name="connsiteX1033" fmla="*/ 931631 w 1967341"/>
              <a:gd name="connsiteY1033" fmla="*/ 262699 h 442564"/>
              <a:gd name="connsiteX1034" fmla="*/ 926613 w 1967341"/>
              <a:gd name="connsiteY1034" fmla="*/ 253500 h 442564"/>
              <a:gd name="connsiteX1035" fmla="*/ 922584 w 1967341"/>
              <a:gd name="connsiteY1035" fmla="*/ 245518 h 442564"/>
              <a:gd name="connsiteX1036" fmla="*/ 920227 w 1967341"/>
              <a:gd name="connsiteY1036" fmla="*/ 236623 h 442564"/>
              <a:gd name="connsiteX1037" fmla="*/ 920684 w 1967341"/>
              <a:gd name="connsiteY1037" fmla="*/ 231150 h 442564"/>
              <a:gd name="connsiteX1038" fmla="*/ 922736 w 1967341"/>
              <a:gd name="connsiteY1038" fmla="*/ 223091 h 442564"/>
              <a:gd name="connsiteX1039" fmla="*/ 35630 w 1967341"/>
              <a:gd name="connsiteY1039" fmla="*/ 215351 h 442564"/>
              <a:gd name="connsiteX1040" fmla="*/ 40362 w 1967341"/>
              <a:gd name="connsiteY1040" fmla="*/ 215351 h 442564"/>
              <a:gd name="connsiteX1041" fmla="*/ 40362 w 1967341"/>
              <a:gd name="connsiteY1041" fmla="*/ 219930 h 442564"/>
              <a:gd name="connsiteX1042" fmla="*/ 39773 w 1967341"/>
              <a:gd name="connsiteY1042" fmla="*/ 222351 h 442564"/>
              <a:gd name="connsiteX1043" fmla="*/ 38116 w 1967341"/>
              <a:gd name="connsiteY1043" fmla="*/ 223136 h 442564"/>
              <a:gd name="connsiteX1044" fmla="*/ 36219 w 1967341"/>
              <a:gd name="connsiteY1044" fmla="*/ 222416 h 442564"/>
              <a:gd name="connsiteX1045" fmla="*/ 35630 w 1967341"/>
              <a:gd name="connsiteY1045" fmla="*/ 220083 h 442564"/>
              <a:gd name="connsiteX1046" fmla="*/ 26276 w 1967341"/>
              <a:gd name="connsiteY1046" fmla="*/ 215068 h 442564"/>
              <a:gd name="connsiteX1047" fmla="*/ 32011 w 1967341"/>
              <a:gd name="connsiteY1047" fmla="*/ 215177 h 442564"/>
              <a:gd name="connsiteX1048" fmla="*/ 32011 w 1967341"/>
              <a:gd name="connsiteY1048" fmla="*/ 220105 h 442564"/>
              <a:gd name="connsiteX1049" fmla="*/ 31313 w 1967341"/>
              <a:gd name="connsiteY1049" fmla="*/ 222591 h 442564"/>
              <a:gd name="connsiteX1050" fmla="*/ 29285 w 1967341"/>
              <a:gd name="connsiteY1050" fmla="*/ 223376 h 442564"/>
              <a:gd name="connsiteX1051" fmla="*/ 26996 w 1967341"/>
              <a:gd name="connsiteY1051" fmla="*/ 222526 h 442564"/>
              <a:gd name="connsiteX1052" fmla="*/ 26276 w 1967341"/>
              <a:gd name="connsiteY1052" fmla="*/ 220084 h 442564"/>
              <a:gd name="connsiteX1053" fmla="*/ 22678 w 1967341"/>
              <a:gd name="connsiteY1053" fmla="*/ 211034 h 442564"/>
              <a:gd name="connsiteX1054" fmla="*/ 22678 w 1967341"/>
              <a:gd name="connsiteY1054" fmla="*/ 213018 h 442564"/>
              <a:gd name="connsiteX1055" fmla="*/ 22657 w 1967341"/>
              <a:gd name="connsiteY1055" fmla="*/ 220018 h 442564"/>
              <a:gd name="connsiteX1056" fmla="*/ 24270 w 1967341"/>
              <a:gd name="connsiteY1056" fmla="*/ 225556 h 442564"/>
              <a:gd name="connsiteX1057" fmla="*/ 29264 w 1967341"/>
              <a:gd name="connsiteY1057" fmla="*/ 227519 h 442564"/>
              <a:gd name="connsiteX1058" fmla="*/ 33428 w 1967341"/>
              <a:gd name="connsiteY1058" fmla="*/ 225687 h 442564"/>
              <a:gd name="connsiteX1059" fmla="*/ 34148 w 1967341"/>
              <a:gd name="connsiteY1059" fmla="*/ 224466 h 442564"/>
              <a:gd name="connsiteX1060" fmla="*/ 38509 w 1967341"/>
              <a:gd name="connsiteY1060" fmla="*/ 227017 h 442564"/>
              <a:gd name="connsiteX1061" fmla="*/ 42543 w 1967341"/>
              <a:gd name="connsiteY1061" fmla="*/ 225469 h 442564"/>
              <a:gd name="connsiteX1062" fmla="*/ 44048 w 1967341"/>
              <a:gd name="connsiteY1062" fmla="*/ 220999 h 442564"/>
              <a:gd name="connsiteX1063" fmla="*/ 44200 w 1967341"/>
              <a:gd name="connsiteY1063" fmla="*/ 213389 h 442564"/>
              <a:gd name="connsiteX1064" fmla="*/ 44200 w 1967341"/>
              <a:gd name="connsiteY1064" fmla="*/ 211426 h 442564"/>
              <a:gd name="connsiteX1065" fmla="*/ 398365 w 1967341"/>
              <a:gd name="connsiteY1065" fmla="*/ 207196 h 442564"/>
              <a:gd name="connsiteX1066" fmla="*/ 398365 w 1967341"/>
              <a:gd name="connsiteY1066" fmla="*/ 209551 h 442564"/>
              <a:gd name="connsiteX1067" fmla="*/ 398365 w 1967341"/>
              <a:gd name="connsiteY1067" fmla="*/ 211884 h 442564"/>
              <a:gd name="connsiteX1068" fmla="*/ 407807 w 1967341"/>
              <a:gd name="connsiteY1068" fmla="*/ 215417 h 442564"/>
              <a:gd name="connsiteX1069" fmla="*/ 398626 w 1967341"/>
              <a:gd name="connsiteY1069" fmla="*/ 219778 h 442564"/>
              <a:gd name="connsiteX1070" fmla="*/ 398626 w 1967341"/>
              <a:gd name="connsiteY1070" fmla="*/ 222242 h 442564"/>
              <a:gd name="connsiteX1071" fmla="*/ 398626 w 1967341"/>
              <a:gd name="connsiteY1071" fmla="*/ 224706 h 442564"/>
              <a:gd name="connsiteX1072" fmla="*/ 411710 w 1967341"/>
              <a:gd name="connsiteY1072" fmla="*/ 217314 h 442564"/>
              <a:gd name="connsiteX1073" fmla="*/ 419800 w 1967341"/>
              <a:gd name="connsiteY1073" fmla="*/ 217030 h 442564"/>
              <a:gd name="connsiteX1074" fmla="*/ 419800 w 1967341"/>
              <a:gd name="connsiteY1074" fmla="*/ 214959 h 442564"/>
              <a:gd name="connsiteX1075" fmla="*/ 419800 w 1967341"/>
              <a:gd name="connsiteY1075" fmla="*/ 212909 h 442564"/>
              <a:gd name="connsiteX1076" fmla="*/ 411622 w 1967341"/>
              <a:gd name="connsiteY1076" fmla="*/ 213192 h 442564"/>
              <a:gd name="connsiteX1077" fmla="*/ 322242 w 1967341"/>
              <a:gd name="connsiteY1077" fmla="*/ 189337 h 442564"/>
              <a:gd name="connsiteX1078" fmla="*/ 309355 w 1967341"/>
              <a:gd name="connsiteY1078" fmla="*/ 203489 h 442564"/>
              <a:gd name="connsiteX1079" fmla="*/ 290362 w 1967341"/>
              <a:gd name="connsiteY1079" fmla="*/ 215787 h 442564"/>
              <a:gd name="connsiteX1080" fmla="*/ 252922 w 1967341"/>
              <a:gd name="connsiteY1080" fmla="*/ 226799 h 442564"/>
              <a:gd name="connsiteX1081" fmla="*/ 236765 w 1967341"/>
              <a:gd name="connsiteY1081" fmla="*/ 227824 h 442564"/>
              <a:gd name="connsiteX1082" fmla="*/ 233428 w 1967341"/>
              <a:gd name="connsiteY1082" fmla="*/ 227824 h 442564"/>
              <a:gd name="connsiteX1083" fmla="*/ 238836 w 1967341"/>
              <a:gd name="connsiteY1083" fmla="*/ 250785 h 442564"/>
              <a:gd name="connsiteX1084" fmla="*/ 221392 w 1967341"/>
              <a:gd name="connsiteY1084" fmla="*/ 252966 h 442564"/>
              <a:gd name="connsiteX1085" fmla="*/ 221174 w 1967341"/>
              <a:gd name="connsiteY1085" fmla="*/ 252966 h 442564"/>
              <a:gd name="connsiteX1086" fmla="*/ 220934 w 1967341"/>
              <a:gd name="connsiteY1086" fmla="*/ 252966 h 442564"/>
              <a:gd name="connsiteX1087" fmla="*/ 203489 w 1967341"/>
              <a:gd name="connsiteY1087" fmla="*/ 250785 h 442564"/>
              <a:gd name="connsiteX1088" fmla="*/ 208919 w 1967341"/>
              <a:gd name="connsiteY1088" fmla="*/ 227868 h 442564"/>
              <a:gd name="connsiteX1089" fmla="*/ 205583 w 1967341"/>
              <a:gd name="connsiteY1089" fmla="*/ 227868 h 442564"/>
              <a:gd name="connsiteX1090" fmla="*/ 189425 w 1967341"/>
              <a:gd name="connsiteY1090" fmla="*/ 226843 h 442564"/>
              <a:gd name="connsiteX1091" fmla="*/ 151985 w 1967341"/>
              <a:gd name="connsiteY1091" fmla="*/ 215831 h 442564"/>
              <a:gd name="connsiteX1092" fmla="*/ 132949 w 1967341"/>
              <a:gd name="connsiteY1092" fmla="*/ 203511 h 442564"/>
              <a:gd name="connsiteX1093" fmla="*/ 120105 w 1967341"/>
              <a:gd name="connsiteY1093" fmla="*/ 189381 h 442564"/>
              <a:gd name="connsiteX1094" fmla="*/ 133581 w 1967341"/>
              <a:gd name="connsiteY1094" fmla="*/ 190907 h 442564"/>
              <a:gd name="connsiteX1095" fmla="*/ 138814 w 1967341"/>
              <a:gd name="connsiteY1095" fmla="*/ 191147 h 442564"/>
              <a:gd name="connsiteX1096" fmla="*/ 163411 w 1967341"/>
              <a:gd name="connsiteY1096" fmla="*/ 192434 h 442564"/>
              <a:gd name="connsiteX1097" fmla="*/ 166158 w 1967341"/>
              <a:gd name="connsiteY1097" fmla="*/ 193895 h 442564"/>
              <a:gd name="connsiteX1098" fmla="*/ 193939 w 1967341"/>
              <a:gd name="connsiteY1098" fmla="*/ 202770 h 442564"/>
              <a:gd name="connsiteX1099" fmla="*/ 198910 w 1967341"/>
              <a:gd name="connsiteY1099" fmla="*/ 203097 h 442564"/>
              <a:gd name="connsiteX1100" fmla="*/ 205016 w 1967341"/>
              <a:gd name="connsiteY1100" fmla="*/ 202770 h 442564"/>
              <a:gd name="connsiteX1101" fmla="*/ 200219 w 1967341"/>
              <a:gd name="connsiteY1101" fmla="*/ 222721 h 442564"/>
              <a:gd name="connsiteX1102" fmla="*/ 221283 w 1967341"/>
              <a:gd name="connsiteY1102" fmla="*/ 224052 h 442564"/>
              <a:gd name="connsiteX1103" fmla="*/ 242325 w 1967341"/>
              <a:gd name="connsiteY1103" fmla="*/ 222721 h 442564"/>
              <a:gd name="connsiteX1104" fmla="*/ 237550 w 1967341"/>
              <a:gd name="connsiteY1104" fmla="*/ 202770 h 442564"/>
              <a:gd name="connsiteX1105" fmla="*/ 243633 w 1967341"/>
              <a:gd name="connsiteY1105" fmla="*/ 203097 h 442564"/>
              <a:gd name="connsiteX1106" fmla="*/ 248605 w 1967341"/>
              <a:gd name="connsiteY1106" fmla="*/ 202770 h 442564"/>
              <a:gd name="connsiteX1107" fmla="*/ 276407 w 1967341"/>
              <a:gd name="connsiteY1107" fmla="*/ 193895 h 442564"/>
              <a:gd name="connsiteX1108" fmla="*/ 279154 w 1967341"/>
              <a:gd name="connsiteY1108" fmla="*/ 192434 h 442564"/>
              <a:gd name="connsiteX1109" fmla="*/ 303751 w 1967341"/>
              <a:gd name="connsiteY1109" fmla="*/ 191147 h 442564"/>
              <a:gd name="connsiteX1110" fmla="*/ 308962 w 1967341"/>
              <a:gd name="connsiteY1110" fmla="*/ 190907 h 442564"/>
              <a:gd name="connsiteX1111" fmla="*/ 308744 w 1967341"/>
              <a:gd name="connsiteY1111" fmla="*/ 190864 h 442564"/>
              <a:gd name="connsiteX1112" fmla="*/ 322242 w 1967341"/>
              <a:gd name="connsiteY1112" fmla="*/ 189337 h 442564"/>
              <a:gd name="connsiteX1113" fmla="*/ 900918 w 1967341"/>
              <a:gd name="connsiteY1113" fmla="*/ 179000 h 442564"/>
              <a:gd name="connsiteX1114" fmla="*/ 895292 w 1967341"/>
              <a:gd name="connsiteY1114" fmla="*/ 179760 h 442564"/>
              <a:gd name="connsiteX1115" fmla="*/ 889515 w 1967341"/>
              <a:gd name="connsiteY1115" fmla="*/ 181660 h 442564"/>
              <a:gd name="connsiteX1116" fmla="*/ 885182 w 1967341"/>
              <a:gd name="connsiteY1116" fmla="*/ 184397 h 442564"/>
              <a:gd name="connsiteX1117" fmla="*/ 873931 w 1967341"/>
              <a:gd name="connsiteY1117" fmla="*/ 189262 h 442564"/>
              <a:gd name="connsiteX1118" fmla="*/ 870510 w 1967341"/>
              <a:gd name="connsiteY1118" fmla="*/ 195040 h 442564"/>
              <a:gd name="connsiteX1119" fmla="*/ 875375 w 1967341"/>
              <a:gd name="connsiteY1119" fmla="*/ 199905 h 442564"/>
              <a:gd name="connsiteX1120" fmla="*/ 883965 w 1967341"/>
              <a:gd name="connsiteY1120" fmla="*/ 197245 h 442564"/>
              <a:gd name="connsiteX1121" fmla="*/ 892024 w 1967341"/>
              <a:gd name="connsiteY1121" fmla="*/ 191011 h 442564"/>
              <a:gd name="connsiteX1122" fmla="*/ 898714 w 1967341"/>
              <a:gd name="connsiteY1122" fmla="*/ 185082 h 442564"/>
              <a:gd name="connsiteX1123" fmla="*/ 900918 w 1967341"/>
              <a:gd name="connsiteY1123" fmla="*/ 179000 h 442564"/>
              <a:gd name="connsiteX1124" fmla="*/ 1167978 w 1967341"/>
              <a:gd name="connsiteY1124" fmla="*/ 166761 h 442564"/>
              <a:gd name="connsiteX1125" fmla="*/ 1159083 w 1967341"/>
              <a:gd name="connsiteY1125" fmla="*/ 168281 h 442564"/>
              <a:gd name="connsiteX1126" fmla="*/ 1156955 w 1967341"/>
              <a:gd name="connsiteY1126" fmla="*/ 172994 h 442564"/>
              <a:gd name="connsiteX1127" fmla="*/ 1157640 w 1967341"/>
              <a:gd name="connsiteY1127" fmla="*/ 177404 h 442564"/>
              <a:gd name="connsiteX1128" fmla="*/ 1165242 w 1967341"/>
              <a:gd name="connsiteY1128" fmla="*/ 178239 h 442564"/>
              <a:gd name="connsiteX1129" fmla="*/ 1165317 w 1967341"/>
              <a:gd name="connsiteY1129" fmla="*/ 178239 h 442564"/>
              <a:gd name="connsiteX1130" fmla="*/ 1170411 w 1967341"/>
              <a:gd name="connsiteY1130" fmla="*/ 169421 h 442564"/>
              <a:gd name="connsiteX1131" fmla="*/ 1170429 w 1967341"/>
              <a:gd name="connsiteY1131" fmla="*/ 169019 h 442564"/>
              <a:gd name="connsiteX1132" fmla="*/ 1167978 w 1967341"/>
              <a:gd name="connsiteY1132" fmla="*/ 166761 h 442564"/>
              <a:gd name="connsiteX1133" fmla="*/ 1194585 w 1967341"/>
              <a:gd name="connsiteY1133" fmla="*/ 158854 h 442564"/>
              <a:gd name="connsiteX1134" fmla="*/ 1187668 w 1967341"/>
              <a:gd name="connsiteY1134" fmla="*/ 161135 h 442564"/>
              <a:gd name="connsiteX1135" fmla="*/ 1186831 w 1967341"/>
              <a:gd name="connsiteY1135" fmla="*/ 168053 h 442564"/>
              <a:gd name="connsiteX1136" fmla="*/ 1191088 w 1967341"/>
              <a:gd name="connsiteY1136" fmla="*/ 171929 h 442564"/>
              <a:gd name="connsiteX1137" fmla="*/ 1198690 w 1967341"/>
              <a:gd name="connsiteY1137" fmla="*/ 166228 h 442564"/>
              <a:gd name="connsiteX1138" fmla="*/ 1198995 w 1967341"/>
              <a:gd name="connsiteY1138" fmla="*/ 166228 h 442564"/>
              <a:gd name="connsiteX1139" fmla="*/ 1198995 w 1967341"/>
              <a:gd name="connsiteY1139" fmla="*/ 160451 h 442564"/>
              <a:gd name="connsiteX1140" fmla="*/ 1194585 w 1967341"/>
              <a:gd name="connsiteY1140" fmla="*/ 158854 h 442564"/>
              <a:gd name="connsiteX1141" fmla="*/ 916579 w 1967341"/>
              <a:gd name="connsiteY1141" fmla="*/ 150111 h 442564"/>
              <a:gd name="connsiteX1142" fmla="*/ 923116 w 1967341"/>
              <a:gd name="connsiteY1142" fmla="*/ 152621 h 442564"/>
              <a:gd name="connsiteX1143" fmla="*/ 930718 w 1967341"/>
              <a:gd name="connsiteY1143" fmla="*/ 152621 h 442564"/>
              <a:gd name="connsiteX1144" fmla="*/ 941437 w 1967341"/>
              <a:gd name="connsiteY1144" fmla="*/ 159615 h 442564"/>
              <a:gd name="connsiteX1145" fmla="*/ 944402 w 1967341"/>
              <a:gd name="connsiteY1145" fmla="*/ 168509 h 442564"/>
              <a:gd name="connsiteX1146" fmla="*/ 944402 w 1967341"/>
              <a:gd name="connsiteY1146" fmla="*/ 175427 h 442564"/>
              <a:gd name="connsiteX1147" fmla="*/ 935355 w 1967341"/>
              <a:gd name="connsiteY1147" fmla="*/ 184625 h 442564"/>
              <a:gd name="connsiteX1148" fmla="*/ 935051 w 1967341"/>
              <a:gd name="connsiteY1148" fmla="*/ 184625 h 442564"/>
              <a:gd name="connsiteX1149" fmla="*/ 930718 w 1967341"/>
              <a:gd name="connsiteY1149" fmla="*/ 192227 h 442564"/>
              <a:gd name="connsiteX1150" fmla="*/ 916502 w 1967341"/>
              <a:gd name="connsiteY1150" fmla="*/ 217010 h 442564"/>
              <a:gd name="connsiteX1151" fmla="*/ 910268 w 1967341"/>
              <a:gd name="connsiteY1151" fmla="*/ 224992 h 442564"/>
              <a:gd name="connsiteX1152" fmla="*/ 905631 w 1967341"/>
              <a:gd name="connsiteY1152" fmla="*/ 225600 h 442564"/>
              <a:gd name="connsiteX1153" fmla="*/ 901222 w 1967341"/>
              <a:gd name="connsiteY1153" fmla="*/ 230542 h 442564"/>
              <a:gd name="connsiteX1154" fmla="*/ 902667 w 1967341"/>
              <a:gd name="connsiteY1154" fmla="*/ 239588 h 442564"/>
              <a:gd name="connsiteX1155" fmla="*/ 902667 w 1967341"/>
              <a:gd name="connsiteY1155" fmla="*/ 279803 h 442564"/>
              <a:gd name="connsiteX1156" fmla="*/ 895065 w 1967341"/>
              <a:gd name="connsiteY1156" fmla="*/ 291206 h 442564"/>
              <a:gd name="connsiteX1157" fmla="*/ 886930 w 1967341"/>
              <a:gd name="connsiteY1157" fmla="*/ 299340 h 442564"/>
              <a:gd name="connsiteX1158" fmla="*/ 879328 w 1967341"/>
              <a:gd name="connsiteY1158" fmla="*/ 303217 h 442564"/>
              <a:gd name="connsiteX1159" fmla="*/ 875907 w 1967341"/>
              <a:gd name="connsiteY1159" fmla="*/ 300860 h 442564"/>
              <a:gd name="connsiteX1160" fmla="*/ 870586 w 1967341"/>
              <a:gd name="connsiteY1160" fmla="*/ 298504 h 442564"/>
              <a:gd name="connsiteX1161" fmla="*/ 866404 w 1967341"/>
              <a:gd name="connsiteY1161" fmla="*/ 295235 h 442564"/>
              <a:gd name="connsiteX1162" fmla="*/ 859410 w 1967341"/>
              <a:gd name="connsiteY1162" fmla="*/ 291815 h 442564"/>
              <a:gd name="connsiteX1163" fmla="*/ 855610 w 1967341"/>
              <a:gd name="connsiteY1163" fmla="*/ 284668 h 442564"/>
              <a:gd name="connsiteX1164" fmla="*/ 844891 w 1967341"/>
              <a:gd name="connsiteY1164" fmla="*/ 273721 h 442564"/>
              <a:gd name="connsiteX1165" fmla="*/ 851732 w 1967341"/>
              <a:gd name="connsiteY1165" fmla="*/ 270909 h 442564"/>
              <a:gd name="connsiteX1166" fmla="*/ 861843 w 1967341"/>
              <a:gd name="connsiteY1166" fmla="*/ 274405 h 442564"/>
              <a:gd name="connsiteX1167" fmla="*/ 869977 w 1967341"/>
              <a:gd name="connsiteY1167" fmla="*/ 264903 h 442564"/>
              <a:gd name="connsiteX1168" fmla="*/ 869977 w 1967341"/>
              <a:gd name="connsiteY1168" fmla="*/ 258289 h 442564"/>
              <a:gd name="connsiteX1169" fmla="*/ 869977 w 1967341"/>
              <a:gd name="connsiteY1169" fmla="*/ 249243 h 442564"/>
              <a:gd name="connsiteX1170" fmla="*/ 871422 w 1967341"/>
              <a:gd name="connsiteY1170" fmla="*/ 237156 h 442564"/>
              <a:gd name="connsiteX1171" fmla="*/ 869218 w 1967341"/>
              <a:gd name="connsiteY1171" fmla="*/ 233050 h 442564"/>
              <a:gd name="connsiteX1172" fmla="*/ 862679 w 1967341"/>
              <a:gd name="connsiteY1172" fmla="*/ 231226 h 442564"/>
              <a:gd name="connsiteX1173" fmla="*/ 857510 w 1967341"/>
              <a:gd name="connsiteY1173" fmla="*/ 232138 h 442564"/>
              <a:gd name="connsiteX1174" fmla="*/ 849224 w 1967341"/>
              <a:gd name="connsiteY1174" fmla="*/ 231378 h 442564"/>
              <a:gd name="connsiteX1175" fmla="*/ 846259 w 1967341"/>
              <a:gd name="connsiteY1175" fmla="*/ 228717 h 442564"/>
              <a:gd name="connsiteX1176" fmla="*/ 844586 w 1967341"/>
              <a:gd name="connsiteY1176" fmla="*/ 222635 h 442564"/>
              <a:gd name="connsiteX1177" fmla="*/ 843142 w 1967341"/>
              <a:gd name="connsiteY1177" fmla="*/ 219366 h 442564"/>
              <a:gd name="connsiteX1178" fmla="*/ 842382 w 1967341"/>
              <a:gd name="connsiteY1178" fmla="*/ 212981 h 442564"/>
              <a:gd name="connsiteX1179" fmla="*/ 840329 w 1967341"/>
              <a:gd name="connsiteY1179" fmla="*/ 203631 h 442564"/>
              <a:gd name="connsiteX1180" fmla="*/ 838353 w 1967341"/>
              <a:gd name="connsiteY1180" fmla="*/ 191619 h 442564"/>
              <a:gd name="connsiteX1181" fmla="*/ 837745 w 1967341"/>
              <a:gd name="connsiteY1181" fmla="*/ 179456 h 442564"/>
              <a:gd name="connsiteX1182" fmla="*/ 845347 w 1967341"/>
              <a:gd name="connsiteY1182" fmla="*/ 165696 h 442564"/>
              <a:gd name="connsiteX1183" fmla="*/ 852341 w 1967341"/>
              <a:gd name="connsiteY1183" fmla="*/ 162580 h 442564"/>
              <a:gd name="connsiteX1184" fmla="*/ 858574 w 1967341"/>
              <a:gd name="connsiteY1184" fmla="*/ 165848 h 442564"/>
              <a:gd name="connsiteX1185" fmla="*/ 861539 w 1967341"/>
              <a:gd name="connsiteY1185" fmla="*/ 169801 h 442564"/>
              <a:gd name="connsiteX1186" fmla="*/ 874463 w 1967341"/>
              <a:gd name="connsiteY1186" fmla="*/ 166000 h 442564"/>
              <a:gd name="connsiteX1187" fmla="*/ 884041 w 1967341"/>
              <a:gd name="connsiteY1187" fmla="*/ 163415 h 442564"/>
              <a:gd name="connsiteX1188" fmla="*/ 891035 w 1967341"/>
              <a:gd name="connsiteY1188" fmla="*/ 160907 h 442564"/>
              <a:gd name="connsiteX1189" fmla="*/ 896508 w 1967341"/>
              <a:gd name="connsiteY1189" fmla="*/ 159310 h 442564"/>
              <a:gd name="connsiteX1190" fmla="*/ 904111 w 1967341"/>
              <a:gd name="connsiteY1190" fmla="*/ 156345 h 442564"/>
              <a:gd name="connsiteX1191" fmla="*/ 908444 w 1967341"/>
              <a:gd name="connsiteY1191" fmla="*/ 153533 h 442564"/>
              <a:gd name="connsiteX1192" fmla="*/ 912245 w 1967341"/>
              <a:gd name="connsiteY1192" fmla="*/ 151556 h 442564"/>
              <a:gd name="connsiteX1193" fmla="*/ 916579 w 1967341"/>
              <a:gd name="connsiteY1193" fmla="*/ 150111 h 442564"/>
              <a:gd name="connsiteX1194" fmla="*/ 1165697 w 1967341"/>
              <a:gd name="connsiteY1194" fmla="*/ 137645 h 442564"/>
              <a:gd name="connsiteX1195" fmla="*/ 1158095 w 1967341"/>
              <a:gd name="connsiteY1195" fmla="*/ 142890 h 442564"/>
              <a:gd name="connsiteX1196" fmla="*/ 1158932 w 1967341"/>
              <a:gd name="connsiteY1196" fmla="*/ 150492 h 442564"/>
              <a:gd name="connsiteX1197" fmla="*/ 1162200 w 1967341"/>
              <a:gd name="connsiteY1197" fmla="*/ 152469 h 442564"/>
              <a:gd name="connsiteX1198" fmla="*/ 1170867 w 1967341"/>
              <a:gd name="connsiteY1198" fmla="*/ 144259 h 442564"/>
              <a:gd name="connsiteX1199" fmla="*/ 1171247 w 1967341"/>
              <a:gd name="connsiteY1199" fmla="*/ 144030 h 442564"/>
              <a:gd name="connsiteX1200" fmla="*/ 1165697 w 1967341"/>
              <a:gd name="connsiteY1200" fmla="*/ 137645 h 442564"/>
              <a:gd name="connsiteX1201" fmla="*/ 1206748 w 1967341"/>
              <a:gd name="connsiteY1201" fmla="*/ 126469 h 442564"/>
              <a:gd name="connsiteX1202" fmla="*/ 1189340 w 1967341"/>
              <a:gd name="connsiteY1202" fmla="*/ 133311 h 442564"/>
              <a:gd name="connsiteX1203" fmla="*/ 1191848 w 1967341"/>
              <a:gd name="connsiteY1203" fmla="*/ 141521 h 442564"/>
              <a:gd name="connsiteX1204" fmla="*/ 1201199 w 1967341"/>
              <a:gd name="connsiteY1204" fmla="*/ 142053 h 442564"/>
              <a:gd name="connsiteX1205" fmla="*/ 1207432 w 1967341"/>
              <a:gd name="connsiteY1205" fmla="*/ 133159 h 442564"/>
              <a:gd name="connsiteX1206" fmla="*/ 1206748 w 1967341"/>
              <a:gd name="connsiteY1206" fmla="*/ 126469 h 442564"/>
              <a:gd name="connsiteX1207" fmla="*/ 1455185 w 1967341"/>
              <a:gd name="connsiteY1207" fmla="*/ 124721 h 442564"/>
              <a:gd name="connsiteX1208" fmla="*/ 1460279 w 1967341"/>
              <a:gd name="connsiteY1208" fmla="*/ 127686 h 442564"/>
              <a:gd name="connsiteX1209" fmla="*/ 1467881 w 1967341"/>
              <a:gd name="connsiteY1209" fmla="*/ 134756 h 442564"/>
              <a:gd name="connsiteX1210" fmla="*/ 1470161 w 1967341"/>
              <a:gd name="connsiteY1210" fmla="*/ 141750 h 442564"/>
              <a:gd name="connsiteX1211" fmla="*/ 1473126 w 1967341"/>
              <a:gd name="connsiteY1211" fmla="*/ 146387 h 442564"/>
              <a:gd name="connsiteX1212" fmla="*/ 1461343 w 1967341"/>
              <a:gd name="connsiteY1212" fmla="*/ 157334 h 442564"/>
              <a:gd name="connsiteX1213" fmla="*/ 1452069 w 1967341"/>
              <a:gd name="connsiteY1213" fmla="*/ 164936 h 442564"/>
              <a:gd name="connsiteX1214" fmla="*/ 1444922 w 1967341"/>
              <a:gd name="connsiteY1214" fmla="*/ 169726 h 442564"/>
              <a:gd name="connsiteX1215" fmla="*/ 1430707 w 1967341"/>
              <a:gd name="connsiteY1215" fmla="*/ 179685 h 442564"/>
              <a:gd name="connsiteX1216" fmla="*/ 1434128 w 1967341"/>
              <a:gd name="connsiteY1216" fmla="*/ 191544 h 442564"/>
              <a:gd name="connsiteX1217" fmla="*/ 1431771 w 1967341"/>
              <a:gd name="connsiteY1217" fmla="*/ 197017 h 442564"/>
              <a:gd name="connsiteX1218" fmla="*/ 1429871 w 1967341"/>
              <a:gd name="connsiteY1218" fmla="*/ 202034 h 442564"/>
              <a:gd name="connsiteX1219" fmla="*/ 1428426 w 1967341"/>
              <a:gd name="connsiteY1219" fmla="*/ 207356 h 442564"/>
              <a:gd name="connsiteX1220" fmla="*/ 1427438 w 1967341"/>
              <a:gd name="connsiteY1220" fmla="*/ 212981 h 442564"/>
              <a:gd name="connsiteX1221" fmla="*/ 1428198 w 1967341"/>
              <a:gd name="connsiteY1221" fmla="*/ 227577 h 442564"/>
              <a:gd name="connsiteX1222" fmla="*/ 1454501 w 1967341"/>
              <a:gd name="connsiteY1222" fmla="*/ 226969 h 442564"/>
              <a:gd name="connsiteX1223" fmla="*/ 1461344 w 1967341"/>
              <a:gd name="connsiteY1223" fmla="*/ 224309 h 442564"/>
              <a:gd name="connsiteX1224" fmla="*/ 1467881 w 1967341"/>
              <a:gd name="connsiteY1224" fmla="*/ 223624 h 442564"/>
              <a:gd name="connsiteX1225" fmla="*/ 1475027 w 1967341"/>
              <a:gd name="connsiteY1225" fmla="*/ 225525 h 442564"/>
              <a:gd name="connsiteX1226" fmla="*/ 1482020 w 1967341"/>
              <a:gd name="connsiteY1226" fmla="*/ 229402 h 442564"/>
              <a:gd name="connsiteX1227" fmla="*/ 1491143 w 1967341"/>
              <a:gd name="connsiteY1227" fmla="*/ 237004 h 442564"/>
              <a:gd name="connsiteX1228" fmla="*/ 1491979 w 1967341"/>
              <a:gd name="connsiteY1228" fmla="*/ 243238 h 442564"/>
              <a:gd name="connsiteX1229" fmla="*/ 1490686 w 1967341"/>
              <a:gd name="connsiteY1229" fmla="*/ 243390 h 442564"/>
              <a:gd name="connsiteX1230" fmla="*/ 1491599 w 1967341"/>
              <a:gd name="connsiteY1230" fmla="*/ 245671 h 442564"/>
              <a:gd name="connsiteX1231" fmla="*/ 1492208 w 1967341"/>
              <a:gd name="connsiteY1231" fmla="*/ 249015 h 442564"/>
              <a:gd name="connsiteX1232" fmla="*/ 1489927 w 1967341"/>
              <a:gd name="connsiteY1232" fmla="*/ 254413 h 442564"/>
              <a:gd name="connsiteX1233" fmla="*/ 1485365 w 1967341"/>
              <a:gd name="connsiteY1233" fmla="*/ 259050 h 442564"/>
              <a:gd name="connsiteX1234" fmla="*/ 1476471 w 1967341"/>
              <a:gd name="connsiteY1234" fmla="*/ 259583 h 442564"/>
              <a:gd name="connsiteX1235" fmla="*/ 1466816 w 1967341"/>
              <a:gd name="connsiteY1235" fmla="*/ 257910 h 442564"/>
              <a:gd name="connsiteX1236" fmla="*/ 1456934 w 1967341"/>
              <a:gd name="connsiteY1236" fmla="*/ 258746 h 442564"/>
              <a:gd name="connsiteX1237" fmla="*/ 1440589 w 1967341"/>
              <a:gd name="connsiteY1237" fmla="*/ 257377 h 442564"/>
              <a:gd name="connsiteX1238" fmla="*/ 1425385 w 1967341"/>
              <a:gd name="connsiteY1238" fmla="*/ 257377 h 442564"/>
              <a:gd name="connsiteX1239" fmla="*/ 1410181 w 1967341"/>
              <a:gd name="connsiteY1239" fmla="*/ 258594 h 442564"/>
              <a:gd name="connsiteX1240" fmla="*/ 1395661 w 1967341"/>
              <a:gd name="connsiteY1240" fmla="*/ 260646 h 442564"/>
              <a:gd name="connsiteX1241" fmla="*/ 1379164 w 1967341"/>
              <a:gd name="connsiteY1241" fmla="*/ 260267 h 442564"/>
              <a:gd name="connsiteX1242" fmla="*/ 1349897 w 1967341"/>
              <a:gd name="connsiteY1242" fmla="*/ 266272 h 442564"/>
              <a:gd name="connsiteX1243" fmla="*/ 1314015 w 1967341"/>
              <a:gd name="connsiteY1243" fmla="*/ 279956 h 442564"/>
              <a:gd name="connsiteX1244" fmla="*/ 1300331 w 1967341"/>
              <a:gd name="connsiteY1244" fmla="*/ 267032 h 442564"/>
              <a:gd name="connsiteX1245" fmla="*/ 1300331 w 1967341"/>
              <a:gd name="connsiteY1245" fmla="*/ 259430 h 442564"/>
              <a:gd name="connsiteX1246" fmla="*/ 1299495 w 1967341"/>
              <a:gd name="connsiteY1246" fmla="*/ 250156 h 442564"/>
              <a:gd name="connsiteX1247" fmla="*/ 1314699 w 1967341"/>
              <a:gd name="connsiteY1247" fmla="*/ 241869 h 442564"/>
              <a:gd name="connsiteX1248" fmla="*/ 1323517 w 1967341"/>
              <a:gd name="connsiteY1248" fmla="*/ 242706 h 442564"/>
              <a:gd name="connsiteX1249" fmla="*/ 1341762 w 1967341"/>
              <a:gd name="connsiteY1249" fmla="*/ 235787 h 442564"/>
              <a:gd name="connsiteX1250" fmla="*/ 1349364 w 1967341"/>
              <a:gd name="connsiteY1250" fmla="*/ 234344 h 442564"/>
              <a:gd name="connsiteX1251" fmla="*/ 1369358 w 1967341"/>
              <a:gd name="connsiteY1251" fmla="*/ 225981 h 442564"/>
              <a:gd name="connsiteX1252" fmla="*/ 1385018 w 1967341"/>
              <a:gd name="connsiteY1252" fmla="*/ 199222 h 442564"/>
              <a:gd name="connsiteX1253" fmla="*/ 1386615 w 1967341"/>
              <a:gd name="connsiteY1253" fmla="*/ 190252 h 442564"/>
              <a:gd name="connsiteX1254" fmla="*/ 1385018 w 1967341"/>
              <a:gd name="connsiteY1254" fmla="*/ 183181 h 442564"/>
              <a:gd name="connsiteX1255" fmla="*/ 1377416 w 1967341"/>
              <a:gd name="connsiteY1255" fmla="*/ 184398 h 442564"/>
              <a:gd name="connsiteX1256" fmla="*/ 1367458 w 1967341"/>
              <a:gd name="connsiteY1256" fmla="*/ 185082 h 442564"/>
              <a:gd name="connsiteX1257" fmla="*/ 1364417 w 1967341"/>
              <a:gd name="connsiteY1257" fmla="*/ 176036 h 442564"/>
              <a:gd name="connsiteX1258" fmla="*/ 1358487 w 1967341"/>
              <a:gd name="connsiteY1258" fmla="*/ 165164 h 442564"/>
              <a:gd name="connsiteX1259" fmla="*/ 1356966 w 1967341"/>
              <a:gd name="connsiteY1259" fmla="*/ 156422 h 442564"/>
              <a:gd name="connsiteX1260" fmla="*/ 1356207 w 1967341"/>
              <a:gd name="connsiteY1260" fmla="*/ 147984 h 442564"/>
              <a:gd name="connsiteX1261" fmla="*/ 1363809 w 1967341"/>
              <a:gd name="connsiteY1261" fmla="*/ 141674 h 442564"/>
              <a:gd name="connsiteX1262" fmla="*/ 1377188 w 1967341"/>
              <a:gd name="connsiteY1262" fmla="*/ 144867 h 442564"/>
              <a:gd name="connsiteX1263" fmla="*/ 1409117 w 1967341"/>
              <a:gd name="connsiteY1263" fmla="*/ 139546 h 442564"/>
              <a:gd name="connsiteX1264" fmla="*/ 1414666 w 1967341"/>
              <a:gd name="connsiteY1264" fmla="*/ 138025 h 442564"/>
              <a:gd name="connsiteX1265" fmla="*/ 1418619 w 1967341"/>
              <a:gd name="connsiteY1265" fmla="*/ 136505 h 442564"/>
              <a:gd name="connsiteX1266" fmla="*/ 1442566 w 1967341"/>
              <a:gd name="connsiteY1266" fmla="*/ 126394 h 442564"/>
              <a:gd name="connsiteX1267" fmla="*/ 1449332 w 1967341"/>
              <a:gd name="connsiteY1267" fmla="*/ 125558 h 442564"/>
              <a:gd name="connsiteX1268" fmla="*/ 1455185 w 1967341"/>
              <a:gd name="connsiteY1268" fmla="*/ 124721 h 442564"/>
              <a:gd name="connsiteX1269" fmla="*/ 1118869 w 1967341"/>
              <a:gd name="connsiteY1269" fmla="*/ 115903 h 442564"/>
              <a:gd name="connsiteX1270" fmla="*/ 1125711 w 1967341"/>
              <a:gd name="connsiteY1270" fmla="*/ 124873 h 442564"/>
              <a:gd name="connsiteX1271" fmla="*/ 1124114 w 1967341"/>
              <a:gd name="connsiteY1271" fmla="*/ 133919 h 442564"/>
              <a:gd name="connsiteX1272" fmla="*/ 1120997 w 1967341"/>
              <a:gd name="connsiteY1272" fmla="*/ 144258 h 442564"/>
              <a:gd name="connsiteX1273" fmla="*/ 1115372 w 1967341"/>
              <a:gd name="connsiteY1273" fmla="*/ 151860 h 442564"/>
              <a:gd name="connsiteX1274" fmla="*/ 1106022 w 1967341"/>
              <a:gd name="connsiteY1274" fmla="*/ 162199 h 442564"/>
              <a:gd name="connsiteX1275" fmla="*/ 1105033 w 1967341"/>
              <a:gd name="connsiteY1275" fmla="*/ 173678 h 442564"/>
              <a:gd name="connsiteX1276" fmla="*/ 1105717 w 1967341"/>
              <a:gd name="connsiteY1276" fmla="*/ 181280 h 442564"/>
              <a:gd name="connsiteX1277" fmla="*/ 1111799 w 1967341"/>
              <a:gd name="connsiteY1277" fmla="*/ 181280 h 442564"/>
              <a:gd name="connsiteX1278" fmla="*/ 1113776 w 1967341"/>
              <a:gd name="connsiteY1278" fmla="*/ 186829 h 442564"/>
              <a:gd name="connsiteX1279" fmla="*/ 1117501 w 1967341"/>
              <a:gd name="connsiteY1279" fmla="*/ 195724 h 442564"/>
              <a:gd name="connsiteX1280" fmla="*/ 1116208 w 1967341"/>
              <a:gd name="connsiteY1280" fmla="*/ 199297 h 442564"/>
              <a:gd name="connsiteX1281" fmla="*/ 1098648 w 1967341"/>
              <a:gd name="connsiteY1281" fmla="*/ 216174 h 442564"/>
              <a:gd name="connsiteX1282" fmla="*/ 1099484 w 1967341"/>
              <a:gd name="connsiteY1282" fmla="*/ 223092 h 442564"/>
              <a:gd name="connsiteX1283" fmla="*/ 1106174 w 1967341"/>
              <a:gd name="connsiteY1283" fmla="*/ 223092 h 442564"/>
              <a:gd name="connsiteX1284" fmla="*/ 1105946 w 1967341"/>
              <a:gd name="connsiteY1284" fmla="*/ 223548 h 442564"/>
              <a:gd name="connsiteX1285" fmla="*/ 1112027 w 1967341"/>
              <a:gd name="connsiteY1285" fmla="*/ 227501 h 442564"/>
              <a:gd name="connsiteX1286" fmla="*/ 1113852 w 1967341"/>
              <a:gd name="connsiteY1286" fmla="*/ 234039 h 442564"/>
              <a:gd name="connsiteX1287" fmla="*/ 1096747 w 1967341"/>
              <a:gd name="connsiteY1287" fmla="*/ 254564 h 442564"/>
              <a:gd name="connsiteX1288" fmla="*/ 1068848 w 1967341"/>
              <a:gd name="connsiteY1288" fmla="*/ 268476 h 442564"/>
              <a:gd name="connsiteX1289" fmla="*/ 1055240 w 1967341"/>
              <a:gd name="connsiteY1289" fmla="*/ 280639 h 442564"/>
              <a:gd name="connsiteX1290" fmla="*/ 1049843 w 1967341"/>
              <a:gd name="connsiteY1290" fmla="*/ 280639 h 442564"/>
              <a:gd name="connsiteX1291" fmla="*/ 1042241 w 1967341"/>
              <a:gd name="connsiteY1291" fmla="*/ 278511 h 442564"/>
              <a:gd name="connsiteX1292" fmla="*/ 1038972 w 1967341"/>
              <a:gd name="connsiteY1292" fmla="*/ 271821 h 442564"/>
              <a:gd name="connsiteX1293" fmla="*/ 1034258 w 1967341"/>
              <a:gd name="connsiteY1293" fmla="*/ 265055 h 442564"/>
              <a:gd name="connsiteX1294" fmla="*/ 1032130 w 1967341"/>
              <a:gd name="connsiteY1294" fmla="*/ 252739 h 442564"/>
              <a:gd name="connsiteX1295" fmla="*/ 1044217 w 1967341"/>
              <a:gd name="connsiteY1295" fmla="*/ 241109 h 442564"/>
              <a:gd name="connsiteX1296" fmla="*/ 1051135 w 1967341"/>
              <a:gd name="connsiteY1296" fmla="*/ 236015 h 442564"/>
              <a:gd name="connsiteX1297" fmla="*/ 1056076 w 1967341"/>
              <a:gd name="connsiteY1297" fmla="*/ 230921 h 442564"/>
              <a:gd name="connsiteX1298" fmla="*/ 1057368 w 1967341"/>
              <a:gd name="connsiteY1298" fmla="*/ 225980 h 442564"/>
              <a:gd name="connsiteX1299" fmla="*/ 1058812 w 1967341"/>
              <a:gd name="connsiteY1299" fmla="*/ 219595 h 442564"/>
              <a:gd name="connsiteX1300" fmla="*/ 1056532 w 1967341"/>
              <a:gd name="connsiteY1300" fmla="*/ 214502 h 442564"/>
              <a:gd name="connsiteX1301" fmla="*/ 1053795 w 1967341"/>
              <a:gd name="connsiteY1301" fmla="*/ 210092 h 442564"/>
              <a:gd name="connsiteX1302" fmla="*/ 1048322 w 1967341"/>
              <a:gd name="connsiteY1302" fmla="*/ 200590 h 442564"/>
              <a:gd name="connsiteX1303" fmla="*/ 1057064 w 1967341"/>
              <a:gd name="connsiteY1303" fmla="*/ 191543 h 442564"/>
              <a:gd name="connsiteX1304" fmla="*/ 1062918 w 1967341"/>
              <a:gd name="connsiteY1304" fmla="*/ 191543 h 442564"/>
              <a:gd name="connsiteX1305" fmla="*/ 1071129 w 1967341"/>
              <a:gd name="connsiteY1305" fmla="*/ 184778 h 442564"/>
              <a:gd name="connsiteX1306" fmla="*/ 1072952 w 1967341"/>
              <a:gd name="connsiteY1306" fmla="*/ 172310 h 442564"/>
              <a:gd name="connsiteX1307" fmla="*/ 1066567 w 1967341"/>
              <a:gd name="connsiteY1307" fmla="*/ 166380 h 442564"/>
              <a:gd name="connsiteX1308" fmla="*/ 1058965 w 1967341"/>
              <a:gd name="connsiteY1308" fmla="*/ 163643 h 442564"/>
              <a:gd name="connsiteX1309" fmla="*/ 1054176 w 1967341"/>
              <a:gd name="connsiteY1309" fmla="*/ 158398 h 442564"/>
              <a:gd name="connsiteX1310" fmla="*/ 1050223 w 1967341"/>
              <a:gd name="connsiteY1310" fmla="*/ 155737 h 442564"/>
              <a:gd name="connsiteX1311" fmla="*/ 1048093 w 1967341"/>
              <a:gd name="connsiteY1311" fmla="*/ 146843 h 442564"/>
              <a:gd name="connsiteX1312" fmla="*/ 1052199 w 1967341"/>
              <a:gd name="connsiteY1312" fmla="*/ 144258 h 442564"/>
              <a:gd name="connsiteX1313" fmla="*/ 1055316 w 1967341"/>
              <a:gd name="connsiteY1313" fmla="*/ 139469 h 442564"/>
              <a:gd name="connsiteX1314" fmla="*/ 1061930 w 1967341"/>
              <a:gd name="connsiteY1314" fmla="*/ 135592 h 442564"/>
              <a:gd name="connsiteX1315" fmla="*/ 1070596 w 1967341"/>
              <a:gd name="connsiteY1315" fmla="*/ 134604 h 442564"/>
              <a:gd name="connsiteX1316" fmla="*/ 1108150 w 1967341"/>
              <a:gd name="connsiteY1316" fmla="*/ 116663 h 442564"/>
              <a:gd name="connsiteX1317" fmla="*/ 1118869 w 1967341"/>
              <a:gd name="connsiteY1317" fmla="*/ 115903 h 442564"/>
              <a:gd name="connsiteX1318" fmla="*/ 1643565 w 1967341"/>
              <a:gd name="connsiteY1318" fmla="*/ 115599 h 442564"/>
              <a:gd name="connsiteX1319" fmla="*/ 1654587 w 1967341"/>
              <a:gd name="connsiteY1319" fmla="*/ 116054 h 442564"/>
              <a:gd name="connsiteX1320" fmla="*/ 1663406 w 1967341"/>
              <a:gd name="connsiteY1320" fmla="*/ 123277 h 442564"/>
              <a:gd name="connsiteX1321" fmla="*/ 1665459 w 1967341"/>
              <a:gd name="connsiteY1321" fmla="*/ 129510 h 442564"/>
              <a:gd name="connsiteX1322" fmla="*/ 1666675 w 1967341"/>
              <a:gd name="connsiteY1322" fmla="*/ 135516 h 442564"/>
              <a:gd name="connsiteX1323" fmla="*/ 1662038 w 1967341"/>
              <a:gd name="connsiteY1323" fmla="*/ 146691 h 442564"/>
              <a:gd name="connsiteX1324" fmla="*/ 1662038 w 1967341"/>
              <a:gd name="connsiteY1324" fmla="*/ 153228 h 442564"/>
              <a:gd name="connsiteX1325" fmla="*/ 1666523 w 1967341"/>
              <a:gd name="connsiteY1325" fmla="*/ 152089 h 442564"/>
              <a:gd name="connsiteX1326" fmla="*/ 1672148 w 1967341"/>
              <a:gd name="connsiteY1326" fmla="*/ 149579 h 442564"/>
              <a:gd name="connsiteX1327" fmla="*/ 1678762 w 1967341"/>
              <a:gd name="connsiteY1327" fmla="*/ 147299 h 442564"/>
              <a:gd name="connsiteX1328" fmla="*/ 1686365 w 1967341"/>
              <a:gd name="connsiteY1328" fmla="*/ 141826 h 442564"/>
              <a:gd name="connsiteX1329" fmla="*/ 1698224 w 1967341"/>
              <a:gd name="connsiteY1329" fmla="*/ 141826 h 442564"/>
              <a:gd name="connsiteX1330" fmla="*/ 1708563 w 1967341"/>
              <a:gd name="connsiteY1330" fmla="*/ 145171 h 442564"/>
              <a:gd name="connsiteX1331" fmla="*/ 1715708 w 1967341"/>
              <a:gd name="connsiteY1331" fmla="*/ 158779 h 442564"/>
              <a:gd name="connsiteX1332" fmla="*/ 1712971 w 1967341"/>
              <a:gd name="connsiteY1332" fmla="*/ 162199 h 442564"/>
              <a:gd name="connsiteX1333" fmla="*/ 1707270 w 1967341"/>
              <a:gd name="connsiteY1333" fmla="*/ 166456 h 442564"/>
              <a:gd name="connsiteX1334" fmla="*/ 1694118 w 1967341"/>
              <a:gd name="connsiteY1334" fmla="*/ 172082 h 442564"/>
              <a:gd name="connsiteX1335" fmla="*/ 1686516 w 1967341"/>
              <a:gd name="connsiteY1335" fmla="*/ 175351 h 442564"/>
              <a:gd name="connsiteX1336" fmla="*/ 1677699 w 1967341"/>
              <a:gd name="connsiteY1336" fmla="*/ 176491 h 442564"/>
              <a:gd name="connsiteX1337" fmla="*/ 1664166 w 1967341"/>
              <a:gd name="connsiteY1337" fmla="*/ 181661 h 442564"/>
              <a:gd name="connsiteX1338" fmla="*/ 1659681 w 1967341"/>
              <a:gd name="connsiteY1338" fmla="*/ 188198 h 442564"/>
              <a:gd name="connsiteX1339" fmla="*/ 1661277 w 1967341"/>
              <a:gd name="connsiteY1339" fmla="*/ 198689 h 442564"/>
              <a:gd name="connsiteX1340" fmla="*/ 1683628 w 1967341"/>
              <a:gd name="connsiteY1340" fmla="*/ 221495 h 442564"/>
              <a:gd name="connsiteX1341" fmla="*/ 1700124 w 1967341"/>
              <a:gd name="connsiteY1341" fmla="*/ 240120 h 442564"/>
              <a:gd name="connsiteX1342" fmla="*/ 1717077 w 1967341"/>
              <a:gd name="connsiteY1342" fmla="*/ 251751 h 442564"/>
              <a:gd name="connsiteX1343" fmla="*/ 1726807 w 1967341"/>
              <a:gd name="connsiteY1343" fmla="*/ 255553 h 442564"/>
              <a:gd name="connsiteX1344" fmla="*/ 1734410 w 1967341"/>
              <a:gd name="connsiteY1344" fmla="*/ 260342 h 442564"/>
              <a:gd name="connsiteX1345" fmla="*/ 1751210 w 1967341"/>
              <a:gd name="connsiteY1345" fmla="*/ 266576 h 442564"/>
              <a:gd name="connsiteX1346" fmla="*/ 1756987 w 1967341"/>
              <a:gd name="connsiteY1346" fmla="*/ 269236 h 442564"/>
              <a:gd name="connsiteX1347" fmla="*/ 1756379 w 1967341"/>
              <a:gd name="connsiteY1347" fmla="*/ 269996 h 442564"/>
              <a:gd name="connsiteX1348" fmla="*/ 1754555 w 1967341"/>
              <a:gd name="connsiteY1348" fmla="*/ 274406 h 442564"/>
              <a:gd name="connsiteX1349" fmla="*/ 1753719 w 1967341"/>
              <a:gd name="connsiteY1349" fmla="*/ 280639 h 442564"/>
              <a:gd name="connsiteX1350" fmla="*/ 1744064 w 1967341"/>
              <a:gd name="connsiteY1350" fmla="*/ 285657 h 442564"/>
              <a:gd name="connsiteX1351" fmla="*/ 1740111 w 1967341"/>
              <a:gd name="connsiteY1351" fmla="*/ 288926 h 442564"/>
              <a:gd name="connsiteX1352" fmla="*/ 1736157 w 1967341"/>
              <a:gd name="connsiteY1352" fmla="*/ 289762 h 442564"/>
              <a:gd name="connsiteX1353" fmla="*/ 1727263 w 1967341"/>
              <a:gd name="connsiteY1353" fmla="*/ 289230 h 442564"/>
              <a:gd name="connsiteX1354" fmla="*/ 1718065 w 1967341"/>
              <a:gd name="connsiteY1354" fmla="*/ 289230 h 442564"/>
              <a:gd name="connsiteX1355" fmla="*/ 1710006 w 1967341"/>
              <a:gd name="connsiteY1355" fmla="*/ 287710 h 442564"/>
              <a:gd name="connsiteX1356" fmla="*/ 1697387 w 1967341"/>
              <a:gd name="connsiteY1356" fmla="*/ 285961 h 442564"/>
              <a:gd name="connsiteX1357" fmla="*/ 1690242 w 1967341"/>
              <a:gd name="connsiteY1357" fmla="*/ 281020 h 442564"/>
              <a:gd name="connsiteX1358" fmla="*/ 1679295 w 1967341"/>
              <a:gd name="connsiteY1358" fmla="*/ 261482 h 442564"/>
              <a:gd name="connsiteX1359" fmla="*/ 1666903 w 1967341"/>
              <a:gd name="connsiteY1359" fmla="*/ 245746 h 442564"/>
              <a:gd name="connsiteX1360" fmla="*/ 1659301 w 1967341"/>
              <a:gd name="connsiteY1360" fmla="*/ 237155 h 442564"/>
              <a:gd name="connsiteX1361" fmla="*/ 1642044 w 1967341"/>
              <a:gd name="connsiteY1361" fmla="*/ 221951 h 442564"/>
              <a:gd name="connsiteX1362" fmla="*/ 1630109 w 1967341"/>
              <a:gd name="connsiteY1362" fmla="*/ 240045 h 442564"/>
              <a:gd name="connsiteX1363" fmla="*/ 1612852 w 1967341"/>
              <a:gd name="connsiteY1363" fmla="*/ 256921 h 442564"/>
              <a:gd name="connsiteX1364" fmla="*/ 1595140 w 1967341"/>
              <a:gd name="connsiteY1364" fmla="*/ 267716 h 442564"/>
              <a:gd name="connsiteX1365" fmla="*/ 1581988 w 1967341"/>
              <a:gd name="connsiteY1365" fmla="*/ 274862 h 442564"/>
              <a:gd name="connsiteX1366" fmla="*/ 1569901 w 1967341"/>
              <a:gd name="connsiteY1366" fmla="*/ 277979 h 442564"/>
              <a:gd name="connsiteX1367" fmla="*/ 1563287 w 1967341"/>
              <a:gd name="connsiteY1367" fmla="*/ 279195 h 442564"/>
              <a:gd name="connsiteX1368" fmla="*/ 1558801 w 1967341"/>
              <a:gd name="connsiteY1368" fmla="*/ 275318 h 442564"/>
              <a:gd name="connsiteX1369" fmla="*/ 1555381 w 1967341"/>
              <a:gd name="connsiteY1369" fmla="*/ 268476 h 442564"/>
              <a:gd name="connsiteX1370" fmla="*/ 1549603 w 1967341"/>
              <a:gd name="connsiteY1370" fmla="*/ 266500 h 442564"/>
              <a:gd name="connsiteX1371" fmla="*/ 1553328 w 1967341"/>
              <a:gd name="connsiteY1371" fmla="*/ 262167 h 442564"/>
              <a:gd name="connsiteX1372" fmla="*/ 1561842 w 1967341"/>
              <a:gd name="connsiteY1372" fmla="*/ 257149 h 442564"/>
              <a:gd name="connsiteX1373" fmla="*/ 1567696 w 1967341"/>
              <a:gd name="connsiteY1373" fmla="*/ 252816 h 442564"/>
              <a:gd name="connsiteX1374" fmla="*/ 1571802 w 1967341"/>
              <a:gd name="connsiteY1374" fmla="*/ 250992 h 442564"/>
              <a:gd name="connsiteX1375" fmla="*/ 1599169 w 1967341"/>
              <a:gd name="connsiteY1375" fmla="*/ 224765 h 442564"/>
              <a:gd name="connsiteX1376" fmla="*/ 1609736 w 1967341"/>
              <a:gd name="connsiteY1376" fmla="*/ 206215 h 442564"/>
              <a:gd name="connsiteX1377" fmla="*/ 1611940 w 1967341"/>
              <a:gd name="connsiteY1377" fmla="*/ 198613 h 442564"/>
              <a:gd name="connsiteX1378" fmla="*/ 1606467 w 1967341"/>
              <a:gd name="connsiteY1378" fmla="*/ 198613 h 442564"/>
              <a:gd name="connsiteX1379" fmla="*/ 1602285 w 1967341"/>
              <a:gd name="connsiteY1379" fmla="*/ 198613 h 442564"/>
              <a:gd name="connsiteX1380" fmla="*/ 1596660 w 1967341"/>
              <a:gd name="connsiteY1380" fmla="*/ 200134 h 442564"/>
              <a:gd name="connsiteX1381" fmla="*/ 1591262 w 1967341"/>
              <a:gd name="connsiteY1381" fmla="*/ 200134 h 442564"/>
              <a:gd name="connsiteX1382" fmla="*/ 1582976 w 1967341"/>
              <a:gd name="connsiteY1382" fmla="*/ 196257 h 442564"/>
              <a:gd name="connsiteX1383" fmla="*/ 1573321 w 1967341"/>
              <a:gd name="connsiteY1383" fmla="*/ 184245 h 442564"/>
              <a:gd name="connsiteX1384" fmla="*/ 1575906 w 1967341"/>
              <a:gd name="connsiteY1384" fmla="*/ 176643 h 442564"/>
              <a:gd name="connsiteX1385" fmla="*/ 1580468 w 1967341"/>
              <a:gd name="connsiteY1385" fmla="*/ 171930 h 442564"/>
              <a:gd name="connsiteX1386" fmla="*/ 1586245 w 1967341"/>
              <a:gd name="connsiteY1386" fmla="*/ 169726 h 442564"/>
              <a:gd name="connsiteX1387" fmla="*/ 1591110 w 1967341"/>
              <a:gd name="connsiteY1387" fmla="*/ 166532 h 442564"/>
              <a:gd name="connsiteX1388" fmla="*/ 1602970 w 1967341"/>
              <a:gd name="connsiteY1388" fmla="*/ 166532 h 442564"/>
              <a:gd name="connsiteX1389" fmla="*/ 1622507 w 1967341"/>
              <a:gd name="connsiteY1389" fmla="*/ 159614 h 442564"/>
              <a:gd name="connsiteX1390" fmla="*/ 1626232 w 1967341"/>
              <a:gd name="connsiteY1390" fmla="*/ 141597 h 442564"/>
              <a:gd name="connsiteX1391" fmla="*/ 1627524 w 1967341"/>
              <a:gd name="connsiteY1391" fmla="*/ 130195 h 442564"/>
              <a:gd name="connsiteX1392" fmla="*/ 1626993 w 1967341"/>
              <a:gd name="connsiteY1392" fmla="*/ 120387 h 442564"/>
              <a:gd name="connsiteX1393" fmla="*/ 1630033 w 1967341"/>
              <a:gd name="connsiteY1393" fmla="*/ 116891 h 442564"/>
              <a:gd name="connsiteX1394" fmla="*/ 1637635 w 1967341"/>
              <a:gd name="connsiteY1394" fmla="*/ 117499 h 442564"/>
              <a:gd name="connsiteX1395" fmla="*/ 1643565 w 1967341"/>
              <a:gd name="connsiteY1395" fmla="*/ 115599 h 442564"/>
              <a:gd name="connsiteX1396" fmla="*/ 591286 w 1967341"/>
              <a:gd name="connsiteY1396" fmla="*/ 113166 h 442564"/>
              <a:gd name="connsiteX1397" fmla="*/ 596911 w 1967341"/>
              <a:gd name="connsiteY1397" fmla="*/ 116283 h 442564"/>
              <a:gd name="connsiteX1398" fmla="*/ 605881 w 1967341"/>
              <a:gd name="connsiteY1398" fmla="*/ 117271 h 442564"/>
              <a:gd name="connsiteX1399" fmla="*/ 615004 w 1967341"/>
              <a:gd name="connsiteY1399" fmla="*/ 117271 h 442564"/>
              <a:gd name="connsiteX1400" fmla="*/ 620933 w 1967341"/>
              <a:gd name="connsiteY1400" fmla="*/ 118792 h 442564"/>
              <a:gd name="connsiteX1401" fmla="*/ 626179 w 1967341"/>
              <a:gd name="connsiteY1401" fmla="*/ 121300 h 442564"/>
              <a:gd name="connsiteX1402" fmla="*/ 631804 w 1967341"/>
              <a:gd name="connsiteY1402" fmla="*/ 130043 h 442564"/>
              <a:gd name="connsiteX1403" fmla="*/ 630816 w 1967341"/>
              <a:gd name="connsiteY1403" fmla="*/ 130423 h 442564"/>
              <a:gd name="connsiteX1404" fmla="*/ 630360 w 1967341"/>
              <a:gd name="connsiteY1404" fmla="*/ 136200 h 442564"/>
              <a:gd name="connsiteX1405" fmla="*/ 630360 w 1967341"/>
              <a:gd name="connsiteY1405" fmla="*/ 145019 h 442564"/>
              <a:gd name="connsiteX1406" fmla="*/ 625874 w 1967341"/>
              <a:gd name="connsiteY1406" fmla="*/ 154598 h 442564"/>
              <a:gd name="connsiteX1407" fmla="*/ 624582 w 1967341"/>
              <a:gd name="connsiteY1407" fmla="*/ 164480 h 442564"/>
              <a:gd name="connsiteX1408" fmla="*/ 623594 w 1967341"/>
              <a:gd name="connsiteY1408" fmla="*/ 182421 h 442564"/>
              <a:gd name="connsiteX1409" fmla="*/ 621997 w 1967341"/>
              <a:gd name="connsiteY1409" fmla="*/ 193368 h 442564"/>
              <a:gd name="connsiteX1410" fmla="*/ 621313 w 1967341"/>
              <a:gd name="connsiteY1410" fmla="*/ 202642 h 442564"/>
              <a:gd name="connsiteX1411" fmla="*/ 623442 w 1967341"/>
              <a:gd name="connsiteY1411" fmla="*/ 208952 h 442564"/>
              <a:gd name="connsiteX1412" fmla="*/ 624050 w 1967341"/>
              <a:gd name="connsiteY1412" fmla="*/ 212601 h 442564"/>
              <a:gd name="connsiteX1413" fmla="*/ 625266 w 1967341"/>
              <a:gd name="connsiteY1413" fmla="*/ 218303 h 442564"/>
              <a:gd name="connsiteX1414" fmla="*/ 621846 w 1967341"/>
              <a:gd name="connsiteY1414" fmla="*/ 230542 h 442564"/>
              <a:gd name="connsiteX1415" fmla="*/ 617513 w 1967341"/>
              <a:gd name="connsiteY1415" fmla="*/ 237232 h 442564"/>
              <a:gd name="connsiteX1416" fmla="*/ 604589 w 1967341"/>
              <a:gd name="connsiteY1416" fmla="*/ 244834 h 442564"/>
              <a:gd name="connsiteX1417" fmla="*/ 593262 w 1967341"/>
              <a:gd name="connsiteY1417" fmla="*/ 255553 h 442564"/>
              <a:gd name="connsiteX1418" fmla="*/ 581327 w 1967341"/>
              <a:gd name="connsiteY1418" fmla="*/ 260950 h 442564"/>
              <a:gd name="connsiteX1419" fmla="*/ 566123 w 1967341"/>
              <a:gd name="connsiteY1419" fmla="*/ 269997 h 442564"/>
              <a:gd name="connsiteX1420" fmla="*/ 556772 w 1967341"/>
              <a:gd name="connsiteY1420" fmla="*/ 273950 h 442564"/>
              <a:gd name="connsiteX1421" fmla="*/ 542176 w 1967341"/>
              <a:gd name="connsiteY1421" fmla="*/ 284441 h 442564"/>
              <a:gd name="connsiteX1422" fmla="*/ 532825 w 1967341"/>
              <a:gd name="connsiteY1422" fmla="*/ 276003 h 442564"/>
              <a:gd name="connsiteX1423" fmla="*/ 526820 w 1967341"/>
              <a:gd name="connsiteY1423" fmla="*/ 271366 h 442564"/>
              <a:gd name="connsiteX1424" fmla="*/ 525147 w 1967341"/>
              <a:gd name="connsiteY1424" fmla="*/ 263764 h 442564"/>
              <a:gd name="connsiteX1425" fmla="*/ 523019 w 1967341"/>
              <a:gd name="connsiteY1425" fmla="*/ 257150 h 442564"/>
              <a:gd name="connsiteX1426" fmla="*/ 526668 w 1967341"/>
              <a:gd name="connsiteY1426" fmla="*/ 252132 h 442564"/>
              <a:gd name="connsiteX1427" fmla="*/ 532294 w 1967341"/>
              <a:gd name="connsiteY1427" fmla="*/ 251600 h 442564"/>
              <a:gd name="connsiteX1428" fmla="*/ 541035 w 1967341"/>
              <a:gd name="connsiteY1428" fmla="*/ 246430 h 442564"/>
              <a:gd name="connsiteX1429" fmla="*/ 550386 w 1967341"/>
              <a:gd name="connsiteY1429" fmla="*/ 242858 h 442564"/>
              <a:gd name="connsiteX1430" fmla="*/ 566578 w 1967341"/>
              <a:gd name="connsiteY1430" fmla="*/ 233887 h 442564"/>
              <a:gd name="connsiteX1431" fmla="*/ 574180 w 1967341"/>
              <a:gd name="connsiteY1431" fmla="*/ 226285 h 442564"/>
              <a:gd name="connsiteX1432" fmla="*/ 573725 w 1967341"/>
              <a:gd name="connsiteY1432" fmla="*/ 209105 h 442564"/>
              <a:gd name="connsiteX1433" fmla="*/ 569696 w 1967341"/>
              <a:gd name="connsiteY1433" fmla="*/ 206672 h 442564"/>
              <a:gd name="connsiteX1434" fmla="*/ 562094 w 1967341"/>
              <a:gd name="connsiteY1434" fmla="*/ 207660 h 442564"/>
              <a:gd name="connsiteX1435" fmla="*/ 554947 w 1967341"/>
              <a:gd name="connsiteY1435" fmla="*/ 210244 h 442564"/>
              <a:gd name="connsiteX1436" fmla="*/ 549550 w 1967341"/>
              <a:gd name="connsiteY1436" fmla="*/ 210929 h 442564"/>
              <a:gd name="connsiteX1437" fmla="*/ 546053 w 1967341"/>
              <a:gd name="connsiteY1437" fmla="*/ 207964 h 442564"/>
              <a:gd name="connsiteX1438" fmla="*/ 544457 w 1967341"/>
              <a:gd name="connsiteY1438" fmla="*/ 199146 h 442564"/>
              <a:gd name="connsiteX1439" fmla="*/ 542936 w 1967341"/>
              <a:gd name="connsiteY1439" fmla="*/ 192988 h 442564"/>
              <a:gd name="connsiteX1440" fmla="*/ 543620 w 1967341"/>
              <a:gd name="connsiteY1440" fmla="*/ 180521 h 442564"/>
              <a:gd name="connsiteX1441" fmla="*/ 551223 w 1967341"/>
              <a:gd name="connsiteY1441" fmla="*/ 173299 h 442564"/>
              <a:gd name="connsiteX1442" fmla="*/ 561333 w 1967341"/>
              <a:gd name="connsiteY1442" fmla="*/ 170106 h 442564"/>
              <a:gd name="connsiteX1443" fmla="*/ 568935 w 1967341"/>
              <a:gd name="connsiteY1443" fmla="*/ 169574 h 442564"/>
              <a:gd name="connsiteX1444" fmla="*/ 579122 w 1967341"/>
              <a:gd name="connsiteY1444" fmla="*/ 164937 h 442564"/>
              <a:gd name="connsiteX1445" fmla="*/ 584063 w 1967341"/>
              <a:gd name="connsiteY1445" fmla="*/ 155662 h 442564"/>
              <a:gd name="connsiteX1446" fmla="*/ 587180 w 1967341"/>
              <a:gd name="connsiteY1446" fmla="*/ 135668 h 442564"/>
              <a:gd name="connsiteX1447" fmla="*/ 582087 w 1967341"/>
              <a:gd name="connsiteY1447" fmla="*/ 122745 h 442564"/>
              <a:gd name="connsiteX1448" fmla="*/ 582087 w 1967341"/>
              <a:gd name="connsiteY1448" fmla="*/ 119096 h 442564"/>
              <a:gd name="connsiteX1449" fmla="*/ 587788 w 1967341"/>
              <a:gd name="connsiteY1449" fmla="*/ 114686 h 442564"/>
              <a:gd name="connsiteX1450" fmla="*/ 591286 w 1967341"/>
              <a:gd name="connsiteY1450" fmla="*/ 113166 h 442564"/>
              <a:gd name="connsiteX1451" fmla="*/ 699235 w 1967341"/>
              <a:gd name="connsiteY1451" fmla="*/ 103055 h 442564"/>
              <a:gd name="connsiteX1452" fmla="*/ 704784 w 1967341"/>
              <a:gd name="connsiteY1452" fmla="*/ 106325 h 442564"/>
              <a:gd name="connsiteX1453" fmla="*/ 709421 w 1967341"/>
              <a:gd name="connsiteY1453" fmla="*/ 107388 h 442564"/>
              <a:gd name="connsiteX1454" fmla="*/ 712994 w 1967341"/>
              <a:gd name="connsiteY1454" fmla="*/ 111417 h 442564"/>
              <a:gd name="connsiteX1455" fmla="*/ 715883 w 1967341"/>
              <a:gd name="connsiteY1455" fmla="*/ 122593 h 442564"/>
              <a:gd name="connsiteX1456" fmla="*/ 707597 w 1967341"/>
              <a:gd name="connsiteY1456" fmla="*/ 137797 h 442564"/>
              <a:gd name="connsiteX1457" fmla="*/ 706000 w 1967341"/>
              <a:gd name="connsiteY1457" fmla="*/ 145399 h 442564"/>
              <a:gd name="connsiteX1458" fmla="*/ 712842 w 1967341"/>
              <a:gd name="connsiteY1458" fmla="*/ 147756 h 442564"/>
              <a:gd name="connsiteX1459" fmla="*/ 719684 w 1967341"/>
              <a:gd name="connsiteY1459" fmla="*/ 143878 h 442564"/>
              <a:gd name="connsiteX1460" fmla="*/ 730707 w 1967341"/>
              <a:gd name="connsiteY1460" fmla="*/ 147756 h 442564"/>
              <a:gd name="connsiteX1461" fmla="*/ 736864 w 1967341"/>
              <a:gd name="connsiteY1461" fmla="*/ 159235 h 442564"/>
              <a:gd name="connsiteX1462" fmla="*/ 738157 w 1967341"/>
              <a:gd name="connsiteY1462" fmla="*/ 167445 h 442564"/>
              <a:gd name="connsiteX1463" fmla="*/ 734432 w 1967341"/>
              <a:gd name="connsiteY1463" fmla="*/ 171702 h 442564"/>
              <a:gd name="connsiteX1464" fmla="*/ 726830 w 1967341"/>
              <a:gd name="connsiteY1464" fmla="*/ 173678 h 442564"/>
              <a:gd name="connsiteX1465" fmla="*/ 720216 w 1967341"/>
              <a:gd name="connsiteY1465" fmla="*/ 178315 h 442564"/>
              <a:gd name="connsiteX1466" fmla="*/ 710942 w 1967341"/>
              <a:gd name="connsiteY1466" fmla="*/ 183485 h 442564"/>
              <a:gd name="connsiteX1467" fmla="*/ 696194 w 1967341"/>
              <a:gd name="connsiteY1467" fmla="*/ 190631 h 442564"/>
              <a:gd name="connsiteX1468" fmla="*/ 691100 w 1967341"/>
              <a:gd name="connsiteY1468" fmla="*/ 206899 h 442564"/>
              <a:gd name="connsiteX1469" fmla="*/ 691633 w 1967341"/>
              <a:gd name="connsiteY1469" fmla="*/ 214501 h 442564"/>
              <a:gd name="connsiteX1470" fmla="*/ 695737 w 1967341"/>
              <a:gd name="connsiteY1470" fmla="*/ 227958 h 442564"/>
              <a:gd name="connsiteX1471" fmla="*/ 706988 w 1967341"/>
              <a:gd name="connsiteY1471" fmla="*/ 232974 h 442564"/>
              <a:gd name="connsiteX1472" fmla="*/ 715047 w 1967341"/>
              <a:gd name="connsiteY1472" fmla="*/ 234039 h 442564"/>
              <a:gd name="connsiteX1473" fmla="*/ 720748 w 1967341"/>
              <a:gd name="connsiteY1473" fmla="*/ 235255 h 442564"/>
              <a:gd name="connsiteX1474" fmla="*/ 726374 w 1967341"/>
              <a:gd name="connsiteY1474" fmla="*/ 237460 h 442564"/>
              <a:gd name="connsiteX1475" fmla="*/ 735192 w 1967341"/>
              <a:gd name="connsiteY1475" fmla="*/ 238372 h 442564"/>
              <a:gd name="connsiteX1476" fmla="*/ 735572 w 1967341"/>
              <a:gd name="connsiteY1476" fmla="*/ 238524 h 442564"/>
              <a:gd name="connsiteX1477" fmla="*/ 740513 w 1967341"/>
              <a:gd name="connsiteY1477" fmla="*/ 249851 h 442564"/>
              <a:gd name="connsiteX1478" fmla="*/ 736105 w 1967341"/>
              <a:gd name="connsiteY1478" fmla="*/ 262470 h 442564"/>
              <a:gd name="connsiteX1479" fmla="*/ 732456 w 1967341"/>
              <a:gd name="connsiteY1479" fmla="*/ 270757 h 442564"/>
              <a:gd name="connsiteX1480" fmla="*/ 722953 w 1967341"/>
              <a:gd name="connsiteY1480" fmla="*/ 272201 h 442564"/>
              <a:gd name="connsiteX1481" fmla="*/ 713602 w 1967341"/>
              <a:gd name="connsiteY1481" fmla="*/ 274405 h 442564"/>
              <a:gd name="connsiteX1482" fmla="*/ 707064 w 1967341"/>
              <a:gd name="connsiteY1482" fmla="*/ 271593 h 442564"/>
              <a:gd name="connsiteX1483" fmla="*/ 696954 w 1967341"/>
              <a:gd name="connsiteY1483" fmla="*/ 270605 h 442564"/>
              <a:gd name="connsiteX1484" fmla="*/ 686995 w 1967341"/>
              <a:gd name="connsiteY1484" fmla="*/ 270605 h 442564"/>
              <a:gd name="connsiteX1485" fmla="*/ 678557 w 1967341"/>
              <a:gd name="connsiteY1485" fmla="*/ 268172 h 442564"/>
              <a:gd name="connsiteX1486" fmla="*/ 666241 w 1967341"/>
              <a:gd name="connsiteY1486" fmla="*/ 267488 h 442564"/>
              <a:gd name="connsiteX1487" fmla="*/ 660008 w 1967341"/>
              <a:gd name="connsiteY1487" fmla="*/ 264067 h 442564"/>
              <a:gd name="connsiteX1488" fmla="*/ 654231 w 1967341"/>
              <a:gd name="connsiteY1488" fmla="*/ 254793 h 442564"/>
              <a:gd name="connsiteX1489" fmla="*/ 653470 w 1967341"/>
              <a:gd name="connsiteY1489" fmla="*/ 243997 h 442564"/>
              <a:gd name="connsiteX1490" fmla="*/ 650809 w 1967341"/>
              <a:gd name="connsiteY1490" fmla="*/ 231150 h 442564"/>
              <a:gd name="connsiteX1491" fmla="*/ 650277 w 1967341"/>
              <a:gd name="connsiteY1491" fmla="*/ 223092 h 442564"/>
              <a:gd name="connsiteX1492" fmla="*/ 649289 w 1967341"/>
              <a:gd name="connsiteY1492" fmla="*/ 215490 h 442564"/>
              <a:gd name="connsiteX1493" fmla="*/ 648072 w 1967341"/>
              <a:gd name="connsiteY1493" fmla="*/ 203555 h 442564"/>
              <a:gd name="connsiteX1494" fmla="*/ 651265 w 1967341"/>
              <a:gd name="connsiteY1494" fmla="*/ 184321 h 442564"/>
              <a:gd name="connsiteX1495" fmla="*/ 653926 w 1967341"/>
              <a:gd name="connsiteY1495" fmla="*/ 178315 h 442564"/>
              <a:gd name="connsiteX1496" fmla="*/ 656207 w 1967341"/>
              <a:gd name="connsiteY1496" fmla="*/ 168433 h 442564"/>
              <a:gd name="connsiteX1497" fmla="*/ 658335 w 1967341"/>
              <a:gd name="connsiteY1497" fmla="*/ 158323 h 442564"/>
              <a:gd name="connsiteX1498" fmla="*/ 659248 w 1967341"/>
              <a:gd name="connsiteY1498" fmla="*/ 142586 h 442564"/>
              <a:gd name="connsiteX1499" fmla="*/ 661528 w 1967341"/>
              <a:gd name="connsiteY1499" fmla="*/ 133007 h 442564"/>
              <a:gd name="connsiteX1500" fmla="*/ 664798 w 1967341"/>
              <a:gd name="connsiteY1500" fmla="*/ 117803 h 442564"/>
              <a:gd name="connsiteX1501" fmla="*/ 665177 w 1967341"/>
              <a:gd name="connsiteY1501" fmla="*/ 107388 h 442564"/>
              <a:gd name="connsiteX1502" fmla="*/ 671183 w 1967341"/>
              <a:gd name="connsiteY1502" fmla="*/ 103131 h 442564"/>
              <a:gd name="connsiteX1503" fmla="*/ 678785 w 1967341"/>
              <a:gd name="connsiteY1503" fmla="*/ 104728 h 442564"/>
              <a:gd name="connsiteX1504" fmla="*/ 685551 w 1967341"/>
              <a:gd name="connsiteY1504" fmla="*/ 103284 h 442564"/>
              <a:gd name="connsiteX1505" fmla="*/ 691633 w 1967341"/>
              <a:gd name="connsiteY1505" fmla="*/ 104500 h 442564"/>
              <a:gd name="connsiteX1506" fmla="*/ 699235 w 1967341"/>
              <a:gd name="connsiteY1506" fmla="*/ 103055 h 442564"/>
              <a:gd name="connsiteX1507" fmla="*/ 221064 w 1967341"/>
              <a:gd name="connsiteY1507" fmla="*/ 102617 h 442564"/>
              <a:gd name="connsiteX1508" fmla="*/ 216703 w 1967341"/>
              <a:gd name="connsiteY1508" fmla="*/ 108788 h 442564"/>
              <a:gd name="connsiteX1509" fmla="*/ 216703 w 1967341"/>
              <a:gd name="connsiteY1509" fmla="*/ 109093 h 442564"/>
              <a:gd name="connsiteX1510" fmla="*/ 213018 w 1967341"/>
              <a:gd name="connsiteY1510" fmla="*/ 128129 h 442564"/>
              <a:gd name="connsiteX1511" fmla="*/ 212735 w 1967341"/>
              <a:gd name="connsiteY1511" fmla="*/ 129547 h 442564"/>
              <a:gd name="connsiteX1512" fmla="*/ 210031 w 1967341"/>
              <a:gd name="connsiteY1512" fmla="*/ 129547 h 442564"/>
              <a:gd name="connsiteX1513" fmla="*/ 143699 w 1967341"/>
              <a:gd name="connsiteY1513" fmla="*/ 119974 h 442564"/>
              <a:gd name="connsiteX1514" fmla="*/ 149477 w 1967341"/>
              <a:gd name="connsiteY1514" fmla="*/ 134213 h 442564"/>
              <a:gd name="connsiteX1515" fmla="*/ 165242 w 1967341"/>
              <a:gd name="connsiteY1515" fmla="*/ 144069 h 442564"/>
              <a:gd name="connsiteX1516" fmla="*/ 166551 w 1967341"/>
              <a:gd name="connsiteY1516" fmla="*/ 144331 h 442564"/>
              <a:gd name="connsiteX1517" fmla="*/ 166551 w 1967341"/>
              <a:gd name="connsiteY1517" fmla="*/ 145661 h 442564"/>
              <a:gd name="connsiteX1518" fmla="*/ 166638 w 1967341"/>
              <a:gd name="connsiteY1518" fmla="*/ 145661 h 442564"/>
              <a:gd name="connsiteX1519" fmla="*/ 172416 w 1967341"/>
              <a:gd name="connsiteY1519" fmla="*/ 157305 h 442564"/>
              <a:gd name="connsiteX1520" fmla="*/ 184606 w 1967341"/>
              <a:gd name="connsiteY1520" fmla="*/ 161165 h 442564"/>
              <a:gd name="connsiteX1521" fmla="*/ 186241 w 1967341"/>
              <a:gd name="connsiteY1521" fmla="*/ 161165 h 442564"/>
              <a:gd name="connsiteX1522" fmla="*/ 187615 w 1967341"/>
              <a:gd name="connsiteY1522" fmla="*/ 160990 h 442564"/>
              <a:gd name="connsiteX1523" fmla="*/ 188095 w 1967341"/>
              <a:gd name="connsiteY1523" fmla="*/ 162277 h 442564"/>
              <a:gd name="connsiteX1524" fmla="*/ 197209 w 1967341"/>
              <a:gd name="connsiteY1524" fmla="*/ 169821 h 442564"/>
              <a:gd name="connsiteX1525" fmla="*/ 201876 w 1967341"/>
              <a:gd name="connsiteY1525" fmla="*/ 170519 h 442564"/>
              <a:gd name="connsiteX1526" fmla="*/ 207916 w 1967341"/>
              <a:gd name="connsiteY1526" fmla="*/ 169473 h 442564"/>
              <a:gd name="connsiteX1527" fmla="*/ 211121 w 1967341"/>
              <a:gd name="connsiteY1527" fmla="*/ 168142 h 442564"/>
              <a:gd name="connsiteX1528" fmla="*/ 206411 w 1967341"/>
              <a:gd name="connsiteY1528" fmla="*/ 187397 h 442564"/>
              <a:gd name="connsiteX1529" fmla="*/ 236067 w 1967341"/>
              <a:gd name="connsiteY1529" fmla="*/ 187397 h 442564"/>
              <a:gd name="connsiteX1530" fmla="*/ 231335 w 1967341"/>
              <a:gd name="connsiteY1530" fmla="*/ 168121 h 442564"/>
              <a:gd name="connsiteX1531" fmla="*/ 234562 w 1967341"/>
              <a:gd name="connsiteY1531" fmla="*/ 169473 h 442564"/>
              <a:gd name="connsiteX1532" fmla="*/ 240580 w 1967341"/>
              <a:gd name="connsiteY1532" fmla="*/ 170519 h 442564"/>
              <a:gd name="connsiteX1533" fmla="*/ 245247 w 1967341"/>
              <a:gd name="connsiteY1533" fmla="*/ 169821 h 442564"/>
              <a:gd name="connsiteX1534" fmla="*/ 254361 w 1967341"/>
              <a:gd name="connsiteY1534" fmla="*/ 162277 h 442564"/>
              <a:gd name="connsiteX1535" fmla="*/ 254841 w 1967341"/>
              <a:gd name="connsiteY1535" fmla="*/ 160990 h 442564"/>
              <a:gd name="connsiteX1536" fmla="*/ 256215 w 1967341"/>
              <a:gd name="connsiteY1536" fmla="*/ 161165 h 442564"/>
              <a:gd name="connsiteX1537" fmla="*/ 257850 w 1967341"/>
              <a:gd name="connsiteY1537" fmla="*/ 161165 h 442564"/>
              <a:gd name="connsiteX1538" fmla="*/ 270040 w 1967341"/>
              <a:gd name="connsiteY1538" fmla="*/ 157305 h 442564"/>
              <a:gd name="connsiteX1539" fmla="*/ 275818 w 1967341"/>
              <a:gd name="connsiteY1539" fmla="*/ 145639 h 442564"/>
              <a:gd name="connsiteX1540" fmla="*/ 275818 w 1967341"/>
              <a:gd name="connsiteY1540" fmla="*/ 144331 h 442564"/>
              <a:gd name="connsiteX1541" fmla="*/ 277126 w 1967341"/>
              <a:gd name="connsiteY1541" fmla="*/ 144069 h 442564"/>
              <a:gd name="connsiteX1542" fmla="*/ 292870 w 1967341"/>
              <a:gd name="connsiteY1542" fmla="*/ 134213 h 442564"/>
              <a:gd name="connsiteX1543" fmla="*/ 298648 w 1967341"/>
              <a:gd name="connsiteY1543" fmla="*/ 119974 h 442564"/>
              <a:gd name="connsiteX1544" fmla="*/ 232381 w 1967341"/>
              <a:gd name="connsiteY1544" fmla="*/ 129547 h 442564"/>
              <a:gd name="connsiteX1545" fmla="*/ 229678 w 1967341"/>
              <a:gd name="connsiteY1545" fmla="*/ 129547 h 442564"/>
              <a:gd name="connsiteX1546" fmla="*/ 229394 w 1967341"/>
              <a:gd name="connsiteY1546" fmla="*/ 128129 h 442564"/>
              <a:gd name="connsiteX1547" fmla="*/ 225709 w 1967341"/>
              <a:gd name="connsiteY1547" fmla="*/ 109093 h 442564"/>
              <a:gd name="connsiteX1548" fmla="*/ 225709 w 1967341"/>
              <a:gd name="connsiteY1548" fmla="*/ 108788 h 442564"/>
              <a:gd name="connsiteX1549" fmla="*/ 221348 w 1967341"/>
              <a:gd name="connsiteY1549" fmla="*/ 102617 h 442564"/>
              <a:gd name="connsiteX1550" fmla="*/ 255365 w 1967341"/>
              <a:gd name="connsiteY1550" fmla="*/ 101854 h 442564"/>
              <a:gd name="connsiteX1551" fmla="*/ 263891 w 1967341"/>
              <a:gd name="connsiteY1551" fmla="*/ 107371 h 442564"/>
              <a:gd name="connsiteX1552" fmla="*/ 253773 w 1967341"/>
              <a:gd name="connsiteY1552" fmla="*/ 107916 h 442564"/>
              <a:gd name="connsiteX1553" fmla="*/ 246228 w 1967341"/>
              <a:gd name="connsiteY1553" fmla="*/ 102421 h 442564"/>
              <a:gd name="connsiteX1554" fmla="*/ 255365 w 1967341"/>
              <a:gd name="connsiteY1554" fmla="*/ 101854 h 442564"/>
              <a:gd name="connsiteX1555" fmla="*/ 1217771 w 1967341"/>
              <a:gd name="connsiteY1555" fmla="*/ 100926 h 442564"/>
              <a:gd name="connsiteX1556" fmla="*/ 1225373 w 1967341"/>
              <a:gd name="connsiteY1556" fmla="*/ 103891 h 442564"/>
              <a:gd name="connsiteX1557" fmla="*/ 1240577 w 1967341"/>
              <a:gd name="connsiteY1557" fmla="*/ 105031 h 442564"/>
              <a:gd name="connsiteX1558" fmla="*/ 1241262 w 1967341"/>
              <a:gd name="connsiteY1558" fmla="*/ 105412 h 442564"/>
              <a:gd name="connsiteX1559" fmla="*/ 1243846 w 1967341"/>
              <a:gd name="connsiteY1559" fmla="*/ 111645 h 442564"/>
              <a:gd name="connsiteX1560" fmla="*/ 1249092 w 1967341"/>
              <a:gd name="connsiteY1560" fmla="*/ 122288 h 442564"/>
              <a:gd name="connsiteX1561" fmla="*/ 1244835 w 1967341"/>
              <a:gd name="connsiteY1561" fmla="*/ 131335 h 442564"/>
              <a:gd name="connsiteX1562" fmla="*/ 1242858 w 1967341"/>
              <a:gd name="connsiteY1562" fmla="*/ 139697 h 442564"/>
              <a:gd name="connsiteX1563" fmla="*/ 1235256 w 1967341"/>
              <a:gd name="connsiteY1563" fmla="*/ 153153 h 442564"/>
              <a:gd name="connsiteX1564" fmla="*/ 1228414 w 1967341"/>
              <a:gd name="connsiteY1564" fmla="*/ 160755 h 442564"/>
              <a:gd name="connsiteX1565" fmla="*/ 1213210 w 1967341"/>
              <a:gd name="connsiteY1565" fmla="*/ 192531 h 442564"/>
              <a:gd name="connsiteX1566" fmla="*/ 1208117 w 1967341"/>
              <a:gd name="connsiteY1566" fmla="*/ 197625 h 442564"/>
              <a:gd name="connsiteX1567" fmla="*/ 1201883 w 1967341"/>
              <a:gd name="connsiteY1567" fmla="*/ 197625 h 442564"/>
              <a:gd name="connsiteX1568" fmla="*/ 1195345 w 1967341"/>
              <a:gd name="connsiteY1568" fmla="*/ 199753 h 442564"/>
              <a:gd name="connsiteX1569" fmla="*/ 1185615 w 1967341"/>
              <a:gd name="connsiteY1569" fmla="*/ 202718 h 442564"/>
              <a:gd name="connsiteX1570" fmla="*/ 1185615 w 1967341"/>
              <a:gd name="connsiteY1570" fmla="*/ 210320 h 442564"/>
              <a:gd name="connsiteX1571" fmla="*/ 1193216 w 1967341"/>
              <a:gd name="connsiteY1571" fmla="*/ 208952 h 442564"/>
              <a:gd name="connsiteX1572" fmla="*/ 1199146 w 1967341"/>
              <a:gd name="connsiteY1572" fmla="*/ 206215 h 442564"/>
              <a:gd name="connsiteX1573" fmla="*/ 1207357 w 1967341"/>
              <a:gd name="connsiteY1573" fmla="*/ 208800 h 442564"/>
              <a:gd name="connsiteX1574" fmla="*/ 1210626 w 1967341"/>
              <a:gd name="connsiteY1574" fmla="*/ 212601 h 442564"/>
              <a:gd name="connsiteX1575" fmla="*/ 1212754 w 1967341"/>
              <a:gd name="connsiteY1575" fmla="*/ 222939 h 442564"/>
              <a:gd name="connsiteX1576" fmla="*/ 1211462 w 1967341"/>
              <a:gd name="connsiteY1576" fmla="*/ 227197 h 442564"/>
              <a:gd name="connsiteX1577" fmla="*/ 1203860 w 1967341"/>
              <a:gd name="connsiteY1577" fmla="*/ 232442 h 442564"/>
              <a:gd name="connsiteX1578" fmla="*/ 1195345 w 1967341"/>
              <a:gd name="connsiteY1578" fmla="*/ 235559 h 442564"/>
              <a:gd name="connsiteX1579" fmla="*/ 1192685 w 1967341"/>
              <a:gd name="connsiteY1579" fmla="*/ 240500 h 442564"/>
              <a:gd name="connsiteX1580" fmla="*/ 1196790 w 1967341"/>
              <a:gd name="connsiteY1580" fmla="*/ 243769 h 442564"/>
              <a:gd name="connsiteX1581" fmla="*/ 1208117 w 1967341"/>
              <a:gd name="connsiteY1581" fmla="*/ 241641 h 442564"/>
              <a:gd name="connsiteX1582" fmla="*/ 1216632 w 1967341"/>
              <a:gd name="connsiteY1582" fmla="*/ 241641 h 442564"/>
              <a:gd name="connsiteX1583" fmla="*/ 1227122 w 1967341"/>
              <a:gd name="connsiteY1583" fmla="*/ 239512 h 442564"/>
              <a:gd name="connsiteX1584" fmla="*/ 1236320 w 1967341"/>
              <a:gd name="connsiteY1584" fmla="*/ 239512 h 442564"/>
              <a:gd name="connsiteX1585" fmla="*/ 1243922 w 1967341"/>
              <a:gd name="connsiteY1585" fmla="*/ 251447 h 442564"/>
              <a:gd name="connsiteX1586" fmla="*/ 1230467 w 1967341"/>
              <a:gd name="connsiteY1586" fmla="*/ 270833 h 442564"/>
              <a:gd name="connsiteX1587" fmla="*/ 1218228 w 1967341"/>
              <a:gd name="connsiteY1587" fmla="*/ 268704 h 442564"/>
              <a:gd name="connsiteX1588" fmla="*/ 1198006 w 1967341"/>
              <a:gd name="connsiteY1588" fmla="*/ 269540 h 442564"/>
              <a:gd name="connsiteX1589" fmla="*/ 1186983 w 1967341"/>
              <a:gd name="connsiteY1589" fmla="*/ 268856 h 442564"/>
              <a:gd name="connsiteX1590" fmla="*/ 1177328 w 1967341"/>
              <a:gd name="connsiteY1590" fmla="*/ 269845 h 442564"/>
              <a:gd name="connsiteX1591" fmla="*/ 1166534 w 1967341"/>
              <a:gd name="connsiteY1591" fmla="*/ 271669 h 442564"/>
              <a:gd name="connsiteX1592" fmla="*/ 1153382 w 1967341"/>
              <a:gd name="connsiteY1592" fmla="*/ 274254 h 442564"/>
              <a:gd name="connsiteX1593" fmla="*/ 1139775 w 1967341"/>
              <a:gd name="connsiteY1593" fmla="*/ 275621 h 442564"/>
              <a:gd name="connsiteX1594" fmla="*/ 1125787 w 1967341"/>
              <a:gd name="connsiteY1594" fmla="*/ 279879 h 442564"/>
              <a:gd name="connsiteX1595" fmla="*/ 1116968 w 1967341"/>
              <a:gd name="connsiteY1595" fmla="*/ 275242 h 442564"/>
              <a:gd name="connsiteX1596" fmla="*/ 1114992 w 1967341"/>
              <a:gd name="connsiteY1596" fmla="*/ 263458 h 442564"/>
              <a:gd name="connsiteX1597" fmla="*/ 1115447 w 1967341"/>
              <a:gd name="connsiteY1597" fmla="*/ 258061 h 442564"/>
              <a:gd name="connsiteX1598" fmla="*/ 1118412 w 1967341"/>
              <a:gd name="connsiteY1598" fmla="*/ 251827 h 442564"/>
              <a:gd name="connsiteX1599" fmla="*/ 1121681 w 1967341"/>
              <a:gd name="connsiteY1599" fmla="*/ 249167 h 442564"/>
              <a:gd name="connsiteX1600" fmla="*/ 1125787 w 1967341"/>
              <a:gd name="connsiteY1600" fmla="*/ 251143 h 442564"/>
              <a:gd name="connsiteX1601" fmla="*/ 1137798 w 1967341"/>
              <a:gd name="connsiteY1601" fmla="*/ 247039 h 442564"/>
              <a:gd name="connsiteX1602" fmla="*/ 1153003 w 1967341"/>
              <a:gd name="connsiteY1602" fmla="*/ 240349 h 442564"/>
              <a:gd name="connsiteX1603" fmla="*/ 1150493 w 1967341"/>
              <a:gd name="connsiteY1603" fmla="*/ 236092 h 442564"/>
              <a:gd name="connsiteX1604" fmla="*/ 1144260 w 1967341"/>
              <a:gd name="connsiteY1604" fmla="*/ 235255 h 442564"/>
              <a:gd name="connsiteX1605" fmla="*/ 1139014 w 1967341"/>
              <a:gd name="connsiteY1605" fmla="*/ 232594 h 442564"/>
              <a:gd name="connsiteX1606" fmla="*/ 1139014 w 1967341"/>
              <a:gd name="connsiteY1606" fmla="*/ 227501 h 442564"/>
              <a:gd name="connsiteX1607" fmla="*/ 1139699 w 1967341"/>
              <a:gd name="connsiteY1607" fmla="*/ 221267 h 442564"/>
              <a:gd name="connsiteX1608" fmla="*/ 1143119 w 1967341"/>
              <a:gd name="connsiteY1608" fmla="*/ 216706 h 442564"/>
              <a:gd name="connsiteX1609" fmla="*/ 1146616 w 1967341"/>
              <a:gd name="connsiteY1609" fmla="*/ 217846 h 442564"/>
              <a:gd name="connsiteX1610" fmla="*/ 1150342 w 1967341"/>
              <a:gd name="connsiteY1610" fmla="*/ 217162 h 442564"/>
              <a:gd name="connsiteX1611" fmla="*/ 1153991 w 1967341"/>
              <a:gd name="connsiteY1611" fmla="*/ 217162 h 442564"/>
              <a:gd name="connsiteX1612" fmla="*/ 1157260 w 1967341"/>
              <a:gd name="connsiteY1612" fmla="*/ 214197 h 442564"/>
              <a:gd name="connsiteX1613" fmla="*/ 1158095 w 1967341"/>
              <a:gd name="connsiteY1613" fmla="*/ 206595 h 442564"/>
              <a:gd name="connsiteX1614" fmla="*/ 1153610 w 1967341"/>
              <a:gd name="connsiteY1614" fmla="*/ 205987 h 442564"/>
              <a:gd name="connsiteX1615" fmla="*/ 1147908 w 1967341"/>
              <a:gd name="connsiteY1615" fmla="*/ 207584 h 442564"/>
              <a:gd name="connsiteX1616" fmla="*/ 1142663 w 1967341"/>
              <a:gd name="connsiteY1616" fmla="*/ 208723 h 442564"/>
              <a:gd name="connsiteX1617" fmla="*/ 1138406 w 1967341"/>
              <a:gd name="connsiteY1617" fmla="*/ 208115 h 442564"/>
              <a:gd name="connsiteX1618" fmla="*/ 1136277 w 1967341"/>
              <a:gd name="connsiteY1618" fmla="*/ 204770 h 442564"/>
              <a:gd name="connsiteX1619" fmla="*/ 1134605 w 1967341"/>
              <a:gd name="connsiteY1619" fmla="*/ 199905 h 442564"/>
              <a:gd name="connsiteX1620" fmla="*/ 1130805 w 1967341"/>
              <a:gd name="connsiteY1620" fmla="*/ 192835 h 442564"/>
              <a:gd name="connsiteX1621" fmla="*/ 1128675 w 1967341"/>
              <a:gd name="connsiteY1621" fmla="*/ 185233 h 442564"/>
              <a:gd name="connsiteX1622" fmla="*/ 1132781 w 1967341"/>
              <a:gd name="connsiteY1622" fmla="*/ 173298 h 442564"/>
              <a:gd name="connsiteX1623" fmla="*/ 1130804 w 1967341"/>
              <a:gd name="connsiteY1623" fmla="*/ 154065 h 442564"/>
              <a:gd name="connsiteX1624" fmla="*/ 1128371 w 1967341"/>
              <a:gd name="connsiteY1624" fmla="*/ 145855 h 442564"/>
              <a:gd name="connsiteX1625" fmla="*/ 1129359 w 1967341"/>
              <a:gd name="connsiteY1625" fmla="*/ 139621 h 442564"/>
              <a:gd name="connsiteX1626" fmla="*/ 1131489 w 1967341"/>
              <a:gd name="connsiteY1626" fmla="*/ 128978 h 442564"/>
              <a:gd name="connsiteX1627" fmla="*/ 1136734 w 1967341"/>
              <a:gd name="connsiteY1627" fmla="*/ 118183 h 442564"/>
              <a:gd name="connsiteX1628" fmla="*/ 1143499 w 1967341"/>
              <a:gd name="connsiteY1628" fmla="*/ 122288 h 442564"/>
              <a:gd name="connsiteX1629" fmla="*/ 1149885 w 1967341"/>
              <a:gd name="connsiteY1629" fmla="*/ 121604 h 442564"/>
              <a:gd name="connsiteX1630" fmla="*/ 1158248 w 1967341"/>
              <a:gd name="connsiteY1630" fmla="*/ 118943 h 442564"/>
              <a:gd name="connsiteX1631" fmla="*/ 1172539 w 1967341"/>
              <a:gd name="connsiteY1631" fmla="*/ 113090 h 442564"/>
              <a:gd name="connsiteX1632" fmla="*/ 1183866 w 1967341"/>
              <a:gd name="connsiteY1632" fmla="*/ 111949 h 442564"/>
              <a:gd name="connsiteX1633" fmla="*/ 1217771 w 1967341"/>
              <a:gd name="connsiteY1633" fmla="*/ 100926 h 442564"/>
              <a:gd name="connsiteX1634" fmla="*/ 72089 w 1967341"/>
              <a:gd name="connsiteY1634" fmla="*/ 92216 h 442564"/>
              <a:gd name="connsiteX1635" fmla="*/ 71195 w 1967341"/>
              <a:gd name="connsiteY1635" fmla="*/ 92565 h 442564"/>
              <a:gd name="connsiteX1636" fmla="*/ 70345 w 1967341"/>
              <a:gd name="connsiteY1636" fmla="*/ 93110 h 442564"/>
              <a:gd name="connsiteX1637" fmla="*/ 69342 w 1967341"/>
              <a:gd name="connsiteY1637" fmla="*/ 94244 h 442564"/>
              <a:gd name="connsiteX1638" fmla="*/ 68208 w 1967341"/>
              <a:gd name="connsiteY1638" fmla="*/ 95203 h 442564"/>
              <a:gd name="connsiteX1639" fmla="*/ 67205 w 1967341"/>
              <a:gd name="connsiteY1639" fmla="*/ 95530 h 442564"/>
              <a:gd name="connsiteX1640" fmla="*/ 66987 w 1967341"/>
              <a:gd name="connsiteY1640" fmla="*/ 96119 h 442564"/>
              <a:gd name="connsiteX1641" fmla="*/ 66965 w 1967341"/>
              <a:gd name="connsiteY1641" fmla="*/ 96119 h 442564"/>
              <a:gd name="connsiteX1642" fmla="*/ 66856 w 1967341"/>
              <a:gd name="connsiteY1642" fmla="*/ 97253 h 442564"/>
              <a:gd name="connsiteX1643" fmla="*/ 67292 w 1967341"/>
              <a:gd name="connsiteY1643" fmla="*/ 97689 h 442564"/>
              <a:gd name="connsiteX1644" fmla="*/ 69473 w 1967341"/>
              <a:gd name="connsiteY1644" fmla="*/ 98517 h 442564"/>
              <a:gd name="connsiteX1645" fmla="*/ 71523 w 1967341"/>
              <a:gd name="connsiteY1645" fmla="*/ 101134 h 442564"/>
              <a:gd name="connsiteX1646" fmla="*/ 72089 w 1967341"/>
              <a:gd name="connsiteY1646" fmla="*/ 102770 h 442564"/>
              <a:gd name="connsiteX1647" fmla="*/ 71501 w 1967341"/>
              <a:gd name="connsiteY1647" fmla="*/ 104536 h 442564"/>
              <a:gd name="connsiteX1648" fmla="*/ 70738 w 1967341"/>
              <a:gd name="connsiteY1648" fmla="*/ 105473 h 442564"/>
              <a:gd name="connsiteX1649" fmla="*/ 69974 w 1967341"/>
              <a:gd name="connsiteY1649" fmla="*/ 107065 h 442564"/>
              <a:gd name="connsiteX1650" fmla="*/ 69974 w 1967341"/>
              <a:gd name="connsiteY1650" fmla="*/ 108766 h 442564"/>
              <a:gd name="connsiteX1651" fmla="*/ 71414 w 1967341"/>
              <a:gd name="connsiteY1651" fmla="*/ 110249 h 442564"/>
              <a:gd name="connsiteX1652" fmla="*/ 72308 w 1967341"/>
              <a:gd name="connsiteY1652" fmla="*/ 110750 h 442564"/>
              <a:gd name="connsiteX1653" fmla="*/ 73550 w 1967341"/>
              <a:gd name="connsiteY1653" fmla="*/ 111557 h 442564"/>
              <a:gd name="connsiteX1654" fmla="*/ 74314 w 1967341"/>
              <a:gd name="connsiteY1654" fmla="*/ 111557 h 442564"/>
              <a:gd name="connsiteX1655" fmla="*/ 74837 w 1967341"/>
              <a:gd name="connsiteY1655" fmla="*/ 110816 h 442564"/>
              <a:gd name="connsiteX1656" fmla="*/ 75317 w 1967341"/>
              <a:gd name="connsiteY1656" fmla="*/ 109660 h 442564"/>
              <a:gd name="connsiteX1657" fmla="*/ 76058 w 1967341"/>
              <a:gd name="connsiteY1657" fmla="*/ 108635 h 442564"/>
              <a:gd name="connsiteX1658" fmla="*/ 76799 w 1967341"/>
              <a:gd name="connsiteY1658" fmla="*/ 108417 h 442564"/>
              <a:gd name="connsiteX1659" fmla="*/ 78980 w 1967341"/>
              <a:gd name="connsiteY1659" fmla="*/ 110292 h 442564"/>
              <a:gd name="connsiteX1660" fmla="*/ 78980 w 1967341"/>
              <a:gd name="connsiteY1660" fmla="*/ 112037 h 442564"/>
              <a:gd name="connsiteX1661" fmla="*/ 78260 w 1967341"/>
              <a:gd name="connsiteY1661" fmla="*/ 115002 h 442564"/>
              <a:gd name="connsiteX1662" fmla="*/ 77628 w 1967341"/>
              <a:gd name="connsiteY1662" fmla="*/ 116529 h 442564"/>
              <a:gd name="connsiteX1663" fmla="*/ 77257 w 1967341"/>
              <a:gd name="connsiteY1663" fmla="*/ 118164 h 442564"/>
              <a:gd name="connsiteX1664" fmla="*/ 76690 w 1967341"/>
              <a:gd name="connsiteY1664" fmla="*/ 118906 h 442564"/>
              <a:gd name="connsiteX1665" fmla="*/ 76909 w 1967341"/>
              <a:gd name="connsiteY1665" fmla="*/ 119909 h 442564"/>
              <a:gd name="connsiteX1666" fmla="*/ 77933 w 1967341"/>
              <a:gd name="connsiteY1666" fmla="*/ 120388 h 442564"/>
              <a:gd name="connsiteX1667" fmla="*/ 79024 w 1967341"/>
              <a:gd name="connsiteY1667" fmla="*/ 121043 h 442564"/>
              <a:gd name="connsiteX1668" fmla="*/ 80267 w 1967341"/>
              <a:gd name="connsiteY1668" fmla="*/ 120824 h 442564"/>
              <a:gd name="connsiteX1669" fmla="*/ 82338 w 1967341"/>
              <a:gd name="connsiteY1669" fmla="*/ 120672 h 442564"/>
              <a:gd name="connsiteX1670" fmla="*/ 82709 w 1967341"/>
              <a:gd name="connsiteY1670" fmla="*/ 117728 h 442564"/>
              <a:gd name="connsiteX1671" fmla="*/ 83276 w 1967341"/>
              <a:gd name="connsiteY1671" fmla="*/ 116136 h 442564"/>
              <a:gd name="connsiteX1672" fmla="*/ 83930 w 1967341"/>
              <a:gd name="connsiteY1672" fmla="*/ 113280 h 442564"/>
              <a:gd name="connsiteX1673" fmla="*/ 84606 w 1967341"/>
              <a:gd name="connsiteY1673" fmla="*/ 111230 h 442564"/>
              <a:gd name="connsiteX1674" fmla="*/ 84606 w 1967341"/>
              <a:gd name="connsiteY1674" fmla="*/ 108657 h 442564"/>
              <a:gd name="connsiteX1675" fmla="*/ 85107 w 1967341"/>
              <a:gd name="connsiteY1675" fmla="*/ 106215 h 442564"/>
              <a:gd name="connsiteX1676" fmla="*/ 84780 w 1967341"/>
              <a:gd name="connsiteY1676" fmla="*/ 104950 h 442564"/>
              <a:gd name="connsiteX1677" fmla="*/ 83690 w 1967341"/>
              <a:gd name="connsiteY1677" fmla="*/ 103140 h 442564"/>
              <a:gd name="connsiteX1678" fmla="*/ 82883 w 1967341"/>
              <a:gd name="connsiteY1678" fmla="*/ 102661 h 442564"/>
              <a:gd name="connsiteX1679" fmla="*/ 82360 w 1967341"/>
              <a:gd name="connsiteY1679" fmla="*/ 102312 h 442564"/>
              <a:gd name="connsiteX1680" fmla="*/ 81379 w 1967341"/>
              <a:gd name="connsiteY1680" fmla="*/ 101854 h 442564"/>
              <a:gd name="connsiteX1681" fmla="*/ 80332 w 1967341"/>
              <a:gd name="connsiteY1681" fmla="*/ 100742 h 442564"/>
              <a:gd name="connsiteX1682" fmla="*/ 79198 w 1967341"/>
              <a:gd name="connsiteY1682" fmla="*/ 99324 h 442564"/>
              <a:gd name="connsiteX1683" fmla="*/ 77148 w 1967341"/>
              <a:gd name="connsiteY1683" fmla="*/ 97144 h 442564"/>
              <a:gd name="connsiteX1684" fmla="*/ 76080 w 1967341"/>
              <a:gd name="connsiteY1684" fmla="*/ 95879 h 442564"/>
              <a:gd name="connsiteX1685" fmla="*/ 75448 w 1967341"/>
              <a:gd name="connsiteY1685" fmla="*/ 94265 h 442564"/>
              <a:gd name="connsiteX1686" fmla="*/ 74423 w 1967341"/>
              <a:gd name="connsiteY1686" fmla="*/ 93219 h 442564"/>
              <a:gd name="connsiteX1687" fmla="*/ 73769 w 1967341"/>
              <a:gd name="connsiteY1687" fmla="*/ 92521 h 442564"/>
              <a:gd name="connsiteX1688" fmla="*/ 72089 w 1967341"/>
              <a:gd name="connsiteY1688" fmla="*/ 92216 h 442564"/>
              <a:gd name="connsiteX1689" fmla="*/ 264735 w 1967341"/>
              <a:gd name="connsiteY1689" fmla="*/ 92131 h 442564"/>
              <a:gd name="connsiteX1690" fmla="*/ 273442 w 1967341"/>
              <a:gd name="connsiteY1690" fmla="*/ 93329 h 442564"/>
              <a:gd name="connsiteX1691" fmla="*/ 265155 w 1967341"/>
              <a:gd name="connsiteY1691" fmla="*/ 97995 h 442564"/>
              <a:gd name="connsiteX1692" fmla="*/ 256302 w 1967341"/>
              <a:gd name="connsiteY1692" fmla="*/ 95204 h 442564"/>
              <a:gd name="connsiteX1693" fmla="*/ 264719 w 1967341"/>
              <a:gd name="connsiteY1693" fmla="*/ 92129 h 442564"/>
              <a:gd name="connsiteX1694" fmla="*/ 264741 w 1967341"/>
              <a:gd name="connsiteY1694" fmla="*/ 92129 h 442564"/>
              <a:gd name="connsiteX1695" fmla="*/ 264735 w 1967341"/>
              <a:gd name="connsiteY1695" fmla="*/ 92131 h 442564"/>
              <a:gd name="connsiteX1696" fmla="*/ 368818 w 1967341"/>
              <a:gd name="connsiteY1696" fmla="*/ 81880 h 442564"/>
              <a:gd name="connsiteX1697" fmla="*/ 367641 w 1967341"/>
              <a:gd name="connsiteY1697" fmla="*/ 82142 h 442564"/>
              <a:gd name="connsiteX1698" fmla="*/ 366507 w 1967341"/>
              <a:gd name="connsiteY1698" fmla="*/ 83581 h 442564"/>
              <a:gd name="connsiteX1699" fmla="*/ 364326 w 1967341"/>
              <a:gd name="connsiteY1699" fmla="*/ 85892 h 442564"/>
              <a:gd name="connsiteX1700" fmla="*/ 362015 w 1967341"/>
              <a:gd name="connsiteY1700" fmla="*/ 87767 h 442564"/>
              <a:gd name="connsiteX1701" fmla="*/ 361099 w 1967341"/>
              <a:gd name="connsiteY1701" fmla="*/ 88945 h 442564"/>
              <a:gd name="connsiteX1702" fmla="*/ 360641 w 1967341"/>
              <a:gd name="connsiteY1702" fmla="*/ 89883 h 442564"/>
              <a:gd name="connsiteX1703" fmla="*/ 359943 w 1967341"/>
              <a:gd name="connsiteY1703" fmla="*/ 89883 h 442564"/>
              <a:gd name="connsiteX1704" fmla="*/ 358548 w 1967341"/>
              <a:gd name="connsiteY1704" fmla="*/ 89228 h 442564"/>
              <a:gd name="connsiteX1705" fmla="*/ 358387 w 1967341"/>
              <a:gd name="connsiteY1705" fmla="*/ 89067 h 442564"/>
              <a:gd name="connsiteX1706" fmla="*/ 358548 w 1967341"/>
              <a:gd name="connsiteY1706" fmla="*/ 88313 h 442564"/>
              <a:gd name="connsiteX1707" fmla="*/ 359878 w 1967341"/>
              <a:gd name="connsiteY1707" fmla="*/ 86590 h 442564"/>
              <a:gd name="connsiteX1708" fmla="*/ 359529 w 1967341"/>
              <a:gd name="connsiteY1708" fmla="*/ 86263 h 442564"/>
              <a:gd name="connsiteX1709" fmla="*/ 356346 w 1967341"/>
              <a:gd name="connsiteY1709" fmla="*/ 86939 h 442564"/>
              <a:gd name="connsiteX1710" fmla="*/ 355561 w 1967341"/>
              <a:gd name="connsiteY1710" fmla="*/ 86743 h 442564"/>
              <a:gd name="connsiteX1711" fmla="*/ 354579 w 1967341"/>
              <a:gd name="connsiteY1711" fmla="*/ 87135 h 442564"/>
              <a:gd name="connsiteX1712" fmla="*/ 352791 w 1967341"/>
              <a:gd name="connsiteY1712" fmla="*/ 88749 h 442564"/>
              <a:gd name="connsiteX1713" fmla="*/ 351570 w 1967341"/>
              <a:gd name="connsiteY1713" fmla="*/ 90929 h 442564"/>
              <a:gd name="connsiteX1714" fmla="*/ 351963 w 1967341"/>
              <a:gd name="connsiteY1714" fmla="*/ 91954 h 442564"/>
              <a:gd name="connsiteX1715" fmla="*/ 355190 w 1967341"/>
              <a:gd name="connsiteY1715" fmla="*/ 92499 h 442564"/>
              <a:gd name="connsiteX1716" fmla="*/ 356128 w 1967341"/>
              <a:gd name="connsiteY1716" fmla="*/ 92499 h 442564"/>
              <a:gd name="connsiteX1717" fmla="*/ 358308 w 1967341"/>
              <a:gd name="connsiteY1717" fmla="*/ 92303 h 442564"/>
              <a:gd name="connsiteX1718" fmla="*/ 360205 w 1967341"/>
              <a:gd name="connsiteY1718" fmla="*/ 93328 h 442564"/>
              <a:gd name="connsiteX1719" fmla="*/ 361623 w 1967341"/>
              <a:gd name="connsiteY1719" fmla="*/ 94353 h 442564"/>
              <a:gd name="connsiteX1720" fmla="*/ 363367 w 1967341"/>
              <a:gd name="connsiteY1720" fmla="*/ 95792 h 442564"/>
              <a:gd name="connsiteX1721" fmla="*/ 364544 w 1967341"/>
              <a:gd name="connsiteY1721" fmla="*/ 96620 h 442564"/>
              <a:gd name="connsiteX1722" fmla="*/ 365722 w 1967341"/>
              <a:gd name="connsiteY1722" fmla="*/ 97405 h 442564"/>
              <a:gd name="connsiteX1723" fmla="*/ 367903 w 1967341"/>
              <a:gd name="connsiteY1723" fmla="*/ 99237 h 442564"/>
              <a:gd name="connsiteX1724" fmla="*/ 369276 w 1967341"/>
              <a:gd name="connsiteY1724" fmla="*/ 100349 h 442564"/>
              <a:gd name="connsiteX1725" fmla="*/ 370563 w 1967341"/>
              <a:gd name="connsiteY1725" fmla="*/ 101439 h 442564"/>
              <a:gd name="connsiteX1726" fmla="*/ 369102 w 1967341"/>
              <a:gd name="connsiteY1726" fmla="*/ 101832 h 442564"/>
              <a:gd name="connsiteX1727" fmla="*/ 367772 w 1967341"/>
              <a:gd name="connsiteY1727" fmla="*/ 101330 h 442564"/>
              <a:gd name="connsiteX1728" fmla="*/ 367205 w 1967341"/>
              <a:gd name="connsiteY1728" fmla="*/ 100284 h 442564"/>
              <a:gd name="connsiteX1729" fmla="*/ 366398 w 1967341"/>
              <a:gd name="connsiteY1729" fmla="*/ 99521 h 442564"/>
              <a:gd name="connsiteX1730" fmla="*/ 365482 w 1967341"/>
              <a:gd name="connsiteY1730" fmla="*/ 98517 h 442564"/>
              <a:gd name="connsiteX1731" fmla="*/ 364784 w 1967341"/>
              <a:gd name="connsiteY1731" fmla="*/ 98365 h 442564"/>
              <a:gd name="connsiteX1732" fmla="*/ 363868 w 1967341"/>
              <a:gd name="connsiteY1732" fmla="*/ 97885 h 442564"/>
              <a:gd name="connsiteX1733" fmla="*/ 362909 w 1967341"/>
              <a:gd name="connsiteY1733" fmla="*/ 97187 h 442564"/>
              <a:gd name="connsiteX1734" fmla="*/ 361579 w 1967341"/>
              <a:gd name="connsiteY1734" fmla="*/ 96293 h 442564"/>
              <a:gd name="connsiteX1735" fmla="*/ 360554 w 1967341"/>
              <a:gd name="connsiteY1735" fmla="*/ 95399 h 442564"/>
              <a:gd name="connsiteX1736" fmla="*/ 359922 w 1967341"/>
              <a:gd name="connsiteY1736" fmla="*/ 95247 h 442564"/>
              <a:gd name="connsiteX1737" fmla="*/ 358831 w 1967341"/>
              <a:gd name="connsiteY1737" fmla="*/ 94222 h 442564"/>
              <a:gd name="connsiteX1738" fmla="*/ 356302 w 1967341"/>
              <a:gd name="connsiteY1738" fmla="*/ 95159 h 442564"/>
              <a:gd name="connsiteX1739" fmla="*/ 355124 w 1967341"/>
              <a:gd name="connsiteY1739" fmla="*/ 95879 h 442564"/>
              <a:gd name="connsiteX1740" fmla="*/ 354710 w 1967341"/>
              <a:gd name="connsiteY1740" fmla="*/ 96773 h 442564"/>
              <a:gd name="connsiteX1741" fmla="*/ 355386 w 1967341"/>
              <a:gd name="connsiteY1741" fmla="*/ 97514 h 442564"/>
              <a:gd name="connsiteX1742" fmla="*/ 356651 w 1967341"/>
              <a:gd name="connsiteY1742" fmla="*/ 97972 h 442564"/>
              <a:gd name="connsiteX1743" fmla="*/ 357872 w 1967341"/>
              <a:gd name="connsiteY1743" fmla="*/ 98256 h 442564"/>
              <a:gd name="connsiteX1744" fmla="*/ 358439 w 1967341"/>
              <a:gd name="connsiteY1744" fmla="*/ 99019 h 442564"/>
              <a:gd name="connsiteX1745" fmla="*/ 357261 w 1967341"/>
              <a:gd name="connsiteY1745" fmla="*/ 99499 h 442564"/>
              <a:gd name="connsiteX1746" fmla="*/ 356258 w 1967341"/>
              <a:gd name="connsiteY1746" fmla="*/ 100196 h 442564"/>
              <a:gd name="connsiteX1747" fmla="*/ 355604 w 1967341"/>
              <a:gd name="connsiteY1747" fmla="*/ 100327 h 442564"/>
              <a:gd name="connsiteX1748" fmla="*/ 354558 w 1967341"/>
              <a:gd name="connsiteY1748" fmla="*/ 99957 h 442564"/>
              <a:gd name="connsiteX1749" fmla="*/ 353118 w 1967341"/>
              <a:gd name="connsiteY1749" fmla="*/ 99063 h 442564"/>
              <a:gd name="connsiteX1750" fmla="*/ 351592 w 1967341"/>
              <a:gd name="connsiteY1750" fmla="*/ 98648 h 442564"/>
              <a:gd name="connsiteX1751" fmla="*/ 350916 w 1967341"/>
              <a:gd name="connsiteY1751" fmla="*/ 97405 h 442564"/>
              <a:gd name="connsiteX1752" fmla="*/ 348735 w 1967341"/>
              <a:gd name="connsiteY1752" fmla="*/ 96838 h 442564"/>
              <a:gd name="connsiteX1753" fmla="*/ 347405 w 1967341"/>
              <a:gd name="connsiteY1753" fmla="*/ 97667 h 442564"/>
              <a:gd name="connsiteX1754" fmla="*/ 346686 w 1967341"/>
              <a:gd name="connsiteY1754" fmla="*/ 98539 h 442564"/>
              <a:gd name="connsiteX1755" fmla="*/ 346947 w 1967341"/>
              <a:gd name="connsiteY1755" fmla="*/ 99281 h 442564"/>
              <a:gd name="connsiteX1756" fmla="*/ 347711 w 1967341"/>
              <a:gd name="connsiteY1756" fmla="*/ 100654 h 442564"/>
              <a:gd name="connsiteX1757" fmla="*/ 349346 w 1967341"/>
              <a:gd name="connsiteY1757" fmla="*/ 101483 h 442564"/>
              <a:gd name="connsiteX1758" fmla="*/ 351025 w 1967341"/>
              <a:gd name="connsiteY1758" fmla="*/ 102770 h 442564"/>
              <a:gd name="connsiteX1759" fmla="*/ 352682 w 1967341"/>
              <a:gd name="connsiteY1759" fmla="*/ 104012 h 442564"/>
              <a:gd name="connsiteX1760" fmla="*/ 352464 w 1967341"/>
              <a:gd name="connsiteY1760" fmla="*/ 105037 h 442564"/>
              <a:gd name="connsiteX1761" fmla="*/ 348256 w 1967341"/>
              <a:gd name="connsiteY1761" fmla="*/ 105975 h 442564"/>
              <a:gd name="connsiteX1762" fmla="*/ 346075 w 1967341"/>
              <a:gd name="connsiteY1762" fmla="*/ 104318 h 442564"/>
              <a:gd name="connsiteX1763" fmla="*/ 344898 w 1967341"/>
              <a:gd name="connsiteY1763" fmla="*/ 103860 h 442564"/>
              <a:gd name="connsiteX1764" fmla="*/ 344898 w 1967341"/>
              <a:gd name="connsiteY1764" fmla="*/ 106804 h 442564"/>
              <a:gd name="connsiteX1765" fmla="*/ 343720 w 1967341"/>
              <a:gd name="connsiteY1765" fmla="*/ 107850 h 442564"/>
              <a:gd name="connsiteX1766" fmla="*/ 345225 w 1967341"/>
              <a:gd name="connsiteY1766" fmla="*/ 109486 h 442564"/>
              <a:gd name="connsiteX1767" fmla="*/ 346511 w 1967341"/>
              <a:gd name="connsiteY1767" fmla="*/ 110271 h 442564"/>
              <a:gd name="connsiteX1768" fmla="*/ 348256 w 1967341"/>
              <a:gd name="connsiteY1768" fmla="*/ 111165 h 442564"/>
              <a:gd name="connsiteX1769" fmla="*/ 350872 w 1967341"/>
              <a:gd name="connsiteY1769" fmla="*/ 110423 h 442564"/>
              <a:gd name="connsiteX1770" fmla="*/ 352137 w 1967341"/>
              <a:gd name="connsiteY1770" fmla="*/ 110140 h 442564"/>
              <a:gd name="connsiteX1771" fmla="*/ 353620 w 1967341"/>
              <a:gd name="connsiteY1771" fmla="*/ 109246 h 442564"/>
              <a:gd name="connsiteX1772" fmla="*/ 354819 w 1967341"/>
              <a:gd name="connsiteY1772" fmla="*/ 108374 h 442564"/>
              <a:gd name="connsiteX1773" fmla="*/ 355997 w 1967341"/>
              <a:gd name="connsiteY1773" fmla="*/ 107109 h 442564"/>
              <a:gd name="connsiteX1774" fmla="*/ 358526 w 1967341"/>
              <a:gd name="connsiteY1774" fmla="*/ 108156 h 442564"/>
              <a:gd name="connsiteX1775" fmla="*/ 359529 w 1967341"/>
              <a:gd name="connsiteY1775" fmla="*/ 108701 h 442564"/>
              <a:gd name="connsiteX1776" fmla="*/ 360837 w 1967341"/>
              <a:gd name="connsiteY1776" fmla="*/ 109660 h 442564"/>
              <a:gd name="connsiteX1777" fmla="*/ 362015 w 1967341"/>
              <a:gd name="connsiteY1777" fmla="*/ 109791 h 442564"/>
              <a:gd name="connsiteX1778" fmla="*/ 363432 w 1967341"/>
              <a:gd name="connsiteY1778" fmla="*/ 109006 h 442564"/>
              <a:gd name="connsiteX1779" fmla="*/ 363432 w 1967341"/>
              <a:gd name="connsiteY1779" fmla="*/ 108156 h 442564"/>
              <a:gd name="connsiteX1780" fmla="*/ 362844 w 1967341"/>
              <a:gd name="connsiteY1780" fmla="*/ 106607 h 442564"/>
              <a:gd name="connsiteX1781" fmla="*/ 362364 w 1967341"/>
              <a:gd name="connsiteY1781" fmla="*/ 104950 h 442564"/>
              <a:gd name="connsiteX1782" fmla="*/ 361426 w 1967341"/>
              <a:gd name="connsiteY1782" fmla="*/ 104623 h 442564"/>
              <a:gd name="connsiteX1783" fmla="*/ 360096 w 1967341"/>
              <a:gd name="connsiteY1783" fmla="*/ 103991 h 442564"/>
              <a:gd name="connsiteX1784" fmla="*/ 359682 w 1967341"/>
              <a:gd name="connsiteY1784" fmla="*/ 103336 h 442564"/>
              <a:gd name="connsiteX1785" fmla="*/ 360947 w 1967341"/>
              <a:gd name="connsiteY1785" fmla="*/ 102508 h 442564"/>
              <a:gd name="connsiteX1786" fmla="*/ 362865 w 1967341"/>
              <a:gd name="connsiteY1786" fmla="*/ 102508 h 442564"/>
              <a:gd name="connsiteX1787" fmla="*/ 364283 w 1967341"/>
              <a:gd name="connsiteY1787" fmla="*/ 102508 h 442564"/>
              <a:gd name="connsiteX1788" fmla="*/ 367532 w 1967341"/>
              <a:gd name="connsiteY1788" fmla="*/ 103184 h 442564"/>
              <a:gd name="connsiteX1789" fmla="*/ 368622 w 1967341"/>
              <a:gd name="connsiteY1789" fmla="*/ 104318 h 442564"/>
              <a:gd name="connsiteX1790" fmla="*/ 369363 w 1967341"/>
              <a:gd name="connsiteY1790" fmla="*/ 105277 h 442564"/>
              <a:gd name="connsiteX1791" fmla="*/ 370345 w 1967341"/>
              <a:gd name="connsiteY1791" fmla="*/ 105713 h 442564"/>
              <a:gd name="connsiteX1792" fmla="*/ 373114 w 1967341"/>
              <a:gd name="connsiteY1792" fmla="*/ 107458 h 442564"/>
              <a:gd name="connsiteX1793" fmla="*/ 375033 w 1967341"/>
              <a:gd name="connsiteY1793" fmla="*/ 106455 h 442564"/>
              <a:gd name="connsiteX1794" fmla="*/ 376363 w 1967341"/>
              <a:gd name="connsiteY1794" fmla="*/ 104470 h 442564"/>
              <a:gd name="connsiteX1795" fmla="*/ 375927 w 1967341"/>
              <a:gd name="connsiteY1795" fmla="*/ 103489 h 442564"/>
              <a:gd name="connsiteX1796" fmla="*/ 375513 w 1967341"/>
              <a:gd name="connsiteY1796" fmla="*/ 102661 h 442564"/>
              <a:gd name="connsiteX1797" fmla="*/ 375513 w 1967341"/>
              <a:gd name="connsiteY1797" fmla="*/ 101679 h 442564"/>
              <a:gd name="connsiteX1798" fmla="*/ 374815 w 1967341"/>
              <a:gd name="connsiteY1798" fmla="*/ 101003 h 442564"/>
              <a:gd name="connsiteX1799" fmla="*/ 373267 w 1967341"/>
              <a:gd name="connsiteY1799" fmla="*/ 100502 h 442564"/>
              <a:gd name="connsiteX1800" fmla="*/ 372940 w 1967341"/>
              <a:gd name="connsiteY1800" fmla="*/ 99804 h 442564"/>
              <a:gd name="connsiteX1801" fmla="*/ 374270 w 1967341"/>
              <a:gd name="connsiteY1801" fmla="*/ 98932 h 442564"/>
              <a:gd name="connsiteX1802" fmla="*/ 375382 w 1967341"/>
              <a:gd name="connsiteY1802" fmla="*/ 98321 h 442564"/>
              <a:gd name="connsiteX1803" fmla="*/ 376407 w 1967341"/>
              <a:gd name="connsiteY1803" fmla="*/ 97863 h 442564"/>
              <a:gd name="connsiteX1804" fmla="*/ 379481 w 1967341"/>
              <a:gd name="connsiteY1804" fmla="*/ 96729 h 442564"/>
              <a:gd name="connsiteX1805" fmla="*/ 381531 w 1967341"/>
              <a:gd name="connsiteY1805" fmla="*/ 96991 h 442564"/>
              <a:gd name="connsiteX1806" fmla="*/ 382730 w 1967341"/>
              <a:gd name="connsiteY1806" fmla="*/ 96053 h 442564"/>
              <a:gd name="connsiteX1807" fmla="*/ 383166 w 1967341"/>
              <a:gd name="connsiteY1807" fmla="*/ 95247 h 442564"/>
              <a:gd name="connsiteX1808" fmla="*/ 382883 w 1967341"/>
              <a:gd name="connsiteY1808" fmla="*/ 93895 h 442564"/>
              <a:gd name="connsiteX1809" fmla="*/ 382054 w 1967341"/>
              <a:gd name="connsiteY1809" fmla="*/ 93175 h 442564"/>
              <a:gd name="connsiteX1810" fmla="*/ 381487 w 1967341"/>
              <a:gd name="connsiteY1810" fmla="*/ 93175 h 442564"/>
              <a:gd name="connsiteX1811" fmla="*/ 377606 w 1967341"/>
              <a:gd name="connsiteY1811" fmla="*/ 91823 h 442564"/>
              <a:gd name="connsiteX1812" fmla="*/ 376821 w 1967341"/>
              <a:gd name="connsiteY1812" fmla="*/ 93546 h 442564"/>
              <a:gd name="connsiteX1813" fmla="*/ 375949 w 1967341"/>
              <a:gd name="connsiteY1813" fmla="*/ 94004 h 442564"/>
              <a:gd name="connsiteX1814" fmla="*/ 374924 w 1967341"/>
              <a:gd name="connsiteY1814" fmla="*/ 94178 h 442564"/>
              <a:gd name="connsiteX1815" fmla="*/ 373855 w 1967341"/>
              <a:gd name="connsiteY1815" fmla="*/ 93764 h 442564"/>
              <a:gd name="connsiteX1816" fmla="*/ 373049 w 1967341"/>
              <a:gd name="connsiteY1816" fmla="*/ 94658 h 442564"/>
              <a:gd name="connsiteX1817" fmla="*/ 372155 w 1967341"/>
              <a:gd name="connsiteY1817" fmla="*/ 94658 h 442564"/>
              <a:gd name="connsiteX1818" fmla="*/ 371261 w 1967341"/>
              <a:gd name="connsiteY1818" fmla="*/ 94527 h 442564"/>
              <a:gd name="connsiteX1819" fmla="*/ 370541 w 1967341"/>
              <a:gd name="connsiteY1819" fmla="*/ 95530 h 442564"/>
              <a:gd name="connsiteX1820" fmla="*/ 371021 w 1967341"/>
              <a:gd name="connsiteY1820" fmla="*/ 96577 h 442564"/>
              <a:gd name="connsiteX1821" fmla="*/ 369276 w 1967341"/>
              <a:gd name="connsiteY1821" fmla="*/ 96577 h 442564"/>
              <a:gd name="connsiteX1822" fmla="*/ 369625 w 1967341"/>
              <a:gd name="connsiteY1822" fmla="*/ 95356 h 442564"/>
              <a:gd name="connsiteX1823" fmla="*/ 369211 w 1967341"/>
              <a:gd name="connsiteY1823" fmla="*/ 93895 h 442564"/>
              <a:gd name="connsiteX1824" fmla="*/ 371152 w 1967341"/>
              <a:gd name="connsiteY1824" fmla="*/ 93611 h 442564"/>
              <a:gd name="connsiteX1825" fmla="*/ 374357 w 1967341"/>
              <a:gd name="connsiteY1825" fmla="*/ 92652 h 442564"/>
              <a:gd name="connsiteX1826" fmla="*/ 374619 w 1967341"/>
              <a:gd name="connsiteY1826" fmla="*/ 91453 h 442564"/>
              <a:gd name="connsiteX1827" fmla="*/ 375556 w 1967341"/>
              <a:gd name="connsiteY1827" fmla="*/ 90580 h 442564"/>
              <a:gd name="connsiteX1828" fmla="*/ 377344 w 1967341"/>
              <a:gd name="connsiteY1828" fmla="*/ 90406 h 442564"/>
              <a:gd name="connsiteX1829" fmla="*/ 378914 w 1967341"/>
              <a:gd name="connsiteY1829" fmla="*/ 89708 h 442564"/>
              <a:gd name="connsiteX1830" fmla="*/ 378762 w 1967341"/>
              <a:gd name="connsiteY1830" fmla="*/ 88029 h 442564"/>
              <a:gd name="connsiteX1831" fmla="*/ 378195 w 1967341"/>
              <a:gd name="connsiteY1831" fmla="*/ 87615 h 442564"/>
              <a:gd name="connsiteX1832" fmla="*/ 377671 w 1967341"/>
              <a:gd name="connsiteY1832" fmla="*/ 87157 h 442564"/>
              <a:gd name="connsiteX1833" fmla="*/ 375905 w 1967341"/>
              <a:gd name="connsiteY1833" fmla="*/ 87615 h 442564"/>
              <a:gd name="connsiteX1834" fmla="*/ 373986 w 1967341"/>
              <a:gd name="connsiteY1834" fmla="*/ 87811 h 442564"/>
              <a:gd name="connsiteX1835" fmla="*/ 373986 w 1967341"/>
              <a:gd name="connsiteY1835" fmla="*/ 86568 h 442564"/>
              <a:gd name="connsiteX1836" fmla="*/ 372743 w 1967341"/>
              <a:gd name="connsiteY1836" fmla="*/ 86568 h 442564"/>
              <a:gd name="connsiteX1837" fmla="*/ 372089 w 1967341"/>
              <a:gd name="connsiteY1837" fmla="*/ 87898 h 442564"/>
              <a:gd name="connsiteX1838" fmla="*/ 370803 w 1967341"/>
              <a:gd name="connsiteY1838" fmla="*/ 88443 h 442564"/>
              <a:gd name="connsiteX1839" fmla="*/ 369647 w 1967341"/>
              <a:gd name="connsiteY1839" fmla="*/ 89512 h 442564"/>
              <a:gd name="connsiteX1840" fmla="*/ 370454 w 1967341"/>
              <a:gd name="connsiteY1840" fmla="*/ 89839 h 442564"/>
              <a:gd name="connsiteX1841" fmla="*/ 371522 w 1967341"/>
              <a:gd name="connsiteY1841" fmla="*/ 90362 h 442564"/>
              <a:gd name="connsiteX1842" fmla="*/ 370824 w 1967341"/>
              <a:gd name="connsiteY1842" fmla="*/ 91932 h 442564"/>
              <a:gd name="connsiteX1843" fmla="*/ 369145 w 1967341"/>
              <a:gd name="connsiteY1843" fmla="*/ 91823 h 442564"/>
              <a:gd name="connsiteX1844" fmla="*/ 369254 w 1967341"/>
              <a:gd name="connsiteY1844" fmla="*/ 91016 h 442564"/>
              <a:gd name="connsiteX1845" fmla="*/ 368382 w 1967341"/>
              <a:gd name="connsiteY1845" fmla="*/ 89970 h 442564"/>
              <a:gd name="connsiteX1846" fmla="*/ 368579 w 1967341"/>
              <a:gd name="connsiteY1846" fmla="*/ 89316 h 442564"/>
              <a:gd name="connsiteX1847" fmla="*/ 370257 w 1967341"/>
              <a:gd name="connsiteY1847" fmla="*/ 87135 h 442564"/>
              <a:gd name="connsiteX1848" fmla="*/ 370650 w 1967341"/>
              <a:gd name="connsiteY1848" fmla="*/ 86415 h 442564"/>
              <a:gd name="connsiteX1849" fmla="*/ 371326 w 1967341"/>
              <a:gd name="connsiteY1849" fmla="*/ 85260 h 442564"/>
              <a:gd name="connsiteX1850" fmla="*/ 370454 w 1967341"/>
              <a:gd name="connsiteY1850" fmla="*/ 84976 h 442564"/>
              <a:gd name="connsiteX1851" fmla="*/ 369298 w 1967341"/>
              <a:gd name="connsiteY1851" fmla="*/ 85391 h 442564"/>
              <a:gd name="connsiteX1852" fmla="*/ 368840 w 1967341"/>
              <a:gd name="connsiteY1852" fmla="*/ 86067 h 442564"/>
              <a:gd name="connsiteX1853" fmla="*/ 367139 w 1967341"/>
              <a:gd name="connsiteY1853" fmla="*/ 87680 h 442564"/>
              <a:gd name="connsiteX1854" fmla="*/ 366114 w 1967341"/>
              <a:gd name="connsiteY1854" fmla="*/ 89010 h 442564"/>
              <a:gd name="connsiteX1855" fmla="*/ 364283 w 1967341"/>
              <a:gd name="connsiteY1855" fmla="*/ 90602 h 442564"/>
              <a:gd name="connsiteX1856" fmla="*/ 363847 w 1967341"/>
              <a:gd name="connsiteY1856" fmla="*/ 91867 h 442564"/>
              <a:gd name="connsiteX1857" fmla="*/ 364501 w 1967341"/>
              <a:gd name="connsiteY1857" fmla="*/ 92085 h 442564"/>
              <a:gd name="connsiteX1858" fmla="*/ 365242 w 1967341"/>
              <a:gd name="connsiteY1858" fmla="*/ 91976 h 442564"/>
              <a:gd name="connsiteX1859" fmla="*/ 366245 w 1967341"/>
              <a:gd name="connsiteY1859" fmla="*/ 91540 h 442564"/>
              <a:gd name="connsiteX1860" fmla="*/ 366114 w 1967341"/>
              <a:gd name="connsiteY1860" fmla="*/ 92412 h 442564"/>
              <a:gd name="connsiteX1861" fmla="*/ 365700 w 1967341"/>
              <a:gd name="connsiteY1861" fmla="*/ 93175 h 442564"/>
              <a:gd name="connsiteX1862" fmla="*/ 366572 w 1967341"/>
              <a:gd name="connsiteY1862" fmla="*/ 93589 h 442564"/>
              <a:gd name="connsiteX1863" fmla="*/ 367205 w 1967341"/>
              <a:gd name="connsiteY1863" fmla="*/ 94396 h 442564"/>
              <a:gd name="connsiteX1864" fmla="*/ 366725 w 1967341"/>
              <a:gd name="connsiteY1864" fmla="*/ 94702 h 442564"/>
              <a:gd name="connsiteX1865" fmla="*/ 365896 w 1967341"/>
              <a:gd name="connsiteY1865" fmla="*/ 94483 h 442564"/>
              <a:gd name="connsiteX1866" fmla="*/ 365046 w 1967341"/>
              <a:gd name="connsiteY1866" fmla="*/ 94026 h 442564"/>
              <a:gd name="connsiteX1867" fmla="*/ 363694 w 1967341"/>
              <a:gd name="connsiteY1867" fmla="*/ 93023 h 442564"/>
              <a:gd name="connsiteX1868" fmla="*/ 362931 w 1967341"/>
              <a:gd name="connsiteY1868" fmla="*/ 92325 h 442564"/>
              <a:gd name="connsiteX1869" fmla="*/ 361884 w 1967341"/>
              <a:gd name="connsiteY1869" fmla="*/ 91649 h 442564"/>
              <a:gd name="connsiteX1870" fmla="*/ 361884 w 1967341"/>
              <a:gd name="connsiteY1870" fmla="*/ 90798 h 442564"/>
              <a:gd name="connsiteX1871" fmla="*/ 363083 w 1967341"/>
              <a:gd name="connsiteY1871" fmla="*/ 90253 h 442564"/>
              <a:gd name="connsiteX1872" fmla="*/ 363868 w 1967341"/>
              <a:gd name="connsiteY1872" fmla="*/ 89555 h 442564"/>
              <a:gd name="connsiteX1873" fmla="*/ 364719 w 1967341"/>
              <a:gd name="connsiteY1873" fmla="*/ 88378 h 442564"/>
              <a:gd name="connsiteX1874" fmla="*/ 366202 w 1967341"/>
              <a:gd name="connsiteY1874" fmla="*/ 86830 h 442564"/>
              <a:gd name="connsiteX1875" fmla="*/ 367030 w 1967341"/>
              <a:gd name="connsiteY1875" fmla="*/ 86132 h 442564"/>
              <a:gd name="connsiteX1876" fmla="*/ 367706 w 1967341"/>
              <a:gd name="connsiteY1876" fmla="*/ 85587 h 442564"/>
              <a:gd name="connsiteX1877" fmla="*/ 368251 w 1967341"/>
              <a:gd name="connsiteY1877" fmla="*/ 85042 h 442564"/>
              <a:gd name="connsiteX1878" fmla="*/ 369124 w 1967341"/>
              <a:gd name="connsiteY1878" fmla="*/ 84104 h 442564"/>
              <a:gd name="connsiteX1879" fmla="*/ 369756 w 1967341"/>
              <a:gd name="connsiteY1879" fmla="*/ 83275 h 442564"/>
              <a:gd name="connsiteX1880" fmla="*/ 369909 w 1967341"/>
              <a:gd name="connsiteY1880" fmla="*/ 82621 h 442564"/>
              <a:gd name="connsiteX1881" fmla="*/ 369407 w 1967341"/>
              <a:gd name="connsiteY1881" fmla="*/ 82490 h 442564"/>
              <a:gd name="connsiteX1882" fmla="*/ 368818 w 1967341"/>
              <a:gd name="connsiteY1882" fmla="*/ 81880 h 442564"/>
              <a:gd name="connsiteX1883" fmla="*/ 79700 w 1967341"/>
              <a:gd name="connsiteY1883" fmla="*/ 80528 h 442564"/>
              <a:gd name="connsiteX1884" fmla="*/ 79045 w 1967341"/>
              <a:gd name="connsiteY1884" fmla="*/ 80986 h 442564"/>
              <a:gd name="connsiteX1885" fmla="*/ 78021 w 1967341"/>
              <a:gd name="connsiteY1885" fmla="*/ 81269 h 442564"/>
              <a:gd name="connsiteX1886" fmla="*/ 77323 w 1967341"/>
              <a:gd name="connsiteY1886" fmla="*/ 82381 h 442564"/>
              <a:gd name="connsiteX1887" fmla="*/ 76494 w 1967341"/>
              <a:gd name="connsiteY1887" fmla="*/ 82970 h 442564"/>
              <a:gd name="connsiteX1888" fmla="*/ 75927 w 1967341"/>
              <a:gd name="connsiteY1888" fmla="*/ 83951 h 442564"/>
              <a:gd name="connsiteX1889" fmla="*/ 74837 w 1967341"/>
              <a:gd name="connsiteY1889" fmla="*/ 84736 h 442564"/>
              <a:gd name="connsiteX1890" fmla="*/ 74575 w 1967341"/>
              <a:gd name="connsiteY1890" fmla="*/ 85870 h 442564"/>
              <a:gd name="connsiteX1891" fmla="*/ 75796 w 1967341"/>
              <a:gd name="connsiteY1891" fmla="*/ 87091 h 442564"/>
              <a:gd name="connsiteX1892" fmla="*/ 77279 w 1967341"/>
              <a:gd name="connsiteY1892" fmla="*/ 89272 h 442564"/>
              <a:gd name="connsiteX1893" fmla="*/ 78195 w 1967341"/>
              <a:gd name="connsiteY1893" fmla="*/ 90624 h 442564"/>
              <a:gd name="connsiteX1894" fmla="*/ 79983 w 1967341"/>
              <a:gd name="connsiteY1894" fmla="*/ 92499 h 442564"/>
              <a:gd name="connsiteX1895" fmla="*/ 80964 w 1967341"/>
              <a:gd name="connsiteY1895" fmla="*/ 93873 h 442564"/>
              <a:gd name="connsiteX1896" fmla="*/ 81902 w 1967341"/>
              <a:gd name="connsiteY1896" fmla="*/ 95268 h 442564"/>
              <a:gd name="connsiteX1897" fmla="*/ 82316 w 1967341"/>
              <a:gd name="connsiteY1897" fmla="*/ 96272 h 442564"/>
              <a:gd name="connsiteX1898" fmla="*/ 84279 w 1967341"/>
              <a:gd name="connsiteY1898" fmla="*/ 98801 h 442564"/>
              <a:gd name="connsiteX1899" fmla="*/ 85849 w 1967341"/>
              <a:gd name="connsiteY1899" fmla="*/ 100000 h 442564"/>
              <a:gd name="connsiteX1900" fmla="*/ 86895 w 1967341"/>
              <a:gd name="connsiteY1900" fmla="*/ 100742 h 442564"/>
              <a:gd name="connsiteX1901" fmla="*/ 87920 w 1967341"/>
              <a:gd name="connsiteY1901" fmla="*/ 101592 h 442564"/>
              <a:gd name="connsiteX1902" fmla="*/ 89774 w 1967341"/>
              <a:gd name="connsiteY1902" fmla="*/ 102704 h 442564"/>
              <a:gd name="connsiteX1903" fmla="*/ 91148 w 1967341"/>
              <a:gd name="connsiteY1903" fmla="*/ 103838 h 442564"/>
              <a:gd name="connsiteX1904" fmla="*/ 92914 w 1967341"/>
              <a:gd name="connsiteY1904" fmla="*/ 104165 h 442564"/>
              <a:gd name="connsiteX1905" fmla="*/ 94026 w 1967341"/>
              <a:gd name="connsiteY1905" fmla="*/ 103816 h 442564"/>
              <a:gd name="connsiteX1906" fmla="*/ 95509 w 1967341"/>
              <a:gd name="connsiteY1906" fmla="*/ 102399 h 442564"/>
              <a:gd name="connsiteX1907" fmla="*/ 96730 w 1967341"/>
              <a:gd name="connsiteY1907" fmla="*/ 101657 h 442564"/>
              <a:gd name="connsiteX1908" fmla="*/ 97885 w 1967341"/>
              <a:gd name="connsiteY1908" fmla="*/ 100480 h 442564"/>
              <a:gd name="connsiteX1909" fmla="*/ 99128 w 1967341"/>
              <a:gd name="connsiteY1909" fmla="*/ 99368 h 442564"/>
              <a:gd name="connsiteX1910" fmla="*/ 100197 w 1967341"/>
              <a:gd name="connsiteY1910" fmla="*/ 98910 h 442564"/>
              <a:gd name="connsiteX1911" fmla="*/ 100982 w 1967341"/>
              <a:gd name="connsiteY1911" fmla="*/ 97536 h 442564"/>
              <a:gd name="connsiteX1912" fmla="*/ 101876 w 1967341"/>
              <a:gd name="connsiteY1912" fmla="*/ 96228 h 442564"/>
              <a:gd name="connsiteX1913" fmla="*/ 101287 w 1967341"/>
              <a:gd name="connsiteY1913" fmla="*/ 94854 h 442564"/>
              <a:gd name="connsiteX1914" fmla="*/ 100262 w 1967341"/>
              <a:gd name="connsiteY1914" fmla="*/ 92913 h 442564"/>
              <a:gd name="connsiteX1915" fmla="*/ 98343 w 1967341"/>
              <a:gd name="connsiteY1915" fmla="*/ 92238 h 442564"/>
              <a:gd name="connsiteX1916" fmla="*/ 97253 w 1967341"/>
              <a:gd name="connsiteY1916" fmla="*/ 93175 h 442564"/>
              <a:gd name="connsiteX1917" fmla="*/ 96359 w 1967341"/>
              <a:gd name="connsiteY1917" fmla="*/ 93611 h 442564"/>
              <a:gd name="connsiteX1918" fmla="*/ 95552 w 1967341"/>
              <a:gd name="connsiteY1918" fmla="*/ 94156 h 442564"/>
              <a:gd name="connsiteX1919" fmla="*/ 94527 w 1967341"/>
              <a:gd name="connsiteY1919" fmla="*/ 95007 h 442564"/>
              <a:gd name="connsiteX1920" fmla="*/ 92652 w 1967341"/>
              <a:gd name="connsiteY1920" fmla="*/ 95814 h 442564"/>
              <a:gd name="connsiteX1921" fmla="*/ 90581 w 1967341"/>
              <a:gd name="connsiteY1921" fmla="*/ 94789 h 442564"/>
              <a:gd name="connsiteX1922" fmla="*/ 89578 w 1967341"/>
              <a:gd name="connsiteY1922" fmla="*/ 93960 h 442564"/>
              <a:gd name="connsiteX1923" fmla="*/ 88182 w 1967341"/>
              <a:gd name="connsiteY1923" fmla="*/ 91518 h 442564"/>
              <a:gd name="connsiteX1924" fmla="*/ 88989 w 1967341"/>
              <a:gd name="connsiteY1924" fmla="*/ 88945 h 442564"/>
              <a:gd name="connsiteX1925" fmla="*/ 89403 w 1967341"/>
              <a:gd name="connsiteY1925" fmla="*/ 87266 h 442564"/>
              <a:gd name="connsiteX1926" fmla="*/ 89578 w 1967341"/>
              <a:gd name="connsiteY1926" fmla="*/ 85936 h 442564"/>
              <a:gd name="connsiteX1927" fmla="*/ 90210 w 1967341"/>
              <a:gd name="connsiteY1927" fmla="*/ 84780 h 442564"/>
              <a:gd name="connsiteX1928" fmla="*/ 90210 w 1967341"/>
              <a:gd name="connsiteY1928" fmla="*/ 83842 h 442564"/>
              <a:gd name="connsiteX1929" fmla="*/ 89076 w 1967341"/>
              <a:gd name="connsiteY1929" fmla="*/ 83079 h 442564"/>
              <a:gd name="connsiteX1930" fmla="*/ 87004 w 1967341"/>
              <a:gd name="connsiteY1930" fmla="*/ 82534 h 442564"/>
              <a:gd name="connsiteX1931" fmla="*/ 85282 w 1967341"/>
              <a:gd name="connsiteY1931" fmla="*/ 83428 h 442564"/>
              <a:gd name="connsiteX1932" fmla="*/ 84998 w 1967341"/>
              <a:gd name="connsiteY1932" fmla="*/ 84693 h 442564"/>
              <a:gd name="connsiteX1933" fmla="*/ 83930 w 1967341"/>
              <a:gd name="connsiteY1933" fmla="*/ 85238 h 442564"/>
              <a:gd name="connsiteX1934" fmla="*/ 83167 w 1967341"/>
              <a:gd name="connsiteY1934" fmla="*/ 84169 h 442564"/>
              <a:gd name="connsiteX1935" fmla="*/ 82251 w 1967341"/>
              <a:gd name="connsiteY1935" fmla="*/ 81444 h 442564"/>
              <a:gd name="connsiteX1936" fmla="*/ 80594 w 1967341"/>
              <a:gd name="connsiteY1936" fmla="*/ 80528 h 442564"/>
              <a:gd name="connsiteX1937" fmla="*/ 79700 w 1967341"/>
              <a:gd name="connsiteY1937" fmla="*/ 80528 h 442564"/>
              <a:gd name="connsiteX1938" fmla="*/ 270432 w 1967341"/>
              <a:gd name="connsiteY1938" fmla="*/ 71501 h 442564"/>
              <a:gd name="connsiteX1939" fmla="*/ 268753 w 1967341"/>
              <a:gd name="connsiteY1939" fmla="*/ 81270 h 442564"/>
              <a:gd name="connsiteX1940" fmla="*/ 263629 w 1967341"/>
              <a:gd name="connsiteY1940" fmla="*/ 86613 h 442564"/>
              <a:gd name="connsiteX1941" fmla="*/ 261645 w 1967341"/>
              <a:gd name="connsiteY1941" fmla="*/ 89883 h 442564"/>
              <a:gd name="connsiteX1942" fmla="*/ 235871 w 1967341"/>
              <a:gd name="connsiteY1942" fmla="*/ 107698 h 442564"/>
              <a:gd name="connsiteX1943" fmla="*/ 243503 w 1967341"/>
              <a:gd name="connsiteY1943" fmla="*/ 108200 h 442564"/>
              <a:gd name="connsiteX1944" fmla="*/ 243590 w 1967341"/>
              <a:gd name="connsiteY1944" fmla="*/ 108134 h 442564"/>
              <a:gd name="connsiteX1945" fmla="*/ 251941 w 1967341"/>
              <a:gd name="connsiteY1945" fmla="*/ 114153 h 442564"/>
              <a:gd name="connsiteX1946" fmla="*/ 242085 w 1967341"/>
              <a:gd name="connsiteY1946" fmla="*/ 114327 h 442564"/>
              <a:gd name="connsiteX1947" fmla="*/ 235108 w 1967341"/>
              <a:gd name="connsiteY1947" fmla="*/ 107982 h 442564"/>
              <a:gd name="connsiteX1948" fmla="*/ 229635 w 1967341"/>
              <a:gd name="connsiteY1948" fmla="*/ 109992 h 442564"/>
              <a:gd name="connsiteX1949" fmla="*/ 230806 w 1967341"/>
              <a:gd name="connsiteY1949" fmla="*/ 115997 h 442564"/>
              <a:gd name="connsiteX1950" fmla="*/ 232730 w 1967341"/>
              <a:gd name="connsiteY1950" fmla="*/ 125927 h 442564"/>
              <a:gd name="connsiteX1951" fmla="*/ 300109 w 1967341"/>
              <a:gd name="connsiteY1951" fmla="*/ 115766 h 442564"/>
              <a:gd name="connsiteX1952" fmla="*/ 302442 w 1967341"/>
              <a:gd name="connsiteY1952" fmla="*/ 114981 h 442564"/>
              <a:gd name="connsiteX1953" fmla="*/ 302442 w 1967341"/>
              <a:gd name="connsiteY1953" fmla="*/ 117423 h 442564"/>
              <a:gd name="connsiteX1954" fmla="*/ 295770 w 1967341"/>
              <a:gd name="connsiteY1954" fmla="*/ 136328 h 442564"/>
              <a:gd name="connsiteX1955" fmla="*/ 279198 w 1967341"/>
              <a:gd name="connsiteY1955" fmla="*/ 147122 h 442564"/>
              <a:gd name="connsiteX1956" fmla="*/ 272285 w 1967341"/>
              <a:gd name="connsiteY1956" fmla="*/ 159944 h 442564"/>
              <a:gd name="connsiteX1957" fmla="*/ 269102 w 1967341"/>
              <a:gd name="connsiteY1957" fmla="*/ 162124 h 442564"/>
              <a:gd name="connsiteX1958" fmla="*/ 300938 w 1967341"/>
              <a:gd name="connsiteY1958" fmla="*/ 157262 h 442564"/>
              <a:gd name="connsiteX1959" fmla="*/ 303446 w 1967341"/>
              <a:gd name="connsiteY1959" fmla="*/ 156782 h 442564"/>
              <a:gd name="connsiteX1960" fmla="*/ 303315 w 1967341"/>
              <a:gd name="connsiteY1960" fmla="*/ 156782 h 442564"/>
              <a:gd name="connsiteX1961" fmla="*/ 310140 w 1967341"/>
              <a:gd name="connsiteY1961" fmla="*/ 155364 h 442564"/>
              <a:gd name="connsiteX1962" fmla="*/ 299564 w 1967341"/>
              <a:gd name="connsiteY1962" fmla="*/ 170934 h 442564"/>
              <a:gd name="connsiteX1963" fmla="*/ 274662 w 1967341"/>
              <a:gd name="connsiteY1963" fmla="*/ 190755 h 442564"/>
              <a:gd name="connsiteX1964" fmla="*/ 247951 w 1967341"/>
              <a:gd name="connsiteY1964" fmla="*/ 199281 h 442564"/>
              <a:gd name="connsiteX1965" fmla="*/ 243590 w 1967341"/>
              <a:gd name="connsiteY1965" fmla="*/ 199564 h 442564"/>
              <a:gd name="connsiteX1966" fmla="*/ 235456 w 1967341"/>
              <a:gd name="connsiteY1966" fmla="*/ 198975 h 442564"/>
              <a:gd name="connsiteX1967" fmla="*/ 232883 w 1967341"/>
              <a:gd name="connsiteY1967" fmla="*/ 198605 h 442564"/>
              <a:gd name="connsiteX1968" fmla="*/ 237877 w 1967341"/>
              <a:gd name="connsiteY1968" fmla="*/ 219473 h 442564"/>
              <a:gd name="connsiteX1969" fmla="*/ 221239 w 1967341"/>
              <a:gd name="connsiteY1969" fmla="*/ 220541 h 442564"/>
              <a:gd name="connsiteX1970" fmla="*/ 204580 w 1967341"/>
              <a:gd name="connsiteY1970" fmla="*/ 219473 h 442564"/>
              <a:gd name="connsiteX1971" fmla="*/ 209573 w 1967341"/>
              <a:gd name="connsiteY1971" fmla="*/ 198605 h 442564"/>
              <a:gd name="connsiteX1972" fmla="*/ 207000 w 1967341"/>
              <a:gd name="connsiteY1972" fmla="*/ 198975 h 442564"/>
              <a:gd name="connsiteX1973" fmla="*/ 198866 w 1967341"/>
              <a:gd name="connsiteY1973" fmla="*/ 199564 h 442564"/>
              <a:gd name="connsiteX1974" fmla="*/ 194505 w 1967341"/>
              <a:gd name="connsiteY1974" fmla="*/ 199281 h 442564"/>
              <a:gd name="connsiteX1975" fmla="*/ 167772 w 1967341"/>
              <a:gd name="connsiteY1975" fmla="*/ 190755 h 442564"/>
              <a:gd name="connsiteX1976" fmla="*/ 142870 w 1967341"/>
              <a:gd name="connsiteY1976" fmla="*/ 170934 h 442564"/>
              <a:gd name="connsiteX1977" fmla="*/ 132294 w 1967341"/>
              <a:gd name="connsiteY1977" fmla="*/ 155364 h 442564"/>
              <a:gd name="connsiteX1978" fmla="*/ 139119 w 1967341"/>
              <a:gd name="connsiteY1978" fmla="*/ 156782 h 442564"/>
              <a:gd name="connsiteX1979" fmla="*/ 141649 w 1967341"/>
              <a:gd name="connsiteY1979" fmla="*/ 157262 h 442564"/>
              <a:gd name="connsiteX1980" fmla="*/ 173463 w 1967341"/>
              <a:gd name="connsiteY1980" fmla="*/ 162102 h 442564"/>
              <a:gd name="connsiteX1981" fmla="*/ 170280 w 1967341"/>
              <a:gd name="connsiteY1981" fmla="*/ 160031 h 442564"/>
              <a:gd name="connsiteX1982" fmla="*/ 163367 w 1967341"/>
              <a:gd name="connsiteY1982" fmla="*/ 147209 h 442564"/>
              <a:gd name="connsiteX1983" fmla="*/ 146795 w 1967341"/>
              <a:gd name="connsiteY1983" fmla="*/ 136416 h 442564"/>
              <a:gd name="connsiteX1984" fmla="*/ 140123 w 1967341"/>
              <a:gd name="connsiteY1984" fmla="*/ 117510 h 442564"/>
              <a:gd name="connsiteX1985" fmla="*/ 140123 w 1967341"/>
              <a:gd name="connsiteY1985" fmla="*/ 115068 h 442564"/>
              <a:gd name="connsiteX1986" fmla="*/ 142434 w 1967341"/>
              <a:gd name="connsiteY1986" fmla="*/ 115853 h 442564"/>
              <a:gd name="connsiteX1987" fmla="*/ 209922 w 1967341"/>
              <a:gd name="connsiteY1987" fmla="*/ 125927 h 442564"/>
              <a:gd name="connsiteX1988" fmla="*/ 213345 w 1967341"/>
              <a:gd name="connsiteY1988" fmla="*/ 108308 h 442564"/>
              <a:gd name="connsiteX1989" fmla="*/ 213345 w 1967341"/>
              <a:gd name="connsiteY1989" fmla="*/ 108025 h 442564"/>
              <a:gd name="connsiteX1990" fmla="*/ 221173 w 1967341"/>
              <a:gd name="connsiteY1990" fmla="*/ 98997 h 442564"/>
              <a:gd name="connsiteX1991" fmla="*/ 221457 w 1967341"/>
              <a:gd name="connsiteY1991" fmla="*/ 98997 h 442564"/>
              <a:gd name="connsiteX1992" fmla="*/ 227500 w 1967341"/>
              <a:gd name="connsiteY1992" fmla="*/ 102693 h 442564"/>
              <a:gd name="connsiteX1993" fmla="*/ 229064 w 1967341"/>
              <a:gd name="connsiteY1993" fmla="*/ 107308 h 442564"/>
              <a:gd name="connsiteX1994" fmla="*/ 234323 w 1967341"/>
              <a:gd name="connsiteY1994" fmla="*/ 105387 h 442564"/>
              <a:gd name="connsiteX1995" fmla="*/ 232142 w 1967341"/>
              <a:gd name="connsiteY1995" fmla="*/ 96054 h 442564"/>
              <a:gd name="connsiteX1996" fmla="*/ 237310 w 1967341"/>
              <a:gd name="connsiteY1996" fmla="*/ 87092 h 442564"/>
              <a:gd name="connsiteX1997" fmla="*/ 238989 w 1967341"/>
              <a:gd name="connsiteY1997" fmla="*/ 97145 h 442564"/>
              <a:gd name="connsiteX1998" fmla="*/ 234453 w 1967341"/>
              <a:gd name="connsiteY1998" fmla="*/ 105300 h 442564"/>
              <a:gd name="connsiteX1999" fmla="*/ 245024 w 1967341"/>
              <a:gd name="connsiteY1999" fmla="*/ 99071 h 442564"/>
              <a:gd name="connsiteX2000" fmla="*/ 243022 w 1967341"/>
              <a:gd name="connsiteY2000" fmla="*/ 90406 h 442564"/>
              <a:gd name="connsiteX2001" fmla="*/ 247754 w 1967341"/>
              <a:gd name="connsiteY2001" fmla="*/ 81226 h 442564"/>
              <a:gd name="connsiteX2002" fmla="*/ 249498 w 1967341"/>
              <a:gd name="connsiteY2002" fmla="*/ 91388 h 442564"/>
              <a:gd name="connsiteX2003" fmla="*/ 249564 w 1967341"/>
              <a:gd name="connsiteY2003" fmla="*/ 91388 h 442564"/>
              <a:gd name="connsiteX2004" fmla="*/ 245857 w 1967341"/>
              <a:gd name="connsiteY2004" fmla="*/ 98580 h 442564"/>
              <a:gd name="connsiteX2005" fmla="*/ 254842 w 1967341"/>
              <a:gd name="connsiteY2005" fmla="*/ 93285 h 442564"/>
              <a:gd name="connsiteX2006" fmla="*/ 252792 w 1967341"/>
              <a:gd name="connsiteY2006" fmla="*/ 84214 h 442564"/>
              <a:gd name="connsiteX2007" fmla="*/ 257153 w 1967341"/>
              <a:gd name="connsiteY2007" fmla="*/ 75492 h 442564"/>
              <a:gd name="connsiteX2008" fmla="*/ 258745 w 1967341"/>
              <a:gd name="connsiteY2008" fmla="*/ 85239 h 442564"/>
              <a:gd name="connsiteX2009" fmla="*/ 254907 w 1967341"/>
              <a:gd name="connsiteY2009" fmla="*/ 93263 h 442564"/>
              <a:gd name="connsiteX2010" fmla="*/ 261231 w 1967341"/>
              <a:gd name="connsiteY2010" fmla="*/ 87463 h 442564"/>
              <a:gd name="connsiteX2011" fmla="*/ 262648 w 1967341"/>
              <a:gd name="connsiteY2011" fmla="*/ 85762 h 442564"/>
              <a:gd name="connsiteX2012" fmla="*/ 263891 w 1967341"/>
              <a:gd name="connsiteY2012" fmla="*/ 77934 h 442564"/>
              <a:gd name="connsiteX2013" fmla="*/ 270432 w 1967341"/>
              <a:gd name="connsiteY2013" fmla="*/ 71501 h 442564"/>
              <a:gd name="connsiteX2014" fmla="*/ 130114 w 1967341"/>
              <a:gd name="connsiteY2014" fmla="*/ 70367 h 442564"/>
              <a:gd name="connsiteX2015" fmla="*/ 128806 w 1967341"/>
              <a:gd name="connsiteY2015" fmla="*/ 71173 h 442564"/>
              <a:gd name="connsiteX2016" fmla="*/ 127824 w 1967341"/>
              <a:gd name="connsiteY2016" fmla="*/ 72155 h 442564"/>
              <a:gd name="connsiteX2017" fmla="*/ 125949 w 1967341"/>
              <a:gd name="connsiteY2017" fmla="*/ 71457 h 442564"/>
              <a:gd name="connsiteX2018" fmla="*/ 125360 w 1967341"/>
              <a:gd name="connsiteY2018" fmla="*/ 72438 h 442564"/>
              <a:gd name="connsiteX2019" fmla="*/ 125360 w 1967341"/>
              <a:gd name="connsiteY2019" fmla="*/ 75142 h 442564"/>
              <a:gd name="connsiteX2020" fmla="*/ 125360 w 1967341"/>
              <a:gd name="connsiteY2020" fmla="*/ 76298 h 442564"/>
              <a:gd name="connsiteX2021" fmla="*/ 126036 w 1967341"/>
              <a:gd name="connsiteY2021" fmla="*/ 76930 h 442564"/>
              <a:gd name="connsiteX2022" fmla="*/ 126451 w 1967341"/>
              <a:gd name="connsiteY2022" fmla="*/ 77955 h 442564"/>
              <a:gd name="connsiteX2023" fmla="*/ 128631 w 1967341"/>
              <a:gd name="connsiteY2023" fmla="*/ 78304 h 442564"/>
              <a:gd name="connsiteX2024" fmla="*/ 129590 w 1967341"/>
              <a:gd name="connsiteY2024" fmla="*/ 76995 h 442564"/>
              <a:gd name="connsiteX2025" fmla="*/ 130506 w 1967341"/>
              <a:gd name="connsiteY2025" fmla="*/ 76341 h 442564"/>
              <a:gd name="connsiteX2026" fmla="*/ 131008 w 1967341"/>
              <a:gd name="connsiteY2026" fmla="*/ 75251 h 442564"/>
              <a:gd name="connsiteX2027" fmla="*/ 131008 w 1967341"/>
              <a:gd name="connsiteY2027" fmla="*/ 75164 h 442564"/>
              <a:gd name="connsiteX2028" fmla="*/ 130899 w 1967341"/>
              <a:gd name="connsiteY2028" fmla="*/ 73877 h 442564"/>
              <a:gd name="connsiteX2029" fmla="*/ 131226 w 1967341"/>
              <a:gd name="connsiteY2029" fmla="*/ 73092 h 442564"/>
              <a:gd name="connsiteX2030" fmla="*/ 131422 w 1967341"/>
              <a:gd name="connsiteY2030" fmla="*/ 72111 h 442564"/>
              <a:gd name="connsiteX2031" fmla="*/ 131052 w 1967341"/>
              <a:gd name="connsiteY2031" fmla="*/ 71195 h 442564"/>
              <a:gd name="connsiteX2032" fmla="*/ 130703 w 1967341"/>
              <a:gd name="connsiteY2032" fmla="*/ 70367 h 442564"/>
              <a:gd name="connsiteX2033" fmla="*/ 130114 w 1967341"/>
              <a:gd name="connsiteY2033" fmla="*/ 70367 h 442564"/>
              <a:gd name="connsiteX2034" fmla="*/ 896964 w 1967341"/>
              <a:gd name="connsiteY2034" fmla="*/ 68465 h 442564"/>
              <a:gd name="connsiteX2035" fmla="*/ 902742 w 1967341"/>
              <a:gd name="connsiteY2035" fmla="*/ 69074 h 442564"/>
              <a:gd name="connsiteX2036" fmla="*/ 909888 w 1967341"/>
              <a:gd name="connsiteY2036" fmla="*/ 69074 h 442564"/>
              <a:gd name="connsiteX2037" fmla="*/ 913613 w 1967341"/>
              <a:gd name="connsiteY2037" fmla="*/ 72039 h 442564"/>
              <a:gd name="connsiteX2038" fmla="*/ 920303 w 1967341"/>
              <a:gd name="connsiteY2038" fmla="*/ 74091 h 442564"/>
              <a:gd name="connsiteX2039" fmla="*/ 922508 w 1967341"/>
              <a:gd name="connsiteY2039" fmla="*/ 81693 h 442564"/>
              <a:gd name="connsiteX2040" fmla="*/ 927677 w 1967341"/>
              <a:gd name="connsiteY2040" fmla="*/ 93096 h 442564"/>
              <a:gd name="connsiteX2041" fmla="*/ 921291 w 1967341"/>
              <a:gd name="connsiteY2041" fmla="*/ 104804 h 442564"/>
              <a:gd name="connsiteX2042" fmla="*/ 922508 w 1967341"/>
              <a:gd name="connsiteY2042" fmla="*/ 108680 h 442564"/>
              <a:gd name="connsiteX2043" fmla="*/ 945314 w 1967341"/>
              <a:gd name="connsiteY2043" fmla="*/ 103359 h 442564"/>
              <a:gd name="connsiteX2044" fmla="*/ 958314 w 1967341"/>
              <a:gd name="connsiteY2044" fmla="*/ 100394 h 442564"/>
              <a:gd name="connsiteX2045" fmla="*/ 963863 w 1967341"/>
              <a:gd name="connsiteY2045" fmla="*/ 102751 h 442564"/>
              <a:gd name="connsiteX2046" fmla="*/ 969640 w 1967341"/>
              <a:gd name="connsiteY2046" fmla="*/ 104651 h 442564"/>
              <a:gd name="connsiteX2047" fmla="*/ 976558 w 1967341"/>
              <a:gd name="connsiteY2047" fmla="*/ 110733 h 442564"/>
              <a:gd name="connsiteX2048" fmla="*/ 976406 w 1967341"/>
              <a:gd name="connsiteY2048" fmla="*/ 110733 h 442564"/>
              <a:gd name="connsiteX2049" fmla="*/ 979523 w 1967341"/>
              <a:gd name="connsiteY2049" fmla="*/ 114154 h 442564"/>
              <a:gd name="connsiteX2050" fmla="*/ 979143 w 1967341"/>
              <a:gd name="connsiteY2050" fmla="*/ 121147 h 442564"/>
              <a:gd name="connsiteX2051" fmla="*/ 966675 w 1967341"/>
              <a:gd name="connsiteY2051" fmla="*/ 131714 h 442564"/>
              <a:gd name="connsiteX2052" fmla="*/ 959986 w 1967341"/>
              <a:gd name="connsiteY2052" fmla="*/ 129738 h 442564"/>
              <a:gd name="connsiteX2053" fmla="*/ 948659 w 1967341"/>
              <a:gd name="connsiteY2053" fmla="*/ 130498 h 442564"/>
              <a:gd name="connsiteX2054" fmla="*/ 939612 w 1967341"/>
              <a:gd name="connsiteY2054" fmla="*/ 131563 h 442564"/>
              <a:gd name="connsiteX2055" fmla="*/ 931326 w 1967341"/>
              <a:gd name="connsiteY2055" fmla="*/ 134071 h 442564"/>
              <a:gd name="connsiteX2056" fmla="*/ 923039 w 1967341"/>
              <a:gd name="connsiteY2056" fmla="*/ 137036 h 442564"/>
              <a:gd name="connsiteX2057" fmla="*/ 915437 w 1967341"/>
              <a:gd name="connsiteY2057" fmla="*/ 137036 h 442564"/>
              <a:gd name="connsiteX2058" fmla="*/ 903882 w 1967341"/>
              <a:gd name="connsiteY2058" fmla="*/ 141901 h 442564"/>
              <a:gd name="connsiteX2059" fmla="*/ 876895 w 1967341"/>
              <a:gd name="connsiteY2059" fmla="*/ 148591 h 442564"/>
              <a:gd name="connsiteX2060" fmla="*/ 869293 w 1967341"/>
              <a:gd name="connsiteY2060" fmla="*/ 150568 h 442564"/>
              <a:gd name="connsiteX2061" fmla="*/ 861691 w 1967341"/>
              <a:gd name="connsiteY2061" fmla="*/ 152468 h 442564"/>
              <a:gd name="connsiteX2062" fmla="*/ 854849 w 1967341"/>
              <a:gd name="connsiteY2062" fmla="*/ 154216 h 442564"/>
              <a:gd name="connsiteX2063" fmla="*/ 849071 w 1967341"/>
              <a:gd name="connsiteY2063" fmla="*/ 154976 h 442564"/>
              <a:gd name="connsiteX2064" fmla="*/ 842838 w 1967341"/>
              <a:gd name="connsiteY2064" fmla="*/ 156649 h 442564"/>
              <a:gd name="connsiteX2065" fmla="*/ 837364 w 1967341"/>
              <a:gd name="connsiteY2065" fmla="*/ 156649 h 442564"/>
              <a:gd name="connsiteX2066" fmla="*/ 833031 w 1967341"/>
              <a:gd name="connsiteY2066" fmla="*/ 156649 h 442564"/>
              <a:gd name="connsiteX2067" fmla="*/ 826037 w 1967341"/>
              <a:gd name="connsiteY2067" fmla="*/ 158549 h 442564"/>
              <a:gd name="connsiteX2068" fmla="*/ 820108 w 1967341"/>
              <a:gd name="connsiteY2068" fmla="*/ 160602 h 442564"/>
              <a:gd name="connsiteX2069" fmla="*/ 814938 w 1967341"/>
              <a:gd name="connsiteY2069" fmla="*/ 163567 h 442564"/>
              <a:gd name="connsiteX2070" fmla="*/ 810757 w 1967341"/>
              <a:gd name="connsiteY2070" fmla="*/ 160602 h 442564"/>
              <a:gd name="connsiteX2071" fmla="*/ 803155 w 1967341"/>
              <a:gd name="connsiteY2071" fmla="*/ 160146 h 442564"/>
              <a:gd name="connsiteX2072" fmla="*/ 801179 w 1967341"/>
              <a:gd name="connsiteY2072" fmla="*/ 152012 h 442564"/>
              <a:gd name="connsiteX2073" fmla="*/ 800799 w 1967341"/>
              <a:gd name="connsiteY2073" fmla="*/ 145322 h 442564"/>
              <a:gd name="connsiteX2074" fmla="*/ 802242 w 1967341"/>
              <a:gd name="connsiteY2074" fmla="*/ 140000 h 442564"/>
              <a:gd name="connsiteX2075" fmla="*/ 817447 w 1967341"/>
              <a:gd name="connsiteY2075" fmla="*/ 132398 h 442564"/>
              <a:gd name="connsiteX2076" fmla="*/ 821476 w 1967341"/>
              <a:gd name="connsiteY2076" fmla="*/ 134679 h 442564"/>
              <a:gd name="connsiteX2077" fmla="*/ 830218 w 1967341"/>
              <a:gd name="connsiteY2077" fmla="*/ 131714 h 442564"/>
              <a:gd name="connsiteX2078" fmla="*/ 851124 w 1967341"/>
              <a:gd name="connsiteY2078" fmla="*/ 127533 h 442564"/>
              <a:gd name="connsiteX2079" fmla="*/ 860018 w 1967341"/>
              <a:gd name="connsiteY2079" fmla="*/ 126317 h 442564"/>
              <a:gd name="connsiteX2080" fmla="*/ 876363 w 1967341"/>
              <a:gd name="connsiteY2080" fmla="*/ 121300 h 442564"/>
              <a:gd name="connsiteX2081" fmla="*/ 883053 w 1967341"/>
              <a:gd name="connsiteY2081" fmla="*/ 117423 h 442564"/>
              <a:gd name="connsiteX2082" fmla="*/ 882293 w 1967341"/>
              <a:gd name="connsiteY2082" fmla="*/ 112861 h 442564"/>
              <a:gd name="connsiteX2083" fmla="*/ 877579 w 1967341"/>
              <a:gd name="connsiteY2083" fmla="*/ 111341 h 442564"/>
              <a:gd name="connsiteX2084" fmla="*/ 873094 w 1967341"/>
              <a:gd name="connsiteY2084" fmla="*/ 107920 h 442564"/>
              <a:gd name="connsiteX2085" fmla="*/ 874158 w 1967341"/>
              <a:gd name="connsiteY2085" fmla="*/ 103207 h 442564"/>
              <a:gd name="connsiteX2086" fmla="*/ 875907 w 1967341"/>
              <a:gd name="connsiteY2086" fmla="*/ 98721 h 442564"/>
              <a:gd name="connsiteX2087" fmla="*/ 877731 w 1967341"/>
              <a:gd name="connsiteY2087" fmla="*/ 93096 h 442564"/>
              <a:gd name="connsiteX2088" fmla="*/ 872030 w 1967341"/>
              <a:gd name="connsiteY2088" fmla="*/ 79032 h 442564"/>
              <a:gd name="connsiteX2089" fmla="*/ 873702 w 1967341"/>
              <a:gd name="connsiteY2089" fmla="*/ 74243 h 442564"/>
              <a:gd name="connsiteX2090" fmla="*/ 882293 w 1967341"/>
              <a:gd name="connsiteY2090" fmla="*/ 72798 h 442564"/>
              <a:gd name="connsiteX2091" fmla="*/ 887310 w 1967341"/>
              <a:gd name="connsiteY2091" fmla="*/ 70822 h 442564"/>
              <a:gd name="connsiteX2092" fmla="*/ 892099 w 1967341"/>
              <a:gd name="connsiteY2092" fmla="*/ 70290 h 442564"/>
              <a:gd name="connsiteX2093" fmla="*/ 896964 w 1967341"/>
              <a:gd name="connsiteY2093" fmla="*/ 68465 h 442564"/>
              <a:gd name="connsiteX2094" fmla="*/ 1900287 w 1967341"/>
              <a:gd name="connsiteY2094" fmla="*/ 67097 h 442564"/>
              <a:gd name="connsiteX2095" fmla="*/ 1908345 w 1967341"/>
              <a:gd name="connsiteY2095" fmla="*/ 73331 h 442564"/>
              <a:gd name="connsiteX2096" fmla="*/ 1904924 w 1967341"/>
              <a:gd name="connsiteY2096" fmla="*/ 83213 h 442564"/>
              <a:gd name="connsiteX2097" fmla="*/ 1898311 w 1967341"/>
              <a:gd name="connsiteY2097" fmla="*/ 91880 h 442564"/>
              <a:gd name="connsiteX2098" fmla="*/ 1898311 w 1967341"/>
              <a:gd name="connsiteY2098" fmla="*/ 99482 h 442564"/>
              <a:gd name="connsiteX2099" fmla="*/ 1902415 w 1967341"/>
              <a:gd name="connsiteY2099" fmla="*/ 105640 h 442564"/>
              <a:gd name="connsiteX2100" fmla="*/ 1893444 w 1967341"/>
              <a:gd name="connsiteY2100" fmla="*/ 123809 h 442564"/>
              <a:gd name="connsiteX2101" fmla="*/ 1886679 w 1967341"/>
              <a:gd name="connsiteY2101" fmla="*/ 133615 h 442564"/>
              <a:gd name="connsiteX2102" fmla="*/ 1894889 w 1967341"/>
              <a:gd name="connsiteY2102" fmla="*/ 137948 h 442564"/>
              <a:gd name="connsiteX2103" fmla="*/ 1898919 w 1967341"/>
              <a:gd name="connsiteY2103" fmla="*/ 144410 h 442564"/>
              <a:gd name="connsiteX2104" fmla="*/ 1906521 w 1967341"/>
              <a:gd name="connsiteY2104" fmla="*/ 136808 h 442564"/>
              <a:gd name="connsiteX2105" fmla="*/ 1899907 w 1967341"/>
              <a:gd name="connsiteY2105" fmla="*/ 134603 h 442564"/>
              <a:gd name="connsiteX2106" fmla="*/ 1898386 w 1967341"/>
              <a:gd name="connsiteY2106" fmla="*/ 127001 h 442564"/>
              <a:gd name="connsiteX2107" fmla="*/ 1902719 w 1967341"/>
              <a:gd name="connsiteY2107" fmla="*/ 123580 h 442564"/>
              <a:gd name="connsiteX2108" fmla="*/ 1906216 w 1967341"/>
              <a:gd name="connsiteY2108" fmla="*/ 119475 h 442564"/>
              <a:gd name="connsiteX2109" fmla="*/ 1905609 w 1967341"/>
              <a:gd name="connsiteY2109" fmla="*/ 112254 h 442564"/>
              <a:gd name="connsiteX2110" fmla="*/ 1911766 w 1967341"/>
              <a:gd name="connsiteY2110" fmla="*/ 109136 h 442564"/>
              <a:gd name="connsiteX2111" fmla="*/ 1915263 w 1967341"/>
              <a:gd name="connsiteY2111" fmla="*/ 103891 h 442564"/>
              <a:gd name="connsiteX2112" fmla="*/ 1916860 w 1967341"/>
              <a:gd name="connsiteY2112" fmla="*/ 98113 h 442564"/>
              <a:gd name="connsiteX2113" fmla="*/ 1912450 w 1967341"/>
              <a:gd name="connsiteY2113" fmla="*/ 87470 h 442564"/>
              <a:gd name="connsiteX2114" fmla="*/ 1934572 w 1967341"/>
              <a:gd name="connsiteY2114" fmla="*/ 75764 h 442564"/>
              <a:gd name="connsiteX2115" fmla="*/ 1936549 w 1967341"/>
              <a:gd name="connsiteY2115" fmla="*/ 72951 h 442564"/>
              <a:gd name="connsiteX2116" fmla="*/ 1943162 w 1967341"/>
              <a:gd name="connsiteY2116" fmla="*/ 72190 h 442564"/>
              <a:gd name="connsiteX2117" fmla="*/ 1950309 w 1967341"/>
              <a:gd name="connsiteY2117" fmla="*/ 76676 h 442564"/>
              <a:gd name="connsiteX2118" fmla="*/ 1952133 w 1967341"/>
              <a:gd name="connsiteY2118" fmla="*/ 81921 h 442564"/>
              <a:gd name="connsiteX2119" fmla="*/ 1951297 w 1967341"/>
              <a:gd name="connsiteY2119" fmla="*/ 91119 h 442564"/>
              <a:gd name="connsiteX2120" fmla="*/ 1941566 w 1967341"/>
              <a:gd name="connsiteY2120" fmla="*/ 98721 h 442564"/>
              <a:gd name="connsiteX2121" fmla="*/ 1933964 w 1967341"/>
              <a:gd name="connsiteY2121" fmla="*/ 117119 h 442564"/>
              <a:gd name="connsiteX2122" fmla="*/ 1931683 w 1967341"/>
              <a:gd name="connsiteY2122" fmla="*/ 123505 h 442564"/>
              <a:gd name="connsiteX2123" fmla="*/ 1929783 w 1967341"/>
              <a:gd name="connsiteY2123" fmla="*/ 131107 h 442564"/>
              <a:gd name="connsiteX2124" fmla="*/ 1928262 w 1967341"/>
              <a:gd name="connsiteY2124" fmla="*/ 140685 h 442564"/>
              <a:gd name="connsiteX2125" fmla="*/ 1932671 w 1967341"/>
              <a:gd name="connsiteY2125" fmla="*/ 142054 h 442564"/>
              <a:gd name="connsiteX2126" fmla="*/ 1941262 w 1967341"/>
              <a:gd name="connsiteY2126" fmla="*/ 137340 h 442564"/>
              <a:gd name="connsiteX2127" fmla="*/ 1947191 w 1967341"/>
              <a:gd name="connsiteY2127" fmla="*/ 137340 h 442564"/>
              <a:gd name="connsiteX2128" fmla="*/ 1951981 w 1967341"/>
              <a:gd name="connsiteY2128" fmla="*/ 140837 h 442564"/>
              <a:gd name="connsiteX2129" fmla="*/ 1957379 w 1967341"/>
              <a:gd name="connsiteY2129" fmla="*/ 142434 h 442564"/>
              <a:gd name="connsiteX2130" fmla="*/ 1963536 w 1967341"/>
              <a:gd name="connsiteY2130" fmla="*/ 144638 h 442564"/>
              <a:gd name="connsiteX2131" fmla="*/ 1963993 w 1967341"/>
              <a:gd name="connsiteY2131" fmla="*/ 144562 h 442564"/>
              <a:gd name="connsiteX2132" fmla="*/ 1967262 w 1967341"/>
              <a:gd name="connsiteY2132" fmla="*/ 158626 h 442564"/>
              <a:gd name="connsiteX2133" fmla="*/ 1963764 w 1967341"/>
              <a:gd name="connsiteY2133" fmla="*/ 171322 h 442564"/>
              <a:gd name="connsiteX2134" fmla="*/ 1944607 w 1967341"/>
              <a:gd name="connsiteY2134" fmla="*/ 176415 h 442564"/>
              <a:gd name="connsiteX2135" fmla="*/ 1938677 w 1967341"/>
              <a:gd name="connsiteY2135" fmla="*/ 178924 h 442564"/>
              <a:gd name="connsiteX2136" fmla="*/ 1931075 w 1967341"/>
              <a:gd name="connsiteY2136" fmla="*/ 178240 h 442564"/>
              <a:gd name="connsiteX2137" fmla="*/ 1921573 w 1967341"/>
              <a:gd name="connsiteY2137" fmla="*/ 178240 h 442564"/>
              <a:gd name="connsiteX2138" fmla="*/ 1905228 w 1967341"/>
              <a:gd name="connsiteY2138" fmla="*/ 189871 h 442564"/>
              <a:gd name="connsiteX2139" fmla="*/ 1899223 w 1967341"/>
              <a:gd name="connsiteY2139" fmla="*/ 196256 h 442564"/>
              <a:gd name="connsiteX2140" fmla="*/ 1889644 w 1967341"/>
              <a:gd name="connsiteY2140" fmla="*/ 205075 h 442564"/>
              <a:gd name="connsiteX2141" fmla="*/ 1888123 w 1967341"/>
              <a:gd name="connsiteY2141" fmla="*/ 214121 h 442564"/>
              <a:gd name="connsiteX2142" fmla="*/ 1892685 w 1967341"/>
              <a:gd name="connsiteY2142" fmla="*/ 215034 h 442564"/>
              <a:gd name="connsiteX2143" fmla="*/ 1900895 w 1967341"/>
              <a:gd name="connsiteY2143" fmla="*/ 211765 h 442564"/>
              <a:gd name="connsiteX2144" fmla="*/ 1906293 w 1967341"/>
              <a:gd name="connsiteY2144" fmla="*/ 208875 h 442564"/>
              <a:gd name="connsiteX2145" fmla="*/ 1915719 w 1967341"/>
              <a:gd name="connsiteY2145" fmla="*/ 213665 h 442564"/>
              <a:gd name="connsiteX2146" fmla="*/ 1924917 w 1967341"/>
              <a:gd name="connsiteY2146" fmla="*/ 217466 h 442564"/>
              <a:gd name="connsiteX2147" fmla="*/ 1928491 w 1967341"/>
              <a:gd name="connsiteY2147" fmla="*/ 221115 h 442564"/>
              <a:gd name="connsiteX2148" fmla="*/ 1926134 w 1967341"/>
              <a:gd name="connsiteY2148" fmla="*/ 230694 h 442564"/>
              <a:gd name="connsiteX2149" fmla="*/ 1920660 w 1967341"/>
              <a:gd name="connsiteY2149" fmla="*/ 235407 h 442564"/>
              <a:gd name="connsiteX2150" fmla="*/ 1911005 w 1967341"/>
              <a:gd name="connsiteY2150" fmla="*/ 237232 h 442564"/>
              <a:gd name="connsiteX2151" fmla="*/ 1904468 w 1967341"/>
              <a:gd name="connsiteY2151" fmla="*/ 239436 h 442564"/>
              <a:gd name="connsiteX2152" fmla="*/ 1889264 w 1967341"/>
              <a:gd name="connsiteY2152" fmla="*/ 246278 h 442564"/>
              <a:gd name="connsiteX2153" fmla="*/ 1889948 w 1967341"/>
              <a:gd name="connsiteY2153" fmla="*/ 256769 h 442564"/>
              <a:gd name="connsiteX2154" fmla="*/ 1888807 w 1967341"/>
              <a:gd name="connsiteY2154" fmla="*/ 265739 h 442564"/>
              <a:gd name="connsiteX2155" fmla="*/ 1886679 w 1967341"/>
              <a:gd name="connsiteY2155" fmla="*/ 276002 h 442564"/>
              <a:gd name="connsiteX2156" fmla="*/ 1882726 w 1967341"/>
              <a:gd name="connsiteY2156" fmla="*/ 282844 h 442564"/>
              <a:gd name="connsiteX2157" fmla="*/ 1875124 w 1967341"/>
              <a:gd name="connsiteY2157" fmla="*/ 297592 h 442564"/>
              <a:gd name="connsiteX2158" fmla="*/ 1864025 w 1967341"/>
              <a:gd name="connsiteY2158" fmla="*/ 301545 h 442564"/>
              <a:gd name="connsiteX2159" fmla="*/ 1855131 w 1967341"/>
              <a:gd name="connsiteY2159" fmla="*/ 303978 h 442564"/>
              <a:gd name="connsiteX2160" fmla="*/ 1841751 w 1967341"/>
              <a:gd name="connsiteY2160" fmla="*/ 303978 h 442564"/>
              <a:gd name="connsiteX2161" fmla="*/ 1840915 w 1967341"/>
              <a:gd name="connsiteY2161" fmla="*/ 295920 h 442564"/>
              <a:gd name="connsiteX2162" fmla="*/ 1827991 w 1967341"/>
              <a:gd name="connsiteY2162" fmla="*/ 283680 h 442564"/>
              <a:gd name="connsiteX2163" fmla="*/ 1834909 w 1967341"/>
              <a:gd name="connsiteY2163" fmla="*/ 280259 h 442564"/>
              <a:gd name="connsiteX2164" fmla="*/ 1851633 w 1967341"/>
              <a:gd name="connsiteY2164" fmla="*/ 277218 h 442564"/>
              <a:gd name="connsiteX2165" fmla="*/ 1864785 w 1967341"/>
              <a:gd name="connsiteY2165" fmla="*/ 254412 h 442564"/>
              <a:gd name="connsiteX2166" fmla="*/ 1861136 w 1967341"/>
              <a:gd name="connsiteY2166" fmla="*/ 249243 h 442564"/>
              <a:gd name="connsiteX2167" fmla="*/ 1848821 w 1967341"/>
              <a:gd name="connsiteY2167" fmla="*/ 251448 h 442564"/>
              <a:gd name="connsiteX2168" fmla="*/ 1836125 w 1967341"/>
              <a:gd name="connsiteY2168" fmla="*/ 253652 h 442564"/>
              <a:gd name="connsiteX2169" fmla="*/ 1825710 w 1967341"/>
              <a:gd name="connsiteY2169" fmla="*/ 257377 h 442564"/>
              <a:gd name="connsiteX2170" fmla="*/ 1816360 w 1967341"/>
              <a:gd name="connsiteY2170" fmla="*/ 255097 h 442564"/>
              <a:gd name="connsiteX2171" fmla="*/ 1812102 w 1967341"/>
              <a:gd name="connsiteY2171" fmla="*/ 253196 h 442564"/>
              <a:gd name="connsiteX2172" fmla="*/ 1811114 w 1967341"/>
              <a:gd name="connsiteY2172" fmla="*/ 246354 h 442564"/>
              <a:gd name="connsiteX2173" fmla="*/ 1813015 w 1967341"/>
              <a:gd name="connsiteY2173" fmla="*/ 236928 h 442564"/>
              <a:gd name="connsiteX2174" fmla="*/ 1824417 w 1967341"/>
              <a:gd name="connsiteY2174" fmla="*/ 229857 h 442564"/>
              <a:gd name="connsiteX2175" fmla="*/ 1832704 w 1967341"/>
              <a:gd name="connsiteY2175" fmla="*/ 231986 h 442564"/>
              <a:gd name="connsiteX2176" fmla="*/ 1840762 w 1967341"/>
              <a:gd name="connsiteY2176" fmla="*/ 226969 h 442564"/>
              <a:gd name="connsiteX2177" fmla="*/ 1850721 w 1967341"/>
              <a:gd name="connsiteY2177" fmla="*/ 224308 h 442564"/>
              <a:gd name="connsiteX2178" fmla="*/ 1856727 w 1967341"/>
              <a:gd name="connsiteY2178" fmla="*/ 221267 h 442564"/>
              <a:gd name="connsiteX2179" fmla="*/ 1858855 w 1967341"/>
              <a:gd name="connsiteY2179" fmla="*/ 217770 h 442564"/>
              <a:gd name="connsiteX2180" fmla="*/ 1859919 w 1967341"/>
              <a:gd name="connsiteY2180" fmla="*/ 210168 h 442564"/>
              <a:gd name="connsiteX2181" fmla="*/ 1862733 w 1967341"/>
              <a:gd name="connsiteY2181" fmla="*/ 202566 h 442564"/>
              <a:gd name="connsiteX2182" fmla="*/ 1856955 w 1967341"/>
              <a:gd name="connsiteY2182" fmla="*/ 202034 h 442564"/>
              <a:gd name="connsiteX2183" fmla="*/ 1850569 w 1967341"/>
              <a:gd name="connsiteY2183" fmla="*/ 206215 h 442564"/>
              <a:gd name="connsiteX2184" fmla="*/ 1843346 w 1967341"/>
              <a:gd name="connsiteY2184" fmla="*/ 209940 h 442564"/>
              <a:gd name="connsiteX2185" fmla="*/ 1837266 w 1967341"/>
              <a:gd name="connsiteY2185" fmla="*/ 209940 h 442564"/>
              <a:gd name="connsiteX2186" fmla="*/ 1834985 w 1967341"/>
              <a:gd name="connsiteY2186" fmla="*/ 204391 h 442564"/>
              <a:gd name="connsiteX2187" fmla="*/ 1836657 w 1967341"/>
              <a:gd name="connsiteY2187" fmla="*/ 196104 h 442564"/>
              <a:gd name="connsiteX2188" fmla="*/ 1843043 w 1967341"/>
              <a:gd name="connsiteY2188" fmla="*/ 180900 h 442564"/>
              <a:gd name="connsiteX2189" fmla="*/ 1852013 w 1967341"/>
              <a:gd name="connsiteY2189" fmla="*/ 180292 h 442564"/>
              <a:gd name="connsiteX2190" fmla="*/ 1855358 w 1967341"/>
              <a:gd name="connsiteY2190" fmla="*/ 178087 h 442564"/>
              <a:gd name="connsiteX2191" fmla="*/ 1863645 w 1967341"/>
              <a:gd name="connsiteY2191" fmla="*/ 177327 h 442564"/>
              <a:gd name="connsiteX2192" fmla="*/ 1873072 w 1967341"/>
              <a:gd name="connsiteY2192" fmla="*/ 174971 h 442564"/>
              <a:gd name="connsiteX2193" fmla="*/ 1880141 w 1967341"/>
              <a:gd name="connsiteY2193" fmla="*/ 173754 h 442564"/>
              <a:gd name="connsiteX2194" fmla="*/ 1886071 w 1967341"/>
              <a:gd name="connsiteY2194" fmla="*/ 171626 h 442564"/>
              <a:gd name="connsiteX2195" fmla="*/ 1889568 w 1967341"/>
              <a:gd name="connsiteY2195" fmla="*/ 169117 h 442564"/>
              <a:gd name="connsiteX2196" fmla="*/ 1897854 w 1967341"/>
              <a:gd name="connsiteY2196" fmla="*/ 169117 h 442564"/>
              <a:gd name="connsiteX2197" fmla="*/ 1904620 w 1967341"/>
              <a:gd name="connsiteY2197" fmla="*/ 169117 h 442564"/>
              <a:gd name="connsiteX2198" fmla="*/ 1911614 w 1967341"/>
              <a:gd name="connsiteY2198" fmla="*/ 170789 h 442564"/>
              <a:gd name="connsiteX2199" fmla="*/ 1919216 w 1967341"/>
              <a:gd name="connsiteY2199" fmla="*/ 167064 h 442564"/>
              <a:gd name="connsiteX2200" fmla="*/ 1923473 w 1967341"/>
              <a:gd name="connsiteY2200" fmla="*/ 158930 h 442564"/>
              <a:gd name="connsiteX2201" fmla="*/ 1913362 w 1967341"/>
              <a:gd name="connsiteY2201" fmla="*/ 160070 h 442564"/>
              <a:gd name="connsiteX2202" fmla="*/ 1902719 w 1967341"/>
              <a:gd name="connsiteY2202" fmla="*/ 161591 h 442564"/>
              <a:gd name="connsiteX2203" fmla="*/ 1885995 w 1967341"/>
              <a:gd name="connsiteY2203" fmla="*/ 163340 h 442564"/>
              <a:gd name="connsiteX2204" fmla="*/ 1877556 w 1967341"/>
              <a:gd name="connsiteY2204" fmla="*/ 165316 h 442564"/>
              <a:gd name="connsiteX2205" fmla="*/ 1869118 w 1967341"/>
              <a:gd name="connsiteY2205" fmla="*/ 167064 h 442564"/>
              <a:gd name="connsiteX2206" fmla="*/ 1855434 w 1967341"/>
              <a:gd name="connsiteY2206" fmla="*/ 168813 h 442564"/>
              <a:gd name="connsiteX2207" fmla="*/ 1844943 w 1967341"/>
              <a:gd name="connsiteY2207" fmla="*/ 170942 h 442564"/>
              <a:gd name="connsiteX2208" fmla="*/ 1832552 w 1967341"/>
              <a:gd name="connsiteY2208" fmla="*/ 175959 h 442564"/>
              <a:gd name="connsiteX2209" fmla="*/ 1824950 w 1967341"/>
              <a:gd name="connsiteY2209" fmla="*/ 186069 h 442564"/>
              <a:gd name="connsiteX2210" fmla="*/ 1821301 w 1967341"/>
              <a:gd name="connsiteY2210" fmla="*/ 190403 h 442564"/>
              <a:gd name="connsiteX2211" fmla="*/ 1805488 w 1967341"/>
              <a:gd name="connsiteY2211" fmla="*/ 202490 h 442564"/>
              <a:gd name="connsiteX2212" fmla="*/ 1799331 w 1967341"/>
              <a:gd name="connsiteY2212" fmla="*/ 199981 h 442564"/>
              <a:gd name="connsiteX2213" fmla="*/ 1794694 w 1967341"/>
              <a:gd name="connsiteY2213" fmla="*/ 185461 h 442564"/>
              <a:gd name="connsiteX2214" fmla="*/ 1794694 w 1967341"/>
              <a:gd name="connsiteY2214" fmla="*/ 170865 h 442564"/>
              <a:gd name="connsiteX2215" fmla="*/ 1796974 w 1967341"/>
              <a:gd name="connsiteY2215" fmla="*/ 164936 h 442564"/>
              <a:gd name="connsiteX2216" fmla="*/ 1801155 w 1967341"/>
              <a:gd name="connsiteY2216" fmla="*/ 162199 h 442564"/>
              <a:gd name="connsiteX2217" fmla="*/ 1811343 w 1967341"/>
              <a:gd name="connsiteY2217" fmla="*/ 145322 h 442564"/>
              <a:gd name="connsiteX2218" fmla="*/ 1814231 w 1967341"/>
              <a:gd name="connsiteY2218" fmla="*/ 145322 h 442564"/>
              <a:gd name="connsiteX2219" fmla="*/ 1816284 w 1967341"/>
              <a:gd name="connsiteY2219" fmla="*/ 158398 h 442564"/>
              <a:gd name="connsiteX2220" fmla="*/ 1816480 w 1967341"/>
              <a:gd name="connsiteY2220" fmla="*/ 159747 h 442564"/>
              <a:gd name="connsiteX2221" fmla="*/ 1820768 w 1967341"/>
              <a:gd name="connsiteY2221" fmla="*/ 161742 h 442564"/>
              <a:gd name="connsiteX2222" fmla="*/ 1829511 w 1967341"/>
              <a:gd name="connsiteY2222" fmla="*/ 158322 h 442564"/>
              <a:gd name="connsiteX2223" fmla="*/ 1832476 w 1967341"/>
              <a:gd name="connsiteY2223" fmla="*/ 155358 h 442564"/>
              <a:gd name="connsiteX2224" fmla="*/ 1830195 w 1967341"/>
              <a:gd name="connsiteY2224" fmla="*/ 149276 h 442564"/>
              <a:gd name="connsiteX2225" fmla="*/ 1828675 w 1967341"/>
              <a:gd name="connsiteY2225" fmla="*/ 140457 h 442564"/>
              <a:gd name="connsiteX2226" fmla="*/ 1830043 w 1967341"/>
              <a:gd name="connsiteY2226" fmla="*/ 122364 h 442564"/>
              <a:gd name="connsiteX2227" fmla="*/ 1828751 w 1967341"/>
              <a:gd name="connsiteY2227" fmla="*/ 103207 h 442564"/>
              <a:gd name="connsiteX2228" fmla="*/ 1827003 w 1967341"/>
              <a:gd name="connsiteY2228" fmla="*/ 92260 h 442564"/>
              <a:gd name="connsiteX2229" fmla="*/ 1830652 w 1967341"/>
              <a:gd name="connsiteY2229" fmla="*/ 85950 h 442564"/>
              <a:gd name="connsiteX2230" fmla="*/ 1835897 w 1967341"/>
              <a:gd name="connsiteY2230" fmla="*/ 85950 h 442564"/>
              <a:gd name="connsiteX2231" fmla="*/ 1838558 w 1967341"/>
              <a:gd name="connsiteY2231" fmla="*/ 84201 h 442564"/>
              <a:gd name="connsiteX2232" fmla="*/ 1840839 w 1967341"/>
              <a:gd name="connsiteY2232" fmla="*/ 87623 h 442564"/>
              <a:gd name="connsiteX2233" fmla="*/ 1841751 w 1967341"/>
              <a:gd name="connsiteY2233" fmla="*/ 93856 h 442564"/>
              <a:gd name="connsiteX2234" fmla="*/ 1842435 w 1967341"/>
              <a:gd name="connsiteY2234" fmla="*/ 101458 h 442564"/>
              <a:gd name="connsiteX2235" fmla="*/ 1842435 w 1967341"/>
              <a:gd name="connsiteY2235" fmla="*/ 106248 h 442564"/>
              <a:gd name="connsiteX2236" fmla="*/ 1842435 w 1967341"/>
              <a:gd name="connsiteY2236" fmla="*/ 111493 h 442564"/>
              <a:gd name="connsiteX2237" fmla="*/ 1842435 w 1967341"/>
              <a:gd name="connsiteY2237" fmla="*/ 118107 h 442564"/>
              <a:gd name="connsiteX2238" fmla="*/ 1843195 w 1967341"/>
              <a:gd name="connsiteY2238" fmla="*/ 131030 h 442564"/>
              <a:gd name="connsiteX2239" fmla="*/ 1844868 w 1967341"/>
              <a:gd name="connsiteY2239" fmla="*/ 139697 h 442564"/>
              <a:gd name="connsiteX2240" fmla="*/ 1844868 w 1967341"/>
              <a:gd name="connsiteY2240" fmla="*/ 146083 h 442564"/>
              <a:gd name="connsiteX2241" fmla="*/ 1842283 w 1967341"/>
              <a:gd name="connsiteY2241" fmla="*/ 153685 h 442564"/>
              <a:gd name="connsiteX2242" fmla="*/ 1845932 w 1967341"/>
              <a:gd name="connsiteY2242" fmla="*/ 157410 h 442564"/>
              <a:gd name="connsiteX2243" fmla="*/ 1853153 w 1967341"/>
              <a:gd name="connsiteY2243" fmla="*/ 155433 h 442564"/>
              <a:gd name="connsiteX2244" fmla="*/ 1859387 w 1967341"/>
              <a:gd name="connsiteY2244" fmla="*/ 155053 h 442564"/>
              <a:gd name="connsiteX2245" fmla="*/ 1869574 w 1967341"/>
              <a:gd name="connsiteY2245" fmla="*/ 153228 h 442564"/>
              <a:gd name="connsiteX2246" fmla="*/ 1875124 w 1967341"/>
              <a:gd name="connsiteY2246" fmla="*/ 151328 h 442564"/>
              <a:gd name="connsiteX2247" fmla="*/ 1879457 w 1967341"/>
              <a:gd name="connsiteY2247" fmla="*/ 148439 h 442564"/>
              <a:gd name="connsiteX2248" fmla="*/ 1880065 w 1967341"/>
              <a:gd name="connsiteY2248" fmla="*/ 145170 h 442564"/>
              <a:gd name="connsiteX2249" fmla="*/ 1873983 w 1967341"/>
              <a:gd name="connsiteY2249" fmla="*/ 144562 h 442564"/>
              <a:gd name="connsiteX2250" fmla="*/ 1868434 w 1967341"/>
              <a:gd name="connsiteY2250" fmla="*/ 146842 h 442564"/>
              <a:gd name="connsiteX2251" fmla="*/ 1866837 w 1967341"/>
              <a:gd name="connsiteY2251" fmla="*/ 141750 h 442564"/>
              <a:gd name="connsiteX2252" fmla="*/ 1863493 w 1967341"/>
              <a:gd name="connsiteY2252" fmla="*/ 137568 h 442564"/>
              <a:gd name="connsiteX2253" fmla="*/ 1861288 w 1967341"/>
              <a:gd name="connsiteY2253" fmla="*/ 143802 h 442564"/>
              <a:gd name="connsiteX2254" fmla="*/ 1858627 w 1967341"/>
              <a:gd name="connsiteY2254" fmla="*/ 147527 h 442564"/>
              <a:gd name="connsiteX2255" fmla="*/ 1854902 w 1967341"/>
              <a:gd name="connsiteY2255" fmla="*/ 149503 h 442564"/>
              <a:gd name="connsiteX2256" fmla="*/ 1851101 w 1967341"/>
              <a:gd name="connsiteY2256" fmla="*/ 142358 h 442564"/>
              <a:gd name="connsiteX2257" fmla="*/ 1851633 w 1967341"/>
              <a:gd name="connsiteY2257" fmla="*/ 127609 h 442564"/>
              <a:gd name="connsiteX2258" fmla="*/ 1849961 w 1967341"/>
              <a:gd name="connsiteY2258" fmla="*/ 117575 h 442564"/>
              <a:gd name="connsiteX2259" fmla="*/ 1849961 w 1967341"/>
              <a:gd name="connsiteY2259" fmla="*/ 103359 h 442564"/>
              <a:gd name="connsiteX2260" fmla="*/ 1848897 w 1967341"/>
              <a:gd name="connsiteY2260" fmla="*/ 98570 h 442564"/>
              <a:gd name="connsiteX2261" fmla="*/ 1851786 w 1967341"/>
              <a:gd name="connsiteY2261" fmla="*/ 91652 h 442564"/>
              <a:gd name="connsiteX2262" fmla="*/ 1856651 w 1967341"/>
              <a:gd name="connsiteY2262" fmla="*/ 88915 h 442564"/>
              <a:gd name="connsiteX2263" fmla="*/ 1859007 w 1967341"/>
              <a:gd name="connsiteY2263" fmla="*/ 96517 h 442564"/>
              <a:gd name="connsiteX2264" fmla="*/ 1860603 w 1967341"/>
              <a:gd name="connsiteY2264" fmla="*/ 101307 h 442564"/>
              <a:gd name="connsiteX2265" fmla="*/ 1862884 w 1967341"/>
              <a:gd name="connsiteY2265" fmla="*/ 117346 h 442564"/>
              <a:gd name="connsiteX2266" fmla="*/ 1865013 w 1967341"/>
              <a:gd name="connsiteY2266" fmla="*/ 121072 h 442564"/>
              <a:gd name="connsiteX2267" fmla="*/ 1873300 w 1967341"/>
              <a:gd name="connsiteY2267" fmla="*/ 121072 h 442564"/>
              <a:gd name="connsiteX2268" fmla="*/ 1876417 w 1967341"/>
              <a:gd name="connsiteY2268" fmla="*/ 125025 h 442564"/>
              <a:gd name="connsiteX2269" fmla="*/ 1884019 w 1967341"/>
              <a:gd name="connsiteY2269" fmla="*/ 117955 h 442564"/>
              <a:gd name="connsiteX2270" fmla="*/ 1879989 w 1967341"/>
              <a:gd name="connsiteY2270" fmla="*/ 108376 h 442564"/>
              <a:gd name="connsiteX2271" fmla="*/ 1873300 w 1967341"/>
              <a:gd name="connsiteY2271" fmla="*/ 110961 h 442564"/>
              <a:gd name="connsiteX2272" fmla="*/ 1868586 w 1967341"/>
              <a:gd name="connsiteY2272" fmla="*/ 113166 h 442564"/>
              <a:gd name="connsiteX2273" fmla="*/ 1868586 w 1967341"/>
              <a:gd name="connsiteY2273" fmla="*/ 103663 h 442564"/>
              <a:gd name="connsiteX2274" fmla="*/ 1871475 w 1967341"/>
              <a:gd name="connsiteY2274" fmla="*/ 96061 h 442564"/>
              <a:gd name="connsiteX2275" fmla="*/ 1868282 w 1967341"/>
              <a:gd name="connsiteY2275" fmla="*/ 87623 h 442564"/>
              <a:gd name="connsiteX2276" fmla="*/ 1873603 w 1967341"/>
              <a:gd name="connsiteY2276" fmla="*/ 82301 h 442564"/>
              <a:gd name="connsiteX2277" fmla="*/ 1879457 w 1967341"/>
              <a:gd name="connsiteY2277" fmla="*/ 87090 h 442564"/>
              <a:gd name="connsiteX2278" fmla="*/ 1886527 w 1967341"/>
              <a:gd name="connsiteY2278" fmla="*/ 77740 h 442564"/>
              <a:gd name="connsiteX2279" fmla="*/ 1891772 w 1967341"/>
              <a:gd name="connsiteY2279" fmla="*/ 68009 h 442564"/>
              <a:gd name="connsiteX2280" fmla="*/ 1896030 w 1967341"/>
              <a:gd name="connsiteY2280" fmla="*/ 68009 h 442564"/>
              <a:gd name="connsiteX2281" fmla="*/ 1900287 w 1967341"/>
              <a:gd name="connsiteY2281" fmla="*/ 67097 h 442564"/>
              <a:gd name="connsiteX2282" fmla="*/ 244236 w 1967341"/>
              <a:gd name="connsiteY2282" fmla="*/ 61103 h 442564"/>
              <a:gd name="connsiteX2283" fmla="*/ 124205 w 1967341"/>
              <a:gd name="connsiteY2283" fmla="*/ 91758 h 442564"/>
              <a:gd name="connsiteX2284" fmla="*/ 124183 w 1967341"/>
              <a:gd name="connsiteY2284" fmla="*/ 91758 h 442564"/>
              <a:gd name="connsiteX2285" fmla="*/ 59421 w 1967341"/>
              <a:gd name="connsiteY2285" fmla="*/ 221326 h 442564"/>
              <a:gd name="connsiteX2286" fmla="*/ 61274 w 1967341"/>
              <a:gd name="connsiteY2286" fmla="*/ 245966 h 442564"/>
              <a:gd name="connsiteX2287" fmla="*/ 61645 w 1967341"/>
              <a:gd name="connsiteY2287" fmla="*/ 247972 h 442564"/>
              <a:gd name="connsiteX2288" fmla="*/ 63389 w 1967341"/>
              <a:gd name="connsiteY2288" fmla="*/ 256956 h 442564"/>
              <a:gd name="connsiteX2289" fmla="*/ 66660 w 1967341"/>
              <a:gd name="connsiteY2289" fmla="*/ 269363 h 442564"/>
              <a:gd name="connsiteX2290" fmla="*/ 71414 w 1967341"/>
              <a:gd name="connsiteY2290" fmla="*/ 282447 h 442564"/>
              <a:gd name="connsiteX2291" fmla="*/ 72111 w 1967341"/>
              <a:gd name="connsiteY2291" fmla="*/ 284191 h 442564"/>
              <a:gd name="connsiteX2292" fmla="*/ 91387 w 1967341"/>
              <a:gd name="connsiteY2292" fmla="*/ 317990 h 442564"/>
              <a:gd name="connsiteX2293" fmla="*/ 91496 w 1967341"/>
              <a:gd name="connsiteY2293" fmla="*/ 318120 h 442564"/>
              <a:gd name="connsiteX2294" fmla="*/ 91660 w 1967341"/>
              <a:gd name="connsiteY2294" fmla="*/ 318341 h 442564"/>
              <a:gd name="connsiteX2295" fmla="*/ 139607 w 1967341"/>
              <a:gd name="connsiteY2295" fmla="*/ 361148 h 442564"/>
              <a:gd name="connsiteX2296" fmla="*/ 173816 w 1967341"/>
              <a:gd name="connsiteY2296" fmla="*/ 373050 h 442564"/>
              <a:gd name="connsiteX2297" fmla="*/ 171239 w 1967341"/>
              <a:gd name="connsiteY2297" fmla="*/ 368927 h 442564"/>
              <a:gd name="connsiteX2298" fmla="*/ 165155 w 1967341"/>
              <a:gd name="connsiteY2298" fmla="*/ 366747 h 442564"/>
              <a:gd name="connsiteX2299" fmla="*/ 164219 w 1967341"/>
              <a:gd name="connsiteY2299" fmla="*/ 365887 h 442564"/>
              <a:gd name="connsiteX2300" fmla="*/ 173550 w 1967341"/>
              <a:gd name="connsiteY2300" fmla="*/ 367466 h 442564"/>
              <a:gd name="connsiteX2301" fmla="*/ 178345 w 1967341"/>
              <a:gd name="connsiteY2301" fmla="*/ 372926 h 442564"/>
              <a:gd name="connsiteX2302" fmla="*/ 178973 w 1967341"/>
              <a:gd name="connsiteY2302" fmla="*/ 374845 h 442564"/>
              <a:gd name="connsiteX2303" fmla="*/ 188163 w 1967341"/>
              <a:gd name="connsiteY2303" fmla="*/ 378042 h 442564"/>
              <a:gd name="connsiteX2304" fmla="*/ 190646 w 1967341"/>
              <a:gd name="connsiteY2304" fmla="*/ 378042 h 442564"/>
              <a:gd name="connsiteX2305" fmla="*/ 190600 w 1967341"/>
              <a:gd name="connsiteY2305" fmla="*/ 378890 h 442564"/>
              <a:gd name="connsiteX2306" fmla="*/ 198212 w 1967341"/>
              <a:gd name="connsiteY2306" fmla="*/ 381538 h 442564"/>
              <a:gd name="connsiteX2307" fmla="*/ 224320 w 1967341"/>
              <a:gd name="connsiteY2307" fmla="*/ 380244 h 442564"/>
              <a:gd name="connsiteX2308" fmla="*/ 224706 w 1967341"/>
              <a:gd name="connsiteY2308" fmla="*/ 379831 h 442564"/>
              <a:gd name="connsiteX2309" fmla="*/ 222525 w 1967341"/>
              <a:gd name="connsiteY2309" fmla="*/ 379831 h 442564"/>
              <a:gd name="connsiteX2310" fmla="*/ 223376 w 1967341"/>
              <a:gd name="connsiteY2310" fmla="*/ 379264 h 442564"/>
              <a:gd name="connsiteX2311" fmla="*/ 219625 w 1967341"/>
              <a:gd name="connsiteY2311" fmla="*/ 379264 h 442564"/>
              <a:gd name="connsiteX2312" fmla="*/ 220388 w 1967341"/>
              <a:gd name="connsiteY2312" fmla="*/ 378675 h 442564"/>
              <a:gd name="connsiteX2313" fmla="*/ 212691 w 1967341"/>
              <a:gd name="connsiteY2313" fmla="*/ 378675 h 442564"/>
              <a:gd name="connsiteX2314" fmla="*/ 208330 w 1967341"/>
              <a:gd name="connsiteY2314" fmla="*/ 368775 h 442564"/>
              <a:gd name="connsiteX2315" fmla="*/ 197209 w 1967341"/>
              <a:gd name="connsiteY2315" fmla="*/ 368317 h 442564"/>
              <a:gd name="connsiteX2316" fmla="*/ 191649 w 1967341"/>
              <a:gd name="connsiteY2316" fmla="*/ 376821 h 442564"/>
              <a:gd name="connsiteX2317" fmla="*/ 190667 w 1967341"/>
              <a:gd name="connsiteY2317" fmla="*/ 376516 h 442564"/>
              <a:gd name="connsiteX2318" fmla="*/ 193110 w 1967341"/>
              <a:gd name="connsiteY2318" fmla="*/ 369495 h 442564"/>
              <a:gd name="connsiteX2319" fmla="*/ 202442 w 1967341"/>
              <a:gd name="connsiteY2319" fmla="*/ 365744 h 442564"/>
              <a:gd name="connsiteX2320" fmla="*/ 215526 w 1967341"/>
              <a:gd name="connsiteY2320" fmla="*/ 369168 h 442564"/>
              <a:gd name="connsiteX2321" fmla="*/ 218033 w 1967341"/>
              <a:gd name="connsiteY2321" fmla="*/ 377628 h 442564"/>
              <a:gd name="connsiteX2322" fmla="*/ 226755 w 1967341"/>
              <a:gd name="connsiteY2322" fmla="*/ 377410 h 442564"/>
              <a:gd name="connsiteX2323" fmla="*/ 230026 w 1967341"/>
              <a:gd name="connsiteY2323" fmla="*/ 369495 h 442564"/>
              <a:gd name="connsiteX2324" fmla="*/ 239359 w 1967341"/>
              <a:gd name="connsiteY2324" fmla="*/ 365744 h 442564"/>
              <a:gd name="connsiteX2325" fmla="*/ 252442 w 1967341"/>
              <a:gd name="connsiteY2325" fmla="*/ 369168 h 442564"/>
              <a:gd name="connsiteX2326" fmla="*/ 254950 w 1967341"/>
              <a:gd name="connsiteY2326" fmla="*/ 377628 h 442564"/>
              <a:gd name="connsiteX2327" fmla="*/ 262340 w 1967341"/>
              <a:gd name="connsiteY2327" fmla="*/ 377443 h 442564"/>
              <a:gd name="connsiteX2328" fmla="*/ 263904 w 1967341"/>
              <a:gd name="connsiteY2328" fmla="*/ 376700 h 442564"/>
              <a:gd name="connsiteX2329" fmla="*/ 264997 w 1967341"/>
              <a:gd name="connsiteY2329" fmla="*/ 373352 h 442564"/>
              <a:gd name="connsiteX2330" fmla="*/ 268709 w 1967341"/>
              <a:gd name="connsiteY2330" fmla="*/ 367380 h 442564"/>
              <a:gd name="connsiteX2331" fmla="*/ 277846 w 1967341"/>
              <a:gd name="connsiteY2331" fmla="*/ 365308 h 442564"/>
              <a:gd name="connsiteX2332" fmla="*/ 277846 w 1967341"/>
              <a:gd name="connsiteY2332" fmla="*/ 368535 h 442564"/>
              <a:gd name="connsiteX2333" fmla="*/ 268775 w 1967341"/>
              <a:gd name="connsiteY2333" fmla="*/ 369844 h 442564"/>
              <a:gd name="connsiteX2334" fmla="*/ 266000 w 1967341"/>
              <a:gd name="connsiteY2334" fmla="*/ 375704 h 442564"/>
              <a:gd name="connsiteX2335" fmla="*/ 318243 w 1967341"/>
              <a:gd name="connsiteY2335" fmla="*/ 350883 h 442564"/>
              <a:gd name="connsiteX2336" fmla="*/ 350787 w 1967341"/>
              <a:gd name="connsiteY2336" fmla="*/ 124302 h 442564"/>
              <a:gd name="connsiteX2337" fmla="*/ 244236 w 1967341"/>
              <a:gd name="connsiteY2337" fmla="*/ 61103 h 442564"/>
              <a:gd name="connsiteX2338" fmla="*/ 143263 w 1967341"/>
              <a:gd name="connsiteY2338" fmla="*/ 58635 h 442564"/>
              <a:gd name="connsiteX2339" fmla="*/ 142587 w 1967341"/>
              <a:gd name="connsiteY2339" fmla="*/ 59202 h 442564"/>
              <a:gd name="connsiteX2340" fmla="*/ 141584 w 1967341"/>
              <a:gd name="connsiteY2340" fmla="*/ 59442 h 442564"/>
              <a:gd name="connsiteX2341" fmla="*/ 140646 w 1967341"/>
              <a:gd name="connsiteY2341" fmla="*/ 59878 h 442564"/>
              <a:gd name="connsiteX2342" fmla="*/ 139512 w 1967341"/>
              <a:gd name="connsiteY2342" fmla="*/ 59878 h 442564"/>
              <a:gd name="connsiteX2343" fmla="*/ 138553 w 1967341"/>
              <a:gd name="connsiteY2343" fmla="*/ 60183 h 442564"/>
              <a:gd name="connsiteX2344" fmla="*/ 138487 w 1967341"/>
              <a:gd name="connsiteY2344" fmla="*/ 60096 h 442564"/>
              <a:gd name="connsiteX2345" fmla="*/ 138945 w 1967341"/>
              <a:gd name="connsiteY2345" fmla="*/ 61579 h 442564"/>
              <a:gd name="connsiteX2346" fmla="*/ 139338 w 1967341"/>
              <a:gd name="connsiteY2346" fmla="*/ 62408 h 442564"/>
              <a:gd name="connsiteX2347" fmla="*/ 140428 w 1967341"/>
              <a:gd name="connsiteY2347" fmla="*/ 63454 h 442564"/>
              <a:gd name="connsiteX2348" fmla="*/ 141671 w 1967341"/>
              <a:gd name="connsiteY2348" fmla="*/ 64239 h 442564"/>
              <a:gd name="connsiteX2349" fmla="*/ 143154 w 1967341"/>
              <a:gd name="connsiteY2349" fmla="*/ 65111 h 442564"/>
              <a:gd name="connsiteX2350" fmla="*/ 143786 w 1967341"/>
              <a:gd name="connsiteY2350" fmla="*/ 66049 h 442564"/>
              <a:gd name="connsiteX2351" fmla="*/ 144898 w 1967341"/>
              <a:gd name="connsiteY2351" fmla="*/ 66376 h 442564"/>
              <a:gd name="connsiteX2352" fmla="*/ 145530 w 1967341"/>
              <a:gd name="connsiteY2352" fmla="*/ 65417 h 442564"/>
              <a:gd name="connsiteX2353" fmla="*/ 146359 w 1967341"/>
              <a:gd name="connsiteY2353" fmla="*/ 64893 h 442564"/>
              <a:gd name="connsiteX2354" fmla="*/ 147100 w 1967341"/>
              <a:gd name="connsiteY2354" fmla="*/ 63912 h 442564"/>
              <a:gd name="connsiteX2355" fmla="*/ 147275 w 1967341"/>
              <a:gd name="connsiteY2355" fmla="*/ 62909 h 442564"/>
              <a:gd name="connsiteX2356" fmla="*/ 147166 w 1967341"/>
              <a:gd name="connsiteY2356" fmla="*/ 61623 h 442564"/>
              <a:gd name="connsiteX2357" fmla="*/ 147297 w 1967341"/>
              <a:gd name="connsiteY2357" fmla="*/ 60445 h 442564"/>
              <a:gd name="connsiteX2358" fmla="*/ 146839 w 1967341"/>
              <a:gd name="connsiteY2358" fmla="*/ 59529 h 442564"/>
              <a:gd name="connsiteX2359" fmla="*/ 145945 w 1967341"/>
              <a:gd name="connsiteY2359" fmla="*/ 59115 h 442564"/>
              <a:gd name="connsiteX2360" fmla="*/ 143263 w 1967341"/>
              <a:gd name="connsiteY2360" fmla="*/ 58635 h 442564"/>
              <a:gd name="connsiteX2361" fmla="*/ 131706 w 1967341"/>
              <a:gd name="connsiteY2361" fmla="*/ 55692 h 442564"/>
              <a:gd name="connsiteX2362" fmla="*/ 131902 w 1967341"/>
              <a:gd name="connsiteY2362" fmla="*/ 56739 h 442564"/>
              <a:gd name="connsiteX2363" fmla="*/ 131466 w 1967341"/>
              <a:gd name="connsiteY2363" fmla="*/ 58156 h 442564"/>
              <a:gd name="connsiteX2364" fmla="*/ 130855 w 1967341"/>
              <a:gd name="connsiteY2364" fmla="*/ 59726 h 442564"/>
              <a:gd name="connsiteX2365" fmla="*/ 129852 w 1967341"/>
              <a:gd name="connsiteY2365" fmla="*/ 60817 h 442564"/>
              <a:gd name="connsiteX2366" fmla="*/ 128762 w 1967341"/>
              <a:gd name="connsiteY2366" fmla="*/ 60555 h 442564"/>
              <a:gd name="connsiteX2367" fmla="*/ 128762 w 1967341"/>
              <a:gd name="connsiteY2367" fmla="*/ 59443 h 442564"/>
              <a:gd name="connsiteX2368" fmla="*/ 129939 w 1967341"/>
              <a:gd name="connsiteY2368" fmla="*/ 57808 h 442564"/>
              <a:gd name="connsiteX2369" fmla="*/ 130310 w 1967341"/>
              <a:gd name="connsiteY2369" fmla="*/ 57044 h 442564"/>
              <a:gd name="connsiteX2370" fmla="*/ 130964 w 1967341"/>
              <a:gd name="connsiteY2370" fmla="*/ 56281 h 442564"/>
              <a:gd name="connsiteX2371" fmla="*/ 131706 w 1967341"/>
              <a:gd name="connsiteY2371" fmla="*/ 55692 h 442564"/>
              <a:gd name="connsiteX2372" fmla="*/ 133581 w 1967341"/>
              <a:gd name="connsiteY2372" fmla="*/ 49651 h 442564"/>
              <a:gd name="connsiteX2373" fmla="*/ 132512 w 1967341"/>
              <a:gd name="connsiteY2373" fmla="*/ 50240 h 442564"/>
              <a:gd name="connsiteX2374" fmla="*/ 131379 w 1967341"/>
              <a:gd name="connsiteY2374" fmla="*/ 50436 h 442564"/>
              <a:gd name="connsiteX2375" fmla="*/ 130877 w 1967341"/>
              <a:gd name="connsiteY2375" fmla="*/ 51003 h 442564"/>
              <a:gd name="connsiteX2376" fmla="*/ 130528 w 1967341"/>
              <a:gd name="connsiteY2376" fmla="*/ 51614 h 442564"/>
              <a:gd name="connsiteX2377" fmla="*/ 130157 w 1967341"/>
              <a:gd name="connsiteY2377" fmla="*/ 52377 h 442564"/>
              <a:gd name="connsiteX2378" fmla="*/ 129372 w 1967341"/>
              <a:gd name="connsiteY2378" fmla="*/ 53424 h 442564"/>
              <a:gd name="connsiteX2379" fmla="*/ 128718 w 1967341"/>
              <a:gd name="connsiteY2379" fmla="*/ 54100 h 442564"/>
              <a:gd name="connsiteX2380" fmla="*/ 127955 w 1967341"/>
              <a:gd name="connsiteY2380" fmla="*/ 55059 h 442564"/>
              <a:gd name="connsiteX2381" fmla="*/ 126821 w 1967341"/>
              <a:gd name="connsiteY2381" fmla="*/ 56237 h 442564"/>
              <a:gd name="connsiteX2382" fmla="*/ 125317 w 1967341"/>
              <a:gd name="connsiteY2382" fmla="*/ 57850 h 442564"/>
              <a:gd name="connsiteX2383" fmla="*/ 124575 w 1967341"/>
              <a:gd name="connsiteY2383" fmla="*/ 57567 h 442564"/>
              <a:gd name="connsiteX2384" fmla="*/ 123420 w 1967341"/>
              <a:gd name="connsiteY2384" fmla="*/ 57567 h 442564"/>
              <a:gd name="connsiteX2385" fmla="*/ 122678 w 1967341"/>
              <a:gd name="connsiteY2385" fmla="*/ 58592 h 442564"/>
              <a:gd name="connsiteX2386" fmla="*/ 122809 w 1967341"/>
              <a:gd name="connsiteY2386" fmla="*/ 61143 h 442564"/>
              <a:gd name="connsiteX2387" fmla="*/ 123943 w 1967341"/>
              <a:gd name="connsiteY2387" fmla="*/ 62822 h 442564"/>
              <a:gd name="connsiteX2388" fmla="*/ 125251 w 1967341"/>
              <a:gd name="connsiteY2388" fmla="*/ 64348 h 442564"/>
              <a:gd name="connsiteX2389" fmla="*/ 126320 w 1967341"/>
              <a:gd name="connsiteY2389" fmla="*/ 65482 h 442564"/>
              <a:gd name="connsiteX2390" fmla="*/ 126974 w 1967341"/>
              <a:gd name="connsiteY2390" fmla="*/ 66333 h 442564"/>
              <a:gd name="connsiteX2391" fmla="*/ 127454 w 1967341"/>
              <a:gd name="connsiteY2391" fmla="*/ 66660 h 442564"/>
              <a:gd name="connsiteX2392" fmla="*/ 128217 w 1967341"/>
              <a:gd name="connsiteY2392" fmla="*/ 67379 h 442564"/>
              <a:gd name="connsiteX2393" fmla="*/ 128849 w 1967341"/>
              <a:gd name="connsiteY2393" fmla="*/ 67510 h 442564"/>
              <a:gd name="connsiteX2394" fmla="*/ 130092 w 1967341"/>
              <a:gd name="connsiteY2394" fmla="*/ 66921 h 442564"/>
              <a:gd name="connsiteX2395" fmla="*/ 130724 w 1967341"/>
              <a:gd name="connsiteY2395" fmla="*/ 66354 h 442564"/>
              <a:gd name="connsiteX2396" fmla="*/ 131815 w 1967341"/>
              <a:gd name="connsiteY2396" fmla="*/ 66049 h 442564"/>
              <a:gd name="connsiteX2397" fmla="*/ 132469 w 1967341"/>
              <a:gd name="connsiteY2397" fmla="*/ 66442 h 442564"/>
              <a:gd name="connsiteX2398" fmla="*/ 133297 w 1967341"/>
              <a:gd name="connsiteY2398" fmla="*/ 68273 h 442564"/>
              <a:gd name="connsiteX2399" fmla="*/ 134061 w 1967341"/>
              <a:gd name="connsiteY2399" fmla="*/ 69560 h 442564"/>
              <a:gd name="connsiteX2400" fmla="*/ 134606 w 1967341"/>
              <a:gd name="connsiteY2400" fmla="*/ 70497 h 442564"/>
              <a:gd name="connsiteX2401" fmla="*/ 134235 w 1967341"/>
              <a:gd name="connsiteY2401" fmla="*/ 72482 h 442564"/>
              <a:gd name="connsiteX2402" fmla="*/ 132512 w 1967341"/>
              <a:gd name="connsiteY2402" fmla="*/ 72852 h 442564"/>
              <a:gd name="connsiteX2403" fmla="*/ 131793 w 1967341"/>
              <a:gd name="connsiteY2403" fmla="*/ 73834 h 442564"/>
              <a:gd name="connsiteX2404" fmla="*/ 134235 w 1967341"/>
              <a:gd name="connsiteY2404" fmla="*/ 74466 h 442564"/>
              <a:gd name="connsiteX2405" fmla="*/ 135369 w 1967341"/>
              <a:gd name="connsiteY2405" fmla="*/ 75164 h 442564"/>
              <a:gd name="connsiteX2406" fmla="*/ 136655 w 1967341"/>
              <a:gd name="connsiteY2406" fmla="*/ 75033 h 442564"/>
              <a:gd name="connsiteX2407" fmla="*/ 137528 w 1967341"/>
              <a:gd name="connsiteY2407" fmla="*/ 75142 h 442564"/>
              <a:gd name="connsiteX2408" fmla="*/ 138465 w 1967341"/>
              <a:gd name="connsiteY2408" fmla="*/ 75033 h 442564"/>
              <a:gd name="connsiteX2409" fmla="*/ 139141 w 1967341"/>
              <a:gd name="connsiteY2409" fmla="*/ 75033 h 442564"/>
              <a:gd name="connsiteX2410" fmla="*/ 139883 w 1967341"/>
              <a:gd name="connsiteY2410" fmla="*/ 73834 h 442564"/>
              <a:gd name="connsiteX2411" fmla="*/ 140341 w 1967341"/>
              <a:gd name="connsiteY2411" fmla="*/ 72002 h 442564"/>
              <a:gd name="connsiteX2412" fmla="*/ 140450 w 1967341"/>
              <a:gd name="connsiteY2412" fmla="*/ 69821 h 442564"/>
              <a:gd name="connsiteX2413" fmla="*/ 137026 w 1967341"/>
              <a:gd name="connsiteY2413" fmla="*/ 64130 h 442564"/>
              <a:gd name="connsiteX2414" fmla="*/ 136067 w 1967341"/>
              <a:gd name="connsiteY2414" fmla="*/ 62975 h 442564"/>
              <a:gd name="connsiteX2415" fmla="*/ 136263 w 1967341"/>
              <a:gd name="connsiteY2415" fmla="*/ 61906 h 442564"/>
              <a:gd name="connsiteX2416" fmla="*/ 136874 w 1967341"/>
              <a:gd name="connsiteY2416" fmla="*/ 61426 h 442564"/>
              <a:gd name="connsiteX2417" fmla="*/ 137070 w 1967341"/>
              <a:gd name="connsiteY2417" fmla="*/ 59769 h 442564"/>
              <a:gd name="connsiteX2418" fmla="*/ 137070 w 1967341"/>
              <a:gd name="connsiteY2418" fmla="*/ 55059 h 442564"/>
              <a:gd name="connsiteX2419" fmla="*/ 137070 w 1967341"/>
              <a:gd name="connsiteY2419" fmla="*/ 53664 h 442564"/>
              <a:gd name="connsiteX2420" fmla="*/ 137550 w 1967341"/>
              <a:gd name="connsiteY2420" fmla="*/ 51592 h 442564"/>
              <a:gd name="connsiteX2421" fmla="*/ 136939 w 1967341"/>
              <a:gd name="connsiteY2421" fmla="*/ 50654 h 442564"/>
              <a:gd name="connsiteX2422" fmla="*/ 135761 w 1967341"/>
              <a:gd name="connsiteY2422" fmla="*/ 49651 h 442564"/>
              <a:gd name="connsiteX2423" fmla="*/ 133581 w 1967341"/>
              <a:gd name="connsiteY2423" fmla="*/ 49651 h 442564"/>
              <a:gd name="connsiteX2424" fmla="*/ 320236 w 1967341"/>
              <a:gd name="connsiteY2424" fmla="*/ 46751 h 442564"/>
              <a:gd name="connsiteX2425" fmla="*/ 319516 w 1967341"/>
              <a:gd name="connsiteY2425" fmla="*/ 46991 h 442564"/>
              <a:gd name="connsiteX2426" fmla="*/ 318775 w 1967341"/>
              <a:gd name="connsiteY2426" fmla="*/ 48452 h 442564"/>
              <a:gd name="connsiteX2427" fmla="*/ 317663 w 1967341"/>
              <a:gd name="connsiteY2427" fmla="*/ 49978 h 442564"/>
              <a:gd name="connsiteX2428" fmla="*/ 315635 w 1967341"/>
              <a:gd name="connsiteY2428" fmla="*/ 52159 h 442564"/>
              <a:gd name="connsiteX2429" fmla="*/ 312299 w 1967341"/>
              <a:gd name="connsiteY2429" fmla="*/ 51527 h 442564"/>
              <a:gd name="connsiteX2430" fmla="*/ 310620 w 1967341"/>
              <a:gd name="connsiteY2430" fmla="*/ 50502 h 442564"/>
              <a:gd name="connsiteX2431" fmla="*/ 309660 w 1967341"/>
              <a:gd name="connsiteY2431" fmla="*/ 50502 h 442564"/>
              <a:gd name="connsiteX2432" fmla="*/ 308657 w 1967341"/>
              <a:gd name="connsiteY2432" fmla="*/ 50327 h 442564"/>
              <a:gd name="connsiteX2433" fmla="*/ 307632 w 1967341"/>
              <a:gd name="connsiteY2433" fmla="*/ 50633 h 442564"/>
              <a:gd name="connsiteX2434" fmla="*/ 306651 w 1967341"/>
              <a:gd name="connsiteY2434" fmla="*/ 51483 h 442564"/>
              <a:gd name="connsiteX2435" fmla="*/ 307022 w 1967341"/>
              <a:gd name="connsiteY2435" fmla="*/ 53991 h 442564"/>
              <a:gd name="connsiteX2436" fmla="*/ 307894 w 1967341"/>
              <a:gd name="connsiteY2436" fmla="*/ 55234 h 442564"/>
              <a:gd name="connsiteX2437" fmla="*/ 308657 w 1967341"/>
              <a:gd name="connsiteY2437" fmla="*/ 55670 h 442564"/>
              <a:gd name="connsiteX2438" fmla="*/ 309573 w 1967341"/>
              <a:gd name="connsiteY2438" fmla="*/ 55910 h 442564"/>
              <a:gd name="connsiteX2439" fmla="*/ 310183 w 1967341"/>
              <a:gd name="connsiteY2439" fmla="*/ 56258 h 442564"/>
              <a:gd name="connsiteX2440" fmla="*/ 310990 w 1967341"/>
              <a:gd name="connsiteY2440" fmla="*/ 56673 h 442564"/>
              <a:gd name="connsiteX2441" fmla="*/ 310031 w 1967341"/>
              <a:gd name="connsiteY2441" fmla="*/ 57589 h 442564"/>
              <a:gd name="connsiteX2442" fmla="*/ 307000 w 1967341"/>
              <a:gd name="connsiteY2442" fmla="*/ 59377 h 442564"/>
              <a:gd name="connsiteX2443" fmla="*/ 300938 w 1967341"/>
              <a:gd name="connsiteY2443" fmla="*/ 60859 h 442564"/>
              <a:gd name="connsiteX2444" fmla="*/ 300196 w 1967341"/>
              <a:gd name="connsiteY2444" fmla="*/ 60859 h 442564"/>
              <a:gd name="connsiteX2445" fmla="*/ 298997 w 1967341"/>
              <a:gd name="connsiteY2445" fmla="*/ 61012 h 442564"/>
              <a:gd name="connsiteX2446" fmla="*/ 297384 w 1967341"/>
              <a:gd name="connsiteY2446" fmla="*/ 61012 h 442564"/>
              <a:gd name="connsiteX2447" fmla="*/ 297384 w 1967341"/>
              <a:gd name="connsiteY2447" fmla="*/ 60925 h 442564"/>
              <a:gd name="connsiteX2448" fmla="*/ 296315 w 1967341"/>
              <a:gd name="connsiteY2448" fmla="*/ 61187 h 442564"/>
              <a:gd name="connsiteX2449" fmla="*/ 296969 w 1967341"/>
              <a:gd name="connsiteY2449" fmla="*/ 61950 h 442564"/>
              <a:gd name="connsiteX2450" fmla="*/ 296969 w 1967341"/>
              <a:gd name="connsiteY2450" fmla="*/ 63214 h 442564"/>
              <a:gd name="connsiteX2451" fmla="*/ 297275 w 1967341"/>
              <a:gd name="connsiteY2451" fmla="*/ 64130 h 442564"/>
              <a:gd name="connsiteX2452" fmla="*/ 298343 w 1967341"/>
              <a:gd name="connsiteY2452" fmla="*/ 64501 h 442564"/>
              <a:gd name="connsiteX2453" fmla="*/ 300306 w 1967341"/>
              <a:gd name="connsiteY2453" fmla="*/ 65068 h 442564"/>
              <a:gd name="connsiteX2454" fmla="*/ 302770 w 1967341"/>
              <a:gd name="connsiteY2454" fmla="*/ 65068 h 442564"/>
              <a:gd name="connsiteX2455" fmla="*/ 306193 w 1967341"/>
              <a:gd name="connsiteY2455" fmla="*/ 65068 h 442564"/>
              <a:gd name="connsiteX2456" fmla="*/ 310053 w 1967341"/>
              <a:gd name="connsiteY2456" fmla="*/ 64108 h 442564"/>
              <a:gd name="connsiteX2457" fmla="*/ 313236 w 1967341"/>
              <a:gd name="connsiteY2457" fmla="*/ 62495 h 442564"/>
              <a:gd name="connsiteX2458" fmla="*/ 314457 w 1967341"/>
              <a:gd name="connsiteY2458" fmla="*/ 66071 h 442564"/>
              <a:gd name="connsiteX2459" fmla="*/ 314893 w 1967341"/>
              <a:gd name="connsiteY2459" fmla="*/ 67946 h 442564"/>
              <a:gd name="connsiteX2460" fmla="*/ 315351 w 1967341"/>
              <a:gd name="connsiteY2460" fmla="*/ 71239 h 442564"/>
              <a:gd name="connsiteX2461" fmla="*/ 315351 w 1967341"/>
              <a:gd name="connsiteY2461" fmla="*/ 74902 h 442564"/>
              <a:gd name="connsiteX2462" fmla="*/ 315962 w 1967341"/>
              <a:gd name="connsiteY2462" fmla="*/ 76210 h 442564"/>
              <a:gd name="connsiteX2463" fmla="*/ 317619 w 1967341"/>
              <a:gd name="connsiteY2463" fmla="*/ 77497 h 442564"/>
              <a:gd name="connsiteX2464" fmla="*/ 318644 w 1967341"/>
              <a:gd name="connsiteY2464" fmla="*/ 78369 h 442564"/>
              <a:gd name="connsiteX2465" fmla="*/ 319974 w 1967341"/>
              <a:gd name="connsiteY2465" fmla="*/ 79111 h 442564"/>
              <a:gd name="connsiteX2466" fmla="*/ 321195 w 1967341"/>
              <a:gd name="connsiteY2466" fmla="*/ 79917 h 442564"/>
              <a:gd name="connsiteX2467" fmla="*/ 321828 w 1967341"/>
              <a:gd name="connsiteY2467" fmla="*/ 80135 h 442564"/>
              <a:gd name="connsiteX2468" fmla="*/ 322656 w 1967341"/>
              <a:gd name="connsiteY2468" fmla="*/ 79983 h 442564"/>
              <a:gd name="connsiteX2469" fmla="*/ 324444 w 1967341"/>
              <a:gd name="connsiteY2469" fmla="*/ 79983 h 442564"/>
              <a:gd name="connsiteX2470" fmla="*/ 325077 w 1967341"/>
              <a:gd name="connsiteY2470" fmla="*/ 79154 h 442564"/>
              <a:gd name="connsiteX2471" fmla="*/ 325709 w 1967341"/>
              <a:gd name="connsiteY2471" fmla="*/ 78675 h 442564"/>
              <a:gd name="connsiteX2472" fmla="*/ 325098 w 1967341"/>
              <a:gd name="connsiteY2472" fmla="*/ 77824 h 442564"/>
              <a:gd name="connsiteX2473" fmla="*/ 323223 w 1967341"/>
              <a:gd name="connsiteY2473" fmla="*/ 75644 h 442564"/>
              <a:gd name="connsiteX2474" fmla="*/ 322569 w 1967341"/>
              <a:gd name="connsiteY2474" fmla="*/ 74357 h 442564"/>
              <a:gd name="connsiteX2475" fmla="*/ 321500 w 1967341"/>
              <a:gd name="connsiteY2475" fmla="*/ 73005 h 442564"/>
              <a:gd name="connsiteX2476" fmla="*/ 320040 w 1967341"/>
              <a:gd name="connsiteY2476" fmla="*/ 69952 h 442564"/>
              <a:gd name="connsiteX2477" fmla="*/ 319211 w 1967341"/>
              <a:gd name="connsiteY2477" fmla="*/ 65940 h 442564"/>
              <a:gd name="connsiteX2478" fmla="*/ 317902 w 1967341"/>
              <a:gd name="connsiteY2478" fmla="*/ 60838 h 442564"/>
              <a:gd name="connsiteX2479" fmla="*/ 318557 w 1967341"/>
              <a:gd name="connsiteY2479" fmla="*/ 59224 h 442564"/>
              <a:gd name="connsiteX2480" fmla="*/ 319712 w 1967341"/>
              <a:gd name="connsiteY2480" fmla="*/ 58657 h 442564"/>
              <a:gd name="connsiteX2481" fmla="*/ 322067 w 1967341"/>
              <a:gd name="connsiteY2481" fmla="*/ 59028 h 442564"/>
              <a:gd name="connsiteX2482" fmla="*/ 323419 w 1967341"/>
              <a:gd name="connsiteY2482" fmla="*/ 59595 h 442564"/>
              <a:gd name="connsiteX2483" fmla="*/ 324968 w 1967341"/>
              <a:gd name="connsiteY2483" fmla="*/ 59922 h 442564"/>
              <a:gd name="connsiteX2484" fmla="*/ 327322 w 1967341"/>
              <a:gd name="connsiteY2484" fmla="*/ 60205 h 442564"/>
              <a:gd name="connsiteX2485" fmla="*/ 328478 w 1967341"/>
              <a:gd name="connsiteY2485" fmla="*/ 60074 h 442564"/>
              <a:gd name="connsiteX2486" fmla="*/ 329154 w 1967341"/>
              <a:gd name="connsiteY2486" fmla="*/ 59791 h 442564"/>
              <a:gd name="connsiteX2487" fmla="*/ 329154 w 1967341"/>
              <a:gd name="connsiteY2487" fmla="*/ 57262 h 442564"/>
              <a:gd name="connsiteX2488" fmla="*/ 327955 w 1967341"/>
              <a:gd name="connsiteY2488" fmla="*/ 55953 h 442564"/>
              <a:gd name="connsiteX2489" fmla="*/ 326254 w 1967341"/>
              <a:gd name="connsiteY2489" fmla="*/ 54972 h 442564"/>
              <a:gd name="connsiteX2490" fmla="*/ 324684 w 1967341"/>
              <a:gd name="connsiteY2490" fmla="*/ 55103 h 442564"/>
              <a:gd name="connsiteX2491" fmla="*/ 323550 w 1967341"/>
              <a:gd name="connsiteY2491" fmla="*/ 54885 h 442564"/>
              <a:gd name="connsiteX2492" fmla="*/ 322547 w 1967341"/>
              <a:gd name="connsiteY2492" fmla="*/ 54776 h 442564"/>
              <a:gd name="connsiteX2493" fmla="*/ 321806 w 1967341"/>
              <a:gd name="connsiteY2493" fmla="*/ 54579 h 442564"/>
              <a:gd name="connsiteX2494" fmla="*/ 322373 w 1967341"/>
              <a:gd name="connsiteY2494" fmla="*/ 53664 h 442564"/>
              <a:gd name="connsiteX2495" fmla="*/ 323943 w 1967341"/>
              <a:gd name="connsiteY2495" fmla="*/ 52443 h 442564"/>
              <a:gd name="connsiteX2496" fmla="*/ 324270 w 1967341"/>
              <a:gd name="connsiteY2496" fmla="*/ 51483 h 442564"/>
              <a:gd name="connsiteX2497" fmla="*/ 324488 w 1967341"/>
              <a:gd name="connsiteY2497" fmla="*/ 50436 h 442564"/>
              <a:gd name="connsiteX2498" fmla="*/ 323834 w 1967341"/>
              <a:gd name="connsiteY2498" fmla="*/ 48670 h 442564"/>
              <a:gd name="connsiteX2499" fmla="*/ 322285 w 1967341"/>
              <a:gd name="connsiteY2499" fmla="*/ 47689 h 442564"/>
              <a:gd name="connsiteX2500" fmla="*/ 321282 w 1967341"/>
              <a:gd name="connsiteY2500" fmla="*/ 47471 h 442564"/>
              <a:gd name="connsiteX2501" fmla="*/ 320236 w 1967341"/>
              <a:gd name="connsiteY2501" fmla="*/ 46751 h 442564"/>
              <a:gd name="connsiteX2502" fmla="*/ 177541 w 1967341"/>
              <a:gd name="connsiteY2502" fmla="*/ 43371 h 442564"/>
              <a:gd name="connsiteX2503" fmla="*/ 177606 w 1967341"/>
              <a:gd name="connsiteY2503" fmla="*/ 43459 h 442564"/>
              <a:gd name="connsiteX2504" fmla="*/ 177559 w 1967341"/>
              <a:gd name="connsiteY2504" fmla="*/ 43404 h 442564"/>
              <a:gd name="connsiteX2505" fmla="*/ 125513 w 1967341"/>
              <a:gd name="connsiteY2505" fmla="*/ 39228 h 442564"/>
              <a:gd name="connsiteX2506" fmla="*/ 124401 w 1967341"/>
              <a:gd name="connsiteY2506" fmla="*/ 39512 h 442564"/>
              <a:gd name="connsiteX2507" fmla="*/ 123616 w 1967341"/>
              <a:gd name="connsiteY2507" fmla="*/ 39512 h 442564"/>
              <a:gd name="connsiteX2508" fmla="*/ 122591 w 1967341"/>
              <a:gd name="connsiteY2508" fmla="*/ 40122 h 442564"/>
              <a:gd name="connsiteX2509" fmla="*/ 121741 w 1967341"/>
              <a:gd name="connsiteY2509" fmla="*/ 40537 h 442564"/>
              <a:gd name="connsiteX2510" fmla="*/ 121217 w 1967341"/>
              <a:gd name="connsiteY2510" fmla="*/ 41191 h 442564"/>
              <a:gd name="connsiteX2511" fmla="*/ 120563 w 1967341"/>
              <a:gd name="connsiteY2511" fmla="*/ 41671 h 442564"/>
              <a:gd name="connsiteX2512" fmla="*/ 120040 w 1967341"/>
              <a:gd name="connsiteY2512" fmla="*/ 42390 h 442564"/>
              <a:gd name="connsiteX2513" fmla="*/ 118949 w 1967341"/>
              <a:gd name="connsiteY2513" fmla="*/ 43306 h 442564"/>
              <a:gd name="connsiteX2514" fmla="*/ 119102 w 1967341"/>
              <a:gd name="connsiteY2514" fmla="*/ 44135 h 442564"/>
              <a:gd name="connsiteX2515" fmla="*/ 121108 w 1967341"/>
              <a:gd name="connsiteY2515" fmla="*/ 45639 h 442564"/>
              <a:gd name="connsiteX2516" fmla="*/ 121326 w 1967341"/>
              <a:gd name="connsiteY2516" fmla="*/ 46577 h 442564"/>
              <a:gd name="connsiteX2517" fmla="*/ 121479 w 1967341"/>
              <a:gd name="connsiteY2517" fmla="*/ 47362 h 442564"/>
              <a:gd name="connsiteX2518" fmla="*/ 121719 w 1967341"/>
              <a:gd name="connsiteY2518" fmla="*/ 48125 h 442564"/>
              <a:gd name="connsiteX2519" fmla="*/ 122635 w 1967341"/>
              <a:gd name="connsiteY2519" fmla="*/ 48125 h 442564"/>
              <a:gd name="connsiteX2520" fmla="*/ 123441 w 1967341"/>
              <a:gd name="connsiteY2520" fmla="*/ 47951 h 442564"/>
              <a:gd name="connsiteX2521" fmla="*/ 123921 w 1967341"/>
              <a:gd name="connsiteY2521" fmla="*/ 48518 h 442564"/>
              <a:gd name="connsiteX2522" fmla="*/ 123311 w 1967341"/>
              <a:gd name="connsiteY2522" fmla="*/ 49651 h 442564"/>
              <a:gd name="connsiteX2523" fmla="*/ 121413 w 1967341"/>
              <a:gd name="connsiteY2523" fmla="*/ 51832 h 442564"/>
              <a:gd name="connsiteX2524" fmla="*/ 120280 w 1967341"/>
              <a:gd name="connsiteY2524" fmla="*/ 52748 h 442564"/>
              <a:gd name="connsiteX2525" fmla="*/ 117685 w 1967341"/>
              <a:gd name="connsiteY2525" fmla="*/ 55125 h 442564"/>
              <a:gd name="connsiteX2526" fmla="*/ 116704 w 1967341"/>
              <a:gd name="connsiteY2526" fmla="*/ 56280 h 442564"/>
              <a:gd name="connsiteX2527" fmla="*/ 115940 w 1967341"/>
              <a:gd name="connsiteY2527" fmla="*/ 56280 h 442564"/>
              <a:gd name="connsiteX2528" fmla="*/ 115940 w 1967341"/>
              <a:gd name="connsiteY2528" fmla="*/ 56193 h 442564"/>
              <a:gd name="connsiteX2529" fmla="*/ 114348 w 1967341"/>
              <a:gd name="connsiteY2529" fmla="*/ 58635 h 442564"/>
              <a:gd name="connsiteX2530" fmla="*/ 114588 w 1967341"/>
              <a:gd name="connsiteY2530" fmla="*/ 59486 h 442564"/>
              <a:gd name="connsiteX2531" fmla="*/ 115221 w 1967341"/>
              <a:gd name="connsiteY2531" fmla="*/ 60423 h 442564"/>
              <a:gd name="connsiteX2532" fmla="*/ 116180 w 1967341"/>
              <a:gd name="connsiteY2532" fmla="*/ 61383 h 442564"/>
              <a:gd name="connsiteX2533" fmla="*/ 117314 w 1967341"/>
              <a:gd name="connsiteY2533" fmla="*/ 60816 h 442564"/>
              <a:gd name="connsiteX2534" fmla="*/ 118143 w 1967341"/>
              <a:gd name="connsiteY2534" fmla="*/ 60816 h 442564"/>
              <a:gd name="connsiteX2535" fmla="*/ 118622 w 1967341"/>
              <a:gd name="connsiteY2535" fmla="*/ 59965 h 442564"/>
              <a:gd name="connsiteX2536" fmla="*/ 119298 w 1967341"/>
              <a:gd name="connsiteY2536" fmla="*/ 59180 h 442564"/>
              <a:gd name="connsiteX2537" fmla="*/ 120127 w 1967341"/>
              <a:gd name="connsiteY2537" fmla="*/ 58330 h 442564"/>
              <a:gd name="connsiteX2538" fmla="*/ 120716 w 1967341"/>
              <a:gd name="connsiteY2538" fmla="*/ 57938 h 442564"/>
              <a:gd name="connsiteX2539" fmla="*/ 121479 w 1967341"/>
              <a:gd name="connsiteY2539" fmla="*/ 57436 h 442564"/>
              <a:gd name="connsiteX2540" fmla="*/ 122220 w 1967341"/>
              <a:gd name="connsiteY2540" fmla="*/ 56673 h 442564"/>
              <a:gd name="connsiteX2541" fmla="*/ 122962 w 1967341"/>
              <a:gd name="connsiteY2541" fmla="*/ 56062 h 442564"/>
              <a:gd name="connsiteX2542" fmla="*/ 123790 w 1967341"/>
              <a:gd name="connsiteY2542" fmla="*/ 55255 h 442564"/>
              <a:gd name="connsiteX2543" fmla="*/ 124663 w 1967341"/>
              <a:gd name="connsiteY2543" fmla="*/ 54361 h 442564"/>
              <a:gd name="connsiteX2544" fmla="*/ 125557 w 1967341"/>
              <a:gd name="connsiteY2544" fmla="*/ 53446 h 442564"/>
              <a:gd name="connsiteX2545" fmla="*/ 128784 w 1967341"/>
              <a:gd name="connsiteY2545" fmla="*/ 50197 h 442564"/>
              <a:gd name="connsiteX2546" fmla="*/ 130005 w 1967341"/>
              <a:gd name="connsiteY2546" fmla="*/ 48539 h 442564"/>
              <a:gd name="connsiteX2547" fmla="*/ 131161 w 1967341"/>
              <a:gd name="connsiteY2547" fmla="*/ 47907 h 442564"/>
              <a:gd name="connsiteX2548" fmla="*/ 132076 w 1967341"/>
              <a:gd name="connsiteY2548" fmla="*/ 46795 h 442564"/>
              <a:gd name="connsiteX2549" fmla="*/ 133036 w 1967341"/>
              <a:gd name="connsiteY2549" fmla="*/ 45748 h 442564"/>
              <a:gd name="connsiteX2550" fmla="*/ 134213 w 1967341"/>
              <a:gd name="connsiteY2550" fmla="*/ 44832 h 442564"/>
              <a:gd name="connsiteX2551" fmla="*/ 135740 w 1967341"/>
              <a:gd name="connsiteY2551" fmla="*/ 43742 h 442564"/>
              <a:gd name="connsiteX2552" fmla="*/ 136874 w 1967341"/>
              <a:gd name="connsiteY2552" fmla="*/ 43459 h 442564"/>
              <a:gd name="connsiteX2553" fmla="*/ 137724 w 1967341"/>
              <a:gd name="connsiteY2553" fmla="*/ 40907 h 442564"/>
              <a:gd name="connsiteX2554" fmla="*/ 137179 w 1967341"/>
              <a:gd name="connsiteY2554" fmla="*/ 39883 h 442564"/>
              <a:gd name="connsiteX2555" fmla="*/ 136459 w 1967341"/>
              <a:gd name="connsiteY2555" fmla="*/ 39665 h 442564"/>
              <a:gd name="connsiteX2556" fmla="*/ 134955 w 1967341"/>
              <a:gd name="connsiteY2556" fmla="*/ 39403 h 442564"/>
              <a:gd name="connsiteX2557" fmla="*/ 133995 w 1967341"/>
              <a:gd name="connsiteY2557" fmla="*/ 39621 h 442564"/>
              <a:gd name="connsiteX2558" fmla="*/ 132992 w 1967341"/>
              <a:gd name="connsiteY2558" fmla="*/ 39774 h 442564"/>
              <a:gd name="connsiteX2559" fmla="*/ 131422 w 1967341"/>
              <a:gd name="connsiteY2559" fmla="*/ 41278 h 442564"/>
              <a:gd name="connsiteX2560" fmla="*/ 128675 w 1967341"/>
              <a:gd name="connsiteY2560" fmla="*/ 43938 h 442564"/>
              <a:gd name="connsiteX2561" fmla="*/ 128173 w 1967341"/>
              <a:gd name="connsiteY2561" fmla="*/ 43502 h 442564"/>
              <a:gd name="connsiteX2562" fmla="*/ 128173 w 1967341"/>
              <a:gd name="connsiteY2562" fmla="*/ 41322 h 442564"/>
              <a:gd name="connsiteX2563" fmla="*/ 126472 w 1967341"/>
              <a:gd name="connsiteY2563" fmla="*/ 40144 h 442564"/>
              <a:gd name="connsiteX2564" fmla="*/ 125513 w 1967341"/>
              <a:gd name="connsiteY2564" fmla="*/ 39228 h 442564"/>
              <a:gd name="connsiteX2565" fmla="*/ 194516 w 1967341"/>
              <a:gd name="connsiteY2565" fmla="*/ 33069 h 442564"/>
              <a:gd name="connsiteX2566" fmla="*/ 194876 w 1967341"/>
              <a:gd name="connsiteY2566" fmla="*/ 33451 h 442564"/>
              <a:gd name="connsiteX2567" fmla="*/ 194265 w 1967341"/>
              <a:gd name="connsiteY2567" fmla="*/ 34999 h 442564"/>
              <a:gd name="connsiteX2568" fmla="*/ 192979 w 1967341"/>
              <a:gd name="connsiteY2568" fmla="*/ 34999 h 442564"/>
              <a:gd name="connsiteX2569" fmla="*/ 192782 w 1967341"/>
              <a:gd name="connsiteY2569" fmla="*/ 34301 h 442564"/>
              <a:gd name="connsiteX2570" fmla="*/ 193022 w 1967341"/>
              <a:gd name="connsiteY2570" fmla="*/ 33516 h 442564"/>
              <a:gd name="connsiteX2571" fmla="*/ 194418 w 1967341"/>
              <a:gd name="connsiteY2571" fmla="*/ 33080 h 442564"/>
              <a:gd name="connsiteX2572" fmla="*/ 194516 w 1967341"/>
              <a:gd name="connsiteY2572" fmla="*/ 33069 h 442564"/>
              <a:gd name="connsiteX2573" fmla="*/ 198496 w 1967341"/>
              <a:gd name="connsiteY2573" fmla="*/ 31248 h 442564"/>
              <a:gd name="connsiteX2574" fmla="*/ 199238 w 1967341"/>
              <a:gd name="connsiteY2574" fmla="*/ 31401 h 442564"/>
              <a:gd name="connsiteX2575" fmla="*/ 199347 w 1967341"/>
              <a:gd name="connsiteY2575" fmla="*/ 32338 h 442564"/>
              <a:gd name="connsiteX2576" fmla="*/ 198213 w 1967341"/>
              <a:gd name="connsiteY2576" fmla="*/ 33451 h 442564"/>
              <a:gd name="connsiteX2577" fmla="*/ 197428 w 1967341"/>
              <a:gd name="connsiteY2577" fmla="*/ 32905 h 442564"/>
              <a:gd name="connsiteX2578" fmla="*/ 197428 w 1967341"/>
              <a:gd name="connsiteY2578" fmla="*/ 31772 h 442564"/>
              <a:gd name="connsiteX2579" fmla="*/ 198496 w 1967341"/>
              <a:gd name="connsiteY2579" fmla="*/ 31248 h 442564"/>
              <a:gd name="connsiteX2580" fmla="*/ 193328 w 1967341"/>
              <a:gd name="connsiteY2580" fmla="*/ 28370 h 442564"/>
              <a:gd name="connsiteX2581" fmla="*/ 194396 w 1967341"/>
              <a:gd name="connsiteY2581" fmla="*/ 29286 h 442564"/>
              <a:gd name="connsiteX2582" fmla="*/ 193153 w 1967341"/>
              <a:gd name="connsiteY2582" fmla="*/ 30834 h 442564"/>
              <a:gd name="connsiteX2583" fmla="*/ 192586 w 1967341"/>
              <a:gd name="connsiteY2583" fmla="*/ 30594 h 442564"/>
              <a:gd name="connsiteX2584" fmla="*/ 192281 w 1967341"/>
              <a:gd name="connsiteY2584" fmla="*/ 29395 h 442564"/>
              <a:gd name="connsiteX2585" fmla="*/ 193328 w 1967341"/>
              <a:gd name="connsiteY2585" fmla="*/ 28370 h 442564"/>
              <a:gd name="connsiteX2586" fmla="*/ 254601 w 1967341"/>
              <a:gd name="connsiteY2586" fmla="*/ 27475 h 442564"/>
              <a:gd name="connsiteX2587" fmla="*/ 253162 w 1967341"/>
              <a:gd name="connsiteY2587" fmla="*/ 28195 h 442564"/>
              <a:gd name="connsiteX2588" fmla="*/ 252944 w 1967341"/>
              <a:gd name="connsiteY2588" fmla="*/ 29569 h 442564"/>
              <a:gd name="connsiteX2589" fmla="*/ 252944 w 1967341"/>
              <a:gd name="connsiteY2589" fmla="*/ 31030 h 442564"/>
              <a:gd name="connsiteX2590" fmla="*/ 253467 w 1967341"/>
              <a:gd name="connsiteY2590" fmla="*/ 32992 h 442564"/>
              <a:gd name="connsiteX2591" fmla="*/ 253576 w 1967341"/>
              <a:gd name="connsiteY2591" fmla="*/ 34562 h 442564"/>
              <a:gd name="connsiteX2592" fmla="*/ 255190 w 1967341"/>
              <a:gd name="connsiteY2592" fmla="*/ 34845 h 442564"/>
              <a:gd name="connsiteX2593" fmla="*/ 256477 w 1967341"/>
              <a:gd name="connsiteY2593" fmla="*/ 34845 h 442564"/>
              <a:gd name="connsiteX2594" fmla="*/ 256477 w 1967341"/>
              <a:gd name="connsiteY2594" fmla="*/ 36045 h 442564"/>
              <a:gd name="connsiteX2595" fmla="*/ 255866 w 1967341"/>
              <a:gd name="connsiteY2595" fmla="*/ 37419 h 442564"/>
              <a:gd name="connsiteX2596" fmla="*/ 252312 w 1967341"/>
              <a:gd name="connsiteY2596" fmla="*/ 41082 h 442564"/>
              <a:gd name="connsiteX2597" fmla="*/ 248779 w 1967341"/>
              <a:gd name="connsiteY2597" fmla="*/ 41605 h 442564"/>
              <a:gd name="connsiteX2598" fmla="*/ 247558 w 1967341"/>
              <a:gd name="connsiteY2598" fmla="*/ 41605 h 442564"/>
              <a:gd name="connsiteX2599" fmla="*/ 244353 w 1967341"/>
              <a:gd name="connsiteY2599" fmla="*/ 41976 h 442564"/>
              <a:gd name="connsiteX2600" fmla="*/ 242979 w 1967341"/>
              <a:gd name="connsiteY2600" fmla="*/ 41496 h 442564"/>
              <a:gd name="connsiteX2601" fmla="*/ 240275 w 1967341"/>
              <a:gd name="connsiteY2601" fmla="*/ 42216 h 442564"/>
              <a:gd name="connsiteX2602" fmla="*/ 240035 w 1967341"/>
              <a:gd name="connsiteY2602" fmla="*/ 43742 h 442564"/>
              <a:gd name="connsiteX2603" fmla="*/ 240035 w 1967341"/>
              <a:gd name="connsiteY2603" fmla="*/ 43655 h 442564"/>
              <a:gd name="connsiteX2604" fmla="*/ 239599 w 1967341"/>
              <a:gd name="connsiteY2604" fmla="*/ 45007 h 442564"/>
              <a:gd name="connsiteX2605" fmla="*/ 241278 w 1967341"/>
              <a:gd name="connsiteY2605" fmla="*/ 47624 h 442564"/>
              <a:gd name="connsiteX2606" fmla="*/ 247536 w 1967341"/>
              <a:gd name="connsiteY2606" fmla="*/ 46882 h 442564"/>
              <a:gd name="connsiteX2607" fmla="*/ 252464 w 1967341"/>
              <a:gd name="connsiteY2607" fmla="*/ 47078 h 442564"/>
              <a:gd name="connsiteX2608" fmla="*/ 255103 w 1967341"/>
              <a:gd name="connsiteY2608" fmla="*/ 47798 h 442564"/>
              <a:gd name="connsiteX2609" fmla="*/ 257501 w 1967341"/>
              <a:gd name="connsiteY2609" fmla="*/ 48038 h 442564"/>
              <a:gd name="connsiteX2610" fmla="*/ 259965 w 1967341"/>
              <a:gd name="connsiteY2610" fmla="*/ 48452 h 442564"/>
              <a:gd name="connsiteX2611" fmla="*/ 262342 w 1967341"/>
              <a:gd name="connsiteY2611" fmla="*/ 49041 h 442564"/>
              <a:gd name="connsiteX2612" fmla="*/ 264893 w 1967341"/>
              <a:gd name="connsiteY2612" fmla="*/ 49913 h 442564"/>
              <a:gd name="connsiteX2613" fmla="*/ 266507 w 1967341"/>
              <a:gd name="connsiteY2613" fmla="*/ 50175 h 442564"/>
              <a:gd name="connsiteX2614" fmla="*/ 267990 w 1967341"/>
              <a:gd name="connsiteY2614" fmla="*/ 50829 h 442564"/>
              <a:gd name="connsiteX2615" fmla="*/ 269429 w 1967341"/>
              <a:gd name="connsiteY2615" fmla="*/ 51091 h 442564"/>
              <a:gd name="connsiteX2616" fmla="*/ 270345 w 1967341"/>
              <a:gd name="connsiteY2616" fmla="*/ 50524 h 442564"/>
              <a:gd name="connsiteX2617" fmla="*/ 270934 w 1967341"/>
              <a:gd name="connsiteY2617" fmla="*/ 49760 h 442564"/>
              <a:gd name="connsiteX2618" fmla="*/ 270934 w 1967341"/>
              <a:gd name="connsiteY2618" fmla="*/ 49193 h 442564"/>
              <a:gd name="connsiteX2619" fmla="*/ 270934 w 1967341"/>
              <a:gd name="connsiteY2619" fmla="*/ 48801 h 442564"/>
              <a:gd name="connsiteX2620" fmla="*/ 270934 w 1967341"/>
              <a:gd name="connsiteY2620" fmla="*/ 47776 h 442564"/>
              <a:gd name="connsiteX2621" fmla="*/ 269756 w 1967341"/>
              <a:gd name="connsiteY2621" fmla="*/ 46228 h 442564"/>
              <a:gd name="connsiteX2622" fmla="*/ 268797 w 1967341"/>
              <a:gd name="connsiteY2622" fmla="*/ 45334 h 442564"/>
              <a:gd name="connsiteX2623" fmla="*/ 267728 w 1967341"/>
              <a:gd name="connsiteY2623" fmla="*/ 44745 h 442564"/>
              <a:gd name="connsiteX2624" fmla="*/ 266660 w 1967341"/>
              <a:gd name="connsiteY2624" fmla="*/ 44593 h 442564"/>
              <a:gd name="connsiteX2625" fmla="*/ 265460 w 1967341"/>
              <a:gd name="connsiteY2625" fmla="*/ 44745 h 442564"/>
              <a:gd name="connsiteX2626" fmla="*/ 261230 w 1967341"/>
              <a:gd name="connsiteY2626" fmla="*/ 43808 h 442564"/>
              <a:gd name="connsiteX2627" fmla="*/ 261688 w 1967341"/>
              <a:gd name="connsiteY2627" fmla="*/ 41431 h 442564"/>
              <a:gd name="connsiteX2628" fmla="*/ 262081 w 1967341"/>
              <a:gd name="connsiteY2628" fmla="*/ 40580 h 442564"/>
              <a:gd name="connsiteX2629" fmla="*/ 262517 w 1967341"/>
              <a:gd name="connsiteY2629" fmla="*/ 39795 h 442564"/>
              <a:gd name="connsiteX2630" fmla="*/ 263040 w 1967341"/>
              <a:gd name="connsiteY2630" fmla="*/ 39054 h 442564"/>
              <a:gd name="connsiteX2631" fmla="*/ 263607 w 1967341"/>
              <a:gd name="connsiteY2631" fmla="*/ 38291 h 442564"/>
              <a:gd name="connsiteX2632" fmla="*/ 263607 w 1967341"/>
              <a:gd name="connsiteY2632" fmla="*/ 36241 h 442564"/>
              <a:gd name="connsiteX2633" fmla="*/ 266289 w 1967341"/>
              <a:gd name="connsiteY2633" fmla="*/ 35216 h 442564"/>
              <a:gd name="connsiteX2634" fmla="*/ 267619 w 1967341"/>
              <a:gd name="connsiteY2634" fmla="*/ 34736 h 442564"/>
              <a:gd name="connsiteX2635" fmla="*/ 269407 w 1967341"/>
              <a:gd name="connsiteY2635" fmla="*/ 33842 h 442564"/>
              <a:gd name="connsiteX2636" fmla="*/ 271719 w 1967341"/>
              <a:gd name="connsiteY2636" fmla="*/ 32578 h 442564"/>
              <a:gd name="connsiteX2637" fmla="*/ 271457 w 1967341"/>
              <a:gd name="connsiteY2637" fmla="*/ 31706 h 442564"/>
              <a:gd name="connsiteX2638" fmla="*/ 271457 w 1967341"/>
              <a:gd name="connsiteY2638" fmla="*/ 30506 h 442564"/>
              <a:gd name="connsiteX2639" fmla="*/ 270585 w 1967341"/>
              <a:gd name="connsiteY2639" fmla="*/ 29067 h 442564"/>
              <a:gd name="connsiteX2640" fmla="*/ 269887 w 1967341"/>
              <a:gd name="connsiteY2640" fmla="*/ 28413 h 442564"/>
              <a:gd name="connsiteX2641" fmla="*/ 268906 w 1967341"/>
              <a:gd name="connsiteY2641" fmla="*/ 28413 h 442564"/>
              <a:gd name="connsiteX2642" fmla="*/ 267794 w 1967341"/>
              <a:gd name="connsiteY2642" fmla="*/ 28282 h 442564"/>
              <a:gd name="connsiteX2643" fmla="*/ 263563 w 1967341"/>
              <a:gd name="connsiteY2643" fmla="*/ 28936 h 442564"/>
              <a:gd name="connsiteX2644" fmla="*/ 262887 w 1967341"/>
              <a:gd name="connsiteY2644" fmla="*/ 28936 h 442564"/>
              <a:gd name="connsiteX2645" fmla="*/ 261928 w 1967341"/>
              <a:gd name="connsiteY2645" fmla="*/ 28936 h 442564"/>
              <a:gd name="connsiteX2646" fmla="*/ 256607 w 1967341"/>
              <a:gd name="connsiteY2646" fmla="*/ 28522 h 442564"/>
              <a:gd name="connsiteX2647" fmla="*/ 254601 w 1967341"/>
              <a:gd name="connsiteY2647" fmla="*/ 27475 h 442564"/>
              <a:gd name="connsiteX2648" fmla="*/ 185522 w 1967341"/>
              <a:gd name="connsiteY2648" fmla="*/ 25971 h 442564"/>
              <a:gd name="connsiteX2649" fmla="*/ 183799 w 1967341"/>
              <a:gd name="connsiteY2649" fmla="*/ 26341 h 442564"/>
              <a:gd name="connsiteX2650" fmla="*/ 178086 w 1967341"/>
              <a:gd name="connsiteY2650" fmla="*/ 30136 h 442564"/>
              <a:gd name="connsiteX2651" fmla="*/ 176690 w 1967341"/>
              <a:gd name="connsiteY2651" fmla="*/ 30484 h 442564"/>
              <a:gd name="connsiteX2652" fmla="*/ 175709 w 1967341"/>
              <a:gd name="connsiteY2652" fmla="*/ 31291 h 442564"/>
              <a:gd name="connsiteX2653" fmla="*/ 175317 w 1967341"/>
              <a:gd name="connsiteY2653" fmla="*/ 32142 h 442564"/>
              <a:gd name="connsiteX2654" fmla="*/ 174706 w 1967341"/>
              <a:gd name="connsiteY2654" fmla="*/ 32643 h 442564"/>
              <a:gd name="connsiteX2655" fmla="*/ 175251 w 1967341"/>
              <a:gd name="connsiteY2655" fmla="*/ 34060 h 442564"/>
              <a:gd name="connsiteX2656" fmla="*/ 175949 w 1967341"/>
              <a:gd name="connsiteY2656" fmla="*/ 34388 h 442564"/>
              <a:gd name="connsiteX2657" fmla="*/ 176843 w 1967341"/>
              <a:gd name="connsiteY2657" fmla="*/ 35129 h 442564"/>
              <a:gd name="connsiteX2658" fmla="*/ 178129 w 1967341"/>
              <a:gd name="connsiteY2658" fmla="*/ 35412 h 442564"/>
              <a:gd name="connsiteX2659" fmla="*/ 179307 w 1967341"/>
              <a:gd name="connsiteY2659" fmla="*/ 36241 h 442564"/>
              <a:gd name="connsiteX2660" fmla="*/ 179307 w 1967341"/>
              <a:gd name="connsiteY2660" fmla="*/ 38422 h 442564"/>
              <a:gd name="connsiteX2661" fmla="*/ 178129 w 1967341"/>
              <a:gd name="connsiteY2661" fmla="*/ 39708 h 442564"/>
              <a:gd name="connsiteX2662" fmla="*/ 177148 w 1967341"/>
              <a:gd name="connsiteY2662" fmla="*/ 39708 h 442564"/>
              <a:gd name="connsiteX2663" fmla="*/ 175949 w 1967341"/>
              <a:gd name="connsiteY2663" fmla="*/ 41365 h 442564"/>
              <a:gd name="connsiteX2664" fmla="*/ 177039 w 1967341"/>
              <a:gd name="connsiteY2664" fmla="*/ 42805 h 442564"/>
              <a:gd name="connsiteX2665" fmla="*/ 177559 w 1967341"/>
              <a:gd name="connsiteY2665" fmla="*/ 43404 h 442564"/>
              <a:gd name="connsiteX2666" fmla="*/ 177933 w 1967341"/>
              <a:gd name="connsiteY2666" fmla="*/ 44113 h 442564"/>
              <a:gd name="connsiteX2667" fmla="*/ 177933 w 1967341"/>
              <a:gd name="connsiteY2667" fmla="*/ 45181 h 442564"/>
              <a:gd name="connsiteX2668" fmla="*/ 177933 w 1967341"/>
              <a:gd name="connsiteY2668" fmla="*/ 46010 h 442564"/>
              <a:gd name="connsiteX2669" fmla="*/ 177257 w 1967341"/>
              <a:gd name="connsiteY2669" fmla="*/ 46969 h 442564"/>
              <a:gd name="connsiteX2670" fmla="*/ 176254 w 1967341"/>
              <a:gd name="connsiteY2670" fmla="*/ 47951 h 442564"/>
              <a:gd name="connsiteX2671" fmla="*/ 174532 w 1967341"/>
              <a:gd name="connsiteY2671" fmla="*/ 50131 h 442564"/>
              <a:gd name="connsiteX2672" fmla="*/ 175164 w 1967341"/>
              <a:gd name="connsiteY2672" fmla="*/ 52094 h 442564"/>
              <a:gd name="connsiteX2673" fmla="*/ 176102 w 1967341"/>
              <a:gd name="connsiteY2673" fmla="*/ 53075 h 442564"/>
              <a:gd name="connsiteX2674" fmla="*/ 176778 w 1967341"/>
              <a:gd name="connsiteY2674" fmla="*/ 54100 h 442564"/>
              <a:gd name="connsiteX2675" fmla="*/ 178086 w 1967341"/>
              <a:gd name="connsiteY2675" fmla="*/ 54274 h 442564"/>
              <a:gd name="connsiteX2676" fmla="*/ 178980 w 1967341"/>
              <a:gd name="connsiteY2676" fmla="*/ 54122 h 442564"/>
              <a:gd name="connsiteX2677" fmla="*/ 180921 w 1967341"/>
              <a:gd name="connsiteY2677" fmla="*/ 51941 h 442564"/>
              <a:gd name="connsiteX2678" fmla="*/ 185151 w 1967341"/>
              <a:gd name="connsiteY2678" fmla="*/ 49019 h 442564"/>
              <a:gd name="connsiteX2679" fmla="*/ 187462 w 1967341"/>
              <a:gd name="connsiteY2679" fmla="*/ 45290 h 442564"/>
              <a:gd name="connsiteX2680" fmla="*/ 187004 w 1967341"/>
              <a:gd name="connsiteY2680" fmla="*/ 44244 h 442564"/>
              <a:gd name="connsiteX2681" fmla="*/ 185936 w 1967341"/>
              <a:gd name="connsiteY2681" fmla="*/ 43742 h 442564"/>
              <a:gd name="connsiteX2682" fmla="*/ 184846 w 1967341"/>
              <a:gd name="connsiteY2682" fmla="*/ 43895 h 442564"/>
              <a:gd name="connsiteX2683" fmla="*/ 184540 w 1967341"/>
              <a:gd name="connsiteY2683" fmla="*/ 42805 h 442564"/>
              <a:gd name="connsiteX2684" fmla="*/ 187070 w 1967341"/>
              <a:gd name="connsiteY2684" fmla="*/ 39621 h 442564"/>
              <a:gd name="connsiteX2685" fmla="*/ 187201 w 1967341"/>
              <a:gd name="connsiteY2685" fmla="*/ 39010 h 442564"/>
              <a:gd name="connsiteX2686" fmla="*/ 186394 w 1967341"/>
              <a:gd name="connsiteY2686" fmla="*/ 37658 h 442564"/>
              <a:gd name="connsiteX2687" fmla="*/ 185936 w 1967341"/>
              <a:gd name="connsiteY2687" fmla="*/ 36786 h 442564"/>
              <a:gd name="connsiteX2688" fmla="*/ 184955 w 1967341"/>
              <a:gd name="connsiteY2688" fmla="*/ 36961 h 442564"/>
              <a:gd name="connsiteX2689" fmla="*/ 184671 w 1967341"/>
              <a:gd name="connsiteY2689" fmla="*/ 35674 h 442564"/>
              <a:gd name="connsiteX2690" fmla="*/ 184562 w 1967341"/>
              <a:gd name="connsiteY2690" fmla="*/ 33777 h 442564"/>
              <a:gd name="connsiteX2691" fmla="*/ 185849 w 1967341"/>
              <a:gd name="connsiteY2691" fmla="*/ 31880 h 442564"/>
              <a:gd name="connsiteX2692" fmla="*/ 186590 w 1967341"/>
              <a:gd name="connsiteY2692" fmla="*/ 30550 h 442564"/>
              <a:gd name="connsiteX2693" fmla="*/ 186852 w 1967341"/>
              <a:gd name="connsiteY2693" fmla="*/ 28805 h 442564"/>
              <a:gd name="connsiteX2694" fmla="*/ 186852 w 1967341"/>
              <a:gd name="connsiteY2694" fmla="*/ 27279 h 442564"/>
              <a:gd name="connsiteX2695" fmla="*/ 185522 w 1967341"/>
              <a:gd name="connsiteY2695" fmla="*/ 25971 h 442564"/>
              <a:gd name="connsiteX2696" fmla="*/ 200022 w 1967341"/>
              <a:gd name="connsiteY2696" fmla="*/ 25622 h 442564"/>
              <a:gd name="connsiteX2697" fmla="*/ 200284 w 1967341"/>
              <a:gd name="connsiteY2697" fmla="*/ 26691 h 442564"/>
              <a:gd name="connsiteX2698" fmla="*/ 199455 w 1967341"/>
              <a:gd name="connsiteY2698" fmla="*/ 28283 h 442564"/>
              <a:gd name="connsiteX2699" fmla="*/ 197929 w 1967341"/>
              <a:gd name="connsiteY2699" fmla="*/ 28413 h 442564"/>
              <a:gd name="connsiteX2700" fmla="*/ 197340 w 1967341"/>
              <a:gd name="connsiteY2700" fmla="*/ 27127 h 442564"/>
              <a:gd name="connsiteX2701" fmla="*/ 200022 w 1967341"/>
              <a:gd name="connsiteY2701" fmla="*/ 25622 h 442564"/>
              <a:gd name="connsiteX2702" fmla="*/ 201134 w 1967341"/>
              <a:gd name="connsiteY2702" fmla="*/ 21282 h 442564"/>
              <a:gd name="connsiteX2703" fmla="*/ 195836 w 1967341"/>
              <a:gd name="connsiteY2703" fmla="*/ 23856 h 442564"/>
              <a:gd name="connsiteX2704" fmla="*/ 194026 w 1967341"/>
              <a:gd name="connsiteY2704" fmla="*/ 24292 h 442564"/>
              <a:gd name="connsiteX2705" fmla="*/ 191845 w 1967341"/>
              <a:gd name="connsiteY2705" fmla="*/ 25578 h 442564"/>
              <a:gd name="connsiteX2706" fmla="*/ 190537 w 1967341"/>
              <a:gd name="connsiteY2706" fmla="*/ 26211 h 442564"/>
              <a:gd name="connsiteX2707" fmla="*/ 189512 w 1967341"/>
              <a:gd name="connsiteY2707" fmla="*/ 26472 h 442564"/>
              <a:gd name="connsiteX2708" fmla="*/ 188313 w 1967341"/>
              <a:gd name="connsiteY2708" fmla="*/ 25949 h 442564"/>
              <a:gd name="connsiteX2709" fmla="*/ 187702 w 1967341"/>
              <a:gd name="connsiteY2709" fmla="*/ 27824 h 442564"/>
              <a:gd name="connsiteX2710" fmla="*/ 187702 w 1967341"/>
              <a:gd name="connsiteY2710" fmla="*/ 29634 h 442564"/>
              <a:gd name="connsiteX2711" fmla="*/ 187637 w 1967341"/>
              <a:gd name="connsiteY2711" fmla="*/ 29547 h 442564"/>
              <a:gd name="connsiteX2712" fmla="*/ 187702 w 1967341"/>
              <a:gd name="connsiteY2712" fmla="*/ 30746 h 442564"/>
              <a:gd name="connsiteX2713" fmla="*/ 188291 w 1967341"/>
              <a:gd name="connsiteY2713" fmla="*/ 32033 h 442564"/>
              <a:gd name="connsiteX2714" fmla="*/ 189054 w 1967341"/>
              <a:gd name="connsiteY2714" fmla="*/ 35129 h 442564"/>
              <a:gd name="connsiteX2715" fmla="*/ 188662 w 1967341"/>
              <a:gd name="connsiteY2715" fmla="*/ 37157 h 442564"/>
              <a:gd name="connsiteX2716" fmla="*/ 189185 w 1967341"/>
              <a:gd name="connsiteY2716" fmla="*/ 38400 h 442564"/>
              <a:gd name="connsiteX2717" fmla="*/ 189970 w 1967341"/>
              <a:gd name="connsiteY2717" fmla="*/ 39468 h 442564"/>
              <a:gd name="connsiteX2718" fmla="*/ 190340 w 1967341"/>
              <a:gd name="connsiteY2718" fmla="*/ 40231 h 442564"/>
              <a:gd name="connsiteX2719" fmla="*/ 190755 w 1967341"/>
              <a:gd name="connsiteY2719" fmla="*/ 40711 h 442564"/>
              <a:gd name="connsiteX2720" fmla="*/ 191474 w 1967341"/>
              <a:gd name="connsiteY2720" fmla="*/ 40711 h 442564"/>
              <a:gd name="connsiteX2721" fmla="*/ 192303 w 1967341"/>
              <a:gd name="connsiteY2721" fmla="*/ 40406 h 442564"/>
              <a:gd name="connsiteX2722" fmla="*/ 193197 w 1967341"/>
              <a:gd name="connsiteY2722" fmla="*/ 39992 h 442564"/>
              <a:gd name="connsiteX2723" fmla="*/ 193938 w 1967341"/>
              <a:gd name="connsiteY2723" fmla="*/ 39992 h 442564"/>
              <a:gd name="connsiteX2724" fmla="*/ 193938 w 1967341"/>
              <a:gd name="connsiteY2724" fmla="*/ 41213 h 442564"/>
              <a:gd name="connsiteX2725" fmla="*/ 193459 w 1967341"/>
              <a:gd name="connsiteY2725" fmla="*/ 41758 h 442564"/>
              <a:gd name="connsiteX2726" fmla="*/ 192892 w 1967341"/>
              <a:gd name="connsiteY2726" fmla="*/ 41867 h 442564"/>
              <a:gd name="connsiteX2727" fmla="*/ 192281 w 1967341"/>
              <a:gd name="connsiteY2727" fmla="*/ 42063 h 442564"/>
              <a:gd name="connsiteX2728" fmla="*/ 191693 w 1967341"/>
              <a:gd name="connsiteY2728" fmla="*/ 41954 h 442564"/>
              <a:gd name="connsiteX2729" fmla="*/ 191235 w 1967341"/>
              <a:gd name="connsiteY2729" fmla="*/ 42783 h 442564"/>
              <a:gd name="connsiteX2730" fmla="*/ 191235 w 1967341"/>
              <a:gd name="connsiteY2730" fmla="*/ 43808 h 442564"/>
              <a:gd name="connsiteX2731" fmla="*/ 191235 w 1967341"/>
              <a:gd name="connsiteY2731" fmla="*/ 44658 h 442564"/>
              <a:gd name="connsiteX2732" fmla="*/ 192150 w 1967341"/>
              <a:gd name="connsiteY2732" fmla="*/ 44963 h 442564"/>
              <a:gd name="connsiteX2733" fmla="*/ 193175 w 1967341"/>
              <a:gd name="connsiteY2733" fmla="*/ 44963 h 442564"/>
              <a:gd name="connsiteX2734" fmla="*/ 193677 w 1967341"/>
              <a:gd name="connsiteY2734" fmla="*/ 45617 h 442564"/>
              <a:gd name="connsiteX2735" fmla="*/ 191344 w 1967341"/>
              <a:gd name="connsiteY2735" fmla="*/ 47057 h 442564"/>
              <a:gd name="connsiteX2736" fmla="*/ 189490 w 1967341"/>
              <a:gd name="connsiteY2736" fmla="*/ 47994 h 442564"/>
              <a:gd name="connsiteX2737" fmla="*/ 188771 w 1967341"/>
              <a:gd name="connsiteY2737" fmla="*/ 47776 h 442564"/>
              <a:gd name="connsiteX2738" fmla="*/ 188291 w 1967341"/>
              <a:gd name="connsiteY2738" fmla="*/ 48278 h 442564"/>
              <a:gd name="connsiteX2739" fmla="*/ 187964 w 1967341"/>
              <a:gd name="connsiteY2739" fmla="*/ 49368 h 442564"/>
              <a:gd name="connsiteX2740" fmla="*/ 187964 w 1967341"/>
              <a:gd name="connsiteY2740" fmla="*/ 50262 h 442564"/>
              <a:gd name="connsiteX2741" fmla="*/ 188553 w 1967341"/>
              <a:gd name="connsiteY2741" fmla="*/ 52137 h 442564"/>
              <a:gd name="connsiteX2742" fmla="*/ 190101 w 1967341"/>
              <a:gd name="connsiteY2742" fmla="*/ 52682 h 442564"/>
              <a:gd name="connsiteX2743" fmla="*/ 192281 w 1967341"/>
              <a:gd name="connsiteY2743" fmla="*/ 51679 h 442564"/>
              <a:gd name="connsiteX2744" fmla="*/ 194462 w 1967341"/>
              <a:gd name="connsiteY2744" fmla="*/ 51134 h 442564"/>
              <a:gd name="connsiteX2745" fmla="*/ 196642 w 1967341"/>
              <a:gd name="connsiteY2745" fmla="*/ 50415 h 442564"/>
              <a:gd name="connsiteX2746" fmla="*/ 198365 w 1967341"/>
              <a:gd name="connsiteY2746" fmla="*/ 49869 h 442564"/>
              <a:gd name="connsiteX2747" fmla="*/ 199913 w 1967341"/>
              <a:gd name="connsiteY2747" fmla="*/ 49499 h 442564"/>
              <a:gd name="connsiteX2748" fmla="*/ 201723 w 1967341"/>
              <a:gd name="connsiteY2748" fmla="*/ 49346 h 442564"/>
              <a:gd name="connsiteX2749" fmla="*/ 204994 w 1967341"/>
              <a:gd name="connsiteY2749" fmla="*/ 48757 h 442564"/>
              <a:gd name="connsiteX2750" fmla="*/ 207065 w 1967341"/>
              <a:gd name="connsiteY2750" fmla="*/ 48757 h 442564"/>
              <a:gd name="connsiteX2751" fmla="*/ 208810 w 1967341"/>
              <a:gd name="connsiteY2751" fmla="*/ 45290 h 442564"/>
              <a:gd name="connsiteX2752" fmla="*/ 207327 w 1967341"/>
              <a:gd name="connsiteY2752" fmla="*/ 43502 h 442564"/>
              <a:gd name="connsiteX2753" fmla="*/ 205844 w 1967341"/>
              <a:gd name="connsiteY2753" fmla="*/ 43742 h 442564"/>
              <a:gd name="connsiteX2754" fmla="*/ 204165 w 1967341"/>
              <a:gd name="connsiteY2754" fmla="*/ 44331 h 442564"/>
              <a:gd name="connsiteX2755" fmla="*/ 202770 w 1967341"/>
              <a:gd name="connsiteY2755" fmla="*/ 44462 h 442564"/>
              <a:gd name="connsiteX2756" fmla="*/ 200982 w 1967341"/>
              <a:gd name="connsiteY2756" fmla="*/ 45072 h 442564"/>
              <a:gd name="connsiteX2757" fmla="*/ 200240 w 1967341"/>
              <a:gd name="connsiteY2757" fmla="*/ 44636 h 442564"/>
              <a:gd name="connsiteX2758" fmla="*/ 200546 w 1967341"/>
              <a:gd name="connsiteY2758" fmla="*/ 43764 h 442564"/>
              <a:gd name="connsiteX2759" fmla="*/ 201876 w 1967341"/>
              <a:gd name="connsiteY2759" fmla="*/ 43066 h 442564"/>
              <a:gd name="connsiteX2760" fmla="*/ 202944 w 1967341"/>
              <a:gd name="connsiteY2760" fmla="*/ 42041 h 442564"/>
              <a:gd name="connsiteX2761" fmla="*/ 203075 w 1967341"/>
              <a:gd name="connsiteY2761" fmla="*/ 41322 h 442564"/>
              <a:gd name="connsiteX2762" fmla="*/ 202486 w 1967341"/>
              <a:gd name="connsiteY2762" fmla="*/ 39665 h 442564"/>
              <a:gd name="connsiteX2763" fmla="*/ 201854 w 1967341"/>
              <a:gd name="connsiteY2763" fmla="*/ 39141 h 442564"/>
              <a:gd name="connsiteX2764" fmla="*/ 200458 w 1967341"/>
              <a:gd name="connsiteY2764" fmla="*/ 38901 h 442564"/>
              <a:gd name="connsiteX2765" fmla="*/ 199564 w 1967341"/>
              <a:gd name="connsiteY2765" fmla="*/ 39490 h 442564"/>
              <a:gd name="connsiteX2766" fmla="*/ 198387 w 1967341"/>
              <a:gd name="connsiteY2766" fmla="*/ 39861 h 442564"/>
              <a:gd name="connsiteX2767" fmla="*/ 198212 w 1967341"/>
              <a:gd name="connsiteY2767" fmla="*/ 38640 h 442564"/>
              <a:gd name="connsiteX2768" fmla="*/ 199717 w 1967341"/>
              <a:gd name="connsiteY2768" fmla="*/ 37942 h 442564"/>
              <a:gd name="connsiteX2769" fmla="*/ 200742 w 1967341"/>
              <a:gd name="connsiteY2769" fmla="*/ 37440 h 442564"/>
              <a:gd name="connsiteX2770" fmla="*/ 201767 w 1967341"/>
              <a:gd name="connsiteY2770" fmla="*/ 37266 h 442564"/>
              <a:gd name="connsiteX2771" fmla="*/ 202464 w 1967341"/>
              <a:gd name="connsiteY2771" fmla="*/ 36328 h 442564"/>
              <a:gd name="connsiteX2772" fmla="*/ 204231 w 1967341"/>
              <a:gd name="connsiteY2772" fmla="*/ 30768 h 442564"/>
              <a:gd name="connsiteX2773" fmla="*/ 205168 w 1967341"/>
              <a:gd name="connsiteY2773" fmla="*/ 29329 h 442564"/>
              <a:gd name="connsiteX2774" fmla="*/ 206040 w 1967341"/>
              <a:gd name="connsiteY2774" fmla="*/ 26974 h 442564"/>
              <a:gd name="connsiteX2775" fmla="*/ 206171 w 1967341"/>
              <a:gd name="connsiteY2775" fmla="*/ 25556 h 442564"/>
              <a:gd name="connsiteX2776" fmla="*/ 206673 w 1967341"/>
              <a:gd name="connsiteY2776" fmla="*/ 23986 h 442564"/>
              <a:gd name="connsiteX2777" fmla="*/ 205561 w 1967341"/>
              <a:gd name="connsiteY2777" fmla="*/ 22373 h 442564"/>
              <a:gd name="connsiteX2778" fmla="*/ 204994 w 1967341"/>
              <a:gd name="connsiteY2778" fmla="*/ 21413 h 442564"/>
              <a:gd name="connsiteX2779" fmla="*/ 202486 w 1967341"/>
              <a:gd name="connsiteY2779" fmla="*/ 21588 h 442564"/>
              <a:gd name="connsiteX2780" fmla="*/ 201134 w 1967341"/>
              <a:gd name="connsiteY2780" fmla="*/ 21282 h 442564"/>
              <a:gd name="connsiteX2781" fmla="*/ 221282 w 1967341"/>
              <a:gd name="connsiteY2781" fmla="*/ 7850 h 442564"/>
              <a:gd name="connsiteX2782" fmla="*/ 434627 w 1967341"/>
              <a:gd name="connsiteY2782" fmla="*/ 221282 h 442564"/>
              <a:gd name="connsiteX2783" fmla="*/ 434627 w 1967341"/>
              <a:gd name="connsiteY2783" fmla="*/ 221369 h 442564"/>
              <a:gd name="connsiteX2784" fmla="*/ 221108 w 1967341"/>
              <a:gd name="connsiteY2784" fmla="*/ 434714 h 442564"/>
              <a:gd name="connsiteX2785" fmla="*/ 7763 w 1967341"/>
              <a:gd name="connsiteY2785" fmla="*/ 221195 h 442564"/>
              <a:gd name="connsiteX2786" fmla="*/ 221282 w 1967341"/>
              <a:gd name="connsiteY2786" fmla="*/ 7850 h 442564"/>
              <a:gd name="connsiteX2787" fmla="*/ 221282 w 1967341"/>
              <a:gd name="connsiteY2787" fmla="*/ 4950 h 442564"/>
              <a:gd name="connsiteX2788" fmla="*/ 4950 w 1967341"/>
              <a:gd name="connsiteY2788" fmla="*/ 221282 h 442564"/>
              <a:gd name="connsiteX2789" fmla="*/ 221282 w 1967341"/>
              <a:gd name="connsiteY2789" fmla="*/ 437614 h 442564"/>
              <a:gd name="connsiteX2790" fmla="*/ 437614 w 1967341"/>
              <a:gd name="connsiteY2790" fmla="*/ 221282 h 442564"/>
              <a:gd name="connsiteX2791" fmla="*/ 221282 w 1967341"/>
              <a:gd name="connsiteY2791" fmla="*/ 4950 h 442564"/>
              <a:gd name="connsiteX2792" fmla="*/ 221282 w 1967341"/>
              <a:gd name="connsiteY2792" fmla="*/ 0 h 442564"/>
              <a:gd name="connsiteX2793" fmla="*/ 442564 w 1967341"/>
              <a:gd name="connsiteY2793" fmla="*/ 221282 h 442564"/>
              <a:gd name="connsiteX2794" fmla="*/ 221282 w 1967341"/>
              <a:gd name="connsiteY2794" fmla="*/ 442564 h 442564"/>
              <a:gd name="connsiteX2795" fmla="*/ 0 w 1967341"/>
              <a:gd name="connsiteY2795" fmla="*/ 221282 h 442564"/>
              <a:gd name="connsiteX2796" fmla="*/ 221282 w 1967341"/>
              <a:gd name="connsiteY2796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</a:cxnLst>
            <a:rect l="l" t="t" r="r" b="b"/>
            <a:pathLst>
              <a:path w="1967341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0" y="393712"/>
                </a:moveTo>
                <a:lnTo>
                  <a:pt x="810985" y="393910"/>
                </a:lnTo>
                <a:lnTo>
                  <a:pt x="810453" y="393758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3" y="367608"/>
                </a:moveTo>
                <a:lnTo>
                  <a:pt x="546130" y="382735"/>
                </a:lnTo>
                <a:lnTo>
                  <a:pt x="559433" y="382735"/>
                </a:lnTo>
                <a:cubicBezTo>
                  <a:pt x="561762" y="382936"/>
                  <a:pt x="564078" y="382228"/>
                  <a:pt x="565896" y="380759"/>
                </a:cubicBezTo>
                <a:cubicBezTo>
                  <a:pt x="567404" y="379106"/>
                  <a:pt x="568173" y="376910"/>
                  <a:pt x="568024" y="374677"/>
                </a:cubicBezTo>
                <a:cubicBezTo>
                  <a:pt x="568164" y="372656"/>
                  <a:pt x="567348" y="370686"/>
                  <a:pt x="565819" y="369355"/>
                </a:cubicBezTo>
                <a:cubicBezTo>
                  <a:pt x="563885" y="368023"/>
                  <a:pt x="561547" y="367404"/>
                  <a:pt x="559206" y="367608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3" y="345485"/>
                </a:moveTo>
                <a:lnTo>
                  <a:pt x="546130" y="358029"/>
                </a:lnTo>
                <a:lnTo>
                  <a:pt x="558673" y="358029"/>
                </a:lnTo>
                <a:cubicBezTo>
                  <a:pt x="560854" y="358167"/>
                  <a:pt x="563020" y="357579"/>
                  <a:pt x="564831" y="356356"/>
                </a:cubicBezTo>
                <a:cubicBezTo>
                  <a:pt x="566220" y="355040"/>
                  <a:pt x="566945" y="353171"/>
                  <a:pt x="566808" y="351263"/>
                </a:cubicBezTo>
                <a:cubicBezTo>
                  <a:pt x="566915" y="349544"/>
                  <a:pt x="566106" y="347896"/>
                  <a:pt x="564679" y="346930"/>
                </a:cubicBezTo>
                <a:cubicBezTo>
                  <a:pt x="562714" y="345824"/>
                  <a:pt x="560466" y="345322"/>
                  <a:pt x="558217" y="345485"/>
                </a:cubicBezTo>
                <a:close/>
                <a:moveTo>
                  <a:pt x="1826550" y="343893"/>
                </a:moveTo>
                <a:cubicBezTo>
                  <a:pt x="1823283" y="343377"/>
                  <a:pt x="1819819" y="344107"/>
                  <a:pt x="1816933" y="346205"/>
                </a:cubicBezTo>
                <a:cubicBezTo>
                  <a:pt x="1815838" y="347001"/>
                  <a:pt x="1814876" y="347964"/>
                  <a:pt x="1814080" y="349058"/>
                </a:cubicBezTo>
                <a:cubicBezTo>
                  <a:pt x="1811247" y="353601"/>
                  <a:pt x="1809916" y="358921"/>
                  <a:pt x="1810278" y="364262"/>
                </a:cubicBezTo>
                <a:cubicBezTo>
                  <a:pt x="1810013" y="369345"/>
                  <a:pt x="1811313" y="374386"/>
                  <a:pt x="1814004" y="378707"/>
                </a:cubicBezTo>
                <a:cubicBezTo>
                  <a:pt x="1818314" y="384500"/>
                  <a:pt x="1826505" y="385703"/>
                  <a:pt x="1832299" y="381393"/>
                </a:cubicBezTo>
                <a:cubicBezTo>
                  <a:pt x="1833320" y="380632"/>
                  <a:pt x="1834225" y="379728"/>
                  <a:pt x="1834985" y="378707"/>
                </a:cubicBezTo>
                <a:lnTo>
                  <a:pt x="1834986" y="378707"/>
                </a:lnTo>
                <a:cubicBezTo>
                  <a:pt x="1837735" y="374409"/>
                  <a:pt x="1839065" y="369357"/>
                  <a:pt x="1838786" y="364262"/>
                </a:cubicBezTo>
                <a:cubicBezTo>
                  <a:pt x="1839149" y="358921"/>
                  <a:pt x="1837819" y="353601"/>
                  <a:pt x="1834986" y="349058"/>
                </a:cubicBezTo>
                <a:cubicBezTo>
                  <a:pt x="1832887" y="346172"/>
                  <a:pt x="1829817" y="344409"/>
                  <a:pt x="1826550" y="343893"/>
                </a:cubicBezTo>
                <a:close/>
                <a:moveTo>
                  <a:pt x="1719295" y="343889"/>
                </a:moveTo>
                <a:cubicBezTo>
                  <a:pt x="1716007" y="343380"/>
                  <a:pt x="1712525" y="344125"/>
                  <a:pt x="1709628" y="346244"/>
                </a:cubicBezTo>
                <a:cubicBezTo>
                  <a:pt x="1708551" y="347032"/>
                  <a:pt x="1707602" y="347982"/>
                  <a:pt x="1706814" y="349059"/>
                </a:cubicBezTo>
                <a:cubicBezTo>
                  <a:pt x="1704007" y="353610"/>
                  <a:pt x="1702704" y="358930"/>
                  <a:pt x="1703089" y="364263"/>
                </a:cubicBezTo>
                <a:cubicBezTo>
                  <a:pt x="1702787" y="369349"/>
                  <a:pt x="1704090" y="374401"/>
                  <a:pt x="1706814" y="378707"/>
                </a:cubicBezTo>
                <a:cubicBezTo>
                  <a:pt x="1711125" y="384500"/>
                  <a:pt x="1719316" y="385703"/>
                  <a:pt x="1725109" y="381393"/>
                </a:cubicBezTo>
                <a:cubicBezTo>
                  <a:pt x="1726131" y="380633"/>
                  <a:pt x="1727036" y="379728"/>
                  <a:pt x="1727796" y="378707"/>
                </a:cubicBezTo>
                <a:cubicBezTo>
                  <a:pt x="1730520" y="374401"/>
                  <a:pt x="1731822" y="369348"/>
                  <a:pt x="1731521" y="364263"/>
                </a:cubicBezTo>
                <a:cubicBezTo>
                  <a:pt x="1731906" y="358930"/>
                  <a:pt x="1730603" y="353610"/>
                  <a:pt x="1727796" y="349059"/>
                </a:cubicBezTo>
                <a:cubicBezTo>
                  <a:pt x="1725676" y="346162"/>
                  <a:pt x="1722583" y="344398"/>
                  <a:pt x="1719295" y="343889"/>
                </a:cubicBezTo>
                <a:close/>
                <a:moveTo>
                  <a:pt x="1322847" y="343889"/>
                </a:moveTo>
                <a:cubicBezTo>
                  <a:pt x="1319559" y="343380"/>
                  <a:pt x="1316077" y="344125"/>
                  <a:pt x="1313180" y="346244"/>
                </a:cubicBezTo>
                <a:cubicBezTo>
                  <a:pt x="1312103" y="347032"/>
                  <a:pt x="1311154" y="347982"/>
                  <a:pt x="1310366" y="349059"/>
                </a:cubicBezTo>
                <a:cubicBezTo>
                  <a:pt x="1307559" y="353610"/>
                  <a:pt x="1306256" y="358930"/>
                  <a:pt x="1306641" y="364263"/>
                </a:cubicBezTo>
                <a:cubicBezTo>
                  <a:pt x="1306339" y="369349"/>
                  <a:pt x="1307642" y="374401"/>
                  <a:pt x="1310366" y="378707"/>
                </a:cubicBezTo>
                <a:cubicBezTo>
                  <a:pt x="1314677" y="384500"/>
                  <a:pt x="1322868" y="385703"/>
                  <a:pt x="1328661" y="381393"/>
                </a:cubicBezTo>
                <a:cubicBezTo>
                  <a:pt x="1329683" y="380633"/>
                  <a:pt x="1330588" y="379728"/>
                  <a:pt x="1331348" y="378707"/>
                </a:cubicBezTo>
                <a:cubicBezTo>
                  <a:pt x="1334072" y="374401"/>
                  <a:pt x="1335374" y="369348"/>
                  <a:pt x="1335073" y="364263"/>
                </a:cubicBezTo>
                <a:cubicBezTo>
                  <a:pt x="1335458" y="358930"/>
                  <a:pt x="1334155" y="353610"/>
                  <a:pt x="1331348" y="349059"/>
                </a:cubicBezTo>
                <a:cubicBezTo>
                  <a:pt x="1329228" y="346162"/>
                  <a:pt x="1326135" y="344398"/>
                  <a:pt x="1322847" y="343889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3" y="335787"/>
                </a:moveTo>
                <a:lnTo>
                  <a:pt x="1923385" y="335787"/>
                </a:lnTo>
                <a:lnTo>
                  <a:pt x="1929923" y="335787"/>
                </a:lnTo>
                <a:lnTo>
                  <a:pt x="1940831" y="360405"/>
                </a:lnTo>
                <a:lnTo>
                  <a:pt x="1940794" y="360494"/>
                </a:lnTo>
                <a:lnTo>
                  <a:pt x="1940870" y="360494"/>
                </a:lnTo>
                <a:lnTo>
                  <a:pt x="1940831" y="360405"/>
                </a:lnTo>
                <a:lnTo>
                  <a:pt x="1951056" y="335787"/>
                </a:lnTo>
                <a:lnTo>
                  <a:pt x="1957290" y="335787"/>
                </a:lnTo>
                <a:lnTo>
                  <a:pt x="1963448" y="335787"/>
                </a:lnTo>
                <a:lnTo>
                  <a:pt x="1946115" y="371136"/>
                </a:lnTo>
                <a:lnTo>
                  <a:pt x="1946115" y="392803"/>
                </a:lnTo>
                <a:lnTo>
                  <a:pt x="1940717" y="392803"/>
                </a:lnTo>
                <a:lnTo>
                  <a:pt x="1935168" y="392803"/>
                </a:lnTo>
                <a:lnTo>
                  <a:pt x="1935168" y="371365"/>
                </a:lnTo>
                <a:close/>
                <a:moveTo>
                  <a:pt x="1754467" y="335787"/>
                </a:moveTo>
                <a:lnTo>
                  <a:pt x="1759941" y="335787"/>
                </a:lnTo>
                <a:lnTo>
                  <a:pt x="1765414" y="335787"/>
                </a:lnTo>
                <a:lnTo>
                  <a:pt x="1765414" y="382616"/>
                </a:lnTo>
                <a:lnTo>
                  <a:pt x="1791414" y="382616"/>
                </a:lnTo>
                <a:lnTo>
                  <a:pt x="1791414" y="387709"/>
                </a:lnTo>
                <a:lnTo>
                  <a:pt x="1791414" y="392726"/>
                </a:lnTo>
                <a:lnTo>
                  <a:pt x="1754467" y="392726"/>
                </a:lnTo>
                <a:close/>
                <a:moveTo>
                  <a:pt x="1638611" y="335787"/>
                </a:moveTo>
                <a:lnTo>
                  <a:pt x="1644313" y="335787"/>
                </a:lnTo>
                <a:lnTo>
                  <a:pt x="1650014" y="335787"/>
                </a:lnTo>
                <a:lnTo>
                  <a:pt x="1671072" y="375774"/>
                </a:lnTo>
                <a:lnTo>
                  <a:pt x="1671072" y="335787"/>
                </a:lnTo>
                <a:lnTo>
                  <a:pt x="1676165" y="335787"/>
                </a:lnTo>
                <a:lnTo>
                  <a:pt x="1681334" y="335787"/>
                </a:lnTo>
                <a:lnTo>
                  <a:pt x="1681334" y="392726"/>
                </a:lnTo>
                <a:lnTo>
                  <a:pt x="1675861" y="392726"/>
                </a:lnTo>
                <a:lnTo>
                  <a:pt x="1670387" y="392726"/>
                </a:lnTo>
                <a:lnTo>
                  <a:pt x="1648797" y="351675"/>
                </a:lnTo>
                <a:lnTo>
                  <a:pt x="1648797" y="392726"/>
                </a:lnTo>
                <a:lnTo>
                  <a:pt x="1643705" y="392726"/>
                </a:lnTo>
                <a:lnTo>
                  <a:pt x="1638611" y="392726"/>
                </a:lnTo>
                <a:close/>
                <a:moveTo>
                  <a:pt x="1583115" y="335787"/>
                </a:moveTo>
                <a:lnTo>
                  <a:pt x="1588513" y="335787"/>
                </a:lnTo>
                <a:lnTo>
                  <a:pt x="1593986" y="335787"/>
                </a:lnTo>
                <a:lnTo>
                  <a:pt x="1593986" y="357149"/>
                </a:lnTo>
                <a:lnTo>
                  <a:pt x="1614511" y="357149"/>
                </a:lnTo>
                <a:lnTo>
                  <a:pt x="1614511" y="335787"/>
                </a:lnTo>
                <a:lnTo>
                  <a:pt x="1619985" y="335787"/>
                </a:lnTo>
                <a:lnTo>
                  <a:pt x="1625458" y="335787"/>
                </a:lnTo>
                <a:lnTo>
                  <a:pt x="1625458" y="392726"/>
                </a:lnTo>
                <a:lnTo>
                  <a:pt x="1619985" y="392726"/>
                </a:lnTo>
                <a:lnTo>
                  <a:pt x="1614511" y="392726"/>
                </a:lnTo>
                <a:lnTo>
                  <a:pt x="1614511" y="366956"/>
                </a:lnTo>
                <a:lnTo>
                  <a:pt x="1593986" y="366956"/>
                </a:lnTo>
                <a:lnTo>
                  <a:pt x="1593986" y="392726"/>
                </a:lnTo>
                <a:lnTo>
                  <a:pt x="1588588" y="392726"/>
                </a:lnTo>
                <a:lnTo>
                  <a:pt x="1583115" y="392726"/>
                </a:lnTo>
                <a:close/>
                <a:moveTo>
                  <a:pt x="1476231" y="335787"/>
                </a:moveTo>
                <a:lnTo>
                  <a:pt x="1514773" y="335787"/>
                </a:lnTo>
                <a:lnTo>
                  <a:pt x="1514773" y="340804"/>
                </a:lnTo>
                <a:lnTo>
                  <a:pt x="1514773" y="345898"/>
                </a:lnTo>
                <a:lnTo>
                  <a:pt x="1487178" y="345898"/>
                </a:lnTo>
                <a:lnTo>
                  <a:pt x="1487178" y="357985"/>
                </a:lnTo>
                <a:lnTo>
                  <a:pt x="1512797" y="357985"/>
                </a:lnTo>
                <a:lnTo>
                  <a:pt x="1512797" y="362850"/>
                </a:lnTo>
                <a:lnTo>
                  <a:pt x="1512797" y="367791"/>
                </a:lnTo>
                <a:lnTo>
                  <a:pt x="1487178" y="367791"/>
                </a:lnTo>
                <a:lnTo>
                  <a:pt x="1487178" y="382616"/>
                </a:lnTo>
                <a:lnTo>
                  <a:pt x="1515990" y="382616"/>
                </a:lnTo>
                <a:lnTo>
                  <a:pt x="1515990" y="387709"/>
                </a:lnTo>
                <a:lnTo>
                  <a:pt x="1515990" y="392726"/>
                </a:lnTo>
                <a:lnTo>
                  <a:pt x="1476231" y="392726"/>
                </a:lnTo>
                <a:close/>
                <a:moveTo>
                  <a:pt x="1424156" y="335787"/>
                </a:moveTo>
                <a:lnTo>
                  <a:pt x="1466804" y="335787"/>
                </a:lnTo>
                <a:lnTo>
                  <a:pt x="1466804" y="340804"/>
                </a:lnTo>
                <a:lnTo>
                  <a:pt x="1466804" y="345898"/>
                </a:lnTo>
                <a:lnTo>
                  <a:pt x="1450916" y="345898"/>
                </a:lnTo>
                <a:lnTo>
                  <a:pt x="1450916" y="392726"/>
                </a:lnTo>
                <a:lnTo>
                  <a:pt x="1445518" y="392726"/>
                </a:lnTo>
                <a:lnTo>
                  <a:pt x="1440044" y="392726"/>
                </a:lnTo>
                <a:lnTo>
                  <a:pt x="1440044" y="345898"/>
                </a:lnTo>
                <a:lnTo>
                  <a:pt x="1424156" y="345898"/>
                </a:lnTo>
                <a:lnTo>
                  <a:pt x="1424156" y="340881"/>
                </a:lnTo>
                <a:close/>
                <a:moveTo>
                  <a:pt x="1358018" y="335787"/>
                </a:moveTo>
                <a:lnTo>
                  <a:pt x="1395268" y="335787"/>
                </a:lnTo>
                <a:lnTo>
                  <a:pt x="1395268" y="340804"/>
                </a:lnTo>
                <a:lnTo>
                  <a:pt x="1395268" y="345898"/>
                </a:lnTo>
                <a:lnTo>
                  <a:pt x="1368965" y="345898"/>
                </a:lnTo>
                <a:lnTo>
                  <a:pt x="1368965" y="358821"/>
                </a:lnTo>
                <a:lnTo>
                  <a:pt x="1391924" y="358821"/>
                </a:lnTo>
                <a:lnTo>
                  <a:pt x="1391924" y="363763"/>
                </a:lnTo>
                <a:lnTo>
                  <a:pt x="1391924" y="368628"/>
                </a:lnTo>
                <a:lnTo>
                  <a:pt x="1368965" y="368628"/>
                </a:lnTo>
                <a:lnTo>
                  <a:pt x="1368965" y="392726"/>
                </a:lnTo>
                <a:lnTo>
                  <a:pt x="1363492" y="392726"/>
                </a:lnTo>
                <a:lnTo>
                  <a:pt x="1358018" y="392726"/>
                </a:lnTo>
                <a:close/>
                <a:moveTo>
                  <a:pt x="1223462" y="335787"/>
                </a:moveTo>
                <a:lnTo>
                  <a:pt x="1262081" y="335787"/>
                </a:lnTo>
                <a:lnTo>
                  <a:pt x="1262081" y="340804"/>
                </a:lnTo>
                <a:lnTo>
                  <a:pt x="1262081" y="345898"/>
                </a:lnTo>
                <a:lnTo>
                  <a:pt x="1234409" y="345898"/>
                </a:lnTo>
                <a:lnTo>
                  <a:pt x="1234409" y="357985"/>
                </a:lnTo>
                <a:lnTo>
                  <a:pt x="1260028" y="357985"/>
                </a:lnTo>
                <a:lnTo>
                  <a:pt x="1260028" y="362850"/>
                </a:lnTo>
                <a:lnTo>
                  <a:pt x="1260028" y="367791"/>
                </a:lnTo>
                <a:lnTo>
                  <a:pt x="1234409" y="367791"/>
                </a:lnTo>
                <a:lnTo>
                  <a:pt x="1234409" y="382616"/>
                </a:lnTo>
                <a:lnTo>
                  <a:pt x="1263297" y="382616"/>
                </a:lnTo>
                <a:lnTo>
                  <a:pt x="1263297" y="387709"/>
                </a:lnTo>
                <a:lnTo>
                  <a:pt x="1263297" y="392726"/>
                </a:lnTo>
                <a:lnTo>
                  <a:pt x="1223462" y="392726"/>
                </a:lnTo>
                <a:close/>
                <a:moveTo>
                  <a:pt x="1171463" y="335787"/>
                </a:moveTo>
                <a:lnTo>
                  <a:pt x="1214035" y="335787"/>
                </a:lnTo>
                <a:lnTo>
                  <a:pt x="1214035" y="340804"/>
                </a:lnTo>
                <a:lnTo>
                  <a:pt x="1214035" y="345898"/>
                </a:lnTo>
                <a:lnTo>
                  <a:pt x="1198222" y="345898"/>
                </a:lnTo>
                <a:lnTo>
                  <a:pt x="1198222" y="392726"/>
                </a:lnTo>
                <a:lnTo>
                  <a:pt x="1192749" y="392726"/>
                </a:lnTo>
                <a:lnTo>
                  <a:pt x="1187275" y="392726"/>
                </a:lnTo>
                <a:lnTo>
                  <a:pt x="1187275" y="345898"/>
                </a:lnTo>
                <a:lnTo>
                  <a:pt x="1171463" y="345898"/>
                </a:lnTo>
                <a:lnTo>
                  <a:pt x="1171463" y="340881"/>
                </a:lnTo>
                <a:close/>
                <a:moveTo>
                  <a:pt x="1068303" y="335787"/>
                </a:moveTo>
                <a:lnTo>
                  <a:pt x="1110875" y="335787"/>
                </a:lnTo>
                <a:lnTo>
                  <a:pt x="1110875" y="340804"/>
                </a:lnTo>
                <a:lnTo>
                  <a:pt x="1110875" y="345898"/>
                </a:lnTo>
                <a:lnTo>
                  <a:pt x="1095063" y="345898"/>
                </a:lnTo>
                <a:lnTo>
                  <a:pt x="1095063" y="392726"/>
                </a:lnTo>
                <a:lnTo>
                  <a:pt x="1089589" y="392726"/>
                </a:lnTo>
                <a:lnTo>
                  <a:pt x="1084115" y="392726"/>
                </a:lnTo>
                <a:lnTo>
                  <a:pt x="1084115" y="345898"/>
                </a:lnTo>
                <a:lnTo>
                  <a:pt x="1068303" y="345898"/>
                </a:lnTo>
                <a:lnTo>
                  <a:pt x="1068303" y="340881"/>
                </a:lnTo>
                <a:close/>
                <a:moveTo>
                  <a:pt x="1048690" y="335787"/>
                </a:moveTo>
                <a:lnTo>
                  <a:pt x="1054163" y="335787"/>
                </a:lnTo>
                <a:lnTo>
                  <a:pt x="1059637" y="335787"/>
                </a:lnTo>
                <a:lnTo>
                  <a:pt x="1059637" y="392726"/>
                </a:lnTo>
                <a:lnTo>
                  <a:pt x="1054239" y="392726"/>
                </a:lnTo>
                <a:lnTo>
                  <a:pt x="1048690" y="392726"/>
                </a:lnTo>
                <a:close/>
                <a:moveTo>
                  <a:pt x="997604" y="335787"/>
                </a:moveTo>
                <a:lnTo>
                  <a:pt x="1040176" y="335787"/>
                </a:lnTo>
                <a:lnTo>
                  <a:pt x="1040176" y="340804"/>
                </a:lnTo>
                <a:lnTo>
                  <a:pt x="1040176" y="345898"/>
                </a:lnTo>
                <a:lnTo>
                  <a:pt x="1024364" y="345898"/>
                </a:lnTo>
                <a:lnTo>
                  <a:pt x="1024364" y="392726"/>
                </a:lnTo>
                <a:lnTo>
                  <a:pt x="1018890" y="392726"/>
                </a:lnTo>
                <a:lnTo>
                  <a:pt x="1013416" y="392726"/>
                </a:lnTo>
                <a:lnTo>
                  <a:pt x="1013416" y="345898"/>
                </a:lnTo>
                <a:lnTo>
                  <a:pt x="997604" y="345898"/>
                </a:lnTo>
                <a:lnTo>
                  <a:pt x="997604" y="340881"/>
                </a:lnTo>
                <a:close/>
                <a:moveTo>
                  <a:pt x="894291" y="335787"/>
                </a:moveTo>
                <a:lnTo>
                  <a:pt x="900069" y="335787"/>
                </a:lnTo>
                <a:lnTo>
                  <a:pt x="905770" y="335787"/>
                </a:lnTo>
                <a:lnTo>
                  <a:pt x="926828" y="375774"/>
                </a:lnTo>
                <a:lnTo>
                  <a:pt x="926828" y="335787"/>
                </a:lnTo>
                <a:lnTo>
                  <a:pt x="931921" y="335787"/>
                </a:lnTo>
                <a:lnTo>
                  <a:pt x="937091" y="335787"/>
                </a:lnTo>
                <a:lnTo>
                  <a:pt x="937091" y="392726"/>
                </a:lnTo>
                <a:lnTo>
                  <a:pt x="931617" y="392726"/>
                </a:lnTo>
                <a:lnTo>
                  <a:pt x="926144" y="392726"/>
                </a:lnTo>
                <a:lnTo>
                  <a:pt x="904554" y="351675"/>
                </a:lnTo>
                <a:lnTo>
                  <a:pt x="904554" y="392726"/>
                </a:lnTo>
                <a:lnTo>
                  <a:pt x="899460" y="392726"/>
                </a:lnTo>
                <a:lnTo>
                  <a:pt x="894291" y="392726"/>
                </a:lnTo>
                <a:close/>
                <a:moveTo>
                  <a:pt x="870801" y="335787"/>
                </a:moveTo>
                <a:lnTo>
                  <a:pt x="876199" y="335787"/>
                </a:lnTo>
                <a:lnTo>
                  <a:pt x="881748" y="335787"/>
                </a:lnTo>
                <a:lnTo>
                  <a:pt x="881748" y="392726"/>
                </a:lnTo>
                <a:lnTo>
                  <a:pt x="876274" y="392726"/>
                </a:lnTo>
                <a:lnTo>
                  <a:pt x="870801" y="392726"/>
                </a:lnTo>
                <a:close/>
                <a:moveTo>
                  <a:pt x="732595" y="335787"/>
                </a:moveTo>
                <a:lnTo>
                  <a:pt x="738297" y="335787"/>
                </a:lnTo>
                <a:lnTo>
                  <a:pt x="744074" y="335787"/>
                </a:lnTo>
                <a:lnTo>
                  <a:pt x="765056" y="375774"/>
                </a:lnTo>
                <a:lnTo>
                  <a:pt x="765056" y="335787"/>
                </a:lnTo>
                <a:lnTo>
                  <a:pt x="770149" y="335787"/>
                </a:lnTo>
                <a:lnTo>
                  <a:pt x="775318" y="335787"/>
                </a:lnTo>
                <a:lnTo>
                  <a:pt x="775318" y="392726"/>
                </a:lnTo>
                <a:lnTo>
                  <a:pt x="769845" y="392726"/>
                </a:lnTo>
                <a:lnTo>
                  <a:pt x="764372" y="392726"/>
                </a:lnTo>
                <a:lnTo>
                  <a:pt x="742781" y="351675"/>
                </a:lnTo>
                <a:lnTo>
                  <a:pt x="742781" y="392726"/>
                </a:lnTo>
                <a:lnTo>
                  <a:pt x="737689" y="392726"/>
                </a:lnTo>
                <a:lnTo>
                  <a:pt x="732595" y="392726"/>
                </a:lnTo>
                <a:close/>
                <a:moveTo>
                  <a:pt x="709029" y="335787"/>
                </a:moveTo>
                <a:lnTo>
                  <a:pt x="714502" y="335787"/>
                </a:lnTo>
                <a:lnTo>
                  <a:pt x="719976" y="335787"/>
                </a:lnTo>
                <a:lnTo>
                  <a:pt x="719976" y="392726"/>
                </a:lnTo>
                <a:lnTo>
                  <a:pt x="714502" y="392726"/>
                </a:lnTo>
                <a:lnTo>
                  <a:pt x="709029" y="392726"/>
                </a:lnTo>
                <a:close/>
                <a:moveTo>
                  <a:pt x="642282" y="335787"/>
                </a:moveTo>
                <a:lnTo>
                  <a:pt x="647755" y="335787"/>
                </a:lnTo>
                <a:lnTo>
                  <a:pt x="653229" y="335787"/>
                </a:lnTo>
                <a:lnTo>
                  <a:pt x="653229" y="392726"/>
                </a:lnTo>
                <a:lnTo>
                  <a:pt x="647831" y="392726"/>
                </a:lnTo>
                <a:lnTo>
                  <a:pt x="642282" y="392726"/>
                </a:lnTo>
                <a:close/>
                <a:moveTo>
                  <a:pt x="591576" y="335787"/>
                </a:moveTo>
                <a:lnTo>
                  <a:pt x="630118" y="335787"/>
                </a:lnTo>
                <a:lnTo>
                  <a:pt x="630118" y="340804"/>
                </a:lnTo>
                <a:lnTo>
                  <a:pt x="630118" y="345898"/>
                </a:lnTo>
                <a:lnTo>
                  <a:pt x="602523" y="345898"/>
                </a:lnTo>
                <a:lnTo>
                  <a:pt x="602523" y="357985"/>
                </a:lnTo>
                <a:lnTo>
                  <a:pt x="628142" y="357985"/>
                </a:lnTo>
                <a:lnTo>
                  <a:pt x="628142" y="362850"/>
                </a:lnTo>
                <a:lnTo>
                  <a:pt x="628142" y="367791"/>
                </a:lnTo>
                <a:lnTo>
                  <a:pt x="602523" y="367791"/>
                </a:lnTo>
                <a:lnTo>
                  <a:pt x="602523" y="382616"/>
                </a:lnTo>
                <a:lnTo>
                  <a:pt x="631335" y="382616"/>
                </a:lnTo>
                <a:lnTo>
                  <a:pt x="631335" y="387709"/>
                </a:lnTo>
                <a:lnTo>
                  <a:pt x="631335" y="392726"/>
                </a:lnTo>
                <a:lnTo>
                  <a:pt x="591576" y="392726"/>
                </a:lnTo>
                <a:close/>
                <a:moveTo>
                  <a:pt x="535639" y="335679"/>
                </a:moveTo>
                <a:lnTo>
                  <a:pt x="561258" y="335679"/>
                </a:lnTo>
                <a:cubicBezTo>
                  <a:pt x="565546" y="335425"/>
                  <a:pt x="569775" y="336781"/>
                  <a:pt x="573117" y="339479"/>
                </a:cubicBezTo>
                <a:cubicBezTo>
                  <a:pt x="576080" y="342201"/>
                  <a:pt x="577670" y="346105"/>
                  <a:pt x="577451" y="350122"/>
                </a:cubicBezTo>
                <a:cubicBezTo>
                  <a:pt x="577724" y="354285"/>
                  <a:pt x="575898" y="358307"/>
                  <a:pt x="572585" y="360841"/>
                </a:cubicBezTo>
                <a:cubicBezTo>
                  <a:pt x="572076" y="361325"/>
                  <a:pt x="571484" y="361711"/>
                  <a:pt x="570837" y="361982"/>
                </a:cubicBezTo>
                <a:cubicBezTo>
                  <a:pt x="572033" y="362460"/>
                  <a:pt x="573158" y="363100"/>
                  <a:pt x="574182" y="363882"/>
                </a:cubicBezTo>
                <a:cubicBezTo>
                  <a:pt x="577567" y="366473"/>
                  <a:pt x="579446" y="370574"/>
                  <a:pt x="579199" y="374829"/>
                </a:cubicBezTo>
                <a:cubicBezTo>
                  <a:pt x="579545" y="379761"/>
                  <a:pt x="577710" y="384596"/>
                  <a:pt x="574182" y="388057"/>
                </a:cubicBezTo>
                <a:cubicBezTo>
                  <a:pt x="570097" y="391368"/>
                  <a:pt x="564905" y="392999"/>
                  <a:pt x="559662" y="392618"/>
                </a:cubicBezTo>
                <a:lnTo>
                  <a:pt x="535867" y="392618"/>
                </a:lnTo>
                <a:close/>
                <a:moveTo>
                  <a:pt x="685019" y="335678"/>
                </a:moveTo>
                <a:lnTo>
                  <a:pt x="695891" y="335678"/>
                </a:lnTo>
                <a:lnTo>
                  <a:pt x="695891" y="376654"/>
                </a:lnTo>
                <a:cubicBezTo>
                  <a:pt x="696264" y="381404"/>
                  <a:pt x="694733" y="386109"/>
                  <a:pt x="691633" y="389730"/>
                </a:cubicBezTo>
                <a:cubicBezTo>
                  <a:pt x="688235" y="392917"/>
                  <a:pt x="683662" y="394543"/>
                  <a:pt x="679014" y="394215"/>
                </a:cubicBezTo>
                <a:cubicBezTo>
                  <a:pt x="674155" y="394629"/>
                  <a:pt x="669372" y="392811"/>
                  <a:pt x="666015" y="389273"/>
                </a:cubicBezTo>
                <a:cubicBezTo>
                  <a:pt x="662901" y="384852"/>
                  <a:pt x="661521" y="379441"/>
                  <a:pt x="662137" y="374069"/>
                </a:cubicBezTo>
                <a:lnTo>
                  <a:pt x="662137" y="371105"/>
                </a:lnTo>
                <a:lnTo>
                  <a:pt x="672552" y="371105"/>
                </a:lnTo>
                <a:lnTo>
                  <a:pt x="672552" y="374525"/>
                </a:lnTo>
                <a:cubicBezTo>
                  <a:pt x="672305" y="377145"/>
                  <a:pt x="672806" y="379781"/>
                  <a:pt x="673997" y="382127"/>
                </a:cubicBezTo>
                <a:cubicBezTo>
                  <a:pt x="675045" y="383823"/>
                  <a:pt x="676951" y="384791"/>
                  <a:pt x="678938" y="384636"/>
                </a:cubicBezTo>
                <a:cubicBezTo>
                  <a:pt x="680687" y="384808"/>
                  <a:pt x="682412" y="384129"/>
                  <a:pt x="683575" y="382811"/>
                </a:cubicBezTo>
                <a:cubicBezTo>
                  <a:pt x="684665" y="381035"/>
                  <a:pt x="685170" y="378961"/>
                  <a:pt x="685019" y="376882"/>
                </a:cubicBezTo>
                <a:close/>
                <a:moveTo>
                  <a:pt x="1119478" y="335602"/>
                </a:moveTo>
                <a:lnTo>
                  <a:pt x="1130425" y="335602"/>
                </a:lnTo>
                <a:lnTo>
                  <a:pt x="1130425" y="371484"/>
                </a:lnTo>
                <a:cubicBezTo>
                  <a:pt x="1130206" y="374756"/>
                  <a:pt x="1131118" y="378004"/>
                  <a:pt x="1133009" y="380682"/>
                </a:cubicBezTo>
                <a:cubicBezTo>
                  <a:pt x="1134942" y="382811"/>
                  <a:pt x="1137745" y="383932"/>
                  <a:pt x="1140611" y="383723"/>
                </a:cubicBezTo>
                <a:cubicBezTo>
                  <a:pt x="1143437" y="383957"/>
                  <a:pt x="1146220" y="382927"/>
                  <a:pt x="1148213" y="380911"/>
                </a:cubicBezTo>
                <a:cubicBezTo>
                  <a:pt x="1150059" y="378132"/>
                  <a:pt x="1150890" y="374803"/>
                  <a:pt x="1150570" y="371484"/>
                </a:cubicBezTo>
                <a:lnTo>
                  <a:pt x="1150570" y="335602"/>
                </a:lnTo>
                <a:lnTo>
                  <a:pt x="1161821" y="335602"/>
                </a:lnTo>
                <a:lnTo>
                  <a:pt x="1161821" y="371104"/>
                </a:lnTo>
                <a:cubicBezTo>
                  <a:pt x="1162403" y="377391"/>
                  <a:pt x="1160644" y="383671"/>
                  <a:pt x="1156879" y="388741"/>
                </a:cubicBezTo>
                <a:cubicBezTo>
                  <a:pt x="1152471" y="392719"/>
                  <a:pt x="1146601" y="394676"/>
                  <a:pt x="1140687" y="394138"/>
                </a:cubicBezTo>
                <a:cubicBezTo>
                  <a:pt x="1134811" y="394597"/>
                  <a:pt x="1129013" y="392554"/>
                  <a:pt x="1124723" y="388513"/>
                </a:cubicBezTo>
                <a:cubicBezTo>
                  <a:pt x="1120912" y="383543"/>
                  <a:pt x="1119046" y="377353"/>
                  <a:pt x="1119478" y="371104"/>
                </a:cubicBezTo>
                <a:close/>
                <a:moveTo>
                  <a:pt x="1823162" y="334348"/>
                </a:moveTo>
                <a:cubicBezTo>
                  <a:pt x="1829456" y="333997"/>
                  <a:pt x="1835883" y="336047"/>
                  <a:pt x="1840953" y="340581"/>
                </a:cubicBezTo>
                <a:cubicBezTo>
                  <a:pt x="1841635" y="341192"/>
                  <a:pt x="1842282" y="341839"/>
                  <a:pt x="1842892" y="342521"/>
                </a:cubicBezTo>
                <a:cubicBezTo>
                  <a:pt x="1847751" y="348835"/>
                  <a:pt x="1850179" y="356686"/>
                  <a:pt x="1849734" y="364643"/>
                </a:cubicBezTo>
                <a:cubicBezTo>
                  <a:pt x="1850165" y="372456"/>
                  <a:pt x="1847733" y="380160"/>
                  <a:pt x="1842892" y="386309"/>
                </a:cubicBezTo>
                <a:cubicBezTo>
                  <a:pt x="1833574" y="396448"/>
                  <a:pt x="1817800" y="397114"/>
                  <a:pt x="1807660" y="387795"/>
                </a:cubicBezTo>
                <a:cubicBezTo>
                  <a:pt x="1807144" y="387321"/>
                  <a:pt x="1806648" y="386825"/>
                  <a:pt x="1806174" y="386309"/>
                </a:cubicBezTo>
                <a:cubicBezTo>
                  <a:pt x="1801333" y="380160"/>
                  <a:pt x="1798901" y="372456"/>
                  <a:pt x="1799332" y="364643"/>
                </a:cubicBezTo>
                <a:cubicBezTo>
                  <a:pt x="1798885" y="356686"/>
                  <a:pt x="1801313" y="348835"/>
                  <a:pt x="1806174" y="342521"/>
                </a:cubicBezTo>
                <a:cubicBezTo>
                  <a:pt x="1810709" y="337451"/>
                  <a:pt x="1816868" y="334699"/>
                  <a:pt x="1823162" y="334348"/>
                </a:cubicBezTo>
                <a:close/>
                <a:moveTo>
                  <a:pt x="1715958" y="334342"/>
                </a:moveTo>
                <a:cubicBezTo>
                  <a:pt x="1722271" y="333998"/>
                  <a:pt x="1728717" y="336061"/>
                  <a:pt x="1733797" y="340615"/>
                </a:cubicBezTo>
                <a:cubicBezTo>
                  <a:pt x="1734466" y="341216"/>
                  <a:pt x="1735102" y="341852"/>
                  <a:pt x="1735702" y="342520"/>
                </a:cubicBezTo>
                <a:cubicBezTo>
                  <a:pt x="1740541" y="348843"/>
                  <a:pt x="1742943" y="356696"/>
                  <a:pt x="1742468" y="364643"/>
                </a:cubicBezTo>
                <a:cubicBezTo>
                  <a:pt x="1742922" y="372447"/>
                  <a:pt x="1740516" y="380149"/>
                  <a:pt x="1735702" y="386309"/>
                </a:cubicBezTo>
                <a:cubicBezTo>
                  <a:pt x="1726345" y="396469"/>
                  <a:pt x="1710522" y="397119"/>
                  <a:pt x="1700362" y="387762"/>
                </a:cubicBezTo>
                <a:cubicBezTo>
                  <a:pt x="1699857" y="387298"/>
                  <a:pt x="1699373" y="386813"/>
                  <a:pt x="1698908" y="386309"/>
                </a:cubicBezTo>
                <a:cubicBezTo>
                  <a:pt x="1694125" y="380133"/>
                  <a:pt x="1691723" y="372443"/>
                  <a:pt x="1692142" y="364643"/>
                </a:cubicBezTo>
                <a:cubicBezTo>
                  <a:pt x="1691708" y="356701"/>
                  <a:pt x="1694105" y="348861"/>
                  <a:pt x="1698908" y="342520"/>
                </a:cubicBezTo>
                <a:cubicBezTo>
                  <a:pt x="1703462" y="337440"/>
                  <a:pt x="1709644" y="334687"/>
                  <a:pt x="1715958" y="334342"/>
                </a:cubicBezTo>
                <a:close/>
                <a:moveTo>
                  <a:pt x="1319510" y="334342"/>
                </a:moveTo>
                <a:cubicBezTo>
                  <a:pt x="1325823" y="333998"/>
                  <a:pt x="1332268" y="336061"/>
                  <a:pt x="1337349" y="340615"/>
                </a:cubicBezTo>
                <a:cubicBezTo>
                  <a:pt x="1338018" y="341216"/>
                  <a:pt x="1338654" y="341852"/>
                  <a:pt x="1339254" y="342520"/>
                </a:cubicBezTo>
                <a:cubicBezTo>
                  <a:pt x="1344093" y="348843"/>
                  <a:pt x="1346495" y="356696"/>
                  <a:pt x="1346020" y="364643"/>
                </a:cubicBezTo>
                <a:cubicBezTo>
                  <a:pt x="1346474" y="372447"/>
                  <a:pt x="1344068" y="380149"/>
                  <a:pt x="1339254" y="386309"/>
                </a:cubicBezTo>
                <a:cubicBezTo>
                  <a:pt x="1329897" y="396469"/>
                  <a:pt x="1314074" y="397119"/>
                  <a:pt x="1303914" y="387762"/>
                </a:cubicBezTo>
                <a:cubicBezTo>
                  <a:pt x="1303409" y="387298"/>
                  <a:pt x="1302925" y="386813"/>
                  <a:pt x="1302460" y="386309"/>
                </a:cubicBezTo>
                <a:cubicBezTo>
                  <a:pt x="1297677" y="380133"/>
                  <a:pt x="1295275" y="372443"/>
                  <a:pt x="1295694" y="364643"/>
                </a:cubicBezTo>
                <a:cubicBezTo>
                  <a:pt x="1295260" y="356701"/>
                  <a:pt x="1297657" y="348861"/>
                  <a:pt x="1302460" y="342520"/>
                </a:cubicBezTo>
                <a:cubicBezTo>
                  <a:pt x="1307014" y="337440"/>
                  <a:pt x="1313196" y="334687"/>
                  <a:pt x="1319510" y="334342"/>
                </a:cubicBezTo>
                <a:close/>
                <a:moveTo>
                  <a:pt x="1884703" y="334310"/>
                </a:moveTo>
                <a:cubicBezTo>
                  <a:pt x="1890404" y="334052"/>
                  <a:pt x="1896002" y="335891"/>
                  <a:pt x="1900439" y="339480"/>
                </a:cubicBezTo>
                <a:cubicBezTo>
                  <a:pt x="1904597" y="343008"/>
                  <a:pt x="1907192" y="348035"/>
                  <a:pt x="1907662" y="353468"/>
                </a:cubicBezTo>
                <a:lnTo>
                  <a:pt x="1896943" y="353468"/>
                </a:lnTo>
                <a:cubicBezTo>
                  <a:pt x="1896563" y="350883"/>
                  <a:pt x="1895167" y="348558"/>
                  <a:pt x="1893065" y="347006"/>
                </a:cubicBezTo>
                <a:cubicBezTo>
                  <a:pt x="1890958" y="345175"/>
                  <a:pt x="1888255" y="344175"/>
                  <a:pt x="1885463" y="344194"/>
                </a:cubicBezTo>
                <a:cubicBezTo>
                  <a:pt x="1881081" y="343980"/>
                  <a:pt x="1876884" y="345978"/>
                  <a:pt x="1874288" y="349515"/>
                </a:cubicBezTo>
                <a:cubicBezTo>
                  <a:pt x="1869024" y="358696"/>
                  <a:pt x="1869024" y="369982"/>
                  <a:pt x="1874288" y="379162"/>
                </a:cubicBezTo>
                <a:cubicBezTo>
                  <a:pt x="1877008" y="382606"/>
                  <a:pt x="1881235" y="384507"/>
                  <a:pt x="1885616" y="384256"/>
                </a:cubicBezTo>
                <a:cubicBezTo>
                  <a:pt x="1889630" y="384401"/>
                  <a:pt x="1893409" y="382366"/>
                  <a:pt x="1895498" y="378935"/>
                </a:cubicBezTo>
                <a:cubicBezTo>
                  <a:pt x="1896897" y="376809"/>
                  <a:pt x="1897878" y="374435"/>
                  <a:pt x="1898387" y="371941"/>
                </a:cubicBezTo>
                <a:lnTo>
                  <a:pt x="1886071" y="371941"/>
                </a:lnTo>
                <a:lnTo>
                  <a:pt x="1886071" y="362135"/>
                </a:lnTo>
                <a:lnTo>
                  <a:pt x="1908041" y="362135"/>
                </a:lnTo>
                <a:lnTo>
                  <a:pt x="1908041" y="392543"/>
                </a:lnTo>
                <a:lnTo>
                  <a:pt x="1900439" y="392543"/>
                </a:lnTo>
                <a:lnTo>
                  <a:pt x="1899375" y="384941"/>
                </a:lnTo>
                <a:lnTo>
                  <a:pt x="1899223" y="386309"/>
                </a:lnTo>
                <a:cubicBezTo>
                  <a:pt x="1895940" y="391499"/>
                  <a:pt x="1890156" y="394564"/>
                  <a:pt x="1884019" y="394368"/>
                </a:cubicBezTo>
                <a:lnTo>
                  <a:pt x="1884019" y="393911"/>
                </a:lnTo>
                <a:cubicBezTo>
                  <a:pt x="1877097" y="394281"/>
                  <a:pt x="1870384" y="391484"/>
                  <a:pt x="1865774" y="386309"/>
                </a:cubicBezTo>
                <a:cubicBezTo>
                  <a:pt x="1856522" y="373179"/>
                  <a:pt x="1856522" y="355651"/>
                  <a:pt x="1865774" y="342521"/>
                </a:cubicBezTo>
                <a:cubicBezTo>
                  <a:pt x="1870493" y="337030"/>
                  <a:pt x="1877469" y="334005"/>
                  <a:pt x="1884703" y="334310"/>
                </a:cubicBezTo>
                <a:close/>
                <a:moveTo>
                  <a:pt x="1549983" y="334159"/>
                </a:moveTo>
                <a:cubicBezTo>
                  <a:pt x="1555557" y="334015"/>
                  <a:pt x="1560982" y="335969"/>
                  <a:pt x="1565187" y="339632"/>
                </a:cubicBezTo>
                <a:cubicBezTo>
                  <a:pt x="1569500" y="343438"/>
                  <a:pt x="1572215" y="348732"/>
                  <a:pt x="1572789" y="354456"/>
                </a:cubicBezTo>
                <a:lnTo>
                  <a:pt x="1561842" y="354456"/>
                </a:lnTo>
                <a:cubicBezTo>
                  <a:pt x="1561657" y="351545"/>
                  <a:pt x="1560349" y="348819"/>
                  <a:pt x="1558193" y="346854"/>
                </a:cubicBezTo>
                <a:cubicBezTo>
                  <a:pt x="1556064" y="345068"/>
                  <a:pt x="1553370" y="344098"/>
                  <a:pt x="1550591" y="344117"/>
                </a:cubicBezTo>
                <a:cubicBezTo>
                  <a:pt x="1546672" y="344035"/>
                  <a:pt x="1543013" y="346067"/>
                  <a:pt x="1541013" y="349439"/>
                </a:cubicBezTo>
                <a:cubicBezTo>
                  <a:pt x="1538495" y="353903"/>
                  <a:pt x="1537308" y="358994"/>
                  <a:pt x="1537591" y="364111"/>
                </a:cubicBezTo>
                <a:cubicBezTo>
                  <a:pt x="1537312" y="369106"/>
                  <a:pt x="1538501" y="374075"/>
                  <a:pt x="1541013" y="378403"/>
                </a:cubicBezTo>
                <a:cubicBezTo>
                  <a:pt x="1544630" y="383762"/>
                  <a:pt x="1551907" y="385173"/>
                  <a:pt x="1557265" y="381556"/>
                </a:cubicBezTo>
                <a:cubicBezTo>
                  <a:pt x="1557725" y="381245"/>
                  <a:pt x="1558162" y="380903"/>
                  <a:pt x="1558573" y="380531"/>
                </a:cubicBezTo>
                <a:cubicBezTo>
                  <a:pt x="1560721" y="378342"/>
                  <a:pt x="1562016" y="375457"/>
                  <a:pt x="1562222" y="372397"/>
                </a:cubicBezTo>
                <a:lnTo>
                  <a:pt x="1572333" y="372701"/>
                </a:lnTo>
                <a:cubicBezTo>
                  <a:pt x="1571953" y="378621"/>
                  <a:pt x="1569409" y="384195"/>
                  <a:pt x="1565187" y="388362"/>
                </a:cubicBezTo>
                <a:cubicBezTo>
                  <a:pt x="1561078" y="392224"/>
                  <a:pt x="1555621" y="394324"/>
                  <a:pt x="1549983" y="394215"/>
                </a:cubicBezTo>
                <a:cubicBezTo>
                  <a:pt x="1543177" y="394493"/>
                  <a:pt x="1536649" y="391498"/>
                  <a:pt x="1532422" y="386157"/>
                </a:cubicBezTo>
                <a:cubicBezTo>
                  <a:pt x="1527781" y="379920"/>
                  <a:pt x="1525467" y="372255"/>
                  <a:pt x="1525885" y="364490"/>
                </a:cubicBezTo>
                <a:cubicBezTo>
                  <a:pt x="1525450" y="356583"/>
                  <a:pt x="1527759" y="348769"/>
                  <a:pt x="1532422" y="342369"/>
                </a:cubicBezTo>
                <a:cubicBezTo>
                  <a:pt x="1536610" y="336960"/>
                  <a:pt x="1543148" y="333903"/>
                  <a:pt x="1549983" y="334159"/>
                </a:cubicBezTo>
                <a:close/>
                <a:moveTo>
                  <a:pt x="969260" y="334158"/>
                </a:moveTo>
                <a:cubicBezTo>
                  <a:pt x="974516" y="333928"/>
                  <a:pt x="979659" y="335723"/>
                  <a:pt x="983629" y="339175"/>
                </a:cubicBezTo>
                <a:cubicBezTo>
                  <a:pt x="987381" y="342725"/>
                  <a:pt x="989569" y="347620"/>
                  <a:pt x="989710" y="352783"/>
                </a:cubicBezTo>
                <a:lnTo>
                  <a:pt x="978611" y="352783"/>
                </a:lnTo>
                <a:cubicBezTo>
                  <a:pt x="978526" y="350253"/>
                  <a:pt x="977331" y="347888"/>
                  <a:pt x="975342" y="346321"/>
                </a:cubicBezTo>
                <a:cubicBezTo>
                  <a:pt x="973149" y="344694"/>
                  <a:pt x="970469" y="343864"/>
                  <a:pt x="967740" y="343965"/>
                </a:cubicBezTo>
                <a:cubicBezTo>
                  <a:pt x="965416" y="343802"/>
                  <a:pt x="963114" y="344506"/>
                  <a:pt x="961278" y="345941"/>
                </a:cubicBezTo>
                <a:cubicBezTo>
                  <a:pt x="959666" y="347319"/>
                  <a:pt x="958794" y="349374"/>
                  <a:pt x="958921" y="351490"/>
                </a:cubicBezTo>
                <a:cubicBezTo>
                  <a:pt x="958917" y="353163"/>
                  <a:pt x="959859" y="354694"/>
                  <a:pt x="961354" y="355444"/>
                </a:cubicBezTo>
                <a:cubicBezTo>
                  <a:pt x="964654" y="356953"/>
                  <a:pt x="968126" y="358051"/>
                  <a:pt x="971693" y="358713"/>
                </a:cubicBezTo>
                <a:cubicBezTo>
                  <a:pt x="977187" y="359678"/>
                  <a:pt x="982388" y="361889"/>
                  <a:pt x="986897" y="365174"/>
                </a:cubicBezTo>
                <a:cubicBezTo>
                  <a:pt x="989717" y="368329"/>
                  <a:pt x="991094" y="372517"/>
                  <a:pt x="990698" y="376729"/>
                </a:cubicBezTo>
                <a:cubicBezTo>
                  <a:pt x="990967" y="381674"/>
                  <a:pt x="988811" y="386439"/>
                  <a:pt x="984920" y="389501"/>
                </a:cubicBezTo>
                <a:cubicBezTo>
                  <a:pt x="980377" y="392844"/>
                  <a:pt x="974817" y="394509"/>
                  <a:pt x="969184" y="394215"/>
                </a:cubicBezTo>
                <a:cubicBezTo>
                  <a:pt x="963670" y="394477"/>
                  <a:pt x="958254" y="392690"/>
                  <a:pt x="953980" y="389197"/>
                </a:cubicBezTo>
                <a:cubicBezTo>
                  <a:pt x="950105" y="385489"/>
                  <a:pt x="947931" y="380345"/>
                  <a:pt x="947974" y="374981"/>
                </a:cubicBezTo>
                <a:lnTo>
                  <a:pt x="958542" y="374982"/>
                </a:lnTo>
                <a:cubicBezTo>
                  <a:pt x="958486" y="377645"/>
                  <a:pt x="959596" y="380200"/>
                  <a:pt x="961582" y="381976"/>
                </a:cubicBezTo>
                <a:cubicBezTo>
                  <a:pt x="963765" y="383629"/>
                  <a:pt x="966447" y="384487"/>
                  <a:pt x="969184" y="384408"/>
                </a:cubicBezTo>
                <a:cubicBezTo>
                  <a:pt x="972036" y="384560"/>
                  <a:pt x="974876" y="383929"/>
                  <a:pt x="977395" y="382584"/>
                </a:cubicBezTo>
                <a:cubicBezTo>
                  <a:pt x="979228" y="381543"/>
                  <a:pt x="980360" y="379598"/>
                  <a:pt x="980360" y="377490"/>
                </a:cubicBezTo>
                <a:cubicBezTo>
                  <a:pt x="980483" y="375640"/>
                  <a:pt x="979686" y="373849"/>
                  <a:pt x="978231" y="372701"/>
                </a:cubicBezTo>
                <a:cubicBezTo>
                  <a:pt x="975459" y="371175"/>
                  <a:pt x="972454" y="370122"/>
                  <a:pt x="969336" y="369584"/>
                </a:cubicBezTo>
                <a:cubicBezTo>
                  <a:pt x="963396" y="368573"/>
                  <a:pt x="957728" y="366347"/>
                  <a:pt x="952688" y="363046"/>
                </a:cubicBezTo>
                <a:cubicBezTo>
                  <a:pt x="949726" y="360238"/>
                  <a:pt x="948190" y="356243"/>
                  <a:pt x="948507" y="352175"/>
                </a:cubicBezTo>
                <a:cubicBezTo>
                  <a:pt x="948255" y="347174"/>
                  <a:pt x="950298" y="342332"/>
                  <a:pt x="954056" y="339023"/>
                </a:cubicBezTo>
                <a:cubicBezTo>
                  <a:pt x="958316" y="335518"/>
                  <a:pt x="963757" y="333778"/>
                  <a:pt x="969260" y="334158"/>
                </a:cubicBezTo>
                <a:close/>
                <a:moveTo>
                  <a:pt x="809531" y="333949"/>
                </a:moveTo>
                <a:cubicBezTo>
                  <a:pt x="815715" y="333405"/>
                  <a:pt x="822092" y="335060"/>
                  <a:pt x="827405" y="339023"/>
                </a:cubicBezTo>
                <a:cubicBezTo>
                  <a:pt x="831590" y="342530"/>
                  <a:pt x="834191" y="347570"/>
                  <a:pt x="834628" y="353011"/>
                </a:cubicBezTo>
                <a:lnTo>
                  <a:pt x="823681" y="353011"/>
                </a:lnTo>
                <a:cubicBezTo>
                  <a:pt x="823370" y="350421"/>
                  <a:pt x="821993" y="348079"/>
                  <a:pt x="819879" y="346550"/>
                </a:cubicBezTo>
                <a:cubicBezTo>
                  <a:pt x="817772" y="344719"/>
                  <a:pt x="815069" y="343719"/>
                  <a:pt x="812277" y="343736"/>
                </a:cubicBezTo>
                <a:cubicBezTo>
                  <a:pt x="807904" y="343564"/>
                  <a:pt x="803725" y="345554"/>
                  <a:pt x="801103" y="349058"/>
                </a:cubicBezTo>
                <a:cubicBezTo>
                  <a:pt x="798134" y="353549"/>
                  <a:pt x="796719" y="358890"/>
                  <a:pt x="797073" y="364262"/>
                </a:cubicBezTo>
                <a:cubicBezTo>
                  <a:pt x="796719" y="369470"/>
                  <a:pt x="798080" y="374650"/>
                  <a:pt x="800950" y="379010"/>
                </a:cubicBezTo>
                <a:cubicBezTo>
                  <a:pt x="803678" y="382442"/>
                  <a:pt x="807900" y="384341"/>
                  <a:pt x="812277" y="384103"/>
                </a:cubicBezTo>
                <a:cubicBezTo>
                  <a:pt x="816285" y="384217"/>
                  <a:pt x="820049" y="382189"/>
                  <a:pt x="822160" y="378782"/>
                </a:cubicBezTo>
                <a:cubicBezTo>
                  <a:pt x="823529" y="376640"/>
                  <a:pt x="824507" y="374272"/>
                  <a:pt x="825049" y="371788"/>
                </a:cubicBezTo>
                <a:lnTo>
                  <a:pt x="812734" y="371788"/>
                </a:lnTo>
                <a:lnTo>
                  <a:pt x="812734" y="361981"/>
                </a:lnTo>
                <a:lnTo>
                  <a:pt x="834932" y="361981"/>
                </a:lnTo>
                <a:lnTo>
                  <a:pt x="834932" y="392389"/>
                </a:lnTo>
                <a:lnTo>
                  <a:pt x="827330" y="392389"/>
                </a:lnTo>
                <a:lnTo>
                  <a:pt x="826265" y="384787"/>
                </a:lnTo>
                <a:lnTo>
                  <a:pt x="825658" y="385700"/>
                </a:lnTo>
                <a:lnTo>
                  <a:pt x="810540" y="393712"/>
                </a:lnTo>
                <a:lnTo>
                  <a:pt x="792816" y="385852"/>
                </a:lnTo>
                <a:cubicBezTo>
                  <a:pt x="783698" y="372680"/>
                  <a:pt x="783698" y="355236"/>
                  <a:pt x="792816" y="342064"/>
                </a:cubicBezTo>
                <a:cubicBezTo>
                  <a:pt x="797356" y="337234"/>
                  <a:pt x="803347" y="334493"/>
                  <a:pt x="809531" y="333949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09" y="261938"/>
                </a:moveTo>
                <a:lnTo>
                  <a:pt x="847932" y="262090"/>
                </a:lnTo>
                <a:lnTo>
                  <a:pt x="847945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5" y="241792"/>
                </a:moveTo>
                <a:cubicBezTo>
                  <a:pt x="826722" y="241792"/>
                  <a:pt x="827027" y="251295"/>
                  <a:pt x="828927" y="251295"/>
                </a:cubicBezTo>
                <a:cubicBezTo>
                  <a:pt x="831701" y="251070"/>
                  <a:pt x="834422" y="250403"/>
                  <a:pt x="836985" y="249319"/>
                </a:cubicBezTo>
                <a:cubicBezTo>
                  <a:pt x="840099" y="249134"/>
                  <a:pt x="843221" y="249134"/>
                  <a:pt x="846336" y="249319"/>
                </a:cubicBezTo>
                <a:cubicBezTo>
                  <a:pt x="847856" y="249319"/>
                  <a:pt x="849605" y="249623"/>
                  <a:pt x="849605" y="250839"/>
                </a:cubicBezTo>
                <a:cubicBezTo>
                  <a:pt x="849911" y="252648"/>
                  <a:pt x="849645" y="254509"/>
                  <a:pt x="848844" y="256160"/>
                </a:cubicBezTo>
                <a:lnTo>
                  <a:pt x="847945" y="262008"/>
                </a:lnTo>
                <a:lnTo>
                  <a:pt x="843903" y="266423"/>
                </a:lnTo>
                <a:cubicBezTo>
                  <a:pt x="843295" y="267411"/>
                  <a:pt x="840330" y="268095"/>
                  <a:pt x="839722" y="269540"/>
                </a:cubicBezTo>
                <a:cubicBezTo>
                  <a:pt x="838354" y="272960"/>
                  <a:pt x="838354" y="276078"/>
                  <a:pt x="836757" y="277978"/>
                </a:cubicBezTo>
                <a:cubicBezTo>
                  <a:pt x="835160" y="279878"/>
                  <a:pt x="833336" y="280411"/>
                  <a:pt x="830827" y="282007"/>
                </a:cubicBezTo>
                <a:cubicBezTo>
                  <a:pt x="828319" y="283604"/>
                  <a:pt x="825658" y="282159"/>
                  <a:pt x="823986" y="282615"/>
                </a:cubicBezTo>
                <a:cubicBezTo>
                  <a:pt x="821158" y="284289"/>
                  <a:pt x="818114" y="285569"/>
                  <a:pt x="814939" y="286416"/>
                </a:cubicBezTo>
                <a:cubicBezTo>
                  <a:pt x="809390" y="286416"/>
                  <a:pt x="804143" y="283907"/>
                  <a:pt x="804143" y="277522"/>
                </a:cubicBezTo>
                <a:cubicBezTo>
                  <a:pt x="804143" y="276002"/>
                  <a:pt x="805284" y="272352"/>
                  <a:pt x="805284" y="270832"/>
                </a:cubicBezTo>
                <a:cubicBezTo>
                  <a:pt x="805284" y="269311"/>
                  <a:pt x="803688" y="267031"/>
                  <a:pt x="803688" y="265511"/>
                </a:cubicBezTo>
                <a:cubicBezTo>
                  <a:pt x="803688" y="263990"/>
                  <a:pt x="806500" y="261101"/>
                  <a:pt x="806957" y="259277"/>
                </a:cubicBezTo>
                <a:cubicBezTo>
                  <a:pt x="807853" y="253672"/>
                  <a:pt x="810808" y="248604"/>
                  <a:pt x="815243" y="245062"/>
                </a:cubicBezTo>
                <a:cubicBezTo>
                  <a:pt x="817296" y="243997"/>
                  <a:pt x="819804" y="241792"/>
                  <a:pt x="821325" y="241792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6" y="223091"/>
                </a:moveTo>
                <a:cubicBezTo>
                  <a:pt x="924713" y="222787"/>
                  <a:pt x="925701" y="224992"/>
                  <a:pt x="928818" y="224460"/>
                </a:cubicBezTo>
                <a:cubicBezTo>
                  <a:pt x="929806" y="224384"/>
                  <a:pt x="933531" y="227652"/>
                  <a:pt x="934976" y="227652"/>
                </a:cubicBezTo>
                <a:cubicBezTo>
                  <a:pt x="936974" y="228227"/>
                  <a:pt x="939065" y="228408"/>
                  <a:pt x="941133" y="228185"/>
                </a:cubicBezTo>
                <a:cubicBezTo>
                  <a:pt x="942958" y="227957"/>
                  <a:pt x="945770" y="230085"/>
                  <a:pt x="947215" y="230085"/>
                </a:cubicBezTo>
                <a:cubicBezTo>
                  <a:pt x="948984" y="229955"/>
                  <a:pt x="950739" y="229676"/>
                  <a:pt x="952460" y="229249"/>
                </a:cubicBezTo>
                <a:cubicBezTo>
                  <a:pt x="955577" y="228641"/>
                  <a:pt x="962572" y="237079"/>
                  <a:pt x="964928" y="240272"/>
                </a:cubicBezTo>
                <a:lnTo>
                  <a:pt x="964244" y="240424"/>
                </a:lnTo>
                <a:cubicBezTo>
                  <a:pt x="965503" y="241898"/>
                  <a:pt x="966599" y="243504"/>
                  <a:pt x="967513" y="245213"/>
                </a:cubicBezTo>
                <a:cubicBezTo>
                  <a:pt x="967957" y="247268"/>
                  <a:pt x="967957" y="249393"/>
                  <a:pt x="967513" y="251447"/>
                </a:cubicBezTo>
                <a:cubicBezTo>
                  <a:pt x="966448" y="254792"/>
                  <a:pt x="964472" y="255705"/>
                  <a:pt x="963103" y="257225"/>
                </a:cubicBezTo>
                <a:cubicBezTo>
                  <a:pt x="961735" y="258746"/>
                  <a:pt x="961203" y="262395"/>
                  <a:pt x="959682" y="264219"/>
                </a:cubicBezTo>
                <a:cubicBezTo>
                  <a:pt x="958511" y="265929"/>
                  <a:pt x="957160" y="267509"/>
                  <a:pt x="955654" y="268932"/>
                </a:cubicBezTo>
                <a:cubicBezTo>
                  <a:pt x="953557" y="270371"/>
                  <a:pt x="951169" y="271332"/>
                  <a:pt x="948660" y="271744"/>
                </a:cubicBezTo>
                <a:cubicBezTo>
                  <a:pt x="946987" y="271744"/>
                  <a:pt x="944402" y="271289"/>
                  <a:pt x="942730" y="271744"/>
                </a:cubicBezTo>
                <a:cubicBezTo>
                  <a:pt x="939841" y="272505"/>
                  <a:pt x="938549" y="274709"/>
                  <a:pt x="936496" y="274709"/>
                </a:cubicBezTo>
                <a:cubicBezTo>
                  <a:pt x="934443" y="274709"/>
                  <a:pt x="932391" y="272809"/>
                  <a:pt x="931631" y="269540"/>
                </a:cubicBezTo>
                <a:cubicBezTo>
                  <a:pt x="931631" y="267868"/>
                  <a:pt x="932467" y="264751"/>
                  <a:pt x="931631" y="262699"/>
                </a:cubicBezTo>
                <a:cubicBezTo>
                  <a:pt x="929787" y="259729"/>
                  <a:pt x="928112" y="256658"/>
                  <a:pt x="926613" y="253500"/>
                </a:cubicBezTo>
                <a:cubicBezTo>
                  <a:pt x="926461" y="249775"/>
                  <a:pt x="922584" y="247950"/>
                  <a:pt x="922584" y="245518"/>
                </a:cubicBezTo>
                <a:cubicBezTo>
                  <a:pt x="922595" y="242397"/>
                  <a:pt x="921783" y="239329"/>
                  <a:pt x="920227" y="236623"/>
                </a:cubicBezTo>
                <a:cubicBezTo>
                  <a:pt x="919692" y="234805"/>
                  <a:pt x="919855" y="232854"/>
                  <a:pt x="920684" y="231150"/>
                </a:cubicBezTo>
                <a:cubicBezTo>
                  <a:pt x="921900" y="229477"/>
                  <a:pt x="920227" y="224992"/>
                  <a:pt x="922736" y="223091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8" y="179000"/>
                </a:moveTo>
                <a:cubicBezTo>
                  <a:pt x="899011" y="178864"/>
                  <a:pt x="897095" y="179122"/>
                  <a:pt x="895292" y="179760"/>
                </a:cubicBezTo>
                <a:cubicBezTo>
                  <a:pt x="893088" y="181129"/>
                  <a:pt x="890959" y="180368"/>
                  <a:pt x="889515" y="181660"/>
                </a:cubicBezTo>
                <a:cubicBezTo>
                  <a:pt x="888195" y="182757"/>
                  <a:pt x="886739" y="183677"/>
                  <a:pt x="885182" y="184397"/>
                </a:cubicBezTo>
                <a:cubicBezTo>
                  <a:pt x="881323" y="185758"/>
                  <a:pt x="877564" y="187384"/>
                  <a:pt x="873931" y="189262"/>
                </a:cubicBezTo>
                <a:cubicBezTo>
                  <a:pt x="871762" y="190357"/>
                  <a:pt x="870427" y="192612"/>
                  <a:pt x="870510" y="195040"/>
                </a:cubicBezTo>
                <a:cubicBezTo>
                  <a:pt x="870589" y="197694"/>
                  <a:pt x="872721" y="199826"/>
                  <a:pt x="875375" y="199905"/>
                </a:cubicBezTo>
                <a:cubicBezTo>
                  <a:pt x="878363" y="199489"/>
                  <a:pt x="881264" y="198591"/>
                  <a:pt x="883965" y="197245"/>
                </a:cubicBezTo>
                <a:cubicBezTo>
                  <a:pt x="886854" y="195496"/>
                  <a:pt x="888298" y="193292"/>
                  <a:pt x="892024" y="191011"/>
                </a:cubicBezTo>
                <a:cubicBezTo>
                  <a:pt x="894534" y="189375"/>
                  <a:pt x="896788" y="187376"/>
                  <a:pt x="898714" y="185082"/>
                </a:cubicBezTo>
                <a:cubicBezTo>
                  <a:pt x="900157" y="182572"/>
                  <a:pt x="902058" y="179000"/>
                  <a:pt x="900918" y="179000"/>
                </a:cubicBezTo>
                <a:close/>
                <a:moveTo>
                  <a:pt x="1167978" y="166761"/>
                </a:moveTo>
                <a:cubicBezTo>
                  <a:pt x="1164978" y="167035"/>
                  <a:pt x="1162005" y="167544"/>
                  <a:pt x="1159083" y="168281"/>
                </a:cubicBezTo>
                <a:cubicBezTo>
                  <a:pt x="1157845" y="169555"/>
                  <a:pt x="1157092" y="171222"/>
                  <a:pt x="1156955" y="172994"/>
                </a:cubicBezTo>
                <a:cubicBezTo>
                  <a:pt x="1156737" y="174499"/>
                  <a:pt x="1156976" y="176035"/>
                  <a:pt x="1157640" y="177404"/>
                </a:cubicBezTo>
                <a:cubicBezTo>
                  <a:pt x="1160148" y="178239"/>
                  <a:pt x="1163721" y="179076"/>
                  <a:pt x="1165242" y="178239"/>
                </a:cubicBezTo>
                <a:lnTo>
                  <a:pt x="1165317" y="178239"/>
                </a:lnTo>
                <a:cubicBezTo>
                  <a:pt x="1168255" y="176216"/>
                  <a:pt x="1170126" y="172977"/>
                  <a:pt x="1170411" y="169421"/>
                </a:cubicBezTo>
                <a:cubicBezTo>
                  <a:pt x="1170429" y="169288"/>
                  <a:pt x="1170434" y="169153"/>
                  <a:pt x="1170429" y="169019"/>
                </a:cubicBezTo>
                <a:cubicBezTo>
                  <a:pt x="1170375" y="167718"/>
                  <a:pt x="1169279" y="166707"/>
                  <a:pt x="1167978" y="166761"/>
                </a:cubicBezTo>
                <a:close/>
                <a:moveTo>
                  <a:pt x="1194585" y="158854"/>
                </a:moveTo>
                <a:cubicBezTo>
                  <a:pt x="1192457" y="159463"/>
                  <a:pt x="1190936" y="161135"/>
                  <a:pt x="1187668" y="161135"/>
                </a:cubicBezTo>
                <a:cubicBezTo>
                  <a:pt x="1186071" y="162959"/>
                  <a:pt x="1186756" y="166456"/>
                  <a:pt x="1186831" y="168053"/>
                </a:cubicBezTo>
                <a:cubicBezTo>
                  <a:pt x="1186907" y="169649"/>
                  <a:pt x="1190100" y="171929"/>
                  <a:pt x="1191088" y="171929"/>
                </a:cubicBezTo>
                <a:cubicBezTo>
                  <a:pt x="1194387" y="171351"/>
                  <a:pt x="1197212" y="169233"/>
                  <a:pt x="1198690" y="166228"/>
                </a:cubicBezTo>
                <a:lnTo>
                  <a:pt x="1198995" y="166228"/>
                </a:lnTo>
                <a:cubicBezTo>
                  <a:pt x="1199189" y="164307"/>
                  <a:pt x="1199189" y="162371"/>
                  <a:pt x="1198995" y="160451"/>
                </a:cubicBezTo>
                <a:cubicBezTo>
                  <a:pt x="1198690" y="158474"/>
                  <a:pt x="1196714" y="158246"/>
                  <a:pt x="1194585" y="158854"/>
                </a:cubicBezTo>
                <a:close/>
                <a:moveTo>
                  <a:pt x="916579" y="150111"/>
                </a:moveTo>
                <a:cubicBezTo>
                  <a:pt x="918853" y="150675"/>
                  <a:pt x="921049" y="151518"/>
                  <a:pt x="923116" y="152621"/>
                </a:cubicBezTo>
                <a:cubicBezTo>
                  <a:pt x="924636" y="152621"/>
                  <a:pt x="929198" y="151633"/>
                  <a:pt x="930718" y="152621"/>
                </a:cubicBezTo>
                <a:cubicBezTo>
                  <a:pt x="934516" y="154587"/>
                  <a:pt x="938107" y="156930"/>
                  <a:pt x="941437" y="159615"/>
                </a:cubicBezTo>
                <a:cubicBezTo>
                  <a:pt x="942677" y="162489"/>
                  <a:pt x="943668" y="165465"/>
                  <a:pt x="944402" y="168509"/>
                </a:cubicBezTo>
                <a:cubicBezTo>
                  <a:pt x="945178" y="170749"/>
                  <a:pt x="945178" y="173186"/>
                  <a:pt x="944402" y="175427"/>
                </a:cubicBezTo>
                <a:cubicBezTo>
                  <a:pt x="941220" y="178325"/>
                  <a:pt x="938200" y="181395"/>
                  <a:pt x="935355" y="184625"/>
                </a:cubicBezTo>
                <a:lnTo>
                  <a:pt x="935051" y="184625"/>
                </a:lnTo>
                <a:cubicBezTo>
                  <a:pt x="933770" y="187249"/>
                  <a:pt x="932323" y="189788"/>
                  <a:pt x="930718" y="192227"/>
                </a:cubicBezTo>
                <a:cubicBezTo>
                  <a:pt x="925517" y="200214"/>
                  <a:pt x="920770" y="208488"/>
                  <a:pt x="916502" y="217010"/>
                </a:cubicBezTo>
                <a:cubicBezTo>
                  <a:pt x="914589" y="219795"/>
                  <a:pt x="912507" y="222461"/>
                  <a:pt x="910268" y="224992"/>
                </a:cubicBezTo>
                <a:cubicBezTo>
                  <a:pt x="908952" y="226032"/>
                  <a:pt x="907171" y="226266"/>
                  <a:pt x="905631" y="225600"/>
                </a:cubicBezTo>
                <a:cubicBezTo>
                  <a:pt x="904491" y="225144"/>
                  <a:pt x="901222" y="227425"/>
                  <a:pt x="901222" y="230542"/>
                </a:cubicBezTo>
                <a:cubicBezTo>
                  <a:pt x="901086" y="233624"/>
                  <a:pt x="901578" y="236701"/>
                  <a:pt x="902667" y="239588"/>
                </a:cubicBezTo>
                <a:cubicBezTo>
                  <a:pt x="903580" y="252977"/>
                  <a:pt x="903580" y="266414"/>
                  <a:pt x="902667" y="279803"/>
                </a:cubicBezTo>
                <a:cubicBezTo>
                  <a:pt x="902007" y="284566"/>
                  <a:pt x="899208" y="288766"/>
                  <a:pt x="895065" y="291206"/>
                </a:cubicBezTo>
                <a:cubicBezTo>
                  <a:pt x="892859" y="292270"/>
                  <a:pt x="889743" y="298048"/>
                  <a:pt x="886930" y="299340"/>
                </a:cubicBezTo>
                <a:cubicBezTo>
                  <a:pt x="884118" y="300633"/>
                  <a:pt x="880849" y="303217"/>
                  <a:pt x="879328" y="303217"/>
                </a:cubicBezTo>
                <a:cubicBezTo>
                  <a:pt x="877861" y="303065"/>
                  <a:pt x="876572" y="302177"/>
                  <a:pt x="875907" y="300860"/>
                </a:cubicBezTo>
                <a:cubicBezTo>
                  <a:pt x="875223" y="299948"/>
                  <a:pt x="872258" y="299492"/>
                  <a:pt x="870586" y="298504"/>
                </a:cubicBezTo>
                <a:cubicBezTo>
                  <a:pt x="868914" y="297516"/>
                  <a:pt x="868153" y="296148"/>
                  <a:pt x="866404" y="295235"/>
                </a:cubicBezTo>
                <a:cubicBezTo>
                  <a:pt x="863870" y="294568"/>
                  <a:pt x="861493" y="293405"/>
                  <a:pt x="859410" y="291815"/>
                </a:cubicBezTo>
                <a:cubicBezTo>
                  <a:pt x="857662" y="290142"/>
                  <a:pt x="857358" y="287709"/>
                  <a:pt x="855610" y="284668"/>
                </a:cubicBezTo>
                <a:cubicBezTo>
                  <a:pt x="853177" y="280335"/>
                  <a:pt x="845043" y="276154"/>
                  <a:pt x="844891" y="273721"/>
                </a:cubicBezTo>
                <a:cubicBezTo>
                  <a:pt x="844739" y="271289"/>
                  <a:pt x="850972" y="270909"/>
                  <a:pt x="851732" y="270909"/>
                </a:cubicBezTo>
                <a:cubicBezTo>
                  <a:pt x="856902" y="270756"/>
                  <a:pt x="860399" y="274405"/>
                  <a:pt x="861843" y="274405"/>
                </a:cubicBezTo>
                <a:cubicBezTo>
                  <a:pt x="867012" y="274405"/>
                  <a:pt x="869521" y="272505"/>
                  <a:pt x="869977" y="264903"/>
                </a:cubicBezTo>
                <a:cubicBezTo>
                  <a:pt x="869977" y="263382"/>
                  <a:pt x="869977" y="259809"/>
                  <a:pt x="869977" y="258289"/>
                </a:cubicBezTo>
                <a:cubicBezTo>
                  <a:pt x="869669" y="255282"/>
                  <a:pt x="869669" y="252250"/>
                  <a:pt x="869977" y="249243"/>
                </a:cubicBezTo>
                <a:cubicBezTo>
                  <a:pt x="870123" y="245181"/>
                  <a:pt x="870606" y="241137"/>
                  <a:pt x="871422" y="237156"/>
                </a:cubicBezTo>
                <a:cubicBezTo>
                  <a:pt x="871422" y="235939"/>
                  <a:pt x="870282" y="233050"/>
                  <a:pt x="869218" y="233050"/>
                </a:cubicBezTo>
                <a:cubicBezTo>
                  <a:pt x="866708" y="233658"/>
                  <a:pt x="864200" y="231226"/>
                  <a:pt x="862679" y="231226"/>
                </a:cubicBezTo>
                <a:cubicBezTo>
                  <a:pt x="861159" y="231226"/>
                  <a:pt x="859030" y="232138"/>
                  <a:pt x="857510" y="232138"/>
                </a:cubicBezTo>
                <a:cubicBezTo>
                  <a:pt x="854729" y="232197"/>
                  <a:pt x="851949" y="231942"/>
                  <a:pt x="849224" y="231378"/>
                </a:cubicBezTo>
                <a:cubicBezTo>
                  <a:pt x="848069" y="230696"/>
                  <a:pt x="847061" y="229792"/>
                  <a:pt x="846259" y="228717"/>
                </a:cubicBezTo>
                <a:cubicBezTo>
                  <a:pt x="845462" y="226763"/>
                  <a:pt x="844901" y="224722"/>
                  <a:pt x="844586" y="222635"/>
                </a:cubicBezTo>
                <a:cubicBezTo>
                  <a:pt x="844206" y="222103"/>
                  <a:pt x="843751" y="219366"/>
                  <a:pt x="843142" y="219366"/>
                </a:cubicBezTo>
                <a:cubicBezTo>
                  <a:pt x="842990" y="217619"/>
                  <a:pt x="842382" y="214729"/>
                  <a:pt x="842382" y="212981"/>
                </a:cubicBezTo>
                <a:cubicBezTo>
                  <a:pt x="842382" y="211233"/>
                  <a:pt x="840861" y="208039"/>
                  <a:pt x="840329" y="203631"/>
                </a:cubicBezTo>
                <a:cubicBezTo>
                  <a:pt x="839797" y="199221"/>
                  <a:pt x="838353" y="196409"/>
                  <a:pt x="838353" y="191619"/>
                </a:cubicBezTo>
                <a:cubicBezTo>
                  <a:pt x="837745" y="184397"/>
                  <a:pt x="837745" y="180900"/>
                  <a:pt x="837745" y="179456"/>
                </a:cubicBezTo>
                <a:cubicBezTo>
                  <a:pt x="838200" y="170866"/>
                  <a:pt x="843294" y="168965"/>
                  <a:pt x="845347" y="165696"/>
                </a:cubicBezTo>
                <a:cubicBezTo>
                  <a:pt x="847551" y="164480"/>
                  <a:pt x="849680" y="162275"/>
                  <a:pt x="852341" y="162580"/>
                </a:cubicBezTo>
                <a:cubicBezTo>
                  <a:pt x="855002" y="162884"/>
                  <a:pt x="855761" y="163872"/>
                  <a:pt x="858574" y="165848"/>
                </a:cubicBezTo>
                <a:cubicBezTo>
                  <a:pt x="859635" y="167110"/>
                  <a:pt x="860625" y="168429"/>
                  <a:pt x="861539" y="169801"/>
                </a:cubicBezTo>
                <a:cubicBezTo>
                  <a:pt x="866069" y="169470"/>
                  <a:pt x="870475" y="168174"/>
                  <a:pt x="874463" y="166000"/>
                </a:cubicBezTo>
                <a:cubicBezTo>
                  <a:pt x="876439" y="164936"/>
                  <a:pt x="880696" y="164936"/>
                  <a:pt x="884041" y="163415"/>
                </a:cubicBezTo>
                <a:cubicBezTo>
                  <a:pt x="886237" y="162240"/>
                  <a:pt x="888594" y="161394"/>
                  <a:pt x="891035" y="160907"/>
                </a:cubicBezTo>
                <a:cubicBezTo>
                  <a:pt x="892555" y="160907"/>
                  <a:pt x="893012" y="160299"/>
                  <a:pt x="896508" y="159310"/>
                </a:cubicBezTo>
                <a:cubicBezTo>
                  <a:pt x="899232" y="158899"/>
                  <a:pt x="901828" y="157886"/>
                  <a:pt x="904111" y="156345"/>
                </a:cubicBezTo>
                <a:cubicBezTo>
                  <a:pt x="905708" y="155205"/>
                  <a:pt x="907151" y="154293"/>
                  <a:pt x="908444" y="153533"/>
                </a:cubicBezTo>
                <a:cubicBezTo>
                  <a:pt x="909663" y="152785"/>
                  <a:pt x="910933" y="152125"/>
                  <a:pt x="912245" y="151556"/>
                </a:cubicBezTo>
                <a:cubicBezTo>
                  <a:pt x="913410" y="150467"/>
                  <a:pt x="914992" y="149939"/>
                  <a:pt x="916579" y="150111"/>
                </a:cubicBezTo>
                <a:close/>
                <a:moveTo>
                  <a:pt x="1165697" y="137645"/>
                </a:moveTo>
                <a:cubicBezTo>
                  <a:pt x="1163873" y="139469"/>
                  <a:pt x="1158095" y="137645"/>
                  <a:pt x="1158095" y="142890"/>
                </a:cubicBezTo>
                <a:cubicBezTo>
                  <a:pt x="1158171" y="145475"/>
                  <a:pt x="1157107" y="148896"/>
                  <a:pt x="1158932" y="150492"/>
                </a:cubicBezTo>
                <a:cubicBezTo>
                  <a:pt x="1158932" y="150492"/>
                  <a:pt x="1160376" y="153913"/>
                  <a:pt x="1162200" y="152469"/>
                </a:cubicBezTo>
                <a:cubicBezTo>
                  <a:pt x="1165850" y="149732"/>
                  <a:pt x="1170411" y="148592"/>
                  <a:pt x="1170867" y="144259"/>
                </a:cubicBezTo>
                <a:lnTo>
                  <a:pt x="1171247" y="144030"/>
                </a:lnTo>
                <a:cubicBezTo>
                  <a:pt x="1171931" y="138176"/>
                  <a:pt x="1170487" y="136504"/>
                  <a:pt x="1165697" y="137645"/>
                </a:cubicBezTo>
                <a:close/>
                <a:moveTo>
                  <a:pt x="1206748" y="126469"/>
                </a:moveTo>
                <a:cubicBezTo>
                  <a:pt x="1200287" y="128522"/>
                  <a:pt x="1189872" y="128218"/>
                  <a:pt x="1189340" y="133311"/>
                </a:cubicBezTo>
                <a:cubicBezTo>
                  <a:pt x="1189112" y="135972"/>
                  <a:pt x="1189112" y="140533"/>
                  <a:pt x="1191848" y="141521"/>
                </a:cubicBezTo>
                <a:cubicBezTo>
                  <a:pt x="1194904" y="142290"/>
                  <a:pt x="1198077" y="142470"/>
                  <a:pt x="1201199" y="142053"/>
                </a:cubicBezTo>
                <a:cubicBezTo>
                  <a:pt x="1204153" y="139811"/>
                  <a:pt x="1206333" y="136701"/>
                  <a:pt x="1207432" y="133159"/>
                </a:cubicBezTo>
                <a:cubicBezTo>
                  <a:pt x="1207432" y="131563"/>
                  <a:pt x="1207509" y="127153"/>
                  <a:pt x="1206748" y="126469"/>
                </a:cubicBezTo>
                <a:close/>
                <a:moveTo>
                  <a:pt x="1455185" y="124721"/>
                </a:moveTo>
                <a:cubicBezTo>
                  <a:pt x="1457173" y="125097"/>
                  <a:pt x="1458972" y="126143"/>
                  <a:pt x="1460279" y="127686"/>
                </a:cubicBezTo>
                <a:cubicBezTo>
                  <a:pt x="1462940" y="130499"/>
                  <a:pt x="1465828" y="131868"/>
                  <a:pt x="1467881" y="134756"/>
                </a:cubicBezTo>
                <a:cubicBezTo>
                  <a:pt x="1469057" y="136930"/>
                  <a:pt x="1469830" y="139300"/>
                  <a:pt x="1470161" y="141750"/>
                </a:cubicBezTo>
                <a:cubicBezTo>
                  <a:pt x="1470618" y="143423"/>
                  <a:pt x="1473126" y="145475"/>
                  <a:pt x="1473126" y="146387"/>
                </a:cubicBezTo>
                <a:cubicBezTo>
                  <a:pt x="1472594" y="152925"/>
                  <a:pt x="1467805" y="152773"/>
                  <a:pt x="1461343" y="157334"/>
                </a:cubicBezTo>
                <a:cubicBezTo>
                  <a:pt x="1457802" y="159263"/>
                  <a:pt x="1454655" y="161842"/>
                  <a:pt x="1452069" y="164936"/>
                </a:cubicBezTo>
                <a:cubicBezTo>
                  <a:pt x="1450034" y="166999"/>
                  <a:pt x="1447603" y="168628"/>
                  <a:pt x="1444922" y="169726"/>
                </a:cubicBezTo>
                <a:cubicBezTo>
                  <a:pt x="1437700" y="172842"/>
                  <a:pt x="1431239" y="172538"/>
                  <a:pt x="1430707" y="179685"/>
                </a:cubicBezTo>
                <a:cubicBezTo>
                  <a:pt x="1430175" y="186830"/>
                  <a:pt x="1434128" y="183942"/>
                  <a:pt x="1434128" y="191544"/>
                </a:cubicBezTo>
                <a:cubicBezTo>
                  <a:pt x="1433788" y="193530"/>
                  <a:pt x="1432980" y="195405"/>
                  <a:pt x="1431771" y="197017"/>
                </a:cubicBezTo>
                <a:cubicBezTo>
                  <a:pt x="1430645" y="198459"/>
                  <a:pt x="1429982" y="200208"/>
                  <a:pt x="1429871" y="202034"/>
                </a:cubicBezTo>
                <a:cubicBezTo>
                  <a:pt x="1429851" y="203903"/>
                  <a:pt x="1429353" y="205734"/>
                  <a:pt x="1428426" y="207356"/>
                </a:cubicBezTo>
                <a:cubicBezTo>
                  <a:pt x="1427594" y="209107"/>
                  <a:pt x="1427252" y="211051"/>
                  <a:pt x="1427438" y="212981"/>
                </a:cubicBezTo>
                <a:cubicBezTo>
                  <a:pt x="1427285" y="219975"/>
                  <a:pt x="1426146" y="225829"/>
                  <a:pt x="1428198" y="227577"/>
                </a:cubicBezTo>
                <a:cubicBezTo>
                  <a:pt x="1436947" y="226871"/>
                  <a:pt x="1445729" y="226668"/>
                  <a:pt x="1454501" y="226969"/>
                </a:cubicBezTo>
                <a:cubicBezTo>
                  <a:pt x="1457694" y="226969"/>
                  <a:pt x="1458987" y="224841"/>
                  <a:pt x="1461344" y="224309"/>
                </a:cubicBezTo>
                <a:cubicBezTo>
                  <a:pt x="1463489" y="223833"/>
                  <a:pt x="1465683" y="223603"/>
                  <a:pt x="1467881" y="223624"/>
                </a:cubicBezTo>
                <a:cubicBezTo>
                  <a:pt x="1470316" y="224039"/>
                  <a:pt x="1472708" y="224675"/>
                  <a:pt x="1475027" y="225525"/>
                </a:cubicBezTo>
                <a:cubicBezTo>
                  <a:pt x="1477458" y="226628"/>
                  <a:pt x="1479797" y="227924"/>
                  <a:pt x="1482020" y="229402"/>
                </a:cubicBezTo>
                <a:cubicBezTo>
                  <a:pt x="1484606" y="231226"/>
                  <a:pt x="1489243" y="232215"/>
                  <a:pt x="1491143" y="237004"/>
                </a:cubicBezTo>
                <a:cubicBezTo>
                  <a:pt x="1491724" y="239030"/>
                  <a:pt x="1492006" y="241130"/>
                  <a:pt x="1491979" y="243238"/>
                </a:cubicBezTo>
                <a:lnTo>
                  <a:pt x="1490686" y="243390"/>
                </a:lnTo>
                <a:cubicBezTo>
                  <a:pt x="1490690" y="244238"/>
                  <a:pt x="1491017" y="245054"/>
                  <a:pt x="1491599" y="245671"/>
                </a:cubicBezTo>
                <a:cubicBezTo>
                  <a:pt x="1492162" y="246689"/>
                  <a:pt x="1492376" y="247864"/>
                  <a:pt x="1492208" y="249015"/>
                </a:cubicBezTo>
                <a:cubicBezTo>
                  <a:pt x="1491852" y="250961"/>
                  <a:pt x="1491074" y="252803"/>
                  <a:pt x="1489927" y="254413"/>
                </a:cubicBezTo>
                <a:cubicBezTo>
                  <a:pt x="1488710" y="256313"/>
                  <a:pt x="1487190" y="259050"/>
                  <a:pt x="1485365" y="259050"/>
                </a:cubicBezTo>
                <a:cubicBezTo>
                  <a:pt x="1480500" y="259202"/>
                  <a:pt x="1478067" y="259658"/>
                  <a:pt x="1476471" y="259583"/>
                </a:cubicBezTo>
                <a:cubicBezTo>
                  <a:pt x="1474875" y="259506"/>
                  <a:pt x="1470161" y="257910"/>
                  <a:pt x="1466816" y="257910"/>
                </a:cubicBezTo>
                <a:cubicBezTo>
                  <a:pt x="1463471" y="257910"/>
                  <a:pt x="1461115" y="258822"/>
                  <a:pt x="1456934" y="258746"/>
                </a:cubicBezTo>
                <a:cubicBezTo>
                  <a:pt x="1452753" y="258670"/>
                  <a:pt x="1445227" y="257910"/>
                  <a:pt x="1440589" y="257377"/>
                </a:cubicBezTo>
                <a:cubicBezTo>
                  <a:pt x="1437625" y="256997"/>
                  <a:pt x="1428350" y="257758"/>
                  <a:pt x="1425385" y="257377"/>
                </a:cubicBezTo>
                <a:cubicBezTo>
                  <a:pt x="1420285" y="256900"/>
                  <a:pt x="1415140" y="257311"/>
                  <a:pt x="1410181" y="258594"/>
                </a:cubicBezTo>
                <a:lnTo>
                  <a:pt x="1395661" y="260646"/>
                </a:lnTo>
                <a:cubicBezTo>
                  <a:pt x="1390492" y="261407"/>
                  <a:pt x="1383802" y="260267"/>
                  <a:pt x="1379164" y="260267"/>
                </a:cubicBezTo>
                <a:cubicBezTo>
                  <a:pt x="1369218" y="261194"/>
                  <a:pt x="1359404" y="263208"/>
                  <a:pt x="1349897" y="266272"/>
                </a:cubicBezTo>
                <a:cubicBezTo>
                  <a:pt x="1337809" y="270453"/>
                  <a:pt x="1316676" y="280260"/>
                  <a:pt x="1314015" y="279956"/>
                </a:cubicBezTo>
                <a:cubicBezTo>
                  <a:pt x="1311354" y="279652"/>
                  <a:pt x="1305729" y="272126"/>
                  <a:pt x="1300331" y="267032"/>
                </a:cubicBezTo>
                <a:cubicBezTo>
                  <a:pt x="1299875" y="264519"/>
                  <a:pt x="1299875" y="261943"/>
                  <a:pt x="1300331" y="259430"/>
                </a:cubicBezTo>
                <a:cubicBezTo>
                  <a:pt x="1300832" y="256317"/>
                  <a:pt x="1300545" y="253128"/>
                  <a:pt x="1299495" y="250156"/>
                </a:cubicBezTo>
                <a:cubicBezTo>
                  <a:pt x="1301547" y="246583"/>
                  <a:pt x="1313483" y="242173"/>
                  <a:pt x="1314699" y="241869"/>
                </a:cubicBezTo>
                <a:cubicBezTo>
                  <a:pt x="1315915" y="241565"/>
                  <a:pt x="1320629" y="243390"/>
                  <a:pt x="1323517" y="242706"/>
                </a:cubicBezTo>
                <a:cubicBezTo>
                  <a:pt x="1325038" y="242326"/>
                  <a:pt x="1335833" y="237916"/>
                  <a:pt x="1341762" y="235787"/>
                </a:cubicBezTo>
                <a:cubicBezTo>
                  <a:pt x="1344119" y="235028"/>
                  <a:pt x="1347540" y="234875"/>
                  <a:pt x="1349364" y="234344"/>
                </a:cubicBezTo>
                <a:cubicBezTo>
                  <a:pt x="1354989" y="232595"/>
                  <a:pt x="1363276" y="228414"/>
                  <a:pt x="1369358" y="225981"/>
                </a:cubicBezTo>
                <a:cubicBezTo>
                  <a:pt x="1382358" y="220812"/>
                  <a:pt x="1383042" y="205152"/>
                  <a:pt x="1385018" y="199222"/>
                </a:cubicBezTo>
                <a:cubicBezTo>
                  <a:pt x="1386061" y="196345"/>
                  <a:pt x="1386601" y="193311"/>
                  <a:pt x="1386615" y="190252"/>
                </a:cubicBezTo>
                <a:cubicBezTo>
                  <a:pt x="1386691" y="187287"/>
                  <a:pt x="1386462" y="183714"/>
                  <a:pt x="1385018" y="183181"/>
                </a:cubicBezTo>
                <a:cubicBezTo>
                  <a:pt x="1382458" y="183399"/>
                  <a:pt x="1379916" y="183806"/>
                  <a:pt x="1377416" y="184398"/>
                </a:cubicBezTo>
                <a:cubicBezTo>
                  <a:pt x="1374215" y="185498"/>
                  <a:pt x="1370779" y="185734"/>
                  <a:pt x="1367458" y="185082"/>
                </a:cubicBezTo>
                <a:cubicBezTo>
                  <a:pt x="1364417" y="183638"/>
                  <a:pt x="1364873" y="180065"/>
                  <a:pt x="1364417" y="176036"/>
                </a:cubicBezTo>
                <a:cubicBezTo>
                  <a:pt x="1363444" y="171948"/>
                  <a:pt x="1361397" y="168195"/>
                  <a:pt x="1358487" y="165164"/>
                </a:cubicBezTo>
                <a:cubicBezTo>
                  <a:pt x="1357346" y="162397"/>
                  <a:pt x="1356828" y="159412"/>
                  <a:pt x="1356966" y="156422"/>
                </a:cubicBezTo>
                <a:cubicBezTo>
                  <a:pt x="1357042" y="154826"/>
                  <a:pt x="1356207" y="149580"/>
                  <a:pt x="1356207" y="147984"/>
                </a:cubicBezTo>
                <a:cubicBezTo>
                  <a:pt x="1356207" y="143803"/>
                  <a:pt x="1360160" y="143499"/>
                  <a:pt x="1363809" y="141674"/>
                </a:cubicBezTo>
                <a:cubicBezTo>
                  <a:pt x="1368329" y="142464"/>
                  <a:pt x="1372798" y="143530"/>
                  <a:pt x="1377188" y="144867"/>
                </a:cubicBezTo>
                <a:cubicBezTo>
                  <a:pt x="1387924" y="143704"/>
                  <a:pt x="1398584" y="141927"/>
                  <a:pt x="1409117" y="139546"/>
                </a:cubicBezTo>
                <a:cubicBezTo>
                  <a:pt x="1411474" y="139013"/>
                  <a:pt x="1414058" y="138177"/>
                  <a:pt x="1414666" y="138025"/>
                </a:cubicBezTo>
                <a:cubicBezTo>
                  <a:pt x="1415275" y="137873"/>
                  <a:pt x="1417479" y="136885"/>
                  <a:pt x="1418619" y="136505"/>
                </a:cubicBezTo>
                <a:cubicBezTo>
                  <a:pt x="1426961" y="134058"/>
                  <a:pt x="1434995" y="130666"/>
                  <a:pt x="1442566" y="126394"/>
                </a:cubicBezTo>
                <a:cubicBezTo>
                  <a:pt x="1444739" y="125647"/>
                  <a:pt x="1447043" y="125362"/>
                  <a:pt x="1449332" y="125558"/>
                </a:cubicBezTo>
                <a:cubicBezTo>
                  <a:pt x="1451298" y="125389"/>
                  <a:pt x="1453251" y="125110"/>
                  <a:pt x="1455185" y="124721"/>
                </a:cubicBezTo>
                <a:close/>
                <a:moveTo>
                  <a:pt x="1118869" y="115903"/>
                </a:moveTo>
                <a:cubicBezTo>
                  <a:pt x="1122594" y="113698"/>
                  <a:pt x="1124494" y="121908"/>
                  <a:pt x="1125711" y="124873"/>
                </a:cubicBezTo>
                <a:cubicBezTo>
                  <a:pt x="1126395" y="126317"/>
                  <a:pt x="1124343" y="131943"/>
                  <a:pt x="1124114" y="133919"/>
                </a:cubicBezTo>
                <a:cubicBezTo>
                  <a:pt x="1123886" y="135896"/>
                  <a:pt x="1120997" y="138329"/>
                  <a:pt x="1120997" y="144258"/>
                </a:cubicBezTo>
                <a:cubicBezTo>
                  <a:pt x="1121074" y="146919"/>
                  <a:pt x="1118641" y="148896"/>
                  <a:pt x="1115372" y="151860"/>
                </a:cubicBezTo>
                <a:cubicBezTo>
                  <a:pt x="1112028" y="155094"/>
                  <a:pt x="1108905" y="158548"/>
                  <a:pt x="1106022" y="162199"/>
                </a:cubicBezTo>
                <a:cubicBezTo>
                  <a:pt x="1104498" y="165827"/>
                  <a:pt x="1104152" y="169843"/>
                  <a:pt x="1105033" y="173678"/>
                </a:cubicBezTo>
                <a:cubicBezTo>
                  <a:pt x="1105033" y="174970"/>
                  <a:pt x="1103437" y="179076"/>
                  <a:pt x="1105717" y="181280"/>
                </a:cubicBezTo>
                <a:cubicBezTo>
                  <a:pt x="1107998" y="183485"/>
                  <a:pt x="1110507" y="181129"/>
                  <a:pt x="1111799" y="181280"/>
                </a:cubicBezTo>
                <a:cubicBezTo>
                  <a:pt x="1113092" y="181433"/>
                  <a:pt x="1112255" y="184017"/>
                  <a:pt x="1113776" y="186829"/>
                </a:cubicBezTo>
                <a:cubicBezTo>
                  <a:pt x="1116588" y="192227"/>
                  <a:pt x="1117501" y="193064"/>
                  <a:pt x="1117501" y="195724"/>
                </a:cubicBezTo>
                <a:cubicBezTo>
                  <a:pt x="1117424" y="197245"/>
                  <a:pt x="1117424" y="198537"/>
                  <a:pt x="1116208" y="199297"/>
                </a:cubicBezTo>
                <a:cubicBezTo>
                  <a:pt x="1109168" y="203540"/>
                  <a:pt x="1103167" y="209308"/>
                  <a:pt x="1098648" y="216174"/>
                </a:cubicBezTo>
                <a:cubicBezTo>
                  <a:pt x="1098148" y="218508"/>
                  <a:pt x="1098442" y="220943"/>
                  <a:pt x="1099484" y="223092"/>
                </a:cubicBezTo>
                <a:cubicBezTo>
                  <a:pt x="1100928" y="223092"/>
                  <a:pt x="1104577" y="223092"/>
                  <a:pt x="1106174" y="223092"/>
                </a:cubicBezTo>
                <a:lnTo>
                  <a:pt x="1105946" y="223548"/>
                </a:lnTo>
                <a:cubicBezTo>
                  <a:pt x="1108332" y="224207"/>
                  <a:pt x="1110456" y="225588"/>
                  <a:pt x="1112027" y="227501"/>
                </a:cubicBezTo>
                <a:cubicBezTo>
                  <a:pt x="1113121" y="229515"/>
                  <a:pt x="1113744" y="231750"/>
                  <a:pt x="1113852" y="234039"/>
                </a:cubicBezTo>
                <a:cubicBezTo>
                  <a:pt x="1112711" y="243694"/>
                  <a:pt x="1104349" y="249699"/>
                  <a:pt x="1096747" y="254564"/>
                </a:cubicBezTo>
                <a:cubicBezTo>
                  <a:pt x="1089145" y="259429"/>
                  <a:pt x="1075385" y="264751"/>
                  <a:pt x="1068848" y="268476"/>
                </a:cubicBezTo>
                <a:cubicBezTo>
                  <a:pt x="1063450" y="271593"/>
                  <a:pt x="1058357" y="279347"/>
                  <a:pt x="1055240" y="280639"/>
                </a:cubicBezTo>
                <a:cubicBezTo>
                  <a:pt x="1055240" y="280639"/>
                  <a:pt x="1051515" y="281855"/>
                  <a:pt x="1049843" y="280639"/>
                </a:cubicBezTo>
                <a:cubicBezTo>
                  <a:pt x="1047365" y="279744"/>
                  <a:pt x="1044823" y="279033"/>
                  <a:pt x="1042241" y="278511"/>
                </a:cubicBezTo>
                <a:cubicBezTo>
                  <a:pt x="1039656" y="277674"/>
                  <a:pt x="1040872" y="274025"/>
                  <a:pt x="1038972" y="271821"/>
                </a:cubicBezTo>
                <a:cubicBezTo>
                  <a:pt x="1036985" y="269885"/>
                  <a:pt x="1035385" y="267589"/>
                  <a:pt x="1034258" y="265055"/>
                </a:cubicBezTo>
                <a:cubicBezTo>
                  <a:pt x="1032671" y="261151"/>
                  <a:pt x="1031944" y="256950"/>
                  <a:pt x="1032130" y="252739"/>
                </a:cubicBezTo>
                <a:cubicBezTo>
                  <a:pt x="1034397" y="247371"/>
                  <a:pt x="1038766" y="243168"/>
                  <a:pt x="1044217" y="241109"/>
                </a:cubicBezTo>
                <a:cubicBezTo>
                  <a:pt x="1046617" y="239543"/>
                  <a:pt x="1048927" y="237842"/>
                  <a:pt x="1051135" y="236015"/>
                </a:cubicBezTo>
                <a:cubicBezTo>
                  <a:pt x="1053249" y="234843"/>
                  <a:pt x="1054968" y="233070"/>
                  <a:pt x="1056076" y="230921"/>
                </a:cubicBezTo>
                <a:cubicBezTo>
                  <a:pt x="1056736" y="229344"/>
                  <a:pt x="1057172" y="227680"/>
                  <a:pt x="1057368" y="225980"/>
                </a:cubicBezTo>
                <a:cubicBezTo>
                  <a:pt x="1057521" y="223396"/>
                  <a:pt x="1058813" y="221496"/>
                  <a:pt x="1058812" y="219595"/>
                </a:cubicBezTo>
                <a:cubicBezTo>
                  <a:pt x="1058603" y="217701"/>
                  <a:pt x="1057806" y="215919"/>
                  <a:pt x="1056532" y="214502"/>
                </a:cubicBezTo>
                <a:cubicBezTo>
                  <a:pt x="1055304" y="213253"/>
                  <a:pt x="1054368" y="211747"/>
                  <a:pt x="1053795" y="210092"/>
                </a:cubicBezTo>
                <a:cubicBezTo>
                  <a:pt x="1053795" y="210016"/>
                  <a:pt x="1048323" y="203706"/>
                  <a:pt x="1048322" y="200590"/>
                </a:cubicBezTo>
                <a:cubicBezTo>
                  <a:pt x="1048503" y="195786"/>
                  <a:pt x="1052270" y="191889"/>
                  <a:pt x="1057064" y="191543"/>
                </a:cubicBezTo>
                <a:cubicBezTo>
                  <a:pt x="1058585" y="190935"/>
                  <a:pt x="1061397" y="191543"/>
                  <a:pt x="1062918" y="191543"/>
                </a:cubicBezTo>
                <a:cubicBezTo>
                  <a:pt x="1066567" y="191239"/>
                  <a:pt x="1069152" y="187742"/>
                  <a:pt x="1071129" y="184778"/>
                </a:cubicBezTo>
                <a:cubicBezTo>
                  <a:pt x="1072185" y="180699"/>
                  <a:pt x="1072796" y="176519"/>
                  <a:pt x="1072952" y="172310"/>
                </a:cubicBezTo>
                <a:cubicBezTo>
                  <a:pt x="1074169" y="168053"/>
                  <a:pt x="1069076" y="167368"/>
                  <a:pt x="1066567" y="166380"/>
                </a:cubicBezTo>
                <a:cubicBezTo>
                  <a:pt x="1064154" y="165162"/>
                  <a:pt x="1061601" y="164244"/>
                  <a:pt x="1058965" y="163643"/>
                </a:cubicBezTo>
                <a:cubicBezTo>
                  <a:pt x="1056913" y="163492"/>
                  <a:pt x="1055164" y="161059"/>
                  <a:pt x="1054176" y="158398"/>
                </a:cubicBezTo>
                <a:cubicBezTo>
                  <a:pt x="1053188" y="155737"/>
                  <a:pt x="1052351" y="156574"/>
                  <a:pt x="1050223" y="155737"/>
                </a:cubicBezTo>
                <a:cubicBezTo>
                  <a:pt x="1048093" y="154901"/>
                  <a:pt x="1048093" y="147680"/>
                  <a:pt x="1048093" y="146843"/>
                </a:cubicBezTo>
                <a:cubicBezTo>
                  <a:pt x="1048093" y="146007"/>
                  <a:pt x="1050299" y="145094"/>
                  <a:pt x="1052199" y="144258"/>
                </a:cubicBezTo>
                <a:cubicBezTo>
                  <a:pt x="1054100" y="143422"/>
                  <a:pt x="1054100" y="142054"/>
                  <a:pt x="1055316" y="139469"/>
                </a:cubicBezTo>
                <a:cubicBezTo>
                  <a:pt x="1056533" y="136884"/>
                  <a:pt x="1059345" y="136276"/>
                  <a:pt x="1061930" y="135592"/>
                </a:cubicBezTo>
                <a:cubicBezTo>
                  <a:pt x="1064834" y="135421"/>
                  <a:pt x="1067728" y="135091"/>
                  <a:pt x="1070596" y="134604"/>
                </a:cubicBezTo>
                <a:cubicBezTo>
                  <a:pt x="1082759" y="129663"/>
                  <a:pt x="1096519" y="116055"/>
                  <a:pt x="1108150" y="116663"/>
                </a:cubicBezTo>
                <a:cubicBezTo>
                  <a:pt x="1114079" y="117043"/>
                  <a:pt x="1116512" y="117196"/>
                  <a:pt x="1118869" y="115903"/>
                </a:cubicBezTo>
                <a:close/>
                <a:moveTo>
                  <a:pt x="1643565" y="115599"/>
                </a:moveTo>
                <a:cubicBezTo>
                  <a:pt x="1646377" y="116054"/>
                  <a:pt x="1653903" y="114762"/>
                  <a:pt x="1654587" y="116054"/>
                </a:cubicBezTo>
                <a:cubicBezTo>
                  <a:pt x="1656774" y="119257"/>
                  <a:pt x="1659834" y="121764"/>
                  <a:pt x="1663406" y="123277"/>
                </a:cubicBezTo>
                <a:cubicBezTo>
                  <a:pt x="1666371" y="124797"/>
                  <a:pt x="1665079" y="126850"/>
                  <a:pt x="1665459" y="129510"/>
                </a:cubicBezTo>
                <a:cubicBezTo>
                  <a:pt x="1665839" y="132171"/>
                  <a:pt x="1667511" y="133236"/>
                  <a:pt x="1666675" y="135516"/>
                </a:cubicBezTo>
                <a:cubicBezTo>
                  <a:pt x="1665839" y="137797"/>
                  <a:pt x="1663787" y="141826"/>
                  <a:pt x="1662038" y="146691"/>
                </a:cubicBezTo>
                <a:cubicBezTo>
                  <a:pt x="1662038" y="147755"/>
                  <a:pt x="1660669" y="153228"/>
                  <a:pt x="1662038" y="153228"/>
                </a:cubicBezTo>
                <a:cubicBezTo>
                  <a:pt x="1663615" y="153324"/>
                  <a:pt x="1665183" y="152925"/>
                  <a:pt x="1666523" y="152089"/>
                </a:cubicBezTo>
                <a:cubicBezTo>
                  <a:pt x="1667207" y="151785"/>
                  <a:pt x="1670248" y="150264"/>
                  <a:pt x="1672148" y="149579"/>
                </a:cubicBezTo>
                <a:cubicBezTo>
                  <a:pt x="1674432" y="149071"/>
                  <a:pt x="1676651" y="148306"/>
                  <a:pt x="1678762" y="147299"/>
                </a:cubicBezTo>
                <a:cubicBezTo>
                  <a:pt x="1681348" y="145475"/>
                  <a:pt x="1684767" y="141826"/>
                  <a:pt x="1686365" y="141826"/>
                </a:cubicBezTo>
                <a:cubicBezTo>
                  <a:pt x="1686365" y="141826"/>
                  <a:pt x="1696475" y="138861"/>
                  <a:pt x="1698224" y="141826"/>
                </a:cubicBezTo>
                <a:cubicBezTo>
                  <a:pt x="1699972" y="144791"/>
                  <a:pt x="1704229" y="144487"/>
                  <a:pt x="1708563" y="145171"/>
                </a:cubicBezTo>
                <a:cubicBezTo>
                  <a:pt x="1712895" y="145855"/>
                  <a:pt x="1715708" y="152849"/>
                  <a:pt x="1715708" y="158779"/>
                </a:cubicBezTo>
                <a:cubicBezTo>
                  <a:pt x="1715784" y="161211"/>
                  <a:pt x="1715632" y="162199"/>
                  <a:pt x="1712971" y="162199"/>
                </a:cubicBezTo>
                <a:cubicBezTo>
                  <a:pt x="1711528" y="162275"/>
                  <a:pt x="1709931" y="164708"/>
                  <a:pt x="1707270" y="166456"/>
                </a:cubicBezTo>
                <a:cubicBezTo>
                  <a:pt x="1703123" y="168842"/>
                  <a:pt x="1698708" y="170730"/>
                  <a:pt x="1694118" y="172082"/>
                </a:cubicBezTo>
                <a:cubicBezTo>
                  <a:pt x="1691805" y="173626"/>
                  <a:pt x="1689229" y="174734"/>
                  <a:pt x="1686516" y="175351"/>
                </a:cubicBezTo>
                <a:cubicBezTo>
                  <a:pt x="1683171" y="175807"/>
                  <a:pt x="1680207" y="175959"/>
                  <a:pt x="1677699" y="176491"/>
                </a:cubicBezTo>
                <a:cubicBezTo>
                  <a:pt x="1672990" y="177647"/>
                  <a:pt x="1668445" y="179383"/>
                  <a:pt x="1664166" y="181661"/>
                </a:cubicBezTo>
                <a:cubicBezTo>
                  <a:pt x="1662342" y="183594"/>
                  <a:pt x="1660829" y="185800"/>
                  <a:pt x="1659681" y="188198"/>
                </a:cubicBezTo>
                <a:cubicBezTo>
                  <a:pt x="1658624" y="191758"/>
                  <a:pt x="1659209" y="195604"/>
                  <a:pt x="1661277" y="198689"/>
                </a:cubicBezTo>
                <a:cubicBezTo>
                  <a:pt x="1667609" y="207312"/>
                  <a:pt x="1675134" y="214992"/>
                  <a:pt x="1683628" y="221495"/>
                </a:cubicBezTo>
                <a:cubicBezTo>
                  <a:pt x="1687657" y="224916"/>
                  <a:pt x="1693358" y="236700"/>
                  <a:pt x="1700124" y="240120"/>
                </a:cubicBezTo>
                <a:cubicBezTo>
                  <a:pt x="1706159" y="243404"/>
                  <a:pt x="1711841" y="247302"/>
                  <a:pt x="1717077" y="251751"/>
                </a:cubicBezTo>
                <a:cubicBezTo>
                  <a:pt x="1720164" y="253387"/>
                  <a:pt x="1723429" y="254663"/>
                  <a:pt x="1726807" y="255553"/>
                </a:cubicBezTo>
                <a:cubicBezTo>
                  <a:pt x="1729848" y="256845"/>
                  <a:pt x="1732509" y="259657"/>
                  <a:pt x="1734410" y="260342"/>
                </a:cubicBezTo>
                <a:cubicBezTo>
                  <a:pt x="1739351" y="262014"/>
                  <a:pt x="1743608" y="263535"/>
                  <a:pt x="1751210" y="266576"/>
                </a:cubicBezTo>
                <a:cubicBezTo>
                  <a:pt x="1753034" y="267336"/>
                  <a:pt x="1756075" y="267564"/>
                  <a:pt x="1756987" y="269236"/>
                </a:cubicBezTo>
                <a:lnTo>
                  <a:pt x="1756379" y="269996"/>
                </a:lnTo>
                <a:cubicBezTo>
                  <a:pt x="1757140" y="271441"/>
                  <a:pt x="1754706" y="272733"/>
                  <a:pt x="1754555" y="274406"/>
                </a:cubicBezTo>
                <a:cubicBezTo>
                  <a:pt x="1754403" y="276078"/>
                  <a:pt x="1755163" y="278891"/>
                  <a:pt x="1753719" y="280639"/>
                </a:cubicBezTo>
                <a:cubicBezTo>
                  <a:pt x="1751382" y="283635"/>
                  <a:pt x="1747859" y="285466"/>
                  <a:pt x="1744064" y="285657"/>
                </a:cubicBezTo>
                <a:cubicBezTo>
                  <a:pt x="1742467" y="285809"/>
                  <a:pt x="1741251" y="288090"/>
                  <a:pt x="1740111" y="288926"/>
                </a:cubicBezTo>
                <a:cubicBezTo>
                  <a:pt x="1738971" y="289762"/>
                  <a:pt x="1737298" y="289762"/>
                  <a:pt x="1736157" y="289762"/>
                </a:cubicBezTo>
                <a:cubicBezTo>
                  <a:pt x="1733185" y="289774"/>
                  <a:pt x="1730214" y="289596"/>
                  <a:pt x="1727263" y="289230"/>
                </a:cubicBezTo>
                <a:cubicBezTo>
                  <a:pt x="1724199" y="289398"/>
                  <a:pt x="1721129" y="289398"/>
                  <a:pt x="1718065" y="289230"/>
                </a:cubicBezTo>
                <a:cubicBezTo>
                  <a:pt x="1715310" y="289205"/>
                  <a:pt x="1712581" y="288691"/>
                  <a:pt x="1710006" y="287710"/>
                </a:cubicBezTo>
                <a:cubicBezTo>
                  <a:pt x="1704989" y="284821"/>
                  <a:pt x="1701189" y="286949"/>
                  <a:pt x="1697387" y="285961"/>
                </a:cubicBezTo>
                <a:cubicBezTo>
                  <a:pt x="1694403" y="285424"/>
                  <a:pt x="1691797" y="283622"/>
                  <a:pt x="1690242" y="281020"/>
                </a:cubicBezTo>
                <a:cubicBezTo>
                  <a:pt x="1687809" y="274253"/>
                  <a:pt x="1691077" y="272277"/>
                  <a:pt x="1679295" y="261482"/>
                </a:cubicBezTo>
                <a:cubicBezTo>
                  <a:pt x="1674849" y="256493"/>
                  <a:pt x="1670711" y="251237"/>
                  <a:pt x="1666903" y="245746"/>
                </a:cubicBezTo>
                <a:cubicBezTo>
                  <a:pt x="1664585" y="242698"/>
                  <a:pt x="1662044" y="239827"/>
                  <a:pt x="1659301" y="237155"/>
                </a:cubicBezTo>
                <a:cubicBezTo>
                  <a:pt x="1651547" y="231454"/>
                  <a:pt x="1644629" y="223548"/>
                  <a:pt x="1642044" y="221951"/>
                </a:cubicBezTo>
                <a:cubicBezTo>
                  <a:pt x="1641132" y="221420"/>
                  <a:pt x="1635963" y="233735"/>
                  <a:pt x="1630109" y="240045"/>
                </a:cubicBezTo>
                <a:cubicBezTo>
                  <a:pt x="1624256" y="246354"/>
                  <a:pt x="1619999" y="249319"/>
                  <a:pt x="1612852" y="256921"/>
                </a:cubicBezTo>
                <a:cubicBezTo>
                  <a:pt x="1607637" y="261543"/>
                  <a:pt x="1601639" y="265200"/>
                  <a:pt x="1595140" y="267716"/>
                </a:cubicBezTo>
                <a:cubicBezTo>
                  <a:pt x="1592175" y="269692"/>
                  <a:pt x="1585409" y="272733"/>
                  <a:pt x="1581988" y="274862"/>
                </a:cubicBezTo>
                <a:cubicBezTo>
                  <a:pt x="1578567" y="276990"/>
                  <a:pt x="1572562" y="276686"/>
                  <a:pt x="1569901" y="277979"/>
                </a:cubicBezTo>
                <a:cubicBezTo>
                  <a:pt x="1567794" y="278803"/>
                  <a:pt x="1565549" y="279215"/>
                  <a:pt x="1563287" y="279195"/>
                </a:cubicBezTo>
                <a:cubicBezTo>
                  <a:pt x="1561462" y="278891"/>
                  <a:pt x="1560170" y="276306"/>
                  <a:pt x="1558801" y="275318"/>
                </a:cubicBezTo>
                <a:cubicBezTo>
                  <a:pt x="1557433" y="274330"/>
                  <a:pt x="1557433" y="269388"/>
                  <a:pt x="1555381" y="268476"/>
                </a:cubicBezTo>
                <a:cubicBezTo>
                  <a:pt x="1553400" y="267990"/>
                  <a:pt x="1551467" y="267328"/>
                  <a:pt x="1549603" y="266500"/>
                </a:cubicBezTo>
                <a:cubicBezTo>
                  <a:pt x="1548387" y="265359"/>
                  <a:pt x="1549375" y="263459"/>
                  <a:pt x="1553328" y="262167"/>
                </a:cubicBezTo>
                <a:cubicBezTo>
                  <a:pt x="1556481" y="261096"/>
                  <a:pt x="1559378" y="259389"/>
                  <a:pt x="1561842" y="257149"/>
                </a:cubicBezTo>
                <a:cubicBezTo>
                  <a:pt x="1563933" y="255902"/>
                  <a:pt x="1565894" y="254451"/>
                  <a:pt x="1567696" y="252816"/>
                </a:cubicBezTo>
                <a:cubicBezTo>
                  <a:pt x="1568380" y="251980"/>
                  <a:pt x="1570813" y="251600"/>
                  <a:pt x="1571802" y="250992"/>
                </a:cubicBezTo>
                <a:cubicBezTo>
                  <a:pt x="1581450" y="242814"/>
                  <a:pt x="1590589" y="234055"/>
                  <a:pt x="1599169" y="224765"/>
                </a:cubicBezTo>
                <a:cubicBezTo>
                  <a:pt x="1604075" y="219479"/>
                  <a:pt x="1607691" y="213130"/>
                  <a:pt x="1609736" y="206215"/>
                </a:cubicBezTo>
                <a:cubicBezTo>
                  <a:pt x="1611030" y="203878"/>
                  <a:pt x="1611783" y="201280"/>
                  <a:pt x="1611940" y="198613"/>
                </a:cubicBezTo>
                <a:cubicBezTo>
                  <a:pt x="1611712" y="197397"/>
                  <a:pt x="1608063" y="198613"/>
                  <a:pt x="1606467" y="198613"/>
                </a:cubicBezTo>
                <a:cubicBezTo>
                  <a:pt x="1604870" y="198613"/>
                  <a:pt x="1603882" y="198537"/>
                  <a:pt x="1602285" y="198613"/>
                </a:cubicBezTo>
                <a:cubicBezTo>
                  <a:pt x="1600689" y="198689"/>
                  <a:pt x="1598485" y="200134"/>
                  <a:pt x="1596660" y="200134"/>
                </a:cubicBezTo>
                <a:cubicBezTo>
                  <a:pt x="1594912" y="200742"/>
                  <a:pt x="1593010" y="200742"/>
                  <a:pt x="1591262" y="200134"/>
                </a:cubicBezTo>
                <a:cubicBezTo>
                  <a:pt x="1588373" y="199222"/>
                  <a:pt x="1586853" y="196789"/>
                  <a:pt x="1582976" y="196257"/>
                </a:cubicBezTo>
                <a:cubicBezTo>
                  <a:pt x="1577745" y="194401"/>
                  <a:pt x="1574008" y="189753"/>
                  <a:pt x="1573321" y="184245"/>
                </a:cubicBezTo>
                <a:cubicBezTo>
                  <a:pt x="1572665" y="181426"/>
                  <a:pt x="1573667" y="178478"/>
                  <a:pt x="1575906" y="176643"/>
                </a:cubicBezTo>
                <a:cubicBezTo>
                  <a:pt x="1577883" y="175199"/>
                  <a:pt x="1578871" y="173146"/>
                  <a:pt x="1580468" y="171930"/>
                </a:cubicBezTo>
                <a:cubicBezTo>
                  <a:pt x="1582064" y="170714"/>
                  <a:pt x="1584953" y="170561"/>
                  <a:pt x="1586245" y="169726"/>
                </a:cubicBezTo>
                <a:cubicBezTo>
                  <a:pt x="1587538" y="168889"/>
                  <a:pt x="1588906" y="167369"/>
                  <a:pt x="1591110" y="166532"/>
                </a:cubicBezTo>
                <a:cubicBezTo>
                  <a:pt x="1593315" y="165696"/>
                  <a:pt x="1598940" y="166532"/>
                  <a:pt x="1602970" y="166532"/>
                </a:cubicBezTo>
                <a:cubicBezTo>
                  <a:pt x="1609895" y="165622"/>
                  <a:pt x="1616552" y="163266"/>
                  <a:pt x="1622507" y="159614"/>
                </a:cubicBezTo>
                <a:cubicBezTo>
                  <a:pt x="1622300" y="153398"/>
                  <a:pt x="1623577" y="147222"/>
                  <a:pt x="1626232" y="141597"/>
                </a:cubicBezTo>
                <a:cubicBezTo>
                  <a:pt x="1627131" y="137864"/>
                  <a:pt x="1627566" y="134034"/>
                  <a:pt x="1627524" y="130195"/>
                </a:cubicBezTo>
                <a:cubicBezTo>
                  <a:pt x="1627942" y="126920"/>
                  <a:pt x="1627761" y="123597"/>
                  <a:pt x="1626993" y="120387"/>
                </a:cubicBezTo>
                <a:cubicBezTo>
                  <a:pt x="1626916" y="117651"/>
                  <a:pt x="1628436" y="117347"/>
                  <a:pt x="1630033" y="116891"/>
                </a:cubicBezTo>
                <a:cubicBezTo>
                  <a:pt x="1635050" y="115522"/>
                  <a:pt x="1634975" y="117423"/>
                  <a:pt x="1637635" y="117499"/>
                </a:cubicBezTo>
                <a:cubicBezTo>
                  <a:pt x="1640296" y="117575"/>
                  <a:pt x="1640752" y="115142"/>
                  <a:pt x="1643565" y="115599"/>
                </a:cubicBezTo>
                <a:close/>
                <a:moveTo>
                  <a:pt x="591286" y="113166"/>
                </a:moveTo>
                <a:cubicBezTo>
                  <a:pt x="592729" y="113318"/>
                  <a:pt x="594402" y="115751"/>
                  <a:pt x="596911" y="116283"/>
                </a:cubicBezTo>
                <a:cubicBezTo>
                  <a:pt x="599419" y="116815"/>
                  <a:pt x="602992" y="116739"/>
                  <a:pt x="605881" y="117271"/>
                </a:cubicBezTo>
                <a:cubicBezTo>
                  <a:pt x="607402" y="117271"/>
                  <a:pt x="613483" y="117271"/>
                  <a:pt x="615004" y="117271"/>
                </a:cubicBezTo>
                <a:cubicBezTo>
                  <a:pt x="617059" y="117397"/>
                  <a:pt x="619071" y="117912"/>
                  <a:pt x="620933" y="118792"/>
                </a:cubicBezTo>
                <a:cubicBezTo>
                  <a:pt x="621846" y="119324"/>
                  <a:pt x="625039" y="120008"/>
                  <a:pt x="626179" y="121300"/>
                </a:cubicBezTo>
                <a:cubicBezTo>
                  <a:pt x="628760" y="123694"/>
                  <a:pt x="630695" y="126701"/>
                  <a:pt x="631804" y="130043"/>
                </a:cubicBezTo>
                <a:lnTo>
                  <a:pt x="630816" y="130423"/>
                </a:lnTo>
                <a:cubicBezTo>
                  <a:pt x="631196" y="133160"/>
                  <a:pt x="630360" y="134072"/>
                  <a:pt x="630360" y="136200"/>
                </a:cubicBezTo>
                <a:cubicBezTo>
                  <a:pt x="630695" y="139130"/>
                  <a:pt x="630695" y="142089"/>
                  <a:pt x="630360" y="145019"/>
                </a:cubicBezTo>
                <a:cubicBezTo>
                  <a:pt x="629980" y="146539"/>
                  <a:pt x="627699" y="150264"/>
                  <a:pt x="625874" y="154598"/>
                </a:cubicBezTo>
                <a:cubicBezTo>
                  <a:pt x="625226" y="157860"/>
                  <a:pt x="624795" y="161161"/>
                  <a:pt x="624582" y="164480"/>
                </a:cubicBezTo>
                <a:cubicBezTo>
                  <a:pt x="624507" y="169117"/>
                  <a:pt x="624278" y="172539"/>
                  <a:pt x="623594" y="182421"/>
                </a:cubicBezTo>
                <a:cubicBezTo>
                  <a:pt x="623442" y="185766"/>
                  <a:pt x="622530" y="188883"/>
                  <a:pt x="621997" y="193368"/>
                </a:cubicBezTo>
                <a:cubicBezTo>
                  <a:pt x="621770" y="195040"/>
                  <a:pt x="621313" y="199754"/>
                  <a:pt x="621313" y="202642"/>
                </a:cubicBezTo>
                <a:cubicBezTo>
                  <a:pt x="621237" y="206976"/>
                  <a:pt x="623214" y="207812"/>
                  <a:pt x="623442" y="208952"/>
                </a:cubicBezTo>
                <a:cubicBezTo>
                  <a:pt x="623670" y="210093"/>
                  <a:pt x="623746" y="210321"/>
                  <a:pt x="624050" y="212601"/>
                </a:cubicBezTo>
                <a:cubicBezTo>
                  <a:pt x="624354" y="214882"/>
                  <a:pt x="625647" y="215946"/>
                  <a:pt x="625266" y="218303"/>
                </a:cubicBezTo>
                <a:cubicBezTo>
                  <a:pt x="624886" y="220660"/>
                  <a:pt x="622909" y="224613"/>
                  <a:pt x="621846" y="230542"/>
                </a:cubicBezTo>
                <a:cubicBezTo>
                  <a:pt x="621293" y="233237"/>
                  <a:pt x="619747" y="235626"/>
                  <a:pt x="617513" y="237232"/>
                </a:cubicBezTo>
                <a:cubicBezTo>
                  <a:pt x="613654" y="240462"/>
                  <a:pt x="609286" y="243030"/>
                  <a:pt x="604589" y="244834"/>
                </a:cubicBezTo>
                <a:cubicBezTo>
                  <a:pt x="599419" y="246507"/>
                  <a:pt x="596227" y="253652"/>
                  <a:pt x="593262" y="255553"/>
                </a:cubicBezTo>
                <a:cubicBezTo>
                  <a:pt x="589393" y="257585"/>
                  <a:pt x="585408" y="259388"/>
                  <a:pt x="581327" y="260950"/>
                </a:cubicBezTo>
                <a:cubicBezTo>
                  <a:pt x="575888" y="263295"/>
                  <a:pt x="570778" y="266336"/>
                  <a:pt x="566123" y="269997"/>
                </a:cubicBezTo>
                <a:cubicBezTo>
                  <a:pt x="563134" y="271601"/>
                  <a:pt x="560004" y="272924"/>
                  <a:pt x="556772" y="273950"/>
                </a:cubicBezTo>
                <a:cubicBezTo>
                  <a:pt x="552196" y="277834"/>
                  <a:pt x="547315" y="281341"/>
                  <a:pt x="542176" y="284441"/>
                </a:cubicBezTo>
                <a:cubicBezTo>
                  <a:pt x="539211" y="285733"/>
                  <a:pt x="535639" y="278968"/>
                  <a:pt x="532825" y="276003"/>
                </a:cubicBezTo>
                <a:cubicBezTo>
                  <a:pt x="530945" y="274305"/>
                  <a:pt x="528938" y="272755"/>
                  <a:pt x="526820" y="271366"/>
                </a:cubicBezTo>
                <a:cubicBezTo>
                  <a:pt x="525147" y="269997"/>
                  <a:pt x="525755" y="266120"/>
                  <a:pt x="525147" y="263764"/>
                </a:cubicBezTo>
                <a:cubicBezTo>
                  <a:pt x="524539" y="261407"/>
                  <a:pt x="523019" y="258214"/>
                  <a:pt x="523019" y="257150"/>
                </a:cubicBezTo>
                <a:cubicBezTo>
                  <a:pt x="523176" y="254917"/>
                  <a:pt x="524593" y="252970"/>
                  <a:pt x="526668" y="252132"/>
                </a:cubicBezTo>
                <a:cubicBezTo>
                  <a:pt x="528341" y="251600"/>
                  <a:pt x="530697" y="252360"/>
                  <a:pt x="532294" y="251600"/>
                </a:cubicBezTo>
                <a:cubicBezTo>
                  <a:pt x="535346" y="250121"/>
                  <a:pt x="538269" y="248393"/>
                  <a:pt x="541035" y="246430"/>
                </a:cubicBezTo>
                <a:cubicBezTo>
                  <a:pt x="543946" y="244757"/>
                  <a:pt x="547102" y="243552"/>
                  <a:pt x="550386" y="242858"/>
                </a:cubicBezTo>
                <a:cubicBezTo>
                  <a:pt x="555988" y="240253"/>
                  <a:pt x="561399" y="237255"/>
                  <a:pt x="566578" y="233887"/>
                </a:cubicBezTo>
                <a:cubicBezTo>
                  <a:pt x="569239" y="232442"/>
                  <a:pt x="574180" y="230010"/>
                  <a:pt x="574180" y="226285"/>
                </a:cubicBezTo>
                <a:cubicBezTo>
                  <a:pt x="574389" y="220554"/>
                  <a:pt x="574236" y="214816"/>
                  <a:pt x="573725" y="209105"/>
                </a:cubicBezTo>
                <a:cubicBezTo>
                  <a:pt x="572888" y="207356"/>
                  <a:pt x="569695" y="206672"/>
                  <a:pt x="569696" y="206672"/>
                </a:cubicBezTo>
                <a:cubicBezTo>
                  <a:pt x="567227" y="207389"/>
                  <a:pt x="564664" y="207723"/>
                  <a:pt x="562094" y="207660"/>
                </a:cubicBezTo>
                <a:cubicBezTo>
                  <a:pt x="559649" y="208338"/>
                  <a:pt x="557260" y="209202"/>
                  <a:pt x="554947" y="210244"/>
                </a:cubicBezTo>
                <a:cubicBezTo>
                  <a:pt x="553503" y="210929"/>
                  <a:pt x="550918" y="211613"/>
                  <a:pt x="549550" y="210929"/>
                </a:cubicBezTo>
                <a:cubicBezTo>
                  <a:pt x="547997" y="210519"/>
                  <a:pt x="546712" y="209429"/>
                  <a:pt x="546053" y="207964"/>
                </a:cubicBezTo>
                <a:cubicBezTo>
                  <a:pt x="545059" y="205127"/>
                  <a:pt x="544521" y="202151"/>
                  <a:pt x="544457" y="199146"/>
                </a:cubicBezTo>
                <a:cubicBezTo>
                  <a:pt x="543547" y="197214"/>
                  <a:pt x="543030" y="195121"/>
                  <a:pt x="542936" y="192988"/>
                </a:cubicBezTo>
                <a:cubicBezTo>
                  <a:pt x="543632" y="188871"/>
                  <a:pt x="543862" y="184689"/>
                  <a:pt x="543620" y="180521"/>
                </a:cubicBezTo>
                <a:cubicBezTo>
                  <a:pt x="543620" y="175579"/>
                  <a:pt x="547725" y="173907"/>
                  <a:pt x="551223" y="173299"/>
                </a:cubicBezTo>
                <a:cubicBezTo>
                  <a:pt x="554719" y="172690"/>
                  <a:pt x="557836" y="170105"/>
                  <a:pt x="561333" y="170106"/>
                </a:cubicBezTo>
                <a:cubicBezTo>
                  <a:pt x="563878" y="170184"/>
                  <a:pt x="566426" y="170006"/>
                  <a:pt x="568935" y="169574"/>
                </a:cubicBezTo>
                <a:cubicBezTo>
                  <a:pt x="572539" y="168531"/>
                  <a:pt x="575970" y="166969"/>
                  <a:pt x="579122" y="164937"/>
                </a:cubicBezTo>
                <a:cubicBezTo>
                  <a:pt x="581098" y="162047"/>
                  <a:pt x="584063" y="160223"/>
                  <a:pt x="584063" y="155662"/>
                </a:cubicBezTo>
                <a:cubicBezTo>
                  <a:pt x="584519" y="147072"/>
                  <a:pt x="587180" y="143270"/>
                  <a:pt x="587180" y="135668"/>
                </a:cubicBezTo>
                <a:cubicBezTo>
                  <a:pt x="587522" y="130812"/>
                  <a:pt x="585649" y="126062"/>
                  <a:pt x="582087" y="122745"/>
                </a:cubicBezTo>
                <a:cubicBezTo>
                  <a:pt x="581365" y="121636"/>
                  <a:pt x="581365" y="120205"/>
                  <a:pt x="582087" y="119096"/>
                </a:cubicBezTo>
                <a:cubicBezTo>
                  <a:pt x="584198" y="117921"/>
                  <a:pt x="586120" y="116435"/>
                  <a:pt x="587788" y="114686"/>
                </a:cubicBezTo>
                <a:cubicBezTo>
                  <a:pt x="588563" y="113548"/>
                  <a:pt x="589924" y="112957"/>
                  <a:pt x="591286" y="113166"/>
                </a:cubicBezTo>
                <a:close/>
                <a:moveTo>
                  <a:pt x="699235" y="103055"/>
                </a:moveTo>
                <a:cubicBezTo>
                  <a:pt x="702731" y="103207"/>
                  <a:pt x="703188" y="105184"/>
                  <a:pt x="704784" y="106325"/>
                </a:cubicBezTo>
                <a:cubicBezTo>
                  <a:pt x="706242" y="106989"/>
                  <a:pt x="707819" y="107351"/>
                  <a:pt x="709421" y="107388"/>
                </a:cubicBezTo>
                <a:cubicBezTo>
                  <a:pt x="710866" y="107617"/>
                  <a:pt x="712234" y="109669"/>
                  <a:pt x="712994" y="111417"/>
                </a:cubicBezTo>
                <a:cubicBezTo>
                  <a:pt x="714686" y="114915"/>
                  <a:pt x="715667" y="118714"/>
                  <a:pt x="715883" y="122593"/>
                </a:cubicBezTo>
                <a:cubicBezTo>
                  <a:pt x="715579" y="130879"/>
                  <a:pt x="709725" y="132703"/>
                  <a:pt x="707597" y="137797"/>
                </a:cubicBezTo>
                <a:cubicBezTo>
                  <a:pt x="706760" y="140257"/>
                  <a:pt x="706224" y="142810"/>
                  <a:pt x="706000" y="145399"/>
                </a:cubicBezTo>
                <a:cubicBezTo>
                  <a:pt x="706760" y="149580"/>
                  <a:pt x="711017" y="150721"/>
                  <a:pt x="712842" y="147756"/>
                </a:cubicBezTo>
                <a:cubicBezTo>
                  <a:pt x="716263" y="146996"/>
                  <a:pt x="717327" y="145019"/>
                  <a:pt x="719684" y="143878"/>
                </a:cubicBezTo>
                <a:cubicBezTo>
                  <a:pt x="722041" y="142739"/>
                  <a:pt x="725386" y="146539"/>
                  <a:pt x="730707" y="147756"/>
                </a:cubicBezTo>
                <a:cubicBezTo>
                  <a:pt x="733672" y="148440"/>
                  <a:pt x="734888" y="155813"/>
                  <a:pt x="736864" y="159235"/>
                </a:cubicBezTo>
                <a:cubicBezTo>
                  <a:pt x="737758" y="161878"/>
                  <a:pt x="738194" y="164655"/>
                  <a:pt x="738157" y="167445"/>
                </a:cubicBezTo>
                <a:cubicBezTo>
                  <a:pt x="738051" y="169555"/>
                  <a:pt x="736510" y="171318"/>
                  <a:pt x="734432" y="171702"/>
                </a:cubicBezTo>
                <a:cubicBezTo>
                  <a:pt x="731772" y="172310"/>
                  <a:pt x="730175" y="172690"/>
                  <a:pt x="726830" y="173678"/>
                </a:cubicBezTo>
                <a:cubicBezTo>
                  <a:pt x="724332" y="174757"/>
                  <a:pt x="722081" y="176335"/>
                  <a:pt x="720216" y="178315"/>
                </a:cubicBezTo>
                <a:cubicBezTo>
                  <a:pt x="717251" y="180444"/>
                  <a:pt x="714134" y="180901"/>
                  <a:pt x="710942" y="183485"/>
                </a:cubicBezTo>
                <a:cubicBezTo>
                  <a:pt x="706550" y="186825"/>
                  <a:pt x="701537" y="189254"/>
                  <a:pt x="696194" y="190631"/>
                </a:cubicBezTo>
                <a:cubicBezTo>
                  <a:pt x="693464" y="195675"/>
                  <a:pt x="691735" y="201199"/>
                  <a:pt x="691100" y="206899"/>
                </a:cubicBezTo>
                <a:cubicBezTo>
                  <a:pt x="690758" y="209444"/>
                  <a:pt x="690939" y="212030"/>
                  <a:pt x="691633" y="214501"/>
                </a:cubicBezTo>
                <a:cubicBezTo>
                  <a:pt x="692925" y="219063"/>
                  <a:pt x="691784" y="223396"/>
                  <a:pt x="695737" y="227958"/>
                </a:cubicBezTo>
                <a:cubicBezTo>
                  <a:pt x="698810" y="230858"/>
                  <a:pt x="702778" y="232626"/>
                  <a:pt x="706988" y="232974"/>
                </a:cubicBezTo>
                <a:cubicBezTo>
                  <a:pt x="709707" y="233022"/>
                  <a:pt x="712410" y="233379"/>
                  <a:pt x="715047" y="234039"/>
                </a:cubicBezTo>
                <a:cubicBezTo>
                  <a:pt x="716897" y="234653"/>
                  <a:pt x="718809" y="235061"/>
                  <a:pt x="720748" y="235255"/>
                </a:cubicBezTo>
                <a:cubicBezTo>
                  <a:pt x="722437" y="236398"/>
                  <a:pt x="724359" y="237151"/>
                  <a:pt x="726374" y="237460"/>
                </a:cubicBezTo>
                <a:cubicBezTo>
                  <a:pt x="729342" y="237337"/>
                  <a:pt x="732312" y="237644"/>
                  <a:pt x="735192" y="238372"/>
                </a:cubicBezTo>
                <a:lnTo>
                  <a:pt x="735572" y="238524"/>
                </a:lnTo>
                <a:cubicBezTo>
                  <a:pt x="739450" y="240875"/>
                  <a:pt x="741428" y="245411"/>
                  <a:pt x="740513" y="249851"/>
                </a:cubicBezTo>
                <a:cubicBezTo>
                  <a:pt x="739280" y="254137"/>
                  <a:pt x="737807" y="258349"/>
                  <a:pt x="736105" y="262470"/>
                </a:cubicBezTo>
                <a:cubicBezTo>
                  <a:pt x="735040" y="265815"/>
                  <a:pt x="734356" y="269313"/>
                  <a:pt x="732456" y="270757"/>
                </a:cubicBezTo>
                <a:cubicBezTo>
                  <a:pt x="730554" y="272201"/>
                  <a:pt x="725690" y="271137"/>
                  <a:pt x="722953" y="272201"/>
                </a:cubicBezTo>
                <a:cubicBezTo>
                  <a:pt x="719987" y="273471"/>
                  <a:pt x="716823" y="274217"/>
                  <a:pt x="713602" y="274405"/>
                </a:cubicBezTo>
                <a:cubicBezTo>
                  <a:pt x="711321" y="274405"/>
                  <a:pt x="708509" y="272201"/>
                  <a:pt x="707064" y="271593"/>
                </a:cubicBezTo>
                <a:cubicBezTo>
                  <a:pt x="703789" y="270618"/>
                  <a:pt x="700356" y="270282"/>
                  <a:pt x="696954" y="270605"/>
                </a:cubicBezTo>
                <a:cubicBezTo>
                  <a:pt x="694217" y="270605"/>
                  <a:pt x="686995" y="270605"/>
                  <a:pt x="686995" y="270605"/>
                </a:cubicBezTo>
                <a:cubicBezTo>
                  <a:pt x="685474" y="270605"/>
                  <a:pt x="682206" y="268856"/>
                  <a:pt x="678557" y="268172"/>
                </a:cubicBezTo>
                <a:cubicBezTo>
                  <a:pt x="674908" y="267488"/>
                  <a:pt x="668902" y="268324"/>
                  <a:pt x="666241" y="267488"/>
                </a:cubicBezTo>
                <a:cubicBezTo>
                  <a:pt x="663998" y="266681"/>
                  <a:pt x="661894" y="265526"/>
                  <a:pt x="660008" y="264067"/>
                </a:cubicBezTo>
                <a:cubicBezTo>
                  <a:pt x="657646" y="261270"/>
                  <a:pt x="655700" y="258146"/>
                  <a:pt x="654231" y="254793"/>
                </a:cubicBezTo>
                <a:cubicBezTo>
                  <a:pt x="653677" y="251222"/>
                  <a:pt x="653423" y="247611"/>
                  <a:pt x="653470" y="243997"/>
                </a:cubicBezTo>
                <a:cubicBezTo>
                  <a:pt x="653166" y="241945"/>
                  <a:pt x="650809" y="232670"/>
                  <a:pt x="650809" y="231150"/>
                </a:cubicBezTo>
                <a:lnTo>
                  <a:pt x="650277" y="223092"/>
                </a:lnTo>
                <a:cubicBezTo>
                  <a:pt x="650269" y="220526"/>
                  <a:pt x="649938" y="217972"/>
                  <a:pt x="649289" y="215490"/>
                </a:cubicBezTo>
                <a:cubicBezTo>
                  <a:pt x="648344" y="211585"/>
                  <a:pt x="647935" y="207570"/>
                  <a:pt x="648072" y="203555"/>
                </a:cubicBezTo>
                <a:cubicBezTo>
                  <a:pt x="647996" y="197321"/>
                  <a:pt x="649821" y="196333"/>
                  <a:pt x="651265" y="184321"/>
                </a:cubicBezTo>
                <a:cubicBezTo>
                  <a:pt x="651417" y="183105"/>
                  <a:pt x="653926" y="179456"/>
                  <a:pt x="653926" y="178315"/>
                </a:cubicBezTo>
                <a:cubicBezTo>
                  <a:pt x="654382" y="172386"/>
                  <a:pt x="655674" y="172462"/>
                  <a:pt x="656207" y="168433"/>
                </a:cubicBezTo>
                <a:cubicBezTo>
                  <a:pt x="656739" y="164404"/>
                  <a:pt x="658335" y="159539"/>
                  <a:pt x="658335" y="158323"/>
                </a:cubicBezTo>
                <a:cubicBezTo>
                  <a:pt x="659247" y="152164"/>
                  <a:pt x="659247" y="144182"/>
                  <a:pt x="659248" y="142586"/>
                </a:cubicBezTo>
                <a:cubicBezTo>
                  <a:pt x="659553" y="139302"/>
                  <a:pt x="660321" y="136078"/>
                  <a:pt x="661528" y="133007"/>
                </a:cubicBezTo>
                <a:cubicBezTo>
                  <a:pt x="662940" y="128014"/>
                  <a:pt x="664031" y="122936"/>
                  <a:pt x="664798" y="117803"/>
                </a:cubicBezTo>
                <a:cubicBezTo>
                  <a:pt x="664541" y="114328"/>
                  <a:pt x="664669" y="110836"/>
                  <a:pt x="665177" y="107388"/>
                </a:cubicBezTo>
                <a:cubicBezTo>
                  <a:pt x="666241" y="103739"/>
                  <a:pt x="668142" y="103131"/>
                  <a:pt x="671183" y="103131"/>
                </a:cubicBezTo>
                <a:cubicBezTo>
                  <a:pt x="672551" y="103055"/>
                  <a:pt x="676580" y="104652"/>
                  <a:pt x="678785" y="104728"/>
                </a:cubicBezTo>
                <a:cubicBezTo>
                  <a:pt x="680990" y="104804"/>
                  <a:pt x="684031" y="103284"/>
                  <a:pt x="685551" y="103284"/>
                </a:cubicBezTo>
                <a:cubicBezTo>
                  <a:pt x="687601" y="103563"/>
                  <a:pt x="689633" y="103969"/>
                  <a:pt x="691633" y="104500"/>
                </a:cubicBezTo>
                <a:cubicBezTo>
                  <a:pt x="694124" y="103819"/>
                  <a:pt x="696666" y="103336"/>
                  <a:pt x="699235" y="103055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1" y="100926"/>
                </a:moveTo>
                <a:cubicBezTo>
                  <a:pt x="1220584" y="100926"/>
                  <a:pt x="1222865" y="103891"/>
                  <a:pt x="1225373" y="103891"/>
                </a:cubicBezTo>
                <a:cubicBezTo>
                  <a:pt x="1230470" y="103520"/>
                  <a:pt x="1235593" y="103904"/>
                  <a:pt x="1240577" y="105031"/>
                </a:cubicBezTo>
                <a:lnTo>
                  <a:pt x="1241262" y="105412"/>
                </a:lnTo>
                <a:cubicBezTo>
                  <a:pt x="1242174" y="106172"/>
                  <a:pt x="1242783" y="110657"/>
                  <a:pt x="1243846" y="111645"/>
                </a:cubicBezTo>
                <a:cubicBezTo>
                  <a:pt x="1246819" y="114445"/>
                  <a:pt x="1248682" y="118225"/>
                  <a:pt x="1249092" y="122288"/>
                </a:cubicBezTo>
                <a:cubicBezTo>
                  <a:pt x="1248864" y="125329"/>
                  <a:pt x="1244835" y="130194"/>
                  <a:pt x="1244835" y="131335"/>
                </a:cubicBezTo>
                <a:cubicBezTo>
                  <a:pt x="1245060" y="134260"/>
                  <a:pt x="1244368" y="137182"/>
                  <a:pt x="1242858" y="139697"/>
                </a:cubicBezTo>
                <a:cubicBezTo>
                  <a:pt x="1239801" y="143866"/>
                  <a:pt x="1237249" y="148382"/>
                  <a:pt x="1235256" y="153153"/>
                </a:cubicBezTo>
                <a:cubicBezTo>
                  <a:pt x="1234420" y="154749"/>
                  <a:pt x="1229251" y="158854"/>
                  <a:pt x="1228414" y="160755"/>
                </a:cubicBezTo>
                <a:cubicBezTo>
                  <a:pt x="1223245" y="172538"/>
                  <a:pt x="1217467" y="180749"/>
                  <a:pt x="1213210" y="192531"/>
                </a:cubicBezTo>
                <a:cubicBezTo>
                  <a:pt x="1212526" y="194431"/>
                  <a:pt x="1209562" y="198309"/>
                  <a:pt x="1208117" y="197625"/>
                </a:cubicBezTo>
                <a:cubicBezTo>
                  <a:pt x="1206135" y="196733"/>
                  <a:pt x="1203866" y="196733"/>
                  <a:pt x="1201883" y="197625"/>
                </a:cubicBezTo>
                <a:cubicBezTo>
                  <a:pt x="1200895" y="198461"/>
                  <a:pt x="1196714" y="198385"/>
                  <a:pt x="1195345" y="199753"/>
                </a:cubicBezTo>
                <a:cubicBezTo>
                  <a:pt x="1193977" y="201121"/>
                  <a:pt x="1186983" y="200057"/>
                  <a:pt x="1185615" y="202718"/>
                </a:cubicBezTo>
                <a:cubicBezTo>
                  <a:pt x="1184626" y="205156"/>
                  <a:pt x="1184626" y="207883"/>
                  <a:pt x="1185615" y="210320"/>
                </a:cubicBezTo>
                <a:cubicBezTo>
                  <a:pt x="1187820" y="212905"/>
                  <a:pt x="1192305" y="210320"/>
                  <a:pt x="1193216" y="208952"/>
                </a:cubicBezTo>
                <a:cubicBezTo>
                  <a:pt x="1194681" y="207193"/>
                  <a:pt x="1196859" y="206188"/>
                  <a:pt x="1199146" y="206215"/>
                </a:cubicBezTo>
                <a:cubicBezTo>
                  <a:pt x="1201783" y="207367"/>
                  <a:pt x="1204535" y="208233"/>
                  <a:pt x="1207357" y="208800"/>
                </a:cubicBezTo>
                <a:cubicBezTo>
                  <a:pt x="1209229" y="209097"/>
                  <a:pt x="1210611" y="210705"/>
                  <a:pt x="1210626" y="212601"/>
                </a:cubicBezTo>
                <a:cubicBezTo>
                  <a:pt x="1210673" y="216151"/>
                  <a:pt x="1211395" y="219660"/>
                  <a:pt x="1212754" y="222939"/>
                </a:cubicBezTo>
                <a:cubicBezTo>
                  <a:pt x="1212816" y="224464"/>
                  <a:pt x="1212360" y="225963"/>
                  <a:pt x="1211462" y="227197"/>
                </a:cubicBezTo>
                <a:cubicBezTo>
                  <a:pt x="1209160" y="229260"/>
                  <a:pt x="1206606" y="231022"/>
                  <a:pt x="1203860" y="232442"/>
                </a:cubicBezTo>
                <a:cubicBezTo>
                  <a:pt x="1202035" y="233582"/>
                  <a:pt x="1197930" y="233886"/>
                  <a:pt x="1195345" y="235559"/>
                </a:cubicBezTo>
                <a:cubicBezTo>
                  <a:pt x="1193777" y="236736"/>
                  <a:pt x="1192805" y="238543"/>
                  <a:pt x="1192685" y="240500"/>
                </a:cubicBezTo>
                <a:cubicBezTo>
                  <a:pt x="1192685" y="243769"/>
                  <a:pt x="1195193" y="243769"/>
                  <a:pt x="1196790" y="243769"/>
                </a:cubicBezTo>
                <a:cubicBezTo>
                  <a:pt x="1198387" y="243769"/>
                  <a:pt x="1205000" y="241641"/>
                  <a:pt x="1208117" y="241641"/>
                </a:cubicBezTo>
                <a:cubicBezTo>
                  <a:pt x="1210954" y="241784"/>
                  <a:pt x="1213795" y="241784"/>
                  <a:pt x="1216632" y="241641"/>
                </a:cubicBezTo>
                <a:cubicBezTo>
                  <a:pt x="1220025" y="240494"/>
                  <a:pt x="1223550" y="239779"/>
                  <a:pt x="1227122" y="239512"/>
                </a:cubicBezTo>
                <a:cubicBezTo>
                  <a:pt x="1230467" y="240349"/>
                  <a:pt x="1234192" y="237231"/>
                  <a:pt x="1236320" y="239512"/>
                </a:cubicBezTo>
                <a:cubicBezTo>
                  <a:pt x="1236320" y="243465"/>
                  <a:pt x="1243922" y="245290"/>
                  <a:pt x="1243922" y="251447"/>
                </a:cubicBezTo>
                <a:cubicBezTo>
                  <a:pt x="1243922" y="260266"/>
                  <a:pt x="1238069" y="270225"/>
                  <a:pt x="1230467" y="270833"/>
                </a:cubicBezTo>
                <a:cubicBezTo>
                  <a:pt x="1227274" y="271137"/>
                  <a:pt x="1229479" y="268704"/>
                  <a:pt x="1218228" y="268704"/>
                </a:cubicBezTo>
                <a:cubicBezTo>
                  <a:pt x="1208193" y="268856"/>
                  <a:pt x="1199602" y="269540"/>
                  <a:pt x="1198006" y="269540"/>
                </a:cubicBezTo>
                <a:cubicBezTo>
                  <a:pt x="1194319" y="269586"/>
                  <a:pt x="1190635" y="269357"/>
                  <a:pt x="1186983" y="268856"/>
                </a:cubicBezTo>
                <a:cubicBezTo>
                  <a:pt x="1183744" y="268924"/>
                  <a:pt x="1180514" y="269255"/>
                  <a:pt x="1177328" y="269845"/>
                </a:cubicBezTo>
                <a:cubicBezTo>
                  <a:pt x="1173788" y="270755"/>
                  <a:pt x="1170177" y="271366"/>
                  <a:pt x="1166534" y="271669"/>
                </a:cubicBezTo>
                <a:cubicBezTo>
                  <a:pt x="1162017" y="271604"/>
                  <a:pt x="1157537" y="272484"/>
                  <a:pt x="1153382" y="274254"/>
                </a:cubicBezTo>
                <a:cubicBezTo>
                  <a:pt x="1148904" y="275169"/>
                  <a:pt x="1144345" y="275627"/>
                  <a:pt x="1139775" y="275621"/>
                </a:cubicBezTo>
                <a:cubicBezTo>
                  <a:pt x="1135277" y="277536"/>
                  <a:pt x="1130588" y="278964"/>
                  <a:pt x="1125787" y="279879"/>
                </a:cubicBezTo>
                <a:cubicBezTo>
                  <a:pt x="1123202" y="280183"/>
                  <a:pt x="1117197" y="279423"/>
                  <a:pt x="1116968" y="275242"/>
                </a:cubicBezTo>
                <a:cubicBezTo>
                  <a:pt x="1116740" y="271060"/>
                  <a:pt x="1114460" y="268856"/>
                  <a:pt x="1114992" y="263458"/>
                </a:cubicBezTo>
                <a:cubicBezTo>
                  <a:pt x="1115448" y="261862"/>
                  <a:pt x="1115448" y="259278"/>
                  <a:pt x="1115447" y="258061"/>
                </a:cubicBezTo>
                <a:cubicBezTo>
                  <a:pt x="1115462" y="255646"/>
                  <a:pt x="1116548" y="253362"/>
                  <a:pt x="1118412" y="251827"/>
                </a:cubicBezTo>
                <a:cubicBezTo>
                  <a:pt x="1118945" y="251676"/>
                  <a:pt x="1120161" y="249015"/>
                  <a:pt x="1121681" y="249167"/>
                </a:cubicBezTo>
                <a:cubicBezTo>
                  <a:pt x="1123202" y="249319"/>
                  <a:pt x="1123507" y="251143"/>
                  <a:pt x="1125787" y="251143"/>
                </a:cubicBezTo>
                <a:cubicBezTo>
                  <a:pt x="1129936" y="250245"/>
                  <a:pt x="1133967" y="248868"/>
                  <a:pt x="1137798" y="247039"/>
                </a:cubicBezTo>
                <a:cubicBezTo>
                  <a:pt x="1142733" y="244517"/>
                  <a:pt x="1147810" y="242284"/>
                  <a:pt x="1153003" y="240349"/>
                </a:cubicBezTo>
                <a:cubicBezTo>
                  <a:pt x="1154979" y="237535"/>
                  <a:pt x="1151710" y="236092"/>
                  <a:pt x="1150493" y="236092"/>
                </a:cubicBezTo>
                <a:cubicBezTo>
                  <a:pt x="1148387" y="236660"/>
                  <a:pt x="1146141" y="236358"/>
                  <a:pt x="1144260" y="235255"/>
                </a:cubicBezTo>
                <a:cubicBezTo>
                  <a:pt x="1141143" y="234723"/>
                  <a:pt x="1139850" y="233963"/>
                  <a:pt x="1139014" y="232594"/>
                </a:cubicBezTo>
                <a:cubicBezTo>
                  <a:pt x="1138178" y="231226"/>
                  <a:pt x="1138786" y="229629"/>
                  <a:pt x="1139014" y="227501"/>
                </a:cubicBezTo>
                <a:cubicBezTo>
                  <a:pt x="1139242" y="225372"/>
                  <a:pt x="1139394" y="223092"/>
                  <a:pt x="1139699" y="221267"/>
                </a:cubicBezTo>
                <a:cubicBezTo>
                  <a:pt x="1140003" y="219443"/>
                  <a:pt x="1140230" y="216706"/>
                  <a:pt x="1143119" y="216706"/>
                </a:cubicBezTo>
                <a:cubicBezTo>
                  <a:pt x="1144716" y="216706"/>
                  <a:pt x="1145096" y="217846"/>
                  <a:pt x="1146616" y="217846"/>
                </a:cubicBezTo>
                <a:cubicBezTo>
                  <a:pt x="1148136" y="217846"/>
                  <a:pt x="1148820" y="217162"/>
                  <a:pt x="1150342" y="217162"/>
                </a:cubicBezTo>
                <a:cubicBezTo>
                  <a:pt x="1151549" y="217363"/>
                  <a:pt x="1152783" y="217363"/>
                  <a:pt x="1153991" y="217162"/>
                </a:cubicBezTo>
                <a:cubicBezTo>
                  <a:pt x="1155337" y="216500"/>
                  <a:pt x="1156470" y="215473"/>
                  <a:pt x="1157260" y="214197"/>
                </a:cubicBezTo>
                <a:cubicBezTo>
                  <a:pt x="1157943" y="211724"/>
                  <a:pt x="1158226" y="209157"/>
                  <a:pt x="1158095" y="206595"/>
                </a:cubicBezTo>
                <a:cubicBezTo>
                  <a:pt x="1157791" y="204543"/>
                  <a:pt x="1155967" y="204847"/>
                  <a:pt x="1153610" y="205987"/>
                </a:cubicBezTo>
                <a:cubicBezTo>
                  <a:pt x="1151754" y="206663"/>
                  <a:pt x="1149847" y="207197"/>
                  <a:pt x="1147908" y="207584"/>
                </a:cubicBezTo>
                <a:cubicBezTo>
                  <a:pt x="1146181" y="208055"/>
                  <a:pt x="1144431" y="208436"/>
                  <a:pt x="1142663" y="208723"/>
                </a:cubicBezTo>
                <a:cubicBezTo>
                  <a:pt x="1141222" y="208730"/>
                  <a:pt x="1139787" y="208525"/>
                  <a:pt x="1138406" y="208115"/>
                </a:cubicBezTo>
                <a:cubicBezTo>
                  <a:pt x="1136277" y="207584"/>
                  <a:pt x="1136810" y="206291"/>
                  <a:pt x="1136277" y="204770"/>
                </a:cubicBezTo>
                <a:cubicBezTo>
                  <a:pt x="1135418" y="203269"/>
                  <a:pt x="1134850" y="201618"/>
                  <a:pt x="1134605" y="199905"/>
                </a:cubicBezTo>
                <a:cubicBezTo>
                  <a:pt x="1134909" y="195572"/>
                  <a:pt x="1131412" y="193976"/>
                  <a:pt x="1130805" y="192835"/>
                </a:cubicBezTo>
                <a:cubicBezTo>
                  <a:pt x="1129658" y="190444"/>
                  <a:pt x="1128938" y="187872"/>
                  <a:pt x="1128675" y="185233"/>
                </a:cubicBezTo>
                <a:cubicBezTo>
                  <a:pt x="1128675" y="180292"/>
                  <a:pt x="1133313" y="176415"/>
                  <a:pt x="1132781" y="173298"/>
                </a:cubicBezTo>
                <a:cubicBezTo>
                  <a:pt x="1131400" y="166982"/>
                  <a:pt x="1130737" y="160530"/>
                  <a:pt x="1130804" y="154065"/>
                </a:cubicBezTo>
                <a:cubicBezTo>
                  <a:pt x="1131032" y="152316"/>
                  <a:pt x="1128371" y="149351"/>
                  <a:pt x="1128371" y="145855"/>
                </a:cubicBezTo>
                <a:cubicBezTo>
                  <a:pt x="1128484" y="143748"/>
                  <a:pt x="1128815" y="141659"/>
                  <a:pt x="1129359" y="139621"/>
                </a:cubicBezTo>
                <a:cubicBezTo>
                  <a:pt x="1130450" y="136160"/>
                  <a:pt x="1131164" y="132592"/>
                  <a:pt x="1131489" y="128978"/>
                </a:cubicBezTo>
                <a:cubicBezTo>
                  <a:pt x="1131032" y="124189"/>
                  <a:pt x="1133465" y="118183"/>
                  <a:pt x="1136734" y="118183"/>
                </a:cubicBezTo>
                <a:cubicBezTo>
                  <a:pt x="1140003" y="118183"/>
                  <a:pt x="1139926" y="122288"/>
                  <a:pt x="1143499" y="122288"/>
                </a:cubicBezTo>
                <a:cubicBezTo>
                  <a:pt x="1145650" y="122399"/>
                  <a:pt x="1147806" y="122168"/>
                  <a:pt x="1149885" y="121604"/>
                </a:cubicBezTo>
                <a:cubicBezTo>
                  <a:pt x="1150646" y="121072"/>
                  <a:pt x="1156499" y="119627"/>
                  <a:pt x="1158248" y="118943"/>
                </a:cubicBezTo>
                <a:cubicBezTo>
                  <a:pt x="1163341" y="117119"/>
                  <a:pt x="1166990" y="114838"/>
                  <a:pt x="1172539" y="113090"/>
                </a:cubicBezTo>
                <a:cubicBezTo>
                  <a:pt x="1176264" y="111949"/>
                  <a:pt x="1180901" y="112937"/>
                  <a:pt x="1183866" y="111949"/>
                </a:cubicBezTo>
                <a:cubicBezTo>
                  <a:pt x="1192077" y="109137"/>
                  <a:pt x="1214959" y="100926"/>
                  <a:pt x="1217771" y="100926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5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8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4" y="68465"/>
                </a:moveTo>
                <a:cubicBezTo>
                  <a:pt x="898902" y="68537"/>
                  <a:pt x="900832" y="68740"/>
                  <a:pt x="902742" y="69074"/>
                </a:cubicBezTo>
                <a:cubicBezTo>
                  <a:pt x="905121" y="69227"/>
                  <a:pt x="907509" y="69227"/>
                  <a:pt x="909888" y="69074"/>
                </a:cubicBezTo>
                <a:cubicBezTo>
                  <a:pt x="911712" y="69074"/>
                  <a:pt x="912853" y="71430"/>
                  <a:pt x="913613" y="72039"/>
                </a:cubicBezTo>
                <a:cubicBezTo>
                  <a:pt x="914373" y="72647"/>
                  <a:pt x="919163" y="72875"/>
                  <a:pt x="920303" y="74091"/>
                </a:cubicBezTo>
                <a:cubicBezTo>
                  <a:pt x="921443" y="75307"/>
                  <a:pt x="921291" y="79184"/>
                  <a:pt x="922508" y="81693"/>
                </a:cubicBezTo>
                <a:cubicBezTo>
                  <a:pt x="923724" y="84202"/>
                  <a:pt x="927373" y="85494"/>
                  <a:pt x="927677" y="93096"/>
                </a:cubicBezTo>
                <a:cubicBezTo>
                  <a:pt x="927981" y="100698"/>
                  <a:pt x="925928" y="100850"/>
                  <a:pt x="921291" y="104804"/>
                </a:cubicBezTo>
                <a:cubicBezTo>
                  <a:pt x="919998" y="106476"/>
                  <a:pt x="920151" y="109137"/>
                  <a:pt x="922508" y="108680"/>
                </a:cubicBezTo>
                <a:cubicBezTo>
                  <a:pt x="926689" y="107844"/>
                  <a:pt x="941741" y="104499"/>
                  <a:pt x="945314" y="103359"/>
                </a:cubicBezTo>
                <a:cubicBezTo>
                  <a:pt x="949561" y="102028"/>
                  <a:pt x="953908" y="101037"/>
                  <a:pt x="958314" y="100394"/>
                </a:cubicBezTo>
                <a:cubicBezTo>
                  <a:pt x="959757" y="100242"/>
                  <a:pt x="962114" y="102294"/>
                  <a:pt x="963863" y="102751"/>
                </a:cubicBezTo>
                <a:cubicBezTo>
                  <a:pt x="965611" y="103207"/>
                  <a:pt x="969032" y="103055"/>
                  <a:pt x="969640" y="104651"/>
                </a:cubicBezTo>
                <a:cubicBezTo>
                  <a:pt x="970825" y="107679"/>
                  <a:pt x="973403" y="109946"/>
                  <a:pt x="976558" y="110733"/>
                </a:cubicBezTo>
                <a:lnTo>
                  <a:pt x="976406" y="110733"/>
                </a:lnTo>
                <a:cubicBezTo>
                  <a:pt x="978039" y="111141"/>
                  <a:pt x="979267" y="112490"/>
                  <a:pt x="979523" y="114154"/>
                </a:cubicBezTo>
                <a:cubicBezTo>
                  <a:pt x="979523" y="115598"/>
                  <a:pt x="979143" y="118031"/>
                  <a:pt x="979143" y="121147"/>
                </a:cubicBezTo>
                <a:cubicBezTo>
                  <a:pt x="978686" y="126013"/>
                  <a:pt x="970324" y="129434"/>
                  <a:pt x="966675" y="131714"/>
                </a:cubicBezTo>
                <a:cubicBezTo>
                  <a:pt x="965459" y="132551"/>
                  <a:pt x="964243" y="129738"/>
                  <a:pt x="959986" y="129738"/>
                </a:cubicBezTo>
                <a:cubicBezTo>
                  <a:pt x="958541" y="129814"/>
                  <a:pt x="950102" y="130498"/>
                  <a:pt x="948659" y="130498"/>
                </a:cubicBezTo>
                <a:lnTo>
                  <a:pt x="939612" y="131563"/>
                </a:lnTo>
                <a:cubicBezTo>
                  <a:pt x="937559" y="132019"/>
                  <a:pt x="933302" y="133463"/>
                  <a:pt x="931326" y="134071"/>
                </a:cubicBezTo>
                <a:cubicBezTo>
                  <a:pt x="928499" y="134868"/>
                  <a:pt x="925730" y="135859"/>
                  <a:pt x="923039" y="137036"/>
                </a:cubicBezTo>
                <a:cubicBezTo>
                  <a:pt x="921823" y="137796"/>
                  <a:pt x="918859" y="136428"/>
                  <a:pt x="915437" y="137036"/>
                </a:cubicBezTo>
                <a:cubicBezTo>
                  <a:pt x="913917" y="137340"/>
                  <a:pt x="908520" y="140609"/>
                  <a:pt x="903882" y="141901"/>
                </a:cubicBezTo>
                <a:cubicBezTo>
                  <a:pt x="894742" y="143500"/>
                  <a:pt x="885724" y="145736"/>
                  <a:pt x="876895" y="148591"/>
                </a:cubicBezTo>
                <a:cubicBezTo>
                  <a:pt x="874918" y="150568"/>
                  <a:pt x="870814" y="149731"/>
                  <a:pt x="869293" y="150568"/>
                </a:cubicBezTo>
                <a:cubicBezTo>
                  <a:pt x="867773" y="151404"/>
                  <a:pt x="863744" y="151404"/>
                  <a:pt x="861691" y="152468"/>
                </a:cubicBezTo>
                <a:cubicBezTo>
                  <a:pt x="858270" y="154216"/>
                  <a:pt x="856749" y="153228"/>
                  <a:pt x="854849" y="154216"/>
                </a:cubicBezTo>
                <a:cubicBezTo>
                  <a:pt x="853005" y="154904"/>
                  <a:pt x="851030" y="155164"/>
                  <a:pt x="849071" y="154976"/>
                </a:cubicBezTo>
                <a:cubicBezTo>
                  <a:pt x="846959" y="155398"/>
                  <a:pt x="844877" y="155956"/>
                  <a:pt x="842838" y="156649"/>
                </a:cubicBezTo>
                <a:cubicBezTo>
                  <a:pt x="841037" y="157065"/>
                  <a:pt x="839165" y="157065"/>
                  <a:pt x="837364" y="156649"/>
                </a:cubicBezTo>
                <a:cubicBezTo>
                  <a:pt x="835928" y="156436"/>
                  <a:pt x="834467" y="156436"/>
                  <a:pt x="833031" y="156649"/>
                </a:cubicBezTo>
                <a:cubicBezTo>
                  <a:pt x="831587" y="158549"/>
                  <a:pt x="828850" y="158549"/>
                  <a:pt x="826037" y="158549"/>
                </a:cubicBezTo>
                <a:cubicBezTo>
                  <a:pt x="823974" y="158952"/>
                  <a:pt x="821978" y="159643"/>
                  <a:pt x="820108" y="160602"/>
                </a:cubicBezTo>
                <a:cubicBezTo>
                  <a:pt x="819651" y="161971"/>
                  <a:pt x="817219" y="163186"/>
                  <a:pt x="814938" y="163567"/>
                </a:cubicBezTo>
                <a:cubicBezTo>
                  <a:pt x="812658" y="163947"/>
                  <a:pt x="814026" y="162123"/>
                  <a:pt x="810757" y="160602"/>
                </a:cubicBezTo>
                <a:cubicBezTo>
                  <a:pt x="809236" y="160146"/>
                  <a:pt x="805816" y="161439"/>
                  <a:pt x="803155" y="160146"/>
                </a:cubicBezTo>
                <a:cubicBezTo>
                  <a:pt x="800494" y="158854"/>
                  <a:pt x="800646" y="155129"/>
                  <a:pt x="801179" y="152012"/>
                </a:cubicBezTo>
                <a:cubicBezTo>
                  <a:pt x="801254" y="151327"/>
                  <a:pt x="800799" y="148439"/>
                  <a:pt x="800799" y="145322"/>
                </a:cubicBezTo>
                <a:cubicBezTo>
                  <a:pt x="800471" y="143422"/>
                  <a:pt x="801000" y="141475"/>
                  <a:pt x="802242" y="140000"/>
                </a:cubicBezTo>
                <a:cubicBezTo>
                  <a:pt x="806830" y="136602"/>
                  <a:pt x="811975" y="134030"/>
                  <a:pt x="817447" y="132398"/>
                </a:cubicBezTo>
                <a:cubicBezTo>
                  <a:pt x="818891" y="132094"/>
                  <a:pt x="820336" y="134679"/>
                  <a:pt x="821476" y="134679"/>
                </a:cubicBezTo>
                <a:cubicBezTo>
                  <a:pt x="822616" y="134679"/>
                  <a:pt x="827938" y="131714"/>
                  <a:pt x="830218" y="131714"/>
                </a:cubicBezTo>
                <a:cubicBezTo>
                  <a:pt x="837285" y="130864"/>
                  <a:pt x="844274" y="129466"/>
                  <a:pt x="851124" y="127533"/>
                </a:cubicBezTo>
                <a:cubicBezTo>
                  <a:pt x="854697" y="126317"/>
                  <a:pt x="857965" y="127990"/>
                  <a:pt x="860018" y="126317"/>
                </a:cubicBezTo>
                <a:cubicBezTo>
                  <a:pt x="865368" y="124338"/>
                  <a:pt x="870825" y="122663"/>
                  <a:pt x="876363" y="121300"/>
                </a:cubicBezTo>
                <a:cubicBezTo>
                  <a:pt x="878339" y="120843"/>
                  <a:pt x="881988" y="119855"/>
                  <a:pt x="883053" y="117423"/>
                </a:cubicBezTo>
                <a:cubicBezTo>
                  <a:pt x="883167" y="115863"/>
                  <a:pt x="882906" y="114300"/>
                  <a:pt x="882293" y="112861"/>
                </a:cubicBezTo>
                <a:cubicBezTo>
                  <a:pt x="881380" y="110505"/>
                  <a:pt x="879555" y="111341"/>
                  <a:pt x="877579" y="111341"/>
                </a:cubicBezTo>
                <a:cubicBezTo>
                  <a:pt x="875700" y="110818"/>
                  <a:pt x="874095" y="109593"/>
                  <a:pt x="873094" y="107920"/>
                </a:cubicBezTo>
                <a:cubicBezTo>
                  <a:pt x="872999" y="106280"/>
                  <a:pt x="873367" y="104646"/>
                  <a:pt x="874158" y="103207"/>
                </a:cubicBezTo>
                <a:cubicBezTo>
                  <a:pt x="874767" y="101535"/>
                  <a:pt x="875146" y="100850"/>
                  <a:pt x="875907" y="98721"/>
                </a:cubicBezTo>
                <a:cubicBezTo>
                  <a:pt x="876615" y="96881"/>
                  <a:pt x="877224" y="95003"/>
                  <a:pt x="877731" y="93096"/>
                </a:cubicBezTo>
                <a:cubicBezTo>
                  <a:pt x="878720" y="89979"/>
                  <a:pt x="872790" y="81389"/>
                  <a:pt x="872030" y="79032"/>
                </a:cubicBezTo>
                <a:cubicBezTo>
                  <a:pt x="871663" y="77249"/>
                  <a:pt x="872305" y="75410"/>
                  <a:pt x="873702" y="74243"/>
                </a:cubicBezTo>
                <a:cubicBezTo>
                  <a:pt x="876287" y="71582"/>
                  <a:pt x="879251" y="72798"/>
                  <a:pt x="882293" y="72798"/>
                </a:cubicBezTo>
                <a:cubicBezTo>
                  <a:pt x="884082" y="72487"/>
                  <a:pt x="885789" y="71814"/>
                  <a:pt x="887310" y="70822"/>
                </a:cubicBezTo>
                <a:cubicBezTo>
                  <a:pt x="888298" y="70290"/>
                  <a:pt x="889895" y="71050"/>
                  <a:pt x="892099" y="70290"/>
                </a:cubicBezTo>
                <a:cubicBezTo>
                  <a:pt x="894304" y="69530"/>
                  <a:pt x="894304" y="68465"/>
                  <a:pt x="896964" y="68465"/>
                </a:cubicBezTo>
                <a:close/>
                <a:moveTo>
                  <a:pt x="1900287" y="67097"/>
                </a:moveTo>
                <a:cubicBezTo>
                  <a:pt x="1903783" y="67325"/>
                  <a:pt x="1906293" y="70594"/>
                  <a:pt x="1908345" y="73331"/>
                </a:cubicBezTo>
                <a:cubicBezTo>
                  <a:pt x="1910397" y="76068"/>
                  <a:pt x="1907585" y="80857"/>
                  <a:pt x="1904924" y="83213"/>
                </a:cubicBezTo>
                <a:cubicBezTo>
                  <a:pt x="1902089" y="85561"/>
                  <a:pt x="1899826" y="88525"/>
                  <a:pt x="1898311" y="91880"/>
                </a:cubicBezTo>
                <a:cubicBezTo>
                  <a:pt x="1897854" y="92868"/>
                  <a:pt x="1897854" y="99101"/>
                  <a:pt x="1898311" y="99482"/>
                </a:cubicBezTo>
                <a:cubicBezTo>
                  <a:pt x="1898766" y="99862"/>
                  <a:pt x="1902187" y="102219"/>
                  <a:pt x="1902415" y="105640"/>
                </a:cubicBezTo>
                <a:cubicBezTo>
                  <a:pt x="1902644" y="109060"/>
                  <a:pt x="1899374" y="111721"/>
                  <a:pt x="1893444" y="123809"/>
                </a:cubicBezTo>
                <a:cubicBezTo>
                  <a:pt x="1893673" y="123960"/>
                  <a:pt x="1888123" y="131562"/>
                  <a:pt x="1886679" y="133615"/>
                </a:cubicBezTo>
                <a:cubicBezTo>
                  <a:pt x="1885234" y="135668"/>
                  <a:pt x="1890328" y="139165"/>
                  <a:pt x="1894889" y="137948"/>
                </a:cubicBezTo>
                <a:cubicBezTo>
                  <a:pt x="1897322" y="137264"/>
                  <a:pt x="1893444" y="144410"/>
                  <a:pt x="1898919" y="144410"/>
                </a:cubicBezTo>
                <a:cubicBezTo>
                  <a:pt x="1903099" y="144410"/>
                  <a:pt x="1908117" y="140685"/>
                  <a:pt x="1906521" y="136808"/>
                </a:cubicBezTo>
                <a:cubicBezTo>
                  <a:pt x="1905152" y="135516"/>
                  <a:pt x="1902491" y="136808"/>
                  <a:pt x="1899907" y="134603"/>
                </a:cubicBezTo>
                <a:cubicBezTo>
                  <a:pt x="1897322" y="132399"/>
                  <a:pt x="1897398" y="127001"/>
                  <a:pt x="1898386" y="127001"/>
                </a:cubicBezTo>
                <a:cubicBezTo>
                  <a:pt x="1900140" y="126319"/>
                  <a:pt x="1901649" y="125128"/>
                  <a:pt x="1902719" y="123580"/>
                </a:cubicBezTo>
                <a:cubicBezTo>
                  <a:pt x="1903556" y="122744"/>
                  <a:pt x="1906216" y="120844"/>
                  <a:pt x="1906216" y="119475"/>
                </a:cubicBezTo>
                <a:cubicBezTo>
                  <a:pt x="1906216" y="118107"/>
                  <a:pt x="1902264" y="117119"/>
                  <a:pt x="1905609" y="112254"/>
                </a:cubicBezTo>
                <a:cubicBezTo>
                  <a:pt x="1907737" y="109136"/>
                  <a:pt x="1910397" y="109440"/>
                  <a:pt x="1911766" y="109136"/>
                </a:cubicBezTo>
                <a:cubicBezTo>
                  <a:pt x="1913134" y="108832"/>
                  <a:pt x="1914503" y="105564"/>
                  <a:pt x="1915263" y="103891"/>
                </a:cubicBezTo>
                <a:cubicBezTo>
                  <a:pt x="1916131" y="102074"/>
                  <a:pt x="1916671" y="100118"/>
                  <a:pt x="1916860" y="98113"/>
                </a:cubicBezTo>
                <a:cubicBezTo>
                  <a:pt x="1916935" y="93325"/>
                  <a:pt x="1911538" y="91195"/>
                  <a:pt x="1912450" y="87470"/>
                </a:cubicBezTo>
                <a:cubicBezTo>
                  <a:pt x="1914350" y="79944"/>
                  <a:pt x="1932672" y="77056"/>
                  <a:pt x="1934572" y="75764"/>
                </a:cubicBezTo>
                <a:cubicBezTo>
                  <a:pt x="1935104" y="75384"/>
                  <a:pt x="1935560" y="73711"/>
                  <a:pt x="1936549" y="72951"/>
                </a:cubicBezTo>
                <a:cubicBezTo>
                  <a:pt x="1938450" y="71510"/>
                  <a:pt x="1940984" y="71218"/>
                  <a:pt x="1943162" y="72190"/>
                </a:cubicBezTo>
                <a:cubicBezTo>
                  <a:pt x="1945689" y="73443"/>
                  <a:pt x="1948082" y="74946"/>
                  <a:pt x="1950309" y="76676"/>
                </a:cubicBezTo>
                <a:cubicBezTo>
                  <a:pt x="1951761" y="78006"/>
                  <a:pt x="1952446" y="79977"/>
                  <a:pt x="1952133" y="81921"/>
                </a:cubicBezTo>
                <a:cubicBezTo>
                  <a:pt x="1951828" y="84201"/>
                  <a:pt x="1950613" y="90588"/>
                  <a:pt x="1951297" y="91119"/>
                </a:cubicBezTo>
                <a:cubicBezTo>
                  <a:pt x="1951981" y="91652"/>
                  <a:pt x="1944835" y="95529"/>
                  <a:pt x="1941566" y="98721"/>
                </a:cubicBezTo>
                <a:cubicBezTo>
                  <a:pt x="1937417" y="104055"/>
                  <a:pt x="1934790" y="110412"/>
                  <a:pt x="1933964" y="117119"/>
                </a:cubicBezTo>
                <a:cubicBezTo>
                  <a:pt x="1933812" y="117727"/>
                  <a:pt x="1931911" y="122288"/>
                  <a:pt x="1931683" y="123505"/>
                </a:cubicBezTo>
                <a:cubicBezTo>
                  <a:pt x="1931455" y="124721"/>
                  <a:pt x="1930619" y="128142"/>
                  <a:pt x="1929783" y="131107"/>
                </a:cubicBezTo>
                <a:cubicBezTo>
                  <a:pt x="1928741" y="134191"/>
                  <a:pt x="1928227" y="137429"/>
                  <a:pt x="1928262" y="140685"/>
                </a:cubicBezTo>
                <a:cubicBezTo>
                  <a:pt x="1928491" y="142585"/>
                  <a:pt x="1931075" y="142054"/>
                  <a:pt x="1932671" y="142054"/>
                </a:cubicBezTo>
                <a:cubicBezTo>
                  <a:pt x="1935918" y="141314"/>
                  <a:pt x="1938893" y="139681"/>
                  <a:pt x="1941262" y="137340"/>
                </a:cubicBezTo>
                <a:cubicBezTo>
                  <a:pt x="1943225" y="137010"/>
                  <a:pt x="1945229" y="137010"/>
                  <a:pt x="1947191" y="137340"/>
                </a:cubicBezTo>
                <a:cubicBezTo>
                  <a:pt x="1948712" y="137797"/>
                  <a:pt x="1950308" y="140305"/>
                  <a:pt x="1951981" y="140837"/>
                </a:cubicBezTo>
                <a:cubicBezTo>
                  <a:pt x="1953653" y="141369"/>
                  <a:pt x="1956010" y="141521"/>
                  <a:pt x="1957379" y="142434"/>
                </a:cubicBezTo>
                <a:cubicBezTo>
                  <a:pt x="1958747" y="143346"/>
                  <a:pt x="1961712" y="142434"/>
                  <a:pt x="1963536" y="144638"/>
                </a:cubicBezTo>
                <a:lnTo>
                  <a:pt x="1963993" y="144562"/>
                </a:lnTo>
                <a:cubicBezTo>
                  <a:pt x="1966522" y="148795"/>
                  <a:pt x="1967666" y="153712"/>
                  <a:pt x="1967262" y="158626"/>
                </a:cubicBezTo>
                <a:cubicBezTo>
                  <a:pt x="1967137" y="163078"/>
                  <a:pt x="1965938" y="167434"/>
                  <a:pt x="1963764" y="171322"/>
                </a:cubicBezTo>
                <a:cubicBezTo>
                  <a:pt x="1958003" y="174832"/>
                  <a:pt x="1951350" y="176600"/>
                  <a:pt x="1944607" y="176415"/>
                </a:cubicBezTo>
                <a:cubicBezTo>
                  <a:pt x="1942372" y="176409"/>
                  <a:pt x="1940230" y="177315"/>
                  <a:pt x="1938677" y="178924"/>
                </a:cubicBezTo>
                <a:cubicBezTo>
                  <a:pt x="1936154" y="179723"/>
                  <a:pt x="1933415" y="179477"/>
                  <a:pt x="1931075" y="178240"/>
                </a:cubicBezTo>
                <a:cubicBezTo>
                  <a:pt x="1927954" y="177476"/>
                  <a:pt x="1924694" y="177476"/>
                  <a:pt x="1921573" y="178240"/>
                </a:cubicBezTo>
                <a:cubicBezTo>
                  <a:pt x="1914915" y="180052"/>
                  <a:pt x="1909121" y="184175"/>
                  <a:pt x="1905228" y="189871"/>
                </a:cubicBezTo>
                <a:cubicBezTo>
                  <a:pt x="1903782" y="192461"/>
                  <a:pt x="1901719" y="194654"/>
                  <a:pt x="1899223" y="196256"/>
                </a:cubicBezTo>
                <a:cubicBezTo>
                  <a:pt x="1895600" y="198693"/>
                  <a:pt x="1892371" y="201667"/>
                  <a:pt x="1889644" y="205075"/>
                </a:cubicBezTo>
                <a:cubicBezTo>
                  <a:pt x="1888020" y="207792"/>
                  <a:pt x="1887478" y="211022"/>
                  <a:pt x="1888123" y="214121"/>
                </a:cubicBezTo>
                <a:cubicBezTo>
                  <a:pt x="1888427" y="215034"/>
                  <a:pt x="1890480" y="215565"/>
                  <a:pt x="1892685" y="215034"/>
                </a:cubicBezTo>
                <a:cubicBezTo>
                  <a:pt x="1895361" y="213800"/>
                  <a:pt x="1898102" y="212709"/>
                  <a:pt x="1900895" y="211765"/>
                </a:cubicBezTo>
                <a:cubicBezTo>
                  <a:pt x="1903099" y="211460"/>
                  <a:pt x="1904468" y="208724"/>
                  <a:pt x="1906293" y="208875"/>
                </a:cubicBezTo>
                <a:cubicBezTo>
                  <a:pt x="1908117" y="209028"/>
                  <a:pt x="1910550" y="212449"/>
                  <a:pt x="1915719" y="213665"/>
                </a:cubicBezTo>
                <a:cubicBezTo>
                  <a:pt x="1917315" y="214121"/>
                  <a:pt x="1920280" y="216022"/>
                  <a:pt x="1924917" y="217466"/>
                </a:cubicBezTo>
                <a:cubicBezTo>
                  <a:pt x="1925526" y="217618"/>
                  <a:pt x="1929175" y="218379"/>
                  <a:pt x="1928491" y="221115"/>
                </a:cubicBezTo>
                <a:cubicBezTo>
                  <a:pt x="1928372" y="224436"/>
                  <a:pt x="1927570" y="227697"/>
                  <a:pt x="1926134" y="230694"/>
                </a:cubicBezTo>
                <a:cubicBezTo>
                  <a:pt x="1924538" y="232594"/>
                  <a:pt x="1922637" y="234951"/>
                  <a:pt x="1920660" y="235407"/>
                </a:cubicBezTo>
                <a:cubicBezTo>
                  <a:pt x="1917087" y="236091"/>
                  <a:pt x="1914959" y="236167"/>
                  <a:pt x="1911005" y="237232"/>
                </a:cubicBezTo>
                <a:cubicBezTo>
                  <a:pt x="1909029" y="237764"/>
                  <a:pt x="1907585" y="238904"/>
                  <a:pt x="1904468" y="239436"/>
                </a:cubicBezTo>
                <a:cubicBezTo>
                  <a:pt x="1901351" y="239968"/>
                  <a:pt x="1889264" y="242249"/>
                  <a:pt x="1889264" y="246278"/>
                </a:cubicBezTo>
                <a:cubicBezTo>
                  <a:pt x="1889676" y="249761"/>
                  <a:pt x="1889905" y="253263"/>
                  <a:pt x="1889948" y="256769"/>
                </a:cubicBezTo>
                <a:cubicBezTo>
                  <a:pt x="1889774" y="259782"/>
                  <a:pt x="1889392" y="262779"/>
                  <a:pt x="1888807" y="265739"/>
                </a:cubicBezTo>
                <a:cubicBezTo>
                  <a:pt x="1887510" y="269011"/>
                  <a:pt x="1886789" y="272484"/>
                  <a:pt x="1886679" y="276002"/>
                </a:cubicBezTo>
                <a:cubicBezTo>
                  <a:pt x="1886907" y="279195"/>
                  <a:pt x="1883182" y="282236"/>
                  <a:pt x="1882726" y="282844"/>
                </a:cubicBezTo>
                <a:cubicBezTo>
                  <a:pt x="1880293" y="288089"/>
                  <a:pt x="1880674" y="295844"/>
                  <a:pt x="1875124" y="297592"/>
                </a:cubicBezTo>
                <a:cubicBezTo>
                  <a:pt x="1871514" y="299150"/>
                  <a:pt x="1867806" y="300471"/>
                  <a:pt x="1864025" y="301545"/>
                </a:cubicBezTo>
                <a:cubicBezTo>
                  <a:pt x="1860963" y="301947"/>
                  <a:pt x="1857970" y="302765"/>
                  <a:pt x="1855131" y="303978"/>
                </a:cubicBezTo>
                <a:cubicBezTo>
                  <a:pt x="1850761" y="305249"/>
                  <a:pt x="1846120" y="305249"/>
                  <a:pt x="1841751" y="303978"/>
                </a:cubicBezTo>
                <a:cubicBezTo>
                  <a:pt x="1840154" y="302685"/>
                  <a:pt x="1840915" y="298428"/>
                  <a:pt x="1840915" y="295920"/>
                </a:cubicBezTo>
                <a:cubicBezTo>
                  <a:pt x="1840839" y="291282"/>
                  <a:pt x="1829131" y="286417"/>
                  <a:pt x="1827991" y="283680"/>
                </a:cubicBezTo>
                <a:cubicBezTo>
                  <a:pt x="1826850" y="280943"/>
                  <a:pt x="1830880" y="281020"/>
                  <a:pt x="1834909" y="280259"/>
                </a:cubicBezTo>
                <a:cubicBezTo>
                  <a:pt x="1841827" y="279043"/>
                  <a:pt x="1848364" y="278283"/>
                  <a:pt x="1851633" y="277218"/>
                </a:cubicBezTo>
                <a:cubicBezTo>
                  <a:pt x="1858476" y="274710"/>
                  <a:pt x="1861364" y="260722"/>
                  <a:pt x="1864785" y="254412"/>
                </a:cubicBezTo>
                <a:cubicBezTo>
                  <a:pt x="1865849" y="252436"/>
                  <a:pt x="1865545" y="249243"/>
                  <a:pt x="1861136" y="249243"/>
                </a:cubicBezTo>
                <a:cubicBezTo>
                  <a:pt x="1856972" y="249595"/>
                  <a:pt x="1852849" y="250333"/>
                  <a:pt x="1848821" y="251448"/>
                </a:cubicBezTo>
                <a:cubicBezTo>
                  <a:pt x="1844659" y="252540"/>
                  <a:pt x="1840412" y="253278"/>
                  <a:pt x="1836125" y="253652"/>
                </a:cubicBezTo>
                <a:cubicBezTo>
                  <a:pt x="1833312" y="253804"/>
                  <a:pt x="1827382" y="257377"/>
                  <a:pt x="1825710" y="257377"/>
                </a:cubicBezTo>
                <a:cubicBezTo>
                  <a:pt x="1822670" y="257453"/>
                  <a:pt x="1820009" y="258669"/>
                  <a:pt x="1816360" y="255097"/>
                </a:cubicBezTo>
                <a:cubicBezTo>
                  <a:pt x="1815014" y="254310"/>
                  <a:pt x="1813587" y="253672"/>
                  <a:pt x="1812102" y="253196"/>
                </a:cubicBezTo>
                <a:cubicBezTo>
                  <a:pt x="1810050" y="252132"/>
                  <a:pt x="1811114" y="247950"/>
                  <a:pt x="1811114" y="246354"/>
                </a:cubicBezTo>
                <a:cubicBezTo>
                  <a:pt x="1811337" y="243143"/>
                  <a:pt x="1811976" y="239974"/>
                  <a:pt x="1813015" y="236928"/>
                </a:cubicBezTo>
                <a:cubicBezTo>
                  <a:pt x="1815662" y="233082"/>
                  <a:pt x="1819796" y="230520"/>
                  <a:pt x="1824417" y="229857"/>
                </a:cubicBezTo>
                <a:cubicBezTo>
                  <a:pt x="1826014" y="229857"/>
                  <a:pt x="1831032" y="231986"/>
                  <a:pt x="1832704" y="231986"/>
                </a:cubicBezTo>
                <a:cubicBezTo>
                  <a:pt x="1834376" y="231986"/>
                  <a:pt x="1838102" y="228413"/>
                  <a:pt x="1840762" y="226969"/>
                </a:cubicBezTo>
                <a:cubicBezTo>
                  <a:pt x="1843994" y="225781"/>
                  <a:pt x="1847327" y="224890"/>
                  <a:pt x="1850721" y="224308"/>
                </a:cubicBezTo>
                <a:cubicBezTo>
                  <a:pt x="1852882" y="223644"/>
                  <a:pt x="1854912" y="222615"/>
                  <a:pt x="1856727" y="221267"/>
                </a:cubicBezTo>
                <a:cubicBezTo>
                  <a:pt x="1858399" y="220279"/>
                  <a:pt x="1858247" y="219442"/>
                  <a:pt x="1858855" y="217770"/>
                </a:cubicBezTo>
                <a:cubicBezTo>
                  <a:pt x="1859464" y="216098"/>
                  <a:pt x="1859160" y="211765"/>
                  <a:pt x="1859919" y="210168"/>
                </a:cubicBezTo>
                <a:cubicBezTo>
                  <a:pt x="1861143" y="207749"/>
                  <a:pt x="1862086" y="205198"/>
                  <a:pt x="1862733" y="202566"/>
                </a:cubicBezTo>
                <a:cubicBezTo>
                  <a:pt x="1863113" y="200438"/>
                  <a:pt x="1858551" y="202034"/>
                  <a:pt x="1856955" y="202034"/>
                </a:cubicBezTo>
                <a:cubicBezTo>
                  <a:pt x="1854441" y="202726"/>
                  <a:pt x="1852208" y="204188"/>
                  <a:pt x="1850569" y="206215"/>
                </a:cubicBezTo>
                <a:cubicBezTo>
                  <a:pt x="1848519" y="208053"/>
                  <a:pt x="1846033" y="209336"/>
                  <a:pt x="1843346" y="209940"/>
                </a:cubicBezTo>
                <a:cubicBezTo>
                  <a:pt x="1841377" y="210623"/>
                  <a:pt x="1839235" y="210623"/>
                  <a:pt x="1837266" y="209940"/>
                </a:cubicBezTo>
                <a:cubicBezTo>
                  <a:pt x="1834985" y="208724"/>
                  <a:pt x="1834985" y="207127"/>
                  <a:pt x="1834985" y="204391"/>
                </a:cubicBezTo>
                <a:cubicBezTo>
                  <a:pt x="1834748" y="201525"/>
                  <a:pt x="1835328" y="198653"/>
                  <a:pt x="1836657" y="196104"/>
                </a:cubicBezTo>
                <a:cubicBezTo>
                  <a:pt x="1838025" y="194508"/>
                  <a:pt x="1837494" y="185993"/>
                  <a:pt x="1843043" y="180900"/>
                </a:cubicBezTo>
                <a:cubicBezTo>
                  <a:pt x="1844868" y="179303"/>
                  <a:pt x="1849961" y="181508"/>
                  <a:pt x="1852013" y="180292"/>
                </a:cubicBezTo>
                <a:cubicBezTo>
                  <a:pt x="1853090" y="179501"/>
                  <a:pt x="1854206" y="178766"/>
                  <a:pt x="1855358" y="178087"/>
                </a:cubicBezTo>
                <a:cubicBezTo>
                  <a:pt x="1857183" y="177327"/>
                  <a:pt x="1861441" y="177859"/>
                  <a:pt x="1863645" y="177327"/>
                </a:cubicBezTo>
                <a:cubicBezTo>
                  <a:pt x="1866841" y="176776"/>
                  <a:pt x="1869992" y="175988"/>
                  <a:pt x="1873072" y="174971"/>
                </a:cubicBezTo>
                <a:cubicBezTo>
                  <a:pt x="1874212" y="174591"/>
                  <a:pt x="1878773" y="174591"/>
                  <a:pt x="1880141" y="173754"/>
                </a:cubicBezTo>
                <a:cubicBezTo>
                  <a:pt x="1881509" y="172918"/>
                  <a:pt x="1881054" y="173146"/>
                  <a:pt x="1886071" y="171626"/>
                </a:cubicBezTo>
                <a:cubicBezTo>
                  <a:pt x="1885615" y="171474"/>
                  <a:pt x="1888123" y="169953"/>
                  <a:pt x="1889568" y="169117"/>
                </a:cubicBezTo>
                <a:cubicBezTo>
                  <a:pt x="1892314" y="168699"/>
                  <a:pt x="1895108" y="168699"/>
                  <a:pt x="1897854" y="169117"/>
                </a:cubicBezTo>
                <a:cubicBezTo>
                  <a:pt x="1900363" y="169649"/>
                  <a:pt x="1903403" y="169117"/>
                  <a:pt x="1904620" y="169117"/>
                </a:cubicBezTo>
                <a:cubicBezTo>
                  <a:pt x="1906838" y="170072"/>
                  <a:pt x="1909204" y="170638"/>
                  <a:pt x="1911614" y="170789"/>
                </a:cubicBezTo>
                <a:cubicBezTo>
                  <a:pt x="1913211" y="170713"/>
                  <a:pt x="1917544" y="167064"/>
                  <a:pt x="1919216" y="167064"/>
                </a:cubicBezTo>
                <a:cubicBezTo>
                  <a:pt x="1922297" y="165613"/>
                  <a:pt x="1924036" y="162289"/>
                  <a:pt x="1923473" y="158930"/>
                </a:cubicBezTo>
                <a:cubicBezTo>
                  <a:pt x="1920066" y="158830"/>
                  <a:pt x="1916662" y="159214"/>
                  <a:pt x="1913362" y="160070"/>
                </a:cubicBezTo>
                <a:cubicBezTo>
                  <a:pt x="1911082" y="160983"/>
                  <a:pt x="1904240" y="160830"/>
                  <a:pt x="1902719" y="161591"/>
                </a:cubicBezTo>
                <a:cubicBezTo>
                  <a:pt x="1897352" y="163449"/>
                  <a:pt x="1891629" y="164047"/>
                  <a:pt x="1885995" y="163340"/>
                </a:cubicBezTo>
                <a:cubicBezTo>
                  <a:pt x="1883086" y="163483"/>
                  <a:pt x="1880227" y="164153"/>
                  <a:pt x="1877556" y="165316"/>
                </a:cubicBezTo>
                <a:cubicBezTo>
                  <a:pt x="1874807" y="166171"/>
                  <a:pt x="1871981" y="166757"/>
                  <a:pt x="1869118" y="167064"/>
                </a:cubicBezTo>
                <a:cubicBezTo>
                  <a:pt x="1864530" y="167414"/>
                  <a:pt x="1859963" y="167997"/>
                  <a:pt x="1855434" y="168813"/>
                </a:cubicBezTo>
                <a:cubicBezTo>
                  <a:pt x="1853078" y="169345"/>
                  <a:pt x="1848060" y="170105"/>
                  <a:pt x="1844943" y="170942"/>
                </a:cubicBezTo>
                <a:cubicBezTo>
                  <a:pt x="1840594" y="172012"/>
                  <a:pt x="1836420" y="173701"/>
                  <a:pt x="1832552" y="175959"/>
                </a:cubicBezTo>
                <a:cubicBezTo>
                  <a:pt x="1829535" y="178936"/>
                  <a:pt x="1826973" y="182344"/>
                  <a:pt x="1824950" y="186069"/>
                </a:cubicBezTo>
                <a:cubicBezTo>
                  <a:pt x="1823874" y="187626"/>
                  <a:pt x="1822652" y="189077"/>
                  <a:pt x="1821301" y="190403"/>
                </a:cubicBezTo>
                <a:cubicBezTo>
                  <a:pt x="1815143" y="194888"/>
                  <a:pt x="1811343" y="201426"/>
                  <a:pt x="1805488" y="202490"/>
                </a:cubicBezTo>
                <a:cubicBezTo>
                  <a:pt x="1803100" y="203228"/>
                  <a:pt x="1800524" y="202178"/>
                  <a:pt x="1799331" y="199981"/>
                </a:cubicBezTo>
                <a:cubicBezTo>
                  <a:pt x="1796693" y="195560"/>
                  <a:pt x="1795106" y="190593"/>
                  <a:pt x="1794694" y="185461"/>
                </a:cubicBezTo>
                <a:cubicBezTo>
                  <a:pt x="1794694" y="180824"/>
                  <a:pt x="1797354" y="179684"/>
                  <a:pt x="1794694" y="170865"/>
                </a:cubicBezTo>
                <a:cubicBezTo>
                  <a:pt x="1794297" y="168619"/>
                  <a:pt x="1795174" y="166337"/>
                  <a:pt x="1796974" y="164936"/>
                </a:cubicBezTo>
                <a:cubicBezTo>
                  <a:pt x="1798521" y="164282"/>
                  <a:pt x="1799938" y="163355"/>
                  <a:pt x="1801155" y="162199"/>
                </a:cubicBezTo>
                <a:cubicBezTo>
                  <a:pt x="1804854" y="156762"/>
                  <a:pt x="1808255" y="151128"/>
                  <a:pt x="1811343" y="145322"/>
                </a:cubicBezTo>
                <a:cubicBezTo>
                  <a:pt x="1811343" y="145322"/>
                  <a:pt x="1813015" y="144334"/>
                  <a:pt x="1814231" y="145322"/>
                </a:cubicBezTo>
                <a:cubicBezTo>
                  <a:pt x="1815555" y="149556"/>
                  <a:pt x="1816247" y="153962"/>
                  <a:pt x="1816284" y="158398"/>
                </a:cubicBezTo>
                <a:cubicBezTo>
                  <a:pt x="1816256" y="158857"/>
                  <a:pt x="1816323" y="159315"/>
                  <a:pt x="1816480" y="159747"/>
                </a:cubicBezTo>
                <a:cubicBezTo>
                  <a:pt x="1817113" y="161482"/>
                  <a:pt x="1819033" y="162376"/>
                  <a:pt x="1820768" y="161742"/>
                </a:cubicBezTo>
                <a:cubicBezTo>
                  <a:pt x="1823855" y="161100"/>
                  <a:pt x="1826809" y="159944"/>
                  <a:pt x="1829511" y="158322"/>
                </a:cubicBezTo>
                <a:cubicBezTo>
                  <a:pt x="1830043" y="157942"/>
                  <a:pt x="1832476" y="156878"/>
                  <a:pt x="1832476" y="155358"/>
                </a:cubicBezTo>
                <a:cubicBezTo>
                  <a:pt x="1831952" y="153249"/>
                  <a:pt x="1831186" y="151208"/>
                  <a:pt x="1830195" y="149276"/>
                </a:cubicBezTo>
                <a:cubicBezTo>
                  <a:pt x="1829383" y="146397"/>
                  <a:pt x="1828873" y="143442"/>
                  <a:pt x="1828675" y="140457"/>
                </a:cubicBezTo>
                <a:cubicBezTo>
                  <a:pt x="1828675" y="138860"/>
                  <a:pt x="1829359" y="129434"/>
                  <a:pt x="1830043" y="122364"/>
                </a:cubicBezTo>
                <a:cubicBezTo>
                  <a:pt x="1830500" y="118411"/>
                  <a:pt x="1828751" y="113697"/>
                  <a:pt x="1828751" y="103207"/>
                </a:cubicBezTo>
                <a:cubicBezTo>
                  <a:pt x="1828921" y="99477"/>
                  <a:pt x="1828326" y="95752"/>
                  <a:pt x="1827003" y="92260"/>
                </a:cubicBezTo>
                <a:cubicBezTo>
                  <a:pt x="1825102" y="91119"/>
                  <a:pt x="1827687" y="86634"/>
                  <a:pt x="1830652" y="85950"/>
                </a:cubicBezTo>
                <a:cubicBezTo>
                  <a:pt x="1832396" y="85799"/>
                  <a:pt x="1834152" y="85799"/>
                  <a:pt x="1835897" y="85950"/>
                </a:cubicBezTo>
                <a:cubicBezTo>
                  <a:pt x="1837037" y="85874"/>
                  <a:pt x="1836885" y="83517"/>
                  <a:pt x="1838558" y="84201"/>
                </a:cubicBezTo>
                <a:cubicBezTo>
                  <a:pt x="1840230" y="84886"/>
                  <a:pt x="1839926" y="85190"/>
                  <a:pt x="1840839" y="87623"/>
                </a:cubicBezTo>
                <a:cubicBezTo>
                  <a:pt x="1841751" y="90055"/>
                  <a:pt x="1841066" y="91348"/>
                  <a:pt x="1841751" y="93856"/>
                </a:cubicBezTo>
                <a:cubicBezTo>
                  <a:pt x="1842435" y="96365"/>
                  <a:pt x="1841370" y="100014"/>
                  <a:pt x="1842435" y="101458"/>
                </a:cubicBezTo>
                <a:cubicBezTo>
                  <a:pt x="1843099" y="102986"/>
                  <a:pt x="1843099" y="104720"/>
                  <a:pt x="1842435" y="106248"/>
                </a:cubicBezTo>
                <a:cubicBezTo>
                  <a:pt x="1842118" y="107982"/>
                  <a:pt x="1842118" y="109759"/>
                  <a:pt x="1842435" y="111493"/>
                </a:cubicBezTo>
                <a:cubicBezTo>
                  <a:pt x="1843043" y="113470"/>
                  <a:pt x="1842207" y="115522"/>
                  <a:pt x="1842435" y="118107"/>
                </a:cubicBezTo>
                <a:cubicBezTo>
                  <a:pt x="1842663" y="120691"/>
                  <a:pt x="1843195" y="129206"/>
                  <a:pt x="1843195" y="131030"/>
                </a:cubicBezTo>
                <a:cubicBezTo>
                  <a:pt x="1843195" y="132855"/>
                  <a:pt x="1845323" y="135744"/>
                  <a:pt x="1844868" y="139697"/>
                </a:cubicBezTo>
                <a:cubicBezTo>
                  <a:pt x="1844868" y="141293"/>
                  <a:pt x="1844868" y="144562"/>
                  <a:pt x="1844868" y="146083"/>
                </a:cubicBezTo>
                <a:cubicBezTo>
                  <a:pt x="1844411" y="149352"/>
                  <a:pt x="1841599" y="151860"/>
                  <a:pt x="1842283" y="153685"/>
                </a:cubicBezTo>
                <a:cubicBezTo>
                  <a:pt x="1842945" y="155369"/>
                  <a:pt x="1844262" y="156713"/>
                  <a:pt x="1845932" y="157410"/>
                </a:cubicBezTo>
                <a:cubicBezTo>
                  <a:pt x="1847984" y="157866"/>
                  <a:pt x="1851481" y="155433"/>
                  <a:pt x="1853153" y="155433"/>
                </a:cubicBezTo>
                <a:cubicBezTo>
                  <a:pt x="1855238" y="155487"/>
                  <a:pt x="1857324" y="155360"/>
                  <a:pt x="1859387" y="155053"/>
                </a:cubicBezTo>
                <a:cubicBezTo>
                  <a:pt x="1862705" y="154069"/>
                  <a:pt x="1866122" y="153458"/>
                  <a:pt x="1869574" y="153228"/>
                </a:cubicBezTo>
                <a:cubicBezTo>
                  <a:pt x="1871095" y="153152"/>
                  <a:pt x="1873756" y="151328"/>
                  <a:pt x="1875124" y="151328"/>
                </a:cubicBezTo>
                <a:cubicBezTo>
                  <a:pt x="1876732" y="150637"/>
                  <a:pt x="1878200" y="149658"/>
                  <a:pt x="1879457" y="148439"/>
                </a:cubicBezTo>
                <a:cubicBezTo>
                  <a:pt x="1880374" y="147612"/>
                  <a:pt x="1880623" y="146273"/>
                  <a:pt x="1880065" y="145170"/>
                </a:cubicBezTo>
                <a:cubicBezTo>
                  <a:pt x="1879001" y="142509"/>
                  <a:pt x="1876796" y="143574"/>
                  <a:pt x="1873983" y="144562"/>
                </a:cubicBezTo>
                <a:cubicBezTo>
                  <a:pt x="1872463" y="145170"/>
                  <a:pt x="1869423" y="147831"/>
                  <a:pt x="1868434" y="146842"/>
                </a:cubicBezTo>
                <a:cubicBezTo>
                  <a:pt x="1866692" y="145791"/>
                  <a:pt x="1866007" y="143607"/>
                  <a:pt x="1866837" y="141750"/>
                </a:cubicBezTo>
                <a:cubicBezTo>
                  <a:pt x="1867217" y="140077"/>
                  <a:pt x="1865698" y="136884"/>
                  <a:pt x="1863493" y="137568"/>
                </a:cubicBezTo>
                <a:cubicBezTo>
                  <a:pt x="1861288" y="138252"/>
                  <a:pt x="1861136" y="141446"/>
                  <a:pt x="1861288" y="143802"/>
                </a:cubicBezTo>
                <a:cubicBezTo>
                  <a:pt x="1861441" y="146158"/>
                  <a:pt x="1859691" y="146691"/>
                  <a:pt x="1858627" y="147527"/>
                </a:cubicBezTo>
                <a:cubicBezTo>
                  <a:pt x="1857563" y="148363"/>
                  <a:pt x="1856574" y="150187"/>
                  <a:pt x="1854902" y="149503"/>
                </a:cubicBezTo>
                <a:cubicBezTo>
                  <a:pt x="1852367" y="148050"/>
                  <a:pt x="1850889" y="145273"/>
                  <a:pt x="1851101" y="142358"/>
                </a:cubicBezTo>
                <a:cubicBezTo>
                  <a:pt x="1851025" y="140761"/>
                  <a:pt x="1851633" y="129130"/>
                  <a:pt x="1851633" y="127609"/>
                </a:cubicBezTo>
                <a:cubicBezTo>
                  <a:pt x="1851937" y="124493"/>
                  <a:pt x="1849961" y="120236"/>
                  <a:pt x="1849961" y="117575"/>
                </a:cubicBezTo>
                <a:cubicBezTo>
                  <a:pt x="1850211" y="112839"/>
                  <a:pt x="1850211" y="108095"/>
                  <a:pt x="1849961" y="103359"/>
                </a:cubicBezTo>
                <a:cubicBezTo>
                  <a:pt x="1849699" y="101743"/>
                  <a:pt x="1849345" y="100144"/>
                  <a:pt x="1848897" y="98570"/>
                </a:cubicBezTo>
                <a:cubicBezTo>
                  <a:pt x="1849122" y="96021"/>
                  <a:pt x="1850131" y="93604"/>
                  <a:pt x="1851786" y="91652"/>
                </a:cubicBezTo>
                <a:cubicBezTo>
                  <a:pt x="1853029" y="90189"/>
                  <a:pt x="1854755" y="89218"/>
                  <a:pt x="1856651" y="88915"/>
                </a:cubicBezTo>
                <a:cubicBezTo>
                  <a:pt x="1858476" y="88535"/>
                  <a:pt x="1859008" y="93248"/>
                  <a:pt x="1859007" y="96517"/>
                </a:cubicBezTo>
                <a:cubicBezTo>
                  <a:pt x="1858938" y="98255"/>
                  <a:pt x="1859506" y="99957"/>
                  <a:pt x="1860603" y="101307"/>
                </a:cubicBezTo>
                <a:cubicBezTo>
                  <a:pt x="1862042" y="106534"/>
                  <a:pt x="1862808" y="111925"/>
                  <a:pt x="1862884" y="117346"/>
                </a:cubicBezTo>
                <a:cubicBezTo>
                  <a:pt x="1862809" y="120311"/>
                  <a:pt x="1863264" y="119931"/>
                  <a:pt x="1865013" y="121072"/>
                </a:cubicBezTo>
                <a:cubicBezTo>
                  <a:pt x="1866762" y="122212"/>
                  <a:pt x="1872007" y="120007"/>
                  <a:pt x="1873300" y="121072"/>
                </a:cubicBezTo>
                <a:cubicBezTo>
                  <a:pt x="1874592" y="122136"/>
                  <a:pt x="1875200" y="125025"/>
                  <a:pt x="1876417" y="125025"/>
                </a:cubicBezTo>
                <a:cubicBezTo>
                  <a:pt x="1880293" y="125557"/>
                  <a:pt x="1882954" y="119475"/>
                  <a:pt x="1884019" y="117955"/>
                </a:cubicBezTo>
                <a:cubicBezTo>
                  <a:pt x="1886831" y="114001"/>
                  <a:pt x="1880825" y="108529"/>
                  <a:pt x="1879989" y="108376"/>
                </a:cubicBezTo>
                <a:cubicBezTo>
                  <a:pt x="1879152" y="108224"/>
                  <a:pt x="1876720" y="110429"/>
                  <a:pt x="1873300" y="110961"/>
                </a:cubicBezTo>
                <a:cubicBezTo>
                  <a:pt x="1869878" y="111493"/>
                  <a:pt x="1871323" y="113926"/>
                  <a:pt x="1868586" y="113166"/>
                </a:cubicBezTo>
                <a:cubicBezTo>
                  <a:pt x="1865849" y="112405"/>
                  <a:pt x="1867066" y="106399"/>
                  <a:pt x="1868586" y="103663"/>
                </a:cubicBezTo>
                <a:cubicBezTo>
                  <a:pt x="1870135" y="101393"/>
                  <a:pt x="1871125" y="98788"/>
                  <a:pt x="1871475" y="96061"/>
                </a:cubicBezTo>
                <a:cubicBezTo>
                  <a:pt x="1871170" y="92792"/>
                  <a:pt x="1868282" y="88839"/>
                  <a:pt x="1868282" y="87623"/>
                </a:cubicBezTo>
                <a:cubicBezTo>
                  <a:pt x="1868282" y="86406"/>
                  <a:pt x="1872007" y="82377"/>
                  <a:pt x="1873603" y="82301"/>
                </a:cubicBezTo>
                <a:cubicBezTo>
                  <a:pt x="1875200" y="82225"/>
                  <a:pt x="1877937" y="87090"/>
                  <a:pt x="1879457" y="87090"/>
                </a:cubicBezTo>
                <a:cubicBezTo>
                  <a:pt x="1880977" y="87090"/>
                  <a:pt x="1884778" y="81160"/>
                  <a:pt x="1886527" y="77740"/>
                </a:cubicBezTo>
                <a:cubicBezTo>
                  <a:pt x="1887667" y="75611"/>
                  <a:pt x="1888352" y="69529"/>
                  <a:pt x="1891772" y="68009"/>
                </a:cubicBezTo>
                <a:cubicBezTo>
                  <a:pt x="1893141" y="68009"/>
                  <a:pt x="1895041" y="68693"/>
                  <a:pt x="1896030" y="68009"/>
                </a:cubicBezTo>
                <a:cubicBezTo>
                  <a:pt x="1897350" y="67354"/>
                  <a:pt x="1898813" y="67040"/>
                  <a:pt x="1900287" y="67097"/>
                </a:cubicBezTo>
                <a:close/>
                <a:moveTo>
                  <a:pt x="244236" y="61103"/>
                </a:moveTo>
                <a:cubicBezTo>
                  <a:pt x="203233" y="55213"/>
                  <a:pt x="159983" y="64966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6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8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6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74" name="组合 73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75" name="组合 74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98" name="任意多边形: 形状 97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9" name="任意多边形: 形状 98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6" name="组合 75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95" name="任意多边形: 形状 94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6" name="任意多边形: 形状 95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7" name="任意多边形: 形状 96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77" name="任意多边形: 形状 76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8" name="任意多边形: 形状 77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9" name="组合 78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92" name="任意多边形: 形状 91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3" name="任意多边形: 形状 92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4" name="任意多边形: 形状 93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0" name="组合 7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90" name="任意多边形: 形状 89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1" name="任意多边形: 形状 90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1" name="组合 8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88" name="任意多边形: 形状 87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9" name="任意多边形: 形状 88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85" name="任意多边形: 形状 84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6" name="任意多边形: 形状 85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7" name="任意多边形: 形状 86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任意多边形: 形状 99"/>
          <p:cNvSpPr/>
          <p:nvPr/>
        </p:nvSpPr>
        <p:spPr>
          <a:xfrm>
            <a:off x="6525194" y="-68677"/>
            <a:ext cx="7064419" cy="6800529"/>
          </a:xfrm>
          <a:custGeom>
            <a:avLst/>
            <a:gdLst>
              <a:gd name="connsiteX0" fmla="*/ 0 w 7064419"/>
              <a:gd name="connsiteY0" fmla="*/ 5015682 h 6800529"/>
              <a:gd name="connsiteX1" fmla="*/ 680113 w 7064419"/>
              <a:gd name="connsiteY1" fmla="*/ 5121238 h 6800529"/>
              <a:gd name="connsiteX2" fmla="*/ 2304827 w 7064419"/>
              <a:gd name="connsiteY2" fmla="*/ 5108643 h 6800529"/>
              <a:gd name="connsiteX3" fmla="*/ 2541128 w 7064419"/>
              <a:gd name="connsiteY3" fmla="*/ 5147027 h 6800529"/>
              <a:gd name="connsiteX4" fmla="*/ 3058709 w 7064419"/>
              <a:gd name="connsiteY4" fmla="*/ 5207001 h 6800529"/>
              <a:gd name="connsiteX5" fmla="*/ 2896777 w 7064419"/>
              <a:gd name="connsiteY5" fmla="*/ 5849330 h 6800529"/>
              <a:gd name="connsiteX6" fmla="*/ 3532509 w 7064419"/>
              <a:gd name="connsiteY6" fmla="*/ 5957285 h 6800529"/>
              <a:gd name="connsiteX7" fmla="*/ 4168841 w 7064419"/>
              <a:gd name="connsiteY7" fmla="*/ 5851129 h 6800529"/>
              <a:gd name="connsiteX8" fmla="*/ 4009908 w 7064419"/>
              <a:gd name="connsiteY8" fmla="*/ 5208801 h 6800529"/>
              <a:gd name="connsiteX9" fmla="*/ 4527489 w 7064419"/>
              <a:gd name="connsiteY9" fmla="*/ 5148826 h 6800529"/>
              <a:gd name="connsiteX10" fmla="*/ 4763790 w 7064419"/>
              <a:gd name="connsiteY10" fmla="*/ 5110442 h 6800529"/>
              <a:gd name="connsiteX11" fmla="*/ 6388504 w 7064419"/>
              <a:gd name="connsiteY11" fmla="*/ 5123037 h 6800529"/>
              <a:gd name="connsiteX12" fmla="*/ 6387304 w 7064419"/>
              <a:gd name="connsiteY12" fmla="*/ 5123037 h 6800529"/>
              <a:gd name="connsiteX13" fmla="*/ 7064419 w 7064419"/>
              <a:gd name="connsiteY13" fmla="*/ 5015682 h 6800529"/>
              <a:gd name="connsiteX14" fmla="*/ 6638598 w 7064419"/>
              <a:gd name="connsiteY14" fmla="*/ 5490682 h 6800529"/>
              <a:gd name="connsiteX15" fmla="*/ 3958329 w 7064419"/>
              <a:gd name="connsiteY15" fmla="*/ 5981874 h 6800529"/>
              <a:gd name="connsiteX16" fmla="*/ 4133455 w 7064419"/>
              <a:gd name="connsiteY16" fmla="*/ 6670384 h 6800529"/>
              <a:gd name="connsiteX17" fmla="*/ 3533709 w 7064419"/>
              <a:gd name="connsiteY17" fmla="*/ 6800529 h 6800529"/>
              <a:gd name="connsiteX18" fmla="*/ 2933962 w 7064419"/>
              <a:gd name="connsiteY18" fmla="*/ 6670384 h 6800529"/>
              <a:gd name="connsiteX19" fmla="*/ 3106089 w 7064419"/>
              <a:gd name="connsiteY19" fmla="*/ 5981874 h 6800529"/>
              <a:gd name="connsiteX20" fmla="*/ 425820 w 7064419"/>
              <a:gd name="connsiteY20" fmla="*/ 5490682 h 6800529"/>
              <a:gd name="connsiteX21" fmla="*/ 0 w 7064419"/>
              <a:gd name="connsiteY21" fmla="*/ 5015682 h 6800529"/>
              <a:gd name="connsiteX22" fmla="*/ 392834 w 7064419"/>
              <a:gd name="connsiteY22" fmla="*/ 4174837 h 6800529"/>
              <a:gd name="connsiteX23" fmla="*/ 768276 w 7064419"/>
              <a:gd name="connsiteY23" fmla="*/ 4215620 h 6800529"/>
              <a:gd name="connsiteX24" fmla="*/ 1093938 w 7064419"/>
              <a:gd name="connsiteY24" fmla="*/ 4215620 h 6800529"/>
              <a:gd name="connsiteX25" fmla="*/ 1466981 w 7064419"/>
              <a:gd name="connsiteY25" fmla="*/ 4212021 h 6800529"/>
              <a:gd name="connsiteX26" fmla="*/ 2030143 w 7064419"/>
              <a:gd name="connsiteY26" fmla="*/ 4226415 h 6800529"/>
              <a:gd name="connsiteX27" fmla="*/ 2638886 w 7064419"/>
              <a:gd name="connsiteY27" fmla="*/ 4367956 h 6800529"/>
              <a:gd name="connsiteX28" fmla="*/ 3069504 w 7064419"/>
              <a:gd name="connsiteY28" fmla="*/ 4397943 h 6800529"/>
              <a:gd name="connsiteX29" fmla="*/ 2924366 w 7064419"/>
              <a:gd name="connsiteY29" fmla="*/ 5015682 h 6800529"/>
              <a:gd name="connsiteX30" fmla="*/ 3524112 w 7064419"/>
              <a:gd name="connsiteY30" fmla="*/ 5086452 h 6800529"/>
              <a:gd name="connsiteX31" fmla="*/ 3538506 w 7064419"/>
              <a:gd name="connsiteY31" fmla="*/ 5086452 h 6800529"/>
              <a:gd name="connsiteX32" fmla="*/ 4138253 w 7064419"/>
              <a:gd name="connsiteY32" fmla="*/ 5015082 h 6800529"/>
              <a:gd name="connsiteX33" fmla="*/ 3996713 w 7064419"/>
              <a:gd name="connsiteY33" fmla="*/ 4399142 h 6800529"/>
              <a:gd name="connsiteX34" fmla="*/ 4426731 w 7064419"/>
              <a:gd name="connsiteY34" fmla="*/ 4369755 h 6800529"/>
              <a:gd name="connsiteX35" fmla="*/ 5035475 w 7064419"/>
              <a:gd name="connsiteY35" fmla="*/ 4228214 h 6800529"/>
              <a:gd name="connsiteX36" fmla="*/ 5598637 w 7064419"/>
              <a:gd name="connsiteY36" fmla="*/ 4213821 h 6800529"/>
              <a:gd name="connsiteX37" fmla="*/ 5971680 w 7064419"/>
              <a:gd name="connsiteY37" fmla="*/ 4217419 h 6800529"/>
              <a:gd name="connsiteX38" fmla="*/ 6297342 w 7064419"/>
              <a:gd name="connsiteY38" fmla="*/ 4217419 h 6800529"/>
              <a:gd name="connsiteX39" fmla="*/ 6296143 w 7064419"/>
              <a:gd name="connsiteY39" fmla="*/ 4216220 h 6800529"/>
              <a:gd name="connsiteX40" fmla="*/ 6671584 w 7064419"/>
              <a:gd name="connsiteY40" fmla="*/ 4175437 h 6800529"/>
              <a:gd name="connsiteX41" fmla="*/ 6311736 w 7064419"/>
              <a:gd name="connsiteY41" fmla="*/ 4529887 h 6800529"/>
              <a:gd name="connsiteX42" fmla="*/ 5788157 w 7064419"/>
              <a:gd name="connsiteY42" fmla="*/ 4769786 h 6800529"/>
              <a:gd name="connsiteX43" fmla="*/ 4514894 w 7064419"/>
              <a:gd name="connsiteY43" fmla="*/ 5052266 h 6800529"/>
              <a:gd name="connsiteX44" fmla="*/ 3944535 w 7064419"/>
              <a:gd name="connsiteY44" fmla="*/ 5116439 h 6800529"/>
              <a:gd name="connsiteX45" fmla="*/ 3888758 w 7064419"/>
              <a:gd name="connsiteY45" fmla="*/ 5121837 h 6800529"/>
              <a:gd name="connsiteX46" fmla="*/ 4049491 w 7064419"/>
              <a:gd name="connsiteY46" fmla="*/ 5771363 h 6800529"/>
              <a:gd name="connsiteX47" fmla="*/ 3532509 w 7064419"/>
              <a:gd name="connsiteY47" fmla="*/ 5858926 h 6800529"/>
              <a:gd name="connsiteX48" fmla="*/ 3016127 w 7064419"/>
              <a:gd name="connsiteY48" fmla="*/ 5771363 h 6800529"/>
              <a:gd name="connsiteX49" fmla="*/ 3175660 w 7064419"/>
              <a:gd name="connsiteY49" fmla="*/ 5121237 h 6800529"/>
              <a:gd name="connsiteX50" fmla="*/ 3119883 w 7064419"/>
              <a:gd name="connsiteY50" fmla="*/ 5115840 h 6800529"/>
              <a:gd name="connsiteX51" fmla="*/ 2549524 w 7064419"/>
              <a:gd name="connsiteY51" fmla="*/ 5051667 h 6800529"/>
              <a:gd name="connsiteX52" fmla="*/ 1276261 w 7064419"/>
              <a:gd name="connsiteY52" fmla="*/ 4769186 h 6800529"/>
              <a:gd name="connsiteX53" fmla="*/ 752682 w 7064419"/>
              <a:gd name="connsiteY53" fmla="*/ 4529287 h 6800529"/>
              <a:gd name="connsiteX54" fmla="*/ 392834 w 7064419"/>
              <a:gd name="connsiteY54" fmla="*/ 4174837 h 6800529"/>
              <a:gd name="connsiteX55" fmla="*/ 6312935 w 7064419"/>
              <a:gd name="connsiteY55" fmla="*/ 3244030 h 6800529"/>
              <a:gd name="connsiteX56" fmla="*/ 5959085 w 7064419"/>
              <a:gd name="connsiteY56" fmla="*/ 3633266 h 6800529"/>
              <a:gd name="connsiteX57" fmla="*/ 5436105 w 7064419"/>
              <a:gd name="connsiteY57" fmla="*/ 3971523 h 6800529"/>
              <a:gd name="connsiteX58" fmla="*/ 4406340 w 7064419"/>
              <a:gd name="connsiteY58" fmla="*/ 4271396 h 6800529"/>
              <a:gd name="connsiteX59" fmla="*/ 3961927 w 7064419"/>
              <a:gd name="connsiteY59" fmla="*/ 4299585 h 6800529"/>
              <a:gd name="connsiteX60" fmla="*/ 3932540 w 7064419"/>
              <a:gd name="connsiteY60" fmla="*/ 4299585 h 6800529"/>
              <a:gd name="connsiteX61" fmla="*/ 3872565 w 7064419"/>
              <a:gd name="connsiteY61" fmla="*/ 4299585 h 6800529"/>
              <a:gd name="connsiteX62" fmla="*/ 4018903 w 7064419"/>
              <a:gd name="connsiteY62" fmla="*/ 4931118 h 6800529"/>
              <a:gd name="connsiteX63" fmla="*/ 3536107 w 7064419"/>
              <a:gd name="connsiteY63" fmla="*/ 4991093 h 6800529"/>
              <a:gd name="connsiteX64" fmla="*/ 3529510 w 7064419"/>
              <a:gd name="connsiteY64" fmla="*/ 4991093 h 6800529"/>
              <a:gd name="connsiteX65" fmla="*/ 3523512 w 7064419"/>
              <a:gd name="connsiteY65" fmla="*/ 4991093 h 6800529"/>
              <a:gd name="connsiteX66" fmla="*/ 3043715 w 7064419"/>
              <a:gd name="connsiteY66" fmla="*/ 4931118 h 6800529"/>
              <a:gd name="connsiteX67" fmla="*/ 3190653 w 7064419"/>
              <a:gd name="connsiteY67" fmla="*/ 4300184 h 6800529"/>
              <a:gd name="connsiteX68" fmla="*/ 3130678 w 7064419"/>
              <a:gd name="connsiteY68" fmla="*/ 4300184 h 6800529"/>
              <a:gd name="connsiteX69" fmla="*/ 3100691 w 7064419"/>
              <a:gd name="connsiteY69" fmla="*/ 4300184 h 6800529"/>
              <a:gd name="connsiteX70" fmla="*/ 2656278 w 7064419"/>
              <a:gd name="connsiteY70" fmla="*/ 4271996 h 6800529"/>
              <a:gd name="connsiteX71" fmla="*/ 1626513 w 7064419"/>
              <a:gd name="connsiteY71" fmla="*/ 3972123 h 6800529"/>
              <a:gd name="connsiteX72" fmla="*/ 1102934 w 7064419"/>
              <a:gd name="connsiteY72" fmla="*/ 3633266 h 6800529"/>
              <a:gd name="connsiteX73" fmla="*/ 749683 w 7064419"/>
              <a:gd name="connsiteY73" fmla="*/ 3244630 h 6800529"/>
              <a:gd name="connsiteX74" fmla="*/ 1120926 w 7064419"/>
              <a:gd name="connsiteY74" fmla="*/ 3286612 h 6800529"/>
              <a:gd name="connsiteX75" fmla="*/ 1264866 w 7064419"/>
              <a:gd name="connsiteY75" fmla="*/ 3293210 h 6800529"/>
              <a:gd name="connsiteX76" fmla="*/ 1940780 w 7064419"/>
              <a:gd name="connsiteY76" fmla="*/ 3328594 h 6800529"/>
              <a:gd name="connsiteX77" fmla="*/ 2016348 w 7064419"/>
              <a:gd name="connsiteY77" fmla="*/ 3368777 h 6800529"/>
              <a:gd name="connsiteX78" fmla="*/ 2781026 w 7064419"/>
              <a:gd name="connsiteY78" fmla="*/ 3612874 h 6800529"/>
              <a:gd name="connsiteX79" fmla="*/ 2917768 w 7064419"/>
              <a:gd name="connsiteY79" fmla="*/ 3621870 h 6800529"/>
              <a:gd name="connsiteX80" fmla="*/ 3085097 w 7064419"/>
              <a:gd name="connsiteY80" fmla="*/ 3612874 h 6800529"/>
              <a:gd name="connsiteX81" fmla="*/ 2953753 w 7064419"/>
              <a:gd name="connsiteY81" fmla="*/ 4162242 h 6800529"/>
              <a:gd name="connsiteX82" fmla="*/ 3532509 w 7064419"/>
              <a:gd name="connsiteY82" fmla="*/ 4198227 h 6800529"/>
              <a:gd name="connsiteX83" fmla="*/ 4111864 w 7064419"/>
              <a:gd name="connsiteY83" fmla="*/ 4159843 h 6800529"/>
              <a:gd name="connsiteX84" fmla="*/ 3979920 w 7064419"/>
              <a:gd name="connsiteY84" fmla="*/ 3610475 h 6800529"/>
              <a:gd name="connsiteX85" fmla="*/ 4147849 w 7064419"/>
              <a:gd name="connsiteY85" fmla="*/ 3619471 h 6800529"/>
              <a:gd name="connsiteX86" fmla="*/ 4284591 w 7064419"/>
              <a:gd name="connsiteY86" fmla="*/ 3610475 h 6800529"/>
              <a:gd name="connsiteX87" fmla="*/ 5048669 w 7064419"/>
              <a:gd name="connsiteY87" fmla="*/ 3366379 h 6800529"/>
              <a:gd name="connsiteX88" fmla="*/ 5124836 w 7064419"/>
              <a:gd name="connsiteY88" fmla="*/ 3326195 h 6800529"/>
              <a:gd name="connsiteX89" fmla="*/ 5800751 w 7064419"/>
              <a:gd name="connsiteY89" fmla="*/ 3290810 h 6800529"/>
              <a:gd name="connsiteX90" fmla="*/ 5944691 w 7064419"/>
              <a:gd name="connsiteY90" fmla="*/ 3284213 h 6800529"/>
              <a:gd name="connsiteX91" fmla="*/ 5942292 w 7064419"/>
              <a:gd name="connsiteY91" fmla="*/ 3286012 h 6800529"/>
              <a:gd name="connsiteX92" fmla="*/ 6312935 w 7064419"/>
              <a:gd name="connsiteY92" fmla="*/ 3244030 h 6800529"/>
              <a:gd name="connsiteX93" fmla="*/ 3527711 w 7064419"/>
              <a:gd name="connsiteY93" fmla="*/ 855838 h 6800529"/>
              <a:gd name="connsiteX94" fmla="*/ 3407762 w 7064419"/>
              <a:gd name="connsiteY94" fmla="*/ 1025566 h 6800529"/>
              <a:gd name="connsiteX95" fmla="*/ 3407762 w 7064419"/>
              <a:gd name="connsiteY95" fmla="*/ 1033963 h 6800529"/>
              <a:gd name="connsiteX96" fmla="*/ 3306405 w 7064419"/>
              <a:gd name="connsiteY96" fmla="*/ 1557543 h 6800529"/>
              <a:gd name="connsiteX97" fmla="*/ 3298608 w 7064419"/>
              <a:gd name="connsiteY97" fmla="*/ 1596525 h 6800529"/>
              <a:gd name="connsiteX98" fmla="*/ 3223040 w 7064419"/>
              <a:gd name="connsiteY98" fmla="*/ 1596525 h 6800529"/>
              <a:gd name="connsiteX99" fmla="*/ 1400409 w 7064419"/>
              <a:gd name="connsiteY99" fmla="*/ 1333236 h 6800529"/>
              <a:gd name="connsiteX100" fmla="*/ 1559342 w 7064419"/>
              <a:gd name="connsiteY100" fmla="*/ 1724872 h 6800529"/>
              <a:gd name="connsiteX101" fmla="*/ 1995358 w 7064419"/>
              <a:gd name="connsiteY101" fmla="*/ 1995358 h 6800529"/>
              <a:gd name="connsiteX102" fmla="*/ 2031343 w 7064419"/>
              <a:gd name="connsiteY102" fmla="*/ 2002554 h 6800529"/>
              <a:gd name="connsiteX103" fmla="*/ 2031343 w 7064419"/>
              <a:gd name="connsiteY103" fmla="*/ 2039139 h 6800529"/>
              <a:gd name="connsiteX104" fmla="*/ 2190276 w 7064419"/>
              <a:gd name="connsiteY104" fmla="*/ 2357004 h 6800529"/>
              <a:gd name="connsiteX105" fmla="*/ 2525534 w 7064419"/>
              <a:gd name="connsiteY105" fmla="*/ 2463161 h 6800529"/>
              <a:gd name="connsiteX106" fmla="*/ 2570515 w 7064419"/>
              <a:gd name="connsiteY106" fmla="*/ 2463161 h 6800529"/>
              <a:gd name="connsiteX107" fmla="*/ 2608299 w 7064419"/>
              <a:gd name="connsiteY107" fmla="*/ 2458961 h 6800529"/>
              <a:gd name="connsiteX108" fmla="*/ 2621493 w 7064419"/>
              <a:gd name="connsiteY108" fmla="*/ 2494946 h 6800529"/>
              <a:gd name="connsiteX109" fmla="*/ 2872188 w 7064419"/>
              <a:gd name="connsiteY109" fmla="*/ 2702459 h 6800529"/>
              <a:gd name="connsiteX110" fmla="*/ 3000533 w 7064419"/>
              <a:gd name="connsiteY110" fmla="*/ 2721650 h 6800529"/>
              <a:gd name="connsiteX111" fmla="*/ 3166663 w 7064419"/>
              <a:gd name="connsiteY111" fmla="*/ 2692863 h 6800529"/>
              <a:gd name="connsiteX112" fmla="*/ 3254826 w 7064419"/>
              <a:gd name="connsiteY112" fmla="*/ 2656278 h 6800529"/>
              <a:gd name="connsiteX113" fmla="*/ 3125281 w 7064419"/>
              <a:gd name="connsiteY113" fmla="*/ 3186455 h 6800529"/>
              <a:gd name="connsiteX114" fmla="*/ 3939737 w 7064419"/>
              <a:gd name="connsiteY114" fmla="*/ 3186455 h 6800529"/>
              <a:gd name="connsiteX115" fmla="*/ 3810192 w 7064419"/>
              <a:gd name="connsiteY115" fmla="*/ 2655678 h 6800529"/>
              <a:gd name="connsiteX116" fmla="*/ 3898355 w 7064419"/>
              <a:gd name="connsiteY116" fmla="*/ 2692863 h 6800529"/>
              <a:gd name="connsiteX117" fmla="*/ 4065084 w 7064419"/>
              <a:gd name="connsiteY117" fmla="*/ 2721052 h 6800529"/>
              <a:gd name="connsiteX118" fmla="*/ 4193430 w 7064419"/>
              <a:gd name="connsiteY118" fmla="*/ 2701859 h 6800529"/>
              <a:gd name="connsiteX119" fmla="*/ 4444124 w 7064419"/>
              <a:gd name="connsiteY119" fmla="*/ 2494346 h 6800529"/>
              <a:gd name="connsiteX120" fmla="*/ 4457319 w 7064419"/>
              <a:gd name="connsiteY120" fmla="*/ 2458961 h 6800529"/>
              <a:gd name="connsiteX121" fmla="*/ 4497502 w 7064419"/>
              <a:gd name="connsiteY121" fmla="*/ 2466158 h 6800529"/>
              <a:gd name="connsiteX122" fmla="*/ 4542483 w 7064419"/>
              <a:gd name="connsiteY122" fmla="*/ 2466158 h 6800529"/>
              <a:gd name="connsiteX123" fmla="*/ 4877741 w 7064419"/>
              <a:gd name="connsiteY123" fmla="*/ 2360003 h 6800529"/>
              <a:gd name="connsiteX124" fmla="*/ 5036674 w 7064419"/>
              <a:gd name="connsiteY124" fmla="*/ 2039739 h 6800529"/>
              <a:gd name="connsiteX125" fmla="*/ 5036674 w 7064419"/>
              <a:gd name="connsiteY125" fmla="*/ 2003154 h 6800529"/>
              <a:gd name="connsiteX126" fmla="*/ 5072659 w 7064419"/>
              <a:gd name="connsiteY126" fmla="*/ 1995957 h 6800529"/>
              <a:gd name="connsiteX127" fmla="*/ 5505677 w 7064419"/>
              <a:gd name="connsiteY127" fmla="*/ 1724872 h 6800529"/>
              <a:gd name="connsiteX128" fmla="*/ 5664609 w 7064419"/>
              <a:gd name="connsiteY128" fmla="*/ 1333236 h 6800529"/>
              <a:gd name="connsiteX129" fmla="*/ 3841978 w 7064419"/>
              <a:gd name="connsiteY129" fmla="*/ 1596525 h 6800529"/>
              <a:gd name="connsiteX130" fmla="*/ 3767610 w 7064419"/>
              <a:gd name="connsiteY130" fmla="*/ 1596525 h 6800529"/>
              <a:gd name="connsiteX131" fmla="*/ 3759813 w 7064419"/>
              <a:gd name="connsiteY131" fmla="*/ 1557543 h 6800529"/>
              <a:gd name="connsiteX132" fmla="*/ 3658456 w 7064419"/>
              <a:gd name="connsiteY132" fmla="*/ 1033963 h 6800529"/>
              <a:gd name="connsiteX133" fmla="*/ 3658456 w 7064419"/>
              <a:gd name="connsiteY133" fmla="*/ 1025566 h 6800529"/>
              <a:gd name="connsiteX134" fmla="*/ 3538507 w 7064419"/>
              <a:gd name="connsiteY134" fmla="*/ 855838 h 6800529"/>
              <a:gd name="connsiteX135" fmla="*/ 4343586 w 7064419"/>
              <a:gd name="connsiteY135" fmla="*/ 822000 h 6800529"/>
              <a:gd name="connsiteX136" fmla="*/ 4470513 w 7064419"/>
              <a:gd name="connsiteY136" fmla="*/ 834847 h 6800529"/>
              <a:gd name="connsiteX137" fmla="*/ 4705014 w 7064419"/>
              <a:gd name="connsiteY137" fmla="*/ 986583 h 6800529"/>
              <a:gd name="connsiteX138" fmla="*/ 4426731 w 7064419"/>
              <a:gd name="connsiteY138" fmla="*/ 1002176 h 6800529"/>
              <a:gd name="connsiteX139" fmla="*/ 4219219 w 7064419"/>
              <a:gd name="connsiteY139" fmla="*/ 850440 h 6800529"/>
              <a:gd name="connsiteX140" fmla="*/ 4343586 w 7064419"/>
              <a:gd name="connsiteY140" fmla="*/ 822000 h 6800529"/>
              <a:gd name="connsiteX141" fmla="*/ 4727204 w 7064419"/>
              <a:gd name="connsiteY141" fmla="*/ 566760 h 6800529"/>
              <a:gd name="connsiteX142" fmla="*/ 4967103 w 7064419"/>
              <a:gd name="connsiteY142" fmla="*/ 599746 h 6800529"/>
              <a:gd name="connsiteX143" fmla="*/ 4741598 w 7064419"/>
              <a:gd name="connsiteY143" fmla="*/ 729291 h 6800529"/>
              <a:gd name="connsiteX144" fmla="*/ 4498101 w 7064419"/>
              <a:gd name="connsiteY144" fmla="*/ 651924 h 6800529"/>
              <a:gd name="connsiteX145" fmla="*/ 4728404 w 7064419"/>
              <a:gd name="connsiteY145" fmla="*/ 567360 h 6800529"/>
              <a:gd name="connsiteX146" fmla="*/ 4261202 w 7064419"/>
              <a:gd name="connsiteY146" fmla="*/ 268086 h 6800529"/>
              <a:gd name="connsiteX147" fmla="*/ 4308581 w 7064419"/>
              <a:gd name="connsiteY147" fmla="*/ 546968 h 6800529"/>
              <a:gd name="connsiteX148" fmla="*/ 4310980 w 7064419"/>
              <a:gd name="connsiteY148" fmla="*/ 546968 h 6800529"/>
              <a:gd name="connsiteX149" fmla="*/ 4191031 w 7064419"/>
              <a:gd name="connsiteY149" fmla="*/ 779670 h 6800529"/>
              <a:gd name="connsiteX150" fmla="*/ 4131056 w 7064419"/>
              <a:gd name="connsiteY150" fmla="*/ 519980 h 6800529"/>
              <a:gd name="connsiteX151" fmla="*/ 4261202 w 7064419"/>
              <a:gd name="connsiteY151" fmla="*/ 268086 h 6800529"/>
              <a:gd name="connsiteX152" fmla="*/ 4884338 w 7064419"/>
              <a:gd name="connsiteY152" fmla="*/ 0 h 6800529"/>
              <a:gd name="connsiteX153" fmla="*/ 4838757 w 7064419"/>
              <a:gd name="connsiteY153" fmla="*/ 269286 h 6800529"/>
              <a:gd name="connsiteX154" fmla="*/ 4697816 w 7064419"/>
              <a:gd name="connsiteY154" fmla="*/ 415625 h 6800529"/>
              <a:gd name="connsiteX155" fmla="*/ 4643239 w 7064419"/>
              <a:gd name="connsiteY155" fmla="*/ 506186 h 6800529"/>
              <a:gd name="connsiteX156" fmla="*/ 3934338 w 7064419"/>
              <a:gd name="connsiteY156" fmla="*/ 995580 h 6800529"/>
              <a:gd name="connsiteX157" fmla="*/ 4143650 w 7064419"/>
              <a:gd name="connsiteY157" fmla="*/ 1009974 h 6800529"/>
              <a:gd name="connsiteX158" fmla="*/ 4144850 w 7064419"/>
              <a:gd name="connsiteY158" fmla="*/ 1008774 h 6800529"/>
              <a:gd name="connsiteX159" fmla="*/ 4375152 w 7064419"/>
              <a:gd name="connsiteY159" fmla="*/ 1174304 h 6800529"/>
              <a:gd name="connsiteX160" fmla="*/ 4103467 w 7064419"/>
              <a:gd name="connsiteY160" fmla="*/ 1178503 h 6800529"/>
              <a:gd name="connsiteX161" fmla="*/ 3912148 w 7064419"/>
              <a:gd name="connsiteY161" fmla="*/ 1003976 h 6800529"/>
              <a:gd name="connsiteX162" fmla="*/ 3762450 w 7064419"/>
              <a:gd name="connsiteY162" fmla="*/ 1058958 h 6800529"/>
              <a:gd name="connsiteX163" fmla="*/ 3768191 w 7064419"/>
              <a:gd name="connsiteY163" fmla="*/ 1088381 h 6800529"/>
              <a:gd name="connsiteX164" fmla="*/ 3847976 w 7064419"/>
              <a:gd name="connsiteY164" fmla="*/ 1499367 h 6800529"/>
              <a:gd name="connsiteX165" fmla="*/ 5701194 w 7064419"/>
              <a:gd name="connsiteY165" fmla="*/ 1221084 h 6800529"/>
              <a:gd name="connsiteX166" fmla="*/ 5765367 w 7064419"/>
              <a:gd name="connsiteY166" fmla="*/ 1199493 h 6800529"/>
              <a:gd name="connsiteX167" fmla="*/ 5765367 w 7064419"/>
              <a:gd name="connsiteY167" fmla="*/ 1263066 h 6800529"/>
              <a:gd name="connsiteX168" fmla="*/ 5581844 w 7064419"/>
              <a:gd name="connsiteY168" fmla="*/ 1783047 h 6800529"/>
              <a:gd name="connsiteX169" fmla="*/ 5126037 w 7064419"/>
              <a:gd name="connsiteY169" fmla="*/ 2079922 h 6800529"/>
              <a:gd name="connsiteX170" fmla="*/ 4935917 w 7064419"/>
              <a:gd name="connsiteY170" fmla="*/ 2432573 h 6800529"/>
              <a:gd name="connsiteX171" fmla="*/ 4848353 w 7064419"/>
              <a:gd name="connsiteY171" fmla="*/ 2492547 h 6800529"/>
              <a:gd name="connsiteX172" fmla="*/ 5723984 w 7064419"/>
              <a:gd name="connsiteY172" fmla="*/ 2358804 h 6800529"/>
              <a:gd name="connsiteX173" fmla="*/ 5792955 w 7064419"/>
              <a:gd name="connsiteY173" fmla="*/ 2345609 h 6800529"/>
              <a:gd name="connsiteX174" fmla="*/ 5788157 w 7064419"/>
              <a:gd name="connsiteY174" fmla="*/ 2345609 h 6800529"/>
              <a:gd name="connsiteX175" fmla="*/ 5975878 w 7064419"/>
              <a:gd name="connsiteY175" fmla="*/ 2306626 h 6800529"/>
              <a:gd name="connsiteX176" fmla="*/ 5685001 w 7064419"/>
              <a:gd name="connsiteY176" fmla="*/ 2734845 h 6800529"/>
              <a:gd name="connsiteX177" fmla="*/ 5000090 w 7064419"/>
              <a:gd name="connsiteY177" fmla="*/ 3280616 h 6800529"/>
              <a:gd name="connsiteX178" fmla="*/ 4265400 w 7064419"/>
              <a:gd name="connsiteY178" fmla="*/ 3514516 h 6800529"/>
              <a:gd name="connsiteX179" fmla="*/ 4145451 w 7064419"/>
              <a:gd name="connsiteY179" fmla="*/ 3522912 h 6800529"/>
              <a:gd name="connsiteX180" fmla="*/ 3921745 w 7064419"/>
              <a:gd name="connsiteY180" fmla="*/ 3506719 h 6800529"/>
              <a:gd name="connsiteX181" fmla="*/ 3850975 w 7064419"/>
              <a:gd name="connsiteY181" fmla="*/ 3495924 h 6800529"/>
              <a:gd name="connsiteX182" fmla="*/ 3988317 w 7064419"/>
              <a:gd name="connsiteY182" fmla="*/ 4070481 h 6800529"/>
              <a:gd name="connsiteX183" fmla="*/ 3530110 w 7064419"/>
              <a:gd name="connsiteY183" fmla="*/ 4099269 h 6800529"/>
              <a:gd name="connsiteX184" fmla="*/ 3072503 w 7064419"/>
              <a:gd name="connsiteY184" fmla="*/ 4070481 h 6800529"/>
              <a:gd name="connsiteX185" fmla="*/ 3209845 w 7064419"/>
              <a:gd name="connsiteY185" fmla="*/ 3495924 h 6800529"/>
              <a:gd name="connsiteX186" fmla="*/ 3139075 w 7064419"/>
              <a:gd name="connsiteY186" fmla="*/ 3506719 h 6800529"/>
              <a:gd name="connsiteX187" fmla="*/ 2915370 w 7064419"/>
              <a:gd name="connsiteY187" fmla="*/ 3522912 h 6800529"/>
              <a:gd name="connsiteX188" fmla="*/ 2795420 w 7064419"/>
              <a:gd name="connsiteY188" fmla="*/ 3514516 h 6800529"/>
              <a:gd name="connsiteX189" fmla="*/ 2060730 w 7064419"/>
              <a:gd name="connsiteY189" fmla="*/ 3280616 h 6800529"/>
              <a:gd name="connsiteX190" fmla="*/ 1375819 w 7064419"/>
              <a:gd name="connsiteY190" fmla="*/ 2734845 h 6800529"/>
              <a:gd name="connsiteX191" fmla="*/ 1084942 w 7064419"/>
              <a:gd name="connsiteY191" fmla="*/ 2306626 h 6800529"/>
              <a:gd name="connsiteX192" fmla="*/ 1272663 w 7064419"/>
              <a:gd name="connsiteY192" fmla="*/ 2345609 h 6800529"/>
              <a:gd name="connsiteX193" fmla="*/ 1341634 w 7064419"/>
              <a:gd name="connsiteY193" fmla="*/ 2358804 h 6800529"/>
              <a:gd name="connsiteX194" fmla="*/ 2217264 w 7064419"/>
              <a:gd name="connsiteY194" fmla="*/ 2491947 h 6800529"/>
              <a:gd name="connsiteX195" fmla="*/ 2129701 w 7064419"/>
              <a:gd name="connsiteY195" fmla="*/ 2434971 h 6800529"/>
              <a:gd name="connsiteX196" fmla="*/ 1939581 w 7064419"/>
              <a:gd name="connsiteY196" fmla="*/ 2082320 h 6800529"/>
              <a:gd name="connsiteX197" fmla="*/ 1483774 w 7064419"/>
              <a:gd name="connsiteY197" fmla="*/ 1785447 h 6800529"/>
              <a:gd name="connsiteX198" fmla="*/ 1300251 w 7064419"/>
              <a:gd name="connsiteY198" fmla="*/ 1265466 h 6800529"/>
              <a:gd name="connsiteX199" fmla="*/ 1300251 w 7064419"/>
              <a:gd name="connsiteY199" fmla="*/ 1199493 h 6800529"/>
              <a:gd name="connsiteX200" fmla="*/ 1368022 w 7064419"/>
              <a:gd name="connsiteY200" fmla="*/ 1219885 h 6800529"/>
              <a:gd name="connsiteX201" fmla="*/ 3221240 w 7064419"/>
              <a:gd name="connsiteY201" fmla="*/ 1499367 h 6800529"/>
              <a:gd name="connsiteX202" fmla="*/ 3315401 w 7064419"/>
              <a:gd name="connsiteY202" fmla="*/ 1014771 h 6800529"/>
              <a:gd name="connsiteX203" fmla="*/ 3315401 w 7064419"/>
              <a:gd name="connsiteY203" fmla="*/ 1006974 h 6800529"/>
              <a:gd name="connsiteX204" fmla="*/ 3530710 w 7064419"/>
              <a:gd name="connsiteY204" fmla="*/ 758679 h 6800529"/>
              <a:gd name="connsiteX205" fmla="*/ 3538507 w 7064419"/>
              <a:gd name="connsiteY205" fmla="*/ 758679 h 6800529"/>
              <a:gd name="connsiteX206" fmla="*/ 3747984 w 7064419"/>
              <a:gd name="connsiteY206" fmla="*/ 979086 h 6800529"/>
              <a:gd name="connsiteX207" fmla="*/ 3749442 w 7064419"/>
              <a:gd name="connsiteY207" fmla="*/ 986059 h 6800529"/>
              <a:gd name="connsiteX208" fmla="*/ 3797671 w 7064419"/>
              <a:gd name="connsiteY208" fmla="*/ 969791 h 6800529"/>
              <a:gd name="connsiteX209" fmla="*/ 3890557 w 7064419"/>
              <a:gd name="connsiteY209" fmla="*/ 932606 h 6800529"/>
              <a:gd name="connsiteX210" fmla="*/ 3830582 w 7064419"/>
              <a:gd name="connsiteY210" fmla="*/ 675915 h 6800529"/>
              <a:gd name="connsiteX211" fmla="*/ 3972722 w 7064419"/>
              <a:gd name="connsiteY211" fmla="*/ 429419 h 6800529"/>
              <a:gd name="connsiteX212" fmla="*/ 4018303 w 7064419"/>
              <a:gd name="connsiteY212" fmla="*/ 705902 h 6800529"/>
              <a:gd name="connsiteX213" fmla="*/ 3894156 w 7064419"/>
              <a:gd name="connsiteY213" fmla="*/ 930807 h 6800529"/>
              <a:gd name="connsiteX214" fmla="*/ 4454919 w 7064419"/>
              <a:gd name="connsiteY214" fmla="*/ 599747 h 6800529"/>
              <a:gd name="connsiteX215" fmla="*/ 4399142 w 7064419"/>
              <a:gd name="connsiteY215" fmla="*/ 350852 h 6800529"/>
              <a:gd name="connsiteX216" fmla="*/ 4519092 w 7064419"/>
              <a:gd name="connsiteY216" fmla="*/ 110953 h 6800529"/>
              <a:gd name="connsiteX217" fmla="*/ 4563473 w 7064419"/>
              <a:gd name="connsiteY217" fmla="*/ 379040 h 6800529"/>
              <a:gd name="connsiteX218" fmla="*/ 4457918 w 7064419"/>
              <a:gd name="connsiteY218" fmla="*/ 599747 h 6800529"/>
              <a:gd name="connsiteX219" fmla="*/ 4630645 w 7064419"/>
              <a:gd name="connsiteY219" fmla="*/ 442013 h 6800529"/>
              <a:gd name="connsiteX220" fmla="*/ 4670228 w 7064419"/>
              <a:gd name="connsiteY220" fmla="*/ 395233 h 6800529"/>
              <a:gd name="connsiteX221" fmla="*/ 4704414 w 7064419"/>
              <a:gd name="connsiteY221" fmla="*/ 179924 h 6800529"/>
              <a:gd name="connsiteX222" fmla="*/ 4884338 w 7064419"/>
              <a:gd name="connsiteY222" fmla="*/ 0 h 6800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</a:cxnLst>
            <a:rect l="l" t="t" r="r" b="b"/>
            <a:pathLst>
              <a:path w="7064419" h="6800529">
                <a:moveTo>
                  <a:pt x="0" y="5015682"/>
                </a:moveTo>
                <a:cubicBezTo>
                  <a:pt x="223387" y="5069659"/>
                  <a:pt x="450875" y="5104966"/>
                  <a:pt x="680113" y="5121238"/>
                </a:cubicBezTo>
                <a:cubicBezTo>
                  <a:pt x="1117928" y="5138630"/>
                  <a:pt x="1737467" y="5101446"/>
                  <a:pt x="2304827" y="5108643"/>
                </a:cubicBezTo>
                <a:cubicBezTo>
                  <a:pt x="2395989" y="5125436"/>
                  <a:pt x="2477554" y="5138630"/>
                  <a:pt x="2541128" y="5147027"/>
                </a:cubicBezTo>
                <a:cubicBezTo>
                  <a:pt x="2693463" y="5168018"/>
                  <a:pt x="2947156" y="5195007"/>
                  <a:pt x="3058709" y="5207001"/>
                </a:cubicBezTo>
                <a:lnTo>
                  <a:pt x="2896777" y="5849330"/>
                </a:lnTo>
                <a:lnTo>
                  <a:pt x="3532509" y="5957285"/>
                </a:lnTo>
                <a:lnTo>
                  <a:pt x="4168841" y="5851129"/>
                </a:lnTo>
                <a:lnTo>
                  <a:pt x="4009908" y="5208801"/>
                </a:lnTo>
                <a:cubicBezTo>
                  <a:pt x="4121461" y="5195007"/>
                  <a:pt x="4375153" y="5168018"/>
                  <a:pt x="4527489" y="5148826"/>
                </a:cubicBezTo>
                <a:cubicBezTo>
                  <a:pt x="4591063" y="5140429"/>
                  <a:pt x="4672628" y="5127235"/>
                  <a:pt x="4763790" y="5110442"/>
                </a:cubicBezTo>
                <a:cubicBezTo>
                  <a:pt x="5331150" y="5103245"/>
                  <a:pt x="5950689" y="5140429"/>
                  <a:pt x="6388504" y="5123037"/>
                </a:cubicBezTo>
                <a:lnTo>
                  <a:pt x="6387304" y="5123037"/>
                </a:lnTo>
                <a:cubicBezTo>
                  <a:pt x="6615568" y="5106010"/>
                  <a:pt x="6842092" y="5070103"/>
                  <a:pt x="7064419" y="5015682"/>
                </a:cubicBezTo>
                <a:cubicBezTo>
                  <a:pt x="7064419" y="5015682"/>
                  <a:pt x="6865903" y="5334747"/>
                  <a:pt x="6638598" y="5490682"/>
                </a:cubicBezTo>
                <a:cubicBezTo>
                  <a:pt x="5763807" y="5743457"/>
                  <a:pt x="4865908" y="5908009"/>
                  <a:pt x="3958329" y="5981874"/>
                </a:cubicBezTo>
                <a:lnTo>
                  <a:pt x="4133455" y="6670384"/>
                </a:lnTo>
                <a:lnTo>
                  <a:pt x="3533709" y="6800529"/>
                </a:lnTo>
                <a:lnTo>
                  <a:pt x="2933962" y="6670384"/>
                </a:lnTo>
                <a:lnTo>
                  <a:pt x="3106089" y="5981874"/>
                </a:lnTo>
                <a:cubicBezTo>
                  <a:pt x="2198510" y="5908009"/>
                  <a:pt x="1300611" y="5743457"/>
                  <a:pt x="425820" y="5490682"/>
                </a:cubicBezTo>
                <a:cubicBezTo>
                  <a:pt x="198516" y="5337746"/>
                  <a:pt x="0" y="5015682"/>
                  <a:pt x="0" y="5015682"/>
                </a:cubicBezTo>
                <a:close/>
                <a:moveTo>
                  <a:pt x="392834" y="4174837"/>
                </a:moveTo>
                <a:cubicBezTo>
                  <a:pt x="516767" y="4197921"/>
                  <a:pt x="642275" y="4211559"/>
                  <a:pt x="768276" y="4215620"/>
                </a:cubicBezTo>
                <a:cubicBezTo>
                  <a:pt x="857638" y="4219218"/>
                  <a:pt x="967391" y="4215620"/>
                  <a:pt x="1093938" y="4215620"/>
                </a:cubicBezTo>
                <a:cubicBezTo>
                  <a:pt x="1206091" y="4212021"/>
                  <a:pt x="1333237" y="4212021"/>
                  <a:pt x="1466981" y="4212021"/>
                </a:cubicBezTo>
                <a:cubicBezTo>
                  <a:pt x="1622315" y="4212021"/>
                  <a:pt x="1818432" y="4214420"/>
                  <a:pt x="2030143" y="4226415"/>
                </a:cubicBezTo>
                <a:cubicBezTo>
                  <a:pt x="2229949" y="4286090"/>
                  <a:pt x="2433251" y="4333356"/>
                  <a:pt x="2638886" y="4367956"/>
                </a:cubicBezTo>
                <a:cubicBezTo>
                  <a:pt x="2781506" y="4388389"/>
                  <a:pt x="2925427" y="4398416"/>
                  <a:pt x="3069504" y="4397943"/>
                </a:cubicBezTo>
                <a:lnTo>
                  <a:pt x="2924366" y="5015682"/>
                </a:lnTo>
                <a:lnTo>
                  <a:pt x="3524112" y="5086452"/>
                </a:lnTo>
                <a:lnTo>
                  <a:pt x="3538506" y="5086452"/>
                </a:lnTo>
                <a:lnTo>
                  <a:pt x="4138253" y="5015082"/>
                </a:lnTo>
                <a:lnTo>
                  <a:pt x="3996713" y="4399142"/>
                </a:lnTo>
                <a:cubicBezTo>
                  <a:pt x="4140574" y="4399784"/>
                  <a:pt x="4284291" y="4389960"/>
                  <a:pt x="4426731" y="4369755"/>
                </a:cubicBezTo>
                <a:cubicBezTo>
                  <a:pt x="4632367" y="4335155"/>
                  <a:pt x="4835669" y="4287889"/>
                  <a:pt x="5035475" y="4228214"/>
                </a:cubicBezTo>
                <a:cubicBezTo>
                  <a:pt x="5247185" y="4213821"/>
                  <a:pt x="5443303" y="4213821"/>
                  <a:pt x="5598637" y="4213821"/>
                </a:cubicBezTo>
                <a:cubicBezTo>
                  <a:pt x="5731781" y="4213821"/>
                  <a:pt x="5859527" y="4217419"/>
                  <a:pt x="5971680" y="4217419"/>
                </a:cubicBezTo>
                <a:cubicBezTo>
                  <a:pt x="6097626" y="4217419"/>
                  <a:pt x="6207980" y="4217419"/>
                  <a:pt x="6297342" y="4217419"/>
                </a:cubicBezTo>
                <a:lnTo>
                  <a:pt x="6296143" y="4216220"/>
                </a:lnTo>
                <a:cubicBezTo>
                  <a:pt x="6422150" y="4212159"/>
                  <a:pt x="6547677" y="4198521"/>
                  <a:pt x="6671584" y="4175437"/>
                </a:cubicBezTo>
                <a:cubicBezTo>
                  <a:pt x="6569867" y="4310770"/>
                  <a:pt x="6448598" y="4430221"/>
                  <a:pt x="6311736" y="4529887"/>
                </a:cubicBezTo>
                <a:cubicBezTo>
                  <a:pt x="6144587" y="4625103"/>
                  <a:pt x="5969400" y="4705379"/>
                  <a:pt x="5788157" y="4769786"/>
                </a:cubicBezTo>
                <a:cubicBezTo>
                  <a:pt x="5370122" y="4890707"/>
                  <a:pt x="4944847" y="4985059"/>
                  <a:pt x="4514894" y="5052266"/>
                </a:cubicBezTo>
                <a:cubicBezTo>
                  <a:pt x="4318177" y="5077456"/>
                  <a:pt x="3948134" y="5116439"/>
                  <a:pt x="3944535" y="5116439"/>
                </a:cubicBezTo>
                <a:lnTo>
                  <a:pt x="3888758" y="5121837"/>
                </a:lnTo>
                <a:lnTo>
                  <a:pt x="4049491" y="5771363"/>
                </a:lnTo>
                <a:lnTo>
                  <a:pt x="3532509" y="5858926"/>
                </a:lnTo>
                <a:lnTo>
                  <a:pt x="3016127" y="5771363"/>
                </a:lnTo>
                <a:lnTo>
                  <a:pt x="3175660" y="5121237"/>
                </a:lnTo>
                <a:lnTo>
                  <a:pt x="3119883" y="5115840"/>
                </a:lnTo>
                <a:cubicBezTo>
                  <a:pt x="3116285" y="5115240"/>
                  <a:pt x="2746241" y="5076856"/>
                  <a:pt x="2549524" y="5051667"/>
                </a:cubicBezTo>
                <a:cubicBezTo>
                  <a:pt x="2119571" y="4984459"/>
                  <a:pt x="1694297" y="4890107"/>
                  <a:pt x="1276261" y="4769186"/>
                </a:cubicBezTo>
                <a:cubicBezTo>
                  <a:pt x="1095018" y="4704779"/>
                  <a:pt x="919808" y="4624503"/>
                  <a:pt x="752682" y="4529287"/>
                </a:cubicBezTo>
                <a:cubicBezTo>
                  <a:pt x="615832" y="4429621"/>
                  <a:pt x="494555" y="4310170"/>
                  <a:pt x="392834" y="4174837"/>
                </a:cubicBezTo>
                <a:close/>
                <a:moveTo>
                  <a:pt x="6312935" y="3244030"/>
                </a:moveTo>
                <a:cubicBezTo>
                  <a:pt x="6214936" y="3390596"/>
                  <a:pt x="6095647" y="3521773"/>
                  <a:pt x="5959085" y="3633266"/>
                </a:cubicBezTo>
                <a:cubicBezTo>
                  <a:pt x="5800373" y="3768497"/>
                  <a:pt x="5624534" y="3882227"/>
                  <a:pt x="5436105" y="3971523"/>
                </a:cubicBezTo>
                <a:cubicBezTo>
                  <a:pt x="5107846" y="4117190"/>
                  <a:pt x="4761486" y="4218055"/>
                  <a:pt x="4406340" y="4271396"/>
                </a:cubicBezTo>
                <a:cubicBezTo>
                  <a:pt x="4259078" y="4291530"/>
                  <a:pt x="4110551" y="4300952"/>
                  <a:pt x="3961927" y="4299585"/>
                </a:cubicBezTo>
                <a:lnTo>
                  <a:pt x="3932540" y="4299585"/>
                </a:lnTo>
                <a:lnTo>
                  <a:pt x="3872565" y="4299585"/>
                </a:lnTo>
                <a:lnTo>
                  <a:pt x="4018903" y="4931118"/>
                </a:lnTo>
                <a:lnTo>
                  <a:pt x="3536107" y="4991093"/>
                </a:lnTo>
                <a:lnTo>
                  <a:pt x="3529510" y="4991093"/>
                </a:lnTo>
                <a:lnTo>
                  <a:pt x="3523512" y="4991093"/>
                </a:lnTo>
                <a:lnTo>
                  <a:pt x="3043715" y="4931118"/>
                </a:lnTo>
                <a:lnTo>
                  <a:pt x="3190653" y="4300184"/>
                </a:lnTo>
                <a:lnTo>
                  <a:pt x="3130678" y="4300184"/>
                </a:lnTo>
                <a:lnTo>
                  <a:pt x="3100691" y="4300184"/>
                </a:lnTo>
                <a:cubicBezTo>
                  <a:pt x="2952068" y="4301516"/>
                  <a:pt x="2803540" y="4292094"/>
                  <a:pt x="2656278" y="4271996"/>
                </a:cubicBezTo>
                <a:cubicBezTo>
                  <a:pt x="2301168" y="4218504"/>
                  <a:pt x="1954826" y="4117645"/>
                  <a:pt x="1626513" y="3972123"/>
                </a:cubicBezTo>
                <a:cubicBezTo>
                  <a:pt x="1437982" y="3882436"/>
                  <a:pt x="1261975" y="3768521"/>
                  <a:pt x="1102934" y="3633266"/>
                </a:cubicBezTo>
                <a:cubicBezTo>
                  <a:pt x="966719" y="3521791"/>
                  <a:pt x="847688" y="3390837"/>
                  <a:pt x="749683" y="3244630"/>
                </a:cubicBezTo>
                <a:cubicBezTo>
                  <a:pt x="881028" y="3264421"/>
                  <a:pt x="1072947" y="3286612"/>
                  <a:pt x="1120926" y="3286612"/>
                </a:cubicBezTo>
                <a:lnTo>
                  <a:pt x="1264866" y="3293210"/>
                </a:lnTo>
                <a:cubicBezTo>
                  <a:pt x="1439392" y="3301607"/>
                  <a:pt x="1665497" y="3311801"/>
                  <a:pt x="1940780" y="3328594"/>
                </a:cubicBezTo>
                <a:lnTo>
                  <a:pt x="2016348" y="3368777"/>
                </a:lnTo>
                <a:cubicBezTo>
                  <a:pt x="2256655" y="3490244"/>
                  <a:pt x="2514786" y="3572643"/>
                  <a:pt x="2781026" y="3612874"/>
                </a:cubicBezTo>
                <a:cubicBezTo>
                  <a:pt x="2826318" y="3619262"/>
                  <a:pt x="2872025" y="3622266"/>
                  <a:pt x="2917768" y="3621870"/>
                </a:cubicBezTo>
                <a:cubicBezTo>
                  <a:pt x="2973664" y="3621799"/>
                  <a:pt x="3029519" y="3618800"/>
                  <a:pt x="3085097" y="3612874"/>
                </a:cubicBezTo>
                <a:lnTo>
                  <a:pt x="2953753" y="4162242"/>
                </a:lnTo>
                <a:lnTo>
                  <a:pt x="3532509" y="4198227"/>
                </a:lnTo>
                <a:lnTo>
                  <a:pt x="4111864" y="4159843"/>
                </a:lnTo>
                <a:lnTo>
                  <a:pt x="3979920" y="3610475"/>
                </a:lnTo>
                <a:cubicBezTo>
                  <a:pt x="4035702" y="3616383"/>
                  <a:pt x="4091755" y="3619382"/>
                  <a:pt x="4147849" y="3619471"/>
                </a:cubicBezTo>
                <a:cubicBezTo>
                  <a:pt x="4193591" y="3619867"/>
                  <a:pt x="4239298" y="3616863"/>
                  <a:pt x="4284591" y="3610475"/>
                </a:cubicBezTo>
                <a:cubicBezTo>
                  <a:pt x="4550663" y="3570334"/>
                  <a:pt x="4808608" y="3487929"/>
                  <a:pt x="5048669" y="3366379"/>
                </a:cubicBezTo>
                <a:lnTo>
                  <a:pt x="5124836" y="3326195"/>
                </a:lnTo>
                <a:cubicBezTo>
                  <a:pt x="5399521" y="3309402"/>
                  <a:pt x="5626225" y="3299207"/>
                  <a:pt x="5800751" y="3290810"/>
                </a:cubicBezTo>
                <a:lnTo>
                  <a:pt x="5944691" y="3284213"/>
                </a:lnTo>
                <a:lnTo>
                  <a:pt x="5942292" y="3286012"/>
                </a:lnTo>
                <a:cubicBezTo>
                  <a:pt x="5990271" y="3283613"/>
                  <a:pt x="6182190" y="3263822"/>
                  <a:pt x="6312935" y="3244030"/>
                </a:cubicBezTo>
                <a:close/>
                <a:moveTo>
                  <a:pt x="3527711" y="855838"/>
                </a:moveTo>
                <a:cubicBezTo>
                  <a:pt x="3450944" y="855838"/>
                  <a:pt x="3423955" y="941602"/>
                  <a:pt x="3407762" y="1025566"/>
                </a:cubicBezTo>
                <a:lnTo>
                  <a:pt x="3407762" y="1033963"/>
                </a:lnTo>
                <a:cubicBezTo>
                  <a:pt x="3399365" y="1077744"/>
                  <a:pt x="3306405" y="1557543"/>
                  <a:pt x="3306405" y="1557543"/>
                </a:cubicBezTo>
                <a:lnTo>
                  <a:pt x="3298608" y="1596525"/>
                </a:lnTo>
                <a:lnTo>
                  <a:pt x="3223040" y="1596525"/>
                </a:lnTo>
                <a:cubicBezTo>
                  <a:pt x="2605858" y="1598852"/>
                  <a:pt x="1991705" y="1510139"/>
                  <a:pt x="1400409" y="1333236"/>
                </a:cubicBezTo>
                <a:cubicBezTo>
                  <a:pt x="1413915" y="1476522"/>
                  <a:pt x="1469176" y="1612695"/>
                  <a:pt x="1559342" y="1724872"/>
                </a:cubicBezTo>
                <a:cubicBezTo>
                  <a:pt x="1672412" y="1858885"/>
                  <a:pt x="1825066" y="1953585"/>
                  <a:pt x="1995358" y="1995358"/>
                </a:cubicBezTo>
                <a:lnTo>
                  <a:pt x="2031343" y="2002554"/>
                </a:lnTo>
                <a:lnTo>
                  <a:pt x="2031343" y="2039139"/>
                </a:lnTo>
                <a:cubicBezTo>
                  <a:pt x="2044531" y="2160714"/>
                  <a:pt x="2100931" y="2273508"/>
                  <a:pt x="2190276" y="2357004"/>
                </a:cubicBezTo>
                <a:cubicBezTo>
                  <a:pt x="2287195" y="2428531"/>
                  <a:pt x="2405111" y="2465870"/>
                  <a:pt x="2525534" y="2463161"/>
                </a:cubicBezTo>
                <a:cubicBezTo>
                  <a:pt x="2553122" y="2463161"/>
                  <a:pt x="2570515" y="2463161"/>
                  <a:pt x="2570515" y="2463161"/>
                </a:cubicBezTo>
                <a:lnTo>
                  <a:pt x="2608299" y="2458961"/>
                </a:lnTo>
                <a:lnTo>
                  <a:pt x="2621493" y="2494946"/>
                </a:lnTo>
                <a:cubicBezTo>
                  <a:pt x="2671506" y="2596807"/>
                  <a:pt x="2762776" y="2672357"/>
                  <a:pt x="2872188" y="2702459"/>
                </a:cubicBezTo>
                <a:cubicBezTo>
                  <a:pt x="2913750" y="2715329"/>
                  <a:pt x="2957028" y="2721800"/>
                  <a:pt x="3000533" y="2721650"/>
                </a:cubicBezTo>
                <a:cubicBezTo>
                  <a:pt x="3057144" y="2721572"/>
                  <a:pt x="3113328" y="2711833"/>
                  <a:pt x="3166663" y="2692863"/>
                </a:cubicBezTo>
                <a:lnTo>
                  <a:pt x="3254826" y="2656278"/>
                </a:lnTo>
                <a:lnTo>
                  <a:pt x="3125281" y="3186455"/>
                </a:lnTo>
                <a:lnTo>
                  <a:pt x="3939737" y="3186455"/>
                </a:lnTo>
                <a:lnTo>
                  <a:pt x="3810192" y="2655678"/>
                </a:lnTo>
                <a:lnTo>
                  <a:pt x="3898355" y="2692863"/>
                </a:lnTo>
                <a:cubicBezTo>
                  <a:pt x="3951918" y="2711701"/>
                  <a:pt x="4008306" y="2721231"/>
                  <a:pt x="4065084" y="2721052"/>
                </a:cubicBezTo>
                <a:cubicBezTo>
                  <a:pt x="4108590" y="2721201"/>
                  <a:pt x="4151867" y="2714729"/>
                  <a:pt x="4193430" y="2701859"/>
                </a:cubicBezTo>
                <a:cubicBezTo>
                  <a:pt x="4302878" y="2671831"/>
                  <a:pt x="4394171" y="2596261"/>
                  <a:pt x="4444124" y="2494346"/>
                </a:cubicBezTo>
                <a:lnTo>
                  <a:pt x="4457319" y="2458961"/>
                </a:lnTo>
                <a:lnTo>
                  <a:pt x="4497502" y="2466158"/>
                </a:lnTo>
                <a:cubicBezTo>
                  <a:pt x="4497502" y="2466158"/>
                  <a:pt x="4514894" y="2466158"/>
                  <a:pt x="4542483" y="2466158"/>
                </a:cubicBezTo>
                <a:cubicBezTo>
                  <a:pt x="4662906" y="2468869"/>
                  <a:pt x="4780822" y="2431529"/>
                  <a:pt x="4877741" y="2360003"/>
                </a:cubicBezTo>
                <a:cubicBezTo>
                  <a:pt x="4967601" y="2275901"/>
                  <a:pt x="5024044" y="2162166"/>
                  <a:pt x="5036674" y="2039739"/>
                </a:cubicBezTo>
                <a:lnTo>
                  <a:pt x="5036674" y="2003154"/>
                </a:lnTo>
                <a:lnTo>
                  <a:pt x="5072659" y="1995957"/>
                </a:lnTo>
                <a:cubicBezTo>
                  <a:pt x="5241746" y="1952992"/>
                  <a:pt x="5393158" y="1858201"/>
                  <a:pt x="5505677" y="1724872"/>
                </a:cubicBezTo>
                <a:cubicBezTo>
                  <a:pt x="5595842" y="1612695"/>
                  <a:pt x="5651103" y="1476522"/>
                  <a:pt x="5664609" y="1333236"/>
                </a:cubicBezTo>
                <a:cubicBezTo>
                  <a:pt x="5073313" y="1510139"/>
                  <a:pt x="4459160" y="1598852"/>
                  <a:pt x="3841978" y="1596525"/>
                </a:cubicBezTo>
                <a:lnTo>
                  <a:pt x="3767610" y="1596525"/>
                </a:lnTo>
                <a:lnTo>
                  <a:pt x="3759813" y="1557543"/>
                </a:lnTo>
                <a:cubicBezTo>
                  <a:pt x="3759813" y="1557543"/>
                  <a:pt x="3666253" y="1075345"/>
                  <a:pt x="3658456" y="1033963"/>
                </a:cubicBezTo>
                <a:lnTo>
                  <a:pt x="3658456" y="1025566"/>
                </a:lnTo>
                <a:cubicBezTo>
                  <a:pt x="3642863" y="941602"/>
                  <a:pt x="3615274" y="855838"/>
                  <a:pt x="3538507" y="855838"/>
                </a:cubicBezTo>
                <a:close/>
                <a:moveTo>
                  <a:pt x="4343586" y="822000"/>
                </a:moveTo>
                <a:cubicBezTo>
                  <a:pt x="4386034" y="819366"/>
                  <a:pt x="4428909" y="823614"/>
                  <a:pt x="4470513" y="834847"/>
                </a:cubicBezTo>
                <a:cubicBezTo>
                  <a:pt x="4559738" y="865847"/>
                  <a:pt x="4640175" y="917894"/>
                  <a:pt x="4705014" y="986583"/>
                </a:cubicBezTo>
                <a:cubicBezTo>
                  <a:pt x="4613654" y="1006422"/>
                  <a:pt x="4519734" y="1011688"/>
                  <a:pt x="4426731" y="1002176"/>
                </a:cubicBezTo>
                <a:cubicBezTo>
                  <a:pt x="4311580" y="989581"/>
                  <a:pt x="4219219" y="850440"/>
                  <a:pt x="4219219" y="850440"/>
                </a:cubicBezTo>
                <a:cubicBezTo>
                  <a:pt x="4259117" y="834148"/>
                  <a:pt x="4301138" y="824633"/>
                  <a:pt x="4343586" y="822000"/>
                </a:cubicBezTo>
                <a:close/>
                <a:moveTo>
                  <a:pt x="4727204" y="566760"/>
                </a:moveTo>
                <a:cubicBezTo>
                  <a:pt x="4807984" y="570702"/>
                  <a:pt x="4888260" y="581739"/>
                  <a:pt x="4967103" y="599746"/>
                </a:cubicBezTo>
                <a:cubicBezTo>
                  <a:pt x="4906109" y="663913"/>
                  <a:pt x="4827752" y="708924"/>
                  <a:pt x="4741598" y="729291"/>
                </a:cubicBezTo>
                <a:cubicBezTo>
                  <a:pt x="4634843" y="751482"/>
                  <a:pt x="4498101" y="651924"/>
                  <a:pt x="4498101" y="651924"/>
                </a:cubicBezTo>
                <a:cubicBezTo>
                  <a:pt x="4562592" y="597629"/>
                  <a:pt x="4644098" y="567700"/>
                  <a:pt x="4728404" y="567360"/>
                </a:cubicBezTo>
                <a:close/>
                <a:moveTo>
                  <a:pt x="4261202" y="268086"/>
                </a:moveTo>
                <a:cubicBezTo>
                  <a:pt x="4288058" y="358824"/>
                  <a:pt x="4303969" y="452451"/>
                  <a:pt x="4308581" y="546968"/>
                </a:cubicBezTo>
                <a:lnTo>
                  <a:pt x="4310980" y="546968"/>
                </a:lnTo>
                <a:cubicBezTo>
                  <a:pt x="4310980" y="664519"/>
                  <a:pt x="4191031" y="779670"/>
                  <a:pt x="4191031" y="779670"/>
                </a:cubicBezTo>
                <a:cubicBezTo>
                  <a:pt x="4143843" y="701721"/>
                  <a:pt x="4122828" y="610727"/>
                  <a:pt x="4131056" y="519980"/>
                </a:cubicBezTo>
                <a:cubicBezTo>
                  <a:pt x="4149396" y="425276"/>
                  <a:pt x="4194570" y="337840"/>
                  <a:pt x="4261202" y="268086"/>
                </a:cubicBezTo>
                <a:close/>
                <a:moveTo>
                  <a:pt x="4884338" y="0"/>
                </a:moveTo>
                <a:cubicBezTo>
                  <a:pt x="4882874" y="91553"/>
                  <a:pt x="4867503" y="182351"/>
                  <a:pt x="4838757" y="269286"/>
                </a:cubicBezTo>
                <a:cubicBezTo>
                  <a:pt x="4817490" y="337566"/>
                  <a:pt x="4765246" y="391806"/>
                  <a:pt x="4697816" y="415625"/>
                </a:cubicBezTo>
                <a:cubicBezTo>
                  <a:pt x="4684850" y="448668"/>
                  <a:pt x="4666396" y="479285"/>
                  <a:pt x="4643239" y="506186"/>
                </a:cubicBezTo>
                <a:cubicBezTo>
                  <a:pt x="4498101" y="678913"/>
                  <a:pt x="4234212" y="866034"/>
                  <a:pt x="3934338" y="995580"/>
                </a:cubicBezTo>
                <a:cubicBezTo>
                  <a:pt x="4003568" y="975020"/>
                  <a:pt x="4077888" y="980130"/>
                  <a:pt x="4143650" y="1009974"/>
                </a:cubicBezTo>
                <a:lnTo>
                  <a:pt x="4144850" y="1008774"/>
                </a:lnTo>
                <a:cubicBezTo>
                  <a:pt x="4230446" y="1050493"/>
                  <a:pt x="4308329" y="1106467"/>
                  <a:pt x="4375152" y="1174304"/>
                </a:cubicBezTo>
                <a:cubicBezTo>
                  <a:pt x="4375152" y="1174304"/>
                  <a:pt x="4287589" y="1219885"/>
                  <a:pt x="4103467" y="1178503"/>
                </a:cubicBezTo>
                <a:cubicBezTo>
                  <a:pt x="4015364" y="1154441"/>
                  <a:pt x="3944180" y="1089506"/>
                  <a:pt x="3912148" y="1003976"/>
                </a:cubicBezTo>
                <a:lnTo>
                  <a:pt x="3762450" y="1058958"/>
                </a:lnTo>
                <a:lnTo>
                  <a:pt x="3768191" y="1088381"/>
                </a:lnTo>
                <a:cubicBezTo>
                  <a:pt x="3790400" y="1202267"/>
                  <a:pt x="3831333" y="1412553"/>
                  <a:pt x="3847976" y="1499367"/>
                </a:cubicBezTo>
                <a:cubicBezTo>
                  <a:pt x="4476409" y="1503301"/>
                  <a:pt x="5101633" y="1409417"/>
                  <a:pt x="5701194" y="1221084"/>
                </a:cubicBezTo>
                <a:lnTo>
                  <a:pt x="5765367" y="1199493"/>
                </a:lnTo>
                <a:lnTo>
                  <a:pt x="5765367" y="1263066"/>
                </a:lnTo>
                <a:cubicBezTo>
                  <a:pt x="5764473" y="1452113"/>
                  <a:pt x="5699809" y="1635324"/>
                  <a:pt x="5581844" y="1783047"/>
                </a:cubicBezTo>
                <a:cubicBezTo>
                  <a:pt x="5463382" y="1925769"/>
                  <a:pt x="5304467" y="2029273"/>
                  <a:pt x="5126037" y="2079922"/>
                </a:cubicBezTo>
                <a:cubicBezTo>
                  <a:pt x="5106263" y="2216226"/>
                  <a:pt x="5038917" y="2341141"/>
                  <a:pt x="4935917" y="2432573"/>
                </a:cubicBezTo>
                <a:cubicBezTo>
                  <a:pt x="4908832" y="2455477"/>
                  <a:pt x="4879493" y="2475568"/>
                  <a:pt x="4848353" y="2492547"/>
                </a:cubicBezTo>
                <a:cubicBezTo>
                  <a:pt x="5260380" y="2445767"/>
                  <a:pt x="5574048" y="2386992"/>
                  <a:pt x="5723984" y="2358804"/>
                </a:cubicBezTo>
                <a:lnTo>
                  <a:pt x="5792955" y="2345609"/>
                </a:lnTo>
                <a:lnTo>
                  <a:pt x="5788157" y="2345609"/>
                </a:lnTo>
                <a:cubicBezTo>
                  <a:pt x="5855929" y="2334214"/>
                  <a:pt x="5921301" y="2319820"/>
                  <a:pt x="5975878" y="2306626"/>
                </a:cubicBezTo>
                <a:cubicBezTo>
                  <a:pt x="5894942" y="2459615"/>
                  <a:pt x="5797393" y="2603219"/>
                  <a:pt x="5685001" y="2734845"/>
                </a:cubicBezTo>
                <a:cubicBezTo>
                  <a:pt x="5495043" y="2960278"/>
                  <a:pt x="5262245" y="3145780"/>
                  <a:pt x="5000090" y="3280616"/>
                </a:cubicBezTo>
                <a:cubicBezTo>
                  <a:pt x="4769121" y="3396990"/>
                  <a:pt x="4521138" y="3475946"/>
                  <a:pt x="4265400" y="3514516"/>
                </a:cubicBezTo>
                <a:cubicBezTo>
                  <a:pt x="4225685" y="3520303"/>
                  <a:pt x="4185585" y="3523110"/>
                  <a:pt x="4145451" y="3522912"/>
                </a:cubicBezTo>
                <a:cubicBezTo>
                  <a:pt x="4070614" y="3522247"/>
                  <a:pt x="3995898" y="3516837"/>
                  <a:pt x="3921745" y="3506719"/>
                </a:cubicBezTo>
                <a:lnTo>
                  <a:pt x="3850975" y="3495924"/>
                </a:lnTo>
                <a:lnTo>
                  <a:pt x="3988317" y="4070481"/>
                </a:lnTo>
                <a:lnTo>
                  <a:pt x="3530110" y="4099269"/>
                </a:lnTo>
                <a:lnTo>
                  <a:pt x="3072503" y="4070481"/>
                </a:lnTo>
                <a:lnTo>
                  <a:pt x="3209845" y="3495924"/>
                </a:lnTo>
                <a:lnTo>
                  <a:pt x="3139075" y="3506719"/>
                </a:lnTo>
                <a:cubicBezTo>
                  <a:pt x="3064922" y="3516837"/>
                  <a:pt x="2990206" y="3522247"/>
                  <a:pt x="2915370" y="3522912"/>
                </a:cubicBezTo>
                <a:cubicBezTo>
                  <a:pt x="2875234" y="3523110"/>
                  <a:pt x="2835135" y="3520303"/>
                  <a:pt x="2795420" y="3514516"/>
                </a:cubicBezTo>
                <a:cubicBezTo>
                  <a:pt x="2539682" y="3475940"/>
                  <a:pt x="2291699" y="3396990"/>
                  <a:pt x="2060730" y="3280616"/>
                </a:cubicBezTo>
                <a:cubicBezTo>
                  <a:pt x="1798437" y="3145995"/>
                  <a:pt x="1565603" y="2960458"/>
                  <a:pt x="1375819" y="2734845"/>
                </a:cubicBezTo>
                <a:cubicBezTo>
                  <a:pt x="1263427" y="2603219"/>
                  <a:pt x="1165878" y="2459615"/>
                  <a:pt x="1084942" y="2306626"/>
                </a:cubicBezTo>
                <a:cubicBezTo>
                  <a:pt x="1139519" y="2319820"/>
                  <a:pt x="1206691" y="2334214"/>
                  <a:pt x="1272663" y="2345609"/>
                </a:cubicBezTo>
                <a:lnTo>
                  <a:pt x="1341634" y="2358804"/>
                </a:lnTo>
                <a:cubicBezTo>
                  <a:pt x="1491570" y="2386992"/>
                  <a:pt x="1804638" y="2445767"/>
                  <a:pt x="2217264" y="2491947"/>
                </a:cubicBezTo>
                <a:cubicBezTo>
                  <a:pt x="2186113" y="2476162"/>
                  <a:pt x="2156756" y="2457060"/>
                  <a:pt x="2129701" y="2434971"/>
                </a:cubicBezTo>
                <a:cubicBezTo>
                  <a:pt x="2026695" y="2343541"/>
                  <a:pt x="1959355" y="2218625"/>
                  <a:pt x="1939581" y="2082320"/>
                </a:cubicBezTo>
                <a:cubicBezTo>
                  <a:pt x="1761151" y="2031673"/>
                  <a:pt x="1602236" y="1928167"/>
                  <a:pt x="1483774" y="1785447"/>
                </a:cubicBezTo>
                <a:cubicBezTo>
                  <a:pt x="1365809" y="1637722"/>
                  <a:pt x="1301145" y="1454511"/>
                  <a:pt x="1300251" y="1265466"/>
                </a:cubicBezTo>
                <a:lnTo>
                  <a:pt x="1300251" y="1199493"/>
                </a:lnTo>
                <a:lnTo>
                  <a:pt x="1368022" y="1219885"/>
                </a:lnTo>
                <a:cubicBezTo>
                  <a:pt x="1967524" y="1408625"/>
                  <a:pt x="2592742" y="1502911"/>
                  <a:pt x="3221240" y="1499367"/>
                </a:cubicBezTo>
                <a:cubicBezTo>
                  <a:pt x="3243431" y="1383615"/>
                  <a:pt x="3308803" y="1048357"/>
                  <a:pt x="3315401" y="1014771"/>
                </a:cubicBezTo>
                <a:lnTo>
                  <a:pt x="3315401" y="1006974"/>
                </a:lnTo>
                <a:cubicBezTo>
                  <a:pt x="3326796" y="945200"/>
                  <a:pt x="3363381" y="758679"/>
                  <a:pt x="3530710" y="758679"/>
                </a:cubicBezTo>
                <a:lnTo>
                  <a:pt x="3538507" y="758679"/>
                </a:lnTo>
                <a:cubicBezTo>
                  <a:pt x="3684920" y="758679"/>
                  <a:pt x="3730772" y="902863"/>
                  <a:pt x="3747984" y="979086"/>
                </a:cubicBezTo>
                <a:lnTo>
                  <a:pt x="3749442" y="986059"/>
                </a:lnTo>
                <a:lnTo>
                  <a:pt x="3797671" y="969791"/>
                </a:lnTo>
                <a:cubicBezTo>
                  <a:pt x="3829233" y="958246"/>
                  <a:pt x="3860570" y="945801"/>
                  <a:pt x="3890557" y="932606"/>
                </a:cubicBezTo>
                <a:cubicBezTo>
                  <a:pt x="3842050" y="856313"/>
                  <a:pt x="3820902" y="765805"/>
                  <a:pt x="3830582" y="675915"/>
                </a:cubicBezTo>
                <a:cubicBezTo>
                  <a:pt x="3852503" y="581485"/>
                  <a:pt x="3901976" y="495693"/>
                  <a:pt x="3972722" y="429419"/>
                </a:cubicBezTo>
                <a:cubicBezTo>
                  <a:pt x="3999747" y="519236"/>
                  <a:pt x="4015064" y="612162"/>
                  <a:pt x="4018303" y="705902"/>
                </a:cubicBezTo>
                <a:cubicBezTo>
                  <a:pt x="4021901" y="810858"/>
                  <a:pt x="3915147" y="911615"/>
                  <a:pt x="3894156" y="930807"/>
                </a:cubicBezTo>
                <a:cubicBezTo>
                  <a:pt x="4094765" y="845475"/>
                  <a:pt x="4283296" y="734168"/>
                  <a:pt x="4454919" y="599747"/>
                </a:cubicBezTo>
                <a:cubicBezTo>
                  <a:pt x="4410963" y="524575"/>
                  <a:pt x="4391472" y="437594"/>
                  <a:pt x="4399142" y="350852"/>
                </a:cubicBezTo>
                <a:cubicBezTo>
                  <a:pt x="4415881" y="261235"/>
                  <a:pt x="4457444" y="178116"/>
                  <a:pt x="4519092" y="110953"/>
                </a:cubicBezTo>
                <a:cubicBezTo>
                  <a:pt x="4543993" y="198346"/>
                  <a:pt x="4558879" y="288285"/>
                  <a:pt x="4563473" y="379040"/>
                </a:cubicBezTo>
                <a:cubicBezTo>
                  <a:pt x="4568871" y="479798"/>
                  <a:pt x="4474111" y="582954"/>
                  <a:pt x="4457918" y="599747"/>
                </a:cubicBezTo>
                <a:cubicBezTo>
                  <a:pt x="4519379" y="551587"/>
                  <a:pt x="4577117" y="498859"/>
                  <a:pt x="4630645" y="442013"/>
                </a:cubicBezTo>
                <a:cubicBezTo>
                  <a:pt x="4644703" y="427172"/>
                  <a:pt x="4657915" y="411554"/>
                  <a:pt x="4670228" y="395233"/>
                </a:cubicBezTo>
                <a:cubicBezTo>
                  <a:pt x="4655780" y="321680"/>
                  <a:pt x="4667895" y="245386"/>
                  <a:pt x="4704414" y="179924"/>
                </a:cubicBezTo>
                <a:cubicBezTo>
                  <a:pt x="4744333" y="102780"/>
                  <a:pt x="4807192" y="39918"/>
                  <a:pt x="4884338" y="0"/>
                </a:cubicBezTo>
                <a:close/>
              </a:path>
            </a:pathLst>
          </a:custGeom>
          <a:solidFill>
            <a:schemeClr val="tx1">
              <a:alpha val="3000"/>
            </a:schemeClr>
          </a:solidFill>
          <a:ln w="59894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0" y="6188075"/>
            <a:ext cx="12192000" cy="6699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25" name="组合 124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126" name="组合 125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47" name="任意多边形: 形状 146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8" name="任意多边形: 形状 147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44" name="任意多边形: 形状 143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28" name="任意多边形: 形状 127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29" name="任意多边形: 形状 128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0" name="组合 129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41" name="任意多边形: 形状 140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2" name="任意多边形: 形状 141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1" name="组合 130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39" name="任意多边形: 形状 138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0" name="任意多边形: 形状 139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2" name="组合 131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37" name="任意多边形: 形状 136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3" name="组合 132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34" name="任意多边形: 形状 133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30" name="任意多边形: 形状 29"/>
          <p:cNvSpPr/>
          <p:nvPr/>
        </p:nvSpPr>
        <p:spPr>
          <a:xfrm flipH="1">
            <a:off x="0" y="0"/>
            <a:ext cx="12191998" cy="1057277"/>
          </a:xfrm>
          <a:custGeom>
            <a:avLst/>
            <a:gdLst>
              <a:gd name="connsiteX0" fmla="*/ 12191998 w 12191998"/>
              <a:gd name="connsiteY0" fmla="*/ 0 h 1057277"/>
              <a:gd name="connsiteX1" fmla="*/ 3061632 w 12191998"/>
              <a:gd name="connsiteY1" fmla="*/ 0 h 1057277"/>
              <a:gd name="connsiteX2" fmla="*/ 4 w 12191998"/>
              <a:gd name="connsiteY2" fmla="*/ 0 h 1057277"/>
              <a:gd name="connsiteX3" fmla="*/ 0 w 12191998"/>
              <a:gd name="connsiteY3" fmla="*/ 0 h 1057277"/>
              <a:gd name="connsiteX4" fmla="*/ 0 w 12191998"/>
              <a:gd name="connsiteY4" fmla="*/ 1057277 h 1057277"/>
              <a:gd name="connsiteX5" fmla="*/ 2207826 w 12191998"/>
              <a:gd name="connsiteY5" fmla="*/ 1057277 h 1057277"/>
              <a:gd name="connsiteX6" fmla="*/ 2264479 w 12191998"/>
              <a:gd name="connsiteY6" fmla="*/ 1048003 h 1057277"/>
              <a:gd name="connsiteX7" fmla="*/ 3059132 w 12191998"/>
              <a:gd name="connsiteY7" fmla="*/ 420632 h 1057277"/>
              <a:gd name="connsiteX8" fmla="*/ 12105127 w 12191998"/>
              <a:gd name="connsiteY8" fmla="*/ 418626 h 1057277"/>
              <a:gd name="connsiteX9" fmla="*/ 12191998 w 12191998"/>
              <a:gd name="connsiteY9" fmla="*/ 418796 h 1057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1998" h="1057277">
                <a:moveTo>
                  <a:pt x="12191998" y="0"/>
                </a:moveTo>
                <a:lnTo>
                  <a:pt x="3061632" y="0"/>
                </a:lnTo>
                <a:lnTo>
                  <a:pt x="4" y="0"/>
                </a:lnTo>
                <a:lnTo>
                  <a:pt x="0" y="0"/>
                </a:lnTo>
                <a:lnTo>
                  <a:pt x="0" y="1057277"/>
                </a:lnTo>
                <a:lnTo>
                  <a:pt x="2207826" y="1057277"/>
                </a:lnTo>
                <a:lnTo>
                  <a:pt x="2264479" y="1048003"/>
                </a:lnTo>
                <a:cubicBezTo>
                  <a:pt x="2774334" y="938803"/>
                  <a:pt x="2702883" y="469548"/>
                  <a:pt x="3059132" y="420632"/>
                </a:cubicBezTo>
                <a:cubicBezTo>
                  <a:pt x="3370851" y="377831"/>
                  <a:pt x="8488992" y="409932"/>
                  <a:pt x="12105127" y="418626"/>
                </a:cubicBezTo>
                <a:lnTo>
                  <a:pt x="12191998" y="41879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9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1" name="任意多边形: 形状 30"/>
          <p:cNvSpPr/>
          <p:nvPr/>
        </p:nvSpPr>
        <p:spPr>
          <a:xfrm>
            <a:off x="9898013" y="307108"/>
            <a:ext cx="1967341" cy="442564"/>
          </a:xfrm>
          <a:custGeom>
            <a:avLst/>
            <a:gdLst>
              <a:gd name="connsiteX0" fmla="*/ 258875 w 1967341"/>
              <a:gd name="connsiteY0" fmla="*/ 399761 h 442564"/>
              <a:gd name="connsiteX1" fmla="*/ 261340 w 1967341"/>
              <a:gd name="connsiteY1" fmla="*/ 404994 h 442564"/>
              <a:gd name="connsiteX2" fmla="*/ 260991 w 1967341"/>
              <a:gd name="connsiteY2" fmla="*/ 410620 h 442564"/>
              <a:gd name="connsiteX3" fmla="*/ 260227 w 1967341"/>
              <a:gd name="connsiteY3" fmla="*/ 411758 h 442564"/>
              <a:gd name="connsiteX4" fmla="*/ 253206 w 1967341"/>
              <a:gd name="connsiteY4" fmla="*/ 412146 h 442564"/>
              <a:gd name="connsiteX5" fmla="*/ 250764 w 1967341"/>
              <a:gd name="connsiteY5" fmla="*/ 407044 h 442564"/>
              <a:gd name="connsiteX6" fmla="*/ 251113 w 1967341"/>
              <a:gd name="connsiteY6" fmla="*/ 401265 h 442564"/>
              <a:gd name="connsiteX7" fmla="*/ 251972 w 1967341"/>
              <a:gd name="connsiteY7" fmla="*/ 399994 h 442564"/>
              <a:gd name="connsiteX8" fmla="*/ 258875 w 1967341"/>
              <a:gd name="connsiteY8" fmla="*/ 399761 h 442564"/>
              <a:gd name="connsiteX9" fmla="*/ 229220 w 1967341"/>
              <a:gd name="connsiteY9" fmla="*/ 398343 h 442564"/>
              <a:gd name="connsiteX10" fmla="*/ 214632 w 1967341"/>
              <a:gd name="connsiteY10" fmla="*/ 398604 h 442564"/>
              <a:gd name="connsiteX11" fmla="*/ 215024 w 1967341"/>
              <a:gd name="connsiteY11" fmla="*/ 420148 h 442564"/>
              <a:gd name="connsiteX12" fmla="*/ 229678 w 1967341"/>
              <a:gd name="connsiteY12" fmla="*/ 419865 h 442564"/>
              <a:gd name="connsiteX13" fmla="*/ 229678 w 1967341"/>
              <a:gd name="connsiteY13" fmla="*/ 417946 h 442564"/>
              <a:gd name="connsiteX14" fmla="*/ 229678 w 1967341"/>
              <a:gd name="connsiteY14" fmla="*/ 416049 h 442564"/>
              <a:gd name="connsiteX15" fmla="*/ 218775 w 1967341"/>
              <a:gd name="connsiteY15" fmla="*/ 416245 h 442564"/>
              <a:gd name="connsiteX16" fmla="*/ 218775 w 1967341"/>
              <a:gd name="connsiteY16" fmla="*/ 410641 h 442564"/>
              <a:gd name="connsiteX17" fmla="*/ 228457 w 1967341"/>
              <a:gd name="connsiteY17" fmla="*/ 410467 h 442564"/>
              <a:gd name="connsiteX18" fmla="*/ 228457 w 1967341"/>
              <a:gd name="connsiteY18" fmla="*/ 408613 h 442564"/>
              <a:gd name="connsiteX19" fmla="*/ 228457 w 1967341"/>
              <a:gd name="connsiteY19" fmla="*/ 406760 h 442564"/>
              <a:gd name="connsiteX20" fmla="*/ 218775 w 1967341"/>
              <a:gd name="connsiteY20" fmla="*/ 406934 h 442564"/>
              <a:gd name="connsiteX21" fmla="*/ 218775 w 1967341"/>
              <a:gd name="connsiteY21" fmla="*/ 402355 h 442564"/>
              <a:gd name="connsiteX22" fmla="*/ 229220 w 1967341"/>
              <a:gd name="connsiteY22" fmla="*/ 402180 h 442564"/>
              <a:gd name="connsiteX23" fmla="*/ 229220 w 1967341"/>
              <a:gd name="connsiteY23" fmla="*/ 400262 h 442564"/>
              <a:gd name="connsiteX24" fmla="*/ 193459 w 1967341"/>
              <a:gd name="connsiteY24" fmla="*/ 396685 h 442564"/>
              <a:gd name="connsiteX25" fmla="*/ 193219 w 1967341"/>
              <a:gd name="connsiteY25" fmla="*/ 398583 h 442564"/>
              <a:gd name="connsiteX26" fmla="*/ 193001 w 1967341"/>
              <a:gd name="connsiteY26" fmla="*/ 400480 h 442564"/>
              <a:gd name="connsiteX27" fmla="*/ 198932 w 1967341"/>
              <a:gd name="connsiteY27" fmla="*/ 401199 h 442564"/>
              <a:gd name="connsiteX28" fmla="*/ 196751 w 1967341"/>
              <a:gd name="connsiteY28" fmla="*/ 418774 h 442564"/>
              <a:gd name="connsiteX29" fmla="*/ 198932 w 1967341"/>
              <a:gd name="connsiteY29" fmla="*/ 419036 h 442564"/>
              <a:gd name="connsiteX30" fmla="*/ 200960 w 1967341"/>
              <a:gd name="connsiteY30" fmla="*/ 419276 h 442564"/>
              <a:gd name="connsiteX31" fmla="*/ 203140 w 1967341"/>
              <a:gd name="connsiteY31" fmla="*/ 401701 h 442564"/>
              <a:gd name="connsiteX32" fmla="*/ 209093 w 1967341"/>
              <a:gd name="connsiteY32" fmla="*/ 402442 h 442564"/>
              <a:gd name="connsiteX33" fmla="*/ 209311 w 1967341"/>
              <a:gd name="connsiteY33" fmla="*/ 400523 h 442564"/>
              <a:gd name="connsiteX34" fmla="*/ 209442 w 1967341"/>
              <a:gd name="connsiteY34" fmla="*/ 398648 h 442564"/>
              <a:gd name="connsiteX35" fmla="*/ 260567 w 1967341"/>
              <a:gd name="connsiteY35" fmla="*/ 396005 h 442564"/>
              <a:gd name="connsiteX36" fmla="*/ 247733 w 1967341"/>
              <a:gd name="connsiteY36" fmla="*/ 399215 h 442564"/>
              <a:gd name="connsiteX37" fmla="*/ 246795 w 1967341"/>
              <a:gd name="connsiteY37" fmla="*/ 407937 h 442564"/>
              <a:gd name="connsiteX38" fmla="*/ 250894 w 1967341"/>
              <a:gd name="connsiteY38" fmla="*/ 415504 h 442564"/>
              <a:gd name="connsiteX39" fmla="*/ 251520 w 1967341"/>
              <a:gd name="connsiteY39" fmla="*/ 415927 h 442564"/>
              <a:gd name="connsiteX40" fmla="*/ 264545 w 1967341"/>
              <a:gd name="connsiteY40" fmla="*/ 412843 h 442564"/>
              <a:gd name="connsiteX41" fmla="*/ 265482 w 1967341"/>
              <a:gd name="connsiteY41" fmla="*/ 404296 h 442564"/>
              <a:gd name="connsiteX42" fmla="*/ 261383 w 1967341"/>
              <a:gd name="connsiteY42" fmla="*/ 396555 h 442564"/>
              <a:gd name="connsiteX43" fmla="*/ 260567 w 1967341"/>
              <a:gd name="connsiteY43" fmla="*/ 396005 h 442564"/>
              <a:gd name="connsiteX44" fmla="*/ 810540 w 1967341"/>
              <a:gd name="connsiteY44" fmla="*/ 393712 h 442564"/>
              <a:gd name="connsiteX45" fmla="*/ 810985 w 1967341"/>
              <a:gd name="connsiteY45" fmla="*/ 393910 h 442564"/>
              <a:gd name="connsiteX46" fmla="*/ 810453 w 1967341"/>
              <a:gd name="connsiteY46" fmla="*/ 393758 h 442564"/>
              <a:gd name="connsiteX47" fmla="*/ 173310 w 1967341"/>
              <a:gd name="connsiteY47" fmla="*/ 392063 h 442564"/>
              <a:gd name="connsiteX48" fmla="*/ 170061 w 1967341"/>
              <a:gd name="connsiteY48" fmla="*/ 405146 h 442564"/>
              <a:gd name="connsiteX49" fmla="*/ 170389 w 1967341"/>
              <a:gd name="connsiteY49" fmla="*/ 411993 h 442564"/>
              <a:gd name="connsiteX50" fmla="*/ 175731 w 1967341"/>
              <a:gd name="connsiteY50" fmla="*/ 415525 h 442564"/>
              <a:gd name="connsiteX51" fmla="*/ 182163 w 1967341"/>
              <a:gd name="connsiteY51" fmla="*/ 415024 h 442564"/>
              <a:gd name="connsiteX52" fmla="*/ 185587 w 1967341"/>
              <a:gd name="connsiteY52" fmla="*/ 409006 h 442564"/>
              <a:gd name="connsiteX53" fmla="*/ 188749 w 1967341"/>
              <a:gd name="connsiteY53" fmla="*/ 395922 h 442564"/>
              <a:gd name="connsiteX54" fmla="*/ 186743 w 1967341"/>
              <a:gd name="connsiteY54" fmla="*/ 395421 h 442564"/>
              <a:gd name="connsiteX55" fmla="*/ 184737 w 1967341"/>
              <a:gd name="connsiteY55" fmla="*/ 394941 h 442564"/>
              <a:gd name="connsiteX56" fmla="*/ 181444 w 1967341"/>
              <a:gd name="connsiteY56" fmla="*/ 408024 h 442564"/>
              <a:gd name="connsiteX57" fmla="*/ 179721 w 1967341"/>
              <a:gd name="connsiteY57" fmla="*/ 411273 h 442564"/>
              <a:gd name="connsiteX58" fmla="*/ 176581 w 1967341"/>
              <a:gd name="connsiteY58" fmla="*/ 411579 h 442564"/>
              <a:gd name="connsiteX59" fmla="*/ 174052 w 1967341"/>
              <a:gd name="connsiteY59" fmla="*/ 409769 h 442564"/>
              <a:gd name="connsiteX60" fmla="*/ 174052 w 1967341"/>
              <a:gd name="connsiteY60" fmla="*/ 406149 h 442564"/>
              <a:gd name="connsiteX61" fmla="*/ 177323 w 1967341"/>
              <a:gd name="connsiteY61" fmla="*/ 393066 h 442564"/>
              <a:gd name="connsiteX62" fmla="*/ 175317 w 1967341"/>
              <a:gd name="connsiteY62" fmla="*/ 392564 h 442564"/>
              <a:gd name="connsiteX63" fmla="*/ 282730 w 1967341"/>
              <a:gd name="connsiteY63" fmla="*/ 387789 h 442564"/>
              <a:gd name="connsiteX64" fmla="*/ 269320 w 1967341"/>
              <a:gd name="connsiteY64" fmla="*/ 392150 h 442564"/>
              <a:gd name="connsiteX65" fmla="*/ 275862 w 1967341"/>
              <a:gd name="connsiteY65" fmla="*/ 412625 h 442564"/>
              <a:gd name="connsiteX66" fmla="*/ 277846 w 1967341"/>
              <a:gd name="connsiteY66" fmla="*/ 411971 h 442564"/>
              <a:gd name="connsiteX67" fmla="*/ 279808 w 1967341"/>
              <a:gd name="connsiteY67" fmla="*/ 411339 h 442564"/>
              <a:gd name="connsiteX68" fmla="*/ 277083 w 1967341"/>
              <a:gd name="connsiteY68" fmla="*/ 402682 h 442564"/>
              <a:gd name="connsiteX69" fmla="*/ 285347 w 1967341"/>
              <a:gd name="connsiteY69" fmla="*/ 400000 h 442564"/>
              <a:gd name="connsiteX70" fmla="*/ 284780 w 1967341"/>
              <a:gd name="connsiteY70" fmla="*/ 398234 h 442564"/>
              <a:gd name="connsiteX71" fmla="*/ 284191 w 1967341"/>
              <a:gd name="connsiteY71" fmla="*/ 396467 h 442564"/>
              <a:gd name="connsiteX72" fmla="*/ 275949 w 1967341"/>
              <a:gd name="connsiteY72" fmla="*/ 399149 h 442564"/>
              <a:gd name="connsiteX73" fmla="*/ 274444 w 1967341"/>
              <a:gd name="connsiteY73" fmla="*/ 394505 h 442564"/>
              <a:gd name="connsiteX74" fmla="*/ 283908 w 1967341"/>
              <a:gd name="connsiteY74" fmla="*/ 391430 h 442564"/>
              <a:gd name="connsiteX75" fmla="*/ 283319 w 1967341"/>
              <a:gd name="connsiteY75" fmla="*/ 389599 h 442564"/>
              <a:gd name="connsiteX76" fmla="*/ 153533 w 1967341"/>
              <a:gd name="connsiteY76" fmla="*/ 385325 h 442564"/>
              <a:gd name="connsiteX77" fmla="*/ 152901 w 1967341"/>
              <a:gd name="connsiteY77" fmla="*/ 387135 h 442564"/>
              <a:gd name="connsiteX78" fmla="*/ 152290 w 1967341"/>
              <a:gd name="connsiteY78" fmla="*/ 388945 h 442564"/>
              <a:gd name="connsiteX79" fmla="*/ 157938 w 1967341"/>
              <a:gd name="connsiteY79" fmla="*/ 390885 h 442564"/>
              <a:gd name="connsiteX80" fmla="*/ 152181 w 1967341"/>
              <a:gd name="connsiteY80" fmla="*/ 407632 h 442564"/>
              <a:gd name="connsiteX81" fmla="*/ 154143 w 1967341"/>
              <a:gd name="connsiteY81" fmla="*/ 408308 h 442564"/>
              <a:gd name="connsiteX82" fmla="*/ 156084 w 1967341"/>
              <a:gd name="connsiteY82" fmla="*/ 408984 h 442564"/>
              <a:gd name="connsiteX83" fmla="*/ 161841 w 1967341"/>
              <a:gd name="connsiteY83" fmla="*/ 392237 h 442564"/>
              <a:gd name="connsiteX84" fmla="*/ 167510 w 1967341"/>
              <a:gd name="connsiteY84" fmla="*/ 394178 h 442564"/>
              <a:gd name="connsiteX85" fmla="*/ 168143 w 1967341"/>
              <a:gd name="connsiteY85" fmla="*/ 392368 h 442564"/>
              <a:gd name="connsiteX86" fmla="*/ 168797 w 1967341"/>
              <a:gd name="connsiteY86" fmla="*/ 390580 h 442564"/>
              <a:gd name="connsiteX87" fmla="*/ 145705 w 1967341"/>
              <a:gd name="connsiteY87" fmla="*/ 381487 h 442564"/>
              <a:gd name="connsiteX88" fmla="*/ 136612 w 1967341"/>
              <a:gd name="connsiteY88" fmla="*/ 401003 h 442564"/>
              <a:gd name="connsiteX89" fmla="*/ 138487 w 1967341"/>
              <a:gd name="connsiteY89" fmla="*/ 401875 h 442564"/>
              <a:gd name="connsiteX90" fmla="*/ 140341 w 1967341"/>
              <a:gd name="connsiteY90" fmla="*/ 402747 h 442564"/>
              <a:gd name="connsiteX91" fmla="*/ 149455 w 1967341"/>
              <a:gd name="connsiteY91" fmla="*/ 383232 h 442564"/>
              <a:gd name="connsiteX92" fmla="*/ 147558 w 1967341"/>
              <a:gd name="connsiteY92" fmla="*/ 382359 h 442564"/>
              <a:gd name="connsiteX93" fmla="*/ 309049 w 1967341"/>
              <a:gd name="connsiteY93" fmla="*/ 375033 h 442564"/>
              <a:gd name="connsiteX94" fmla="*/ 294832 w 1967341"/>
              <a:gd name="connsiteY94" fmla="*/ 382577 h 442564"/>
              <a:gd name="connsiteX95" fmla="*/ 295726 w 1967341"/>
              <a:gd name="connsiteY95" fmla="*/ 384278 h 442564"/>
              <a:gd name="connsiteX96" fmla="*/ 296620 w 1967341"/>
              <a:gd name="connsiteY96" fmla="*/ 385957 h 442564"/>
              <a:gd name="connsiteX97" fmla="*/ 301897 w 1967341"/>
              <a:gd name="connsiteY97" fmla="*/ 383144 h 442564"/>
              <a:gd name="connsiteX98" fmla="*/ 310227 w 1967341"/>
              <a:gd name="connsiteY98" fmla="*/ 398779 h 442564"/>
              <a:gd name="connsiteX99" fmla="*/ 312059 w 1967341"/>
              <a:gd name="connsiteY99" fmla="*/ 397819 h 442564"/>
              <a:gd name="connsiteX100" fmla="*/ 313869 w 1967341"/>
              <a:gd name="connsiteY100" fmla="*/ 396838 h 442564"/>
              <a:gd name="connsiteX101" fmla="*/ 305561 w 1967341"/>
              <a:gd name="connsiteY101" fmla="*/ 381204 h 442564"/>
              <a:gd name="connsiteX102" fmla="*/ 310838 w 1967341"/>
              <a:gd name="connsiteY102" fmla="*/ 378391 h 442564"/>
              <a:gd name="connsiteX103" fmla="*/ 309944 w 1967341"/>
              <a:gd name="connsiteY103" fmla="*/ 376712 h 442564"/>
              <a:gd name="connsiteX104" fmla="*/ 127170 w 1967341"/>
              <a:gd name="connsiteY104" fmla="*/ 371413 h 442564"/>
              <a:gd name="connsiteX105" fmla="*/ 126320 w 1967341"/>
              <a:gd name="connsiteY105" fmla="*/ 373201 h 442564"/>
              <a:gd name="connsiteX106" fmla="*/ 125404 w 1967341"/>
              <a:gd name="connsiteY106" fmla="*/ 374880 h 442564"/>
              <a:gd name="connsiteX107" fmla="*/ 130637 w 1967341"/>
              <a:gd name="connsiteY107" fmla="*/ 377780 h 442564"/>
              <a:gd name="connsiteX108" fmla="*/ 122046 w 1967341"/>
              <a:gd name="connsiteY108" fmla="*/ 393262 h 442564"/>
              <a:gd name="connsiteX109" fmla="*/ 123856 w 1967341"/>
              <a:gd name="connsiteY109" fmla="*/ 394265 h 442564"/>
              <a:gd name="connsiteX110" fmla="*/ 125666 w 1967341"/>
              <a:gd name="connsiteY110" fmla="*/ 395268 h 442564"/>
              <a:gd name="connsiteX111" fmla="*/ 134170 w 1967341"/>
              <a:gd name="connsiteY111" fmla="*/ 379655 h 442564"/>
              <a:gd name="connsiteX112" fmla="*/ 139403 w 1967341"/>
              <a:gd name="connsiteY112" fmla="*/ 382555 h 442564"/>
              <a:gd name="connsiteX113" fmla="*/ 140319 w 1967341"/>
              <a:gd name="connsiteY113" fmla="*/ 380898 h 442564"/>
              <a:gd name="connsiteX114" fmla="*/ 141257 w 1967341"/>
              <a:gd name="connsiteY114" fmla="*/ 379219 h 442564"/>
              <a:gd name="connsiteX115" fmla="*/ 234017 w 1967341"/>
              <a:gd name="connsiteY115" fmla="*/ 368317 h 442564"/>
              <a:gd name="connsiteX116" fmla="*/ 228456 w 1967341"/>
              <a:gd name="connsiteY116" fmla="*/ 376821 h 442564"/>
              <a:gd name="connsiteX117" fmla="*/ 227954 w 1967341"/>
              <a:gd name="connsiteY117" fmla="*/ 377981 h 442564"/>
              <a:gd name="connsiteX118" fmla="*/ 227955 w 1967341"/>
              <a:gd name="connsiteY118" fmla="*/ 377955 h 442564"/>
              <a:gd name="connsiteX119" fmla="*/ 227889 w 1967341"/>
              <a:gd name="connsiteY119" fmla="*/ 378130 h 442564"/>
              <a:gd name="connsiteX120" fmla="*/ 227954 w 1967341"/>
              <a:gd name="connsiteY120" fmla="*/ 377981 h 442564"/>
              <a:gd name="connsiteX121" fmla="*/ 227846 w 1967341"/>
              <a:gd name="connsiteY121" fmla="*/ 380069 h 442564"/>
              <a:gd name="connsiteX122" fmla="*/ 255970 w 1967341"/>
              <a:gd name="connsiteY122" fmla="*/ 378675 h 442564"/>
              <a:gd name="connsiteX123" fmla="*/ 249498 w 1967341"/>
              <a:gd name="connsiteY123" fmla="*/ 378675 h 442564"/>
              <a:gd name="connsiteX124" fmla="*/ 245137 w 1967341"/>
              <a:gd name="connsiteY124" fmla="*/ 368775 h 442564"/>
              <a:gd name="connsiteX125" fmla="*/ 234017 w 1967341"/>
              <a:gd name="connsiteY125" fmla="*/ 368317 h 442564"/>
              <a:gd name="connsiteX126" fmla="*/ 262560 w 1967341"/>
              <a:gd name="connsiteY126" fmla="*/ 368273 h 442564"/>
              <a:gd name="connsiteX127" fmla="*/ 262560 w 1967341"/>
              <a:gd name="connsiteY127" fmla="*/ 368339 h 442564"/>
              <a:gd name="connsiteX128" fmla="*/ 263411 w 1967341"/>
              <a:gd name="connsiteY128" fmla="*/ 370192 h 442564"/>
              <a:gd name="connsiteX129" fmla="*/ 262539 w 1967341"/>
              <a:gd name="connsiteY129" fmla="*/ 375687 h 442564"/>
              <a:gd name="connsiteX130" fmla="*/ 262015 w 1967341"/>
              <a:gd name="connsiteY130" fmla="*/ 370454 h 442564"/>
              <a:gd name="connsiteX131" fmla="*/ 262560 w 1967341"/>
              <a:gd name="connsiteY131" fmla="*/ 368273 h 442564"/>
              <a:gd name="connsiteX132" fmla="*/ 225731 w 1967341"/>
              <a:gd name="connsiteY132" fmla="*/ 368273 h 442564"/>
              <a:gd name="connsiteX133" fmla="*/ 225731 w 1967341"/>
              <a:gd name="connsiteY133" fmla="*/ 368339 h 442564"/>
              <a:gd name="connsiteX134" fmla="*/ 226582 w 1967341"/>
              <a:gd name="connsiteY134" fmla="*/ 370192 h 442564"/>
              <a:gd name="connsiteX135" fmla="*/ 225710 w 1967341"/>
              <a:gd name="connsiteY135" fmla="*/ 375687 h 442564"/>
              <a:gd name="connsiteX136" fmla="*/ 225186 w 1967341"/>
              <a:gd name="connsiteY136" fmla="*/ 370454 h 442564"/>
              <a:gd name="connsiteX137" fmla="*/ 225731 w 1967341"/>
              <a:gd name="connsiteY137" fmla="*/ 368273 h 442564"/>
              <a:gd name="connsiteX138" fmla="*/ 182032 w 1967341"/>
              <a:gd name="connsiteY138" fmla="*/ 368055 h 442564"/>
              <a:gd name="connsiteX139" fmla="*/ 183210 w 1967341"/>
              <a:gd name="connsiteY139" fmla="*/ 368229 h 442564"/>
              <a:gd name="connsiteX140" fmla="*/ 183363 w 1967341"/>
              <a:gd name="connsiteY140" fmla="*/ 375294 h 442564"/>
              <a:gd name="connsiteX141" fmla="*/ 182032 w 1967341"/>
              <a:gd name="connsiteY141" fmla="*/ 375294 h 442564"/>
              <a:gd name="connsiteX142" fmla="*/ 182032 w 1967341"/>
              <a:gd name="connsiteY142" fmla="*/ 368099 h 442564"/>
              <a:gd name="connsiteX143" fmla="*/ 256455 w 1967341"/>
              <a:gd name="connsiteY143" fmla="*/ 367946 h 442564"/>
              <a:gd name="connsiteX144" fmla="*/ 257262 w 1967341"/>
              <a:gd name="connsiteY144" fmla="*/ 370127 h 442564"/>
              <a:gd name="connsiteX145" fmla="*/ 256564 w 1967341"/>
              <a:gd name="connsiteY145" fmla="*/ 375513 h 442564"/>
              <a:gd name="connsiteX146" fmla="*/ 255539 w 1967341"/>
              <a:gd name="connsiteY146" fmla="*/ 370301 h 442564"/>
              <a:gd name="connsiteX147" fmla="*/ 256455 w 1967341"/>
              <a:gd name="connsiteY147" fmla="*/ 368012 h 442564"/>
              <a:gd name="connsiteX148" fmla="*/ 219625 w 1967341"/>
              <a:gd name="connsiteY148" fmla="*/ 367946 h 442564"/>
              <a:gd name="connsiteX149" fmla="*/ 220432 w 1967341"/>
              <a:gd name="connsiteY149" fmla="*/ 370127 h 442564"/>
              <a:gd name="connsiteX150" fmla="*/ 219756 w 1967341"/>
              <a:gd name="connsiteY150" fmla="*/ 375622 h 442564"/>
              <a:gd name="connsiteX151" fmla="*/ 218709 w 1967341"/>
              <a:gd name="connsiteY151" fmla="*/ 370301 h 442564"/>
              <a:gd name="connsiteX152" fmla="*/ 219625 w 1967341"/>
              <a:gd name="connsiteY152" fmla="*/ 368012 h 442564"/>
              <a:gd name="connsiteX153" fmla="*/ 546053 w 1967341"/>
              <a:gd name="connsiteY153" fmla="*/ 367608 h 442564"/>
              <a:gd name="connsiteX154" fmla="*/ 546130 w 1967341"/>
              <a:gd name="connsiteY154" fmla="*/ 382735 h 442564"/>
              <a:gd name="connsiteX155" fmla="*/ 559433 w 1967341"/>
              <a:gd name="connsiteY155" fmla="*/ 382735 h 442564"/>
              <a:gd name="connsiteX156" fmla="*/ 565896 w 1967341"/>
              <a:gd name="connsiteY156" fmla="*/ 380759 h 442564"/>
              <a:gd name="connsiteX157" fmla="*/ 568024 w 1967341"/>
              <a:gd name="connsiteY157" fmla="*/ 374677 h 442564"/>
              <a:gd name="connsiteX158" fmla="*/ 565819 w 1967341"/>
              <a:gd name="connsiteY158" fmla="*/ 369355 h 442564"/>
              <a:gd name="connsiteX159" fmla="*/ 559206 w 1967341"/>
              <a:gd name="connsiteY159" fmla="*/ 367608 h 442564"/>
              <a:gd name="connsiteX160" fmla="*/ 188444 w 1967341"/>
              <a:gd name="connsiteY160" fmla="*/ 367554 h 442564"/>
              <a:gd name="connsiteX161" fmla="*/ 189054 w 1967341"/>
              <a:gd name="connsiteY161" fmla="*/ 370127 h 442564"/>
              <a:gd name="connsiteX162" fmla="*/ 188444 w 1967341"/>
              <a:gd name="connsiteY162" fmla="*/ 375251 h 442564"/>
              <a:gd name="connsiteX163" fmla="*/ 187790 w 1967341"/>
              <a:gd name="connsiteY163" fmla="*/ 370127 h 442564"/>
              <a:gd name="connsiteX164" fmla="*/ 188444 w 1967341"/>
              <a:gd name="connsiteY164" fmla="*/ 367554 h 442564"/>
              <a:gd name="connsiteX165" fmla="*/ 184867 w 1967341"/>
              <a:gd name="connsiteY165" fmla="*/ 367053 h 442564"/>
              <a:gd name="connsiteX166" fmla="*/ 184872 w 1967341"/>
              <a:gd name="connsiteY166" fmla="*/ 367199 h 442564"/>
              <a:gd name="connsiteX167" fmla="*/ 184867 w 1967341"/>
              <a:gd name="connsiteY167" fmla="*/ 367205 h 442564"/>
              <a:gd name="connsiteX168" fmla="*/ 185225 w 1967341"/>
              <a:gd name="connsiteY168" fmla="*/ 366767 h 442564"/>
              <a:gd name="connsiteX169" fmla="*/ 186394 w 1967341"/>
              <a:gd name="connsiteY169" fmla="*/ 367053 h 442564"/>
              <a:gd name="connsiteX170" fmla="*/ 186656 w 1967341"/>
              <a:gd name="connsiteY170" fmla="*/ 375775 h 442564"/>
              <a:gd name="connsiteX171" fmla="*/ 185151 w 1967341"/>
              <a:gd name="connsiteY171" fmla="*/ 375775 h 442564"/>
              <a:gd name="connsiteX172" fmla="*/ 184872 w 1967341"/>
              <a:gd name="connsiteY172" fmla="*/ 367199 h 442564"/>
              <a:gd name="connsiteX173" fmla="*/ 259769 w 1967341"/>
              <a:gd name="connsiteY173" fmla="*/ 366441 h 442564"/>
              <a:gd name="connsiteX174" fmla="*/ 260554 w 1967341"/>
              <a:gd name="connsiteY174" fmla="*/ 369712 h 442564"/>
              <a:gd name="connsiteX175" fmla="*/ 259638 w 1967341"/>
              <a:gd name="connsiteY175" fmla="*/ 376058 h 442564"/>
              <a:gd name="connsiteX176" fmla="*/ 258700 w 1967341"/>
              <a:gd name="connsiteY176" fmla="*/ 369625 h 442564"/>
              <a:gd name="connsiteX177" fmla="*/ 259769 w 1967341"/>
              <a:gd name="connsiteY177" fmla="*/ 366441 h 442564"/>
              <a:gd name="connsiteX178" fmla="*/ 222940 w 1967341"/>
              <a:gd name="connsiteY178" fmla="*/ 366441 h 442564"/>
              <a:gd name="connsiteX179" fmla="*/ 223725 w 1967341"/>
              <a:gd name="connsiteY179" fmla="*/ 369712 h 442564"/>
              <a:gd name="connsiteX180" fmla="*/ 222809 w 1967341"/>
              <a:gd name="connsiteY180" fmla="*/ 376058 h 442564"/>
              <a:gd name="connsiteX181" fmla="*/ 221871 w 1967341"/>
              <a:gd name="connsiteY181" fmla="*/ 369625 h 442564"/>
              <a:gd name="connsiteX182" fmla="*/ 222940 w 1967341"/>
              <a:gd name="connsiteY182" fmla="*/ 366441 h 442564"/>
              <a:gd name="connsiteX183" fmla="*/ 164087 w 1967341"/>
              <a:gd name="connsiteY183" fmla="*/ 365765 h 442564"/>
              <a:gd name="connsiteX184" fmla="*/ 164219 w 1967341"/>
              <a:gd name="connsiteY184" fmla="*/ 365887 h 442564"/>
              <a:gd name="connsiteX185" fmla="*/ 164021 w 1967341"/>
              <a:gd name="connsiteY185" fmla="*/ 365853 h 442564"/>
              <a:gd name="connsiteX186" fmla="*/ 325644 w 1967341"/>
              <a:gd name="connsiteY186" fmla="*/ 364588 h 442564"/>
              <a:gd name="connsiteX187" fmla="*/ 313411 w 1967341"/>
              <a:gd name="connsiteY187" fmla="*/ 372525 h 442564"/>
              <a:gd name="connsiteX188" fmla="*/ 325142 w 1967341"/>
              <a:gd name="connsiteY188" fmla="*/ 390580 h 442564"/>
              <a:gd name="connsiteX189" fmla="*/ 337702 w 1967341"/>
              <a:gd name="connsiteY189" fmla="*/ 382337 h 442564"/>
              <a:gd name="connsiteX190" fmla="*/ 336655 w 1967341"/>
              <a:gd name="connsiteY190" fmla="*/ 380724 h 442564"/>
              <a:gd name="connsiteX191" fmla="*/ 335630 w 1967341"/>
              <a:gd name="connsiteY191" fmla="*/ 379132 h 442564"/>
              <a:gd name="connsiteX192" fmla="*/ 326494 w 1967341"/>
              <a:gd name="connsiteY192" fmla="*/ 385063 h 442564"/>
              <a:gd name="connsiteX193" fmla="*/ 323419 w 1967341"/>
              <a:gd name="connsiteY193" fmla="*/ 380375 h 442564"/>
              <a:gd name="connsiteX194" fmla="*/ 331618 w 1967341"/>
              <a:gd name="connsiteY194" fmla="*/ 375142 h 442564"/>
              <a:gd name="connsiteX195" fmla="*/ 330615 w 1967341"/>
              <a:gd name="connsiteY195" fmla="*/ 373572 h 442564"/>
              <a:gd name="connsiteX196" fmla="*/ 329612 w 1967341"/>
              <a:gd name="connsiteY196" fmla="*/ 372023 h 442564"/>
              <a:gd name="connsiteX197" fmla="*/ 321479 w 1967341"/>
              <a:gd name="connsiteY197" fmla="*/ 377300 h 442564"/>
              <a:gd name="connsiteX198" fmla="*/ 318993 w 1967341"/>
              <a:gd name="connsiteY198" fmla="*/ 373463 h 442564"/>
              <a:gd name="connsiteX199" fmla="*/ 327715 w 1967341"/>
              <a:gd name="connsiteY199" fmla="*/ 367793 h 442564"/>
              <a:gd name="connsiteX200" fmla="*/ 326690 w 1967341"/>
              <a:gd name="connsiteY200" fmla="*/ 366180 h 442564"/>
              <a:gd name="connsiteX201" fmla="*/ 112015 w 1967341"/>
              <a:gd name="connsiteY201" fmla="*/ 362407 h 442564"/>
              <a:gd name="connsiteX202" fmla="*/ 107414 w 1967341"/>
              <a:gd name="connsiteY202" fmla="*/ 365198 h 442564"/>
              <a:gd name="connsiteX203" fmla="*/ 106259 w 1967341"/>
              <a:gd name="connsiteY203" fmla="*/ 369450 h 442564"/>
              <a:gd name="connsiteX204" fmla="*/ 109900 w 1967341"/>
              <a:gd name="connsiteY204" fmla="*/ 375163 h 442564"/>
              <a:gd name="connsiteX205" fmla="*/ 111906 w 1967341"/>
              <a:gd name="connsiteY205" fmla="*/ 378085 h 442564"/>
              <a:gd name="connsiteX206" fmla="*/ 111514 w 1967341"/>
              <a:gd name="connsiteY206" fmla="*/ 380004 h 442564"/>
              <a:gd name="connsiteX207" fmla="*/ 109486 w 1967341"/>
              <a:gd name="connsiteY207" fmla="*/ 380920 h 442564"/>
              <a:gd name="connsiteX208" fmla="*/ 106564 w 1967341"/>
              <a:gd name="connsiteY208" fmla="*/ 379655 h 442564"/>
              <a:gd name="connsiteX209" fmla="*/ 104689 w 1967341"/>
              <a:gd name="connsiteY209" fmla="*/ 377148 h 442564"/>
              <a:gd name="connsiteX210" fmla="*/ 105299 w 1967341"/>
              <a:gd name="connsiteY210" fmla="*/ 374335 h 442564"/>
              <a:gd name="connsiteX211" fmla="*/ 102072 w 1967341"/>
              <a:gd name="connsiteY211" fmla="*/ 372002 h 442564"/>
              <a:gd name="connsiteX212" fmla="*/ 100742 w 1967341"/>
              <a:gd name="connsiteY212" fmla="*/ 377671 h 442564"/>
              <a:gd name="connsiteX213" fmla="*/ 104383 w 1967341"/>
              <a:gd name="connsiteY213" fmla="*/ 382665 h 442564"/>
              <a:gd name="connsiteX214" fmla="*/ 110249 w 1967341"/>
              <a:gd name="connsiteY214" fmla="*/ 384714 h 442564"/>
              <a:gd name="connsiteX215" fmla="*/ 114850 w 1967341"/>
              <a:gd name="connsiteY215" fmla="*/ 382098 h 442564"/>
              <a:gd name="connsiteX216" fmla="*/ 116246 w 1967341"/>
              <a:gd name="connsiteY216" fmla="*/ 377736 h 442564"/>
              <a:gd name="connsiteX217" fmla="*/ 112997 w 1967341"/>
              <a:gd name="connsiteY217" fmla="*/ 372372 h 442564"/>
              <a:gd name="connsiteX218" fmla="*/ 110576 w 1967341"/>
              <a:gd name="connsiteY218" fmla="*/ 369058 h 442564"/>
              <a:gd name="connsiteX219" fmla="*/ 110707 w 1967341"/>
              <a:gd name="connsiteY219" fmla="*/ 367313 h 442564"/>
              <a:gd name="connsiteX220" fmla="*/ 112648 w 1967341"/>
              <a:gd name="connsiteY220" fmla="*/ 366136 h 442564"/>
              <a:gd name="connsiteX221" fmla="*/ 115090 w 1967341"/>
              <a:gd name="connsiteY221" fmla="*/ 366965 h 442564"/>
              <a:gd name="connsiteX222" fmla="*/ 116943 w 1967341"/>
              <a:gd name="connsiteY222" fmla="*/ 369429 h 442564"/>
              <a:gd name="connsiteX223" fmla="*/ 116529 w 1967341"/>
              <a:gd name="connsiteY223" fmla="*/ 372132 h 442564"/>
              <a:gd name="connsiteX224" fmla="*/ 119778 w 1967341"/>
              <a:gd name="connsiteY224" fmla="*/ 374509 h 442564"/>
              <a:gd name="connsiteX225" fmla="*/ 119778 w 1967341"/>
              <a:gd name="connsiteY225" fmla="*/ 374466 h 442564"/>
              <a:gd name="connsiteX226" fmla="*/ 120934 w 1967341"/>
              <a:gd name="connsiteY226" fmla="*/ 368971 h 442564"/>
              <a:gd name="connsiteX227" fmla="*/ 117663 w 1967341"/>
              <a:gd name="connsiteY227" fmla="*/ 364239 h 442564"/>
              <a:gd name="connsiteX228" fmla="*/ 112015 w 1967341"/>
              <a:gd name="connsiteY228" fmla="*/ 362407 h 442564"/>
              <a:gd name="connsiteX229" fmla="*/ 342237 w 1967341"/>
              <a:gd name="connsiteY229" fmla="*/ 352726 h 442564"/>
              <a:gd name="connsiteX230" fmla="*/ 336437 w 1967341"/>
              <a:gd name="connsiteY230" fmla="*/ 354906 h 442564"/>
              <a:gd name="connsiteX231" fmla="*/ 333341 w 1967341"/>
              <a:gd name="connsiteY231" fmla="*/ 361448 h 442564"/>
              <a:gd name="connsiteX232" fmla="*/ 336830 w 1967341"/>
              <a:gd name="connsiteY232" fmla="*/ 369450 h 442564"/>
              <a:gd name="connsiteX233" fmla="*/ 344004 w 1967341"/>
              <a:gd name="connsiteY233" fmla="*/ 374139 h 442564"/>
              <a:gd name="connsiteX234" fmla="*/ 354121 w 1967341"/>
              <a:gd name="connsiteY234" fmla="*/ 366747 h 442564"/>
              <a:gd name="connsiteX235" fmla="*/ 354078 w 1967341"/>
              <a:gd name="connsiteY235" fmla="*/ 366703 h 442564"/>
              <a:gd name="connsiteX236" fmla="*/ 352268 w 1967341"/>
              <a:gd name="connsiteY236" fmla="*/ 360554 h 442564"/>
              <a:gd name="connsiteX237" fmla="*/ 349084 w 1967341"/>
              <a:gd name="connsiteY237" fmla="*/ 363214 h 442564"/>
              <a:gd name="connsiteX238" fmla="*/ 350022 w 1967341"/>
              <a:gd name="connsiteY238" fmla="*/ 366485 h 442564"/>
              <a:gd name="connsiteX239" fmla="*/ 349865 w 1967341"/>
              <a:gd name="connsiteY239" fmla="*/ 367213 h 442564"/>
              <a:gd name="connsiteX240" fmla="*/ 344418 w 1967341"/>
              <a:gd name="connsiteY240" fmla="*/ 370105 h 442564"/>
              <a:gd name="connsiteX241" fmla="*/ 340057 w 1967341"/>
              <a:gd name="connsiteY241" fmla="*/ 366790 h 442564"/>
              <a:gd name="connsiteX242" fmla="*/ 337484 w 1967341"/>
              <a:gd name="connsiteY242" fmla="*/ 361709 h 442564"/>
              <a:gd name="connsiteX243" fmla="*/ 338967 w 1967341"/>
              <a:gd name="connsiteY243" fmla="*/ 357850 h 442564"/>
              <a:gd name="connsiteX244" fmla="*/ 341932 w 1967341"/>
              <a:gd name="connsiteY244" fmla="*/ 356716 h 442564"/>
              <a:gd name="connsiteX245" fmla="*/ 344767 w 1967341"/>
              <a:gd name="connsiteY245" fmla="*/ 357937 h 442564"/>
              <a:gd name="connsiteX246" fmla="*/ 347950 w 1967341"/>
              <a:gd name="connsiteY246" fmla="*/ 355277 h 442564"/>
              <a:gd name="connsiteX247" fmla="*/ 342237 w 1967341"/>
              <a:gd name="connsiteY247" fmla="*/ 352726 h 442564"/>
              <a:gd name="connsiteX248" fmla="*/ 228692 w 1967341"/>
              <a:gd name="connsiteY248" fmla="*/ 352142 h 442564"/>
              <a:gd name="connsiteX249" fmla="*/ 228736 w 1967341"/>
              <a:gd name="connsiteY249" fmla="*/ 352142 h 442564"/>
              <a:gd name="connsiteX250" fmla="*/ 228736 w 1967341"/>
              <a:gd name="connsiteY250" fmla="*/ 357964 h 442564"/>
              <a:gd name="connsiteX251" fmla="*/ 223786 w 1967341"/>
              <a:gd name="connsiteY251" fmla="*/ 357964 h 442564"/>
              <a:gd name="connsiteX252" fmla="*/ 240427 w 1967341"/>
              <a:gd name="connsiteY252" fmla="*/ 350872 h 442564"/>
              <a:gd name="connsiteX253" fmla="*/ 243655 w 1967341"/>
              <a:gd name="connsiteY253" fmla="*/ 356018 h 442564"/>
              <a:gd name="connsiteX254" fmla="*/ 240427 w 1967341"/>
              <a:gd name="connsiteY254" fmla="*/ 361165 h 442564"/>
              <a:gd name="connsiteX255" fmla="*/ 237200 w 1967341"/>
              <a:gd name="connsiteY255" fmla="*/ 356018 h 442564"/>
              <a:gd name="connsiteX256" fmla="*/ 240427 w 1967341"/>
              <a:gd name="connsiteY256" fmla="*/ 350872 h 442564"/>
              <a:gd name="connsiteX257" fmla="*/ 213585 w 1967341"/>
              <a:gd name="connsiteY257" fmla="*/ 350872 h 442564"/>
              <a:gd name="connsiteX258" fmla="*/ 216703 w 1967341"/>
              <a:gd name="connsiteY258" fmla="*/ 353620 h 442564"/>
              <a:gd name="connsiteX259" fmla="*/ 216699 w 1967341"/>
              <a:gd name="connsiteY259" fmla="*/ 354124 h 442564"/>
              <a:gd name="connsiteX260" fmla="*/ 213738 w 1967341"/>
              <a:gd name="connsiteY260" fmla="*/ 356542 h 442564"/>
              <a:gd name="connsiteX261" fmla="*/ 210620 w 1967341"/>
              <a:gd name="connsiteY261" fmla="*/ 353751 h 442564"/>
              <a:gd name="connsiteX262" fmla="*/ 210624 w 1967341"/>
              <a:gd name="connsiteY262" fmla="*/ 353437 h 442564"/>
              <a:gd name="connsiteX263" fmla="*/ 213585 w 1967341"/>
              <a:gd name="connsiteY263" fmla="*/ 350872 h 442564"/>
              <a:gd name="connsiteX264" fmla="*/ 212979 w 1967341"/>
              <a:gd name="connsiteY264" fmla="*/ 349547 h 442564"/>
              <a:gd name="connsiteX265" fmla="*/ 208657 w 1967341"/>
              <a:gd name="connsiteY265" fmla="*/ 353948 h 442564"/>
              <a:gd name="connsiteX266" fmla="*/ 208679 w 1967341"/>
              <a:gd name="connsiteY266" fmla="*/ 354240 h 442564"/>
              <a:gd name="connsiteX267" fmla="*/ 213498 w 1967341"/>
              <a:gd name="connsiteY267" fmla="*/ 358091 h 442564"/>
              <a:gd name="connsiteX268" fmla="*/ 217031 w 1967341"/>
              <a:gd name="connsiteY268" fmla="*/ 356564 h 442564"/>
              <a:gd name="connsiteX269" fmla="*/ 213324 w 1967341"/>
              <a:gd name="connsiteY269" fmla="*/ 361362 h 442564"/>
              <a:gd name="connsiteX270" fmla="*/ 212870 w 1967341"/>
              <a:gd name="connsiteY270" fmla="*/ 361401 h 442564"/>
              <a:gd name="connsiteX271" fmla="*/ 210729 w 1967341"/>
              <a:gd name="connsiteY271" fmla="*/ 359181 h 442564"/>
              <a:gd name="connsiteX272" fmla="*/ 208788 w 1967341"/>
              <a:gd name="connsiteY272" fmla="*/ 359181 h 442564"/>
              <a:gd name="connsiteX273" fmla="*/ 213367 w 1967341"/>
              <a:gd name="connsiteY273" fmla="*/ 362626 h 442564"/>
              <a:gd name="connsiteX274" fmla="*/ 213367 w 1967341"/>
              <a:gd name="connsiteY274" fmla="*/ 362692 h 442564"/>
              <a:gd name="connsiteX275" fmla="*/ 219015 w 1967341"/>
              <a:gd name="connsiteY275" fmla="*/ 355539 h 442564"/>
              <a:gd name="connsiteX276" fmla="*/ 213607 w 1967341"/>
              <a:gd name="connsiteY276" fmla="*/ 349587 h 442564"/>
              <a:gd name="connsiteX277" fmla="*/ 212979 w 1967341"/>
              <a:gd name="connsiteY277" fmla="*/ 349547 h 442564"/>
              <a:gd name="connsiteX278" fmla="*/ 240428 w 1967341"/>
              <a:gd name="connsiteY278" fmla="*/ 349521 h 442564"/>
              <a:gd name="connsiteX279" fmla="*/ 235151 w 1967341"/>
              <a:gd name="connsiteY279" fmla="*/ 356063 h 442564"/>
              <a:gd name="connsiteX280" fmla="*/ 240428 w 1967341"/>
              <a:gd name="connsiteY280" fmla="*/ 362604 h 442564"/>
              <a:gd name="connsiteX281" fmla="*/ 240428 w 1967341"/>
              <a:gd name="connsiteY281" fmla="*/ 362692 h 442564"/>
              <a:gd name="connsiteX282" fmla="*/ 245705 w 1967341"/>
              <a:gd name="connsiteY282" fmla="*/ 356063 h 442564"/>
              <a:gd name="connsiteX283" fmla="*/ 240428 w 1967341"/>
              <a:gd name="connsiteY283" fmla="*/ 349521 h 442564"/>
              <a:gd name="connsiteX284" fmla="*/ 228675 w 1967341"/>
              <a:gd name="connsiteY284" fmla="*/ 349434 h 442564"/>
              <a:gd name="connsiteX285" fmla="*/ 221632 w 1967341"/>
              <a:gd name="connsiteY285" fmla="*/ 357567 h 442564"/>
              <a:gd name="connsiteX286" fmla="*/ 221632 w 1967341"/>
              <a:gd name="connsiteY286" fmla="*/ 359137 h 442564"/>
              <a:gd name="connsiteX287" fmla="*/ 228348 w 1967341"/>
              <a:gd name="connsiteY287" fmla="*/ 359137 h 442564"/>
              <a:gd name="connsiteX288" fmla="*/ 228348 w 1967341"/>
              <a:gd name="connsiteY288" fmla="*/ 362277 h 442564"/>
              <a:gd name="connsiteX289" fmla="*/ 230288 w 1967341"/>
              <a:gd name="connsiteY289" fmla="*/ 362277 h 442564"/>
              <a:gd name="connsiteX290" fmla="*/ 230288 w 1967341"/>
              <a:gd name="connsiteY290" fmla="*/ 359137 h 442564"/>
              <a:gd name="connsiteX291" fmla="*/ 232469 w 1967341"/>
              <a:gd name="connsiteY291" fmla="*/ 359137 h 442564"/>
              <a:gd name="connsiteX292" fmla="*/ 232469 w 1967341"/>
              <a:gd name="connsiteY292" fmla="*/ 357764 h 442564"/>
              <a:gd name="connsiteX293" fmla="*/ 230288 w 1967341"/>
              <a:gd name="connsiteY293" fmla="*/ 357764 h 442564"/>
              <a:gd name="connsiteX294" fmla="*/ 230288 w 1967341"/>
              <a:gd name="connsiteY294" fmla="*/ 349434 h 442564"/>
              <a:gd name="connsiteX295" fmla="*/ 200742 w 1967341"/>
              <a:gd name="connsiteY295" fmla="*/ 349347 h 442564"/>
              <a:gd name="connsiteX296" fmla="*/ 196599 w 1967341"/>
              <a:gd name="connsiteY296" fmla="*/ 351789 h 442564"/>
              <a:gd name="connsiteX297" fmla="*/ 196599 w 1967341"/>
              <a:gd name="connsiteY297" fmla="*/ 353163 h 442564"/>
              <a:gd name="connsiteX298" fmla="*/ 200197 w 1967341"/>
              <a:gd name="connsiteY298" fmla="*/ 353163 h 442564"/>
              <a:gd name="connsiteX299" fmla="*/ 200197 w 1967341"/>
              <a:gd name="connsiteY299" fmla="*/ 362277 h 442564"/>
              <a:gd name="connsiteX300" fmla="*/ 202246 w 1967341"/>
              <a:gd name="connsiteY300" fmla="*/ 362277 h 442564"/>
              <a:gd name="connsiteX301" fmla="*/ 202246 w 1967341"/>
              <a:gd name="connsiteY301" fmla="*/ 349347 h 442564"/>
              <a:gd name="connsiteX302" fmla="*/ 94658 w 1967341"/>
              <a:gd name="connsiteY302" fmla="*/ 345617 h 442564"/>
              <a:gd name="connsiteX303" fmla="*/ 79961 w 1967341"/>
              <a:gd name="connsiteY303" fmla="*/ 361361 h 442564"/>
              <a:gd name="connsiteX304" fmla="*/ 81379 w 1967341"/>
              <a:gd name="connsiteY304" fmla="*/ 362691 h 442564"/>
              <a:gd name="connsiteX305" fmla="*/ 82796 w 1967341"/>
              <a:gd name="connsiteY305" fmla="*/ 364086 h 442564"/>
              <a:gd name="connsiteX306" fmla="*/ 93372 w 1967341"/>
              <a:gd name="connsiteY306" fmla="*/ 352726 h 442564"/>
              <a:gd name="connsiteX307" fmla="*/ 88771 w 1967341"/>
              <a:gd name="connsiteY307" fmla="*/ 369669 h 442564"/>
              <a:gd name="connsiteX308" fmla="*/ 90275 w 1967341"/>
              <a:gd name="connsiteY308" fmla="*/ 371064 h 442564"/>
              <a:gd name="connsiteX309" fmla="*/ 91780 w 1967341"/>
              <a:gd name="connsiteY309" fmla="*/ 372394 h 442564"/>
              <a:gd name="connsiteX310" fmla="*/ 106455 w 1967341"/>
              <a:gd name="connsiteY310" fmla="*/ 356629 h 442564"/>
              <a:gd name="connsiteX311" fmla="*/ 105038 w 1967341"/>
              <a:gd name="connsiteY311" fmla="*/ 355320 h 442564"/>
              <a:gd name="connsiteX312" fmla="*/ 103642 w 1967341"/>
              <a:gd name="connsiteY312" fmla="*/ 354012 h 442564"/>
              <a:gd name="connsiteX313" fmla="*/ 93328 w 1967341"/>
              <a:gd name="connsiteY313" fmla="*/ 365068 h 442564"/>
              <a:gd name="connsiteX314" fmla="*/ 97820 w 1967341"/>
              <a:gd name="connsiteY314" fmla="*/ 348583 h 442564"/>
              <a:gd name="connsiteX315" fmla="*/ 96228 w 1967341"/>
              <a:gd name="connsiteY315" fmla="*/ 347100 h 442564"/>
              <a:gd name="connsiteX316" fmla="*/ 546053 w 1967341"/>
              <a:gd name="connsiteY316" fmla="*/ 345485 h 442564"/>
              <a:gd name="connsiteX317" fmla="*/ 546130 w 1967341"/>
              <a:gd name="connsiteY317" fmla="*/ 358029 h 442564"/>
              <a:gd name="connsiteX318" fmla="*/ 558673 w 1967341"/>
              <a:gd name="connsiteY318" fmla="*/ 358029 h 442564"/>
              <a:gd name="connsiteX319" fmla="*/ 564831 w 1967341"/>
              <a:gd name="connsiteY319" fmla="*/ 356356 h 442564"/>
              <a:gd name="connsiteX320" fmla="*/ 566808 w 1967341"/>
              <a:gd name="connsiteY320" fmla="*/ 351263 h 442564"/>
              <a:gd name="connsiteX321" fmla="*/ 564679 w 1967341"/>
              <a:gd name="connsiteY321" fmla="*/ 346930 h 442564"/>
              <a:gd name="connsiteX322" fmla="*/ 558217 w 1967341"/>
              <a:gd name="connsiteY322" fmla="*/ 345485 h 442564"/>
              <a:gd name="connsiteX323" fmla="*/ 1826550 w 1967341"/>
              <a:gd name="connsiteY323" fmla="*/ 343893 h 442564"/>
              <a:gd name="connsiteX324" fmla="*/ 1816933 w 1967341"/>
              <a:gd name="connsiteY324" fmla="*/ 346205 h 442564"/>
              <a:gd name="connsiteX325" fmla="*/ 1814080 w 1967341"/>
              <a:gd name="connsiteY325" fmla="*/ 349058 h 442564"/>
              <a:gd name="connsiteX326" fmla="*/ 1810278 w 1967341"/>
              <a:gd name="connsiteY326" fmla="*/ 364262 h 442564"/>
              <a:gd name="connsiteX327" fmla="*/ 1814004 w 1967341"/>
              <a:gd name="connsiteY327" fmla="*/ 378707 h 442564"/>
              <a:gd name="connsiteX328" fmla="*/ 1832299 w 1967341"/>
              <a:gd name="connsiteY328" fmla="*/ 381393 h 442564"/>
              <a:gd name="connsiteX329" fmla="*/ 1834985 w 1967341"/>
              <a:gd name="connsiteY329" fmla="*/ 378707 h 442564"/>
              <a:gd name="connsiteX330" fmla="*/ 1834986 w 1967341"/>
              <a:gd name="connsiteY330" fmla="*/ 378707 h 442564"/>
              <a:gd name="connsiteX331" fmla="*/ 1838786 w 1967341"/>
              <a:gd name="connsiteY331" fmla="*/ 364262 h 442564"/>
              <a:gd name="connsiteX332" fmla="*/ 1834986 w 1967341"/>
              <a:gd name="connsiteY332" fmla="*/ 349058 h 442564"/>
              <a:gd name="connsiteX333" fmla="*/ 1826550 w 1967341"/>
              <a:gd name="connsiteY333" fmla="*/ 343893 h 442564"/>
              <a:gd name="connsiteX334" fmla="*/ 1719295 w 1967341"/>
              <a:gd name="connsiteY334" fmla="*/ 343889 h 442564"/>
              <a:gd name="connsiteX335" fmla="*/ 1709628 w 1967341"/>
              <a:gd name="connsiteY335" fmla="*/ 346244 h 442564"/>
              <a:gd name="connsiteX336" fmla="*/ 1706814 w 1967341"/>
              <a:gd name="connsiteY336" fmla="*/ 349059 h 442564"/>
              <a:gd name="connsiteX337" fmla="*/ 1703089 w 1967341"/>
              <a:gd name="connsiteY337" fmla="*/ 364263 h 442564"/>
              <a:gd name="connsiteX338" fmla="*/ 1706814 w 1967341"/>
              <a:gd name="connsiteY338" fmla="*/ 378707 h 442564"/>
              <a:gd name="connsiteX339" fmla="*/ 1725109 w 1967341"/>
              <a:gd name="connsiteY339" fmla="*/ 381393 h 442564"/>
              <a:gd name="connsiteX340" fmla="*/ 1727796 w 1967341"/>
              <a:gd name="connsiteY340" fmla="*/ 378707 h 442564"/>
              <a:gd name="connsiteX341" fmla="*/ 1731521 w 1967341"/>
              <a:gd name="connsiteY341" fmla="*/ 364263 h 442564"/>
              <a:gd name="connsiteX342" fmla="*/ 1727796 w 1967341"/>
              <a:gd name="connsiteY342" fmla="*/ 349059 h 442564"/>
              <a:gd name="connsiteX343" fmla="*/ 1719295 w 1967341"/>
              <a:gd name="connsiteY343" fmla="*/ 343889 h 442564"/>
              <a:gd name="connsiteX344" fmla="*/ 1322847 w 1967341"/>
              <a:gd name="connsiteY344" fmla="*/ 343889 h 442564"/>
              <a:gd name="connsiteX345" fmla="*/ 1313180 w 1967341"/>
              <a:gd name="connsiteY345" fmla="*/ 346244 h 442564"/>
              <a:gd name="connsiteX346" fmla="*/ 1310366 w 1967341"/>
              <a:gd name="connsiteY346" fmla="*/ 349059 h 442564"/>
              <a:gd name="connsiteX347" fmla="*/ 1306641 w 1967341"/>
              <a:gd name="connsiteY347" fmla="*/ 364263 h 442564"/>
              <a:gd name="connsiteX348" fmla="*/ 1310366 w 1967341"/>
              <a:gd name="connsiteY348" fmla="*/ 378707 h 442564"/>
              <a:gd name="connsiteX349" fmla="*/ 1328661 w 1967341"/>
              <a:gd name="connsiteY349" fmla="*/ 381393 h 442564"/>
              <a:gd name="connsiteX350" fmla="*/ 1331348 w 1967341"/>
              <a:gd name="connsiteY350" fmla="*/ 378707 h 442564"/>
              <a:gd name="connsiteX351" fmla="*/ 1335073 w 1967341"/>
              <a:gd name="connsiteY351" fmla="*/ 364263 h 442564"/>
              <a:gd name="connsiteX352" fmla="*/ 1331348 w 1967341"/>
              <a:gd name="connsiteY352" fmla="*/ 349059 h 442564"/>
              <a:gd name="connsiteX353" fmla="*/ 1322847 w 1967341"/>
              <a:gd name="connsiteY353" fmla="*/ 343889 h 442564"/>
              <a:gd name="connsiteX354" fmla="*/ 87702 w 1967341"/>
              <a:gd name="connsiteY354" fmla="*/ 338029 h 442564"/>
              <a:gd name="connsiteX355" fmla="*/ 71697 w 1967341"/>
              <a:gd name="connsiteY355" fmla="*/ 352442 h 442564"/>
              <a:gd name="connsiteX356" fmla="*/ 73093 w 1967341"/>
              <a:gd name="connsiteY356" fmla="*/ 353969 h 442564"/>
              <a:gd name="connsiteX357" fmla="*/ 74466 w 1967341"/>
              <a:gd name="connsiteY357" fmla="*/ 355517 h 442564"/>
              <a:gd name="connsiteX358" fmla="*/ 90472 w 1967341"/>
              <a:gd name="connsiteY358" fmla="*/ 341103 h 442564"/>
              <a:gd name="connsiteX359" fmla="*/ 89098 w 1967341"/>
              <a:gd name="connsiteY359" fmla="*/ 339555 h 442564"/>
              <a:gd name="connsiteX360" fmla="*/ 1916923 w 1967341"/>
              <a:gd name="connsiteY360" fmla="*/ 335787 h 442564"/>
              <a:gd name="connsiteX361" fmla="*/ 1923385 w 1967341"/>
              <a:gd name="connsiteY361" fmla="*/ 335787 h 442564"/>
              <a:gd name="connsiteX362" fmla="*/ 1929923 w 1967341"/>
              <a:gd name="connsiteY362" fmla="*/ 335787 h 442564"/>
              <a:gd name="connsiteX363" fmla="*/ 1940831 w 1967341"/>
              <a:gd name="connsiteY363" fmla="*/ 360405 h 442564"/>
              <a:gd name="connsiteX364" fmla="*/ 1940794 w 1967341"/>
              <a:gd name="connsiteY364" fmla="*/ 360494 h 442564"/>
              <a:gd name="connsiteX365" fmla="*/ 1940870 w 1967341"/>
              <a:gd name="connsiteY365" fmla="*/ 360494 h 442564"/>
              <a:gd name="connsiteX366" fmla="*/ 1940831 w 1967341"/>
              <a:gd name="connsiteY366" fmla="*/ 360405 h 442564"/>
              <a:gd name="connsiteX367" fmla="*/ 1951056 w 1967341"/>
              <a:gd name="connsiteY367" fmla="*/ 335787 h 442564"/>
              <a:gd name="connsiteX368" fmla="*/ 1957290 w 1967341"/>
              <a:gd name="connsiteY368" fmla="*/ 335787 h 442564"/>
              <a:gd name="connsiteX369" fmla="*/ 1963448 w 1967341"/>
              <a:gd name="connsiteY369" fmla="*/ 335787 h 442564"/>
              <a:gd name="connsiteX370" fmla="*/ 1946115 w 1967341"/>
              <a:gd name="connsiteY370" fmla="*/ 371136 h 442564"/>
              <a:gd name="connsiteX371" fmla="*/ 1946115 w 1967341"/>
              <a:gd name="connsiteY371" fmla="*/ 392803 h 442564"/>
              <a:gd name="connsiteX372" fmla="*/ 1940717 w 1967341"/>
              <a:gd name="connsiteY372" fmla="*/ 392803 h 442564"/>
              <a:gd name="connsiteX373" fmla="*/ 1935168 w 1967341"/>
              <a:gd name="connsiteY373" fmla="*/ 392803 h 442564"/>
              <a:gd name="connsiteX374" fmla="*/ 1935168 w 1967341"/>
              <a:gd name="connsiteY374" fmla="*/ 371365 h 442564"/>
              <a:gd name="connsiteX375" fmla="*/ 1754467 w 1967341"/>
              <a:gd name="connsiteY375" fmla="*/ 335787 h 442564"/>
              <a:gd name="connsiteX376" fmla="*/ 1759941 w 1967341"/>
              <a:gd name="connsiteY376" fmla="*/ 335787 h 442564"/>
              <a:gd name="connsiteX377" fmla="*/ 1765414 w 1967341"/>
              <a:gd name="connsiteY377" fmla="*/ 335787 h 442564"/>
              <a:gd name="connsiteX378" fmla="*/ 1765414 w 1967341"/>
              <a:gd name="connsiteY378" fmla="*/ 382616 h 442564"/>
              <a:gd name="connsiteX379" fmla="*/ 1791414 w 1967341"/>
              <a:gd name="connsiteY379" fmla="*/ 382616 h 442564"/>
              <a:gd name="connsiteX380" fmla="*/ 1791414 w 1967341"/>
              <a:gd name="connsiteY380" fmla="*/ 387709 h 442564"/>
              <a:gd name="connsiteX381" fmla="*/ 1791414 w 1967341"/>
              <a:gd name="connsiteY381" fmla="*/ 392726 h 442564"/>
              <a:gd name="connsiteX382" fmla="*/ 1754467 w 1967341"/>
              <a:gd name="connsiteY382" fmla="*/ 392726 h 442564"/>
              <a:gd name="connsiteX383" fmla="*/ 1638611 w 1967341"/>
              <a:gd name="connsiteY383" fmla="*/ 335787 h 442564"/>
              <a:gd name="connsiteX384" fmla="*/ 1644313 w 1967341"/>
              <a:gd name="connsiteY384" fmla="*/ 335787 h 442564"/>
              <a:gd name="connsiteX385" fmla="*/ 1650014 w 1967341"/>
              <a:gd name="connsiteY385" fmla="*/ 335787 h 442564"/>
              <a:gd name="connsiteX386" fmla="*/ 1671072 w 1967341"/>
              <a:gd name="connsiteY386" fmla="*/ 375774 h 442564"/>
              <a:gd name="connsiteX387" fmla="*/ 1671072 w 1967341"/>
              <a:gd name="connsiteY387" fmla="*/ 335787 h 442564"/>
              <a:gd name="connsiteX388" fmla="*/ 1676165 w 1967341"/>
              <a:gd name="connsiteY388" fmla="*/ 335787 h 442564"/>
              <a:gd name="connsiteX389" fmla="*/ 1681334 w 1967341"/>
              <a:gd name="connsiteY389" fmla="*/ 335787 h 442564"/>
              <a:gd name="connsiteX390" fmla="*/ 1681334 w 1967341"/>
              <a:gd name="connsiteY390" fmla="*/ 392726 h 442564"/>
              <a:gd name="connsiteX391" fmla="*/ 1675861 w 1967341"/>
              <a:gd name="connsiteY391" fmla="*/ 392726 h 442564"/>
              <a:gd name="connsiteX392" fmla="*/ 1670387 w 1967341"/>
              <a:gd name="connsiteY392" fmla="*/ 392726 h 442564"/>
              <a:gd name="connsiteX393" fmla="*/ 1648797 w 1967341"/>
              <a:gd name="connsiteY393" fmla="*/ 351675 h 442564"/>
              <a:gd name="connsiteX394" fmla="*/ 1648797 w 1967341"/>
              <a:gd name="connsiteY394" fmla="*/ 392726 h 442564"/>
              <a:gd name="connsiteX395" fmla="*/ 1643705 w 1967341"/>
              <a:gd name="connsiteY395" fmla="*/ 392726 h 442564"/>
              <a:gd name="connsiteX396" fmla="*/ 1638611 w 1967341"/>
              <a:gd name="connsiteY396" fmla="*/ 392726 h 442564"/>
              <a:gd name="connsiteX397" fmla="*/ 1583115 w 1967341"/>
              <a:gd name="connsiteY397" fmla="*/ 335787 h 442564"/>
              <a:gd name="connsiteX398" fmla="*/ 1588513 w 1967341"/>
              <a:gd name="connsiteY398" fmla="*/ 335787 h 442564"/>
              <a:gd name="connsiteX399" fmla="*/ 1593986 w 1967341"/>
              <a:gd name="connsiteY399" fmla="*/ 335787 h 442564"/>
              <a:gd name="connsiteX400" fmla="*/ 1593986 w 1967341"/>
              <a:gd name="connsiteY400" fmla="*/ 357149 h 442564"/>
              <a:gd name="connsiteX401" fmla="*/ 1614511 w 1967341"/>
              <a:gd name="connsiteY401" fmla="*/ 357149 h 442564"/>
              <a:gd name="connsiteX402" fmla="*/ 1614511 w 1967341"/>
              <a:gd name="connsiteY402" fmla="*/ 335787 h 442564"/>
              <a:gd name="connsiteX403" fmla="*/ 1619985 w 1967341"/>
              <a:gd name="connsiteY403" fmla="*/ 335787 h 442564"/>
              <a:gd name="connsiteX404" fmla="*/ 1625458 w 1967341"/>
              <a:gd name="connsiteY404" fmla="*/ 335787 h 442564"/>
              <a:gd name="connsiteX405" fmla="*/ 1625458 w 1967341"/>
              <a:gd name="connsiteY405" fmla="*/ 392726 h 442564"/>
              <a:gd name="connsiteX406" fmla="*/ 1619985 w 1967341"/>
              <a:gd name="connsiteY406" fmla="*/ 392726 h 442564"/>
              <a:gd name="connsiteX407" fmla="*/ 1614511 w 1967341"/>
              <a:gd name="connsiteY407" fmla="*/ 392726 h 442564"/>
              <a:gd name="connsiteX408" fmla="*/ 1614511 w 1967341"/>
              <a:gd name="connsiteY408" fmla="*/ 366956 h 442564"/>
              <a:gd name="connsiteX409" fmla="*/ 1593986 w 1967341"/>
              <a:gd name="connsiteY409" fmla="*/ 366956 h 442564"/>
              <a:gd name="connsiteX410" fmla="*/ 1593986 w 1967341"/>
              <a:gd name="connsiteY410" fmla="*/ 392726 h 442564"/>
              <a:gd name="connsiteX411" fmla="*/ 1588588 w 1967341"/>
              <a:gd name="connsiteY411" fmla="*/ 392726 h 442564"/>
              <a:gd name="connsiteX412" fmla="*/ 1583115 w 1967341"/>
              <a:gd name="connsiteY412" fmla="*/ 392726 h 442564"/>
              <a:gd name="connsiteX413" fmla="*/ 1476231 w 1967341"/>
              <a:gd name="connsiteY413" fmla="*/ 335787 h 442564"/>
              <a:gd name="connsiteX414" fmla="*/ 1514773 w 1967341"/>
              <a:gd name="connsiteY414" fmla="*/ 335787 h 442564"/>
              <a:gd name="connsiteX415" fmla="*/ 1514773 w 1967341"/>
              <a:gd name="connsiteY415" fmla="*/ 340804 h 442564"/>
              <a:gd name="connsiteX416" fmla="*/ 1514773 w 1967341"/>
              <a:gd name="connsiteY416" fmla="*/ 345898 h 442564"/>
              <a:gd name="connsiteX417" fmla="*/ 1487178 w 1967341"/>
              <a:gd name="connsiteY417" fmla="*/ 345898 h 442564"/>
              <a:gd name="connsiteX418" fmla="*/ 1487178 w 1967341"/>
              <a:gd name="connsiteY418" fmla="*/ 357985 h 442564"/>
              <a:gd name="connsiteX419" fmla="*/ 1512797 w 1967341"/>
              <a:gd name="connsiteY419" fmla="*/ 357985 h 442564"/>
              <a:gd name="connsiteX420" fmla="*/ 1512797 w 1967341"/>
              <a:gd name="connsiteY420" fmla="*/ 362850 h 442564"/>
              <a:gd name="connsiteX421" fmla="*/ 1512797 w 1967341"/>
              <a:gd name="connsiteY421" fmla="*/ 367791 h 442564"/>
              <a:gd name="connsiteX422" fmla="*/ 1487178 w 1967341"/>
              <a:gd name="connsiteY422" fmla="*/ 367791 h 442564"/>
              <a:gd name="connsiteX423" fmla="*/ 1487178 w 1967341"/>
              <a:gd name="connsiteY423" fmla="*/ 382616 h 442564"/>
              <a:gd name="connsiteX424" fmla="*/ 1515990 w 1967341"/>
              <a:gd name="connsiteY424" fmla="*/ 382616 h 442564"/>
              <a:gd name="connsiteX425" fmla="*/ 1515990 w 1967341"/>
              <a:gd name="connsiteY425" fmla="*/ 387709 h 442564"/>
              <a:gd name="connsiteX426" fmla="*/ 1515990 w 1967341"/>
              <a:gd name="connsiteY426" fmla="*/ 392726 h 442564"/>
              <a:gd name="connsiteX427" fmla="*/ 1476231 w 1967341"/>
              <a:gd name="connsiteY427" fmla="*/ 392726 h 442564"/>
              <a:gd name="connsiteX428" fmla="*/ 1424156 w 1967341"/>
              <a:gd name="connsiteY428" fmla="*/ 335787 h 442564"/>
              <a:gd name="connsiteX429" fmla="*/ 1466804 w 1967341"/>
              <a:gd name="connsiteY429" fmla="*/ 335787 h 442564"/>
              <a:gd name="connsiteX430" fmla="*/ 1466804 w 1967341"/>
              <a:gd name="connsiteY430" fmla="*/ 340804 h 442564"/>
              <a:gd name="connsiteX431" fmla="*/ 1466804 w 1967341"/>
              <a:gd name="connsiteY431" fmla="*/ 345898 h 442564"/>
              <a:gd name="connsiteX432" fmla="*/ 1450916 w 1967341"/>
              <a:gd name="connsiteY432" fmla="*/ 345898 h 442564"/>
              <a:gd name="connsiteX433" fmla="*/ 1450916 w 1967341"/>
              <a:gd name="connsiteY433" fmla="*/ 392726 h 442564"/>
              <a:gd name="connsiteX434" fmla="*/ 1445518 w 1967341"/>
              <a:gd name="connsiteY434" fmla="*/ 392726 h 442564"/>
              <a:gd name="connsiteX435" fmla="*/ 1440044 w 1967341"/>
              <a:gd name="connsiteY435" fmla="*/ 392726 h 442564"/>
              <a:gd name="connsiteX436" fmla="*/ 1440044 w 1967341"/>
              <a:gd name="connsiteY436" fmla="*/ 345898 h 442564"/>
              <a:gd name="connsiteX437" fmla="*/ 1424156 w 1967341"/>
              <a:gd name="connsiteY437" fmla="*/ 345898 h 442564"/>
              <a:gd name="connsiteX438" fmla="*/ 1424156 w 1967341"/>
              <a:gd name="connsiteY438" fmla="*/ 340881 h 442564"/>
              <a:gd name="connsiteX439" fmla="*/ 1358018 w 1967341"/>
              <a:gd name="connsiteY439" fmla="*/ 335787 h 442564"/>
              <a:gd name="connsiteX440" fmla="*/ 1395268 w 1967341"/>
              <a:gd name="connsiteY440" fmla="*/ 335787 h 442564"/>
              <a:gd name="connsiteX441" fmla="*/ 1395268 w 1967341"/>
              <a:gd name="connsiteY441" fmla="*/ 340804 h 442564"/>
              <a:gd name="connsiteX442" fmla="*/ 1395268 w 1967341"/>
              <a:gd name="connsiteY442" fmla="*/ 345898 h 442564"/>
              <a:gd name="connsiteX443" fmla="*/ 1368965 w 1967341"/>
              <a:gd name="connsiteY443" fmla="*/ 345898 h 442564"/>
              <a:gd name="connsiteX444" fmla="*/ 1368965 w 1967341"/>
              <a:gd name="connsiteY444" fmla="*/ 358821 h 442564"/>
              <a:gd name="connsiteX445" fmla="*/ 1391924 w 1967341"/>
              <a:gd name="connsiteY445" fmla="*/ 358821 h 442564"/>
              <a:gd name="connsiteX446" fmla="*/ 1391924 w 1967341"/>
              <a:gd name="connsiteY446" fmla="*/ 363763 h 442564"/>
              <a:gd name="connsiteX447" fmla="*/ 1391924 w 1967341"/>
              <a:gd name="connsiteY447" fmla="*/ 368628 h 442564"/>
              <a:gd name="connsiteX448" fmla="*/ 1368965 w 1967341"/>
              <a:gd name="connsiteY448" fmla="*/ 368628 h 442564"/>
              <a:gd name="connsiteX449" fmla="*/ 1368965 w 1967341"/>
              <a:gd name="connsiteY449" fmla="*/ 392726 h 442564"/>
              <a:gd name="connsiteX450" fmla="*/ 1363492 w 1967341"/>
              <a:gd name="connsiteY450" fmla="*/ 392726 h 442564"/>
              <a:gd name="connsiteX451" fmla="*/ 1358018 w 1967341"/>
              <a:gd name="connsiteY451" fmla="*/ 392726 h 442564"/>
              <a:gd name="connsiteX452" fmla="*/ 1223462 w 1967341"/>
              <a:gd name="connsiteY452" fmla="*/ 335787 h 442564"/>
              <a:gd name="connsiteX453" fmla="*/ 1262081 w 1967341"/>
              <a:gd name="connsiteY453" fmla="*/ 335787 h 442564"/>
              <a:gd name="connsiteX454" fmla="*/ 1262081 w 1967341"/>
              <a:gd name="connsiteY454" fmla="*/ 340804 h 442564"/>
              <a:gd name="connsiteX455" fmla="*/ 1262081 w 1967341"/>
              <a:gd name="connsiteY455" fmla="*/ 345898 h 442564"/>
              <a:gd name="connsiteX456" fmla="*/ 1234409 w 1967341"/>
              <a:gd name="connsiteY456" fmla="*/ 345898 h 442564"/>
              <a:gd name="connsiteX457" fmla="*/ 1234409 w 1967341"/>
              <a:gd name="connsiteY457" fmla="*/ 357985 h 442564"/>
              <a:gd name="connsiteX458" fmla="*/ 1260028 w 1967341"/>
              <a:gd name="connsiteY458" fmla="*/ 357985 h 442564"/>
              <a:gd name="connsiteX459" fmla="*/ 1260028 w 1967341"/>
              <a:gd name="connsiteY459" fmla="*/ 362850 h 442564"/>
              <a:gd name="connsiteX460" fmla="*/ 1260028 w 1967341"/>
              <a:gd name="connsiteY460" fmla="*/ 367791 h 442564"/>
              <a:gd name="connsiteX461" fmla="*/ 1234409 w 1967341"/>
              <a:gd name="connsiteY461" fmla="*/ 367791 h 442564"/>
              <a:gd name="connsiteX462" fmla="*/ 1234409 w 1967341"/>
              <a:gd name="connsiteY462" fmla="*/ 382616 h 442564"/>
              <a:gd name="connsiteX463" fmla="*/ 1263297 w 1967341"/>
              <a:gd name="connsiteY463" fmla="*/ 382616 h 442564"/>
              <a:gd name="connsiteX464" fmla="*/ 1263297 w 1967341"/>
              <a:gd name="connsiteY464" fmla="*/ 387709 h 442564"/>
              <a:gd name="connsiteX465" fmla="*/ 1263297 w 1967341"/>
              <a:gd name="connsiteY465" fmla="*/ 392726 h 442564"/>
              <a:gd name="connsiteX466" fmla="*/ 1223462 w 1967341"/>
              <a:gd name="connsiteY466" fmla="*/ 392726 h 442564"/>
              <a:gd name="connsiteX467" fmla="*/ 1171463 w 1967341"/>
              <a:gd name="connsiteY467" fmla="*/ 335787 h 442564"/>
              <a:gd name="connsiteX468" fmla="*/ 1214035 w 1967341"/>
              <a:gd name="connsiteY468" fmla="*/ 335787 h 442564"/>
              <a:gd name="connsiteX469" fmla="*/ 1214035 w 1967341"/>
              <a:gd name="connsiteY469" fmla="*/ 340804 h 442564"/>
              <a:gd name="connsiteX470" fmla="*/ 1214035 w 1967341"/>
              <a:gd name="connsiteY470" fmla="*/ 345898 h 442564"/>
              <a:gd name="connsiteX471" fmla="*/ 1198222 w 1967341"/>
              <a:gd name="connsiteY471" fmla="*/ 345898 h 442564"/>
              <a:gd name="connsiteX472" fmla="*/ 1198222 w 1967341"/>
              <a:gd name="connsiteY472" fmla="*/ 392726 h 442564"/>
              <a:gd name="connsiteX473" fmla="*/ 1192749 w 1967341"/>
              <a:gd name="connsiteY473" fmla="*/ 392726 h 442564"/>
              <a:gd name="connsiteX474" fmla="*/ 1187275 w 1967341"/>
              <a:gd name="connsiteY474" fmla="*/ 392726 h 442564"/>
              <a:gd name="connsiteX475" fmla="*/ 1187275 w 1967341"/>
              <a:gd name="connsiteY475" fmla="*/ 345898 h 442564"/>
              <a:gd name="connsiteX476" fmla="*/ 1171463 w 1967341"/>
              <a:gd name="connsiteY476" fmla="*/ 345898 h 442564"/>
              <a:gd name="connsiteX477" fmla="*/ 1171463 w 1967341"/>
              <a:gd name="connsiteY477" fmla="*/ 340881 h 442564"/>
              <a:gd name="connsiteX478" fmla="*/ 1068303 w 1967341"/>
              <a:gd name="connsiteY478" fmla="*/ 335787 h 442564"/>
              <a:gd name="connsiteX479" fmla="*/ 1110875 w 1967341"/>
              <a:gd name="connsiteY479" fmla="*/ 335787 h 442564"/>
              <a:gd name="connsiteX480" fmla="*/ 1110875 w 1967341"/>
              <a:gd name="connsiteY480" fmla="*/ 340804 h 442564"/>
              <a:gd name="connsiteX481" fmla="*/ 1110875 w 1967341"/>
              <a:gd name="connsiteY481" fmla="*/ 345898 h 442564"/>
              <a:gd name="connsiteX482" fmla="*/ 1095063 w 1967341"/>
              <a:gd name="connsiteY482" fmla="*/ 345898 h 442564"/>
              <a:gd name="connsiteX483" fmla="*/ 1095063 w 1967341"/>
              <a:gd name="connsiteY483" fmla="*/ 392726 h 442564"/>
              <a:gd name="connsiteX484" fmla="*/ 1089589 w 1967341"/>
              <a:gd name="connsiteY484" fmla="*/ 392726 h 442564"/>
              <a:gd name="connsiteX485" fmla="*/ 1084115 w 1967341"/>
              <a:gd name="connsiteY485" fmla="*/ 392726 h 442564"/>
              <a:gd name="connsiteX486" fmla="*/ 1084115 w 1967341"/>
              <a:gd name="connsiteY486" fmla="*/ 345898 h 442564"/>
              <a:gd name="connsiteX487" fmla="*/ 1068303 w 1967341"/>
              <a:gd name="connsiteY487" fmla="*/ 345898 h 442564"/>
              <a:gd name="connsiteX488" fmla="*/ 1068303 w 1967341"/>
              <a:gd name="connsiteY488" fmla="*/ 340881 h 442564"/>
              <a:gd name="connsiteX489" fmla="*/ 1048690 w 1967341"/>
              <a:gd name="connsiteY489" fmla="*/ 335787 h 442564"/>
              <a:gd name="connsiteX490" fmla="*/ 1054163 w 1967341"/>
              <a:gd name="connsiteY490" fmla="*/ 335787 h 442564"/>
              <a:gd name="connsiteX491" fmla="*/ 1059637 w 1967341"/>
              <a:gd name="connsiteY491" fmla="*/ 335787 h 442564"/>
              <a:gd name="connsiteX492" fmla="*/ 1059637 w 1967341"/>
              <a:gd name="connsiteY492" fmla="*/ 392726 h 442564"/>
              <a:gd name="connsiteX493" fmla="*/ 1054239 w 1967341"/>
              <a:gd name="connsiteY493" fmla="*/ 392726 h 442564"/>
              <a:gd name="connsiteX494" fmla="*/ 1048690 w 1967341"/>
              <a:gd name="connsiteY494" fmla="*/ 392726 h 442564"/>
              <a:gd name="connsiteX495" fmla="*/ 997604 w 1967341"/>
              <a:gd name="connsiteY495" fmla="*/ 335787 h 442564"/>
              <a:gd name="connsiteX496" fmla="*/ 1040176 w 1967341"/>
              <a:gd name="connsiteY496" fmla="*/ 335787 h 442564"/>
              <a:gd name="connsiteX497" fmla="*/ 1040176 w 1967341"/>
              <a:gd name="connsiteY497" fmla="*/ 340804 h 442564"/>
              <a:gd name="connsiteX498" fmla="*/ 1040176 w 1967341"/>
              <a:gd name="connsiteY498" fmla="*/ 345898 h 442564"/>
              <a:gd name="connsiteX499" fmla="*/ 1024364 w 1967341"/>
              <a:gd name="connsiteY499" fmla="*/ 345898 h 442564"/>
              <a:gd name="connsiteX500" fmla="*/ 1024364 w 1967341"/>
              <a:gd name="connsiteY500" fmla="*/ 392726 h 442564"/>
              <a:gd name="connsiteX501" fmla="*/ 1018890 w 1967341"/>
              <a:gd name="connsiteY501" fmla="*/ 392726 h 442564"/>
              <a:gd name="connsiteX502" fmla="*/ 1013416 w 1967341"/>
              <a:gd name="connsiteY502" fmla="*/ 392726 h 442564"/>
              <a:gd name="connsiteX503" fmla="*/ 1013416 w 1967341"/>
              <a:gd name="connsiteY503" fmla="*/ 345898 h 442564"/>
              <a:gd name="connsiteX504" fmla="*/ 997604 w 1967341"/>
              <a:gd name="connsiteY504" fmla="*/ 345898 h 442564"/>
              <a:gd name="connsiteX505" fmla="*/ 997604 w 1967341"/>
              <a:gd name="connsiteY505" fmla="*/ 340881 h 442564"/>
              <a:gd name="connsiteX506" fmla="*/ 894291 w 1967341"/>
              <a:gd name="connsiteY506" fmla="*/ 335787 h 442564"/>
              <a:gd name="connsiteX507" fmla="*/ 900069 w 1967341"/>
              <a:gd name="connsiteY507" fmla="*/ 335787 h 442564"/>
              <a:gd name="connsiteX508" fmla="*/ 905770 w 1967341"/>
              <a:gd name="connsiteY508" fmla="*/ 335787 h 442564"/>
              <a:gd name="connsiteX509" fmla="*/ 926828 w 1967341"/>
              <a:gd name="connsiteY509" fmla="*/ 375774 h 442564"/>
              <a:gd name="connsiteX510" fmla="*/ 926828 w 1967341"/>
              <a:gd name="connsiteY510" fmla="*/ 335787 h 442564"/>
              <a:gd name="connsiteX511" fmla="*/ 931921 w 1967341"/>
              <a:gd name="connsiteY511" fmla="*/ 335787 h 442564"/>
              <a:gd name="connsiteX512" fmla="*/ 937091 w 1967341"/>
              <a:gd name="connsiteY512" fmla="*/ 335787 h 442564"/>
              <a:gd name="connsiteX513" fmla="*/ 937091 w 1967341"/>
              <a:gd name="connsiteY513" fmla="*/ 392726 h 442564"/>
              <a:gd name="connsiteX514" fmla="*/ 931617 w 1967341"/>
              <a:gd name="connsiteY514" fmla="*/ 392726 h 442564"/>
              <a:gd name="connsiteX515" fmla="*/ 926144 w 1967341"/>
              <a:gd name="connsiteY515" fmla="*/ 392726 h 442564"/>
              <a:gd name="connsiteX516" fmla="*/ 904554 w 1967341"/>
              <a:gd name="connsiteY516" fmla="*/ 351675 h 442564"/>
              <a:gd name="connsiteX517" fmla="*/ 904554 w 1967341"/>
              <a:gd name="connsiteY517" fmla="*/ 392726 h 442564"/>
              <a:gd name="connsiteX518" fmla="*/ 899460 w 1967341"/>
              <a:gd name="connsiteY518" fmla="*/ 392726 h 442564"/>
              <a:gd name="connsiteX519" fmla="*/ 894291 w 1967341"/>
              <a:gd name="connsiteY519" fmla="*/ 392726 h 442564"/>
              <a:gd name="connsiteX520" fmla="*/ 870801 w 1967341"/>
              <a:gd name="connsiteY520" fmla="*/ 335787 h 442564"/>
              <a:gd name="connsiteX521" fmla="*/ 876199 w 1967341"/>
              <a:gd name="connsiteY521" fmla="*/ 335787 h 442564"/>
              <a:gd name="connsiteX522" fmla="*/ 881748 w 1967341"/>
              <a:gd name="connsiteY522" fmla="*/ 335787 h 442564"/>
              <a:gd name="connsiteX523" fmla="*/ 881748 w 1967341"/>
              <a:gd name="connsiteY523" fmla="*/ 392726 h 442564"/>
              <a:gd name="connsiteX524" fmla="*/ 876274 w 1967341"/>
              <a:gd name="connsiteY524" fmla="*/ 392726 h 442564"/>
              <a:gd name="connsiteX525" fmla="*/ 870801 w 1967341"/>
              <a:gd name="connsiteY525" fmla="*/ 392726 h 442564"/>
              <a:gd name="connsiteX526" fmla="*/ 732595 w 1967341"/>
              <a:gd name="connsiteY526" fmla="*/ 335787 h 442564"/>
              <a:gd name="connsiteX527" fmla="*/ 738297 w 1967341"/>
              <a:gd name="connsiteY527" fmla="*/ 335787 h 442564"/>
              <a:gd name="connsiteX528" fmla="*/ 744074 w 1967341"/>
              <a:gd name="connsiteY528" fmla="*/ 335787 h 442564"/>
              <a:gd name="connsiteX529" fmla="*/ 765056 w 1967341"/>
              <a:gd name="connsiteY529" fmla="*/ 375774 h 442564"/>
              <a:gd name="connsiteX530" fmla="*/ 765056 w 1967341"/>
              <a:gd name="connsiteY530" fmla="*/ 335787 h 442564"/>
              <a:gd name="connsiteX531" fmla="*/ 770149 w 1967341"/>
              <a:gd name="connsiteY531" fmla="*/ 335787 h 442564"/>
              <a:gd name="connsiteX532" fmla="*/ 775318 w 1967341"/>
              <a:gd name="connsiteY532" fmla="*/ 335787 h 442564"/>
              <a:gd name="connsiteX533" fmla="*/ 775318 w 1967341"/>
              <a:gd name="connsiteY533" fmla="*/ 392726 h 442564"/>
              <a:gd name="connsiteX534" fmla="*/ 769845 w 1967341"/>
              <a:gd name="connsiteY534" fmla="*/ 392726 h 442564"/>
              <a:gd name="connsiteX535" fmla="*/ 764372 w 1967341"/>
              <a:gd name="connsiteY535" fmla="*/ 392726 h 442564"/>
              <a:gd name="connsiteX536" fmla="*/ 742781 w 1967341"/>
              <a:gd name="connsiteY536" fmla="*/ 351675 h 442564"/>
              <a:gd name="connsiteX537" fmla="*/ 742781 w 1967341"/>
              <a:gd name="connsiteY537" fmla="*/ 392726 h 442564"/>
              <a:gd name="connsiteX538" fmla="*/ 737689 w 1967341"/>
              <a:gd name="connsiteY538" fmla="*/ 392726 h 442564"/>
              <a:gd name="connsiteX539" fmla="*/ 732595 w 1967341"/>
              <a:gd name="connsiteY539" fmla="*/ 392726 h 442564"/>
              <a:gd name="connsiteX540" fmla="*/ 709029 w 1967341"/>
              <a:gd name="connsiteY540" fmla="*/ 335787 h 442564"/>
              <a:gd name="connsiteX541" fmla="*/ 714502 w 1967341"/>
              <a:gd name="connsiteY541" fmla="*/ 335787 h 442564"/>
              <a:gd name="connsiteX542" fmla="*/ 719976 w 1967341"/>
              <a:gd name="connsiteY542" fmla="*/ 335787 h 442564"/>
              <a:gd name="connsiteX543" fmla="*/ 719976 w 1967341"/>
              <a:gd name="connsiteY543" fmla="*/ 392726 h 442564"/>
              <a:gd name="connsiteX544" fmla="*/ 714502 w 1967341"/>
              <a:gd name="connsiteY544" fmla="*/ 392726 h 442564"/>
              <a:gd name="connsiteX545" fmla="*/ 709029 w 1967341"/>
              <a:gd name="connsiteY545" fmla="*/ 392726 h 442564"/>
              <a:gd name="connsiteX546" fmla="*/ 642282 w 1967341"/>
              <a:gd name="connsiteY546" fmla="*/ 335787 h 442564"/>
              <a:gd name="connsiteX547" fmla="*/ 647755 w 1967341"/>
              <a:gd name="connsiteY547" fmla="*/ 335787 h 442564"/>
              <a:gd name="connsiteX548" fmla="*/ 653229 w 1967341"/>
              <a:gd name="connsiteY548" fmla="*/ 335787 h 442564"/>
              <a:gd name="connsiteX549" fmla="*/ 653229 w 1967341"/>
              <a:gd name="connsiteY549" fmla="*/ 392726 h 442564"/>
              <a:gd name="connsiteX550" fmla="*/ 647831 w 1967341"/>
              <a:gd name="connsiteY550" fmla="*/ 392726 h 442564"/>
              <a:gd name="connsiteX551" fmla="*/ 642282 w 1967341"/>
              <a:gd name="connsiteY551" fmla="*/ 392726 h 442564"/>
              <a:gd name="connsiteX552" fmla="*/ 591576 w 1967341"/>
              <a:gd name="connsiteY552" fmla="*/ 335787 h 442564"/>
              <a:gd name="connsiteX553" fmla="*/ 630118 w 1967341"/>
              <a:gd name="connsiteY553" fmla="*/ 335787 h 442564"/>
              <a:gd name="connsiteX554" fmla="*/ 630118 w 1967341"/>
              <a:gd name="connsiteY554" fmla="*/ 340804 h 442564"/>
              <a:gd name="connsiteX555" fmla="*/ 630118 w 1967341"/>
              <a:gd name="connsiteY555" fmla="*/ 345898 h 442564"/>
              <a:gd name="connsiteX556" fmla="*/ 602523 w 1967341"/>
              <a:gd name="connsiteY556" fmla="*/ 345898 h 442564"/>
              <a:gd name="connsiteX557" fmla="*/ 602523 w 1967341"/>
              <a:gd name="connsiteY557" fmla="*/ 357985 h 442564"/>
              <a:gd name="connsiteX558" fmla="*/ 628142 w 1967341"/>
              <a:gd name="connsiteY558" fmla="*/ 357985 h 442564"/>
              <a:gd name="connsiteX559" fmla="*/ 628142 w 1967341"/>
              <a:gd name="connsiteY559" fmla="*/ 362850 h 442564"/>
              <a:gd name="connsiteX560" fmla="*/ 628142 w 1967341"/>
              <a:gd name="connsiteY560" fmla="*/ 367791 h 442564"/>
              <a:gd name="connsiteX561" fmla="*/ 602523 w 1967341"/>
              <a:gd name="connsiteY561" fmla="*/ 367791 h 442564"/>
              <a:gd name="connsiteX562" fmla="*/ 602523 w 1967341"/>
              <a:gd name="connsiteY562" fmla="*/ 382616 h 442564"/>
              <a:gd name="connsiteX563" fmla="*/ 631335 w 1967341"/>
              <a:gd name="connsiteY563" fmla="*/ 382616 h 442564"/>
              <a:gd name="connsiteX564" fmla="*/ 631335 w 1967341"/>
              <a:gd name="connsiteY564" fmla="*/ 387709 h 442564"/>
              <a:gd name="connsiteX565" fmla="*/ 631335 w 1967341"/>
              <a:gd name="connsiteY565" fmla="*/ 392726 h 442564"/>
              <a:gd name="connsiteX566" fmla="*/ 591576 w 1967341"/>
              <a:gd name="connsiteY566" fmla="*/ 392726 h 442564"/>
              <a:gd name="connsiteX567" fmla="*/ 535639 w 1967341"/>
              <a:gd name="connsiteY567" fmla="*/ 335679 h 442564"/>
              <a:gd name="connsiteX568" fmla="*/ 561258 w 1967341"/>
              <a:gd name="connsiteY568" fmla="*/ 335679 h 442564"/>
              <a:gd name="connsiteX569" fmla="*/ 573117 w 1967341"/>
              <a:gd name="connsiteY569" fmla="*/ 339479 h 442564"/>
              <a:gd name="connsiteX570" fmla="*/ 577451 w 1967341"/>
              <a:gd name="connsiteY570" fmla="*/ 350122 h 442564"/>
              <a:gd name="connsiteX571" fmla="*/ 572585 w 1967341"/>
              <a:gd name="connsiteY571" fmla="*/ 360841 h 442564"/>
              <a:gd name="connsiteX572" fmla="*/ 570837 w 1967341"/>
              <a:gd name="connsiteY572" fmla="*/ 361982 h 442564"/>
              <a:gd name="connsiteX573" fmla="*/ 574182 w 1967341"/>
              <a:gd name="connsiteY573" fmla="*/ 363882 h 442564"/>
              <a:gd name="connsiteX574" fmla="*/ 579199 w 1967341"/>
              <a:gd name="connsiteY574" fmla="*/ 374829 h 442564"/>
              <a:gd name="connsiteX575" fmla="*/ 574182 w 1967341"/>
              <a:gd name="connsiteY575" fmla="*/ 388057 h 442564"/>
              <a:gd name="connsiteX576" fmla="*/ 559662 w 1967341"/>
              <a:gd name="connsiteY576" fmla="*/ 392618 h 442564"/>
              <a:gd name="connsiteX577" fmla="*/ 535867 w 1967341"/>
              <a:gd name="connsiteY577" fmla="*/ 392618 h 442564"/>
              <a:gd name="connsiteX578" fmla="*/ 685019 w 1967341"/>
              <a:gd name="connsiteY578" fmla="*/ 335678 h 442564"/>
              <a:gd name="connsiteX579" fmla="*/ 695891 w 1967341"/>
              <a:gd name="connsiteY579" fmla="*/ 335678 h 442564"/>
              <a:gd name="connsiteX580" fmla="*/ 695891 w 1967341"/>
              <a:gd name="connsiteY580" fmla="*/ 376654 h 442564"/>
              <a:gd name="connsiteX581" fmla="*/ 691633 w 1967341"/>
              <a:gd name="connsiteY581" fmla="*/ 389730 h 442564"/>
              <a:gd name="connsiteX582" fmla="*/ 679014 w 1967341"/>
              <a:gd name="connsiteY582" fmla="*/ 394215 h 442564"/>
              <a:gd name="connsiteX583" fmla="*/ 666015 w 1967341"/>
              <a:gd name="connsiteY583" fmla="*/ 389273 h 442564"/>
              <a:gd name="connsiteX584" fmla="*/ 662137 w 1967341"/>
              <a:gd name="connsiteY584" fmla="*/ 374069 h 442564"/>
              <a:gd name="connsiteX585" fmla="*/ 662137 w 1967341"/>
              <a:gd name="connsiteY585" fmla="*/ 371105 h 442564"/>
              <a:gd name="connsiteX586" fmla="*/ 672552 w 1967341"/>
              <a:gd name="connsiteY586" fmla="*/ 371105 h 442564"/>
              <a:gd name="connsiteX587" fmla="*/ 672552 w 1967341"/>
              <a:gd name="connsiteY587" fmla="*/ 374525 h 442564"/>
              <a:gd name="connsiteX588" fmla="*/ 673997 w 1967341"/>
              <a:gd name="connsiteY588" fmla="*/ 382127 h 442564"/>
              <a:gd name="connsiteX589" fmla="*/ 678938 w 1967341"/>
              <a:gd name="connsiteY589" fmla="*/ 384636 h 442564"/>
              <a:gd name="connsiteX590" fmla="*/ 683575 w 1967341"/>
              <a:gd name="connsiteY590" fmla="*/ 382811 h 442564"/>
              <a:gd name="connsiteX591" fmla="*/ 685019 w 1967341"/>
              <a:gd name="connsiteY591" fmla="*/ 376882 h 442564"/>
              <a:gd name="connsiteX592" fmla="*/ 1119478 w 1967341"/>
              <a:gd name="connsiteY592" fmla="*/ 335602 h 442564"/>
              <a:gd name="connsiteX593" fmla="*/ 1130425 w 1967341"/>
              <a:gd name="connsiteY593" fmla="*/ 335602 h 442564"/>
              <a:gd name="connsiteX594" fmla="*/ 1130425 w 1967341"/>
              <a:gd name="connsiteY594" fmla="*/ 371484 h 442564"/>
              <a:gd name="connsiteX595" fmla="*/ 1133009 w 1967341"/>
              <a:gd name="connsiteY595" fmla="*/ 380682 h 442564"/>
              <a:gd name="connsiteX596" fmla="*/ 1140611 w 1967341"/>
              <a:gd name="connsiteY596" fmla="*/ 383723 h 442564"/>
              <a:gd name="connsiteX597" fmla="*/ 1148213 w 1967341"/>
              <a:gd name="connsiteY597" fmla="*/ 380911 h 442564"/>
              <a:gd name="connsiteX598" fmla="*/ 1150570 w 1967341"/>
              <a:gd name="connsiteY598" fmla="*/ 371484 h 442564"/>
              <a:gd name="connsiteX599" fmla="*/ 1150570 w 1967341"/>
              <a:gd name="connsiteY599" fmla="*/ 335602 h 442564"/>
              <a:gd name="connsiteX600" fmla="*/ 1161821 w 1967341"/>
              <a:gd name="connsiteY600" fmla="*/ 335602 h 442564"/>
              <a:gd name="connsiteX601" fmla="*/ 1161821 w 1967341"/>
              <a:gd name="connsiteY601" fmla="*/ 371104 h 442564"/>
              <a:gd name="connsiteX602" fmla="*/ 1156879 w 1967341"/>
              <a:gd name="connsiteY602" fmla="*/ 388741 h 442564"/>
              <a:gd name="connsiteX603" fmla="*/ 1140687 w 1967341"/>
              <a:gd name="connsiteY603" fmla="*/ 394138 h 442564"/>
              <a:gd name="connsiteX604" fmla="*/ 1124723 w 1967341"/>
              <a:gd name="connsiteY604" fmla="*/ 388513 h 442564"/>
              <a:gd name="connsiteX605" fmla="*/ 1119478 w 1967341"/>
              <a:gd name="connsiteY605" fmla="*/ 371104 h 442564"/>
              <a:gd name="connsiteX606" fmla="*/ 1823162 w 1967341"/>
              <a:gd name="connsiteY606" fmla="*/ 334348 h 442564"/>
              <a:gd name="connsiteX607" fmla="*/ 1840953 w 1967341"/>
              <a:gd name="connsiteY607" fmla="*/ 340581 h 442564"/>
              <a:gd name="connsiteX608" fmla="*/ 1842892 w 1967341"/>
              <a:gd name="connsiteY608" fmla="*/ 342521 h 442564"/>
              <a:gd name="connsiteX609" fmla="*/ 1849734 w 1967341"/>
              <a:gd name="connsiteY609" fmla="*/ 364643 h 442564"/>
              <a:gd name="connsiteX610" fmla="*/ 1842892 w 1967341"/>
              <a:gd name="connsiteY610" fmla="*/ 386309 h 442564"/>
              <a:gd name="connsiteX611" fmla="*/ 1807660 w 1967341"/>
              <a:gd name="connsiteY611" fmla="*/ 387795 h 442564"/>
              <a:gd name="connsiteX612" fmla="*/ 1806174 w 1967341"/>
              <a:gd name="connsiteY612" fmla="*/ 386309 h 442564"/>
              <a:gd name="connsiteX613" fmla="*/ 1799332 w 1967341"/>
              <a:gd name="connsiteY613" fmla="*/ 364643 h 442564"/>
              <a:gd name="connsiteX614" fmla="*/ 1806174 w 1967341"/>
              <a:gd name="connsiteY614" fmla="*/ 342521 h 442564"/>
              <a:gd name="connsiteX615" fmla="*/ 1823162 w 1967341"/>
              <a:gd name="connsiteY615" fmla="*/ 334348 h 442564"/>
              <a:gd name="connsiteX616" fmla="*/ 1715958 w 1967341"/>
              <a:gd name="connsiteY616" fmla="*/ 334342 h 442564"/>
              <a:gd name="connsiteX617" fmla="*/ 1733797 w 1967341"/>
              <a:gd name="connsiteY617" fmla="*/ 340615 h 442564"/>
              <a:gd name="connsiteX618" fmla="*/ 1735702 w 1967341"/>
              <a:gd name="connsiteY618" fmla="*/ 342520 h 442564"/>
              <a:gd name="connsiteX619" fmla="*/ 1742468 w 1967341"/>
              <a:gd name="connsiteY619" fmla="*/ 364643 h 442564"/>
              <a:gd name="connsiteX620" fmla="*/ 1735702 w 1967341"/>
              <a:gd name="connsiteY620" fmla="*/ 386309 h 442564"/>
              <a:gd name="connsiteX621" fmla="*/ 1700362 w 1967341"/>
              <a:gd name="connsiteY621" fmla="*/ 387762 h 442564"/>
              <a:gd name="connsiteX622" fmla="*/ 1698908 w 1967341"/>
              <a:gd name="connsiteY622" fmla="*/ 386309 h 442564"/>
              <a:gd name="connsiteX623" fmla="*/ 1692142 w 1967341"/>
              <a:gd name="connsiteY623" fmla="*/ 364643 h 442564"/>
              <a:gd name="connsiteX624" fmla="*/ 1698908 w 1967341"/>
              <a:gd name="connsiteY624" fmla="*/ 342520 h 442564"/>
              <a:gd name="connsiteX625" fmla="*/ 1715958 w 1967341"/>
              <a:gd name="connsiteY625" fmla="*/ 334342 h 442564"/>
              <a:gd name="connsiteX626" fmla="*/ 1319510 w 1967341"/>
              <a:gd name="connsiteY626" fmla="*/ 334342 h 442564"/>
              <a:gd name="connsiteX627" fmla="*/ 1337349 w 1967341"/>
              <a:gd name="connsiteY627" fmla="*/ 340615 h 442564"/>
              <a:gd name="connsiteX628" fmla="*/ 1339254 w 1967341"/>
              <a:gd name="connsiteY628" fmla="*/ 342520 h 442564"/>
              <a:gd name="connsiteX629" fmla="*/ 1346020 w 1967341"/>
              <a:gd name="connsiteY629" fmla="*/ 364643 h 442564"/>
              <a:gd name="connsiteX630" fmla="*/ 1339254 w 1967341"/>
              <a:gd name="connsiteY630" fmla="*/ 386309 h 442564"/>
              <a:gd name="connsiteX631" fmla="*/ 1303914 w 1967341"/>
              <a:gd name="connsiteY631" fmla="*/ 387762 h 442564"/>
              <a:gd name="connsiteX632" fmla="*/ 1302460 w 1967341"/>
              <a:gd name="connsiteY632" fmla="*/ 386309 h 442564"/>
              <a:gd name="connsiteX633" fmla="*/ 1295694 w 1967341"/>
              <a:gd name="connsiteY633" fmla="*/ 364643 h 442564"/>
              <a:gd name="connsiteX634" fmla="*/ 1302460 w 1967341"/>
              <a:gd name="connsiteY634" fmla="*/ 342520 h 442564"/>
              <a:gd name="connsiteX635" fmla="*/ 1319510 w 1967341"/>
              <a:gd name="connsiteY635" fmla="*/ 334342 h 442564"/>
              <a:gd name="connsiteX636" fmla="*/ 1884703 w 1967341"/>
              <a:gd name="connsiteY636" fmla="*/ 334310 h 442564"/>
              <a:gd name="connsiteX637" fmla="*/ 1900439 w 1967341"/>
              <a:gd name="connsiteY637" fmla="*/ 339480 h 442564"/>
              <a:gd name="connsiteX638" fmla="*/ 1907662 w 1967341"/>
              <a:gd name="connsiteY638" fmla="*/ 353468 h 442564"/>
              <a:gd name="connsiteX639" fmla="*/ 1896943 w 1967341"/>
              <a:gd name="connsiteY639" fmla="*/ 353468 h 442564"/>
              <a:gd name="connsiteX640" fmla="*/ 1893065 w 1967341"/>
              <a:gd name="connsiteY640" fmla="*/ 347006 h 442564"/>
              <a:gd name="connsiteX641" fmla="*/ 1885463 w 1967341"/>
              <a:gd name="connsiteY641" fmla="*/ 344194 h 442564"/>
              <a:gd name="connsiteX642" fmla="*/ 1874288 w 1967341"/>
              <a:gd name="connsiteY642" fmla="*/ 349515 h 442564"/>
              <a:gd name="connsiteX643" fmla="*/ 1874288 w 1967341"/>
              <a:gd name="connsiteY643" fmla="*/ 379162 h 442564"/>
              <a:gd name="connsiteX644" fmla="*/ 1885616 w 1967341"/>
              <a:gd name="connsiteY644" fmla="*/ 384256 h 442564"/>
              <a:gd name="connsiteX645" fmla="*/ 1895498 w 1967341"/>
              <a:gd name="connsiteY645" fmla="*/ 378935 h 442564"/>
              <a:gd name="connsiteX646" fmla="*/ 1898387 w 1967341"/>
              <a:gd name="connsiteY646" fmla="*/ 371941 h 442564"/>
              <a:gd name="connsiteX647" fmla="*/ 1886071 w 1967341"/>
              <a:gd name="connsiteY647" fmla="*/ 371941 h 442564"/>
              <a:gd name="connsiteX648" fmla="*/ 1886071 w 1967341"/>
              <a:gd name="connsiteY648" fmla="*/ 362135 h 442564"/>
              <a:gd name="connsiteX649" fmla="*/ 1908041 w 1967341"/>
              <a:gd name="connsiteY649" fmla="*/ 362135 h 442564"/>
              <a:gd name="connsiteX650" fmla="*/ 1908041 w 1967341"/>
              <a:gd name="connsiteY650" fmla="*/ 392543 h 442564"/>
              <a:gd name="connsiteX651" fmla="*/ 1900439 w 1967341"/>
              <a:gd name="connsiteY651" fmla="*/ 392543 h 442564"/>
              <a:gd name="connsiteX652" fmla="*/ 1899375 w 1967341"/>
              <a:gd name="connsiteY652" fmla="*/ 384941 h 442564"/>
              <a:gd name="connsiteX653" fmla="*/ 1899223 w 1967341"/>
              <a:gd name="connsiteY653" fmla="*/ 386309 h 442564"/>
              <a:gd name="connsiteX654" fmla="*/ 1884019 w 1967341"/>
              <a:gd name="connsiteY654" fmla="*/ 394368 h 442564"/>
              <a:gd name="connsiteX655" fmla="*/ 1884019 w 1967341"/>
              <a:gd name="connsiteY655" fmla="*/ 393911 h 442564"/>
              <a:gd name="connsiteX656" fmla="*/ 1865774 w 1967341"/>
              <a:gd name="connsiteY656" fmla="*/ 386309 h 442564"/>
              <a:gd name="connsiteX657" fmla="*/ 1865774 w 1967341"/>
              <a:gd name="connsiteY657" fmla="*/ 342521 h 442564"/>
              <a:gd name="connsiteX658" fmla="*/ 1884703 w 1967341"/>
              <a:gd name="connsiteY658" fmla="*/ 334310 h 442564"/>
              <a:gd name="connsiteX659" fmla="*/ 1549983 w 1967341"/>
              <a:gd name="connsiteY659" fmla="*/ 334159 h 442564"/>
              <a:gd name="connsiteX660" fmla="*/ 1565187 w 1967341"/>
              <a:gd name="connsiteY660" fmla="*/ 339632 h 442564"/>
              <a:gd name="connsiteX661" fmla="*/ 1572789 w 1967341"/>
              <a:gd name="connsiteY661" fmla="*/ 354456 h 442564"/>
              <a:gd name="connsiteX662" fmla="*/ 1561842 w 1967341"/>
              <a:gd name="connsiteY662" fmla="*/ 354456 h 442564"/>
              <a:gd name="connsiteX663" fmla="*/ 1558193 w 1967341"/>
              <a:gd name="connsiteY663" fmla="*/ 346854 h 442564"/>
              <a:gd name="connsiteX664" fmla="*/ 1550591 w 1967341"/>
              <a:gd name="connsiteY664" fmla="*/ 344117 h 442564"/>
              <a:gd name="connsiteX665" fmla="*/ 1541013 w 1967341"/>
              <a:gd name="connsiteY665" fmla="*/ 349439 h 442564"/>
              <a:gd name="connsiteX666" fmla="*/ 1537591 w 1967341"/>
              <a:gd name="connsiteY666" fmla="*/ 364111 h 442564"/>
              <a:gd name="connsiteX667" fmla="*/ 1541013 w 1967341"/>
              <a:gd name="connsiteY667" fmla="*/ 378403 h 442564"/>
              <a:gd name="connsiteX668" fmla="*/ 1557265 w 1967341"/>
              <a:gd name="connsiteY668" fmla="*/ 381556 h 442564"/>
              <a:gd name="connsiteX669" fmla="*/ 1558573 w 1967341"/>
              <a:gd name="connsiteY669" fmla="*/ 380531 h 442564"/>
              <a:gd name="connsiteX670" fmla="*/ 1562222 w 1967341"/>
              <a:gd name="connsiteY670" fmla="*/ 372397 h 442564"/>
              <a:gd name="connsiteX671" fmla="*/ 1572333 w 1967341"/>
              <a:gd name="connsiteY671" fmla="*/ 372701 h 442564"/>
              <a:gd name="connsiteX672" fmla="*/ 1565187 w 1967341"/>
              <a:gd name="connsiteY672" fmla="*/ 388362 h 442564"/>
              <a:gd name="connsiteX673" fmla="*/ 1549983 w 1967341"/>
              <a:gd name="connsiteY673" fmla="*/ 394215 h 442564"/>
              <a:gd name="connsiteX674" fmla="*/ 1532422 w 1967341"/>
              <a:gd name="connsiteY674" fmla="*/ 386157 h 442564"/>
              <a:gd name="connsiteX675" fmla="*/ 1525885 w 1967341"/>
              <a:gd name="connsiteY675" fmla="*/ 364490 h 442564"/>
              <a:gd name="connsiteX676" fmla="*/ 1532422 w 1967341"/>
              <a:gd name="connsiteY676" fmla="*/ 342369 h 442564"/>
              <a:gd name="connsiteX677" fmla="*/ 1549983 w 1967341"/>
              <a:gd name="connsiteY677" fmla="*/ 334159 h 442564"/>
              <a:gd name="connsiteX678" fmla="*/ 969260 w 1967341"/>
              <a:gd name="connsiteY678" fmla="*/ 334158 h 442564"/>
              <a:gd name="connsiteX679" fmla="*/ 983629 w 1967341"/>
              <a:gd name="connsiteY679" fmla="*/ 339175 h 442564"/>
              <a:gd name="connsiteX680" fmla="*/ 989710 w 1967341"/>
              <a:gd name="connsiteY680" fmla="*/ 352783 h 442564"/>
              <a:gd name="connsiteX681" fmla="*/ 978611 w 1967341"/>
              <a:gd name="connsiteY681" fmla="*/ 352783 h 442564"/>
              <a:gd name="connsiteX682" fmla="*/ 975342 w 1967341"/>
              <a:gd name="connsiteY682" fmla="*/ 346321 h 442564"/>
              <a:gd name="connsiteX683" fmla="*/ 967740 w 1967341"/>
              <a:gd name="connsiteY683" fmla="*/ 343965 h 442564"/>
              <a:gd name="connsiteX684" fmla="*/ 961278 w 1967341"/>
              <a:gd name="connsiteY684" fmla="*/ 345941 h 442564"/>
              <a:gd name="connsiteX685" fmla="*/ 958921 w 1967341"/>
              <a:gd name="connsiteY685" fmla="*/ 351490 h 442564"/>
              <a:gd name="connsiteX686" fmla="*/ 961354 w 1967341"/>
              <a:gd name="connsiteY686" fmla="*/ 355444 h 442564"/>
              <a:gd name="connsiteX687" fmla="*/ 971693 w 1967341"/>
              <a:gd name="connsiteY687" fmla="*/ 358713 h 442564"/>
              <a:gd name="connsiteX688" fmla="*/ 986897 w 1967341"/>
              <a:gd name="connsiteY688" fmla="*/ 365174 h 442564"/>
              <a:gd name="connsiteX689" fmla="*/ 990698 w 1967341"/>
              <a:gd name="connsiteY689" fmla="*/ 376729 h 442564"/>
              <a:gd name="connsiteX690" fmla="*/ 984920 w 1967341"/>
              <a:gd name="connsiteY690" fmla="*/ 389501 h 442564"/>
              <a:gd name="connsiteX691" fmla="*/ 969184 w 1967341"/>
              <a:gd name="connsiteY691" fmla="*/ 394215 h 442564"/>
              <a:gd name="connsiteX692" fmla="*/ 953980 w 1967341"/>
              <a:gd name="connsiteY692" fmla="*/ 389197 h 442564"/>
              <a:gd name="connsiteX693" fmla="*/ 947974 w 1967341"/>
              <a:gd name="connsiteY693" fmla="*/ 374981 h 442564"/>
              <a:gd name="connsiteX694" fmla="*/ 958542 w 1967341"/>
              <a:gd name="connsiteY694" fmla="*/ 374982 h 442564"/>
              <a:gd name="connsiteX695" fmla="*/ 961582 w 1967341"/>
              <a:gd name="connsiteY695" fmla="*/ 381976 h 442564"/>
              <a:gd name="connsiteX696" fmla="*/ 969184 w 1967341"/>
              <a:gd name="connsiteY696" fmla="*/ 384408 h 442564"/>
              <a:gd name="connsiteX697" fmla="*/ 977395 w 1967341"/>
              <a:gd name="connsiteY697" fmla="*/ 382584 h 442564"/>
              <a:gd name="connsiteX698" fmla="*/ 980360 w 1967341"/>
              <a:gd name="connsiteY698" fmla="*/ 377490 h 442564"/>
              <a:gd name="connsiteX699" fmla="*/ 978231 w 1967341"/>
              <a:gd name="connsiteY699" fmla="*/ 372701 h 442564"/>
              <a:gd name="connsiteX700" fmla="*/ 969336 w 1967341"/>
              <a:gd name="connsiteY700" fmla="*/ 369584 h 442564"/>
              <a:gd name="connsiteX701" fmla="*/ 952688 w 1967341"/>
              <a:gd name="connsiteY701" fmla="*/ 363046 h 442564"/>
              <a:gd name="connsiteX702" fmla="*/ 948507 w 1967341"/>
              <a:gd name="connsiteY702" fmla="*/ 352175 h 442564"/>
              <a:gd name="connsiteX703" fmla="*/ 954056 w 1967341"/>
              <a:gd name="connsiteY703" fmla="*/ 339023 h 442564"/>
              <a:gd name="connsiteX704" fmla="*/ 969260 w 1967341"/>
              <a:gd name="connsiteY704" fmla="*/ 334158 h 442564"/>
              <a:gd name="connsiteX705" fmla="*/ 809531 w 1967341"/>
              <a:gd name="connsiteY705" fmla="*/ 333949 h 442564"/>
              <a:gd name="connsiteX706" fmla="*/ 827405 w 1967341"/>
              <a:gd name="connsiteY706" fmla="*/ 339023 h 442564"/>
              <a:gd name="connsiteX707" fmla="*/ 834628 w 1967341"/>
              <a:gd name="connsiteY707" fmla="*/ 353011 h 442564"/>
              <a:gd name="connsiteX708" fmla="*/ 823681 w 1967341"/>
              <a:gd name="connsiteY708" fmla="*/ 353011 h 442564"/>
              <a:gd name="connsiteX709" fmla="*/ 819879 w 1967341"/>
              <a:gd name="connsiteY709" fmla="*/ 346550 h 442564"/>
              <a:gd name="connsiteX710" fmla="*/ 812277 w 1967341"/>
              <a:gd name="connsiteY710" fmla="*/ 343736 h 442564"/>
              <a:gd name="connsiteX711" fmla="*/ 801103 w 1967341"/>
              <a:gd name="connsiteY711" fmla="*/ 349058 h 442564"/>
              <a:gd name="connsiteX712" fmla="*/ 797073 w 1967341"/>
              <a:gd name="connsiteY712" fmla="*/ 364262 h 442564"/>
              <a:gd name="connsiteX713" fmla="*/ 800950 w 1967341"/>
              <a:gd name="connsiteY713" fmla="*/ 379010 h 442564"/>
              <a:gd name="connsiteX714" fmla="*/ 812277 w 1967341"/>
              <a:gd name="connsiteY714" fmla="*/ 384103 h 442564"/>
              <a:gd name="connsiteX715" fmla="*/ 822160 w 1967341"/>
              <a:gd name="connsiteY715" fmla="*/ 378782 h 442564"/>
              <a:gd name="connsiteX716" fmla="*/ 825049 w 1967341"/>
              <a:gd name="connsiteY716" fmla="*/ 371788 h 442564"/>
              <a:gd name="connsiteX717" fmla="*/ 812734 w 1967341"/>
              <a:gd name="connsiteY717" fmla="*/ 371788 h 442564"/>
              <a:gd name="connsiteX718" fmla="*/ 812734 w 1967341"/>
              <a:gd name="connsiteY718" fmla="*/ 361981 h 442564"/>
              <a:gd name="connsiteX719" fmla="*/ 834932 w 1967341"/>
              <a:gd name="connsiteY719" fmla="*/ 361981 h 442564"/>
              <a:gd name="connsiteX720" fmla="*/ 834932 w 1967341"/>
              <a:gd name="connsiteY720" fmla="*/ 392389 h 442564"/>
              <a:gd name="connsiteX721" fmla="*/ 827330 w 1967341"/>
              <a:gd name="connsiteY721" fmla="*/ 392389 h 442564"/>
              <a:gd name="connsiteX722" fmla="*/ 826265 w 1967341"/>
              <a:gd name="connsiteY722" fmla="*/ 384787 h 442564"/>
              <a:gd name="connsiteX723" fmla="*/ 825658 w 1967341"/>
              <a:gd name="connsiteY723" fmla="*/ 385700 h 442564"/>
              <a:gd name="connsiteX724" fmla="*/ 810540 w 1967341"/>
              <a:gd name="connsiteY724" fmla="*/ 393712 h 442564"/>
              <a:gd name="connsiteX725" fmla="*/ 792816 w 1967341"/>
              <a:gd name="connsiteY725" fmla="*/ 385852 h 442564"/>
              <a:gd name="connsiteX726" fmla="*/ 792816 w 1967341"/>
              <a:gd name="connsiteY726" fmla="*/ 342064 h 442564"/>
              <a:gd name="connsiteX727" fmla="*/ 809531 w 1967341"/>
              <a:gd name="connsiteY727" fmla="*/ 333949 h 442564"/>
              <a:gd name="connsiteX728" fmla="*/ 358112 w 1967341"/>
              <a:gd name="connsiteY728" fmla="*/ 333820 h 442564"/>
              <a:gd name="connsiteX729" fmla="*/ 356738 w 1967341"/>
              <a:gd name="connsiteY729" fmla="*/ 335368 h 442564"/>
              <a:gd name="connsiteX730" fmla="*/ 355343 w 1967341"/>
              <a:gd name="connsiteY730" fmla="*/ 336895 h 442564"/>
              <a:gd name="connsiteX731" fmla="*/ 361339 w 1967341"/>
              <a:gd name="connsiteY731" fmla="*/ 342303 h 442564"/>
              <a:gd name="connsiteX732" fmla="*/ 356171 w 1967341"/>
              <a:gd name="connsiteY732" fmla="*/ 348059 h 442564"/>
              <a:gd name="connsiteX733" fmla="*/ 350175 w 1967341"/>
              <a:gd name="connsiteY733" fmla="*/ 342652 h 442564"/>
              <a:gd name="connsiteX734" fmla="*/ 348779 w 1967341"/>
              <a:gd name="connsiteY734" fmla="*/ 344200 h 442564"/>
              <a:gd name="connsiteX735" fmla="*/ 347405 w 1967341"/>
              <a:gd name="connsiteY735" fmla="*/ 345726 h 442564"/>
              <a:gd name="connsiteX736" fmla="*/ 363367 w 1967341"/>
              <a:gd name="connsiteY736" fmla="*/ 360183 h 442564"/>
              <a:gd name="connsiteX737" fmla="*/ 364741 w 1967341"/>
              <a:gd name="connsiteY737" fmla="*/ 358635 h 442564"/>
              <a:gd name="connsiteX738" fmla="*/ 366136 w 1967341"/>
              <a:gd name="connsiteY738" fmla="*/ 357109 h 442564"/>
              <a:gd name="connsiteX739" fmla="*/ 358875 w 1967341"/>
              <a:gd name="connsiteY739" fmla="*/ 350567 h 442564"/>
              <a:gd name="connsiteX740" fmla="*/ 364065 w 1967341"/>
              <a:gd name="connsiteY740" fmla="*/ 344810 h 442564"/>
              <a:gd name="connsiteX741" fmla="*/ 371304 w 1967341"/>
              <a:gd name="connsiteY741" fmla="*/ 351352 h 442564"/>
              <a:gd name="connsiteX742" fmla="*/ 372700 w 1967341"/>
              <a:gd name="connsiteY742" fmla="*/ 349804 h 442564"/>
              <a:gd name="connsiteX743" fmla="*/ 374117 w 1967341"/>
              <a:gd name="connsiteY743" fmla="*/ 348234 h 442564"/>
              <a:gd name="connsiteX744" fmla="*/ 221021 w 1967341"/>
              <a:gd name="connsiteY744" fmla="*/ 323049 h 442564"/>
              <a:gd name="connsiteX745" fmla="*/ 222613 w 1967341"/>
              <a:gd name="connsiteY745" fmla="*/ 325055 h 442564"/>
              <a:gd name="connsiteX746" fmla="*/ 224357 w 1967341"/>
              <a:gd name="connsiteY746" fmla="*/ 326734 h 442564"/>
              <a:gd name="connsiteX747" fmla="*/ 223877 w 1967341"/>
              <a:gd name="connsiteY747" fmla="*/ 327258 h 442564"/>
              <a:gd name="connsiteX748" fmla="*/ 223877 w 1967341"/>
              <a:gd name="connsiteY748" fmla="*/ 340690 h 442564"/>
              <a:gd name="connsiteX749" fmla="*/ 230637 w 1967341"/>
              <a:gd name="connsiteY749" fmla="*/ 341867 h 442564"/>
              <a:gd name="connsiteX750" fmla="*/ 235892 w 1967341"/>
              <a:gd name="connsiteY750" fmla="*/ 345073 h 442564"/>
              <a:gd name="connsiteX751" fmla="*/ 240995 w 1967341"/>
              <a:gd name="connsiteY751" fmla="*/ 346490 h 442564"/>
              <a:gd name="connsiteX752" fmla="*/ 243590 w 1967341"/>
              <a:gd name="connsiteY752" fmla="*/ 349020 h 442564"/>
              <a:gd name="connsiteX753" fmla="*/ 246490 w 1967341"/>
              <a:gd name="connsiteY753" fmla="*/ 349281 h 442564"/>
              <a:gd name="connsiteX754" fmla="*/ 250546 w 1967341"/>
              <a:gd name="connsiteY754" fmla="*/ 352312 h 442564"/>
              <a:gd name="connsiteX755" fmla="*/ 253686 w 1967341"/>
              <a:gd name="connsiteY755" fmla="*/ 354253 h 442564"/>
              <a:gd name="connsiteX756" fmla="*/ 255256 w 1967341"/>
              <a:gd name="connsiteY756" fmla="*/ 356215 h 442564"/>
              <a:gd name="connsiteX757" fmla="*/ 258178 w 1967341"/>
              <a:gd name="connsiteY757" fmla="*/ 357393 h 442564"/>
              <a:gd name="connsiteX758" fmla="*/ 261492 w 1967341"/>
              <a:gd name="connsiteY758" fmla="*/ 357785 h 442564"/>
              <a:gd name="connsiteX759" fmla="*/ 265853 w 1967341"/>
              <a:gd name="connsiteY759" fmla="*/ 359530 h 442564"/>
              <a:gd name="connsiteX760" fmla="*/ 272155 w 1967341"/>
              <a:gd name="connsiteY760" fmla="*/ 363041 h 442564"/>
              <a:gd name="connsiteX761" fmla="*/ 284388 w 1967341"/>
              <a:gd name="connsiteY761" fmla="*/ 365112 h 442564"/>
              <a:gd name="connsiteX762" fmla="*/ 159333 w 1967341"/>
              <a:gd name="connsiteY762" fmla="*/ 365243 h 442564"/>
              <a:gd name="connsiteX763" fmla="*/ 174270 w 1967341"/>
              <a:gd name="connsiteY763" fmla="*/ 363498 h 442564"/>
              <a:gd name="connsiteX764" fmla="*/ 180812 w 1967341"/>
              <a:gd name="connsiteY764" fmla="*/ 359988 h 442564"/>
              <a:gd name="connsiteX765" fmla="*/ 184322 w 1967341"/>
              <a:gd name="connsiteY765" fmla="*/ 356673 h 442564"/>
              <a:gd name="connsiteX766" fmla="*/ 187833 w 1967341"/>
              <a:gd name="connsiteY766" fmla="*/ 354907 h 442564"/>
              <a:gd name="connsiteX767" fmla="*/ 190973 w 1967341"/>
              <a:gd name="connsiteY767" fmla="*/ 353141 h 442564"/>
              <a:gd name="connsiteX768" fmla="*/ 193699 w 1967341"/>
              <a:gd name="connsiteY768" fmla="*/ 349630 h 442564"/>
              <a:gd name="connsiteX769" fmla="*/ 197798 w 1967341"/>
              <a:gd name="connsiteY769" fmla="*/ 348060 h 442564"/>
              <a:gd name="connsiteX770" fmla="*/ 201701 w 1967341"/>
              <a:gd name="connsiteY770" fmla="*/ 345335 h 442564"/>
              <a:gd name="connsiteX771" fmla="*/ 206782 w 1967341"/>
              <a:gd name="connsiteY771" fmla="*/ 343961 h 442564"/>
              <a:gd name="connsiteX772" fmla="*/ 211274 w 1967341"/>
              <a:gd name="connsiteY772" fmla="*/ 341235 h 442564"/>
              <a:gd name="connsiteX773" fmla="*/ 218404 w 1967341"/>
              <a:gd name="connsiteY773" fmla="*/ 340886 h 442564"/>
              <a:gd name="connsiteX774" fmla="*/ 218404 w 1967341"/>
              <a:gd name="connsiteY774" fmla="*/ 327541 h 442564"/>
              <a:gd name="connsiteX775" fmla="*/ 217750 w 1967341"/>
              <a:gd name="connsiteY775" fmla="*/ 326931 h 442564"/>
              <a:gd name="connsiteX776" fmla="*/ 219473 w 1967341"/>
              <a:gd name="connsiteY776" fmla="*/ 325055 h 442564"/>
              <a:gd name="connsiteX777" fmla="*/ 221021 w 1967341"/>
              <a:gd name="connsiteY777" fmla="*/ 323049 h 442564"/>
              <a:gd name="connsiteX778" fmla="*/ 371282 w 1967341"/>
              <a:gd name="connsiteY778" fmla="*/ 315809 h 442564"/>
              <a:gd name="connsiteX779" fmla="*/ 370170 w 1967341"/>
              <a:gd name="connsiteY779" fmla="*/ 317401 h 442564"/>
              <a:gd name="connsiteX780" fmla="*/ 369058 w 1967341"/>
              <a:gd name="connsiteY780" fmla="*/ 318993 h 442564"/>
              <a:gd name="connsiteX781" fmla="*/ 381444 w 1967341"/>
              <a:gd name="connsiteY781" fmla="*/ 327715 h 442564"/>
              <a:gd name="connsiteX782" fmla="*/ 364501 w 1967341"/>
              <a:gd name="connsiteY782" fmla="*/ 325534 h 442564"/>
              <a:gd name="connsiteX783" fmla="*/ 363258 w 1967341"/>
              <a:gd name="connsiteY783" fmla="*/ 327322 h 442564"/>
              <a:gd name="connsiteX784" fmla="*/ 362015 w 1967341"/>
              <a:gd name="connsiteY784" fmla="*/ 329089 h 442564"/>
              <a:gd name="connsiteX785" fmla="*/ 379656 w 1967341"/>
              <a:gd name="connsiteY785" fmla="*/ 341452 h 442564"/>
              <a:gd name="connsiteX786" fmla="*/ 380768 w 1967341"/>
              <a:gd name="connsiteY786" fmla="*/ 339860 h 442564"/>
              <a:gd name="connsiteX787" fmla="*/ 381858 w 1967341"/>
              <a:gd name="connsiteY787" fmla="*/ 338269 h 442564"/>
              <a:gd name="connsiteX788" fmla="*/ 369145 w 1967341"/>
              <a:gd name="connsiteY788" fmla="*/ 329372 h 442564"/>
              <a:gd name="connsiteX789" fmla="*/ 386590 w 1967341"/>
              <a:gd name="connsiteY789" fmla="*/ 331553 h 442564"/>
              <a:gd name="connsiteX790" fmla="*/ 387789 w 1967341"/>
              <a:gd name="connsiteY790" fmla="*/ 329852 h 442564"/>
              <a:gd name="connsiteX791" fmla="*/ 388923 w 1967341"/>
              <a:gd name="connsiteY791" fmla="*/ 328173 h 442564"/>
              <a:gd name="connsiteX792" fmla="*/ 67031 w 1967341"/>
              <a:gd name="connsiteY792" fmla="*/ 313912 h 442564"/>
              <a:gd name="connsiteX793" fmla="*/ 53075 w 1967341"/>
              <a:gd name="connsiteY793" fmla="*/ 322852 h 442564"/>
              <a:gd name="connsiteX794" fmla="*/ 54274 w 1967341"/>
              <a:gd name="connsiteY794" fmla="*/ 330244 h 442564"/>
              <a:gd name="connsiteX795" fmla="*/ 59900 w 1967341"/>
              <a:gd name="connsiteY795" fmla="*/ 333341 h 442564"/>
              <a:gd name="connsiteX796" fmla="*/ 60315 w 1967341"/>
              <a:gd name="connsiteY796" fmla="*/ 333341 h 442564"/>
              <a:gd name="connsiteX797" fmla="*/ 58134 w 1967341"/>
              <a:gd name="connsiteY797" fmla="*/ 335194 h 442564"/>
              <a:gd name="connsiteX798" fmla="*/ 59639 w 1967341"/>
              <a:gd name="connsiteY798" fmla="*/ 337527 h 442564"/>
              <a:gd name="connsiteX799" fmla="*/ 69386 w 1967341"/>
              <a:gd name="connsiteY799" fmla="*/ 331204 h 442564"/>
              <a:gd name="connsiteX800" fmla="*/ 64872 w 1967341"/>
              <a:gd name="connsiteY800" fmla="*/ 324226 h 442564"/>
              <a:gd name="connsiteX801" fmla="*/ 61754 w 1967341"/>
              <a:gd name="connsiteY801" fmla="*/ 326254 h 442564"/>
              <a:gd name="connsiteX802" fmla="*/ 64174 w 1967341"/>
              <a:gd name="connsiteY802" fmla="*/ 330244 h 442564"/>
              <a:gd name="connsiteX803" fmla="*/ 61361 w 1967341"/>
              <a:gd name="connsiteY803" fmla="*/ 330789 h 442564"/>
              <a:gd name="connsiteX804" fmla="*/ 57654 w 1967341"/>
              <a:gd name="connsiteY804" fmla="*/ 328740 h 442564"/>
              <a:gd name="connsiteX805" fmla="*/ 56935 w 1967341"/>
              <a:gd name="connsiteY805" fmla="*/ 324095 h 442564"/>
              <a:gd name="connsiteX806" fmla="*/ 60816 w 1967341"/>
              <a:gd name="connsiteY806" fmla="*/ 319843 h 442564"/>
              <a:gd name="connsiteX807" fmla="*/ 66355 w 1967341"/>
              <a:gd name="connsiteY807" fmla="*/ 318055 h 442564"/>
              <a:gd name="connsiteX808" fmla="*/ 70367 w 1967341"/>
              <a:gd name="connsiteY808" fmla="*/ 320497 h 442564"/>
              <a:gd name="connsiteX809" fmla="*/ 71021 w 1967341"/>
              <a:gd name="connsiteY809" fmla="*/ 323463 h 442564"/>
              <a:gd name="connsiteX810" fmla="*/ 69756 w 1967341"/>
              <a:gd name="connsiteY810" fmla="*/ 326036 h 442564"/>
              <a:gd name="connsiteX811" fmla="*/ 72199 w 1967341"/>
              <a:gd name="connsiteY811" fmla="*/ 329503 h 442564"/>
              <a:gd name="connsiteX812" fmla="*/ 75164 w 1967341"/>
              <a:gd name="connsiteY812" fmla="*/ 324335 h 442564"/>
              <a:gd name="connsiteX813" fmla="*/ 73572 w 1967341"/>
              <a:gd name="connsiteY813" fmla="*/ 318273 h 442564"/>
              <a:gd name="connsiteX814" fmla="*/ 67031 w 1967341"/>
              <a:gd name="connsiteY814" fmla="*/ 313912 h 442564"/>
              <a:gd name="connsiteX815" fmla="*/ 385085 w 1967341"/>
              <a:gd name="connsiteY815" fmla="*/ 301374 h 442564"/>
              <a:gd name="connsiteX816" fmla="*/ 390689 w 1967341"/>
              <a:gd name="connsiteY816" fmla="*/ 302748 h 442564"/>
              <a:gd name="connsiteX817" fmla="*/ 395028 w 1967341"/>
              <a:gd name="connsiteY817" fmla="*/ 306498 h 442564"/>
              <a:gd name="connsiteX818" fmla="*/ 395414 w 1967341"/>
              <a:gd name="connsiteY818" fmla="*/ 307759 h 442564"/>
              <a:gd name="connsiteX819" fmla="*/ 391321 w 1967341"/>
              <a:gd name="connsiteY819" fmla="*/ 313476 h 442564"/>
              <a:gd name="connsiteX820" fmla="*/ 385804 w 1967341"/>
              <a:gd name="connsiteY820" fmla="*/ 312168 h 442564"/>
              <a:gd name="connsiteX821" fmla="*/ 381443 w 1967341"/>
              <a:gd name="connsiteY821" fmla="*/ 308286 h 442564"/>
              <a:gd name="connsiteX822" fmla="*/ 381443 w 1967341"/>
              <a:gd name="connsiteY822" fmla="*/ 303925 h 442564"/>
              <a:gd name="connsiteX823" fmla="*/ 385085 w 1967341"/>
              <a:gd name="connsiteY823" fmla="*/ 301374 h 442564"/>
              <a:gd name="connsiteX824" fmla="*/ 384126 w 1967341"/>
              <a:gd name="connsiteY824" fmla="*/ 297492 h 442564"/>
              <a:gd name="connsiteX825" fmla="*/ 383179 w 1967341"/>
              <a:gd name="connsiteY825" fmla="*/ 297780 h 442564"/>
              <a:gd name="connsiteX826" fmla="*/ 377584 w 1967341"/>
              <a:gd name="connsiteY826" fmla="*/ 309769 h 442564"/>
              <a:gd name="connsiteX827" fmla="*/ 383755 w 1967341"/>
              <a:gd name="connsiteY827" fmla="*/ 315962 h 442564"/>
              <a:gd name="connsiteX828" fmla="*/ 392216 w 1967341"/>
              <a:gd name="connsiteY828" fmla="*/ 317532 h 442564"/>
              <a:gd name="connsiteX829" fmla="*/ 398147 w 1967341"/>
              <a:gd name="connsiteY829" fmla="*/ 312843 h 442564"/>
              <a:gd name="connsiteX830" fmla="*/ 398103 w 1967341"/>
              <a:gd name="connsiteY830" fmla="*/ 312800 h 442564"/>
              <a:gd name="connsiteX831" fmla="*/ 398757 w 1967341"/>
              <a:gd name="connsiteY831" fmla="*/ 305277 h 442564"/>
              <a:gd name="connsiteX832" fmla="*/ 392717 w 1967341"/>
              <a:gd name="connsiteY832" fmla="*/ 299150 h 442564"/>
              <a:gd name="connsiteX833" fmla="*/ 384126 w 1967341"/>
              <a:gd name="connsiteY833" fmla="*/ 297492 h 442564"/>
              <a:gd name="connsiteX834" fmla="*/ 58178 w 1967341"/>
              <a:gd name="connsiteY834" fmla="*/ 290667 h 442564"/>
              <a:gd name="connsiteX835" fmla="*/ 38662 w 1967341"/>
              <a:gd name="connsiteY835" fmla="*/ 299782 h 442564"/>
              <a:gd name="connsiteX836" fmla="*/ 39469 w 1967341"/>
              <a:gd name="connsiteY836" fmla="*/ 301526 h 442564"/>
              <a:gd name="connsiteX837" fmla="*/ 40297 w 1967341"/>
              <a:gd name="connsiteY837" fmla="*/ 303271 h 442564"/>
              <a:gd name="connsiteX838" fmla="*/ 54362 w 1967341"/>
              <a:gd name="connsiteY838" fmla="*/ 296729 h 442564"/>
              <a:gd name="connsiteX839" fmla="*/ 43742 w 1967341"/>
              <a:gd name="connsiteY839" fmla="*/ 310707 h 442564"/>
              <a:gd name="connsiteX840" fmla="*/ 44615 w 1967341"/>
              <a:gd name="connsiteY840" fmla="*/ 312560 h 442564"/>
              <a:gd name="connsiteX841" fmla="*/ 45487 w 1967341"/>
              <a:gd name="connsiteY841" fmla="*/ 314392 h 442564"/>
              <a:gd name="connsiteX842" fmla="*/ 65003 w 1967341"/>
              <a:gd name="connsiteY842" fmla="*/ 305299 h 442564"/>
              <a:gd name="connsiteX843" fmla="*/ 64174 w 1967341"/>
              <a:gd name="connsiteY843" fmla="*/ 303532 h 442564"/>
              <a:gd name="connsiteX844" fmla="*/ 63367 w 1967341"/>
              <a:gd name="connsiteY844" fmla="*/ 301788 h 442564"/>
              <a:gd name="connsiteX845" fmla="*/ 49673 w 1967341"/>
              <a:gd name="connsiteY845" fmla="*/ 308177 h 442564"/>
              <a:gd name="connsiteX846" fmla="*/ 60009 w 1967341"/>
              <a:gd name="connsiteY846" fmla="*/ 294614 h 442564"/>
              <a:gd name="connsiteX847" fmla="*/ 59093 w 1967341"/>
              <a:gd name="connsiteY847" fmla="*/ 292652 h 442564"/>
              <a:gd name="connsiteX848" fmla="*/ 406476 w 1967341"/>
              <a:gd name="connsiteY848" fmla="*/ 281836 h 442564"/>
              <a:gd name="connsiteX849" fmla="*/ 402944 w 1967341"/>
              <a:gd name="connsiteY849" fmla="*/ 291038 h 442564"/>
              <a:gd name="connsiteX850" fmla="*/ 386415 w 1967341"/>
              <a:gd name="connsiteY850" fmla="*/ 284693 h 442564"/>
              <a:gd name="connsiteX851" fmla="*/ 385674 w 1967341"/>
              <a:gd name="connsiteY851" fmla="*/ 286633 h 442564"/>
              <a:gd name="connsiteX852" fmla="*/ 384933 w 1967341"/>
              <a:gd name="connsiteY852" fmla="*/ 288552 h 442564"/>
              <a:gd name="connsiteX853" fmla="*/ 405081 w 1967341"/>
              <a:gd name="connsiteY853" fmla="*/ 296293 h 442564"/>
              <a:gd name="connsiteX854" fmla="*/ 410052 w 1967341"/>
              <a:gd name="connsiteY854" fmla="*/ 283210 h 442564"/>
              <a:gd name="connsiteX855" fmla="*/ 408264 w 1967341"/>
              <a:gd name="connsiteY855" fmla="*/ 282534 h 442564"/>
              <a:gd name="connsiteX856" fmla="*/ 54383 w 1967341"/>
              <a:gd name="connsiteY856" fmla="*/ 281095 h 442564"/>
              <a:gd name="connsiteX857" fmla="*/ 34279 w 1967341"/>
              <a:gd name="connsiteY857" fmla="*/ 288814 h 442564"/>
              <a:gd name="connsiteX858" fmla="*/ 35020 w 1967341"/>
              <a:gd name="connsiteY858" fmla="*/ 290755 h 442564"/>
              <a:gd name="connsiteX859" fmla="*/ 35762 w 1967341"/>
              <a:gd name="connsiteY859" fmla="*/ 292673 h 442564"/>
              <a:gd name="connsiteX860" fmla="*/ 55866 w 1967341"/>
              <a:gd name="connsiteY860" fmla="*/ 284954 h 442564"/>
              <a:gd name="connsiteX861" fmla="*/ 55125 w 1967341"/>
              <a:gd name="connsiteY861" fmla="*/ 283035 h 442564"/>
              <a:gd name="connsiteX862" fmla="*/ 35958 w 1967341"/>
              <a:gd name="connsiteY862" fmla="*/ 266420 h 442564"/>
              <a:gd name="connsiteX863" fmla="*/ 34715 w 1967341"/>
              <a:gd name="connsiteY863" fmla="*/ 266747 h 442564"/>
              <a:gd name="connsiteX864" fmla="*/ 29569 w 1967341"/>
              <a:gd name="connsiteY864" fmla="*/ 269669 h 442564"/>
              <a:gd name="connsiteX865" fmla="*/ 29067 w 1967341"/>
              <a:gd name="connsiteY865" fmla="*/ 274902 h 442564"/>
              <a:gd name="connsiteX866" fmla="*/ 31924 w 1967341"/>
              <a:gd name="connsiteY866" fmla="*/ 279067 h 442564"/>
              <a:gd name="connsiteX867" fmla="*/ 31924 w 1967341"/>
              <a:gd name="connsiteY867" fmla="*/ 279023 h 442564"/>
              <a:gd name="connsiteX868" fmla="*/ 37135 w 1967341"/>
              <a:gd name="connsiteY868" fmla="*/ 279372 h 442564"/>
              <a:gd name="connsiteX869" fmla="*/ 52094 w 1967341"/>
              <a:gd name="connsiteY869" fmla="*/ 275360 h 442564"/>
              <a:gd name="connsiteX870" fmla="*/ 51549 w 1967341"/>
              <a:gd name="connsiteY870" fmla="*/ 273354 h 442564"/>
              <a:gd name="connsiteX871" fmla="*/ 51025 w 1967341"/>
              <a:gd name="connsiteY871" fmla="*/ 271369 h 442564"/>
              <a:gd name="connsiteX872" fmla="*/ 36067 w 1967341"/>
              <a:gd name="connsiteY872" fmla="*/ 275382 h 442564"/>
              <a:gd name="connsiteX873" fmla="*/ 33734 w 1967341"/>
              <a:gd name="connsiteY873" fmla="*/ 275382 h 442564"/>
              <a:gd name="connsiteX874" fmla="*/ 33511 w 1967341"/>
              <a:gd name="connsiteY874" fmla="*/ 275229 h 442564"/>
              <a:gd name="connsiteX875" fmla="*/ 33058 w 1967341"/>
              <a:gd name="connsiteY875" fmla="*/ 271806 h 442564"/>
              <a:gd name="connsiteX876" fmla="*/ 35718 w 1967341"/>
              <a:gd name="connsiteY876" fmla="*/ 270541 h 442564"/>
              <a:gd name="connsiteX877" fmla="*/ 36961 w 1967341"/>
              <a:gd name="connsiteY877" fmla="*/ 270214 h 442564"/>
              <a:gd name="connsiteX878" fmla="*/ 848009 w 1967341"/>
              <a:gd name="connsiteY878" fmla="*/ 261938 h 442564"/>
              <a:gd name="connsiteX879" fmla="*/ 847932 w 1967341"/>
              <a:gd name="connsiteY879" fmla="*/ 262090 h 442564"/>
              <a:gd name="connsiteX880" fmla="*/ 847945 w 1967341"/>
              <a:gd name="connsiteY880" fmla="*/ 262008 h 442564"/>
              <a:gd name="connsiteX881" fmla="*/ 399651 w 1967341"/>
              <a:gd name="connsiteY881" fmla="*/ 259486 h 442564"/>
              <a:gd name="connsiteX882" fmla="*/ 405429 w 1967341"/>
              <a:gd name="connsiteY882" fmla="*/ 259486 h 442564"/>
              <a:gd name="connsiteX883" fmla="*/ 410401 w 1967341"/>
              <a:gd name="connsiteY883" fmla="*/ 262211 h 442564"/>
              <a:gd name="connsiteX884" fmla="*/ 411081 w 1967341"/>
              <a:gd name="connsiteY884" fmla="*/ 263343 h 442564"/>
              <a:gd name="connsiteX885" fmla="*/ 408482 w 1967341"/>
              <a:gd name="connsiteY885" fmla="*/ 269909 h 442564"/>
              <a:gd name="connsiteX886" fmla="*/ 402813 w 1967341"/>
              <a:gd name="connsiteY886" fmla="*/ 269909 h 442564"/>
              <a:gd name="connsiteX887" fmla="*/ 397732 w 1967341"/>
              <a:gd name="connsiteY887" fmla="*/ 267161 h 442564"/>
              <a:gd name="connsiteX888" fmla="*/ 396938 w 1967341"/>
              <a:gd name="connsiteY888" fmla="*/ 265838 h 442564"/>
              <a:gd name="connsiteX889" fmla="*/ 399651 w 1967341"/>
              <a:gd name="connsiteY889" fmla="*/ 259486 h 442564"/>
              <a:gd name="connsiteX890" fmla="*/ 406389 w 1967341"/>
              <a:gd name="connsiteY890" fmla="*/ 255473 h 442564"/>
              <a:gd name="connsiteX891" fmla="*/ 397667 w 1967341"/>
              <a:gd name="connsiteY891" fmla="*/ 255953 h 442564"/>
              <a:gd name="connsiteX892" fmla="*/ 396808 w 1967341"/>
              <a:gd name="connsiteY892" fmla="*/ 256470 h 442564"/>
              <a:gd name="connsiteX893" fmla="*/ 394309 w 1967341"/>
              <a:gd name="connsiteY893" fmla="*/ 269429 h 442564"/>
              <a:gd name="connsiteX894" fmla="*/ 401810 w 1967341"/>
              <a:gd name="connsiteY894" fmla="*/ 273964 h 442564"/>
              <a:gd name="connsiteX895" fmla="*/ 410401 w 1967341"/>
              <a:gd name="connsiteY895" fmla="*/ 273441 h 442564"/>
              <a:gd name="connsiteX896" fmla="*/ 415002 w 1967341"/>
              <a:gd name="connsiteY896" fmla="*/ 267444 h 442564"/>
              <a:gd name="connsiteX897" fmla="*/ 413738 w 1967341"/>
              <a:gd name="connsiteY897" fmla="*/ 259965 h 442564"/>
              <a:gd name="connsiteX898" fmla="*/ 406389 w 1967341"/>
              <a:gd name="connsiteY898" fmla="*/ 255473 h 442564"/>
              <a:gd name="connsiteX899" fmla="*/ 46948 w 1967341"/>
              <a:gd name="connsiteY899" fmla="*/ 254056 h 442564"/>
              <a:gd name="connsiteX900" fmla="*/ 25818 w 1967341"/>
              <a:gd name="connsiteY900" fmla="*/ 258177 h 442564"/>
              <a:gd name="connsiteX901" fmla="*/ 26211 w 1967341"/>
              <a:gd name="connsiteY901" fmla="*/ 260205 h 442564"/>
              <a:gd name="connsiteX902" fmla="*/ 26603 w 1967341"/>
              <a:gd name="connsiteY902" fmla="*/ 262233 h 442564"/>
              <a:gd name="connsiteX903" fmla="*/ 47733 w 1967341"/>
              <a:gd name="connsiteY903" fmla="*/ 258133 h 442564"/>
              <a:gd name="connsiteX904" fmla="*/ 47340 w 1967341"/>
              <a:gd name="connsiteY904" fmla="*/ 256084 h 442564"/>
              <a:gd name="connsiteX905" fmla="*/ 92826 w 1967341"/>
              <a:gd name="connsiteY905" fmla="*/ 253838 h 442564"/>
              <a:gd name="connsiteX906" fmla="*/ 117445 w 1967341"/>
              <a:gd name="connsiteY906" fmla="*/ 257742 h 442564"/>
              <a:gd name="connsiteX907" fmla="*/ 176538 w 1967341"/>
              <a:gd name="connsiteY907" fmla="*/ 257262 h 442564"/>
              <a:gd name="connsiteX908" fmla="*/ 185107 w 1967341"/>
              <a:gd name="connsiteY908" fmla="*/ 258657 h 442564"/>
              <a:gd name="connsiteX909" fmla="*/ 203925 w 1967341"/>
              <a:gd name="connsiteY909" fmla="*/ 260838 h 442564"/>
              <a:gd name="connsiteX910" fmla="*/ 198147 w 1967341"/>
              <a:gd name="connsiteY910" fmla="*/ 284192 h 442564"/>
              <a:gd name="connsiteX911" fmla="*/ 221282 w 1967341"/>
              <a:gd name="connsiteY911" fmla="*/ 288117 h 442564"/>
              <a:gd name="connsiteX912" fmla="*/ 244396 w 1967341"/>
              <a:gd name="connsiteY912" fmla="*/ 284192 h 442564"/>
              <a:gd name="connsiteX913" fmla="*/ 238618 w 1967341"/>
              <a:gd name="connsiteY913" fmla="*/ 260860 h 442564"/>
              <a:gd name="connsiteX914" fmla="*/ 257436 w 1967341"/>
              <a:gd name="connsiteY914" fmla="*/ 258679 h 442564"/>
              <a:gd name="connsiteX915" fmla="*/ 266027 w 1967341"/>
              <a:gd name="connsiteY915" fmla="*/ 257284 h 442564"/>
              <a:gd name="connsiteX916" fmla="*/ 325120 w 1967341"/>
              <a:gd name="connsiteY916" fmla="*/ 257763 h 442564"/>
              <a:gd name="connsiteX917" fmla="*/ 325207 w 1967341"/>
              <a:gd name="connsiteY917" fmla="*/ 257742 h 442564"/>
              <a:gd name="connsiteX918" fmla="*/ 349804 w 1967341"/>
              <a:gd name="connsiteY918" fmla="*/ 253838 h 442564"/>
              <a:gd name="connsiteX919" fmla="*/ 334322 w 1967341"/>
              <a:gd name="connsiteY919" fmla="*/ 271108 h 442564"/>
              <a:gd name="connsiteX920" fmla="*/ 236764 w 1967341"/>
              <a:gd name="connsiteY920" fmla="*/ 288989 h 442564"/>
              <a:gd name="connsiteX921" fmla="*/ 243022 w 1967341"/>
              <a:gd name="connsiteY921" fmla="*/ 314021 h 442564"/>
              <a:gd name="connsiteX922" fmla="*/ 221217 w 1967341"/>
              <a:gd name="connsiteY922" fmla="*/ 318731 h 442564"/>
              <a:gd name="connsiteX923" fmla="*/ 199411 w 1967341"/>
              <a:gd name="connsiteY923" fmla="*/ 314021 h 442564"/>
              <a:gd name="connsiteX924" fmla="*/ 205670 w 1967341"/>
              <a:gd name="connsiteY924" fmla="*/ 288989 h 442564"/>
              <a:gd name="connsiteX925" fmla="*/ 108308 w 1967341"/>
              <a:gd name="connsiteY925" fmla="*/ 271108 h 442564"/>
              <a:gd name="connsiteX926" fmla="*/ 92826 w 1967341"/>
              <a:gd name="connsiteY926" fmla="*/ 253838 h 442564"/>
              <a:gd name="connsiteX927" fmla="*/ 821325 w 1967341"/>
              <a:gd name="connsiteY927" fmla="*/ 241792 h 442564"/>
              <a:gd name="connsiteX928" fmla="*/ 828927 w 1967341"/>
              <a:gd name="connsiteY928" fmla="*/ 251295 h 442564"/>
              <a:gd name="connsiteX929" fmla="*/ 836985 w 1967341"/>
              <a:gd name="connsiteY929" fmla="*/ 249319 h 442564"/>
              <a:gd name="connsiteX930" fmla="*/ 846336 w 1967341"/>
              <a:gd name="connsiteY930" fmla="*/ 249319 h 442564"/>
              <a:gd name="connsiteX931" fmla="*/ 849605 w 1967341"/>
              <a:gd name="connsiteY931" fmla="*/ 250839 h 442564"/>
              <a:gd name="connsiteX932" fmla="*/ 848844 w 1967341"/>
              <a:gd name="connsiteY932" fmla="*/ 256160 h 442564"/>
              <a:gd name="connsiteX933" fmla="*/ 847945 w 1967341"/>
              <a:gd name="connsiteY933" fmla="*/ 262008 h 442564"/>
              <a:gd name="connsiteX934" fmla="*/ 843903 w 1967341"/>
              <a:gd name="connsiteY934" fmla="*/ 266423 h 442564"/>
              <a:gd name="connsiteX935" fmla="*/ 839722 w 1967341"/>
              <a:gd name="connsiteY935" fmla="*/ 269540 h 442564"/>
              <a:gd name="connsiteX936" fmla="*/ 836757 w 1967341"/>
              <a:gd name="connsiteY936" fmla="*/ 277978 h 442564"/>
              <a:gd name="connsiteX937" fmla="*/ 830827 w 1967341"/>
              <a:gd name="connsiteY937" fmla="*/ 282007 h 442564"/>
              <a:gd name="connsiteX938" fmla="*/ 823986 w 1967341"/>
              <a:gd name="connsiteY938" fmla="*/ 282615 h 442564"/>
              <a:gd name="connsiteX939" fmla="*/ 814939 w 1967341"/>
              <a:gd name="connsiteY939" fmla="*/ 286416 h 442564"/>
              <a:gd name="connsiteX940" fmla="*/ 804143 w 1967341"/>
              <a:gd name="connsiteY940" fmla="*/ 277522 h 442564"/>
              <a:gd name="connsiteX941" fmla="*/ 805284 w 1967341"/>
              <a:gd name="connsiteY941" fmla="*/ 270832 h 442564"/>
              <a:gd name="connsiteX942" fmla="*/ 803688 w 1967341"/>
              <a:gd name="connsiteY942" fmla="*/ 265511 h 442564"/>
              <a:gd name="connsiteX943" fmla="*/ 806957 w 1967341"/>
              <a:gd name="connsiteY943" fmla="*/ 259277 h 442564"/>
              <a:gd name="connsiteX944" fmla="*/ 815243 w 1967341"/>
              <a:gd name="connsiteY944" fmla="*/ 245062 h 442564"/>
              <a:gd name="connsiteX945" fmla="*/ 821325 w 1967341"/>
              <a:gd name="connsiteY945" fmla="*/ 241792 h 442564"/>
              <a:gd name="connsiteX946" fmla="*/ 44440 w 1967341"/>
              <a:gd name="connsiteY946" fmla="*/ 233668 h 442564"/>
              <a:gd name="connsiteX947" fmla="*/ 23071 w 1967341"/>
              <a:gd name="connsiteY947" fmla="*/ 236306 h 442564"/>
              <a:gd name="connsiteX948" fmla="*/ 24902 w 1967341"/>
              <a:gd name="connsiteY948" fmla="*/ 251308 h 442564"/>
              <a:gd name="connsiteX949" fmla="*/ 26800 w 1967341"/>
              <a:gd name="connsiteY949" fmla="*/ 251090 h 442564"/>
              <a:gd name="connsiteX950" fmla="*/ 28697 w 1967341"/>
              <a:gd name="connsiteY950" fmla="*/ 250850 h 442564"/>
              <a:gd name="connsiteX951" fmla="*/ 27367 w 1967341"/>
              <a:gd name="connsiteY951" fmla="*/ 239948 h 442564"/>
              <a:gd name="connsiteX952" fmla="*/ 32927 w 1967341"/>
              <a:gd name="connsiteY952" fmla="*/ 239250 h 442564"/>
              <a:gd name="connsiteX953" fmla="*/ 34104 w 1967341"/>
              <a:gd name="connsiteY953" fmla="*/ 248866 h 442564"/>
              <a:gd name="connsiteX954" fmla="*/ 35958 w 1967341"/>
              <a:gd name="connsiteY954" fmla="*/ 248648 h 442564"/>
              <a:gd name="connsiteX955" fmla="*/ 37790 w 1967341"/>
              <a:gd name="connsiteY955" fmla="*/ 248430 h 442564"/>
              <a:gd name="connsiteX956" fmla="*/ 36612 w 1967341"/>
              <a:gd name="connsiteY956" fmla="*/ 238814 h 442564"/>
              <a:gd name="connsiteX957" fmla="*/ 41148 w 1967341"/>
              <a:gd name="connsiteY957" fmla="*/ 238247 h 442564"/>
              <a:gd name="connsiteX958" fmla="*/ 42412 w 1967341"/>
              <a:gd name="connsiteY958" fmla="*/ 248605 h 442564"/>
              <a:gd name="connsiteX959" fmla="*/ 44331 w 1967341"/>
              <a:gd name="connsiteY959" fmla="*/ 248386 h 442564"/>
              <a:gd name="connsiteX960" fmla="*/ 46206 w 1967341"/>
              <a:gd name="connsiteY960" fmla="*/ 248147 h 442564"/>
              <a:gd name="connsiteX961" fmla="*/ 404819 w 1967341"/>
              <a:gd name="connsiteY961" fmla="*/ 230026 h 442564"/>
              <a:gd name="connsiteX962" fmla="*/ 399302 w 1967341"/>
              <a:gd name="connsiteY962" fmla="*/ 232207 h 442564"/>
              <a:gd name="connsiteX963" fmla="*/ 399302 w 1967341"/>
              <a:gd name="connsiteY963" fmla="*/ 245290 h 442564"/>
              <a:gd name="connsiteX964" fmla="*/ 415787 w 1967341"/>
              <a:gd name="connsiteY964" fmla="*/ 246838 h 442564"/>
              <a:gd name="connsiteX965" fmla="*/ 419407 w 1967341"/>
              <a:gd name="connsiteY965" fmla="*/ 240297 h 442564"/>
              <a:gd name="connsiteX966" fmla="*/ 416878 w 1967341"/>
              <a:gd name="connsiteY966" fmla="*/ 234387 h 442564"/>
              <a:gd name="connsiteX967" fmla="*/ 416551 w 1967341"/>
              <a:gd name="connsiteY967" fmla="*/ 234213 h 442564"/>
              <a:gd name="connsiteX968" fmla="*/ 419363 w 1967341"/>
              <a:gd name="connsiteY968" fmla="*/ 234038 h 442564"/>
              <a:gd name="connsiteX969" fmla="*/ 419560 w 1967341"/>
              <a:gd name="connsiteY969" fmla="*/ 231313 h 442564"/>
              <a:gd name="connsiteX970" fmla="*/ 407981 w 1967341"/>
              <a:gd name="connsiteY970" fmla="*/ 230310 h 442564"/>
              <a:gd name="connsiteX971" fmla="*/ 407261 w 1967341"/>
              <a:gd name="connsiteY971" fmla="*/ 238574 h 442564"/>
              <a:gd name="connsiteX972" fmla="*/ 410968 w 1967341"/>
              <a:gd name="connsiteY972" fmla="*/ 238901 h 442564"/>
              <a:gd name="connsiteX973" fmla="*/ 411361 w 1967341"/>
              <a:gd name="connsiteY973" fmla="*/ 234235 h 442564"/>
              <a:gd name="connsiteX974" fmla="*/ 413912 w 1967341"/>
              <a:gd name="connsiteY974" fmla="*/ 235543 h 442564"/>
              <a:gd name="connsiteX975" fmla="*/ 415569 w 1967341"/>
              <a:gd name="connsiteY975" fmla="*/ 239446 h 442564"/>
              <a:gd name="connsiteX976" fmla="*/ 413389 w 1967341"/>
              <a:gd name="connsiteY976" fmla="*/ 243546 h 442564"/>
              <a:gd name="connsiteX977" fmla="*/ 407698 w 1967341"/>
              <a:gd name="connsiteY977" fmla="*/ 244505 h 442564"/>
              <a:gd name="connsiteX978" fmla="*/ 402224 w 1967341"/>
              <a:gd name="connsiteY978" fmla="*/ 242499 h 442564"/>
              <a:gd name="connsiteX979" fmla="*/ 400567 w 1967341"/>
              <a:gd name="connsiteY979" fmla="*/ 238138 h 442564"/>
              <a:gd name="connsiteX980" fmla="*/ 401875 w 1967341"/>
              <a:gd name="connsiteY980" fmla="*/ 235369 h 442564"/>
              <a:gd name="connsiteX981" fmla="*/ 404470 w 1967341"/>
              <a:gd name="connsiteY981" fmla="*/ 234147 h 442564"/>
              <a:gd name="connsiteX982" fmla="*/ 106978 w 1967341"/>
              <a:gd name="connsiteY982" fmla="*/ 223332 h 442564"/>
              <a:gd name="connsiteX983" fmla="*/ 120629 w 1967341"/>
              <a:gd name="connsiteY983" fmla="*/ 224815 h 442564"/>
              <a:gd name="connsiteX984" fmla="*/ 132469 w 1967341"/>
              <a:gd name="connsiteY984" fmla="*/ 224815 h 442564"/>
              <a:gd name="connsiteX985" fmla="*/ 146032 w 1967341"/>
              <a:gd name="connsiteY985" fmla="*/ 224684 h 442564"/>
              <a:gd name="connsiteX986" fmla="*/ 166507 w 1967341"/>
              <a:gd name="connsiteY986" fmla="*/ 225208 h 442564"/>
              <a:gd name="connsiteX987" fmla="*/ 188640 w 1967341"/>
              <a:gd name="connsiteY987" fmla="*/ 230354 h 442564"/>
              <a:gd name="connsiteX988" fmla="*/ 204274 w 1967341"/>
              <a:gd name="connsiteY988" fmla="*/ 231422 h 442564"/>
              <a:gd name="connsiteX989" fmla="*/ 198997 w 1967341"/>
              <a:gd name="connsiteY989" fmla="*/ 253860 h 442564"/>
              <a:gd name="connsiteX990" fmla="*/ 220803 w 1967341"/>
              <a:gd name="connsiteY990" fmla="*/ 256433 h 442564"/>
              <a:gd name="connsiteX991" fmla="*/ 221043 w 1967341"/>
              <a:gd name="connsiteY991" fmla="*/ 256433 h 442564"/>
              <a:gd name="connsiteX992" fmla="*/ 221326 w 1967341"/>
              <a:gd name="connsiteY992" fmla="*/ 256433 h 442564"/>
              <a:gd name="connsiteX993" fmla="*/ 243284 w 1967341"/>
              <a:gd name="connsiteY993" fmla="*/ 253816 h 442564"/>
              <a:gd name="connsiteX994" fmla="*/ 238007 w 1967341"/>
              <a:gd name="connsiteY994" fmla="*/ 231379 h 442564"/>
              <a:gd name="connsiteX995" fmla="*/ 253642 w 1967341"/>
              <a:gd name="connsiteY995" fmla="*/ 230310 h 442564"/>
              <a:gd name="connsiteX996" fmla="*/ 275862 w 1967341"/>
              <a:gd name="connsiteY996" fmla="*/ 225229 h 442564"/>
              <a:gd name="connsiteX997" fmla="*/ 296337 w 1967341"/>
              <a:gd name="connsiteY997" fmla="*/ 224706 h 442564"/>
              <a:gd name="connsiteX998" fmla="*/ 309900 w 1967341"/>
              <a:gd name="connsiteY998" fmla="*/ 224837 h 442564"/>
              <a:gd name="connsiteX999" fmla="*/ 321740 w 1967341"/>
              <a:gd name="connsiteY999" fmla="*/ 224837 h 442564"/>
              <a:gd name="connsiteX1000" fmla="*/ 321740 w 1967341"/>
              <a:gd name="connsiteY1000" fmla="*/ 224815 h 442564"/>
              <a:gd name="connsiteX1001" fmla="*/ 335391 w 1967341"/>
              <a:gd name="connsiteY1001" fmla="*/ 223332 h 442564"/>
              <a:gd name="connsiteX1002" fmla="*/ 322307 w 1967341"/>
              <a:gd name="connsiteY1002" fmla="*/ 236219 h 442564"/>
              <a:gd name="connsiteX1003" fmla="*/ 303271 w 1967341"/>
              <a:gd name="connsiteY1003" fmla="*/ 244942 h 442564"/>
              <a:gd name="connsiteX1004" fmla="*/ 256804 w 1967341"/>
              <a:gd name="connsiteY1004" fmla="*/ 255212 h 442564"/>
              <a:gd name="connsiteX1005" fmla="*/ 236067 w 1967341"/>
              <a:gd name="connsiteY1005" fmla="*/ 257545 h 442564"/>
              <a:gd name="connsiteX1006" fmla="*/ 234061 w 1967341"/>
              <a:gd name="connsiteY1006" fmla="*/ 257741 h 442564"/>
              <a:gd name="connsiteX1007" fmla="*/ 239883 w 1967341"/>
              <a:gd name="connsiteY1007" fmla="*/ 281357 h 442564"/>
              <a:gd name="connsiteX1008" fmla="*/ 221108 w 1967341"/>
              <a:gd name="connsiteY1008" fmla="*/ 284540 h 442564"/>
              <a:gd name="connsiteX1009" fmla="*/ 202312 w 1967341"/>
              <a:gd name="connsiteY1009" fmla="*/ 281357 h 442564"/>
              <a:gd name="connsiteX1010" fmla="*/ 208156 w 1967341"/>
              <a:gd name="connsiteY1010" fmla="*/ 257741 h 442564"/>
              <a:gd name="connsiteX1011" fmla="*/ 206128 w 1967341"/>
              <a:gd name="connsiteY1011" fmla="*/ 257545 h 442564"/>
              <a:gd name="connsiteX1012" fmla="*/ 185391 w 1967341"/>
              <a:gd name="connsiteY1012" fmla="*/ 255212 h 442564"/>
              <a:gd name="connsiteX1013" fmla="*/ 139098 w 1967341"/>
              <a:gd name="connsiteY1013" fmla="*/ 244942 h 442564"/>
              <a:gd name="connsiteX1014" fmla="*/ 120062 w 1967341"/>
              <a:gd name="connsiteY1014" fmla="*/ 236219 h 442564"/>
              <a:gd name="connsiteX1015" fmla="*/ 106978 w 1967341"/>
              <a:gd name="connsiteY1015" fmla="*/ 223332 h 442564"/>
              <a:gd name="connsiteX1016" fmla="*/ 922736 w 1967341"/>
              <a:gd name="connsiteY1016" fmla="*/ 223091 h 442564"/>
              <a:gd name="connsiteX1017" fmla="*/ 928818 w 1967341"/>
              <a:gd name="connsiteY1017" fmla="*/ 224460 h 442564"/>
              <a:gd name="connsiteX1018" fmla="*/ 934976 w 1967341"/>
              <a:gd name="connsiteY1018" fmla="*/ 227652 h 442564"/>
              <a:gd name="connsiteX1019" fmla="*/ 941133 w 1967341"/>
              <a:gd name="connsiteY1019" fmla="*/ 228185 h 442564"/>
              <a:gd name="connsiteX1020" fmla="*/ 947215 w 1967341"/>
              <a:gd name="connsiteY1020" fmla="*/ 230085 h 442564"/>
              <a:gd name="connsiteX1021" fmla="*/ 952460 w 1967341"/>
              <a:gd name="connsiteY1021" fmla="*/ 229249 h 442564"/>
              <a:gd name="connsiteX1022" fmla="*/ 964928 w 1967341"/>
              <a:gd name="connsiteY1022" fmla="*/ 240272 h 442564"/>
              <a:gd name="connsiteX1023" fmla="*/ 964244 w 1967341"/>
              <a:gd name="connsiteY1023" fmla="*/ 240424 h 442564"/>
              <a:gd name="connsiteX1024" fmla="*/ 967513 w 1967341"/>
              <a:gd name="connsiteY1024" fmla="*/ 245213 h 442564"/>
              <a:gd name="connsiteX1025" fmla="*/ 967513 w 1967341"/>
              <a:gd name="connsiteY1025" fmla="*/ 251447 h 442564"/>
              <a:gd name="connsiteX1026" fmla="*/ 963103 w 1967341"/>
              <a:gd name="connsiteY1026" fmla="*/ 257225 h 442564"/>
              <a:gd name="connsiteX1027" fmla="*/ 959682 w 1967341"/>
              <a:gd name="connsiteY1027" fmla="*/ 264219 h 442564"/>
              <a:gd name="connsiteX1028" fmla="*/ 955654 w 1967341"/>
              <a:gd name="connsiteY1028" fmla="*/ 268932 h 442564"/>
              <a:gd name="connsiteX1029" fmla="*/ 948660 w 1967341"/>
              <a:gd name="connsiteY1029" fmla="*/ 271744 h 442564"/>
              <a:gd name="connsiteX1030" fmla="*/ 942730 w 1967341"/>
              <a:gd name="connsiteY1030" fmla="*/ 271744 h 442564"/>
              <a:gd name="connsiteX1031" fmla="*/ 936496 w 1967341"/>
              <a:gd name="connsiteY1031" fmla="*/ 274709 h 442564"/>
              <a:gd name="connsiteX1032" fmla="*/ 931631 w 1967341"/>
              <a:gd name="connsiteY1032" fmla="*/ 269540 h 442564"/>
              <a:gd name="connsiteX1033" fmla="*/ 931631 w 1967341"/>
              <a:gd name="connsiteY1033" fmla="*/ 262699 h 442564"/>
              <a:gd name="connsiteX1034" fmla="*/ 926613 w 1967341"/>
              <a:gd name="connsiteY1034" fmla="*/ 253500 h 442564"/>
              <a:gd name="connsiteX1035" fmla="*/ 922584 w 1967341"/>
              <a:gd name="connsiteY1035" fmla="*/ 245518 h 442564"/>
              <a:gd name="connsiteX1036" fmla="*/ 920227 w 1967341"/>
              <a:gd name="connsiteY1036" fmla="*/ 236623 h 442564"/>
              <a:gd name="connsiteX1037" fmla="*/ 920684 w 1967341"/>
              <a:gd name="connsiteY1037" fmla="*/ 231150 h 442564"/>
              <a:gd name="connsiteX1038" fmla="*/ 922736 w 1967341"/>
              <a:gd name="connsiteY1038" fmla="*/ 223091 h 442564"/>
              <a:gd name="connsiteX1039" fmla="*/ 35630 w 1967341"/>
              <a:gd name="connsiteY1039" fmla="*/ 215351 h 442564"/>
              <a:gd name="connsiteX1040" fmla="*/ 40362 w 1967341"/>
              <a:gd name="connsiteY1040" fmla="*/ 215351 h 442564"/>
              <a:gd name="connsiteX1041" fmla="*/ 40362 w 1967341"/>
              <a:gd name="connsiteY1041" fmla="*/ 219930 h 442564"/>
              <a:gd name="connsiteX1042" fmla="*/ 39773 w 1967341"/>
              <a:gd name="connsiteY1042" fmla="*/ 222351 h 442564"/>
              <a:gd name="connsiteX1043" fmla="*/ 38116 w 1967341"/>
              <a:gd name="connsiteY1043" fmla="*/ 223136 h 442564"/>
              <a:gd name="connsiteX1044" fmla="*/ 36219 w 1967341"/>
              <a:gd name="connsiteY1044" fmla="*/ 222416 h 442564"/>
              <a:gd name="connsiteX1045" fmla="*/ 35630 w 1967341"/>
              <a:gd name="connsiteY1045" fmla="*/ 220083 h 442564"/>
              <a:gd name="connsiteX1046" fmla="*/ 26276 w 1967341"/>
              <a:gd name="connsiteY1046" fmla="*/ 215068 h 442564"/>
              <a:gd name="connsiteX1047" fmla="*/ 32011 w 1967341"/>
              <a:gd name="connsiteY1047" fmla="*/ 215177 h 442564"/>
              <a:gd name="connsiteX1048" fmla="*/ 32011 w 1967341"/>
              <a:gd name="connsiteY1048" fmla="*/ 220105 h 442564"/>
              <a:gd name="connsiteX1049" fmla="*/ 31313 w 1967341"/>
              <a:gd name="connsiteY1049" fmla="*/ 222591 h 442564"/>
              <a:gd name="connsiteX1050" fmla="*/ 29285 w 1967341"/>
              <a:gd name="connsiteY1050" fmla="*/ 223376 h 442564"/>
              <a:gd name="connsiteX1051" fmla="*/ 26996 w 1967341"/>
              <a:gd name="connsiteY1051" fmla="*/ 222526 h 442564"/>
              <a:gd name="connsiteX1052" fmla="*/ 26276 w 1967341"/>
              <a:gd name="connsiteY1052" fmla="*/ 220084 h 442564"/>
              <a:gd name="connsiteX1053" fmla="*/ 22678 w 1967341"/>
              <a:gd name="connsiteY1053" fmla="*/ 211034 h 442564"/>
              <a:gd name="connsiteX1054" fmla="*/ 22678 w 1967341"/>
              <a:gd name="connsiteY1054" fmla="*/ 213018 h 442564"/>
              <a:gd name="connsiteX1055" fmla="*/ 22657 w 1967341"/>
              <a:gd name="connsiteY1055" fmla="*/ 220018 h 442564"/>
              <a:gd name="connsiteX1056" fmla="*/ 24270 w 1967341"/>
              <a:gd name="connsiteY1056" fmla="*/ 225556 h 442564"/>
              <a:gd name="connsiteX1057" fmla="*/ 29264 w 1967341"/>
              <a:gd name="connsiteY1057" fmla="*/ 227519 h 442564"/>
              <a:gd name="connsiteX1058" fmla="*/ 33428 w 1967341"/>
              <a:gd name="connsiteY1058" fmla="*/ 225687 h 442564"/>
              <a:gd name="connsiteX1059" fmla="*/ 34148 w 1967341"/>
              <a:gd name="connsiteY1059" fmla="*/ 224466 h 442564"/>
              <a:gd name="connsiteX1060" fmla="*/ 38509 w 1967341"/>
              <a:gd name="connsiteY1060" fmla="*/ 227017 h 442564"/>
              <a:gd name="connsiteX1061" fmla="*/ 42543 w 1967341"/>
              <a:gd name="connsiteY1061" fmla="*/ 225469 h 442564"/>
              <a:gd name="connsiteX1062" fmla="*/ 44048 w 1967341"/>
              <a:gd name="connsiteY1062" fmla="*/ 220999 h 442564"/>
              <a:gd name="connsiteX1063" fmla="*/ 44200 w 1967341"/>
              <a:gd name="connsiteY1063" fmla="*/ 213389 h 442564"/>
              <a:gd name="connsiteX1064" fmla="*/ 44200 w 1967341"/>
              <a:gd name="connsiteY1064" fmla="*/ 211426 h 442564"/>
              <a:gd name="connsiteX1065" fmla="*/ 398365 w 1967341"/>
              <a:gd name="connsiteY1065" fmla="*/ 207196 h 442564"/>
              <a:gd name="connsiteX1066" fmla="*/ 398365 w 1967341"/>
              <a:gd name="connsiteY1066" fmla="*/ 209551 h 442564"/>
              <a:gd name="connsiteX1067" fmla="*/ 398365 w 1967341"/>
              <a:gd name="connsiteY1067" fmla="*/ 211884 h 442564"/>
              <a:gd name="connsiteX1068" fmla="*/ 407807 w 1967341"/>
              <a:gd name="connsiteY1068" fmla="*/ 215417 h 442564"/>
              <a:gd name="connsiteX1069" fmla="*/ 398626 w 1967341"/>
              <a:gd name="connsiteY1069" fmla="*/ 219778 h 442564"/>
              <a:gd name="connsiteX1070" fmla="*/ 398626 w 1967341"/>
              <a:gd name="connsiteY1070" fmla="*/ 222242 h 442564"/>
              <a:gd name="connsiteX1071" fmla="*/ 398626 w 1967341"/>
              <a:gd name="connsiteY1071" fmla="*/ 224706 h 442564"/>
              <a:gd name="connsiteX1072" fmla="*/ 411710 w 1967341"/>
              <a:gd name="connsiteY1072" fmla="*/ 217314 h 442564"/>
              <a:gd name="connsiteX1073" fmla="*/ 419800 w 1967341"/>
              <a:gd name="connsiteY1073" fmla="*/ 217030 h 442564"/>
              <a:gd name="connsiteX1074" fmla="*/ 419800 w 1967341"/>
              <a:gd name="connsiteY1074" fmla="*/ 214959 h 442564"/>
              <a:gd name="connsiteX1075" fmla="*/ 419800 w 1967341"/>
              <a:gd name="connsiteY1075" fmla="*/ 212909 h 442564"/>
              <a:gd name="connsiteX1076" fmla="*/ 411622 w 1967341"/>
              <a:gd name="connsiteY1076" fmla="*/ 213192 h 442564"/>
              <a:gd name="connsiteX1077" fmla="*/ 322242 w 1967341"/>
              <a:gd name="connsiteY1077" fmla="*/ 189337 h 442564"/>
              <a:gd name="connsiteX1078" fmla="*/ 309355 w 1967341"/>
              <a:gd name="connsiteY1078" fmla="*/ 203489 h 442564"/>
              <a:gd name="connsiteX1079" fmla="*/ 290362 w 1967341"/>
              <a:gd name="connsiteY1079" fmla="*/ 215787 h 442564"/>
              <a:gd name="connsiteX1080" fmla="*/ 252922 w 1967341"/>
              <a:gd name="connsiteY1080" fmla="*/ 226799 h 442564"/>
              <a:gd name="connsiteX1081" fmla="*/ 236765 w 1967341"/>
              <a:gd name="connsiteY1081" fmla="*/ 227824 h 442564"/>
              <a:gd name="connsiteX1082" fmla="*/ 233428 w 1967341"/>
              <a:gd name="connsiteY1082" fmla="*/ 227824 h 442564"/>
              <a:gd name="connsiteX1083" fmla="*/ 238836 w 1967341"/>
              <a:gd name="connsiteY1083" fmla="*/ 250785 h 442564"/>
              <a:gd name="connsiteX1084" fmla="*/ 221392 w 1967341"/>
              <a:gd name="connsiteY1084" fmla="*/ 252966 h 442564"/>
              <a:gd name="connsiteX1085" fmla="*/ 221174 w 1967341"/>
              <a:gd name="connsiteY1085" fmla="*/ 252966 h 442564"/>
              <a:gd name="connsiteX1086" fmla="*/ 220934 w 1967341"/>
              <a:gd name="connsiteY1086" fmla="*/ 252966 h 442564"/>
              <a:gd name="connsiteX1087" fmla="*/ 203489 w 1967341"/>
              <a:gd name="connsiteY1087" fmla="*/ 250785 h 442564"/>
              <a:gd name="connsiteX1088" fmla="*/ 208919 w 1967341"/>
              <a:gd name="connsiteY1088" fmla="*/ 227868 h 442564"/>
              <a:gd name="connsiteX1089" fmla="*/ 205583 w 1967341"/>
              <a:gd name="connsiteY1089" fmla="*/ 227868 h 442564"/>
              <a:gd name="connsiteX1090" fmla="*/ 189425 w 1967341"/>
              <a:gd name="connsiteY1090" fmla="*/ 226843 h 442564"/>
              <a:gd name="connsiteX1091" fmla="*/ 151985 w 1967341"/>
              <a:gd name="connsiteY1091" fmla="*/ 215831 h 442564"/>
              <a:gd name="connsiteX1092" fmla="*/ 132949 w 1967341"/>
              <a:gd name="connsiteY1092" fmla="*/ 203511 h 442564"/>
              <a:gd name="connsiteX1093" fmla="*/ 120105 w 1967341"/>
              <a:gd name="connsiteY1093" fmla="*/ 189381 h 442564"/>
              <a:gd name="connsiteX1094" fmla="*/ 133581 w 1967341"/>
              <a:gd name="connsiteY1094" fmla="*/ 190907 h 442564"/>
              <a:gd name="connsiteX1095" fmla="*/ 138814 w 1967341"/>
              <a:gd name="connsiteY1095" fmla="*/ 191147 h 442564"/>
              <a:gd name="connsiteX1096" fmla="*/ 163411 w 1967341"/>
              <a:gd name="connsiteY1096" fmla="*/ 192434 h 442564"/>
              <a:gd name="connsiteX1097" fmla="*/ 166158 w 1967341"/>
              <a:gd name="connsiteY1097" fmla="*/ 193895 h 442564"/>
              <a:gd name="connsiteX1098" fmla="*/ 193939 w 1967341"/>
              <a:gd name="connsiteY1098" fmla="*/ 202770 h 442564"/>
              <a:gd name="connsiteX1099" fmla="*/ 198910 w 1967341"/>
              <a:gd name="connsiteY1099" fmla="*/ 203097 h 442564"/>
              <a:gd name="connsiteX1100" fmla="*/ 205016 w 1967341"/>
              <a:gd name="connsiteY1100" fmla="*/ 202770 h 442564"/>
              <a:gd name="connsiteX1101" fmla="*/ 200219 w 1967341"/>
              <a:gd name="connsiteY1101" fmla="*/ 222721 h 442564"/>
              <a:gd name="connsiteX1102" fmla="*/ 221283 w 1967341"/>
              <a:gd name="connsiteY1102" fmla="*/ 224052 h 442564"/>
              <a:gd name="connsiteX1103" fmla="*/ 242325 w 1967341"/>
              <a:gd name="connsiteY1103" fmla="*/ 222721 h 442564"/>
              <a:gd name="connsiteX1104" fmla="*/ 237550 w 1967341"/>
              <a:gd name="connsiteY1104" fmla="*/ 202770 h 442564"/>
              <a:gd name="connsiteX1105" fmla="*/ 243633 w 1967341"/>
              <a:gd name="connsiteY1105" fmla="*/ 203097 h 442564"/>
              <a:gd name="connsiteX1106" fmla="*/ 248605 w 1967341"/>
              <a:gd name="connsiteY1106" fmla="*/ 202770 h 442564"/>
              <a:gd name="connsiteX1107" fmla="*/ 276407 w 1967341"/>
              <a:gd name="connsiteY1107" fmla="*/ 193895 h 442564"/>
              <a:gd name="connsiteX1108" fmla="*/ 279154 w 1967341"/>
              <a:gd name="connsiteY1108" fmla="*/ 192434 h 442564"/>
              <a:gd name="connsiteX1109" fmla="*/ 303751 w 1967341"/>
              <a:gd name="connsiteY1109" fmla="*/ 191147 h 442564"/>
              <a:gd name="connsiteX1110" fmla="*/ 308962 w 1967341"/>
              <a:gd name="connsiteY1110" fmla="*/ 190907 h 442564"/>
              <a:gd name="connsiteX1111" fmla="*/ 308744 w 1967341"/>
              <a:gd name="connsiteY1111" fmla="*/ 190864 h 442564"/>
              <a:gd name="connsiteX1112" fmla="*/ 322242 w 1967341"/>
              <a:gd name="connsiteY1112" fmla="*/ 189337 h 442564"/>
              <a:gd name="connsiteX1113" fmla="*/ 900918 w 1967341"/>
              <a:gd name="connsiteY1113" fmla="*/ 179000 h 442564"/>
              <a:gd name="connsiteX1114" fmla="*/ 895292 w 1967341"/>
              <a:gd name="connsiteY1114" fmla="*/ 179760 h 442564"/>
              <a:gd name="connsiteX1115" fmla="*/ 889515 w 1967341"/>
              <a:gd name="connsiteY1115" fmla="*/ 181660 h 442564"/>
              <a:gd name="connsiteX1116" fmla="*/ 885182 w 1967341"/>
              <a:gd name="connsiteY1116" fmla="*/ 184397 h 442564"/>
              <a:gd name="connsiteX1117" fmla="*/ 873931 w 1967341"/>
              <a:gd name="connsiteY1117" fmla="*/ 189262 h 442564"/>
              <a:gd name="connsiteX1118" fmla="*/ 870510 w 1967341"/>
              <a:gd name="connsiteY1118" fmla="*/ 195040 h 442564"/>
              <a:gd name="connsiteX1119" fmla="*/ 875375 w 1967341"/>
              <a:gd name="connsiteY1119" fmla="*/ 199905 h 442564"/>
              <a:gd name="connsiteX1120" fmla="*/ 883965 w 1967341"/>
              <a:gd name="connsiteY1120" fmla="*/ 197245 h 442564"/>
              <a:gd name="connsiteX1121" fmla="*/ 892024 w 1967341"/>
              <a:gd name="connsiteY1121" fmla="*/ 191011 h 442564"/>
              <a:gd name="connsiteX1122" fmla="*/ 898714 w 1967341"/>
              <a:gd name="connsiteY1122" fmla="*/ 185082 h 442564"/>
              <a:gd name="connsiteX1123" fmla="*/ 900918 w 1967341"/>
              <a:gd name="connsiteY1123" fmla="*/ 179000 h 442564"/>
              <a:gd name="connsiteX1124" fmla="*/ 1167978 w 1967341"/>
              <a:gd name="connsiteY1124" fmla="*/ 166761 h 442564"/>
              <a:gd name="connsiteX1125" fmla="*/ 1159083 w 1967341"/>
              <a:gd name="connsiteY1125" fmla="*/ 168281 h 442564"/>
              <a:gd name="connsiteX1126" fmla="*/ 1156955 w 1967341"/>
              <a:gd name="connsiteY1126" fmla="*/ 172994 h 442564"/>
              <a:gd name="connsiteX1127" fmla="*/ 1157640 w 1967341"/>
              <a:gd name="connsiteY1127" fmla="*/ 177404 h 442564"/>
              <a:gd name="connsiteX1128" fmla="*/ 1165242 w 1967341"/>
              <a:gd name="connsiteY1128" fmla="*/ 178239 h 442564"/>
              <a:gd name="connsiteX1129" fmla="*/ 1165317 w 1967341"/>
              <a:gd name="connsiteY1129" fmla="*/ 178239 h 442564"/>
              <a:gd name="connsiteX1130" fmla="*/ 1170411 w 1967341"/>
              <a:gd name="connsiteY1130" fmla="*/ 169421 h 442564"/>
              <a:gd name="connsiteX1131" fmla="*/ 1170429 w 1967341"/>
              <a:gd name="connsiteY1131" fmla="*/ 169019 h 442564"/>
              <a:gd name="connsiteX1132" fmla="*/ 1167978 w 1967341"/>
              <a:gd name="connsiteY1132" fmla="*/ 166761 h 442564"/>
              <a:gd name="connsiteX1133" fmla="*/ 1194585 w 1967341"/>
              <a:gd name="connsiteY1133" fmla="*/ 158854 h 442564"/>
              <a:gd name="connsiteX1134" fmla="*/ 1187668 w 1967341"/>
              <a:gd name="connsiteY1134" fmla="*/ 161135 h 442564"/>
              <a:gd name="connsiteX1135" fmla="*/ 1186831 w 1967341"/>
              <a:gd name="connsiteY1135" fmla="*/ 168053 h 442564"/>
              <a:gd name="connsiteX1136" fmla="*/ 1191088 w 1967341"/>
              <a:gd name="connsiteY1136" fmla="*/ 171929 h 442564"/>
              <a:gd name="connsiteX1137" fmla="*/ 1198690 w 1967341"/>
              <a:gd name="connsiteY1137" fmla="*/ 166228 h 442564"/>
              <a:gd name="connsiteX1138" fmla="*/ 1198995 w 1967341"/>
              <a:gd name="connsiteY1138" fmla="*/ 166228 h 442564"/>
              <a:gd name="connsiteX1139" fmla="*/ 1198995 w 1967341"/>
              <a:gd name="connsiteY1139" fmla="*/ 160451 h 442564"/>
              <a:gd name="connsiteX1140" fmla="*/ 1194585 w 1967341"/>
              <a:gd name="connsiteY1140" fmla="*/ 158854 h 442564"/>
              <a:gd name="connsiteX1141" fmla="*/ 916579 w 1967341"/>
              <a:gd name="connsiteY1141" fmla="*/ 150111 h 442564"/>
              <a:gd name="connsiteX1142" fmla="*/ 923116 w 1967341"/>
              <a:gd name="connsiteY1142" fmla="*/ 152621 h 442564"/>
              <a:gd name="connsiteX1143" fmla="*/ 930718 w 1967341"/>
              <a:gd name="connsiteY1143" fmla="*/ 152621 h 442564"/>
              <a:gd name="connsiteX1144" fmla="*/ 941437 w 1967341"/>
              <a:gd name="connsiteY1144" fmla="*/ 159615 h 442564"/>
              <a:gd name="connsiteX1145" fmla="*/ 944402 w 1967341"/>
              <a:gd name="connsiteY1145" fmla="*/ 168509 h 442564"/>
              <a:gd name="connsiteX1146" fmla="*/ 944402 w 1967341"/>
              <a:gd name="connsiteY1146" fmla="*/ 175427 h 442564"/>
              <a:gd name="connsiteX1147" fmla="*/ 935355 w 1967341"/>
              <a:gd name="connsiteY1147" fmla="*/ 184625 h 442564"/>
              <a:gd name="connsiteX1148" fmla="*/ 935051 w 1967341"/>
              <a:gd name="connsiteY1148" fmla="*/ 184625 h 442564"/>
              <a:gd name="connsiteX1149" fmla="*/ 930718 w 1967341"/>
              <a:gd name="connsiteY1149" fmla="*/ 192227 h 442564"/>
              <a:gd name="connsiteX1150" fmla="*/ 916502 w 1967341"/>
              <a:gd name="connsiteY1150" fmla="*/ 217010 h 442564"/>
              <a:gd name="connsiteX1151" fmla="*/ 910268 w 1967341"/>
              <a:gd name="connsiteY1151" fmla="*/ 224992 h 442564"/>
              <a:gd name="connsiteX1152" fmla="*/ 905631 w 1967341"/>
              <a:gd name="connsiteY1152" fmla="*/ 225600 h 442564"/>
              <a:gd name="connsiteX1153" fmla="*/ 901222 w 1967341"/>
              <a:gd name="connsiteY1153" fmla="*/ 230542 h 442564"/>
              <a:gd name="connsiteX1154" fmla="*/ 902667 w 1967341"/>
              <a:gd name="connsiteY1154" fmla="*/ 239588 h 442564"/>
              <a:gd name="connsiteX1155" fmla="*/ 902667 w 1967341"/>
              <a:gd name="connsiteY1155" fmla="*/ 279803 h 442564"/>
              <a:gd name="connsiteX1156" fmla="*/ 895065 w 1967341"/>
              <a:gd name="connsiteY1156" fmla="*/ 291206 h 442564"/>
              <a:gd name="connsiteX1157" fmla="*/ 886930 w 1967341"/>
              <a:gd name="connsiteY1157" fmla="*/ 299340 h 442564"/>
              <a:gd name="connsiteX1158" fmla="*/ 879328 w 1967341"/>
              <a:gd name="connsiteY1158" fmla="*/ 303217 h 442564"/>
              <a:gd name="connsiteX1159" fmla="*/ 875907 w 1967341"/>
              <a:gd name="connsiteY1159" fmla="*/ 300860 h 442564"/>
              <a:gd name="connsiteX1160" fmla="*/ 870586 w 1967341"/>
              <a:gd name="connsiteY1160" fmla="*/ 298504 h 442564"/>
              <a:gd name="connsiteX1161" fmla="*/ 866404 w 1967341"/>
              <a:gd name="connsiteY1161" fmla="*/ 295235 h 442564"/>
              <a:gd name="connsiteX1162" fmla="*/ 859410 w 1967341"/>
              <a:gd name="connsiteY1162" fmla="*/ 291815 h 442564"/>
              <a:gd name="connsiteX1163" fmla="*/ 855610 w 1967341"/>
              <a:gd name="connsiteY1163" fmla="*/ 284668 h 442564"/>
              <a:gd name="connsiteX1164" fmla="*/ 844891 w 1967341"/>
              <a:gd name="connsiteY1164" fmla="*/ 273721 h 442564"/>
              <a:gd name="connsiteX1165" fmla="*/ 851732 w 1967341"/>
              <a:gd name="connsiteY1165" fmla="*/ 270909 h 442564"/>
              <a:gd name="connsiteX1166" fmla="*/ 861843 w 1967341"/>
              <a:gd name="connsiteY1166" fmla="*/ 274405 h 442564"/>
              <a:gd name="connsiteX1167" fmla="*/ 869977 w 1967341"/>
              <a:gd name="connsiteY1167" fmla="*/ 264903 h 442564"/>
              <a:gd name="connsiteX1168" fmla="*/ 869977 w 1967341"/>
              <a:gd name="connsiteY1168" fmla="*/ 258289 h 442564"/>
              <a:gd name="connsiteX1169" fmla="*/ 869977 w 1967341"/>
              <a:gd name="connsiteY1169" fmla="*/ 249243 h 442564"/>
              <a:gd name="connsiteX1170" fmla="*/ 871422 w 1967341"/>
              <a:gd name="connsiteY1170" fmla="*/ 237156 h 442564"/>
              <a:gd name="connsiteX1171" fmla="*/ 869218 w 1967341"/>
              <a:gd name="connsiteY1171" fmla="*/ 233050 h 442564"/>
              <a:gd name="connsiteX1172" fmla="*/ 862679 w 1967341"/>
              <a:gd name="connsiteY1172" fmla="*/ 231226 h 442564"/>
              <a:gd name="connsiteX1173" fmla="*/ 857510 w 1967341"/>
              <a:gd name="connsiteY1173" fmla="*/ 232138 h 442564"/>
              <a:gd name="connsiteX1174" fmla="*/ 849224 w 1967341"/>
              <a:gd name="connsiteY1174" fmla="*/ 231378 h 442564"/>
              <a:gd name="connsiteX1175" fmla="*/ 846259 w 1967341"/>
              <a:gd name="connsiteY1175" fmla="*/ 228717 h 442564"/>
              <a:gd name="connsiteX1176" fmla="*/ 844586 w 1967341"/>
              <a:gd name="connsiteY1176" fmla="*/ 222635 h 442564"/>
              <a:gd name="connsiteX1177" fmla="*/ 843142 w 1967341"/>
              <a:gd name="connsiteY1177" fmla="*/ 219366 h 442564"/>
              <a:gd name="connsiteX1178" fmla="*/ 842382 w 1967341"/>
              <a:gd name="connsiteY1178" fmla="*/ 212981 h 442564"/>
              <a:gd name="connsiteX1179" fmla="*/ 840329 w 1967341"/>
              <a:gd name="connsiteY1179" fmla="*/ 203631 h 442564"/>
              <a:gd name="connsiteX1180" fmla="*/ 838353 w 1967341"/>
              <a:gd name="connsiteY1180" fmla="*/ 191619 h 442564"/>
              <a:gd name="connsiteX1181" fmla="*/ 837745 w 1967341"/>
              <a:gd name="connsiteY1181" fmla="*/ 179456 h 442564"/>
              <a:gd name="connsiteX1182" fmla="*/ 845347 w 1967341"/>
              <a:gd name="connsiteY1182" fmla="*/ 165696 h 442564"/>
              <a:gd name="connsiteX1183" fmla="*/ 852341 w 1967341"/>
              <a:gd name="connsiteY1183" fmla="*/ 162580 h 442564"/>
              <a:gd name="connsiteX1184" fmla="*/ 858574 w 1967341"/>
              <a:gd name="connsiteY1184" fmla="*/ 165848 h 442564"/>
              <a:gd name="connsiteX1185" fmla="*/ 861539 w 1967341"/>
              <a:gd name="connsiteY1185" fmla="*/ 169801 h 442564"/>
              <a:gd name="connsiteX1186" fmla="*/ 874463 w 1967341"/>
              <a:gd name="connsiteY1186" fmla="*/ 166000 h 442564"/>
              <a:gd name="connsiteX1187" fmla="*/ 884041 w 1967341"/>
              <a:gd name="connsiteY1187" fmla="*/ 163415 h 442564"/>
              <a:gd name="connsiteX1188" fmla="*/ 891035 w 1967341"/>
              <a:gd name="connsiteY1188" fmla="*/ 160907 h 442564"/>
              <a:gd name="connsiteX1189" fmla="*/ 896508 w 1967341"/>
              <a:gd name="connsiteY1189" fmla="*/ 159310 h 442564"/>
              <a:gd name="connsiteX1190" fmla="*/ 904111 w 1967341"/>
              <a:gd name="connsiteY1190" fmla="*/ 156345 h 442564"/>
              <a:gd name="connsiteX1191" fmla="*/ 908444 w 1967341"/>
              <a:gd name="connsiteY1191" fmla="*/ 153533 h 442564"/>
              <a:gd name="connsiteX1192" fmla="*/ 912245 w 1967341"/>
              <a:gd name="connsiteY1192" fmla="*/ 151556 h 442564"/>
              <a:gd name="connsiteX1193" fmla="*/ 916579 w 1967341"/>
              <a:gd name="connsiteY1193" fmla="*/ 150111 h 442564"/>
              <a:gd name="connsiteX1194" fmla="*/ 1165697 w 1967341"/>
              <a:gd name="connsiteY1194" fmla="*/ 137645 h 442564"/>
              <a:gd name="connsiteX1195" fmla="*/ 1158095 w 1967341"/>
              <a:gd name="connsiteY1195" fmla="*/ 142890 h 442564"/>
              <a:gd name="connsiteX1196" fmla="*/ 1158932 w 1967341"/>
              <a:gd name="connsiteY1196" fmla="*/ 150492 h 442564"/>
              <a:gd name="connsiteX1197" fmla="*/ 1162200 w 1967341"/>
              <a:gd name="connsiteY1197" fmla="*/ 152469 h 442564"/>
              <a:gd name="connsiteX1198" fmla="*/ 1170867 w 1967341"/>
              <a:gd name="connsiteY1198" fmla="*/ 144259 h 442564"/>
              <a:gd name="connsiteX1199" fmla="*/ 1171247 w 1967341"/>
              <a:gd name="connsiteY1199" fmla="*/ 144030 h 442564"/>
              <a:gd name="connsiteX1200" fmla="*/ 1165697 w 1967341"/>
              <a:gd name="connsiteY1200" fmla="*/ 137645 h 442564"/>
              <a:gd name="connsiteX1201" fmla="*/ 1206748 w 1967341"/>
              <a:gd name="connsiteY1201" fmla="*/ 126469 h 442564"/>
              <a:gd name="connsiteX1202" fmla="*/ 1189340 w 1967341"/>
              <a:gd name="connsiteY1202" fmla="*/ 133311 h 442564"/>
              <a:gd name="connsiteX1203" fmla="*/ 1191848 w 1967341"/>
              <a:gd name="connsiteY1203" fmla="*/ 141521 h 442564"/>
              <a:gd name="connsiteX1204" fmla="*/ 1201199 w 1967341"/>
              <a:gd name="connsiteY1204" fmla="*/ 142053 h 442564"/>
              <a:gd name="connsiteX1205" fmla="*/ 1207432 w 1967341"/>
              <a:gd name="connsiteY1205" fmla="*/ 133159 h 442564"/>
              <a:gd name="connsiteX1206" fmla="*/ 1206748 w 1967341"/>
              <a:gd name="connsiteY1206" fmla="*/ 126469 h 442564"/>
              <a:gd name="connsiteX1207" fmla="*/ 1455185 w 1967341"/>
              <a:gd name="connsiteY1207" fmla="*/ 124721 h 442564"/>
              <a:gd name="connsiteX1208" fmla="*/ 1460279 w 1967341"/>
              <a:gd name="connsiteY1208" fmla="*/ 127686 h 442564"/>
              <a:gd name="connsiteX1209" fmla="*/ 1467881 w 1967341"/>
              <a:gd name="connsiteY1209" fmla="*/ 134756 h 442564"/>
              <a:gd name="connsiteX1210" fmla="*/ 1470161 w 1967341"/>
              <a:gd name="connsiteY1210" fmla="*/ 141750 h 442564"/>
              <a:gd name="connsiteX1211" fmla="*/ 1473126 w 1967341"/>
              <a:gd name="connsiteY1211" fmla="*/ 146387 h 442564"/>
              <a:gd name="connsiteX1212" fmla="*/ 1461343 w 1967341"/>
              <a:gd name="connsiteY1212" fmla="*/ 157334 h 442564"/>
              <a:gd name="connsiteX1213" fmla="*/ 1452069 w 1967341"/>
              <a:gd name="connsiteY1213" fmla="*/ 164936 h 442564"/>
              <a:gd name="connsiteX1214" fmla="*/ 1444922 w 1967341"/>
              <a:gd name="connsiteY1214" fmla="*/ 169726 h 442564"/>
              <a:gd name="connsiteX1215" fmla="*/ 1430707 w 1967341"/>
              <a:gd name="connsiteY1215" fmla="*/ 179685 h 442564"/>
              <a:gd name="connsiteX1216" fmla="*/ 1434128 w 1967341"/>
              <a:gd name="connsiteY1216" fmla="*/ 191544 h 442564"/>
              <a:gd name="connsiteX1217" fmla="*/ 1431771 w 1967341"/>
              <a:gd name="connsiteY1217" fmla="*/ 197017 h 442564"/>
              <a:gd name="connsiteX1218" fmla="*/ 1429871 w 1967341"/>
              <a:gd name="connsiteY1218" fmla="*/ 202034 h 442564"/>
              <a:gd name="connsiteX1219" fmla="*/ 1428426 w 1967341"/>
              <a:gd name="connsiteY1219" fmla="*/ 207356 h 442564"/>
              <a:gd name="connsiteX1220" fmla="*/ 1427438 w 1967341"/>
              <a:gd name="connsiteY1220" fmla="*/ 212981 h 442564"/>
              <a:gd name="connsiteX1221" fmla="*/ 1428198 w 1967341"/>
              <a:gd name="connsiteY1221" fmla="*/ 227577 h 442564"/>
              <a:gd name="connsiteX1222" fmla="*/ 1454501 w 1967341"/>
              <a:gd name="connsiteY1222" fmla="*/ 226969 h 442564"/>
              <a:gd name="connsiteX1223" fmla="*/ 1461344 w 1967341"/>
              <a:gd name="connsiteY1223" fmla="*/ 224309 h 442564"/>
              <a:gd name="connsiteX1224" fmla="*/ 1467881 w 1967341"/>
              <a:gd name="connsiteY1224" fmla="*/ 223624 h 442564"/>
              <a:gd name="connsiteX1225" fmla="*/ 1475027 w 1967341"/>
              <a:gd name="connsiteY1225" fmla="*/ 225525 h 442564"/>
              <a:gd name="connsiteX1226" fmla="*/ 1482020 w 1967341"/>
              <a:gd name="connsiteY1226" fmla="*/ 229402 h 442564"/>
              <a:gd name="connsiteX1227" fmla="*/ 1491143 w 1967341"/>
              <a:gd name="connsiteY1227" fmla="*/ 237004 h 442564"/>
              <a:gd name="connsiteX1228" fmla="*/ 1491979 w 1967341"/>
              <a:gd name="connsiteY1228" fmla="*/ 243238 h 442564"/>
              <a:gd name="connsiteX1229" fmla="*/ 1490686 w 1967341"/>
              <a:gd name="connsiteY1229" fmla="*/ 243390 h 442564"/>
              <a:gd name="connsiteX1230" fmla="*/ 1491599 w 1967341"/>
              <a:gd name="connsiteY1230" fmla="*/ 245671 h 442564"/>
              <a:gd name="connsiteX1231" fmla="*/ 1492208 w 1967341"/>
              <a:gd name="connsiteY1231" fmla="*/ 249015 h 442564"/>
              <a:gd name="connsiteX1232" fmla="*/ 1489927 w 1967341"/>
              <a:gd name="connsiteY1232" fmla="*/ 254413 h 442564"/>
              <a:gd name="connsiteX1233" fmla="*/ 1485365 w 1967341"/>
              <a:gd name="connsiteY1233" fmla="*/ 259050 h 442564"/>
              <a:gd name="connsiteX1234" fmla="*/ 1476471 w 1967341"/>
              <a:gd name="connsiteY1234" fmla="*/ 259583 h 442564"/>
              <a:gd name="connsiteX1235" fmla="*/ 1466816 w 1967341"/>
              <a:gd name="connsiteY1235" fmla="*/ 257910 h 442564"/>
              <a:gd name="connsiteX1236" fmla="*/ 1456934 w 1967341"/>
              <a:gd name="connsiteY1236" fmla="*/ 258746 h 442564"/>
              <a:gd name="connsiteX1237" fmla="*/ 1440589 w 1967341"/>
              <a:gd name="connsiteY1237" fmla="*/ 257377 h 442564"/>
              <a:gd name="connsiteX1238" fmla="*/ 1425385 w 1967341"/>
              <a:gd name="connsiteY1238" fmla="*/ 257377 h 442564"/>
              <a:gd name="connsiteX1239" fmla="*/ 1410181 w 1967341"/>
              <a:gd name="connsiteY1239" fmla="*/ 258594 h 442564"/>
              <a:gd name="connsiteX1240" fmla="*/ 1395661 w 1967341"/>
              <a:gd name="connsiteY1240" fmla="*/ 260646 h 442564"/>
              <a:gd name="connsiteX1241" fmla="*/ 1379164 w 1967341"/>
              <a:gd name="connsiteY1241" fmla="*/ 260267 h 442564"/>
              <a:gd name="connsiteX1242" fmla="*/ 1349897 w 1967341"/>
              <a:gd name="connsiteY1242" fmla="*/ 266272 h 442564"/>
              <a:gd name="connsiteX1243" fmla="*/ 1314015 w 1967341"/>
              <a:gd name="connsiteY1243" fmla="*/ 279956 h 442564"/>
              <a:gd name="connsiteX1244" fmla="*/ 1300331 w 1967341"/>
              <a:gd name="connsiteY1244" fmla="*/ 267032 h 442564"/>
              <a:gd name="connsiteX1245" fmla="*/ 1300331 w 1967341"/>
              <a:gd name="connsiteY1245" fmla="*/ 259430 h 442564"/>
              <a:gd name="connsiteX1246" fmla="*/ 1299495 w 1967341"/>
              <a:gd name="connsiteY1246" fmla="*/ 250156 h 442564"/>
              <a:gd name="connsiteX1247" fmla="*/ 1314699 w 1967341"/>
              <a:gd name="connsiteY1247" fmla="*/ 241869 h 442564"/>
              <a:gd name="connsiteX1248" fmla="*/ 1323517 w 1967341"/>
              <a:gd name="connsiteY1248" fmla="*/ 242706 h 442564"/>
              <a:gd name="connsiteX1249" fmla="*/ 1341762 w 1967341"/>
              <a:gd name="connsiteY1249" fmla="*/ 235787 h 442564"/>
              <a:gd name="connsiteX1250" fmla="*/ 1349364 w 1967341"/>
              <a:gd name="connsiteY1250" fmla="*/ 234344 h 442564"/>
              <a:gd name="connsiteX1251" fmla="*/ 1369358 w 1967341"/>
              <a:gd name="connsiteY1251" fmla="*/ 225981 h 442564"/>
              <a:gd name="connsiteX1252" fmla="*/ 1385018 w 1967341"/>
              <a:gd name="connsiteY1252" fmla="*/ 199222 h 442564"/>
              <a:gd name="connsiteX1253" fmla="*/ 1386615 w 1967341"/>
              <a:gd name="connsiteY1253" fmla="*/ 190252 h 442564"/>
              <a:gd name="connsiteX1254" fmla="*/ 1385018 w 1967341"/>
              <a:gd name="connsiteY1254" fmla="*/ 183181 h 442564"/>
              <a:gd name="connsiteX1255" fmla="*/ 1377416 w 1967341"/>
              <a:gd name="connsiteY1255" fmla="*/ 184398 h 442564"/>
              <a:gd name="connsiteX1256" fmla="*/ 1367458 w 1967341"/>
              <a:gd name="connsiteY1256" fmla="*/ 185082 h 442564"/>
              <a:gd name="connsiteX1257" fmla="*/ 1364417 w 1967341"/>
              <a:gd name="connsiteY1257" fmla="*/ 176036 h 442564"/>
              <a:gd name="connsiteX1258" fmla="*/ 1358487 w 1967341"/>
              <a:gd name="connsiteY1258" fmla="*/ 165164 h 442564"/>
              <a:gd name="connsiteX1259" fmla="*/ 1356966 w 1967341"/>
              <a:gd name="connsiteY1259" fmla="*/ 156422 h 442564"/>
              <a:gd name="connsiteX1260" fmla="*/ 1356207 w 1967341"/>
              <a:gd name="connsiteY1260" fmla="*/ 147984 h 442564"/>
              <a:gd name="connsiteX1261" fmla="*/ 1363809 w 1967341"/>
              <a:gd name="connsiteY1261" fmla="*/ 141674 h 442564"/>
              <a:gd name="connsiteX1262" fmla="*/ 1377188 w 1967341"/>
              <a:gd name="connsiteY1262" fmla="*/ 144867 h 442564"/>
              <a:gd name="connsiteX1263" fmla="*/ 1409117 w 1967341"/>
              <a:gd name="connsiteY1263" fmla="*/ 139546 h 442564"/>
              <a:gd name="connsiteX1264" fmla="*/ 1414666 w 1967341"/>
              <a:gd name="connsiteY1264" fmla="*/ 138025 h 442564"/>
              <a:gd name="connsiteX1265" fmla="*/ 1418619 w 1967341"/>
              <a:gd name="connsiteY1265" fmla="*/ 136505 h 442564"/>
              <a:gd name="connsiteX1266" fmla="*/ 1442566 w 1967341"/>
              <a:gd name="connsiteY1266" fmla="*/ 126394 h 442564"/>
              <a:gd name="connsiteX1267" fmla="*/ 1449332 w 1967341"/>
              <a:gd name="connsiteY1267" fmla="*/ 125558 h 442564"/>
              <a:gd name="connsiteX1268" fmla="*/ 1455185 w 1967341"/>
              <a:gd name="connsiteY1268" fmla="*/ 124721 h 442564"/>
              <a:gd name="connsiteX1269" fmla="*/ 1118869 w 1967341"/>
              <a:gd name="connsiteY1269" fmla="*/ 115903 h 442564"/>
              <a:gd name="connsiteX1270" fmla="*/ 1125711 w 1967341"/>
              <a:gd name="connsiteY1270" fmla="*/ 124873 h 442564"/>
              <a:gd name="connsiteX1271" fmla="*/ 1124114 w 1967341"/>
              <a:gd name="connsiteY1271" fmla="*/ 133919 h 442564"/>
              <a:gd name="connsiteX1272" fmla="*/ 1120997 w 1967341"/>
              <a:gd name="connsiteY1272" fmla="*/ 144258 h 442564"/>
              <a:gd name="connsiteX1273" fmla="*/ 1115372 w 1967341"/>
              <a:gd name="connsiteY1273" fmla="*/ 151860 h 442564"/>
              <a:gd name="connsiteX1274" fmla="*/ 1106022 w 1967341"/>
              <a:gd name="connsiteY1274" fmla="*/ 162199 h 442564"/>
              <a:gd name="connsiteX1275" fmla="*/ 1105033 w 1967341"/>
              <a:gd name="connsiteY1275" fmla="*/ 173678 h 442564"/>
              <a:gd name="connsiteX1276" fmla="*/ 1105717 w 1967341"/>
              <a:gd name="connsiteY1276" fmla="*/ 181280 h 442564"/>
              <a:gd name="connsiteX1277" fmla="*/ 1111799 w 1967341"/>
              <a:gd name="connsiteY1277" fmla="*/ 181280 h 442564"/>
              <a:gd name="connsiteX1278" fmla="*/ 1113776 w 1967341"/>
              <a:gd name="connsiteY1278" fmla="*/ 186829 h 442564"/>
              <a:gd name="connsiteX1279" fmla="*/ 1117501 w 1967341"/>
              <a:gd name="connsiteY1279" fmla="*/ 195724 h 442564"/>
              <a:gd name="connsiteX1280" fmla="*/ 1116208 w 1967341"/>
              <a:gd name="connsiteY1280" fmla="*/ 199297 h 442564"/>
              <a:gd name="connsiteX1281" fmla="*/ 1098648 w 1967341"/>
              <a:gd name="connsiteY1281" fmla="*/ 216174 h 442564"/>
              <a:gd name="connsiteX1282" fmla="*/ 1099484 w 1967341"/>
              <a:gd name="connsiteY1282" fmla="*/ 223092 h 442564"/>
              <a:gd name="connsiteX1283" fmla="*/ 1106174 w 1967341"/>
              <a:gd name="connsiteY1283" fmla="*/ 223092 h 442564"/>
              <a:gd name="connsiteX1284" fmla="*/ 1105946 w 1967341"/>
              <a:gd name="connsiteY1284" fmla="*/ 223548 h 442564"/>
              <a:gd name="connsiteX1285" fmla="*/ 1112027 w 1967341"/>
              <a:gd name="connsiteY1285" fmla="*/ 227501 h 442564"/>
              <a:gd name="connsiteX1286" fmla="*/ 1113852 w 1967341"/>
              <a:gd name="connsiteY1286" fmla="*/ 234039 h 442564"/>
              <a:gd name="connsiteX1287" fmla="*/ 1096747 w 1967341"/>
              <a:gd name="connsiteY1287" fmla="*/ 254564 h 442564"/>
              <a:gd name="connsiteX1288" fmla="*/ 1068848 w 1967341"/>
              <a:gd name="connsiteY1288" fmla="*/ 268476 h 442564"/>
              <a:gd name="connsiteX1289" fmla="*/ 1055240 w 1967341"/>
              <a:gd name="connsiteY1289" fmla="*/ 280639 h 442564"/>
              <a:gd name="connsiteX1290" fmla="*/ 1049843 w 1967341"/>
              <a:gd name="connsiteY1290" fmla="*/ 280639 h 442564"/>
              <a:gd name="connsiteX1291" fmla="*/ 1042241 w 1967341"/>
              <a:gd name="connsiteY1291" fmla="*/ 278511 h 442564"/>
              <a:gd name="connsiteX1292" fmla="*/ 1038972 w 1967341"/>
              <a:gd name="connsiteY1292" fmla="*/ 271821 h 442564"/>
              <a:gd name="connsiteX1293" fmla="*/ 1034258 w 1967341"/>
              <a:gd name="connsiteY1293" fmla="*/ 265055 h 442564"/>
              <a:gd name="connsiteX1294" fmla="*/ 1032130 w 1967341"/>
              <a:gd name="connsiteY1294" fmla="*/ 252739 h 442564"/>
              <a:gd name="connsiteX1295" fmla="*/ 1044217 w 1967341"/>
              <a:gd name="connsiteY1295" fmla="*/ 241109 h 442564"/>
              <a:gd name="connsiteX1296" fmla="*/ 1051135 w 1967341"/>
              <a:gd name="connsiteY1296" fmla="*/ 236015 h 442564"/>
              <a:gd name="connsiteX1297" fmla="*/ 1056076 w 1967341"/>
              <a:gd name="connsiteY1297" fmla="*/ 230921 h 442564"/>
              <a:gd name="connsiteX1298" fmla="*/ 1057368 w 1967341"/>
              <a:gd name="connsiteY1298" fmla="*/ 225980 h 442564"/>
              <a:gd name="connsiteX1299" fmla="*/ 1058812 w 1967341"/>
              <a:gd name="connsiteY1299" fmla="*/ 219595 h 442564"/>
              <a:gd name="connsiteX1300" fmla="*/ 1056532 w 1967341"/>
              <a:gd name="connsiteY1300" fmla="*/ 214502 h 442564"/>
              <a:gd name="connsiteX1301" fmla="*/ 1053795 w 1967341"/>
              <a:gd name="connsiteY1301" fmla="*/ 210092 h 442564"/>
              <a:gd name="connsiteX1302" fmla="*/ 1048322 w 1967341"/>
              <a:gd name="connsiteY1302" fmla="*/ 200590 h 442564"/>
              <a:gd name="connsiteX1303" fmla="*/ 1057064 w 1967341"/>
              <a:gd name="connsiteY1303" fmla="*/ 191543 h 442564"/>
              <a:gd name="connsiteX1304" fmla="*/ 1062918 w 1967341"/>
              <a:gd name="connsiteY1304" fmla="*/ 191543 h 442564"/>
              <a:gd name="connsiteX1305" fmla="*/ 1071129 w 1967341"/>
              <a:gd name="connsiteY1305" fmla="*/ 184778 h 442564"/>
              <a:gd name="connsiteX1306" fmla="*/ 1072952 w 1967341"/>
              <a:gd name="connsiteY1306" fmla="*/ 172310 h 442564"/>
              <a:gd name="connsiteX1307" fmla="*/ 1066567 w 1967341"/>
              <a:gd name="connsiteY1307" fmla="*/ 166380 h 442564"/>
              <a:gd name="connsiteX1308" fmla="*/ 1058965 w 1967341"/>
              <a:gd name="connsiteY1308" fmla="*/ 163643 h 442564"/>
              <a:gd name="connsiteX1309" fmla="*/ 1054176 w 1967341"/>
              <a:gd name="connsiteY1309" fmla="*/ 158398 h 442564"/>
              <a:gd name="connsiteX1310" fmla="*/ 1050223 w 1967341"/>
              <a:gd name="connsiteY1310" fmla="*/ 155737 h 442564"/>
              <a:gd name="connsiteX1311" fmla="*/ 1048093 w 1967341"/>
              <a:gd name="connsiteY1311" fmla="*/ 146843 h 442564"/>
              <a:gd name="connsiteX1312" fmla="*/ 1052199 w 1967341"/>
              <a:gd name="connsiteY1312" fmla="*/ 144258 h 442564"/>
              <a:gd name="connsiteX1313" fmla="*/ 1055316 w 1967341"/>
              <a:gd name="connsiteY1313" fmla="*/ 139469 h 442564"/>
              <a:gd name="connsiteX1314" fmla="*/ 1061930 w 1967341"/>
              <a:gd name="connsiteY1314" fmla="*/ 135592 h 442564"/>
              <a:gd name="connsiteX1315" fmla="*/ 1070596 w 1967341"/>
              <a:gd name="connsiteY1315" fmla="*/ 134604 h 442564"/>
              <a:gd name="connsiteX1316" fmla="*/ 1108150 w 1967341"/>
              <a:gd name="connsiteY1316" fmla="*/ 116663 h 442564"/>
              <a:gd name="connsiteX1317" fmla="*/ 1118869 w 1967341"/>
              <a:gd name="connsiteY1317" fmla="*/ 115903 h 442564"/>
              <a:gd name="connsiteX1318" fmla="*/ 1643565 w 1967341"/>
              <a:gd name="connsiteY1318" fmla="*/ 115599 h 442564"/>
              <a:gd name="connsiteX1319" fmla="*/ 1654587 w 1967341"/>
              <a:gd name="connsiteY1319" fmla="*/ 116054 h 442564"/>
              <a:gd name="connsiteX1320" fmla="*/ 1663406 w 1967341"/>
              <a:gd name="connsiteY1320" fmla="*/ 123277 h 442564"/>
              <a:gd name="connsiteX1321" fmla="*/ 1665459 w 1967341"/>
              <a:gd name="connsiteY1321" fmla="*/ 129510 h 442564"/>
              <a:gd name="connsiteX1322" fmla="*/ 1666675 w 1967341"/>
              <a:gd name="connsiteY1322" fmla="*/ 135516 h 442564"/>
              <a:gd name="connsiteX1323" fmla="*/ 1662038 w 1967341"/>
              <a:gd name="connsiteY1323" fmla="*/ 146691 h 442564"/>
              <a:gd name="connsiteX1324" fmla="*/ 1662038 w 1967341"/>
              <a:gd name="connsiteY1324" fmla="*/ 153228 h 442564"/>
              <a:gd name="connsiteX1325" fmla="*/ 1666523 w 1967341"/>
              <a:gd name="connsiteY1325" fmla="*/ 152089 h 442564"/>
              <a:gd name="connsiteX1326" fmla="*/ 1672148 w 1967341"/>
              <a:gd name="connsiteY1326" fmla="*/ 149579 h 442564"/>
              <a:gd name="connsiteX1327" fmla="*/ 1678762 w 1967341"/>
              <a:gd name="connsiteY1327" fmla="*/ 147299 h 442564"/>
              <a:gd name="connsiteX1328" fmla="*/ 1686365 w 1967341"/>
              <a:gd name="connsiteY1328" fmla="*/ 141826 h 442564"/>
              <a:gd name="connsiteX1329" fmla="*/ 1698224 w 1967341"/>
              <a:gd name="connsiteY1329" fmla="*/ 141826 h 442564"/>
              <a:gd name="connsiteX1330" fmla="*/ 1708563 w 1967341"/>
              <a:gd name="connsiteY1330" fmla="*/ 145171 h 442564"/>
              <a:gd name="connsiteX1331" fmla="*/ 1715708 w 1967341"/>
              <a:gd name="connsiteY1331" fmla="*/ 158779 h 442564"/>
              <a:gd name="connsiteX1332" fmla="*/ 1712971 w 1967341"/>
              <a:gd name="connsiteY1332" fmla="*/ 162199 h 442564"/>
              <a:gd name="connsiteX1333" fmla="*/ 1707270 w 1967341"/>
              <a:gd name="connsiteY1333" fmla="*/ 166456 h 442564"/>
              <a:gd name="connsiteX1334" fmla="*/ 1694118 w 1967341"/>
              <a:gd name="connsiteY1334" fmla="*/ 172082 h 442564"/>
              <a:gd name="connsiteX1335" fmla="*/ 1686516 w 1967341"/>
              <a:gd name="connsiteY1335" fmla="*/ 175351 h 442564"/>
              <a:gd name="connsiteX1336" fmla="*/ 1677699 w 1967341"/>
              <a:gd name="connsiteY1336" fmla="*/ 176491 h 442564"/>
              <a:gd name="connsiteX1337" fmla="*/ 1664166 w 1967341"/>
              <a:gd name="connsiteY1337" fmla="*/ 181661 h 442564"/>
              <a:gd name="connsiteX1338" fmla="*/ 1659681 w 1967341"/>
              <a:gd name="connsiteY1338" fmla="*/ 188198 h 442564"/>
              <a:gd name="connsiteX1339" fmla="*/ 1661277 w 1967341"/>
              <a:gd name="connsiteY1339" fmla="*/ 198689 h 442564"/>
              <a:gd name="connsiteX1340" fmla="*/ 1683628 w 1967341"/>
              <a:gd name="connsiteY1340" fmla="*/ 221495 h 442564"/>
              <a:gd name="connsiteX1341" fmla="*/ 1700124 w 1967341"/>
              <a:gd name="connsiteY1341" fmla="*/ 240120 h 442564"/>
              <a:gd name="connsiteX1342" fmla="*/ 1717077 w 1967341"/>
              <a:gd name="connsiteY1342" fmla="*/ 251751 h 442564"/>
              <a:gd name="connsiteX1343" fmla="*/ 1726807 w 1967341"/>
              <a:gd name="connsiteY1343" fmla="*/ 255553 h 442564"/>
              <a:gd name="connsiteX1344" fmla="*/ 1734410 w 1967341"/>
              <a:gd name="connsiteY1344" fmla="*/ 260342 h 442564"/>
              <a:gd name="connsiteX1345" fmla="*/ 1751210 w 1967341"/>
              <a:gd name="connsiteY1345" fmla="*/ 266576 h 442564"/>
              <a:gd name="connsiteX1346" fmla="*/ 1756987 w 1967341"/>
              <a:gd name="connsiteY1346" fmla="*/ 269236 h 442564"/>
              <a:gd name="connsiteX1347" fmla="*/ 1756379 w 1967341"/>
              <a:gd name="connsiteY1347" fmla="*/ 269996 h 442564"/>
              <a:gd name="connsiteX1348" fmla="*/ 1754555 w 1967341"/>
              <a:gd name="connsiteY1348" fmla="*/ 274406 h 442564"/>
              <a:gd name="connsiteX1349" fmla="*/ 1753719 w 1967341"/>
              <a:gd name="connsiteY1349" fmla="*/ 280639 h 442564"/>
              <a:gd name="connsiteX1350" fmla="*/ 1744064 w 1967341"/>
              <a:gd name="connsiteY1350" fmla="*/ 285657 h 442564"/>
              <a:gd name="connsiteX1351" fmla="*/ 1740111 w 1967341"/>
              <a:gd name="connsiteY1351" fmla="*/ 288926 h 442564"/>
              <a:gd name="connsiteX1352" fmla="*/ 1736157 w 1967341"/>
              <a:gd name="connsiteY1352" fmla="*/ 289762 h 442564"/>
              <a:gd name="connsiteX1353" fmla="*/ 1727263 w 1967341"/>
              <a:gd name="connsiteY1353" fmla="*/ 289230 h 442564"/>
              <a:gd name="connsiteX1354" fmla="*/ 1718065 w 1967341"/>
              <a:gd name="connsiteY1354" fmla="*/ 289230 h 442564"/>
              <a:gd name="connsiteX1355" fmla="*/ 1710006 w 1967341"/>
              <a:gd name="connsiteY1355" fmla="*/ 287710 h 442564"/>
              <a:gd name="connsiteX1356" fmla="*/ 1697387 w 1967341"/>
              <a:gd name="connsiteY1356" fmla="*/ 285961 h 442564"/>
              <a:gd name="connsiteX1357" fmla="*/ 1690242 w 1967341"/>
              <a:gd name="connsiteY1357" fmla="*/ 281020 h 442564"/>
              <a:gd name="connsiteX1358" fmla="*/ 1679295 w 1967341"/>
              <a:gd name="connsiteY1358" fmla="*/ 261482 h 442564"/>
              <a:gd name="connsiteX1359" fmla="*/ 1666903 w 1967341"/>
              <a:gd name="connsiteY1359" fmla="*/ 245746 h 442564"/>
              <a:gd name="connsiteX1360" fmla="*/ 1659301 w 1967341"/>
              <a:gd name="connsiteY1360" fmla="*/ 237155 h 442564"/>
              <a:gd name="connsiteX1361" fmla="*/ 1642044 w 1967341"/>
              <a:gd name="connsiteY1361" fmla="*/ 221951 h 442564"/>
              <a:gd name="connsiteX1362" fmla="*/ 1630109 w 1967341"/>
              <a:gd name="connsiteY1362" fmla="*/ 240045 h 442564"/>
              <a:gd name="connsiteX1363" fmla="*/ 1612852 w 1967341"/>
              <a:gd name="connsiteY1363" fmla="*/ 256921 h 442564"/>
              <a:gd name="connsiteX1364" fmla="*/ 1595140 w 1967341"/>
              <a:gd name="connsiteY1364" fmla="*/ 267716 h 442564"/>
              <a:gd name="connsiteX1365" fmla="*/ 1581988 w 1967341"/>
              <a:gd name="connsiteY1365" fmla="*/ 274862 h 442564"/>
              <a:gd name="connsiteX1366" fmla="*/ 1569901 w 1967341"/>
              <a:gd name="connsiteY1366" fmla="*/ 277979 h 442564"/>
              <a:gd name="connsiteX1367" fmla="*/ 1563287 w 1967341"/>
              <a:gd name="connsiteY1367" fmla="*/ 279195 h 442564"/>
              <a:gd name="connsiteX1368" fmla="*/ 1558801 w 1967341"/>
              <a:gd name="connsiteY1368" fmla="*/ 275318 h 442564"/>
              <a:gd name="connsiteX1369" fmla="*/ 1555381 w 1967341"/>
              <a:gd name="connsiteY1369" fmla="*/ 268476 h 442564"/>
              <a:gd name="connsiteX1370" fmla="*/ 1549603 w 1967341"/>
              <a:gd name="connsiteY1370" fmla="*/ 266500 h 442564"/>
              <a:gd name="connsiteX1371" fmla="*/ 1553328 w 1967341"/>
              <a:gd name="connsiteY1371" fmla="*/ 262167 h 442564"/>
              <a:gd name="connsiteX1372" fmla="*/ 1561842 w 1967341"/>
              <a:gd name="connsiteY1372" fmla="*/ 257149 h 442564"/>
              <a:gd name="connsiteX1373" fmla="*/ 1567696 w 1967341"/>
              <a:gd name="connsiteY1373" fmla="*/ 252816 h 442564"/>
              <a:gd name="connsiteX1374" fmla="*/ 1571802 w 1967341"/>
              <a:gd name="connsiteY1374" fmla="*/ 250992 h 442564"/>
              <a:gd name="connsiteX1375" fmla="*/ 1599169 w 1967341"/>
              <a:gd name="connsiteY1375" fmla="*/ 224765 h 442564"/>
              <a:gd name="connsiteX1376" fmla="*/ 1609736 w 1967341"/>
              <a:gd name="connsiteY1376" fmla="*/ 206215 h 442564"/>
              <a:gd name="connsiteX1377" fmla="*/ 1611940 w 1967341"/>
              <a:gd name="connsiteY1377" fmla="*/ 198613 h 442564"/>
              <a:gd name="connsiteX1378" fmla="*/ 1606467 w 1967341"/>
              <a:gd name="connsiteY1378" fmla="*/ 198613 h 442564"/>
              <a:gd name="connsiteX1379" fmla="*/ 1602285 w 1967341"/>
              <a:gd name="connsiteY1379" fmla="*/ 198613 h 442564"/>
              <a:gd name="connsiteX1380" fmla="*/ 1596660 w 1967341"/>
              <a:gd name="connsiteY1380" fmla="*/ 200134 h 442564"/>
              <a:gd name="connsiteX1381" fmla="*/ 1591262 w 1967341"/>
              <a:gd name="connsiteY1381" fmla="*/ 200134 h 442564"/>
              <a:gd name="connsiteX1382" fmla="*/ 1582976 w 1967341"/>
              <a:gd name="connsiteY1382" fmla="*/ 196257 h 442564"/>
              <a:gd name="connsiteX1383" fmla="*/ 1573321 w 1967341"/>
              <a:gd name="connsiteY1383" fmla="*/ 184245 h 442564"/>
              <a:gd name="connsiteX1384" fmla="*/ 1575906 w 1967341"/>
              <a:gd name="connsiteY1384" fmla="*/ 176643 h 442564"/>
              <a:gd name="connsiteX1385" fmla="*/ 1580468 w 1967341"/>
              <a:gd name="connsiteY1385" fmla="*/ 171930 h 442564"/>
              <a:gd name="connsiteX1386" fmla="*/ 1586245 w 1967341"/>
              <a:gd name="connsiteY1386" fmla="*/ 169726 h 442564"/>
              <a:gd name="connsiteX1387" fmla="*/ 1591110 w 1967341"/>
              <a:gd name="connsiteY1387" fmla="*/ 166532 h 442564"/>
              <a:gd name="connsiteX1388" fmla="*/ 1602970 w 1967341"/>
              <a:gd name="connsiteY1388" fmla="*/ 166532 h 442564"/>
              <a:gd name="connsiteX1389" fmla="*/ 1622507 w 1967341"/>
              <a:gd name="connsiteY1389" fmla="*/ 159614 h 442564"/>
              <a:gd name="connsiteX1390" fmla="*/ 1626232 w 1967341"/>
              <a:gd name="connsiteY1390" fmla="*/ 141597 h 442564"/>
              <a:gd name="connsiteX1391" fmla="*/ 1627524 w 1967341"/>
              <a:gd name="connsiteY1391" fmla="*/ 130195 h 442564"/>
              <a:gd name="connsiteX1392" fmla="*/ 1626993 w 1967341"/>
              <a:gd name="connsiteY1392" fmla="*/ 120387 h 442564"/>
              <a:gd name="connsiteX1393" fmla="*/ 1630033 w 1967341"/>
              <a:gd name="connsiteY1393" fmla="*/ 116891 h 442564"/>
              <a:gd name="connsiteX1394" fmla="*/ 1637635 w 1967341"/>
              <a:gd name="connsiteY1394" fmla="*/ 117499 h 442564"/>
              <a:gd name="connsiteX1395" fmla="*/ 1643565 w 1967341"/>
              <a:gd name="connsiteY1395" fmla="*/ 115599 h 442564"/>
              <a:gd name="connsiteX1396" fmla="*/ 591286 w 1967341"/>
              <a:gd name="connsiteY1396" fmla="*/ 113166 h 442564"/>
              <a:gd name="connsiteX1397" fmla="*/ 596911 w 1967341"/>
              <a:gd name="connsiteY1397" fmla="*/ 116283 h 442564"/>
              <a:gd name="connsiteX1398" fmla="*/ 605881 w 1967341"/>
              <a:gd name="connsiteY1398" fmla="*/ 117271 h 442564"/>
              <a:gd name="connsiteX1399" fmla="*/ 615004 w 1967341"/>
              <a:gd name="connsiteY1399" fmla="*/ 117271 h 442564"/>
              <a:gd name="connsiteX1400" fmla="*/ 620933 w 1967341"/>
              <a:gd name="connsiteY1400" fmla="*/ 118792 h 442564"/>
              <a:gd name="connsiteX1401" fmla="*/ 626179 w 1967341"/>
              <a:gd name="connsiteY1401" fmla="*/ 121300 h 442564"/>
              <a:gd name="connsiteX1402" fmla="*/ 631804 w 1967341"/>
              <a:gd name="connsiteY1402" fmla="*/ 130043 h 442564"/>
              <a:gd name="connsiteX1403" fmla="*/ 630816 w 1967341"/>
              <a:gd name="connsiteY1403" fmla="*/ 130423 h 442564"/>
              <a:gd name="connsiteX1404" fmla="*/ 630360 w 1967341"/>
              <a:gd name="connsiteY1404" fmla="*/ 136200 h 442564"/>
              <a:gd name="connsiteX1405" fmla="*/ 630360 w 1967341"/>
              <a:gd name="connsiteY1405" fmla="*/ 145019 h 442564"/>
              <a:gd name="connsiteX1406" fmla="*/ 625874 w 1967341"/>
              <a:gd name="connsiteY1406" fmla="*/ 154598 h 442564"/>
              <a:gd name="connsiteX1407" fmla="*/ 624582 w 1967341"/>
              <a:gd name="connsiteY1407" fmla="*/ 164480 h 442564"/>
              <a:gd name="connsiteX1408" fmla="*/ 623594 w 1967341"/>
              <a:gd name="connsiteY1408" fmla="*/ 182421 h 442564"/>
              <a:gd name="connsiteX1409" fmla="*/ 621997 w 1967341"/>
              <a:gd name="connsiteY1409" fmla="*/ 193368 h 442564"/>
              <a:gd name="connsiteX1410" fmla="*/ 621313 w 1967341"/>
              <a:gd name="connsiteY1410" fmla="*/ 202642 h 442564"/>
              <a:gd name="connsiteX1411" fmla="*/ 623442 w 1967341"/>
              <a:gd name="connsiteY1411" fmla="*/ 208952 h 442564"/>
              <a:gd name="connsiteX1412" fmla="*/ 624050 w 1967341"/>
              <a:gd name="connsiteY1412" fmla="*/ 212601 h 442564"/>
              <a:gd name="connsiteX1413" fmla="*/ 625266 w 1967341"/>
              <a:gd name="connsiteY1413" fmla="*/ 218303 h 442564"/>
              <a:gd name="connsiteX1414" fmla="*/ 621846 w 1967341"/>
              <a:gd name="connsiteY1414" fmla="*/ 230542 h 442564"/>
              <a:gd name="connsiteX1415" fmla="*/ 617513 w 1967341"/>
              <a:gd name="connsiteY1415" fmla="*/ 237232 h 442564"/>
              <a:gd name="connsiteX1416" fmla="*/ 604589 w 1967341"/>
              <a:gd name="connsiteY1416" fmla="*/ 244834 h 442564"/>
              <a:gd name="connsiteX1417" fmla="*/ 593262 w 1967341"/>
              <a:gd name="connsiteY1417" fmla="*/ 255553 h 442564"/>
              <a:gd name="connsiteX1418" fmla="*/ 581327 w 1967341"/>
              <a:gd name="connsiteY1418" fmla="*/ 260950 h 442564"/>
              <a:gd name="connsiteX1419" fmla="*/ 566123 w 1967341"/>
              <a:gd name="connsiteY1419" fmla="*/ 269997 h 442564"/>
              <a:gd name="connsiteX1420" fmla="*/ 556772 w 1967341"/>
              <a:gd name="connsiteY1420" fmla="*/ 273950 h 442564"/>
              <a:gd name="connsiteX1421" fmla="*/ 542176 w 1967341"/>
              <a:gd name="connsiteY1421" fmla="*/ 284441 h 442564"/>
              <a:gd name="connsiteX1422" fmla="*/ 532825 w 1967341"/>
              <a:gd name="connsiteY1422" fmla="*/ 276003 h 442564"/>
              <a:gd name="connsiteX1423" fmla="*/ 526820 w 1967341"/>
              <a:gd name="connsiteY1423" fmla="*/ 271366 h 442564"/>
              <a:gd name="connsiteX1424" fmla="*/ 525147 w 1967341"/>
              <a:gd name="connsiteY1424" fmla="*/ 263764 h 442564"/>
              <a:gd name="connsiteX1425" fmla="*/ 523019 w 1967341"/>
              <a:gd name="connsiteY1425" fmla="*/ 257150 h 442564"/>
              <a:gd name="connsiteX1426" fmla="*/ 526668 w 1967341"/>
              <a:gd name="connsiteY1426" fmla="*/ 252132 h 442564"/>
              <a:gd name="connsiteX1427" fmla="*/ 532294 w 1967341"/>
              <a:gd name="connsiteY1427" fmla="*/ 251600 h 442564"/>
              <a:gd name="connsiteX1428" fmla="*/ 541035 w 1967341"/>
              <a:gd name="connsiteY1428" fmla="*/ 246430 h 442564"/>
              <a:gd name="connsiteX1429" fmla="*/ 550386 w 1967341"/>
              <a:gd name="connsiteY1429" fmla="*/ 242858 h 442564"/>
              <a:gd name="connsiteX1430" fmla="*/ 566578 w 1967341"/>
              <a:gd name="connsiteY1430" fmla="*/ 233887 h 442564"/>
              <a:gd name="connsiteX1431" fmla="*/ 574180 w 1967341"/>
              <a:gd name="connsiteY1431" fmla="*/ 226285 h 442564"/>
              <a:gd name="connsiteX1432" fmla="*/ 573725 w 1967341"/>
              <a:gd name="connsiteY1432" fmla="*/ 209105 h 442564"/>
              <a:gd name="connsiteX1433" fmla="*/ 569696 w 1967341"/>
              <a:gd name="connsiteY1433" fmla="*/ 206672 h 442564"/>
              <a:gd name="connsiteX1434" fmla="*/ 562094 w 1967341"/>
              <a:gd name="connsiteY1434" fmla="*/ 207660 h 442564"/>
              <a:gd name="connsiteX1435" fmla="*/ 554947 w 1967341"/>
              <a:gd name="connsiteY1435" fmla="*/ 210244 h 442564"/>
              <a:gd name="connsiteX1436" fmla="*/ 549550 w 1967341"/>
              <a:gd name="connsiteY1436" fmla="*/ 210929 h 442564"/>
              <a:gd name="connsiteX1437" fmla="*/ 546053 w 1967341"/>
              <a:gd name="connsiteY1437" fmla="*/ 207964 h 442564"/>
              <a:gd name="connsiteX1438" fmla="*/ 544457 w 1967341"/>
              <a:gd name="connsiteY1438" fmla="*/ 199146 h 442564"/>
              <a:gd name="connsiteX1439" fmla="*/ 542936 w 1967341"/>
              <a:gd name="connsiteY1439" fmla="*/ 192988 h 442564"/>
              <a:gd name="connsiteX1440" fmla="*/ 543620 w 1967341"/>
              <a:gd name="connsiteY1440" fmla="*/ 180521 h 442564"/>
              <a:gd name="connsiteX1441" fmla="*/ 551223 w 1967341"/>
              <a:gd name="connsiteY1441" fmla="*/ 173299 h 442564"/>
              <a:gd name="connsiteX1442" fmla="*/ 561333 w 1967341"/>
              <a:gd name="connsiteY1442" fmla="*/ 170106 h 442564"/>
              <a:gd name="connsiteX1443" fmla="*/ 568935 w 1967341"/>
              <a:gd name="connsiteY1443" fmla="*/ 169574 h 442564"/>
              <a:gd name="connsiteX1444" fmla="*/ 579122 w 1967341"/>
              <a:gd name="connsiteY1444" fmla="*/ 164937 h 442564"/>
              <a:gd name="connsiteX1445" fmla="*/ 584063 w 1967341"/>
              <a:gd name="connsiteY1445" fmla="*/ 155662 h 442564"/>
              <a:gd name="connsiteX1446" fmla="*/ 587180 w 1967341"/>
              <a:gd name="connsiteY1446" fmla="*/ 135668 h 442564"/>
              <a:gd name="connsiteX1447" fmla="*/ 582087 w 1967341"/>
              <a:gd name="connsiteY1447" fmla="*/ 122745 h 442564"/>
              <a:gd name="connsiteX1448" fmla="*/ 582087 w 1967341"/>
              <a:gd name="connsiteY1448" fmla="*/ 119096 h 442564"/>
              <a:gd name="connsiteX1449" fmla="*/ 587788 w 1967341"/>
              <a:gd name="connsiteY1449" fmla="*/ 114686 h 442564"/>
              <a:gd name="connsiteX1450" fmla="*/ 591286 w 1967341"/>
              <a:gd name="connsiteY1450" fmla="*/ 113166 h 442564"/>
              <a:gd name="connsiteX1451" fmla="*/ 699235 w 1967341"/>
              <a:gd name="connsiteY1451" fmla="*/ 103055 h 442564"/>
              <a:gd name="connsiteX1452" fmla="*/ 704784 w 1967341"/>
              <a:gd name="connsiteY1452" fmla="*/ 106325 h 442564"/>
              <a:gd name="connsiteX1453" fmla="*/ 709421 w 1967341"/>
              <a:gd name="connsiteY1453" fmla="*/ 107388 h 442564"/>
              <a:gd name="connsiteX1454" fmla="*/ 712994 w 1967341"/>
              <a:gd name="connsiteY1454" fmla="*/ 111417 h 442564"/>
              <a:gd name="connsiteX1455" fmla="*/ 715883 w 1967341"/>
              <a:gd name="connsiteY1455" fmla="*/ 122593 h 442564"/>
              <a:gd name="connsiteX1456" fmla="*/ 707597 w 1967341"/>
              <a:gd name="connsiteY1456" fmla="*/ 137797 h 442564"/>
              <a:gd name="connsiteX1457" fmla="*/ 706000 w 1967341"/>
              <a:gd name="connsiteY1457" fmla="*/ 145399 h 442564"/>
              <a:gd name="connsiteX1458" fmla="*/ 712842 w 1967341"/>
              <a:gd name="connsiteY1458" fmla="*/ 147756 h 442564"/>
              <a:gd name="connsiteX1459" fmla="*/ 719684 w 1967341"/>
              <a:gd name="connsiteY1459" fmla="*/ 143878 h 442564"/>
              <a:gd name="connsiteX1460" fmla="*/ 730707 w 1967341"/>
              <a:gd name="connsiteY1460" fmla="*/ 147756 h 442564"/>
              <a:gd name="connsiteX1461" fmla="*/ 736864 w 1967341"/>
              <a:gd name="connsiteY1461" fmla="*/ 159235 h 442564"/>
              <a:gd name="connsiteX1462" fmla="*/ 738157 w 1967341"/>
              <a:gd name="connsiteY1462" fmla="*/ 167445 h 442564"/>
              <a:gd name="connsiteX1463" fmla="*/ 734432 w 1967341"/>
              <a:gd name="connsiteY1463" fmla="*/ 171702 h 442564"/>
              <a:gd name="connsiteX1464" fmla="*/ 726830 w 1967341"/>
              <a:gd name="connsiteY1464" fmla="*/ 173678 h 442564"/>
              <a:gd name="connsiteX1465" fmla="*/ 720216 w 1967341"/>
              <a:gd name="connsiteY1465" fmla="*/ 178315 h 442564"/>
              <a:gd name="connsiteX1466" fmla="*/ 710942 w 1967341"/>
              <a:gd name="connsiteY1466" fmla="*/ 183485 h 442564"/>
              <a:gd name="connsiteX1467" fmla="*/ 696194 w 1967341"/>
              <a:gd name="connsiteY1467" fmla="*/ 190631 h 442564"/>
              <a:gd name="connsiteX1468" fmla="*/ 691100 w 1967341"/>
              <a:gd name="connsiteY1468" fmla="*/ 206899 h 442564"/>
              <a:gd name="connsiteX1469" fmla="*/ 691633 w 1967341"/>
              <a:gd name="connsiteY1469" fmla="*/ 214501 h 442564"/>
              <a:gd name="connsiteX1470" fmla="*/ 695737 w 1967341"/>
              <a:gd name="connsiteY1470" fmla="*/ 227958 h 442564"/>
              <a:gd name="connsiteX1471" fmla="*/ 706988 w 1967341"/>
              <a:gd name="connsiteY1471" fmla="*/ 232974 h 442564"/>
              <a:gd name="connsiteX1472" fmla="*/ 715047 w 1967341"/>
              <a:gd name="connsiteY1472" fmla="*/ 234039 h 442564"/>
              <a:gd name="connsiteX1473" fmla="*/ 720748 w 1967341"/>
              <a:gd name="connsiteY1473" fmla="*/ 235255 h 442564"/>
              <a:gd name="connsiteX1474" fmla="*/ 726374 w 1967341"/>
              <a:gd name="connsiteY1474" fmla="*/ 237460 h 442564"/>
              <a:gd name="connsiteX1475" fmla="*/ 735192 w 1967341"/>
              <a:gd name="connsiteY1475" fmla="*/ 238372 h 442564"/>
              <a:gd name="connsiteX1476" fmla="*/ 735572 w 1967341"/>
              <a:gd name="connsiteY1476" fmla="*/ 238524 h 442564"/>
              <a:gd name="connsiteX1477" fmla="*/ 740513 w 1967341"/>
              <a:gd name="connsiteY1477" fmla="*/ 249851 h 442564"/>
              <a:gd name="connsiteX1478" fmla="*/ 736105 w 1967341"/>
              <a:gd name="connsiteY1478" fmla="*/ 262470 h 442564"/>
              <a:gd name="connsiteX1479" fmla="*/ 732456 w 1967341"/>
              <a:gd name="connsiteY1479" fmla="*/ 270757 h 442564"/>
              <a:gd name="connsiteX1480" fmla="*/ 722953 w 1967341"/>
              <a:gd name="connsiteY1480" fmla="*/ 272201 h 442564"/>
              <a:gd name="connsiteX1481" fmla="*/ 713602 w 1967341"/>
              <a:gd name="connsiteY1481" fmla="*/ 274405 h 442564"/>
              <a:gd name="connsiteX1482" fmla="*/ 707064 w 1967341"/>
              <a:gd name="connsiteY1482" fmla="*/ 271593 h 442564"/>
              <a:gd name="connsiteX1483" fmla="*/ 696954 w 1967341"/>
              <a:gd name="connsiteY1483" fmla="*/ 270605 h 442564"/>
              <a:gd name="connsiteX1484" fmla="*/ 686995 w 1967341"/>
              <a:gd name="connsiteY1484" fmla="*/ 270605 h 442564"/>
              <a:gd name="connsiteX1485" fmla="*/ 678557 w 1967341"/>
              <a:gd name="connsiteY1485" fmla="*/ 268172 h 442564"/>
              <a:gd name="connsiteX1486" fmla="*/ 666241 w 1967341"/>
              <a:gd name="connsiteY1486" fmla="*/ 267488 h 442564"/>
              <a:gd name="connsiteX1487" fmla="*/ 660008 w 1967341"/>
              <a:gd name="connsiteY1487" fmla="*/ 264067 h 442564"/>
              <a:gd name="connsiteX1488" fmla="*/ 654231 w 1967341"/>
              <a:gd name="connsiteY1488" fmla="*/ 254793 h 442564"/>
              <a:gd name="connsiteX1489" fmla="*/ 653470 w 1967341"/>
              <a:gd name="connsiteY1489" fmla="*/ 243997 h 442564"/>
              <a:gd name="connsiteX1490" fmla="*/ 650809 w 1967341"/>
              <a:gd name="connsiteY1490" fmla="*/ 231150 h 442564"/>
              <a:gd name="connsiteX1491" fmla="*/ 650277 w 1967341"/>
              <a:gd name="connsiteY1491" fmla="*/ 223092 h 442564"/>
              <a:gd name="connsiteX1492" fmla="*/ 649289 w 1967341"/>
              <a:gd name="connsiteY1492" fmla="*/ 215490 h 442564"/>
              <a:gd name="connsiteX1493" fmla="*/ 648072 w 1967341"/>
              <a:gd name="connsiteY1493" fmla="*/ 203555 h 442564"/>
              <a:gd name="connsiteX1494" fmla="*/ 651265 w 1967341"/>
              <a:gd name="connsiteY1494" fmla="*/ 184321 h 442564"/>
              <a:gd name="connsiteX1495" fmla="*/ 653926 w 1967341"/>
              <a:gd name="connsiteY1495" fmla="*/ 178315 h 442564"/>
              <a:gd name="connsiteX1496" fmla="*/ 656207 w 1967341"/>
              <a:gd name="connsiteY1496" fmla="*/ 168433 h 442564"/>
              <a:gd name="connsiteX1497" fmla="*/ 658335 w 1967341"/>
              <a:gd name="connsiteY1497" fmla="*/ 158323 h 442564"/>
              <a:gd name="connsiteX1498" fmla="*/ 659248 w 1967341"/>
              <a:gd name="connsiteY1498" fmla="*/ 142586 h 442564"/>
              <a:gd name="connsiteX1499" fmla="*/ 661528 w 1967341"/>
              <a:gd name="connsiteY1499" fmla="*/ 133007 h 442564"/>
              <a:gd name="connsiteX1500" fmla="*/ 664798 w 1967341"/>
              <a:gd name="connsiteY1500" fmla="*/ 117803 h 442564"/>
              <a:gd name="connsiteX1501" fmla="*/ 665177 w 1967341"/>
              <a:gd name="connsiteY1501" fmla="*/ 107388 h 442564"/>
              <a:gd name="connsiteX1502" fmla="*/ 671183 w 1967341"/>
              <a:gd name="connsiteY1502" fmla="*/ 103131 h 442564"/>
              <a:gd name="connsiteX1503" fmla="*/ 678785 w 1967341"/>
              <a:gd name="connsiteY1503" fmla="*/ 104728 h 442564"/>
              <a:gd name="connsiteX1504" fmla="*/ 685551 w 1967341"/>
              <a:gd name="connsiteY1504" fmla="*/ 103284 h 442564"/>
              <a:gd name="connsiteX1505" fmla="*/ 691633 w 1967341"/>
              <a:gd name="connsiteY1505" fmla="*/ 104500 h 442564"/>
              <a:gd name="connsiteX1506" fmla="*/ 699235 w 1967341"/>
              <a:gd name="connsiteY1506" fmla="*/ 103055 h 442564"/>
              <a:gd name="connsiteX1507" fmla="*/ 221064 w 1967341"/>
              <a:gd name="connsiteY1507" fmla="*/ 102617 h 442564"/>
              <a:gd name="connsiteX1508" fmla="*/ 216703 w 1967341"/>
              <a:gd name="connsiteY1508" fmla="*/ 108788 h 442564"/>
              <a:gd name="connsiteX1509" fmla="*/ 216703 w 1967341"/>
              <a:gd name="connsiteY1509" fmla="*/ 109093 h 442564"/>
              <a:gd name="connsiteX1510" fmla="*/ 213018 w 1967341"/>
              <a:gd name="connsiteY1510" fmla="*/ 128129 h 442564"/>
              <a:gd name="connsiteX1511" fmla="*/ 212735 w 1967341"/>
              <a:gd name="connsiteY1511" fmla="*/ 129547 h 442564"/>
              <a:gd name="connsiteX1512" fmla="*/ 210031 w 1967341"/>
              <a:gd name="connsiteY1512" fmla="*/ 129547 h 442564"/>
              <a:gd name="connsiteX1513" fmla="*/ 143699 w 1967341"/>
              <a:gd name="connsiteY1513" fmla="*/ 119974 h 442564"/>
              <a:gd name="connsiteX1514" fmla="*/ 149477 w 1967341"/>
              <a:gd name="connsiteY1514" fmla="*/ 134213 h 442564"/>
              <a:gd name="connsiteX1515" fmla="*/ 165242 w 1967341"/>
              <a:gd name="connsiteY1515" fmla="*/ 144069 h 442564"/>
              <a:gd name="connsiteX1516" fmla="*/ 166551 w 1967341"/>
              <a:gd name="connsiteY1516" fmla="*/ 144331 h 442564"/>
              <a:gd name="connsiteX1517" fmla="*/ 166551 w 1967341"/>
              <a:gd name="connsiteY1517" fmla="*/ 145661 h 442564"/>
              <a:gd name="connsiteX1518" fmla="*/ 166638 w 1967341"/>
              <a:gd name="connsiteY1518" fmla="*/ 145661 h 442564"/>
              <a:gd name="connsiteX1519" fmla="*/ 172416 w 1967341"/>
              <a:gd name="connsiteY1519" fmla="*/ 157305 h 442564"/>
              <a:gd name="connsiteX1520" fmla="*/ 184606 w 1967341"/>
              <a:gd name="connsiteY1520" fmla="*/ 161165 h 442564"/>
              <a:gd name="connsiteX1521" fmla="*/ 186241 w 1967341"/>
              <a:gd name="connsiteY1521" fmla="*/ 161165 h 442564"/>
              <a:gd name="connsiteX1522" fmla="*/ 187615 w 1967341"/>
              <a:gd name="connsiteY1522" fmla="*/ 160990 h 442564"/>
              <a:gd name="connsiteX1523" fmla="*/ 188095 w 1967341"/>
              <a:gd name="connsiteY1523" fmla="*/ 162277 h 442564"/>
              <a:gd name="connsiteX1524" fmla="*/ 197209 w 1967341"/>
              <a:gd name="connsiteY1524" fmla="*/ 169821 h 442564"/>
              <a:gd name="connsiteX1525" fmla="*/ 201876 w 1967341"/>
              <a:gd name="connsiteY1525" fmla="*/ 170519 h 442564"/>
              <a:gd name="connsiteX1526" fmla="*/ 207916 w 1967341"/>
              <a:gd name="connsiteY1526" fmla="*/ 169473 h 442564"/>
              <a:gd name="connsiteX1527" fmla="*/ 211121 w 1967341"/>
              <a:gd name="connsiteY1527" fmla="*/ 168142 h 442564"/>
              <a:gd name="connsiteX1528" fmla="*/ 206411 w 1967341"/>
              <a:gd name="connsiteY1528" fmla="*/ 187397 h 442564"/>
              <a:gd name="connsiteX1529" fmla="*/ 236067 w 1967341"/>
              <a:gd name="connsiteY1529" fmla="*/ 187397 h 442564"/>
              <a:gd name="connsiteX1530" fmla="*/ 231335 w 1967341"/>
              <a:gd name="connsiteY1530" fmla="*/ 168121 h 442564"/>
              <a:gd name="connsiteX1531" fmla="*/ 234562 w 1967341"/>
              <a:gd name="connsiteY1531" fmla="*/ 169473 h 442564"/>
              <a:gd name="connsiteX1532" fmla="*/ 240580 w 1967341"/>
              <a:gd name="connsiteY1532" fmla="*/ 170519 h 442564"/>
              <a:gd name="connsiteX1533" fmla="*/ 245247 w 1967341"/>
              <a:gd name="connsiteY1533" fmla="*/ 169821 h 442564"/>
              <a:gd name="connsiteX1534" fmla="*/ 254361 w 1967341"/>
              <a:gd name="connsiteY1534" fmla="*/ 162277 h 442564"/>
              <a:gd name="connsiteX1535" fmla="*/ 254841 w 1967341"/>
              <a:gd name="connsiteY1535" fmla="*/ 160990 h 442564"/>
              <a:gd name="connsiteX1536" fmla="*/ 256215 w 1967341"/>
              <a:gd name="connsiteY1536" fmla="*/ 161165 h 442564"/>
              <a:gd name="connsiteX1537" fmla="*/ 257850 w 1967341"/>
              <a:gd name="connsiteY1537" fmla="*/ 161165 h 442564"/>
              <a:gd name="connsiteX1538" fmla="*/ 270040 w 1967341"/>
              <a:gd name="connsiteY1538" fmla="*/ 157305 h 442564"/>
              <a:gd name="connsiteX1539" fmla="*/ 275818 w 1967341"/>
              <a:gd name="connsiteY1539" fmla="*/ 145639 h 442564"/>
              <a:gd name="connsiteX1540" fmla="*/ 275818 w 1967341"/>
              <a:gd name="connsiteY1540" fmla="*/ 144331 h 442564"/>
              <a:gd name="connsiteX1541" fmla="*/ 277126 w 1967341"/>
              <a:gd name="connsiteY1541" fmla="*/ 144069 h 442564"/>
              <a:gd name="connsiteX1542" fmla="*/ 292870 w 1967341"/>
              <a:gd name="connsiteY1542" fmla="*/ 134213 h 442564"/>
              <a:gd name="connsiteX1543" fmla="*/ 298648 w 1967341"/>
              <a:gd name="connsiteY1543" fmla="*/ 119974 h 442564"/>
              <a:gd name="connsiteX1544" fmla="*/ 232381 w 1967341"/>
              <a:gd name="connsiteY1544" fmla="*/ 129547 h 442564"/>
              <a:gd name="connsiteX1545" fmla="*/ 229678 w 1967341"/>
              <a:gd name="connsiteY1545" fmla="*/ 129547 h 442564"/>
              <a:gd name="connsiteX1546" fmla="*/ 229394 w 1967341"/>
              <a:gd name="connsiteY1546" fmla="*/ 128129 h 442564"/>
              <a:gd name="connsiteX1547" fmla="*/ 225709 w 1967341"/>
              <a:gd name="connsiteY1547" fmla="*/ 109093 h 442564"/>
              <a:gd name="connsiteX1548" fmla="*/ 225709 w 1967341"/>
              <a:gd name="connsiteY1548" fmla="*/ 108788 h 442564"/>
              <a:gd name="connsiteX1549" fmla="*/ 221348 w 1967341"/>
              <a:gd name="connsiteY1549" fmla="*/ 102617 h 442564"/>
              <a:gd name="connsiteX1550" fmla="*/ 255365 w 1967341"/>
              <a:gd name="connsiteY1550" fmla="*/ 101854 h 442564"/>
              <a:gd name="connsiteX1551" fmla="*/ 263891 w 1967341"/>
              <a:gd name="connsiteY1551" fmla="*/ 107371 h 442564"/>
              <a:gd name="connsiteX1552" fmla="*/ 253773 w 1967341"/>
              <a:gd name="connsiteY1552" fmla="*/ 107916 h 442564"/>
              <a:gd name="connsiteX1553" fmla="*/ 246228 w 1967341"/>
              <a:gd name="connsiteY1553" fmla="*/ 102421 h 442564"/>
              <a:gd name="connsiteX1554" fmla="*/ 255365 w 1967341"/>
              <a:gd name="connsiteY1554" fmla="*/ 101854 h 442564"/>
              <a:gd name="connsiteX1555" fmla="*/ 1217771 w 1967341"/>
              <a:gd name="connsiteY1555" fmla="*/ 100926 h 442564"/>
              <a:gd name="connsiteX1556" fmla="*/ 1225373 w 1967341"/>
              <a:gd name="connsiteY1556" fmla="*/ 103891 h 442564"/>
              <a:gd name="connsiteX1557" fmla="*/ 1240577 w 1967341"/>
              <a:gd name="connsiteY1557" fmla="*/ 105031 h 442564"/>
              <a:gd name="connsiteX1558" fmla="*/ 1241262 w 1967341"/>
              <a:gd name="connsiteY1558" fmla="*/ 105412 h 442564"/>
              <a:gd name="connsiteX1559" fmla="*/ 1243846 w 1967341"/>
              <a:gd name="connsiteY1559" fmla="*/ 111645 h 442564"/>
              <a:gd name="connsiteX1560" fmla="*/ 1249092 w 1967341"/>
              <a:gd name="connsiteY1560" fmla="*/ 122288 h 442564"/>
              <a:gd name="connsiteX1561" fmla="*/ 1244835 w 1967341"/>
              <a:gd name="connsiteY1561" fmla="*/ 131335 h 442564"/>
              <a:gd name="connsiteX1562" fmla="*/ 1242858 w 1967341"/>
              <a:gd name="connsiteY1562" fmla="*/ 139697 h 442564"/>
              <a:gd name="connsiteX1563" fmla="*/ 1235256 w 1967341"/>
              <a:gd name="connsiteY1563" fmla="*/ 153153 h 442564"/>
              <a:gd name="connsiteX1564" fmla="*/ 1228414 w 1967341"/>
              <a:gd name="connsiteY1564" fmla="*/ 160755 h 442564"/>
              <a:gd name="connsiteX1565" fmla="*/ 1213210 w 1967341"/>
              <a:gd name="connsiteY1565" fmla="*/ 192531 h 442564"/>
              <a:gd name="connsiteX1566" fmla="*/ 1208117 w 1967341"/>
              <a:gd name="connsiteY1566" fmla="*/ 197625 h 442564"/>
              <a:gd name="connsiteX1567" fmla="*/ 1201883 w 1967341"/>
              <a:gd name="connsiteY1567" fmla="*/ 197625 h 442564"/>
              <a:gd name="connsiteX1568" fmla="*/ 1195345 w 1967341"/>
              <a:gd name="connsiteY1568" fmla="*/ 199753 h 442564"/>
              <a:gd name="connsiteX1569" fmla="*/ 1185615 w 1967341"/>
              <a:gd name="connsiteY1569" fmla="*/ 202718 h 442564"/>
              <a:gd name="connsiteX1570" fmla="*/ 1185615 w 1967341"/>
              <a:gd name="connsiteY1570" fmla="*/ 210320 h 442564"/>
              <a:gd name="connsiteX1571" fmla="*/ 1193216 w 1967341"/>
              <a:gd name="connsiteY1571" fmla="*/ 208952 h 442564"/>
              <a:gd name="connsiteX1572" fmla="*/ 1199146 w 1967341"/>
              <a:gd name="connsiteY1572" fmla="*/ 206215 h 442564"/>
              <a:gd name="connsiteX1573" fmla="*/ 1207357 w 1967341"/>
              <a:gd name="connsiteY1573" fmla="*/ 208800 h 442564"/>
              <a:gd name="connsiteX1574" fmla="*/ 1210626 w 1967341"/>
              <a:gd name="connsiteY1574" fmla="*/ 212601 h 442564"/>
              <a:gd name="connsiteX1575" fmla="*/ 1212754 w 1967341"/>
              <a:gd name="connsiteY1575" fmla="*/ 222939 h 442564"/>
              <a:gd name="connsiteX1576" fmla="*/ 1211462 w 1967341"/>
              <a:gd name="connsiteY1576" fmla="*/ 227197 h 442564"/>
              <a:gd name="connsiteX1577" fmla="*/ 1203860 w 1967341"/>
              <a:gd name="connsiteY1577" fmla="*/ 232442 h 442564"/>
              <a:gd name="connsiteX1578" fmla="*/ 1195345 w 1967341"/>
              <a:gd name="connsiteY1578" fmla="*/ 235559 h 442564"/>
              <a:gd name="connsiteX1579" fmla="*/ 1192685 w 1967341"/>
              <a:gd name="connsiteY1579" fmla="*/ 240500 h 442564"/>
              <a:gd name="connsiteX1580" fmla="*/ 1196790 w 1967341"/>
              <a:gd name="connsiteY1580" fmla="*/ 243769 h 442564"/>
              <a:gd name="connsiteX1581" fmla="*/ 1208117 w 1967341"/>
              <a:gd name="connsiteY1581" fmla="*/ 241641 h 442564"/>
              <a:gd name="connsiteX1582" fmla="*/ 1216632 w 1967341"/>
              <a:gd name="connsiteY1582" fmla="*/ 241641 h 442564"/>
              <a:gd name="connsiteX1583" fmla="*/ 1227122 w 1967341"/>
              <a:gd name="connsiteY1583" fmla="*/ 239512 h 442564"/>
              <a:gd name="connsiteX1584" fmla="*/ 1236320 w 1967341"/>
              <a:gd name="connsiteY1584" fmla="*/ 239512 h 442564"/>
              <a:gd name="connsiteX1585" fmla="*/ 1243922 w 1967341"/>
              <a:gd name="connsiteY1585" fmla="*/ 251447 h 442564"/>
              <a:gd name="connsiteX1586" fmla="*/ 1230467 w 1967341"/>
              <a:gd name="connsiteY1586" fmla="*/ 270833 h 442564"/>
              <a:gd name="connsiteX1587" fmla="*/ 1218228 w 1967341"/>
              <a:gd name="connsiteY1587" fmla="*/ 268704 h 442564"/>
              <a:gd name="connsiteX1588" fmla="*/ 1198006 w 1967341"/>
              <a:gd name="connsiteY1588" fmla="*/ 269540 h 442564"/>
              <a:gd name="connsiteX1589" fmla="*/ 1186983 w 1967341"/>
              <a:gd name="connsiteY1589" fmla="*/ 268856 h 442564"/>
              <a:gd name="connsiteX1590" fmla="*/ 1177328 w 1967341"/>
              <a:gd name="connsiteY1590" fmla="*/ 269845 h 442564"/>
              <a:gd name="connsiteX1591" fmla="*/ 1166534 w 1967341"/>
              <a:gd name="connsiteY1591" fmla="*/ 271669 h 442564"/>
              <a:gd name="connsiteX1592" fmla="*/ 1153382 w 1967341"/>
              <a:gd name="connsiteY1592" fmla="*/ 274254 h 442564"/>
              <a:gd name="connsiteX1593" fmla="*/ 1139775 w 1967341"/>
              <a:gd name="connsiteY1593" fmla="*/ 275621 h 442564"/>
              <a:gd name="connsiteX1594" fmla="*/ 1125787 w 1967341"/>
              <a:gd name="connsiteY1594" fmla="*/ 279879 h 442564"/>
              <a:gd name="connsiteX1595" fmla="*/ 1116968 w 1967341"/>
              <a:gd name="connsiteY1595" fmla="*/ 275242 h 442564"/>
              <a:gd name="connsiteX1596" fmla="*/ 1114992 w 1967341"/>
              <a:gd name="connsiteY1596" fmla="*/ 263458 h 442564"/>
              <a:gd name="connsiteX1597" fmla="*/ 1115447 w 1967341"/>
              <a:gd name="connsiteY1597" fmla="*/ 258061 h 442564"/>
              <a:gd name="connsiteX1598" fmla="*/ 1118412 w 1967341"/>
              <a:gd name="connsiteY1598" fmla="*/ 251827 h 442564"/>
              <a:gd name="connsiteX1599" fmla="*/ 1121681 w 1967341"/>
              <a:gd name="connsiteY1599" fmla="*/ 249167 h 442564"/>
              <a:gd name="connsiteX1600" fmla="*/ 1125787 w 1967341"/>
              <a:gd name="connsiteY1600" fmla="*/ 251143 h 442564"/>
              <a:gd name="connsiteX1601" fmla="*/ 1137798 w 1967341"/>
              <a:gd name="connsiteY1601" fmla="*/ 247039 h 442564"/>
              <a:gd name="connsiteX1602" fmla="*/ 1153003 w 1967341"/>
              <a:gd name="connsiteY1602" fmla="*/ 240349 h 442564"/>
              <a:gd name="connsiteX1603" fmla="*/ 1150493 w 1967341"/>
              <a:gd name="connsiteY1603" fmla="*/ 236092 h 442564"/>
              <a:gd name="connsiteX1604" fmla="*/ 1144260 w 1967341"/>
              <a:gd name="connsiteY1604" fmla="*/ 235255 h 442564"/>
              <a:gd name="connsiteX1605" fmla="*/ 1139014 w 1967341"/>
              <a:gd name="connsiteY1605" fmla="*/ 232594 h 442564"/>
              <a:gd name="connsiteX1606" fmla="*/ 1139014 w 1967341"/>
              <a:gd name="connsiteY1606" fmla="*/ 227501 h 442564"/>
              <a:gd name="connsiteX1607" fmla="*/ 1139699 w 1967341"/>
              <a:gd name="connsiteY1607" fmla="*/ 221267 h 442564"/>
              <a:gd name="connsiteX1608" fmla="*/ 1143119 w 1967341"/>
              <a:gd name="connsiteY1608" fmla="*/ 216706 h 442564"/>
              <a:gd name="connsiteX1609" fmla="*/ 1146616 w 1967341"/>
              <a:gd name="connsiteY1609" fmla="*/ 217846 h 442564"/>
              <a:gd name="connsiteX1610" fmla="*/ 1150342 w 1967341"/>
              <a:gd name="connsiteY1610" fmla="*/ 217162 h 442564"/>
              <a:gd name="connsiteX1611" fmla="*/ 1153991 w 1967341"/>
              <a:gd name="connsiteY1611" fmla="*/ 217162 h 442564"/>
              <a:gd name="connsiteX1612" fmla="*/ 1157260 w 1967341"/>
              <a:gd name="connsiteY1612" fmla="*/ 214197 h 442564"/>
              <a:gd name="connsiteX1613" fmla="*/ 1158095 w 1967341"/>
              <a:gd name="connsiteY1613" fmla="*/ 206595 h 442564"/>
              <a:gd name="connsiteX1614" fmla="*/ 1153610 w 1967341"/>
              <a:gd name="connsiteY1614" fmla="*/ 205987 h 442564"/>
              <a:gd name="connsiteX1615" fmla="*/ 1147908 w 1967341"/>
              <a:gd name="connsiteY1615" fmla="*/ 207584 h 442564"/>
              <a:gd name="connsiteX1616" fmla="*/ 1142663 w 1967341"/>
              <a:gd name="connsiteY1616" fmla="*/ 208723 h 442564"/>
              <a:gd name="connsiteX1617" fmla="*/ 1138406 w 1967341"/>
              <a:gd name="connsiteY1617" fmla="*/ 208115 h 442564"/>
              <a:gd name="connsiteX1618" fmla="*/ 1136277 w 1967341"/>
              <a:gd name="connsiteY1618" fmla="*/ 204770 h 442564"/>
              <a:gd name="connsiteX1619" fmla="*/ 1134605 w 1967341"/>
              <a:gd name="connsiteY1619" fmla="*/ 199905 h 442564"/>
              <a:gd name="connsiteX1620" fmla="*/ 1130805 w 1967341"/>
              <a:gd name="connsiteY1620" fmla="*/ 192835 h 442564"/>
              <a:gd name="connsiteX1621" fmla="*/ 1128675 w 1967341"/>
              <a:gd name="connsiteY1621" fmla="*/ 185233 h 442564"/>
              <a:gd name="connsiteX1622" fmla="*/ 1132781 w 1967341"/>
              <a:gd name="connsiteY1622" fmla="*/ 173298 h 442564"/>
              <a:gd name="connsiteX1623" fmla="*/ 1130804 w 1967341"/>
              <a:gd name="connsiteY1623" fmla="*/ 154065 h 442564"/>
              <a:gd name="connsiteX1624" fmla="*/ 1128371 w 1967341"/>
              <a:gd name="connsiteY1624" fmla="*/ 145855 h 442564"/>
              <a:gd name="connsiteX1625" fmla="*/ 1129359 w 1967341"/>
              <a:gd name="connsiteY1625" fmla="*/ 139621 h 442564"/>
              <a:gd name="connsiteX1626" fmla="*/ 1131489 w 1967341"/>
              <a:gd name="connsiteY1626" fmla="*/ 128978 h 442564"/>
              <a:gd name="connsiteX1627" fmla="*/ 1136734 w 1967341"/>
              <a:gd name="connsiteY1627" fmla="*/ 118183 h 442564"/>
              <a:gd name="connsiteX1628" fmla="*/ 1143499 w 1967341"/>
              <a:gd name="connsiteY1628" fmla="*/ 122288 h 442564"/>
              <a:gd name="connsiteX1629" fmla="*/ 1149885 w 1967341"/>
              <a:gd name="connsiteY1629" fmla="*/ 121604 h 442564"/>
              <a:gd name="connsiteX1630" fmla="*/ 1158248 w 1967341"/>
              <a:gd name="connsiteY1630" fmla="*/ 118943 h 442564"/>
              <a:gd name="connsiteX1631" fmla="*/ 1172539 w 1967341"/>
              <a:gd name="connsiteY1631" fmla="*/ 113090 h 442564"/>
              <a:gd name="connsiteX1632" fmla="*/ 1183866 w 1967341"/>
              <a:gd name="connsiteY1632" fmla="*/ 111949 h 442564"/>
              <a:gd name="connsiteX1633" fmla="*/ 1217771 w 1967341"/>
              <a:gd name="connsiteY1633" fmla="*/ 100926 h 442564"/>
              <a:gd name="connsiteX1634" fmla="*/ 72089 w 1967341"/>
              <a:gd name="connsiteY1634" fmla="*/ 92216 h 442564"/>
              <a:gd name="connsiteX1635" fmla="*/ 71195 w 1967341"/>
              <a:gd name="connsiteY1635" fmla="*/ 92565 h 442564"/>
              <a:gd name="connsiteX1636" fmla="*/ 70345 w 1967341"/>
              <a:gd name="connsiteY1636" fmla="*/ 93110 h 442564"/>
              <a:gd name="connsiteX1637" fmla="*/ 69342 w 1967341"/>
              <a:gd name="connsiteY1637" fmla="*/ 94244 h 442564"/>
              <a:gd name="connsiteX1638" fmla="*/ 68208 w 1967341"/>
              <a:gd name="connsiteY1638" fmla="*/ 95203 h 442564"/>
              <a:gd name="connsiteX1639" fmla="*/ 67205 w 1967341"/>
              <a:gd name="connsiteY1639" fmla="*/ 95530 h 442564"/>
              <a:gd name="connsiteX1640" fmla="*/ 66987 w 1967341"/>
              <a:gd name="connsiteY1640" fmla="*/ 96119 h 442564"/>
              <a:gd name="connsiteX1641" fmla="*/ 66965 w 1967341"/>
              <a:gd name="connsiteY1641" fmla="*/ 96119 h 442564"/>
              <a:gd name="connsiteX1642" fmla="*/ 66856 w 1967341"/>
              <a:gd name="connsiteY1642" fmla="*/ 97253 h 442564"/>
              <a:gd name="connsiteX1643" fmla="*/ 67292 w 1967341"/>
              <a:gd name="connsiteY1643" fmla="*/ 97689 h 442564"/>
              <a:gd name="connsiteX1644" fmla="*/ 69473 w 1967341"/>
              <a:gd name="connsiteY1644" fmla="*/ 98517 h 442564"/>
              <a:gd name="connsiteX1645" fmla="*/ 71523 w 1967341"/>
              <a:gd name="connsiteY1645" fmla="*/ 101134 h 442564"/>
              <a:gd name="connsiteX1646" fmla="*/ 72089 w 1967341"/>
              <a:gd name="connsiteY1646" fmla="*/ 102770 h 442564"/>
              <a:gd name="connsiteX1647" fmla="*/ 71501 w 1967341"/>
              <a:gd name="connsiteY1647" fmla="*/ 104536 h 442564"/>
              <a:gd name="connsiteX1648" fmla="*/ 70738 w 1967341"/>
              <a:gd name="connsiteY1648" fmla="*/ 105473 h 442564"/>
              <a:gd name="connsiteX1649" fmla="*/ 69974 w 1967341"/>
              <a:gd name="connsiteY1649" fmla="*/ 107065 h 442564"/>
              <a:gd name="connsiteX1650" fmla="*/ 69974 w 1967341"/>
              <a:gd name="connsiteY1650" fmla="*/ 108766 h 442564"/>
              <a:gd name="connsiteX1651" fmla="*/ 71414 w 1967341"/>
              <a:gd name="connsiteY1651" fmla="*/ 110249 h 442564"/>
              <a:gd name="connsiteX1652" fmla="*/ 72308 w 1967341"/>
              <a:gd name="connsiteY1652" fmla="*/ 110750 h 442564"/>
              <a:gd name="connsiteX1653" fmla="*/ 73550 w 1967341"/>
              <a:gd name="connsiteY1653" fmla="*/ 111557 h 442564"/>
              <a:gd name="connsiteX1654" fmla="*/ 74314 w 1967341"/>
              <a:gd name="connsiteY1654" fmla="*/ 111557 h 442564"/>
              <a:gd name="connsiteX1655" fmla="*/ 74837 w 1967341"/>
              <a:gd name="connsiteY1655" fmla="*/ 110816 h 442564"/>
              <a:gd name="connsiteX1656" fmla="*/ 75317 w 1967341"/>
              <a:gd name="connsiteY1656" fmla="*/ 109660 h 442564"/>
              <a:gd name="connsiteX1657" fmla="*/ 76058 w 1967341"/>
              <a:gd name="connsiteY1657" fmla="*/ 108635 h 442564"/>
              <a:gd name="connsiteX1658" fmla="*/ 76799 w 1967341"/>
              <a:gd name="connsiteY1658" fmla="*/ 108417 h 442564"/>
              <a:gd name="connsiteX1659" fmla="*/ 78980 w 1967341"/>
              <a:gd name="connsiteY1659" fmla="*/ 110292 h 442564"/>
              <a:gd name="connsiteX1660" fmla="*/ 78980 w 1967341"/>
              <a:gd name="connsiteY1660" fmla="*/ 112037 h 442564"/>
              <a:gd name="connsiteX1661" fmla="*/ 78260 w 1967341"/>
              <a:gd name="connsiteY1661" fmla="*/ 115002 h 442564"/>
              <a:gd name="connsiteX1662" fmla="*/ 77628 w 1967341"/>
              <a:gd name="connsiteY1662" fmla="*/ 116529 h 442564"/>
              <a:gd name="connsiteX1663" fmla="*/ 77257 w 1967341"/>
              <a:gd name="connsiteY1663" fmla="*/ 118164 h 442564"/>
              <a:gd name="connsiteX1664" fmla="*/ 76690 w 1967341"/>
              <a:gd name="connsiteY1664" fmla="*/ 118906 h 442564"/>
              <a:gd name="connsiteX1665" fmla="*/ 76909 w 1967341"/>
              <a:gd name="connsiteY1665" fmla="*/ 119909 h 442564"/>
              <a:gd name="connsiteX1666" fmla="*/ 77933 w 1967341"/>
              <a:gd name="connsiteY1666" fmla="*/ 120388 h 442564"/>
              <a:gd name="connsiteX1667" fmla="*/ 79024 w 1967341"/>
              <a:gd name="connsiteY1667" fmla="*/ 121043 h 442564"/>
              <a:gd name="connsiteX1668" fmla="*/ 80267 w 1967341"/>
              <a:gd name="connsiteY1668" fmla="*/ 120824 h 442564"/>
              <a:gd name="connsiteX1669" fmla="*/ 82338 w 1967341"/>
              <a:gd name="connsiteY1669" fmla="*/ 120672 h 442564"/>
              <a:gd name="connsiteX1670" fmla="*/ 82709 w 1967341"/>
              <a:gd name="connsiteY1670" fmla="*/ 117728 h 442564"/>
              <a:gd name="connsiteX1671" fmla="*/ 83276 w 1967341"/>
              <a:gd name="connsiteY1671" fmla="*/ 116136 h 442564"/>
              <a:gd name="connsiteX1672" fmla="*/ 83930 w 1967341"/>
              <a:gd name="connsiteY1672" fmla="*/ 113280 h 442564"/>
              <a:gd name="connsiteX1673" fmla="*/ 84606 w 1967341"/>
              <a:gd name="connsiteY1673" fmla="*/ 111230 h 442564"/>
              <a:gd name="connsiteX1674" fmla="*/ 84606 w 1967341"/>
              <a:gd name="connsiteY1674" fmla="*/ 108657 h 442564"/>
              <a:gd name="connsiteX1675" fmla="*/ 85107 w 1967341"/>
              <a:gd name="connsiteY1675" fmla="*/ 106215 h 442564"/>
              <a:gd name="connsiteX1676" fmla="*/ 84780 w 1967341"/>
              <a:gd name="connsiteY1676" fmla="*/ 104950 h 442564"/>
              <a:gd name="connsiteX1677" fmla="*/ 83690 w 1967341"/>
              <a:gd name="connsiteY1677" fmla="*/ 103140 h 442564"/>
              <a:gd name="connsiteX1678" fmla="*/ 82883 w 1967341"/>
              <a:gd name="connsiteY1678" fmla="*/ 102661 h 442564"/>
              <a:gd name="connsiteX1679" fmla="*/ 82360 w 1967341"/>
              <a:gd name="connsiteY1679" fmla="*/ 102312 h 442564"/>
              <a:gd name="connsiteX1680" fmla="*/ 81379 w 1967341"/>
              <a:gd name="connsiteY1680" fmla="*/ 101854 h 442564"/>
              <a:gd name="connsiteX1681" fmla="*/ 80332 w 1967341"/>
              <a:gd name="connsiteY1681" fmla="*/ 100742 h 442564"/>
              <a:gd name="connsiteX1682" fmla="*/ 79198 w 1967341"/>
              <a:gd name="connsiteY1682" fmla="*/ 99324 h 442564"/>
              <a:gd name="connsiteX1683" fmla="*/ 77148 w 1967341"/>
              <a:gd name="connsiteY1683" fmla="*/ 97144 h 442564"/>
              <a:gd name="connsiteX1684" fmla="*/ 76080 w 1967341"/>
              <a:gd name="connsiteY1684" fmla="*/ 95879 h 442564"/>
              <a:gd name="connsiteX1685" fmla="*/ 75448 w 1967341"/>
              <a:gd name="connsiteY1685" fmla="*/ 94265 h 442564"/>
              <a:gd name="connsiteX1686" fmla="*/ 74423 w 1967341"/>
              <a:gd name="connsiteY1686" fmla="*/ 93219 h 442564"/>
              <a:gd name="connsiteX1687" fmla="*/ 73769 w 1967341"/>
              <a:gd name="connsiteY1687" fmla="*/ 92521 h 442564"/>
              <a:gd name="connsiteX1688" fmla="*/ 72089 w 1967341"/>
              <a:gd name="connsiteY1688" fmla="*/ 92216 h 442564"/>
              <a:gd name="connsiteX1689" fmla="*/ 264735 w 1967341"/>
              <a:gd name="connsiteY1689" fmla="*/ 92131 h 442564"/>
              <a:gd name="connsiteX1690" fmla="*/ 273442 w 1967341"/>
              <a:gd name="connsiteY1690" fmla="*/ 93329 h 442564"/>
              <a:gd name="connsiteX1691" fmla="*/ 265155 w 1967341"/>
              <a:gd name="connsiteY1691" fmla="*/ 97995 h 442564"/>
              <a:gd name="connsiteX1692" fmla="*/ 256302 w 1967341"/>
              <a:gd name="connsiteY1692" fmla="*/ 95204 h 442564"/>
              <a:gd name="connsiteX1693" fmla="*/ 264719 w 1967341"/>
              <a:gd name="connsiteY1693" fmla="*/ 92129 h 442564"/>
              <a:gd name="connsiteX1694" fmla="*/ 264741 w 1967341"/>
              <a:gd name="connsiteY1694" fmla="*/ 92129 h 442564"/>
              <a:gd name="connsiteX1695" fmla="*/ 264735 w 1967341"/>
              <a:gd name="connsiteY1695" fmla="*/ 92131 h 442564"/>
              <a:gd name="connsiteX1696" fmla="*/ 368818 w 1967341"/>
              <a:gd name="connsiteY1696" fmla="*/ 81880 h 442564"/>
              <a:gd name="connsiteX1697" fmla="*/ 367641 w 1967341"/>
              <a:gd name="connsiteY1697" fmla="*/ 82142 h 442564"/>
              <a:gd name="connsiteX1698" fmla="*/ 366507 w 1967341"/>
              <a:gd name="connsiteY1698" fmla="*/ 83581 h 442564"/>
              <a:gd name="connsiteX1699" fmla="*/ 364326 w 1967341"/>
              <a:gd name="connsiteY1699" fmla="*/ 85892 h 442564"/>
              <a:gd name="connsiteX1700" fmla="*/ 362015 w 1967341"/>
              <a:gd name="connsiteY1700" fmla="*/ 87767 h 442564"/>
              <a:gd name="connsiteX1701" fmla="*/ 361099 w 1967341"/>
              <a:gd name="connsiteY1701" fmla="*/ 88945 h 442564"/>
              <a:gd name="connsiteX1702" fmla="*/ 360641 w 1967341"/>
              <a:gd name="connsiteY1702" fmla="*/ 89883 h 442564"/>
              <a:gd name="connsiteX1703" fmla="*/ 359943 w 1967341"/>
              <a:gd name="connsiteY1703" fmla="*/ 89883 h 442564"/>
              <a:gd name="connsiteX1704" fmla="*/ 358548 w 1967341"/>
              <a:gd name="connsiteY1704" fmla="*/ 89228 h 442564"/>
              <a:gd name="connsiteX1705" fmla="*/ 358387 w 1967341"/>
              <a:gd name="connsiteY1705" fmla="*/ 89067 h 442564"/>
              <a:gd name="connsiteX1706" fmla="*/ 358548 w 1967341"/>
              <a:gd name="connsiteY1706" fmla="*/ 88313 h 442564"/>
              <a:gd name="connsiteX1707" fmla="*/ 359878 w 1967341"/>
              <a:gd name="connsiteY1707" fmla="*/ 86590 h 442564"/>
              <a:gd name="connsiteX1708" fmla="*/ 359529 w 1967341"/>
              <a:gd name="connsiteY1708" fmla="*/ 86263 h 442564"/>
              <a:gd name="connsiteX1709" fmla="*/ 356346 w 1967341"/>
              <a:gd name="connsiteY1709" fmla="*/ 86939 h 442564"/>
              <a:gd name="connsiteX1710" fmla="*/ 355561 w 1967341"/>
              <a:gd name="connsiteY1710" fmla="*/ 86743 h 442564"/>
              <a:gd name="connsiteX1711" fmla="*/ 354579 w 1967341"/>
              <a:gd name="connsiteY1711" fmla="*/ 87135 h 442564"/>
              <a:gd name="connsiteX1712" fmla="*/ 352791 w 1967341"/>
              <a:gd name="connsiteY1712" fmla="*/ 88749 h 442564"/>
              <a:gd name="connsiteX1713" fmla="*/ 351570 w 1967341"/>
              <a:gd name="connsiteY1713" fmla="*/ 90929 h 442564"/>
              <a:gd name="connsiteX1714" fmla="*/ 351963 w 1967341"/>
              <a:gd name="connsiteY1714" fmla="*/ 91954 h 442564"/>
              <a:gd name="connsiteX1715" fmla="*/ 355190 w 1967341"/>
              <a:gd name="connsiteY1715" fmla="*/ 92499 h 442564"/>
              <a:gd name="connsiteX1716" fmla="*/ 356128 w 1967341"/>
              <a:gd name="connsiteY1716" fmla="*/ 92499 h 442564"/>
              <a:gd name="connsiteX1717" fmla="*/ 358308 w 1967341"/>
              <a:gd name="connsiteY1717" fmla="*/ 92303 h 442564"/>
              <a:gd name="connsiteX1718" fmla="*/ 360205 w 1967341"/>
              <a:gd name="connsiteY1718" fmla="*/ 93328 h 442564"/>
              <a:gd name="connsiteX1719" fmla="*/ 361623 w 1967341"/>
              <a:gd name="connsiteY1719" fmla="*/ 94353 h 442564"/>
              <a:gd name="connsiteX1720" fmla="*/ 363367 w 1967341"/>
              <a:gd name="connsiteY1720" fmla="*/ 95792 h 442564"/>
              <a:gd name="connsiteX1721" fmla="*/ 364544 w 1967341"/>
              <a:gd name="connsiteY1721" fmla="*/ 96620 h 442564"/>
              <a:gd name="connsiteX1722" fmla="*/ 365722 w 1967341"/>
              <a:gd name="connsiteY1722" fmla="*/ 97405 h 442564"/>
              <a:gd name="connsiteX1723" fmla="*/ 367903 w 1967341"/>
              <a:gd name="connsiteY1723" fmla="*/ 99237 h 442564"/>
              <a:gd name="connsiteX1724" fmla="*/ 369276 w 1967341"/>
              <a:gd name="connsiteY1724" fmla="*/ 100349 h 442564"/>
              <a:gd name="connsiteX1725" fmla="*/ 370563 w 1967341"/>
              <a:gd name="connsiteY1725" fmla="*/ 101439 h 442564"/>
              <a:gd name="connsiteX1726" fmla="*/ 369102 w 1967341"/>
              <a:gd name="connsiteY1726" fmla="*/ 101832 h 442564"/>
              <a:gd name="connsiteX1727" fmla="*/ 367772 w 1967341"/>
              <a:gd name="connsiteY1727" fmla="*/ 101330 h 442564"/>
              <a:gd name="connsiteX1728" fmla="*/ 367205 w 1967341"/>
              <a:gd name="connsiteY1728" fmla="*/ 100284 h 442564"/>
              <a:gd name="connsiteX1729" fmla="*/ 366398 w 1967341"/>
              <a:gd name="connsiteY1729" fmla="*/ 99521 h 442564"/>
              <a:gd name="connsiteX1730" fmla="*/ 365482 w 1967341"/>
              <a:gd name="connsiteY1730" fmla="*/ 98517 h 442564"/>
              <a:gd name="connsiteX1731" fmla="*/ 364784 w 1967341"/>
              <a:gd name="connsiteY1731" fmla="*/ 98365 h 442564"/>
              <a:gd name="connsiteX1732" fmla="*/ 363868 w 1967341"/>
              <a:gd name="connsiteY1732" fmla="*/ 97885 h 442564"/>
              <a:gd name="connsiteX1733" fmla="*/ 362909 w 1967341"/>
              <a:gd name="connsiteY1733" fmla="*/ 97187 h 442564"/>
              <a:gd name="connsiteX1734" fmla="*/ 361579 w 1967341"/>
              <a:gd name="connsiteY1734" fmla="*/ 96293 h 442564"/>
              <a:gd name="connsiteX1735" fmla="*/ 360554 w 1967341"/>
              <a:gd name="connsiteY1735" fmla="*/ 95399 h 442564"/>
              <a:gd name="connsiteX1736" fmla="*/ 359922 w 1967341"/>
              <a:gd name="connsiteY1736" fmla="*/ 95247 h 442564"/>
              <a:gd name="connsiteX1737" fmla="*/ 358831 w 1967341"/>
              <a:gd name="connsiteY1737" fmla="*/ 94222 h 442564"/>
              <a:gd name="connsiteX1738" fmla="*/ 356302 w 1967341"/>
              <a:gd name="connsiteY1738" fmla="*/ 95159 h 442564"/>
              <a:gd name="connsiteX1739" fmla="*/ 355124 w 1967341"/>
              <a:gd name="connsiteY1739" fmla="*/ 95879 h 442564"/>
              <a:gd name="connsiteX1740" fmla="*/ 354710 w 1967341"/>
              <a:gd name="connsiteY1740" fmla="*/ 96773 h 442564"/>
              <a:gd name="connsiteX1741" fmla="*/ 355386 w 1967341"/>
              <a:gd name="connsiteY1741" fmla="*/ 97514 h 442564"/>
              <a:gd name="connsiteX1742" fmla="*/ 356651 w 1967341"/>
              <a:gd name="connsiteY1742" fmla="*/ 97972 h 442564"/>
              <a:gd name="connsiteX1743" fmla="*/ 357872 w 1967341"/>
              <a:gd name="connsiteY1743" fmla="*/ 98256 h 442564"/>
              <a:gd name="connsiteX1744" fmla="*/ 358439 w 1967341"/>
              <a:gd name="connsiteY1744" fmla="*/ 99019 h 442564"/>
              <a:gd name="connsiteX1745" fmla="*/ 357261 w 1967341"/>
              <a:gd name="connsiteY1745" fmla="*/ 99499 h 442564"/>
              <a:gd name="connsiteX1746" fmla="*/ 356258 w 1967341"/>
              <a:gd name="connsiteY1746" fmla="*/ 100196 h 442564"/>
              <a:gd name="connsiteX1747" fmla="*/ 355604 w 1967341"/>
              <a:gd name="connsiteY1747" fmla="*/ 100327 h 442564"/>
              <a:gd name="connsiteX1748" fmla="*/ 354558 w 1967341"/>
              <a:gd name="connsiteY1748" fmla="*/ 99957 h 442564"/>
              <a:gd name="connsiteX1749" fmla="*/ 353118 w 1967341"/>
              <a:gd name="connsiteY1749" fmla="*/ 99063 h 442564"/>
              <a:gd name="connsiteX1750" fmla="*/ 351592 w 1967341"/>
              <a:gd name="connsiteY1750" fmla="*/ 98648 h 442564"/>
              <a:gd name="connsiteX1751" fmla="*/ 350916 w 1967341"/>
              <a:gd name="connsiteY1751" fmla="*/ 97405 h 442564"/>
              <a:gd name="connsiteX1752" fmla="*/ 348735 w 1967341"/>
              <a:gd name="connsiteY1752" fmla="*/ 96838 h 442564"/>
              <a:gd name="connsiteX1753" fmla="*/ 347405 w 1967341"/>
              <a:gd name="connsiteY1753" fmla="*/ 97667 h 442564"/>
              <a:gd name="connsiteX1754" fmla="*/ 346686 w 1967341"/>
              <a:gd name="connsiteY1754" fmla="*/ 98539 h 442564"/>
              <a:gd name="connsiteX1755" fmla="*/ 346947 w 1967341"/>
              <a:gd name="connsiteY1755" fmla="*/ 99281 h 442564"/>
              <a:gd name="connsiteX1756" fmla="*/ 347711 w 1967341"/>
              <a:gd name="connsiteY1756" fmla="*/ 100654 h 442564"/>
              <a:gd name="connsiteX1757" fmla="*/ 349346 w 1967341"/>
              <a:gd name="connsiteY1757" fmla="*/ 101483 h 442564"/>
              <a:gd name="connsiteX1758" fmla="*/ 351025 w 1967341"/>
              <a:gd name="connsiteY1758" fmla="*/ 102770 h 442564"/>
              <a:gd name="connsiteX1759" fmla="*/ 352682 w 1967341"/>
              <a:gd name="connsiteY1759" fmla="*/ 104012 h 442564"/>
              <a:gd name="connsiteX1760" fmla="*/ 352464 w 1967341"/>
              <a:gd name="connsiteY1760" fmla="*/ 105037 h 442564"/>
              <a:gd name="connsiteX1761" fmla="*/ 348256 w 1967341"/>
              <a:gd name="connsiteY1761" fmla="*/ 105975 h 442564"/>
              <a:gd name="connsiteX1762" fmla="*/ 346075 w 1967341"/>
              <a:gd name="connsiteY1762" fmla="*/ 104318 h 442564"/>
              <a:gd name="connsiteX1763" fmla="*/ 344898 w 1967341"/>
              <a:gd name="connsiteY1763" fmla="*/ 103860 h 442564"/>
              <a:gd name="connsiteX1764" fmla="*/ 344898 w 1967341"/>
              <a:gd name="connsiteY1764" fmla="*/ 106804 h 442564"/>
              <a:gd name="connsiteX1765" fmla="*/ 343720 w 1967341"/>
              <a:gd name="connsiteY1765" fmla="*/ 107850 h 442564"/>
              <a:gd name="connsiteX1766" fmla="*/ 345225 w 1967341"/>
              <a:gd name="connsiteY1766" fmla="*/ 109486 h 442564"/>
              <a:gd name="connsiteX1767" fmla="*/ 346511 w 1967341"/>
              <a:gd name="connsiteY1767" fmla="*/ 110271 h 442564"/>
              <a:gd name="connsiteX1768" fmla="*/ 348256 w 1967341"/>
              <a:gd name="connsiteY1768" fmla="*/ 111165 h 442564"/>
              <a:gd name="connsiteX1769" fmla="*/ 350872 w 1967341"/>
              <a:gd name="connsiteY1769" fmla="*/ 110423 h 442564"/>
              <a:gd name="connsiteX1770" fmla="*/ 352137 w 1967341"/>
              <a:gd name="connsiteY1770" fmla="*/ 110140 h 442564"/>
              <a:gd name="connsiteX1771" fmla="*/ 353620 w 1967341"/>
              <a:gd name="connsiteY1771" fmla="*/ 109246 h 442564"/>
              <a:gd name="connsiteX1772" fmla="*/ 354819 w 1967341"/>
              <a:gd name="connsiteY1772" fmla="*/ 108374 h 442564"/>
              <a:gd name="connsiteX1773" fmla="*/ 355997 w 1967341"/>
              <a:gd name="connsiteY1773" fmla="*/ 107109 h 442564"/>
              <a:gd name="connsiteX1774" fmla="*/ 358526 w 1967341"/>
              <a:gd name="connsiteY1774" fmla="*/ 108156 h 442564"/>
              <a:gd name="connsiteX1775" fmla="*/ 359529 w 1967341"/>
              <a:gd name="connsiteY1775" fmla="*/ 108701 h 442564"/>
              <a:gd name="connsiteX1776" fmla="*/ 360837 w 1967341"/>
              <a:gd name="connsiteY1776" fmla="*/ 109660 h 442564"/>
              <a:gd name="connsiteX1777" fmla="*/ 362015 w 1967341"/>
              <a:gd name="connsiteY1777" fmla="*/ 109791 h 442564"/>
              <a:gd name="connsiteX1778" fmla="*/ 363432 w 1967341"/>
              <a:gd name="connsiteY1778" fmla="*/ 109006 h 442564"/>
              <a:gd name="connsiteX1779" fmla="*/ 363432 w 1967341"/>
              <a:gd name="connsiteY1779" fmla="*/ 108156 h 442564"/>
              <a:gd name="connsiteX1780" fmla="*/ 362844 w 1967341"/>
              <a:gd name="connsiteY1780" fmla="*/ 106607 h 442564"/>
              <a:gd name="connsiteX1781" fmla="*/ 362364 w 1967341"/>
              <a:gd name="connsiteY1781" fmla="*/ 104950 h 442564"/>
              <a:gd name="connsiteX1782" fmla="*/ 361426 w 1967341"/>
              <a:gd name="connsiteY1782" fmla="*/ 104623 h 442564"/>
              <a:gd name="connsiteX1783" fmla="*/ 360096 w 1967341"/>
              <a:gd name="connsiteY1783" fmla="*/ 103991 h 442564"/>
              <a:gd name="connsiteX1784" fmla="*/ 359682 w 1967341"/>
              <a:gd name="connsiteY1784" fmla="*/ 103336 h 442564"/>
              <a:gd name="connsiteX1785" fmla="*/ 360947 w 1967341"/>
              <a:gd name="connsiteY1785" fmla="*/ 102508 h 442564"/>
              <a:gd name="connsiteX1786" fmla="*/ 362865 w 1967341"/>
              <a:gd name="connsiteY1786" fmla="*/ 102508 h 442564"/>
              <a:gd name="connsiteX1787" fmla="*/ 364283 w 1967341"/>
              <a:gd name="connsiteY1787" fmla="*/ 102508 h 442564"/>
              <a:gd name="connsiteX1788" fmla="*/ 367532 w 1967341"/>
              <a:gd name="connsiteY1788" fmla="*/ 103184 h 442564"/>
              <a:gd name="connsiteX1789" fmla="*/ 368622 w 1967341"/>
              <a:gd name="connsiteY1789" fmla="*/ 104318 h 442564"/>
              <a:gd name="connsiteX1790" fmla="*/ 369363 w 1967341"/>
              <a:gd name="connsiteY1790" fmla="*/ 105277 h 442564"/>
              <a:gd name="connsiteX1791" fmla="*/ 370345 w 1967341"/>
              <a:gd name="connsiteY1791" fmla="*/ 105713 h 442564"/>
              <a:gd name="connsiteX1792" fmla="*/ 373114 w 1967341"/>
              <a:gd name="connsiteY1792" fmla="*/ 107458 h 442564"/>
              <a:gd name="connsiteX1793" fmla="*/ 375033 w 1967341"/>
              <a:gd name="connsiteY1793" fmla="*/ 106455 h 442564"/>
              <a:gd name="connsiteX1794" fmla="*/ 376363 w 1967341"/>
              <a:gd name="connsiteY1794" fmla="*/ 104470 h 442564"/>
              <a:gd name="connsiteX1795" fmla="*/ 375927 w 1967341"/>
              <a:gd name="connsiteY1795" fmla="*/ 103489 h 442564"/>
              <a:gd name="connsiteX1796" fmla="*/ 375513 w 1967341"/>
              <a:gd name="connsiteY1796" fmla="*/ 102661 h 442564"/>
              <a:gd name="connsiteX1797" fmla="*/ 375513 w 1967341"/>
              <a:gd name="connsiteY1797" fmla="*/ 101679 h 442564"/>
              <a:gd name="connsiteX1798" fmla="*/ 374815 w 1967341"/>
              <a:gd name="connsiteY1798" fmla="*/ 101003 h 442564"/>
              <a:gd name="connsiteX1799" fmla="*/ 373267 w 1967341"/>
              <a:gd name="connsiteY1799" fmla="*/ 100502 h 442564"/>
              <a:gd name="connsiteX1800" fmla="*/ 372940 w 1967341"/>
              <a:gd name="connsiteY1800" fmla="*/ 99804 h 442564"/>
              <a:gd name="connsiteX1801" fmla="*/ 374270 w 1967341"/>
              <a:gd name="connsiteY1801" fmla="*/ 98932 h 442564"/>
              <a:gd name="connsiteX1802" fmla="*/ 375382 w 1967341"/>
              <a:gd name="connsiteY1802" fmla="*/ 98321 h 442564"/>
              <a:gd name="connsiteX1803" fmla="*/ 376407 w 1967341"/>
              <a:gd name="connsiteY1803" fmla="*/ 97863 h 442564"/>
              <a:gd name="connsiteX1804" fmla="*/ 379481 w 1967341"/>
              <a:gd name="connsiteY1804" fmla="*/ 96729 h 442564"/>
              <a:gd name="connsiteX1805" fmla="*/ 381531 w 1967341"/>
              <a:gd name="connsiteY1805" fmla="*/ 96991 h 442564"/>
              <a:gd name="connsiteX1806" fmla="*/ 382730 w 1967341"/>
              <a:gd name="connsiteY1806" fmla="*/ 96053 h 442564"/>
              <a:gd name="connsiteX1807" fmla="*/ 383166 w 1967341"/>
              <a:gd name="connsiteY1807" fmla="*/ 95247 h 442564"/>
              <a:gd name="connsiteX1808" fmla="*/ 382883 w 1967341"/>
              <a:gd name="connsiteY1808" fmla="*/ 93895 h 442564"/>
              <a:gd name="connsiteX1809" fmla="*/ 382054 w 1967341"/>
              <a:gd name="connsiteY1809" fmla="*/ 93175 h 442564"/>
              <a:gd name="connsiteX1810" fmla="*/ 381487 w 1967341"/>
              <a:gd name="connsiteY1810" fmla="*/ 93175 h 442564"/>
              <a:gd name="connsiteX1811" fmla="*/ 377606 w 1967341"/>
              <a:gd name="connsiteY1811" fmla="*/ 91823 h 442564"/>
              <a:gd name="connsiteX1812" fmla="*/ 376821 w 1967341"/>
              <a:gd name="connsiteY1812" fmla="*/ 93546 h 442564"/>
              <a:gd name="connsiteX1813" fmla="*/ 375949 w 1967341"/>
              <a:gd name="connsiteY1813" fmla="*/ 94004 h 442564"/>
              <a:gd name="connsiteX1814" fmla="*/ 374924 w 1967341"/>
              <a:gd name="connsiteY1814" fmla="*/ 94178 h 442564"/>
              <a:gd name="connsiteX1815" fmla="*/ 373855 w 1967341"/>
              <a:gd name="connsiteY1815" fmla="*/ 93764 h 442564"/>
              <a:gd name="connsiteX1816" fmla="*/ 373049 w 1967341"/>
              <a:gd name="connsiteY1816" fmla="*/ 94658 h 442564"/>
              <a:gd name="connsiteX1817" fmla="*/ 372155 w 1967341"/>
              <a:gd name="connsiteY1817" fmla="*/ 94658 h 442564"/>
              <a:gd name="connsiteX1818" fmla="*/ 371261 w 1967341"/>
              <a:gd name="connsiteY1818" fmla="*/ 94527 h 442564"/>
              <a:gd name="connsiteX1819" fmla="*/ 370541 w 1967341"/>
              <a:gd name="connsiteY1819" fmla="*/ 95530 h 442564"/>
              <a:gd name="connsiteX1820" fmla="*/ 371021 w 1967341"/>
              <a:gd name="connsiteY1820" fmla="*/ 96577 h 442564"/>
              <a:gd name="connsiteX1821" fmla="*/ 369276 w 1967341"/>
              <a:gd name="connsiteY1821" fmla="*/ 96577 h 442564"/>
              <a:gd name="connsiteX1822" fmla="*/ 369625 w 1967341"/>
              <a:gd name="connsiteY1822" fmla="*/ 95356 h 442564"/>
              <a:gd name="connsiteX1823" fmla="*/ 369211 w 1967341"/>
              <a:gd name="connsiteY1823" fmla="*/ 93895 h 442564"/>
              <a:gd name="connsiteX1824" fmla="*/ 371152 w 1967341"/>
              <a:gd name="connsiteY1824" fmla="*/ 93611 h 442564"/>
              <a:gd name="connsiteX1825" fmla="*/ 374357 w 1967341"/>
              <a:gd name="connsiteY1825" fmla="*/ 92652 h 442564"/>
              <a:gd name="connsiteX1826" fmla="*/ 374619 w 1967341"/>
              <a:gd name="connsiteY1826" fmla="*/ 91453 h 442564"/>
              <a:gd name="connsiteX1827" fmla="*/ 375556 w 1967341"/>
              <a:gd name="connsiteY1827" fmla="*/ 90580 h 442564"/>
              <a:gd name="connsiteX1828" fmla="*/ 377344 w 1967341"/>
              <a:gd name="connsiteY1828" fmla="*/ 90406 h 442564"/>
              <a:gd name="connsiteX1829" fmla="*/ 378914 w 1967341"/>
              <a:gd name="connsiteY1829" fmla="*/ 89708 h 442564"/>
              <a:gd name="connsiteX1830" fmla="*/ 378762 w 1967341"/>
              <a:gd name="connsiteY1830" fmla="*/ 88029 h 442564"/>
              <a:gd name="connsiteX1831" fmla="*/ 378195 w 1967341"/>
              <a:gd name="connsiteY1831" fmla="*/ 87615 h 442564"/>
              <a:gd name="connsiteX1832" fmla="*/ 377671 w 1967341"/>
              <a:gd name="connsiteY1832" fmla="*/ 87157 h 442564"/>
              <a:gd name="connsiteX1833" fmla="*/ 375905 w 1967341"/>
              <a:gd name="connsiteY1833" fmla="*/ 87615 h 442564"/>
              <a:gd name="connsiteX1834" fmla="*/ 373986 w 1967341"/>
              <a:gd name="connsiteY1834" fmla="*/ 87811 h 442564"/>
              <a:gd name="connsiteX1835" fmla="*/ 373986 w 1967341"/>
              <a:gd name="connsiteY1835" fmla="*/ 86568 h 442564"/>
              <a:gd name="connsiteX1836" fmla="*/ 372743 w 1967341"/>
              <a:gd name="connsiteY1836" fmla="*/ 86568 h 442564"/>
              <a:gd name="connsiteX1837" fmla="*/ 372089 w 1967341"/>
              <a:gd name="connsiteY1837" fmla="*/ 87898 h 442564"/>
              <a:gd name="connsiteX1838" fmla="*/ 370803 w 1967341"/>
              <a:gd name="connsiteY1838" fmla="*/ 88443 h 442564"/>
              <a:gd name="connsiteX1839" fmla="*/ 369647 w 1967341"/>
              <a:gd name="connsiteY1839" fmla="*/ 89512 h 442564"/>
              <a:gd name="connsiteX1840" fmla="*/ 370454 w 1967341"/>
              <a:gd name="connsiteY1840" fmla="*/ 89839 h 442564"/>
              <a:gd name="connsiteX1841" fmla="*/ 371522 w 1967341"/>
              <a:gd name="connsiteY1841" fmla="*/ 90362 h 442564"/>
              <a:gd name="connsiteX1842" fmla="*/ 370824 w 1967341"/>
              <a:gd name="connsiteY1842" fmla="*/ 91932 h 442564"/>
              <a:gd name="connsiteX1843" fmla="*/ 369145 w 1967341"/>
              <a:gd name="connsiteY1843" fmla="*/ 91823 h 442564"/>
              <a:gd name="connsiteX1844" fmla="*/ 369254 w 1967341"/>
              <a:gd name="connsiteY1844" fmla="*/ 91016 h 442564"/>
              <a:gd name="connsiteX1845" fmla="*/ 368382 w 1967341"/>
              <a:gd name="connsiteY1845" fmla="*/ 89970 h 442564"/>
              <a:gd name="connsiteX1846" fmla="*/ 368579 w 1967341"/>
              <a:gd name="connsiteY1846" fmla="*/ 89316 h 442564"/>
              <a:gd name="connsiteX1847" fmla="*/ 370257 w 1967341"/>
              <a:gd name="connsiteY1847" fmla="*/ 87135 h 442564"/>
              <a:gd name="connsiteX1848" fmla="*/ 370650 w 1967341"/>
              <a:gd name="connsiteY1848" fmla="*/ 86415 h 442564"/>
              <a:gd name="connsiteX1849" fmla="*/ 371326 w 1967341"/>
              <a:gd name="connsiteY1849" fmla="*/ 85260 h 442564"/>
              <a:gd name="connsiteX1850" fmla="*/ 370454 w 1967341"/>
              <a:gd name="connsiteY1850" fmla="*/ 84976 h 442564"/>
              <a:gd name="connsiteX1851" fmla="*/ 369298 w 1967341"/>
              <a:gd name="connsiteY1851" fmla="*/ 85391 h 442564"/>
              <a:gd name="connsiteX1852" fmla="*/ 368840 w 1967341"/>
              <a:gd name="connsiteY1852" fmla="*/ 86067 h 442564"/>
              <a:gd name="connsiteX1853" fmla="*/ 367139 w 1967341"/>
              <a:gd name="connsiteY1853" fmla="*/ 87680 h 442564"/>
              <a:gd name="connsiteX1854" fmla="*/ 366114 w 1967341"/>
              <a:gd name="connsiteY1854" fmla="*/ 89010 h 442564"/>
              <a:gd name="connsiteX1855" fmla="*/ 364283 w 1967341"/>
              <a:gd name="connsiteY1855" fmla="*/ 90602 h 442564"/>
              <a:gd name="connsiteX1856" fmla="*/ 363847 w 1967341"/>
              <a:gd name="connsiteY1856" fmla="*/ 91867 h 442564"/>
              <a:gd name="connsiteX1857" fmla="*/ 364501 w 1967341"/>
              <a:gd name="connsiteY1857" fmla="*/ 92085 h 442564"/>
              <a:gd name="connsiteX1858" fmla="*/ 365242 w 1967341"/>
              <a:gd name="connsiteY1858" fmla="*/ 91976 h 442564"/>
              <a:gd name="connsiteX1859" fmla="*/ 366245 w 1967341"/>
              <a:gd name="connsiteY1859" fmla="*/ 91540 h 442564"/>
              <a:gd name="connsiteX1860" fmla="*/ 366114 w 1967341"/>
              <a:gd name="connsiteY1860" fmla="*/ 92412 h 442564"/>
              <a:gd name="connsiteX1861" fmla="*/ 365700 w 1967341"/>
              <a:gd name="connsiteY1861" fmla="*/ 93175 h 442564"/>
              <a:gd name="connsiteX1862" fmla="*/ 366572 w 1967341"/>
              <a:gd name="connsiteY1862" fmla="*/ 93589 h 442564"/>
              <a:gd name="connsiteX1863" fmla="*/ 367205 w 1967341"/>
              <a:gd name="connsiteY1863" fmla="*/ 94396 h 442564"/>
              <a:gd name="connsiteX1864" fmla="*/ 366725 w 1967341"/>
              <a:gd name="connsiteY1864" fmla="*/ 94702 h 442564"/>
              <a:gd name="connsiteX1865" fmla="*/ 365896 w 1967341"/>
              <a:gd name="connsiteY1865" fmla="*/ 94483 h 442564"/>
              <a:gd name="connsiteX1866" fmla="*/ 365046 w 1967341"/>
              <a:gd name="connsiteY1866" fmla="*/ 94026 h 442564"/>
              <a:gd name="connsiteX1867" fmla="*/ 363694 w 1967341"/>
              <a:gd name="connsiteY1867" fmla="*/ 93023 h 442564"/>
              <a:gd name="connsiteX1868" fmla="*/ 362931 w 1967341"/>
              <a:gd name="connsiteY1868" fmla="*/ 92325 h 442564"/>
              <a:gd name="connsiteX1869" fmla="*/ 361884 w 1967341"/>
              <a:gd name="connsiteY1869" fmla="*/ 91649 h 442564"/>
              <a:gd name="connsiteX1870" fmla="*/ 361884 w 1967341"/>
              <a:gd name="connsiteY1870" fmla="*/ 90798 h 442564"/>
              <a:gd name="connsiteX1871" fmla="*/ 363083 w 1967341"/>
              <a:gd name="connsiteY1871" fmla="*/ 90253 h 442564"/>
              <a:gd name="connsiteX1872" fmla="*/ 363868 w 1967341"/>
              <a:gd name="connsiteY1872" fmla="*/ 89555 h 442564"/>
              <a:gd name="connsiteX1873" fmla="*/ 364719 w 1967341"/>
              <a:gd name="connsiteY1873" fmla="*/ 88378 h 442564"/>
              <a:gd name="connsiteX1874" fmla="*/ 366202 w 1967341"/>
              <a:gd name="connsiteY1874" fmla="*/ 86830 h 442564"/>
              <a:gd name="connsiteX1875" fmla="*/ 367030 w 1967341"/>
              <a:gd name="connsiteY1875" fmla="*/ 86132 h 442564"/>
              <a:gd name="connsiteX1876" fmla="*/ 367706 w 1967341"/>
              <a:gd name="connsiteY1876" fmla="*/ 85587 h 442564"/>
              <a:gd name="connsiteX1877" fmla="*/ 368251 w 1967341"/>
              <a:gd name="connsiteY1877" fmla="*/ 85042 h 442564"/>
              <a:gd name="connsiteX1878" fmla="*/ 369124 w 1967341"/>
              <a:gd name="connsiteY1878" fmla="*/ 84104 h 442564"/>
              <a:gd name="connsiteX1879" fmla="*/ 369756 w 1967341"/>
              <a:gd name="connsiteY1879" fmla="*/ 83275 h 442564"/>
              <a:gd name="connsiteX1880" fmla="*/ 369909 w 1967341"/>
              <a:gd name="connsiteY1880" fmla="*/ 82621 h 442564"/>
              <a:gd name="connsiteX1881" fmla="*/ 369407 w 1967341"/>
              <a:gd name="connsiteY1881" fmla="*/ 82490 h 442564"/>
              <a:gd name="connsiteX1882" fmla="*/ 368818 w 1967341"/>
              <a:gd name="connsiteY1882" fmla="*/ 81880 h 442564"/>
              <a:gd name="connsiteX1883" fmla="*/ 79700 w 1967341"/>
              <a:gd name="connsiteY1883" fmla="*/ 80528 h 442564"/>
              <a:gd name="connsiteX1884" fmla="*/ 79045 w 1967341"/>
              <a:gd name="connsiteY1884" fmla="*/ 80986 h 442564"/>
              <a:gd name="connsiteX1885" fmla="*/ 78021 w 1967341"/>
              <a:gd name="connsiteY1885" fmla="*/ 81269 h 442564"/>
              <a:gd name="connsiteX1886" fmla="*/ 77323 w 1967341"/>
              <a:gd name="connsiteY1886" fmla="*/ 82381 h 442564"/>
              <a:gd name="connsiteX1887" fmla="*/ 76494 w 1967341"/>
              <a:gd name="connsiteY1887" fmla="*/ 82970 h 442564"/>
              <a:gd name="connsiteX1888" fmla="*/ 75927 w 1967341"/>
              <a:gd name="connsiteY1888" fmla="*/ 83951 h 442564"/>
              <a:gd name="connsiteX1889" fmla="*/ 74837 w 1967341"/>
              <a:gd name="connsiteY1889" fmla="*/ 84736 h 442564"/>
              <a:gd name="connsiteX1890" fmla="*/ 74575 w 1967341"/>
              <a:gd name="connsiteY1890" fmla="*/ 85870 h 442564"/>
              <a:gd name="connsiteX1891" fmla="*/ 75796 w 1967341"/>
              <a:gd name="connsiteY1891" fmla="*/ 87091 h 442564"/>
              <a:gd name="connsiteX1892" fmla="*/ 77279 w 1967341"/>
              <a:gd name="connsiteY1892" fmla="*/ 89272 h 442564"/>
              <a:gd name="connsiteX1893" fmla="*/ 78195 w 1967341"/>
              <a:gd name="connsiteY1893" fmla="*/ 90624 h 442564"/>
              <a:gd name="connsiteX1894" fmla="*/ 79983 w 1967341"/>
              <a:gd name="connsiteY1894" fmla="*/ 92499 h 442564"/>
              <a:gd name="connsiteX1895" fmla="*/ 80964 w 1967341"/>
              <a:gd name="connsiteY1895" fmla="*/ 93873 h 442564"/>
              <a:gd name="connsiteX1896" fmla="*/ 81902 w 1967341"/>
              <a:gd name="connsiteY1896" fmla="*/ 95268 h 442564"/>
              <a:gd name="connsiteX1897" fmla="*/ 82316 w 1967341"/>
              <a:gd name="connsiteY1897" fmla="*/ 96272 h 442564"/>
              <a:gd name="connsiteX1898" fmla="*/ 84279 w 1967341"/>
              <a:gd name="connsiteY1898" fmla="*/ 98801 h 442564"/>
              <a:gd name="connsiteX1899" fmla="*/ 85849 w 1967341"/>
              <a:gd name="connsiteY1899" fmla="*/ 100000 h 442564"/>
              <a:gd name="connsiteX1900" fmla="*/ 86895 w 1967341"/>
              <a:gd name="connsiteY1900" fmla="*/ 100742 h 442564"/>
              <a:gd name="connsiteX1901" fmla="*/ 87920 w 1967341"/>
              <a:gd name="connsiteY1901" fmla="*/ 101592 h 442564"/>
              <a:gd name="connsiteX1902" fmla="*/ 89774 w 1967341"/>
              <a:gd name="connsiteY1902" fmla="*/ 102704 h 442564"/>
              <a:gd name="connsiteX1903" fmla="*/ 91148 w 1967341"/>
              <a:gd name="connsiteY1903" fmla="*/ 103838 h 442564"/>
              <a:gd name="connsiteX1904" fmla="*/ 92914 w 1967341"/>
              <a:gd name="connsiteY1904" fmla="*/ 104165 h 442564"/>
              <a:gd name="connsiteX1905" fmla="*/ 94026 w 1967341"/>
              <a:gd name="connsiteY1905" fmla="*/ 103816 h 442564"/>
              <a:gd name="connsiteX1906" fmla="*/ 95509 w 1967341"/>
              <a:gd name="connsiteY1906" fmla="*/ 102399 h 442564"/>
              <a:gd name="connsiteX1907" fmla="*/ 96730 w 1967341"/>
              <a:gd name="connsiteY1907" fmla="*/ 101657 h 442564"/>
              <a:gd name="connsiteX1908" fmla="*/ 97885 w 1967341"/>
              <a:gd name="connsiteY1908" fmla="*/ 100480 h 442564"/>
              <a:gd name="connsiteX1909" fmla="*/ 99128 w 1967341"/>
              <a:gd name="connsiteY1909" fmla="*/ 99368 h 442564"/>
              <a:gd name="connsiteX1910" fmla="*/ 100197 w 1967341"/>
              <a:gd name="connsiteY1910" fmla="*/ 98910 h 442564"/>
              <a:gd name="connsiteX1911" fmla="*/ 100982 w 1967341"/>
              <a:gd name="connsiteY1911" fmla="*/ 97536 h 442564"/>
              <a:gd name="connsiteX1912" fmla="*/ 101876 w 1967341"/>
              <a:gd name="connsiteY1912" fmla="*/ 96228 h 442564"/>
              <a:gd name="connsiteX1913" fmla="*/ 101287 w 1967341"/>
              <a:gd name="connsiteY1913" fmla="*/ 94854 h 442564"/>
              <a:gd name="connsiteX1914" fmla="*/ 100262 w 1967341"/>
              <a:gd name="connsiteY1914" fmla="*/ 92913 h 442564"/>
              <a:gd name="connsiteX1915" fmla="*/ 98343 w 1967341"/>
              <a:gd name="connsiteY1915" fmla="*/ 92238 h 442564"/>
              <a:gd name="connsiteX1916" fmla="*/ 97253 w 1967341"/>
              <a:gd name="connsiteY1916" fmla="*/ 93175 h 442564"/>
              <a:gd name="connsiteX1917" fmla="*/ 96359 w 1967341"/>
              <a:gd name="connsiteY1917" fmla="*/ 93611 h 442564"/>
              <a:gd name="connsiteX1918" fmla="*/ 95552 w 1967341"/>
              <a:gd name="connsiteY1918" fmla="*/ 94156 h 442564"/>
              <a:gd name="connsiteX1919" fmla="*/ 94527 w 1967341"/>
              <a:gd name="connsiteY1919" fmla="*/ 95007 h 442564"/>
              <a:gd name="connsiteX1920" fmla="*/ 92652 w 1967341"/>
              <a:gd name="connsiteY1920" fmla="*/ 95814 h 442564"/>
              <a:gd name="connsiteX1921" fmla="*/ 90581 w 1967341"/>
              <a:gd name="connsiteY1921" fmla="*/ 94789 h 442564"/>
              <a:gd name="connsiteX1922" fmla="*/ 89578 w 1967341"/>
              <a:gd name="connsiteY1922" fmla="*/ 93960 h 442564"/>
              <a:gd name="connsiteX1923" fmla="*/ 88182 w 1967341"/>
              <a:gd name="connsiteY1923" fmla="*/ 91518 h 442564"/>
              <a:gd name="connsiteX1924" fmla="*/ 88989 w 1967341"/>
              <a:gd name="connsiteY1924" fmla="*/ 88945 h 442564"/>
              <a:gd name="connsiteX1925" fmla="*/ 89403 w 1967341"/>
              <a:gd name="connsiteY1925" fmla="*/ 87266 h 442564"/>
              <a:gd name="connsiteX1926" fmla="*/ 89578 w 1967341"/>
              <a:gd name="connsiteY1926" fmla="*/ 85936 h 442564"/>
              <a:gd name="connsiteX1927" fmla="*/ 90210 w 1967341"/>
              <a:gd name="connsiteY1927" fmla="*/ 84780 h 442564"/>
              <a:gd name="connsiteX1928" fmla="*/ 90210 w 1967341"/>
              <a:gd name="connsiteY1928" fmla="*/ 83842 h 442564"/>
              <a:gd name="connsiteX1929" fmla="*/ 89076 w 1967341"/>
              <a:gd name="connsiteY1929" fmla="*/ 83079 h 442564"/>
              <a:gd name="connsiteX1930" fmla="*/ 87004 w 1967341"/>
              <a:gd name="connsiteY1930" fmla="*/ 82534 h 442564"/>
              <a:gd name="connsiteX1931" fmla="*/ 85282 w 1967341"/>
              <a:gd name="connsiteY1931" fmla="*/ 83428 h 442564"/>
              <a:gd name="connsiteX1932" fmla="*/ 84998 w 1967341"/>
              <a:gd name="connsiteY1932" fmla="*/ 84693 h 442564"/>
              <a:gd name="connsiteX1933" fmla="*/ 83930 w 1967341"/>
              <a:gd name="connsiteY1933" fmla="*/ 85238 h 442564"/>
              <a:gd name="connsiteX1934" fmla="*/ 83167 w 1967341"/>
              <a:gd name="connsiteY1934" fmla="*/ 84169 h 442564"/>
              <a:gd name="connsiteX1935" fmla="*/ 82251 w 1967341"/>
              <a:gd name="connsiteY1935" fmla="*/ 81444 h 442564"/>
              <a:gd name="connsiteX1936" fmla="*/ 80594 w 1967341"/>
              <a:gd name="connsiteY1936" fmla="*/ 80528 h 442564"/>
              <a:gd name="connsiteX1937" fmla="*/ 79700 w 1967341"/>
              <a:gd name="connsiteY1937" fmla="*/ 80528 h 442564"/>
              <a:gd name="connsiteX1938" fmla="*/ 270432 w 1967341"/>
              <a:gd name="connsiteY1938" fmla="*/ 71501 h 442564"/>
              <a:gd name="connsiteX1939" fmla="*/ 268753 w 1967341"/>
              <a:gd name="connsiteY1939" fmla="*/ 81270 h 442564"/>
              <a:gd name="connsiteX1940" fmla="*/ 263629 w 1967341"/>
              <a:gd name="connsiteY1940" fmla="*/ 86613 h 442564"/>
              <a:gd name="connsiteX1941" fmla="*/ 261645 w 1967341"/>
              <a:gd name="connsiteY1941" fmla="*/ 89883 h 442564"/>
              <a:gd name="connsiteX1942" fmla="*/ 235871 w 1967341"/>
              <a:gd name="connsiteY1942" fmla="*/ 107698 h 442564"/>
              <a:gd name="connsiteX1943" fmla="*/ 243503 w 1967341"/>
              <a:gd name="connsiteY1943" fmla="*/ 108200 h 442564"/>
              <a:gd name="connsiteX1944" fmla="*/ 243590 w 1967341"/>
              <a:gd name="connsiteY1944" fmla="*/ 108134 h 442564"/>
              <a:gd name="connsiteX1945" fmla="*/ 251941 w 1967341"/>
              <a:gd name="connsiteY1945" fmla="*/ 114153 h 442564"/>
              <a:gd name="connsiteX1946" fmla="*/ 242085 w 1967341"/>
              <a:gd name="connsiteY1946" fmla="*/ 114327 h 442564"/>
              <a:gd name="connsiteX1947" fmla="*/ 235108 w 1967341"/>
              <a:gd name="connsiteY1947" fmla="*/ 107982 h 442564"/>
              <a:gd name="connsiteX1948" fmla="*/ 229635 w 1967341"/>
              <a:gd name="connsiteY1948" fmla="*/ 109992 h 442564"/>
              <a:gd name="connsiteX1949" fmla="*/ 230806 w 1967341"/>
              <a:gd name="connsiteY1949" fmla="*/ 115997 h 442564"/>
              <a:gd name="connsiteX1950" fmla="*/ 232730 w 1967341"/>
              <a:gd name="connsiteY1950" fmla="*/ 125927 h 442564"/>
              <a:gd name="connsiteX1951" fmla="*/ 300109 w 1967341"/>
              <a:gd name="connsiteY1951" fmla="*/ 115766 h 442564"/>
              <a:gd name="connsiteX1952" fmla="*/ 302442 w 1967341"/>
              <a:gd name="connsiteY1952" fmla="*/ 114981 h 442564"/>
              <a:gd name="connsiteX1953" fmla="*/ 302442 w 1967341"/>
              <a:gd name="connsiteY1953" fmla="*/ 117423 h 442564"/>
              <a:gd name="connsiteX1954" fmla="*/ 295770 w 1967341"/>
              <a:gd name="connsiteY1954" fmla="*/ 136328 h 442564"/>
              <a:gd name="connsiteX1955" fmla="*/ 279198 w 1967341"/>
              <a:gd name="connsiteY1955" fmla="*/ 147122 h 442564"/>
              <a:gd name="connsiteX1956" fmla="*/ 272285 w 1967341"/>
              <a:gd name="connsiteY1956" fmla="*/ 159944 h 442564"/>
              <a:gd name="connsiteX1957" fmla="*/ 269102 w 1967341"/>
              <a:gd name="connsiteY1957" fmla="*/ 162124 h 442564"/>
              <a:gd name="connsiteX1958" fmla="*/ 300938 w 1967341"/>
              <a:gd name="connsiteY1958" fmla="*/ 157262 h 442564"/>
              <a:gd name="connsiteX1959" fmla="*/ 303446 w 1967341"/>
              <a:gd name="connsiteY1959" fmla="*/ 156782 h 442564"/>
              <a:gd name="connsiteX1960" fmla="*/ 303315 w 1967341"/>
              <a:gd name="connsiteY1960" fmla="*/ 156782 h 442564"/>
              <a:gd name="connsiteX1961" fmla="*/ 310140 w 1967341"/>
              <a:gd name="connsiteY1961" fmla="*/ 155364 h 442564"/>
              <a:gd name="connsiteX1962" fmla="*/ 299564 w 1967341"/>
              <a:gd name="connsiteY1962" fmla="*/ 170934 h 442564"/>
              <a:gd name="connsiteX1963" fmla="*/ 274662 w 1967341"/>
              <a:gd name="connsiteY1963" fmla="*/ 190755 h 442564"/>
              <a:gd name="connsiteX1964" fmla="*/ 247951 w 1967341"/>
              <a:gd name="connsiteY1964" fmla="*/ 199281 h 442564"/>
              <a:gd name="connsiteX1965" fmla="*/ 243590 w 1967341"/>
              <a:gd name="connsiteY1965" fmla="*/ 199564 h 442564"/>
              <a:gd name="connsiteX1966" fmla="*/ 235456 w 1967341"/>
              <a:gd name="connsiteY1966" fmla="*/ 198975 h 442564"/>
              <a:gd name="connsiteX1967" fmla="*/ 232883 w 1967341"/>
              <a:gd name="connsiteY1967" fmla="*/ 198605 h 442564"/>
              <a:gd name="connsiteX1968" fmla="*/ 237877 w 1967341"/>
              <a:gd name="connsiteY1968" fmla="*/ 219473 h 442564"/>
              <a:gd name="connsiteX1969" fmla="*/ 221239 w 1967341"/>
              <a:gd name="connsiteY1969" fmla="*/ 220541 h 442564"/>
              <a:gd name="connsiteX1970" fmla="*/ 204580 w 1967341"/>
              <a:gd name="connsiteY1970" fmla="*/ 219473 h 442564"/>
              <a:gd name="connsiteX1971" fmla="*/ 209573 w 1967341"/>
              <a:gd name="connsiteY1971" fmla="*/ 198605 h 442564"/>
              <a:gd name="connsiteX1972" fmla="*/ 207000 w 1967341"/>
              <a:gd name="connsiteY1972" fmla="*/ 198975 h 442564"/>
              <a:gd name="connsiteX1973" fmla="*/ 198866 w 1967341"/>
              <a:gd name="connsiteY1973" fmla="*/ 199564 h 442564"/>
              <a:gd name="connsiteX1974" fmla="*/ 194505 w 1967341"/>
              <a:gd name="connsiteY1974" fmla="*/ 199281 h 442564"/>
              <a:gd name="connsiteX1975" fmla="*/ 167772 w 1967341"/>
              <a:gd name="connsiteY1975" fmla="*/ 190755 h 442564"/>
              <a:gd name="connsiteX1976" fmla="*/ 142870 w 1967341"/>
              <a:gd name="connsiteY1976" fmla="*/ 170934 h 442564"/>
              <a:gd name="connsiteX1977" fmla="*/ 132294 w 1967341"/>
              <a:gd name="connsiteY1977" fmla="*/ 155364 h 442564"/>
              <a:gd name="connsiteX1978" fmla="*/ 139119 w 1967341"/>
              <a:gd name="connsiteY1978" fmla="*/ 156782 h 442564"/>
              <a:gd name="connsiteX1979" fmla="*/ 141649 w 1967341"/>
              <a:gd name="connsiteY1979" fmla="*/ 157262 h 442564"/>
              <a:gd name="connsiteX1980" fmla="*/ 173463 w 1967341"/>
              <a:gd name="connsiteY1980" fmla="*/ 162102 h 442564"/>
              <a:gd name="connsiteX1981" fmla="*/ 170280 w 1967341"/>
              <a:gd name="connsiteY1981" fmla="*/ 160031 h 442564"/>
              <a:gd name="connsiteX1982" fmla="*/ 163367 w 1967341"/>
              <a:gd name="connsiteY1982" fmla="*/ 147209 h 442564"/>
              <a:gd name="connsiteX1983" fmla="*/ 146795 w 1967341"/>
              <a:gd name="connsiteY1983" fmla="*/ 136416 h 442564"/>
              <a:gd name="connsiteX1984" fmla="*/ 140123 w 1967341"/>
              <a:gd name="connsiteY1984" fmla="*/ 117510 h 442564"/>
              <a:gd name="connsiteX1985" fmla="*/ 140123 w 1967341"/>
              <a:gd name="connsiteY1985" fmla="*/ 115068 h 442564"/>
              <a:gd name="connsiteX1986" fmla="*/ 142434 w 1967341"/>
              <a:gd name="connsiteY1986" fmla="*/ 115853 h 442564"/>
              <a:gd name="connsiteX1987" fmla="*/ 209922 w 1967341"/>
              <a:gd name="connsiteY1987" fmla="*/ 125927 h 442564"/>
              <a:gd name="connsiteX1988" fmla="*/ 213345 w 1967341"/>
              <a:gd name="connsiteY1988" fmla="*/ 108308 h 442564"/>
              <a:gd name="connsiteX1989" fmla="*/ 213345 w 1967341"/>
              <a:gd name="connsiteY1989" fmla="*/ 108025 h 442564"/>
              <a:gd name="connsiteX1990" fmla="*/ 221173 w 1967341"/>
              <a:gd name="connsiteY1990" fmla="*/ 98997 h 442564"/>
              <a:gd name="connsiteX1991" fmla="*/ 221457 w 1967341"/>
              <a:gd name="connsiteY1991" fmla="*/ 98997 h 442564"/>
              <a:gd name="connsiteX1992" fmla="*/ 227500 w 1967341"/>
              <a:gd name="connsiteY1992" fmla="*/ 102693 h 442564"/>
              <a:gd name="connsiteX1993" fmla="*/ 229064 w 1967341"/>
              <a:gd name="connsiteY1993" fmla="*/ 107308 h 442564"/>
              <a:gd name="connsiteX1994" fmla="*/ 234323 w 1967341"/>
              <a:gd name="connsiteY1994" fmla="*/ 105387 h 442564"/>
              <a:gd name="connsiteX1995" fmla="*/ 232142 w 1967341"/>
              <a:gd name="connsiteY1995" fmla="*/ 96054 h 442564"/>
              <a:gd name="connsiteX1996" fmla="*/ 237310 w 1967341"/>
              <a:gd name="connsiteY1996" fmla="*/ 87092 h 442564"/>
              <a:gd name="connsiteX1997" fmla="*/ 238989 w 1967341"/>
              <a:gd name="connsiteY1997" fmla="*/ 97145 h 442564"/>
              <a:gd name="connsiteX1998" fmla="*/ 234453 w 1967341"/>
              <a:gd name="connsiteY1998" fmla="*/ 105300 h 442564"/>
              <a:gd name="connsiteX1999" fmla="*/ 245024 w 1967341"/>
              <a:gd name="connsiteY1999" fmla="*/ 99071 h 442564"/>
              <a:gd name="connsiteX2000" fmla="*/ 243022 w 1967341"/>
              <a:gd name="connsiteY2000" fmla="*/ 90406 h 442564"/>
              <a:gd name="connsiteX2001" fmla="*/ 247754 w 1967341"/>
              <a:gd name="connsiteY2001" fmla="*/ 81226 h 442564"/>
              <a:gd name="connsiteX2002" fmla="*/ 249498 w 1967341"/>
              <a:gd name="connsiteY2002" fmla="*/ 91388 h 442564"/>
              <a:gd name="connsiteX2003" fmla="*/ 249564 w 1967341"/>
              <a:gd name="connsiteY2003" fmla="*/ 91388 h 442564"/>
              <a:gd name="connsiteX2004" fmla="*/ 245857 w 1967341"/>
              <a:gd name="connsiteY2004" fmla="*/ 98580 h 442564"/>
              <a:gd name="connsiteX2005" fmla="*/ 254842 w 1967341"/>
              <a:gd name="connsiteY2005" fmla="*/ 93285 h 442564"/>
              <a:gd name="connsiteX2006" fmla="*/ 252792 w 1967341"/>
              <a:gd name="connsiteY2006" fmla="*/ 84214 h 442564"/>
              <a:gd name="connsiteX2007" fmla="*/ 257153 w 1967341"/>
              <a:gd name="connsiteY2007" fmla="*/ 75492 h 442564"/>
              <a:gd name="connsiteX2008" fmla="*/ 258745 w 1967341"/>
              <a:gd name="connsiteY2008" fmla="*/ 85239 h 442564"/>
              <a:gd name="connsiteX2009" fmla="*/ 254907 w 1967341"/>
              <a:gd name="connsiteY2009" fmla="*/ 93263 h 442564"/>
              <a:gd name="connsiteX2010" fmla="*/ 261231 w 1967341"/>
              <a:gd name="connsiteY2010" fmla="*/ 87463 h 442564"/>
              <a:gd name="connsiteX2011" fmla="*/ 262648 w 1967341"/>
              <a:gd name="connsiteY2011" fmla="*/ 85762 h 442564"/>
              <a:gd name="connsiteX2012" fmla="*/ 263891 w 1967341"/>
              <a:gd name="connsiteY2012" fmla="*/ 77934 h 442564"/>
              <a:gd name="connsiteX2013" fmla="*/ 270432 w 1967341"/>
              <a:gd name="connsiteY2013" fmla="*/ 71501 h 442564"/>
              <a:gd name="connsiteX2014" fmla="*/ 130114 w 1967341"/>
              <a:gd name="connsiteY2014" fmla="*/ 70367 h 442564"/>
              <a:gd name="connsiteX2015" fmla="*/ 128806 w 1967341"/>
              <a:gd name="connsiteY2015" fmla="*/ 71173 h 442564"/>
              <a:gd name="connsiteX2016" fmla="*/ 127824 w 1967341"/>
              <a:gd name="connsiteY2016" fmla="*/ 72155 h 442564"/>
              <a:gd name="connsiteX2017" fmla="*/ 125949 w 1967341"/>
              <a:gd name="connsiteY2017" fmla="*/ 71457 h 442564"/>
              <a:gd name="connsiteX2018" fmla="*/ 125360 w 1967341"/>
              <a:gd name="connsiteY2018" fmla="*/ 72438 h 442564"/>
              <a:gd name="connsiteX2019" fmla="*/ 125360 w 1967341"/>
              <a:gd name="connsiteY2019" fmla="*/ 75142 h 442564"/>
              <a:gd name="connsiteX2020" fmla="*/ 125360 w 1967341"/>
              <a:gd name="connsiteY2020" fmla="*/ 76298 h 442564"/>
              <a:gd name="connsiteX2021" fmla="*/ 126036 w 1967341"/>
              <a:gd name="connsiteY2021" fmla="*/ 76930 h 442564"/>
              <a:gd name="connsiteX2022" fmla="*/ 126451 w 1967341"/>
              <a:gd name="connsiteY2022" fmla="*/ 77955 h 442564"/>
              <a:gd name="connsiteX2023" fmla="*/ 128631 w 1967341"/>
              <a:gd name="connsiteY2023" fmla="*/ 78304 h 442564"/>
              <a:gd name="connsiteX2024" fmla="*/ 129590 w 1967341"/>
              <a:gd name="connsiteY2024" fmla="*/ 76995 h 442564"/>
              <a:gd name="connsiteX2025" fmla="*/ 130506 w 1967341"/>
              <a:gd name="connsiteY2025" fmla="*/ 76341 h 442564"/>
              <a:gd name="connsiteX2026" fmla="*/ 131008 w 1967341"/>
              <a:gd name="connsiteY2026" fmla="*/ 75251 h 442564"/>
              <a:gd name="connsiteX2027" fmla="*/ 131008 w 1967341"/>
              <a:gd name="connsiteY2027" fmla="*/ 75164 h 442564"/>
              <a:gd name="connsiteX2028" fmla="*/ 130899 w 1967341"/>
              <a:gd name="connsiteY2028" fmla="*/ 73877 h 442564"/>
              <a:gd name="connsiteX2029" fmla="*/ 131226 w 1967341"/>
              <a:gd name="connsiteY2029" fmla="*/ 73092 h 442564"/>
              <a:gd name="connsiteX2030" fmla="*/ 131422 w 1967341"/>
              <a:gd name="connsiteY2030" fmla="*/ 72111 h 442564"/>
              <a:gd name="connsiteX2031" fmla="*/ 131052 w 1967341"/>
              <a:gd name="connsiteY2031" fmla="*/ 71195 h 442564"/>
              <a:gd name="connsiteX2032" fmla="*/ 130703 w 1967341"/>
              <a:gd name="connsiteY2032" fmla="*/ 70367 h 442564"/>
              <a:gd name="connsiteX2033" fmla="*/ 130114 w 1967341"/>
              <a:gd name="connsiteY2033" fmla="*/ 70367 h 442564"/>
              <a:gd name="connsiteX2034" fmla="*/ 896964 w 1967341"/>
              <a:gd name="connsiteY2034" fmla="*/ 68465 h 442564"/>
              <a:gd name="connsiteX2035" fmla="*/ 902742 w 1967341"/>
              <a:gd name="connsiteY2035" fmla="*/ 69074 h 442564"/>
              <a:gd name="connsiteX2036" fmla="*/ 909888 w 1967341"/>
              <a:gd name="connsiteY2036" fmla="*/ 69074 h 442564"/>
              <a:gd name="connsiteX2037" fmla="*/ 913613 w 1967341"/>
              <a:gd name="connsiteY2037" fmla="*/ 72039 h 442564"/>
              <a:gd name="connsiteX2038" fmla="*/ 920303 w 1967341"/>
              <a:gd name="connsiteY2038" fmla="*/ 74091 h 442564"/>
              <a:gd name="connsiteX2039" fmla="*/ 922508 w 1967341"/>
              <a:gd name="connsiteY2039" fmla="*/ 81693 h 442564"/>
              <a:gd name="connsiteX2040" fmla="*/ 927677 w 1967341"/>
              <a:gd name="connsiteY2040" fmla="*/ 93096 h 442564"/>
              <a:gd name="connsiteX2041" fmla="*/ 921291 w 1967341"/>
              <a:gd name="connsiteY2041" fmla="*/ 104804 h 442564"/>
              <a:gd name="connsiteX2042" fmla="*/ 922508 w 1967341"/>
              <a:gd name="connsiteY2042" fmla="*/ 108680 h 442564"/>
              <a:gd name="connsiteX2043" fmla="*/ 945314 w 1967341"/>
              <a:gd name="connsiteY2043" fmla="*/ 103359 h 442564"/>
              <a:gd name="connsiteX2044" fmla="*/ 958314 w 1967341"/>
              <a:gd name="connsiteY2044" fmla="*/ 100394 h 442564"/>
              <a:gd name="connsiteX2045" fmla="*/ 963863 w 1967341"/>
              <a:gd name="connsiteY2045" fmla="*/ 102751 h 442564"/>
              <a:gd name="connsiteX2046" fmla="*/ 969640 w 1967341"/>
              <a:gd name="connsiteY2046" fmla="*/ 104651 h 442564"/>
              <a:gd name="connsiteX2047" fmla="*/ 976558 w 1967341"/>
              <a:gd name="connsiteY2047" fmla="*/ 110733 h 442564"/>
              <a:gd name="connsiteX2048" fmla="*/ 976406 w 1967341"/>
              <a:gd name="connsiteY2048" fmla="*/ 110733 h 442564"/>
              <a:gd name="connsiteX2049" fmla="*/ 979523 w 1967341"/>
              <a:gd name="connsiteY2049" fmla="*/ 114154 h 442564"/>
              <a:gd name="connsiteX2050" fmla="*/ 979143 w 1967341"/>
              <a:gd name="connsiteY2050" fmla="*/ 121147 h 442564"/>
              <a:gd name="connsiteX2051" fmla="*/ 966675 w 1967341"/>
              <a:gd name="connsiteY2051" fmla="*/ 131714 h 442564"/>
              <a:gd name="connsiteX2052" fmla="*/ 959986 w 1967341"/>
              <a:gd name="connsiteY2052" fmla="*/ 129738 h 442564"/>
              <a:gd name="connsiteX2053" fmla="*/ 948659 w 1967341"/>
              <a:gd name="connsiteY2053" fmla="*/ 130498 h 442564"/>
              <a:gd name="connsiteX2054" fmla="*/ 939612 w 1967341"/>
              <a:gd name="connsiteY2054" fmla="*/ 131563 h 442564"/>
              <a:gd name="connsiteX2055" fmla="*/ 931326 w 1967341"/>
              <a:gd name="connsiteY2055" fmla="*/ 134071 h 442564"/>
              <a:gd name="connsiteX2056" fmla="*/ 923039 w 1967341"/>
              <a:gd name="connsiteY2056" fmla="*/ 137036 h 442564"/>
              <a:gd name="connsiteX2057" fmla="*/ 915437 w 1967341"/>
              <a:gd name="connsiteY2057" fmla="*/ 137036 h 442564"/>
              <a:gd name="connsiteX2058" fmla="*/ 903882 w 1967341"/>
              <a:gd name="connsiteY2058" fmla="*/ 141901 h 442564"/>
              <a:gd name="connsiteX2059" fmla="*/ 876895 w 1967341"/>
              <a:gd name="connsiteY2059" fmla="*/ 148591 h 442564"/>
              <a:gd name="connsiteX2060" fmla="*/ 869293 w 1967341"/>
              <a:gd name="connsiteY2060" fmla="*/ 150568 h 442564"/>
              <a:gd name="connsiteX2061" fmla="*/ 861691 w 1967341"/>
              <a:gd name="connsiteY2061" fmla="*/ 152468 h 442564"/>
              <a:gd name="connsiteX2062" fmla="*/ 854849 w 1967341"/>
              <a:gd name="connsiteY2062" fmla="*/ 154216 h 442564"/>
              <a:gd name="connsiteX2063" fmla="*/ 849071 w 1967341"/>
              <a:gd name="connsiteY2063" fmla="*/ 154976 h 442564"/>
              <a:gd name="connsiteX2064" fmla="*/ 842838 w 1967341"/>
              <a:gd name="connsiteY2064" fmla="*/ 156649 h 442564"/>
              <a:gd name="connsiteX2065" fmla="*/ 837364 w 1967341"/>
              <a:gd name="connsiteY2065" fmla="*/ 156649 h 442564"/>
              <a:gd name="connsiteX2066" fmla="*/ 833031 w 1967341"/>
              <a:gd name="connsiteY2066" fmla="*/ 156649 h 442564"/>
              <a:gd name="connsiteX2067" fmla="*/ 826037 w 1967341"/>
              <a:gd name="connsiteY2067" fmla="*/ 158549 h 442564"/>
              <a:gd name="connsiteX2068" fmla="*/ 820108 w 1967341"/>
              <a:gd name="connsiteY2068" fmla="*/ 160602 h 442564"/>
              <a:gd name="connsiteX2069" fmla="*/ 814938 w 1967341"/>
              <a:gd name="connsiteY2069" fmla="*/ 163567 h 442564"/>
              <a:gd name="connsiteX2070" fmla="*/ 810757 w 1967341"/>
              <a:gd name="connsiteY2070" fmla="*/ 160602 h 442564"/>
              <a:gd name="connsiteX2071" fmla="*/ 803155 w 1967341"/>
              <a:gd name="connsiteY2071" fmla="*/ 160146 h 442564"/>
              <a:gd name="connsiteX2072" fmla="*/ 801179 w 1967341"/>
              <a:gd name="connsiteY2072" fmla="*/ 152012 h 442564"/>
              <a:gd name="connsiteX2073" fmla="*/ 800799 w 1967341"/>
              <a:gd name="connsiteY2073" fmla="*/ 145322 h 442564"/>
              <a:gd name="connsiteX2074" fmla="*/ 802242 w 1967341"/>
              <a:gd name="connsiteY2074" fmla="*/ 140000 h 442564"/>
              <a:gd name="connsiteX2075" fmla="*/ 817447 w 1967341"/>
              <a:gd name="connsiteY2075" fmla="*/ 132398 h 442564"/>
              <a:gd name="connsiteX2076" fmla="*/ 821476 w 1967341"/>
              <a:gd name="connsiteY2076" fmla="*/ 134679 h 442564"/>
              <a:gd name="connsiteX2077" fmla="*/ 830218 w 1967341"/>
              <a:gd name="connsiteY2077" fmla="*/ 131714 h 442564"/>
              <a:gd name="connsiteX2078" fmla="*/ 851124 w 1967341"/>
              <a:gd name="connsiteY2078" fmla="*/ 127533 h 442564"/>
              <a:gd name="connsiteX2079" fmla="*/ 860018 w 1967341"/>
              <a:gd name="connsiteY2079" fmla="*/ 126317 h 442564"/>
              <a:gd name="connsiteX2080" fmla="*/ 876363 w 1967341"/>
              <a:gd name="connsiteY2080" fmla="*/ 121300 h 442564"/>
              <a:gd name="connsiteX2081" fmla="*/ 883053 w 1967341"/>
              <a:gd name="connsiteY2081" fmla="*/ 117423 h 442564"/>
              <a:gd name="connsiteX2082" fmla="*/ 882293 w 1967341"/>
              <a:gd name="connsiteY2082" fmla="*/ 112861 h 442564"/>
              <a:gd name="connsiteX2083" fmla="*/ 877579 w 1967341"/>
              <a:gd name="connsiteY2083" fmla="*/ 111341 h 442564"/>
              <a:gd name="connsiteX2084" fmla="*/ 873094 w 1967341"/>
              <a:gd name="connsiteY2084" fmla="*/ 107920 h 442564"/>
              <a:gd name="connsiteX2085" fmla="*/ 874158 w 1967341"/>
              <a:gd name="connsiteY2085" fmla="*/ 103207 h 442564"/>
              <a:gd name="connsiteX2086" fmla="*/ 875907 w 1967341"/>
              <a:gd name="connsiteY2086" fmla="*/ 98721 h 442564"/>
              <a:gd name="connsiteX2087" fmla="*/ 877731 w 1967341"/>
              <a:gd name="connsiteY2087" fmla="*/ 93096 h 442564"/>
              <a:gd name="connsiteX2088" fmla="*/ 872030 w 1967341"/>
              <a:gd name="connsiteY2088" fmla="*/ 79032 h 442564"/>
              <a:gd name="connsiteX2089" fmla="*/ 873702 w 1967341"/>
              <a:gd name="connsiteY2089" fmla="*/ 74243 h 442564"/>
              <a:gd name="connsiteX2090" fmla="*/ 882293 w 1967341"/>
              <a:gd name="connsiteY2090" fmla="*/ 72798 h 442564"/>
              <a:gd name="connsiteX2091" fmla="*/ 887310 w 1967341"/>
              <a:gd name="connsiteY2091" fmla="*/ 70822 h 442564"/>
              <a:gd name="connsiteX2092" fmla="*/ 892099 w 1967341"/>
              <a:gd name="connsiteY2092" fmla="*/ 70290 h 442564"/>
              <a:gd name="connsiteX2093" fmla="*/ 896964 w 1967341"/>
              <a:gd name="connsiteY2093" fmla="*/ 68465 h 442564"/>
              <a:gd name="connsiteX2094" fmla="*/ 1900287 w 1967341"/>
              <a:gd name="connsiteY2094" fmla="*/ 67097 h 442564"/>
              <a:gd name="connsiteX2095" fmla="*/ 1908345 w 1967341"/>
              <a:gd name="connsiteY2095" fmla="*/ 73331 h 442564"/>
              <a:gd name="connsiteX2096" fmla="*/ 1904924 w 1967341"/>
              <a:gd name="connsiteY2096" fmla="*/ 83213 h 442564"/>
              <a:gd name="connsiteX2097" fmla="*/ 1898311 w 1967341"/>
              <a:gd name="connsiteY2097" fmla="*/ 91880 h 442564"/>
              <a:gd name="connsiteX2098" fmla="*/ 1898311 w 1967341"/>
              <a:gd name="connsiteY2098" fmla="*/ 99482 h 442564"/>
              <a:gd name="connsiteX2099" fmla="*/ 1902415 w 1967341"/>
              <a:gd name="connsiteY2099" fmla="*/ 105640 h 442564"/>
              <a:gd name="connsiteX2100" fmla="*/ 1893444 w 1967341"/>
              <a:gd name="connsiteY2100" fmla="*/ 123809 h 442564"/>
              <a:gd name="connsiteX2101" fmla="*/ 1886679 w 1967341"/>
              <a:gd name="connsiteY2101" fmla="*/ 133615 h 442564"/>
              <a:gd name="connsiteX2102" fmla="*/ 1894889 w 1967341"/>
              <a:gd name="connsiteY2102" fmla="*/ 137948 h 442564"/>
              <a:gd name="connsiteX2103" fmla="*/ 1898919 w 1967341"/>
              <a:gd name="connsiteY2103" fmla="*/ 144410 h 442564"/>
              <a:gd name="connsiteX2104" fmla="*/ 1906521 w 1967341"/>
              <a:gd name="connsiteY2104" fmla="*/ 136808 h 442564"/>
              <a:gd name="connsiteX2105" fmla="*/ 1899907 w 1967341"/>
              <a:gd name="connsiteY2105" fmla="*/ 134603 h 442564"/>
              <a:gd name="connsiteX2106" fmla="*/ 1898386 w 1967341"/>
              <a:gd name="connsiteY2106" fmla="*/ 127001 h 442564"/>
              <a:gd name="connsiteX2107" fmla="*/ 1902719 w 1967341"/>
              <a:gd name="connsiteY2107" fmla="*/ 123580 h 442564"/>
              <a:gd name="connsiteX2108" fmla="*/ 1906216 w 1967341"/>
              <a:gd name="connsiteY2108" fmla="*/ 119475 h 442564"/>
              <a:gd name="connsiteX2109" fmla="*/ 1905609 w 1967341"/>
              <a:gd name="connsiteY2109" fmla="*/ 112254 h 442564"/>
              <a:gd name="connsiteX2110" fmla="*/ 1911766 w 1967341"/>
              <a:gd name="connsiteY2110" fmla="*/ 109136 h 442564"/>
              <a:gd name="connsiteX2111" fmla="*/ 1915263 w 1967341"/>
              <a:gd name="connsiteY2111" fmla="*/ 103891 h 442564"/>
              <a:gd name="connsiteX2112" fmla="*/ 1916860 w 1967341"/>
              <a:gd name="connsiteY2112" fmla="*/ 98113 h 442564"/>
              <a:gd name="connsiteX2113" fmla="*/ 1912450 w 1967341"/>
              <a:gd name="connsiteY2113" fmla="*/ 87470 h 442564"/>
              <a:gd name="connsiteX2114" fmla="*/ 1934572 w 1967341"/>
              <a:gd name="connsiteY2114" fmla="*/ 75764 h 442564"/>
              <a:gd name="connsiteX2115" fmla="*/ 1936549 w 1967341"/>
              <a:gd name="connsiteY2115" fmla="*/ 72951 h 442564"/>
              <a:gd name="connsiteX2116" fmla="*/ 1943162 w 1967341"/>
              <a:gd name="connsiteY2116" fmla="*/ 72190 h 442564"/>
              <a:gd name="connsiteX2117" fmla="*/ 1950309 w 1967341"/>
              <a:gd name="connsiteY2117" fmla="*/ 76676 h 442564"/>
              <a:gd name="connsiteX2118" fmla="*/ 1952133 w 1967341"/>
              <a:gd name="connsiteY2118" fmla="*/ 81921 h 442564"/>
              <a:gd name="connsiteX2119" fmla="*/ 1951297 w 1967341"/>
              <a:gd name="connsiteY2119" fmla="*/ 91119 h 442564"/>
              <a:gd name="connsiteX2120" fmla="*/ 1941566 w 1967341"/>
              <a:gd name="connsiteY2120" fmla="*/ 98721 h 442564"/>
              <a:gd name="connsiteX2121" fmla="*/ 1933964 w 1967341"/>
              <a:gd name="connsiteY2121" fmla="*/ 117119 h 442564"/>
              <a:gd name="connsiteX2122" fmla="*/ 1931683 w 1967341"/>
              <a:gd name="connsiteY2122" fmla="*/ 123505 h 442564"/>
              <a:gd name="connsiteX2123" fmla="*/ 1929783 w 1967341"/>
              <a:gd name="connsiteY2123" fmla="*/ 131107 h 442564"/>
              <a:gd name="connsiteX2124" fmla="*/ 1928262 w 1967341"/>
              <a:gd name="connsiteY2124" fmla="*/ 140685 h 442564"/>
              <a:gd name="connsiteX2125" fmla="*/ 1932671 w 1967341"/>
              <a:gd name="connsiteY2125" fmla="*/ 142054 h 442564"/>
              <a:gd name="connsiteX2126" fmla="*/ 1941262 w 1967341"/>
              <a:gd name="connsiteY2126" fmla="*/ 137340 h 442564"/>
              <a:gd name="connsiteX2127" fmla="*/ 1947191 w 1967341"/>
              <a:gd name="connsiteY2127" fmla="*/ 137340 h 442564"/>
              <a:gd name="connsiteX2128" fmla="*/ 1951981 w 1967341"/>
              <a:gd name="connsiteY2128" fmla="*/ 140837 h 442564"/>
              <a:gd name="connsiteX2129" fmla="*/ 1957379 w 1967341"/>
              <a:gd name="connsiteY2129" fmla="*/ 142434 h 442564"/>
              <a:gd name="connsiteX2130" fmla="*/ 1963536 w 1967341"/>
              <a:gd name="connsiteY2130" fmla="*/ 144638 h 442564"/>
              <a:gd name="connsiteX2131" fmla="*/ 1963993 w 1967341"/>
              <a:gd name="connsiteY2131" fmla="*/ 144562 h 442564"/>
              <a:gd name="connsiteX2132" fmla="*/ 1967262 w 1967341"/>
              <a:gd name="connsiteY2132" fmla="*/ 158626 h 442564"/>
              <a:gd name="connsiteX2133" fmla="*/ 1963764 w 1967341"/>
              <a:gd name="connsiteY2133" fmla="*/ 171322 h 442564"/>
              <a:gd name="connsiteX2134" fmla="*/ 1944607 w 1967341"/>
              <a:gd name="connsiteY2134" fmla="*/ 176415 h 442564"/>
              <a:gd name="connsiteX2135" fmla="*/ 1938677 w 1967341"/>
              <a:gd name="connsiteY2135" fmla="*/ 178924 h 442564"/>
              <a:gd name="connsiteX2136" fmla="*/ 1931075 w 1967341"/>
              <a:gd name="connsiteY2136" fmla="*/ 178240 h 442564"/>
              <a:gd name="connsiteX2137" fmla="*/ 1921573 w 1967341"/>
              <a:gd name="connsiteY2137" fmla="*/ 178240 h 442564"/>
              <a:gd name="connsiteX2138" fmla="*/ 1905228 w 1967341"/>
              <a:gd name="connsiteY2138" fmla="*/ 189871 h 442564"/>
              <a:gd name="connsiteX2139" fmla="*/ 1899223 w 1967341"/>
              <a:gd name="connsiteY2139" fmla="*/ 196256 h 442564"/>
              <a:gd name="connsiteX2140" fmla="*/ 1889644 w 1967341"/>
              <a:gd name="connsiteY2140" fmla="*/ 205075 h 442564"/>
              <a:gd name="connsiteX2141" fmla="*/ 1888123 w 1967341"/>
              <a:gd name="connsiteY2141" fmla="*/ 214121 h 442564"/>
              <a:gd name="connsiteX2142" fmla="*/ 1892685 w 1967341"/>
              <a:gd name="connsiteY2142" fmla="*/ 215034 h 442564"/>
              <a:gd name="connsiteX2143" fmla="*/ 1900895 w 1967341"/>
              <a:gd name="connsiteY2143" fmla="*/ 211765 h 442564"/>
              <a:gd name="connsiteX2144" fmla="*/ 1906293 w 1967341"/>
              <a:gd name="connsiteY2144" fmla="*/ 208875 h 442564"/>
              <a:gd name="connsiteX2145" fmla="*/ 1915719 w 1967341"/>
              <a:gd name="connsiteY2145" fmla="*/ 213665 h 442564"/>
              <a:gd name="connsiteX2146" fmla="*/ 1924917 w 1967341"/>
              <a:gd name="connsiteY2146" fmla="*/ 217466 h 442564"/>
              <a:gd name="connsiteX2147" fmla="*/ 1928491 w 1967341"/>
              <a:gd name="connsiteY2147" fmla="*/ 221115 h 442564"/>
              <a:gd name="connsiteX2148" fmla="*/ 1926134 w 1967341"/>
              <a:gd name="connsiteY2148" fmla="*/ 230694 h 442564"/>
              <a:gd name="connsiteX2149" fmla="*/ 1920660 w 1967341"/>
              <a:gd name="connsiteY2149" fmla="*/ 235407 h 442564"/>
              <a:gd name="connsiteX2150" fmla="*/ 1911005 w 1967341"/>
              <a:gd name="connsiteY2150" fmla="*/ 237232 h 442564"/>
              <a:gd name="connsiteX2151" fmla="*/ 1904468 w 1967341"/>
              <a:gd name="connsiteY2151" fmla="*/ 239436 h 442564"/>
              <a:gd name="connsiteX2152" fmla="*/ 1889264 w 1967341"/>
              <a:gd name="connsiteY2152" fmla="*/ 246278 h 442564"/>
              <a:gd name="connsiteX2153" fmla="*/ 1889948 w 1967341"/>
              <a:gd name="connsiteY2153" fmla="*/ 256769 h 442564"/>
              <a:gd name="connsiteX2154" fmla="*/ 1888807 w 1967341"/>
              <a:gd name="connsiteY2154" fmla="*/ 265739 h 442564"/>
              <a:gd name="connsiteX2155" fmla="*/ 1886679 w 1967341"/>
              <a:gd name="connsiteY2155" fmla="*/ 276002 h 442564"/>
              <a:gd name="connsiteX2156" fmla="*/ 1882726 w 1967341"/>
              <a:gd name="connsiteY2156" fmla="*/ 282844 h 442564"/>
              <a:gd name="connsiteX2157" fmla="*/ 1875124 w 1967341"/>
              <a:gd name="connsiteY2157" fmla="*/ 297592 h 442564"/>
              <a:gd name="connsiteX2158" fmla="*/ 1864025 w 1967341"/>
              <a:gd name="connsiteY2158" fmla="*/ 301545 h 442564"/>
              <a:gd name="connsiteX2159" fmla="*/ 1855131 w 1967341"/>
              <a:gd name="connsiteY2159" fmla="*/ 303978 h 442564"/>
              <a:gd name="connsiteX2160" fmla="*/ 1841751 w 1967341"/>
              <a:gd name="connsiteY2160" fmla="*/ 303978 h 442564"/>
              <a:gd name="connsiteX2161" fmla="*/ 1840915 w 1967341"/>
              <a:gd name="connsiteY2161" fmla="*/ 295920 h 442564"/>
              <a:gd name="connsiteX2162" fmla="*/ 1827991 w 1967341"/>
              <a:gd name="connsiteY2162" fmla="*/ 283680 h 442564"/>
              <a:gd name="connsiteX2163" fmla="*/ 1834909 w 1967341"/>
              <a:gd name="connsiteY2163" fmla="*/ 280259 h 442564"/>
              <a:gd name="connsiteX2164" fmla="*/ 1851633 w 1967341"/>
              <a:gd name="connsiteY2164" fmla="*/ 277218 h 442564"/>
              <a:gd name="connsiteX2165" fmla="*/ 1864785 w 1967341"/>
              <a:gd name="connsiteY2165" fmla="*/ 254412 h 442564"/>
              <a:gd name="connsiteX2166" fmla="*/ 1861136 w 1967341"/>
              <a:gd name="connsiteY2166" fmla="*/ 249243 h 442564"/>
              <a:gd name="connsiteX2167" fmla="*/ 1848821 w 1967341"/>
              <a:gd name="connsiteY2167" fmla="*/ 251448 h 442564"/>
              <a:gd name="connsiteX2168" fmla="*/ 1836125 w 1967341"/>
              <a:gd name="connsiteY2168" fmla="*/ 253652 h 442564"/>
              <a:gd name="connsiteX2169" fmla="*/ 1825710 w 1967341"/>
              <a:gd name="connsiteY2169" fmla="*/ 257377 h 442564"/>
              <a:gd name="connsiteX2170" fmla="*/ 1816360 w 1967341"/>
              <a:gd name="connsiteY2170" fmla="*/ 255097 h 442564"/>
              <a:gd name="connsiteX2171" fmla="*/ 1812102 w 1967341"/>
              <a:gd name="connsiteY2171" fmla="*/ 253196 h 442564"/>
              <a:gd name="connsiteX2172" fmla="*/ 1811114 w 1967341"/>
              <a:gd name="connsiteY2172" fmla="*/ 246354 h 442564"/>
              <a:gd name="connsiteX2173" fmla="*/ 1813015 w 1967341"/>
              <a:gd name="connsiteY2173" fmla="*/ 236928 h 442564"/>
              <a:gd name="connsiteX2174" fmla="*/ 1824417 w 1967341"/>
              <a:gd name="connsiteY2174" fmla="*/ 229857 h 442564"/>
              <a:gd name="connsiteX2175" fmla="*/ 1832704 w 1967341"/>
              <a:gd name="connsiteY2175" fmla="*/ 231986 h 442564"/>
              <a:gd name="connsiteX2176" fmla="*/ 1840762 w 1967341"/>
              <a:gd name="connsiteY2176" fmla="*/ 226969 h 442564"/>
              <a:gd name="connsiteX2177" fmla="*/ 1850721 w 1967341"/>
              <a:gd name="connsiteY2177" fmla="*/ 224308 h 442564"/>
              <a:gd name="connsiteX2178" fmla="*/ 1856727 w 1967341"/>
              <a:gd name="connsiteY2178" fmla="*/ 221267 h 442564"/>
              <a:gd name="connsiteX2179" fmla="*/ 1858855 w 1967341"/>
              <a:gd name="connsiteY2179" fmla="*/ 217770 h 442564"/>
              <a:gd name="connsiteX2180" fmla="*/ 1859919 w 1967341"/>
              <a:gd name="connsiteY2180" fmla="*/ 210168 h 442564"/>
              <a:gd name="connsiteX2181" fmla="*/ 1862733 w 1967341"/>
              <a:gd name="connsiteY2181" fmla="*/ 202566 h 442564"/>
              <a:gd name="connsiteX2182" fmla="*/ 1856955 w 1967341"/>
              <a:gd name="connsiteY2182" fmla="*/ 202034 h 442564"/>
              <a:gd name="connsiteX2183" fmla="*/ 1850569 w 1967341"/>
              <a:gd name="connsiteY2183" fmla="*/ 206215 h 442564"/>
              <a:gd name="connsiteX2184" fmla="*/ 1843346 w 1967341"/>
              <a:gd name="connsiteY2184" fmla="*/ 209940 h 442564"/>
              <a:gd name="connsiteX2185" fmla="*/ 1837266 w 1967341"/>
              <a:gd name="connsiteY2185" fmla="*/ 209940 h 442564"/>
              <a:gd name="connsiteX2186" fmla="*/ 1834985 w 1967341"/>
              <a:gd name="connsiteY2186" fmla="*/ 204391 h 442564"/>
              <a:gd name="connsiteX2187" fmla="*/ 1836657 w 1967341"/>
              <a:gd name="connsiteY2187" fmla="*/ 196104 h 442564"/>
              <a:gd name="connsiteX2188" fmla="*/ 1843043 w 1967341"/>
              <a:gd name="connsiteY2188" fmla="*/ 180900 h 442564"/>
              <a:gd name="connsiteX2189" fmla="*/ 1852013 w 1967341"/>
              <a:gd name="connsiteY2189" fmla="*/ 180292 h 442564"/>
              <a:gd name="connsiteX2190" fmla="*/ 1855358 w 1967341"/>
              <a:gd name="connsiteY2190" fmla="*/ 178087 h 442564"/>
              <a:gd name="connsiteX2191" fmla="*/ 1863645 w 1967341"/>
              <a:gd name="connsiteY2191" fmla="*/ 177327 h 442564"/>
              <a:gd name="connsiteX2192" fmla="*/ 1873072 w 1967341"/>
              <a:gd name="connsiteY2192" fmla="*/ 174971 h 442564"/>
              <a:gd name="connsiteX2193" fmla="*/ 1880141 w 1967341"/>
              <a:gd name="connsiteY2193" fmla="*/ 173754 h 442564"/>
              <a:gd name="connsiteX2194" fmla="*/ 1886071 w 1967341"/>
              <a:gd name="connsiteY2194" fmla="*/ 171626 h 442564"/>
              <a:gd name="connsiteX2195" fmla="*/ 1889568 w 1967341"/>
              <a:gd name="connsiteY2195" fmla="*/ 169117 h 442564"/>
              <a:gd name="connsiteX2196" fmla="*/ 1897854 w 1967341"/>
              <a:gd name="connsiteY2196" fmla="*/ 169117 h 442564"/>
              <a:gd name="connsiteX2197" fmla="*/ 1904620 w 1967341"/>
              <a:gd name="connsiteY2197" fmla="*/ 169117 h 442564"/>
              <a:gd name="connsiteX2198" fmla="*/ 1911614 w 1967341"/>
              <a:gd name="connsiteY2198" fmla="*/ 170789 h 442564"/>
              <a:gd name="connsiteX2199" fmla="*/ 1919216 w 1967341"/>
              <a:gd name="connsiteY2199" fmla="*/ 167064 h 442564"/>
              <a:gd name="connsiteX2200" fmla="*/ 1923473 w 1967341"/>
              <a:gd name="connsiteY2200" fmla="*/ 158930 h 442564"/>
              <a:gd name="connsiteX2201" fmla="*/ 1913362 w 1967341"/>
              <a:gd name="connsiteY2201" fmla="*/ 160070 h 442564"/>
              <a:gd name="connsiteX2202" fmla="*/ 1902719 w 1967341"/>
              <a:gd name="connsiteY2202" fmla="*/ 161591 h 442564"/>
              <a:gd name="connsiteX2203" fmla="*/ 1885995 w 1967341"/>
              <a:gd name="connsiteY2203" fmla="*/ 163340 h 442564"/>
              <a:gd name="connsiteX2204" fmla="*/ 1877556 w 1967341"/>
              <a:gd name="connsiteY2204" fmla="*/ 165316 h 442564"/>
              <a:gd name="connsiteX2205" fmla="*/ 1869118 w 1967341"/>
              <a:gd name="connsiteY2205" fmla="*/ 167064 h 442564"/>
              <a:gd name="connsiteX2206" fmla="*/ 1855434 w 1967341"/>
              <a:gd name="connsiteY2206" fmla="*/ 168813 h 442564"/>
              <a:gd name="connsiteX2207" fmla="*/ 1844943 w 1967341"/>
              <a:gd name="connsiteY2207" fmla="*/ 170942 h 442564"/>
              <a:gd name="connsiteX2208" fmla="*/ 1832552 w 1967341"/>
              <a:gd name="connsiteY2208" fmla="*/ 175959 h 442564"/>
              <a:gd name="connsiteX2209" fmla="*/ 1824950 w 1967341"/>
              <a:gd name="connsiteY2209" fmla="*/ 186069 h 442564"/>
              <a:gd name="connsiteX2210" fmla="*/ 1821301 w 1967341"/>
              <a:gd name="connsiteY2210" fmla="*/ 190403 h 442564"/>
              <a:gd name="connsiteX2211" fmla="*/ 1805488 w 1967341"/>
              <a:gd name="connsiteY2211" fmla="*/ 202490 h 442564"/>
              <a:gd name="connsiteX2212" fmla="*/ 1799331 w 1967341"/>
              <a:gd name="connsiteY2212" fmla="*/ 199981 h 442564"/>
              <a:gd name="connsiteX2213" fmla="*/ 1794694 w 1967341"/>
              <a:gd name="connsiteY2213" fmla="*/ 185461 h 442564"/>
              <a:gd name="connsiteX2214" fmla="*/ 1794694 w 1967341"/>
              <a:gd name="connsiteY2214" fmla="*/ 170865 h 442564"/>
              <a:gd name="connsiteX2215" fmla="*/ 1796974 w 1967341"/>
              <a:gd name="connsiteY2215" fmla="*/ 164936 h 442564"/>
              <a:gd name="connsiteX2216" fmla="*/ 1801155 w 1967341"/>
              <a:gd name="connsiteY2216" fmla="*/ 162199 h 442564"/>
              <a:gd name="connsiteX2217" fmla="*/ 1811343 w 1967341"/>
              <a:gd name="connsiteY2217" fmla="*/ 145322 h 442564"/>
              <a:gd name="connsiteX2218" fmla="*/ 1814231 w 1967341"/>
              <a:gd name="connsiteY2218" fmla="*/ 145322 h 442564"/>
              <a:gd name="connsiteX2219" fmla="*/ 1816284 w 1967341"/>
              <a:gd name="connsiteY2219" fmla="*/ 158398 h 442564"/>
              <a:gd name="connsiteX2220" fmla="*/ 1816480 w 1967341"/>
              <a:gd name="connsiteY2220" fmla="*/ 159747 h 442564"/>
              <a:gd name="connsiteX2221" fmla="*/ 1820768 w 1967341"/>
              <a:gd name="connsiteY2221" fmla="*/ 161742 h 442564"/>
              <a:gd name="connsiteX2222" fmla="*/ 1829511 w 1967341"/>
              <a:gd name="connsiteY2222" fmla="*/ 158322 h 442564"/>
              <a:gd name="connsiteX2223" fmla="*/ 1832476 w 1967341"/>
              <a:gd name="connsiteY2223" fmla="*/ 155358 h 442564"/>
              <a:gd name="connsiteX2224" fmla="*/ 1830195 w 1967341"/>
              <a:gd name="connsiteY2224" fmla="*/ 149276 h 442564"/>
              <a:gd name="connsiteX2225" fmla="*/ 1828675 w 1967341"/>
              <a:gd name="connsiteY2225" fmla="*/ 140457 h 442564"/>
              <a:gd name="connsiteX2226" fmla="*/ 1830043 w 1967341"/>
              <a:gd name="connsiteY2226" fmla="*/ 122364 h 442564"/>
              <a:gd name="connsiteX2227" fmla="*/ 1828751 w 1967341"/>
              <a:gd name="connsiteY2227" fmla="*/ 103207 h 442564"/>
              <a:gd name="connsiteX2228" fmla="*/ 1827003 w 1967341"/>
              <a:gd name="connsiteY2228" fmla="*/ 92260 h 442564"/>
              <a:gd name="connsiteX2229" fmla="*/ 1830652 w 1967341"/>
              <a:gd name="connsiteY2229" fmla="*/ 85950 h 442564"/>
              <a:gd name="connsiteX2230" fmla="*/ 1835897 w 1967341"/>
              <a:gd name="connsiteY2230" fmla="*/ 85950 h 442564"/>
              <a:gd name="connsiteX2231" fmla="*/ 1838558 w 1967341"/>
              <a:gd name="connsiteY2231" fmla="*/ 84201 h 442564"/>
              <a:gd name="connsiteX2232" fmla="*/ 1840839 w 1967341"/>
              <a:gd name="connsiteY2232" fmla="*/ 87623 h 442564"/>
              <a:gd name="connsiteX2233" fmla="*/ 1841751 w 1967341"/>
              <a:gd name="connsiteY2233" fmla="*/ 93856 h 442564"/>
              <a:gd name="connsiteX2234" fmla="*/ 1842435 w 1967341"/>
              <a:gd name="connsiteY2234" fmla="*/ 101458 h 442564"/>
              <a:gd name="connsiteX2235" fmla="*/ 1842435 w 1967341"/>
              <a:gd name="connsiteY2235" fmla="*/ 106248 h 442564"/>
              <a:gd name="connsiteX2236" fmla="*/ 1842435 w 1967341"/>
              <a:gd name="connsiteY2236" fmla="*/ 111493 h 442564"/>
              <a:gd name="connsiteX2237" fmla="*/ 1842435 w 1967341"/>
              <a:gd name="connsiteY2237" fmla="*/ 118107 h 442564"/>
              <a:gd name="connsiteX2238" fmla="*/ 1843195 w 1967341"/>
              <a:gd name="connsiteY2238" fmla="*/ 131030 h 442564"/>
              <a:gd name="connsiteX2239" fmla="*/ 1844868 w 1967341"/>
              <a:gd name="connsiteY2239" fmla="*/ 139697 h 442564"/>
              <a:gd name="connsiteX2240" fmla="*/ 1844868 w 1967341"/>
              <a:gd name="connsiteY2240" fmla="*/ 146083 h 442564"/>
              <a:gd name="connsiteX2241" fmla="*/ 1842283 w 1967341"/>
              <a:gd name="connsiteY2241" fmla="*/ 153685 h 442564"/>
              <a:gd name="connsiteX2242" fmla="*/ 1845932 w 1967341"/>
              <a:gd name="connsiteY2242" fmla="*/ 157410 h 442564"/>
              <a:gd name="connsiteX2243" fmla="*/ 1853153 w 1967341"/>
              <a:gd name="connsiteY2243" fmla="*/ 155433 h 442564"/>
              <a:gd name="connsiteX2244" fmla="*/ 1859387 w 1967341"/>
              <a:gd name="connsiteY2244" fmla="*/ 155053 h 442564"/>
              <a:gd name="connsiteX2245" fmla="*/ 1869574 w 1967341"/>
              <a:gd name="connsiteY2245" fmla="*/ 153228 h 442564"/>
              <a:gd name="connsiteX2246" fmla="*/ 1875124 w 1967341"/>
              <a:gd name="connsiteY2246" fmla="*/ 151328 h 442564"/>
              <a:gd name="connsiteX2247" fmla="*/ 1879457 w 1967341"/>
              <a:gd name="connsiteY2247" fmla="*/ 148439 h 442564"/>
              <a:gd name="connsiteX2248" fmla="*/ 1880065 w 1967341"/>
              <a:gd name="connsiteY2248" fmla="*/ 145170 h 442564"/>
              <a:gd name="connsiteX2249" fmla="*/ 1873983 w 1967341"/>
              <a:gd name="connsiteY2249" fmla="*/ 144562 h 442564"/>
              <a:gd name="connsiteX2250" fmla="*/ 1868434 w 1967341"/>
              <a:gd name="connsiteY2250" fmla="*/ 146842 h 442564"/>
              <a:gd name="connsiteX2251" fmla="*/ 1866837 w 1967341"/>
              <a:gd name="connsiteY2251" fmla="*/ 141750 h 442564"/>
              <a:gd name="connsiteX2252" fmla="*/ 1863493 w 1967341"/>
              <a:gd name="connsiteY2252" fmla="*/ 137568 h 442564"/>
              <a:gd name="connsiteX2253" fmla="*/ 1861288 w 1967341"/>
              <a:gd name="connsiteY2253" fmla="*/ 143802 h 442564"/>
              <a:gd name="connsiteX2254" fmla="*/ 1858627 w 1967341"/>
              <a:gd name="connsiteY2254" fmla="*/ 147527 h 442564"/>
              <a:gd name="connsiteX2255" fmla="*/ 1854902 w 1967341"/>
              <a:gd name="connsiteY2255" fmla="*/ 149503 h 442564"/>
              <a:gd name="connsiteX2256" fmla="*/ 1851101 w 1967341"/>
              <a:gd name="connsiteY2256" fmla="*/ 142358 h 442564"/>
              <a:gd name="connsiteX2257" fmla="*/ 1851633 w 1967341"/>
              <a:gd name="connsiteY2257" fmla="*/ 127609 h 442564"/>
              <a:gd name="connsiteX2258" fmla="*/ 1849961 w 1967341"/>
              <a:gd name="connsiteY2258" fmla="*/ 117575 h 442564"/>
              <a:gd name="connsiteX2259" fmla="*/ 1849961 w 1967341"/>
              <a:gd name="connsiteY2259" fmla="*/ 103359 h 442564"/>
              <a:gd name="connsiteX2260" fmla="*/ 1848897 w 1967341"/>
              <a:gd name="connsiteY2260" fmla="*/ 98570 h 442564"/>
              <a:gd name="connsiteX2261" fmla="*/ 1851786 w 1967341"/>
              <a:gd name="connsiteY2261" fmla="*/ 91652 h 442564"/>
              <a:gd name="connsiteX2262" fmla="*/ 1856651 w 1967341"/>
              <a:gd name="connsiteY2262" fmla="*/ 88915 h 442564"/>
              <a:gd name="connsiteX2263" fmla="*/ 1859007 w 1967341"/>
              <a:gd name="connsiteY2263" fmla="*/ 96517 h 442564"/>
              <a:gd name="connsiteX2264" fmla="*/ 1860603 w 1967341"/>
              <a:gd name="connsiteY2264" fmla="*/ 101307 h 442564"/>
              <a:gd name="connsiteX2265" fmla="*/ 1862884 w 1967341"/>
              <a:gd name="connsiteY2265" fmla="*/ 117346 h 442564"/>
              <a:gd name="connsiteX2266" fmla="*/ 1865013 w 1967341"/>
              <a:gd name="connsiteY2266" fmla="*/ 121072 h 442564"/>
              <a:gd name="connsiteX2267" fmla="*/ 1873300 w 1967341"/>
              <a:gd name="connsiteY2267" fmla="*/ 121072 h 442564"/>
              <a:gd name="connsiteX2268" fmla="*/ 1876417 w 1967341"/>
              <a:gd name="connsiteY2268" fmla="*/ 125025 h 442564"/>
              <a:gd name="connsiteX2269" fmla="*/ 1884019 w 1967341"/>
              <a:gd name="connsiteY2269" fmla="*/ 117955 h 442564"/>
              <a:gd name="connsiteX2270" fmla="*/ 1879989 w 1967341"/>
              <a:gd name="connsiteY2270" fmla="*/ 108376 h 442564"/>
              <a:gd name="connsiteX2271" fmla="*/ 1873300 w 1967341"/>
              <a:gd name="connsiteY2271" fmla="*/ 110961 h 442564"/>
              <a:gd name="connsiteX2272" fmla="*/ 1868586 w 1967341"/>
              <a:gd name="connsiteY2272" fmla="*/ 113166 h 442564"/>
              <a:gd name="connsiteX2273" fmla="*/ 1868586 w 1967341"/>
              <a:gd name="connsiteY2273" fmla="*/ 103663 h 442564"/>
              <a:gd name="connsiteX2274" fmla="*/ 1871475 w 1967341"/>
              <a:gd name="connsiteY2274" fmla="*/ 96061 h 442564"/>
              <a:gd name="connsiteX2275" fmla="*/ 1868282 w 1967341"/>
              <a:gd name="connsiteY2275" fmla="*/ 87623 h 442564"/>
              <a:gd name="connsiteX2276" fmla="*/ 1873603 w 1967341"/>
              <a:gd name="connsiteY2276" fmla="*/ 82301 h 442564"/>
              <a:gd name="connsiteX2277" fmla="*/ 1879457 w 1967341"/>
              <a:gd name="connsiteY2277" fmla="*/ 87090 h 442564"/>
              <a:gd name="connsiteX2278" fmla="*/ 1886527 w 1967341"/>
              <a:gd name="connsiteY2278" fmla="*/ 77740 h 442564"/>
              <a:gd name="connsiteX2279" fmla="*/ 1891772 w 1967341"/>
              <a:gd name="connsiteY2279" fmla="*/ 68009 h 442564"/>
              <a:gd name="connsiteX2280" fmla="*/ 1896030 w 1967341"/>
              <a:gd name="connsiteY2280" fmla="*/ 68009 h 442564"/>
              <a:gd name="connsiteX2281" fmla="*/ 1900287 w 1967341"/>
              <a:gd name="connsiteY2281" fmla="*/ 67097 h 442564"/>
              <a:gd name="connsiteX2282" fmla="*/ 244236 w 1967341"/>
              <a:gd name="connsiteY2282" fmla="*/ 61103 h 442564"/>
              <a:gd name="connsiteX2283" fmla="*/ 124205 w 1967341"/>
              <a:gd name="connsiteY2283" fmla="*/ 91758 h 442564"/>
              <a:gd name="connsiteX2284" fmla="*/ 124183 w 1967341"/>
              <a:gd name="connsiteY2284" fmla="*/ 91758 h 442564"/>
              <a:gd name="connsiteX2285" fmla="*/ 59421 w 1967341"/>
              <a:gd name="connsiteY2285" fmla="*/ 221326 h 442564"/>
              <a:gd name="connsiteX2286" fmla="*/ 61274 w 1967341"/>
              <a:gd name="connsiteY2286" fmla="*/ 245966 h 442564"/>
              <a:gd name="connsiteX2287" fmla="*/ 61645 w 1967341"/>
              <a:gd name="connsiteY2287" fmla="*/ 247972 h 442564"/>
              <a:gd name="connsiteX2288" fmla="*/ 63389 w 1967341"/>
              <a:gd name="connsiteY2288" fmla="*/ 256956 h 442564"/>
              <a:gd name="connsiteX2289" fmla="*/ 66660 w 1967341"/>
              <a:gd name="connsiteY2289" fmla="*/ 269363 h 442564"/>
              <a:gd name="connsiteX2290" fmla="*/ 71414 w 1967341"/>
              <a:gd name="connsiteY2290" fmla="*/ 282447 h 442564"/>
              <a:gd name="connsiteX2291" fmla="*/ 72111 w 1967341"/>
              <a:gd name="connsiteY2291" fmla="*/ 284191 h 442564"/>
              <a:gd name="connsiteX2292" fmla="*/ 91387 w 1967341"/>
              <a:gd name="connsiteY2292" fmla="*/ 317990 h 442564"/>
              <a:gd name="connsiteX2293" fmla="*/ 91496 w 1967341"/>
              <a:gd name="connsiteY2293" fmla="*/ 318120 h 442564"/>
              <a:gd name="connsiteX2294" fmla="*/ 91660 w 1967341"/>
              <a:gd name="connsiteY2294" fmla="*/ 318341 h 442564"/>
              <a:gd name="connsiteX2295" fmla="*/ 139607 w 1967341"/>
              <a:gd name="connsiteY2295" fmla="*/ 361148 h 442564"/>
              <a:gd name="connsiteX2296" fmla="*/ 173816 w 1967341"/>
              <a:gd name="connsiteY2296" fmla="*/ 373050 h 442564"/>
              <a:gd name="connsiteX2297" fmla="*/ 171239 w 1967341"/>
              <a:gd name="connsiteY2297" fmla="*/ 368927 h 442564"/>
              <a:gd name="connsiteX2298" fmla="*/ 165155 w 1967341"/>
              <a:gd name="connsiteY2298" fmla="*/ 366747 h 442564"/>
              <a:gd name="connsiteX2299" fmla="*/ 164219 w 1967341"/>
              <a:gd name="connsiteY2299" fmla="*/ 365887 h 442564"/>
              <a:gd name="connsiteX2300" fmla="*/ 173550 w 1967341"/>
              <a:gd name="connsiteY2300" fmla="*/ 367466 h 442564"/>
              <a:gd name="connsiteX2301" fmla="*/ 178345 w 1967341"/>
              <a:gd name="connsiteY2301" fmla="*/ 372926 h 442564"/>
              <a:gd name="connsiteX2302" fmla="*/ 178973 w 1967341"/>
              <a:gd name="connsiteY2302" fmla="*/ 374845 h 442564"/>
              <a:gd name="connsiteX2303" fmla="*/ 188163 w 1967341"/>
              <a:gd name="connsiteY2303" fmla="*/ 378042 h 442564"/>
              <a:gd name="connsiteX2304" fmla="*/ 190646 w 1967341"/>
              <a:gd name="connsiteY2304" fmla="*/ 378042 h 442564"/>
              <a:gd name="connsiteX2305" fmla="*/ 190600 w 1967341"/>
              <a:gd name="connsiteY2305" fmla="*/ 378890 h 442564"/>
              <a:gd name="connsiteX2306" fmla="*/ 198212 w 1967341"/>
              <a:gd name="connsiteY2306" fmla="*/ 381538 h 442564"/>
              <a:gd name="connsiteX2307" fmla="*/ 224320 w 1967341"/>
              <a:gd name="connsiteY2307" fmla="*/ 380244 h 442564"/>
              <a:gd name="connsiteX2308" fmla="*/ 224706 w 1967341"/>
              <a:gd name="connsiteY2308" fmla="*/ 379831 h 442564"/>
              <a:gd name="connsiteX2309" fmla="*/ 222525 w 1967341"/>
              <a:gd name="connsiteY2309" fmla="*/ 379831 h 442564"/>
              <a:gd name="connsiteX2310" fmla="*/ 223376 w 1967341"/>
              <a:gd name="connsiteY2310" fmla="*/ 379264 h 442564"/>
              <a:gd name="connsiteX2311" fmla="*/ 219625 w 1967341"/>
              <a:gd name="connsiteY2311" fmla="*/ 379264 h 442564"/>
              <a:gd name="connsiteX2312" fmla="*/ 220388 w 1967341"/>
              <a:gd name="connsiteY2312" fmla="*/ 378675 h 442564"/>
              <a:gd name="connsiteX2313" fmla="*/ 212691 w 1967341"/>
              <a:gd name="connsiteY2313" fmla="*/ 378675 h 442564"/>
              <a:gd name="connsiteX2314" fmla="*/ 208330 w 1967341"/>
              <a:gd name="connsiteY2314" fmla="*/ 368775 h 442564"/>
              <a:gd name="connsiteX2315" fmla="*/ 197209 w 1967341"/>
              <a:gd name="connsiteY2315" fmla="*/ 368317 h 442564"/>
              <a:gd name="connsiteX2316" fmla="*/ 191649 w 1967341"/>
              <a:gd name="connsiteY2316" fmla="*/ 376821 h 442564"/>
              <a:gd name="connsiteX2317" fmla="*/ 190667 w 1967341"/>
              <a:gd name="connsiteY2317" fmla="*/ 376516 h 442564"/>
              <a:gd name="connsiteX2318" fmla="*/ 193110 w 1967341"/>
              <a:gd name="connsiteY2318" fmla="*/ 369495 h 442564"/>
              <a:gd name="connsiteX2319" fmla="*/ 202442 w 1967341"/>
              <a:gd name="connsiteY2319" fmla="*/ 365744 h 442564"/>
              <a:gd name="connsiteX2320" fmla="*/ 215526 w 1967341"/>
              <a:gd name="connsiteY2320" fmla="*/ 369168 h 442564"/>
              <a:gd name="connsiteX2321" fmla="*/ 218033 w 1967341"/>
              <a:gd name="connsiteY2321" fmla="*/ 377628 h 442564"/>
              <a:gd name="connsiteX2322" fmla="*/ 226755 w 1967341"/>
              <a:gd name="connsiteY2322" fmla="*/ 377410 h 442564"/>
              <a:gd name="connsiteX2323" fmla="*/ 230026 w 1967341"/>
              <a:gd name="connsiteY2323" fmla="*/ 369495 h 442564"/>
              <a:gd name="connsiteX2324" fmla="*/ 239359 w 1967341"/>
              <a:gd name="connsiteY2324" fmla="*/ 365744 h 442564"/>
              <a:gd name="connsiteX2325" fmla="*/ 252442 w 1967341"/>
              <a:gd name="connsiteY2325" fmla="*/ 369168 h 442564"/>
              <a:gd name="connsiteX2326" fmla="*/ 254950 w 1967341"/>
              <a:gd name="connsiteY2326" fmla="*/ 377628 h 442564"/>
              <a:gd name="connsiteX2327" fmla="*/ 262340 w 1967341"/>
              <a:gd name="connsiteY2327" fmla="*/ 377443 h 442564"/>
              <a:gd name="connsiteX2328" fmla="*/ 263904 w 1967341"/>
              <a:gd name="connsiteY2328" fmla="*/ 376700 h 442564"/>
              <a:gd name="connsiteX2329" fmla="*/ 264997 w 1967341"/>
              <a:gd name="connsiteY2329" fmla="*/ 373352 h 442564"/>
              <a:gd name="connsiteX2330" fmla="*/ 268709 w 1967341"/>
              <a:gd name="connsiteY2330" fmla="*/ 367380 h 442564"/>
              <a:gd name="connsiteX2331" fmla="*/ 277846 w 1967341"/>
              <a:gd name="connsiteY2331" fmla="*/ 365308 h 442564"/>
              <a:gd name="connsiteX2332" fmla="*/ 277846 w 1967341"/>
              <a:gd name="connsiteY2332" fmla="*/ 368535 h 442564"/>
              <a:gd name="connsiteX2333" fmla="*/ 268775 w 1967341"/>
              <a:gd name="connsiteY2333" fmla="*/ 369844 h 442564"/>
              <a:gd name="connsiteX2334" fmla="*/ 266000 w 1967341"/>
              <a:gd name="connsiteY2334" fmla="*/ 375704 h 442564"/>
              <a:gd name="connsiteX2335" fmla="*/ 318243 w 1967341"/>
              <a:gd name="connsiteY2335" fmla="*/ 350883 h 442564"/>
              <a:gd name="connsiteX2336" fmla="*/ 350787 w 1967341"/>
              <a:gd name="connsiteY2336" fmla="*/ 124302 h 442564"/>
              <a:gd name="connsiteX2337" fmla="*/ 244236 w 1967341"/>
              <a:gd name="connsiteY2337" fmla="*/ 61103 h 442564"/>
              <a:gd name="connsiteX2338" fmla="*/ 143263 w 1967341"/>
              <a:gd name="connsiteY2338" fmla="*/ 58635 h 442564"/>
              <a:gd name="connsiteX2339" fmla="*/ 142587 w 1967341"/>
              <a:gd name="connsiteY2339" fmla="*/ 59202 h 442564"/>
              <a:gd name="connsiteX2340" fmla="*/ 141584 w 1967341"/>
              <a:gd name="connsiteY2340" fmla="*/ 59442 h 442564"/>
              <a:gd name="connsiteX2341" fmla="*/ 140646 w 1967341"/>
              <a:gd name="connsiteY2341" fmla="*/ 59878 h 442564"/>
              <a:gd name="connsiteX2342" fmla="*/ 139512 w 1967341"/>
              <a:gd name="connsiteY2342" fmla="*/ 59878 h 442564"/>
              <a:gd name="connsiteX2343" fmla="*/ 138553 w 1967341"/>
              <a:gd name="connsiteY2343" fmla="*/ 60183 h 442564"/>
              <a:gd name="connsiteX2344" fmla="*/ 138487 w 1967341"/>
              <a:gd name="connsiteY2344" fmla="*/ 60096 h 442564"/>
              <a:gd name="connsiteX2345" fmla="*/ 138945 w 1967341"/>
              <a:gd name="connsiteY2345" fmla="*/ 61579 h 442564"/>
              <a:gd name="connsiteX2346" fmla="*/ 139338 w 1967341"/>
              <a:gd name="connsiteY2346" fmla="*/ 62408 h 442564"/>
              <a:gd name="connsiteX2347" fmla="*/ 140428 w 1967341"/>
              <a:gd name="connsiteY2347" fmla="*/ 63454 h 442564"/>
              <a:gd name="connsiteX2348" fmla="*/ 141671 w 1967341"/>
              <a:gd name="connsiteY2348" fmla="*/ 64239 h 442564"/>
              <a:gd name="connsiteX2349" fmla="*/ 143154 w 1967341"/>
              <a:gd name="connsiteY2349" fmla="*/ 65111 h 442564"/>
              <a:gd name="connsiteX2350" fmla="*/ 143786 w 1967341"/>
              <a:gd name="connsiteY2350" fmla="*/ 66049 h 442564"/>
              <a:gd name="connsiteX2351" fmla="*/ 144898 w 1967341"/>
              <a:gd name="connsiteY2351" fmla="*/ 66376 h 442564"/>
              <a:gd name="connsiteX2352" fmla="*/ 145530 w 1967341"/>
              <a:gd name="connsiteY2352" fmla="*/ 65417 h 442564"/>
              <a:gd name="connsiteX2353" fmla="*/ 146359 w 1967341"/>
              <a:gd name="connsiteY2353" fmla="*/ 64893 h 442564"/>
              <a:gd name="connsiteX2354" fmla="*/ 147100 w 1967341"/>
              <a:gd name="connsiteY2354" fmla="*/ 63912 h 442564"/>
              <a:gd name="connsiteX2355" fmla="*/ 147275 w 1967341"/>
              <a:gd name="connsiteY2355" fmla="*/ 62909 h 442564"/>
              <a:gd name="connsiteX2356" fmla="*/ 147166 w 1967341"/>
              <a:gd name="connsiteY2356" fmla="*/ 61623 h 442564"/>
              <a:gd name="connsiteX2357" fmla="*/ 147297 w 1967341"/>
              <a:gd name="connsiteY2357" fmla="*/ 60445 h 442564"/>
              <a:gd name="connsiteX2358" fmla="*/ 146839 w 1967341"/>
              <a:gd name="connsiteY2358" fmla="*/ 59529 h 442564"/>
              <a:gd name="connsiteX2359" fmla="*/ 145945 w 1967341"/>
              <a:gd name="connsiteY2359" fmla="*/ 59115 h 442564"/>
              <a:gd name="connsiteX2360" fmla="*/ 143263 w 1967341"/>
              <a:gd name="connsiteY2360" fmla="*/ 58635 h 442564"/>
              <a:gd name="connsiteX2361" fmla="*/ 131706 w 1967341"/>
              <a:gd name="connsiteY2361" fmla="*/ 55692 h 442564"/>
              <a:gd name="connsiteX2362" fmla="*/ 131902 w 1967341"/>
              <a:gd name="connsiteY2362" fmla="*/ 56739 h 442564"/>
              <a:gd name="connsiteX2363" fmla="*/ 131466 w 1967341"/>
              <a:gd name="connsiteY2363" fmla="*/ 58156 h 442564"/>
              <a:gd name="connsiteX2364" fmla="*/ 130855 w 1967341"/>
              <a:gd name="connsiteY2364" fmla="*/ 59726 h 442564"/>
              <a:gd name="connsiteX2365" fmla="*/ 129852 w 1967341"/>
              <a:gd name="connsiteY2365" fmla="*/ 60817 h 442564"/>
              <a:gd name="connsiteX2366" fmla="*/ 128762 w 1967341"/>
              <a:gd name="connsiteY2366" fmla="*/ 60555 h 442564"/>
              <a:gd name="connsiteX2367" fmla="*/ 128762 w 1967341"/>
              <a:gd name="connsiteY2367" fmla="*/ 59443 h 442564"/>
              <a:gd name="connsiteX2368" fmla="*/ 129939 w 1967341"/>
              <a:gd name="connsiteY2368" fmla="*/ 57808 h 442564"/>
              <a:gd name="connsiteX2369" fmla="*/ 130310 w 1967341"/>
              <a:gd name="connsiteY2369" fmla="*/ 57044 h 442564"/>
              <a:gd name="connsiteX2370" fmla="*/ 130964 w 1967341"/>
              <a:gd name="connsiteY2370" fmla="*/ 56281 h 442564"/>
              <a:gd name="connsiteX2371" fmla="*/ 131706 w 1967341"/>
              <a:gd name="connsiteY2371" fmla="*/ 55692 h 442564"/>
              <a:gd name="connsiteX2372" fmla="*/ 133581 w 1967341"/>
              <a:gd name="connsiteY2372" fmla="*/ 49651 h 442564"/>
              <a:gd name="connsiteX2373" fmla="*/ 132512 w 1967341"/>
              <a:gd name="connsiteY2373" fmla="*/ 50240 h 442564"/>
              <a:gd name="connsiteX2374" fmla="*/ 131379 w 1967341"/>
              <a:gd name="connsiteY2374" fmla="*/ 50436 h 442564"/>
              <a:gd name="connsiteX2375" fmla="*/ 130877 w 1967341"/>
              <a:gd name="connsiteY2375" fmla="*/ 51003 h 442564"/>
              <a:gd name="connsiteX2376" fmla="*/ 130528 w 1967341"/>
              <a:gd name="connsiteY2376" fmla="*/ 51614 h 442564"/>
              <a:gd name="connsiteX2377" fmla="*/ 130157 w 1967341"/>
              <a:gd name="connsiteY2377" fmla="*/ 52377 h 442564"/>
              <a:gd name="connsiteX2378" fmla="*/ 129372 w 1967341"/>
              <a:gd name="connsiteY2378" fmla="*/ 53424 h 442564"/>
              <a:gd name="connsiteX2379" fmla="*/ 128718 w 1967341"/>
              <a:gd name="connsiteY2379" fmla="*/ 54100 h 442564"/>
              <a:gd name="connsiteX2380" fmla="*/ 127955 w 1967341"/>
              <a:gd name="connsiteY2380" fmla="*/ 55059 h 442564"/>
              <a:gd name="connsiteX2381" fmla="*/ 126821 w 1967341"/>
              <a:gd name="connsiteY2381" fmla="*/ 56237 h 442564"/>
              <a:gd name="connsiteX2382" fmla="*/ 125317 w 1967341"/>
              <a:gd name="connsiteY2382" fmla="*/ 57850 h 442564"/>
              <a:gd name="connsiteX2383" fmla="*/ 124575 w 1967341"/>
              <a:gd name="connsiteY2383" fmla="*/ 57567 h 442564"/>
              <a:gd name="connsiteX2384" fmla="*/ 123420 w 1967341"/>
              <a:gd name="connsiteY2384" fmla="*/ 57567 h 442564"/>
              <a:gd name="connsiteX2385" fmla="*/ 122678 w 1967341"/>
              <a:gd name="connsiteY2385" fmla="*/ 58592 h 442564"/>
              <a:gd name="connsiteX2386" fmla="*/ 122809 w 1967341"/>
              <a:gd name="connsiteY2386" fmla="*/ 61143 h 442564"/>
              <a:gd name="connsiteX2387" fmla="*/ 123943 w 1967341"/>
              <a:gd name="connsiteY2387" fmla="*/ 62822 h 442564"/>
              <a:gd name="connsiteX2388" fmla="*/ 125251 w 1967341"/>
              <a:gd name="connsiteY2388" fmla="*/ 64348 h 442564"/>
              <a:gd name="connsiteX2389" fmla="*/ 126320 w 1967341"/>
              <a:gd name="connsiteY2389" fmla="*/ 65482 h 442564"/>
              <a:gd name="connsiteX2390" fmla="*/ 126974 w 1967341"/>
              <a:gd name="connsiteY2390" fmla="*/ 66333 h 442564"/>
              <a:gd name="connsiteX2391" fmla="*/ 127454 w 1967341"/>
              <a:gd name="connsiteY2391" fmla="*/ 66660 h 442564"/>
              <a:gd name="connsiteX2392" fmla="*/ 128217 w 1967341"/>
              <a:gd name="connsiteY2392" fmla="*/ 67379 h 442564"/>
              <a:gd name="connsiteX2393" fmla="*/ 128849 w 1967341"/>
              <a:gd name="connsiteY2393" fmla="*/ 67510 h 442564"/>
              <a:gd name="connsiteX2394" fmla="*/ 130092 w 1967341"/>
              <a:gd name="connsiteY2394" fmla="*/ 66921 h 442564"/>
              <a:gd name="connsiteX2395" fmla="*/ 130724 w 1967341"/>
              <a:gd name="connsiteY2395" fmla="*/ 66354 h 442564"/>
              <a:gd name="connsiteX2396" fmla="*/ 131815 w 1967341"/>
              <a:gd name="connsiteY2396" fmla="*/ 66049 h 442564"/>
              <a:gd name="connsiteX2397" fmla="*/ 132469 w 1967341"/>
              <a:gd name="connsiteY2397" fmla="*/ 66442 h 442564"/>
              <a:gd name="connsiteX2398" fmla="*/ 133297 w 1967341"/>
              <a:gd name="connsiteY2398" fmla="*/ 68273 h 442564"/>
              <a:gd name="connsiteX2399" fmla="*/ 134061 w 1967341"/>
              <a:gd name="connsiteY2399" fmla="*/ 69560 h 442564"/>
              <a:gd name="connsiteX2400" fmla="*/ 134606 w 1967341"/>
              <a:gd name="connsiteY2400" fmla="*/ 70497 h 442564"/>
              <a:gd name="connsiteX2401" fmla="*/ 134235 w 1967341"/>
              <a:gd name="connsiteY2401" fmla="*/ 72482 h 442564"/>
              <a:gd name="connsiteX2402" fmla="*/ 132512 w 1967341"/>
              <a:gd name="connsiteY2402" fmla="*/ 72852 h 442564"/>
              <a:gd name="connsiteX2403" fmla="*/ 131793 w 1967341"/>
              <a:gd name="connsiteY2403" fmla="*/ 73834 h 442564"/>
              <a:gd name="connsiteX2404" fmla="*/ 134235 w 1967341"/>
              <a:gd name="connsiteY2404" fmla="*/ 74466 h 442564"/>
              <a:gd name="connsiteX2405" fmla="*/ 135369 w 1967341"/>
              <a:gd name="connsiteY2405" fmla="*/ 75164 h 442564"/>
              <a:gd name="connsiteX2406" fmla="*/ 136655 w 1967341"/>
              <a:gd name="connsiteY2406" fmla="*/ 75033 h 442564"/>
              <a:gd name="connsiteX2407" fmla="*/ 137528 w 1967341"/>
              <a:gd name="connsiteY2407" fmla="*/ 75142 h 442564"/>
              <a:gd name="connsiteX2408" fmla="*/ 138465 w 1967341"/>
              <a:gd name="connsiteY2408" fmla="*/ 75033 h 442564"/>
              <a:gd name="connsiteX2409" fmla="*/ 139141 w 1967341"/>
              <a:gd name="connsiteY2409" fmla="*/ 75033 h 442564"/>
              <a:gd name="connsiteX2410" fmla="*/ 139883 w 1967341"/>
              <a:gd name="connsiteY2410" fmla="*/ 73834 h 442564"/>
              <a:gd name="connsiteX2411" fmla="*/ 140341 w 1967341"/>
              <a:gd name="connsiteY2411" fmla="*/ 72002 h 442564"/>
              <a:gd name="connsiteX2412" fmla="*/ 140450 w 1967341"/>
              <a:gd name="connsiteY2412" fmla="*/ 69821 h 442564"/>
              <a:gd name="connsiteX2413" fmla="*/ 137026 w 1967341"/>
              <a:gd name="connsiteY2413" fmla="*/ 64130 h 442564"/>
              <a:gd name="connsiteX2414" fmla="*/ 136067 w 1967341"/>
              <a:gd name="connsiteY2414" fmla="*/ 62975 h 442564"/>
              <a:gd name="connsiteX2415" fmla="*/ 136263 w 1967341"/>
              <a:gd name="connsiteY2415" fmla="*/ 61906 h 442564"/>
              <a:gd name="connsiteX2416" fmla="*/ 136874 w 1967341"/>
              <a:gd name="connsiteY2416" fmla="*/ 61426 h 442564"/>
              <a:gd name="connsiteX2417" fmla="*/ 137070 w 1967341"/>
              <a:gd name="connsiteY2417" fmla="*/ 59769 h 442564"/>
              <a:gd name="connsiteX2418" fmla="*/ 137070 w 1967341"/>
              <a:gd name="connsiteY2418" fmla="*/ 55059 h 442564"/>
              <a:gd name="connsiteX2419" fmla="*/ 137070 w 1967341"/>
              <a:gd name="connsiteY2419" fmla="*/ 53664 h 442564"/>
              <a:gd name="connsiteX2420" fmla="*/ 137550 w 1967341"/>
              <a:gd name="connsiteY2420" fmla="*/ 51592 h 442564"/>
              <a:gd name="connsiteX2421" fmla="*/ 136939 w 1967341"/>
              <a:gd name="connsiteY2421" fmla="*/ 50654 h 442564"/>
              <a:gd name="connsiteX2422" fmla="*/ 135761 w 1967341"/>
              <a:gd name="connsiteY2422" fmla="*/ 49651 h 442564"/>
              <a:gd name="connsiteX2423" fmla="*/ 133581 w 1967341"/>
              <a:gd name="connsiteY2423" fmla="*/ 49651 h 442564"/>
              <a:gd name="connsiteX2424" fmla="*/ 320236 w 1967341"/>
              <a:gd name="connsiteY2424" fmla="*/ 46751 h 442564"/>
              <a:gd name="connsiteX2425" fmla="*/ 319516 w 1967341"/>
              <a:gd name="connsiteY2425" fmla="*/ 46991 h 442564"/>
              <a:gd name="connsiteX2426" fmla="*/ 318775 w 1967341"/>
              <a:gd name="connsiteY2426" fmla="*/ 48452 h 442564"/>
              <a:gd name="connsiteX2427" fmla="*/ 317663 w 1967341"/>
              <a:gd name="connsiteY2427" fmla="*/ 49978 h 442564"/>
              <a:gd name="connsiteX2428" fmla="*/ 315635 w 1967341"/>
              <a:gd name="connsiteY2428" fmla="*/ 52159 h 442564"/>
              <a:gd name="connsiteX2429" fmla="*/ 312299 w 1967341"/>
              <a:gd name="connsiteY2429" fmla="*/ 51527 h 442564"/>
              <a:gd name="connsiteX2430" fmla="*/ 310620 w 1967341"/>
              <a:gd name="connsiteY2430" fmla="*/ 50502 h 442564"/>
              <a:gd name="connsiteX2431" fmla="*/ 309660 w 1967341"/>
              <a:gd name="connsiteY2431" fmla="*/ 50502 h 442564"/>
              <a:gd name="connsiteX2432" fmla="*/ 308657 w 1967341"/>
              <a:gd name="connsiteY2432" fmla="*/ 50327 h 442564"/>
              <a:gd name="connsiteX2433" fmla="*/ 307632 w 1967341"/>
              <a:gd name="connsiteY2433" fmla="*/ 50633 h 442564"/>
              <a:gd name="connsiteX2434" fmla="*/ 306651 w 1967341"/>
              <a:gd name="connsiteY2434" fmla="*/ 51483 h 442564"/>
              <a:gd name="connsiteX2435" fmla="*/ 307022 w 1967341"/>
              <a:gd name="connsiteY2435" fmla="*/ 53991 h 442564"/>
              <a:gd name="connsiteX2436" fmla="*/ 307894 w 1967341"/>
              <a:gd name="connsiteY2436" fmla="*/ 55234 h 442564"/>
              <a:gd name="connsiteX2437" fmla="*/ 308657 w 1967341"/>
              <a:gd name="connsiteY2437" fmla="*/ 55670 h 442564"/>
              <a:gd name="connsiteX2438" fmla="*/ 309573 w 1967341"/>
              <a:gd name="connsiteY2438" fmla="*/ 55910 h 442564"/>
              <a:gd name="connsiteX2439" fmla="*/ 310183 w 1967341"/>
              <a:gd name="connsiteY2439" fmla="*/ 56258 h 442564"/>
              <a:gd name="connsiteX2440" fmla="*/ 310990 w 1967341"/>
              <a:gd name="connsiteY2440" fmla="*/ 56673 h 442564"/>
              <a:gd name="connsiteX2441" fmla="*/ 310031 w 1967341"/>
              <a:gd name="connsiteY2441" fmla="*/ 57589 h 442564"/>
              <a:gd name="connsiteX2442" fmla="*/ 307000 w 1967341"/>
              <a:gd name="connsiteY2442" fmla="*/ 59377 h 442564"/>
              <a:gd name="connsiteX2443" fmla="*/ 300938 w 1967341"/>
              <a:gd name="connsiteY2443" fmla="*/ 60859 h 442564"/>
              <a:gd name="connsiteX2444" fmla="*/ 300196 w 1967341"/>
              <a:gd name="connsiteY2444" fmla="*/ 60859 h 442564"/>
              <a:gd name="connsiteX2445" fmla="*/ 298997 w 1967341"/>
              <a:gd name="connsiteY2445" fmla="*/ 61012 h 442564"/>
              <a:gd name="connsiteX2446" fmla="*/ 297384 w 1967341"/>
              <a:gd name="connsiteY2446" fmla="*/ 61012 h 442564"/>
              <a:gd name="connsiteX2447" fmla="*/ 297384 w 1967341"/>
              <a:gd name="connsiteY2447" fmla="*/ 60925 h 442564"/>
              <a:gd name="connsiteX2448" fmla="*/ 296315 w 1967341"/>
              <a:gd name="connsiteY2448" fmla="*/ 61187 h 442564"/>
              <a:gd name="connsiteX2449" fmla="*/ 296969 w 1967341"/>
              <a:gd name="connsiteY2449" fmla="*/ 61950 h 442564"/>
              <a:gd name="connsiteX2450" fmla="*/ 296969 w 1967341"/>
              <a:gd name="connsiteY2450" fmla="*/ 63214 h 442564"/>
              <a:gd name="connsiteX2451" fmla="*/ 297275 w 1967341"/>
              <a:gd name="connsiteY2451" fmla="*/ 64130 h 442564"/>
              <a:gd name="connsiteX2452" fmla="*/ 298343 w 1967341"/>
              <a:gd name="connsiteY2452" fmla="*/ 64501 h 442564"/>
              <a:gd name="connsiteX2453" fmla="*/ 300306 w 1967341"/>
              <a:gd name="connsiteY2453" fmla="*/ 65068 h 442564"/>
              <a:gd name="connsiteX2454" fmla="*/ 302770 w 1967341"/>
              <a:gd name="connsiteY2454" fmla="*/ 65068 h 442564"/>
              <a:gd name="connsiteX2455" fmla="*/ 306193 w 1967341"/>
              <a:gd name="connsiteY2455" fmla="*/ 65068 h 442564"/>
              <a:gd name="connsiteX2456" fmla="*/ 310053 w 1967341"/>
              <a:gd name="connsiteY2456" fmla="*/ 64108 h 442564"/>
              <a:gd name="connsiteX2457" fmla="*/ 313236 w 1967341"/>
              <a:gd name="connsiteY2457" fmla="*/ 62495 h 442564"/>
              <a:gd name="connsiteX2458" fmla="*/ 314457 w 1967341"/>
              <a:gd name="connsiteY2458" fmla="*/ 66071 h 442564"/>
              <a:gd name="connsiteX2459" fmla="*/ 314893 w 1967341"/>
              <a:gd name="connsiteY2459" fmla="*/ 67946 h 442564"/>
              <a:gd name="connsiteX2460" fmla="*/ 315351 w 1967341"/>
              <a:gd name="connsiteY2460" fmla="*/ 71239 h 442564"/>
              <a:gd name="connsiteX2461" fmla="*/ 315351 w 1967341"/>
              <a:gd name="connsiteY2461" fmla="*/ 74902 h 442564"/>
              <a:gd name="connsiteX2462" fmla="*/ 315962 w 1967341"/>
              <a:gd name="connsiteY2462" fmla="*/ 76210 h 442564"/>
              <a:gd name="connsiteX2463" fmla="*/ 317619 w 1967341"/>
              <a:gd name="connsiteY2463" fmla="*/ 77497 h 442564"/>
              <a:gd name="connsiteX2464" fmla="*/ 318644 w 1967341"/>
              <a:gd name="connsiteY2464" fmla="*/ 78369 h 442564"/>
              <a:gd name="connsiteX2465" fmla="*/ 319974 w 1967341"/>
              <a:gd name="connsiteY2465" fmla="*/ 79111 h 442564"/>
              <a:gd name="connsiteX2466" fmla="*/ 321195 w 1967341"/>
              <a:gd name="connsiteY2466" fmla="*/ 79917 h 442564"/>
              <a:gd name="connsiteX2467" fmla="*/ 321828 w 1967341"/>
              <a:gd name="connsiteY2467" fmla="*/ 80135 h 442564"/>
              <a:gd name="connsiteX2468" fmla="*/ 322656 w 1967341"/>
              <a:gd name="connsiteY2468" fmla="*/ 79983 h 442564"/>
              <a:gd name="connsiteX2469" fmla="*/ 324444 w 1967341"/>
              <a:gd name="connsiteY2469" fmla="*/ 79983 h 442564"/>
              <a:gd name="connsiteX2470" fmla="*/ 325077 w 1967341"/>
              <a:gd name="connsiteY2470" fmla="*/ 79154 h 442564"/>
              <a:gd name="connsiteX2471" fmla="*/ 325709 w 1967341"/>
              <a:gd name="connsiteY2471" fmla="*/ 78675 h 442564"/>
              <a:gd name="connsiteX2472" fmla="*/ 325098 w 1967341"/>
              <a:gd name="connsiteY2472" fmla="*/ 77824 h 442564"/>
              <a:gd name="connsiteX2473" fmla="*/ 323223 w 1967341"/>
              <a:gd name="connsiteY2473" fmla="*/ 75644 h 442564"/>
              <a:gd name="connsiteX2474" fmla="*/ 322569 w 1967341"/>
              <a:gd name="connsiteY2474" fmla="*/ 74357 h 442564"/>
              <a:gd name="connsiteX2475" fmla="*/ 321500 w 1967341"/>
              <a:gd name="connsiteY2475" fmla="*/ 73005 h 442564"/>
              <a:gd name="connsiteX2476" fmla="*/ 320040 w 1967341"/>
              <a:gd name="connsiteY2476" fmla="*/ 69952 h 442564"/>
              <a:gd name="connsiteX2477" fmla="*/ 319211 w 1967341"/>
              <a:gd name="connsiteY2477" fmla="*/ 65940 h 442564"/>
              <a:gd name="connsiteX2478" fmla="*/ 317902 w 1967341"/>
              <a:gd name="connsiteY2478" fmla="*/ 60838 h 442564"/>
              <a:gd name="connsiteX2479" fmla="*/ 318557 w 1967341"/>
              <a:gd name="connsiteY2479" fmla="*/ 59224 h 442564"/>
              <a:gd name="connsiteX2480" fmla="*/ 319712 w 1967341"/>
              <a:gd name="connsiteY2480" fmla="*/ 58657 h 442564"/>
              <a:gd name="connsiteX2481" fmla="*/ 322067 w 1967341"/>
              <a:gd name="connsiteY2481" fmla="*/ 59028 h 442564"/>
              <a:gd name="connsiteX2482" fmla="*/ 323419 w 1967341"/>
              <a:gd name="connsiteY2482" fmla="*/ 59595 h 442564"/>
              <a:gd name="connsiteX2483" fmla="*/ 324968 w 1967341"/>
              <a:gd name="connsiteY2483" fmla="*/ 59922 h 442564"/>
              <a:gd name="connsiteX2484" fmla="*/ 327322 w 1967341"/>
              <a:gd name="connsiteY2484" fmla="*/ 60205 h 442564"/>
              <a:gd name="connsiteX2485" fmla="*/ 328478 w 1967341"/>
              <a:gd name="connsiteY2485" fmla="*/ 60074 h 442564"/>
              <a:gd name="connsiteX2486" fmla="*/ 329154 w 1967341"/>
              <a:gd name="connsiteY2486" fmla="*/ 59791 h 442564"/>
              <a:gd name="connsiteX2487" fmla="*/ 329154 w 1967341"/>
              <a:gd name="connsiteY2487" fmla="*/ 57262 h 442564"/>
              <a:gd name="connsiteX2488" fmla="*/ 327955 w 1967341"/>
              <a:gd name="connsiteY2488" fmla="*/ 55953 h 442564"/>
              <a:gd name="connsiteX2489" fmla="*/ 326254 w 1967341"/>
              <a:gd name="connsiteY2489" fmla="*/ 54972 h 442564"/>
              <a:gd name="connsiteX2490" fmla="*/ 324684 w 1967341"/>
              <a:gd name="connsiteY2490" fmla="*/ 55103 h 442564"/>
              <a:gd name="connsiteX2491" fmla="*/ 323550 w 1967341"/>
              <a:gd name="connsiteY2491" fmla="*/ 54885 h 442564"/>
              <a:gd name="connsiteX2492" fmla="*/ 322547 w 1967341"/>
              <a:gd name="connsiteY2492" fmla="*/ 54776 h 442564"/>
              <a:gd name="connsiteX2493" fmla="*/ 321806 w 1967341"/>
              <a:gd name="connsiteY2493" fmla="*/ 54579 h 442564"/>
              <a:gd name="connsiteX2494" fmla="*/ 322373 w 1967341"/>
              <a:gd name="connsiteY2494" fmla="*/ 53664 h 442564"/>
              <a:gd name="connsiteX2495" fmla="*/ 323943 w 1967341"/>
              <a:gd name="connsiteY2495" fmla="*/ 52443 h 442564"/>
              <a:gd name="connsiteX2496" fmla="*/ 324270 w 1967341"/>
              <a:gd name="connsiteY2496" fmla="*/ 51483 h 442564"/>
              <a:gd name="connsiteX2497" fmla="*/ 324488 w 1967341"/>
              <a:gd name="connsiteY2497" fmla="*/ 50436 h 442564"/>
              <a:gd name="connsiteX2498" fmla="*/ 323834 w 1967341"/>
              <a:gd name="connsiteY2498" fmla="*/ 48670 h 442564"/>
              <a:gd name="connsiteX2499" fmla="*/ 322285 w 1967341"/>
              <a:gd name="connsiteY2499" fmla="*/ 47689 h 442564"/>
              <a:gd name="connsiteX2500" fmla="*/ 321282 w 1967341"/>
              <a:gd name="connsiteY2500" fmla="*/ 47471 h 442564"/>
              <a:gd name="connsiteX2501" fmla="*/ 320236 w 1967341"/>
              <a:gd name="connsiteY2501" fmla="*/ 46751 h 442564"/>
              <a:gd name="connsiteX2502" fmla="*/ 177541 w 1967341"/>
              <a:gd name="connsiteY2502" fmla="*/ 43371 h 442564"/>
              <a:gd name="connsiteX2503" fmla="*/ 177606 w 1967341"/>
              <a:gd name="connsiteY2503" fmla="*/ 43459 h 442564"/>
              <a:gd name="connsiteX2504" fmla="*/ 177559 w 1967341"/>
              <a:gd name="connsiteY2504" fmla="*/ 43404 h 442564"/>
              <a:gd name="connsiteX2505" fmla="*/ 125513 w 1967341"/>
              <a:gd name="connsiteY2505" fmla="*/ 39228 h 442564"/>
              <a:gd name="connsiteX2506" fmla="*/ 124401 w 1967341"/>
              <a:gd name="connsiteY2506" fmla="*/ 39512 h 442564"/>
              <a:gd name="connsiteX2507" fmla="*/ 123616 w 1967341"/>
              <a:gd name="connsiteY2507" fmla="*/ 39512 h 442564"/>
              <a:gd name="connsiteX2508" fmla="*/ 122591 w 1967341"/>
              <a:gd name="connsiteY2508" fmla="*/ 40122 h 442564"/>
              <a:gd name="connsiteX2509" fmla="*/ 121741 w 1967341"/>
              <a:gd name="connsiteY2509" fmla="*/ 40537 h 442564"/>
              <a:gd name="connsiteX2510" fmla="*/ 121217 w 1967341"/>
              <a:gd name="connsiteY2510" fmla="*/ 41191 h 442564"/>
              <a:gd name="connsiteX2511" fmla="*/ 120563 w 1967341"/>
              <a:gd name="connsiteY2511" fmla="*/ 41671 h 442564"/>
              <a:gd name="connsiteX2512" fmla="*/ 120040 w 1967341"/>
              <a:gd name="connsiteY2512" fmla="*/ 42390 h 442564"/>
              <a:gd name="connsiteX2513" fmla="*/ 118949 w 1967341"/>
              <a:gd name="connsiteY2513" fmla="*/ 43306 h 442564"/>
              <a:gd name="connsiteX2514" fmla="*/ 119102 w 1967341"/>
              <a:gd name="connsiteY2514" fmla="*/ 44135 h 442564"/>
              <a:gd name="connsiteX2515" fmla="*/ 121108 w 1967341"/>
              <a:gd name="connsiteY2515" fmla="*/ 45639 h 442564"/>
              <a:gd name="connsiteX2516" fmla="*/ 121326 w 1967341"/>
              <a:gd name="connsiteY2516" fmla="*/ 46577 h 442564"/>
              <a:gd name="connsiteX2517" fmla="*/ 121479 w 1967341"/>
              <a:gd name="connsiteY2517" fmla="*/ 47362 h 442564"/>
              <a:gd name="connsiteX2518" fmla="*/ 121719 w 1967341"/>
              <a:gd name="connsiteY2518" fmla="*/ 48125 h 442564"/>
              <a:gd name="connsiteX2519" fmla="*/ 122635 w 1967341"/>
              <a:gd name="connsiteY2519" fmla="*/ 48125 h 442564"/>
              <a:gd name="connsiteX2520" fmla="*/ 123441 w 1967341"/>
              <a:gd name="connsiteY2520" fmla="*/ 47951 h 442564"/>
              <a:gd name="connsiteX2521" fmla="*/ 123921 w 1967341"/>
              <a:gd name="connsiteY2521" fmla="*/ 48518 h 442564"/>
              <a:gd name="connsiteX2522" fmla="*/ 123311 w 1967341"/>
              <a:gd name="connsiteY2522" fmla="*/ 49651 h 442564"/>
              <a:gd name="connsiteX2523" fmla="*/ 121413 w 1967341"/>
              <a:gd name="connsiteY2523" fmla="*/ 51832 h 442564"/>
              <a:gd name="connsiteX2524" fmla="*/ 120280 w 1967341"/>
              <a:gd name="connsiteY2524" fmla="*/ 52748 h 442564"/>
              <a:gd name="connsiteX2525" fmla="*/ 117685 w 1967341"/>
              <a:gd name="connsiteY2525" fmla="*/ 55125 h 442564"/>
              <a:gd name="connsiteX2526" fmla="*/ 116704 w 1967341"/>
              <a:gd name="connsiteY2526" fmla="*/ 56280 h 442564"/>
              <a:gd name="connsiteX2527" fmla="*/ 115940 w 1967341"/>
              <a:gd name="connsiteY2527" fmla="*/ 56280 h 442564"/>
              <a:gd name="connsiteX2528" fmla="*/ 115940 w 1967341"/>
              <a:gd name="connsiteY2528" fmla="*/ 56193 h 442564"/>
              <a:gd name="connsiteX2529" fmla="*/ 114348 w 1967341"/>
              <a:gd name="connsiteY2529" fmla="*/ 58635 h 442564"/>
              <a:gd name="connsiteX2530" fmla="*/ 114588 w 1967341"/>
              <a:gd name="connsiteY2530" fmla="*/ 59486 h 442564"/>
              <a:gd name="connsiteX2531" fmla="*/ 115221 w 1967341"/>
              <a:gd name="connsiteY2531" fmla="*/ 60423 h 442564"/>
              <a:gd name="connsiteX2532" fmla="*/ 116180 w 1967341"/>
              <a:gd name="connsiteY2532" fmla="*/ 61383 h 442564"/>
              <a:gd name="connsiteX2533" fmla="*/ 117314 w 1967341"/>
              <a:gd name="connsiteY2533" fmla="*/ 60816 h 442564"/>
              <a:gd name="connsiteX2534" fmla="*/ 118143 w 1967341"/>
              <a:gd name="connsiteY2534" fmla="*/ 60816 h 442564"/>
              <a:gd name="connsiteX2535" fmla="*/ 118622 w 1967341"/>
              <a:gd name="connsiteY2535" fmla="*/ 59965 h 442564"/>
              <a:gd name="connsiteX2536" fmla="*/ 119298 w 1967341"/>
              <a:gd name="connsiteY2536" fmla="*/ 59180 h 442564"/>
              <a:gd name="connsiteX2537" fmla="*/ 120127 w 1967341"/>
              <a:gd name="connsiteY2537" fmla="*/ 58330 h 442564"/>
              <a:gd name="connsiteX2538" fmla="*/ 120716 w 1967341"/>
              <a:gd name="connsiteY2538" fmla="*/ 57938 h 442564"/>
              <a:gd name="connsiteX2539" fmla="*/ 121479 w 1967341"/>
              <a:gd name="connsiteY2539" fmla="*/ 57436 h 442564"/>
              <a:gd name="connsiteX2540" fmla="*/ 122220 w 1967341"/>
              <a:gd name="connsiteY2540" fmla="*/ 56673 h 442564"/>
              <a:gd name="connsiteX2541" fmla="*/ 122962 w 1967341"/>
              <a:gd name="connsiteY2541" fmla="*/ 56062 h 442564"/>
              <a:gd name="connsiteX2542" fmla="*/ 123790 w 1967341"/>
              <a:gd name="connsiteY2542" fmla="*/ 55255 h 442564"/>
              <a:gd name="connsiteX2543" fmla="*/ 124663 w 1967341"/>
              <a:gd name="connsiteY2543" fmla="*/ 54361 h 442564"/>
              <a:gd name="connsiteX2544" fmla="*/ 125557 w 1967341"/>
              <a:gd name="connsiteY2544" fmla="*/ 53446 h 442564"/>
              <a:gd name="connsiteX2545" fmla="*/ 128784 w 1967341"/>
              <a:gd name="connsiteY2545" fmla="*/ 50197 h 442564"/>
              <a:gd name="connsiteX2546" fmla="*/ 130005 w 1967341"/>
              <a:gd name="connsiteY2546" fmla="*/ 48539 h 442564"/>
              <a:gd name="connsiteX2547" fmla="*/ 131161 w 1967341"/>
              <a:gd name="connsiteY2547" fmla="*/ 47907 h 442564"/>
              <a:gd name="connsiteX2548" fmla="*/ 132076 w 1967341"/>
              <a:gd name="connsiteY2548" fmla="*/ 46795 h 442564"/>
              <a:gd name="connsiteX2549" fmla="*/ 133036 w 1967341"/>
              <a:gd name="connsiteY2549" fmla="*/ 45748 h 442564"/>
              <a:gd name="connsiteX2550" fmla="*/ 134213 w 1967341"/>
              <a:gd name="connsiteY2550" fmla="*/ 44832 h 442564"/>
              <a:gd name="connsiteX2551" fmla="*/ 135740 w 1967341"/>
              <a:gd name="connsiteY2551" fmla="*/ 43742 h 442564"/>
              <a:gd name="connsiteX2552" fmla="*/ 136874 w 1967341"/>
              <a:gd name="connsiteY2552" fmla="*/ 43459 h 442564"/>
              <a:gd name="connsiteX2553" fmla="*/ 137724 w 1967341"/>
              <a:gd name="connsiteY2553" fmla="*/ 40907 h 442564"/>
              <a:gd name="connsiteX2554" fmla="*/ 137179 w 1967341"/>
              <a:gd name="connsiteY2554" fmla="*/ 39883 h 442564"/>
              <a:gd name="connsiteX2555" fmla="*/ 136459 w 1967341"/>
              <a:gd name="connsiteY2555" fmla="*/ 39665 h 442564"/>
              <a:gd name="connsiteX2556" fmla="*/ 134955 w 1967341"/>
              <a:gd name="connsiteY2556" fmla="*/ 39403 h 442564"/>
              <a:gd name="connsiteX2557" fmla="*/ 133995 w 1967341"/>
              <a:gd name="connsiteY2557" fmla="*/ 39621 h 442564"/>
              <a:gd name="connsiteX2558" fmla="*/ 132992 w 1967341"/>
              <a:gd name="connsiteY2558" fmla="*/ 39774 h 442564"/>
              <a:gd name="connsiteX2559" fmla="*/ 131422 w 1967341"/>
              <a:gd name="connsiteY2559" fmla="*/ 41278 h 442564"/>
              <a:gd name="connsiteX2560" fmla="*/ 128675 w 1967341"/>
              <a:gd name="connsiteY2560" fmla="*/ 43938 h 442564"/>
              <a:gd name="connsiteX2561" fmla="*/ 128173 w 1967341"/>
              <a:gd name="connsiteY2561" fmla="*/ 43502 h 442564"/>
              <a:gd name="connsiteX2562" fmla="*/ 128173 w 1967341"/>
              <a:gd name="connsiteY2562" fmla="*/ 41322 h 442564"/>
              <a:gd name="connsiteX2563" fmla="*/ 126472 w 1967341"/>
              <a:gd name="connsiteY2563" fmla="*/ 40144 h 442564"/>
              <a:gd name="connsiteX2564" fmla="*/ 125513 w 1967341"/>
              <a:gd name="connsiteY2564" fmla="*/ 39228 h 442564"/>
              <a:gd name="connsiteX2565" fmla="*/ 194516 w 1967341"/>
              <a:gd name="connsiteY2565" fmla="*/ 33069 h 442564"/>
              <a:gd name="connsiteX2566" fmla="*/ 194876 w 1967341"/>
              <a:gd name="connsiteY2566" fmla="*/ 33451 h 442564"/>
              <a:gd name="connsiteX2567" fmla="*/ 194265 w 1967341"/>
              <a:gd name="connsiteY2567" fmla="*/ 34999 h 442564"/>
              <a:gd name="connsiteX2568" fmla="*/ 192979 w 1967341"/>
              <a:gd name="connsiteY2568" fmla="*/ 34999 h 442564"/>
              <a:gd name="connsiteX2569" fmla="*/ 192782 w 1967341"/>
              <a:gd name="connsiteY2569" fmla="*/ 34301 h 442564"/>
              <a:gd name="connsiteX2570" fmla="*/ 193022 w 1967341"/>
              <a:gd name="connsiteY2570" fmla="*/ 33516 h 442564"/>
              <a:gd name="connsiteX2571" fmla="*/ 194418 w 1967341"/>
              <a:gd name="connsiteY2571" fmla="*/ 33080 h 442564"/>
              <a:gd name="connsiteX2572" fmla="*/ 194516 w 1967341"/>
              <a:gd name="connsiteY2572" fmla="*/ 33069 h 442564"/>
              <a:gd name="connsiteX2573" fmla="*/ 198496 w 1967341"/>
              <a:gd name="connsiteY2573" fmla="*/ 31248 h 442564"/>
              <a:gd name="connsiteX2574" fmla="*/ 199238 w 1967341"/>
              <a:gd name="connsiteY2574" fmla="*/ 31401 h 442564"/>
              <a:gd name="connsiteX2575" fmla="*/ 199347 w 1967341"/>
              <a:gd name="connsiteY2575" fmla="*/ 32338 h 442564"/>
              <a:gd name="connsiteX2576" fmla="*/ 198213 w 1967341"/>
              <a:gd name="connsiteY2576" fmla="*/ 33451 h 442564"/>
              <a:gd name="connsiteX2577" fmla="*/ 197428 w 1967341"/>
              <a:gd name="connsiteY2577" fmla="*/ 32905 h 442564"/>
              <a:gd name="connsiteX2578" fmla="*/ 197428 w 1967341"/>
              <a:gd name="connsiteY2578" fmla="*/ 31772 h 442564"/>
              <a:gd name="connsiteX2579" fmla="*/ 198496 w 1967341"/>
              <a:gd name="connsiteY2579" fmla="*/ 31248 h 442564"/>
              <a:gd name="connsiteX2580" fmla="*/ 193328 w 1967341"/>
              <a:gd name="connsiteY2580" fmla="*/ 28370 h 442564"/>
              <a:gd name="connsiteX2581" fmla="*/ 194396 w 1967341"/>
              <a:gd name="connsiteY2581" fmla="*/ 29286 h 442564"/>
              <a:gd name="connsiteX2582" fmla="*/ 193153 w 1967341"/>
              <a:gd name="connsiteY2582" fmla="*/ 30834 h 442564"/>
              <a:gd name="connsiteX2583" fmla="*/ 192586 w 1967341"/>
              <a:gd name="connsiteY2583" fmla="*/ 30594 h 442564"/>
              <a:gd name="connsiteX2584" fmla="*/ 192281 w 1967341"/>
              <a:gd name="connsiteY2584" fmla="*/ 29395 h 442564"/>
              <a:gd name="connsiteX2585" fmla="*/ 193328 w 1967341"/>
              <a:gd name="connsiteY2585" fmla="*/ 28370 h 442564"/>
              <a:gd name="connsiteX2586" fmla="*/ 254601 w 1967341"/>
              <a:gd name="connsiteY2586" fmla="*/ 27475 h 442564"/>
              <a:gd name="connsiteX2587" fmla="*/ 253162 w 1967341"/>
              <a:gd name="connsiteY2587" fmla="*/ 28195 h 442564"/>
              <a:gd name="connsiteX2588" fmla="*/ 252944 w 1967341"/>
              <a:gd name="connsiteY2588" fmla="*/ 29569 h 442564"/>
              <a:gd name="connsiteX2589" fmla="*/ 252944 w 1967341"/>
              <a:gd name="connsiteY2589" fmla="*/ 31030 h 442564"/>
              <a:gd name="connsiteX2590" fmla="*/ 253467 w 1967341"/>
              <a:gd name="connsiteY2590" fmla="*/ 32992 h 442564"/>
              <a:gd name="connsiteX2591" fmla="*/ 253576 w 1967341"/>
              <a:gd name="connsiteY2591" fmla="*/ 34562 h 442564"/>
              <a:gd name="connsiteX2592" fmla="*/ 255190 w 1967341"/>
              <a:gd name="connsiteY2592" fmla="*/ 34845 h 442564"/>
              <a:gd name="connsiteX2593" fmla="*/ 256477 w 1967341"/>
              <a:gd name="connsiteY2593" fmla="*/ 34845 h 442564"/>
              <a:gd name="connsiteX2594" fmla="*/ 256477 w 1967341"/>
              <a:gd name="connsiteY2594" fmla="*/ 36045 h 442564"/>
              <a:gd name="connsiteX2595" fmla="*/ 255866 w 1967341"/>
              <a:gd name="connsiteY2595" fmla="*/ 37419 h 442564"/>
              <a:gd name="connsiteX2596" fmla="*/ 252312 w 1967341"/>
              <a:gd name="connsiteY2596" fmla="*/ 41082 h 442564"/>
              <a:gd name="connsiteX2597" fmla="*/ 248779 w 1967341"/>
              <a:gd name="connsiteY2597" fmla="*/ 41605 h 442564"/>
              <a:gd name="connsiteX2598" fmla="*/ 247558 w 1967341"/>
              <a:gd name="connsiteY2598" fmla="*/ 41605 h 442564"/>
              <a:gd name="connsiteX2599" fmla="*/ 244353 w 1967341"/>
              <a:gd name="connsiteY2599" fmla="*/ 41976 h 442564"/>
              <a:gd name="connsiteX2600" fmla="*/ 242979 w 1967341"/>
              <a:gd name="connsiteY2600" fmla="*/ 41496 h 442564"/>
              <a:gd name="connsiteX2601" fmla="*/ 240275 w 1967341"/>
              <a:gd name="connsiteY2601" fmla="*/ 42216 h 442564"/>
              <a:gd name="connsiteX2602" fmla="*/ 240035 w 1967341"/>
              <a:gd name="connsiteY2602" fmla="*/ 43742 h 442564"/>
              <a:gd name="connsiteX2603" fmla="*/ 240035 w 1967341"/>
              <a:gd name="connsiteY2603" fmla="*/ 43655 h 442564"/>
              <a:gd name="connsiteX2604" fmla="*/ 239599 w 1967341"/>
              <a:gd name="connsiteY2604" fmla="*/ 45007 h 442564"/>
              <a:gd name="connsiteX2605" fmla="*/ 241278 w 1967341"/>
              <a:gd name="connsiteY2605" fmla="*/ 47624 h 442564"/>
              <a:gd name="connsiteX2606" fmla="*/ 247536 w 1967341"/>
              <a:gd name="connsiteY2606" fmla="*/ 46882 h 442564"/>
              <a:gd name="connsiteX2607" fmla="*/ 252464 w 1967341"/>
              <a:gd name="connsiteY2607" fmla="*/ 47078 h 442564"/>
              <a:gd name="connsiteX2608" fmla="*/ 255103 w 1967341"/>
              <a:gd name="connsiteY2608" fmla="*/ 47798 h 442564"/>
              <a:gd name="connsiteX2609" fmla="*/ 257501 w 1967341"/>
              <a:gd name="connsiteY2609" fmla="*/ 48038 h 442564"/>
              <a:gd name="connsiteX2610" fmla="*/ 259965 w 1967341"/>
              <a:gd name="connsiteY2610" fmla="*/ 48452 h 442564"/>
              <a:gd name="connsiteX2611" fmla="*/ 262342 w 1967341"/>
              <a:gd name="connsiteY2611" fmla="*/ 49041 h 442564"/>
              <a:gd name="connsiteX2612" fmla="*/ 264893 w 1967341"/>
              <a:gd name="connsiteY2612" fmla="*/ 49913 h 442564"/>
              <a:gd name="connsiteX2613" fmla="*/ 266507 w 1967341"/>
              <a:gd name="connsiteY2613" fmla="*/ 50175 h 442564"/>
              <a:gd name="connsiteX2614" fmla="*/ 267990 w 1967341"/>
              <a:gd name="connsiteY2614" fmla="*/ 50829 h 442564"/>
              <a:gd name="connsiteX2615" fmla="*/ 269429 w 1967341"/>
              <a:gd name="connsiteY2615" fmla="*/ 51091 h 442564"/>
              <a:gd name="connsiteX2616" fmla="*/ 270345 w 1967341"/>
              <a:gd name="connsiteY2616" fmla="*/ 50524 h 442564"/>
              <a:gd name="connsiteX2617" fmla="*/ 270934 w 1967341"/>
              <a:gd name="connsiteY2617" fmla="*/ 49760 h 442564"/>
              <a:gd name="connsiteX2618" fmla="*/ 270934 w 1967341"/>
              <a:gd name="connsiteY2618" fmla="*/ 49193 h 442564"/>
              <a:gd name="connsiteX2619" fmla="*/ 270934 w 1967341"/>
              <a:gd name="connsiteY2619" fmla="*/ 48801 h 442564"/>
              <a:gd name="connsiteX2620" fmla="*/ 270934 w 1967341"/>
              <a:gd name="connsiteY2620" fmla="*/ 47776 h 442564"/>
              <a:gd name="connsiteX2621" fmla="*/ 269756 w 1967341"/>
              <a:gd name="connsiteY2621" fmla="*/ 46228 h 442564"/>
              <a:gd name="connsiteX2622" fmla="*/ 268797 w 1967341"/>
              <a:gd name="connsiteY2622" fmla="*/ 45334 h 442564"/>
              <a:gd name="connsiteX2623" fmla="*/ 267728 w 1967341"/>
              <a:gd name="connsiteY2623" fmla="*/ 44745 h 442564"/>
              <a:gd name="connsiteX2624" fmla="*/ 266660 w 1967341"/>
              <a:gd name="connsiteY2624" fmla="*/ 44593 h 442564"/>
              <a:gd name="connsiteX2625" fmla="*/ 265460 w 1967341"/>
              <a:gd name="connsiteY2625" fmla="*/ 44745 h 442564"/>
              <a:gd name="connsiteX2626" fmla="*/ 261230 w 1967341"/>
              <a:gd name="connsiteY2626" fmla="*/ 43808 h 442564"/>
              <a:gd name="connsiteX2627" fmla="*/ 261688 w 1967341"/>
              <a:gd name="connsiteY2627" fmla="*/ 41431 h 442564"/>
              <a:gd name="connsiteX2628" fmla="*/ 262081 w 1967341"/>
              <a:gd name="connsiteY2628" fmla="*/ 40580 h 442564"/>
              <a:gd name="connsiteX2629" fmla="*/ 262517 w 1967341"/>
              <a:gd name="connsiteY2629" fmla="*/ 39795 h 442564"/>
              <a:gd name="connsiteX2630" fmla="*/ 263040 w 1967341"/>
              <a:gd name="connsiteY2630" fmla="*/ 39054 h 442564"/>
              <a:gd name="connsiteX2631" fmla="*/ 263607 w 1967341"/>
              <a:gd name="connsiteY2631" fmla="*/ 38291 h 442564"/>
              <a:gd name="connsiteX2632" fmla="*/ 263607 w 1967341"/>
              <a:gd name="connsiteY2632" fmla="*/ 36241 h 442564"/>
              <a:gd name="connsiteX2633" fmla="*/ 266289 w 1967341"/>
              <a:gd name="connsiteY2633" fmla="*/ 35216 h 442564"/>
              <a:gd name="connsiteX2634" fmla="*/ 267619 w 1967341"/>
              <a:gd name="connsiteY2634" fmla="*/ 34736 h 442564"/>
              <a:gd name="connsiteX2635" fmla="*/ 269407 w 1967341"/>
              <a:gd name="connsiteY2635" fmla="*/ 33842 h 442564"/>
              <a:gd name="connsiteX2636" fmla="*/ 271719 w 1967341"/>
              <a:gd name="connsiteY2636" fmla="*/ 32578 h 442564"/>
              <a:gd name="connsiteX2637" fmla="*/ 271457 w 1967341"/>
              <a:gd name="connsiteY2637" fmla="*/ 31706 h 442564"/>
              <a:gd name="connsiteX2638" fmla="*/ 271457 w 1967341"/>
              <a:gd name="connsiteY2638" fmla="*/ 30506 h 442564"/>
              <a:gd name="connsiteX2639" fmla="*/ 270585 w 1967341"/>
              <a:gd name="connsiteY2639" fmla="*/ 29067 h 442564"/>
              <a:gd name="connsiteX2640" fmla="*/ 269887 w 1967341"/>
              <a:gd name="connsiteY2640" fmla="*/ 28413 h 442564"/>
              <a:gd name="connsiteX2641" fmla="*/ 268906 w 1967341"/>
              <a:gd name="connsiteY2641" fmla="*/ 28413 h 442564"/>
              <a:gd name="connsiteX2642" fmla="*/ 267794 w 1967341"/>
              <a:gd name="connsiteY2642" fmla="*/ 28282 h 442564"/>
              <a:gd name="connsiteX2643" fmla="*/ 263563 w 1967341"/>
              <a:gd name="connsiteY2643" fmla="*/ 28936 h 442564"/>
              <a:gd name="connsiteX2644" fmla="*/ 262887 w 1967341"/>
              <a:gd name="connsiteY2644" fmla="*/ 28936 h 442564"/>
              <a:gd name="connsiteX2645" fmla="*/ 261928 w 1967341"/>
              <a:gd name="connsiteY2645" fmla="*/ 28936 h 442564"/>
              <a:gd name="connsiteX2646" fmla="*/ 256607 w 1967341"/>
              <a:gd name="connsiteY2646" fmla="*/ 28522 h 442564"/>
              <a:gd name="connsiteX2647" fmla="*/ 254601 w 1967341"/>
              <a:gd name="connsiteY2647" fmla="*/ 27475 h 442564"/>
              <a:gd name="connsiteX2648" fmla="*/ 185522 w 1967341"/>
              <a:gd name="connsiteY2648" fmla="*/ 25971 h 442564"/>
              <a:gd name="connsiteX2649" fmla="*/ 183799 w 1967341"/>
              <a:gd name="connsiteY2649" fmla="*/ 26341 h 442564"/>
              <a:gd name="connsiteX2650" fmla="*/ 178086 w 1967341"/>
              <a:gd name="connsiteY2650" fmla="*/ 30136 h 442564"/>
              <a:gd name="connsiteX2651" fmla="*/ 176690 w 1967341"/>
              <a:gd name="connsiteY2651" fmla="*/ 30484 h 442564"/>
              <a:gd name="connsiteX2652" fmla="*/ 175709 w 1967341"/>
              <a:gd name="connsiteY2652" fmla="*/ 31291 h 442564"/>
              <a:gd name="connsiteX2653" fmla="*/ 175317 w 1967341"/>
              <a:gd name="connsiteY2653" fmla="*/ 32142 h 442564"/>
              <a:gd name="connsiteX2654" fmla="*/ 174706 w 1967341"/>
              <a:gd name="connsiteY2654" fmla="*/ 32643 h 442564"/>
              <a:gd name="connsiteX2655" fmla="*/ 175251 w 1967341"/>
              <a:gd name="connsiteY2655" fmla="*/ 34060 h 442564"/>
              <a:gd name="connsiteX2656" fmla="*/ 175949 w 1967341"/>
              <a:gd name="connsiteY2656" fmla="*/ 34388 h 442564"/>
              <a:gd name="connsiteX2657" fmla="*/ 176843 w 1967341"/>
              <a:gd name="connsiteY2657" fmla="*/ 35129 h 442564"/>
              <a:gd name="connsiteX2658" fmla="*/ 178129 w 1967341"/>
              <a:gd name="connsiteY2658" fmla="*/ 35412 h 442564"/>
              <a:gd name="connsiteX2659" fmla="*/ 179307 w 1967341"/>
              <a:gd name="connsiteY2659" fmla="*/ 36241 h 442564"/>
              <a:gd name="connsiteX2660" fmla="*/ 179307 w 1967341"/>
              <a:gd name="connsiteY2660" fmla="*/ 38422 h 442564"/>
              <a:gd name="connsiteX2661" fmla="*/ 178129 w 1967341"/>
              <a:gd name="connsiteY2661" fmla="*/ 39708 h 442564"/>
              <a:gd name="connsiteX2662" fmla="*/ 177148 w 1967341"/>
              <a:gd name="connsiteY2662" fmla="*/ 39708 h 442564"/>
              <a:gd name="connsiteX2663" fmla="*/ 175949 w 1967341"/>
              <a:gd name="connsiteY2663" fmla="*/ 41365 h 442564"/>
              <a:gd name="connsiteX2664" fmla="*/ 177039 w 1967341"/>
              <a:gd name="connsiteY2664" fmla="*/ 42805 h 442564"/>
              <a:gd name="connsiteX2665" fmla="*/ 177559 w 1967341"/>
              <a:gd name="connsiteY2665" fmla="*/ 43404 h 442564"/>
              <a:gd name="connsiteX2666" fmla="*/ 177933 w 1967341"/>
              <a:gd name="connsiteY2666" fmla="*/ 44113 h 442564"/>
              <a:gd name="connsiteX2667" fmla="*/ 177933 w 1967341"/>
              <a:gd name="connsiteY2667" fmla="*/ 45181 h 442564"/>
              <a:gd name="connsiteX2668" fmla="*/ 177933 w 1967341"/>
              <a:gd name="connsiteY2668" fmla="*/ 46010 h 442564"/>
              <a:gd name="connsiteX2669" fmla="*/ 177257 w 1967341"/>
              <a:gd name="connsiteY2669" fmla="*/ 46969 h 442564"/>
              <a:gd name="connsiteX2670" fmla="*/ 176254 w 1967341"/>
              <a:gd name="connsiteY2670" fmla="*/ 47951 h 442564"/>
              <a:gd name="connsiteX2671" fmla="*/ 174532 w 1967341"/>
              <a:gd name="connsiteY2671" fmla="*/ 50131 h 442564"/>
              <a:gd name="connsiteX2672" fmla="*/ 175164 w 1967341"/>
              <a:gd name="connsiteY2672" fmla="*/ 52094 h 442564"/>
              <a:gd name="connsiteX2673" fmla="*/ 176102 w 1967341"/>
              <a:gd name="connsiteY2673" fmla="*/ 53075 h 442564"/>
              <a:gd name="connsiteX2674" fmla="*/ 176778 w 1967341"/>
              <a:gd name="connsiteY2674" fmla="*/ 54100 h 442564"/>
              <a:gd name="connsiteX2675" fmla="*/ 178086 w 1967341"/>
              <a:gd name="connsiteY2675" fmla="*/ 54274 h 442564"/>
              <a:gd name="connsiteX2676" fmla="*/ 178980 w 1967341"/>
              <a:gd name="connsiteY2676" fmla="*/ 54122 h 442564"/>
              <a:gd name="connsiteX2677" fmla="*/ 180921 w 1967341"/>
              <a:gd name="connsiteY2677" fmla="*/ 51941 h 442564"/>
              <a:gd name="connsiteX2678" fmla="*/ 185151 w 1967341"/>
              <a:gd name="connsiteY2678" fmla="*/ 49019 h 442564"/>
              <a:gd name="connsiteX2679" fmla="*/ 187462 w 1967341"/>
              <a:gd name="connsiteY2679" fmla="*/ 45290 h 442564"/>
              <a:gd name="connsiteX2680" fmla="*/ 187004 w 1967341"/>
              <a:gd name="connsiteY2680" fmla="*/ 44244 h 442564"/>
              <a:gd name="connsiteX2681" fmla="*/ 185936 w 1967341"/>
              <a:gd name="connsiteY2681" fmla="*/ 43742 h 442564"/>
              <a:gd name="connsiteX2682" fmla="*/ 184846 w 1967341"/>
              <a:gd name="connsiteY2682" fmla="*/ 43895 h 442564"/>
              <a:gd name="connsiteX2683" fmla="*/ 184540 w 1967341"/>
              <a:gd name="connsiteY2683" fmla="*/ 42805 h 442564"/>
              <a:gd name="connsiteX2684" fmla="*/ 187070 w 1967341"/>
              <a:gd name="connsiteY2684" fmla="*/ 39621 h 442564"/>
              <a:gd name="connsiteX2685" fmla="*/ 187201 w 1967341"/>
              <a:gd name="connsiteY2685" fmla="*/ 39010 h 442564"/>
              <a:gd name="connsiteX2686" fmla="*/ 186394 w 1967341"/>
              <a:gd name="connsiteY2686" fmla="*/ 37658 h 442564"/>
              <a:gd name="connsiteX2687" fmla="*/ 185936 w 1967341"/>
              <a:gd name="connsiteY2687" fmla="*/ 36786 h 442564"/>
              <a:gd name="connsiteX2688" fmla="*/ 184955 w 1967341"/>
              <a:gd name="connsiteY2688" fmla="*/ 36961 h 442564"/>
              <a:gd name="connsiteX2689" fmla="*/ 184671 w 1967341"/>
              <a:gd name="connsiteY2689" fmla="*/ 35674 h 442564"/>
              <a:gd name="connsiteX2690" fmla="*/ 184562 w 1967341"/>
              <a:gd name="connsiteY2690" fmla="*/ 33777 h 442564"/>
              <a:gd name="connsiteX2691" fmla="*/ 185849 w 1967341"/>
              <a:gd name="connsiteY2691" fmla="*/ 31880 h 442564"/>
              <a:gd name="connsiteX2692" fmla="*/ 186590 w 1967341"/>
              <a:gd name="connsiteY2692" fmla="*/ 30550 h 442564"/>
              <a:gd name="connsiteX2693" fmla="*/ 186852 w 1967341"/>
              <a:gd name="connsiteY2693" fmla="*/ 28805 h 442564"/>
              <a:gd name="connsiteX2694" fmla="*/ 186852 w 1967341"/>
              <a:gd name="connsiteY2694" fmla="*/ 27279 h 442564"/>
              <a:gd name="connsiteX2695" fmla="*/ 185522 w 1967341"/>
              <a:gd name="connsiteY2695" fmla="*/ 25971 h 442564"/>
              <a:gd name="connsiteX2696" fmla="*/ 200022 w 1967341"/>
              <a:gd name="connsiteY2696" fmla="*/ 25622 h 442564"/>
              <a:gd name="connsiteX2697" fmla="*/ 200284 w 1967341"/>
              <a:gd name="connsiteY2697" fmla="*/ 26691 h 442564"/>
              <a:gd name="connsiteX2698" fmla="*/ 199455 w 1967341"/>
              <a:gd name="connsiteY2698" fmla="*/ 28283 h 442564"/>
              <a:gd name="connsiteX2699" fmla="*/ 197929 w 1967341"/>
              <a:gd name="connsiteY2699" fmla="*/ 28413 h 442564"/>
              <a:gd name="connsiteX2700" fmla="*/ 197340 w 1967341"/>
              <a:gd name="connsiteY2700" fmla="*/ 27127 h 442564"/>
              <a:gd name="connsiteX2701" fmla="*/ 200022 w 1967341"/>
              <a:gd name="connsiteY2701" fmla="*/ 25622 h 442564"/>
              <a:gd name="connsiteX2702" fmla="*/ 201134 w 1967341"/>
              <a:gd name="connsiteY2702" fmla="*/ 21282 h 442564"/>
              <a:gd name="connsiteX2703" fmla="*/ 195836 w 1967341"/>
              <a:gd name="connsiteY2703" fmla="*/ 23856 h 442564"/>
              <a:gd name="connsiteX2704" fmla="*/ 194026 w 1967341"/>
              <a:gd name="connsiteY2704" fmla="*/ 24292 h 442564"/>
              <a:gd name="connsiteX2705" fmla="*/ 191845 w 1967341"/>
              <a:gd name="connsiteY2705" fmla="*/ 25578 h 442564"/>
              <a:gd name="connsiteX2706" fmla="*/ 190537 w 1967341"/>
              <a:gd name="connsiteY2706" fmla="*/ 26211 h 442564"/>
              <a:gd name="connsiteX2707" fmla="*/ 189512 w 1967341"/>
              <a:gd name="connsiteY2707" fmla="*/ 26472 h 442564"/>
              <a:gd name="connsiteX2708" fmla="*/ 188313 w 1967341"/>
              <a:gd name="connsiteY2708" fmla="*/ 25949 h 442564"/>
              <a:gd name="connsiteX2709" fmla="*/ 187702 w 1967341"/>
              <a:gd name="connsiteY2709" fmla="*/ 27824 h 442564"/>
              <a:gd name="connsiteX2710" fmla="*/ 187702 w 1967341"/>
              <a:gd name="connsiteY2710" fmla="*/ 29634 h 442564"/>
              <a:gd name="connsiteX2711" fmla="*/ 187637 w 1967341"/>
              <a:gd name="connsiteY2711" fmla="*/ 29547 h 442564"/>
              <a:gd name="connsiteX2712" fmla="*/ 187702 w 1967341"/>
              <a:gd name="connsiteY2712" fmla="*/ 30746 h 442564"/>
              <a:gd name="connsiteX2713" fmla="*/ 188291 w 1967341"/>
              <a:gd name="connsiteY2713" fmla="*/ 32033 h 442564"/>
              <a:gd name="connsiteX2714" fmla="*/ 189054 w 1967341"/>
              <a:gd name="connsiteY2714" fmla="*/ 35129 h 442564"/>
              <a:gd name="connsiteX2715" fmla="*/ 188662 w 1967341"/>
              <a:gd name="connsiteY2715" fmla="*/ 37157 h 442564"/>
              <a:gd name="connsiteX2716" fmla="*/ 189185 w 1967341"/>
              <a:gd name="connsiteY2716" fmla="*/ 38400 h 442564"/>
              <a:gd name="connsiteX2717" fmla="*/ 189970 w 1967341"/>
              <a:gd name="connsiteY2717" fmla="*/ 39468 h 442564"/>
              <a:gd name="connsiteX2718" fmla="*/ 190340 w 1967341"/>
              <a:gd name="connsiteY2718" fmla="*/ 40231 h 442564"/>
              <a:gd name="connsiteX2719" fmla="*/ 190755 w 1967341"/>
              <a:gd name="connsiteY2719" fmla="*/ 40711 h 442564"/>
              <a:gd name="connsiteX2720" fmla="*/ 191474 w 1967341"/>
              <a:gd name="connsiteY2720" fmla="*/ 40711 h 442564"/>
              <a:gd name="connsiteX2721" fmla="*/ 192303 w 1967341"/>
              <a:gd name="connsiteY2721" fmla="*/ 40406 h 442564"/>
              <a:gd name="connsiteX2722" fmla="*/ 193197 w 1967341"/>
              <a:gd name="connsiteY2722" fmla="*/ 39992 h 442564"/>
              <a:gd name="connsiteX2723" fmla="*/ 193938 w 1967341"/>
              <a:gd name="connsiteY2723" fmla="*/ 39992 h 442564"/>
              <a:gd name="connsiteX2724" fmla="*/ 193938 w 1967341"/>
              <a:gd name="connsiteY2724" fmla="*/ 41213 h 442564"/>
              <a:gd name="connsiteX2725" fmla="*/ 193459 w 1967341"/>
              <a:gd name="connsiteY2725" fmla="*/ 41758 h 442564"/>
              <a:gd name="connsiteX2726" fmla="*/ 192892 w 1967341"/>
              <a:gd name="connsiteY2726" fmla="*/ 41867 h 442564"/>
              <a:gd name="connsiteX2727" fmla="*/ 192281 w 1967341"/>
              <a:gd name="connsiteY2727" fmla="*/ 42063 h 442564"/>
              <a:gd name="connsiteX2728" fmla="*/ 191693 w 1967341"/>
              <a:gd name="connsiteY2728" fmla="*/ 41954 h 442564"/>
              <a:gd name="connsiteX2729" fmla="*/ 191235 w 1967341"/>
              <a:gd name="connsiteY2729" fmla="*/ 42783 h 442564"/>
              <a:gd name="connsiteX2730" fmla="*/ 191235 w 1967341"/>
              <a:gd name="connsiteY2730" fmla="*/ 43808 h 442564"/>
              <a:gd name="connsiteX2731" fmla="*/ 191235 w 1967341"/>
              <a:gd name="connsiteY2731" fmla="*/ 44658 h 442564"/>
              <a:gd name="connsiteX2732" fmla="*/ 192150 w 1967341"/>
              <a:gd name="connsiteY2732" fmla="*/ 44963 h 442564"/>
              <a:gd name="connsiteX2733" fmla="*/ 193175 w 1967341"/>
              <a:gd name="connsiteY2733" fmla="*/ 44963 h 442564"/>
              <a:gd name="connsiteX2734" fmla="*/ 193677 w 1967341"/>
              <a:gd name="connsiteY2734" fmla="*/ 45617 h 442564"/>
              <a:gd name="connsiteX2735" fmla="*/ 191344 w 1967341"/>
              <a:gd name="connsiteY2735" fmla="*/ 47057 h 442564"/>
              <a:gd name="connsiteX2736" fmla="*/ 189490 w 1967341"/>
              <a:gd name="connsiteY2736" fmla="*/ 47994 h 442564"/>
              <a:gd name="connsiteX2737" fmla="*/ 188771 w 1967341"/>
              <a:gd name="connsiteY2737" fmla="*/ 47776 h 442564"/>
              <a:gd name="connsiteX2738" fmla="*/ 188291 w 1967341"/>
              <a:gd name="connsiteY2738" fmla="*/ 48278 h 442564"/>
              <a:gd name="connsiteX2739" fmla="*/ 187964 w 1967341"/>
              <a:gd name="connsiteY2739" fmla="*/ 49368 h 442564"/>
              <a:gd name="connsiteX2740" fmla="*/ 187964 w 1967341"/>
              <a:gd name="connsiteY2740" fmla="*/ 50262 h 442564"/>
              <a:gd name="connsiteX2741" fmla="*/ 188553 w 1967341"/>
              <a:gd name="connsiteY2741" fmla="*/ 52137 h 442564"/>
              <a:gd name="connsiteX2742" fmla="*/ 190101 w 1967341"/>
              <a:gd name="connsiteY2742" fmla="*/ 52682 h 442564"/>
              <a:gd name="connsiteX2743" fmla="*/ 192281 w 1967341"/>
              <a:gd name="connsiteY2743" fmla="*/ 51679 h 442564"/>
              <a:gd name="connsiteX2744" fmla="*/ 194462 w 1967341"/>
              <a:gd name="connsiteY2744" fmla="*/ 51134 h 442564"/>
              <a:gd name="connsiteX2745" fmla="*/ 196642 w 1967341"/>
              <a:gd name="connsiteY2745" fmla="*/ 50415 h 442564"/>
              <a:gd name="connsiteX2746" fmla="*/ 198365 w 1967341"/>
              <a:gd name="connsiteY2746" fmla="*/ 49869 h 442564"/>
              <a:gd name="connsiteX2747" fmla="*/ 199913 w 1967341"/>
              <a:gd name="connsiteY2747" fmla="*/ 49499 h 442564"/>
              <a:gd name="connsiteX2748" fmla="*/ 201723 w 1967341"/>
              <a:gd name="connsiteY2748" fmla="*/ 49346 h 442564"/>
              <a:gd name="connsiteX2749" fmla="*/ 204994 w 1967341"/>
              <a:gd name="connsiteY2749" fmla="*/ 48757 h 442564"/>
              <a:gd name="connsiteX2750" fmla="*/ 207065 w 1967341"/>
              <a:gd name="connsiteY2750" fmla="*/ 48757 h 442564"/>
              <a:gd name="connsiteX2751" fmla="*/ 208810 w 1967341"/>
              <a:gd name="connsiteY2751" fmla="*/ 45290 h 442564"/>
              <a:gd name="connsiteX2752" fmla="*/ 207327 w 1967341"/>
              <a:gd name="connsiteY2752" fmla="*/ 43502 h 442564"/>
              <a:gd name="connsiteX2753" fmla="*/ 205844 w 1967341"/>
              <a:gd name="connsiteY2753" fmla="*/ 43742 h 442564"/>
              <a:gd name="connsiteX2754" fmla="*/ 204165 w 1967341"/>
              <a:gd name="connsiteY2754" fmla="*/ 44331 h 442564"/>
              <a:gd name="connsiteX2755" fmla="*/ 202770 w 1967341"/>
              <a:gd name="connsiteY2755" fmla="*/ 44462 h 442564"/>
              <a:gd name="connsiteX2756" fmla="*/ 200982 w 1967341"/>
              <a:gd name="connsiteY2756" fmla="*/ 45072 h 442564"/>
              <a:gd name="connsiteX2757" fmla="*/ 200240 w 1967341"/>
              <a:gd name="connsiteY2757" fmla="*/ 44636 h 442564"/>
              <a:gd name="connsiteX2758" fmla="*/ 200546 w 1967341"/>
              <a:gd name="connsiteY2758" fmla="*/ 43764 h 442564"/>
              <a:gd name="connsiteX2759" fmla="*/ 201876 w 1967341"/>
              <a:gd name="connsiteY2759" fmla="*/ 43066 h 442564"/>
              <a:gd name="connsiteX2760" fmla="*/ 202944 w 1967341"/>
              <a:gd name="connsiteY2760" fmla="*/ 42041 h 442564"/>
              <a:gd name="connsiteX2761" fmla="*/ 203075 w 1967341"/>
              <a:gd name="connsiteY2761" fmla="*/ 41322 h 442564"/>
              <a:gd name="connsiteX2762" fmla="*/ 202486 w 1967341"/>
              <a:gd name="connsiteY2762" fmla="*/ 39665 h 442564"/>
              <a:gd name="connsiteX2763" fmla="*/ 201854 w 1967341"/>
              <a:gd name="connsiteY2763" fmla="*/ 39141 h 442564"/>
              <a:gd name="connsiteX2764" fmla="*/ 200458 w 1967341"/>
              <a:gd name="connsiteY2764" fmla="*/ 38901 h 442564"/>
              <a:gd name="connsiteX2765" fmla="*/ 199564 w 1967341"/>
              <a:gd name="connsiteY2765" fmla="*/ 39490 h 442564"/>
              <a:gd name="connsiteX2766" fmla="*/ 198387 w 1967341"/>
              <a:gd name="connsiteY2766" fmla="*/ 39861 h 442564"/>
              <a:gd name="connsiteX2767" fmla="*/ 198212 w 1967341"/>
              <a:gd name="connsiteY2767" fmla="*/ 38640 h 442564"/>
              <a:gd name="connsiteX2768" fmla="*/ 199717 w 1967341"/>
              <a:gd name="connsiteY2768" fmla="*/ 37942 h 442564"/>
              <a:gd name="connsiteX2769" fmla="*/ 200742 w 1967341"/>
              <a:gd name="connsiteY2769" fmla="*/ 37440 h 442564"/>
              <a:gd name="connsiteX2770" fmla="*/ 201767 w 1967341"/>
              <a:gd name="connsiteY2770" fmla="*/ 37266 h 442564"/>
              <a:gd name="connsiteX2771" fmla="*/ 202464 w 1967341"/>
              <a:gd name="connsiteY2771" fmla="*/ 36328 h 442564"/>
              <a:gd name="connsiteX2772" fmla="*/ 204231 w 1967341"/>
              <a:gd name="connsiteY2772" fmla="*/ 30768 h 442564"/>
              <a:gd name="connsiteX2773" fmla="*/ 205168 w 1967341"/>
              <a:gd name="connsiteY2773" fmla="*/ 29329 h 442564"/>
              <a:gd name="connsiteX2774" fmla="*/ 206040 w 1967341"/>
              <a:gd name="connsiteY2774" fmla="*/ 26974 h 442564"/>
              <a:gd name="connsiteX2775" fmla="*/ 206171 w 1967341"/>
              <a:gd name="connsiteY2775" fmla="*/ 25556 h 442564"/>
              <a:gd name="connsiteX2776" fmla="*/ 206673 w 1967341"/>
              <a:gd name="connsiteY2776" fmla="*/ 23986 h 442564"/>
              <a:gd name="connsiteX2777" fmla="*/ 205561 w 1967341"/>
              <a:gd name="connsiteY2777" fmla="*/ 22373 h 442564"/>
              <a:gd name="connsiteX2778" fmla="*/ 204994 w 1967341"/>
              <a:gd name="connsiteY2778" fmla="*/ 21413 h 442564"/>
              <a:gd name="connsiteX2779" fmla="*/ 202486 w 1967341"/>
              <a:gd name="connsiteY2779" fmla="*/ 21588 h 442564"/>
              <a:gd name="connsiteX2780" fmla="*/ 201134 w 1967341"/>
              <a:gd name="connsiteY2780" fmla="*/ 21282 h 442564"/>
              <a:gd name="connsiteX2781" fmla="*/ 221282 w 1967341"/>
              <a:gd name="connsiteY2781" fmla="*/ 7850 h 442564"/>
              <a:gd name="connsiteX2782" fmla="*/ 434627 w 1967341"/>
              <a:gd name="connsiteY2782" fmla="*/ 221282 h 442564"/>
              <a:gd name="connsiteX2783" fmla="*/ 434627 w 1967341"/>
              <a:gd name="connsiteY2783" fmla="*/ 221369 h 442564"/>
              <a:gd name="connsiteX2784" fmla="*/ 221108 w 1967341"/>
              <a:gd name="connsiteY2784" fmla="*/ 434714 h 442564"/>
              <a:gd name="connsiteX2785" fmla="*/ 7763 w 1967341"/>
              <a:gd name="connsiteY2785" fmla="*/ 221195 h 442564"/>
              <a:gd name="connsiteX2786" fmla="*/ 221282 w 1967341"/>
              <a:gd name="connsiteY2786" fmla="*/ 7850 h 442564"/>
              <a:gd name="connsiteX2787" fmla="*/ 221282 w 1967341"/>
              <a:gd name="connsiteY2787" fmla="*/ 4950 h 442564"/>
              <a:gd name="connsiteX2788" fmla="*/ 4950 w 1967341"/>
              <a:gd name="connsiteY2788" fmla="*/ 221282 h 442564"/>
              <a:gd name="connsiteX2789" fmla="*/ 221282 w 1967341"/>
              <a:gd name="connsiteY2789" fmla="*/ 437614 h 442564"/>
              <a:gd name="connsiteX2790" fmla="*/ 437614 w 1967341"/>
              <a:gd name="connsiteY2790" fmla="*/ 221282 h 442564"/>
              <a:gd name="connsiteX2791" fmla="*/ 221282 w 1967341"/>
              <a:gd name="connsiteY2791" fmla="*/ 4950 h 442564"/>
              <a:gd name="connsiteX2792" fmla="*/ 221282 w 1967341"/>
              <a:gd name="connsiteY2792" fmla="*/ 0 h 442564"/>
              <a:gd name="connsiteX2793" fmla="*/ 442564 w 1967341"/>
              <a:gd name="connsiteY2793" fmla="*/ 221282 h 442564"/>
              <a:gd name="connsiteX2794" fmla="*/ 221282 w 1967341"/>
              <a:gd name="connsiteY2794" fmla="*/ 442564 h 442564"/>
              <a:gd name="connsiteX2795" fmla="*/ 0 w 1967341"/>
              <a:gd name="connsiteY2795" fmla="*/ 221282 h 442564"/>
              <a:gd name="connsiteX2796" fmla="*/ 221282 w 1967341"/>
              <a:gd name="connsiteY2796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</a:cxnLst>
            <a:rect l="l" t="t" r="r" b="b"/>
            <a:pathLst>
              <a:path w="1967341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0" y="393712"/>
                </a:moveTo>
                <a:lnTo>
                  <a:pt x="810985" y="393910"/>
                </a:lnTo>
                <a:lnTo>
                  <a:pt x="810453" y="393758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3" y="367608"/>
                </a:moveTo>
                <a:lnTo>
                  <a:pt x="546130" y="382735"/>
                </a:lnTo>
                <a:lnTo>
                  <a:pt x="559433" y="382735"/>
                </a:lnTo>
                <a:cubicBezTo>
                  <a:pt x="561762" y="382936"/>
                  <a:pt x="564078" y="382228"/>
                  <a:pt x="565896" y="380759"/>
                </a:cubicBezTo>
                <a:cubicBezTo>
                  <a:pt x="567404" y="379106"/>
                  <a:pt x="568173" y="376910"/>
                  <a:pt x="568024" y="374677"/>
                </a:cubicBezTo>
                <a:cubicBezTo>
                  <a:pt x="568164" y="372656"/>
                  <a:pt x="567348" y="370686"/>
                  <a:pt x="565819" y="369355"/>
                </a:cubicBezTo>
                <a:cubicBezTo>
                  <a:pt x="563885" y="368023"/>
                  <a:pt x="561547" y="367404"/>
                  <a:pt x="559206" y="367608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3" y="345485"/>
                </a:moveTo>
                <a:lnTo>
                  <a:pt x="546130" y="358029"/>
                </a:lnTo>
                <a:lnTo>
                  <a:pt x="558673" y="358029"/>
                </a:lnTo>
                <a:cubicBezTo>
                  <a:pt x="560854" y="358167"/>
                  <a:pt x="563020" y="357579"/>
                  <a:pt x="564831" y="356356"/>
                </a:cubicBezTo>
                <a:cubicBezTo>
                  <a:pt x="566220" y="355040"/>
                  <a:pt x="566945" y="353171"/>
                  <a:pt x="566808" y="351263"/>
                </a:cubicBezTo>
                <a:cubicBezTo>
                  <a:pt x="566915" y="349544"/>
                  <a:pt x="566106" y="347896"/>
                  <a:pt x="564679" y="346930"/>
                </a:cubicBezTo>
                <a:cubicBezTo>
                  <a:pt x="562714" y="345824"/>
                  <a:pt x="560466" y="345322"/>
                  <a:pt x="558217" y="345485"/>
                </a:cubicBezTo>
                <a:close/>
                <a:moveTo>
                  <a:pt x="1826550" y="343893"/>
                </a:moveTo>
                <a:cubicBezTo>
                  <a:pt x="1823283" y="343377"/>
                  <a:pt x="1819819" y="344107"/>
                  <a:pt x="1816933" y="346205"/>
                </a:cubicBezTo>
                <a:cubicBezTo>
                  <a:pt x="1815838" y="347001"/>
                  <a:pt x="1814876" y="347964"/>
                  <a:pt x="1814080" y="349058"/>
                </a:cubicBezTo>
                <a:cubicBezTo>
                  <a:pt x="1811247" y="353601"/>
                  <a:pt x="1809916" y="358921"/>
                  <a:pt x="1810278" y="364262"/>
                </a:cubicBezTo>
                <a:cubicBezTo>
                  <a:pt x="1810013" y="369345"/>
                  <a:pt x="1811313" y="374386"/>
                  <a:pt x="1814004" y="378707"/>
                </a:cubicBezTo>
                <a:cubicBezTo>
                  <a:pt x="1818314" y="384500"/>
                  <a:pt x="1826505" y="385703"/>
                  <a:pt x="1832299" y="381393"/>
                </a:cubicBezTo>
                <a:cubicBezTo>
                  <a:pt x="1833320" y="380632"/>
                  <a:pt x="1834225" y="379728"/>
                  <a:pt x="1834985" y="378707"/>
                </a:cubicBezTo>
                <a:lnTo>
                  <a:pt x="1834986" y="378707"/>
                </a:lnTo>
                <a:cubicBezTo>
                  <a:pt x="1837735" y="374409"/>
                  <a:pt x="1839065" y="369357"/>
                  <a:pt x="1838786" y="364262"/>
                </a:cubicBezTo>
                <a:cubicBezTo>
                  <a:pt x="1839149" y="358921"/>
                  <a:pt x="1837819" y="353601"/>
                  <a:pt x="1834986" y="349058"/>
                </a:cubicBezTo>
                <a:cubicBezTo>
                  <a:pt x="1832887" y="346172"/>
                  <a:pt x="1829817" y="344409"/>
                  <a:pt x="1826550" y="343893"/>
                </a:cubicBezTo>
                <a:close/>
                <a:moveTo>
                  <a:pt x="1719295" y="343889"/>
                </a:moveTo>
                <a:cubicBezTo>
                  <a:pt x="1716007" y="343380"/>
                  <a:pt x="1712525" y="344125"/>
                  <a:pt x="1709628" y="346244"/>
                </a:cubicBezTo>
                <a:cubicBezTo>
                  <a:pt x="1708551" y="347032"/>
                  <a:pt x="1707602" y="347982"/>
                  <a:pt x="1706814" y="349059"/>
                </a:cubicBezTo>
                <a:cubicBezTo>
                  <a:pt x="1704007" y="353610"/>
                  <a:pt x="1702704" y="358930"/>
                  <a:pt x="1703089" y="364263"/>
                </a:cubicBezTo>
                <a:cubicBezTo>
                  <a:pt x="1702787" y="369349"/>
                  <a:pt x="1704090" y="374401"/>
                  <a:pt x="1706814" y="378707"/>
                </a:cubicBezTo>
                <a:cubicBezTo>
                  <a:pt x="1711125" y="384500"/>
                  <a:pt x="1719316" y="385703"/>
                  <a:pt x="1725109" y="381393"/>
                </a:cubicBezTo>
                <a:cubicBezTo>
                  <a:pt x="1726131" y="380633"/>
                  <a:pt x="1727036" y="379728"/>
                  <a:pt x="1727796" y="378707"/>
                </a:cubicBezTo>
                <a:cubicBezTo>
                  <a:pt x="1730520" y="374401"/>
                  <a:pt x="1731822" y="369348"/>
                  <a:pt x="1731521" y="364263"/>
                </a:cubicBezTo>
                <a:cubicBezTo>
                  <a:pt x="1731906" y="358930"/>
                  <a:pt x="1730603" y="353610"/>
                  <a:pt x="1727796" y="349059"/>
                </a:cubicBezTo>
                <a:cubicBezTo>
                  <a:pt x="1725676" y="346162"/>
                  <a:pt x="1722583" y="344398"/>
                  <a:pt x="1719295" y="343889"/>
                </a:cubicBezTo>
                <a:close/>
                <a:moveTo>
                  <a:pt x="1322847" y="343889"/>
                </a:moveTo>
                <a:cubicBezTo>
                  <a:pt x="1319559" y="343380"/>
                  <a:pt x="1316077" y="344125"/>
                  <a:pt x="1313180" y="346244"/>
                </a:cubicBezTo>
                <a:cubicBezTo>
                  <a:pt x="1312103" y="347032"/>
                  <a:pt x="1311154" y="347982"/>
                  <a:pt x="1310366" y="349059"/>
                </a:cubicBezTo>
                <a:cubicBezTo>
                  <a:pt x="1307559" y="353610"/>
                  <a:pt x="1306256" y="358930"/>
                  <a:pt x="1306641" y="364263"/>
                </a:cubicBezTo>
                <a:cubicBezTo>
                  <a:pt x="1306339" y="369349"/>
                  <a:pt x="1307642" y="374401"/>
                  <a:pt x="1310366" y="378707"/>
                </a:cubicBezTo>
                <a:cubicBezTo>
                  <a:pt x="1314677" y="384500"/>
                  <a:pt x="1322868" y="385703"/>
                  <a:pt x="1328661" y="381393"/>
                </a:cubicBezTo>
                <a:cubicBezTo>
                  <a:pt x="1329683" y="380633"/>
                  <a:pt x="1330588" y="379728"/>
                  <a:pt x="1331348" y="378707"/>
                </a:cubicBezTo>
                <a:cubicBezTo>
                  <a:pt x="1334072" y="374401"/>
                  <a:pt x="1335374" y="369348"/>
                  <a:pt x="1335073" y="364263"/>
                </a:cubicBezTo>
                <a:cubicBezTo>
                  <a:pt x="1335458" y="358930"/>
                  <a:pt x="1334155" y="353610"/>
                  <a:pt x="1331348" y="349059"/>
                </a:cubicBezTo>
                <a:cubicBezTo>
                  <a:pt x="1329228" y="346162"/>
                  <a:pt x="1326135" y="344398"/>
                  <a:pt x="1322847" y="343889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3" y="335787"/>
                </a:moveTo>
                <a:lnTo>
                  <a:pt x="1923385" y="335787"/>
                </a:lnTo>
                <a:lnTo>
                  <a:pt x="1929923" y="335787"/>
                </a:lnTo>
                <a:lnTo>
                  <a:pt x="1940831" y="360405"/>
                </a:lnTo>
                <a:lnTo>
                  <a:pt x="1940794" y="360494"/>
                </a:lnTo>
                <a:lnTo>
                  <a:pt x="1940870" y="360494"/>
                </a:lnTo>
                <a:lnTo>
                  <a:pt x="1940831" y="360405"/>
                </a:lnTo>
                <a:lnTo>
                  <a:pt x="1951056" y="335787"/>
                </a:lnTo>
                <a:lnTo>
                  <a:pt x="1957290" y="335787"/>
                </a:lnTo>
                <a:lnTo>
                  <a:pt x="1963448" y="335787"/>
                </a:lnTo>
                <a:lnTo>
                  <a:pt x="1946115" y="371136"/>
                </a:lnTo>
                <a:lnTo>
                  <a:pt x="1946115" y="392803"/>
                </a:lnTo>
                <a:lnTo>
                  <a:pt x="1940717" y="392803"/>
                </a:lnTo>
                <a:lnTo>
                  <a:pt x="1935168" y="392803"/>
                </a:lnTo>
                <a:lnTo>
                  <a:pt x="1935168" y="371365"/>
                </a:lnTo>
                <a:close/>
                <a:moveTo>
                  <a:pt x="1754467" y="335787"/>
                </a:moveTo>
                <a:lnTo>
                  <a:pt x="1759941" y="335787"/>
                </a:lnTo>
                <a:lnTo>
                  <a:pt x="1765414" y="335787"/>
                </a:lnTo>
                <a:lnTo>
                  <a:pt x="1765414" y="382616"/>
                </a:lnTo>
                <a:lnTo>
                  <a:pt x="1791414" y="382616"/>
                </a:lnTo>
                <a:lnTo>
                  <a:pt x="1791414" y="387709"/>
                </a:lnTo>
                <a:lnTo>
                  <a:pt x="1791414" y="392726"/>
                </a:lnTo>
                <a:lnTo>
                  <a:pt x="1754467" y="392726"/>
                </a:lnTo>
                <a:close/>
                <a:moveTo>
                  <a:pt x="1638611" y="335787"/>
                </a:moveTo>
                <a:lnTo>
                  <a:pt x="1644313" y="335787"/>
                </a:lnTo>
                <a:lnTo>
                  <a:pt x="1650014" y="335787"/>
                </a:lnTo>
                <a:lnTo>
                  <a:pt x="1671072" y="375774"/>
                </a:lnTo>
                <a:lnTo>
                  <a:pt x="1671072" y="335787"/>
                </a:lnTo>
                <a:lnTo>
                  <a:pt x="1676165" y="335787"/>
                </a:lnTo>
                <a:lnTo>
                  <a:pt x="1681334" y="335787"/>
                </a:lnTo>
                <a:lnTo>
                  <a:pt x="1681334" y="392726"/>
                </a:lnTo>
                <a:lnTo>
                  <a:pt x="1675861" y="392726"/>
                </a:lnTo>
                <a:lnTo>
                  <a:pt x="1670387" y="392726"/>
                </a:lnTo>
                <a:lnTo>
                  <a:pt x="1648797" y="351675"/>
                </a:lnTo>
                <a:lnTo>
                  <a:pt x="1648797" y="392726"/>
                </a:lnTo>
                <a:lnTo>
                  <a:pt x="1643705" y="392726"/>
                </a:lnTo>
                <a:lnTo>
                  <a:pt x="1638611" y="392726"/>
                </a:lnTo>
                <a:close/>
                <a:moveTo>
                  <a:pt x="1583115" y="335787"/>
                </a:moveTo>
                <a:lnTo>
                  <a:pt x="1588513" y="335787"/>
                </a:lnTo>
                <a:lnTo>
                  <a:pt x="1593986" y="335787"/>
                </a:lnTo>
                <a:lnTo>
                  <a:pt x="1593986" y="357149"/>
                </a:lnTo>
                <a:lnTo>
                  <a:pt x="1614511" y="357149"/>
                </a:lnTo>
                <a:lnTo>
                  <a:pt x="1614511" y="335787"/>
                </a:lnTo>
                <a:lnTo>
                  <a:pt x="1619985" y="335787"/>
                </a:lnTo>
                <a:lnTo>
                  <a:pt x="1625458" y="335787"/>
                </a:lnTo>
                <a:lnTo>
                  <a:pt x="1625458" y="392726"/>
                </a:lnTo>
                <a:lnTo>
                  <a:pt x="1619985" y="392726"/>
                </a:lnTo>
                <a:lnTo>
                  <a:pt x="1614511" y="392726"/>
                </a:lnTo>
                <a:lnTo>
                  <a:pt x="1614511" y="366956"/>
                </a:lnTo>
                <a:lnTo>
                  <a:pt x="1593986" y="366956"/>
                </a:lnTo>
                <a:lnTo>
                  <a:pt x="1593986" y="392726"/>
                </a:lnTo>
                <a:lnTo>
                  <a:pt x="1588588" y="392726"/>
                </a:lnTo>
                <a:lnTo>
                  <a:pt x="1583115" y="392726"/>
                </a:lnTo>
                <a:close/>
                <a:moveTo>
                  <a:pt x="1476231" y="335787"/>
                </a:moveTo>
                <a:lnTo>
                  <a:pt x="1514773" y="335787"/>
                </a:lnTo>
                <a:lnTo>
                  <a:pt x="1514773" y="340804"/>
                </a:lnTo>
                <a:lnTo>
                  <a:pt x="1514773" y="345898"/>
                </a:lnTo>
                <a:lnTo>
                  <a:pt x="1487178" y="345898"/>
                </a:lnTo>
                <a:lnTo>
                  <a:pt x="1487178" y="357985"/>
                </a:lnTo>
                <a:lnTo>
                  <a:pt x="1512797" y="357985"/>
                </a:lnTo>
                <a:lnTo>
                  <a:pt x="1512797" y="362850"/>
                </a:lnTo>
                <a:lnTo>
                  <a:pt x="1512797" y="367791"/>
                </a:lnTo>
                <a:lnTo>
                  <a:pt x="1487178" y="367791"/>
                </a:lnTo>
                <a:lnTo>
                  <a:pt x="1487178" y="382616"/>
                </a:lnTo>
                <a:lnTo>
                  <a:pt x="1515990" y="382616"/>
                </a:lnTo>
                <a:lnTo>
                  <a:pt x="1515990" y="387709"/>
                </a:lnTo>
                <a:lnTo>
                  <a:pt x="1515990" y="392726"/>
                </a:lnTo>
                <a:lnTo>
                  <a:pt x="1476231" y="392726"/>
                </a:lnTo>
                <a:close/>
                <a:moveTo>
                  <a:pt x="1424156" y="335787"/>
                </a:moveTo>
                <a:lnTo>
                  <a:pt x="1466804" y="335787"/>
                </a:lnTo>
                <a:lnTo>
                  <a:pt x="1466804" y="340804"/>
                </a:lnTo>
                <a:lnTo>
                  <a:pt x="1466804" y="345898"/>
                </a:lnTo>
                <a:lnTo>
                  <a:pt x="1450916" y="345898"/>
                </a:lnTo>
                <a:lnTo>
                  <a:pt x="1450916" y="392726"/>
                </a:lnTo>
                <a:lnTo>
                  <a:pt x="1445518" y="392726"/>
                </a:lnTo>
                <a:lnTo>
                  <a:pt x="1440044" y="392726"/>
                </a:lnTo>
                <a:lnTo>
                  <a:pt x="1440044" y="345898"/>
                </a:lnTo>
                <a:lnTo>
                  <a:pt x="1424156" y="345898"/>
                </a:lnTo>
                <a:lnTo>
                  <a:pt x="1424156" y="340881"/>
                </a:lnTo>
                <a:close/>
                <a:moveTo>
                  <a:pt x="1358018" y="335787"/>
                </a:moveTo>
                <a:lnTo>
                  <a:pt x="1395268" y="335787"/>
                </a:lnTo>
                <a:lnTo>
                  <a:pt x="1395268" y="340804"/>
                </a:lnTo>
                <a:lnTo>
                  <a:pt x="1395268" y="345898"/>
                </a:lnTo>
                <a:lnTo>
                  <a:pt x="1368965" y="345898"/>
                </a:lnTo>
                <a:lnTo>
                  <a:pt x="1368965" y="358821"/>
                </a:lnTo>
                <a:lnTo>
                  <a:pt x="1391924" y="358821"/>
                </a:lnTo>
                <a:lnTo>
                  <a:pt x="1391924" y="363763"/>
                </a:lnTo>
                <a:lnTo>
                  <a:pt x="1391924" y="368628"/>
                </a:lnTo>
                <a:lnTo>
                  <a:pt x="1368965" y="368628"/>
                </a:lnTo>
                <a:lnTo>
                  <a:pt x="1368965" y="392726"/>
                </a:lnTo>
                <a:lnTo>
                  <a:pt x="1363492" y="392726"/>
                </a:lnTo>
                <a:lnTo>
                  <a:pt x="1358018" y="392726"/>
                </a:lnTo>
                <a:close/>
                <a:moveTo>
                  <a:pt x="1223462" y="335787"/>
                </a:moveTo>
                <a:lnTo>
                  <a:pt x="1262081" y="335787"/>
                </a:lnTo>
                <a:lnTo>
                  <a:pt x="1262081" y="340804"/>
                </a:lnTo>
                <a:lnTo>
                  <a:pt x="1262081" y="345898"/>
                </a:lnTo>
                <a:lnTo>
                  <a:pt x="1234409" y="345898"/>
                </a:lnTo>
                <a:lnTo>
                  <a:pt x="1234409" y="357985"/>
                </a:lnTo>
                <a:lnTo>
                  <a:pt x="1260028" y="357985"/>
                </a:lnTo>
                <a:lnTo>
                  <a:pt x="1260028" y="362850"/>
                </a:lnTo>
                <a:lnTo>
                  <a:pt x="1260028" y="367791"/>
                </a:lnTo>
                <a:lnTo>
                  <a:pt x="1234409" y="367791"/>
                </a:lnTo>
                <a:lnTo>
                  <a:pt x="1234409" y="382616"/>
                </a:lnTo>
                <a:lnTo>
                  <a:pt x="1263297" y="382616"/>
                </a:lnTo>
                <a:lnTo>
                  <a:pt x="1263297" y="387709"/>
                </a:lnTo>
                <a:lnTo>
                  <a:pt x="1263297" y="392726"/>
                </a:lnTo>
                <a:lnTo>
                  <a:pt x="1223462" y="392726"/>
                </a:lnTo>
                <a:close/>
                <a:moveTo>
                  <a:pt x="1171463" y="335787"/>
                </a:moveTo>
                <a:lnTo>
                  <a:pt x="1214035" y="335787"/>
                </a:lnTo>
                <a:lnTo>
                  <a:pt x="1214035" y="340804"/>
                </a:lnTo>
                <a:lnTo>
                  <a:pt x="1214035" y="345898"/>
                </a:lnTo>
                <a:lnTo>
                  <a:pt x="1198222" y="345898"/>
                </a:lnTo>
                <a:lnTo>
                  <a:pt x="1198222" y="392726"/>
                </a:lnTo>
                <a:lnTo>
                  <a:pt x="1192749" y="392726"/>
                </a:lnTo>
                <a:lnTo>
                  <a:pt x="1187275" y="392726"/>
                </a:lnTo>
                <a:lnTo>
                  <a:pt x="1187275" y="345898"/>
                </a:lnTo>
                <a:lnTo>
                  <a:pt x="1171463" y="345898"/>
                </a:lnTo>
                <a:lnTo>
                  <a:pt x="1171463" y="340881"/>
                </a:lnTo>
                <a:close/>
                <a:moveTo>
                  <a:pt x="1068303" y="335787"/>
                </a:moveTo>
                <a:lnTo>
                  <a:pt x="1110875" y="335787"/>
                </a:lnTo>
                <a:lnTo>
                  <a:pt x="1110875" y="340804"/>
                </a:lnTo>
                <a:lnTo>
                  <a:pt x="1110875" y="345898"/>
                </a:lnTo>
                <a:lnTo>
                  <a:pt x="1095063" y="345898"/>
                </a:lnTo>
                <a:lnTo>
                  <a:pt x="1095063" y="392726"/>
                </a:lnTo>
                <a:lnTo>
                  <a:pt x="1089589" y="392726"/>
                </a:lnTo>
                <a:lnTo>
                  <a:pt x="1084115" y="392726"/>
                </a:lnTo>
                <a:lnTo>
                  <a:pt x="1084115" y="345898"/>
                </a:lnTo>
                <a:lnTo>
                  <a:pt x="1068303" y="345898"/>
                </a:lnTo>
                <a:lnTo>
                  <a:pt x="1068303" y="340881"/>
                </a:lnTo>
                <a:close/>
                <a:moveTo>
                  <a:pt x="1048690" y="335787"/>
                </a:moveTo>
                <a:lnTo>
                  <a:pt x="1054163" y="335787"/>
                </a:lnTo>
                <a:lnTo>
                  <a:pt x="1059637" y="335787"/>
                </a:lnTo>
                <a:lnTo>
                  <a:pt x="1059637" y="392726"/>
                </a:lnTo>
                <a:lnTo>
                  <a:pt x="1054239" y="392726"/>
                </a:lnTo>
                <a:lnTo>
                  <a:pt x="1048690" y="392726"/>
                </a:lnTo>
                <a:close/>
                <a:moveTo>
                  <a:pt x="997604" y="335787"/>
                </a:moveTo>
                <a:lnTo>
                  <a:pt x="1040176" y="335787"/>
                </a:lnTo>
                <a:lnTo>
                  <a:pt x="1040176" y="340804"/>
                </a:lnTo>
                <a:lnTo>
                  <a:pt x="1040176" y="345898"/>
                </a:lnTo>
                <a:lnTo>
                  <a:pt x="1024364" y="345898"/>
                </a:lnTo>
                <a:lnTo>
                  <a:pt x="1024364" y="392726"/>
                </a:lnTo>
                <a:lnTo>
                  <a:pt x="1018890" y="392726"/>
                </a:lnTo>
                <a:lnTo>
                  <a:pt x="1013416" y="392726"/>
                </a:lnTo>
                <a:lnTo>
                  <a:pt x="1013416" y="345898"/>
                </a:lnTo>
                <a:lnTo>
                  <a:pt x="997604" y="345898"/>
                </a:lnTo>
                <a:lnTo>
                  <a:pt x="997604" y="340881"/>
                </a:lnTo>
                <a:close/>
                <a:moveTo>
                  <a:pt x="894291" y="335787"/>
                </a:moveTo>
                <a:lnTo>
                  <a:pt x="900069" y="335787"/>
                </a:lnTo>
                <a:lnTo>
                  <a:pt x="905770" y="335787"/>
                </a:lnTo>
                <a:lnTo>
                  <a:pt x="926828" y="375774"/>
                </a:lnTo>
                <a:lnTo>
                  <a:pt x="926828" y="335787"/>
                </a:lnTo>
                <a:lnTo>
                  <a:pt x="931921" y="335787"/>
                </a:lnTo>
                <a:lnTo>
                  <a:pt x="937091" y="335787"/>
                </a:lnTo>
                <a:lnTo>
                  <a:pt x="937091" y="392726"/>
                </a:lnTo>
                <a:lnTo>
                  <a:pt x="931617" y="392726"/>
                </a:lnTo>
                <a:lnTo>
                  <a:pt x="926144" y="392726"/>
                </a:lnTo>
                <a:lnTo>
                  <a:pt x="904554" y="351675"/>
                </a:lnTo>
                <a:lnTo>
                  <a:pt x="904554" y="392726"/>
                </a:lnTo>
                <a:lnTo>
                  <a:pt x="899460" y="392726"/>
                </a:lnTo>
                <a:lnTo>
                  <a:pt x="894291" y="392726"/>
                </a:lnTo>
                <a:close/>
                <a:moveTo>
                  <a:pt x="870801" y="335787"/>
                </a:moveTo>
                <a:lnTo>
                  <a:pt x="876199" y="335787"/>
                </a:lnTo>
                <a:lnTo>
                  <a:pt x="881748" y="335787"/>
                </a:lnTo>
                <a:lnTo>
                  <a:pt x="881748" y="392726"/>
                </a:lnTo>
                <a:lnTo>
                  <a:pt x="876274" y="392726"/>
                </a:lnTo>
                <a:lnTo>
                  <a:pt x="870801" y="392726"/>
                </a:lnTo>
                <a:close/>
                <a:moveTo>
                  <a:pt x="732595" y="335787"/>
                </a:moveTo>
                <a:lnTo>
                  <a:pt x="738297" y="335787"/>
                </a:lnTo>
                <a:lnTo>
                  <a:pt x="744074" y="335787"/>
                </a:lnTo>
                <a:lnTo>
                  <a:pt x="765056" y="375774"/>
                </a:lnTo>
                <a:lnTo>
                  <a:pt x="765056" y="335787"/>
                </a:lnTo>
                <a:lnTo>
                  <a:pt x="770149" y="335787"/>
                </a:lnTo>
                <a:lnTo>
                  <a:pt x="775318" y="335787"/>
                </a:lnTo>
                <a:lnTo>
                  <a:pt x="775318" y="392726"/>
                </a:lnTo>
                <a:lnTo>
                  <a:pt x="769845" y="392726"/>
                </a:lnTo>
                <a:lnTo>
                  <a:pt x="764372" y="392726"/>
                </a:lnTo>
                <a:lnTo>
                  <a:pt x="742781" y="351675"/>
                </a:lnTo>
                <a:lnTo>
                  <a:pt x="742781" y="392726"/>
                </a:lnTo>
                <a:lnTo>
                  <a:pt x="737689" y="392726"/>
                </a:lnTo>
                <a:lnTo>
                  <a:pt x="732595" y="392726"/>
                </a:lnTo>
                <a:close/>
                <a:moveTo>
                  <a:pt x="709029" y="335787"/>
                </a:moveTo>
                <a:lnTo>
                  <a:pt x="714502" y="335787"/>
                </a:lnTo>
                <a:lnTo>
                  <a:pt x="719976" y="335787"/>
                </a:lnTo>
                <a:lnTo>
                  <a:pt x="719976" y="392726"/>
                </a:lnTo>
                <a:lnTo>
                  <a:pt x="714502" y="392726"/>
                </a:lnTo>
                <a:lnTo>
                  <a:pt x="709029" y="392726"/>
                </a:lnTo>
                <a:close/>
                <a:moveTo>
                  <a:pt x="642282" y="335787"/>
                </a:moveTo>
                <a:lnTo>
                  <a:pt x="647755" y="335787"/>
                </a:lnTo>
                <a:lnTo>
                  <a:pt x="653229" y="335787"/>
                </a:lnTo>
                <a:lnTo>
                  <a:pt x="653229" y="392726"/>
                </a:lnTo>
                <a:lnTo>
                  <a:pt x="647831" y="392726"/>
                </a:lnTo>
                <a:lnTo>
                  <a:pt x="642282" y="392726"/>
                </a:lnTo>
                <a:close/>
                <a:moveTo>
                  <a:pt x="591576" y="335787"/>
                </a:moveTo>
                <a:lnTo>
                  <a:pt x="630118" y="335787"/>
                </a:lnTo>
                <a:lnTo>
                  <a:pt x="630118" y="340804"/>
                </a:lnTo>
                <a:lnTo>
                  <a:pt x="630118" y="345898"/>
                </a:lnTo>
                <a:lnTo>
                  <a:pt x="602523" y="345898"/>
                </a:lnTo>
                <a:lnTo>
                  <a:pt x="602523" y="357985"/>
                </a:lnTo>
                <a:lnTo>
                  <a:pt x="628142" y="357985"/>
                </a:lnTo>
                <a:lnTo>
                  <a:pt x="628142" y="362850"/>
                </a:lnTo>
                <a:lnTo>
                  <a:pt x="628142" y="367791"/>
                </a:lnTo>
                <a:lnTo>
                  <a:pt x="602523" y="367791"/>
                </a:lnTo>
                <a:lnTo>
                  <a:pt x="602523" y="382616"/>
                </a:lnTo>
                <a:lnTo>
                  <a:pt x="631335" y="382616"/>
                </a:lnTo>
                <a:lnTo>
                  <a:pt x="631335" y="387709"/>
                </a:lnTo>
                <a:lnTo>
                  <a:pt x="631335" y="392726"/>
                </a:lnTo>
                <a:lnTo>
                  <a:pt x="591576" y="392726"/>
                </a:lnTo>
                <a:close/>
                <a:moveTo>
                  <a:pt x="535639" y="335679"/>
                </a:moveTo>
                <a:lnTo>
                  <a:pt x="561258" y="335679"/>
                </a:lnTo>
                <a:cubicBezTo>
                  <a:pt x="565546" y="335425"/>
                  <a:pt x="569775" y="336781"/>
                  <a:pt x="573117" y="339479"/>
                </a:cubicBezTo>
                <a:cubicBezTo>
                  <a:pt x="576080" y="342201"/>
                  <a:pt x="577670" y="346105"/>
                  <a:pt x="577451" y="350122"/>
                </a:cubicBezTo>
                <a:cubicBezTo>
                  <a:pt x="577724" y="354285"/>
                  <a:pt x="575898" y="358307"/>
                  <a:pt x="572585" y="360841"/>
                </a:cubicBezTo>
                <a:cubicBezTo>
                  <a:pt x="572076" y="361325"/>
                  <a:pt x="571484" y="361711"/>
                  <a:pt x="570837" y="361982"/>
                </a:cubicBezTo>
                <a:cubicBezTo>
                  <a:pt x="572033" y="362460"/>
                  <a:pt x="573158" y="363100"/>
                  <a:pt x="574182" y="363882"/>
                </a:cubicBezTo>
                <a:cubicBezTo>
                  <a:pt x="577567" y="366473"/>
                  <a:pt x="579446" y="370574"/>
                  <a:pt x="579199" y="374829"/>
                </a:cubicBezTo>
                <a:cubicBezTo>
                  <a:pt x="579545" y="379761"/>
                  <a:pt x="577710" y="384596"/>
                  <a:pt x="574182" y="388057"/>
                </a:cubicBezTo>
                <a:cubicBezTo>
                  <a:pt x="570097" y="391368"/>
                  <a:pt x="564905" y="392999"/>
                  <a:pt x="559662" y="392618"/>
                </a:cubicBezTo>
                <a:lnTo>
                  <a:pt x="535867" y="392618"/>
                </a:lnTo>
                <a:close/>
                <a:moveTo>
                  <a:pt x="685019" y="335678"/>
                </a:moveTo>
                <a:lnTo>
                  <a:pt x="695891" y="335678"/>
                </a:lnTo>
                <a:lnTo>
                  <a:pt x="695891" y="376654"/>
                </a:lnTo>
                <a:cubicBezTo>
                  <a:pt x="696264" y="381404"/>
                  <a:pt x="694733" y="386109"/>
                  <a:pt x="691633" y="389730"/>
                </a:cubicBezTo>
                <a:cubicBezTo>
                  <a:pt x="688235" y="392917"/>
                  <a:pt x="683662" y="394543"/>
                  <a:pt x="679014" y="394215"/>
                </a:cubicBezTo>
                <a:cubicBezTo>
                  <a:pt x="674155" y="394629"/>
                  <a:pt x="669372" y="392811"/>
                  <a:pt x="666015" y="389273"/>
                </a:cubicBezTo>
                <a:cubicBezTo>
                  <a:pt x="662901" y="384852"/>
                  <a:pt x="661521" y="379441"/>
                  <a:pt x="662137" y="374069"/>
                </a:cubicBezTo>
                <a:lnTo>
                  <a:pt x="662137" y="371105"/>
                </a:lnTo>
                <a:lnTo>
                  <a:pt x="672552" y="371105"/>
                </a:lnTo>
                <a:lnTo>
                  <a:pt x="672552" y="374525"/>
                </a:lnTo>
                <a:cubicBezTo>
                  <a:pt x="672305" y="377145"/>
                  <a:pt x="672806" y="379781"/>
                  <a:pt x="673997" y="382127"/>
                </a:cubicBezTo>
                <a:cubicBezTo>
                  <a:pt x="675045" y="383823"/>
                  <a:pt x="676951" y="384791"/>
                  <a:pt x="678938" y="384636"/>
                </a:cubicBezTo>
                <a:cubicBezTo>
                  <a:pt x="680687" y="384808"/>
                  <a:pt x="682412" y="384129"/>
                  <a:pt x="683575" y="382811"/>
                </a:cubicBezTo>
                <a:cubicBezTo>
                  <a:pt x="684665" y="381035"/>
                  <a:pt x="685170" y="378961"/>
                  <a:pt x="685019" y="376882"/>
                </a:cubicBezTo>
                <a:close/>
                <a:moveTo>
                  <a:pt x="1119478" y="335602"/>
                </a:moveTo>
                <a:lnTo>
                  <a:pt x="1130425" y="335602"/>
                </a:lnTo>
                <a:lnTo>
                  <a:pt x="1130425" y="371484"/>
                </a:lnTo>
                <a:cubicBezTo>
                  <a:pt x="1130206" y="374756"/>
                  <a:pt x="1131118" y="378004"/>
                  <a:pt x="1133009" y="380682"/>
                </a:cubicBezTo>
                <a:cubicBezTo>
                  <a:pt x="1134942" y="382811"/>
                  <a:pt x="1137745" y="383932"/>
                  <a:pt x="1140611" y="383723"/>
                </a:cubicBezTo>
                <a:cubicBezTo>
                  <a:pt x="1143437" y="383957"/>
                  <a:pt x="1146220" y="382927"/>
                  <a:pt x="1148213" y="380911"/>
                </a:cubicBezTo>
                <a:cubicBezTo>
                  <a:pt x="1150059" y="378132"/>
                  <a:pt x="1150890" y="374803"/>
                  <a:pt x="1150570" y="371484"/>
                </a:cubicBezTo>
                <a:lnTo>
                  <a:pt x="1150570" y="335602"/>
                </a:lnTo>
                <a:lnTo>
                  <a:pt x="1161821" y="335602"/>
                </a:lnTo>
                <a:lnTo>
                  <a:pt x="1161821" y="371104"/>
                </a:lnTo>
                <a:cubicBezTo>
                  <a:pt x="1162403" y="377391"/>
                  <a:pt x="1160644" y="383671"/>
                  <a:pt x="1156879" y="388741"/>
                </a:cubicBezTo>
                <a:cubicBezTo>
                  <a:pt x="1152471" y="392719"/>
                  <a:pt x="1146601" y="394676"/>
                  <a:pt x="1140687" y="394138"/>
                </a:cubicBezTo>
                <a:cubicBezTo>
                  <a:pt x="1134811" y="394597"/>
                  <a:pt x="1129013" y="392554"/>
                  <a:pt x="1124723" y="388513"/>
                </a:cubicBezTo>
                <a:cubicBezTo>
                  <a:pt x="1120912" y="383543"/>
                  <a:pt x="1119046" y="377353"/>
                  <a:pt x="1119478" y="371104"/>
                </a:cubicBezTo>
                <a:close/>
                <a:moveTo>
                  <a:pt x="1823162" y="334348"/>
                </a:moveTo>
                <a:cubicBezTo>
                  <a:pt x="1829456" y="333997"/>
                  <a:pt x="1835883" y="336047"/>
                  <a:pt x="1840953" y="340581"/>
                </a:cubicBezTo>
                <a:cubicBezTo>
                  <a:pt x="1841635" y="341192"/>
                  <a:pt x="1842282" y="341839"/>
                  <a:pt x="1842892" y="342521"/>
                </a:cubicBezTo>
                <a:cubicBezTo>
                  <a:pt x="1847751" y="348835"/>
                  <a:pt x="1850179" y="356686"/>
                  <a:pt x="1849734" y="364643"/>
                </a:cubicBezTo>
                <a:cubicBezTo>
                  <a:pt x="1850165" y="372456"/>
                  <a:pt x="1847733" y="380160"/>
                  <a:pt x="1842892" y="386309"/>
                </a:cubicBezTo>
                <a:cubicBezTo>
                  <a:pt x="1833574" y="396448"/>
                  <a:pt x="1817800" y="397114"/>
                  <a:pt x="1807660" y="387795"/>
                </a:cubicBezTo>
                <a:cubicBezTo>
                  <a:pt x="1807144" y="387321"/>
                  <a:pt x="1806648" y="386825"/>
                  <a:pt x="1806174" y="386309"/>
                </a:cubicBezTo>
                <a:cubicBezTo>
                  <a:pt x="1801333" y="380160"/>
                  <a:pt x="1798901" y="372456"/>
                  <a:pt x="1799332" y="364643"/>
                </a:cubicBezTo>
                <a:cubicBezTo>
                  <a:pt x="1798885" y="356686"/>
                  <a:pt x="1801313" y="348835"/>
                  <a:pt x="1806174" y="342521"/>
                </a:cubicBezTo>
                <a:cubicBezTo>
                  <a:pt x="1810709" y="337451"/>
                  <a:pt x="1816868" y="334699"/>
                  <a:pt x="1823162" y="334348"/>
                </a:cubicBezTo>
                <a:close/>
                <a:moveTo>
                  <a:pt x="1715958" y="334342"/>
                </a:moveTo>
                <a:cubicBezTo>
                  <a:pt x="1722271" y="333998"/>
                  <a:pt x="1728717" y="336061"/>
                  <a:pt x="1733797" y="340615"/>
                </a:cubicBezTo>
                <a:cubicBezTo>
                  <a:pt x="1734466" y="341216"/>
                  <a:pt x="1735102" y="341852"/>
                  <a:pt x="1735702" y="342520"/>
                </a:cubicBezTo>
                <a:cubicBezTo>
                  <a:pt x="1740541" y="348843"/>
                  <a:pt x="1742943" y="356696"/>
                  <a:pt x="1742468" y="364643"/>
                </a:cubicBezTo>
                <a:cubicBezTo>
                  <a:pt x="1742922" y="372447"/>
                  <a:pt x="1740516" y="380149"/>
                  <a:pt x="1735702" y="386309"/>
                </a:cubicBezTo>
                <a:cubicBezTo>
                  <a:pt x="1726345" y="396469"/>
                  <a:pt x="1710522" y="397119"/>
                  <a:pt x="1700362" y="387762"/>
                </a:cubicBezTo>
                <a:cubicBezTo>
                  <a:pt x="1699857" y="387298"/>
                  <a:pt x="1699373" y="386813"/>
                  <a:pt x="1698908" y="386309"/>
                </a:cubicBezTo>
                <a:cubicBezTo>
                  <a:pt x="1694125" y="380133"/>
                  <a:pt x="1691723" y="372443"/>
                  <a:pt x="1692142" y="364643"/>
                </a:cubicBezTo>
                <a:cubicBezTo>
                  <a:pt x="1691708" y="356701"/>
                  <a:pt x="1694105" y="348861"/>
                  <a:pt x="1698908" y="342520"/>
                </a:cubicBezTo>
                <a:cubicBezTo>
                  <a:pt x="1703462" y="337440"/>
                  <a:pt x="1709644" y="334687"/>
                  <a:pt x="1715958" y="334342"/>
                </a:cubicBezTo>
                <a:close/>
                <a:moveTo>
                  <a:pt x="1319510" y="334342"/>
                </a:moveTo>
                <a:cubicBezTo>
                  <a:pt x="1325823" y="333998"/>
                  <a:pt x="1332268" y="336061"/>
                  <a:pt x="1337349" y="340615"/>
                </a:cubicBezTo>
                <a:cubicBezTo>
                  <a:pt x="1338018" y="341216"/>
                  <a:pt x="1338654" y="341852"/>
                  <a:pt x="1339254" y="342520"/>
                </a:cubicBezTo>
                <a:cubicBezTo>
                  <a:pt x="1344093" y="348843"/>
                  <a:pt x="1346495" y="356696"/>
                  <a:pt x="1346020" y="364643"/>
                </a:cubicBezTo>
                <a:cubicBezTo>
                  <a:pt x="1346474" y="372447"/>
                  <a:pt x="1344068" y="380149"/>
                  <a:pt x="1339254" y="386309"/>
                </a:cubicBezTo>
                <a:cubicBezTo>
                  <a:pt x="1329897" y="396469"/>
                  <a:pt x="1314074" y="397119"/>
                  <a:pt x="1303914" y="387762"/>
                </a:cubicBezTo>
                <a:cubicBezTo>
                  <a:pt x="1303409" y="387298"/>
                  <a:pt x="1302925" y="386813"/>
                  <a:pt x="1302460" y="386309"/>
                </a:cubicBezTo>
                <a:cubicBezTo>
                  <a:pt x="1297677" y="380133"/>
                  <a:pt x="1295275" y="372443"/>
                  <a:pt x="1295694" y="364643"/>
                </a:cubicBezTo>
                <a:cubicBezTo>
                  <a:pt x="1295260" y="356701"/>
                  <a:pt x="1297657" y="348861"/>
                  <a:pt x="1302460" y="342520"/>
                </a:cubicBezTo>
                <a:cubicBezTo>
                  <a:pt x="1307014" y="337440"/>
                  <a:pt x="1313196" y="334687"/>
                  <a:pt x="1319510" y="334342"/>
                </a:cubicBezTo>
                <a:close/>
                <a:moveTo>
                  <a:pt x="1884703" y="334310"/>
                </a:moveTo>
                <a:cubicBezTo>
                  <a:pt x="1890404" y="334052"/>
                  <a:pt x="1896002" y="335891"/>
                  <a:pt x="1900439" y="339480"/>
                </a:cubicBezTo>
                <a:cubicBezTo>
                  <a:pt x="1904597" y="343008"/>
                  <a:pt x="1907192" y="348035"/>
                  <a:pt x="1907662" y="353468"/>
                </a:cubicBezTo>
                <a:lnTo>
                  <a:pt x="1896943" y="353468"/>
                </a:lnTo>
                <a:cubicBezTo>
                  <a:pt x="1896563" y="350883"/>
                  <a:pt x="1895167" y="348558"/>
                  <a:pt x="1893065" y="347006"/>
                </a:cubicBezTo>
                <a:cubicBezTo>
                  <a:pt x="1890958" y="345175"/>
                  <a:pt x="1888255" y="344175"/>
                  <a:pt x="1885463" y="344194"/>
                </a:cubicBezTo>
                <a:cubicBezTo>
                  <a:pt x="1881081" y="343980"/>
                  <a:pt x="1876884" y="345978"/>
                  <a:pt x="1874288" y="349515"/>
                </a:cubicBezTo>
                <a:cubicBezTo>
                  <a:pt x="1869024" y="358696"/>
                  <a:pt x="1869024" y="369982"/>
                  <a:pt x="1874288" y="379162"/>
                </a:cubicBezTo>
                <a:cubicBezTo>
                  <a:pt x="1877008" y="382606"/>
                  <a:pt x="1881235" y="384507"/>
                  <a:pt x="1885616" y="384256"/>
                </a:cubicBezTo>
                <a:cubicBezTo>
                  <a:pt x="1889630" y="384401"/>
                  <a:pt x="1893409" y="382366"/>
                  <a:pt x="1895498" y="378935"/>
                </a:cubicBezTo>
                <a:cubicBezTo>
                  <a:pt x="1896897" y="376809"/>
                  <a:pt x="1897878" y="374435"/>
                  <a:pt x="1898387" y="371941"/>
                </a:cubicBezTo>
                <a:lnTo>
                  <a:pt x="1886071" y="371941"/>
                </a:lnTo>
                <a:lnTo>
                  <a:pt x="1886071" y="362135"/>
                </a:lnTo>
                <a:lnTo>
                  <a:pt x="1908041" y="362135"/>
                </a:lnTo>
                <a:lnTo>
                  <a:pt x="1908041" y="392543"/>
                </a:lnTo>
                <a:lnTo>
                  <a:pt x="1900439" y="392543"/>
                </a:lnTo>
                <a:lnTo>
                  <a:pt x="1899375" y="384941"/>
                </a:lnTo>
                <a:lnTo>
                  <a:pt x="1899223" y="386309"/>
                </a:lnTo>
                <a:cubicBezTo>
                  <a:pt x="1895940" y="391499"/>
                  <a:pt x="1890156" y="394564"/>
                  <a:pt x="1884019" y="394368"/>
                </a:cubicBezTo>
                <a:lnTo>
                  <a:pt x="1884019" y="393911"/>
                </a:lnTo>
                <a:cubicBezTo>
                  <a:pt x="1877097" y="394281"/>
                  <a:pt x="1870384" y="391484"/>
                  <a:pt x="1865774" y="386309"/>
                </a:cubicBezTo>
                <a:cubicBezTo>
                  <a:pt x="1856522" y="373179"/>
                  <a:pt x="1856522" y="355651"/>
                  <a:pt x="1865774" y="342521"/>
                </a:cubicBezTo>
                <a:cubicBezTo>
                  <a:pt x="1870493" y="337030"/>
                  <a:pt x="1877469" y="334005"/>
                  <a:pt x="1884703" y="334310"/>
                </a:cubicBezTo>
                <a:close/>
                <a:moveTo>
                  <a:pt x="1549983" y="334159"/>
                </a:moveTo>
                <a:cubicBezTo>
                  <a:pt x="1555557" y="334015"/>
                  <a:pt x="1560982" y="335969"/>
                  <a:pt x="1565187" y="339632"/>
                </a:cubicBezTo>
                <a:cubicBezTo>
                  <a:pt x="1569500" y="343438"/>
                  <a:pt x="1572215" y="348732"/>
                  <a:pt x="1572789" y="354456"/>
                </a:cubicBezTo>
                <a:lnTo>
                  <a:pt x="1561842" y="354456"/>
                </a:lnTo>
                <a:cubicBezTo>
                  <a:pt x="1561657" y="351545"/>
                  <a:pt x="1560349" y="348819"/>
                  <a:pt x="1558193" y="346854"/>
                </a:cubicBezTo>
                <a:cubicBezTo>
                  <a:pt x="1556064" y="345068"/>
                  <a:pt x="1553370" y="344098"/>
                  <a:pt x="1550591" y="344117"/>
                </a:cubicBezTo>
                <a:cubicBezTo>
                  <a:pt x="1546672" y="344035"/>
                  <a:pt x="1543013" y="346067"/>
                  <a:pt x="1541013" y="349439"/>
                </a:cubicBezTo>
                <a:cubicBezTo>
                  <a:pt x="1538495" y="353903"/>
                  <a:pt x="1537308" y="358994"/>
                  <a:pt x="1537591" y="364111"/>
                </a:cubicBezTo>
                <a:cubicBezTo>
                  <a:pt x="1537312" y="369106"/>
                  <a:pt x="1538501" y="374075"/>
                  <a:pt x="1541013" y="378403"/>
                </a:cubicBezTo>
                <a:cubicBezTo>
                  <a:pt x="1544630" y="383762"/>
                  <a:pt x="1551907" y="385173"/>
                  <a:pt x="1557265" y="381556"/>
                </a:cubicBezTo>
                <a:cubicBezTo>
                  <a:pt x="1557725" y="381245"/>
                  <a:pt x="1558162" y="380903"/>
                  <a:pt x="1558573" y="380531"/>
                </a:cubicBezTo>
                <a:cubicBezTo>
                  <a:pt x="1560721" y="378342"/>
                  <a:pt x="1562016" y="375457"/>
                  <a:pt x="1562222" y="372397"/>
                </a:cubicBezTo>
                <a:lnTo>
                  <a:pt x="1572333" y="372701"/>
                </a:lnTo>
                <a:cubicBezTo>
                  <a:pt x="1571953" y="378621"/>
                  <a:pt x="1569409" y="384195"/>
                  <a:pt x="1565187" y="388362"/>
                </a:cubicBezTo>
                <a:cubicBezTo>
                  <a:pt x="1561078" y="392224"/>
                  <a:pt x="1555621" y="394324"/>
                  <a:pt x="1549983" y="394215"/>
                </a:cubicBezTo>
                <a:cubicBezTo>
                  <a:pt x="1543177" y="394493"/>
                  <a:pt x="1536649" y="391498"/>
                  <a:pt x="1532422" y="386157"/>
                </a:cubicBezTo>
                <a:cubicBezTo>
                  <a:pt x="1527781" y="379920"/>
                  <a:pt x="1525467" y="372255"/>
                  <a:pt x="1525885" y="364490"/>
                </a:cubicBezTo>
                <a:cubicBezTo>
                  <a:pt x="1525450" y="356583"/>
                  <a:pt x="1527759" y="348769"/>
                  <a:pt x="1532422" y="342369"/>
                </a:cubicBezTo>
                <a:cubicBezTo>
                  <a:pt x="1536610" y="336960"/>
                  <a:pt x="1543148" y="333903"/>
                  <a:pt x="1549983" y="334159"/>
                </a:cubicBezTo>
                <a:close/>
                <a:moveTo>
                  <a:pt x="969260" y="334158"/>
                </a:moveTo>
                <a:cubicBezTo>
                  <a:pt x="974516" y="333928"/>
                  <a:pt x="979659" y="335723"/>
                  <a:pt x="983629" y="339175"/>
                </a:cubicBezTo>
                <a:cubicBezTo>
                  <a:pt x="987381" y="342725"/>
                  <a:pt x="989569" y="347620"/>
                  <a:pt x="989710" y="352783"/>
                </a:cubicBezTo>
                <a:lnTo>
                  <a:pt x="978611" y="352783"/>
                </a:lnTo>
                <a:cubicBezTo>
                  <a:pt x="978526" y="350253"/>
                  <a:pt x="977331" y="347888"/>
                  <a:pt x="975342" y="346321"/>
                </a:cubicBezTo>
                <a:cubicBezTo>
                  <a:pt x="973149" y="344694"/>
                  <a:pt x="970469" y="343864"/>
                  <a:pt x="967740" y="343965"/>
                </a:cubicBezTo>
                <a:cubicBezTo>
                  <a:pt x="965416" y="343802"/>
                  <a:pt x="963114" y="344506"/>
                  <a:pt x="961278" y="345941"/>
                </a:cubicBezTo>
                <a:cubicBezTo>
                  <a:pt x="959666" y="347319"/>
                  <a:pt x="958794" y="349374"/>
                  <a:pt x="958921" y="351490"/>
                </a:cubicBezTo>
                <a:cubicBezTo>
                  <a:pt x="958917" y="353163"/>
                  <a:pt x="959859" y="354694"/>
                  <a:pt x="961354" y="355444"/>
                </a:cubicBezTo>
                <a:cubicBezTo>
                  <a:pt x="964654" y="356953"/>
                  <a:pt x="968126" y="358051"/>
                  <a:pt x="971693" y="358713"/>
                </a:cubicBezTo>
                <a:cubicBezTo>
                  <a:pt x="977187" y="359678"/>
                  <a:pt x="982388" y="361889"/>
                  <a:pt x="986897" y="365174"/>
                </a:cubicBezTo>
                <a:cubicBezTo>
                  <a:pt x="989717" y="368329"/>
                  <a:pt x="991094" y="372517"/>
                  <a:pt x="990698" y="376729"/>
                </a:cubicBezTo>
                <a:cubicBezTo>
                  <a:pt x="990967" y="381674"/>
                  <a:pt x="988811" y="386439"/>
                  <a:pt x="984920" y="389501"/>
                </a:cubicBezTo>
                <a:cubicBezTo>
                  <a:pt x="980377" y="392844"/>
                  <a:pt x="974817" y="394509"/>
                  <a:pt x="969184" y="394215"/>
                </a:cubicBezTo>
                <a:cubicBezTo>
                  <a:pt x="963670" y="394477"/>
                  <a:pt x="958254" y="392690"/>
                  <a:pt x="953980" y="389197"/>
                </a:cubicBezTo>
                <a:cubicBezTo>
                  <a:pt x="950105" y="385489"/>
                  <a:pt x="947931" y="380345"/>
                  <a:pt x="947974" y="374981"/>
                </a:cubicBezTo>
                <a:lnTo>
                  <a:pt x="958542" y="374982"/>
                </a:lnTo>
                <a:cubicBezTo>
                  <a:pt x="958486" y="377645"/>
                  <a:pt x="959596" y="380200"/>
                  <a:pt x="961582" y="381976"/>
                </a:cubicBezTo>
                <a:cubicBezTo>
                  <a:pt x="963765" y="383629"/>
                  <a:pt x="966447" y="384487"/>
                  <a:pt x="969184" y="384408"/>
                </a:cubicBezTo>
                <a:cubicBezTo>
                  <a:pt x="972036" y="384560"/>
                  <a:pt x="974876" y="383929"/>
                  <a:pt x="977395" y="382584"/>
                </a:cubicBezTo>
                <a:cubicBezTo>
                  <a:pt x="979228" y="381543"/>
                  <a:pt x="980360" y="379598"/>
                  <a:pt x="980360" y="377490"/>
                </a:cubicBezTo>
                <a:cubicBezTo>
                  <a:pt x="980483" y="375640"/>
                  <a:pt x="979686" y="373849"/>
                  <a:pt x="978231" y="372701"/>
                </a:cubicBezTo>
                <a:cubicBezTo>
                  <a:pt x="975459" y="371175"/>
                  <a:pt x="972454" y="370122"/>
                  <a:pt x="969336" y="369584"/>
                </a:cubicBezTo>
                <a:cubicBezTo>
                  <a:pt x="963396" y="368573"/>
                  <a:pt x="957728" y="366347"/>
                  <a:pt x="952688" y="363046"/>
                </a:cubicBezTo>
                <a:cubicBezTo>
                  <a:pt x="949726" y="360238"/>
                  <a:pt x="948190" y="356243"/>
                  <a:pt x="948507" y="352175"/>
                </a:cubicBezTo>
                <a:cubicBezTo>
                  <a:pt x="948255" y="347174"/>
                  <a:pt x="950298" y="342332"/>
                  <a:pt x="954056" y="339023"/>
                </a:cubicBezTo>
                <a:cubicBezTo>
                  <a:pt x="958316" y="335518"/>
                  <a:pt x="963757" y="333778"/>
                  <a:pt x="969260" y="334158"/>
                </a:cubicBezTo>
                <a:close/>
                <a:moveTo>
                  <a:pt x="809531" y="333949"/>
                </a:moveTo>
                <a:cubicBezTo>
                  <a:pt x="815715" y="333405"/>
                  <a:pt x="822092" y="335060"/>
                  <a:pt x="827405" y="339023"/>
                </a:cubicBezTo>
                <a:cubicBezTo>
                  <a:pt x="831590" y="342530"/>
                  <a:pt x="834191" y="347570"/>
                  <a:pt x="834628" y="353011"/>
                </a:cubicBezTo>
                <a:lnTo>
                  <a:pt x="823681" y="353011"/>
                </a:lnTo>
                <a:cubicBezTo>
                  <a:pt x="823370" y="350421"/>
                  <a:pt x="821993" y="348079"/>
                  <a:pt x="819879" y="346550"/>
                </a:cubicBezTo>
                <a:cubicBezTo>
                  <a:pt x="817772" y="344719"/>
                  <a:pt x="815069" y="343719"/>
                  <a:pt x="812277" y="343736"/>
                </a:cubicBezTo>
                <a:cubicBezTo>
                  <a:pt x="807904" y="343564"/>
                  <a:pt x="803725" y="345554"/>
                  <a:pt x="801103" y="349058"/>
                </a:cubicBezTo>
                <a:cubicBezTo>
                  <a:pt x="798134" y="353549"/>
                  <a:pt x="796719" y="358890"/>
                  <a:pt x="797073" y="364262"/>
                </a:cubicBezTo>
                <a:cubicBezTo>
                  <a:pt x="796719" y="369470"/>
                  <a:pt x="798080" y="374650"/>
                  <a:pt x="800950" y="379010"/>
                </a:cubicBezTo>
                <a:cubicBezTo>
                  <a:pt x="803678" y="382442"/>
                  <a:pt x="807900" y="384341"/>
                  <a:pt x="812277" y="384103"/>
                </a:cubicBezTo>
                <a:cubicBezTo>
                  <a:pt x="816285" y="384217"/>
                  <a:pt x="820049" y="382189"/>
                  <a:pt x="822160" y="378782"/>
                </a:cubicBezTo>
                <a:cubicBezTo>
                  <a:pt x="823529" y="376640"/>
                  <a:pt x="824507" y="374272"/>
                  <a:pt x="825049" y="371788"/>
                </a:cubicBezTo>
                <a:lnTo>
                  <a:pt x="812734" y="371788"/>
                </a:lnTo>
                <a:lnTo>
                  <a:pt x="812734" y="361981"/>
                </a:lnTo>
                <a:lnTo>
                  <a:pt x="834932" y="361981"/>
                </a:lnTo>
                <a:lnTo>
                  <a:pt x="834932" y="392389"/>
                </a:lnTo>
                <a:lnTo>
                  <a:pt x="827330" y="392389"/>
                </a:lnTo>
                <a:lnTo>
                  <a:pt x="826265" y="384787"/>
                </a:lnTo>
                <a:lnTo>
                  <a:pt x="825658" y="385700"/>
                </a:lnTo>
                <a:lnTo>
                  <a:pt x="810540" y="393712"/>
                </a:lnTo>
                <a:lnTo>
                  <a:pt x="792816" y="385852"/>
                </a:lnTo>
                <a:cubicBezTo>
                  <a:pt x="783698" y="372680"/>
                  <a:pt x="783698" y="355236"/>
                  <a:pt x="792816" y="342064"/>
                </a:cubicBezTo>
                <a:cubicBezTo>
                  <a:pt x="797356" y="337234"/>
                  <a:pt x="803347" y="334493"/>
                  <a:pt x="809531" y="333949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09" y="261938"/>
                </a:moveTo>
                <a:lnTo>
                  <a:pt x="847932" y="262090"/>
                </a:lnTo>
                <a:lnTo>
                  <a:pt x="847945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5" y="241792"/>
                </a:moveTo>
                <a:cubicBezTo>
                  <a:pt x="826722" y="241792"/>
                  <a:pt x="827027" y="251295"/>
                  <a:pt x="828927" y="251295"/>
                </a:cubicBezTo>
                <a:cubicBezTo>
                  <a:pt x="831701" y="251070"/>
                  <a:pt x="834422" y="250403"/>
                  <a:pt x="836985" y="249319"/>
                </a:cubicBezTo>
                <a:cubicBezTo>
                  <a:pt x="840099" y="249134"/>
                  <a:pt x="843221" y="249134"/>
                  <a:pt x="846336" y="249319"/>
                </a:cubicBezTo>
                <a:cubicBezTo>
                  <a:pt x="847856" y="249319"/>
                  <a:pt x="849605" y="249623"/>
                  <a:pt x="849605" y="250839"/>
                </a:cubicBezTo>
                <a:cubicBezTo>
                  <a:pt x="849911" y="252648"/>
                  <a:pt x="849645" y="254509"/>
                  <a:pt x="848844" y="256160"/>
                </a:cubicBezTo>
                <a:lnTo>
                  <a:pt x="847945" y="262008"/>
                </a:lnTo>
                <a:lnTo>
                  <a:pt x="843903" y="266423"/>
                </a:lnTo>
                <a:cubicBezTo>
                  <a:pt x="843295" y="267411"/>
                  <a:pt x="840330" y="268095"/>
                  <a:pt x="839722" y="269540"/>
                </a:cubicBezTo>
                <a:cubicBezTo>
                  <a:pt x="838354" y="272960"/>
                  <a:pt x="838354" y="276078"/>
                  <a:pt x="836757" y="277978"/>
                </a:cubicBezTo>
                <a:cubicBezTo>
                  <a:pt x="835160" y="279878"/>
                  <a:pt x="833336" y="280411"/>
                  <a:pt x="830827" y="282007"/>
                </a:cubicBezTo>
                <a:cubicBezTo>
                  <a:pt x="828319" y="283604"/>
                  <a:pt x="825658" y="282159"/>
                  <a:pt x="823986" y="282615"/>
                </a:cubicBezTo>
                <a:cubicBezTo>
                  <a:pt x="821158" y="284289"/>
                  <a:pt x="818114" y="285569"/>
                  <a:pt x="814939" y="286416"/>
                </a:cubicBezTo>
                <a:cubicBezTo>
                  <a:pt x="809390" y="286416"/>
                  <a:pt x="804143" y="283907"/>
                  <a:pt x="804143" y="277522"/>
                </a:cubicBezTo>
                <a:cubicBezTo>
                  <a:pt x="804143" y="276002"/>
                  <a:pt x="805284" y="272352"/>
                  <a:pt x="805284" y="270832"/>
                </a:cubicBezTo>
                <a:cubicBezTo>
                  <a:pt x="805284" y="269311"/>
                  <a:pt x="803688" y="267031"/>
                  <a:pt x="803688" y="265511"/>
                </a:cubicBezTo>
                <a:cubicBezTo>
                  <a:pt x="803688" y="263990"/>
                  <a:pt x="806500" y="261101"/>
                  <a:pt x="806957" y="259277"/>
                </a:cubicBezTo>
                <a:cubicBezTo>
                  <a:pt x="807853" y="253672"/>
                  <a:pt x="810808" y="248604"/>
                  <a:pt x="815243" y="245062"/>
                </a:cubicBezTo>
                <a:cubicBezTo>
                  <a:pt x="817296" y="243997"/>
                  <a:pt x="819804" y="241792"/>
                  <a:pt x="821325" y="241792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6" y="223091"/>
                </a:moveTo>
                <a:cubicBezTo>
                  <a:pt x="924713" y="222787"/>
                  <a:pt x="925701" y="224992"/>
                  <a:pt x="928818" y="224460"/>
                </a:cubicBezTo>
                <a:cubicBezTo>
                  <a:pt x="929806" y="224384"/>
                  <a:pt x="933531" y="227652"/>
                  <a:pt x="934976" y="227652"/>
                </a:cubicBezTo>
                <a:cubicBezTo>
                  <a:pt x="936974" y="228227"/>
                  <a:pt x="939065" y="228408"/>
                  <a:pt x="941133" y="228185"/>
                </a:cubicBezTo>
                <a:cubicBezTo>
                  <a:pt x="942958" y="227957"/>
                  <a:pt x="945770" y="230085"/>
                  <a:pt x="947215" y="230085"/>
                </a:cubicBezTo>
                <a:cubicBezTo>
                  <a:pt x="948984" y="229955"/>
                  <a:pt x="950739" y="229676"/>
                  <a:pt x="952460" y="229249"/>
                </a:cubicBezTo>
                <a:cubicBezTo>
                  <a:pt x="955577" y="228641"/>
                  <a:pt x="962572" y="237079"/>
                  <a:pt x="964928" y="240272"/>
                </a:cubicBezTo>
                <a:lnTo>
                  <a:pt x="964244" y="240424"/>
                </a:lnTo>
                <a:cubicBezTo>
                  <a:pt x="965503" y="241898"/>
                  <a:pt x="966599" y="243504"/>
                  <a:pt x="967513" y="245213"/>
                </a:cubicBezTo>
                <a:cubicBezTo>
                  <a:pt x="967957" y="247268"/>
                  <a:pt x="967957" y="249393"/>
                  <a:pt x="967513" y="251447"/>
                </a:cubicBezTo>
                <a:cubicBezTo>
                  <a:pt x="966448" y="254792"/>
                  <a:pt x="964472" y="255705"/>
                  <a:pt x="963103" y="257225"/>
                </a:cubicBezTo>
                <a:cubicBezTo>
                  <a:pt x="961735" y="258746"/>
                  <a:pt x="961203" y="262395"/>
                  <a:pt x="959682" y="264219"/>
                </a:cubicBezTo>
                <a:cubicBezTo>
                  <a:pt x="958511" y="265929"/>
                  <a:pt x="957160" y="267509"/>
                  <a:pt x="955654" y="268932"/>
                </a:cubicBezTo>
                <a:cubicBezTo>
                  <a:pt x="953557" y="270371"/>
                  <a:pt x="951169" y="271332"/>
                  <a:pt x="948660" y="271744"/>
                </a:cubicBezTo>
                <a:cubicBezTo>
                  <a:pt x="946987" y="271744"/>
                  <a:pt x="944402" y="271289"/>
                  <a:pt x="942730" y="271744"/>
                </a:cubicBezTo>
                <a:cubicBezTo>
                  <a:pt x="939841" y="272505"/>
                  <a:pt x="938549" y="274709"/>
                  <a:pt x="936496" y="274709"/>
                </a:cubicBezTo>
                <a:cubicBezTo>
                  <a:pt x="934443" y="274709"/>
                  <a:pt x="932391" y="272809"/>
                  <a:pt x="931631" y="269540"/>
                </a:cubicBezTo>
                <a:cubicBezTo>
                  <a:pt x="931631" y="267868"/>
                  <a:pt x="932467" y="264751"/>
                  <a:pt x="931631" y="262699"/>
                </a:cubicBezTo>
                <a:cubicBezTo>
                  <a:pt x="929787" y="259729"/>
                  <a:pt x="928112" y="256658"/>
                  <a:pt x="926613" y="253500"/>
                </a:cubicBezTo>
                <a:cubicBezTo>
                  <a:pt x="926461" y="249775"/>
                  <a:pt x="922584" y="247950"/>
                  <a:pt x="922584" y="245518"/>
                </a:cubicBezTo>
                <a:cubicBezTo>
                  <a:pt x="922595" y="242397"/>
                  <a:pt x="921783" y="239329"/>
                  <a:pt x="920227" y="236623"/>
                </a:cubicBezTo>
                <a:cubicBezTo>
                  <a:pt x="919692" y="234805"/>
                  <a:pt x="919855" y="232854"/>
                  <a:pt x="920684" y="231150"/>
                </a:cubicBezTo>
                <a:cubicBezTo>
                  <a:pt x="921900" y="229477"/>
                  <a:pt x="920227" y="224992"/>
                  <a:pt x="922736" y="223091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8" y="179000"/>
                </a:moveTo>
                <a:cubicBezTo>
                  <a:pt x="899011" y="178864"/>
                  <a:pt x="897095" y="179122"/>
                  <a:pt x="895292" y="179760"/>
                </a:cubicBezTo>
                <a:cubicBezTo>
                  <a:pt x="893088" y="181129"/>
                  <a:pt x="890959" y="180368"/>
                  <a:pt x="889515" y="181660"/>
                </a:cubicBezTo>
                <a:cubicBezTo>
                  <a:pt x="888195" y="182757"/>
                  <a:pt x="886739" y="183677"/>
                  <a:pt x="885182" y="184397"/>
                </a:cubicBezTo>
                <a:cubicBezTo>
                  <a:pt x="881323" y="185758"/>
                  <a:pt x="877564" y="187384"/>
                  <a:pt x="873931" y="189262"/>
                </a:cubicBezTo>
                <a:cubicBezTo>
                  <a:pt x="871762" y="190357"/>
                  <a:pt x="870427" y="192612"/>
                  <a:pt x="870510" y="195040"/>
                </a:cubicBezTo>
                <a:cubicBezTo>
                  <a:pt x="870589" y="197694"/>
                  <a:pt x="872721" y="199826"/>
                  <a:pt x="875375" y="199905"/>
                </a:cubicBezTo>
                <a:cubicBezTo>
                  <a:pt x="878363" y="199489"/>
                  <a:pt x="881264" y="198591"/>
                  <a:pt x="883965" y="197245"/>
                </a:cubicBezTo>
                <a:cubicBezTo>
                  <a:pt x="886854" y="195496"/>
                  <a:pt x="888298" y="193292"/>
                  <a:pt x="892024" y="191011"/>
                </a:cubicBezTo>
                <a:cubicBezTo>
                  <a:pt x="894534" y="189375"/>
                  <a:pt x="896788" y="187376"/>
                  <a:pt x="898714" y="185082"/>
                </a:cubicBezTo>
                <a:cubicBezTo>
                  <a:pt x="900157" y="182572"/>
                  <a:pt x="902058" y="179000"/>
                  <a:pt x="900918" y="179000"/>
                </a:cubicBezTo>
                <a:close/>
                <a:moveTo>
                  <a:pt x="1167978" y="166761"/>
                </a:moveTo>
                <a:cubicBezTo>
                  <a:pt x="1164978" y="167035"/>
                  <a:pt x="1162005" y="167544"/>
                  <a:pt x="1159083" y="168281"/>
                </a:cubicBezTo>
                <a:cubicBezTo>
                  <a:pt x="1157845" y="169555"/>
                  <a:pt x="1157092" y="171222"/>
                  <a:pt x="1156955" y="172994"/>
                </a:cubicBezTo>
                <a:cubicBezTo>
                  <a:pt x="1156737" y="174499"/>
                  <a:pt x="1156976" y="176035"/>
                  <a:pt x="1157640" y="177404"/>
                </a:cubicBezTo>
                <a:cubicBezTo>
                  <a:pt x="1160148" y="178239"/>
                  <a:pt x="1163721" y="179076"/>
                  <a:pt x="1165242" y="178239"/>
                </a:cubicBezTo>
                <a:lnTo>
                  <a:pt x="1165317" y="178239"/>
                </a:lnTo>
                <a:cubicBezTo>
                  <a:pt x="1168255" y="176216"/>
                  <a:pt x="1170126" y="172977"/>
                  <a:pt x="1170411" y="169421"/>
                </a:cubicBezTo>
                <a:cubicBezTo>
                  <a:pt x="1170429" y="169288"/>
                  <a:pt x="1170434" y="169153"/>
                  <a:pt x="1170429" y="169019"/>
                </a:cubicBezTo>
                <a:cubicBezTo>
                  <a:pt x="1170375" y="167718"/>
                  <a:pt x="1169279" y="166707"/>
                  <a:pt x="1167978" y="166761"/>
                </a:cubicBezTo>
                <a:close/>
                <a:moveTo>
                  <a:pt x="1194585" y="158854"/>
                </a:moveTo>
                <a:cubicBezTo>
                  <a:pt x="1192457" y="159463"/>
                  <a:pt x="1190936" y="161135"/>
                  <a:pt x="1187668" y="161135"/>
                </a:cubicBezTo>
                <a:cubicBezTo>
                  <a:pt x="1186071" y="162959"/>
                  <a:pt x="1186756" y="166456"/>
                  <a:pt x="1186831" y="168053"/>
                </a:cubicBezTo>
                <a:cubicBezTo>
                  <a:pt x="1186907" y="169649"/>
                  <a:pt x="1190100" y="171929"/>
                  <a:pt x="1191088" y="171929"/>
                </a:cubicBezTo>
                <a:cubicBezTo>
                  <a:pt x="1194387" y="171351"/>
                  <a:pt x="1197212" y="169233"/>
                  <a:pt x="1198690" y="166228"/>
                </a:cubicBezTo>
                <a:lnTo>
                  <a:pt x="1198995" y="166228"/>
                </a:lnTo>
                <a:cubicBezTo>
                  <a:pt x="1199189" y="164307"/>
                  <a:pt x="1199189" y="162371"/>
                  <a:pt x="1198995" y="160451"/>
                </a:cubicBezTo>
                <a:cubicBezTo>
                  <a:pt x="1198690" y="158474"/>
                  <a:pt x="1196714" y="158246"/>
                  <a:pt x="1194585" y="158854"/>
                </a:cubicBezTo>
                <a:close/>
                <a:moveTo>
                  <a:pt x="916579" y="150111"/>
                </a:moveTo>
                <a:cubicBezTo>
                  <a:pt x="918853" y="150675"/>
                  <a:pt x="921049" y="151518"/>
                  <a:pt x="923116" y="152621"/>
                </a:cubicBezTo>
                <a:cubicBezTo>
                  <a:pt x="924636" y="152621"/>
                  <a:pt x="929198" y="151633"/>
                  <a:pt x="930718" y="152621"/>
                </a:cubicBezTo>
                <a:cubicBezTo>
                  <a:pt x="934516" y="154587"/>
                  <a:pt x="938107" y="156930"/>
                  <a:pt x="941437" y="159615"/>
                </a:cubicBezTo>
                <a:cubicBezTo>
                  <a:pt x="942677" y="162489"/>
                  <a:pt x="943668" y="165465"/>
                  <a:pt x="944402" y="168509"/>
                </a:cubicBezTo>
                <a:cubicBezTo>
                  <a:pt x="945178" y="170749"/>
                  <a:pt x="945178" y="173186"/>
                  <a:pt x="944402" y="175427"/>
                </a:cubicBezTo>
                <a:cubicBezTo>
                  <a:pt x="941220" y="178325"/>
                  <a:pt x="938200" y="181395"/>
                  <a:pt x="935355" y="184625"/>
                </a:cubicBezTo>
                <a:lnTo>
                  <a:pt x="935051" y="184625"/>
                </a:lnTo>
                <a:cubicBezTo>
                  <a:pt x="933770" y="187249"/>
                  <a:pt x="932323" y="189788"/>
                  <a:pt x="930718" y="192227"/>
                </a:cubicBezTo>
                <a:cubicBezTo>
                  <a:pt x="925517" y="200214"/>
                  <a:pt x="920770" y="208488"/>
                  <a:pt x="916502" y="217010"/>
                </a:cubicBezTo>
                <a:cubicBezTo>
                  <a:pt x="914589" y="219795"/>
                  <a:pt x="912507" y="222461"/>
                  <a:pt x="910268" y="224992"/>
                </a:cubicBezTo>
                <a:cubicBezTo>
                  <a:pt x="908952" y="226032"/>
                  <a:pt x="907171" y="226266"/>
                  <a:pt x="905631" y="225600"/>
                </a:cubicBezTo>
                <a:cubicBezTo>
                  <a:pt x="904491" y="225144"/>
                  <a:pt x="901222" y="227425"/>
                  <a:pt x="901222" y="230542"/>
                </a:cubicBezTo>
                <a:cubicBezTo>
                  <a:pt x="901086" y="233624"/>
                  <a:pt x="901578" y="236701"/>
                  <a:pt x="902667" y="239588"/>
                </a:cubicBezTo>
                <a:cubicBezTo>
                  <a:pt x="903580" y="252977"/>
                  <a:pt x="903580" y="266414"/>
                  <a:pt x="902667" y="279803"/>
                </a:cubicBezTo>
                <a:cubicBezTo>
                  <a:pt x="902007" y="284566"/>
                  <a:pt x="899208" y="288766"/>
                  <a:pt x="895065" y="291206"/>
                </a:cubicBezTo>
                <a:cubicBezTo>
                  <a:pt x="892859" y="292270"/>
                  <a:pt x="889743" y="298048"/>
                  <a:pt x="886930" y="299340"/>
                </a:cubicBezTo>
                <a:cubicBezTo>
                  <a:pt x="884118" y="300633"/>
                  <a:pt x="880849" y="303217"/>
                  <a:pt x="879328" y="303217"/>
                </a:cubicBezTo>
                <a:cubicBezTo>
                  <a:pt x="877861" y="303065"/>
                  <a:pt x="876572" y="302177"/>
                  <a:pt x="875907" y="300860"/>
                </a:cubicBezTo>
                <a:cubicBezTo>
                  <a:pt x="875223" y="299948"/>
                  <a:pt x="872258" y="299492"/>
                  <a:pt x="870586" y="298504"/>
                </a:cubicBezTo>
                <a:cubicBezTo>
                  <a:pt x="868914" y="297516"/>
                  <a:pt x="868153" y="296148"/>
                  <a:pt x="866404" y="295235"/>
                </a:cubicBezTo>
                <a:cubicBezTo>
                  <a:pt x="863870" y="294568"/>
                  <a:pt x="861493" y="293405"/>
                  <a:pt x="859410" y="291815"/>
                </a:cubicBezTo>
                <a:cubicBezTo>
                  <a:pt x="857662" y="290142"/>
                  <a:pt x="857358" y="287709"/>
                  <a:pt x="855610" y="284668"/>
                </a:cubicBezTo>
                <a:cubicBezTo>
                  <a:pt x="853177" y="280335"/>
                  <a:pt x="845043" y="276154"/>
                  <a:pt x="844891" y="273721"/>
                </a:cubicBezTo>
                <a:cubicBezTo>
                  <a:pt x="844739" y="271289"/>
                  <a:pt x="850972" y="270909"/>
                  <a:pt x="851732" y="270909"/>
                </a:cubicBezTo>
                <a:cubicBezTo>
                  <a:pt x="856902" y="270756"/>
                  <a:pt x="860399" y="274405"/>
                  <a:pt x="861843" y="274405"/>
                </a:cubicBezTo>
                <a:cubicBezTo>
                  <a:pt x="867012" y="274405"/>
                  <a:pt x="869521" y="272505"/>
                  <a:pt x="869977" y="264903"/>
                </a:cubicBezTo>
                <a:cubicBezTo>
                  <a:pt x="869977" y="263382"/>
                  <a:pt x="869977" y="259809"/>
                  <a:pt x="869977" y="258289"/>
                </a:cubicBezTo>
                <a:cubicBezTo>
                  <a:pt x="869669" y="255282"/>
                  <a:pt x="869669" y="252250"/>
                  <a:pt x="869977" y="249243"/>
                </a:cubicBezTo>
                <a:cubicBezTo>
                  <a:pt x="870123" y="245181"/>
                  <a:pt x="870606" y="241137"/>
                  <a:pt x="871422" y="237156"/>
                </a:cubicBezTo>
                <a:cubicBezTo>
                  <a:pt x="871422" y="235939"/>
                  <a:pt x="870282" y="233050"/>
                  <a:pt x="869218" y="233050"/>
                </a:cubicBezTo>
                <a:cubicBezTo>
                  <a:pt x="866708" y="233658"/>
                  <a:pt x="864200" y="231226"/>
                  <a:pt x="862679" y="231226"/>
                </a:cubicBezTo>
                <a:cubicBezTo>
                  <a:pt x="861159" y="231226"/>
                  <a:pt x="859030" y="232138"/>
                  <a:pt x="857510" y="232138"/>
                </a:cubicBezTo>
                <a:cubicBezTo>
                  <a:pt x="854729" y="232197"/>
                  <a:pt x="851949" y="231942"/>
                  <a:pt x="849224" y="231378"/>
                </a:cubicBezTo>
                <a:cubicBezTo>
                  <a:pt x="848069" y="230696"/>
                  <a:pt x="847061" y="229792"/>
                  <a:pt x="846259" y="228717"/>
                </a:cubicBezTo>
                <a:cubicBezTo>
                  <a:pt x="845462" y="226763"/>
                  <a:pt x="844901" y="224722"/>
                  <a:pt x="844586" y="222635"/>
                </a:cubicBezTo>
                <a:cubicBezTo>
                  <a:pt x="844206" y="222103"/>
                  <a:pt x="843751" y="219366"/>
                  <a:pt x="843142" y="219366"/>
                </a:cubicBezTo>
                <a:cubicBezTo>
                  <a:pt x="842990" y="217619"/>
                  <a:pt x="842382" y="214729"/>
                  <a:pt x="842382" y="212981"/>
                </a:cubicBezTo>
                <a:cubicBezTo>
                  <a:pt x="842382" y="211233"/>
                  <a:pt x="840861" y="208039"/>
                  <a:pt x="840329" y="203631"/>
                </a:cubicBezTo>
                <a:cubicBezTo>
                  <a:pt x="839797" y="199221"/>
                  <a:pt x="838353" y="196409"/>
                  <a:pt x="838353" y="191619"/>
                </a:cubicBezTo>
                <a:cubicBezTo>
                  <a:pt x="837745" y="184397"/>
                  <a:pt x="837745" y="180900"/>
                  <a:pt x="837745" y="179456"/>
                </a:cubicBezTo>
                <a:cubicBezTo>
                  <a:pt x="838200" y="170866"/>
                  <a:pt x="843294" y="168965"/>
                  <a:pt x="845347" y="165696"/>
                </a:cubicBezTo>
                <a:cubicBezTo>
                  <a:pt x="847551" y="164480"/>
                  <a:pt x="849680" y="162275"/>
                  <a:pt x="852341" y="162580"/>
                </a:cubicBezTo>
                <a:cubicBezTo>
                  <a:pt x="855002" y="162884"/>
                  <a:pt x="855761" y="163872"/>
                  <a:pt x="858574" y="165848"/>
                </a:cubicBezTo>
                <a:cubicBezTo>
                  <a:pt x="859635" y="167110"/>
                  <a:pt x="860625" y="168429"/>
                  <a:pt x="861539" y="169801"/>
                </a:cubicBezTo>
                <a:cubicBezTo>
                  <a:pt x="866069" y="169470"/>
                  <a:pt x="870475" y="168174"/>
                  <a:pt x="874463" y="166000"/>
                </a:cubicBezTo>
                <a:cubicBezTo>
                  <a:pt x="876439" y="164936"/>
                  <a:pt x="880696" y="164936"/>
                  <a:pt x="884041" y="163415"/>
                </a:cubicBezTo>
                <a:cubicBezTo>
                  <a:pt x="886237" y="162240"/>
                  <a:pt x="888594" y="161394"/>
                  <a:pt x="891035" y="160907"/>
                </a:cubicBezTo>
                <a:cubicBezTo>
                  <a:pt x="892555" y="160907"/>
                  <a:pt x="893012" y="160299"/>
                  <a:pt x="896508" y="159310"/>
                </a:cubicBezTo>
                <a:cubicBezTo>
                  <a:pt x="899232" y="158899"/>
                  <a:pt x="901828" y="157886"/>
                  <a:pt x="904111" y="156345"/>
                </a:cubicBezTo>
                <a:cubicBezTo>
                  <a:pt x="905708" y="155205"/>
                  <a:pt x="907151" y="154293"/>
                  <a:pt x="908444" y="153533"/>
                </a:cubicBezTo>
                <a:cubicBezTo>
                  <a:pt x="909663" y="152785"/>
                  <a:pt x="910933" y="152125"/>
                  <a:pt x="912245" y="151556"/>
                </a:cubicBezTo>
                <a:cubicBezTo>
                  <a:pt x="913410" y="150467"/>
                  <a:pt x="914992" y="149939"/>
                  <a:pt x="916579" y="150111"/>
                </a:cubicBezTo>
                <a:close/>
                <a:moveTo>
                  <a:pt x="1165697" y="137645"/>
                </a:moveTo>
                <a:cubicBezTo>
                  <a:pt x="1163873" y="139469"/>
                  <a:pt x="1158095" y="137645"/>
                  <a:pt x="1158095" y="142890"/>
                </a:cubicBezTo>
                <a:cubicBezTo>
                  <a:pt x="1158171" y="145475"/>
                  <a:pt x="1157107" y="148896"/>
                  <a:pt x="1158932" y="150492"/>
                </a:cubicBezTo>
                <a:cubicBezTo>
                  <a:pt x="1158932" y="150492"/>
                  <a:pt x="1160376" y="153913"/>
                  <a:pt x="1162200" y="152469"/>
                </a:cubicBezTo>
                <a:cubicBezTo>
                  <a:pt x="1165850" y="149732"/>
                  <a:pt x="1170411" y="148592"/>
                  <a:pt x="1170867" y="144259"/>
                </a:cubicBezTo>
                <a:lnTo>
                  <a:pt x="1171247" y="144030"/>
                </a:lnTo>
                <a:cubicBezTo>
                  <a:pt x="1171931" y="138176"/>
                  <a:pt x="1170487" y="136504"/>
                  <a:pt x="1165697" y="137645"/>
                </a:cubicBezTo>
                <a:close/>
                <a:moveTo>
                  <a:pt x="1206748" y="126469"/>
                </a:moveTo>
                <a:cubicBezTo>
                  <a:pt x="1200287" y="128522"/>
                  <a:pt x="1189872" y="128218"/>
                  <a:pt x="1189340" y="133311"/>
                </a:cubicBezTo>
                <a:cubicBezTo>
                  <a:pt x="1189112" y="135972"/>
                  <a:pt x="1189112" y="140533"/>
                  <a:pt x="1191848" y="141521"/>
                </a:cubicBezTo>
                <a:cubicBezTo>
                  <a:pt x="1194904" y="142290"/>
                  <a:pt x="1198077" y="142470"/>
                  <a:pt x="1201199" y="142053"/>
                </a:cubicBezTo>
                <a:cubicBezTo>
                  <a:pt x="1204153" y="139811"/>
                  <a:pt x="1206333" y="136701"/>
                  <a:pt x="1207432" y="133159"/>
                </a:cubicBezTo>
                <a:cubicBezTo>
                  <a:pt x="1207432" y="131563"/>
                  <a:pt x="1207509" y="127153"/>
                  <a:pt x="1206748" y="126469"/>
                </a:cubicBezTo>
                <a:close/>
                <a:moveTo>
                  <a:pt x="1455185" y="124721"/>
                </a:moveTo>
                <a:cubicBezTo>
                  <a:pt x="1457173" y="125097"/>
                  <a:pt x="1458972" y="126143"/>
                  <a:pt x="1460279" y="127686"/>
                </a:cubicBezTo>
                <a:cubicBezTo>
                  <a:pt x="1462940" y="130499"/>
                  <a:pt x="1465828" y="131868"/>
                  <a:pt x="1467881" y="134756"/>
                </a:cubicBezTo>
                <a:cubicBezTo>
                  <a:pt x="1469057" y="136930"/>
                  <a:pt x="1469830" y="139300"/>
                  <a:pt x="1470161" y="141750"/>
                </a:cubicBezTo>
                <a:cubicBezTo>
                  <a:pt x="1470618" y="143423"/>
                  <a:pt x="1473126" y="145475"/>
                  <a:pt x="1473126" y="146387"/>
                </a:cubicBezTo>
                <a:cubicBezTo>
                  <a:pt x="1472594" y="152925"/>
                  <a:pt x="1467805" y="152773"/>
                  <a:pt x="1461343" y="157334"/>
                </a:cubicBezTo>
                <a:cubicBezTo>
                  <a:pt x="1457802" y="159263"/>
                  <a:pt x="1454655" y="161842"/>
                  <a:pt x="1452069" y="164936"/>
                </a:cubicBezTo>
                <a:cubicBezTo>
                  <a:pt x="1450034" y="166999"/>
                  <a:pt x="1447603" y="168628"/>
                  <a:pt x="1444922" y="169726"/>
                </a:cubicBezTo>
                <a:cubicBezTo>
                  <a:pt x="1437700" y="172842"/>
                  <a:pt x="1431239" y="172538"/>
                  <a:pt x="1430707" y="179685"/>
                </a:cubicBezTo>
                <a:cubicBezTo>
                  <a:pt x="1430175" y="186830"/>
                  <a:pt x="1434128" y="183942"/>
                  <a:pt x="1434128" y="191544"/>
                </a:cubicBezTo>
                <a:cubicBezTo>
                  <a:pt x="1433788" y="193530"/>
                  <a:pt x="1432980" y="195405"/>
                  <a:pt x="1431771" y="197017"/>
                </a:cubicBezTo>
                <a:cubicBezTo>
                  <a:pt x="1430645" y="198459"/>
                  <a:pt x="1429982" y="200208"/>
                  <a:pt x="1429871" y="202034"/>
                </a:cubicBezTo>
                <a:cubicBezTo>
                  <a:pt x="1429851" y="203903"/>
                  <a:pt x="1429353" y="205734"/>
                  <a:pt x="1428426" y="207356"/>
                </a:cubicBezTo>
                <a:cubicBezTo>
                  <a:pt x="1427594" y="209107"/>
                  <a:pt x="1427252" y="211051"/>
                  <a:pt x="1427438" y="212981"/>
                </a:cubicBezTo>
                <a:cubicBezTo>
                  <a:pt x="1427285" y="219975"/>
                  <a:pt x="1426146" y="225829"/>
                  <a:pt x="1428198" y="227577"/>
                </a:cubicBezTo>
                <a:cubicBezTo>
                  <a:pt x="1436947" y="226871"/>
                  <a:pt x="1445729" y="226668"/>
                  <a:pt x="1454501" y="226969"/>
                </a:cubicBezTo>
                <a:cubicBezTo>
                  <a:pt x="1457694" y="226969"/>
                  <a:pt x="1458987" y="224841"/>
                  <a:pt x="1461344" y="224309"/>
                </a:cubicBezTo>
                <a:cubicBezTo>
                  <a:pt x="1463489" y="223833"/>
                  <a:pt x="1465683" y="223603"/>
                  <a:pt x="1467881" y="223624"/>
                </a:cubicBezTo>
                <a:cubicBezTo>
                  <a:pt x="1470316" y="224039"/>
                  <a:pt x="1472708" y="224675"/>
                  <a:pt x="1475027" y="225525"/>
                </a:cubicBezTo>
                <a:cubicBezTo>
                  <a:pt x="1477458" y="226628"/>
                  <a:pt x="1479797" y="227924"/>
                  <a:pt x="1482020" y="229402"/>
                </a:cubicBezTo>
                <a:cubicBezTo>
                  <a:pt x="1484606" y="231226"/>
                  <a:pt x="1489243" y="232215"/>
                  <a:pt x="1491143" y="237004"/>
                </a:cubicBezTo>
                <a:cubicBezTo>
                  <a:pt x="1491724" y="239030"/>
                  <a:pt x="1492006" y="241130"/>
                  <a:pt x="1491979" y="243238"/>
                </a:cubicBezTo>
                <a:lnTo>
                  <a:pt x="1490686" y="243390"/>
                </a:lnTo>
                <a:cubicBezTo>
                  <a:pt x="1490690" y="244238"/>
                  <a:pt x="1491017" y="245054"/>
                  <a:pt x="1491599" y="245671"/>
                </a:cubicBezTo>
                <a:cubicBezTo>
                  <a:pt x="1492162" y="246689"/>
                  <a:pt x="1492376" y="247864"/>
                  <a:pt x="1492208" y="249015"/>
                </a:cubicBezTo>
                <a:cubicBezTo>
                  <a:pt x="1491852" y="250961"/>
                  <a:pt x="1491074" y="252803"/>
                  <a:pt x="1489927" y="254413"/>
                </a:cubicBezTo>
                <a:cubicBezTo>
                  <a:pt x="1488710" y="256313"/>
                  <a:pt x="1487190" y="259050"/>
                  <a:pt x="1485365" y="259050"/>
                </a:cubicBezTo>
                <a:cubicBezTo>
                  <a:pt x="1480500" y="259202"/>
                  <a:pt x="1478067" y="259658"/>
                  <a:pt x="1476471" y="259583"/>
                </a:cubicBezTo>
                <a:cubicBezTo>
                  <a:pt x="1474875" y="259506"/>
                  <a:pt x="1470161" y="257910"/>
                  <a:pt x="1466816" y="257910"/>
                </a:cubicBezTo>
                <a:cubicBezTo>
                  <a:pt x="1463471" y="257910"/>
                  <a:pt x="1461115" y="258822"/>
                  <a:pt x="1456934" y="258746"/>
                </a:cubicBezTo>
                <a:cubicBezTo>
                  <a:pt x="1452753" y="258670"/>
                  <a:pt x="1445227" y="257910"/>
                  <a:pt x="1440589" y="257377"/>
                </a:cubicBezTo>
                <a:cubicBezTo>
                  <a:pt x="1437625" y="256997"/>
                  <a:pt x="1428350" y="257758"/>
                  <a:pt x="1425385" y="257377"/>
                </a:cubicBezTo>
                <a:cubicBezTo>
                  <a:pt x="1420285" y="256900"/>
                  <a:pt x="1415140" y="257311"/>
                  <a:pt x="1410181" y="258594"/>
                </a:cubicBezTo>
                <a:lnTo>
                  <a:pt x="1395661" y="260646"/>
                </a:lnTo>
                <a:cubicBezTo>
                  <a:pt x="1390492" y="261407"/>
                  <a:pt x="1383802" y="260267"/>
                  <a:pt x="1379164" y="260267"/>
                </a:cubicBezTo>
                <a:cubicBezTo>
                  <a:pt x="1369218" y="261194"/>
                  <a:pt x="1359404" y="263208"/>
                  <a:pt x="1349897" y="266272"/>
                </a:cubicBezTo>
                <a:cubicBezTo>
                  <a:pt x="1337809" y="270453"/>
                  <a:pt x="1316676" y="280260"/>
                  <a:pt x="1314015" y="279956"/>
                </a:cubicBezTo>
                <a:cubicBezTo>
                  <a:pt x="1311354" y="279652"/>
                  <a:pt x="1305729" y="272126"/>
                  <a:pt x="1300331" y="267032"/>
                </a:cubicBezTo>
                <a:cubicBezTo>
                  <a:pt x="1299875" y="264519"/>
                  <a:pt x="1299875" y="261943"/>
                  <a:pt x="1300331" y="259430"/>
                </a:cubicBezTo>
                <a:cubicBezTo>
                  <a:pt x="1300832" y="256317"/>
                  <a:pt x="1300545" y="253128"/>
                  <a:pt x="1299495" y="250156"/>
                </a:cubicBezTo>
                <a:cubicBezTo>
                  <a:pt x="1301547" y="246583"/>
                  <a:pt x="1313483" y="242173"/>
                  <a:pt x="1314699" y="241869"/>
                </a:cubicBezTo>
                <a:cubicBezTo>
                  <a:pt x="1315915" y="241565"/>
                  <a:pt x="1320629" y="243390"/>
                  <a:pt x="1323517" y="242706"/>
                </a:cubicBezTo>
                <a:cubicBezTo>
                  <a:pt x="1325038" y="242326"/>
                  <a:pt x="1335833" y="237916"/>
                  <a:pt x="1341762" y="235787"/>
                </a:cubicBezTo>
                <a:cubicBezTo>
                  <a:pt x="1344119" y="235028"/>
                  <a:pt x="1347540" y="234875"/>
                  <a:pt x="1349364" y="234344"/>
                </a:cubicBezTo>
                <a:cubicBezTo>
                  <a:pt x="1354989" y="232595"/>
                  <a:pt x="1363276" y="228414"/>
                  <a:pt x="1369358" y="225981"/>
                </a:cubicBezTo>
                <a:cubicBezTo>
                  <a:pt x="1382358" y="220812"/>
                  <a:pt x="1383042" y="205152"/>
                  <a:pt x="1385018" y="199222"/>
                </a:cubicBezTo>
                <a:cubicBezTo>
                  <a:pt x="1386061" y="196345"/>
                  <a:pt x="1386601" y="193311"/>
                  <a:pt x="1386615" y="190252"/>
                </a:cubicBezTo>
                <a:cubicBezTo>
                  <a:pt x="1386691" y="187287"/>
                  <a:pt x="1386462" y="183714"/>
                  <a:pt x="1385018" y="183181"/>
                </a:cubicBezTo>
                <a:cubicBezTo>
                  <a:pt x="1382458" y="183399"/>
                  <a:pt x="1379916" y="183806"/>
                  <a:pt x="1377416" y="184398"/>
                </a:cubicBezTo>
                <a:cubicBezTo>
                  <a:pt x="1374215" y="185498"/>
                  <a:pt x="1370779" y="185734"/>
                  <a:pt x="1367458" y="185082"/>
                </a:cubicBezTo>
                <a:cubicBezTo>
                  <a:pt x="1364417" y="183638"/>
                  <a:pt x="1364873" y="180065"/>
                  <a:pt x="1364417" y="176036"/>
                </a:cubicBezTo>
                <a:cubicBezTo>
                  <a:pt x="1363444" y="171948"/>
                  <a:pt x="1361397" y="168195"/>
                  <a:pt x="1358487" y="165164"/>
                </a:cubicBezTo>
                <a:cubicBezTo>
                  <a:pt x="1357346" y="162397"/>
                  <a:pt x="1356828" y="159412"/>
                  <a:pt x="1356966" y="156422"/>
                </a:cubicBezTo>
                <a:cubicBezTo>
                  <a:pt x="1357042" y="154826"/>
                  <a:pt x="1356207" y="149580"/>
                  <a:pt x="1356207" y="147984"/>
                </a:cubicBezTo>
                <a:cubicBezTo>
                  <a:pt x="1356207" y="143803"/>
                  <a:pt x="1360160" y="143499"/>
                  <a:pt x="1363809" y="141674"/>
                </a:cubicBezTo>
                <a:cubicBezTo>
                  <a:pt x="1368329" y="142464"/>
                  <a:pt x="1372798" y="143530"/>
                  <a:pt x="1377188" y="144867"/>
                </a:cubicBezTo>
                <a:cubicBezTo>
                  <a:pt x="1387924" y="143704"/>
                  <a:pt x="1398584" y="141927"/>
                  <a:pt x="1409117" y="139546"/>
                </a:cubicBezTo>
                <a:cubicBezTo>
                  <a:pt x="1411474" y="139013"/>
                  <a:pt x="1414058" y="138177"/>
                  <a:pt x="1414666" y="138025"/>
                </a:cubicBezTo>
                <a:cubicBezTo>
                  <a:pt x="1415275" y="137873"/>
                  <a:pt x="1417479" y="136885"/>
                  <a:pt x="1418619" y="136505"/>
                </a:cubicBezTo>
                <a:cubicBezTo>
                  <a:pt x="1426961" y="134058"/>
                  <a:pt x="1434995" y="130666"/>
                  <a:pt x="1442566" y="126394"/>
                </a:cubicBezTo>
                <a:cubicBezTo>
                  <a:pt x="1444739" y="125647"/>
                  <a:pt x="1447043" y="125362"/>
                  <a:pt x="1449332" y="125558"/>
                </a:cubicBezTo>
                <a:cubicBezTo>
                  <a:pt x="1451298" y="125389"/>
                  <a:pt x="1453251" y="125110"/>
                  <a:pt x="1455185" y="124721"/>
                </a:cubicBezTo>
                <a:close/>
                <a:moveTo>
                  <a:pt x="1118869" y="115903"/>
                </a:moveTo>
                <a:cubicBezTo>
                  <a:pt x="1122594" y="113698"/>
                  <a:pt x="1124494" y="121908"/>
                  <a:pt x="1125711" y="124873"/>
                </a:cubicBezTo>
                <a:cubicBezTo>
                  <a:pt x="1126395" y="126317"/>
                  <a:pt x="1124343" y="131943"/>
                  <a:pt x="1124114" y="133919"/>
                </a:cubicBezTo>
                <a:cubicBezTo>
                  <a:pt x="1123886" y="135896"/>
                  <a:pt x="1120997" y="138329"/>
                  <a:pt x="1120997" y="144258"/>
                </a:cubicBezTo>
                <a:cubicBezTo>
                  <a:pt x="1121074" y="146919"/>
                  <a:pt x="1118641" y="148896"/>
                  <a:pt x="1115372" y="151860"/>
                </a:cubicBezTo>
                <a:cubicBezTo>
                  <a:pt x="1112028" y="155094"/>
                  <a:pt x="1108905" y="158548"/>
                  <a:pt x="1106022" y="162199"/>
                </a:cubicBezTo>
                <a:cubicBezTo>
                  <a:pt x="1104498" y="165827"/>
                  <a:pt x="1104152" y="169843"/>
                  <a:pt x="1105033" y="173678"/>
                </a:cubicBezTo>
                <a:cubicBezTo>
                  <a:pt x="1105033" y="174970"/>
                  <a:pt x="1103437" y="179076"/>
                  <a:pt x="1105717" y="181280"/>
                </a:cubicBezTo>
                <a:cubicBezTo>
                  <a:pt x="1107998" y="183485"/>
                  <a:pt x="1110507" y="181129"/>
                  <a:pt x="1111799" y="181280"/>
                </a:cubicBezTo>
                <a:cubicBezTo>
                  <a:pt x="1113092" y="181433"/>
                  <a:pt x="1112255" y="184017"/>
                  <a:pt x="1113776" y="186829"/>
                </a:cubicBezTo>
                <a:cubicBezTo>
                  <a:pt x="1116588" y="192227"/>
                  <a:pt x="1117501" y="193064"/>
                  <a:pt x="1117501" y="195724"/>
                </a:cubicBezTo>
                <a:cubicBezTo>
                  <a:pt x="1117424" y="197245"/>
                  <a:pt x="1117424" y="198537"/>
                  <a:pt x="1116208" y="199297"/>
                </a:cubicBezTo>
                <a:cubicBezTo>
                  <a:pt x="1109168" y="203540"/>
                  <a:pt x="1103167" y="209308"/>
                  <a:pt x="1098648" y="216174"/>
                </a:cubicBezTo>
                <a:cubicBezTo>
                  <a:pt x="1098148" y="218508"/>
                  <a:pt x="1098442" y="220943"/>
                  <a:pt x="1099484" y="223092"/>
                </a:cubicBezTo>
                <a:cubicBezTo>
                  <a:pt x="1100928" y="223092"/>
                  <a:pt x="1104577" y="223092"/>
                  <a:pt x="1106174" y="223092"/>
                </a:cubicBezTo>
                <a:lnTo>
                  <a:pt x="1105946" y="223548"/>
                </a:lnTo>
                <a:cubicBezTo>
                  <a:pt x="1108332" y="224207"/>
                  <a:pt x="1110456" y="225588"/>
                  <a:pt x="1112027" y="227501"/>
                </a:cubicBezTo>
                <a:cubicBezTo>
                  <a:pt x="1113121" y="229515"/>
                  <a:pt x="1113744" y="231750"/>
                  <a:pt x="1113852" y="234039"/>
                </a:cubicBezTo>
                <a:cubicBezTo>
                  <a:pt x="1112711" y="243694"/>
                  <a:pt x="1104349" y="249699"/>
                  <a:pt x="1096747" y="254564"/>
                </a:cubicBezTo>
                <a:cubicBezTo>
                  <a:pt x="1089145" y="259429"/>
                  <a:pt x="1075385" y="264751"/>
                  <a:pt x="1068848" y="268476"/>
                </a:cubicBezTo>
                <a:cubicBezTo>
                  <a:pt x="1063450" y="271593"/>
                  <a:pt x="1058357" y="279347"/>
                  <a:pt x="1055240" y="280639"/>
                </a:cubicBezTo>
                <a:cubicBezTo>
                  <a:pt x="1055240" y="280639"/>
                  <a:pt x="1051515" y="281855"/>
                  <a:pt x="1049843" y="280639"/>
                </a:cubicBezTo>
                <a:cubicBezTo>
                  <a:pt x="1047365" y="279744"/>
                  <a:pt x="1044823" y="279033"/>
                  <a:pt x="1042241" y="278511"/>
                </a:cubicBezTo>
                <a:cubicBezTo>
                  <a:pt x="1039656" y="277674"/>
                  <a:pt x="1040872" y="274025"/>
                  <a:pt x="1038972" y="271821"/>
                </a:cubicBezTo>
                <a:cubicBezTo>
                  <a:pt x="1036985" y="269885"/>
                  <a:pt x="1035385" y="267589"/>
                  <a:pt x="1034258" y="265055"/>
                </a:cubicBezTo>
                <a:cubicBezTo>
                  <a:pt x="1032671" y="261151"/>
                  <a:pt x="1031944" y="256950"/>
                  <a:pt x="1032130" y="252739"/>
                </a:cubicBezTo>
                <a:cubicBezTo>
                  <a:pt x="1034397" y="247371"/>
                  <a:pt x="1038766" y="243168"/>
                  <a:pt x="1044217" y="241109"/>
                </a:cubicBezTo>
                <a:cubicBezTo>
                  <a:pt x="1046617" y="239543"/>
                  <a:pt x="1048927" y="237842"/>
                  <a:pt x="1051135" y="236015"/>
                </a:cubicBezTo>
                <a:cubicBezTo>
                  <a:pt x="1053249" y="234843"/>
                  <a:pt x="1054968" y="233070"/>
                  <a:pt x="1056076" y="230921"/>
                </a:cubicBezTo>
                <a:cubicBezTo>
                  <a:pt x="1056736" y="229344"/>
                  <a:pt x="1057172" y="227680"/>
                  <a:pt x="1057368" y="225980"/>
                </a:cubicBezTo>
                <a:cubicBezTo>
                  <a:pt x="1057521" y="223396"/>
                  <a:pt x="1058813" y="221496"/>
                  <a:pt x="1058812" y="219595"/>
                </a:cubicBezTo>
                <a:cubicBezTo>
                  <a:pt x="1058603" y="217701"/>
                  <a:pt x="1057806" y="215919"/>
                  <a:pt x="1056532" y="214502"/>
                </a:cubicBezTo>
                <a:cubicBezTo>
                  <a:pt x="1055304" y="213253"/>
                  <a:pt x="1054368" y="211747"/>
                  <a:pt x="1053795" y="210092"/>
                </a:cubicBezTo>
                <a:cubicBezTo>
                  <a:pt x="1053795" y="210016"/>
                  <a:pt x="1048323" y="203706"/>
                  <a:pt x="1048322" y="200590"/>
                </a:cubicBezTo>
                <a:cubicBezTo>
                  <a:pt x="1048503" y="195786"/>
                  <a:pt x="1052270" y="191889"/>
                  <a:pt x="1057064" y="191543"/>
                </a:cubicBezTo>
                <a:cubicBezTo>
                  <a:pt x="1058585" y="190935"/>
                  <a:pt x="1061397" y="191543"/>
                  <a:pt x="1062918" y="191543"/>
                </a:cubicBezTo>
                <a:cubicBezTo>
                  <a:pt x="1066567" y="191239"/>
                  <a:pt x="1069152" y="187742"/>
                  <a:pt x="1071129" y="184778"/>
                </a:cubicBezTo>
                <a:cubicBezTo>
                  <a:pt x="1072185" y="180699"/>
                  <a:pt x="1072796" y="176519"/>
                  <a:pt x="1072952" y="172310"/>
                </a:cubicBezTo>
                <a:cubicBezTo>
                  <a:pt x="1074169" y="168053"/>
                  <a:pt x="1069076" y="167368"/>
                  <a:pt x="1066567" y="166380"/>
                </a:cubicBezTo>
                <a:cubicBezTo>
                  <a:pt x="1064154" y="165162"/>
                  <a:pt x="1061601" y="164244"/>
                  <a:pt x="1058965" y="163643"/>
                </a:cubicBezTo>
                <a:cubicBezTo>
                  <a:pt x="1056913" y="163492"/>
                  <a:pt x="1055164" y="161059"/>
                  <a:pt x="1054176" y="158398"/>
                </a:cubicBezTo>
                <a:cubicBezTo>
                  <a:pt x="1053188" y="155737"/>
                  <a:pt x="1052351" y="156574"/>
                  <a:pt x="1050223" y="155737"/>
                </a:cubicBezTo>
                <a:cubicBezTo>
                  <a:pt x="1048093" y="154901"/>
                  <a:pt x="1048093" y="147680"/>
                  <a:pt x="1048093" y="146843"/>
                </a:cubicBezTo>
                <a:cubicBezTo>
                  <a:pt x="1048093" y="146007"/>
                  <a:pt x="1050299" y="145094"/>
                  <a:pt x="1052199" y="144258"/>
                </a:cubicBezTo>
                <a:cubicBezTo>
                  <a:pt x="1054100" y="143422"/>
                  <a:pt x="1054100" y="142054"/>
                  <a:pt x="1055316" y="139469"/>
                </a:cubicBezTo>
                <a:cubicBezTo>
                  <a:pt x="1056533" y="136884"/>
                  <a:pt x="1059345" y="136276"/>
                  <a:pt x="1061930" y="135592"/>
                </a:cubicBezTo>
                <a:cubicBezTo>
                  <a:pt x="1064834" y="135421"/>
                  <a:pt x="1067728" y="135091"/>
                  <a:pt x="1070596" y="134604"/>
                </a:cubicBezTo>
                <a:cubicBezTo>
                  <a:pt x="1082759" y="129663"/>
                  <a:pt x="1096519" y="116055"/>
                  <a:pt x="1108150" y="116663"/>
                </a:cubicBezTo>
                <a:cubicBezTo>
                  <a:pt x="1114079" y="117043"/>
                  <a:pt x="1116512" y="117196"/>
                  <a:pt x="1118869" y="115903"/>
                </a:cubicBezTo>
                <a:close/>
                <a:moveTo>
                  <a:pt x="1643565" y="115599"/>
                </a:moveTo>
                <a:cubicBezTo>
                  <a:pt x="1646377" y="116054"/>
                  <a:pt x="1653903" y="114762"/>
                  <a:pt x="1654587" y="116054"/>
                </a:cubicBezTo>
                <a:cubicBezTo>
                  <a:pt x="1656774" y="119257"/>
                  <a:pt x="1659834" y="121764"/>
                  <a:pt x="1663406" y="123277"/>
                </a:cubicBezTo>
                <a:cubicBezTo>
                  <a:pt x="1666371" y="124797"/>
                  <a:pt x="1665079" y="126850"/>
                  <a:pt x="1665459" y="129510"/>
                </a:cubicBezTo>
                <a:cubicBezTo>
                  <a:pt x="1665839" y="132171"/>
                  <a:pt x="1667511" y="133236"/>
                  <a:pt x="1666675" y="135516"/>
                </a:cubicBezTo>
                <a:cubicBezTo>
                  <a:pt x="1665839" y="137797"/>
                  <a:pt x="1663787" y="141826"/>
                  <a:pt x="1662038" y="146691"/>
                </a:cubicBezTo>
                <a:cubicBezTo>
                  <a:pt x="1662038" y="147755"/>
                  <a:pt x="1660669" y="153228"/>
                  <a:pt x="1662038" y="153228"/>
                </a:cubicBezTo>
                <a:cubicBezTo>
                  <a:pt x="1663615" y="153324"/>
                  <a:pt x="1665183" y="152925"/>
                  <a:pt x="1666523" y="152089"/>
                </a:cubicBezTo>
                <a:cubicBezTo>
                  <a:pt x="1667207" y="151785"/>
                  <a:pt x="1670248" y="150264"/>
                  <a:pt x="1672148" y="149579"/>
                </a:cubicBezTo>
                <a:cubicBezTo>
                  <a:pt x="1674432" y="149071"/>
                  <a:pt x="1676651" y="148306"/>
                  <a:pt x="1678762" y="147299"/>
                </a:cubicBezTo>
                <a:cubicBezTo>
                  <a:pt x="1681348" y="145475"/>
                  <a:pt x="1684767" y="141826"/>
                  <a:pt x="1686365" y="141826"/>
                </a:cubicBezTo>
                <a:cubicBezTo>
                  <a:pt x="1686365" y="141826"/>
                  <a:pt x="1696475" y="138861"/>
                  <a:pt x="1698224" y="141826"/>
                </a:cubicBezTo>
                <a:cubicBezTo>
                  <a:pt x="1699972" y="144791"/>
                  <a:pt x="1704229" y="144487"/>
                  <a:pt x="1708563" y="145171"/>
                </a:cubicBezTo>
                <a:cubicBezTo>
                  <a:pt x="1712895" y="145855"/>
                  <a:pt x="1715708" y="152849"/>
                  <a:pt x="1715708" y="158779"/>
                </a:cubicBezTo>
                <a:cubicBezTo>
                  <a:pt x="1715784" y="161211"/>
                  <a:pt x="1715632" y="162199"/>
                  <a:pt x="1712971" y="162199"/>
                </a:cubicBezTo>
                <a:cubicBezTo>
                  <a:pt x="1711528" y="162275"/>
                  <a:pt x="1709931" y="164708"/>
                  <a:pt x="1707270" y="166456"/>
                </a:cubicBezTo>
                <a:cubicBezTo>
                  <a:pt x="1703123" y="168842"/>
                  <a:pt x="1698708" y="170730"/>
                  <a:pt x="1694118" y="172082"/>
                </a:cubicBezTo>
                <a:cubicBezTo>
                  <a:pt x="1691805" y="173626"/>
                  <a:pt x="1689229" y="174734"/>
                  <a:pt x="1686516" y="175351"/>
                </a:cubicBezTo>
                <a:cubicBezTo>
                  <a:pt x="1683171" y="175807"/>
                  <a:pt x="1680207" y="175959"/>
                  <a:pt x="1677699" y="176491"/>
                </a:cubicBezTo>
                <a:cubicBezTo>
                  <a:pt x="1672990" y="177647"/>
                  <a:pt x="1668445" y="179383"/>
                  <a:pt x="1664166" y="181661"/>
                </a:cubicBezTo>
                <a:cubicBezTo>
                  <a:pt x="1662342" y="183594"/>
                  <a:pt x="1660829" y="185800"/>
                  <a:pt x="1659681" y="188198"/>
                </a:cubicBezTo>
                <a:cubicBezTo>
                  <a:pt x="1658624" y="191758"/>
                  <a:pt x="1659209" y="195604"/>
                  <a:pt x="1661277" y="198689"/>
                </a:cubicBezTo>
                <a:cubicBezTo>
                  <a:pt x="1667609" y="207312"/>
                  <a:pt x="1675134" y="214992"/>
                  <a:pt x="1683628" y="221495"/>
                </a:cubicBezTo>
                <a:cubicBezTo>
                  <a:pt x="1687657" y="224916"/>
                  <a:pt x="1693358" y="236700"/>
                  <a:pt x="1700124" y="240120"/>
                </a:cubicBezTo>
                <a:cubicBezTo>
                  <a:pt x="1706159" y="243404"/>
                  <a:pt x="1711841" y="247302"/>
                  <a:pt x="1717077" y="251751"/>
                </a:cubicBezTo>
                <a:cubicBezTo>
                  <a:pt x="1720164" y="253387"/>
                  <a:pt x="1723429" y="254663"/>
                  <a:pt x="1726807" y="255553"/>
                </a:cubicBezTo>
                <a:cubicBezTo>
                  <a:pt x="1729848" y="256845"/>
                  <a:pt x="1732509" y="259657"/>
                  <a:pt x="1734410" y="260342"/>
                </a:cubicBezTo>
                <a:cubicBezTo>
                  <a:pt x="1739351" y="262014"/>
                  <a:pt x="1743608" y="263535"/>
                  <a:pt x="1751210" y="266576"/>
                </a:cubicBezTo>
                <a:cubicBezTo>
                  <a:pt x="1753034" y="267336"/>
                  <a:pt x="1756075" y="267564"/>
                  <a:pt x="1756987" y="269236"/>
                </a:cubicBezTo>
                <a:lnTo>
                  <a:pt x="1756379" y="269996"/>
                </a:lnTo>
                <a:cubicBezTo>
                  <a:pt x="1757140" y="271441"/>
                  <a:pt x="1754706" y="272733"/>
                  <a:pt x="1754555" y="274406"/>
                </a:cubicBezTo>
                <a:cubicBezTo>
                  <a:pt x="1754403" y="276078"/>
                  <a:pt x="1755163" y="278891"/>
                  <a:pt x="1753719" y="280639"/>
                </a:cubicBezTo>
                <a:cubicBezTo>
                  <a:pt x="1751382" y="283635"/>
                  <a:pt x="1747859" y="285466"/>
                  <a:pt x="1744064" y="285657"/>
                </a:cubicBezTo>
                <a:cubicBezTo>
                  <a:pt x="1742467" y="285809"/>
                  <a:pt x="1741251" y="288090"/>
                  <a:pt x="1740111" y="288926"/>
                </a:cubicBezTo>
                <a:cubicBezTo>
                  <a:pt x="1738971" y="289762"/>
                  <a:pt x="1737298" y="289762"/>
                  <a:pt x="1736157" y="289762"/>
                </a:cubicBezTo>
                <a:cubicBezTo>
                  <a:pt x="1733185" y="289774"/>
                  <a:pt x="1730214" y="289596"/>
                  <a:pt x="1727263" y="289230"/>
                </a:cubicBezTo>
                <a:cubicBezTo>
                  <a:pt x="1724199" y="289398"/>
                  <a:pt x="1721129" y="289398"/>
                  <a:pt x="1718065" y="289230"/>
                </a:cubicBezTo>
                <a:cubicBezTo>
                  <a:pt x="1715310" y="289205"/>
                  <a:pt x="1712581" y="288691"/>
                  <a:pt x="1710006" y="287710"/>
                </a:cubicBezTo>
                <a:cubicBezTo>
                  <a:pt x="1704989" y="284821"/>
                  <a:pt x="1701189" y="286949"/>
                  <a:pt x="1697387" y="285961"/>
                </a:cubicBezTo>
                <a:cubicBezTo>
                  <a:pt x="1694403" y="285424"/>
                  <a:pt x="1691797" y="283622"/>
                  <a:pt x="1690242" y="281020"/>
                </a:cubicBezTo>
                <a:cubicBezTo>
                  <a:pt x="1687809" y="274253"/>
                  <a:pt x="1691077" y="272277"/>
                  <a:pt x="1679295" y="261482"/>
                </a:cubicBezTo>
                <a:cubicBezTo>
                  <a:pt x="1674849" y="256493"/>
                  <a:pt x="1670711" y="251237"/>
                  <a:pt x="1666903" y="245746"/>
                </a:cubicBezTo>
                <a:cubicBezTo>
                  <a:pt x="1664585" y="242698"/>
                  <a:pt x="1662044" y="239827"/>
                  <a:pt x="1659301" y="237155"/>
                </a:cubicBezTo>
                <a:cubicBezTo>
                  <a:pt x="1651547" y="231454"/>
                  <a:pt x="1644629" y="223548"/>
                  <a:pt x="1642044" y="221951"/>
                </a:cubicBezTo>
                <a:cubicBezTo>
                  <a:pt x="1641132" y="221420"/>
                  <a:pt x="1635963" y="233735"/>
                  <a:pt x="1630109" y="240045"/>
                </a:cubicBezTo>
                <a:cubicBezTo>
                  <a:pt x="1624256" y="246354"/>
                  <a:pt x="1619999" y="249319"/>
                  <a:pt x="1612852" y="256921"/>
                </a:cubicBezTo>
                <a:cubicBezTo>
                  <a:pt x="1607637" y="261543"/>
                  <a:pt x="1601639" y="265200"/>
                  <a:pt x="1595140" y="267716"/>
                </a:cubicBezTo>
                <a:cubicBezTo>
                  <a:pt x="1592175" y="269692"/>
                  <a:pt x="1585409" y="272733"/>
                  <a:pt x="1581988" y="274862"/>
                </a:cubicBezTo>
                <a:cubicBezTo>
                  <a:pt x="1578567" y="276990"/>
                  <a:pt x="1572562" y="276686"/>
                  <a:pt x="1569901" y="277979"/>
                </a:cubicBezTo>
                <a:cubicBezTo>
                  <a:pt x="1567794" y="278803"/>
                  <a:pt x="1565549" y="279215"/>
                  <a:pt x="1563287" y="279195"/>
                </a:cubicBezTo>
                <a:cubicBezTo>
                  <a:pt x="1561462" y="278891"/>
                  <a:pt x="1560170" y="276306"/>
                  <a:pt x="1558801" y="275318"/>
                </a:cubicBezTo>
                <a:cubicBezTo>
                  <a:pt x="1557433" y="274330"/>
                  <a:pt x="1557433" y="269388"/>
                  <a:pt x="1555381" y="268476"/>
                </a:cubicBezTo>
                <a:cubicBezTo>
                  <a:pt x="1553400" y="267990"/>
                  <a:pt x="1551467" y="267328"/>
                  <a:pt x="1549603" y="266500"/>
                </a:cubicBezTo>
                <a:cubicBezTo>
                  <a:pt x="1548387" y="265359"/>
                  <a:pt x="1549375" y="263459"/>
                  <a:pt x="1553328" y="262167"/>
                </a:cubicBezTo>
                <a:cubicBezTo>
                  <a:pt x="1556481" y="261096"/>
                  <a:pt x="1559378" y="259389"/>
                  <a:pt x="1561842" y="257149"/>
                </a:cubicBezTo>
                <a:cubicBezTo>
                  <a:pt x="1563933" y="255902"/>
                  <a:pt x="1565894" y="254451"/>
                  <a:pt x="1567696" y="252816"/>
                </a:cubicBezTo>
                <a:cubicBezTo>
                  <a:pt x="1568380" y="251980"/>
                  <a:pt x="1570813" y="251600"/>
                  <a:pt x="1571802" y="250992"/>
                </a:cubicBezTo>
                <a:cubicBezTo>
                  <a:pt x="1581450" y="242814"/>
                  <a:pt x="1590589" y="234055"/>
                  <a:pt x="1599169" y="224765"/>
                </a:cubicBezTo>
                <a:cubicBezTo>
                  <a:pt x="1604075" y="219479"/>
                  <a:pt x="1607691" y="213130"/>
                  <a:pt x="1609736" y="206215"/>
                </a:cubicBezTo>
                <a:cubicBezTo>
                  <a:pt x="1611030" y="203878"/>
                  <a:pt x="1611783" y="201280"/>
                  <a:pt x="1611940" y="198613"/>
                </a:cubicBezTo>
                <a:cubicBezTo>
                  <a:pt x="1611712" y="197397"/>
                  <a:pt x="1608063" y="198613"/>
                  <a:pt x="1606467" y="198613"/>
                </a:cubicBezTo>
                <a:cubicBezTo>
                  <a:pt x="1604870" y="198613"/>
                  <a:pt x="1603882" y="198537"/>
                  <a:pt x="1602285" y="198613"/>
                </a:cubicBezTo>
                <a:cubicBezTo>
                  <a:pt x="1600689" y="198689"/>
                  <a:pt x="1598485" y="200134"/>
                  <a:pt x="1596660" y="200134"/>
                </a:cubicBezTo>
                <a:cubicBezTo>
                  <a:pt x="1594912" y="200742"/>
                  <a:pt x="1593010" y="200742"/>
                  <a:pt x="1591262" y="200134"/>
                </a:cubicBezTo>
                <a:cubicBezTo>
                  <a:pt x="1588373" y="199222"/>
                  <a:pt x="1586853" y="196789"/>
                  <a:pt x="1582976" y="196257"/>
                </a:cubicBezTo>
                <a:cubicBezTo>
                  <a:pt x="1577745" y="194401"/>
                  <a:pt x="1574008" y="189753"/>
                  <a:pt x="1573321" y="184245"/>
                </a:cubicBezTo>
                <a:cubicBezTo>
                  <a:pt x="1572665" y="181426"/>
                  <a:pt x="1573667" y="178478"/>
                  <a:pt x="1575906" y="176643"/>
                </a:cubicBezTo>
                <a:cubicBezTo>
                  <a:pt x="1577883" y="175199"/>
                  <a:pt x="1578871" y="173146"/>
                  <a:pt x="1580468" y="171930"/>
                </a:cubicBezTo>
                <a:cubicBezTo>
                  <a:pt x="1582064" y="170714"/>
                  <a:pt x="1584953" y="170561"/>
                  <a:pt x="1586245" y="169726"/>
                </a:cubicBezTo>
                <a:cubicBezTo>
                  <a:pt x="1587538" y="168889"/>
                  <a:pt x="1588906" y="167369"/>
                  <a:pt x="1591110" y="166532"/>
                </a:cubicBezTo>
                <a:cubicBezTo>
                  <a:pt x="1593315" y="165696"/>
                  <a:pt x="1598940" y="166532"/>
                  <a:pt x="1602970" y="166532"/>
                </a:cubicBezTo>
                <a:cubicBezTo>
                  <a:pt x="1609895" y="165622"/>
                  <a:pt x="1616552" y="163266"/>
                  <a:pt x="1622507" y="159614"/>
                </a:cubicBezTo>
                <a:cubicBezTo>
                  <a:pt x="1622300" y="153398"/>
                  <a:pt x="1623577" y="147222"/>
                  <a:pt x="1626232" y="141597"/>
                </a:cubicBezTo>
                <a:cubicBezTo>
                  <a:pt x="1627131" y="137864"/>
                  <a:pt x="1627566" y="134034"/>
                  <a:pt x="1627524" y="130195"/>
                </a:cubicBezTo>
                <a:cubicBezTo>
                  <a:pt x="1627942" y="126920"/>
                  <a:pt x="1627761" y="123597"/>
                  <a:pt x="1626993" y="120387"/>
                </a:cubicBezTo>
                <a:cubicBezTo>
                  <a:pt x="1626916" y="117651"/>
                  <a:pt x="1628436" y="117347"/>
                  <a:pt x="1630033" y="116891"/>
                </a:cubicBezTo>
                <a:cubicBezTo>
                  <a:pt x="1635050" y="115522"/>
                  <a:pt x="1634975" y="117423"/>
                  <a:pt x="1637635" y="117499"/>
                </a:cubicBezTo>
                <a:cubicBezTo>
                  <a:pt x="1640296" y="117575"/>
                  <a:pt x="1640752" y="115142"/>
                  <a:pt x="1643565" y="115599"/>
                </a:cubicBezTo>
                <a:close/>
                <a:moveTo>
                  <a:pt x="591286" y="113166"/>
                </a:moveTo>
                <a:cubicBezTo>
                  <a:pt x="592729" y="113318"/>
                  <a:pt x="594402" y="115751"/>
                  <a:pt x="596911" y="116283"/>
                </a:cubicBezTo>
                <a:cubicBezTo>
                  <a:pt x="599419" y="116815"/>
                  <a:pt x="602992" y="116739"/>
                  <a:pt x="605881" y="117271"/>
                </a:cubicBezTo>
                <a:cubicBezTo>
                  <a:pt x="607402" y="117271"/>
                  <a:pt x="613483" y="117271"/>
                  <a:pt x="615004" y="117271"/>
                </a:cubicBezTo>
                <a:cubicBezTo>
                  <a:pt x="617059" y="117397"/>
                  <a:pt x="619071" y="117912"/>
                  <a:pt x="620933" y="118792"/>
                </a:cubicBezTo>
                <a:cubicBezTo>
                  <a:pt x="621846" y="119324"/>
                  <a:pt x="625039" y="120008"/>
                  <a:pt x="626179" y="121300"/>
                </a:cubicBezTo>
                <a:cubicBezTo>
                  <a:pt x="628760" y="123694"/>
                  <a:pt x="630695" y="126701"/>
                  <a:pt x="631804" y="130043"/>
                </a:cubicBezTo>
                <a:lnTo>
                  <a:pt x="630816" y="130423"/>
                </a:lnTo>
                <a:cubicBezTo>
                  <a:pt x="631196" y="133160"/>
                  <a:pt x="630360" y="134072"/>
                  <a:pt x="630360" y="136200"/>
                </a:cubicBezTo>
                <a:cubicBezTo>
                  <a:pt x="630695" y="139130"/>
                  <a:pt x="630695" y="142089"/>
                  <a:pt x="630360" y="145019"/>
                </a:cubicBezTo>
                <a:cubicBezTo>
                  <a:pt x="629980" y="146539"/>
                  <a:pt x="627699" y="150264"/>
                  <a:pt x="625874" y="154598"/>
                </a:cubicBezTo>
                <a:cubicBezTo>
                  <a:pt x="625226" y="157860"/>
                  <a:pt x="624795" y="161161"/>
                  <a:pt x="624582" y="164480"/>
                </a:cubicBezTo>
                <a:cubicBezTo>
                  <a:pt x="624507" y="169117"/>
                  <a:pt x="624278" y="172539"/>
                  <a:pt x="623594" y="182421"/>
                </a:cubicBezTo>
                <a:cubicBezTo>
                  <a:pt x="623442" y="185766"/>
                  <a:pt x="622530" y="188883"/>
                  <a:pt x="621997" y="193368"/>
                </a:cubicBezTo>
                <a:cubicBezTo>
                  <a:pt x="621770" y="195040"/>
                  <a:pt x="621313" y="199754"/>
                  <a:pt x="621313" y="202642"/>
                </a:cubicBezTo>
                <a:cubicBezTo>
                  <a:pt x="621237" y="206976"/>
                  <a:pt x="623214" y="207812"/>
                  <a:pt x="623442" y="208952"/>
                </a:cubicBezTo>
                <a:cubicBezTo>
                  <a:pt x="623670" y="210093"/>
                  <a:pt x="623746" y="210321"/>
                  <a:pt x="624050" y="212601"/>
                </a:cubicBezTo>
                <a:cubicBezTo>
                  <a:pt x="624354" y="214882"/>
                  <a:pt x="625647" y="215946"/>
                  <a:pt x="625266" y="218303"/>
                </a:cubicBezTo>
                <a:cubicBezTo>
                  <a:pt x="624886" y="220660"/>
                  <a:pt x="622909" y="224613"/>
                  <a:pt x="621846" y="230542"/>
                </a:cubicBezTo>
                <a:cubicBezTo>
                  <a:pt x="621293" y="233237"/>
                  <a:pt x="619747" y="235626"/>
                  <a:pt x="617513" y="237232"/>
                </a:cubicBezTo>
                <a:cubicBezTo>
                  <a:pt x="613654" y="240462"/>
                  <a:pt x="609286" y="243030"/>
                  <a:pt x="604589" y="244834"/>
                </a:cubicBezTo>
                <a:cubicBezTo>
                  <a:pt x="599419" y="246507"/>
                  <a:pt x="596227" y="253652"/>
                  <a:pt x="593262" y="255553"/>
                </a:cubicBezTo>
                <a:cubicBezTo>
                  <a:pt x="589393" y="257585"/>
                  <a:pt x="585408" y="259388"/>
                  <a:pt x="581327" y="260950"/>
                </a:cubicBezTo>
                <a:cubicBezTo>
                  <a:pt x="575888" y="263295"/>
                  <a:pt x="570778" y="266336"/>
                  <a:pt x="566123" y="269997"/>
                </a:cubicBezTo>
                <a:cubicBezTo>
                  <a:pt x="563134" y="271601"/>
                  <a:pt x="560004" y="272924"/>
                  <a:pt x="556772" y="273950"/>
                </a:cubicBezTo>
                <a:cubicBezTo>
                  <a:pt x="552196" y="277834"/>
                  <a:pt x="547315" y="281341"/>
                  <a:pt x="542176" y="284441"/>
                </a:cubicBezTo>
                <a:cubicBezTo>
                  <a:pt x="539211" y="285733"/>
                  <a:pt x="535639" y="278968"/>
                  <a:pt x="532825" y="276003"/>
                </a:cubicBezTo>
                <a:cubicBezTo>
                  <a:pt x="530945" y="274305"/>
                  <a:pt x="528938" y="272755"/>
                  <a:pt x="526820" y="271366"/>
                </a:cubicBezTo>
                <a:cubicBezTo>
                  <a:pt x="525147" y="269997"/>
                  <a:pt x="525755" y="266120"/>
                  <a:pt x="525147" y="263764"/>
                </a:cubicBezTo>
                <a:cubicBezTo>
                  <a:pt x="524539" y="261407"/>
                  <a:pt x="523019" y="258214"/>
                  <a:pt x="523019" y="257150"/>
                </a:cubicBezTo>
                <a:cubicBezTo>
                  <a:pt x="523176" y="254917"/>
                  <a:pt x="524593" y="252970"/>
                  <a:pt x="526668" y="252132"/>
                </a:cubicBezTo>
                <a:cubicBezTo>
                  <a:pt x="528341" y="251600"/>
                  <a:pt x="530697" y="252360"/>
                  <a:pt x="532294" y="251600"/>
                </a:cubicBezTo>
                <a:cubicBezTo>
                  <a:pt x="535346" y="250121"/>
                  <a:pt x="538269" y="248393"/>
                  <a:pt x="541035" y="246430"/>
                </a:cubicBezTo>
                <a:cubicBezTo>
                  <a:pt x="543946" y="244757"/>
                  <a:pt x="547102" y="243552"/>
                  <a:pt x="550386" y="242858"/>
                </a:cubicBezTo>
                <a:cubicBezTo>
                  <a:pt x="555988" y="240253"/>
                  <a:pt x="561399" y="237255"/>
                  <a:pt x="566578" y="233887"/>
                </a:cubicBezTo>
                <a:cubicBezTo>
                  <a:pt x="569239" y="232442"/>
                  <a:pt x="574180" y="230010"/>
                  <a:pt x="574180" y="226285"/>
                </a:cubicBezTo>
                <a:cubicBezTo>
                  <a:pt x="574389" y="220554"/>
                  <a:pt x="574236" y="214816"/>
                  <a:pt x="573725" y="209105"/>
                </a:cubicBezTo>
                <a:cubicBezTo>
                  <a:pt x="572888" y="207356"/>
                  <a:pt x="569695" y="206672"/>
                  <a:pt x="569696" y="206672"/>
                </a:cubicBezTo>
                <a:cubicBezTo>
                  <a:pt x="567227" y="207389"/>
                  <a:pt x="564664" y="207723"/>
                  <a:pt x="562094" y="207660"/>
                </a:cubicBezTo>
                <a:cubicBezTo>
                  <a:pt x="559649" y="208338"/>
                  <a:pt x="557260" y="209202"/>
                  <a:pt x="554947" y="210244"/>
                </a:cubicBezTo>
                <a:cubicBezTo>
                  <a:pt x="553503" y="210929"/>
                  <a:pt x="550918" y="211613"/>
                  <a:pt x="549550" y="210929"/>
                </a:cubicBezTo>
                <a:cubicBezTo>
                  <a:pt x="547997" y="210519"/>
                  <a:pt x="546712" y="209429"/>
                  <a:pt x="546053" y="207964"/>
                </a:cubicBezTo>
                <a:cubicBezTo>
                  <a:pt x="545059" y="205127"/>
                  <a:pt x="544521" y="202151"/>
                  <a:pt x="544457" y="199146"/>
                </a:cubicBezTo>
                <a:cubicBezTo>
                  <a:pt x="543547" y="197214"/>
                  <a:pt x="543030" y="195121"/>
                  <a:pt x="542936" y="192988"/>
                </a:cubicBezTo>
                <a:cubicBezTo>
                  <a:pt x="543632" y="188871"/>
                  <a:pt x="543862" y="184689"/>
                  <a:pt x="543620" y="180521"/>
                </a:cubicBezTo>
                <a:cubicBezTo>
                  <a:pt x="543620" y="175579"/>
                  <a:pt x="547725" y="173907"/>
                  <a:pt x="551223" y="173299"/>
                </a:cubicBezTo>
                <a:cubicBezTo>
                  <a:pt x="554719" y="172690"/>
                  <a:pt x="557836" y="170105"/>
                  <a:pt x="561333" y="170106"/>
                </a:cubicBezTo>
                <a:cubicBezTo>
                  <a:pt x="563878" y="170184"/>
                  <a:pt x="566426" y="170006"/>
                  <a:pt x="568935" y="169574"/>
                </a:cubicBezTo>
                <a:cubicBezTo>
                  <a:pt x="572539" y="168531"/>
                  <a:pt x="575970" y="166969"/>
                  <a:pt x="579122" y="164937"/>
                </a:cubicBezTo>
                <a:cubicBezTo>
                  <a:pt x="581098" y="162047"/>
                  <a:pt x="584063" y="160223"/>
                  <a:pt x="584063" y="155662"/>
                </a:cubicBezTo>
                <a:cubicBezTo>
                  <a:pt x="584519" y="147072"/>
                  <a:pt x="587180" y="143270"/>
                  <a:pt x="587180" y="135668"/>
                </a:cubicBezTo>
                <a:cubicBezTo>
                  <a:pt x="587522" y="130812"/>
                  <a:pt x="585649" y="126062"/>
                  <a:pt x="582087" y="122745"/>
                </a:cubicBezTo>
                <a:cubicBezTo>
                  <a:pt x="581365" y="121636"/>
                  <a:pt x="581365" y="120205"/>
                  <a:pt x="582087" y="119096"/>
                </a:cubicBezTo>
                <a:cubicBezTo>
                  <a:pt x="584198" y="117921"/>
                  <a:pt x="586120" y="116435"/>
                  <a:pt x="587788" y="114686"/>
                </a:cubicBezTo>
                <a:cubicBezTo>
                  <a:pt x="588563" y="113548"/>
                  <a:pt x="589924" y="112957"/>
                  <a:pt x="591286" y="113166"/>
                </a:cubicBezTo>
                <a:close/>
                <a:moveTo>
                  <a:pt x="699235" y="103055"/>
                </a:moveTo>
                <a:cubicBezTo>
                  <a:pt x="702731" y="103207"/>
                  <a:pt x="703188" y="105184"/>
                  <a:pt x="704784" y="106325"/>
                </a:cubicBezTo>
                <a:cubicBezTo>
                  <a:pt x="706242" y="106989"/>
                  <a:pt x="707819" y="107351"/>
                  <a:pt x="709421" y="107388"/>
                </a:cubicBezTo>
                <a:cubicBezTo>
                  <a:pt x="710866" y="107617"/>
                  <a:pt x="712234" y="109669"/>
                  <a:pt x="712994" y="111417"/>
                </a:cubicBezTo>
                <a:cubicBezTo>
                  <a:pt x="714686" y="114915"/>
                  <a:pt x="715667" y="118714"/>
                  <a:pt x="715883" y="122593"/>
                </a:cubicBezTo>
                <a:cubicBezTo>
                  <a:pt x="715579" y="130879"/>
                  <a:pt x="709725" y="132703"/>
                  <a:pt x="707597" y="137797"/>
                </a:cubicBezTo>
                <a:cubicBezTo>
                  <a:pt x="706760" y="140257"/>
                  <a:pt x="706224" y="142810"/>
                  <a:pt x="706000" y="145399"/>
                </a:cubicBezTo>
                <a:cubicBezTo>
                  <a:pt x="706760" y="149580"/>
                  <a:pt x="711017" y="150721"/>
                  <a:pt x="712842" y="147756"/>
                </a:cubicBezTo>
                <a:cubicBezTo>
                  <a:pt x="716263" y="146996"/>
                  <a:pt x="717327" y="145019"/>
                  <a:pt x="719684" y="143878"/>
                </a:cubicBezTo>
                <a:cubicBezTo>
                  <a:pt x="722041" y="142739"/>
                  <a:pt x="725386" y="146539"/>
                  <a:pt x="730707" y="147756"/>
                </a:cubicBezTo>
                <a:cubicBezTo>
                  <a:pt x="733672" y="148440"/>
                  <a:pt x="734888" y="155813"/>
                  <a:pt x="736864" y="159235"/>
                </a:cubicBezTo>
                <a:cubicBezTo>
                  <a:pt x="737758" y="161878"/>
                  <a:pt x="738194" y="164655"/>
                  <a:pt x="738157" y="167445"/>
                </a:cubicBezTo>
                <a:cubicBezTo>
                  <a:pt x="738051" y="169555"/>
                  <a:pt x="736510" y="171318"/>
                  <a:pt x="734432" y="171702"/>
                </a:cubicBezTo>
                <a:cubicBezTo>
                  <a:pt x="731772" y="172310"/>
                  <a:pt x="730175" y="172690"/>
                  <a:pt x="726830" y="173678"/>
                </a:cubicBezTo>
                <a:cubicBezTo>
                  <a:pt x="724332" y="174757"/>
                  <a:pt x="722081" y="176335"/>
                  <a:pt x="720216" y="178315"/>
                </a:cubicBezTo>
                <a:cubicBezTo>
                  <a:pt x="717251" y="180444"/>
                  <a:pt x="714134" y="180901"/>
                  <a:pt x="710942" y="183485"/>
                </a:cubicBezTo>
                <a:cubicBezTo>
                  <a:pt x="706550" y="186825"/>
                  <a:pt x="701537" y="189254"/>
                  <a:pt x="696194" y="190631"/>
                </a:cubicBezTo>
                <a:cubicBezTo>
                  <a:pt x="693464" y="195675"/>
                  <a:pt x="691735" y="201199"/>
                  <a:pt x="691100" y="206899"/>
                </a:cubicBezTo>
                <a:cubicBezTo>
                  <a:pt x="690758" y="209444"/>
                  <a:pt x="690939" y="212030"/>
                  <a:pt x="691633" y="214501"/>
                </a:cubicBezTo>
                <a:cubicBezTo>
                  <a:pt x="692925" y="219063"/>
                  <a:pt x="691784" y="223396"/>
                  <a:pt x="695737" y="227958"/>
                </a:cubicBezTo>
                <a:cubicBezTo>
                  <a:pt x="698810" y="230858"/>
                  <a:pt x="702778" y="232626"/>
                  <a:pt x="706988" y="232974"/>
                </a:cubicBezTo>
                <a:cubicBezTo>
                  <a:pt x="709707" y="233022"/>
                  <a:pt x="712410" y="233379"/>
                  <a:pt x="715047" y="234039"/>
                </a:cubicBezTo>
                <a:cubicBezTo>
                  <a:pt x="716897" y="234653"/>
                  <a:pt x="718809" y="235061"/>
                  <a:pt x="720748" y="235255"/>
                </a:cubicBezTo>
                <a:cubicBezTo>
                  <a:pt x="722437" y="236398"/>
                  <a:pt x="724359" y="237151"/>
                  <a:pt x="726374" y="237460"/>
                </a:cubicBezTo>
                <a:cubicBezTo>
                  <a:pt x="729342" y="237337"/>
                  <a:pt x="732312" y="237644"/>
                  <a:pt x="735192" y="238372"/>
                </a:cubicBezTo>
                <a:lnTo>
                  <a:pt x="735572" y="238524"/>
                </a:lnTo>
                <a:cubicBezTo>
                  <a:pt x="739450" y="240875"/>
                  <a:pt x="741428" y="245411"/>
                  <a:pt x="740513" y="249851"/>
                </a:cubicBezTo>
                <a:cubicBezTo>
                  <a:pt x="739280" y="254137"/>
                  <a:pt x="737807" y="258349"/>
                  <a:pt x="736105" y="262470"/>
                </a:cubicBezTo>
                <a:cubicBezTo>
                  <a:pt x="735040" y="265815"/>
                  <a:pt x="734356" y="269313"/>
                  <a:pt x="732456" y="270757"/>
                </a:cubicBezTo>
                <a:cubicBezTo>
                  <a:pt x="730554" y="272201"/>
                  <a:pt x="725690" y="271137"/>
                  <a:pt x="722953" y="272201"/>
                </a:cubicBezTo>
                <a:cubicBezTo>
                  <a:pt x="719987" y="273471"/>
                  <a:pt x="716823" y="274217"/>
                  <a:pt x="713602" y="274405"/>
                </a:cubicBezTo>
                <a:cubicBezTo>
                  <a:pt x="711321" y="274405"/>
                  <a:pt x="708509" y="272201"/>
                  <a:pt x="707064" y="271593"/>
                </a:cubicBezTo>
                <a:cubicBezTo>
                  <a:pt x="703789" y="270618"/>
                  <a:pt x="700356" y="270282"/>
                  <a:pt x="696954" y="270605"/>
                </a:cubicBezTo>
                <a:cubicBezTo>
                  <a:pt x="694217" y="270605"/>
                  <a:pt x="686995" y="270605"/>
                  <a:pt x="686995" y="270605"/>
                </a:cubicBezTo>
                <a:cubicBezTo>
                  <a:pt x="685474" y="270605"/>
                  <a:pt x="682206" y="268856"/>
                  <a:pt x="678557" y="268172"/>
                </a:cubicBezTo>
                <a:cubicBezTo>
                  <a:pt x="674908" y="267488"/>
                  <a:pt x="668902" y="268324"/>
                  <a:pt x="666241" y="267488"/>
                </a:cubicBezTo>
                <a:cubicBezTo>
                  <a:pt x="663998" y="266681"/>
                  <a:pt x="661894" y="265526"/>
                  <a:pt x="660008" y="264067"/>
                </a:cubicBezTo>
                <a:cubicBezTo>
                  <a:pt x="657646" y="261270"/>
                  <a:pt x="655700" y="258146"/>
                  <a:pt x="654231" y="254793"/>
                </a:cubicBezTo>
                <a:cubicBezTo>
                  <a:pt x="653677" y="251222"/>
                  <a:pt x="653423" y="247611"/>
                  <a:pt x="653470" y="243997"/>
                </a:cubicBezTo>
                <a:cubicBezTo>
                  <a:pt x="653166" y="241945"/>
                  <a:pt x="650809" y="232670"/>
                  <a:pt x="650809" y="231150"/>
                </a:cubicBezTo>
                <a:lnTo>
                  <a:pt x="650277" y="223092"/>
                </a:lnTo>
                <a:cubicBezTo>
                  <a:pt x="650269" y="220526"/>
                  <a:pt x="649938" y="217972"/>
                  <a:pt x="649289" y="215490"/>
                </a:cubicBezTo>
                <a:cubicBezTo>
                  <a:pt x="648344" y="211585"/>
                  <a:pt x="647935" y="207570"/>
                  <a:pt x="648072" y="203555"/>
                </a:cubicBezTo>
                <a:cubicBezTo>
                  <a:pt x="647996" y="197321"/>
                  <a:pt x="649821" y="196333"/>
                  <a:pt x="651265" y="184321"/>
                </a:cubicBezTo>
                <a:cubicBezTo>
                  <a:pt x="651417" y="183105"/>
                  <a:pt x="653926" y="179456"/>
                  <a:pt x="653926" y="178315"/>
                </a:cubicBezTo>
                <a:cubicBezTo>
                  <a:pt x="654382" y="172386"/>
                  <a:pt x="655674" y="172462"/>
                  <a:pt x="656207" y="168433"/>
                </a:cubicBezTo>
                <a:cubicBezTo>
                  <a:pt x="656739" y="164404"/>
                  <a:pt x="658335" y="159539"/>
                  <a:pt x="658335" y="158323"/>
                </a:cubicBezTo>
                <a:cubicBezTo>
                  <a:pt x="659247" y="152164"/>
                  <a:pt x="659247" y="144182"/>
                  <a:pt x="659248" y="142586"/>
                </a:cubicBezTo>
                <a:cubicBezTo>
                  <a:pt x="659553" y="139302"/>
                  <a:pt x="660321" y="136078"/>
                  <a:pt x="661528" y="133007"/>
                </a:cubicBezTo>
                <a:cubicBezTo>
                  <a:pt x="662940" y="128014"/>
                  <a:pt x="664031" y="122936"/>
                  <a:pt x="664798" y="117803"/>
                </a:cubicBezTo>
                <a:cubicBezTo>
                  <a:pt x="664541" y="114328"/>
                  <a:pt x="664669" y="110836"/>
                  <a:pt x="665177" y="107388"/>
                </a:cubicBezTo>
                <a:cubicBezTo>
                  <a:pt x="666241" y="103739"/>
                  <a:pt x="668142" y="103131"/>
                  <a:pt x="671183" y="103131"/>
                </a:cubicBezTo>
                <a:cubicBezTo>
                  <a:pt x="672551" y="103055"/>
                  <a:pt x="676580" y="104652"/>
                  <a:pt x="678785" y="104728"/>
                </a:cubicBezTo>
                <a:cubicBezTo>
                  <a:pt x="680990" y="104804"/>
                  <a:pt x="684031" y="103284"/>
                  <a:pt x="685551" y="103284"/>
                </a:cubicBezTo>
                <a:cubicBezTo>
                  <a:pt x="687601" y="103563"/>
                  <a:pt x="689633" y="103969"/>
                  <a:pt x="691633" y="104500"/>
                </a:cubicBezTo>
                <a:cubicBezTo>
                  <a:pt x="694124" y="103819"/>
                  <a:pt x="696666" y="103336"/>
                  <a:pt x="699235" y="103055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1" y="100926"/>
                </a:moveTo>
                <a:cubicBezTo>
                  <a:pt x="1220584" y="100926"/>
                  <a:pt x="1222865" y="103891"/>
                  <a:pt x="1225373" y="103891"/>
                </a:cubicBezTo>
                <a:cubicBezTo>
                  <a:pt x="1230470" y="103520"/>
                  <a:pt x="1235593" y="103904"/>
                  <a:pt x="1240577" y="105031"/>
                </a:cubicBezTo>
                <a:lnTo>
                  <a:pt x="1241262" y="105412"/>
                </a:lnTo>
                <a:cubicBezTo>
                  <a:pt x="1242174" y="106172"/>
                  <a:pt x="1242783" y="110657"/>
                  <a:pt x="1243846" y="111645"/>
                </a:cubicBezTo>
                <a:cubicBezTo>
                  <a:pt x="1246819" y="114445"/>
                  <a:pt x="1248682" y="118225"/>
                  <a:pt x="1249092" y="122288"/>
                </a:cubicBezTo>
                <a:cubicBezTo>
                  <a:pt x="1248864" y="125329"/>
                  <a:pt x="1244835" y="130194"/>
                  <a:pt x="1244835" y="131335"/>
                </a:cubicBezTo>
                <a:cubicBezTo>
                  <a:pt x="1245060" y="134260"/>
                  <a:pt x="1244368" y="137182"/>
                  <a:pt x="1242858" y="139697"/>
                </a:cubicBezTo>
                <a:cubicBezTo>
                  <a:pt x="1239801" y="143866"/>
                  <a:pt x="1237249" y="148382"/>
                  <a:pt x="1235256" y="153153"/>
                </a:cubicBezTo>
                <a:cubicBezTo>
                  <a:pt x="1234420" y="154749"/>
                  <a:pt x="1229251" y="158854"/>
                  <a:pt x="1228414" y="160755"/>
                </a:cubicBezTo>
                <a:cubicBezTo>
                  <a:pt x="1223245" y="172538"/>
                  <a:pt x="1217467" y="180749"/>
                  <a:pt x="1213210" y="192531"/>
                </a:cubicBezTo>
                <a:cubicBezTo>
                  <a:pt x="1212526" y="194431"/>
                  <a:pt x="1209562" y="198309"/>
                  <a:pt x="1208117" y="197625"/>
                </a:cubicBezTo>
                <a:cubicBezTo>
                  <a:pt x="1206135" y="196733"/>
                  <a:pt x="1203866" y="196733"/>
                  <a:pt x="1201883" y="197625"/>
                </a:cubicBezTo>
                <a:cubicBezTo>
                  <a:pt x="1200895" y="198461"/>
                  <a:pt x="1196714" y="198385"/>
                  <a:pt x="1195345" y="199753"/>
                </a:cubicBezTo>
                <a:cubicBezTo>
                  <a:pt x="1193977" y="201121"/>
                  <a:pt x="1186983" y="200057"/>
                  <a:pt x="1185615" y="202718"/>
                </a:cubicBezTo>
                <a:cubicBezTo>
                  <a:pt x="1184626" y="205156"/>
                  <a:pt x="1184626" y="207883"/>
                  <a:pt x="1185615" y="210320"/>
                </a:cubicBezTo>
                <a:cubicBezTo>
                  <a:pt x="1187820" y="212905"/>
                  <a:pt x="1192305" y="210320"/>
                  <a:pt x="1193216" y="208952"/>
                </a:cubicBezTo>
                <a:cubicBezTo>
                  <a:pt x="1194681" y="207193"/>
                  <a:pt x="1196859" y="206188"/>
                  <a:pt x="1199146" y="206215"/>
                </a:cubicBezTo>
                <a:cubicBezTo>
                  <a:pt x="1201783" y="207367"/>
                  <a:pt x="1204535" y="208233"/>
                  <a:pt x="1207357" y="208800"/>
                </a:cubicBezTo>
                <a:cubicBezTo>
                  <a:pt x="1209229" y="209097"/>
                  <a:pt x="1210611" y="210705"/>
                  <a:pt x="1210626" y="212601"/>
                </a:cubicBezTo>
                <a:cubicBezTo>
                  <a:pt x="1210673" y="216151"/>
                  <a:pt x="1211395" y="219660"/>
                  <a:pt x="1212754" y="222939"/>
                </a:cubicBezTo>
                <a:cubicBezTo>
                  <a:pt x="1212816" y="224464"/>
                  <a:pt x="1212360" y="225963"/>
                  <a:pt x="1211462" y="227197"/>
                </a:cubicBezTo>
                <a:cubicBezTo>
                  <a:pt x="1209160" y="229260"/>
                  <a:pt x="1206606" y="231022"/>
                  <a:pt x="1203860" y="232442"/>
                </a:cubicBezTo>
                <a:cubicBezTo>
                  <a:pt x="1202035" y="233582"/>
                  <a:pt x="1197930" y="233886"/>
                  <a:pt x="1195345" y="235559"/>
                </a:cubicBezTo>
                <a:cubicBezTo>
                  <a:pt x="1193777" y="236736"/>
                  <a:pt x="1192805" y="238543"/>
                  <a:pt x="1192685" y="240500"/>
                </a:cubicBezTo>
                <a:cubicBezTo>
                  <a:pt x="1192685" y="243769"/>
                  <a:pt x="1195193" y="243769"/>
                  <a:pt x="1196790" y="243769"/>
                </a:cubicBezTo>
                <a:cubicBezTo>
                  <a:pt x="1198387" y="243769"/>
                  <a:pt x="1205000" y="241641"/>
                  <a:pt x="1208117" y="241641"/>
                </a:cubicBezTo>
                <a:cubicBezTo>
                  <a:pt x="1210954" y="241784"/>
                  <a:pt x="1213795" y="241784"/>
                  <a:pt x="1216632" y="241641"/>
                </a:cubicBezTo>
                <a:cubicBezTo>
                  <a:pt x="1220025" y="240494"/>
                  <a:pt x="1223550" y="239779"/>
                  <a:pt x="1227122" y="239512"/>
                </a:cubicBezTo>
                <a:cubicBezTo>
                  <a:pt x="1230467" y="240349"/>
                  <a:pt x="1234192" y="237231"/>
                  <a:pt x="1236320" y="239512"/>
                </a:cubicBezTo>
                <a:cubicBezTo>
                  <a:pt x="1236320" y="243465"/>
                  <a:pt x="1243922" y="245290"/>
                  <a:pt x="1243922" y="251447"/>
                </a:cubicBezTo>
                <a:cubicBezTo>
                  <a:pt x="1243922" y="260266"/>
                  <a:pt x="1238069" y="270225"/>
                  <a:pt x="1230467" y="270833"/>
                </a:cubicBezTo>
                <a:cubicBezTo>
                  <a:pt x="1227274" y="271137"/>
                  <a:pt x="1229479" y="268704"/>
                  <a:pt x="1218228" y="268704"/>
                </a:cubicBezTo>
                <a:cubicBezTo>
                  <a:pt x="1208193" y="268856"/>
                  <a:pt x="1199602" y="269540"/>
                  <a:pt x="1198006" y="269540"/>
                </a:cubicBezTo>
                <a:cubicBezTo>
                  <a:pt x="1194319" y="269586"/>
                  <a:pt x="1190635" y="269357"/>
                  <a:pt x="1186983" y="268856"/>
                </a:cubicBezTo>
                <a:cubicBezTo>
                  <a:pt x="1183744" y="268924"/>
                  <a:pt x="1180514" y="269255"/>
                  <a:pt x="1177328" y="269845"/>
                </a:cubicBezTo>
                <a:cubicBezTo>
                  <a:pt x="1173788" y="270755"/>
                  <a:pt x="1170177" y="271366"/>
                  <a:pt x="1166534" y="271669"/>
                </a:cubicBezTo>
                <a:cubicBezTo>
                  <a:pt x="1162017" y="271604"/>
                  <a:pt x="1157537" y="272484"/>
                  <a:pt x="1153382" y="274254"/>
                </a:cubicBezTo>
                <a:cubicBezTo>
                  <a:pt x="1148904" y="275169"/>
                  <a:pt x="1144345" y="275627"/>
                  <a:pt x="1139775" y="275621"/>
                </a:cubicBezTo>
                <a:cubicBezTo>
                  <a:pt x="1135277" y="277536"/>
                  <a:pt x="1130588" y="278964"/>
                  <a:pt x="1125787" y="279879"/>
                </a:cubicBezTo>
                <a:cubicBezTo>
                  <a:pt x="1123202" y="280183"/>
                  <a:pt x="1117197" y="279423"/>
                  <a:pt x="1116968" y="275242"/>
                </a:cubicBezTo>
                <a:cubicBezTo>
                  <a:pt x="1116740" y="271060"/>
                  <a:pt x="1114460" y="268856"/>
                  <a:pt x="1114992" y="263458"/>
                </a:cubicBezTo>
                <a:cubicBezTo>
                  <a:pt x="1115448" y="261862"/>
                  <a:pt x="1115448" y="259278"/>
                  <a:pt x="1115447" y="258061"/>
                </a:cubicBezTo>
                <a:cubicBezTo>
                  <a:pt x="1115462" y="255646"/>
                  <a:pt x="1116548" y="253362"/>
                  <a:pt x="1118412" y="251827"/>
                </a:cubicBezTo>
                <a:cubicBezTo>
                  <a:pt x="1118945" y="251676"/>
                  <a:pt x="1120161" y="249015"/>
                  <a:pt x="1121681" y="249167"/>
                </a:cubicBezTo>
                <a:cubicBezTo>
                  <a:pt x="1123202" y="249319"/>
                  <a:pt x="1123507" y="251143"/>
                  <a:pt x="1125787" y="251143"/>
                </a:cubicBezTo>
                <a:cubicBezTo>
                  <a:pt x="1129936" y="250245"/>
                  <a:pt x="1133967" y="248868"/>
                  <a:pt x="1137798" y="247039"/>
                </a:cubicBezTo>
                <a:cubicBezTo>
                  <a:pt x="1142733" y="244517"/>
                  <a:pt x="1147810" y="242284"/>
                  <a:pt x="1153003" y="240349"/>
                </a:cubicBezTo>
                <a:cubicBezTo>
                  <a:pt x="1154979" y="237535"/>
                  <a:pt x="1151710" y="236092"/>
                  <a:pt x="1150493" y="236092"/>
                </a:cubicBezTo>
                <a:cubicBezTo>
                  <a:pt x="1148387" y="236660"/>
                  <a:pt x="1146141" y="236358"/>
                  <a:pt x="1144260" y="235255"/>
                </a:cubicBezTo>
                <a:cubicBezTo>
                  <a:pt x="1141143" y="234723"/>
                  <a:pt x="1139850" y="233963"/>
                  <a:pt x="1139014" y="232594"/>
                </a:cubicBezTo>
                <a:cubicBezTo>
                  <a:pt x="1138178" y="231226"/>
                  <a:pt x="1138786" y="229629"/>
                  <a:pt x="1139014" y="227501"/>
                </a:cubicBezTo>
                <a:cubicBezTo>
                  <a:pt x="1139242" y="225372"/>
                  <a:pt x="1139394" y="223092"/>
                  <a:pt x="1139699" y="221267"/>
                </a:cubicBezTo>
                <a:cubicBezTo>
                  <a:pt x="1140003" y="219443"/>
                  <a:pt x="1140230" y="216706"/>
                  <a:pt x="1143119" y="216706"/>
                </a:cubicBezTo>
                <a:cubicBezTo>
                  <a:pt x="1144716" y="216706"/>
                  <a:pt x="1145096" y="217846"/>
                  <a:pt x="1146616" y="217846"/>
                </a:cubicBezTo>
                <a:cubicBezTo>
                  <a:pt x="1148136" y="217846"/>
                  <a:pt x="1148820" y="217162"/>
                  <a:pt x="1150342" y="217162"/>
                </a:cubicBezTo>
                <a:cubicBezTo>
                  <a:pt x="1151549" y="217363"/>
                  <a:pt x="1152783" y="217363"/>
                  <a:pt x="1153991" y="217162"/>
                </a:cubicBezTo>
                <a:cubicBezTo>
                  <a:pt x="1155337" y="216500"/>
                  <a:pt x="1156470" y="215473"/>
                  <a:pt x="1157260" y="214197"/>
                </a:cubicBezTo>
                <a:cubicBezTo>
                  <a:pt x="1157943" y="211724"/>
                  <a:pt x="1158226" y="209157"/>
                  <a:pt x="1158095" y="206595"/>
                </a:cubicBezTo>
                <a:cubicBezTo>
                  <a:pt x="1157791" y="204543"/>
                  <a:pt x="1155967" y="204847"/>
                  <a:pt x="1153610" y="205987"/>
                </a:cubicBezTo>
                <a:cubicBezTo>
                  <a:pt x="1151754" y="206663"/>
                  <a:pt x="1149847" y="207197"/>
                  <a:pt x="1147908" y="207584"/>
                </a:cubicBezTo>
                <a:cubicBezTo>
                  <a:pt x="1146181" y="208055"/>
                  <a:pt x="1144431" y="208436"/>
                  <a:pt x="1142663" y="208723"/>
                </a:cubicBezTo>
                <a:cubicBezTo>
                  <a:pt x="1141222" y="208730"/>
                  <a:pt x="1139787" y="208525"/>
                  <a:pt x="1138406" y="208115"/>
                </a:cubicBezTo>
                <a:cubicBezTo>
                  <a:pt x="1136277" y="207584"/>
                  <a:pt x="1136810" y="206291"/>
                  <a:pt x="1136277" y="204770"/>
                </a:cubicBezTo>
                <a:cubicBezTo>
                  <a:pt x="1135418" y="203269"/>
                  <a:pt x="1134850" y="201618"/>
                  <a:pt x="1134605" y="199905"/>
                </a:cubicBezTo>
                <a:cubicBezTo>
                  <a:pt x="1134909" y="195572"/>
                  <a:pt x="1131412" y="193976"/>
                  <a:pt x="1130805" y="192835"/>
                </a:cubicBezTo>
                <a:cubicBezTo>
                  <a:pt x="1129658" y="190444"/>
                  <a:pt x="1128938" y="187872"/>
                  <a:pt x="1128675" y="185233"/>
                </a:cubicBezTo>
                <a:cubicBezTo>
                  <a:pt x="1128675" y="180292"/>
                  <a:pt x="1133313" y="176415"/>
                  <a:pt x="1132781" y="173298"/>
                </a:cubicBezTo>
                <a:cubicBezTo>
                  <a:pt x="1131400" y="166982"/>
                  <a:pt x="1130737" y="160530"/>
                  <a:pt x="1130804" y="154065"/>
                </a:cubicBezTo>
                <a:cubicBezTo>
                  <a:pt x="1131032" y="152316"/>
                  <a:pt x="1128371" y="149351"/>
                  <a:pt x="1128371" y="145855"/>
                </a:cubicBezTo>
                <a:cubicBezTo>
                  <a:pt x="1128484" y="143748"/>
                  <a:pt x="1128815" y="141659"/>
                  <a:pt x="1129359" y="139621"/>
                </a:cubicBezTo>
                <a:cubicBezTo>
                  <a:pt x="1130450" y="136160"/>
                  <a:pt x="1131164" y="132592"/>
                  <a:pt x="1131489" y="128978"/>
                </a:cubicBezTo>
                <a:cubicBezTo>
                  <a:pt x="1131032" y="124189"/>
                  <a:pt x="1133465" y="118183"/>
                  <a:pt x="1136734" y="118183"/>
                </a:cubicBezTo>
                <a:cubicBezTo>
                  <a:pt x="1140003" y="118183"/>
                  <a:pt x="1139926" y="122288"/>
                  <a:pt x="1143499" y="122288"/>
                </a:cubicBezTo>
                <a:cubicBezTo>
                  <a:pt x="1145650" y="122399"/>
                  <a:pt x="1147806" y="122168"/>
                  <a:pt x="1149885" y="121604"/>
                </a:cubicBezTo>
                <a:cubicBezTo>
                  <a:pt x="1150646" y="121072"/>
                  <a:pt x="1156499" y="119627"/>
                  <a:pt x="1158248" y="118943"/>
                </a:cubicBezTo>
                <a:cubicBezTo>
                  <a:pt x="1163341" y="117119"/>
                  <a:pt x="1166990" y="114838"/>
                  <a:pt x="1172539" y="113090"/>
                </a:cubicBezTo>
                <a:cubicBezTo>
                  <a:pt x="1176264" y="111949"/>
                  <a:pt x="1180901" y="112937"/>
                  <a:pt x="1183866" y="111949"/>
                </a:cubicBezTo>
                <a:cubicBezTo>
                  <a:pt x="1192077" y="109137"/>
                  <a:pt x="1214959" y="100926"/>
                  <a:pt x="1217771" y="100926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5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8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4" y="68465"/>
                </a:moveTo>
                <a:cubicBezTo>
                  <a:pt x="898902" y="68537"/>
                  <a:pt x="900832" y="68740"/>
                  <a:pt x="902742" y="69074"/>
                </a:cubicBezTo>
                <a:cubicBezTo>
                  <a:pt x="905121" y="69227"/>
                  <a:pt x="907509" y="69227"/>
                  <a:pt x="909888" y="69074"/>
                </a:cubicBezTo>
                <a:cubicBezTo>
                  <a:pt x="911712" y="69074"/>
                  <a:pt x="912853" y="71430"/>
                  <a:pt x="913613" y="72039"/>
                </a:cubicBezTo>
                <a:cubicBezTo>
                  <a:pt x="914373" y="72647"/>
                  <a:pt x="919163" y="72875"/>
                  <a:pt x="920303" y="74091"/>
                </a:cubicBezTo>
                <a:cubicBezTo>
                  <a:pt x="921443" y="75307"/>
                  <a:pt x="921291" y="79184"/>
                  <a:pt x="922508" y="81693"/>
                </a:cubicBezTo>
                <a:cubicBezTo>
                  <a:pt x="923724" y="84202"/>
                  <a:pt x="927373" y="85494"/>
                  <a:pt x="927677" y="93096"/>
                </a:cubicBezTo>
                <a:cubicBezTo>
                  <a:pt x="927981" y="100698"/>
                  <a:pt x="925928" y="100850"/>
                  <a:pt x="921291" y="104804"/>
                </a:cubicBezTo>
                <a:cubicBezTo>
                  <a:pt x="919998" y="106476"/>
                  <a:pt x="920151" y="109137"/>
                  <a:pt x="922508" y="108680"/>
                </a:cubicBezTo>
                <a:cubicBezTo>
                  <a:pt x="926689" y="107844"/>
                  <a:pt x="941741" y="104499"/>
                  <a:pt x="945314" y="103359"/>
                </a:cubicBezTo>
                <a:cubicBezTo>
                  <a:pt x="949561" y="102028"/>
                  <a:pt x="953908" y="101037"/>
                  <a:pt x="958314" y="100394"/>
                </a:cubicBezTo>
                <a:cubicBezTo>
                  <a:pt x="959757" y="100242"/>
                  <a:pt x="962114" y="102294"/>
                  <a:pt x="963863" y="102751"/>
                </a:cubicBezTo>
                <a:cubicBezTo>
                  <a:pt x="965611" y="103207"/>
                  <a:pt x="969032" y="103055"/>
                  <a:pt x="969640" y="104651"/>
                </a:cubicBezTo>
                <a:cubicBezTo>
                  <a:pt x="970825" y="107679"/>
                  <a:pt x="973403" y="109946"/>
                  <a:pt x="976558" y="110733"/>
                </a:cubicBezTo>
                <a:lnTo>
                  <a:pt x="976406" y="110733"/>
                </a:lnTo>
                <a:cubicBezTo>
                  <a:pt x="978039" y="111141"/>
                  <a:pt x="979267" y="112490"/>
                  <a:pt x="979523" y="114154"/>
                </a:cubicBezTo>
                <a:cubicBezTo>
                  <a:pt x="979523" y="115598"/>
                  <a:pt x="979143" y="118031"/>
                  <a:pt x="979143" y="121147"/>
                </a:cubicBezTo>
                <a:cubicBezTo>
                  <a:pt x="978686" y="126013"/>
                  <a:pt x="970324" y="129434"/>
                  <a:pt x="966675" y="131714"/>
                </a:cubicBezTo>
                <a:cubicBezTo>
                  <a:pt x="965459" y="132551"/>
                  <a:pt x="964243" y="129738"/>
                  <a:pt x="959986" y="129738"/>
                </a:cubicBezTo>
                <a:cubicBezTo>
                  <a:pt x="958541" y="129814"/>
                  <a:pt x="950102" y="130498"/>
                  <a:pt x="948659" y="130498"/>
                </a:cubicBezTo>
                <a:lnTo>
                  <a:pt x="939612" y="131563"/>
                </a:lnTo>
                <a:cubicBezTo>
                  <a:pt x="937559" y="132019"/>
                  <a:pt x="933302" y="133463"/>
                  <a:pt x="931326" y="134071"/>
                </a:cubicBezTo>
                <a:cubicBezTo>
                  <a:pt x="928499" y="134868"/>
                  <a:pt x="925730" y="135859"/>
                  <a:pt x="923039" y="137036"/>
                </a:cubicBezTo>
                <a:cubicBezTo>
                  <a:pt x="921823" y="137796"/>
                  <a:pt x="918859" y="136428"/>
                  <a:pt x="915437" y="137036"/>
                </a:cubicBezTo>
                <a:cubicBezTo>
                  <a:pt x="913917" y="137340"/>
                  <a:pt x="908520" y="140609"/>
                  <a:pt x="903882" y="141901"/>
                </a:cubicBezTo>
                <a:cubicBezTo>
                  <a:pt x="894742" y="143500"/>
                  <a:pt x="885724" y="145736"/>
                  <a:pt x="876895" y="148591"/>
                </a:cubicBezTo>
                <a:cubicBezTo>
                  <a:pt x="874918" y="150568"/>
                  <a:pt x="870814" y="149731"/>
                  <a:pt x="869293" y="150568"/>
                </a:cubicBezTo>
                <a:cubicBezTo>
                  <a:pt x="867773" y="151404"/>
                  <a:pt x="863744" y="151404"/>
                  <a:pt x="861691" y="152468"/>
                </a:cubicBezTo>
                <a:cubicBezTo>
                  <a:pt x="858270" y="154216"/>
                  <a:pt x="856749" y="153228"/>
                  <a:pt x="854849" y="154216"/>
                </a:cubicBezTo>
                <a:cubicBezTo>
                  <a:pt x="853005" y="154904"/>
                  <a:pt x="851030" y="155164"/>
                  <a:pt x="849071" y="154976"/>
                </a:cubicBezTo>
                <a:cubicBezTo>
                  <a:pt x="846959" y="155398"/>
                  <a:pt x="844877" y="155956"/>
                  <a:pt x="842838" y="156649"/>
                </a:cubicBezTo>
                <a:cubicBezTo>
                  <a:pt x="841037" y="157065"/>
                  <a:pt x="839165" y="157065"/>
                  <a:pt x="837364" y="156649"/>
                </a:cubicBezTo>
                <a:cubicBezTo>
                  <a:pt x="835928" y="156436"/>
                  <a:pt x="834467" y="156436"/>
                  <a:pt x="833031" y="156649"/>
                </a:cubicBezTo>
                <a:cubicBezTo>
                  <a:pt x="831587" y="158549"/>
                  <a:pt x="828850" y="158549"/>
                  <a:pt x="826037" y="158549"/>
                </a:cubicBezTo>
                <a:cubicBezTo>
                  <a:pt x="823974" y="158952"/>
                  <a:pt x="821978" y="159643"/>
                  <a:pt x="820108" y="160602"/>
                </a:cubicBezTo>
                <a:cubicBezTo>
                  <a:pt x="819651" y="161971"/>
                  <a:pt x="817219" y="163186"/>
                  <a:pt x="814938" y="163567"/>
                </a:cubicBezTo>
                <a:cubicBezTo>
                  <a:pt x="812658" y="163947"/>
                  <a:pt x="814026" y="162123"/>
                  <a:pt x="810757" y="160602"/>
                </a:cubicBezTo>
                <a:cubicBezTo>
                  <a:pt x="809236" y="160146"/>
                  <a:pt x="805816" y="161439"/>
                  <a:pt x="803155" y="160146"/>
                </a:cubicBezTo>
                <a:cubicBezTo>
                  <a:pt x="800494" y="158854"/>
                  <a:pt x="800646" y="155129"/>
                  <a:pt x="801179" y="152012"/>
                </a:cubicBezTo>
                <a:cubicBezTo>
                  <a:pt x="801254" y="151327"/>
                  <a:pt x="800799" y="148439"/>
                  <a:pt x="800799" y="145322"/>
                </a:cubicBezTo>
                <a:cubicBezTo>
                  <a:pt x="800471" y="143422"/>
                  <a:pt x="801000" y="141475"/>
                  <a:pt x="802242" y="140000"/>
                </a:cubicBezTo>
                <a:cubicBezTo>
                  <a:pt x="806830" y="136602"/>
                  <a:pt x="811975" y="134030"/>
                  <a:pt x="817447" y="132398"/>
                </a:cubicBezTo>
                <a:cubicBezTo>
                  <a:pt x="818891" y="132094"/>
                  <a:pt x="820336" y="134679"/>
                  <a:pt x="821476" y="134679"/>
                </a:cubicBezTo>
                <a:cubicBezTo>
                  <a:pt x="822616" y="134679"/>
                  <a:pt x="827938" y="131714"/>
                  <a:pt x="830218" y="131714"/>
                </a:cubicBezTo>
                <a:cubicBezTo>
                  <a:pt x="837285" y="130864"/>
                  <a:pt x="844274" y="129466"/>
                  <a:pt x="851124" y="127533"/>
                </a:cubicBezTo>
                <a:cubicBezTo>
                  <a:pt x="854697" y="126317"/>
                  <a:pt x="857965" y="127990"/>
                  <a:pt x="860018" y="126317"/>
                </a:cubicBezTo>
                <a:cubicBezTo>
                  <a:pt x="865368" y="124338"/>
                  <a:pt x="870825" y="122663"/>
                  <a:pt x="876363" y="121300"/>
                </a:cubicBezTo>
                <a:cubicBezTo>
                  <a:pt x="878339" y="120843"/>
                  <a:pt x="881988" y="119855"/>
                  <a:pt x="883053" y="117423"/>
                </a:cubicBezTo>
                <a:cubicBezTo>
                  <a:pt x="883167" y="115863"/>
                  <a:pt x="882906" y="114300"/>
                  <a:pt x="882293" y="112861"/>
                </a:cubicBezTo>
                <a:cubicBezTo>
                  <a:pt x="881380" y="110505"/>
                  <a:pt x="879555" y="111341"/>
                  <a:pt x="877579" y="111341"/>
                </a:cubicBezTo>
                <a:cubicBezTo>
                  <a:pt x="875700" y="110818"/>
                  <a:pt x="874095" y="109593"/>
                  <a:pt x="873094" y="107920"/>
                </a:cubicBezTo>
                <a:cubicBezTo>
                  <a:pt x="872999" y="106280"/>
                  <a:pt x="873367" y="104646"/>
                  <a:pt x="874158" y="103207"/>
                </a:cubicBezTo>
                <a:cubicBezTo>
                  <a:pt x="874767" y="101535"/>
                  <a:pt x="875146" y="100850"/>
                  <a:pt x="875907" y="98721"/>
                </a:cubicBezTo>
                <a:cubicBezTo>
                  <a:pt x="876615" y="96881"/>
                  <a:pt x="877224" y="95003"/>
                  <a:pt x="877731" y="93096"/>
                </a:cubicBezTo>
                <a:cubicBezTo>
                  <a:pt x="878720" y="89979"/>
                  <a:pt x="872790" y="81389"/>
                  <a:pt x="872030" y="79032"/>
                </a:cubicBezTo>
                <a:cubicBezTo>
                  <a:pt x="871663" y="77249"/>
                  <a:pt x="872305" y="75410"/>
                  <a:pt x="873702" y="74243"/>
                </a:cubicBezTo>
                <a:cubicBezTo>
                  <a:pt x="876287" y="71582"/>
                  <a:pt x="879251" y="72798"/>
                  <a:pt x="882293" y="72798"/>
                </a:cubicBezTo>
                <a:cubicBezTo>
                  <a:pt x="884082" y="72487"/>
                  <a:pt x="885789" y="71814"/>
                  <a:pt x="887310" y="70822"/>
                </a:cubicBezTo>
                <a:cubicBezTo>
                  <a:pt x="888298" y="70290"/>
                  <a:pt x="889895" y="71050"/>
                  <a:pt x="892099" y="70290"/>
                </a:cubicBezTo>
                <a:cubicBezTo>
                  <a:pt x="894304" y="69530"/>
                  <a:pt x="894304" y="68465"/>
                  <a:pt x="896964" y="68465"/>
                </a:cubicBezTo>
                <a:close/>
                <a:moveTo>
                  <a:pt x="1900287" y="67097"/>
                </a:moveTo>
                <a:cubicBezTo>
                  <a:pt x="1903783" y="67325"/>
                  <a:pt x="1906293" y="70594"/>
                  <a:pt x="1908345" y="73331"/>
                </a:cubicBezTo>
                <a:cubicBezTo>
                  <a:pt x="1910397" y="76068"/>
                  <a:pt x="1907585" y="80857"/>
                  <a:pt x="1904924" y="83213"/>
                </a:cubicBezTo>
                <a:cubicBezTo>
                  <a:pt x="1902089" y="85561"/>
                  <a:pt x="1899826" y="88525"/>
                  <a:pt x="1898311" y="91880"/>
                </a:cubicBezTo>
                <a:cubicBezTo>
                  <a:pt x="1897854" y="92868"/>
                  <a:pt x="1897854" y="99101"/>
                  <a:pt x="1898311" y="99482"/>
                </a:cubicBezTo>
                <a:cubicBezTo>
                  <a:pt x="1898766" y="99862"/>
                  <a:pt x="1902187" y="102219"/>
                  <a:pt x="1902415" y="105640"/>
                </a:cubicBezTo>
                <a:cubicBezTo>
                  <a:pt x="1902644" y="109060"/>
                  <a:pt x="1899374" y="111721"/>
                  <a:pt x="1893444" y="123809"/>
                </a:cubicBezTo>
                <a:cubicBezTo>
                  <a:pt x="1893673" y="123960"/>
                  <a:pt x="1888123" y="131562"/>
                  <a:pt x="1886679" y="133615"/>
                </a:cubicBezTo>
                <a:cubicBezTo>
                  <a:pt x="1885234" y="135668"/>
                  <a:pt x="1890328" y="139165"/>
                  <a:pt x="1894889" y="137948"/>
                </a:cubicBezTo>
                <a:cubicBezTo>
                  <a:pt x="1897322" y="137264"/>
                  <a:pt x="1893444" y="144410"/>
                  <a:pt x="1898919" y="144410"/>
                </a:cubicBezTo>
                <a:cubicBezTo>
                  <a:pt x="1903099" y="144410"/>
                  <a:pt x="1908117" y="140685"/>
                  <a:pt x="1906521" y="136808"/>
                </a:cubicBezTo>
                <a:cubicBezTo>
                  <a:pt x="1905152" y="135516"/>
                  <a:pt x="1902491" y="136808"/>
                  <a:pt x="1899907" y="134603"/>
                </a:cubicBezTo>
                <a:cubicBezTo>
                  <a:pt x="1897322" y="132399"/>
                  <a:pt x="1897398" y="127001"/>
                  <a:pt x="1898386" y="127001"/>
                </a:cubicBezTo>
                <a:cubicBezTo>
                  <a:pt x="1900140" y="126319"/>
                  <a:pt x="1901649" y="125128"/>
                  <a:pt x="1902719" y="123580"/>
                </a:cubicBezTo>
                <a:cubicBezTo>
                  <a:pt x="1903556" y="122744"/>
                  <a:pt x="1906216" y="120844"/>
                  <a:pt x="1906216" y="119475"/>
                </a:cubicBezTo>
                <a:cubicBezTo>
                  <a:pt x="1906216" y="118107"/>
                  <a:pt x="1902264" y="117119"/>
                  <a:pt x="1905609" y="112254"/>
                </a:cubicBezTo>
                <a:cubicBezTo>
                  <a:pt x="1907737" y="109136"/>
                  <a:pt x="1910397" y="109440"/>
                  <a:pt x="1911766" y="109136"/>
                </a:cubicBezTo>
                <a:cubicBezTo>
                  <a:pt x="1913134" y="108832"/>
                  <a:pt x="1914503" y="105564"/>
                  <a:pt x="1915263" y="103891"/>
                </a:cubicBezTo>
                <a:cubicBezTo>
                  <a:pt x="1916131" y="102074"/>
                  <a:pt x="1916671" y="100118"/>
                  <a:pt x="1916860" y="98113"/>
                </a:cubicBezTo>
                <a:cubicBezTo>
                  <a:pt x="1916935" y="93325"/>
                  <a:pt x="1911538" y="91195"/>
                  <a:pt x="1912450" y="87470"/>
                </a:cubicBezTo>
                <a:cubicBezTo>
                  <a:pt x="1914350" y="79944"/>
                  <a:pt x="1932672" y="77056"/>
                  <a:pt x="1934572" y="75764"/>
                </a:cubicBezTo>
                <a:cubicBezTo>
                  <a:pt x="1935104" y="75384"/>
                  <a:pt x="1935560" y="73711"/>
                  <a:pt x="1936549" y="72951"/>
                </a:cubicBezTo>
                <a:cubicBezTo>
                  <a:pt x="1938450" y="71510"/>
                  <a:pt x="1940984" y="71218"/>
                  <a:pt x="1943162" y="72190"/>
                </a:cubicBezTo>
                <a:cubicBezTo>
                  <a:pt x="1945689" y="73443"/>
                  <a:pt x="1948082" y="74946"/>
                  <a:pt x="1950309" y="76676"/>
                </a:cubicBezTo>
                <a:cubicBezTo>
                  <a:pt x="1951761" y="78006"/>
                  <a:pt x="1952446" y="79977"/>
                  <a:pt x="1952133" y="81921"/>
                </a:cubicBezTo>
                <a:cubicBezTo>
                  <a:pt x="1951828" y="84201"/>
                  <a:pt x="1950613" y="90588"/>
                  <a:pt x="1951297" y="91119"/>
                </a:cubicBezTo>
                <a:cubicBezTo>
                  <a:pt x="1951981" y="91652"/>
                  <a:pt x="1944835" y="95529"/>
                  <a:pt x="1941566" y="98721"/>
                </a:cubicBezTo>
                <a:cubicBezTo>
                  <a:pt x="1937417" y="104055"/>
                  <a:pt x="1934790" y="110412"/>
                  <a:pt x="1933964" y="117119"/>
                </a:cubicBezTo>
                <a:cubicBezTo>
                  <a:pt x="1933812" y="117727"/>
                  <a:pt x="1931911" y="122288"/>
                  <a:pt x="1931683" y="123505"/>
                </a:cubicBezTo>
                <a:cubicBezTo>
                  <a:pt x="1931455" y="124721"/>
                  <a:pt x="1930619" y="128142"/>
                  <a:pt x="1929783" y="131107"/>
                </a:cubicBezTo>
                <a:cubicBezTo>
                  <a:pt x="1928741" y="134191"/>
                  <a:pt x="1928227" y="137429"/>
                  <a:pt x="1928262" y="140685"/>
                </a:cubicBezTo>
                <a:cubicBezTo>
                  <a:pt x="1928491" y="142585"/>
                  <a:pt x="1931075" y="142054"/>
                  <a:pt x="1932671" y="142054"/>
                </a:cubicBezTo>
                <a:cubicBezTo>
                  <a:pt x="1935918" y="141314"/>
                  <a:pt x="1938893" y="139681"/>
                  <a:pt x="1941262" y="137340"/>
                </a:cubicBezTo>
                <a:cubicBezTo>
                  <a:pt x="1943225" y="137010"/>
                  <a:pt x="1945229" y="137010"/>
                  <a:pt x="1947191" y="137340"/>
                </a:cubicBezTo>
                <a:cubicBezTo>
                  <a:pt x="1948712" y="137797"/>
                  <a:pt x="1950308" y="140305"/>
                  <a:pt x="1951981" y="140837"/>
                </a:cubicBezTo>
                <a:cubicBezTo>
                  <a:pt x="1953653" y="141369"/>
                  <a:pt x="1956010" y="141521"/>
                  <a:pt x="1957379" y="142434"/>
                </a:cubicBezTo>
                <a:cubicBezTo>
                  <a:pt x="1958747" y="143346"/>
                  <a:pt x="1961712" y="142434"/>
                  <a:pt x="1963536" y="144638"/>
                </a:cubicBezTo>
                <a:lnTo>
                  <a:pt x="1963993" y="144562"/>
                </a:lnTo>
                <a:cubicBezTo>
                  <a:pt x="1966522" y="148795"/>
                  <a:pt x="1967666" y="153712"/>
                  <a:pt x="1967262" y="158626"/>
                </a:cubicBezTo>
                <a:cubicBezTo>
                  <a:pt x="1967137" y="163078"/>
                  <a:pt x="1965938" y="167434"/>
                  <a:pt x="1963764" y="171322"/>
                </a:cubicBezTo>
                <a:cubicBezTo>
                  <a:pt x="1958003" y="174832"/>
                  <a:pt x="1951350" y="176600"/>
                  <a:pt x="1944607" y="176415"/>
                </a:cubicBezTo>
                <a:cubicBezTo>
                  <a:pt x="1942372" y="176409"/>
                  <a:pt x="1940230" y="177315"/>
                  <a:pt x="1938677" y="178924"/>
                </a:cubicBezTo>
                <a:cubicBezTo>
                  <a:pt x="1936154" y="179723"/>
                  <a:pt x="1933415" y="179477"/>
                  <a:pt x="1931075" y="178240"/>
                </a:cubicBezTo>
                <a:cubicBezTo>
                  <a:pt x="1927954" y="177476"/>
                  <a:pt x="1924694" y="177476"/>
                  <a:pt x="1921573" y="178240"/>
                </a:cubicBezTo>
                <a:cubicBezTo>
                  <a:pt x="1914915" y="180052"/>
                  <a:pt x="1909121" y="184175"/>
                  <a:pt x="1905228" y="189871"/>
                </a:cubicBezTo>
                <a:cubicBezTo>
                  <a:pt x="1903782" y="192461"/>
                  <a:pt x="1901719" y="194654"/>
                  <a:pt x="1899223" y="196256"/>
                </a:cubicBezTo>
                <a:cubicBezTo>
                  <a:pt x="1895600" y="198693"/>
                  <a:pt x="1892371" y="201667"/>
                  <a:pt x="1889644" y="205075"/>
                </a:cubicBezTo>
                <a:cubicBezTo>
                  <a:pt x="1888020" y="207792"/>
                  <a:pt x="1887478" y="211022"/>
                  <a:pt x="1888123" y="214121"/>
                </a:cubicBezTo>
                <a:cubicBezTo>
                  <a:pt x="1888427" y="215034"/>
                  <a:pt x="1890480" y="215565"/>
                  <a:pt x="1892685" y="215034"/>
                </a:cubicBezTo>
                <a:cubicBezTo>
                  <a:pt x="1895361" y="213800"/>
                  <a:pt x="1898102" y="212709"/>
                  <a:pt x="1900895" y="211765"/>
                </a:cubicBezTo>
                <a:cubicBezTo>
                  <a:pt x="1903099" y="211460"/>
                  <a:pt x="1904468" y="208724"/>
                  <a:pt x="1906293" y="208875"/>
                </a:cubicBezTo>
                <a:cubicBezTo>
                  <a:pt x="1908117" y="209028"/>
                  <a:pt x="1910550" y="212449"/>
                  <a:pt x="1915719" y="213665"/>
                </a:cubicBezTo>
                <a:cubicBezTo>
                  <a:pt x="1917315" y="214121"/>
                  <a:pt x="1920280" y="216022"/>
                  <a:pt x="1924917" y="217466"/>
                </a:cubicBezTo>
                <a:cubicBezTo>
                  <a:pt x="1925526" y="217618"/>
                  <a:pt x="1929175" y="218379"/>
                  <a:pt x="1928491" y="221115"/>
                </a:cubicBezTo>
                <a:cubicBezTo>
                  <a:pt x="1928372" y="224436"/>
                  <a:pt x="1927570" y="227697"/>
                  <a:pt x="1926134" y="230694"/>
                </a:cubicBezTo>
                <a:cubicBezTo>
                  <a:pt x="1924538" y="232594"/>
                  <a:pt x="1922637" y="234951"/>
                  <a:pt x="1920660" y="235407"/>
                </a:cubicBezTo>
                <a:cubicBezTo>
                  <a:pt x="1917087" y="236091"/>
                  <a:pt x="1914959" y="236167"/>
                  <a:pt x="1911005" y="237232"/>
                </a:cubicBezTo>
                <a:cubicBezTo>
                  <a:pt x="1909029" y="237764"/>
                  <a:pt x="1907585" y="238904"/>
                  <a:pt x="1904468" y="239436"/>
                </a:cubicBezTo>
                <a:cubicBezTo>
                  <a:pt x="1901351" y="239968"/>
                  <a:pt x="1889264" y="242249"/>
                  <a:pt x="1889264" y="246278"/>
                </a:cubicBezTo>
                <a:cubicBezTo>
                  <a:pt x="1889676" y="249761"/>
                  <a:pt x="1889905" y="253263"/>
                  <a:pt x="1889948" y="256769"/>
                </a:cubicBezTo>
                <a:cubicBezTo>
                  <a:pt x="1889774" y="259782"/>
                  <a:pt x="1889392" y="262779"/>
                  <a:pt x="1888807" y="265739"/>
                </a:cubicBezTo>
                <a:cubicBezTo>
                  <a:pt x="1887510" y="269011"/>
                  <a:pt x="1886789" y="272484"/>
                  <a:pt x="1886679" y="276002"/>
                </a:cubicBezTo>
                <a:cubicBezTo>
                  <a:pt x="1886907" y="279195"/>
                  <a:pt x="1883182" y="282236"/>
                  <a:pt x="1882726" y="282844"/>
                </a:cubicBezTo>
                <a:cubicBezTo>
                  <a:pt x="1880293" y="288089"/>
                  <a:pt x="1880674" y="295844"/>
                  <a:pt x="1875124" y="297592"/>
                </a:cubicBezTo>
                <a:cubicBezTo>
                  <a:pt x="1871514" y="299150"/>
                  <a:pt x="1867806" y="300471"/>
                  <a:pt x="1864025" y="301545"/>
                </a:cubicBezTo>
                <a:cubicBezTo>
                  <a:pt x="1860963" y="301947"/>
                  <a:pt x="1857970" y="302765"/>
                  <a:pt x="1855131" y="303978"/>
                </a:cubicBezTo>
                <a:cubicBezTo>
                  <a:pt x="1850761" y="305249"/>
                  <a:pt x="1846120" y="305249"/>
                  <a:pt x="1841751" y="303978"/>
                </a:cubicBezTo>
                <a:cubicBezTo>
                  <a:pt x="1840154" y="302685"/>
                  <a:pt x="1840915" y="298428"/>
                  <a:pt x="1840915" y="295920"/>
                </a:cubicBezTo>
                <a:cubicBezTo>
                  <a:pt x="1840839" y="291282"/>
                  <a:pt x="1829131" y="286417"/>
                  <a:pt x="1827991" y="283680"/>
                </a:cubicBezTo>
                <a:cubicBezTo>
                  <a:pt x="1826850" y="280943"/>
                  <a:pt x="1830880" y="281020"/>
                  <a:pt x="1834909" y="280259"/>
                </a:cubicBezTo>
                <a:cubicBezTo>
                  <a:pt x="1841827" y="279043"/>
                  <a:pt x="1848364" y="278283"/>
                  <a:pt x="1851633" y="277218"/>
                </a:cubicBezTo>
                <a:cubicBezTo>
                  <a:pt x="1858476" y="274710"/>
                  <a:pt x="1861364" y="260722"/>
                  <a:pt x="1864785" y="254412"/>
                </a:cubicBezTo>
                <a:cubicBezTo>
                  <a:pt x="1865849" y="252436"/>
                  <a:pt x="1865545" y="249243"/>
                  <a:pt x="1861136" y="249243"/>
                </a:cubicBezTo>
                <a:cubicBezTo>
                  <a:pt x="1856972" y="249595"/>
                  <a:pt x="1852849" y="250333"/>
                  <a:pt x="1848821" y="251448"/>
                </a:cubicBezTo>
                <a:cubicBezTo>
                  <a:pt x="1844659" y="252540"/>
                  <a:pt x="1840412" y="253278"/>
                  <a:pt x="1836125" y="253652"/>
                </a:cubicBezTo>
                <a:cubicBezTo>
                  <a:pt x="1833312" y="253804"/>
                  <a:pt x="1827382" y="257377"/>
                  <a:pt x="1825710" y="257377"/>
                </a:cubicBezTo>
                <a:cubicBezTo>
                  <a:pt x="1822670" y="257453"/>
                  <a:pt x="1820009" y="258669"/>
                  <a:pt x="1816360" y="255097"/>
                </a:cubicBezTo>
                <a:cubicBezTo>
                  <a:pt x="1815014" y="254310"/>
                  <a:pt x="1813587" y="253672"/>
                  <a:pt x="1812102" y="253196"/>
                </a:cubicBezTo>
                <a:cubicBezTo>
                  <a:pt x="1810050" y="252132"/>
                  <a:pt x="1811114" y="247950"/>
                  <a:pt x="1811114" y="246354"/>
                </a:cubicBezTo>
                <a:cubicBezTo>
                  <a:pt x="1811337" y="243143"/>
                  <a:pt x="1811976" y="239974"/>
                  <a:pt x="1813015" y="236928"/>
                </a:cubicBezTo>
                <a:cubicBezTo>
                  <a:pt x="1815662" y="233082"/>
                  <a:pt x="1819796" y="230520"/>
                  <a:pt x="1824417" y="229857"/>
                </a:cubicBezTo>
                <a:cubicBezTo>
                  <a:pt x="1826014" y="229857"/>
                  <a:pt x="1831032" y="231986"/>
                  <a:pt x="1832704" y="231986"/>
                </a:cubicBezTo>
                <a:cubicBezTo>
                  <a:pt x="1834376" y="231986"/>
                  <a:pt x="1838102" y="228413"/>
                  <a:pt x="1840762" y="226969"/>
                </a:cubicBezTo>
                <a:cubicBezTo>
                  <a:pt x="1843994" y="225781"/>
                  <a:pt x="1847327" y="224890"/>
                  <a:pt x="1850721" y="224308"/>
                </a:cubicBezTo>
                <a:cubicBezTo>
                  <a:pt x="1852882" y="223644"/>
                  <a:pt x="1854912" y="222615"/>
                  <a:pt x="1856727" y="221267"/>
                </a:cubicBezTo>
                <a:cubicBezTo>
                  <a:pt x="1858399" y="220279"/>
                  <a:pt x="1858247" y="219442"/>
                  <a:pt x="1858855" y="217770"/>
                </a:cubicBezTo>
                <a:cubicBezTo>
                  <a:pt x="1859464" y="216098"/>
                  <a:pt x="1859160" y="211765"/>
                  <a:pt x="1859919" y="210168"/>
                </a:cubicBezTo>
                <a:cubicBezTo>
                  <a:pt x="1861143" y="207749"/>
                  <a:pt x="1862086" y="205198"/>
                  <a:pt x="1862733" y="202566"/>
                </a:cubicBezTo>
                <a:cubicBezTo>
                  <a:pt x="1863113" y="200438"/>
                  <a:pt x="1858551" y="202034"/>
                  <a:pt x="1856955" y="202034"/>
                </a:cubicBezTo>
                <a:cubicBezTo>
                  <a:pt x="1854441" y="202726"/>
                  <a:pt x="1852208" y="204188"/>
                  <a:pt x="1850569" y="206215"/>
                </a:cubicBezTo>
                <a:cubicBezTo>
                  <a:pt x="1848519" y="208053"/>
                  <a:pt x="1846033" y="209336"/>
                  <a:pt x="1843346" y="209940"/>
                </a:cubicBezTo>
                <a:cubicBezTo>
                  <a:pt x="1841377" y="210623"/>
                  <a:pt x="1839235" y="210623"/>
                  <a:pt x="1837266" y="209940"/>
                </a:cubicBezTo>
                <a:cubicBezTo>
                  <a:pt x="1834985" y="208724"/>
                  <a:pt x="1834985" y="207127"/>
                  <a:pt x="1834985" y="204391"/>
                </a:cubicBezTo>
                <a:cubicBezTo>
                  <a:pt x="1834748" y="201525"/>
                  <a:pt x="1835328" y="198653"/>
                  <a:pt x="1836657" y="196104"/>
                </a:cubicBezTo>
                <a:cubicBezTo>
                  <a:pt x="1838025" y="194508"/>
                  <a:pt x="1837494" y="185993"/>
                  <a:pt x="1843043" y="180900"/>
                </a:cubicBezTo>
                <a:cubicBezTo>
                  <a:pt x="1844868" y="179303"/>
                  <a:pt x="1849961" y="181508"/>
                  <a:pt x="1852013" y="180292"/>
                </a:cubicBezTo>
                <a:cubicBezTo>
                  <a:pt x="1853090" y="179501"/>
                  <a:pt x="1854206" y="178766"/>
                  <a:pt x="1855358" y="178087"/>
                </a:cubicBezTo>
                <a:cubicBezTo>
                  <a:pt x="1857183" y="177327"/>
                  <a:pt x="1861441" y="177859"/>
                  <a:pt x="1863645" y="177327"/>
                </a:cubicBezTo>
                <a:cubicBezTo>
                  <a:pt x="1866841" y="176776"/>
                  <a:pt x="1869992" y="175988"/>
                  <a:pt x="1873072" y="174971"/>
                </a:cubicBezTo>
                <a:cubicBezTo>
                  <a:pt x="1874212" y="174591"/>
                  <a:pt x="1878773" y="174591"/>
                  <a:pt x="1880141" y="173754"/>
                </a:cubicBezTo>
                <a:cubicBezTo>
                  <a:pt x="1881509" y="172918"/>
                  <a:pt x="1881054" y="173146"/>
                  <a:pt x="1886071" y="171626"/>
                </a:cubicBezTo>
                <a:cubicBezTo>
                  <a:pt x="1885615" y="171474"/>
                  <a:pt x="1888123" y="169953"/>
                  <a:pt x="1889568" y="169117"/>
                </a:cubicBezTo>
                <a:cubicBezTo>
                  <a:pt x="1892314" y="168699"/>
                  <a:pt x="1895108" y="168699"/>
                  <a:pt x="1897854" y="169117"/>
                </a:cubicBezTo>
                <a:cubicBezTo>
                  <a:pt x="1900363" y="169649"/>
                  <a:pt x="1903403" y="169117"/>
                  <a:pt x="1904620" y="169117"/>
                </a:cubicBezTo>
                <a:cubicBezTo>
                  <a:pt x="1906838" y="170072"/>
                  <a:pt x="1909204" y="170638"/>
                  <a:pt x="1911614" y="170789"/>
                </a:cubicBezTo>
                <a:cubicBezTo>
                  <a:pt x="1913211" y="170713"/>
                  <a:pt x="1917544" y="167064"/>
                  <a:pt x="1919216" y="167064"/>
                </a:cubicBezTo>
                <a:cubicBezTo>
                  <a:pt x="1922297" y="165613"/>
                  <a:pt x="1924036" y="162289"/>
                  <a:pt x="1923473" y="158930"/>
                </a:cubicBezTo>
                <a:cubicBezTo>
                  <a:pt x="1920066" y="158830"/>
                  <a:pt x="1916662" y="159214"/>
                  <a:pt x="1913362" y="160070"/>
                </a:cubicBezTo>
                <a:cubicBezTo>
                  <a:pt x="1911082" y="160983"/>
                  <a:pt x="1904240" y="160830"/>
                  <a:pt x="1902719" y="161591"/>
                </a:cubicBezTo>
                <a:cubicBezTo>
                  <a:pt x="1897352" y="163449"/>
                  <a:pt x="1891629" y="164047"/>
                  <a:pt x="1885995" y="163340"/>
                </a:cubicBezTo>
                <a:cubicBezTo>
                  <a:pt x="1883086" y="163483"/>
                  <a:pt x="1880227" y="164153"/>
                  <a:pt x="1877556" y="165316"/>
                </a:cubicBezTo>
                <a:cubicBezTo>
                  <a:pt x="1874807" y="166171"/>
                  <a:pt x="1871981" y="166757"/>
                  <a:pt x="1869118" y="167064"/>
                </a:cubicBezTo>
                <a:cubicBezTo>
                  <a:pt x="1864530" y="167414"/>
                  <a:pt x="1859963" y="167997"/>
                  <a:pt x="1855434" y="168813"/>
                </a:cubicBezTo>
                <a:cubicBezTo>
                  <a:pt x="1853078" y="169345"/>
                  <a:pt x="1848060" y="170105"/>
                  <a:pt x="1844943" y="170942"/>
                </a:cubicBezTo>
                <a:cubicBezTo>
                  <a:pt x="1840594" y="172012"/>
                  <a:pt x="1836420" y="173701"/>
                  <a:pt x="1832552" y="175959"/>
                </a:cubicBezTo>
                <a:cubicBezTo>
                  <a:pt x="1829535" y="178936"/>
                  <a:pt x="1826973" y="182344"/>
                  <a:pt x="1824950" y="186069"/>
                </a:cubicBezTo>
                <a:cubicBezTo>
                  <a:pt x="1823874" y="187626"/>
                  <a:pt x="1822652" y="189077"/>
                  <a:pt x="1821301" y="190403"/>
                </a:cubicBezTo>
                <a:cubicBezTo>
                  <a:pt x="1815143" y="194888"/>
                  <a:pt x="1811343" y="201426"/>
                  <a:pt x="1805488" y="202490"/>
                </a:cubicBezTo>
                <a:cubicBezTo>
                  <a:pt x="1803100" y="203228"/>
                  <a:pt x="1800524" y="202178"/>
                  <a:pt x="1799331" y="199981"/>
                </a:cubicBezTo>
                <a:cubicBezTo>
                  <a:pt x="1796693" y="195560"/>
                  <a:pt x="1795106" y="190593"/>
                  <a:pt x="1794694" y="185461"/>
                </a:cubicBezTo>
                <a:cubicBezTo>
                  <a:pt x="1794694" y="180824"/>
                  <a:pt x="1797354" y="179684"/>
                  <a:pt x="1794694" y="170865"/>
                </a:cubicBezTo>
                <a:cubicBezTo>
                  <a:pt x="1794297" y="168619"/>
                  <a:pt x="1795174" y="166337"/>
                  <a:pt x="1796974" y="164936"/>
                </a:cubicBezTo>
                <a:cubicBezTo>
                  <a:pt x="1798521" y="164282"/>
                  <a:pt x="1799938" y="163355"/>
                  <a:pt x="1801155" y="162199"/>
                </a:cubicBezTo>
                <a:cubicBezTo>
                  <a:pt x="1804854" y="156762"/>
                  <a:pt x="1808255" y="151128"/>
                  <a:pt x="1811343" y="145322"/>
                </a:cubicBezTo>
                <a:cubicBezTo>
                  <a:pt x="1811343" y="145322"/>
                  <a:pt x="1813015" y="144334"/>
                  <a:pt x="1814231" y="145322"/>
                </a:cubicBezTo>
                <a:cubicBezTo>
                  <a:pt x="1815555" y="149556"/>
                  <a:pt x="1816247" y="153962"/>
                  <a:pt x="1816284" y="158398"/>
                </a:cubicBezTo>
                <a:cubicBezTo>
                  <a:pt x="1816256" y="158857"/>
                  <a:pt x="1816323" y="159315"/>
                  <a:pt x="1816480" y="159747"/>
                </a:cubicBezTo>
                <a:cubicBezTo>
                  <a:pt x="1817113" y="161482"/>
                  <a:pt x="1819033" y="162376"/>
                  <a:pt x="1820768" y="161742"/>
                </a:cubicBezTo>
                <a:cubicBezTo>
                  <a:pt x="1823855" y="161100"/>
                  <a:pt x="1826809" y="159944"/>
                  <a:pt x="1829511" y="158322"/>
                </a:cubicBezTo>
                <a:cubicBezTo>
                  <a:pt x="1830043" y="157942"/>
                  <a:pt x="1832476" y="156878"/>
                  <a:pt x="1832476" y="155358"/>
                </a:cubicBezTo>
                <a:cubicBezTo>
                  <a:pt x="1831952" y="153249"/>
                  <a:pt x="1831186" y="151208"/>
                  <a:pt x="1830195" y="149276"/>
                </a:cubicBezTo>
                <a:cubicBezTo>
                  <a:pt x="1829383" y="146397"/>
                  <a:pt x="1828873" y="143442"/>
                  <a:pt x="1828675" y="140457"/>
                </a:cubicBezTo>
                <a:cubicBezTo>
                  <a:pt x="1828675" y="138860"/>
                  <a:pt x="1829359" y="129434"/>
                  <a:pt x="1830043" y="122364"/>
                </a:cubicBezTo>
                <a:cubicBezTo>
                  <a:pt x="1830500" y="118411"/>
                  <a:pt x="1828751" y="113697"/>
                  <a:pt x="1828751" y="103207"/>
                </a:cubicBezTo>
                <a:cubicBezTo>
                  <a:pt x="1828921" y="99477"/>
                  <a:pt x="1828326" y="95752"/>
                  <a:pt x="1827003" y="92260"/>
                </a:cubicBezTo>
                <a:cubicBezTo>
                  <a:pt x="1825102" y="91119"/>
                  <a:pt x="1827687" y="86634"/>
                  <a:pt x="1830652" y="85950"/>
                </a:cubicBezTo>
                <a:cubicBezTo>
                  <a:pt x="1832396" y="85799"/>
                  <a:pt x="1834152" y="85799"/>
                  <a:pt x="1835897" y="85950"/>
                </a:cubicBezTo>
                <a:cubicBezTo>
                  <a:pt x="1837037" y="85874"/>
                  <a:pt x="1836885" y="83517"/>
                  <a:pt x="1838558" y="84201"/>
                </a:cubicBezTo>
                <a:cubicBezTo>
                  <a:pt x="1840230" y="84886"/>
                  <a:pt x="1839926" y="85190"/>
                  <a:pt x="1840839" y="87623"/>
                </a:cubicBezTo>
                <a:cubicBezTo>
                  <a:pt x="1841751" y="90055"/>
                  <a:pt x="1841066" y="91348"/>
                  <a:pt x="1841751" y="93856"/>
                </a:cubicBezTo>
                <a:cubicBezTo>
                  <a:pt x="1842435" y="96365"/>
                  <a:pt x="1841370" y="100014"/>
                  <a:pt x="1842435" y="101458"/>
                </a:cubicBezTo>
                <a:cubicBezTo>
                  <a:pt x="1843099" y="102986"/>
                  <a:pt x="1843099" y="104720"/>
                  <a:pt x="1842435" y="106248"/>
                </a:cubicBezTo>
                <a:cubicBezTo>
                  <a:pt x="1842118" y="107982"/>
                  <a:pt x="1842118" y="109759"/>
                  <a:pt x="1842435" y="111493"/>
                </a:cubicBezTo>
                <a:cubicBezTo>
                  <a:pt x="1843043" y="113470"/>
                  <a:pt x="1842207" y="115522"/>
                  <a:pt x="1842435" y="118107"/>
                </a:cubicBezTo>
                <a:cubicBezTo>
                  <a:pt x="1842663" y="120691"/>
                  <a:pt x="1843195" y="129206"/>
                  <a:pt x="1843195" y="131030"/>
                </a:cubicBezTo>
                <a:cubicBezTo>
                  <a:pt x="1843195" y="132855"/>
                  <a:pt x="1845323" y="135744"/>
                  <a:pt x="1844868" y="139697"/>
                </a:cubicBezTo>
                <a:cubicBezTo>
                  <a:pt x="1844868" y="141293"/>
                  <a:pt x="1844868" y="144562"/>
                  <a:pt x="1844868" y="146083"/>
                </a:cubicBezTo>
                <a:cubicBezTo>
                  <a:pt x="1844411" y="149352"/>
                  <a:pt x="1841599" y="151860"/>
                  <a:pt x="1842283" y="153685"/>
                </a:cubicBezTo>
                <a:cubicBezTo>
                  <a:pt x="1842945" y="155369"/>
                  <a:pt x="1844262" y="156713"/>
                  <a:pt x="1845932" y="157410"/>
                </a:cubicBezTo>
                <a:cubicBezTo>
                  <a:pt x="1847984" y="157866"/>
                  <a:pt x="1851481" y="155433"/>
                  <a:pt x="1853153" y="155433"/>
                </a:cubicBezTo>
                <a:cubicBezTo>
                  <a:pt x="1855238" y="155487"/>
                  <a:pt x="1857324" y="155360"/>
                  <a:pt x="1859387" y="155053"/>
                </a:cubicBezTo>
                <a:cubicBezTo>
                  <a:pt x="1862705" y="154069"/>
                  <a:pt x="1866122" y="153458"/>
                  <a:pt x="1869574" y="153228"/>
                </a:cubicBezTo>
                <a:cubicBezTo>
                  <a:pt x="1871095" y="153152"/>
                  <a:pt x="1873756" y="151328"/>
                  <a:pt x="1875124" y="151328"/>
                </a:cubicBezTo>
                <a:cubicBezTo>
                  <a:pt x="1876732" y="150637"/>
                  <a:pt x="1878200" y="149658"/>
                  <a:pt x="1879457" y="148439"/>
                </a:cubicBezTo>
                <a:cubicBezTo>
                  <a:pt x="1880374" y="147612"/>
                  <a:pt x="1880623" y="146273"/>
                  <a:pt x="1880065" y="145170"/>
                </a:cubicBezTo>
                <a:cubicBezTo>
                  <a:pt x="1879001" y="142509"/>
                  <a:pt x="1876796" y="143574"/>
                  <a:pt x="1873983" y="144562"/>
                </a:cubicBezTo>
                <a:cubicBezTo>
                  <a:pt x="1872463" y="145170"/>
                  <a:pt x="1869423" y="147831"/>
                  <a:pt x="1868434" y="146842"/>
                </a:cubicBezTo>
                <a:cubicBezTo>
                  <a:pt x="1866692" y="145791"/>
                  <a:pt x="1866007" y="143607"/>
                  <a:pt x="1866837" y="141750"/>
                </a:cubicBezTo>
                <a:cubicBezTo>
                  <a:pt x="1867217" y="140077"/>
                  <a:pt x="1865698" y="136884"/>
                  <a:pt x="1863493" y="137568"/>
                </a:cubicBezTo>
                <a:cubicBezTo>
                  <a:pt x="1861288" y="138252"/>
                  <a:pt x="1861136" y="141446"/>
                  <a:pt x="1861288" y="143802"/>
                </a:cubicBezTo>
                <a:cubicBezTo>
                  <a:pt x="1861441" y="146158"/>
                  <a:pt x="1859691" y="146691"/>
                  <a:pt x="1858627" y="147527"/>
                </a:cubicBezTo>
                <a:cubicBezTo>
                  <a:pt x="1857563" y="148363"/>
                  <a:pt x="1856574" y="150187"/>
                  <a:pt x="1854902" y="149503"/>
                </a:cubicBezTo>
                <a:cubicBezTo>
                  <a:pt x="1852367" y="148050"/>
                  <a:pt x="1850889" y="145273"/>
                  <a:pt x="1851101" y="142358"/>
                </a:cubicBezTo>
                <a:cubicBezTo>
                  <a:pt x="1851025" y="140761"/>
                  <a:pt x="1851633" y="129130"/>
                  <a:pt x="1851633" y="127609"/>
                </a:cubicBezTo>
                <a:cubicBezTo>
                  <a:pt x="1851937" y="124493"/>
                  <a:pt x="1849961" y="120236"/>
                  <a:pt x="1849961" y="117575"/>
                </a:cubicBezTo>
                <a:cubicBezTo>
                  <a:pt x="1850211" y="112839"/>
                  <a:pt x="1850211" y="108095"/>
                  <a:pt x="1849961" y="103359"/>
                </a:cubicBezTo>
                <a:cubicBezTo>
                  <a:pt x="1849699" y="101743"/>
                  <a:pt x="1849345" y="100144"/>
                  <a:pt x="1848897" y="98570"/>
                </a:cubicBezTo>
                <a:cubicBezTo>
                  <a:pt x="1849122" y="96021"/>
                  <a:pt x="1850131" y="93604"/>
                  <a:pt x="1851786" y="91652"/>
                </a:cubicBezTo>
                <a:cubicBezTo>
                  <a:pt x="1853029" y="90189"/>
                  <a:pt x="1854755" y="89218"/>
                  <a:pt x="1856651" y="88915"/>
                </a:cubicBezTo>
                <a:cubicBezTo>
                  <a:pt x="1858476" y="88535"/>
                  <a:pt x="1859008" y="93248"/>
                  <a:pt x="1859007" y="96517"/>
                </a:cubicBezTo>
                <a:cubicBezTo>
                  <a:pt x="1858938" y="98255"/>
                  <a:pt x="1859506" y="99957"/>
                  <a:pt x="1860603" y="101307"/>
                </a:cubicBezTo>
                <a:cubicBezTo>
                  <a:pt x="1862042" y="106534"/>
                  <a:pt x="1862808" y="111925"/>
                  <a:pt x="1862884" y="117346"/>
                </a:cubicBezTo>
                <a:cubicBezTo>
                  <a:pt x="1862809" y="120311"/>
                  <a:pt x="1863264" y="119931"/>
                  <a:pt x="1865013" y="121072"/>
                </a:cubicBezTo>
                <a:cubicBezTo>
                  <a:pt x="1866762" y="122212"/>
                  <a:pt x="1872007" y="120007"/>
                  <a:pt x="1873300" y="121072"/>
                </a:cubicBezTo>
                <a:cubicBezTo>
                  <a:pt x="1874592" y="122136"/>
                  <a:pt x="1875200" y="125025"/>
                  <a:pt x="1876417" y="125025"/>
                </a:cubicBezTo>
                <a:cubicBezTo>
                  <a:pt x="1880293" y="125557"/>
                  <a:pt x="1882954" y="119475"/>
                  <a:pt x="1884019" y="117955"/>
                </a:cubicBezTo>
                <a:cubicBezTo>
                  <a:pt x="1886831" y="114001"/>
                  <a:pt x="1880825" y="108529"/>
                  <a:pt x="1879989" y="108376"/>
                </a:cubicBezTo>
                <a:cubicBezTo>
                  <a:pt x="1879152" y="108224"/>
                  <a:pt x="1876720" y="110429"/>
                  <a:pt x="1873300" y="110961"/>
                </a:cubicBezTo>
                <a:cubicBezTo>
                  <a:pt x="1869878" y="111493"/>
                  <a:pt x="1871323" y="113926"/>
                  <a:pt x="1868586" y="113166"/>
                </a:cubicBezTo>
                <a:cubicBezTo>
                  <a:pt x="1865849" y="112405"/>
                  <a:pt x="1867066" y="106399"/>
                  <a:pt x="1868586" y="103663"/>
                </a:cubicBezTo>
                <a:cubicBezTo>
                  <a:pt x="1870135" y="101393"/>
                  <a:pt x="1871125" y="98788"/>
                  <a:pt x="1871475" y="96061"/>
                </a:cubicBezTo>
                <a:cubicBezTo>
                  <a:pt x="1871170" y="92792"/>
                  <a:pt x="1868282" y="88839"/>
                  <a:pt x="1868282" y="87623"/>
                </a:cubicBezTo>
                <a:cubicBezTo>
                  <a:pt x="1868282" y="86406"/>
                  <a:pt x="1872007" y="82377"/>
                  <a:pt x="1873603" y="82301"/>
                </a:cubicBezTo>
                <a:cubicBezTo>
                  <a:pt x="1875200" y="82225"/>
                  <a:pt x="1877937" y="87090"/>
                  <a:pt x="1879457" y="87090"/>
                </a:cubicBezTo>
                <a:cubicBezTo>
                  <a:pt x="1880977" y="87090"/>
                  <a:pt x="1884778" y="81160"/>
                  <a:pt x="1886527" y="77740"/>
                </a:cubicBezTo>
                <a:cubicBezTo>
                  <a:pt x="1887667" y="75611"/>
                  <a:pt x="1888352" y="69529"/>
                  <a:pt x="1891772" y="68009"/>
                </a:cubicBezTo>
                <a:cubicBezTo>
                  <a:pt x="1893141" y="68009"/>
                  <a:pt x="1895041" y="68693"/>
                  <a:pt x="1896030" y="68009"/>
                </a:cubicBezTo>
                <a:cubicBezTo>
                  <a:pt x="1897350" y="67354"/>
                  <a:pt x="1898813" y="67040"/>
                  <a:pt x="1900287" y="67097"/>
                </a:cubicBezTo>
                <a:close/>
                <a:moveTo>
                  <a:pt x="244236" y="61103"/>
                </a:moveTo>
                <a:cubicBezTo>
                  <a:pt x="203233" y="55213"/>
                  <a:pt x="159983" y="64966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6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8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6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任意多边形: 形状 22"/>
          <p:cNvSpPr/>
          <p:nvPr/>
        </p:nvSpPr>
        <p:spPr>
          <a:xfrm>
            <a:off x="0" y="1"/>
            <a:ext cx="4880907" cy="6857999"/>
          </a:xfrm>
          <a:custGeom>
            <a:avLst/>
            <a:gdLst>
              <a:gd name="connsiteX0" fmla="*/ 0 w 4880907"/>
              <a:gd name="connsiteY0" fmla="*/ 0 h 6857999"/>
              <a:gd name="connsiteX1" fmla="*/ 3726289 w 4880907"/>
              <a:gd name="connsiteY1" fmla="*/ 0 h 6857999"/>
              <a:gd name="connsiteX2" fmla="*/ 3751180 w 4880907"/>
              <a:gd name="connsiteY2" fmla="*/ 30346 h 6857999"/>
              <a:gd name="connsiteX3" fmla="*/ 4880907 w 4880907"/>
              <a:gd name="connsiteY3" fmla="*/ 3429000 h 6857999"/>
              <a:gd name="connsiteX4" fmla="*/ 3751180 w 4880907"/>
              <a:gd name="connsiteY4" fmla="*/ 6827654 h 6857999"/>
              <a:gd name="connsiteX5" fmla="*/ 3726289 w 4880907"/>
              <a:gd name="connsiteY5" fmla="*/ 6857999 h 6857999"/>
              <a:gd name="connsiteX6" fmla="*/ 0 w 4880907"/>
              <a:gd name="connsiteY6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80907" h="6857999">
                <a:moveTo>
                  <a:pt x="0" y="0"/>
                </a:moveTo>
                <a:lnTo>
                  <a:pt x="3726289" y="0"/>
                </a:lnTo>
                <a:lnTo>
                  <a:pt x="3751180" y="30346"/>
                </a:lnTo>
                <a:cubicBezTo>
                  <a:pt x="4453099" y="927993"/>
                  <a:pt x="4880907" y="2120426"/>
                  <a:pt x="4880907" y="3429000"/>
                </a:cubicBezTo>
                <a:cubicBezTo>
                  <a:pt x="4880907" y="4737574"/>
                  <a:pt x="4453099" y="5930008"/>
                  <a:pt x="3751180" y="6827654"/>
                </a:cubicBezTo>
                <a:lnTo>
                  <a:pt x="3726289" y="6857999"/>
                </a:lnTo>
                <a:lnTo>
                  <a:pt x="0" y="6857999"/>
                </a:lnTo>
                <a:close/>
              </a:path>
            </a:pathLst>
          </a:custGeom>
          <a:solidFill>
            <a:schemeClr val="accent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" name="任意多边形: 形状 18"/>
          <p:cNvSpPr/>
          <p:nvPr/>
        </p:nvSpPr>
        <p:spPr>
          <a:xfrm>
            <a:off x="0" y="1"/>
            <a:ext cx="4697938" cy="6857999"/>
          </a:xfrm>
          <a:custGeom>
            <a:avLst/>
            <a:gdLst>
              <a:gd name="connsiteX0" fmla="*/ 0 w 4697938"/>
              <a:gd name="connsiteY0" fmla="*/ 0 h 6857999"/>
              <a:gd name="connsiteX1" fmla="*/ 3514742 w 4697938"/>
              <a:gd name="connsiteY1" fmla="*/ 0 h 6857999"/>
              <a:gd name="connsiteX2" fmla="*/ 3568211 w 4697938"/>
              <a:gd name="connsiteY2" fmla="*/ 64531 h 6857999"/>
              <a:gd name="connsiteX3" fmla="*/ 4697938 w 4697938"/>
              <a:gd name="connsiteY3" fmla="*/ 3429000 h 6857999"/>
              <a:gd name="connsiteX4" fmla="*/ 3568211 w 4697938"/>
              <a:gd name="connsiteY4" fmla="*/ 6793470 h 6857999"/>
              <a:gd name="connsiteX5" fmla="*/ 3514742 w 4697938"/>
              <a:gd name="connsiteY5" fmla="*/ 6857999 h 6857999"/>
              <a:gd name="connsiteX6" fmla="*/ 0 w 4697938"/>
              <a:gd name="connsiteY6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97938" h="6857999">
                <a:moveTo>
                  <a:pt x="0" y="0"/>
                </a:moveTo>
                <a:lnTo>
                  <a:pt x="3514742" y="0"/>
                </a:lnTo>
                <a:lnTo>
                  <a:pt x="3568211" y="64531"/>
                </a:lnTo>
                <a:cubicBezTo>
                  <a:pt x="4270130" y="953148"/>
                  <a:pt x="4697938" y="2133589"/>
                  <a:pt x="4697938" y="3429000"/>
                </a:cubicBezTo>
                <a:cubicBezTo>
                  <a:pt x="4697938" y="4724412"/>
                  <a:pt x="4270130" y="5904852"/>
                  <a:pt x="3568211" y="6793470"/>
                </a:cubicBezTo>
                <a:lnTo>
                  <a:pt x="3514742" y="6857999"/>
                </a:lnTo>
                <a:lnTo>
                  <a:pt x="0" y="6857999"/>
                </a:ln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132" name="图片 1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4658906" cy="6857998"/>
          </a:xfrm>
          <a:custGeom>
            <a:avLst/>
            <a:gdLst>
              <a:gd name="connsiteX0" fmla="*/ 0 w 4658906"/>
              <a:gd name="connsiteY0" fmla="*/ 0 h 6857998"/>
              <a:gd name="connsiteX1" fmla="*/ 3456845 w 4658906"/>
              <a:gd name="connsiteY1" fmla="*/ 0 h 6857998"/>
              <a:gd name="connsiteX2" fmla="*/ 3529179 w 4658906"/>
              <a:gd name="connsiteY2" fmla="*/ 86722 h 6857998"/>
              <a:gd name="connsiteX3" fmla="*/ 4658906 w 4658906"/>
              <a:gd name="connsiteY3" fmla="*/ 3428999 h 6857998"/>
              <a:gd name="connsiteX4" fmla="*/ 3529179 w 4658906"/>
              <a:gd name="connsiteY4" fmla="*/ 6771276 h 6857998"/>
              <a:gd name="connsiteX5" fmla="*/ 3456844 w 4658906"/>
              <a:gd name="connsiteY5" fmla="*/ 6857998 h 6857998"/>
              <a:gd name="connsiteX6" fmla="*/ 0 w 4658906"/>
              <a:gd name="connsiteY6" fmla="*/ 6857998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58906" h="6857998">
                <a:moveTo>
                  <a:pt x="0" y="0"/>
                </a:moveTo>
                <a:lnTo>
                  <a:pt x="3456845" y="0"/>
                </a:lnTo>
                <a:lnTo>
                  <a:pt x="3529179" y="86722"/>
                </a:lnTo>
                <a:cubicBezTo>
                  <a:pt x="4231098" y="969479"/>
                  <a:pt x="4658906" y="2142132"/>
                  <a:pt x="4658906" y="3428999"/>
                </a:cubicBezTo>
                <a:cubicBezTo>
                  <a:pt x="4658906" y="4715866"/>
                  <a:pt x="4231098" y="5888520"/>
                  <a:pt x="3529179" y="6771276"/>
                </a:cubicBezTo>
                <a:lnTo>
                  <a:pt x="3456844" y="6857998"/>
                </a:lnTo>
                <a:lnTo>
                  <a:pt x="0" y="6857998"/>
                </a:lnTo>
                <a:close/>
              </a:path>
            </a:pathLst>
          </a:custGeom>
        </p:spPr>
      </p:pic>
      <p:sp>
        <p:nvSpPr>
          <p:cNvPr id="17" name="任意多边形: 形状 16"/>
          <p:cNvSpPr/>
          <p:nvPr/>
        </p:nvSpPr>
        <p:spPr>
          <a:xfrm>
            <a:off x="0" y="1"/>
            <a:ext cx="4658906" cy="6857999"/>
          </a:xfrm>
          <a:custGeom>
            <a:avLst/>
            <a:gdLst>
              <a:gd name="connsiteX0" fmla="*/ 0 w 4658906"/>
              <a:gd name="connsiteY0" fmla="*/ 0 h 6857999"/>
              <a:gd name="connsiteX1" fmla="*/ 3456844 w 4658906"/>
              <a:gd name="connsiteY1" fmla="*/ 0 h 6857999"/>
              <a:gd name="connsiteX2" fmla="*/ 3529179 w 4658906"/>
              <a:gd name="connsiteY2" fmla="*/ 86723 h 6857999"/>
              <a:gd name="connsiteX3" fmla="*/ 4658906 w 4658906"/>
              <a:gd name="connsiteY3" fmla="*/ 3429000 h 6857999"/>
              <a:gd name="connsiteX4" fmla="*/ 3529179 w 4658906"/>
              <a:gd name="connsiteY4" fmla="*/ 6771277 h 6857999"/>
              <a:gd name="connsiteX5" fmla="*/ 3456844 w 4658906"/>
              <a:gd name="connsiteY5" fmla="*/ 6857999 h 6857999"/>
              <a:gd name="connsiteX6" fmla="*/ 0 w 4658906"/>
              <a:gd name="connsiteY6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58906" h="6857999">
                <a:moveTo>
                  <a:pt x="0" y="0"/>
                </a:moveTo>
                <a:lnTo>
                  <a:pt x="3456844" y="0"/>
                </a:lnTo>
                <a:lnTo>
                  <a:pt x="3529179" y="86723"/>
                </a:lnTo>
                <a:cubicBezTo>
                  <a:pt x="4231098" y="969480"/>
                  <a:pt x="4658906" y="2142133"/>
                  <a:pt x="4658906" y="3429000"/>
                </a:cubicBezTo>
                <a:cubicBezTo>
                  <a:pt x="4658906" y="4715867"/>
                  <a:pt x="4231098" y="5888521"/>
                  <a:pt x="3529179" y="6771277"/>
                </a:cubicBezTo>
                <a:lnTo>
                  <a:pt x="3456844" y="6857999"/>
                </a:lnTo>
                <a:lnTo>
                  <a:pt x="0" y="6857999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130" name="组合 129"/>
          <p:cNvGrpSpPr>
            <a:grpSpLocks noChangeAspect="1"/>
          </p:cNvGrpSpPr>
          <p:nvPr/>
        </p:nvGrpSpPr>
        <p:grpSpPr>
          <a:xfrm>
            <a:off x="9842400" y="248400"/>
            <a:ext cx="1958913" cy="432000"/>
            <a:chOff x="468000" y="514800"/>
            <a:chExt cx="2301723" cy="507600"/>
          </a:xfrm>
        </p:grpSpPr>
        <p:sp>
          <p:nvSpPr>
            <p:cNvPr id="131" name="任意多边形: 形状 13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3" name="组合 132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1886246" y="2354788"/>
              <a:chExt cx="1379954" cy="1379953"/>
            </a:xfrm>
          </p:grpSpPr>
          <p:sp>
            <p:nvSpPr>
              <p:cNvPr id="134" name="任意多边形: 形状 133"/>
              <p:cNvSpPr/>
              <p:nvPr/>
            </p:nvSpPr>
            <p:spPr>
              <a:xfrm>
                <a:off x="2060017" y="2528562"/>
                <a:ext cx="1032410" cy="1032410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grpSp>
            <p:nvGrpSpPr>
              <p:cNvPr id="135" name="图形 4"/>
              <p:cNvGrpSpPr/>
              <p:nvPr/>
            </p:nvGrpSpPr>
            <p:grpSpPr>
              <a:xfrm>
                <a:off x="2377868" y="3369435"/>
                <a:ext cx="398652" cy="186156"/>
                <a:chOff x="5443776" y="3014229"/>
                <a:chExt cx="156019" cy="72855"/>
              </a:xfrm>
              <a:solidFill>
                <a:srgbClr val="009944"/>
              </a:solidFill>
            </p:grpSpPr>
            <p:sp>
              <p:nvSpPr>
                <p:cNvPr id="326" name="任意多边形: 形状 325"/>
                <p:cNvSpPr/>
                <p:nvPr/>
              </p:nvSpPr>
              <p:spPr>
                <a:xfrm>
                  <a:off x="5443776" y="3014229"/>
                  <a:ext cx="156019" cy="52578"/>
                </a:xfrm>
                <a:custGeom>
                  <a:avLst/>
                  <a:gdLst>
                    <a:gd name="connsiteX0" fmla="*/ 76978 w 156019"/>
                    <a:gd name="connsiteY0" fmla="*/ -136 h 52578"/>
                    <a:gd name="connsiteX1" fmla="*/ 75073 w 156019"/>
                    <a:gd name="connsiteY1" fmla="*/ 2341 h 52578"/>
                    <a:gd name="connsiteX2" fmla="*/ 72978 w 156019"/>
                    <a:gd name="connsiteY2" fmla="*/ 4627 h 52578"/>
                    <a:gd name="connsiteX3" fmla="*/ 73740 w 156019"/>
                    <a:gd name="connsiteY3" fmla="*/ 5389 h 52578"/>
                    <a:gd name="connsiteX4" fmla="*/ 73740 w 156019"/>
                    <a:gd name="connsiteY4" fmla="*/ 21962 h 52578"/>
                    <a:gd name="connsiteX5" fmla="*/ 64881 w 156019"/>
                    <a:gd name="connsiteY5" fmla="*/ 22438 h 52578"/>
                    <a:gd name="connsiteX6" fmla="*/ 59262 w 156019"/>
                    <a:gd name="connsiteY6" fmla="*/ 25867 h 52578"/>
                    <a:gd name="connsiteX7" fmla="*/ 52975 w 156019"/>
                    <a:gd name="connsiteY7" fmla="*/ 27582 h 52578"/>
                    <a:gd name="connsiteX8" fmla="*/ 48022 w 156019"/>
                    <a:gd name="connsiteY8" fmla="*/ 31011 h 52578"/>
                    <a:gd name="connsiteX9" fmla="*/ 42974 w 156019"/>
                    <a:gd name="connsiteY9" fmla="*/ 32916 h 52578"/>
                    <a:gd name="connsiteX10" fmla="*/ 39545 w 156019"/>
                    <a:gd name="connsiteY10" fmla="*/ 37298 h 52578"/>
                    <a:gd name="connsiteX11" fmla="*/ 35640 w 156019"/>
                    <a:gd name="connsiteY11" fmla="*/ 39488 h 52578"/>
                    <a:gd name="connsiteX12" fmla="*/ 31258 w 156019"/>
                    <a:gd name="connsiteY12" fmla="*/ 41679 h 52578"/>
                    <a:gd name="connsiteX13" fmla="*/ 26877 w 156019"/>
                    <a:gd name="connsiteY13" fmla="*/ 45870 h 52578"/>
                    <a:gd name="connsiteX14" fmla="*/ 18685 w 156019"/>
                    <a:gd name="connsiteY14" fmla="*/ 50251 h 52578"/>
                    <a:gd name="connsiteX15" fmla="*/ -365 w 156019"/>
                    <a:gd name="connsiteY15" fmla="*/ 52442 h 52578"/>
                    <a:gd name="connsiteX16" fmla="*/ 155655 w 156019"/>
                    <a:gd name="connsiteY16" fmla="*/ 52442 h 52578"/>
                    <a:gd name="connsiteX17" fmla="*/ 140415 w 156019"/>
                    <a:gd name="connsiteY17" fmla="*/ 49966 h 52578"/>
                    <a:gd name="connsiteX18" fmla="*/ 132509 w 156019"/>
                    <a:gd name="connsiteY18" fmla="*/ 45584 h 52578"/>
                    <a:gd name="connsiteX19" fmla="*/ 127175 w 156019"/>
                    <a:gd name="connsiteY19" fmla="*/ 43393 h 52578"/>
                    <a:gd name="connsiteX20" fmla="*/ 122984 w 156019"/>
                    <a:gd name="connsiteY20" fmla="*/ 42917 h 52578"/>
                    <a:gd name="connsiteX21" fmla="*/ 119364 w 156019"/>
                    <a:gd name="connsiteY21" fmla="*/ 41393 h 52578"/>
                    <a:gd name="connsiteX22" fmla="*/ 117460 w 156019"/>
                    <a:gd name="connsiteY22" fmla="*/ 39012 h 52578"/>
                    <a:gd name="connsiteX23" fmla="*/ 113554 w 156019"/>
                    <a:gd name="connsiteY23" fmla="*/ 36535 h 52578"/>
                    <a:gd name="connsiteX24" fmla="*/ 108411 w 156019"/>
                    <a:gd name="connsiteY24" fmla="*/ 32725 h 52578"/>
                    <a:gd name="connsiteX25" fmla="*/ 104791 w 156019"/>
                    <a:gd name="connsiteY25" fmla="*/ 32725 h 52578"/>
                    <a:gd name="connsiteX26" fmla="*/ 101553 w 156019"/>
                    <a:gd name="connsiteY26" fmla="*/ 29582 h 52578"/>
                    <a:gd name="connsiteX27" fmla="*/ 95266 w 156019"/>
                    <a:gd name="connsiteY27" fmla="*/ 27773 h 52578"/>
                    <a:gd name="connsiteX28" fmla="*/ 88694 w 156019"/>
                    <a:gd name="connsiteY28" fmla="*/ 23772 h 52578"/>
                    <a:gd name="connsiteX29" fmla="*/ 80216 w 156019"/>
                    <a:gd name="connsiteY29" fmla="*/ 22343 h 52578"/>
                    <a:gd name="connsiteX30" fmla="*/ 80217 w 156019"/>
                    <a:gd name="connsiteY30" fmla="*/ 5579 h 52578"/>
                    <a:gd name="connsiteX31" fmla="*/ 80788 w 156019"/>
                    <a:gd name="connsiteY31" fmla="*/ 4913 h 52578"/>
                    <a:gd name="connsiteX32" fmla="*/ 78597 w 156019"/>
                    <a:gd name="connsiteY32" fmla="*/ 2817 h 52578"/>
                    <a:gd name="connsiteX33" fmla="*/ 76597 w 156019"/>
                    <a:gd name="connsiteY33" fmla="*/ 340 h 52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156019" h="52578">
                      <a:moveTo>
                        <a:pt x="76978" y="-136"/>
                      </a:moveTo>
                      <a:cubicBezTo>
                        <a:pt x="76431" y="754"/>
                        <a:pt x="75793" y="1584"/>
                        <a:pt x="75073" y="2341"/>
                      </a:cubicBezTo>
                      <a:cubicBezTo>
                        <a:pt x="74121" y="3389"/>
                        <a:pt x="72597" y="4341"/>
                        <a:pt x="72978" y="4627"/>
                      </a:cubicBezTo>
                      <a:lnTo>
                        <a:pt x="73740" y="5389"/>
                      </a:lnTo>
                      <a:lnTo>
                        <a:pt x="73740" y="21962"/>
                      </a:lnTo>
                      <a:cubicBezTo>
                        <a:pt x="70780" y="21680"/>
                        <a:pt x="67794" y="21840"/>
                        <a:pt x="64881" y="22438"/>
                      </a:cubicBezTo>
                      <a:cubicBezTo>
                        <a:pt x="63167" y="23486"/>
                        <a:pt x="61071" y="24629"/>
                        <a:pt x="59262" y="25867"/>
                      </a:cubicBezTo>
                      <a:cubicBezTo>
                        <a:pt x="57302" y="26854"/>
                        <a:pt x="55164" y="27437"/>
                        <a:pt x="52975" y="27582"/>
                      </a:cubicBezTo>
                      <a:cubicBezTo>
                        <a:pt x="51642" y="27582"/>
                        <a:pt x="49832" y="30344"/>
                        <a:pt x="48022" y="31011"/>
                      </a:cubicBezTo>
                      <a:cubicBezTo>
                        <a:pt x="46212" y="31678"/>
                        <a:pt x="43831" y="32440"/>
                        <a:pt x="42974" y="32916"/>
                      </a:cubicBezTo>
                      <a:cubicBezTo>
                        <a:pt x="42117" y="33392"/>
                        <a:pt x="40688" y="36916"/>
                        <a:pt x="39545" y="37298"/>
                      </a:cubicBezTo>
                      <a:cubicBezTo>
                        <a:pt x="38402" y="37678"/>
                        <a:pt x="36306" y="37298"/>
                        <a:pt x="35640" y="39488"/>
                      </a:cubicBezTo>
                      <a:cubicBezTo>
                        <a:pt x="34973" y="41679"/>
                        <a:pt x="31639" y="41107"/>
                        <a:pt x="31258" y="41679"/>
                      </a:cubicBezTo>
                      <a:cubicBezTo>
                        <a:pt x="30877" y="42250"/>
                        <a:pt x="27829" y="45775"/>
                        <a:pt x="26877" y="45870"/>
                      </a:cubicBezTo>
                      <a:cubicBezTo>
                        <a:pt x="23870" y="46741"/>
                        <a:pt x="21079" y="48234"/>
                        <a:pt x="18685" y="50251"/>
                      </a:cubicBezTo>
                      <a:cubicBezTo>
                        <a:pt x="5160" y="51394"/>
                        <a:pt x="-365" y="52442"/>
                        <a:pt x="-365" y="52442"/>
                      </a:cubicBezTo>
                      <a:lnTo>
                        <a:pt x="155655" y="52442"/>
                      </a:lnTo>
                      <a:cubicBezTo>
                        <a:pt x="150671" y="51103"/>
                        <a:pt x="145565" y="50273"/>
                        <a:pt x="140415" y="49966"/>
                      </a:cubicBezTo>
                      <a:cubicBezTo>
                        <a:pt x="137954" y="48209"/>
                        <a:pt x="135302" y="46739"/>
                        <a:pt x="132509" y="45584"/>
                      </a:cubicBezTo>
                      <a:cubicBezTo>
                        <a:pt x="130794" y="45013"/>
                        <a:pt x="127937" y="43584"/>
                        <a:pt x="127175" y="43393"/>
                      </a:cubicBezTo>
                      <a:cubicBezTo>
                        <a:pt x="126413" y="43203"/>
                        <a:pt x="123651" y="43393"/>
                        <a:pt x="122984" y="42917"/>
                      </a:cubicBezTo>
                      <a:cubicBezTo>
                        <a:pt x="122068" y="41891"/>
                        <a:pt x="120739" y="41331"/>
                        <a:pt x="119364" y="41393"/>
                      </a:cubicBezTo>
                      <a:cubicBezTo>
                        <a:pt x="117745" y="41393"/>
                        <a:pt x="118126" y="40536"/>
                        <a:pt x="117460" y="39012"/>
                      </a:cubicBezTo>
                      <a:cubicBezTo>
                        <a:pt x="116793" y="37488"/>
                        <a:pt x="114983" y="37298"/>
                        <a:pt x="113554" y="36535"/>
                      </a:cubicBezTo>
                      <a:cubicBezTo>
                        <a:pt x="112125" y="35773"/>
                        <a:pt x="109744" y="33202"/>
                        <a:pt x="108411" y="32725"/>
                      </a:cubicBezTo>
                      <a:cubicBezTo>
                        <a:pt x="107077" y="32249"/>
                        <a:pt x="105648" y="32725"/>
                        <a:pt x="104791" y="32725"/>
                      </a:cubicBezTo>
                      <a:cubicBezTo>
                        <a:pt x="103934" y="32725"/>
                        <a:pt x="103172" y="29963"/>
                        <a:pt x="101553" y="29582"/>
                      </a:cubicBezTo>
                      <a:cubicBezTo>
                        <a:pt x="99933" y="29201"/>
                        <a:pt x="96123" y="28915"/>
                        <a:pt x="95266" y="27773"/>
                      </a:cubicBezTo>
                      <a:cubicBezTo>
                        <a:pt x="94409" y="26630"/>
                        <a:pt x="90694" y="25391"/>
                        <a:pt x="88694" y="23772"/>
                      </a:cubicBezTo>
                      <a:cubicBezTo>
                        <a:pt x="86000" y="22707"/>
                        <a:pt x="83111" y="22220"/>
                        <a:pt x="80216" y="22343"/>
                      </a:cubicBezTo>
                      <a:lnTo>
                        <a:pt x="80217" y="5579"/>
                      </a:lnTo>
                      <a:cubicBezTo>
                        <a:pt x="80217" y="5579"/>
                        <a:pt x="80883" y="5579"/>
                        <a:pt x="80788" y="4913"/>
                      </a:cubicBezTo>
                      <a:cubicBezTo>
                        <a:pt x="80693" y="4246"/>
                        <a:pt x="79455" y="3674"/>
                        <a:pt x="78597" y="2817"/>
                      </a:cubicBezTo>
                      <a:lnTo>
                        <a:pt x="76597" y="340"/>
                      </a:ln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27" name="任意多边形: 形状 326"/>
                <p:cNvSpPr/>
                <p:nvPr/>
              </p:nvSpPr>
              <p:spPr>
                <a:xfrm>
                  <a:off x="5450063" y="3067172"/>
                  <a:ext cx="33295" cy="19026"/>
                </a:xfrm>
                <a:custGeom>
                  <a:avLst/>
                  <a:gdLst>
                    <a:gd name="connsiteX0" fmla="*/ -365 w 33295"/>
                    <a:gd name="connsiteY0" fmla="*/ 165 h 19026"/>
                    <a:gd name="connsiteX1" fmla="*/ 969 w 33295"/>
                    <a:gd name="connsiteY1" fmla="*/ 1404 h 19026"/>
                    <a:gd name="connsiteX2" fmla="*/ 8589 w 33295"/>
                    <a:gd name="connsiteY2" fmla="*/ 4166 h 19026"/>
                    <a:gd name="connsiteX3" fmla="*/ 13542 w 33295"/>
                    <a:gd name="connsiteY3" fmla="*/ 15310 h 19026"/>
                    <a:gd name="connsiteX4" fmla="*/ 19828 w 33295"/>
                    <a:gd name="connsiteY4" fmla="*/ 15310 h 19026"/>
                    <a:gd name="connsiteX5" fmla="*/ 19828 w 33295"/>
                    <a:gd name="connsiteY5" fmla="*/ 17501 h 19026"/>
                    <a:gd name="connsiteX6" fmla="*/ 25162 w 33295"/>
                    <a:gd name="connsiteY6" fmla="*/ 17501 h 19026"/>
                    <a:gd name="connsiteX7" fmla="*/ 23448 w 33295"/>
                    <a:gd name="connsiteY7" fmla="*/ 18072 h 19026"/>
                    <a:gd name="connsiteX8" fmla="*/ 28781 w 33295"/>
                    <a:gd name="connsiteY8" fmla="*/ 18072 h 19026"/>
                    <a:gd name="connsiteX9" fmla="*/ 23829 w 33295"/>
                    <a:gd name="connsiteY9" fmla="*/ 18644 h 19026"/>
                    <a:gd name="connsiteX10" fmla="*/ 32592 w 33295"/>
                    <a:gd name="connsiteY10" fmla="*/ 18644 h 19026"/>
                    <a:gd name="connsiteX11" fmla="*/ 32592 w 33295"/>
                    <a:gd name="connsiteY11" fmla="*/ 15119 h 19026"/>
                    <a:gd name="connsiteX12" fmla="*/ 23067 w 33295"/>
                    <a:gd name="connsiteY12" fmla="*/ 15119 h 19026"/>
                    <a:gd name="connsiteX13" fmla="*/ 22019 w 33295"/>
                    <a:gd name="connsiteY13" fmla="*/ 13786 h 19026"/>
                    <a:gd name="connsiteX14" fmla="*/ 19352 w 33295"/>
                    <a:gd name="connsiteY14" fmla="*/ 13786 h 19026"/>
                    <a:gd name="connsiteX15" fmla="*/ 11732 w 33295"/>
                    <a:gd name="connsiteY15" fmla="*/ 1975 h 19026"/>
                    <a:gd name="connsiteX16" fmla="*/ -174 w 33295"/>
                    <a:gd name="connsiteY16" fmla="*/ -120 h 190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3295" h="19026">
                      <a:moveTo>
                        <a:pt x="-365" y="165"/>
                      </a:moveTo>
                      <a:cubicBezTo>
                        <a:pt x="-275" y="844"/>
                        <a:pt x="285" y="1364"/>
                        <a:pt x="969" y="1404"/>
                      </a:cubicBezTo>
                      <a:cubicBezTo>
                        <a:pt x="3630" y="1948"/>
                        <a:pt x="6197" y="2878"/>
                        <a:pt x="8589" y="4166"/>
                      </a:cubicBezTo>
                      <a:cubicBezTo>
                        <a:pt x="12875" y="6738"/>
                        <a:pt x="13542" y="15310"/>
                        <a:pt x="13542" y="15310"/>
                      </a:cubicBezTo>
                      <a:lnTo>
                        <a:pt x="19828" y="15310"/>
                      </a:lnTo>
                      <a:lnTo>
                        <a:pt x="19828" y="17501"/>
                      </a:lnTo>
                      <a:lnTo>
                        <a:pt x="25162" y="17501"/>
                      </a:lnTo>
                      <a:cubicBezTo>
                        <a:pt x="25162" y="17501"/>
                        <a:pt x="21923" y="17977"/>
                        <a:pt x="23448" y="18072"/>
                      </a:cubicBezTo>
                      <a:cubicBezTo>
                        <a:pt x="24972" y="18168"/>
                        <a:pt x="29163" y="18072"/>
                        <a:pt x="28781" y="18072"/>
                      </a:cubicBezTo>
                      <a:cubicBezTo>
                        <a:pt x="28401" y="18072"/>
                        <a:pt x="22495" y="18644"/>
                        <a:pt x="23829" y="18644"/>
                      </a:cubicBezTo>
                      <a:cubicBezTo>
                        <a:pt x="26740" y="18973"/>
                        <a:pt x="29680" y="18973"/>
                        <a:pt x="32592" y="18644"/>
                      </a:cubicBezTo>
                      <a:cubicBezTo>
                        <a:pt x="33354" y="17977"/>
                        <a:pt x="32592" y="15119"/>
                        <a:pt x="32592" y="15119"/>
                      </a:cubicBezTo>
                      <a:lnTo>
                        <a:pt x="23067" y="15119"/>
                      </a:lnTo>
                      <a:cubicBezTo>
                        <a:pt x="23067" y="15119"/>
                        <a:pt x="23067" y="13881"/>
                        <a:pt x="22019" y="13786"/>
                      </a:cubicBezTo>
                      <a:lnTo>
                        <a:pt x="19352" y="13786"/>
                      </a:lnTo>
                      <a:cubicBezTo>
                        <a:pt x="19352" y="13786"/>
                        <a:pt x="17447" y="4261"/>
                        <a:pt x="11732" y="1975"/>
                      </a:cubicBezTo>
                      <a:cubicBezTo>
                        <a:pt x="7951" y="460"/>
                        <a:pt x="3897" y="-253"/>
                        <a:pt x="-174" y="-12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28" name="任意多边形: 形状 327"/>
                <p:cNvSpPr/>
                <p:nvPr/>
              </p:nvSpPr>
              <p:spPr>
                <a:xfrm>
                  <a:off x="5472303" y="3070183"/>
                  <a:ext cx="1905" cy="9808"/>
                </a:xfrm>
                <a:custGeom>
                  <a:avLst/>
                  <a:gdLst>
                    <a:gd name="connsiteX0" fmla="*/ -221 w 1905"/>
                    <a:gd name="connsiteY0" fmla="*/ 108 h 9808"/>
                    <a:gd name="connsiteX1" fmla="*/ -221 w 1905"/>
                    <a:gd name="connsiteY1" fmla="*/ 9061 h 9808"/>
                    <a:gd name="connsiteX2" fmla="*/ 1398 w 1905"/>
                    <a:gd name="connsiteY2" fmla="*/ 9061 h 9808"/>
                    <a:gd name="connsiteX3" fmla="*/ 1398 w 1905"/>
                    <a:gd name="connsiteY3" fmla="*/ 203 h 9808"/>
                    <a:gd name="connsiteX4" fmla="*/ -31 w 1905"/>
                    <a:gd name="connsiteY4" fmla="*/ 203 h 98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" h="9808">
                      <a:moveTo>
                        <a:pt x="-221" y="108"/>
                      </a:moveTo>
                      <a:cubicBezTo>
                        <a:pt x="-413" y="3089"/>
                        <a:pt x="-413" y="6080"/>
                        <a:pt x="-221" y="9061"/>
                      </a:cubicBezTo>
                      <a:cubicBezTo>
                        <a:pt x="-221" y="10013"/>
                        <a:pt x="1398" y="9728"/>
                        <a:pt x="1398" y="9061"/>
                      </a:cubicBezTo>
                      <a:cubicBezTo>
                        <a:pt x="1588" y="6111"/>
                        <a:pt x="1588" y="3152"/>
                        <a:pt x="1398" y="203"/>
                      </a:cubicBezTo>
                      <a:cubicBezTo>
                        <a:pt x="1398" y="-559"/>
                        <a:pt x="-31" y="203"/>
                        <a:pt x="-31" y="20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29" name="任意多边形: 形状 328"/>
                <p:cNvSpPr/>
                <p:nvPr/>
              </p:nvSpPr>
              <p:spPr>
                <a:xfrm>
                  <a:off x="5475717" y="3068291"/>
                  <a:ext cx="2302" cy="12054"/>
                </a:xfrm>
                <a:custGeom>
                  <a:avLst/>
                  <a:gdLst>
                    <a:gd name="connsiteX0" fmla="*/ -111 w 2302"/>
                    <a:gd name="connsiteY0" fmla="*/ 761 h 12054"/>
                    <a:gd name="connsiteX1" fmla="*/ -111 w 2302"/>
                    <a:gd name="connsiteY1" fmla="*/ 11525 h 12054"/>
                    <a:gd name="connsiteX2" fmla="*/ 1794 w 2302"/>
                    <a:gd name="connsiteY2" fmla="*/ 11525 h 12054"/>
                    <a:gd name="connsiteX3" fmla="*/ 1794 w 2302"/>
                    <a:gd name="connsiteY3" fmla="*/ 476 h 12054"/>
                    <a:gd name="connsiteX4" fmla="*/ 405 w 2302"/>
                    <a:gd name="connsiteY4" fmla="*/ -40 h 12054"/>
                    <a:gd name="connsiteX5" fmla="*/ -111 w 2302"/>
                    <a:gd name="connsiteY5" fmla="*/ 476 h 12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02" h="12054">
                      <a:moveTo>
                        <a:pt x="-111" y="761"/>
                      </a:moveTo>
                      <a:cubicBezTo>
                        <a:pt x="-450" y="4341"/>
                        <a:pt x="-450" y="7945"/>
                        <a:pt x="-111" y="11525"/>
                      </a:cubicBezTo>
                      <a:cubicBezTo>
                        <a:pt x="-111" y="12001"/>
                        <a:pt x="1794" y="12096"/>
                        <a:pt x="1794" y="11525"/>
                      </a:cubicBezTo>
                      <a:cubicBezTo>
                        <a:pt x="1986" y="7844"/>
                        <a:pt x="1986" y="4156"/>
                        <a:pt x="1794" y="476"/>
                      </a:cubicBezTo>
                      <a:cubicBezTo>
                        <a:pt x="1553" y="-51"/>
                        <a:pt x="931" y="-282"/>
                        <a:pt x="405" y="-40"/>
                      </a:cubicBezTo>
                      <a:cubicBezTo>
                        <a:pt x="177" y="64"/>
                        <a:pt x="-6" y="247"/>
                        <a:pt x="-111" y="47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0" name="任意多边形: 形状 329"/>
                <p:cNvSpPr/>
                <p:nvPr/>
              </p:nvSpPr>
              <p:spPr>
                <a:xfrm>
                  <a:off x="5479588" y="3069757"/>
                  <a:ext cx="1625" cy="9527"/>
                </a:xfrm>
                <a:custGeom>
                  <a:avLst/>
                  <a:gdLst>
                    <a:gd name="connsiteX0" fmla="*/ 495 w 1625"/>
                    <a:gd name="connsiteY0" fmla="*/ -133 h 9527"/>
                    <a:gd name="connsiteX1" fmla="*/ -362 w 1625"/>
                    <a:gd name="connsiteY1" fmla="*/ 3010 h 9527"/>
                    <a:gd name="connsiteX2" fmla="*/ 495 w 1625"/>
                    <a:gd name="connsiteY2" fmla="*/ 9392 h 9527"/>
                    <a:gd name="connsiteX3" fmla="*/ 1257 w 1625"/>
                    <a:gd name="connsiteY3" fmla="*/ 3010 h 9527"/>
                    <a:gd name="connsiteX4" fmla="*/ 495 w 1625"/>
                    <a:gd name="connsiteY4" fmla="*/ -133 h 9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25" h="9527">
                      <a:moveTo>
                        <a:pt x="495" y="-133"/>
                      </a:moveTo>
                      <a:cubicBezTo>
                        <a:pt x="-458" y="-133"/>
                        <a:pt x="-362" y="1486"/>
                        <a:pt x="-362" y="3010"/>
                      </a:cubicBezTo>
                      <a:cubicBezTo>
                        <a:pt x="-362" y="4534"/>
                        <a:pt x="-362" y="9392"/>
                        <a:pt x="495" y="9392"/>
                      </a:cubicBezTo>
                      <a:cubicBezTo>
                        <a:pt x="1352" y="9392"/>
                        <a:pt x="1257" y="3772"/>
                        <a:pt x="1257" y="3010"/>
                      </a:cubicBezTo>
                      <a:cubicBezTo>
                        <a:pt x="1257" y="2248"/>
                        <a:pt x="1257" y="-229"/>
                        <a:pt x="495" y="-133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1" name="任意多边形: 形状 330"/>
                <p:cNvSpPr/>
                <p:nvPr/>
              </p:nvSpPr>
              <p:spPr>
                <a:xfrm>
                  <a:off x="5518167" y="3070331"/>
                  <a:ext cx="2190" cy="9429"/>
                </a:xfrm>
                <a:custGeom>
                  <a:avLst/>
                  <a:gdLst>
                    <a:gd name="connsiteX0" fmla="*/ 873 w 2190"/>
                    <a:gd name="connsiteY0" fmla="*/ -136 h 9429"/>
                    <a:gd name="connsiteX1" fmla="*/ -365 w 2190"/>
                    <a:gd name="connsiteY1" fmla="*/ 2721 h 9429"/>
                    <a:gd name="connsiteX2" fmla="*/ 969 w 2190"/>
                    <a:gd name="connsiteY2" fmla="*/ 9294 h 9429"/>
                    <a:gd name="connsiteX3" fmla="*/ 1826 w 2190"/>
                    <a:gd name="connsiteY3" fmla="*/ 2436 h 9429"/>
                    <a:gd name="connsiteX4" fmla="*/ 873 w 2190"/>
                    <a:gd name="connsiteY4" fmla="*/ -136 h 9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90" h="9429">
                      <a:moveTo>
                        <a:pt x="873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207" y="9294"/>
                        <a:pt x="969" y="9294"/>
                      </a:cubicBezTo>
                      <a:cubicBezTo>
                        <a:pt x="1731" y="9294"/>
                        <a:pt x="1826" y="3674"/>
                        <a:pt x="1826" y="2436"/>
                      </a:cubicBezTo>
                      <a:cubicBezTo>
                        <a:pt x="1826" y="1198"/>
                        <a:pt x="1826" y="-136"/>
                        <a:pt x="873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2" name="任意多边形: 形状 331"/>
                <p:cNvSpPr/>
                <p:nvPr/>
              </p:nvSpPr>
              <p:spPr>
                <a:xfrm>
                  <a:off x="5522148" y="3068331"/>
                  <a:ext cx="2381" cy="12001"/>
                </a:xfrm>
                <a:custGeom>
                  <a:avLst/>
                  <a:gdLst>
                    <a:gd name="connsiteX0" fmla="*/ 988 w 2381"/>
                    <a:gd name="connsiteY0" fmla="*/ -136 h 12001"/>
                    <a:gd name="connsiteX1" fmla="*/ -346 w 2381"/>
                    <a:gd name="connsiteY1" fmla="*/ 3864 h 12001"/>
                    <a:gd name="connsiteX2" fmla="*/ 797 w 2381"/>
                    <a:gd name="connsiteY2" fmla="*/ 11865 h 12001"/>
                    <a:gd name="connsiteX3" fmla="*/ 1940 w 2381"/>
                    <a:gd name="connsiteY3" fmla="*/ 3960 h 12001"/>
                    <a:gd name="connsiteX4" fmla="*/ 988 w 2381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81" h="12001">
                      <a:moveTo>
                        <a:pt x="988" y="-136"/>
                      </a:moveTo>
                      <a:cubicBezTo>
                        <a:pt x="-631" y="-136"/>
                        <a:pt x="-346" y="1960"/>
                        <a:pt x="-346" y="3864"/>
                      </a:cubicBezTo>
                      <a:cubicBezTo>
                        <a:pt x="-346" y="5769"/>
                        <a:pt x="-346" y="11865"/>
                        <a:pt x="797" y="11865"/>
                      </a:cubicBezTo>
                      <a:cubicBezTo>
                        <a:pt x="1940" y="11865"/>
                        <a:pt x="1940" y="6055"/>
                        <a:pt x="1940" y="3960"/>
                      </a:cubicBezTo>
                      <a:cubicBezTo>
                        <a:pt x="1940" y="1864"/>
                        <a:pt x="2417" y="-136"/>
                        <a:pt x="98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3" name="任意多边形: 形状 332"/>
                <p:cNvSpPr/>
                <p:nvPr/>
              </p:nvSpPr>
              <p:spPr>
                <a:xfrm>
                  <a:off x="5526263" y="3070617"/>
                  <a:ext cx="1874" cy="9143"/>
                </a:xfrm>
                <a:custGeom>
                  <a:avLst/>
                  <a:gdLst>
                    <a:gd name="connsiteX0" fmla="*/ 302 w 1874"/>
                    <a:gd name="connsiteY0" fmla="*/ -136 h 9143"/>
                    <a:gd name="connsiteX1" fmla="*/ -365 w 1874"/>
                    <a:gd name="connsiteY1" fmla="*/ 2531 h 9143"/>
                    <a:gd name="connsiteX2" fmla="*/ 302 w 1874"/>
                    <a:gd name="connsiteY2" fmla="*/ 9008 h 9143"/>
                    <a:gd name="connsiteX3" fmla="*/ 1445 w 1874"/>
                    <a:gd name="connsiteY3" fmla="*/ 2150 h 9143"/>
                    <a:gd name="connsiteX4" fmla="*/ 302 w 1874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74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9" y="9008"/>
                        <a:pt x="1254" y="3484"/>
                        <a:pt x="1445" y="2150"/>
                      </a:cubicBezTo>
                      <a:cubicBezTo>
                        <a:pt x="1635" y="817"/>
                        <a:pt x="1445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4" name="任意多边形: 形状 333"/>
                <p:cNvSpPr/>
                <p:nvPr/>
              </p:nvSpPr>
              <p:spPr>
                <a:xfrm>
                  <a:off x="5563887" y="3070331"/>
                  <a:ext cx="2217" cy="9334"/>
                </a:xfrm>
                <a:custGeom>
                  <a:avLst/>
                  <a:gdLst>
                    <a:gd name="connsiteX0" fmla="*/ 778 w 2217"/>
                    <a:gd name="connsiteY0" fmla="*/ -136 h 9334"/>
                    <a:gd name="connsiteX1" fmla="*/ -365 w 2217"/>
                    <a:gd name="connsiteY1" fmla="*/ 2721 h 9334"/>
                    <a:gd name="connsiteX2" fmla="*/ 968 w 2217"/>
                    <a:gd name="connsiteY2" fmla="*/ 9199 h 9334"/>
                    <a:gd name="connsiteX3" fmla="*/ 1731 w 2217"/>
                    <a:gd name="connsiteY3" fmla="*/ 2436 h 9334"/>
                    <a:gd name="connsiteX4" fmla="*/ 778 w 2217"/>
                    <a:gd name="connsiteY4" fmla="*/ -136 h 9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17" h="9334">
                      <a:moveTo>
                        <a:pt x="778" y="-136"/>
                      </a:moveTo>
                      <a:cubicBezTo>
                        <a:pt x="-365" y="-136"/>
                        <a:pt x="-365" y="721"/>
                        <a:pt x="-365" y="2721"/>
                      </a:cubicBezTo>
                      <a:cubicBezTo>
                        <a:pt x="-365" y="4722"/>
                        <a:pt x="-365" y="9199"/>
                        <a:pt x="968" y="9199"/>
                      </a:cubicBezTo>
                      <a:cubicBezTo>
                        <a:pt x="2302" y="9199"/>
                        <a:pt x="1731" y="3674"/>
                        <a:pt x="1731" y="2436"/>
                      </a:cubicBezTo>
                      <a:cubicBezTo>
                        <a:pt x="1731" y="1198"/>
                        <a:pt x="1731" y="-136"/>
                        <a:pt x="778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5" name="任意多边形: 形状 334"/>
                <p:cNvSpPr/>
                <p:nvPr/>
              </p:nvSpPr>
              <p:spPr>
                <a:xfrm>
                  <a:off x="5568134" y="3068331"/>
                  <a:ext cx="2325" cy="12001"/>
                </a:xfrm>
                <a:custGeom>
                  <a:avLst/>
                  <a:gdLst>
                    <a:gd name="connsiteX0" fmla="*/ 912 w 2325"/>
                    <a:gd name="connsiteY0" fmla="*/ -136 h 12001"/>
                    <a:gd name="connsiteX1" fmla="*/ -326 w 2325"/>
                    <a:gd name="connsiteY1" fmla="*/ 3864 h 12001"/>
                    <a:gd name="connsiteX2" fmla="*/ 817 w 2325"/>
                    <a:gd name="connsiteY2" fmla="*/ 11865 h 12001"/>
                    <a:gd name="connsiteX3" fmla="*/ 1960 w 2325"/>
                    <a:gd name="connsiteY3" fmla="*/ 3960 h 12001"/>
                    <a:gd name="connsiteX4" fmla="*/ 912 w 2325"/>
                    <a:gd name="connsiteY4" fmla="*/ -136 h 120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5" h="12001">
                      <a:moveTo>
                        <a:pt x="912" y="-136"/>
                      </a:moveTo>
                      <a:cubicBezTo>
                        <a:pt x="-707" y="-136"/>
                        <a:pt x="-326" y="1960"/>
                        <a:pt x="-326" y="3864"/>
                      </a:cubicBezTo>
                      <a:cubicBezTo>
                        <a:pt x="-326" y="5769"/>
                        <a:pt x="-326" y="11865"/>
                        <a:pt x="817" y="11865"/>
                      </a:cubicBezTo>
                      <a:cubicBezTo>
                        <a:pt x="1960" y="11865"/>
                        <a:pt x="1960" y="6055"/>
                        <a:pt x="1960" y="3960"/>
                      </a:cubicBezTo>
                      <a:cubicBezTo>
                        <a:pt x="1960" y="1864"/>
                        <a:pt x="1960" y="-136"/>
                        <a:pt x="91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6" name="任意多边形: 形状 335"/>
                <p:cNvSpPr/>
                <p:nvPr/>
              </p:nvSpPr>
              <p:spPr>
                <a:xfrm>
                  <a:off x="5572269" y="3070617"/>
                  <a:ext cx="1779" cy="9143"/>
                </a:xfrm>
                <a:custGeom>
                  <a:avLst/>
                  <a:gdLst>
                    <a:gd name="connsiteX0" fmla="*/ 302 w 1779"/>
                    <a:gd name="connsiteY0" fmla="*/ -136 h 9143"/>
                    <a:gd name="connsiteX1" fmla="*/ -365 w 1779"/>
                    <a:gd name="connsiteY1" fmla="*/ 2531 h 9143"/>
                    <a:gd name="connsiteX2" fmla="*/ 302 w 1779"/>
                    <a:gd name="connsiteY2" fmla="*/ 9008 h 9143"/>
                    <a:gd name="connsiteX3" fmla="*/ 1349 w 1779"/>
                    <a:gd name="connsiteY3" fmla="*/ 2150 h 9143"/>
                    <a:gd name="connsiteX4" fmla="*/ 302 w 1779"/>
                    <a:gd name="connsiteY4" fmla="*/ -136 h 91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79" h="9143">
                      <a:moveTo>
                        <a:pt x="302" y="-136"/>
                      </a:moveTo>
                      <a:cubicBezTo>
                        <a:pt x="-365" y="-136"/>
                        <a:pt x="-365" y="531"/>
                        <a:pt x="-365" y="2531"/>
                      </a:cubicBezTo>
                      <a:cubicBezTo>
                        <a:pt x="-365" y="4531"/>
                        <a:pt x="-365" y="9008"/>
                        <a:pt x="302" y="9008"/>
                      </a:cubicBezTo>
                      <a:cubicBezTo>
                        <a:pt x="968" y="9008"/>
                        <a:pt x="1159" y="3484"/>
                        <a:pt x="1349" y="2150"/>
                      </a:cubicBezTo>
                      <a:cubicBezTo>
                        <a:pt x="1540" y="817"/>
                        <a:pt x="1349" y="-136"/>
                        <a:pt x="302" y="-136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337" name="任意多边形: 形状 336"/>
                <p:cNvSpPr/>
                <p:nvPr/>
              </p:nvSpPr>
              <p:spPr>
                <a:xfrm>
                  <a:off x="5483591" y="3067393"/>
                  <a:ext cx="108299" cy="19691"/>
                </a:xfrm>
                <a:custGeom>
                  <a:avLst/>
                  <a:gdLst>
                    <a:gd name="connsiteX0" fmla="*/ 45831 w 108299"/>
                    <a:gd name="connsiteY0" fmla="*/ 15185 h 19691"/>
                    <a:gd name="connsiteX1" fmla="*/ 45831 w 108299"/>
                    <a:gd name="connsiteY1" fmla="*/ 19376 h 19691"/>
                    <a:gd name="connsiteX2" fmla="*/ 40878 w 108299"/>
                    <a:gd name="connsiteY2" fmla="*/ 19376 h 19691"/>
                    <a:gd name="connsiteX3" fmla="*/ 42974 w 108299"/>
                    <a:gd name="connsiteY3" fmla="*/ 18614 h 19691"/>
                    <a:gd name="connsiteX4" fmla="*/ 41259 w 108299"/>
                    <a:gd name="connsiteY4" fmla="*/ 18614 h 19691"/>
                    <a:gd name="connsiteX5" fmla="*/ 42021 w 108299"/>
                    <a:gd name="connsiteY5" fmla="*/ 17852 h 19691"/>
                    <a:gd name="connsiteX6" fmla="*/ 39259 w 108299"/>
                    <a:gd name="connsiteY6" fmla="*/ 17852 h 19691"/>
                    <a:gd name="connsiteX7" fmla="*/ 40307 w 108299"/>
                    <a:gd name="connsiteY7" fmla="*/ 17185 h 19691"/>
                    <a:gd name="connsiteX8" fmla="*/ 35640 w 108299"/>
                    <a:gd name="connsiteY8" fmla="*/ 17185 h 19691"/>
                    <a:gd name="connsiteX9" fmla="*/ 36592 w 108299"/>
                    <a:gd name="connsiteY9" fmla="*/ 16423 h 19691"/>
                    <a:gd name="connsiteX10" fmla="*/ 27067 w 108299"/>
                    <a:gd name="connsiteY10" fmla="*/ 16423 h 19691"/>
                    <a:gd name="connsiteX11" fmla="*/ 21733 w 108299"/>
                    <a:gd name="connsiteY11" fmla="*/ 4136 h 19691"/>
                    <a:gd name="connsiteX12" fmla="*/ 7826 w 108299"/>
                    <a:gd name="connsiteY12" fmla="*/ 3469 h 19691"/>
                    <a:gd name="connsiteX13" fmla="*/ 873 w 108299"/>
                    <a:gd name="connsiteY13" fmla="*/ 14137 h 19691"/>
                    <a:gd name="connsiteX14" fmla="*/ -365 w 108299"/>
                    <a:gd name="connsiteY14" fmla="*/ 14137 h 19691"/>
                    <a:gd name="connsiteX15" fmla="*/ 2778 w 108299"/>
                    <a:gd name="connsiteY15" fmla="*/ 5374 h 19691"/>
                    <a:gd name="connsiteX16" fmla="*/ 14399 w 108299"/>
                    <a:gd name="connsiteY16" fmla="*/ 707 h 19691"/>
                    <a:gd name="connsiteX17" fmla="*/ 32670 w 108299"/>
                    <a:gd name="connsiteY17" fmla="*/ 9332 h 19691"/>
                    <a:gd name="connsiteX18" fmla="*/ 33449 w 108299"/>
                    <a:gd name="connsiteY18" fmla="*/ 15470 h 19691"/>
                    <a:gd name="connsiteX19" fmla="*/ 44307 w 108299"/>
                    <a:gd name="connsiteY19" fmla="*/ 15470 h 19691"/>
                    <a:gd name="connsiteX20" fmla="*/ 48403 w 108299"/>
                    <a:gd name="connsiteY20" fmla="*/ 5945 h 19691"/>
                    <a:gd name="connsiteX21" fmla="*/ 60023 w 108299"/>
                    <a:gd name="connsiteY21" fmla="*/ 1278 h 19691"/>
                    <a:gd name="connsiteX22" fmla="*/ 76216 w 108299"/>
                    <a:gd name="connsiteY22" fmla="*/ 5564 h 19691"/>
                    <a:gd name="connsiteX23" fmla="*/ 79359 w 108299"/>
                    <a:gd name="connsiteY23" fmla="*/ 16042 h 19691"/>
                    <a:gd name="connsiteX24" fmla="*/ 90313 w 108299"/>
                    <a:gd name="connsiteY24" fmla="*/ 16042 h 19691"/>
                    <a:gd name="connsiteX25" fmla="*/ 96599 w 108299"/>
                    <a:gd name="connsiteY25" fmla="*/ 3469 h 19691"/>
                    <a:gd name="connsiteX26" fmla="*/ 107934 w 108299"/>
                    <a:gd name="connsiteY26" fmla="*/ 897 h 19691"/>
                    <a:gd name="connsiteX27" fmla="*/ 107934 w 108299"/>
                    <a:gd name="connsiteY27" fmla="*/ 4898 h 19691"/>
                    <a:gd name="connsiteX28" fmla="*/ 96695 w 108299"/>
                    <a:gd name="connsiteY28" fmla="*/ 6517 h 19691"/>
                    <a:gd name="connsiteX29" fmla="*/ 92028 w 108299"/>
                    <a:gd name="connsiteY29" fmla="*/ 16042 h 19691"/>
                    <a:gd name="connsiteX30" fmla="*/ 91551 w 108299"/>
                    <a:gd name="connsiteY30" fmla="*/ 17471 h 19691"/>
                    <a:gd name="connsiteX31" fmla="*/ 85646 w 108299"/>
                    <a:gd name="connsiteY31" fmla="*/ 18614 h 19691"/>
                    <a:gd name="connsiteX32" fmla="*/ 88598 w 108299"/>
                    <a:gd name="connsiteY32" fmla="*/ 17185 h 19691"/>
                    <a:gd name="connsiteX33" fmla="*/ 82788 w 108299"/>
                    <a:gd name="connsiteY33" fmla="*/ 18423 h 19691"/>
                    <a:gd name="connsiteX34" fmla="*/ 85931 w 108299"/>
                    <a:gd name="connsiteY34" fmla="*/ 18423 h 19691"/>
                    <a:gd name="connsiteX35" fmla="*/ 80788 w 108299"/>
                    <a:gd name="connsiteY35" fmla="*/ 18423 h 19691"/>
                    <a:gd name="connsiteX36" fmla="*/ 82407 w 108299"/>
                    <a:gd name="connsiteY36" fmla="*/ 17947 h 19691"/>
                    <a:gd name="connsiteX37" fmla="*/ 72882 w 108299"/>
                    <a:gd name="connsiteY37" fmla="*/ 17947 h 19691"/>
                    <a:gd name="connsiteX38" fmla="*/ 67548 w 108299"/>
                    <a:gd name="connsiteY38" fmla="*/ 5660 h 19691"/>
                    <a:gd name="connsiteX39" fmla="*/ 53642 w 108299"/>
                    <a:gd name="connsiteY39" fmla="*/ 4993 h 19691"/>
                    <a:gd name="connsiteX40" fmla="*/ 46689 w 108299"/>
                    <a:gd name="connsiteY40" fmla="*/ 15661 h 19691"/>
                    <a:gd name="connsiteX41" fmla="*/ 46022 w 108299"/>
                    <a:gd name="connsiteY41" fmla="*/ 17280 h 196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</a:cxnLst>
                  <a:rect l="l" t="t" r="r" b="b"/>
                  <a:pathLst>
                    <a:path w="108299" h="19691">
                      <a:moveTo>
                        <a:pt x="45831" y="15185"/>
                      </a:moveTo>
                      <a:cubicBezTo>
                        <a:pt x="45423" y="16552"/>
                        <a:pt x="45423" y="18008"/>
                        <a:pt x="45831" y="19376"/>
                      </a:cubicBezTo>
                      <a:cubicBezTo>
                        <a:pt x="44189" y="19615"/>
                        <a:pt x="42520" y="19615"/>
                        <a:pt x="40878" y="19376"/>
                      </a:cubicBezTo>
                      <a:cubicBezTo>
                        <a:pt x="40211" y="19376"/>
                        <a:pt x="43736" y="19376"/>
                        <a:pt x="42974" y="18614"/>
                      </a:cubicBezTo>
                      <a:cubicBezTo>
                        <a:pt x="42212" y="17852"/>
                        <a:pt x="41545" y="18614"/>
                        <a:pt x="41259" y="18614"/>
                      </a:cubicBezTo>
                      <a:cubicBezTo>
                        <a:pt x="40973" y="18614"/>
                        <a:pt x="41926" y="18614"/>
                        <a:pt x="42021" y="17852"/>
                      </a:cubicBezTo>
                      <a:cubicBezTo>
                        <a:pt x="42116" y="17090"/>
                        <a:pt x="39640" y="17852"/>
                        <a:pt x="39259" y="17852"/>
                      </a:cubicBezTo>
                      <a:cubicBezTo>
                        <a:pt x="38878" y="17852"/>
                        <a:pt x="40307" y="17185"/>
                        <a:pt x="40307" y="17185"/>
                      </a:cubicBezTo>
                      <a:lnTo>
                        <a:pt x="35640" y="17185"/>
                      </a:lnTo>
                      <a:lnTo>
                        <a:pt x="36592" y="16423"/>
                      </a:lnTo>
                      <a:lnTo>
                        <a:pt x="27067" y="16423"/>
                      </a:lnTo>
                      <a:cubicBezTo>
                        <a:pt x="27067" y="16423"/>
                        <a:pt x="27639" y="6326"/>
                        <a:pt x="21733" y="4136"/>
                      </a:cubicBezTo>
                      <a:cubicBezTo>
                        <a:pt x="17317" y="2296"/>
                        <a:pt x="12397" y="2060"/>
                        <a:pt x="7826" y="3469"/>
                      </a:cubicBezTo>
                      <a:cubicBezTo>
                        <a:pt x="2873" y="5183"/>
                        <a:pt x="1635" y="13661"/>
                        <a:pt x="873" y="14137"/>
                      </a:cubicBezTo>
                      <a:cubicBezTo>
                        <a:pt x="111" y="14613"/>
                        <a:pt x="-365" y="14137"/>
                        <a:pt x="-365" y="14137"/>
                      </a:cubicBezTo>
                      <a:cubicBezTo>
                        <a:pt x="78" y="11033"/>
                        <a:pt x="1148" y="8052"/>
                        <a:pt x="2778" y="5374"/>
                      </a:cubicBezTo>
                      <a:cubicBezTo>
                        <a:pt x="5825" y="2256"/>
                        <a:pt x="10042" y="562"/>
                        <a:pt x="14399" y="707"/>
                      </a:cubicBezTo>
                      <a:cubicBezTo>
                        <a:pt x="21826" y="-1957"/>
                        <a:pt x="30007" y="1905"/>
                        <a:pt x="32670" y="9332"/>
                      </a:cubicBezTo>
                      <a:cubicBezTo>
                        <a:pt x="33375" y="11297"/>
                        <a:pt x="33641" y="13392"/>
                        <a:pt x="33449" y="15470"/>
                      </a:cubicBezTo>
                      <a:lnTo>
                        <a:pt x="44307" y="15470"/>
                      </a:lnTo>
                      <a:cubicBezTo>
                        <a:pt x="45183" y="12107"/>
                        <a:pt x="46564" y="8895"/>
                        <a:pt x="48403" y="5945"/>
                      </a:cubicBezTo>
                      <a:cubicBezTo>
                        <a:pt x="51469" y="2857"/>
                        <a:pt x="55673" y="1168"/>
                        <a:pt x="60023" y="1278"/>
                      </a:cubicBezTo>
                      <a:cubicBezTo>
                        <a:pt x="65780" y="428"/>
                        <a:pt x="71634" y="1978"/>
                        <a:pt x="76216" y="5564"/>
                      </a:cubicBezTo>
                      <a:cubicBezTo>
                        <a:pt x="78208" y="8701"/>
                        <a:pt x="79296" y="12327"/>
                        <a:pt x="79359" y="16042"/>
                      </a:cubicBezTo>
                      <a:lnTo>
                        <a:pt x="90313" y="16042"/>
                      </a:lnTo>
                      <a:cubicBezTo>
                        <a:pt x="91362" y="11405"/>
                        <a:pt x="93519" y="7091"/>
                        <a:pt x="96599" y="3469"/>
                      </a:cubicBezTo>
                      <a:cubicBezTo>
                        <a:pt x="100018" y="1452"/>
                        <a:pt x="103980" y="553"/>
                        <a:pt x="107934" y="897"/>
                      </a:cubicBezTo>
                      <a:lnTo>
                        <a:pt x="107934" y="4898"/>
                      </a:lnTo>
                      <a:cubicBezTo>
                        <a:pt x="104111" y="4488"/>
                        <a:pt x="100247" y="5044"/>
                        <a:pt x="96695" y="6517"/>
                      </a:cubicBezTo>
                      <a:cubicBezTo>
                        <a:pt x="94227" y="9158"/>
                        <a:pt x="92603" y="12474"/>
                        <a:pt x="92028" y="16042"/>
                      </a:cubicBezTo>
                      <a:cubicBezTo>
                        <a:pt x="92027" y="17185"/>
                        <a:pt x="92694" y="16899"/>
                        <a:pt x="91551" y="17471"/>
                      </a:cubicBezTo>
                      <a:cubicBezTo>
                        <a:pt x="89648" y="18135"/>
                        <a:pt x="87659" y="18520"/>
                        <a:pt x="85646" y="18614"/>
                      </a:cubicBezTo>
                      <a:cubicBezTo>
                        <a:pt x="84884" y="18614"/>
                        <a:pt x="88503" y="17375"/>
                        <a:pt x="88598" y="17185"/>
                      </a:cubicBezTo>
                      <a:cubicBezTo>
                        <a:pt x="88694" y="16994"/>
                        <a:pt x="83455" y="18423"/>
                        <a:pt x="82788" y="18423"/>
                      </a:cubicBezTo>
                      <a:lnTo>
                        <a:pt x="85931" y="18423"/>
                      </a:lnTo>
                      <a:lnTo>
                        <a:pt x="80788" y="18423"/>
                      </a:lnTo>
                      <a:lnTo>
                        <a:pt x="82407" y="17947"/>
                      </a:lnTo>
                      <a:lnTo>
                        <a:pt x="72882" y="17947"/>
                      </a:lnTo>
                      <a:cubicBezTo>
                        <a:pt x="72882" y="17947"/>
                        <a:pt x="73358" y="7850"/>
                        <a:pt x="67548" y="5660"/>
                      </a:cubicBezTo>
                      <a:cubicBezTo>
                        <a:pt x="63131" y="3828"/>
                        <a:pt x="58214" y="3592"/>
                        <a:pt x="53642" y="4993"/>
                      </a:cubicBezTo>
                      <a:cubicBezTo>
                        <a:pt x="48689" y="6707"/>
                        <a:pt x="47450" y="15185"/>
                        <a:pt x="46689" y="15661"/>
                      </a:cubicBezTo>
                      <a:cubicBezTo>
                        <a:pt x="46410" y="16176"/>
                        <a:pt x="46186" y="16718"/>
                        <a:pt x="46022" y="17280"/>
                      </a:cubicBezTo>
                    </a:path>
                  </a:pathLst>
                </a:custGeom>
                <a:solidFill>
                  <a:srgbClr val="0099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eaLnBrk="0" fontAlgn="base" hangingPunct="0"/>
                  <a:endParaRPr lang="zh-CN" altLang="en-US">
                    <a:latin typeface="Century Gothic" panose="020B0502020202020204" pitchFamily="34" charset="0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136" name="任意多边形: 形状 135"/>
              <p:cNvSpPr/>
              <p:nvPr/>
            </p:nvSpPr>
            <p:spPr>
              <a:xfrm>
                <a:off x="1894559" y="2362959"/>
                <a:ext cx="1362920" cy="1362920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1886246" y="2354788"/>
                <a:ext cx="1379954" cy="1379953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2053445" y="2521991"/>
                <a:ext cx="1045553" cy="1045553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9" name="任意多边形: 形状 138"/>
              <p:cNvSpPr/>
              <p:nvPr/>
            </p:nvSpPr>
            <p:spPr>
              <a:xfrm>
                <a:off x="2497612" y="3453400"/>
                <a:ext cx="18009" cy="41130"/>
              </a:xfrm>
              <a:custGeom>
                <a:avLst/>
                <a:gdLst>
                  <a:gd name="connsiteX0" fmla="*/ 6683 w 7048"/>
                  <a:gd name="connsiteY0" fmla="*/ -136 h 16097"/>
                  <a:gd name="connsiteX1" fmla="*/ 4779 w 7048"/>
                  <a:gd name="connsiteY1" fmla="*/ -136 h 16097"/>
                  <a:gd name="connsiteX2" fmla="*/ -365 w 7048"/>
                  <a:gd name="connsiteY2" fmla="*/ 2912 h 16097"/>
                  <a:gd name="connsiteX3" fmla="*/ -365 w 7048"/>
                  <a:gd name="connsiteY3" fmla="*/ 4531 h 16097"/>
                  <a:gd name="connsiteX4" fmla="*/ 4112 w 7048"/>
                  <a:gd name="connsiteY4" fmla="*/ 4531 h 16097"/>
                  <a:gd name="connsiteX5" fmla="*/ 4112 w 7048"/>
                  <a:gd name="connsiteY5" fmla="*/ 15961 h 16097"/>
                  <a:gd name="connsiteX6" fmla="*/ 6683 w 7048"/>
                  <a:gd name="connsiteY6" fmla="*/ 15961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48" h="16097">
                    <a:moveTo>
                      <a:pt x="6683" y="-136"/>
                    </a:moveTo>
                    <a:lnTo>
                      <a:pt x="4779" y="-136"/>
                    </a:lnTo>
                    <a:cubicBezTo>
                      <a:pt x="4016" y="2531"/>
                      <a:pt x="2683" y="2721"/>
                      <a:pt x="-365" y="2912"/>
                    </a:cubicBezTo>
                    <a:lnTo>
                      <a:pt x="-365" y="4531"/>
                    </a:lnTo>
                    <a:lnTo>
                      <a:pt x="4112" y="4531"/>
                    </a:lnTo>
                    <a:lnTo>
                      <a:pt x="4112" y="15961"/>
                    </a:lnTo>
                    <a:lnTo>
                      <a:pt x="6683" y="1596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0" name="任意多边形: 形状 139"/>
              <p:cNvSpPr/>
              <p:nvPr/>
            </p:nvSpPr>
            <p:spPr>
              <a:xfrm>
                <a:off x="2535579" y="3451865"/>
                <a:ext cx="33283" cy="43397"/>
              </a:xfrm>
              <a:custGeom>
                <a:avLst/>
                <a:gdLst>
                  <a:gd name="connsiteX0" fmla="*/ 5826 w 13026"/>
                  <a:gd name="connsiteY0" fmla="*/ 11133 h 16984"/>
                  <a:gd name="connsiteX1" fmla="*/ 10208 w 13026"/>
                  <a:gd name="connsiteY1" fmla="*/ 9228 h 16984"/>
                  <a:gd name="connsiteX2" fmla="*/ 10208 w 13026"/>
                  <a:gd name="connsiteY2" fmla="*/ 9228 h 16984"/>
                  <a:gd name="connsiteX3" fmla="*/ 5540 w 13026"/>
                  <a:gd name="connsiteY3" fmla="*/ 15229 h 16984"/>
                  <a:gd name="connsiteX4" fmla="*/ 2324 w 13026"/>
                  <a:gd name="connsiteY4" fmla="*/ 12783 h 16984"/>
                  <a:gd name="connsiteX5" fmla="*/ 2302 w 13026"/>
                  <a:gd name="connsiteY5" fmla="*/ 12562 h 16984"/>
                  <a:gd name="connsiteX6" fmla="*/ -79 w 13026"/>
                  <a:gd name="connsiteY6" fmla="*/ 12562 h 16984"/>
                  <a:gd name="connsiteX7" fmla="*/ 5636 w 13026"/>
                  <a:gd name="connsiteY7" fmla="*/ 16848 h 16984"/>
                  <a:gd name="connsiteX8" fmla="*/ 12589 w 13026"/>
                  <a:gd name="connsiteY8" fmla="*/ 7323 h 16984"/>
                  <a:gd name="connsiteX9" fmla="*/ 7146 w 13026"/>
                  <a:gd name="connsiteY9" fmla="*/ -44 h 16984"/>
                  <a:gd name="connsiteX10" fmla="*/ 5826 w 13026"/>
                  <a:gd name="connsiteY10" fmla="*/ -106 h 16984"/>
                  <a:gd name="connsiteX11" fmla="*/ -336 w 13026"/>
                  <a:gd name="connsiteY11" fmla="*/ 4912 h 16984"/>
                  <a:gd name="connsiteX12" fmla="*/ -365 w 13026"/>
                  <a:gd name="connsiteY12" fmla="*/ 5418 h 16984"/>
                  <a:gd name="connsiteX13" fmla="*/ 5731 w 13026"/>
                  <a:gd name="connsiteY13" fmla="*/ 10562 h 16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026" h="16984">
                    <a:moveTo>
                      <a:pt x="5826" y="11133"/>
                    </a:moveTo>
                    <a:cubicBezTo>
                      <a:pt x="7511" y="11256"/>
                      <a:pt x="9149" y="10544"/>
                      <a:pt x="10208" y="9228"/>
                    </a:cubicBezTo>
                    <a:lnTo>
                      <a:pt x="10208" y="9228"/>
                    </a:lnTo>
                    <a:cubicBezTo>
                      <a:pt x="9541" y="13324"/>
                      <a:pt x="8207" y="15229"/>
                      <a:pt x="5540" y="15229"/>
                    </a:cubicBezTo>
                    <a:cubicBezTo>
                      <a:pt x="3977" y="15442"/>
                      <a:pt x="2536" y="14347"/>
                      <a:pt x="2324" y="12783"/>
                    </a:cubicBezTo>
                    <a:cubicBezTo>
                      <a:pt x="2314" y="12710"/>
                      <a:pt x="2306" y="12636"/>
                      <a:pt x="2302" y="12562"/>
                    </a:cubicBezTo>
                    <a:lnTo>
                      <a:pt x="-79" y="12562"/>
                    </a:lnTo>
                    <a:cubicBezTo>
                      <a:pt x="-79" y="14086"/>
                      <a:pt x="1064" y="16848"/>
                      <a:pt x="5636" y="16848"/>
                    </a:cubicBezTo>
                    <a:cubicBezTo>
                      <a:pt x="12208" y="16848"/>
                      <a:pt x="12589" y="9514"/>
                      <a:pt x="12589" y="7323"/>
                    </a:cubicBezTo>
                    <a:cubicBezTo>
                      <a:pt x="13121" y="3786"/>
                      <a:pt x="10683" y="487"/>
                      <a:pt x="7146" y="-44"/>
                    </a:cubicBezTo>
                    <a:cubicBezTo>
                      <a:pt x="6710" y="-110"/>
                      <a:pt x="6267" y="-131"/>
                      <a:pt x="5826" y="-106"/>
                    </a:cubicBezTo>
                    <a:cubicBezTo>
                      <a:pt x="2739" y="-422"/>
                      <a:pt x="-21" y="1825"/>
                      <a:pt x="-336" y="4912"/>
                    </a:cubicBezTo>
                    <a:cubicBezTo>
                      <a:pt x="-353" y="5080"/>
                      <a:pt x="-363" y="5249"/>
                      <a:pt x="-365" y="5418"/>
                    </a:cubicBezTo>
                    <a:cubicBezTo>
                      <a:pt x="-365" y="8561"/>
                      <a:pt x="2112" y="10562"/>
                      <a:pt x="5731" y="10562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1" name="任意多边形: 形状 140"/>
              <p:cNvSpPr/>
              <p:nvPr/>
            </p:nvSpPr>
            <p:spPr>
              <a:xfrm>
                <a:off x="2542146" y="3458010"/>
                <a:ext cx="19511" cy="18083"/>
              </a:xfrm>
              <a:custGeom>
                <a:avLst/>
                <a:gdLst>
                  <a:gd name="connsiteX0" fmla="*/ 3542 w 7636"/>
                  <a:gd name="connsiteY0" fmla="*/ 6918 h 7077"/>
                  <a:gd name="connsiteX1" fmla="*/ -364 w 7636"/>
                  <a:gd name="connsiteY1" fmla="*/ 3489 h 7077"/>
                  <a:gd name="connsiteX2" fmla="*/ 3059 w 7636"/>
                  <a:gd name="connsiteY2" fmla="*/ -134 h 7077"/>
                  <a:gd name="connsiteX3" fmla="*/ 3351 w 7636"/>
                  <a:gd name="connsiteY3" fmla="*/ -131 h 7077"/>
                  <a:gd name="connsiteX4" fmla="*/ 7257 w 7636"/>
                  <a:gd name="connsiteY4" fmla="*/ 3298 h 7077"/>
                  <a:gd name="connsiteX5" fmla="*/ 4247 w 7636"/>
                  <a:gd name="connsiteY5" fmla="*/ 6927 h 7077"/>
                  <a:gd name="connsiteX6" fmla="*/ 3542 w 7636"/>
                  <a:gd name="connsiteY6" fmla="*/ 6918 h 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636" h="7077">
                    <a:moveTo>
                      <a:pt x="3542" y="6918"/>
                    </a:moveTo>
                    <a:cubicBezTo>
                      <a:pt x="2018" y="6918"/>
                      <a:pt x="-364" y="6918"/>
                      <a:pt x="-364" y="3489"/>
                    </a:cubicBezTo>
                    <a:cubicBezTo>
                      <a:pt x="-419" y="1543"/>
                      <a:pt x="1113" y="-79"/>
                      <a:pt x="3059" y="-134"/>
                    </a:cubicBezTo>
                    <a:cubicBezTo>
                      <a:pt x="3156" y="-137"/>
                      <a:pt x="3254" y="-136"/>
                      <a:pt x="3351" y="-131"/>
                    </a:cubicBezTo>
                    <a:cubicBezTo>
                      <a:pt x="6114" y="-131"/>
                      <a:pt x="7257" y="1489"/>
                      <a:pt x="7257" y="3298"/>
                    </a:cubicBezTo>
                    <a:cubicBezTo>
                      <a:pt x="7428" y="5131"/>
                      <a:pt x="6080" y="6756"/>
                      <a:pt x="4247" y="6927"/>
                    </a:cubicBezTo>
                    <a:cubicBezTo>
                      <a:pt x="4012" y="6949"/>
                      <a:pt x="3776" y="6946"/>
                      <a:pt x="3542" y="6918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2" name="任意多边形: 形状 141"/>
              <p:cNvSpPr/>
              <p:nvPr/>
            </p:nvSpPr>
            <p:spPr>
              <a:xfrm>
                <a:off x="2577195" y="3453400"/>
                <a:ext cx="34801" cy="41130"/>
              </a:xfrm>
              <a:custGeom>
                <a:avLst/>
                <a:gdLst>
                  <a:gd name="connsiteX0" fmla="*/ 13621 w 13620"/>
                  <a:gd name="connsiteY0" fmla="*/ 12192 h 16097"/>
                  <a:gd name="connsiteX1" fmla="*/ 13621 w 13620"/>
                  <a:gd name="connsiteY1" fmla="*/ 10478 h 16097"/>
                  <a:gd name="connsiteX2" fmla="*/ 10763 w 13620"/>
                  <a:gd name="connsiteY2" fmla="*/ 10478 h 16097"/>
                  <a:gd name="connsiteX3" fmla="*/ 10763 w 13620"/>
                  <a:gd name="connsiteY3" fmla="*/ 0 h 16097"/>
                  <a:gd name="connsiteX4" fmla="*/ 8763 w 13620"/>
                  <a:gd name="connsiteY4" fmla="*/ 0 h 16097"/>
                  <a:gd name="connsiteX5" fmla="*/ 0 w 13620"/>
                  <a:gd name="connsiteY5" fmla="*/ 10192 h 16097"/>
                  <a:gd name="connsiteX6" fmla="*/ 0 w 13620"/>
                  <a:gd name="connsiteY6" fmla="*/ 12192 h 16097"/>
                  <a:gd name="connsiteX7" fmla="*/ 8382 w 13620"/>
                  <a:gd name="connsiteY7" fmla="*/ 12192 h 16097"/>
                  <a:gd name="connsiteX8" fmla="*/ 8382 w 13620"/>
                  <a:gd name="connsiteY8" fmla="*/ 16097 h 16097"/>
                  <a:gd name="connsiteX9" fmla="*/ 10763 w 13620"/>
                  <a:gd name="connsiteY9" fmla="*/ 16097 h 16097"/>
                  <a:gd name="connsiteX10" fmla="*/ 10763 w 13620"/>
                  <a:gd name="connsiteY10" fmla="*/ 12192 h 16097"/>
                  <a:gd name="connsiteX11" fmla="*/ 13621 w 13620"/>
                  <a:gd name="connsiteY11" fmla="*/ 12192 h 16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620" h="16097">
                    <a:moveTo>
                      <a:pt x="13621" y="12192"/>
                    </a:moveTo>
                    <a:lnTo>
                      <a:pt x="13621" y="10478"/>
                    </a:lnTo>
                    <a:lnTo>
                      <a:pt x="10763" y="10478"/>
                    </a:lnTo>
                    <a:lnTo>
                      <a:pt x="10763" y="0"/>
                    </a:lnTo>
                    <a:lnTo>
                      <a:pt x="8763" y="0"/>
                    </a:lnTo>
                    <a:lnTo>
                      <a:pt x="0" y="10192"/>
                    </a:lnTo>
                    <a:lnTo>
                      <a:pt x="0" y="12192"/>
                    </a:lnTo>
                    <a:lnTo>
                      <a:pt x="8382" y="12192"/>
                    </a:lnTo>
                    <a:lnTo>
                      <a:pt x="8382" y="16097"/>
                    </a:lnTo>
                    <a:lnTo>
                      <a:pt x="10763" y="16097"/>
                    </a:lnTo>
                    <a:lnTo>
                      <a:pt x="10763" y="12192"/>
                    </a:lnTo>
                    <a:lnTo>
                      <a:pt x="13621" y="12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2582794" y="3461431"/>
                <a:ext cx="15819" cy="18739"/>
              </a:xfrm>
              <a:custGeom>
                <a:avLst/>
                <a:gdLst>
                  <a:gd name="connsiteX0" fmla="*/ 6096 w 6191"/>
                  <a:gd name="connsiteY0" fmla="*/ 0 h 7334"/>
                  <a:gd name="connsiteX1" fmla="*/ 6191 w 6191"/>
                  <a:gd name="connsiteY1" fmla="*/ 0 h 7334"/>
                  <a:gd name="connsiteX2" fmla="*/ 6191 w 6191"/>
                  <a:gd name="connsiteY2" fmla="*/ 7334 h 7334"/>
                  <a:gd name="connsiteX3" fmla="*/ 0 w 6191"/>
                  <a:gd name="connsiteY3" fmla="*/ 7334 h 7334"/>
                  <a:gd name="connsiteX4" fmla="*/ 6096 w 6191"/>
                  <a:gd name="connsiteY4" fmla="*/ 0 h 7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91" h="7334">
                    <a:moveTo>
                      <a:pt x="6096" y="0"/>
                    </a:moveTo>
                    <a:lnTo>
                      <a:pt x="6191" y="0"/>
                    </a:lnTo>
                    <a:lnTo>
                      <a:pt x="6191" y="7334"/>
                    </a:lnTo>
                    <a:lnTo>
                      <a:pt x="0" y="7334"/>
                    </a:lnTo>
                    <a:lnTo>
                      <a:pt x="6096" y="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4" name="任意多边形: 形状 143"/>
              <p:cNvSpPr/>
              <p:nvPr/>
            </p:nvSpPr>
            <p:spPr>
              <a:xfrm>
                <a:off x="2620518" y="3453400"/>
                <a:ext cx="33585" cy="42104"/>
              </a:xfrm>
              <a:custGeom>
                <a:avLst/>
                <a:gdLst>
                  <a:gd name="connsiteX0" fmla="*/ 12780 w 13144"/>
                  <a:gd name="connsiteY0" fmla="*/ 8151 h 16478"/>
                  <a:gd name="connsiteX1" fmla="*/ 6207 w 13144"/>
                  <a:gd name="connsiteY1" fmla="*/ -136 h 16478"/>
                  <a:gd name="connsiteX2" fmla="*/ -365 w 13144"/>
                  <a:gd name="connsiteY2" fmla="*/ 8151 h 16478"/>
                  <a:gd name="connsiteX3" fmla="*/ 6207 w 13144"/>
                  <a:gd name="connsiteY3" fmla="*/ 16342 h 16478"/>
                  <a:gd name="connsiteX4" fmla="*/ 12780 w 13144"/>
                  <a:gd name="connsiteY4" fmla="*/ 8151 h 164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44" h="16478">
                    <a:moveTo>
                      <a:pt x="12780" y="8151"/>
                    </a:moveTo>
                    <a:cubicBezTo>
                      <a:pt x="12780" y="4817"/>
                      <a:pt x="11732" y="-136"/>
                      <a:pt x="6207" y="-136"/>
                    </a:cubicBezTo>
                    <a:cubicBezTo>
                      <a:pt x="683" y="-136"/>
                      <a:pt x="-365" y="4817"/>
                      <a:pt x="-365" y="8151"/>
                    </a:cubicBezTo>
                    <a:cubicBezTo>
                      <a:pt x="-365" y="11485"/>
                      <a:pt x="683" y="16342"/>
                      <a:pt x="6207" y="16342"/>
                    </a:cubicBezTo>
                    <a:cubicBezTo>
                      <a:pt x="11732" y="16342"/>
                      <a:pt x="12780" y="11485"/>
                      <a:pt x="12780" y="815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2627090" y="3458025"/>
                <a:ext cx="20441" cy="32854"/>
              </a:xfrm>
              <a:custGeom>
                <a:avLst/>
                <a:gdLst>
                  <a:gd name="connsiteX0" fmla="*/ 7636 w 8000"/>
                  <a:gd name="connsiteY0" fmla="*/ 6341 h 12858"/>
                  <a:gd name="connsiteX1" fmla="*/ 3635 w 8000"/>
                  <a:gd name="connsiteY1" fmla="*/ 12723 h 12858"/>
                  <a:gd name="connsiteX2" fmla="*/ -365 w 8000"/>
                  <a:gd name="connsiteY2" fmla="*/ 6341 h 12858"/>
                  <a:gd name="connsiteX3" fmla="*/ 3635 w 8000"/>
                  <a:gd name="connsiteY3" fmla="*/ -136 h 12858"/>
                  <a:gd name="connsiteX4" fmla="*/ 7636 w 8000"/>
                  <a:gd name="connsiteY4" fmla="*/ 6341 h 128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0" h="12858">
                    <a:moveTo>
                      <a:pt x="7636" y="6341"/>
                    </a:moveTo>
                    <a:cubicBezTo>
                      <a:pt x="7636" y="10342"/>
                      <a:pt x="6398" y="12723"/>
                      <a:pt x="3635" y="12723"/>
                    </a:cubicBezTo>
                    <a:cubicBezTo>
                      <a:pt x="873" y="12723"/>
                      <a:pt x="-365" y="10342"/>
                      <a:pt x="-365" y="6341"/>
                    </a:cubicBezTo>
                    <a:cubicBezTo>
                      <a:pt x="-365" y="2341"/>
                      <a:pt x="873" y="-136"/>
                      <a:pt x="3635" y="-136"/>
                    </a:cubicBezTo>
                    <a:cubicBezTo>
                      <a:pt x="6398" y="-136"/>
                      <a:pt x="7636" y="2341"/>
                      <a:pt x="7636" y="6341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2468650" y="2407116"/>
                <a:ext cx="68412" cy="99298"/>
              </a:xfrm>
              <a:custGeom>
                <a:avLst/>
                <a:gdLst>
                  <a:gd name="connsiteX0" fmla="*/ -365 w 26774"/>
                  <a:gd name="connsiteY0" fmla="*/ 7866 h 38862"/>
                  <a:gd name="connsiteX1" fmla="*/ 397 w 26774"/>
                  <a:gd name="connsiteY1" fmla="*/ 5580 h 38862"/>
                  <a:gd name="connsiteX2" fmla="*/ 1826 w 26774"/>
                  <a:gd name="connsiteY2" fmla="*/ 6151 h 38862"/>
                  <a:gd name="connsiteX3" fmla="*/ 3160 w 26774"/>
                  <a:gd name="connsiteY3" fmla="*/ 6151 h 38862"/>
                  <a:gd name="connsiteX4" fmla="*/ 4779 w 26774"/>
                  <a:gd name="connsiteY4" fmla="*/ 5389 h 38862"/>
                  <a:gd name="connsiteX5" fmla="*/ 7541 w 26774"/>
                  <a:gd name="connsiteY5" fmla="*/ 3770 h 38862"/>
                  <a:gd name="connsiteX6" fmla="*/ 9731 w 26774"/>
                  <a:gd name="connsiteY6" fmla="*/ 3198 h 38862"/>
                  <a:gd name="connsiteX7" fmla="*/ 16399 w 26774"/>
                  <a:gd name="connsiteY7" fmla="*/ -40 h 38862"/>
                  <a:gd name="connsiteX8" fmla="*/ 18018 w 26774"/>
                  <a:gd name="connsiteY8" fmla="*/ -40 h 38862"/>
                  <a:gd name="connsiteX9" fmla="*/ 21161 w 26774"/>
                  <a:gd name="connsiteY9" fmla="*/ -40 h 38862"/>
                  <a:gd name="connsiteX10" fmla="*/ 21923 w 26774"/>
                  <a:gd name="connsiteY10" fmla="*/ 1198 h 38862"/>
                  <a:gd name="connsiteX11" fmla="*/ 23257 w 26774"/>
                  <a:gd name="connsiteY11" fmla="*/ 3198 h 38862"/>
                  <a:gd name="connsiteX12" fmla="*/ 22686 w 26774"/>
                  <a:gd name="connsiteY12" fmla="*/ 5199 h 38862"/>
                  <a:gd name="connsiteX13" fmla="*/ 22686 w 26774"/>
                  <a:gd name="connsiteY13" fmla="*/ 6913 h 38862"/>
                  <a:gd name="connsiteX14" fmla="*/ 21638 w 26774"/>
                  <a:gd name="connsiteY14" fmla="*/ 9866 h 38862"/>
                  <a:gd name="connsiteX15" fmla="*/ 20400 w 26774"/>
                  <a:gd name="connsiteY15" fmla="*/ 11676 h 38862"/>
                  <a:gd name="connsiteX16" fmla="*/ 18209 w 26774"/>
                  <a:gd name="connsiteY16" fmla="*/ 18629 h 38862"/>
                  <a:gd name="connsiteX17" fmla="*/ 17351 w 26774"/>
                  <a:gd name="connsiteY17" fmla="*/ 19772 h 38862"/>
                  <a:gd name="connsiteX18" fmla="*/ 16113 w 26774"/>
                  <a:gd name="connsiteY18" fmla="*/ 19772 h 38862"/>
                  <a:gd name="connsiteX19" fmla="*/ 14780 w 26774"/>
                  <a:gd name="connsiteY19" fmla="*/ 20439 h 38862"/>
                  <a:gd name="connsiteX20" fmla="*/ 12970 w 26774"/>
                  <a:gd name="connsiteY20" fmla="*/ 21296 h 38862"/>
                  <a:gd name="connsiteX21" fmla="*/ 12970 w 26774"/>
                  <a:gd name="connsiteY21" fmla="*/ 22820 h 38862"/>
                  <a:gd name="connsiteX22" fmla="*/ 14399 w 26774"/>
                  <a:gd name="connsiteY22" fmla="*/ 22344 h 38862"/>
                  <a:gd name="connsiteX23" fmla="*/ 15542 w 26774"/>
                  <a:gd name="connsiteY23" fmla="*/ 21582 h 38862"/>
                  <a:gd name="connsiteX24" fmla="*/ 17256 w 26774"/>
                  <a:gd name="connsiteY24" fmla="*/ 21582 h 38862"/>
                  <a:gd name="connsiteX25" fmla="*/ 18018 w 26774"/>
                  <a:gd name="connsiteY25" fmla="*/ 22248 h 38862"/>
                  <a:gd name="connsiteX26" fmla="*/ 18780 w 26774"/>
                  <a:gd name="connsiteY26" fmla="*/ 24344 h 38862"/>
                  <a:gd name="connsiteX27" fmla="*/ 18780 w 26774"/>
                  <a:gd name="connsiteY27" fmla="*/ 25201 h 38862"/>
                  <a:gd name="connsiteX28" fmla="*/ 17351 w 26774"/>
                  <a:gd name="connsiteY28" fmla="*/ 26535 h 38862"/>
                  <a:gd name="connsiteX29" fmla="*/ 15732 w 26774"/>
                  <a:gd name="connsiteY29" fmla="*/ 27392 h 38862"/>
                  <a:gd name="connsiteX30" fmla="*/ 15732 w 26774"/>
                  <a:gd name="connsiteY30" fmla="*/ 28439 h 38862"/>
                  <a:gd name="connsiteX31" fmla="*/ 16685 w 26774"/>
                  <a:gd name="connsiteY31" fmla="*/ 29011 h 38862"/>
                  <a:gd name="connsiteX32" fmla="*/ 18875 w 26774"/>
                  <a:gd name="connsiteY32" fmla="*/ 28249 h 38862"/>
                  <a:gd name="connsiteX33" fmla="*/ 20685 w 26774"/>
                  <a:gd name="connsiteY33" fmla="*/ 28249 h 38862"/>
                  <a:gd name="connsiteX34" fmla="*/ 22686 w 26774"/>
                  <a:gd name="connsiteY34" fmla="*/ 27582 h 38862"/>
                  <a:gd name="connsiteX35" fmla="*/ 24590 w 26774"/>
                  <a:gd name="connsiteY35" fmla="*/ 27582 h 38862"/>
                  <a:gd name="connsiteX36" fmla="*/ 26400 w 26774"/>
                  <a:gd name="connsiteY36" fmla="*/ 29773 h 38862"/>
                  <a:gd name="connsiteX37" fmla="*/ 24209 w 26774"/>
                  <a:gd name="connsiteY37" fmla="*/ 34059 h 38862"/>
                  <a:gd name="connsiteX38" fmla="*/ 21733 w 26774"/>
                  <a:gd name="connsiteY38" fmla="*/ 34059 h 38862"/>
                  <a:gd name="connsiteX39" fmla="*/ 17637 w 26774"/>
                  <a:gd name="connsiteY39" fmla="*/ 34726 h 38862"/>
                  <a:gd name="connsiteX40" fmla="*/ 15351 w 26774"/>
                  <a:gd name="connsiteY40" fmla="*/ 34726 h 38862"/>
                  <a:gd name="connsiteX41" fmla="*/ 13446 w 26774"/>
                  <a:gd name="connsiteY41" fmla="*/ 35202 h 38862"/>
                  <a:gd name="connsiteX42" fmla="*/ 11256 w 26774"/>
                  <a:gd name="connsiteY42" fmla="*/ 35869 h 38862"/>
                  <a:gd name="connsiteX43" fmla="*/ 8684 w 26774"/>
                  <a:gd name="connsiteY43" fmla="*/ 36822 h 38862"/>
                  <a:gd name="connsiteX44" fmla="*/ 5922 w 26774"/>
                  <a:gd name="connsiteY44" fmla="*/ 37489 h 38862"/>
                  <a:gd name="connsiteX45" fmla="*/ 3159 w 26774"/>
                  <a:gd name="connsiteY45" fmla="*/ 38727 h 38862"/>
                  <a:gd name="connsiteX46" fmla="*/ 1254 w 26774"/>
                  <a:gd name="connsiteY46" fmla="*/ 38060 h 38862"/>
                  <a:gd name="connsiteX47" fmla="*/ 493 w 26774"/>
                  <a:gd name="connsiteY47" fmla="*/ 35678 h 38862"/>
                  <a:gd name="connsiteX48" fmla="*/ 492 w 26774"/>
                  <a:gd name="connsiteY48" fmla="*/ 34917 h 38862"/>
                  <a:gd name="connsiteX49" fmla="*/ 492 w 26774"/>
                  <a:gd name="connsiteY49" fmla="*/ 33488 h 38862"/>
                  <a:gd name="connsiteX50" fmla="*/ 1064 w 26774"/>
                  <a:gd name="connsiteY50" fmla="*/ 32916 h 38862"/>
                  <a:gd name="connsiteX51" fmla="*/ 2016 w 26774"/>
                  <a:gd name="connsiteY51" fmla="*/ 32916 h 38862"/>
                  <a:gd name="connsiteX52" fmla="*/ 4302 w 26774"/>
                  <a:gd name="connsiteY52" fmla="*/ 31678 h 38862"/>
                  <a:gd name="connsiteX53" fmla="*/ 7255 w 26774"/>
                  <a:gd name="connsiteY53" fmla="*/ 29868 h 38862"/>
                  <a:gd name="connsiteX54" fmla="*/ 6588 w 26774"/>
                  <a:gd name="connsiteY54" fmla="*/ 29107 h 38862"/>
                  <a:gd name="connsiteX55" fmla="*/ 5350 w 26774"/>
                  <a:gd name="connsiteY55" fmla="*/ 29107 h 38862"/>
                  <a:gd name="connsiteX56" fmla="*/ 4207 w 26774"/>
                  <a:gd name="connsiteY56" fmla="*/ 29107 h 38862"/>
                  <a:gd name="connsiteX57" fmla="*/ 4207 w 26774"/>
                  <a:gd name="connsiteY57" fmla="*/ 28059 h 38862"/>
                  <a:gd name="connsiteX58" fmla="*/ 4207 w 26774"/>
                  <a:gd name="connsiteY58" fmla="*/ 26820 h 38862"/>
                  <a:gd name="connsiteX59" fmla="*/ 4779 w 26774"/>
                  <a:gd name="connsiteY59" fmla="*/ 25773 h 38862"/>
                  <a:gd name="connsiteX60" fmla="*/ 5540 w 26774"/>
                  <a:gd name="connsiteY60" fmla="*/ 25773 h 38862"/>
                  <a:gd name="connsiteX61" fmla="*/ 6303 w 26774"/>
                  <a:gd name="connsiteY61" fmla="*/ 25773 h 38862"/>
                  <a:gd name="connsiteX62" fmla="*/ 6969 w 26774"/>
                  <a:gd name="connsiteY62" fmla="*/ 25773 h 38862"/>
                  <a:gd name="connsiteX63" fmla="*/ 7541 w 26774"/>
                  <a:gd name="connsiteY63" fmla="*/ 25106 h 38862"/>
                  <a:gd name="connsiteX64" fmla="*/ 7541 w 26774"/>
                  <a:gd name="connsiteY64" fmla="*/ 23582 h 38862"/>
                  <a:gd name="connsiteX65" fmla="*/ 6588 w 26774"/>
                  <a:gd name="connsiteY65" fmla="*/ 23582 h 38862"/>
                  <a:gd name="connsiteX66" fmla="*/ 5445 w 26774"/>
                  <a:gd name="connsiteY66" fmla="*/ 24058 h 38862"/>
                  <a:gd name="connsiteX67" fmla="*/ 4493 w 26774"/>
                  <a:gd name="connsiteY67" fmla="*/ 24058 h 38862"/>
                  <a:gd name="connsiteX68" fmla="*/ 3540 w 26774"/>
                  <a:gd name="connsiteY68" fmla="*/ 24058 h 38862"/>
                  <a:gd name="connsiteX69" fmla="*/ 3064 w 26774"/>
                  <a:gd name="connsiteY69" fmla="*/ 23486 h 38862"/>
                  <a:gd name="connsiteX70" fmla="*/ 2588 w 26774"/>
                  <a:gd name="connsiteY70" fmla="*/ 22534 h 38862"/>
                  <a:gd name="connsiteX71" fmla="*/ 1540 w 26774"/>
                  <a:gd name="connsiteY71" fmla="*/ 21201 h 38862"/>
                  <a:gd name="connsiteX72" fmla="*/ 969 w 26774"/>
                  <a:gd name="connsiteY72" fmla="*/ 19581 h 38862"/>
                  <a:gd name="connsiteX73" fmla="*/ 1445 w 26774"/>
                  <a:gd name="connsiteY73" fmla="*/ 17105 h 38862"/>
                  <a:gd name="connsiteX74" fmla="*/ 492 w 26774"/>
                  <a:gd name="connsiteY74" fmla="*/ 13200 h 38862"/>
                  <a:gd name="connsiteX75" fmla="*/ -270 w 26774"/>
                  <a:gd name="connsiteY75" fmla="*/ 11580 h 38862"/>
                  <a:gd name="connsiteX76" fmla="*/ -270 w 26774"/>
                  <a:gd name="connsiteY76" fmla="*/ 10342 h 38862"/>
                  <a:gd name="connsiteX77" fmla="*/ -270 w 26774"/>
                  <a:gd name="connsiteY77" fmla="*/ 8056 h 38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26774" h="38862">
                    <a:moveTo>
                      <a:pt x="-365" y="7866"/>
                    </a:moveTo>
                    <a:cubicBezTo>
                      <a:pt x="-365" y="6913"/>
                      <a:pt x="-365" y="5580"/>
                      <a:pt x="397" y="5580"/>
                    </a:cubicBezTo>
                    <a:cubicBezTo>
                      <a:pt x="1159" y="5580"/>
                      <a:pt x="1159" y="6246"/>
                      <a:pt x="1826" y="6151"/>
                    </a:cubicBezTo>
                    <a:cubicBezTo>
                      <a:pt x="2265" y="6250"/>
                      <a:pt x="2720" y="6250"/>
                      <a:pt x="3160" y="6151"/>
                    </a:cubicBezTo>
                    <a:lnTo>
                      <a:pt x="4779" y="5389"/>
                    </a:lnTo>
                    <a:cubicBezTo>
                      <a:pt x="5652" y="4773"/>
                      <a:pt x="6576" y="4231"/>
                      <a:pt x="7541" y="3770"/>
                    </a:cubicBezTo>
                    <a:cubicBezTo>
                      <a:pt x="8207" y="3770"/>
                      <a:pt x="9160" y="3770"/>
                      <a:pt x="9731" y="3198"/>
                    </a:cubicBezTo>
                    <a:cubicBezTo>
                      <a:pt x="10303" y="2627"/>
                      <a:pt x="15732" y="55"/>
                      <a:pt x="16399" y="-40"/>
                    </a:cubicBezTo>
                    <a:cubicBezTo>
                      <a:pt x="17066" y="-135"/>
                      <a:pt x="17542" y="436"/>
                      <a:pt x="18018" y="-40"/>
                    </a:cubicBezTo>
                    <a:cubicBezTo>
                      <a:pt x="19062" y="-168"/>
                      <a:pt x="20117" y="-168"/>
                      <a:pt x="21161" y="-40"/>
                    </a:cubicBezTo>
                    <a:cubicBezTo>
                      <a:pt x="21162" y="-40"/>
                      <a:pt x="21162" y="1008"/>
                      <a:pt x="21923" y="1198"/>
                    </a:cubicBezTo>
                    <a:cubicBezTo>
                      <a:pt x="22616" y="1662"/>
                      <a:pt x="23095" y="2381"/>
                      <a:pt x="23257" y="3198"/>
                    </a:cubicBezTo>
                    <a:cubicBezTo>
                      <a:pt x="23257" y="3865"/>
                      <a:pt x="22686" y="4913"/>
                      <a:pt x="22686" y="5199"/>
                    </a:cubicBezTo>
                    <a:cubicBezTo>
                      <a:pt x="22868" y="5756"/>
                      <a:pt x="22868" y="6356"/>
                      <a:pt x="22686" y="6913"/>
                    </a:cubicBezTo>
                    <a:cubicBezTo>
                      <a:pt x="22235" y="7858"/>
                      <a:pt x="21883" y="8848"/>
                      <a:pt x="21638" y="9866"/>
                    </a:cubicBezTo>
                    <a:cubicBezTo>
                      <a:pt x="21258" y="10491"/>
                      <a:pt x="20845" y="11095"/>
                      <a:pt x="20400" y="11676"/>
                    </a:cubicBezTo>
                    <a:cubicBezTo>
                      <a:pt x="19733" y="14247"/>
                      <a:pt x="18780" y="16057"/>
                      <a:pt x="18209" y="18629"/>
                    </a:cubicBezTo>
                    <a:cubicBezTo>
                      <a:pt x="18209" y="18629"/>
                      <a:pt x="17637" y="19867"/>
                      <a:pt x="17351" y="19772"/>
                    </a:cubicBezTo>
                    <a:cubicBezTo>
                      <a:pt x="17066" y="19677"/>
                      <a:pt x="16304" y="19772"/>
                      <a:pt x="16113" y="19772"/>
                    </a:cubicBezTo>
                    <a:cubicBezTo>
                      <a:pt x="15923" y="19772"/>
                      <a:pt x="15161" y="19772"/>
                      <a:pt x="14780" y="20439"/>
                    </a:cubicBezTo>
                    <a:cubicBezTo>
                      <a:pt x="14399" y="21105"/>
                      <a:pt x="13161" y="20439"/>
                      <a:pt x="12970" y="21296"/>
                    </a:cubicBezTo>
                    <a:cubicBezTo>
                      <a:pt x="12732" y="21776"/>
                      <a:pt x="12732" y="22340"/>
                      <a:pt x="12970" y="22820"/>
                    </a:cubicBezTo>
                    <a:cubicBezTo>
                      <a:pt x="13446" y="23296"/>
                      <a:pt x="14304" y="22820"/>
                      <a:pt x="14399" y="22344"/>
                    </a:cubicBezTo>
                    <a:cubicBezTo>
                      <a:pt x="14648" y="21933"/>
                      <a:pt x="15066" y="21653"/>
                      <a:pt x="15542" y="21582"/>
                    </a:cubicBezTo>
                    <a:cubicBezTo>
                      <a:pt x="16110" y="21669"/>
                      <a:pt x="16688" y="21669"/>
                      <a:pt x="17256" y="21582"/>
                    </a:cubicBezTo>
                    <a:cubicBezTo>
                      <a:pt x="17628" y="21614"/>
                      <a:pt x="17937" y="21884"/>
                      <a:pt x="18018" y="22248"/>
                    </a:cubicBezTo>
                    <a:cubicBezTo>
                      <a:pt x="18147" y="22986"/>
                      <a:pt x="18405" y="23695"/>
                      <a:pt x="18780" y="24344"/>
                    </a:cubicBezTo>
                    <a:cubicBezTo>
                      <a:pt x="18882" y="24621"/>
                      <a:pt x="18882" y="24924"/>
                      <a:pt x="18780" y="25201"/>
                    </a:cubicBezTo>
                    <a:cubicBezTo>
                      <a:pt x="18348" y="25691"/>
                      <a:pt x="17869" y="26137"/>
                      <a:pt x="17351" y="26535"/>
                    </a:cubicBezTo>
                    <a:cubicBezTo>
                      <a:pt x="17351" y="26535"/>
                      <a:pt x="16208" y="26535"/>
                      <a:pt x="15732" y="27392"/>
                    </a:cubicBezTo>
                    <a:cubicBezTo>
                      <a:pt x="15589" y="27726"/>
                      <a:pt x="15589" y="28105"/>
                      <a:pt x="15732" y="28439"/>
                    </a:cubicBezTo>
                    <a:cubicBezTo>
                      <a:pt x="15732" y="29107"/>
                      <a:pt x="16304" y="29107"/>
                      <a:pt x="16685" y="29011"/>
                    </a:cubicBezTo>
                    <a:cubicBezTo>
                      <a:pt x="17066" y="28916"/>
                      <a:pt x="18304" y="28344"/>
                      <a:pt x="18875" y="28249"/>
                    </a:cubicBezTo>
                    <a:cubicBezTo>
                      <a:pt x="19477" y="28301"/>
                      <a:pt x="20083" y="28301"/>
                      <a:pt x="20685" y="28249"/>
                    </a:cubicBezTo>
                    <a:cubicBezTo>
                      <a:pt x="20685" y="28249"/>
                      <a:pt x="22114" y="27487"/>
                      <a:pt x="22686" y="27582"/>
                    </a:cubicBezTo>
                    <a:cubicBezTo>
                      <a:pt x="23257" y="27678"/>
                      <a:pt x="24114" y="26820"/>
                      <a:pt x="24590" y="27582"/>
                    </a:cubicBezTo>
                    <a:cubicBezTo>
                      <a:pt x="25067" y="28344"/>
                      <a:pt x="26305" y="28535"/>
                      <a:pt x="26400" y="29773"/>
                    </a:cubicBezTo>
                    <a:cubicBezTo>
                      <a:pt x="26496" y="31011"/>
                      <a:pt x="25829" y="33774"/>
                      <a:pt x="24209" y="34059"/>
                    </a:cubicBezTo>
                    <a:cubicBezTo>
                      <a:pt x="22590" y="34345"/>
                      <a:pt x="24209" y="34059"/>
                      <a:pt x="21733" y="34059"/>
                    </a:cubicBezTo>
                    <a:lnTo>
                      <a:pt x="17637" y="34726"/>
                    </a:lnTo>
                    <a:cubicBezTo>
                      <a:pt x="16876" y="34777"/>
                      <a:pt x="16112" y="34777"/>
                      <a:pt x="15351" y="34726"/>
                    </a:cubicBezTo>
                    <a:cubicBezTo>
                      <a:pt x="14701" y="34814"/>
                      <a:pt x="14062" y="34974"/>
                      <a:pt x="13446" y="35202"/>
                    </a:cubicBezTo>
                    <a:cubicBezTo>
                      <a:pt x="12739" y="35494"/>
                      <a:pt x="12005" y="35718"/>
                      <a:pt x="11256" y="35869"/>
                    </a:cubicBezTo>
                    <a:cubicBezTo>
                      <a:pt x="10341" y="36002"/>
                      <a:pt x="9465" y="36327"/>
                      <a:pt x="8684" y="36822"/>
                    </a:cubicBezTo>
                    <a:cubicBezTo>
                      <a:pt x="7780" y="37110"/>
                      <a:pt x="6857" y="37333"/>
                      <a:pt x="5922" y="37489"/>
                    </a:cubicBezTo>
                    <a:cubicBezTo>
                      <a:pt x="5040" y="37983"/>
                      <a:pt x="4115" y="38397"/>
                      <a:pt x="3159" y="38727"/>
                    </a:cubicBezTo>
                    <a:cubicBezTo>
                      <a:pt x="2683" y="38727"/>
                      <a:pt x="1349" y="38727"/>
                      <a:pt x="1254" y="38060"/>
                    </a:cubicBezTo>
                    <a:cubicBezTo>
                      <a:pt x="902" y="37301"/>
                      <a:pt x="646" y="36501"/>
                      <a:pt x="493" y="35678"/>
                    </a:cubicBezTo>
                    <a:lnTo>
                      <a:pt x="492" y="34917"/>
                    </a:lnTo>
                    <a:cubicBezTo>
                      <a:pt x="492" y="34917"/>
                      <a:pt x="492" y="33869"/>
                      <a:pt x="492" y="33488"/>
                    </a:cubicBezTo>
                    <a:cubicBezTo>
                      <a:pt x="492" y="33107"/>
                      <a:pt x="492" y="32916"/>
                      <a:pt x="1064" y="32916"/>
                    </a:cubicBezTo>
                    <a:cubicBezTo>
                      <a:pt x="1635" y="32916"/>
                      <a:pt x="1540" y="32916"/>
                      <a:pt x="2016" y="32916"/>
                    </a:cubicBezTo>
                    <a:cubicBezTo>
                      <a:pt x="2824" y="32594"/>
                      <a:pt x="3591" y="32179"/>
                      <a:pt x="4302" y="31678"/>
                    </a:cubicBezTo>
                    <a:lnTo>
                      <a:pt x="7255" y="29868"/>
                    </a:lnTo>
                    <a:cubicBezTo>
                      <a:pt x="7255" y="29297"/>
                      <a:pt x="7255" y="29011"/>
                      <a:pt x="6588" y="29107"/>
                    </a:cubicBezTo>
                    <a:cubicBezTo>
                      <a:pt x="5922" y="29202"/>
                      <a:pt x="5636" y="29107"/>
                      <a:pt x="5350" y="29107"/>
                    </a:cubicBezTo>
                    <a:cubicBezTo>
                      <a:pt x="5064" y="29107"/>
                      <a:pt x="4302" y="29107"/>
                      <a:pt x="4207" y="29107"/>
                    </a:cubicBezTo>
                    <a:cubicBezTo>
                      <a:pt x="4112" y="29107"/>
                      <a:pt x="4207" y="28344"/>
                      <a:pt x="4207" y="28059"/>
                    </a:cubicBezTo>
                    <a:lnTo>
                      <a:pt x="4207" y="26820"/>
                    </a:lnTo>
                    <a:cubicBezTo>
                      <a:pt x="4207" y="26820"/>
                      <a:pt x="4207" y="25868"/>
                      <a:pt x="4779" y="25773"/>
                    </a:cubicBezTo>
                    <a:cubicBezTo>
                      <a:pt x="5350" y="25677"/>
                      <a:pt x="4779" y="25773"/>
                      <a:pt x="5540" y="25773"/>
                    </a:cubicBezTo>
                    <a:lnTo>
                      <a:pt x="6303" y="25773"/>
                    </a:lnTo>
                    <a:lnTo>
                      <a:pt x="6969" y="25773"/>
                    </a:lnTo>
                    <a:cubicBezTo>
                      <a:pt x="7230" y="25621"/>
                      <a:pt x="7431" y="25386"/>
                      <a:pt x="7541" y="25106"/>
                    </a:cubicBezTo>
                    <a:cubicBezTo>
                      <a:pt x="7638" y="24603"/>
                      <a:pt x="7638" y="24085"/>
                      <a:pt x="7541" y="23582"/>
                    </a:cubicBezTo>
                    <a:cubicBezTo>
                      <a:pt x="7541" y="23582"/>
                      <a:pt x="7064" y="23582"/>
                      <a:pt x="6588" y="23582"/>
                    </a:cubicBezTo>
                    <a:lnTo>
                      <a:pt x="5445" y="24058"/>
                    </a:lnTo>
                    <a:cubicBezTo>
                      <a:pt x="5130" y="24111"/>
                      <a:pt x="4808" y="24111"/>
                      <a:pt x="4493" y="24058"/>
                    </a:cubicBezTo>
                    <a:cubicBezTo>
                      <a:pt x="4182" y="24154"/>
                      <a:pt x="3850" y="24154"/>
                      <a:pt x="3540" y="24058"/>
                    </a:cubicBezTo>
                    <a:cubicBezTo>
                      <a:pt x="3540" y="24058"/>
                      <a:pt x="3540" y="24058"/>
                      <a:pt x="3064" y="23486"/>
                    </a:cubicBezTo>
                    <a:cubicBezTo>
                      <a:pt x="2832" y="23211"/>
                      <a:pt x="2669" y="22885"/>
                      <a:pt x="2588" y="22534"/>
                    </a:cubicBezTo>
                    <a:cubicBezTo>
                      <a:pt x="2588" y="21582"/>
                      <a:pt x="1731" y="21391"/>
                      <a:pt x="1540" y="21201"/>
                    </a:cubicBezTo>
                    <a:cubicBezTo>
                      <a:pt x="1253" y="20700"/>
                      <a:pt x="1059" y="20151"/>
                      <a:pt x="969" y="19581"/>
                    </a:cubicBezTo>
                    <a:cubicBezTo>
                      <a:pt x="969" y="18629"/>
                      <a:pt x="1635" y="17676"/>
                      <a:pt x="1445" y="17105"/>
                    </a:cubicBezTo>
                    <a:cubicBezTo>
                      <a:pt x="981" y="15843"/>
                      <a:pt x="661" y="14533"/>
                      <a:pt x="492" y="13200"/>
                    </a:cubicBezTo>
                    <a:cubicBezTo>
                      <a:pt x="492" y="13200"/>
                      <a:pt x="-79" y="12342"/>
                      <a:pt x="-270" y="11580"/>
                    </a:cubicBezTo>
                    <a:cubicBezTo>
                      <a:pt x="-460" y="10818"/>
                      <a:pt x="-270" y="10723"/>
                      <a:pt x="-270" y="10342"/>
                    </a:cubicBezTo>
                    <a:cubicBezTo>
                      <a:pt x="-168" y="9584"/>
                      <a:pt x="-168" y="8815"/>
                      <a:pt x="-270" y="805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7" name="任意多边形: 形状 146"/>
              <p:cNvSpPr/>
              <p:nvPr/>
            </p:nvSpPr>
            <p:spPr>
              <a:xfrm>
                <a:off x="2425979" y="2425626"/>
                <a:ext cx="41468" cy="87442"/>
              </a:xfrm>
              <a:custGeom>
                <a:avLst/>
                <a:gdLst>
                  <a:gd name="connsiteX0" fmla="*/ 15477 w 16229"/>
                  <a:gd name="connsiteY0" fmla="*/ -45 h 34222"/>
                  <a:gd name="connsiteX1" fmla="*/ 15477 w 16229"/>
                  <a:gd name="connsiteY1" fmla="*/ 1860 h 34222"/>
                  <a:gd name="connsiteX2" fmla="*/ 15477 w 16229"/>
                  <a:gd name="connsiteY2" fmla="*/ 4051 h 34222"/>
                  <a:gd name="connsiteX3" fmla="*/ 14525 w 16229"/>
                  <a:gd name="connsiteY3" fmla="*/ 5765 h 34222"/>
                  <a:gd name="connsiteX4" fmla="*/ 13000 w 16229"/>
                  <a:gd name="connsiteY4" fmla="*/ 8146 h 34222"/>
                  <a:gd name="connsiteX5" fmla="*/ 13000 w 16229"/>
                  <a:gd name="connsiteY5" fmla="*/ 10432 h 34222"/>
                  <a:gd name="connsiteX6" fmla="*/ 13000 w 16229"/>
                  <a:gd name="connsiteY6" fmla="*/ 12051 h 34222"/>
                  <a:gd name="connsiteX7" fmla="*/ 14239 w 16229"/>
                  <a:gd name="connsiteY7" fmla="*/ 12051 h 34222"/>
                  <a:gd name="connsiteX8" fmla="*/ 14810 w 16229"/>
                  <a:gd name="connsiteY8" fmla="*/ 13099 h 34222"/>
                  <a:gd name="connsiteX9" fmla="*/ 15763 w 16229"/>
                  <a:gd name="connsiteY9" fmla="*/ 14814 h 34222"/>
                  <a:gd name="connsiteX10" fmla="*/ 15763 w 16229"/>
                  <a:gd name="connsiteY10" fmla="*/ 15576 h 34222"/>
                  <a:gd name="connsiteX11" fmla="*/ 12524 w 16229"/>
                  <a:gd name="connsiteY11" fmla="*/ 19576 h 34222"/>
                  <a:gd name="connsiteX12" fmla="*/ 12524 w 16229"/>
                  <a:gd name="connsiteY12" fmla="*/ 20910 h 34222"/>
                  <a:gd name="connsiteX13" fmla="*/ 13953 w 16229"/>
                  <a:gd name="connsiteY13" fmla="*/ 20910 h 34222"/>
                  <a:gd name="connsiteX14" fmla="*/ 15287 w 16229"/>
                  <a:gd name="connsiteY14" fmla="*/ 21577 h 34222"/>
                  <a:gd name="connsiteX15" fmla="*/ 15858 w 16229"/>
                  <a:gd name="connsiteY15" fmla="*/ 22815 h 34222"/>
                  <a:gd name="connsiteX16" fmla="*/ 12905 w 16229"/>
                  <a:gd name="connsiteY16" fmla="*/ 27482 h 34222"/>
                  <a:gd name="connsiteX17" fmla="*/ 7666 w 16229"/>
                  <a:gd name="connsiteY17" fmla="*/ 31101 h 34222"/>
                  <a:gd name="connsiteX18" fmla="*/ 5190 w 16229"/>
                  <a:gd name="connsiteY18" fmla="*/ 33959 h 34222"/>
                  <a:gd name="connsiteX19" fmla="*/ 4142 w 16229"/>
                  <a:gd name="connsiteY19" fmla="*/ 33959 h 34222"/>
                  <a:gd name="connsiteX20" fmla="*/ 2523 w 16229"/>
                  <a:gd name="connsiteY20" fmla="*/ 33959 h 34222"/>
                  <a:gd name="connsiteX21" fmla="*/ 1666 w 16229"/>
                  <a:gd name="connsiteY21" fmla="*/ 32721 h 34222"/>
                  <a:gd name="connsiteX22" fmla="*/ 523 w 16229"/>
                  <a:gd name="connsiteY22" fmla="*/ 31483 h 34222"/>
                  <a:gd name="connsiteX23" fmla="*/ -334 w 16229"/>
                  <a:gd name="connsiteY23" fmla="*/ 29006 h 34222"/>
                  <a:gd name="connsiteX24" fmla="*/ 1856 w 16229"/>
                  <a:gd name="connsiteY24" fmla="*/ 26339 h 34222"/>
                  <a:gd name="connsiteX25" fmla="*/ 3094 w 16229"/>
                  <a:gd name="connsiteY25" fmla="*/ 25101 h 34222"/>
                  <a:gd name="connsiteX26" fmla="*/ 3952 w 16229"/>
                  <a:gd name="connsiteY26" fmla="*/ 23863 h 34222"/>
                  <a:gd name="connsiteX27" fmla="*/ 3952 w 16229"/>
                  <a:gd name="connsiteY27" fmla="*/ 22815 h 34222"/>
                  <a:gd name="connsiteX28" fmla="*/ 3952 w 16229"/>
                  <a:gd name="connsiteY28" fmla="*/ 21481 h 34222"/>
                  <a:gd name="connsiteX29" fmla="*/ 3380 w 16229"/>
                  <a:gd name="connsiteY29" fmla="*/ 20529 h 34222"/>
                  <a:gd name="connsiteX30" fmla="*/ 2713 w 16229"/>
                  <a:gd name="connsiteY30" fmla="*/ 19672 h 34222"/>
                  <a:gd name="connsiteX31" fmla="*/ 1285 w 16229"/>
                  <a:gd name="connsiteY31" fmla="*/ 17957 h 34222"/>
                  <a:gd name="connsiteX32" fmla="*/ 2809 w 16229"/>
                  <a:gd name="connsiteY32" fmla="*/ 15862 h 34222"/>
                  <a:gd name="connsiteX33" fmla="*/ 4047 w 16229"/>
                  <a:gd name="connsiteY33" fmla="*/ 15862 h 34222"/>
                  <a:gd name="connsiteX34" fmla="*/ 5476 w 16229"/>
                  <a:gd name="connsiteY34" fmla="*/ 14242 h 34222"/>
                  <a:gd name="connsiteX35" fmla="*/ 5476 w 16229"/>
                  <a:gd name="connsiteY35" fmla="*/ 11671 h 34222"/>
                  <a:gd name="connsiteX36" fmla="*/ 3952 w 16229"/>
                  <a:gd name="connsiteY36" fmla="*/ 10623 h 34222"/>
                  <a:gd name="connsiteX37" fmla="*/ 2333 w 16229"/>
                  <a:gd name="connsiteY37" fmla="*/ 10623 h 34222"/>
                  <a:gd name="connsiteX38" fmla="*/ 1285 w 16229"/>
                  <a:gd name="connsiteY38" fmla="*/ 9670 h 34222"/>
                  <a:gd name="connsiteX39" fmla="*/ 332 w 16229"/>
                  <a:gd name="connsiteY39" fmla="*/ 9670 h 34222"/>
                  <a:gd name="connsiteX40" fmla="*/ -334 w 16229"/>
                  <a:gd name="connsiteY40" fmla="*/ 7956 h 34222"/>
                  <a:gd name="connsiteX41" fmla="*/ 427 w 16229"/>
                  <a:gd name="connsiteY41" fmla="*/ 7289 h 34222"/>
                  <a:gd name="connsiteX42" fmla="*/ 904 w 16229"/>
                  <a:gd name="connsiteY42" fmla="*/ 6241 h 34222"/>
                  <a:gd name="connsiteX43" fmla="*/ 2142 w 16229"/>
                  <a:gd name="connsiteY43" fmla="*/ 5194 h 34222"/>
                  <a:gd name="connsiteX44" fmla="*/ 3952 w 16229"/>
                  <a:gd name="connsiteY44" fmla="*/ 5194 h 34222"/>
                  <a:gd name="connsiteX45" fmla="*/ 11096 w 16229"/>
                  <a:gd name="connsiteY45" fmla="*/ 431 h 34222"/>
                  <a:gd name="connsiteX46" fmla="*/ 13191 w 16229"/>
                  <a:gd name="connsiteY46" fmla="*/ -45 h 34222"/>
                  <a:gd name="connsiteX47" fmla="*/ 14906 w 16229"/>
                  <a:gd name="connsiteY47" fmla="*/ 1574 h 3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16229" h="34222">
                    <a:moveTo>
                      <a:pt x="15477" y="-45"/>
                    </a:moveTo>
                    <a:cubicBezTo>
                      <a:pt x="15477" y="-45"/>
                      <a:pt x="15477" y="1384"/>
                      <a:pt x="15477" y="1860"/>
                    </a:cubicBezTo>
                    <a:cubicBezTo>
                      <a:pt x="15313" y="2581"/>
                      <a:pt x="15313" y="3330"/>
                      <a:pt x="15477" y="4051"/>
                    </a:cubicBezTo>
                    <a:cubicBezTo>
                      <a:pt x="15477" y="4527"/>
                      <a:pt x="15477" y="5003"/>
                      <a:pt x="14525" y="5765"/>
                    </a:cubicBezTo>
                    <a:cubicBezTo>
                      <a:pt x="13938" y="6506"/>
                      <a:pt x="13427" y="7304"/>
                      <a:pt x="13000" y="8146"/>
                    </a:cubicBezTo>
                    <a:cubicBezTo>
                      <a:pt x="12682" y="8875"/>
                      <a:pt x="12682" y="9704"/>
                      <a:pt x="13000" y="10432"/>
                    </a:cubicBezTo>
                    <a:cubicBezTo>
                      <a:pt x="13000" y="10432"/>
                      <a:pt x="13000" y="11766"/>
                      <a:pt x="13000" y="12051"/>
                    </a:cubicBezTo>
                    <a:cubicBezTo>
                      <a:pt x="13000" y="12337"/>
                      <a:pt x="13763" y="12051"/>
                      <a:pt x="14239" y="12051"/>
                    </a:cubicBezTo>
                    <a:cubicBezTo>
                      <a:pt x="14715" y="12051"/>
                      <a:pt x="14239" y="12623"/>
                      <a:pt x="14810" y="13099"/>
                    </a:cubicBezTo>
                    <a:cubicBezTo>
                      <a:pt x="15382" y="13575"/>
                      <a:pt x="15763" y="14242"/>
                      <a:pt x="15763" y="14814"/>
                    </a:cubicBezTo>
                    <a:cubicBezTo>
                      <a:pt x="15899" y="15050"/>
                      <a:pt x="15899" y="15340"/>
                      <a:pt x="15763" y="15576"/>
                    </a:cubicBezTo>
                    <a:cubicBezTo>
                      <a:pt x="14378" y="16630"/>
                      <a:pt x="13268" y="18002"/>
                      <a:pt x="12524" y="19576"/>
                    </a:cubicBezTo>
                    <a:cubicBezTo>
                      <a:pt x="12524" y="19576"/>
                      <a:pt x="12524" y="20815"/>
                      <a:pt x="12524" y="20910"/>
                    </a:cubicBezTo>
                    <a:lnTo>
                      <a:pt x="13953" y="20910"/>
                    </a:lnTo>
                    <a:cubicBezTo>
                      <a:pt x="14454" y="20996"/>
                      <a:pt x="14918" y="21228"/>
                      <a:pt x="15287" y="21577"/>
                    </a:cubicBezTo>
                    <a:cubicBezTo>
                      <a:pt x="15571" y="21939"/>
                      <a:pt x="15767" y="22363"/>
                      <a:pt x="15858" y="22815"/>
                    </a:cubicBezTo>
                    <a:cubicBezTo>
                      <a:pt x="15647" y="24743"/>
                      <a:pt x="14557" y="26465"/>
                      <a:pt x="12905" y="27482"/>
                    </a:cubicBezTo>
                    <a:cubicBezTo>
                      <a:pt x="11476" y="28720"/>
                      <a:pt x="8905" y="30149"/>
                      <a:pt x="7666" y="31101"/>
                    </a:cubicBezTo>
                    <a:cubicBezTo>
                      <a:pt x="6428" y="32054"/>
                      <a:pt x="5857" y="33673"/>
                      <a:pt x="5190" y="33959"/>
                    </a:cubicBezTo>
                    <a:cubicBezTo>
                      <a:pt x="4523" y="34245"/>
                      <a:pt x="4523" y="33959"/>
                      <a:pt x="4142" y="33959"/>
                    </a:cubicBezTo>
                    <a:lnTo>
                      <a:pt x="2523" y="33959"/>
                    </a:lnTo>
                    <a:cubicBezTo>
                      <a:pt x="1951" y="33959"/>
                      <a:pt x="2047" y="33102"/>
                      <a:pt x="1666" y="32721"/>
                    </a:cubicBezTo>
                    <a:cubicBezTo>
                      <a:pt x="1190" y="32407"/>
                      <a:pt x="798" y="31982"/>
                      <a:pt x="523" y="31483"/>
                    </a:cubicBezTo>
                    <a:cubicBezTo>
                      <a:pt x="83" y="30719"/>
                      <a:pt x="-208" y="29878"/>
                      <a:pt x="-334" y="29006"/>
                    </a:cubicBezTo>
                    <a:cubicBezTo>
                      <a:pt x="28" y="27870"/>
                      <a:pt x="812" y="26915"/>
                      <a:pt x="1856" y="26339"/>
                    </a:cubicBezTo>
                    <a:cubicBezTo>
                      <a:pt x="1856" y="26339"/>
                      <a:pt x="2809" y="25291"/>
                      <a:pt x="3094" y="25101"/>
                    </a:cubicBezTo>
                    <a:cubicBezTo>
                      <a:pt x="3476" y="24764"/>
                      <a:pt x="3771" y="24339"/>
                      <a:pt x="3952" y="23863"/>
                    </a:cubicBezTo>
                    <a:cubicBezTo>
                      <a:pt x="4004" y="23515"/>
                      <a:pt x="4004" y="23162"/>
                      <a:pt x="3952" y="22815"/>
                    </a:cubicBezTo>
                    <a:cubicBezTo>
                      <a:pt x="3995" y="22372"/>
                      <a:pt x="3995" y="21925"/>
                      <a:pt x="3952" y="21481"/>
                    </a:cubicBezTo>
                    <a:cubicBezTo>
                      <a:pt x="3850" y="21118"/>
                      <a:pt x="3653" y="20789"/>
                      <a:pt x="3380" y="20529"/>
                    </a:cubicBezTo>
                    <a:cubicBezTo>
                      <a:pt x="3087" y="20307"/>
                      <a:pt x="2856" y="20011"/>
                      <a:pt x="2713" y="19672"/>
                    </a:cubicBezTo>
                    <a:cubicBezTo>
                      <a:pt x="2714" y="19672"/>
                      <a:pt x="1380" y="18529"/>
                      <a:pt x="1285" y="17957"/>
                    </a:cubicBezTo>
                    <a:cubicBezTo>
                      <a:pt x="1211" y="16980"/>
                      <a:pt x="1856" y="16092"/>
                      <a:pt x="2809" y="15862"/>
                    </a:cubicBezTo>
                    <a:lnTo>
                      <a:pt x="4047" y="15862"/>
                    </a:lnTo>
                    <a:cubicBezTo>
                      <a:pt x="4809" y="15862"/>
                      <a:pt x="5190" y="14909"/>
                      <a:pt x="5476" y="14242"/>
                    </a:cubicBezTo>
                    <a:cubicBezTo>
                      <a:pt x="5762" y="13575"/>
                      <a:pt x="5476" y="12337"/>
                      <a:pt x="5476" y="11671"/>
                    </a:cubicBezTo>
                    <a:cubicBezTo>
                      <a:pt x="5476" y="11004"/>
                      <a:pt x="4523" y="10718"/>
                      <a:pt x="3952" y="10623"/>
                    </a:cubicBezTo>
                    <a:cubicBezTo>
                      <a:pt x="3413" y="10577"/>
                      <a:pt x="2871" y="10577"/>
                      <a:pt x="2333" y="10623"/>
                    </a:cubicBezTo>
                    <a:cubicBezTo>
                      <a:pt x="2333" y="10623"/>
                      <a:pt x="1380" y="10147"/>
                      <a:pt x="1285" y="9670"/>
                    </a:cubicBezTo>
                    <a:cubicBezTo>
                      <a:pt x="1190" y="9194"/>
                      <a:pt x="808" y="9670"/>
                      <a:pt x="332" y="9670"/>
                    </a:cubicBezTo>
                    <a:cubicBezTo>
                      <a:pt x="-144" y="9670"/>
                      <a:pt x="-239" y="8242"/>
                      <a:pt x="-334" y="7956"/>
                    </a:cubicBezTo>
                    <a:cubicBezTo>
                      <a:pt x="-430" y="7670"/>
                      <a:pt x="-334" y="7956"/>
                      <a:pt x="427" y="7289"/>
                    </a:cubicBezTo>
                    <a:cubicBezTo>
                      <a:pt x="1190" y="6622"/>
                      <a:pt x="427" y="6622"/>
                      <a:pt x="904" y="6241"/>
                    </a:cubicBezTo>
                    <a:cubicBezTo>
                      <a:pt x="1380" y="5860"/>
                      <a:pt x="1666" y="5479"/>
                      <a:pt x="2142" y="5194"/>
                    </a:cubicBezTo>
                    <a:lnTo>
                      <a:pt x="3952" y="5194"/>
                    </a:lnTo>
                    <a:cubicBezTo>
                      <a:pt x="6238" y="3860"/>
                      <a:pt x="8619" y="622"/>
                      <a:pt x="11096" y="431"/>
                    </a:cubicBezTo>
                    <a:cubicBezTo>
                      <a:pt x="13572" y="241"/>
                      <a:pt x="12810" y="431"/>
                      <a:pt x="13191" y="-45"/>
                    </a:cubicBezTo>
                    <a:cubicBezTo>
                      <a:pt x="13572" y="-521"/>
                      <a:pt x="14525" y="1003"/>
                      <a:pt x="14906" y="1574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8" name="任意多边形: 形状 147"/>
              <p:cNvSpPr/>
              <p:nvPr/>
            </p:nvSpPr>
            <p:spPr>
              <a:xfrm>
                <a:off x="2499064" y="2420260"/>
                <a:ext cx="9620" cy="9278"/>
              </a:xfrm>
              <a:custGeom>
                <a:avLst/>
                <a:gdLst>
                  <a:gd name="connsiteX0" fmla="*/ 3353 w 3765"/>
                  <a:gd name="connsiteY0" fmla="*/ 55 h 3631"/>
                  <a:gd name="connsiteX1" fmla="*/ 3353 w 3765"/>
                  <a:gd name="connsiteY1" fmla="*/ 1483 h 3631"/>
                  <a:gd name="connsiteX2" fmla="*/ 2305 w 3765"/>
                  <a:gd name="connsiteY2" fmla="*/ 3389 h 3631"/>
                  <a:gd name="connsiteX3" fmla="*/ 400 w 3765"/>
                  <a:gd name="connsiteY3" fmla="*/ 3389 h 3631"/>
                  <a:gd name="connsiteX4" fmla="*/ -362 w 3765"/>
                  <a:gd name="connsiteY4" fmla="*/ 1769 h 3631"/>
                  <a:gd name="connsiteX5" fmla="*/ 3067 w 3765"/>
                  <a:gd name="connsiteY5" fmla="*/ -136 h 3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65" h="3631">
                    <a:moveTo>
                      <a:pt x="3353" y="55"/>
                    </a:moveTo>
                    <a:cubicBezTo>
                      <a:pt x="3416" y="529"/>
                      <a:pt x="3416" y="1009"/>
                      <a:pt x="3353" y="1483"/>
                    </a:cubicBezTo>
                    <a:cubicBezTo>
                      <a:pt x="3353" y="1483"/>
                      <a:pt x="2781" y="2912"/>
                      <a:pt x="2305" y="3389"/>
                    </a:cubicBezTo>
                    <a:cubicBezTo>
                      <a:pt x="1678" y="3532"/>
                      <a:pt x="1027" y="3532"/>
                      <a:pt x="400" y="3389"/>
                    </a:cubicBezTo>
                    <a:cubicBezTo>
                      <a:pt x="-172" y="3389"/>
                      <a:pt x="-267" y="2341"/>
                      <a:pt x="-362" y="1769"/>
                    </a:cubicBezTo>
                    <a:cubicBezTo>
                      <a:pt x="-457" y="1198"/>
                      <a:pt x="1734" y="531"/>
                      <a:pt x="3067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9" name="任意多边形: 形状 148"/>
              <p:cNvSpPr/>
              <p:nvPr/>
            </p:nvSpPr>
            <p:spPr>
              <a:xfrm>
                <a:off x="2484711" y="2429752"/>
                <a:ext cx="5839" cy="8544"/>
              </a:xfrm>
              <a:custGeom>
                <a:avLst/>
                <a:gdLst>
                  <a:gd name="connsiteX0" fmla="*/ 588 w 2285"/>
                  <a:gd name="connsiteY0" fmla="*/ -136 h 3344"/>
                  <a:gd name="connsiteX1" fmla="*/ 1921 w 2285"/>
                  <a:gd name="connsiteY1" fmla="*/ 1007 h 3344"/>
                  <a:gd name="connsiteX2" fmla="*/ 397 w 2285"/>
                  <a:gd name="connsiteY2" fmla="*/ 2912 h 3344"/>
                  <a:gd name="connsiteX3" fmla="*/ -365 w 2285"/>
                  <a:gd name="connsiteY3" fmla="*/ 2912 h 3344"/>
                  <a:gd name="connsiteX4" fmla="*/ -365 w 2285"/>
                  <a:gd name="connsiteY4" fmla="*/ 1483 h 3344"/>
                  <a:gd name="connsiteX5" fmla="*/ 968 w 2285"/>
                  <a:gd name="connsiteY5" fmla="*/ 245 h 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85" h="3344">
                    <a:moveTo>
                      <a:pt x="588" y="-136"/>
                    </a:moveTo>
                    <a:cubicBezTo>
                      <a:pt x="1540" y="-136"/>
                      <a:pt x="1921" y="-136"/>
                      <a:pt x="1921" y="1007"/>
                    </a:cubicBezTo>
                    <a:cubicBezTo>
                      <a:pt x="1921" y="2150"/>
                      <a:pt x="1064" y="2245"/>
                      <a:pt x="397" y="2912"/>
                    </a:cubicBezTo>
                    <a:cubicBezTo>
                      <a:pt x="-270" y="3579"/>
                      <a:pt x="-365" y="2912"/>
                      <a:pt x="-365" y="2912"/>
                    </a:cubicBezTo>
                    <a:cubicBezTo>
                      <a:pt x="-365" y="2912"/>
                      <a:pt x="-365" y="1960"/>
                      <a:pt x="-365" y="1483"/>
                    </a:cubicBezTo>
                    <a:cubicBezTo>
                      <a:pt x="-365" y="1007"/>
                      <a:pt x="683" y="626"/>
                      <a:pt x="968" y="245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0" name="任意多边形: 形状 149"/>
              <p:cNvSpPr/>
              <p:nvPr/>
            </p:nvSpPr>
            <p:spPr>
              <a:xfrm>
                <a:off x="2499938" y="2438026"/>
                <a:ext cx="6252" cy="7057"/>
              </a:xfrm>
              <a:custGeom>
                <a:avLst/>
                <a:gdLst>
                  <a:gd name="connsiteX0" fmla="*/ 1106 w 2447"/>
                  <a:gd name="connsiteY0" fmla="*/ 54 h 2762"/>
                  <a:gd name="connsiteX1" fmla="*/ 2059 w 2447"/>
                  <a:gd name="connsiteY1" fmla="*/ 54 h 2762"/>
                  <a:gd name="connsiteX2" fmla="*/ 2059 w 2447"/>
                  <a:gd name="connsiteY2" fmla="*/ 1293 h 2762"/>
                  <a:gd name="connsiteX3" fmla="*/ 630 w 2447"/>
                  <a:gd name="connsiteY3" fmla="*/ 2626 h 2762"/>
                  <a:gd name="connsiteX4" fmla="*/ -323 w 2447"/>
                  <a:gd name="connsiteY4" fmla="*/ 1960 h 2762"/>
                  <a:gd name="connsiteX5" fmla="*/ -323 w 2447"/>
                  <a:gd name="connsiteY5" fmla="*/ 531 h 2762"/>
                  <a:gd name="connsiteX6" fmla="*/ 1011 w 2447"/>
                  <a:gd name="connsiteY6" fmla="*/ -136 h 2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47" h="2762">
                    <a:moveTo>
                      <a:pt x="1106" y="54"/>
                    </a:moveTo>
                    <a:cubicBezTo>
                      <a:pt x="1106" y="54"/>
                      <a:pt x="1868" y="54"/>
                      <a:pt x="2059" y="54"/>
                    </a:cubicBezTo>
                    <a:cubicBezTo>
                      <a:pt x="2090" y="467"/>
                      <a:pt x="2090" y="881"/>
                      <a:pt x="2059" y="1293"/>
                    </a:cubicBezTo>
                    <a:cubicBezTo>
                      <a:pt x="1818" y="1937"/>
                      <a:pt x="1289" y="2430"/>
                      <a:pt x="630" y="2626"/>
                    </a:cubicBezTo>
                    <a:cubicBezTo>
                      <a:pt x="630" y="2626"/>
                      <a:pt x="-228" y="2626"/>
                      <a:pt x="-323" y="1960"/>
                    </a:cubicBezTo>
                    <a:cubicBezTo>
                      <a:pt x="-418" y="1293"/>
                      <a:pt x="-323" y="1007"/>
                      <a:pt x="-323" y="531"/>
                    </a:cubicBezTo>
                    <a:cubicBezTo>
                      <a:pt x="-323" y="54"/>
                      <a:pt x="535" y="54"/>
                      <a:pt x="1011" y="-136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1" name="任意多边形: 形状 150"/>
              <p:cNvSpPr/>
              <p:nvPr/>
            </p:nvSpPr>
            <p:spPr>
              <a:xfrm>
                <a:off x="2485631" y="2443624"/>
                <a:ext cx="6424" cy="6362"/>
              </a:xfrm>
              <a:custGeom>
                <a:avLst/>
                <a:gdLst>
                  <a:gd name="connsiteX0" fmla="*/ 1561 w 2514"/>
                  <a:gd name="connsiteY0" fmla="*/ 245 h 2490"/>
                  <a:gd name="connsiteX1" fmla="*/ 2132 w 2514"/>
                  <a:gd name="connsiteY1" fmla="*/ 245 h 2490"/>
                  <a:gd name="connsiteX2" fmla="*/ 1371 w 2514"/>
                  <a:gd name="connsiteY2" fmla="*/ 2245 h 2490"/>
                  <a:gd name="connsiteX3" fmla="*/ -249 w 2514"/>
                  <a:gd name="connsiteY3" fmla="*/ 2245 h 2490"/>
                  <a:gd name="connsiteX4" fmla="*/ -249 w 2514"/>
                  <a:gd name="connsiteY4" fmla="*/ 1388 h 2490"/>
                  <a:gd name="connsiteX5" fmla="*/ -249 w 2514"/>
                  <a:gd name="connsiteY5" fmla="*/ 340 h 2490"/>
                  <a:gd name="connsiteX6" fmla="*/ 1466 w 2514"/>
                  <a:gd name="connsiteY6" fmla="*/ -136 h 2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" h="2490">
                    <a:moveTo>
                      <a:pt x="1561" y="245"/>
                    </a:moveTo>
                    <a:lnTo>
                      <a:pt x="2132" y="245"/>
                    </a:lnTo>
                    <a:cubicBezTo>
                      <a:pt x="2225" y="997"/>
                      <a:pt x="1940" y="1746"/>
                      <a:pt x="1371" y="2245"/>
                    </a:cubicBezTo>
                    <a:cubicBezTo>
                      <a:pt x="841" y="2391"/>
                      <a:pt x="281" y="2391"/>
                      <a:pt x="-249" y="2245"/>
                    </a:cubicBezTo>
                    <a:cubicBezTo>
                      <a:pt x="-249" y="2245"/>
                      <a:pt x="-249" y="1769"/>
                      <a:pt x="-249" y="1388"/>
                    </a:cubicBezTo>
                    <a:cubicBezTo>
                      <a:pt x="-404" y="1056"/>
                      <a:pt x="-404" y="672"/>
                      <a:pt x="-249" y="340"/>
                    </a:cubicBezTo>
                    <a:lnTo>
                      <a:pt x="1466" y="-136"/>
                    </a:ln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2" name="任意多边形: 形状 151"/>
              <p:cNvSpPr/>
              <p:nvPr/>
            </p:nvSpPr>
            <p:spPr>
              <a:xfrm>
                <a:off x="2259830" y="2497556"/>
                <a:ext cx="60716" cy="81645"/>
              </a:xfrm>
              <a:custGeom>
                <a:avLst/>
                <a:gdLst>
                  <a:gd name="connsiteX0" fmla="*/ 11256 w 23762"/>
                  <a:gd name="connsiteY0" fmla="*/ 664 h 31953"/>
                  <a:gd name="connsiteX1" fmla="*/ 12684 w 23762"/>
                  <a:gd name="connsiteY1" fmla="*/ 664 h 31953"/>
                  <a:gd name="connsiteX2" fmla="*/ 14018 w 23762"/>
                  <a:gd name="connsiteY2" fmla="*/ -98 h 31953"/>
                  <a:gd name="connsiteX3" fmla="*/ 16685 w 23762"/>
                  <a:gd name="connsiteY3" fmla="*/ -98 h 31953"/>
                  <a:gd name="connsiteX4" fmla="*/ 18113 w 23762"/>
                  <a:gd name="connsiteY4" fmla="*/ 1236 h 31953"/>
                  <a:gd name="connsiteX5" fmla="*/ 18875 w 23762"/>
                  <a:gd name="connsiteY5" fmla="*/ 2379 h 31953"/>
                  <a:gd name="connsiteX6" fmla="*/ 18304 w 23762"/>
                  <a:gd name="connsiteY6" fmla="*/ 4951 h 31953"/>
                  <a:gd name="connsiteX7" fmla="*/ 18304 w 23762"/>
                  <a:gd name="connsiteY7" fmla="*/ 6665 h 31953"/>
                  <a:gd name="connsiteX8" fmla="*/ 18304 w 23762"/>
                  <a:gd name="connsiteY8" fmla="*/ 12571 h 31953"/>
                  <a:gd name="connsiteX9" fmla="*/ 18304 w 23762"/>
                  <a:gd name="connsiteY9" fmla="*/ 14666 h 31953"/>
                  <a:gd name="connsiteX10" fmla="*/ 17637 w 23762"/>
                  <a:gd name="connsiteY10" fmla="*/ 15238 h 31953"/>
                  <a:gd name="connsiteX11" fmla="*/ 17637 w 23762"/>
                  <a:gd name="connsiteY11" fmla="*/ 16571 h 31953"/>
                  <a:gd name="connsiteX12" fmla="*/ 18876 w 23762"/>
                  <a:gd name="connsiteY12" fmla="*/ 18000 h 31953"/>
                  <a:gd name="connsiteX13" fmla="*/ 23067 w 23762"/>
                  <a:gd name="connsiteY13" fmla="*/ 25144 h 31953"/>
                  <a:gd name="connsiteX14" fmla="*/ 23067 w 23762"/>
                  <a:gd name="connsiteY14" fmla="*/ 27906 h 31953"/>
                  <a:gd name="connsiteX15" fmla="*/ 22495 w 23762"/>
                  <a:gd name="connsiteY15" fmla="*/ 30192 h 31953"/>
                  <a:gd name="connsiteX16" fmla="*/ 21543 w 23762"/>
                  <a:gd name="connsiteY16" fmla="*/ 31716 h 31953"/>
                  <a:gd name="connsiteX17" fmla="*/ 20685 w 23762"/>
                  <a:gd name="connsiteY17" fmla="*/ 31716 h 31953"/>
                  <a:gd name="connsiteX18" fmla="*/ 19542 w 23762"/>
                  <a:gd name="connsiteY18" fmla="*/ 31716 h 31953"/>
                  <a:gd name="connsiteX19" fmla="*/ 18495 w 23762"/>
                  <a:gd name="connsiteY19" fmla="*/ 31716 h 31953"/>
                  <a:gd name="connsiteX20" fmla="*/ 16875 w 23762"/>
                  <a:gd name="connsiteY20" fmla="*/ 31716 h 31953"/>
                  <a:gd name="connsiteX21" fmla="*/ 15446 w 23762"/>
                  <a:gd name="connsiteY21" fmla="*/ 30859 h 31953"/>
                  <a:gd name="connsiteX22" fmla="*/ 12398 w 23762"/>
                  <a:gd name="connsiteY22" fmla="*/ 30097 h 31953"/>
                  <a:gd name="connsiteX23" fmla="*/ 13256 w 23762"/>
                  <a:gd name="connsiteY23" fmla="*/ 28858 h 31953"/>
                  <a:gd name="connsiteX24" fmla="*/ 14685 w 23762"/>
                  <a:gd name="connsiteY24" fmla="*/ 28096 h 31953"/>
                  <a:gd name="connsiteX25" fmla="*/ 14685 w 23762"/>
                  <a:gd name="connsiteY25" fmla="*/ 25525 h 31953"/>
                  <a:gd name="connsiteX26" fmla="*/ 14018 w 23762"/>
                  <a:gd name="connsiteY26" fmla="*/ 24382 h 31953"/>
                  <a:gd name="connsiteX27" fmla="*/ 13065 w 23762"/>
                  <a:gd name="connsiteY27" fmla="*/ 22762 h 31953"/>
                  <a:gd name="connsiteX28" fmla="*/ 12018 w 23762"/>
                  <a:gd name="connsiteY28" fmla="*/ 20476 h 31953"/>
                  <a:gd name="connsiteX29" fmla="*/ 11256 w 23762"/>
                  <a:gd name="connsiteY29" fmla="*/ 20000 h 31953"/>
                  <a:gd name="connsiteX30" fmla="*/ 9922 w 23762"/>
                  <a:gd name="connsiteY30" fmla="*/ 20000 h 31953"/>
                  <a:gd name="connsiteX31" fmla="*/ 9065 w 23762"/>
                  <a:gd name="connsiteY31" fmla="*/ 20667 h 31953"/>
                  <a:gd name="connsiteX32" fmla="*/ 7541 w 23762"/>
                  <a:gd name="connsiteY32" fmla="*/ 21429 h 31953"/>
                  <a:gd name="connsiteX33" fmla="*/ 6779 w 23762"/>
                  <a:gd name="connsiteY33" fmla="*/ 21429 h 31953"/>
                  <a:gd name="connsiteX34" fmla="*/ 5826 w 23762"/>
                  <a:gd name="connsiteY34" fmla="*/ 20571 h 31953"/>
                  <a:gd name="connsiteX35" fmla="*/ 5255 w 23762"/>
                  <a:gd name="connsiteY35" fmla="*/ 20571 h 31953"/>
                  <a:gd name="connsiteX36" fmla="*/ 4398 w 23762"/>
                  <a:gd name="connsiteY36" fmla="*/ 19524 h 31953"/>
                  <a:gd name="connsiteX37" fmla="*/ 3064 w 23762"/>
                  <a:gd name="connsiteY37" fmla="*/ 18095 h 31953"/>
                  <a:gd name="connsiteX38" fmla="*/ 1445 w 23762"/>
                  <a:gd name="connsiteY38" fmla="*/ 16190 h 31953"/>
                  <a:gd name="connsiteX39" fmla="*/ 16 w 23762"/>
                  <a:gd name="connsiteY39" fmla="*/ 14095 h 31953"/>
                  <a:gd name="connsiteX40" fmla="*/ 16 w 23762"/>
                  <a:gd name="connsiteY40" fmla="*/ 10856 h 31953"/>
                  <a:gd name="connsiteX41" fmla="*/ 969 w 23762"/>
                  <a:gd name="connsiteY41" fmla="*/ 9618 h 31953"/>
                  <a:gd name="connsiteX42" fmla="*/ 2397 w 23762"/>
                  <a:gd name="connsiteY42" fmla="*/ 9618 h 31953"/>
                  <a:gd name="connsiteX43" fmla="*/ 3350 w 23762"/>
                  <a:gd name="connsiteY43" fmla="*/ 9618 h 31953"/>
                  <a:gd name="connsiteX44" fmla="*/ 5255 w 23762"/>
                  <a:gd name="connsiteY44" fmla="*/ 7618 h 31953"/>
                  <a:gd name="connsiteX45" fmla="*/ 6588 w 23762"/>
                  <a:gd name="connsiteY45" fmla="*/ 6094 h 31953"/>
                  <a:gd name="connsiteX46" fmla="*/ 7541 w 23762"/>
                  <a:gd name="connsiteY46" fmla="*/ 4951 h 31953"/>
                  <a:gd name="connsiteX47" fmla="*/ 8398 w 23762"/>
                  <a:gd name="connsiteY47" fmla="*/ 4093 h 31953"/>
                  <a:gd name="connsiteX48" fmla="*/ 9351 w 23762"/>
                  <a:gd name="connsiteY48" fmla="*/ 2760 h 31953"/>
                  <a:gd name="connsiteX49" fmla="*/ 9351 w 23762"/>
                  <a:gd name="connsiteY49" fmla="*/ 1807 h 31953"/>
                  <a:gd name="connsiteX50" fmla="*/ 9827 w 23762"/>
                  <a:gd name="connsiteY50" fmla="*/ 1045 h 31953"/>
                  <a:gd name="connsiteX51" fmla="*/ 10398 w 23762"/>
                  <a:gd name="connsiteY51" fmla="*/ 379 h 31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23762" h="31953">
                    <a:moveTo>
                      <a:pt x="11256" y="664"/>
                    </a:moveTo>
                    <a:cubicBezTo>
                      <a:pt x="11729" y="591"/>
                      <a:pt x="12211" y="591"/>
                      <a:pt x="12684" y="664"/>
                    </a:cubicBezTo>
                    <a:cubicBezTo>
                      <a:pt x="12684" y="664"/>
                      <a:pt x="13637" y="-98"/>
                      <a:pt x="14018" y="-98"/>
                    </a:cubicBezTo>
                    <a:cubicBezTo>
                      <a:pt x="14906" y="-149"/>
                      <a:pt x="15796" y="-149"/>
                      <a:pt x="16685" y="-98"/>
                    </a:cubicBezTo>
                    <a:cubicBezTo>
                      <a:pt x="17161" y="-98"/>
                      <a:pt x="17828" y="1045"/>
                      <a:pt x="18113" y="1236"/>
                    </a:cubicBezTo>
                    <a:cubicBezTo>
                      <a:pt x="18516" y="1494"/>
                      <a:pt x="18792" y="1908"/>
                      <a:pt x="18875" y="2379"/>
                    </a:cubicBezTo>
                    <a:cubicBezTo>
                      <a:pt x="18876" y="3617"/>
                      <a:pt x="18304" y="4379"/>
                      <a:pt x="18304" y="4951"/>
                    </a:cubicBezTo>
                    <a:cubicBezTo>
                      <a:pt x="18356" y="5521"/>
                      <a:pt x="18356" y="6095"/>
                      <a:pt x="18304" y="6665"/>
                    </a:cubicBezTo>
                    <a:cubicBezTo>
                      <a:pt x="18304" y="8665"/>
                      <a:pt x="18304" y="10570"/>
                      <a:pt x="18304" y="12571"/>
                    </a:cubicBezTo>
                    <a:cubicBezTo>
                      <a:pt x="18304" y="13142"/>
                      <a:pt x="18304" y="13904"/>
                      <a:pt x="18304" y="14666"/>
                    </a:cubicBezTo>
                    <a:cubicBezTo>
                      <a:pt x="18204" y="14965"/>
                      <a:pt x="17948" y="15184"/>
                      <a:pt x="17637" y="15238"/>
                    </a:cubicBezTo>
                    <a:cubicBezTo>
                      <a:pt x="17637" y="15238"/>
                      <a:pt x="17066" y="16000"/>
                      <a:pt x="17637" y="16571"/>
                    </a:cubicBezTo>
                    <a:cubicBezTo>
                      <a:pt x="17923" y="17144"/>
                      <a:pt x="18349" y="17635"/>
                      <a:pt x="18876" y="18000"/>
                    </a:cubicBezTo>
                    <a:cubicBezTo>
                      <a:pt x="20466" y="20262"/>
                      <a:pt x="21868" y="22652"/>
                      <a:pt x="23067" y="25144"/>
                    </a:cubicBezTo>
                    <a:cubicBezTo>
                      <a:pt x="23508" y="26012"/>
                      <a:pt x="23508" y="27038"/>
                      <a:pt x="23067" y="27906"/>
                    </a:cubicBezTo>
                    <a:cubicBezTo>
                      <a:pt x="23067" y="28382"/>
                      <a:pt x="23067" y="29525"/>
                      <a:pt x="22495" y="30192"/>
                    </a:cubicBezTo>
                    <a:cubicBezTo>
                      <a:pt x="21924" y="30859"/>
                      <a:pt x="21828" y="31525"/>
                      <a:pt x="21543" y="31716"/>
                    </a:cubicBezTo>
                    <a:cubicBezTo>
                      <a:pt x="21273" y="31852"/>
                      <a:pt x="20955" y="31852"/>
                      <a:pt x="20685" y="31716"/>
                    </a:cubicBezTo>
                    <a:cubicBezTo>
                      <a:pt x="20685" y="31716"/>
                      <a:pt x="19828" y="31716"/>
                      <a:pt x="19542" y="31716"/>
                    </a:cubicBezTo>
                    <a:lnTo>
                      <a:pt x="18495" y="31716"/>
                    </a:lnTo>
                    <a:cubicBezTo>
                      <a:pt x="17959" y="31814"/>
                      <a:pt x="17411" y="31814"/>
                      <a:pt x="16875" y="31716"/>
                    </a:cubicBezTo>
                    <a:cubicBezTo>
                      <a:pt x="16399" y="31716"/>
                      <a:pt x="16018" y="31144"/>
                      <a:pt x="15446" y="30859"/>
                    </a:cubicBezTo>
                    <a:cubicBezTo>
                      <a:pt x="14456" y="30512"/>
                      <a:pt x="13436" y="30257"/>
                      <a:pt x="12398" y="30097"/>
                    </a:cubicBezTo>
                    <a:cubicBezTo>
                      <a:pt x="12399" y="29620"/>
                      <a:pt x="13161" y="28954"/>
                      <a:pt x="13256" y="28858"/>
                    </a:cubicBezTo>
                    <a:cubicBezTo>
                      <a:pt x="13687" y="28527"/>
                      <a:pt x="14170" y="28270"/>
                      <a:pt x="14685" y="28096"/>
                    </a:cubicBezTo>
                    <a:cubicBezTo>
                      <a:pt x="15637" y="27525"/>
                      <a:pt x="15828" y="26953"/>
                      <a:pt x="14685" y="25525"/>
                    </a:cubicBezTo>
                    <a:cubicBezTo>
                      <a:pt x="14498" y="25124"/>
                      <a:pt x="14275" y="24741"/>
                      <a:pt x="14018" y="24382"/>
                    </a:cubicBezTo>
                    <a:cubicBezTo>
                      <a:pt x="14018" y="24381"/>
                      <a:pt x="13351" y="23334"/>
                      <a:pt x="13065" y="22762"/>
                    </a:cubicBezTo>
                    <a:cubicBezTo>
                      <a:pt x="12779" y="22191"/>
                      <a:pt x="12399" y="21429"/>
                      <a:pt x="12018" y="20476"/>
                    </a:cubicBezTo>
                    <a:cubicBezTo>
                      <a:pt x="11637" y="19524"/>
                      <a:pt x="11446" y="19905"/>
                      <a:pt x="11256" y="20000"/>
                    </a:cubicBezTo>
                    <a:cubicBezTo>
                      <a:pt x="11065" y="20095"/>
                      <a:pt x="10303" y="20000"/>
                      <a:pt x="9922" y="20000"/>
                    </a:cubicBezTo>
                    <a:cubicBezTo>
                      <a:pt x="9541" y="20000"/>
                      <a:pt x="9351" y="20571"/>
                      <a:pt x="9065" y="20667"/>
                    </a:cubicBezTo>
                    <a:cubicBezTo>
                      <a:pt x="8599" y="20997"/>
                      <a:pt x="8085" y="21254"/>
                      <a:pt x="7541" y="21429"/>
                    </a:cubicBezTo>
                    <a:cubicBezTo>
                      <a:pt x="7293" y="21509"/>
                      <a:pt x="7027" y="21509"/>
                      <a:pt x="6779" y="21429"/>
                    </a:cubicBezTo>
                    <a:cubicBezTo>
                      <a:pt x="6303" y="21429"/>
                      <a:pt x="6207" y="21429"/>
                      <a:pt x="5826" y="20571"/>
                    </a:cubicBezTo>
                    <a:lnTo>
                      <a:pt x="5255" y="20571"/>
                    </a:lnTo>
                    <a:lnTo>
                      <a:pt x="4398" y="19524"/>
                    </a:lnTo>
                    <a:lnTo>
                      <a:pt x="3064" y="18095"/>
                    </a:lnTo>
                    <a:cubicBezTo>
                      <a:pt x="2474" y="17505"/>
                      <a:pt x="1932" y="16868"/>
                      <a:pt x="1445" y="16190"/>
                    </a:cubicBezTo>
                    <a:lnTo>
                      <a:pt x="16" y="14095"/>
                    </a:lnTo>
                    <a:cubicBezTo>
                      <a:pt x="-841" y="12571"/>
                      <a:pt x="16" y="11713"/>
                      <a:pt x="16" y="10856"/>
                    </a:cubicBezTo>
                    <a:lnTo>
                      <a:pt x="969" y="9618"/>
                    </a:lnTo>
                    <a:cubicBezTo>
                      <a:pt x="969" y="9618"/>
                      <a:pt x="1731" y="9618"/>
                      <a:pt x="2397" y="9618"/>
                    </a:cubicBezTo>
                    <a:cubicBezTo>
                      <a:pt x="3064" y="9618"/>
                      <a:pt x="3159" y="9618"/>
                      <a:pt x="3350" y="9618"/>
                    </a:cubicBezTo>
                    <a:cubicBezTo>
                      <a:pt x="4100" y="9071"/>
                      <a:pt x="4745" y="8393"/>
                      <a:pt x="5255" y="7618"/>
                    </a:cubicBezTo>
                    <a:cubicBezTo>
                      <a:pt x="5255" y="7141"/>
                      <a:pt x="6207" y="6760"/>
                      <a:pt x="6588" y="6094"/>
                    </a:cubicBezTo>
                    <a:cubicBezTo>
                      <a:pt x="6862" y="5678"/>
                      <a:pt x="7181" y="5294"/>
                      <a:pt x="7541" y="4951"/>
                    </a:cubicBezTo>
                    <a:lnTo>
                      <a:pt x="8398" y="4093"/>
                    </a:lnTo>
                    <a:cubicBezTo>
                      <a:pt x="8819" y="3732"/>
                      <a:pt x="9145" y="3275"/>
                      <a:pt x="9351" y="2760"/>
                    </a:cubicBezTo>
                    <a:lnTo>
                      <a:pt x="9351" y="1807"/>
                    </a:lnTo>
                    <a:cubicBezTo>
                      <a:pt x="9488" y="1540"/>
                      <a:pt x="9647" y="1285"/>
                      <a:pt x="9827" y="1045"/>
                    </a:cubicBezTo>
                    <a:cubicBezTo>
                      <a:pt x="9827" y="1045"/>
                      <a:pt x="9827" y="1045"/>
                      <a:pt x="10398" y="37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5" name="任意多边形: 形状 274"/>
              <p:cNvSpPr/>
              <p:nvPr/>
            </p:nvSpPr>
            <p:spPr>
              <a:xfrm>
                <a:off x="2312157" y="2527091"/>
                <a:ext cx="28033" cy="25659"/>
              </a:xfrm>
              <a:custGeom>
                <a:avLst/>
                <a:gdLst>
                  <a:gd name="connsiteX0" fmla="*/ -365 w 10971"/>
                  <a:gd name="connsiteY0" fmla="*/ 1297 h 10042"/>
                  <a:gd name="connsiteX1" fmla="*/ 873 w 10971"/>
                  <a:gd name="connsiteY1" fmla="*/ 1297 h 10042"/>
                  <a:gd name="connsiteX2" fmla="*/ 2302 w 10971"/>
                  <a:gd name="connsiteY2" fmla="*/ 1297 h 10042"/>
                  <a:gd name="connsiteX3" fmla="*/ 3445 w 10971"/>
                  <a:gd name="connsiteY3" fmla="*/ 726 h 10042"/>
                  <a:gd name="connsiteX4" fmla="*/ 4683 w 10971"/>
                  <a:gd name="connsiteY4" fmla="*/ 726 h 10042"/>
                  <a:gd name="connsiteX5" fmla="*/ 5540 w 10971"/>
                  <a:gd name="connsiteY5" fmla="*/ 59 h 10042"/>
                  <a:gd name="connsiteX6" fmla="*/ 8874 w 10971"/>
                  <a:gd name="connsiteY6" fmla="*/ 630 h 10042"/>
                  <a:gd name="connsiteX7" fmla="*/ 10017 w 10971"/>
                  <a:gd name="connsiteY7" fmla="*/ 1107 h 10042"/>
                  <a:gd name="connsiteX8" fmla="*/ 10589 w 10971"/>
                  <a:gd name="connsiteY8" fmla="*/ 2250 h 10042"/>
                  <a:gd name="connsiteX9" fmla="*/ 10589 w 10971"/>
                  <a:gd name="connsiteY9" fmla="*/ 3774 h 10042"/>
                  <a:gd name="connsiteX10" fmla="*/ 10589 w 10971"/>
                  <a:gd name="connsiteY10" fmla="*/ 5393 h 10042"/>
                  <a:gd name="connsiteX11" fmla="*/ 10589 w 10971"/>
                  <a:gd name="connsiteY11" fmla="*/ 6631 h 10042"/>
                  <a:gd name="connsiteX12" fmla="*/ 9731 w 10971"/>
                  <a:gd name="connsiteY12" fmla="*/ 7869 h 10042"/>
                  <a:gd name="connsiteX13" fmla="*/ 8684 w 10971"/>
                  <a:gd name="connsiteY13" fmla="*/ 8536 h 10042"/>
                  <a:gd name="connsiteX14" fmla="*/ 7922 w 10971"/>
                  <a:gd name="connsiteY14" fmla="*/ 9679 h 10042"/>
                  <a:gd name="connsiteX15" fmla="*/ 6493 w 10971"/>
                  <a:gd name="connsiteY15" fmla="*/ 9679 h 10042"/>
                  <a:gd name="connsiteX16" fmla="*/ 5731 w 10971"/>
                  <a:gd name="connsiteY16" fmla="*/ 8536 h 10042"/>
                  <a:gd name="connsiteX17" fmla="*/ 3826 w 10971"/>
                  <a:gd name="connsiteY17" fmla="*/ 7393 h 10042"/>
                  <a:gd name="connsiteX18" fmla="*/ 2302 w 10971"/>
                  <a:gd name="connsiteY18" fmla="*/ 6441 h 10042"/>
                  <a:gd name="connsiteX19" fmla="*/ 968 w 10971"/>
                  <a:gd name="connsiteY19" fmla="*/ 5107 h 10042"/>
                  <a:gd name="connsiteX20" fmla="*/ 397 w 10971"/>
                  <a:gd name="connsiteY20" fmla="*/ 4060 h 10042"/>
                  <a:gd name="connsiteX21" fmla="*/ -79 w 10971"/>
                  <a:gd name="connsiteY21" fmla="*/ 2440 h 10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971" h="10042">
                    <a:moveTo>
                      <a:pt x="-365" y="1297"/>
                    </a:moveTo>
                    <a:cubicBezTo>
                      <a:pt x="-365" y="1297"/>
                      <a:pt x="397" y="1297"/>
                      <a:pt x="873" y="1297"/>
                    </a:cubicBezTo>
                    <a:lnTo>
                      <a:pt x="2302" y="1297"/>
                    </a:lnTo>
                    <a:lnTo>
                      <a:pt x="3445" y="726"/>
                    </a:lnTo>
                    <a:cubicBezTo>
                      <a:pt x="3445" y="726"/>
                      <a:pt x="4493" y="726"/>
                      <a:pt x="4683" y="726"/>
                    </a:cubicBezTo>
                    <a:lnTo>
                      <a:pt x="5540" y="59"/>
                    </a:lnTo>
                    <a:cubicBezTo>
                      <a:pt x="6017" y="-417"/>
                      <a:pt x="8207" y="59"/>
                      <a:pt x="8874" y="630"/>
                    </a:cubicBezTo>
                    <a:lnTo>
                      <a:pt x="10017" y="1107"/>
                    </a:lnTo>
                    <a:cubicBezTo>
                      <a:pt x="10264" y="1457"/>
                      <a:pt x="10456" y="1843"/>
                      <a:pt x="10589" y="2250"/>
                    </a:cubicBezTo>
                    <a:cubicBezTo>
                      <a:pt x="10589" y="3012"/>
                      <a:pt x="10589" y="3202"/>
                      <a:pt x="10589" y="3774"/>
                    </a:cubicBezTo>
                    <a:cubicBezTo>
                      <a:pt x="10547" y="4313"/>
                      <a:pt x="10547" y="4854"/>
                      <a:pt x="10589" y="5393"/>
                    </a:cubicBezTo>
                    <a:cubicBezTo>
                      <a:pt x="10613" y="5806"/>
                      <a:pt x="10613" y="6219"/>
                      <a:pt x="10589" y="6631"/>
                    </a:cubicBezTo>
                    <a:cubicBezTo>
                      <a:pt x="10589" y="7108"/>
                      <a:pt x="10113" y="7393"/>
                      <a:pt x="9731" y="7869"/>
                    </a:cubicBezTo>
                    <a:cubicBezTo>
                      <a:pt x="9350" y="8346"/>
                      <a:pt x="8874" y="7869"/>
                      <a:pt x="8684" y="8536"/>
                    </a:cubicBezTo>
                    <a:cubicBezTo>
                      <a:pt x="8493" y="9203"/>
                      <a:pt x="8112" y="9584"/>
                      <a:pt x="7922" y="9679"/>
                    </a:cubicBezTo>
                    <a:cubicBezTo>
                      <a:pt x="7494" y="9982"/>
                      <a:pt x="6921" y="9982"/>
                      <a:pt x="6493" y="9679"/>
                    </a:cubicBezTo>
                    <a:cubicBezTo>
                      <a:pt x="6493" y="9679"/>
                      <a:pt x="6493" y="8822"/>
                      <a:pt x="5731" y="8536"/>
                    </a:cubicBezTo>
                    <a:cubicBezTo>
                      <a:pt x="4969" y="8251"/>
                      <a:pt x="4016" y="7679"/>
                      <a:pt x="3826" y="7393"/>
                    </a:cubicBezTo>
                    <a:cubicBezTo>
                      <a:pt x="3635" y="7108"/>
                      <a:pt x="2588" y="6822"/>
                      <a:pt x="2302" y="6441"/>
                    </a:cubicBezTo>
                    <a:cubicBezTo>
                      <a:pt x="1970" y="5896"/>
                      <a:pt x="1513" y="5439"/>
                      <a:pt x="968" y="5107"/>
                    </a:cubicBezTo>
                    <a:cubicBezTo>
                      <a:pt x="624" y="4867"/>
                      <a:pt x="412" y="4479"/>
                      <a:pt x="397" y="4060"/>
                    </a:cubicBezTo>
                    <a:cubicBezTo>
                      <a:pt x="397" y="4060"/>
                      <a:pt x="-270" y="3012"/>
                      <a:pt x="-79" y="244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6" name="任意多边形: 形状 275"/>
              <p:cNvSpPr/>
              <p:nvPr/>
            </p:nvSpPr>
            <p:spPr>
              <a:xfrm>
                <a:off x="2267769" y="2563366"/>
                <a:ext cx="20319" cy="27202"/>
              </a:xfrm>
              <a:custGeom>
                <a:avLst/>
                <a:gdLst>
                  <a:gd name="connsiteX0" fmla="*/ 1100 w 7952"/>
                  <a:gd name="connsiteY0" fmla="*/ 1198 h 10646"/>
                  <a:gd name="connsiteX1" fmla="*/ 3481 w 7952"/>
                  <a:gd name="connsiteY1" fmla="*/ 2055 h 10646"/>
                  <a:gd name="connsiteX2" fmla="*/ 4720 w 7952"/>
                  <a:gd name="connsiteY2" fmla="*/ 817 h 10646"/>
                  <a:gd name="connsiteX3" fmla="*/ 6339 w 7952"/>
                  <a:gd name="connsiteY3" fmla="*/ -136 h 10646"/>
                  <a:gd name="connsiteX4" fmla="*/ 7101 w 7952"/>
                  <a:gd name="connsiteY4" fmla="*/ -136 h 10646"/>
                  <a:gd name="connsiteX5" fmla="*/ 7101 w 7952"/>
                  <a:gd name="connsiteY5" fmla="*/ 912 h 10646"/>
                  <a:gd name="connsiteX6" fmla="*/ 7577 w 7952"/>
                  <a:gd name="connsiteY6" fmla="*/ 2055 h 10646"/>
                  <a:gd name="connsiteX7" fmla="*/ 7577 w 7952"/>
                  <a:gd name="connsiteY7" fmla="*/ 3198 h 10646"/>
                  <a:gd name="connsiteX8" fmla="*/ 7101 w 7952"/>
                  <a:gd name="connsiteY8" fmla="*/ 4246 h 10646"/>
                  <a:gd name="connsiteX9" fmla="*/ 7101 w 7952"/>
                  <a:gd name="connsiteY9" fmla="*/ 6056 h 10646"/>
                  <a:gd name="connsiteX10" fmla="*/ 6529 w 7952"/>
                  <a:gd name="connsiteY10" fmla="*/ 7389 h 10646"/>
                  <a:gd name="connsiteX11" fmla="*/ 5386 w 7952"/>
                  <a:gd name="connsiteY11" fmla="*/ 8246 h 10646"/>
                  <a:gd name="connsiteX12" fmla="*/ 4148 w 7952"/>
                  <a:gd name="connsiteY12" fmla="*/ 9865 h 10646"/>
                  <a:gd name="connsiteX13" fmla="*/ 1459 w 7952"/>
                  <a:gd name="connsiteY13" fmla="*/ 10034 h 10646"/>
                  <a:gd name="connsiteX14" fmla="*/ 1291 w 7952"/>
                  <a:gd name="connsiteY14" fmla="*/ 9865 h 10646"/>
                  <a:gd name="connsiteX15" fmla="*/ 815 w 7952"/>
                  <a:gd name="connsiteY15" fmla="*/ 8532 h 10646"/>
                  <a:gd name="connsiteX16" fmla="*/ -43 w 7952"/>
                  <a:gd name="connsiteY16" fmla="*/ 7770 h 10646"/>
                  <a:gd name="connsiteX17" fmla="*/ -43 w 7952"/>
                  <a:gd name="connsiteY17" fmla="*/ 6341 h 10646"/>
                  <a:gd name="connsiteX18" fmla="*/ -43 w 7952"/>
                  <a:gd name="connsiteY18" fmla="*/ 3007 h 10646"/>
                  <a:gd name="connsiteX19" fmla="*/ 624 w 7952"/>
                  <a:gd name="connsiteY19" fmla="*/ 1769 h 106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952" h="10646">
                    <a:moveTo>
                      <a:pt x="1100" y="1198"/>
                    </a:moveTo>
                    <a:cubicBezTo>
                      <a:pt x="2148" y="626"/>
                      <a:pt x="3195" y="2245"/>
                      <a:pt x="3481" y="2055"/>
                    </a:cubicBezTo>
                    <a:cubicBezTo>
                      <a:pt x="3963" y="1717"/>
                      <a:pt x="4382" y="1298"/>
                      <a:pt x="4720" y="817"/>
                    </a:cubicBezTo>
                    <a:lnTo>
                      <a:pt x="6339" y="-136"/>
                    </a:lnTo>
                    <a:cubicBezTo>
                      <a:pt x="6339" y="-136"/>
                      <a:pt x="6910" y="-136"/>
                      <a:pt x="7101" y="-136"/>
                    </a:cubicBezTo>
                    <a:cubicBezTo>
                      <a:pt x="7291" y="-136"/>
                      <a:pt x="7101" y="912"/>
                      <a:pt x="7101" y="912"/>
                    </a:cubicBezTo>
                    <a:cubicBezTo>
                      <a:pt x="7101" y="912"/>
                      <a:pt x="7672" y="1769"/>
                      <a:pt x="7577" y="2055"/>
                    </a:cubicBezTo>
                    <a:cubicBezTo>
                      <a:pt x="7482" y="2341"/>
                      <a:pt x="7577" y="2722"/>
                      <a:pt x="7577" y="3198"/>
                    </a:cubicBezTo>
                    <a:cubicBezTo>
                      <a:pt x="7577" y="3674"/>
                      <a:pt x="7101" y="3960"/>
                      <a:pt x="7101" y="4246"/>
                    </a:cubicBezTo>
                    <a:cubicBezTo>
                      <a:pt x="7101" y="4531"/>
                      <a:pt x="7577" y="5389"/>
                      <a:pt x="7101" y="6056"/>
                    </a:cubicBezTo>
                    <a:cubicBezTo>
                      <a:pt x="6957" y="6519"/>
                      <a:pt x="6766" y="6966"/>
                      <a:pt x="6529" y="7389"/>
                    </a:cubicBezTo>
                    <a:cubicBezTo>
                      <a:pt x="6529" y="7865"/>
                      <a:pt x="5577" y="7960"/>
                      <a:pt x="5386" y="8246"/>
                    </a:cubicBezTo>
                    <a:cubicBezTo>
                      <a:pt x="5196" y="8532"/>
                      <a:pt x="4624" y="9580"/>
                      <a:pt x="4148" y="9865"/>
                    </a:cubicBezTo>
                    <a:cubicBezTo>
                      <a:pt x="3452" y="10655"/>
                      <a:pt x="2248" y="10730"/>
                      <a:pt x="1459" y="10034"/>
                    </a:cubicBezTo>
                    <a:cubicBezTo>
                      <a:pt x="1400" y="9981"/>
                      <a:pt x="1343" y="9925"/>
                      <a:pt x="1291" y="9865"/>
                    </a:cubicBezTo>
                    <a:cubicBezTo>
                      <a:pt x="1175" y="9407"/>
                      <a:pt x="1015" y="8960"/>
                      <a:pt x="815" y="8532"/>
                    </a:cubicBezTo>
                    <a:cubicBezTo>
                      <a:pt x="506" y="8305"/>
                      <a:pt x="219" y="8050"/>
                      <a:pt x="-43" y="7770"/>
                    </a:cubicBezTo>
                    <a:cubicBezTo>
                      <a:pt x="-43" y="7770"/>
                      <a:pt x="-43" y="6722"/>
                      <a:pt x="-43" y="6341"/>
                    </a:cubicBezTo>
                    <a:cubicBezTo>
                      <a:pt x="-472" y="5272"/>
                      <a:pt x="-472" y="4077"/>
                      <a:pt x="-43" y="3007"/>
                    </a:cubicBezTo>
                    <a:cubicBezTo>
                      <a:pt x="117" y="2564"/>
                      <a:pt x="342" y="2147"/>
                      <a:pt x="624" y="1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7" name="任意多边形: 形状 276"/>
              <p:cNvSpPr/>
              <p:nvPr/>
            </p:nvSpPr>
            <p:spPr>
              <a:xfrm>
                <a:off x="2235730" y="2464257"/>
                <a:ext cx="74237" cy="70167"/>
              </a:xfrm>
              <a:custGeom>
                <a:avLst/>
                <a:gdLst>
                  <a:gd name="connsiteX0" fmla="*/ 8687 w 29054"/>
                  <a:gd name="connsiteY0" fmla="*/ 1314 h 27461"/>
                  <a:gd name="connsiteX1" fmla="*/ 9734 w 29054"/>
                  <a:gd name="connsiteY1" fmla="*/ 838 h 27461"/>
                  <a:gd name="connsiteX2" fmla="*/ 10973 w 29054"/>
                  <a:gd name="connsiteY2" fmla="*/ 76 h 27461"/>
                  <a:gd name="connsiteX3" fmla="*/ 12020 w 29054"/>
                  <a:gd name="connsiteY3" fmla="*/ 76 h 27461"/>
                  <a:gd name="connsiteX4" fmla="*/ 13354 w 29054"/>
                  <a:gd name="connsiteY4" fmla="*/ 76 h 27461"/>
                  <a:gd name="connsiteX5" fmla="*/ 14592 w 29054"/>
                  <a:gd name="connsiteY5" fmla="*/ 1219 h 27461"/>
                  <a:gd name="connsiteX6" fmla="*/ 16688 w 29054"/>
                  <a:gd name="connsiteY6" fmla="*/ 2647 h 27461"/>
                  <a:gd name="connsiteX7" fmla="*/ 16688 w 29054"/>
                  <a:gd name="connsiteY7" fmla="*/ 5410 h 27461"/>
                  <a:gd name="connsiteX8" fmla="*/ 17354 w 29054"/>
                  <a:gd name="connsiteY8" fmla="*/ 5981 h 27461"/>
                  <a:gd name="connsiteX9" fmla="*/ 20783 w 29054"/>
                  <a:gd name="connsiteY9" fmla="*/ 2647 h 27461"/>
                  <a:gd name="connsiteX10" fmla="*/ 22783 w 29054"/>
                  <a:gd name="connsiteY10" fmla="*/ 742 h 27461"/>
                  <a:gd name="connsiteX11" fmla="*/ 24022 w 29054"/>
                  <a:gd name="connsiteY11" fmla="*/ 742 h 27461"/>
                  <a:gd name="connsiteX12" fmla="*/ 25165 w 29054"/>
                  <a:gd name="connsiteY12" fmla="*/ 742 h 27461"/>
                  <a:gd name="connsiteX13" fmla="*/ 27070 w 29054"/>
                  <a:gd name="connsiteY13" fmla="*/ 742 h 27461"/>
                  <a:gd name="connsiteX14" fmla="*/ 27927 w 29054"/>
                  <a:gd name="connsiteY14" fmla="*/ 742 h 27461"/>
                  <a:gd name="connsiteX15" fmla="*/ 28689 w 29054"/>
                  <a:gd name="connsiteY15" fmla="*/ 2076 h 27461"/>
                  <a:gd name="connsiteX16" fmla="*/ 27546 w 29054"/>
                  <a:gd name="connsiteY16" fmla="*/ 5219 h 27461"/>
                  <a:gd name="connsiteX17" fmla="*/ 26213 w 29054"/>
                  <a:gd name="connsiteY17" fmla="*/ 5219 h 27461"/>
                  <a:gd name="connsiteX18" fmla="*/ 24212 w 29054"/>
                  <a:gd name="connsiteY18" fmla="*/ 6553 h 27461"/>
                  <a:gd name="connsiteX19" fmla="*/ 22783 w 29054"/>
                  <a:gd name="connsiteY19" fmla="*/ 7696 h 27461"/>
                  <a:gd name="connsiteX20" fmla="*/ 21545 w 29054"/>
                  <a:gd name="connsiteY20" fmla="*/ 9029 h 27461"/>
                  <a:gd name="connsiteX21" fmla="*/ 20402 w 29054"/>
                  <a:gd name="connsiteY21" fmla="*/ 10458 h 27461"/>
                  <a:gd name="connsiteX22" fmla="*/ 18974 w 29054"/>
                  <a:gd name="connsiteY22" fmla="*/ 11220 h 27461"/>
                  <a:gd name="connsiteX23" fmla="*/ 17449 w 29054"/>
                  <a:gd name="connsiteY23" fmla="*/ 13315 h 27461"/>
                  <a:gd name="connsiteX24" fmla="*/ 13449 w 29054"/>
                  <a:gd name="connsiteY24" fmla="*/ 17316 h 27461"/>
                  <a:gd name="connsiteX25" fmla="*/ 12306 w 29054"/>
                  <a:gd name="connsiteY25" fmla="*/ 18459 h 27461"/>
                  <a:gd name="connsiteX26" fmla="*/ 11258 w 29054"/>
                  <a:gd name="connsiteY26" fmla="*/ 19602 h 27461"/>
                  <a:gd name="connsiteX27" fmla="*/ 10211 w 29054"/>
                  <a:gd name="connsiteY27" fmla="*/ 20554 h 27461"/>
                  <a:gd name="connsiteX28" fmla="*/ 9258 w 29054"/>
                  <a:gd name="connsiteY28" fmla="*/ 21317 h 27461"/>
                  <a:gd name="connsiteX29" fmla="*/ 8401 w 29054"/>
                  <a:gd name="connsiteY29" fmla="*/ 22269 h 27461"/>
                  <a:gd name="connsiteX30" fmla="*/ 7448 w 29054"/>
                  <a:gd name="connsiteY30" fmla="*/ 22936 h 27461"/>
                  <a:gd name="connsiteX31" fmla="*/ 6686 w 29054"/>
                  <a:gd name="connsiteY31" fmla="*/ 23412 h 27461"/>
                  <a:gd name="connsiteX32" fmla="*/ 5639 w 29054"/>
                  <a:gd name="connsiteY32" fmla="*/ 24460 h 27461"/>
                  <a:gd name="connsiteX33" fmla="*/ 4781 w 29054"/>
                  <a:gd name="connsiteY33" fmla="*/ 25507 h 27461"/>
                  <a:gd name="connsiteX34" fmla="*/ 4210 w 29054"/>
                  <a:gd name="connsiteY34" fmla="*/ 26555 h 27461"/>
                  <a:gd name="connsiteX35" fmla="*/ 3162 w 29054"/>
                  <a:gd name="connsiteY35" fmla="*/ 26555 h 27461"/>
                  <a:gd name="connsiteX36" fmla="*/ 1733 w 29054"/>
                  <a:gd name="connsiteY36" fmla="*/ 27317 h 27461"/>
                  <a:gd name="connsiteX37" fmla="*/ 590 w 29054"/>
                  <a:gd name="connsiteY37" fmla="*/ 26079 h 27461"/>
                  <a:gd name="connsiteX38" fmla="*/ -267 w 29054"/>
                  <a:gd name="connsiteY38" fmla="*/ 24936 h 27461"/>
                  <a:gd name="connsiteX39" fmla="*/ -267 w 29054"/>
                  <a:gd name="connsiteY39" fmla="*/ 23793 h 27461"/>
                  <a:gd name="connsiteX40" fmla="*/ 1638 w 29054"/>
                  <a:gd name="connsiteY40" fmla="*/ 20840 h 27461"/>
                  <a:gd name="connsiteX41" fmla="*/ 2590 w 29054"/>
                  <a:gd name="connsiteY41" fmla="*/ 20840 h 27461"/>
                  <a:gd name="connsiteX42" fmla="*/ 3829 w 29054"/>
                  <a:gd name="connsiteY42" fmla="*/ 19411 h 27461"/>
                  <a:gd name="connsiteX43" fmla="*/ 7067 w 29054"/>
                  <a:gd name="connsiteY43" fmla="*/ 16459 h 27461"/>
                  <a:gd name="connsiteX44" fmla="*/ 8496 w 29054"/>
                  <a:gd name="connsiteY44" fmla="*/ 15220 h 27461"/>
                  <a:gd name="connsiteX45" fmla="*/ 10877 w 29054"/>
                  <a:gd name="connsiteY45" fmla="*/ 12649 h 27461"/>
                  <a:gd name="connsiteX46" fmla="*/ 11639 w 29054"/>
                  <a:gd name="connsiteY46" fmla="*/ 11220 h 27461"/>
                  <a:gd name="connsiteX47" fmla="*/ 10973 w 29054"/>
                  <a:gd name="connsiteY47" fmla="*/ 10553 h 27461"/>
                  <a:gd name="connsiteX48" fmla="*/ 10020 w 29054"/>
                  <a:gd name="connsiteY48" fmla="*/ 10553 h 27461"/>
                  <a:gd name="connsiteX49" fmla="*/ 8877 w 29054"/>
                  <a:gd name="connsiteY49" fmla="*/ 10553 h 27461"/>
                  <a:gd name="connsiteX50" fmla="*/ 8877 w 29054"/>
                  <a:gd name="connsiteY50" fmla="*/ 9601 h 27461"/>
                  <a:gd name="connsiteX51" fmla="*/ 8877 w 29054"/>
                  <a:gd name="connsiteY51" fmla="*/ 8648 h 27461"/>
                  <a:gd name="connsiteX52" fmla="*/ 8877 w 29054"/>
                  <a:gd name="connsiteY52" fmla="*/ 7410 h 27461"/>
                  <a:gd name="connsiteX53" fmla="*/ 6305 w 29054"/>
                  <a:gd name="connsiteY53" fmla="*/ 5600 h 27461"/>
                  <a:gd name="connsiteX54" fmla="*/ 6305 w 29054"/>
                  <a:gd name="connsiteY54" fmla="*/ 4552 h 27461"/>
                  <a:gd name="connsiteX55" fmla="*/ 7734 w 29054"/>
                  <a:gd name="connsiteY55" fmla="*/ 3409 h 27461"/>
                  <a:gd name="connsiteX56" fmla="*/ 8401 w 29054"/>
                  <a:gd name="connsiteY56" fmla="*/ 2457 h 27461"/>
                  <a:gd name="connsiteX57" fmla="*/ 9163 w 29054"/>
                  <a:gd name="connsiteY57" fmla="*/ 1885 h 27461"/>
                  <a:gd name="connsiteX58" fmla="*/ 9830 w 29054"/>
                  <a:gd name="connsiteY58" fmla="*/ 1028 h 27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29054" h="27461">
                    <a:moveTo>
                      <a:pt x="8687" y="1314"/>
                    </a:moveTo>
                    <a:lnTo>
                      <a:pt x="9734" y="838"/>
                    </a:lnTo>
                    <a:cubicBezTo>
                      <a:pt x="10184" y="650"/>
                      <a:pt x="10602" y="393"/>
                      <a:pt x="10973" y="76"/>
                    </a:cubicBezTo>
                    <a:cubicBezTo>
                      <a:pt x="10973" y="76"/>
                      <a:pt x="11544" y="76"/>
                      <a:pt x="12020" y="76"/>
                    </a:cubicBezTo>
                    <a:cubicBezTo>
                      <a:pt x="12497" y="76"/>
                      <a:pt x="13068" y="-400"/>
                      <a:pt x="13354" y="76"/>
                    </a:cubicBezTo>
                    <a:cubicBezTo>
                      <a:pt x="13640" y="552"/>
                      <a:pt x="14306" y="1028"/>
                      <a:pt x="14592" y="1219"/>
                    </a:cubicBezTo>
                    <a:cubicBezTo>
                      <a:pt x="14878" y="1409"/>
                      <a:pt x="15830" y="1219"/>
                      <a:pt x="16688" y="2647"/>
                    </a:cubicBezTo>
                    <a:cubicBezTo>
                      <a:pt x="17545" y="4076"/>
                      <a:pt x="17259" y="4171"/>
                      <a:pt x="16688" y="5410"/>
                    </a:cubicBezTo>
                    <a:cubicBezTo>
                      <a:pt x="16116" y="6648"/>
                      <a:pt x="16688" y="6267"/>
                      <a:pt x="17354" y="5981"/>
                    </a:cubicBezTo>
                    <a:lnTo>
                      <a:pt x="20783" y="2647"/>
                    </a:lnTo>
                    <a:cubicBezTo>
                      <a:pt x="21375" y="1937"/>
                      <a:pt x="22046" y="1298"/>
                      <a:pt x="22783" y="742"/>
                    </a:cubicBezTo>
                    <a:cubicBezTo>
                      <a:pt x="22783" y="742"/>
                      <a:pt x="23546" y="742"/>
                      <a:pt x="24022" y="742"/>
                    </a:cubicBezTo>
                    <a:cubicBezTo>
                      <a:pt x="24498" y="742"/>
                      <a:pt x="24879" y="266"/>
                      <a:pt x="25165" y="742"/>
                    </a:cubicBezTo>
                    <a:cubicBezTo>
                      <a:pt x="25774" y="997"/>
                      <a:pt x="26460" y="997"/>
                      <a:pt x="27070" y="742"/>
                    </a:cubicBezTo>
                    <a:cubicBezTo>
                      <a:pt x="27070" y="742"/>
                      <a:pt x="27832" y="742"/>
                      <a:pt x="27927" y="742"/>
                    </a:cubicBezTo>
                    <a:lnTo>
                      <a:pt x="28689" y="2076"/>
                    </a:lnTo>
                    <a:cubicBezTo>
                      <a:pt x="28689" y="2933"/>
                      <a:pt x="27927" y="4457"/>
                      <a:pt x="27546" y="5219"/>
                    </a:cubicBezTo>
                    <a:cubicBezTo>
                      <a:pt x="27165" y="5981"/>
                      <a:pt x="26879" y="5219"/>
                      <a:pt x="26213" y="5219"/>
                    </a:cubicBezTo>
                    <a:lnTo>
                      <a:pt x="24212" y="6553"/>
                    </a:lnTo>
                    <a:lnTo>
                      <a:pt x="22783" y="7696"/>
                    </a:lnTo>
                    <a:lnTo>
                      <a:pt x="21545" y="9029"/>
                    </a:lnTo>
                    <a:lnTo>
                      <a:pt x="20402" y="10458"/>
                    </a:lnTo>
                    <a:cubicBezTo>
                      <a:pt x="19909" y="10678"/>
                      <a:pt x="19431" y="10933"/>
                      <a:pt x="18974" y="11220"/>
                    </a:cubicBezTo>
                    <a:cubicBezTo>
                      <a:pt x="18520" y="11956"/>
                      <a:pt x="18010" y="12657"/>
                      <a:pt x="17449" y="13315"/>
                    </a:cubicBezTo>
                    <a:cubicBezTo>
                      <a:pt x="16016" y="14544"/>
                      <a:pt x="14678" y="15882"/>
                      <a:pt x="13449" y="17316"/>
                    </a:cubicBezTo>
                    <a:cubicBezTo>
                      <a:pt x="13449" y="17887"/>
                      <a:pt x="12592" y="17983"/>
                      <a:pt x="12306" y="18459"/>
                    </a:cubicBezTo>
                    <a:cubicBezTo>
                      <a:pt x="12020" y="18935"/>
                      <a:pt x="11449" y="19126"/>
                      <a:pt x="11258" y="19602"/>
                    </a:cubicBezTo>
                    <a:cubicBezTo>
                      <a:pt x="11068" y="20078"/>
                      <a:pt x="10496" y="20269"/>
                      <a:pt x="10211" y="20554"/>
                    </a:cubicBezTo>
                    <a:cubicBezTo>
                      <a:pt x="9925" y="20840"/>
                      <a:pt x="9734" y="21031"/>
                      <a:pt x="9258" y="21317"/>
                    </a:cubicBezTo>
                    <a:cubicBezTo>
                      <a:pt x="8782" y="21602"/>
                      <a:pt x="8782" y="21983"/>
                      <a:pt x="8401" y="22269"/>
                    </a:cubicBezTo>
                    <a:cubicBezTo>
                      <a:pt x="8106" y="22522"/>
                      <a:pt x="7787" y="22746"/>
                      <a:pt x="7448" y="22936"/>
                    </a:cubicBezTo>
                    <a:cubicBezTo>
                      <a:pt x="7448" y="22936"/>
                      <a:pt x="6686" y="23412"/>
                      <a:pt x="6686" y="23412"/>
                    </a:cubicBezTo>
                    <a:cubicBezTo>
                      <a:pt x="6686" y="23412"/>
                      <a:pt x="6115" y="24174"/>
                      <a:pt x="5639" y="24460"/>
                    </a:cubicBezTo>
                    <a:cubicBezTo>
                      <a:pt x="5298" y="24760"/>
                      <a:pt x="5008" y="25114"/>
                      <a:pt x="4781" y="25507"/>
                    </a:cubicBezTo>
                    <a:cubicBezTo>
                      <a:pt x="4781" y="25507"/>
                      <a:pt x="4781" y="26174"/>
                      <a:pt x="4210" y="26555"/>
                    </a:cubicBezTo>
                    <a:cubicBezTo>
                      <a:pt x="3638" y="26936"/>
                      <a:pt x="4210" y="26555"/>
                      <a:pt x="3162" y="26555"/>
                    </a:cubicBezTo>
                    <a:cubicBezTo>
                      <a:pt x="2114" y="26555"/>
                      <a:pt x="2210" y="27222"/>
                      <a:pt x="1733" y="27317"/>
                    </a:cubicBezTo>
                    <a:cubicBezTo>
                      <a:pt x="1257" y="27412"/>
                      <a:pt x="781" y="26650"/>
                      <a:pt x="590" y="26079"/>
                    </a:cubicBezTo>
                    <a:lnTo>
                      <a:pt x="-267" y="24936"/>
                    </a:lnTo>
                    <a:cubicBezTo>
                      <a:pt x="-398" y="24566"/>
                      <a:pt x="-398" y="24163"/>
                      <a:pt x="-267" y="23793"/>
                    </a:cubicBezTo>
                    <a:cubicBezTo>
                      <a:pt x="208" y="22714"/>
                      <a:pt x="851" y="21717"/>
                      <a:pt x="1638" y="20840"/>
                    </a:cubicBezTo>
                    <a:cubicBezTo>
                      <a:pt x="1638" y="20840"/>
                      <a:pt x="2305" y="20840"/>
                      <a:pt x="2590" y="20840"/>
                    </a:cubicBezTo>
                    <a:cubicBezTo>
                      <a:pt x="2876" y="20840"/>
                      <a:pt x="3448" y="19697"/>
                      <a:pt x="3829" y="19411"/>
                    </a:cubicBezTo>
                    <a:lnTo>
                      <a:pt x="7067" y="16459"/>
                    </a:lnTo>
                    <a:cubicBezTo>
                      <a:pt x="7544" y="15887"/>
                      <a:pt x="8306" y="15792"/>
                      <a:pt x="8496" y="15220"/>
                    </a:cubicBezTo>
                    <a:cubicBezTo>
                      <a:pt x="9233" y="14313"/>
                      <a:pt x="10029" y="13454"/>
                      <a:pt x="10877" y="12649"/>
                    </a:cubicBezTo>
                    <a:cubicBezTo>
                      <a:pt x="11297" y="12281"/>
                      <a:pt x="11568" y="11773"/>
                      <a:pt x="11639" y="11220"/>
                    </a:cubicBezTo>
                    <a:lnTo>
                      <a:pt x="10973" y="10553"/>
                    </a:lnTo>
                    <a:cubicBezTo>
                      <a:pt x="10973" y="10553"/>
                      <a:pt x="10401" y="10553"/>
                      <a:pt x="10020" y="10553"/>
                    </a:cubicBezTo>
                    <a:cubicBezTo>
                      <a:pt x="9639" y="10553"/>
                      <a:pt x="8972" y="10553"/>
                      <a:pt x="8877" y="10553"/>
                    </a:cubicBezTo>
                    <a:cubicBezTo>
                      <a:pt x="8782" y="10553"/>
                      <a:pt x="8877" y="9886"/>
                      <a:pt x="8877" y="9601"/>
                    </a:cubicBezTo>
                    <a:cubicBezTo>
                      <a:pt x="8924" y="9285"/>
                      <a:pt x="8924" y="8964"/>
                      <a:pt x="8877" y="8648"/>
                    </a:cubicBezTo>
                    <a:lnTo>
                      <a:pt x="8877" y="7410"/>
                    </a:lnTo>
                    <a:cubicBezTo>
                      <a:pt x="8877" y="6743"/>
                      <a:pt x="6782" y="5886"/>
                      <a:pt x="6305" y="5600"/>
                    </a:cubicBezTo>
                    <a:cubicBezTo>
                      <a:pt x="6162" y="5265"/>
                      <a:pt x="6162" y="4887"/>
                      <a:pt x="6305" y="4552"/>
                    </a:cubicBezTo>
                    <a:cubicBezTo>
                      <a:pt x="6305" y="3790"/>
                      <a:pt x="7163" y="3695"/>
                      <a:pt x="7734" y="3409"/>
                    </a:cubicBezTo>
                    <a:cubicBezTo>
                      <a:pt x="8306" y="3124"/>
                      <a:pt x="7734" y="2647"/>
                      <a:pt x="8401" y="2457"/>
                    </a:cubicBezTo>
                    <a:cubicBezTo>
                      <a:pt x="9068" y="2266"/>
                      <a:pt x="8972" y="2457"/>
                      <a:pt x="9163" y="1885"/>
                    </a:cubicBezTo>
                    <a:cubicBezTo>
                      <a:pt x="9353" y="1314"/>
                      <a:pt x="9163" y="1314"/>
                      <a:pt x="9830" y="102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8" name="任意多边形: 形状 277"/>
              <p:cNvSpPr/>
              <p:nvPr/>
            </p:nvSpPr>
            <p:spPr>
              <a:xfrm>
                <a:off x="2279970" y="2516880"/>
                <a:ext cx="10525" cy="17002"/>
              </a:xfrm>
              <a:custGeom>
                <a:avLst/>
                <a:gdLst>
                  <a:gd name="connsiteX0" fmla="*/ 2898 w 4119"/>
                  <a:gd name="connsiteY0" fmla="*/ 531 h 6654"/>
                  <a:gd name="connsiteX1" fmla="*/ 3755 w 4119"/>
                  <a:gd name="connsiteY1" fmla="*/ -136 h 6654"/>
                  <a:gd name="connsiteX2" fmla="*/ 3755 w 4119"/>
                  <a:gd name="connsiteY2" fmla="*/ 1102 h 6654"/>
                  <a:gd name="connsiteX3" fmla="*/ 3183 w 4119"/>
                  <a:gd name="connsiteY3" fmla="*/ 2912 h 6654"/>
                  <a:gd name="connsiteX4" fmla="*/ 2421 w 4119"/>
                  <a:gd name="connsiteY4" fmla="*/ 4817 h 6654"/>
                  <a:gd name="connsiteX5" fmla="*/ 1183 w 4119"/>
                  <a:gd name="connsiteY5" fmla="*/ 6246 h 6654"/>
                  <a:gd name="connsiteX6" fmla="*/ -150 w 4119"/>
                  <a:gd name="connsiteY6" fmla="*/ 6246 h 6654"/>
                  <a:gd name="connsiteX7" fmla="*/ -150 w 4119"/>
                  <a:gd name="connsiteY7" fmla="*/ 4912 h 6654"/>
                  <a:gd name="connsiteX8" fmla="*/ 1278 w 4119"/>
                  <a:gd name="connsiteY8" fmla="*/ 2817 h 6654"/>
                  <a:gd name="connsiteX9" fmla="*/ 1754 w 4119"/>
                  <a:gd name="connsiteY9" fmla="*/ 1864 h 6654"/>
                  <a:gd name="connsiteX10" fmla="*/ 2612 w 4119"/>
                  <a:gd name="connsiteY10" fmla="*/ 912 h 66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119" h="6654">
                    <a:moveTo>
                      <a:pt x="2898" y="531"/>
                    </a:moveTo>
                    <a:cubicBezTo>
                      <a:pt x="3128" y="245"/>
                      <a:pt x="3422" y="17"/>
                      <a:pt x="3755" y="-136"/>
                    </a:cubicBezTo>
                    <a:cubicBezTo>
                      <a:pt x="3755" y="-136"/>
                      <a:pt x="3755" y="531"/>
                      <a:pt x="3755" y="1102"/>
                    </a:cubicBezTo>
                    <a:cubicBezTo>
                      <a:pt x="3642" y="1728"/>
                      <a:pt x="3450" y="2336"/>
                      <a:pt x="3183" y="2912"/>
                    </a:cubicBezTo>
                    <a:cubicBezTo>
                      <a:pt x="2963" y="3560"/>
                      <a:pt x="2708" y="4196"/>
                      <a:pt x="2421" y="4817"/>
                    </a:cubicBezTo>
                    <a:cubicBezTo>
                      <a:pt x="2115" y="5376"/>
                      <a:pt x="1693" y="5863"/>
                      <a:pt x="1183" y="6246"/>
                    </a:cubicBezTo>
                    <a:cubicBezTo>
                      <a:pt x="813" y="6609"/>
                      <a:pt x="220" y="6609"/>
                      <a:pt x="-150" y="6246"/>
                    </a:cubicBezTo>
                    <a:cubicBezTo>
                      <a:pt x="-436" y="5847"/>
                      <a:pt x="-436" y="5311"/>
                      <a:pt x="-150" y="4912"/>
                    </a:cubicBezTo>
                    <a:cubicBezTo>
                      <a:pt x="282" y="4185"/>
                      <a:pt x="760" y="3485"/>
                      <a:pt x="1278" y="2817"/>
                    </a:cubicBezTo>
                    <a:cubicBezTo>
                      <a:pt x="1513" y="2543"/>
                      <a:pt x="1676" y="2216"/>
                      <a:pt x="1754" y="1864"/>
                    </a:cubicBezTo>
                    <a:cubicBezTo>
                      <a:pt x="1755" y="1864"/>
                      <a:pt x="2326" y="1388"/>
                      <a:pt x="2612" y="912"/>
                    </a:cubicBezTo>
                  </a:path>
                </a:pathLst>
              </a:custGeom>
              <a:solidFill>
                <a:srgbClr val="91462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79" name="任意多边形: 形状 278"/>
              <p:cNvSpPr/>
              <p:nvPr/>
            </p:nvSpPr>
            <p:spPr>
              <a:xfrm>
                <a:off x="2964654" y="2598022"/>
                <a:ext cx="128092" cy="94661"/>
              </a:xfrm>
              <a:custGeom>
                <a:avLst/>
                <a:gdLst>
                  <a:gd name="connsiteX0" fmla="*/ 44498 w 50131"/>
                  <a:gd name="connsiteY0" fmla="*/ 8589 h 37047"/>
                  <a:gd name="connsiteX1" fmla="*/ 44498 w 50131"/>
                  <a:gd name="connsiteY1" fmla="*/ 10685 h 37047"/>
                  <a:gd name="connsiteX2" fmla="*/ 42498 w 50131"/>
                  <a:gd name="connsiteY2" fmla="*/ 11542 h 37047"/>
                  <a:gd name="connsiteX3" fmla="*/ 40307 w 50131"/>
                  <a:gd name="connsiteY3" fmla="*/ 11542 h 37047"/>
                  <a:gd name="connsiteX4" fmla="*/ 39069 w 50131"/>
                  <a:gd name="connsiteY4" fmla="*/ 12590 h 37047"/>
                  <a:gd name="connsiteX5" fmla="*/ 39069 w 50131"/>
                  <a:gd name="connsiteY5" fmla="*/ 14114 h 37047"/>
                  <a:gd name="connsiteX6" fmla="*/ 35068 w 50131"/>
                  <a:gd name="connsiteY6" fmla="*/ 15352 h 37047"/>
                  <a:gd name="connsiteX7" fmla="*/ 32592 w 50131"/>
                  <a:gd name="connsiteY7" fmla="*/ 15352 h 37047"/>
                  <a:gd name="connsiteX8" fmla="*/ 33163 w 50131"/>
                  <a:gd name="connsiteY8" fmla="*/ 17257 h 37047"/>
                  <a:gd name="connsiteX9" fmla="*/ 32687 w 50131"/>
                  <a:gd name="connsiteY9" fmla="*/ 18781 h 37047"/>
                  <a:gd name="connsiteX10" fmla="*/ 34878 w 50131"/>
                  <a:gd name="connsiteY10" fmla="*/ 18781 h 37047"/>
                  <a:gd name="connsiteX11" fmla="*/ 34306 w 50131"/>
                  <a:gd name="connsiteY11" fmla="*/ 17448 h 37047"/>
                  <a:gd name="connsiteX12" fmla="*/ 35163 w 50131"/>
                  <a:gd name="connsiteY12" fmla="*/ 16209 h 37047"/>
                  <a:gd name="connsiteX13" fmla="*/ 36306 w 50131"/>
                  <a:gd name="connsiteY13" fmla="*/ 16209 h 37047"/>
                  <a:gd name="connsiteX14" fmla="*/ 37450 w 50131"/>
                  <a:gd name="connsiteY14" fmla="*/ 16209 h 37047"/>
                  <a:gd name="connsiteX15" fmla="*/ 38402 w 50131"/>
                  <a:gd name="connsiteY15" fmla="*/ 15162 h 37047"/>
                  <a:gd name="connsiteX16" fmla="*/ 39735 w 50131"/>
                  <a:gd name="connsiteY16" fmla="*/ 15638 h 37047"/>
                  <a:gd name="connsiteX17" fmla="*/ 41069 w 50131"/>
                  <a:gd name="connsiteY17" fmla="*/ 15638 h 37047"/>
                  <a:gd name="connsiteX18" fmla="*/ 42117 w 50131"/>
                  <a:gd name="connsiteY18" fmla="*/ 15066 h 37047"/>
                  <a:gd name="connsiteX19" fmla="*/ 43069 w 50131"/>
                  <a:gd name="connsiteY19" fmla="*/ 12876 h 37047"/>
                  <a:gd name="connsiteX20" fmla="*/ 47927 w 50131"/>
                  <a:gd name="connsiteY20" fmla="*/ 14590 h 37047"/>
                  <a:gd name="connsiteX21" fmla="*/ 48689 w 50131"/>
                  <a:gd name="connsiteY21" fmla="*/ 14590 h 37047"/>
                  <a:gd name="connsiteX22" fmla="*/ 49737 w 50131"/>
                  <a:gd name="connsiteY22" fmla="*/ 15447 h 37047"/>
                  <a:gd name="connsiteX23" fmla="*/ 49737 w 50131"/>
                  <a:gd name="connsiteY23" fmla="*/ 17162 h 37047"/>
                  <a:gd name="connsiteX24" fmla="*/ 49165 w 50131"/>
                  <a:gd name="connsiteY24" fmla="*/ 18114 h 37047"/>
                  <a:gd name="connsiteX25" fmla="*/ 47736 w 50131"/>
                  <a:gd name="connsiteY25" fmla="*/ 19353 h 37047"/>
                  <a:gd name="connsiteX26" fmla="*/ 45165 w 50131"/>
                  <a:gd name="connsiteY26" fmla="*/ 19353 h 37047"/>
                  <a:gd name="connsiteX27" fmla="*/ 41355 w 50131"/>
                  <a:gd name="connsiteY27" fmla="*/ 20781 h 37047"/>
                  <a:gd name="connsiteX28" fmla="*/ 40021 w 50131"/>
                  <a:gd name="connsiteY28" fmla="*/ 21353 h 37047"/>
                  <a:gd name="connsiteX29" fmla="*/ 38688 w 50131"/>
                  <a:gd name="connsiteY29" fmla="*/ 22115 h 37047"/>
                  <a:gd name="connsiteX30" fmla="*/ 36973 w 50131"/>
                  <a:gd name="connsiteY30" fmla="*/ 23258 h 37047"/>
                  <a:gd name="connsiteX31" fmla="*/ 37450 w 50131"/>
                  <a:gd name="connsiteY31" fmla="*/ 24115 h 37047"/>
                  <a:gd name="connsiteX32" fmla="*/ 39355 w 50131"/>
                  <a:gd name="connsiteY32" fmla="*/ 24687 h 37047"/>
                  <a:gd name="connsiteX33" fmla="*/ 40212 w 50131"/>
                  <a:gd name="connsiteY33" fmla="*/ 25544 h 37047"/>
                  <a:gd name="connsiteX34" fmla="*/ 40212 w 50131"/>
                  <a:gd name="connsiteY34" fmla="*/ 26782 h 37047"/>
                  <a:gd name="connsiteX35" fmla="*/ 40783 w 50131"/>
                  <a:gd name="connsiteY35" fmla="*/ 27830 h 37047"/>
                  <a:gd name="connsiteX36" fmla="*/ 40783 w 50131"/>
                  <a:gd name="connsiteY36" fmla="*/ 29068 h 37047"/>
                  <a:gd name="connsiteX37" fmla="*/ 39164 w 50131"/>
                  <a:gd name="connsiteY37" fmla="*/ 31545 h 37047"/>
                  <a:gd name="connsiteX38" fmla="*/ 36783 w 50131"/>
                  <a:gd name="connsiteY38" fmla="*/ 32783 h 37047"/>
                  <a:gd name="connsiteX39" fmla="*/ 33354 w 50131"/>
                  <a:gd name="connsiteY39" fmla="*/ 30592 h 37047"/>
                  <a:gd name="connsiteX40" fmla="*/ 32116 w 50131"/>
                  <a:gd name="connsiteY40" fmla="*/ 30021 h 37047"/>
                  <a:gd name="connsiteX41" fmla="*/ 31163 w 50131"/>
                  <a:gd name="connsiteY41" fmla="*/ 28878 h 37047"/>
                  <a:gd name="connsiteX42" fmla="*/ 29829 w 50131"/>
                  <a:gd name="connsiteY42" fmla="*/ 27449 h 37047"/>
                  <a:gd name="connsiteX43" fmla="*/ 25734 w 50131"/>
                  <a:gd name="connsiteY43" fmla="*/ 26592 h 37047"/>
                  <a:gd name="connsiteX44" fmla="*/ 23924 w 50131"/>
                  <a:gd name="connsiteY44" fmla="*/ 26592 h 37047"/>
                  <a:gd name="connsiteX45" fmla="*/ 21638 w 50131"/>
                  <a:gd name="connsiteY45" fmla="*/ 26592 h 37047"/>
                  <a:gd name="connsiteX46" fmla="*/ 20019 w 50131"/>
                  <a:gd name="connsiteY46" fmla="*/ 27639 h 37047"/>
                  <a:gd name="connsiteX47" fmla="*/ 20019 w 50131"/>
                  <a:gd name="connsiteY47" fmla="*/ 28497 h 37047"/>
                  <a:gd name="connsiteX48" fmla="*/ 21733 w 50131"/>
                  <a:gd name="connsiteY48" fmla="*/ 29259 h 37047"/>
                  <a:gd name="connsiteX49" fmla="*/ 22876 w 50131"/>
                  <a:gd name="connsiteY49" fmla="*/ 29259 h 37047"/>
                  <a:gd name="connsiteX50" fmla="*/ 23448 w 50131"/>
                  <a:gd name="connsiteY50" fmla="*/ 31354 h 37047"/>
                  <a:gd name="connsiteX51" fmla="*/ 24210 w 50131"/>
                  <a:gd name="connsiteY51" fmla="*/ 33259 h 37047"/>
                  <a:gd name="connsiteX52" fmla="*/ 24210 w 50131"/>
                  <a:gd name="connsiteY52" fmla="*/ 34307 h 37047"/>
                  <a:gd name="connsiteX53" fmla="*/ 22495 w 50131"/>
                  <a:gd name="connsiteY53" fmla="*/ 35259 h 37047"/>
                  <a:gd name="connsiteX54" fmla="*/ 20971 w 50131"/>
                  <a:gd name="connsiteY54" fmla="*/ 35259 h 37047"/>
                  <a:gd name="connsiteX55" fmla="*/ 19352 w 50131"/>
                  <a:gd name="connsiteY55" fmla="*/ 34021 h 37047"/>
                  <a:gd name="connsiteX56" fmla="*/ 18114 w 50131"/>
                  <a:gd name="connsiteY56" fmla="*/ 33354 h 37047"/>
                  <a:gd name="connsiteX57" fmla="*/ 14970 w 50131"/>
                  <a:gd name="connsiteY57" fmla="*/ 32021 h 37047"/>
                  <a:gd name="connsiteX58" fmla="*/ 13542 w 50131"/>
                  <a:gd name="connsiteY58" fmla="*/ 33640 h 37047"/>
                  <a:gd name="connsiteX59" fmla="*/ 12018 w 50131"/>
                  <a:gd name="connsiteY59" fmla="*/ 34688 h 37047"/>
                  <a:gd name="connsiteX60" fmla="*/ 10113 w 50131"/>
                  <a:gd name="connsiteY60" fmla="*/ 35831 h 37047"/>
                  <a:gd name="connsiteX61" fmla="*/ 8589 w 50131"/>
                  <a:gd name="connsiteY61" fmla="*/ 35831 h 37047"/>
                  <a:gd name="connsiteX62" fmla="*/ 5255 w 50131"/>
                  <a:gd name="connsiteY62" fmla="*/ 36783 h 37047"/>
                  <a:gd name="connsiteX63" fmla="*/ 3160 w 50131"/>
                  <a:gd name="connsiteY63" fmla="*/ 35640 h 37047"/>
                  <a:gd name="connsiteX64" fmla="*/ 1540 w 50131"/>
                  <a:gd name="connsiteY64" fmla="*/ 34593 h 37047"/>
                  <a:gd name="connsiteX65" fmla="*/ -365 w 50131"/>
                  <a:gd name="connsiteY65" fmla="*/ 32593 h 37047"/>
                  <a:gd name="connsiteX66" fmla="*/ 778 w 50131"/>
                  <a:gd name="connsiteY66" fmla="*/ 31354 h 37047"/>
                  <a:gd name="connsiteX67" fmla="*/ 778 w 50131"/>
                  <a:gd name="connsiteY67" fmla="*/ 27735 h 37047"/>
                  <a:gd name="connsiteX68" fmla="*/ 2302 w 50131"/>
                  <a:gd name="connsiteY68" fmla="*/ 28306 h 37047"/>
                  <a:gd name="connsiteX69" fmla="*/ 5065 w 50131"/>
                  <a:gd name="connsiteY69" fmla="*/ 30306 h 37047"/>
                  <a:gd name="connsiteX70" fmla="*/ 10303 w 50131"/>
                  <a:gd name="connsiteY70" fmla="*/ 29163 h 37047"/>
                  <a:gd name="connsiteX71" fmla="*/ 10303 w 50131"/>
                  <a:gd name="connsiteY71" fmla="*/ 27925 h 37047"/>
                  <a:gd name="connsiteX72" fmla="*/ 8208 w 50131"/>
                  <a:gd name="connsiteY72" fmla="*/ 26306 h 37047"/>
                  <a:gd name="connsiteX73" fmla="*/ 6112 w 50131"/>
                  <a:gd name="connsiteY73" fmla="*/ 24782 h 37047"/>
                  <a:gd name="connsiteX74" fmla="*/ 4112 w 50131"/>
                  <a:gd name="connsiteY74" fmla="*/ 23734 h 37047"/>
                  <a:gd name="connsiteX75" fmla="*/ 3160 w 50131"/>
                  <a:gd name="connsiteY75" fmla="*/ 22020 h 37047"/>
                  <a:gd name="connsiteX76" fmla="*/ 3160 w 50131"/>
                  <a:gd name="connsiteY76" fmla="*/ 21067 h 37047"/>
                  <a:gd name="connsiteX77" fmla="*/ 4112 w 50131"/>
                  <a:gd name="connsiteY77" fmla="*/ 19924 h 37047"/>
                  <a:gd name="connsiteX78" fmla="*/ 5731 w 50131"/>
                  <a:gd name="connsiteY78" fmla="*/ 18971 h 37047"/>
                  <a:gd name="connsiteX79" fmla="*/ 8398 w 50131"/>
                  <a:gd name="connsiteY79" fmla="*/ 19638 h 37047"/>
                  <a:gd name="connsiteX80" fmla="*/ 9256 w 50131"/>
                  <a:gd name="connsiteY80" fmla="*/ 21162 h 37047"/>
                  <a:gd name="connsiteX81" fmla="*/ 11160 w 50131"/>
                  <a:gd name="connsiteY81" fmla="*/ 21734 h 37047"/>
                  <a:gd name="connsiteX82" fmla="*/ 12970 w 50131"/>
                  <a:gd name="connsiteY82" fmla="*/ 22781 h 37047"/>
                  <a:gd name="connsiteX83" fmla="*/ 14304 w 50131"/>
                  <a:gd name="connsiteY83" fmla="*/ 23258 h 37047"/>
                  <a:gd name="connsiteX84" fmla="*/ 15066 w 50131"/>
                  <a:gd name="connsiteY84" fmla="*/ 23258 h 37047"/>
                  <a:gd name="connsiteX85" fmla="*/ 16304 w 50131"/>
                  <a:gd name="connsiteY85" fmla="*/ 22401 h 37047"/>
                  <a:gd name="connsiteX86" fmla="*/ 17828 w 50131"/>
                  <a:gd name="connsiteY86" fmla="*/ 21734 h 37047"/>
                  <a:gd name="connsiteX87" fmla="*/ 17066 w 50131"/>
                  <a:gd name="connsiteY87" fmla="*/ 20781 h 37047"/>
                  <a:gd name="connsiteX88" fmla="*/ 15542 w 50131"/>
                  <a:gd name="connsiteY88" fmla="*/ 20781 h 37047"/>
                  <a:gd name="connsiteX89" fmla="*/ 14018 w 50131"/>
                  <a:gd name="connsiteY89" fmla="*/ 20305 h 37047"/>
                  <a:gd name="connsiteX90" fmla="*/ 13161 w 50131"/>
                  <a:gd name="connsiteY90" fmla="*/ 19353 h 37047"/>
                  <a:gd name="connsiteX91" fmla="*/ 13161 w 50131"/>
                  <a:gd name="connsiteY91" fmla="*/ 18210 h 37047"/>
                  <a:gd name="connsiteX92" fmla="*/ 14685 w 50131"/>
                  <a:gd name="connsiteY92" fmla="*/ 17352 h 37047"/>
                  <a:gd name="connsiteX93" fmla="*/ 17828 w 50131"/>
                  <a:gd name="connsiteY93" fmla="*/ 16114 h 37047"/>
                  <a:gd name="connsiteX94" fmla="*/ 19161 w 50131"/>
                  <a:gd name="connsiteY94" fmla="*/ 17448 h 37047"/>
                  <a:gd name="connsiteX95" fmla="*/ 20019 w 50131"/>
                  <a:gd name="connsiteY95" fmla="*/ 17448 h 37047"/>
                  <a:gd name="connsiteX96" fmla="*/ 21257 w 50131"/>
                  <a:gd name="connsiteY96" fmla="*/ 18591 h 37047"/>
                  <a:gd name="connsiteX97" fmla="*/ 22971 w 50131"/>
                  <a:gd name="connsiteY97" fmla="*/ 19638 h 37047"/>
                  <a:gd name="connsiteX98" fmla="*/ 24115 w 50131"/>
                  <a:gd name="connsiteY98" fmla="*/ 20495 h 37047"/>
                  <a:gd name="connsiteX99" fmla="*/ 25258 w 50131"/>
                  <a:gd name="connsiteY99" fmla="*/ 21162 h 37047"/>
                  <a:gd name="connsiteX100" fmla="*/ 26115 w 50131"/>
                  <a:gd name="connsiteY100" fmla="*/ 21162 h 37047"/>
                  <a:gd name="connsiteX101" fmla="*/ 27258 w 50131"/>
                  <a:gd name="connsiteY101" fmla="*/ 22401 h 37047"/>
                  <a:gd name="connsiteX102" fmla="*/ 28305 w 50131"/>
                  <a:gd name="connsiteY102" fmla="*/ 23353 h 37047"/>
                  <a:gd name="connsiteX103" fmla="*/ 28972 w 50131"/>
                  <a:gd name="connsiteY103" fmla="*/ 24591 h 37047"/>
                  <a:gd name="connsiteX104" fmla="*/ 30687 w 50131"/>
                  <a:gd name="connsiteY104" fmla="*/ 25258 h 37047"/>
                  <a:gd name="connsiteX105" fmla="*/ 32496 w 50131"/>
                  <a:gd name="connsiteY105" fmla="*/ 24782 h 37047"/>
                  <a:gd name="connsiteX106" fmla="*/ 30877 w 50131"/>
                  <a:gd name="connsiteY106" fmla="*/ 23448 h 37047"/>
                  <a:gd name="connsiteX107" fmla="*/ 29163 w 50131"/>
                  <a:gd name="connsiteY107" fmla="*/ 22020 h 37047"/>
                  <a:gd name="connsiteX108" fmla="*/ 26496 w 50131"/>
                  <a:gd name="connsiteY108" fmla="*/ 19734 h 37047"/>
                  <a:gd name="connsiteX109" fmla="*/ 25067 w 50131"/>
                  <a:gd name="connsiteY109" fmla="*/ 18781 h 37047"/>
                  <a:gd name="connsiteX110" fmla="*/ 23638 w 50131"/>
                  <a:gd name="connsiteY110" fmla="*/ 17733 h 37047"/>
                  <a:gd name="connsiteX111" fmla="*/ 21448 w 50131"/>
                  <a:gd name="connsiteY111" fmla="*/ 15924 h 37047"/>
                  <a:gd name="connsiteX112" fmla="*/ 17161 w 50131"/>
                  <a:gd name="connsiteY112" fmla="*/ 13447 h 37047"/>
                  <a:gd name="connsiteX113" fmla="*/ 14494 w 50131"/>
                  <a:gd name="connsiteY113" fmla="*/ 13447 h 37047"/>
                  <a:gd name="connsiteX114" fmla="*/ 15066 w 50131"/>
                  <a:gd name="connsiteY114" fmla="*/ 13447 h 37047"/>
                  <a:gd name="connsiteX115" fmla="*/ 11065 w 50131"/>
                  <a:gd name="connsiteY115" fmla="*/ 12685 h 37047"/>
                  <a:gd name="connsiteX116" fmla="*/ 10589 w 50131"/>
                  <a:gd name="connsiteY116" fmla="*/ 11447 h 37047"/>
                  <a:gd name="connsiteX117" fmla="*/ 12113 w 50131"/>
                  <a:gd name="connsiteY117" fmla="*/ 8685 h 37047"/>
                  <a:gd name="connsiteX118" fmla="*/ 14304 w 50131"/>
                  <a:gd name="connsiteY118" fmla="*/ 6684 h 37047"/>
                  <a:gd name="connsiteX119" fmla="*/ 15542 w 50131"/>
                  <a:gd name="connsiteY119" fmla="*/ 6684 h 37047"/>
                  <a:gd name="connsiteX120" fmla="*/ 16495 w 50131"/>
                  <a:gd name="connsiteY120" fmla="*/ 6684 h 37047"/>
                  <a:gd name="connsiteX121" fmla="*/ 20495 w 50131"/>
                  <a:gd name="connsiteY121" fmla="*/ 5827 h 37047"/>
                  <a:gd name="connsiteX122" fmla="*/ 20971 w 50131"/>
                  <a:gd name="connsiteY122" fmla="*/ 5827 h 37047"/>
                  <a:gd name="connsiteX123" fmla="*/ 19257 w 50131"/>
                  <a:gd name="connsiteY123" fmla="*/ 8018 h 37047"/>
                  <a:gd name="connsiteX124" fmla="*/ 19189 w 50131"/>
                  <a:gd name="connsiteY124" fmla="*/ 9094 h 37047"/>
                  <a:gd name="connsiteX125" fmla="*/ 19257 w 50131"/>
                  <a:gd name="connsiteY125" fmla="*/ 9161 h 37047"/>
                  <a:gd name="connsiteX126" fmla="*/ 21067 w 50131"/>
                  <a:gd name="connsiteY126" fmla="*/ 9923 h 37047"/>
                  <a:gd name="connsiteX127" fmla="*/ 21924 w 50131"/>
                  <a:gd name="connsiteY127" fmla="*/ 9923 h 37047"/>
                  <a:gd name="connsiteX128" fmla="*/ 22495 w 50131"/>
                  <a:gd name="connsiteY128" fmla="*/ 8685 h 37047"/>
                  <a:gd name="connsiteX129" fmla="*/ 23638 w 50131"/>
                  <a:gd name="connsiteY129" fmla="*/ 7256 h 37047"/>
                  <a:gd name="connsiteX130" fmla="*/ 26496 w 50131"/>
                  <a:gd name="connsiteY130" fmla="*/ 4875 h 37047"/>
                  <a:gd name="connsiteX131" fmla="*/ 29163 w 50131"/>
                  <a:gd name="connsiteY131" fmla="*/ 2017 h 37047"/>
                  <a:gd name="connsiteX132" fmla="*/ 30592 w 50131"/>
                  <a:gd name="connsiteY132" fmla="*/ 207 h 37047"/>
                  <a:gd name="connsiteX133" fmla="*/ 32020 w 50131"/>
                  <a:gd name="connsiteY133" fmla="*/ 207 h 37047"/>
                  <a:gd name="connsiteX134" fmla="*/ 32782 w 50131"/>
                  <a:gd name="connsiteY134" fmla="*/ 969 h 37047"/>
                  <a:gd name="connsiteX135" fmla="*/ 33449 w 50131"/>
                  <a:gd name="connsiteY135" fmla="*/ 969 h 37047"/>
                  <a:gd name="connsiteX136" fmla="*/ 33449 w 50131"/>
                  <a:gd name="connsiteY136" fmla="*/ 1827 h 37047"/>
                  <a:gd name="connsiteX137" fmla="*/ 32687 w 50131"/>
                  <a:gd name="connsiteY137" fmla="*/ 2874 h 37047"/>
                  <a:gd name="connsiteX138" fmla="*/ 31544 w 50131"/>
                  <a:gd name="connsiteY138" fmla="*/ 4017 h 37047"/>
                  <a:gd name="connsiteX139" fmla="*/ 30877 w 50131"/>
                  <a:gd name="connsiteY139" fmla="*/ 4684 h 37047"/>
                  <a:gd name="connsiteX140" fmla="*/ 30020 w 50131"/>
                  <a:gd name="connsiteY140" fmla="*/ 5351 h 37047"/>
                  <a:gd name="connsiteX141" fmla="*/ 28972 w 50131"/>
                  <a:gd name="connsiteY141" fmla="*/ 6303 h 37047"/>
                  <a:gd name="connsiteX142" fmla="*/ 27162 w 50131"/>
                  <a:gd name="connsiteY142" fmla="*/ 8208 h 37047"/>
                  <a:gd name="connsiteX143" fmla="*/ 26115 w 50131"/>
                  <a:gd name="connsiteY143" fmla="*/ 9637 h 37047"/>
                  <a:gd name="connsiteX144" fmla="*/ 25162 w 50131"/>
                  <a:gd name="connsiteY144" fmla="*/ 10494 h 37047"/>
                  <a:gd name="connsiteX145" fmla="*/ 23638 w 50131"/>
                  <a:gd name="connsiteY145" fmla="*/ 11256 h 37047"/>
                  <a:gd name="connsiteX146" fmla="*/ 23638 w 50131"/>
                  <a:gd name="connsiteY146" fmla="*/ 12304 h 37047"/>
                  <a:gd name="connsiteX147" fmla="*/ 24972 w 50131"/>
                  <a:gd name="connsiteY147" fmla="*/ 13066 h 37047"/>
                  <a:gd name="connsiteX148" fmla="*/ 25924 w 50131"/>
                  <a:gd name="connsiteY148" fmla="*/ 14019 h 37047"/>
                  <a:gd name="connsiteX149" fmla="*/ 27639 w 50131"/>
                  <a:gd name="connsiteY149" fmla="*/ 15257 h 37047"/>
                  <a:gd name="connsiteX150" fmla="*/ 28686 w 50131"/>
                  <a:gd name="connsiteY150" fmla="*/ 15828 h 37047"/>
                  <a:gd name="connsiteX151" fmla="*/ 29734 w 50131"/>
                  <a:gd name="connsiteY151" fmla="*/ 15828 h 37047"/>
                  <a:gd name="connsiteX152" fmla="*/ 30306 w 50131"/>
                  <a:gd name="connsiteY152" fmla="*/ 15828 h 37047"/>
                  <a:gd name="connsiteX153" fmla="*/ 29544 w 50131"/>
                  <a:gd name="connsiteY153" fmla="*/ 14781 h 37047"/>
                  <a:gd name="connsiteX154" fmla="*/ 28401 w 50131"/>
                  <a:gd name="connsiteY154" fmla="*/ 14304 h 37047"/>
                  <a:gd name="connsiteX155" fmla="*/ 28972 w 50131"/>
                  <a:gd name="connsiteY155" fmla="*/ 13352 h 37047"/>
                  <a:gd name="connsiteX156" fmla="*/ 28972 w 50131"/>
                  <a:gd name="connsiteY156" fmla="*/ 12209 h 37047"/>
                  <a:gd name="connsiteX157" fmla="*/ 27734 w 50131"/>
                  <a:gd name="connsiteY157" fmla="*/ 12780 h 37047"/>
                  <a:gd name="connsiteX158" fmla="*/ 26927 w 50131"/>
                  <a:gd name="connsiteY158" fmla="*/ 12831 h 37047"/>
                  <a:gd name="connsiteX159" fmla="*/ 26877 w 50131"/>
                  <a:gd name="connsiteY159" fmla="*/ 12780 h 37047"/>
                  <a:gd name="connsiteX160" fmla="*/ 26019 w 50131"/>
                  <a:gd name="connsiteY160" fmla="*/ 12780 h 37047"/>
                  <a:gd name="connsiteX161" fmla="*/ 26591 w 50131"/>
                  <a:gd name="connsiteY161" fmla="*/ 11256 h 37047"/>
                  <a:gd name="connsiteX162" fmla="*/ 28877 w 50131"/>
                  <a:gd name="connsiteY162" fmla="*/ 9256 h 37047"/>
                  <a:gd name="connsiteX163" fmla="*/ 30115 w 50131"/>
                  <a:gd name="connsiteY163" fmla="*/ 7637 h 37047"/>
                  <a:gd name="connsiteX164" fmla="*/ 32211 w 50131"/>
                  <a:gd name="connsiteY164" fmla="*/ 5541 h 37047"/>
                  <a:gd name="connsiteX165" fmla="*/ 32782 w 50131"/>
                  <a:gd name="connsiteY165" fmla="*/ 4780 h 37047"/>
                  <a:gd name="connsiteX166" fmla="*/ 34306 w 50131"/>
                  <a:gd name="connsiteY166" fmla="*/ 4208 h 37047"/>
                  <a:gd name="connsiteX167" fmla="*/ 35354 w 50131"/>
                  <a:gd name="connsiteY167" fmla="*/ 4208 h 37047"/>
                  <a:gd name="connsiteX168" fmla="*/ 34497 w 50131"/>
                  <a:gd name="connsiteY168" fmla="*/ 5637 h 37047"/>
                  <a:gd name="connsiteX169" fmla="*/ 34021 w 50131"/>
                  <a:gd name="connsiteY169" fmla="*/ 6589 h 37047"/>
                  <a:gd name="connsiteX170" fmla="*/ 31925 w 50131"/>
                  <a:gd name="connsiteY170" fmla="*/ 9161 h 37047"/>
                  <a:gd name="connsiteX171" fmla="*/ 31925 w 50131"/>
                  <a:gd name="connsiteY171" fmla="*/ 10018 h 37047"/>
                  <a:gd name="connsiteX172" fmla="*/ 33068 w 50131"/>
                  <a:gd name="connsiteY172" fmla="*/ 11256 h 37047"/>
                  <a:gd name="connsiteX173" fmla="*/ 33068 w 50131"/>
                  <a:gd name="connsiteY173" fmla="*/ 12304 h 37047"/>
                  <a:gd name="connsiteX174" fmla="*/ 35163 w 50131"/>
                  <a:gd name="connsiteY174" fmla="*/ 12304 h 37047"/>
                  <a:gd name="connsiteX175" fmla="*/ 36021 w 50131"/>
                  <a:gd name="connsiteY175" fmla="*/ 10399 h 37047"/>
                  <a:gd name="connsiteX176" fmla="*/ 34687 w 50131"/>
                  <a:gd name="connsiteY176" fmla="*/ 9732 h 37047"/>
                  <a:gd name="connsiteX177" fmla="*/ 33735 w 50131"/>
                  <a:gd name="connsiteY177" fmla="*/ 9732 h 37047"/>
                  <a:gd name="connsiteX178" fmla="*/ 35163 w 50131"/>
                  <a:gd name="connsiteY178" fmla="*/ 8399 h 37047"/>
                  <a:gd name="connsiteX179" fmla="*/ 36783 w 50131"/>
                  <a:gd name="connsiteY179" fmla="*/ 7637 h 37047"/>
                  <a:gd name="connsiteX180" fmla="*/ 37545 w 50131"/>
                  <a:gd name="connsiteY180" fmla="*/ 6018 h 37047"/>
                  <a:gd name="connsiteX181" fmla="*/ 39164 w 50131"/>
                  <a:gd name="connsiteY181" fmla="*/ 6018 h 37047"/>
                  <a:gd name="connsiteX182" fmla="*/ 39164 w 50131"/>
                  <a:gd name="connsiteY182" fmla="*/ 7637 h 37047"/>
                  <a:gd name="connsiteX183" fmla="*/ 41545 w 50131"/>
                  <a:gd name="connsiteY183" fmla="*/ 7637 h 37047"/>
                  <a:gd name="connsiteX184" fmla="*/ 43736 w 50131"/>
                  <a:gd name="connsiteY184" fmla="*/ 7065 h 37047"/>
                  <a:gd name="connsiteX185" fmla="*/ 44403 w 50131"/>
                  <a:gd name="connsiteY185" fmla="*/ 7637 h 37047"/>
                  <a:gd name="connsiteX186" fmla="*/ 45165 w 50131"/>
                  <a:gd name="connsiteY186" fmla="*/ 8208 h 37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</a:cxnLst>
                <a:rect l="l" t="t" r="r" b="b"/>
                <a:pathLst>
                  <a:path w="50131" h="37047">
                    <a:moveTo>
                      <a:pt x="44498" y="8589"/>
                    </a:moveTo>
                    <a:cubicBezTo>
                      <a:pt x="44730" y="9269"/>
                      <a:pt x="44730" y="10005"/>
                      <a:pt x="44498" y="10685"/>
                    </a:cubicBezTo>
                    <a:cubicBezTo>
                      <a:pt x="44498" y="11352"/>
                      <a:pt x="43260" y="11637"/>
                      <a:pt x="42498" y="11542"/>
                    </a:cubicBezTo>
                    <a:cubicBezTo>
                      <a:pt x="41776" y="11382"/>
                      <a:pt x="41028" y="11382"/>
                      <a:pt x="40307" y="11542"/>
                    </a:cubicBezTo>
                    <a:cubicBezTo>
                      <a:pt x="40307" y="11542"/>
                      <a:pt x="39069" y="12304"/>
                      <a:pt x="39069" y="12590"/>
                    </a:cubicBezTo>
                    <a:cubicBezTo>
                      <a:pt x="39229" y="13085"/>
                      <a:pt x="39229" y="13619"/>
                      <a:pt x="39069" y="14114"/>
                    </a:cubicBezTo>
                    <a:cubicBezTo>
                      <a:pt x="38593" y="14590"/>
                      <a:pt x="37640" y="14114"/>
                      <a:pt x="35068" y="15352"/>
                    </a:cubicBezTo>
                    <a:lnTo>
                      <a:pt x="32592" y="15352"/>
                    </a:lnTo>
                    <a:cubicBezTo>
                      <a:pt x="32116" y="15352"/>
                      <a:pt x="32592" y="16686"/>
                      <a:pt x="33163" y="17257"/>
                    </a:cubicBezTo>
                    <a:cubicBezTo>
                      <a:pt x="33735" y="17828"/>
                      <a:pt x="31925" y="17924"/>
                      <a:pt x="32687" y="18781"/>
                    </a:cubicBezTo>
                    <a:cubicBezTo>
                      <a:pt x="33449" y="19638"/>
                      <a:pt x="34497" y="19543"/>
                      <a:pt x="34878" y="18781"/>
                    </a:cubicBezTo>
                    <a:cubicBezTo>
                      <a:pt x="35259" y="18019"/>
                      <a:pt x="34306" y="17828"/>
                      <a:pt x="34306" y="17448"/>
                    </a:cubicBezTo>
                    <a:cubicBezTo>
                      <a:pt x="34306" y="17067"/>
                      <a:pt x="34973" y="16114"/>
                      <a:pt x="35163" y="16209"/>
                    </a:cubicBezTo>
                    <a:cubicBezTo>
                      <a:pt x="35533" y="16340"/>
                      <a:pt x="35937" y="16340"/>
                      <a:pt x="36306" y="16209"/>
                    </a:cubicBezTo>
                    <a:cubicBezTo>
                      <a:pt x="36307" y="16209"/>
                      <a:pt x="37068" y="16209"/>
                      <a:pt x="37450" y="16209"/>
                    </a:cubicBezTo>
                    <a:cubicBezTo>
                      <a:pt x="37831" y="16209"/>
                      <a:pt x="37450" y="15352"/>
                      <a:pt x="38402" y="15162"/>
                    </a:cubicBezTo>
                    <a:cubicBezTo>
                      <a:pt x="39354" y="14971"/>
                      <a:pt x="39450" y="15162"/>
                      <a:pt x="39735" y="15638"/>
                    </a:cubicBezTo>
                    <a:cubicBezTo>
                      <a:pt x="40021" y="16114"/>
                      <a:pt x="40688" y="15638"/>
                      <a:pt x="41069" y="15638"/>
                    </a:cubicBezTo>
                    <a:lnTo>
                      <a:pt x="42117" y="15066"/>
                    </a:lnTo>
                    <a:cubicBezTo>
                      <a:pt x="42879" y="14400"/>
                      <a:pt x="42117" y="13257"/>
                      <a:pt x="43069" y="12876"/>
                    </a:cubicBezTo>
                    <a:cubicBezTo>
                      <a:pt x="44022" y="12495"/>
                      <a:pt x="47451" y="14495"/>
                      <a:pt x="47927" y="14590"/>
                    </a:cubicBezTo>
                    <a:cubicBezTo>
                      <a:pt x="48403" y="14685"/>
                      <a:pt x="48403" y="14590"/>
                      <a:pt x="48689" y="14590"/>
                    </a:cubicBezTo>
                    <a:cubicBezTo>
                      <a:pt x="49168" y="14664"/>
                      <a:pt x="49569" y="14992"/>
                      <a:pt x="49737" y="15447"/>
                    </a:cubicBezTo>
                    <a:cubicBezTo>
                      <a:pt x="49776" y="16018"/>
                      <a:pt x="49776" y="16591"/>
                      <a:pt x="49737" y="17162"/>
                    </a:cubicBezTo>
                    <a:cubicBezTo>
                      <a:pt x="49744" y="17562"/>
                      <a:pt x="49522" y="17932"/>
                      <a:pt x="49165" y="18114"/>
                    </a:cubicBezTo>
                    <a:cubicBezTo>
                      <a:pt x="49165" y="18114"/>
                      <a:pt x="47736" y="18781"/>
                      <a:pt x="47736" y="19353"/>
                    </a:cubicBezTo>
                    <a:cubicBezTo>
                      <a:pt x="47736" y="19924"/>
                      <a:pt x="46117" y="19353"/>
                      <a:pt x="45165" y="19353"/>
                    </a:cubicBezTo>
                    <a:cubicBezTo>
                      <a:pt x="43783" y="19449"/>
                      <a:pt x="42459" y="19946"/>
                      <a:pt x="41355" y="20781"/>
                    </a:cubicBezTo>
                    <a:lnTo>
                      <a:pt x="40021" y="21353"/>
                    </a:lnTo>
                    <a:lnTo>
                      <a:pt x="38688" y="22115"/>
                    </a:lnTo>
                    <a:cubicBezTo>
                      <a:pt x="38035" y="22357"/>
                      <a:pt x="37448" y="22749"/>
                      <a:pt x="36973" y="23258"/>
                    </a:cubicBezTo>
                    <a:cubicBezTo>
                      <a:pt x="36973" y="23258"/>
                      <a:pt x="36973" y="23829"/>
                      <a:pt x="37450" y="24115"/>
                    </a:cubicBezTo>
                    <a:cubicBezTo>
                      <a:pt x="38021" y="24475"/>
                      <a:pt x="38679" y="24673"/>
                      <a:pt x="39355" y="24687"/>
                    </a:cubicBezTo>
                    <a:lnTo>
                      <a:pt x="40212" y="25544"/>
                    </a:lnTo>
                    <a:cubicBezTo>
                      <a:pt x="40212" y="25544"/>
                      <a:pt x="40212" y="26496"/>
                      <a:pt x="40212" y="26782"/>
                    </a:cubicBezTo>
                    <a:cubicBezTo>
                      <a:pt x="40212" y="27068"/>
                      <a:pt x="40688" y="26782"/>
                      <a:pt x="40783" y="27830"/>
                    </a:cubicBezTo>
                    <a:cubicBezTo>
                      <a:pt x="40878" y="28878"/>
                      <a:pt x="41355" y="28497"/>
                      <a:pt x="40783" y="29068"/>
                    </a:cubicBezTo>
                    <a:cubicBezTo>
                      <a:pt x="40509" y="30039"/>
                      <a:pt x="39944" y="30904"/>
                      <a:pt x="39164" y="31545"/>
                    </a:cubicBezTo>
                    <a:cubicBezTo>
                      <a:pt x="38456" y="32104"/>
                      <a:pt x="37648" y="32524"/>
                      <a:pt x="36783" y="32783"/>
                    </a:cubicBezTo>
                    <a:cubicBezTo>
                      <a:pt x="35466" y="32369"/>
                      <a:pt x="34283" y="31613"/>
                      <a:pt x="33354" y="30592"/>
                    </a:cubicBezTo>
                    <a:cubicBezTo>
                      <a:pt x="33016" y="30269"/>
                      <a:pt x="32581" y="30068"/>
                      <a:pt x="32116" y="30021"/>
                    </a:cubicBezTo>
                    <a:cubicBezTo>
                      <a:pt x="32116" y="30020"/>
                      <a:pt x="31258" y="29259"/>
                      <a:pt x="31163" y="28878"/>
                    </a:cubicBezTo>
                    <a:cubicBezTo>
                      <a:pt x="30854" y="28291"/>
                      <a:pt x="30394" y="27797"/>
                      <a:pt x="29829" y="27449"/>
                    </a:cubicBezTo>
                    <a:cubicBezTo>
                      <a:pt x="28602" y="26704"/>
                      <a:pt x="27157" y="26401"/>
                      <a:pt x="25734" y="26592"/>
                    </a:cubicBezTo>
                    <a:cubicBezTo>
                      <a:pt x="25139" y="26733"/>
                      <a:pt x="24519" y="26733"/>
                      <a:pt x="23924" y="26592"/>
                    </a:cubicBezTo>
                    <a:cubicBezTo>
                      <a:pt x="23165" y="26490"/>
                      <a:pt x="22396" y="26490"/>
                      <a:pt x="21638" y="26592"/>
                    </a:cubicBezTo>
                    <a:cubicBezTo>
                      <a:pt x="20993" y="26743"/>
                      <a:pt x="20421" y="27113"/>
                      <a:pt x="20019" y="27639"/>
                    </a:cubicBezTo>
                    <a:cubicBezTo>
                      <a:pt x="20019" y="27639"/>
                      <a:pt x="20019" y="28211"/>
                      <a:pt x="20019" y="28497"/>
                    </a:cubicBezTo>
                    <a:cubicBezTo>
                      <a:pt x="20616" y="28688"/>
                      <a:pt x="21191" y="28944"/>
                      <a:pt x="21733" y="29259"/>
                    </a:cubicBezTo>
                    <a:cubicBezTo>
                      <a:pt x="21733" y="29259"/>
                      <a:pt x="22686" y="29259"/>
                      <a:pt x="22876" y="29259"/>
                    </a:cubicBezTo>
                    <a:cubicBezTo>
                      <a:pt x="23067" y="29259"/>
                      <a:pt x="22876" y="30402"/>
                      <a:pt x="23448" y="31354"/>
                    </a:cubicBezTo>
                    <a:cubicBezTo>
                      <a:pt x="24019" y="32307"/>
                      <a:pt x="23448" y="32402"/>
                      <a:pt x="24210" y="33259"/>
                    </a:cubicBezTo>
                    <a:cubicBezTo>
                      <a:pt x="24972" y="34116"/>
                      <a:pt x="24686" y="34021"/>
                      <a:pt x="24210" y="34307"/>
                    </a:cubicBezTo>
                    <a:cubicBezTo>
                      <a:pt x="23734" y="34593"/>
                      <a:pt x="23067" y="35259"/>
                      <a:pt x="22495" y="35259"/>
                    </a:cubicBezTo>
                    <a:cubicBezTo>
                      <a:pt x="21997" y="35402"/>
                      <a:pt x="21469" y="35402"/>
                      <a:pt x="20971" y="35259"/>
                    </a:cubicBezTo>
                    <a:cubicBezTo>
                      <a:pt x="20467" y="34802"/>
                      <a:pt x="19926" y="34387"/>
                      <a:pt x="19352" y="34021"/>
                    </a:cubicBezTo>
                    <a:lnTo>
                      <a:pt x="18114" y="33354"/>
                    </a:lnTo>
                    <a:cubicBezTo>
                      <a:pt x="17637" y="33354"/>
                      <a:pt x="15637" y="31545"/>
                      <a:pt x="14970" y="32021"/>
                    </a:cubicBezTo>
                    <a:cubicBezTo>
                      <a:pt x="14525" y="32587"/>
                      <a:pt x="14048" y="33128"/>
                      <a:pt x="13542" y="33640"/>
                    </a:cubicBezTo>
                    <a:cubicBezTo>
                      <a:pt x="13542" y="33640"/>
                      <a:pt x="12589" y="34402"/>
                      <a:pt x="12018" y="34688"/>
                    </a:cubicBezTo>
                    <a:cubicBezTo>
                      <a:pt x="11331" y="34976"/>
                      <a:pt x="10690" y="35361"/>
                      <a:pt x="10113" y="35831"/>
                    </a:cubicBezTo>
                    <a:cubicBezTo>
                      <a:pt x="10113" y="36307"/>
                      <a:pt x="8684" y="35831"/>
                      <a:pt x="8589" y="35831"/>
                    </a:cubicBezTo>
                    <a:cubicBezTo>
                      <a:pt x="8493" y="35831"/>
                      <a:pt x="6303" y="37355"/>
                      <a:pt x="5255" y="36783"/>
                    </a:cubicBezTo>
                    <a:cubicBezTo>
                      <a:pt x="4207" y="36212"/>
                      <a:pt x="3636" y="36021"/>
                      <a:pt x="3160" y="35640"/>
                    </a:cubicBezTo>
                    <a:cubicBezTo>
                      <a:pt x="2653" y="35243"/>
                      <a:pt x="2111" y="34892"/>
                      <a:pt x="1540" y="34593"/>
                    </a:cubicBezTo>
                    <a:cubicBezTo>
                      <a:pt x="722" y="34129"/>
                      <a:pt x="59" y="33433"/>
                      <a:pt x="-365" y="32593"/>
                    </a:cubicBezTo>
                    <a:cubicBezTo>
                      <a:pt x="-365" y="32592"/>
                      <a:pt x="397" y="31735"/>
                      <a:pt x="778" y="31354"/>
                    </a:cubicBezTo>
                    <a:cubicBezTo>
                      <a:pt x="1159" y="30973"/>
                      <a:pt x="778" y="28116"/>
                      <a:pt x="778" y="27735"/>
                    </a:cubicBezTo>
                    <a:cubicBezTo>
                      <a:pt x="778" y="27353"/>
                      <a:pt x="1635" y="27735"/>
                      <a:pt x="2302" y="28306"/>
                    </a:cubicBezTo>
                    <a:cubicBezTo>
                      <a:pt x="3184" y="29026"/>
                      <a:pt x="4106" y="29693"/>
                      <a:pt x="5065" y="30306"/>
                    </a:cubicBezTo>
                    <a:cubicBezTo>
                      <a:pt x="6398" y="31068"/>
                      <a:pt x="8875" y="29544"/>
                      <a:pt x="10303" y="29163"/>
                    </a:cubicBezTo>
                    <a:cubicBezTo>
                      <a:pt x="11732" y="28782"/>
                      <a:pt x="11160" y="28592"/>
                      <a:pt x="10303" y="27925"/>
                    </a:cubicBezTo>
                    <a:cubicBezTo>
                      <a:pt x="9655" y="27323"/>
                      <a:pt x="8954" y="26781"/>
                      <a:pt x="8208" y="26306"/>
                    </a:cubicBezTo>
                    <a:lnTo>
                      <a:pt x="6112" y="24782"/>
                    </a:lnTo>
                    <a:cubicBezTo>
                      <a:pt x="6112" y="24306"/>
                      <a:pt x="4302" y="23925"/>
                      <a:pt x="4112" y="23734"/>
                    </a:cubicBezTo>
                    <a:cubicBezTo>
                      <a:pt x="3921" y="23544"/>
                      <a:pt x="3064" y="23067"/>
                      <a:pt x="3160" y="22020"/>
                    </a:cubicBezTo>
                    <a:cubicBezTo>
                      <a:pt x="3255" y="20972"/>
                      <a:pt x="3160" y="21353"/>
                      <a:pt x="3160" y="21067"/>
                    </a:cubicBezTo>
                    <a:cubicBezTo>
                      <a:pt x="3160" y="20781"/>
                      <a:pt x="3826" y="20210"/>
                      <a:pt x="4112" y="19924"/>
                    </a:cubicBezTo>
                    <a:cubicBezTo>
                      <a:pt x="4598" y="19523"/>
                      <a:pt x="5145" y="19202"/>
                      <a:pt x="5731" y="18971"/>
                    </a:cubicBezTo>
                    <a:cubicBezTo>
                      <a:pt x="6675" y="18800"/>
                      <a:pt x="7647" y="19043"/>
                      <a:pt x="8398" y="19638"/>
                    </a:cubicBezTo>
                    <a:cubicBezTo>
                      <a:pt x="8398" y="19638"/>
                      <a:pt x="9065" y="20972"/>
                      <a:pt x="9256" y="21162"/>
                    </a:cubicBezTo>
                    <a:cubicBezTo>
                      <a:pt x="9446" y="21353"/>
                      <a:pt x="10589" y="21162"/>
                      <a:pt x="11160" y="21734"/>
                    </a:cubicBezTo>
                    <a:cubicBezTo>
                      <a:pt x="11795" y="22026"/>
                      <a:pt x="12401" y="22377"/>
                      <a:pt x="12970" y="22781"/>
                    </a:cubicBezTo>
                    <a:cubicBezTo>
                      <a:pt x="13366" y="23053"/>
                      <a:pt x="13825" y="23217"/>
                      <a:pt x="14304" y="23258"/>
                    </a:cubicBezTo>
                    <a:cubicBezTo>
                      <a:pt x="14533" y="23417"/>
                      <a:pt x="14837" y="23417"/>
                      <a:pt x="15066" y="23258"/>
                    </a:cubicBezTo>
                    <a:cubicBezTo>
                      <a:pt x="15066" y="23258"/>
                      <a:pt x="16018" y="22496"/>
                      <a:pt x="16304" y="22401"/>
                    </a:cubicBezTo>
                    <a:lnTo>
                      <a:pt x="17828" y="21734"/>
                    </a:lnTo>
                    <a:cubicBezTo>
                      <a:pt x="17828" y="21734"/>
                      <a:pt x="17828" y="21067"/>
                      <a:pt x="17066" y="20781"/>
                    </a:cubicBezTo>
                    <a:cubicBezTo>
                      <a:pt x="16567" y="20648"/>
                      <a:pt x="16041" y="20648"/>
                      <a:pt x="15542" y="20781"/>
                    </a:cubicBezTo>
                    <a:cubicBezTo>
                      <a:pt x="15005" y="20738"/>
                      <a:pt x="14484" y="20575"/>
                      <a:pt x="14018" y="20305"/>
                    </a:cubicBezTo>
                    <a:cubicBezTo>
                      <a:pt x="13640" y="20085"/>
                      <a:pt x="13340" y="19752"/>
                      <a:pt x="13161" y="19353"/>
                    </a:cubicBezTo>
                    <a:cubicBezTo>
                      <a:pt x="13161" y="18781"/>
                      <a:pt x="13161" y="18591"/>
                      <a:pt x="13161" y="18210"/>
                    </a:cubicBezTo>
                    <a:cubicBezTo>
                      <a:pt x="13562" y="17766"/>
                      <a:pt x="14097" y="17465"/>
                      <a:pt x="14685" y="17352"/>
                    </a:cubicBezTo>
                    <a:cubicBezTo>
                      <a:pt x="14685" y="17352"/>
                      <a:pt x="16304" y="16019"/>
                      <a:pt x="17828" y="16114"/>
                    </a:cubicBezTo>
                    <a:cubicBezTo>
                      <a:pt x="19352" y="16209"/>
                      <a:pt x="18685" y="17257"/>
                      <a:pt x="19161" y="17448"/>
                    </a:cubicBezTo>
                    <a:lnTo>
                      <a:pt x="20019" y="17448"/>
                    </a:lnTo>
                    <a:lnTo>
                      <a:pt x="21257" y="18591"/>
                    </a:lnTo>
                    <a:cubicBezTo>
                      <a:pt x="21802" y="18982"/>
                      <a:pt x="22375" y="19332"/>
                      <a:pt x="22971" y="19638"/>
                    </a:cubicBezTo>
                    <a:cubicBezTo>
                      <a:pt x="22971" y="19638"/>
                      <a:pt x="23638" y="20400"/>
                      <a:pt x="24115" y="20495"/>
                    </a:cubicBezTo>
                    <a:lnTo>
                      <a:pt x="25258" y="21162"/>
                    </a:lnTo>
                    <a:cubicBezTo>
                      <a:pt x="25258" y="21162"/>
                      <a:pt x="25829" y="21162"/>
                      <a:pt x="26115" y="21162"/>
                    </a:cubicBezTo>
                    <a:cubicBezTo>
                      <a:pt x="26401" y="21162"/>
                      <a:pt x="27067" y="22115"/>
                      <a:pt x="27258" y="22401"/>
                    </a:cubicBezTo>
                    <a:cubicBezTo>
                      <a:pt x="27626" y="22696"/>
                      <a:pt x="27976" y="23014"/>
                      <a:pt x="28305" y="23353"/>
                    </a:cubicBezTo>
                    <a:cubicBezTo>
                      <a:pt x="28431" y="23811"/>
                      <a:pt x="28659" y="24234"/>
                      <a:pt x="28972" y="24591"/>
                    </a:cubicBezTo>
                    <a:cubicBezTo>
                      <a:pt x="28972" y="24591"/>
                      <a:pt x="30401" y="25068"/>
                      <a:pt x="30687" y="25258"/>
                    </a:cubicBezTo>
                    <a:cubicBezTo>
                      <a:pt x="30973" y="25449"/>
                      <a:pt x="32306" y="25258"/>
                      <a:pt x="32496" y="24782"/>
                    </a:cubicBezTo>
                    <a:cubicBezTo>
                      <a:pt x="32035" y="24250"/>
                      <a:pt x="31488" y="23799"/>
                      <a:pt x="30877" y="23448"/>
                    </a:cubicBezTo>
                    <a:cubicBezTo>
                      <a:pt x="30401" y="23449"/>
                      <a:pt x="29449" y="22115"/>
                      <a:pt x="29163" y="22020"/>
                    </a:cubicBezTo>
                    <a:cubicBezTo>
                      <a:pt x="28114" y="21467"/>
                      <a:pt x="27202" y="20686"/>
                      <a:pt x="26496" y="19734"/>
                    </a:cubicBezTo>
                    <a:cubicBezTo>
                      <a:pt x="26108" y="19300"/>
                      <a:pt x="25617" y="18972"/>
                      <a:pt x="25067" y="18781"/>
                    </a:cubicBezTo>
                    <a:cubicBezTo>
                      <a:pt x="24548" y="18495"/>
                      <a:pt x="24067" y="18143"/>
                      <a:pt x="23638" y="17733"/>
                    </a:cubicBezTo>
                    <a:lnTo>
                      <a:pt x="21448" y="15924"/>
                    </a:lnTo>
                    <a:cubicBezTo>
                      <a:pt x="20138" y="14907"/>
                      <a:pt x="18696" y="14073"/>
                      <a:pt x="17161" y="13447"/>
                    </a:cubicBezTo>
                    <a:cubicBezTo>
                      <a:pt x="16276" y="13329"/>
                      <a:pt x="15379" y="13329"/>
                      <a:pt x="14494" y="13447"/>
                    </a:cubicBezTo>
                    <a:lnTo>
                      <a:pt x="15066" y="13447"/>
                    </a:lnTo>
                    <a:cubicBezTo>
                      <a:pt x="13446" y="13447"/>
                      <a:pt x="12018" y="13447"/>
                      <a:pt x="11065" y="12685"/>
                    </a:cubicBezTo>
                    <a:cubicBezTo>
                      <a:pt x="10598" y="12469"/>
                      <a:pt x="10387" y="11921"/>
                      <a:pt x="10589" y="11447"/>
                    </a:cubicBezTo>
                    <a:cubicBezTo>
                      <a:pt x="10893" y="10428"/>
                      <a:pt x="11413" y="9486"/>
                      <a:pt x="12113" y="8685"/>
                    </a:cubicBezTo>
                    <a:cubicBezTo>
                      <a:pt x="12780" y="8018"/>
                      <a:pt x="13351" y="8685"/>
                      <a:pt x="14304" y="6684"/>
                    </a:cubicBezTo>
                    <a:cubicBezTo>
                      <a:pt x="14687" y="6463"/>
                      <a:pt x="15159" y="6463"/>
                      <a:pt x="15542" y="6684"/>
                    </a:cubicBezTo>
                    <a:cubicBezTo>
                      <a:pt x="15855" y="6765"/>
                      <a:pt x="16182" y="6765"/>
                      <a:pt x="16495" y="6684"/>
                    </a:cubicBezTo>
                    <a:cubicBezTo>
                      <a:pt x="17733" y="6684"/>
                      <a:pt x="18971" y="6113"/>
                      <a:pt x="20495" y="5827"/>
                    </a:cubicBezTo>
                    <a:cubicBezTo>
                      <a:pt x="20495" y="5827"/>
                      <a:pt x="20495" y="5827"/>
                      <a:pt x="20971" y="5827"/>
                    </a:cubicBezTo>
                    <a:cubicBezTo>
                      <a:pt x="20473" y="6612"/>
                      <a:pt x="19899" y="7346"/>
                      <a:pt x="19257" y="8018"/>
                    </a:cubicBezTo>
                    <a:cubicBezTo>
                      <a:pt x="18941" y="8297"/>
                      <a:pt x="18911" y="8778"/>
                      <a:pt x="19189" y="9094"/>
                    </a:cubicBezTo>
                    <a:cubicBezTo>
                      <a:pt x="19210" y="9117"/>
                      <a:pt x="19233" y="9140"/>
                      <a:pt x="19257" y="9161"/>
                    </a:cubicBezTo>
                    <a:cubicBezTo>
                      <a:pt x="19828" y="9486"/>
                      <a:pt x="20435" y="9741"/>
                      <a:pt x="21067" y="9923"/>
                    </a:cubicBezTo>
                    <a:cubicBezTo>
                      <a:pt x="21332" y="10076"/>
                      <a:pt x="21659" y="10076"/>
                      <a:pt x="21924" y="9923"/>
                    </a:cubicBezTo>
                    <a:cubicBezTo>
                      <a:pt x="21924" y="9923"/>
                      <a:pt x="21924" y="8970"/>
                      <a:pt x="22495" y="8685"/>
                    </a:cubicBezTo>
                    <a:cubicBezTo>
                      <a:pt x="22774" y="8135"/>
                      <a:pt x="23163" y="7648"/>
                      <a:pt x="23638" y="7256"/>
                    </a:cubicBezTo>
                    <a:cubicBezTo>
                      <a:pt x="24532" y="6394"/>
                      <a:pt x="25487" y="5598"/>
                      <a:pt x="26496" y="4875"/>
                    </a:cubicBezTo>
                    <a:cubicBezTo>
                      <a:pt x="27258" y="4399"/>
                      <a:pt x="27543" y="3446"/>
                      <a:pt x="29163" y="2017"/>
                    </a:cubicBezTo>
                    <a:cubicBezTo>
                      <a:pt x="30782" y="588"/>
                      <a:pt x="30687" y="398"/>
                      <a:pt x="30592" y="207"/>
                    </a:cubicBezTo>
                    <a:cubicBezTo>
                      <a:pt x="30496" y="17"/>
                      <a:pt x="31544" y="-459"/>
                      <a:pt x="32020" y="207"/>
                    </a:cubicBezTo>
                    <a:cubicBezTo>
                      <a:pt x="32496" y="874"/>
                      <a:pt x="32592" y="779"/>
                      <a:pt x="32782" y="969"/>
                    </a:cubicBezTo>
                    <a:cubicBezTo>
                      <a:pt x="32973" y="1160"/>
                      <a:pt x="33354" y="969"/>
                      <a:pt x="33449" y="969"/>
                    </a:cubicBezTo>
                    <a:cubicBezTo>
                      <a:pt x="33625" y="1228"/>
                      <a:pt x="33625" y="1568"/>
                      <a:pt x="33449" y="1827"/>
                    </a:cubicBezTo>
                    <a:cubicBezTo>
                      <a:pt x="33449" y="2303"/>
                      <a:pt x="32877" y="2398"/>
                      <a:pt x="32687" y="2874"/>
                    </a:cubicBezTo>
                    <a:cubicBezTo>
                      <a:pt x="32496" y="3351"/>
                      <a:pt x="31639" y="3636"/>
                      <a:pt x="31544" y="4017"/>
                    </a:cubicBezTo>
                    <a:cubicBezTo>
                      <a:pt x="31449" y="4399"/>
                      <a:pt x="31544" y="4684"/>
                      <a:pt x="30877" y="4684"/>
                    </a:cubicBezTo>
                    <a:cubicBezTo>
                      <a:pt x="30210" y="4684"/>
                      <a:pt x="30210" y="5256"/>
                      <a:pt x="30020" y="5351"/>
                    </a:cubicBezTo>
                    <a:cubicBezTo>
                      <a:pt x="29693" y="5692"/>
                      <a:pt x="29343" y="6010"/>
                      <a:pt x="28972" y="6303"/>
                    </a:cubicBezTo>
                    <a:lnTo>
                      <a:pt x="27162" y="8208"/>
                    </a:lnTo>
                    <a:cubicBezTo>
                      <a:pt x="27162" y="8208"/>
                      <a:pt x="27162" y="9161"/>
                      <a:pt x="26115" y="9637"/>
                    </a:cubicBezTo>
                    <a:lnTo>
                      <a:pt x="25162" y="10494"/>
                    </a:lnTo>
                    <a:cubicBezTo>
                      <a:pt x="24591" y="10970"/>
                      <a:pt x="23829" y="10494"/>
                      <a:pt x="23638" y="11256"/>
                    </a:cubicBezTo>
                    <a:cubicBezTo>
                      <a:pt x="23495" y="11591"/>
                      <a:pt x="23495" y="11969"/>
                      <a:pt x="23638" y="12304"/>
                    </a:cubicBezTo>
                    <a:cubicBezTo>
                      <a:pt x="23638" y="12304"/>
                      <a:pt x="24686" y="12876"/>
                      <a:pt x="24972" y="13066"/>
                    </a:cubicBezTo>
                    <a:cubicBezTo>
                      <a:pt x="25240" y="13430"/>
                      <a:pt x="25561" y="13751"/>
                      <a:pt x="25924" y="14019"/>
                    </a:cubicBezTo>
                    <a:lnTo>
                      <a:pt x="27639" y="15257"/>
                    </a:lnTo>
                    <a:lnTo>
                      <a:pt x="28686" y="15828"/>
                    </a:lnTo>
                    <a:lnTo>
                      <a:pt x="29734" y="15828"/>
                    </a:lnTo>
                    <a:cubicBezTo>
                      <a:pt x="29915" y="15914"/>
                      <a:pt x="30125" y="15914"/>
                      <a:pt x="30306" y="15828"/>
                    </a:cubicBezTo>
                    <a:cubicBezTo>
                      <a:pt x="30306" y="15257"/>
                      <a:pt x="30306" y="15066"/>
                      <a:pt x="29544" y="14781"/>
                    </a:cubicBezTo>
                    <a:cubicBezTo>
                      <a:pt x="28782" y="14495"/>
                      <a:pt x="28401" y="14781"/>
                      <a:pt x="28401" y="14304"/>
                    </a:cubicBezTo>
                    <a:cubicBezTo>
                      <a:pt x="28401" y="13828"/>
                      <a:pt x="28401" y="13542"/>
                      <a:pt x="28972" y="13352"/>
                    </a:cubicBezTo>
                    <a:cubicBezTo>
                      <a:pt x="29544" y="13161"/>
                      <a:pt x="29639" y="12495"/>
                      <a:pt x="28972" y="12209"/>
                    </a:cubicBezTo>
                    <a:cubicBezTo>
                      <a:pt x="28306" y="11923"/>
                      <a:pt x="28020" y="12209"/>
                      <a:pt x="27734" y="12780"/>
                    </a:cubicBezTo>
                    <a:cubicBezTo>
                      <a:pt x="27525" y="13017"/>
                      <a:pt x="27164" y="13040"/>
                      <a:pt x="26927" y="12831"/>
                    </a:cubicBezTo>
                    <a:cubicBezTo>
                      <a:pt x="26909" y="12815"/>
                      <a:pt x="26892" y="12798"/>
                      <a:pt x="26877" y="12780"/>
                    </a:cubicBezTo>
                    <a:cubicBezTo>
                      <a:pt x="26877" y="12780"/>
                      <a:pt x="26115" y="12780"/>
                      <a:pt x="26019" y="12780"/>
                    </a:cubicBezTo>
                    <a:cubicBezTo>
                      <a:pt x="25842" y="12202"/>
                      <a:pt x="26076" y="11576"/>
                      <a:pt x="26591" y="11256"/>
                    </a:cubicBezTo>
                    <a:cubicBezTo>
                      <a:pt x="27308" y="10540"/>
                      <a:pt x="28072" y="9871"/>
                      <a:pt x="28877" y="9256"/>
                    </a:cubicBezTo>
                    <a:cubicBezTo>
                      <a:pt x="29353" y="9256"/>
                      <a:pt x="29734" y="7923"/>
                      <a:pt x="30115" y="7637"/>
                    </a:cubicBezTo>
                    <a:cubicBezTo>
                      <a:pt x="30862" y="6989"/>
                      <a:pt x="31563" y="6289"/>
                      <a:pt x="32211" y="5541"/>
                    </a:cubicBezTo>
                    <a:cubicBezTo>
                      <a:pt x="32417" y="5300"/>
                      <a:pt x="32608" y="5045"/>
                      <a:pt x="32782" y="4780"/>
                    </a:cubicBezTo>
                    <a:cubicBezTo>
                      <a:pt x="33203" y="4409"/>
                      <a:pt x="33745" y="4205"/>
                      <a:pt x="34306" y="4208"/>
                    </a:cubicBezTo>
                    <a:cubicBezTo>
                      <a:pt x="34649" y="4115"/>
                      <a:pt x="35011" y="4115"/>
                      <a:pt x="35354" y="4208"/>
                    </a:cubicBezTo>
                    <a:cubicBezTo>
                      <a:pt x="35354" y="4208"/>
                      <a:pt x="35354" y="5160"/>
                      <a:pt x="34497" y="5637"/>
                    </a:cubicBezTo>
                    <a:cubicBezTo>
                      <a:pt x="34213" y="5874"/>
                      <a:pt x="34040" y="6219"/>
                      <a:pt x="34021" y="6589"/>
                    </a:cubicBezTo>
                    <a:cubicBezTo>
                      <a:pt x="33410" y="7514"/>
                      <a:pt x="32708" y="8376"/>
                      <a:pt x="31925" y="9161"/>
                    </a:cubicBezTo>
                    <a:cubicBezTo>
                      <a:pt x="31449" y="9161"/>
                      <a:pt x="31925" y="9637"/>
                      <a:pt x="31925" y="10018"/>
                    </a:cubicBezTo>
                    <a:cubicBezTo>
                      <a:pt x="31925" y="10399"/>
                      <a:pt x="32973" y="10780"/>
                      <a:pt x="33068" y="11256"/>
                    </a:cubicBezTo>
                    <a:cubicBezTo>
                      <a:pt x="33163" y="11733"/>
                      <a:pt x="33068" y="12114"/>
                      <a:pt x="33068" y="12304"/>
                    </a:cubicBezTo>
                    <a:cubicBezTo>
                      <a:pt x="33068" y="12495"/>
                      <a:pt x="34783" y="12304"/>
                      <a:pt x="35163" y="12304"/>
                    </a:cubicBezTo>
                    <a:cubicBezTo>
                      <a:pt x="35544" y="12304"/>
                      <a:pt x="36211" y="10685"/>
                      <a:pt x="36021" y="10399"/>
                    </a:cubicBezTo>
                    <a:cubicBezTo>
                      <a:pt x="35830" y="10113"/>
                      <a:pt x="35163" y="10399"/>
                      <a:pt x="34687" y="9732"/>
                    </a:cubicBezTo>
                    <a:cubicBezTo>
                      <a:pt x="34211" y="9066"/>
                      <a:pt x="33925" y="9732"/>
                      <a:pt x="33735" y="9732"/>
                    </a:cubicBezTo>
                    <a:cubicBezTo>
                      <a:pt x="33544" y="9732"/>
                      <a:pt x="34497" y="8494"/>
                      <a:pt x="35163" y="8399"/>
                    </a:cubicBezTo>
                    <a:cubicBezTo>
                      <a:pt x="35758" y="8284"/>
                      <a:pt x="36315" y="8022"/>
                      <a:pt x="36783" y="7637"/>
                    </a:cubicBezTo>
                    <a:cubicBezTo>
                      <a:pt x="37259" y="7161"/>
                      <a:pt x="37354" y="6208"/>
                      <a:pt x="37545" y="6018"/>
                    </a:cubicBezTo>
                    <a:cubicBezTo>
                      <a:pt x="38068" y="5828"/>
                      <a:pt x="38641" y="5828"/>
                      <a:pt x="39164" y="6018"/>
                    </a:cubicBezTo>
                    <a:cubicBezTo>
                      <a:pt x="39164" y="6018"/>
                      <a:pt x="39164" y="7256"/>
                      <a:pt x="39164" y="7637"/>
                    </a:cubicBezTo>
                    <a:cubicBezTo>
                      <a:pt x="39944" y="7843"/>
                      <a:pt x="40765" y="7843"/>
                      <a:pt x="41545" y="7637"/>
                    </a:cubicBezTo>
                    <a:cubicBezTo>
                      <a:pt x="42021" y="7637"/>
                      <a:pt x="43069" y="6780"/>
                      <a:pt x="43736" y="7065"/>
                    </a:cubicBezTo>
                    <a:cubicBezTo>
                      <a:pt x="44403" y="7351"/>
                      <a:pt x="43736" y="7637"/>
                      <a:pt x="44403" y="7637"/>
                    </a:cubicBezTo>
                    <a:lnTo>
                      <a:pt x="45165" y="8208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0" name="任意多边形: 形状 279"/>
              <p:cNvSpPr/>
              <p:nvPr/>
            </p:nvSpPr>
            <p:spPr>
              <a:xfrm>
                <a:off x="2084843" y="2633214"/>
                <a:ext cx="57205" cy="89346"/>
              </a:xfrm>
              <a:custGeom>
                <a:avLst/>
                <a:gdLst>
                  <a:gd name="connsiteX0" fmla="*/ -365 w 22388"/>
                  <a:gd name="connsiteY0" fmla="*/ 3579 h 34967"/>
                  <a:gd name="connsiteX1" fmla="*/ 873 w 22388"/>
                  <a:gd name="connsiteY1" fmla="*/ 3579 h 34967"/>
                  <a:gd name="connsiteX2" fmla="*/ 2302 w 22388"/>
                  <a:gd name="connsiteY2" fmla="*/ 2341 h 34967"/>
                  <a:gd name="connsiteX3" fmla="*/ 3540 w 22388"/>
                  <a:gd name="connsiteY3" fmla="*/ 1007 h 34967"/>
                  <a:gd name="connsiteX4" fmla="*/ 4588 w 22388"/>
                  <a:gd name="connsiteY4" fmla="*/ 340 h 34967"/>
                  <a:gd name="connsiteX5" fmla="*/ 5731 w 22388"/>
                  <a:gd name="connsiteY5" fmla="*/ -136 h 34967"/>
                  <a:gd name="connsiteX6" fmla="*/ 7826 w 22388"/>
                  <a:gd name="connsiteY6" fmla="*/ -136 h 34967"/>
                  <a:gd name="connsiteX7" fmla="*/ 8684 w 22388"/>
                  <a:gd name="connsiteY7" fmla="*/ 722 h 34967"/>
                  <a:gd name="connsiteX8" fmla="*/ 9922 w 22388"/>
                  <a:gd name="connsiteY8" fmla="*/ 2055 h 34967"/>
                  <a:gd name="connsiteX9" fmla="*/ 10684 w 22388"/>
                  <a:gd name="connsiteY9" fmla="*/ 4055 h 34967"/>
                  <a:gd name="connsiteX10" fmla="*/ 12017 w 22388"/>
                  <a:gd name="connsiteY10" fmla="*/ 5674 h 34967"/>
                  <a:gd name="connsiteX11" fmla="*/ 14589 w 22388"/>
                  <a:gd name="connsiteY11" fmla="*/ 8341 h 34967"/>
                  <a:gd name="connsiteX12" fmla="*/ 16018 w 22388"/>
                  <a:gd name="connsiteY12" fmla="*/ 10056 h 34967"/>
                  <a:gd name="connsiteX13" fmla="*/ 17351 w 22388"/>
                  <a:gd name="connsiteY13" fmla="*/ 11485 h 34967"/>
                  <a:gd name="connsiteX14" fmla="*/ 18590 w 22388"/>
                  <a:gd name="connsiteY14" fmla="*/ 12056 h 34967"/>
                  <a:gd name="connsiteX15" fmla="*/ 19161 w 22388"/>
                  <a:gd name="connsiteY15" fmla="*/ 12056 h 34967"/>
                  <a:gd name="connsiteX16" fmla="*/ 20209 w 22388"/>
                  <a:gd name="connsiteY16" fmla="*/ 12723 h 34967"/>
                  <a:gd name="connsiteX17" fmla="*/ 21542 w 22388"/>
                  <a:gd name="connsiteY17" fmla="*/ 14914 h 34967"/>
                  <a:gd name="connsiteX18" fmla="*/ 22019 w 22388"/>
                  <a:gd name="connsiteY18" fmla="*/ 16533 h 34967"/>
                  <a:gd name="connsiteX19" fmla="*/ 21352 w 22388"/>
                  <a:gd name="connsiteY19" fmla="*/ 19581 h 34967"/>
                  <a:gd name="connsiteX20" fmla="*/ 21352 w 22388"/>
                  <a:gd name="connsiteY20" fmla="*/ 22819 h 34967"/>
                  <a:gd name="connsiteX21" fmla="*/ 20495 w 22388"/>
                  <a:gd name="connsiteY21" fmla="*/ 25296 h 34967"/>
                  <a:gd name="connsiteX22" fmla="*/ 19733 w 22388"/>
                  <a:gd name="connsiteY22" fmla="*/ 28915 h 34967"/>
                  <a:gd name="connsiteX23" fmla="*/ 18971 w 22388"/>
                  <a:gd name="connsiteY23" fmla="*/ 30916 h 34967"/>
                  <a:gd name="connsiteX24" fmla="*/ 18971 w 22388"/>
                  <a:gd name="connsiteY24" fmla="*/ 34535 h 34967"/>
                  <a:gd name="connsiteX25" fmla="*/ 16304 w 22388"/>
                  <a:gd name="connsiteY25" fmla="*/ 34535 h 34967"/>
                  <a:gd name="connsiteX26" fmla="*/ 14780 w 22388"/>
                  <a:gd name="connsiteY26" fmla="*/ 34535 h 34967"/>
                  <a:gd name="connsiteX27" fmla="*/ 13446 w 22388"/>
                  <a:gd name="connsiteY27" fmla="*/ 33773 h 34967"/>
                  <a:gd name="connsiteX28" fmla="*/ 12113 w 22388"/>
                  <a:gd name="connsiteY28" fmla="*/ 33106 h 34967"/>
                  <a:gd name="connsiteX29" fmla="*/ 12113 w 22388"/>
                  <a:gd name="connsiteY29" fmla="*/ 31868 h 34967"/>
                  <a:gd name="connsiteX30" fmla="*/ 12779 w 22388"/>
                  <a:gd name="connsiteY30" fmla="*/ 30916 h 34967"/>
                  <a:gd name="connsiteX31" fmla="*/ 13255 w 22388"/>
                  <a:gd name="connsiteY31" fmla="*/ 28915 h 34967"/>
                  <a:gd name="connsiteX32" fmla="*/ 14017 w 22388"/>
                  <a:gd name="connsiteY32" fmla="*/ 27010 h 34967"/>
                  <a:gd name="connsiteX33" fmla="*/ 14970 w 22388"/>
                  <a:gd name="connsiteY33" fmla="*/ 23295 h 34967"/>
                  <a:gd name="connsiteX34" fmla="*/ 14970 w 22388"/>
                  <a:gd name="connsiteY34" fmla="*/ 21105 h 34967"/>
                  <a:gd name="connsiteX35" fmla="*/ 12303 w 22388"/>
                  <a:gd name="connsiteY35" fmla="*/ 18819 h 34967"/>
                  <a:gd name="connsiteX36" fmla="*/ 11351 w 22388"/>
                  <a:gd name="connsiteY36" fmla="*/ 18819 h 34967"/>
                  <a:gd name="connsiteX37" fmla="*/ 10493 w 22388"/>
                  <a:gd name="connsiteY37" fmla="*/ 20153 h 34967"/>
                  <a:gd name="connsiteX38" fmla="*/ 9827 w 22388"/>
                  <a:gd name="connsiteY38" fmla="*/ 21581 h 34967"/>
                  <a:gd name="connsiteX39" fmla="*/ 9160 w 22388"/>
                  <a:gd name="connsiteY39" fmla="*/ 22534 h 34967"/>
                  <a:gd name="connsiteX40" fmla="*/ 8303 w 22388"/>
                  <a:gd name="connsiteY40" fmla="*/ 22534 h 34967"/>
                  <a:gd name="connsiteX41" fmla="*/ 6683 w 22388"/>
                  <a:gd name="connsiteY41" fmla="*/ 21486 h 34967"/>
                  <a:gd name="connsiteX42" fmla="*/ 5540 w 22388"/>
                  <a:gd name="connsiteY42" fmla="*/ 20914 h 34967"/>
                  <a:gd name="connsiteX43" fmla="*/ 3826 w 22388"/>
                  <a:gd name="connsiteY43" fmla="*/ 19009 h 34967"/>
                  <a:gd name="connsiteX44" fmla="*/ 3826 w 22388"/>
                  <a:gd name="connsiteY44" fmla="*/ 16914 h 34967"/>
                  <a:gd name="connsiteX45" fmla="*/ 4778 w 22388"/>
                  <a:gd name="connsiteY45" fmla="*/ 14914 h 34967"/>
                  <a:gd name="connsiteX46" fmla="*/ 5731 w 22388"/>
                  <a:gd name="connsiteY46" fmla="*/ 13771 h 34967"/>
                  <a:gd name="connsiteX47" fmla="*/ 6493 w 22388"/>
                  <a:gd name="connsiteY47" fmla="*/ 11580 h 34967"/>
                  <a:gd name="connsiteX48" fmla="*/ 5731 w 22388"/>
                  <a:gd name="connsiteY48" fmla="*/ 9580 h 34967"/>
                  <a:gd name="connsiteX49" fmla="*/ 3159 w 22388"/>
                  <a:gd name="connsiteY49" fmla="*/ 6246 h 34967"/>
                  <a:gd name="connsiteX50" fmla="*/ 588 w 22388"/>
                  <a:gd name="connsiteY50" fmla="*/ 5198 h 34967"/>
                  <a:gd name="connsiteX51" fmla="*/ 16 w 22388"/>
                  <a:gd name="connsiteY51" fmla="*/ 4722 h 34967"/>
                  <a:gd name="connsiteX52" fmla="*/ 16 w 22388"/>
                  <a:gd name="connsiteY52" fmla="*/ 3198 h 34967"/>
                  <a:gd name="connsiteX53" fmla="*/ 16 w 22388"/>
                  <a:gd name="connsiteY53" fmla="*/ 2436 h 349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2388" h="34967">
                    <a:moveTo>
                      <a:pt x="-365" y="3579"/>
                    </a:moveTo>
                    <a:cubicBezTo>
                      <a:pt x="-365" y="3579"/>
                      <a:pt x="587" y="3579"/>
                      <a:pt x="873" y="3579"/>
                    </a:cubicBezTo>
                    <a:cubicBezTo>
                      <a:pt x="1372" y="3194"/>
                      <a:pt x="1849" y="2780"/>
                      <a:pt x="2302" y="2341"/>
                    </a:cubicBezTo>
                    <a:cubicBezTo>
                      <a:pt x="2738" y="1919"/>
                      <a:pt x="3151" y="1473"/>
                      <a:pt x="3540" y="1007"/>
                    </a:cubicBezTo>
                    <a:cubicBezTo>
                      <a:pt x="3818" y="688"/>
                      <a:pt x="4182" y="457"/>
                      <a:pt x="4588" y="340"/>
                    </a:cubicBezTo>
                    <a:cubicBezTo>
                      <a:pt x="4588" y="340"/>
                      <a:pt x="5350" y="-136"/>
                      <a:pt x="5731" y="-136"/>
                    </a:cubicBezTo>
                    <a:cubicBezTo>
                      <a:pt x="6112" y="-136"/>
                      <a:pt x="7350" y="-136"/>
                      <a:pt x="7826" y="-136"/>
                    </a:cubicBezTo>
                    <a:lnTo>
                      <a:pt x="8684" y="722"/>
                    </a:lnTo>
                    <a:cubicBezTo>
                      <a:pt x="9143" y="1120"/>
                      <a:pt x="9558" y="1567"/>
                      <a:pt x="9922" y="2055"/>
                    </a:cubicBezTo>
                    <a:cubicBezTo>
                      <a:pt x="9922" y="2055"/>
                      <a:pt x="9922" y="3198"/>
                      <a:pt x="10684" y="4055"/>
                    </a:cubicBezTo>
                    <a:lnTo>
                      <a:pt x="12017" y="5674"/>
                    </a:lnTo>
                    <a:lnTo>
                      <a:pt x="14589" y="8341"/>
                    </a:lnTo>
                    <a:cubicBezTo>
                      <a:pt x="15107" y="8877"/>
                      <a:pt x="15585" y="9450"/>
                      <a:pt x="16018" y="10056"/>
                    </a:cubicBezTo>
                    <a:lnTo>
                      <a:pt x="17351" y="11485"/>
                    </a:lnTo>
                    <a:cubicBezTo>
                      <a:pt x="17923" y="12056"/>
                      <a:pt x="18399" y="11485"/>
                      <a:pt x="18590" y="12056"/>
                    </a:cubicBezTo>
                    <a:lnTo>
                      <a:pt x="19161" y="12056"/>
                    </a:lnTo>
                    <a:cubicBezTo>
                      <a:pt x="19161" y="12056"/>
                      <a:pt x="20018" y="12056"/>
                      <a:pt x="20209" y="12723"/>
                    </a:cubicBezTo>
                    <a:cubicBezTo>
                      <a:pt x="20399" y="13390"/>
                      <a:pt x="20876" y="13961"/>
                      <a:pt x="21542" y="14914"/>
                    </a:cubicBezTo>
                    <a:cubicBezTo>
                      <a:pt x="21886" y="15381"/>
                      <a:pt x="22054" y="15954"/>
                      <a:pt x="22019" y="16533"/>
                    </a:cubicBezTo>
                    <a:cubicBezTo>
                      <a:pt x="21965" y="17579"/>
                      <a:pt x="21740" y="18609"/>
                      <a:pt x="21352" y="19581"/>
                    </a:cubicBezTo>
                    <a:cubicBezTo>
                      <a:pt x="20876" y="20629"/>
                      <a:pt x="21352" y="22057"/>
                      <a:pt x="21352" y="22819"/>
                    </a:cubicBezTo>
                    <a:cubicBezTo>
                      <a:pt x="21166" y="23676"/>
                      <a:pt x="20878" y="24508"/>
                      <a:pt x="20495" y="25296"/>
                    </a:cubicBezTo>
                    <a:cubicBezTo>
                      <a:pt x="20105" y="26470"/>
                      <a:pt x="19849" y="27684"/>
                      <a:pt x="19733" y="28915"/>
                    </a:cubicBezTo>
                    <a:cubicBezTo>
                      <a:pt x="19733" y="29582"/>
                      <a:pt x="19161" y="30249"/>
                      <a:pt x="18971" y="30916"/>
                    </a:cubicBezTo>
                    <a:cubicBezTo>
                      <a:pt x="19075" y="32120"/>
                      <a:pt x="19075" y="33331"/>
                      <a:pt x="18971" y="34535"/>
                    </a:cubicBezTo>
                    <a:cubicBezTo>
                      <a:pt x="18971" y="35202"/>
                      <a:pt x="17161" y="34535"/>
                      <a:pt x="16304" y="34535"/>
                    </a:cubicBezTo>
                    <a:lnTo>
                      <a:pt x="14780" y="34535"/>
                    </a:lnTo>
                    <a:cubicBezTo>
                      <a:pt x="14780" y="34535"/>
                      <a:pt x="13827" y="33964"/>
                      <a:pt x="13446" y="33773"/>
                    </a:cubicBezTo>
                    <a:lnTo>
                      <a:pt x="12113" y="33106"/>
                    </a:lnTo>
                    <a:cubicBezTo>
                      <a:pt x="11843" y="32738"/>
                      <a:pt x="11843" y="32237"/>
                      <a:pt x="12113" y="31868"/>
                    </a:cubicBezTo>
                    <a:cubicBezTo>
                      <a:pt x="12113" y="31868"/>
                      <a:pt x="12684" y="31297"/>
                      <a:pt x="12779" y="30916"/>
                    </a:cubicBezTo>
                    <a:cubicBezTo>
                      <a:pt x="12993" y="30263"/>
                      <a:pt x="13153" y="29594"/>
                      <a:pt x="13255" y="28915"/>
                    </a:cubicBezTo>
                    <a:cubicBezTo>
                      <a:pt x="13381" y="28236"/>
                      <a:pt x="13640" y="27589"/>
                      <a:pt x="14017" y="27010"/>
                    </a:cubicBezTo>
                    <a:cubicBezTo>
                      <a:pt x="14401" y="25790"/>
                      <a:pt x="14719" y="24550"/>
                      <a:pt x="14970" y="23295"/>
                    </a:cubicBezTo>
                    <a:cubicBezTo>
                      <a:pt x="14970" y="22724"/>
                      <a:pt x="15447" y="21676"/>
                      <a:pt x="14970" y="21105"/>
                    </a:cubicBezTo>
                    <a:cubicBezTo>
                      <a:pt x="14140" y="20277"/>
                      <a:pt x="13248" y="19513"/>
                      <a:pt x="12303" y="18819"/>
                    </a:cubicBezTo>
                    <a:cubicBezTo>
                      <a:pt x="11991" y="18734"/>
                      <a:pt x="11662" y="18734"/>
                      <a:pt x="11351" y="18819"/>
                    </a:cubicBezTo>
                    <a:cubicBezTo>
                      <a:pt x="11157" y="19316"/>
                      <a:pt x="10865" y="19770"/>
                      <a:pt x="10493" y="20153"/>
                    </a:cubicBezTo>
                    <a:cubicBezTo>
                      <a:pt x="10493" y="20152"/>
                      <a:pt x="10493" y="21200"/>
                      <a:pt x="9827" y="21581"/>
                    </a:cubicBezTo>
                    <a:cubicBezTo>
                      <a:pt x="9160" y="21962"/>
                      <a:pt x="9827" y="22439"/>
                      <a:pt x="9160" y="22534"/>
                    </a:cubicBezTo>
                    <a:cubicBezTo>
                      <a:pt x="8883" y="22636"/>
                      <a:pt x="8580" y="22636"/>
                      <a:pt x="8303" y="22534"/>
                    </a:cubicBezTo>
                    <a:cubicBezTo>
                      <a:pt x="7541" y="22534"/>
                      <a:pt x="7255" y="21867"/>
                      <a:pt x="6683" y="21486"/>
                    </a:cubicBezTo>
                    <a:cubicBezTo>
                      <a:pt x="6112" y="21105"/>
                      <a:pt x="6017" y="21486"/>
                      <a:pt x="5540" y="20914"/>
                    </a:cubicBezTo>
                    <a:cubicBezTo>
                      <a:pt x="5045" y="20215"/>
                      <a:pt x="4469" y="19576"/>
                      <a:pt x="3826" y="19009"/>
                    </a:cubicBezTo>
                    <a:cubicBezTo>
                      <a:pt x="2969" y="18343"/>
                      <a:pt x="3826" y="17390"/>
                      <a:pt x="3826" y="16914"/>
                    </a:cubicBezTo>
                    <a:cubicBezTo>
                      <a:pt x="3826" y="16438"/>
                      <a:pt x="4302" y="15485"/>
                      <a:pt x="4778" y="14914"/>
                    </a:cubicBezTo>
                    <a:cubicBezTo>
                      <a:pt x="5150" y="14582"/>
                      <a:pt x="5472" y="14197"/>
                      <a:pt x="5731" y="13771"/>
                    </a:cubicBezTo>
                    <a:cubicBezTo>
                      <a:pt x="6083" y="13078"/>
                      <a:pt x="6339" y="12341"/>
                      <a:pt x="6493" y="11580"/>
                    </a:cubicBezTo>
                    <a:cubicBezTo>
                      <a:pt x="6493" y="10913"/>
                      <a:pt x="6493" y="10247"/>
                      <a:pt x="5731" y="9580"/>
                    </a:cubicBezTo>
                    <a:cubicBezTo>
                      <a:pt x="4969" y="8913"/>
                      <a:pt x="4302" y="7389"/>
                      <a:pt x="3159" y="6246"/>
                    </a:cubicBezTo>
                    <a:cubicBezTo>
                      <a:pt x="2475" y="5569"/>
                      <a:pt x="1550" y="5192"/>
                      <a:pt x="588" y="5198"/>
                    </a:cubicBezTo>
                    <a:cubicBezTo>
                      <a:pt x="327" y="5150"/>
                      <a:pt x="111" y="4969"/>
                      <a:pt x="16" y="4722"/>
                    </a:cubicBezTo>
                    <a:cubicBezTo>
                      <a:pt x="70" y="4216"/>
                      <a:pt x="70" y="3705"/>
                      <a:pt x="16" y="3198"/>
                    </a:cubicBezTo>
                    <a:cubicBezTo>
                      <a:pt x="-120" y="2962"/>
                      <a:pt x="-120" y="2672"/>
                      <a:pt x="16" y="243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1" name="任意多边形: 形状 280"/>
              <p:cNvSpPr/>
              <p:nvPr/>
            </p:nvSpPr>
            <p:spPr>
              <a:xfrm>
                <a:off x="2108437" y="2596951"/>
                <a:ext cx="87629" cy="75607"/>
              </a:xfrm>
              <a:custGeom>
                <a:avLst/>
                <a:gdLst>
                  <a:gd name="connsiteX0" fmla="*/ 3926 w 34295"/>
                  <a:gd name="connsiteY0" fmla="*/ 436 h 29590"/>
                  <a:gd name="connsiteX1" fmla="*/ 5165 w 34295"/>
                  <a:gd name="connsiteY1" fmla="*/ 436 h 29590"/>
                  <a:gd name="connsiteX2" fmla="*/ 6022 w 34295"/>
                  <a:gd name="connsiteY2" fmla="*/ -136 h 29590"/>
                  <a:gd name="connsiteX3" fmla="*/ 7070 w 34295"/>
                  <a:gd name="connsiteY3" fmla="*/ -136 h 29590"/>
                  <a:gd name="connsiteX4" fmla="*/ 9165 w 34295"/>
                  <a:gd name="connsiteY4" fmla="*/ 1007 h 29590"/>
                  <a:gd name="connsiteX5" fmla="*/ 10308 w 34295"/>
                  <a:gd name="connsiteY5" fmla="*/ 4436 h 29590"/>
                  <a:gd name="connsiteX6" fmla="*/ 11261 w 34295"/>
                  <a:gd name="connsiteY6" fmla="*/ 5770 h 29590"/>
                  <a:gd name="connsiteX7" fmla="*/ 12594 w 34295"/>
                  <a:gd name="connsiteY7" fmla="*/ 5103 h 29590"/>
                  <a:gd name="connsiteX8" fmla="*/ 12594 w 34295"/>
                  <a:gd name="connsiteY8" fmla="*/ 3484 h 29590"/>
                  <a:gd name="connsiteX9" fmla="*/ 14690 w 34295"/>
                  <a:gd name="connsiteY9" fmla="*/ 2436 h 29590"/>
                  <a:gd name="connsiteX10" fmla="*/ 17357 w 34295"/>
                  <a:gd name="connsiteY10" fmla="*/ 3102 h 29590"/>
                  <a:gd name="connsiteX11" fmla="*/ 18785 w 34295"/>
                  <a:gd name="connsiteY11" fmla="*/ 4055 h 29590"/>
                  <a:gd name="connsiteX12" fmla="*/ 18785 w 34295"/>
                  <a:gd name="connsiteY12" fmla="*/ 5198 h 29590"/>
                  <a:gd name="connsiteX13" fmla="*/ 17928 w 34295"/>
                  <a:gd name="connsiteY13" fmla="*/ 6627 h 29590"/>
                  <a:gd name="connsiteX14" fmla="*/ 17928 w 34295"/>
                  <a:gd name="connsiteY14" fmla="*/ 8246 h 29590"/>
                  <a:gd name="connsiteX15" fmla="*/ 17928 w 34295"/>
                  <a:gd name="connsiteY15" fmla="*/ 10437 h 29590"/>
                  <a:gd name="connsiteX16" fmla="*/ 16881 w 34295"/>
                  <a:gd name="connsiteY16" fmla="*/ 13580 h 29590"/>
                  <a:gd name="connsiteX17" fmla="*/ 18595 w 34295"/>
                  <a:gd name="connsiteY17" fmla="*/ 16628 h 29590"/>
                  <a:gd name="connsiteX18" fmla="*/ 19833 w 34295"/>
                  <a:gd name="connsiteY18" fmla="*/ 17676 h 29590"/>
                  <a:gd name="connsiteX19" fmla="*/ 22500 w 34295"/>
                  <a:gd name="connsiteY19" fmla="*/ 18914 h 29590"/>
                  <a:gd name="connsiteX20" fmla="*/ 24786 w 34295"/>
                  <a:gd name="connsiteY20" fmla="*/ 17961 h 29590"/>
                  <a:gd name="connsiteX21" fmla="*/ 26120 w 34295"/>
                  <a:gd name="connsiteY21" fmla="*/ 16914 h 29590"/>
                  <a:gd name="connsiteX22" fmla="*/ 27072 w 34295"/>
                  <a:gd name="connsiteY22" fmla="*/ 16247 h 29590"/>
                  <a:gd name="connsiteX23" fmla="*/ 28215 w 34295"/>
                  <a:gd name="connsiteY23" fmla="*/ 15676 h 29590"/>
                  <a:gd name="connsiteX24" fmla="*/ 29549 w 34295"/>
                  <a:gd name="connsiteY24" fmla="*/ 14437 h 29590"/>
                  <a:gd name="connsiteX25" fmla="*/ 31930 w 34295"/>
                  <a:gd name="connsiteY25" fmla="*/ 15294 h 29590"/>
                  <a:gd name="connsiteX26" fmla="*/ 33264 w 34295"/>
                  <a:gd name="connsiteY26" fmla="*/ 17771 h 29590"/>
                  <a:gd name="connsiteX27" fmla="*/ 33930 w 34295"/>
                  <a:gd name="connsiteY27" fmla="*/ 19486 h 29590"/>
                  <a:gd name="connsiteX28" fmla="*/ 32882 w 34295"/>
                  <a:gd name="connsiteY28" fmla="*/ 21105 h 29590"/>
                  <a:gd name="connsiteX29" fmla="*/ 31930 w 34295"/>
                  <a:gd name="connsiteY29" fmla="*/ 22819 h 29590"/>
                  <a:gd name="connsiteX30" fmla="*/ 30501 w 34295"/>
                  <a:gd name="connsiteY30" fmla="*/ 23391 h 29590"/>
                  <a:gd name="connsiteX31" fmla="*/ 28977 w 34295"/>
                  <a:gd name="connsiteY31" fmla="*/ 24819 h 29590"/>
                  <a:gd name="connsiteX32" fmla="*/ 27548 w 34295"/>
                  <a:gd name="connsiteY32" fmla="*/ 26248 h 29590"/>
                  <a:gd name="connsiteX33" fmla="*/ 26024 w 34295"/>
                  <a:gd name="connsiteY33" fmla="*/ 27201 h 29590"/>
                  <a:gd name="connsiteX34" fmla="*/ 24215 w 34295"/>
                  <a:gd name="connsiteY34" fmla="*/ 28915 h 29590"/>
                  <a:gd name="connsiteX35" fmla="*/ 22786 w 34295"/>
                  <a:gd name="connsiteY35" fmla="*/ 29392 h 29590"/>
                  <a:gd name="connsiteX36" fmla="*/ 20595 w 34295"/>
                  <a:gd name="connsiteY36" fmla="*/ 29392 h 29590"/>
                  <a:gd name="connsiteX37" fmla="*/ 18881 w 34295"/>
                  <a:gd name="connsiteY37" fmla="*/ 27963 h 29590"/>
                  <a:gd name="connsiteX38" fmla="*/ 16595 w 34295"/>
                  <a:gd name="connsiteY38" fmla="*/ 26534 h 29590"/>
                  <a:gd name="connsiteX39" fmla="*/ 15261 w 34295"/>
                  <a:gd name="connsiteY39" fmla="*/ 25486 h 29590"/>
                  <a:gd name="connsiteX40" fmla="*/ 13928 w 34295"/>
                  <a:gd name="connsiteY40" fmla="*/ 24534 h 29590"/>
                  <a:gd name="connsiteX41" fmla="*/ 12022 w 34295"/>
                  <a:gd name="connsiteY41" fmla="*/ 23105 h 29590"/>
                  <a:gd name="connsiteX42" fmla="*/ 9546 w 34295"/>
                  <a:gd name="connsiteY42" fmla="*/ 19867 h 29590"/>
                  <a:gd name="connsiteX43" fmla="*/ 9070 w 34295"/>
                  <a:gd name="connsiteY43" fmla="*/ 18628 h 29590"/>
                  <a:gd name="connsiteX44" fmla="*/ 7832 w 34295"/>
                  <a:gd name="connsiteY44" fmla="*/ 16914 h 29590"/>
                  <a:gd name="connsiteX45" fmla="*/ 6689 w 34295"/>
                  <a:gd name="connsiteY45" fmla="*/ 15199 h 29590"/>
                  <a:gd name="connsiteX46" fmla="*/ 4403 w 34295"/>
                  <a:gd name="connsiteY46" fmla="*/ 12818 h 29590"/>
                  <a:gd name="connsiteX47" fmla="*/ 3260 w 34295"/>
                  <a:gd name="connsiteY47" fmla="*/ 11199 h 29590"/>
                  <a:gd name="connsiteX48" fmla="*/ 1450 w 34295"/>
                  <a:gd name="connsiteY48" fmla="*/ 8532 h 29590"/>
                  <a:gd name="connsiteX49" fmla="*/ -74 w 34295"/>
                  <a:gd name="connsiteY49" fmla="*/ 7008 h 29590"/>
                  <a:gd name="connsiteX50" fmla="*/ -74 w 34295"/>
                  <a:gd name="connsiteY50" fmla="*/ 5484 h 29590"/>
                  <a:gd name="connsiteX51" fmla="*/ 1259 w 34295"/>
                  <a:gd name="connsiteY51" fmla="*/ 4531 h 29590"/>
                  <a:gd name="connsiteX52" fmla="*/ 2022 w 34295"/>
                  <a:gd name="connsiteY52" fmla="*/ 3293 h 29590"/>
                  <a:gd name="connsiteX53" fmla="*/ 3069 w 34295"/>
                  <a:gd name="connsiteY53" fmla="*/ 2531 h 29590"/>
                  <a:gd name="connsiteX54" fmla="*/ 3926 w 34295"/>
                  <a:gd name="connsiteY54" fmla="*/ 1197 h 29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34295" h="29590">
                    <a:moveTo>
                      <a:pt x="3926" y="436"/>
                    </a:moveTo>
                    <a:cubicBezTo>
                      <a:pt x="4403" y="-41"/>
                      <a:pt x="4784" y="436"/>
                      <a:pt x="5165" y="436"/>
                    </a:cubicBezTo>
                    <a:cubicBezTo>
                      <a:pt x="5471" y="279"/>
                      <a:pt x="5759" y="87"/>
                      <a:pt x="6022" y="-136"/>
                    </a:cubicBezTo>
                    <a:cubicBezTo>
                      <a:pt x="6022" y="-136"/>
                      <a:pt x="6689" y="-136"/>
                      <a:pt x="7070" y="-136"/>
                    </a:cubicBezTo>
                    <a:cubicBezTo>
                      <a:pt x="7826" y="128"/>
                      <a:pt x="8534" y="514"/>
                      <a:pt x="9165" y="1007"/>
                    </a:cubicBezTo>
                    <a:cubicBezTo>
                      <a:pt x="10403" y="2245"/>
                      <a:pt x="9832" y="3388"/>
                      <a:pt x="10308" y="4436"/>
                    </a:cubicBezTo>
                    <a:cubicBezTo>
                      <a:pt x="10574" y="4915"/>
                      <a:pt x="10894" y="5363"/>
                      <a:pt x="11261" y="5770"/>
                    </a:cubicBezTo>
                    <a:cubicBezTo>
                      <a:pt x="12023" y="6246"/>
                      <a:pt x="12785" y="5769"/>
                      <a:pt x="12594" y="5103"/>
                    </a:cubicBezTo>
                    <a:cubicBezTo>
                      <a:pt x="12707" y="4569"/>
                      <a:pt x="12707" y="4018"/>
                      <a:pt x="12594" y="3484"/>
                    </a:cubicBezTo>
                    <a:cubicBezTo>
                      <a:pt x="12594" y="3484"/>
                      <a:pt x="13832" y="3484"/>
                      <a:pt x="14690" y="2436"/>
                    </a:cubicBezTo>
                    <a:cubicBezTo>
                      <a:pt x="15547" y="1388"/>
                      <a:pt x="16499" y="2436"/>
                      <a:pt x="17357" y="3102"/>
                    </a:cubicBezTo>
                    <a:cubicBezTo>
                      <a:pt x="17868" y="3364"/>
                      <a:pt x="18348" y="3683"/>
                      <a:pt x="18785" y="4055"/>
                    </a:cubicBezTo>
                    <a:cubicBezTo>
                      <a:pt x="18785" y="4055"/>
                      <a:pt x="18785" y="4817"/>
                      <a:pt x="18785" y="5198"/>
                    </a:cubicBezTo>
                    <a:lnTo>
                      <a:pt x="17928" y="6627"/>
                    </a:lnTo>
                    <a:cubicBezTo>
                      <a:pt x="17928" y="7198"/>
                      <a:pt x="17928" y="7770"/>
                      <a:pt x="17928" y="8246"/>
                    </a:cubicBezTo>
                    <a:cubicBezTo>
                      <a:pt x="17874" y="8975"/>
                      <a:pt x="17874" y="9708"/>
                      <a:pt x="17928" y="10437"/>
                    </a:cubicBezTo>
                    <a:cubicBezTo>
                      <a:pt x="17782" y="11542"/>
                      <a:pt x="17426" y="12609"/>
                      <a:pt x="16881" y="13580"/>
                    </a:cubicBezTo>
                    <a:cubicBezTo>
                      <a:pt x="17259" y="14693"/>
                      <a:pt x="17840" y="15726"/>
                      <a:pt x="18595" y="16628"/>
                    </a:cubicBezTo>
                    <a:cubicBezTo>
                      <a:pt x="18948" y="17042"/>
                      <a:pt x="19367" y="17396"/>
                      <a:pt x="19833" y="17676"/>
                    </a:cubicBezTo>
                    <a:cubicBezTo>
                      <a:pt x="20690" y="18152"/>
                      <a:pt x="21262" y="18914"/>
                      <a:pt x="22500" y="18914"/>
                    </a:cubicBezTo>
                    <a:cubicBezTo>
                      <a:pt x="23360" y="18923"/>
                      <a:pt x="24187" y="18579"/>
                      <a:pt x="24786" y="17961"/>
                    </a:cubicBezTo>
                    <a:cubicBezTo>
                      <a:pt x="25176" y="17548"/>
                      <a:pt x="25626" y="17195"/>
                      <a:pt x="26120" y="16914"/>
                    </a:cubicBezTo>
                    <a:cubicBezTo>
                      <a:pt x="26120" y="16914"/>
                      <a:pt x="26977" y="16247"/>
                      <a:pt x="27072" y="16247"/>
                    </a:cubicBezTo>
                    <a:cubicBezTo>
                      <a:pt x="27487" y="16134"/>
                      <a:pt x="27876" y="15940"/>
                      <a:pt x="28215" y="15676"/>
                    </a:cubicBezTo>
                    <a:cubicBezTo>
                      <a:pt x="28614" y="15216"/>
                      <a:pt x="29061" y="14801"/>
                      <a:pt x="29549" y="14437"/>
                    </a:cubicBezTo>
                    <a:cubicBezTo>
                      <a:pt x="30444" y="14189"/>
                      <a:pt x="31398" y="14533"/>
                      <a:pt x="31930" y="15294"/>
                    </a:cubicBezTo>
                    <a:cubicBezTo>
                      <a:pt x="32450" y="16077"/>
                      <a:pt x="32897" y="16906"/>
                      <a:pt x="33264" y="17771"/>
                    </a:cubicBezTo>
                    <a:cubicBezTo>
                      <a:pt x="33690" y="18241"/>
                      <a:pt x="33927" y="18852"/>
                      <a:pt x="33930" y="19486"/>
                    </a:cubicBezTo>
                    <a:cubicBezTo>
                      <a:pt x="33930" y="19962"/>
                      <a:pt x="33073" y="20533"/>
                      <a:pt x="32882" y="21105"/>
                    </a:cubicBezTo>
                    <a:cubicBezTo>
                      <a:pt x="32672" y="21730"/>
                      <a:pt x="32349" y="22310"/>
                      <a:pt x="31930" y="22819"/>
                    </a:cubicBezTo>
                    <a:cubicBezTo>
                      <a:pt x="31483" y="23075"/>
                      <a:pt x="31002" y="23268"/>
                      <a:pt x="30501" y="23391"/>
                    </a:cubicBezTo>
                    <a:cubicBezTo>
                      <a:pt x="29909" y="23768"/>
                      <a:pt x="29391" y="24252"/>
                      <a:pt x="28977" y="24819"/>
                    </a:cubicBezTo>
                    <a:lnTo>
                      <a:pt x="27548" y="26248"/>
                    </a:lnTo>
                    <a:lnTo>
                      <a:pt x="26024" y="27201"/>
                    </a:lnTo>
                    <a:cubicBezTo>
                      <a:pt x="25453" y="27677"/>
                      <a:pt x="24691" y="28630"/>
                      <a:pt x="24215" y="28915"/>
                    </a:cubicBezTo>
                    <a:cubicBezTo>
                      <a:pt x="23765" y="29145"/>
                      <a:pt x="23283" y="29305"/>
                      <a:pt x="22786" y="29392"/>
                    </a:cubicBezTo>
                    <a:cubicBezTo>
                      <a:pt x="22058" y="29476"/>
                      <a:pt x="21323" y="29476"/>
                      <a:pt x="20595" y="29392"/>
                    </a:cubicBezTo>
                    <a:cubicBezTo>
                      <a:pt x="19989" y="28958"/>
                      <a:pt x="19416" y="28481"/>
                      <a:pt x="18881" y="27963"/>
                    </a:cubicBezTo>
                    <a:lnTo>
                      <a:pt x="16595" y="26534"/>
                    </a:lnTo>
                    <a:lnTo>
                      <a:pt x="15261" y="25486"/>
                    </a:lnTo>
                    <a:cubicBezTo>
                      <a:pt x="14857" y="25116"/>
                      <a:pt x="14409" y="24796"/>
                      <a:pt x="13928" y="24534"/>
                    </a:cubicBezTo>
                    <a:cubicBezTo>
                      <a:pt x="13226" y="24153"/>
                      <a:pt x="12585" y="23672"/>
                      <a:pt x="12022" y="23105"/>
                    </a:cubicBezTo>
                    <a:cubicBezTo>
                      <a:pt x="11070" y="22248"/>
                      <a:pt x="11165" y="21772"/>
                      <a:pt x="9546" y="19867"/>
                    </a:cubicBezTo>
                    <a:lnTo>
                      <a:pt x="9070" y="18628"/>
                    </a:lnTo>
                    <a:cubicBezTo>
                      <a:pt x="8213" y="17771"/>
                      <a:pt x="8498" y="17676"/>
                      <a:pt x="7832" y="16914"/>
                    </a:cubicBezTo>
                    <a:lnTo>
                      <a:pt x="6689" y="15199"/>
                    </a:lnTo>
                    <a:lnTo>
                      <a:pt x="4403" y="12818"/>
                    </a:lnTo>
                    <a:cubicBezTo>
                      <a:pt x="3947" y="12335"/>
                      <a:pt x="3563" y="11790"/>
                      <a:pt x="3260" y="11199"/>
                    </a:cubicBezTo>
                    <a:cubicBezTo>
                      <a:pt x="2726" y="10265"/>
                      <a:pt x="2121" y="9373"/>
                      <a:pt x="1450" y="8532"/>
                    </a:cubicBezTo>
                    <a:cubicBezTo>
                      <a:pt x="894" y="8074"/>
                      <a:pt x="384" y="7564"/>
                      <a:pt x="-74" y="7008"/>
                    </a:cubicBezTo>
                    <a:cubicBezTo>
                      <a:pt x="-462" y="6574"/>
                      <a:pt x="-462" y="5918"/>
                      <a:pt x="-74" y="5484"/>
                    </a:cubicBezTo>
                    <a:cubicBezTo>
                      <a:pt x="-74" y="5484"/>
                      <a:pt x="878" y="4912"/>
                      <a:pt x="1259" y="4531"/>
                    </a:cubicBezTo>
                    <a:cubicBezTo>
                      <a:pt x="1640" y="4150"/>
                      <a:pt x="1831" y="3484"/>
                      <a:pt x="2022" y="3293"/>
                    </a:cubicBezTo>
                    <a:cubicBezTo>
                      <a:pt x="2212" y="3102"/>
                      <a:pt x="2783" y="3293"/>
                      <a:pt x="3069" y="2531"/>
                    </a:cubicBezTo>
                    <a:cubicBezTo>
                      <a:pt x="3330" y="2071"/>
                      <a:pt x="3616" y="1626"/>
                      <a:pt x="3926" y="1197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2" name="任意多边形: 形状 281"/>
              <p:cNvSpPr/>
              <p:nvPr/>
            </p:nvSpPr>
            <p:spPr>
              <a:xfrm>
                <a:off x="2633940" y="2429264"/>
                <a:ext cx="103210" cy="72303"/>
              </a:xfrm>
              <a:custGeom>
                <a:avLst/>
                <a:gdLst>
                  <a:gd name="connsiteX0" fmla="*/ 37816 w 40393"/>
                  <a:gd name="connsiteY0" fmla="*/ -136 h 28297"/>
                  <a:gd name="connsiteX1" fmla="*/ 38673 w 40393"/>
                  <a:gd name="connsiteY1" fmla="*/ 721 h 28297"/>
                  <a:gd name="connsiteX2" fmla="*/ 39816 w 40393"/>
                  <a:gd name="connsiteY2" fmla="*/ 2436 h 28297"/>
                  <a:gd name="connsiteX3" fmla="*/ 39816 w 40393"/>
                  <a:gd name="connsiteY3" fmla="*/ 3960 h 28297"/>
                  <a:gd name="connsiteX4" fmla="*/ 39817 w 40393"/>
                  <a:gd name="connsiteY4" fmla="*/ 5103 h 28297"/>
                  <a:gd name="connsiteX5" fmla="*/ 36959 w 40393"/>
                  <a:gd name="connsiteY5" fmla="*/ 6627 h 28297"/>
                  <a:gd name="connsiteX6" fmla="*/ 34673 w 40393"/>
                  <a:gd name="connsiteY6" fmla="*/ 7770 h 28297"/>
                  <a:gd name="connsiteX7" fmla="*/ 33054 w 40393"/>
                  <a:gd name="connsiteY7" fmla="*/ 8341 h 28297"/>
                  <a:gd name="connsiteX8" fmla="*/ 29720 w 40393"/>
                  <a:gd name="connsiteY8" fmla="*/ 9675 h 28297"/>
                  <a:gd name="connsiteX9" fmla="*/ 29720 w 40393"/>
                  <a:gd name="connsiteY9" fmla="*/ 12151 h 28297"/>
                  <a:gd name="connsiteX10" fmla="*/ 28958 w 40393"/>
                  <a:gd name="connsiteY10" fmla="*/ 13199 h 28297"/>
                  <a:gd name="connsiteX11" fmla="*/ 28291 w 40393"/>
                  <a:gd name="connsiteY11" fmla="*/ 14056 h 28297"/>
                  <a:gd name="connsiteX12" fmla="*/ 27720 w 40393"/>
                  <a:gd name="connsiteY12" fmla="*/ 15009 h 28297"/>
                  <a:gd name="connsiteX13" fmla="*/ 27244 w 40393"/>
                  <a:gd name="connsiteY13" fmla="*/ 16152 h 28297"/>
                  <a:gd name="connsiteX14" fmla="*/ 26672 w 40393"/>
                  <a:gd name="connsiteY14" fmla="*/ 19104 h 28297"/>
                  <a:gd name="connsiteX15" fmla="*/ 32006 w 40393"/>
                  <a:gd name="connsiteY15" fmla="*/ 20247 h 28297"/>
                  <a:gd name="connsiteX16" fmla="*/ 33435 w 40393"/>
                  <a:gd name="connsiteY16" fmla="*/ 20247 h 28297"/>
                  <a:gd name="connsiteX17" fmla="*/ 34863 w 40393"/>
                  <a:gd name="connsiteY17" fmla="*/ 20247 h 28297"/>
                  <a:gd name="connsiteX18" fmla="*/ 36102 w 40393"/>
                  <a:gd name="connsiteY18" fmla="*/ 21010 h 28297"/>
                  <a:gd name="connsiteX19" fmla="*/ 37340 w 40393"/>
                  <a:gd name="connsiteY19" fmla="*/ 22152 h 28297"/>
                  <a:gd name="connsiteX20" fmla="*/ 38769 w 40393"/>
                  <a:gd name="connsiteY20" fmla="*/ 24058 h 28297"/>
                  <a:gd name="connsiteX21" fmla="*/ 38769 w 40393"/>
                  <a:gd name="connsiteY21" fmla="*/ 25296 h 28297"/>
                  <a:gd name="connsiteX22" fmla="*/ 38769 w 40393"/>
                  <a:gd name="connsiteY22" fmla="*/ 25772 h 28297"/>
                  <a:gd name="connsiteX23" fmla="*/ 38769 w 40393"/>
                  <a:gd name="connsiteY23" fmla="*/ 26534 h 28297"/>
                  <a:gd name="connsiteX24" fmla="*/ 38102 w 40393"/>
                  <a:gd name="connsiteY24" fmla="*/ 27486 h 28297"/>
                  <a:gd name="connsiteX25" fmla="*/ 36959 w 40393"/>
                  <a:gd name="connsiteY25" fmla="*/ 28153 h 28297"/>
                  <a:gd name="connsiteX26" fmla="*/ 35149 w 40393"/>
                  <a:gd name="connsiteY26" fmla="*/ 28153 h 28297"/>
                  <a:gd name="connsiteX27" fmla="*/ 33244 w 40393"/>
                  <a:gd name="connsiteY27" fmla="*/ 27296 h 28297"/>
                  <a:gd name="connsiteX28" fmla="*/ 31244 w 40393"/>
                  <a:gd name="connsiteY28" fmla="*/ 27296 h 28297"/>
                  <a:gd name="connsiteX29" fmla="*/ 28101 w 40393"/>
                  <a:gd name="connsiteY29" fmla="*/ 26153 h 28297"/>
                  <a:gd name="connsiteX30" fmla="*/ 25053 w 40393"/>
                  <a:gd name="connsiteY30" fmla="*/ 25486 h 28297"/>
                  <a:gd name="connsiteX31" fmla="*/ 22005 w 40393"/>
                  <a:gd name="connsiteY31" fmla="*/ 24915 h 28297"/>
                  <a:gd name="connsiteX32" fmla="*/ 19052 w 40393"/>
                  <a:gd name="connsiteY32" fmla="*/ 24915 h 28297"/>
                  <a:gd name="connsiteX33" fmla="*/ 15718 w 40393"/>
                  <a:gd name="connsiteY33" fmla="*/ 24057 h 28297"/>
                  <a:gd name="connsiteX34" fmla="*/ 9622 w 40393"/>
                  <a:gd name="connsiteY34" fmla="*/ 24057 h 28297"/>
                  <a:gd name="connsiteX35" fmla="*/ 1812 w 40393"/>
                  <a:gd name="connsiteY35" fmla="*/ 25010 h 28297"/>
                  <a:gd name="connsiteX36" fmla="*/ -284 w 40393"/>
                  <a:gd name="connsiteY36" fmla="*/ 21771 h 28297"/>
                  <a:gd name="connsiteX37" fmla="*/ -284 w 40393"/>
                  <a:gd name="connsiteY37" fmla="*/ 20247 h 28297"/>
                  <a:gd name="connsiteX38" fmla="*/ -284 w 40393"/>
                  <a:gd name="connsiteY38" fmla="*/ 18342 h 28297"/>
                  <a:gd name="connsiteX39" fmla="*/ 3050 w 40393"/>
                  <a:gd name="connsiteY39" fmla="*/ 17390 h 28297"/>
                  <a:gd name="connsiteX40" fmla="*/ 4764 w 40393"/>
                  <a:gd name="connsiteY40" fmla="*/ 18057 h 28297"/>
                  <a:gd name="connsiteX41" fmla="*/ 8765 w 40393"/>
                  <a:gd name="connsiteY41" fmla="*/ 18057 h 28297"/>
                  <a:gd name="connsiteX42" fmla="*/ 10289 w 40393"/>
                  <a:gd name="connsiteY42" fmla="*/ 18057 h 28297"/>
                  <a:gd name="connsiteX43" fmla="*/ 14766 w 40393"/>
                  <a:gd name="connsiteY43" fmla="*/ 17390 h 28297"/>
                  <a:gd name="connsiteX44" fmla="*/ 19147 w 40393"/>
                  <a:gd name="connsiteY44" fmla="*/ 12818 h 28297"/>
                  <a:gd name="connsiteX45" fmla="*/ 19909 w 40393"/>
                  <a:gd name="connsiteY45" fmla="*/ 11199 h 28297"/>
                  <a:gd name="connsiteX46" fmla="*/ 19909 w 40393"/>
                  <a:gd name="connsiteY46" fmla="*/ 9675 h 28297"/>
                  <a:gd name="connsiteX47" fmla="*/ 18290 w 40393"/>
                  <a:gd name="connsiteY47" fmla="*/ 9675 h 28297"/>
                  <a:gd name="connsiteX48" fmla="*/ 16290 w 40393"/>
                  <a:gd name="connsiteY48" fmla="*/ 9675 h 28297"/>
                  <a:gd name="connsiteX49" fmla="*/ 16290 w 40393"/>
                  <a:gd name="connsiteY49" fmla="*/ 7674 h 28297"/>
                  <a:gd name="connsiteX50" fmla="*/ 15623 w 40393"/>
                  <a:gd name="connsiteY50" fmla="*/ 5198 h 28297"/>
                  <a:gd name="connsiteX51" fmla="*/ 15623 w 40393"/>
                  <a:gd name="connsiteY51" fmla="*/ 3388 h 28297"/>
                  <a:gd name="connsiteX52" fmla="*/ 15623 w 40393"/>
                  <a:gd name="connsiteY52" fmla="*/ 1674 h 28297"/>
                  <a:gd name="connsiteX53" fmla="*/ 17433 w 40393"/>
                  <a:gd name="connsiteY53" fmla="*/ 816 h 28297"/>
                  <a:gd name="connsiteX54" fmla="*/ 19909 w 40393"/>
                  <a:gd name="connsiteY54" fmla="*/ 2055 h 28297"/>
                  <a:gd name="connsiteX55" fmla="*/ 26577 w 40393"/>
                  <a:gd name="connsiteY55" fmla="*/ 2626 h 28297"/>
                  <a:gd name="connsiteX56" fmla="*/ 30196 w 40393"/>
                  <a:gd name="connsiteY56" fmla="*/ 2626 h 28297"/>
                  <a:gd name="connsiteX57" fmla="*/ 35435 w 40393"/>
                  <a:gd name="connsiteY57" fmla="*/ 1769 h 28297"/>
                  <a:gd name="connsiteX58" fmla="*/ 36864 w 40393"/>
                  <a:gd name="connsiteY58" fmla="*/ 1769 h 28297"/>
                  <a:gd name="connsiteX59" fmla="*/ 38007 w 40393"/>
                  <a:gd name="connsiteY59" fmla="*/ 1769 h 28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40393" h="28297">
                    <a:moveTo>
                      <a:pt x="37816" y="-136"/>
                    </a:moveTo>
                    <a:cubicBezTo>
                      <a:pt x="38223" y="-4"/>
                      <a:pt x="38542" y="315"/>
                      <a:pt x="38673" y="721"/>
                    </a:cubicBezTo>
                    <a:cubicBezTo>
                      <a:pt x="39087" y="1270"/>
                      <a:pt x="39469" y="1843"/>
                      <a:pt x="39816" y="2436"/>
                    </a:cubicBezTo>
                    <a:cubicBezTo>
                      <a:pt x="39914" y="2939"/>
                      <a:pt x="39914" y="3456"/>
                      <a:pt x="39816" y="3960"/>
                    </a:cubicBezTo>
                    <a:cubicBezTo>
                      <a:pt x="39817" y="3960"/>
                      <a:pt x="40293" y="4912"/>
                      <a:pt x="39817" y="5103"/>
                    </a:cubicBezTo>
                    <a:cubicBezTo>
                      <a:pt x="39340" y="5293"/>
                      <a:pt x="38388" y="6055"/>
                      <a:pt x="36959" y="6627"/>
                    </a:cubicBezTo>
                    <a:cubicBezTo>
                      <a:pt x="36128" y="6852"/>
                      <a:pt x="35351" y="7241"/>
                      <a:pt x="34673" y="7770"/>
                    </a:cubicBezTo>
                    <a:cubicBezTo>
                      <a:pt x="34192" y="8098"/>
                      <a:pt x="33634" y="8295"/>
                      <a:pt x="33054" y="8341"/>
                    </a:cubicBezTo>
                    <a:cubicBezTo>
                      <a:pt x="31435" y="8341"/>
                      <a:pt x="30101" y="8341"/>
                      <a:pt x="29720" y="9675"/>
                    </a:cubicBezTo>
                    <a:cubicBezTo>
                      <a:pt x="29339" y="11008"/>
                      <a:pt x="29720" y="10627"/>
                      <a:pt x="29720" y="12151"/>
                    </a:cubicBezTo>
                    <a:cubicBezTo>
                      <a:pt x="29547" y="12553"/>
                      <a:pt x="29286" y="12910"/>
                      <a:pt x="28958" y="13199"/>
                    </a:cubicBezTo>
                    <a:cubicBezTo>
                      <a:pt x="28482" y="13199"/>
                      <a:pt x="28482" y="13770"/>
                      <a:pt x="28291" y="14056"/>
                    </a:cubicBezTo>
                    <a:cubicBezTo>
                      <a:pt x="28262" y="14446"/>
                      <a:pt x="28050" y="14799"/>
                      <a:pt x="27720" y="15009"/>
                    </a:cubicBezTo>
                    <a:cubicBezTo>
                      <a:pt x="27720" y="15009"/>
                      <a:pt x="27720" y="15771"/>
                      <a:pt x="27244" y="16152"/>
                    </a:cubicBezTo>
                    <a:cubicBezTo>
                      <a:pt x="26767" y="16533"/>
                      <a:pt x="26386" y="18628"/>
                      <a:pt x="26672" y="19104"/>
                    </a:cubicBezTo>
                    <a:cubicBezTo>
                      <a:pt x="26958" y="19581"/>
                      <a:pt x="30387" y="19866"/>
                      <a:pt x="32006" y="20247"/>
                    </a:cubicBezTo>
                    <a:cubicBezTo>
                      <a:pt x="33625" y="20628"/>
                      <a:pt x="32959" y="20247"/>
                      <a:pt x="33435" y="20247"/>
                    </a:cubicBezTo>
                    <a:lnTo>
                      <a:pt x="34863" y="20247"/>
                    </a:lnTo>
                    <a:lnTo>
                      <a:pt x="36102" y="21010"/>
                    </a:lnTo>
                    <a:cubicBezTo>
                      <a:pt x="36560" y="21337"/>
                      <a:pt x="36976" y="21721"/>
                      <a:pt x="37340" y="22152"/>
                    </a:cubicBezTo>
                    <a:cubicBezTo>
                      <a:pt x="38079" y="22539"/>
                      <a:pt x="38605" y="23239"/>
                      <a:pt x="38769" y="24058"/>
                    </a:cubicBezTo>
                    <a:cubicBezTo>
                      <a:pt x="38862" y="24465"/>
                      <a:pt x="38862" y="24888"/>
                      <a:pt x="38769" y="25296"/>
                    </a:cubicBezTo>
                    <a:cubicBezTo>
                      <a:pt x="38769" y="25296"/>
                      <a:pt x="38769" y="25772"/>
                      <a:pt x="38769" y="25772"/>
                    </a:cubicBezTo>
                    <a:cubicBezTo>
                      <a:pt x="38810" y="26024"/>
                      <a:pt x="38810" y="26282"/>
                      <a:pt x="38769" y="26534"/>
                    </a:cubicBezTo>
                    <a:cubicBezTo>
                      <a:pt x="38579" y="26873"/>
                      <a:pt x="38355" y="27192"/>
                      <a:pt x="38102" y="27486"/>
                    </a:cubicBezTo>
                    <a:cubicBezTo>
                      <a:pt x="38102" y="27486"/>
                      <a:pt x="37245" y="28248"/>
                      <a:pt x="36959" y="28153"/>
                    </a:cubicBezTo>
                    <a:lnTo>
                      <a:pt x="35149" y="28153"/>
                    </a:lnTo>
                    <a:lnTo>
                      <a:pt x="33244" y="27296"/>
                    </a:lnTo>
                    <a:lnTo>
                      <a:pt x="31244" y="27296"/>
                    </a:lnTo>
                    <a:lnTo>
                      <a:pt x="28101" y="26153"/>
                    </a:lnTo>
                    <a:lnTo>
                      <a:pt x="25053" y="25486"/>
                    </a:lnTo>
                    <a:cubicBezTo>
                      <a:pt x="24071" y="25146"/>
                      <a:pt x="23043" y="24953"/>
                      <a:pt x="22005" y="24915"/>
                    </a:cubicBezTo>
                    <a:lnTo>
                      <a:pt x="19052" y="24915"/>
                    </a:lnTo>
                    <a:cubicBezTo>
                      <a:pt x="17909" y="24915"/>
                      <a:pt x="16671" y="24153"/>
                      <a:pt x="15718" y="24057"/>
                    </a:cubicBezTo>
                    <a:cubicBezTo>
                      <a:pt x="13692" y="23840"/>
                      <a:pt x="11649" y="23840"/>
                      <a:pt x="9622" y="24057"/>
                    </a:cubicBezTo>
                    <a:cubicBezTo>
                      <a:pt x="6955" y="24057"/>
                      <a:pt x="2097" y="25105"/>
                      <a:pt x="1812" y="25010"/>
                    </a:cubicBezTo>
                    <a:cubicBezTo>
                      <a:pt x="1526" y="24915"/>
                      <a:pt x="478" y="23010"/>
                      <a:pt x="-284" y="21771"/>
                    </a:cubicBezTo>
                    <a:cubicBezTo>
                      <a:pt x="-392" y="21269"/>
                      <a:pt x="-392" y="20750"/>
                      <a:pt x="-284" y="20247"/>
                    </a:cubicBezTo>
                    <a:cubicBezTo>
                      <a:pt x="-114" y="19624"/>
                      <a:pt x="-114" y="18966"/>
                      <a:pt x="-284" y="18342"/>
                    </a:cubicBezTo>
                    <a:cubicBezTo>
                      <a:pt x="-284" y="17676"/>
                      <a:pt x="2669" y="17390"/>
                      <a:pt x="3050" y="17390"/>
                    </a:cubicBezTo>
                    <a:cubicBezTo>
                      <a:pt x="3431" y="17390"/>
                      <a:pt x="4193" y="18057"/>
                      <a:pt x="4764" y="18057"/>
                    </a:cubicBezTo>
                    <a:lnTo>
                      <a:pt x="8765" y="18057"/>
                    </a:lnTo>
                    <a:cubicBezTo>
                      <a:pt x="9241" y="18057"/>
                      <a:pt x="9908" y="18057"/>
                      <a:pt x="10289" y="18057"/>
                    </a:cubicBezTo>
                    <a:cubicBezTo>
                      <a:pt x="11793" y="17921"/>
                      <a:pt x="13288" y="17698"/>
                      <a:pt x="14766" y="17390"/>
                    </a:cubicBezTo>
                    <a:cubicBezTo>
                      <a:pt x="17528" y="17390"/>
                      <a:pt x="18480" y="13961"/>
                      <a:pt x="19147" y="12818"/>
                    </a:cubicBezTo>
                    <a:cubicBezTo>
                      <a:pt x="19494" y="12327"/>
                      <a:pt x="19752" y="11779"/>
                      <a:pt x="19909" y="11199"/>
                    </a:cubicBezTo>
                    <a:cubicBezTo>
                      <a:pt x="19909" y="10532"/>
                      <a:pt x="19909" y="9865"/>
                      <a:pt x="19909" y="9675"/>
                    </a:cubicBezTo>
                    <a:cubicBezTo>
                      <a:pt x="19370" y="9644"/>
                      <a:pt x="18829" y="9644"/>
                      <a:pt x="18290" y="9675"/>
                    </a:cubicBezTo>
                    <a:cubicBezTo>
                      <a:pt x="17631" y="9822"/>
                      <a:pt x="16948" y="9822"/>
                      <a:pt x="16290" y="9675"/>
                    </a:cubicBezTo>
                    <a:cubicBezTo>
                      <a:pt x="15718" y="9675"/>
                      <a:pt x="16290" y="8532"/>
                      <a:pt x="16290" y="7674"/>
                    </a:cubicBezTo>
                    <a:cubicBezTo>
                      <a:pt x="16319" y="6801"/>
                      <a:pt x="16087" y="5938"/>
                      <a:pt x="15623" y="5198"/>
                    </a:cubicBezTo>
                    <a:cubicBezTo>
                      <a:pt x="15623" y="5198"/>
                      <a:pt x="15623" y="3674"/>
                      <a:pt x="15623" y="3388"/>
                    </a:cubicBezTo>
                    <a:cubicBezTo>
                      <a:pt x="15670" y="2818"/>
                      <a:pt x="15670" y="2244"/>
                      <a:pt x="15623" y="1674"/>
                    </a:cubicBezTo>
                    <a:cubicBezTo>
                      <a:pt x="15623" y="816"/>
                      <a:pt x="16671" y="1007"/>
                      <a:pt x="17433" y="816"/>
                    </a:cubicBezTo>
                    <a:cubicBezTo>
                      <a:pt x="18195" y="626"/>
                      <a:pt x="19147" y="1769"/>
                      <a:pt x="19909" y="2055"/>
                    </a:cubicBezTo>
                    <a:cubicBezTo>
                      <a:pt x="22118" y="2379"/>
                      <a:pt x="24345" y="2570"/>
                      <a:pt x="26577" y="2626"/>
                    </a:cubicBezTo>
                    <a:lnTo>
                      <a:pt x="30196" y="2626"/>
                    </a:lnTo>
                    <a:cubicBezTo>
                      <a:pt x="31966" y="2512"/>
                      <a:pt x="33721" y="2224"/>
                      <a:pt x="35435" y="1769"/>
                    </a:cubicBezTo>
                    <a:cubicBezTo>
                      <a:pt x="35902" y="1639"/>
                      <a:pt x="36396" y="1639"/>
                      <a:pt x="36864" y="1769"/>
                    </a:cubicBezTo>
                    <a:lnTo>
                      <a:pt x="38007" y="1769"/>
                    </a:ln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3" name="任意多边形: 形状 282"/>
              <p:cNvSpPr/>
              <p:nvPr/>
            </p:nvSpPr>
            <p:spPr>
              <a:xfrm>
                <a:off x="2818310" y="2490838"/>
                <a:ext cx="103752" cy="103011"/>
              </a:xfrm>
              <a:custGeom>
                <a:avLst/>
                <a:gdLst>
                  <a:gd name="connsiteX0" fmla="*/ 31001 w 40605"/>
                  <a:gd name="connsiteY0" fmla="*/ -136 h 40315"/>
                  <a:gd name="connsiteX1" fmla="*/ 32906 w 40605"/>
                  <a:gd name="connsiteY1" fmla="*/ 1102 h 40315"/>
                  <a:gd name="connsiteX2" fmla="*/ 33763 w 40605"/>
                  <a:gd name="connsiteY2" fmla="*/ 3198 h 40315"/>
                  <a:gd name="connsiteX3" fmla="*/ 33763 w 40605"/>
                  <a:gd name="connsiteY3" fmla="*/ 4531 h 40315"/>
                  <a:gd name="connsiteX4" fmla="*/ 33287 w 40605"/>
                  <a:gd name="connsiteY4" fmla="*/ 5769 h 40315"/>
                  <a:gd name="connsiteX5" fmla="*/ 31382 w 40605"/>
                  <a:gd name="connsiteY5" fmla="*/ 7294 h 40315"/>
                  <a:gd name="connsiteX6" fmla="*/ 30620 w 40605"/>
                  <a:gd name="connsiteY6" fmla="*/ 8436 h 40315"/>
                  <a:gd name="connsiteX7" fmla="*/ 31572 w 40605"/>
                  <a:gd name="connsiteY7" fmla="*/ 8436 h 40315"/>
                  <a:gd name="connsiteX8" fmla="*/ 32811 w 40605"/>
                  <a:gd name="connsiteY8" fmla="*/ 8436 h 40315"/>
                  <a:gd name="connsiteX9" fmla="*/ 34239 w 40605"/>
                  <a:gd name="connsiteY9" fmla="*/ 8436 h 40315"/>
                  <a:gd name="connsiteX10" fmla="*/ 36239 w 40605"/>
                  <a:gd name="connsiteY10" fmla="*/ 8436 h 40315"/>
                  <a:gd name="connsiteX11" fmla="*/ 38335 w 40605"/>
                  <a:gd name="connsiteY11" fmla="*/ 9675 h 40315"/>
                  <a:gd name="connsiteX12" fmla="*/ 39859 w 40605"/>
                  <a:gd name="connsiteY12" fmla="*/ 11294 h 40315"/>
                  <a:gd name="connsiteX13" fmla="*/ 39859 w 40605"/>
                  <a:gd name="connsiteY13" fmla="*/ 14437 h 40315"/>
                  <a:gd name="connsiteX14" fmla="*/ 39002 w 40605"/>
                  <a:gd name="connsiteY14" fmla="*/ 14437 h 40315"/>
                  <a:gd name="connsiteX15" fmla="*/ 37573 w 40605"/>
                  <a:gd name="connsiteY15" fmla="*/ 14437 h 40315"/>
                  <a:gd name="connsiteX16" fmla="*/ 34620 w 40605"/>
                  <a:gd name="connsiteY16" fmla="*/ 14437 h 40315"/>
                  <a:gd name="connsiteX17" fmla="*/ 32906 w 40605"/>
                  <a:gd name="connsiteY17" fmla="*/ 14437 h 40315"/>
                  <a:gd name="connsiteX18" fmla="*/ 31287 w 40605"/>
                  <a:gd name="connsiteY18" fmla="*/ 13675 h 40315"/>
                  <a:gd name="connsiteX19" fmla="*/ 28334 w 40605"/>
                  <a:gd name="connsiteY19" fmla="*/ 13199 h 40315"/>
                  <a:gd name="connsiteX20" fmla="*/ 26905 w 40605"/>
                  <a:gd name="connsiteY20" fmla="*/ 13961 h 40315"/>
                  <a:gd name="connsiteX21" fmla="*/ 26048 w 40605"/>
                  <a:gd name="connsiteY21" fmla="*/ 15961 h 40315"/>
                  <a:gd name="connsiteX22" fmla="*/ 27667 w 40605"/>
                  <a:gd name="connsiteY22" fmla="*/ 22343 h 40315"/>
                  <a:gd name="connsiteX23" fmla="*/ 28715 w 40605"/>
                  <a:gd name="connsiteY23" fmla="*/ 27296 h 40315"/>
                  <a:gd name="connsiteX24" fmla="*/ 30525 w 40605"/>
                  <a:gd name="connsiteY24" fmla="*/ 31106 h 40315"/>
                  <a:gd name="connsiteX25" fmla="*/ 31858 w 40605"/>
                  <a:gd name="connsiteY25" fmla="*/ 32820 h 40315"/>
                  <a:gd name="connsiteX26" fmla="*/ 32715 w 40605"/>
                  <a:gd name="connsiteY26" fmla="*/ 34440 h 40315"/>
                  <a:gd name="connsiteX27" fmla="*/ 35001 w 40605"/>
                  <a:gd name="connsiteY27" fmla="*/ 37297 h 40315"/>
                  <a:gd name="connsiteX28" fmla="*/ 35763 w 40605"/>
                  <a:gd name="connsiteY28" fmla="*/ 38345 h 40315"/>
                  <a:gd name="connsiteX29" fmla="*/ 35001 w 40605"/>
                  <a:gd name="connsiteY29" fmla="*/ 38916 h 40315"/>
                  <a:gd name="connsiteX30" fmla="*/ 34239 w 40605"/>
                  <a:gd name="connsiteY30" fmla="*/ 39964 h 40315"/>
                  <a:gd name="connsiteX31" fmla="*/ 31953 w 40605"/>
                  <a:gd name="connsiteY31" fmla="*/ 39964 h 40315"/>
                  <a:gd name="connsiteX32" fmla="*/ 31001 w 40605"/>
                  <a:gd name="connsiteY32" fmla="*/ 39964 h 40315"/>
                  <a:gd name="connsiteX33" fmla="*/ 30144 w 40605"/>
                  <a:gd name="connsiteY33" fmla="*/ 39964 h 40315"/>
                  <a:gd name="connsiteX34" fmla="*/ 28620 w 40605"/>
                  <a:gd name="connsiteY34" fmla="*/ 38916 h 40315"/>
                  <a:gd name="connsiteX35" fmla="*/ 27000 w 40605"/>
                  <a:gd name="connsiteY35" fmla="*/ 38059 h 40315"/>
                  <a:gd name="connsiteX36" fmla="*/ 25667 w 40605"/>
                  <a:gd name="connsiteY36" fmla="*/ 36916 h 40315"/>
                  <a:gd name="connsiteX37" fmla="*/ 23667 w 40605"/>
                  <a:gd name="connsiteY37" fmla="*/ 35297 h 40315"/>
                  <a:gd name="connsiteX38" fmla="*/ 22905 w 40605"/>
                  <a:gd name="connsiteY38" fmla="*/ 33678 h 40315"/>
                  <a:gd name="connsiteX39" fmla="*/ 22905 w 40605"/>
                  <a:gd name="connsiteY39" fmla="*/ 29106 h 40315"/>
                  <a:gd name="connsiteX40" fmla="*/ 22333 w 40605"/>
                  <a:gd name="connsiteY40" fmla="*/ 25010 h 40315"/>
                  <a:gd name="connsiteX41" fmla="*/ 21762 w 40605"/>
                  <a:gd name="connsiteY41" fmla="*/ 22629 h 40315"/>
                  <a:gd name="connsiteX42" fmla="*/ 20333 w 40605"/>
                  <a:gd name="connsiteY42" fmla="*/ 18247 h 40315"/>
                  <a:gd name="connsiteX43" fmla="*/ 16332 w 40605"/>
                  <a:gd name="connsiteY43" fmla="*/ 20247 h 40315"/>
                  <a:gd name="connsiteX44" fmla="*/ 11474 w 40605"/>
                  <a:gd name="connsiteY44" fmla="*/ 21390 h 40315"/>
                  <a:gd name="connsiteX45" fmla="*/ 7188 w 40605"/>
                  <a:gd name="connsiteY45" fmla="*/ 21390 h 40315"/>
                  <a:gd name="connsiteX46" fmla="*/ 4140 w 40605"/>
                  <a:gd name="connsiteY46" fmla="*/ 21390 h 40315"/>
                  <a:gd name="connsiteX47" fmla="*/ 1664 w 40605"/>
                  <a:gd name="connsiteY47" fmla="*/ 20628 h 40315"/>
                  <a:gd name="connsiteX48" fmla="*/ 426 w 40605"/>
                  <a:gd name="connsiteY48" fmla="*/ 20628 h 40315"/>
                  <a:gd name="connsiteX49" fmla="*/ 426 w 40605"/>
                  <a:gd name="connsiteY49" fmla="*/ 19486 h 40315"/>
                  <a:gd name="connsiteX50" fmla="*/ 426 w 40605"/>
                  <a:gd name="connsiteY50" fmla="*/ 17866 h 40315"/>
                  <a:gd name="connsiteX51" fmla="*/ -336 w 40605"/>
                  <a:gd name="connsiteY51" fmla="*/ 16914 h 40315"/>
                  <a:gd name="connsiteX52" fmla="*/ 711 w 40605"/>
                  <a:gd name="connsiteY52" fmla="*/ 16914 h 40315"/>
                  <a:gd name="connsiteX53" fmla="*/ 2807 w 40605"/>
                  <a:gd name="connsiteY53" fmla="*/ 16914 h 40315"/>
                  <a:gd name="connsiteX54" fmla="*/ 4236 w 40605"/>
                  <a:gd name="connsiteY54" fmla="*/ 16914 h 40315"/>
                  <a:gd name="connsiteX55" fmla="*/ 5188 w 40605"/>
                  <a:gd name="connsiteY55" fmla="*/ 16914 h 40315"/>
                  <a:gd name="connsiteX56" fmla="*/ 12713 w 40605"/>
                  <a:gd name="connsiteY56" fmla="*/ 15104 h 40315"/>
                  <a:gd name="connsiteX57" fmla="*/ 16523 w 40605"/>
                  <a:gd name="connsiteY57" fmla="*/ 12818 h 40315"/>
                  <a:gd name="connsiteX58" fmla="*/ 17761 w 40605"/>
                  <a:gd name="connsiteY58" fmla="*/ 11675 h 40315"/>
                  <a:gd name="connsiteX59" fmla="*/ 16713 w 40605"/>
                  <a:gd name="connsiteY59" fmla="*/ 11199 h 40315"/>
                  <a:gd name="connsiteX60" fmla="*/ 15951 w 40605"/>
                  <a:gd name="connsiteY60" fmla="*/ 11199 h 40315"/>
                  <a:gd name="connsiteX61" fmla="*/ 14808 w 40605"/>
                  <a:gd name="connsiteY61" fmla="*/ 11199 h 40315"/>
                  <a:gd name="connsiteX62" fmla="*/ 13856 w 40605"/>
                  <a:gd name="connsiteY62" fmla="*/ 10627 h 40315"/>
                  <a:gd name="connsiteX63" fmla="*/ 12808 w 40605"/>
                  <a:gd name="connsiteY63" fmla="*/ 9103 h 40315"/>
                  <a:gd name="connsiteX64" fmla="*/ 12332 w 40605"/>
                  <a:gd name="connsiteY64" fmla="*/ 5960 h 40315"/>
                  <a:gd name="connsiteX65" fmla="*/ 13570 w 40605"/>
                  <a:gd name="connsiteY65" fmla="*/ 4913 h 40315"/>
                  <a:gd name="connsiteX66" fmla="*/ 14809 w 40605"/>
                  <a:gd name="connsiteY66" fmla="*/ 4913 h 40315"/>
                  <a:gd name="connsiteX67" fmla="*/ 16047 w 40605"/>
                  <a:gd name="connsiteY67" fmla="*/ 4912 h 40315"/>
                  <a:gd name="connsiteX68" fmla="*/ 17285 w 40605"/>
                  <a:gd name="connsiteY68" fmla="*/ 4912 h 40315"/>
                  <a:gd name="connsiteX69" fmla="*/ 19380 w 40605"/>
                  <a:gd name="connsiteY69" fmla="*/ 6151 h 40315"/>
                  <a:gd name="connsiteX70" fmla="*/ 23571 w 40605"/>
                  <a:gd name="connsiteY70" fmla="*/ 6912 h 40315"/>
                  <a:gd name="connsiteX71" fmla="*/ 26048 w 40605"/>
                  <a:gd name="connsiteY71" fmla="*/ 4150 h 40315"/>
                  <a:gd name="connsiteX72" fmla="*/ 27477 w 40605"/>
                  <a:gd name="connsiteY72" fmla="*/ 2245 h 40315"/>
                  <a:gd name="connsiteX73" fmla="*/ 28334 w 40605"/>
                  <a:gd name="connsiteY73" fmla="*/ 435 h 40315"/>
                  <a:gd name="connsiteX74" fmla="*/ 29286 w 40605"/>
                  <a:gd name="connsiteY74" fmla="*/ 436 h 40315"/>
                  <a:gd name="connsiteX75" fmla="*/ 30620 w 40605"/>
                  <a:gd name="connsiteY75" fmla="*/ 1388 h 40315"/>
                  <a:gd name="connsiteX76" fmla="*/ 31858 w 40605"/>
                  <a:gd name="connsiteY76" fmla="*/ 1388 h 40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</a:cxnLst>
                <a:rect l="l" t="t" r="r" b="b"/>
                <a:pathLst>
                  <a:path w="40605" h="40315">
                    <a:moveTo>
                      <a:pt x="31001" y="-136"/>
                    </a:moveTo>
                    <a:cubicBezTo>
                      <a:pt x="31001" y="-136"/>
                      <a:pt x="32906" y="721"/>
                      <a:pt x="32906" y="1102"/>
                    </a:cubicBezTo>
                    <a:cubicBezTo>
                      <a:pt x="32946" y="1878"/>
                      <a:pt x="33248" y="2616"/>
                      <a:pt x="33763" y="3198"/>
                    </a:cubicBezTo>
                    <a:cubicBezTo>
                      <a:pt x="33763" y="3864"/>
                      <a:pt x="33763" y="3960"/>
                      <a:pt x="33763" y="4531"/>
                    </a:cubicBezTo>
                    <a:cubicBezTo>
                      <a:pt x="33763" y="5103"/>
                      <a:pt x="33763" y="5484"/>
                      <a:pt x="33287" y="5769"/>
                    </a:cubicBezTo>
                    <a:lnTo>
                      <a:pt x="31382" y="7294"/>
                    </a:lnTo>
                    <a:cubicBezTo>
                      <a:pt x="31382" y="7294"/>
                      <a:pt x="30429" y="8246"/>
                      <a:pt x="30620" y="8436"/>
                    </a:cubicBezTo>
                    <a:cubicBezTo>
                      <a:pt x="30935" y="8492"/>
                      <a:pt x="31257" y="8492"/>
                      <a:pt x="31572" y="8436"/>
                    </a:cubicBezTo>
                    <a:lnTo>
                      <a:pt x="32811" y="8436"/>
                    </a:lnTo>
                    <a:lnTo>
                      <a:pt x="34239" y="8436"/>
                    </a:lnTo>
                    <a:cubicBezTo>
                      <a:pt x="34906" y="8436"/>
                      <a:pt x="35954" y="8436"/>
                      <a:pt x="36239" y="8436"/>
                    </a:cubicBezTo>
                    <a:cubicBezTo>
                      <a:pt x="36525" y="8436"/>
                      <a:pt x="38335" y="9103"/>
                      <a:pt x="38335" y="9675"/>
                    </a:cubicBezTo>
                    <a:cubicBezTo>
                      <a:pt x="38335" y="10246"/>
                      <a:pt x="39002" y="10627"/>
                      <a:pt x="39859" y="11294"/>
                    </a:cubicBezTo>
                    <a:cubicBezTo>
                      <a:pt x="40716" y="11961"/>
                      <a:pt x="39859" y="13389"/>
                      <a:pt x="39859" y="14437"/>
                    </a:cubicBezTo>
                    <a:cubicBezTo>
                      <a:pt x="39859" y="15485"/>
                      <a:pt x="39859" y="15104"/>
                      <a:pt x="39002" y="14437"/>
                    </a:cubicBezTo>
                    <a:cubicBezTo>
                      <a:pt x="38145" y="13770"/>
                      <a:pt x="38240" y="14437"/>
                      <a:pt x="37573" y="14437"/>
                    </a:cubicBezTo>
                    <a:cubicBezTo>
                      <a:pt x="36593" y="14562"/>
                      <a:pt x="35601" y="14562"/>
                      <a:pt x="34620" y="14437"/>
                    </a:cubicBezTo>
                    <a:cubicBezTo>
                      <a:pt x="34050" y="14484"/>
                      <a:pt x="33477" y="14484"/>
                      <a:pt x="32906" y="14437"/>
                    </a:cubicBezTo>
                    <a:lnTo>
                      <a:pt x="31287" y="13675"/>
                    </a:lnTo>
                    <a:cubicBezTo>
                      <a:pt x="30320" y="13424"/>
                      <a:pt x="29331" y="13264"/>
                      <a:pt x="28334" y="13199"/>
                    </a:cubicBezTo>
                    <a:cubicBezTo>
                      <a:pt x="27821" y="13377"/>
                      <a:pt x="27339" y="13634"/>
                      <a:pt x="26905" y="13961"/>
                    </a:cubicBezTo>
                    <a:cubicBezTo>
                      <a:pt x="26238" y="13961"/>
                      <a:pt x="26048" y="15580"/>
                      <a:pt x="26048" y="15961"/>
                    </a:cubicBezTo>
                    <a:cubicBezTo>
                      <a:pt x="26298" y="18152"/>
                      <a:pt x="26843" y="20299"/>
                      <a:pt x="27667" y="22343"/>
                    </a:cubicBezTo>
                    <a:cubicBezTo>
                      <a:pt x="27667" y="23295"/>
                      <a:pt x="27667" y="26058"/>
                      <a:pt x="28715" y="27296"/>
                    </a:cubicBezTo>
                    <a:cubicBezTo>
                      <a:pt x="29438" y="28506"/>
                      <a:pt x="30044" y="29781"/>
                      <a:pt x="30525" y="31106"/>
                    </a:cubicBezTo>
                    <a:cubicBezTo>
                      <a:pt x="30524" y="31773"/>
                      <a:pt x="31572" y="32344"/>
                      <a:pt x="31858" y="32820"/>
                    </a:cubicBezTo>
                    <a:cubicBezTo>
                      <a:pt x="32144" y="33297"/>
                      <a:pt x="32430" y="34154"/>
                      <a:pt x="32715" y="34440"/>
                    </a:cubicBezTo>
                    <a:cubicBezTo>
                      <a:pt x="33530" y="35349"/>
                      <a:pt x="34293" y="36303"/>
                      <a:pt x="35001" y="37297"/>
                    </a:cubicBezTo>
                    <a:cubicBezTo>
                      <a:pt x="35001" y="37297"/>
                      <a:pt x="35763" y="37964"/>
                      <a:pt x="35763" y="38345"/>
                    </a:cubicBezTo>
                    <a:cubicBezTo>
                      <a:pt x="35763" y="38726"/>
                      <a:pt x="35192" y="38345"/>
                      <a:pt x="35001" y="38916"/>
                    </a:cubicBezTo>
                    <a:cubicBezTo>
                      <a:pt x="34811" y="39488"/>
                      <a:pt x="35001" y="39774"/>
                      <a:pt x="34239" y="39964"/>
                    </a:cubicBezTo>
                    <a:cubicBezTo>
                      <a:pt x="33504" y="40251"/>
                      <a:pt x="32688" y="40251"/>
                      <a:pt x="31953" y="39964"/>
                    </a:cubicBezTo>
                    <a:cubicBezTo>
                      <a:pt x="31953" y="39964"/>
                      <a:pt x="31287" y="39964"/>
                      <a:pt x="31001" y="39964"/>
                    </a:cubicBezTo>
                    <a:cubicBezTo>
                      <a:pt x="30718" y="40018"/>
                      <a:pt x="30427" y="40018"/>
                      <a:pt x="30144" y="39964"/>
                    </a:cubicBezTo>
                    <a:lnTo>
                      <a:pt x="28620" y="38916"/>
                    </a:lnTo>
                    <a:cubicBezTo>
                      <a:pt x="28043" y="38705"/>
                      <a:pt x="27499" y="38417"/>
                      <a:pt x="27000" y="38059"/>
                    </a:cubicBezTo>
                    <a:cubicBezTo>
                      <a:pt x="27000" y="38059"/>
                      <a:pt x="25953" y="37393"/>
                      <a:pt x="25667" y="36916"/>
                    </a:cubicBezTo>
                    <a:cubicBezTo>
                      <a:pt x="25381" y="36440"/>
                      <a:pt x="24238" y="35869"/>
                      <a:pt x="23667" y="35297"/>
                    </a:cubicBezTo>
                    <a:cubicBezTo>
                      <a:pt x="23194" y="34890"/>
                      <a:pt x="22917" y="34301"/>
                      <a:pt x="22905" y="33678"/>
                    </a:cubicBezTo>
                    <a:cubicBezTo>
                      <a:pt x="22905" y="32249"/>
                      <a:pt x="23952" y="32249"/>
                      <a:pt x="22905" y="29106"/>
                    </a:cubicBezTo>
                    <a:cubicBezTo>
                      <a:pt x="22627" y="27754"/>
                      <a:pt x="22436" y="26386"/>
                      <a:pt x="22333" y="25010"/>
                    </a:cubicBezTo>
                    <a:cubicBezTo>
                      <a:pt x="22237" y="24196"/>
                      <a:pt x="22045" y="23397"/>
                      <a:pt x="21762" y="22629"/>
                    </a:cubicBezTo>
                    <a:cubicBezTo>
                      <a:pt x="20999" y="20914"/>
                      <a:pt x="20619" y="18723"/>
                      <a:pt x="20333" y="18247"/>
                    </a:cubicBezTo>
                    <a:cubicBezTo>
                      <a:pt x="20047" y="17771"/>
                      <a:pt x="17856" y="19771"/>
                      <a:pt x="16332" y="20247"/>
                    </a:cubicBezTo>
                    <a:cubicBezTo>
                      <a:pt x="14808" y="20724"/>
                      <a:pt x="13570" y="20724"/>
                      <a:pt x="11474" y="21390"/>
                    </a:cubicBezTo>
                    <a:cubicBezTo>
                      <a:pt x="10054" y="21613"/>
                      <a:pt x="8608" y="21613"/>
                      <a:pt x="7188" y="21390"/>
                    </a:cubicBezTo>
                    <a:lnTo>
                      <a:pt x="4140" y="21390"/>
                    </a:lnTo>
                    <a:cubicBezTo>
                      <a:pt x="3283" y="21390"/>
                      <a:pt x="2331" y="20724"/>
                      <a:pt x="1664" y="20628"/>
                    </a:cubicBezTo>
                    <a:lnTo>
                      <a:pt x="426" y="20628"/>
                    </a:lnTo>
                    <a:cubicBezTo>
                      <a:pt x="426" y="20628"/>
                      <a:pt x="426" y="19866"/>
                      <a:pt x="426" y="19486"/>
                    </a:cubicBezTo>
                    <a:cubicBezTo>
                      <a:pt x="426" y="19104"/>
                      <a:pt x="426" y="18247"/>
                      <a:pt x="426" y="17866"/>
                    </a:cubicBezTo>
                    <a:cubicBezTo>
                      <a:pt x="426" y="17485"/>
                      <a:pt x="-241" y="17199"/>
                      <a:pt x="-336" y="16914"/>
                    </a:cubicBezTo>
                    <a:cubicBezTo>
                      <a:pt x="-432" y="16628"/>
                      <a:pt x="-336" y="16342"/>
                      <a:pt x="711" y="16914"/>
                    </a:cubicBezTo>
                    <a:cubicBezTo>
                      <a:pt x="1403" y="17057"/>
                      <a:pt x="2116" y="17057"/>
                      <a:pt x="2807" y="16914"/>
                    </a:cubicBezTo>
                    <a:cubicBezTo>
                      <a:pt x="3280" y="16990"/>
                      <a:pt x="3762" y="16990"/>
                      <a:pt x="4236" y="16914"/>
                    </a:cubicBezTo>
                    <a:cubicBezTo>
                      <a:pt x="4236" y="16914"/>
                      <a:pt x="4902" y="16914"/>
                      <a:pt x="5188" y="16914"/>
                    </a:cubicBezTo>
                    <a:cubicBezTo>
                      <a:pt x="7732" y="16470"/>
                      <a:pt x="10245" y="15865"/>
                      <a:pt x="12713" y="15104"/>
                    </a:cubicBezTo>
                    <a:cubicBezTo>
                      <a:pt x="14145" y="14653"/>
                      <a:pt x="15451" y="13870"/>
                      <a:pt x="16523" y="12818"/>
                    </a:cubicBezTo>
                    <a:cubicBezTo>
                      <a:pt x="17022" y="12543"/>
                      <a:pt x="17447" y="12150"/>
                      <a:pt x="17761" y="11675"/>
                    </a:cubicBezTo>
                    <a:cubicBezTo>
                      <a:pt x="17761" y="11675"/>
                      <a:pt x="16999" y="11675"/>
                      <a:pt x="16713" y="11199"/>
                    </a:cubicBezTo>
                    <a:lnTo>
                      <a:pt x="15951" y="11199"/>
                    </a:lnTo>
                    <a:lnTo>
                      <a:pt x="14808" y="11199"/>
                    </a:lnTo>
                    <a:cubicBezTo>
                      <a:pt x="14418" y="11169"/>
                      <a:pt x="14065" y="10958"/>
                      <a:pt x="13856" y="10627"/>
                    </a:cubicBezTo>
                    <a:cubicBezTo>
                      <a:pt x="13856" y="10151"/>
                      <a:pt x="13856" y="9579"/>
                      <a:pt x="12808" y="9103"/>
                    </a:cubicBezTo>
                    <a:cubicBezTo>
                      <a:pt x="12027" y="8249"/>
                      <a:pt x="11839" y="7007"/>
                      <a:pt x="12332" y="5960"/>
                    </a:cubicBezTo>
                    <a:cubicBezTo>
                      <a:pt x="12509" y="5402"/>
                      <a:pt x="12990" y="4995"/>
                      <a:pt x="13570" y="4913"/>
                    </a:cubicBezTo>
                    <a:cubicBezTo>
                      <a:pt x="13980" y="4980"/>
                      <a:pt x="14398" y="4980"/>
                      <a:pt x="14809" y="4913"/>
                    </a:cubicBezTo>
                    <a:cubicBezTo>
                      <a:pt x="14808" y="4912"/>
                      <a:pt x="15570" y="4912"/>
                      <a:pt x="16047" y="4912"/>
                    </a:cubicBezTo>
                    <a:cubicBezTo>
                      <a:pt x="16453" y="4815"/>
                      <a:pt x="16878" y="4815"/>
                      <a:pt x="17285" y="4912"/>
                    </a:cubicBezTo>
                    <a:cubicBezTo>
                      <a:pt x="17285" y="4912"/>
                      <a:pt x="18618" y="5769"/>
                      <a:pt x="19380" y="6151"/>
                    </a:cubicBezTo>
                    <a:cubicBezTo>
                      <a:pt x="20709" y="6694"/>
                      <a:pt x="22137" y="6954"/>
                      <a:pt x="23571" y="6912"/>
                    </a:cubicBezTo>
                    <a:cubicBezTo>
                      <a:pt x="24127" y="5782"/>
                      <a:pt x="24984" y="4826"/>
                      <a:pt x="26048" y="4150"/>
                    </a:cubicBezTo>
                    <a:cubicBezTo>
                      <a:pt x="26569" y="3550"/>
                      <a:pt x="27047" y="2914"/>
                      <a:pt x="27477" y="2245"/>
                    </a:cubicBezTo>
                    <a:cubicBezTo>
                      <a:pt x="27898" y="1716"/>
                      <a:pt x="28192" y="1097"/>
                      <a:pt x="28334" y="435"/>
                    </a:cubicBezTo>
                    <a:cubicBezTo>
                      <a:pt x="28334" y="-41"/>
                      <a:pt x="28905" y="436"/>
                      <a:pt x="29286" y="436"/>
                    </a:cubicBezTo>
                    <a:cubicBezTo>
                      <a:pt x="29667" y="436"/>
                      <a:pt x="30239" y="1197"/>
                      <a:pt x="30620" y="1388"/>
                    </a:cubicBezTo>
                    <a:cubicBezTo>
                      <a:pt x="31001" y="1578"/>
                      <a:pt x="31572" y="1388"/>
                      <a:pt x="31858" y="1388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4" name="任意多边形: 形状 283"/>
              <p:cNvSpPr/>
              <p:nvPr/>
            </p:nvSpPr>
            <p:spPr>
              <a:xfrm>
                <a:off x="2159072" y="3144796"/>
                <a:ext cx="834786" cy="210764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5" name="任意多边形: 形状 284"/>
              <p:cNvSpPr/>
              <p:nvPr/>
            </p:nvSpPr>
            <p:spPr>
              <a:xfrm>
                <a:off x="2193388" y="3045010"/>
                <a:ext cx="766153" cy="2129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6" name="任意多边形: 形状 285"/>
              <p:cNvSpPr/>
              <p:nvPr/>
            </p:nvSpPr>
            <p:spPr>
              <a:xfrm>
                <a:off x="2236954" y="2943522"/>
                <a:ext cx="680486" cy="219041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7" name="任意多边形: 形状 286"/>
              <p:cNvSpPr/>
              <p:nvPr/>
            </p:nvSpPr>
            <p:spPr>
              <a:xfrm>
                <a:off x="2276868" y="2829378"/>
                <a:ext cx="598223" cy="227071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8" name="任意多边形: 形状 287"/>
              <p:cNvSpPr/>
              <p:nvPr/>
            </p:nvSpPr>
            <p:spPr>
              <a:xfrm>
                <a:off x="2318971" y="2662665"/>
                <a:ext cx="515229" cy="286941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89" name="任意多边形: 形状 288"/>
              <p:cNvSpPr/>
              <p:nvPr/>
            </p:nvSpPr>
            <p:spPr>
              <a:xfrm>
                <a:off x="2314347" y="2659256"/>
                <a:ext cx="523019" cy="294729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0" name="任意多边形: 形状 289"/>
              <p:cNvSpPr/>
              <p:nvPr/>
            </p:nvSpPr>
            <p:spPr>
              <a:xfrm>
                <a:off x="2565189" y="2609093"/>
                <a:ext cx="149152" cy="91416"/>
              </a:xfrm>
              <a:custGeom>
                <a:avLst/>
                <a:gdLst>
                  <a:gd name="connsiteX0" fmla="*/ 1667 w 58373"/>
                  <a:gd name="connsiteY0" fmla="*/ 32069 h 35777"/>
                  <a:gd name="connsiteX1" fmla="*/ 7001 w 58373"/>
                  <a:gd name="connsiteY1" fmla="*/ 30831 h 35777"/>
                  <a:gd name="connsiteX2" fmla="*/ 54626 w 58373"/>
                  <a:gd name="connsiteY2" fmla="*/ 3494 h 35777"/>
                  <a:gd name="connsiteX3" fmla="*/ 57007 w 58373"/>
                  <a:gd name="connsiteY3" fmla="*/ 446 h 35777"/>
                  <a:gd name="connsiteX4" fmla="*/ 55102 w 58373"/>
                  <a:gd name="connsiteY4" fmla="*/ 6542 h 35777"/>
                  <a:gd name="connsiteX5" fmla="*/ 1858 w 58373"/>
                  <a:gd name="connsiteY5" fmla="*/ 35593 h 35777"/>
                  <a:gd name="connsiteX6" fmla="*/ -317 w 58373"/>
                  <a:gd name="connsiteY6" fmla="*/ 34244 h 35777"/>
                  <a:gd name="connsiteX7" fmla="*/ 1033 w 58373"/>
                  <a:gd name="connsiteY7" fmla="*/ 32069 h 35777"/>
                  <a:gd name="connsiteX8" fmla="*/ 1858 w 58373"/>
                  <a:gd name="connsiteY8" fmla="*/ 32069 h 35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8373" h="35777">
                    <a:moveTo>
                      <a:pt x="1667" y="32069"/>
                    </a:moveTo>
                    <a:lnTo>
                      <a:pt x="7001" y="30831"/>
                    </a:lnTo>
                    <a:cubicBezTo>
                      <a:pt x="24996" y="26047"/>
                      <a:pt x="41419" y="16620"/>
                      <a:pt x="54626" y="3494"/>
                    </a:cubicBezTo>
                    <a:cubicBezTo>
                      <a:pt x="55472" y="2520"/>
                      <a:pt x="56267" y="1503"/>
                      <a:pt x="57007" y="446"/>
                    </a:cubicBezTo>
                    <a:cubicBezTo>
                      <a:pt x="58245" y="-1554"/>
                      <a:pt x="59008" y="1875"/>
                      <a:pt x="55102" y="6542"/>
                    </a:cubicBezTo>
                    <a:cubicBezTo>
                      <a:pt x="40766" y="21474"/>
                      <a:pt x="22172" y="31619"/>
                      <a:pt x="1858" y="35593"/>
                    </a:cubicBezTo>
                    <a:cubicBezTo>
                      <a:pt x="884" y="35821"/>
                      <a:pt x="-89" y="35217"/>
                      <a:pt x="-317" y="34244"/>
                    </a:cubicBezTo>
                    <a:cubicBezTo>
                      <a:pt x="-545" y="33271"/>
                      <a:pt x="60" y="32297"/>
                      <a:pt x="1033" y="32069"/>
                    </a:cubicBezTo>
                    <a:cubicBezTo>
                      <a:pt x="1304" y="32006"/>
                      <a:pt x="1586" y="32006"/>
                      <a:pt x="1858" y="320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1" name="任意多边形: 形状 290"/>
              <p:cNvSpPr/>
              <p:nvPr/>
            </p:nvSpPr>
            <p:spPr>
              <a:xfrm>
                <a:off x="2611199" y="2618126"/>
                <a:ext cx="22460" cy="59627"/>
              </a:xfrm>
              <a:custGeom>
                <a:avLst/>
                <a:gdLst>
                  <a:gd name="connsiteX0" fmla="*/ 2520 w 8790"/>
                  <a:gd name="connsiteY0" fmla="*/ 23200 h 23336"/>
                  <a:gd name="connsiteX1" fmla="*/ -242 w 8790"/>
                  <a:gd name="connsiteY1" fmla="*/ 11294 h 23336"/>
                  <a:gd name="connsiteX2" fmla="*/ 6330 w 8790"/>
                  <a:gd name="connsiteY2" fmla="*/ -136 h 23336"/>
                  <a:gd name="connsiteX3" fmla="*/ 8425 w 8790"/>
                  <a:gd name="connsiteY3" fmla="*/ 12723 h 23336"/>
                  <a:gd name="connsiteX4" fmla="*/ 2520 w 8790"/>
                  <a:gd name="connsiteY4" fmla="*/ 23200 h 23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90" h="23336">
                    <a:moveTo>
                      <a:pt x="2520" y="23200"/>
                    </a:moveTo>
                    <a:cubicBezTo>
                      <a:pt x="246" y="19672"/>
                      <a:pt x="-730" y="15463"/>
                      <a:pt x="-242" y="11294"/>
                    </a:cubicBezTo>
                    <a:cubicBezTo>
                      <a:pt x="746" y="6909"/>
                      <a:pt x="3037" y="2924"/>
                      <a:pt x="6330" y="-136"/>
                    </a:cubicBezTo>
                    <a:cubicBezTo>
                      <a:pt x="7539" y="4051"/>
                      <a:pt x="8243" y="8368"/>
                      <a:pt x="8425" y="12723"/>
                    </a:cubicBezTo>
                    <a:cubicBezTo>
                      <a:pt x="8425" y="18057"/>
                      <a:pt x="2520" y="23200"/>
                      <a:pt x="2520" y="2320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2" name="任意多边形: 形状 291"/>
              <p:cNvSpPr/>
              <p:nvPr/>
            </p:nvSpPr>
            <p:spPr>
              <a:xfrm>
                <a:off x="2646828" y="2598898"/>
                <a:ext cx="21146" cy="60601"/>
              </a:xfrm>
              <a:custGeom>
                <a:avLst/>
                <a:gdLst>
                  <a:gd name="connsiteX0" fmla="*/ 2482 w 8276"/>
                  <a:gd name="connsiteY0" fmla="*/ 23581 h 23717"/>
                  <a:gd name="connsiteX1" fmla="*/ -280 w 8276"/>
                  <a:gd name="connsiteY1" fmla="*/ 11580 h 23717"/>
                  <a:gd name="connsiteX2" fmla="*/ 5721 w 8276"/>
                  <a:gd name="connsiteY2" fmla="*/ -136 h 23717"/>
                  <a:gd name="connsiteX3" fmla="*/ 7911 w 8276"/>
                  <a:gd name="connsiteY3" fmla="*/ 12818 h 23717"/>
                  <a:gd name="connsiteX4" fmla="*/ 2482 w 8276"/>
                  <a:gd name="connsiteY4" fmla="*/ 23581 h 23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276" h="23717">
                    <a:moveTo>
                      <a:pt x="2482" y="23581"/>
                    </a:moveTo>
                    <a:cubicBezTo>
                      <a:pt x="297" y="19981"/>
                      <a:pt x="-671" y="15773"/>
                      <a:pt x="-280" y="11580"/>
                    </a:cubicBezTo>
                    <a:cubicBezTo>
                      <a:pt x="528" y="7171"/>
                      <a:pt x="2615" y="3097"/>
                      <a:pt x="5721" y="-136"/>
                    </a:cubicBezTo>
                    <a:cubicBezTo>
                      <a:pt x="6929" y="4087"/>
                      <a:pt x="7664" y="8432"/>
                      <a:pt x="7911" y="12818"/>
                    </a:cubicBezTo>
                    <a:cubicBezTo>
                      <a:pt x="7481" y="16950"/>
                      <a:pt x="5549" y="20780"/>
                      <a:pt x="2482" y="2358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3" name="任意多边形: 形状 292"/>
              <p:cNvSpPr/>
              <p:nvPr/>
            </p:nvSpPr>
            <p:spPr>
              <a:xfrm>
                <a:off x="2620761" y="2683144"/>
                <a:ext cx="54759" cy="24956"/>
              </a:xfrm>
              <a:custGeom>
                <a:avLst/>
                <a:gdLst>
                  <a:gd name="connsiteX0" fmla="*/ -365 w 21431"/>
                  <a:gd name="connsiteY0" fmla="*/ 993 h 9767"/>
                  <a:gd name="connsiteX1" fmla="*/ 10494 w 21431"/>
                  <a:gd name="connsiteY1" fmla="*/ 993 h 9767"/>
                  <a:gd name="connsiteX2" fmla="*/ 21066 w 21431"/>
                  <a:gd name="connsiteY2" fmla="*/ 8613 h 9767"/>
                  <a:gd name="connsiteX3" fmla="*/ 8589 w 21431"/>
                  <a:gd name="connsiteY3" fmla="*/ 8613 h 9767"/>
                  <a:gd name="connsiteX4" fmla="*/ -365 w 21431"/>
                  <a:gd name="connsiteY4" fmla="*/ 516 h 9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431" h="9767">
                    <a:moveTo>
                      <a:pt x="-365" y="993"/>
                    </a:moveTo>
                    <a:cubicBezTo>
                      <a:pt x="3098" y="-512"/>
                      <a:pt x="7030" y="-512"/>
                      <a:pt x="10494" y="993"/>
                    </a:cubicBezTo>
                    <a:cubicBezTo>
                      <a:pt x="14429" y="2907"/>
                      <a:pt x="18006" y="5484"/>
                      <a:pt x="21066" y="8613"/>
                    </a:cubicBezTo>
                    <a:cubicBezTo>
                      <a:pt x="17018" y="9971"/>
                      <a:pt x="12637" y="9971"/>
                      <a:pt x="8589" y="8613"/>
                    </a:cubicBezTo>
                    <a:cubicBezTo>
                      <a:pt x="4491" y="7483"/>
                      <a:pt x="1170" y="4480"/>
                      <a:pt x="-365" y="51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4" name="任意多边形: 形状 293"/>
              <p:cNvSpPr/>
              <p:nvPr/>
            </p:nvSpPr>
            <p:spPr>
              <a:xfrm>
                <a:off x="2678252" y="2580401"/>
                <a:ext cx="19902" cy="57923"/>
              </a:xfrm>
              <a:custGeom>
                <a:avLst/>
                <a:gdLst>
                  <a:gd name="connsiteX0" fmla="*/ 2376 w 7789"/>
                  <a:gd name="connsiteY0" fmla="*/ 22534 h 22669"/>
                  <a:gd name="connsiteX1" fmla="*/ -291 w 7789"/>
                  <a:gd name="connsiteY1" fmla="*/ 11008 h 22669"/>
                  <a:gd name="connsiteX2" fmla="*/ 5329 w 7789"/>
                  <a:gd name="connsiteY2" fmla="*/ -136 h 22669"/>
                  <a:gd name="connsiteX3" fmla="*/ 7425 w 7789"/>
                  <a:gd name="connsiteY3" fmla="*/ 12246 h 22669"/>
                  <a:gd name="connsiteX4" fmla="*/ 2376 w 7789"/>
                  <a:gd name="connsiteY4" fmla="*/ 22533 h 22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9" h="22669">
                    <a:moveTo>
                      <a:pt x="2376" y="22534"/>
                    </a:moveTo>
                    <a:cubicBezTo>
                      <a:pt x="287" y="19072"/>
                      <a:pt x="-647" y="15036"/>
                      <a:pt x="-291" y="11008"/>
                    </a:cubicBezTo>
                    <a:cubicBezTo>
                      <a:pt x="517" y="6846"/>
                      <a:pt x="2463" y="2989"/>
                      <a:pt x="5329" y="-136"/>
                    </a:cubicBezTo>
                    <a:cubicBezTo>
                      <a:pt x="6480" y="3902"/>
                      <a:pt x="7183" y="8055"/>
                      <a:pt x="7425" y="12246"/>
                    </a:cubicBezTo>
                    <a:cubicBezTo>
                      <a:pt x="7018" y="16167"/>
                      <a:pt x="5229" y="19814"/>
                      <a:pt x="2376" y="225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5" name="任意多边形: 形状 294"/>
              <p:cNvSpPr/>
              <p:nvPr/>
            </p:nvSpPr>
            <p:spPr>
              <a:xfrm>
                <a:off x="2710587" y="2568476"/>
                <a:ext cx="25779" cy="49892"/>
              </a:xfrm>
              <a:custGeom>
                <a:avLst/>
                <a:gdLst>
                  <a:gd name="connsiteX0" fmla="*/ 199 w 10089"/>
                  <a:gd name="connsiteY0" fmla="*/ 19390 h 19526"/>
                  <a:gd name="connsiteX1" fmla="*/ 7629 w 10089"/>
                  <a:gd name="connsiteY1" fmla="*/ 12342 h 19526"/>
                  <a:gd name="connsiteX2" fmla="*/ 9724 w 10089"/>
                  <a:gd name="connsiteY2" fmla="*/ -136 h 19526"/>
                  <a:gd name="connsiteX3" fmla="*/ 1437 w 10089"/>
                  <a:gd name="connsiteY3" fmla="*/ 8055 h 19526"/>
                  <a:gd name="connsiteX4" fmla="*/ 199 w 10089"/>
                  <a:gd name="connsiteY4" fmla="*/ 19390 h 19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089" h="19526">
                    <a:moveTo>
                      <a:pt x="199" y="19390"/>
                    </a:moveTo>
                    <a:cubicBezTo>
                      <a:pt x="3762" y="18546"/>
                      <a:pt x="6598" y="15855"/>
                      <a:pt x="7629" y="12342"/>
                    </a:cubicBezTo>
                    <a:cubicBezTo>
                      <a:pt x="8954" y="8313"/>
                      <a:pt x="9661" y="4105"/>
                      <a:pt x="9724" y="-136"/>
                    </a:cubicBezTo>
                    <a:cubicBezTo>
                      <a:pt x="6174" y="1662"/>
                      <a:pt x="3276" y="4527"/>
                      <a:pt x="1437" y="8055"/>
                    </a:cubicBezTo>
                    <a:cubicBezTo>
                      <a:pt x="-417" y="11534"/>
                      <a:pt x="-860" y="15593"/>
                      <a:pt x="199" y="1939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6" name="任意多边形: 形状 295"/>
              <p:cNvSpPr/>
              <p:nvPr/>
            </p:nvSpPr>
            <p:spPr>
              <a:xfrm>
                <a:off x="2657269" y="2664514"/>
                <a:ext cx="58166" cy="22795"/>
              </a:xfrm>
              <a:custGeom>
                <a:avLst/>
                <a:gdLst>
                  <a:gd name="connsiteX0" fmla="*/ -365 w 22764"/>
                  <a:gd name="connsiteY0" fmla="*/ 855 h 8921"/>
                  <a:gd name="connsiteX1" fmla="*/ 11541 w 22764"/>
                  <a:gd name="connsiteY1" fmla="*/ 855 h 8921"/>
                  <a:gd name="connsiteX2" fmla="*/ 22400 w 22764"/>
                  <a:gd name="connsiteY2" fmla="*/ 7808 h 8921"/>
                  <a:gd name="connsiteX3" fmla="*/ 9541 w 22764"/>
                  <a:gd name="connsiteY3" fmla="*/ 8570 h 8921"/>
                  <a:gd name="connsiteX4" fmla="*/ 16 w 22764"/>
                  <a:gd name="connsiteY4" fmla="*/ 1521 h 89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64" h="8921">
                    <a:moveTo>
                      <a:pt x="-365" y="855"/>
                    </a:moveTo>
                    <a:cubicBezTo>
                      <a:pt x="3494" y="-466"/>
                      <a:pt x="7682" y="-466"/>
                      <a:pt x="11541" y="855"/>
                    </a:cubicBezTo>
                    <a:cubicBezTo>
                      <a:pt x="15668" y="2263"/>
                      <a:pt x="19394" y="4649"/>
                      <a:pt x="22400" y="7808"/>
                    </a:cubicBezTo>
                    <a:cubicBezTo>
                      <a:pt x="18184" y="8763"/>
                      <a:pt x="13840" y="9021"/>
                      <a:pt x="9541" y="8570"/>
                    </a:cubicBezTo>
                    <a:cubicBezTo>
                      <a:pt x="5610" y="7466"/>
                      <a:pt x="2221" y="4958"/>
                      <a:pt x="16" y="1521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7" name="任意多边形: 形状 296"/>
              <p:cNvSpPr/>
              <p:nvPr/>
            </p:nvSpPr>
            <p:spPr>
              <a:xfrm>
                <a:off x="2690123" y="2634433"/>
                <a:ext cx="55733" cy="19010"/>
              </a:xfrm>
              <a:custGeom>
                <a:avLst/>
                <a:gdLst>
                  <a:gd name="connsiteX0" fmla="*/ -365 w 21812"/>
                  <a:gd name="connsiteY0" fmla="*/ 3769 h 7440"/>
                  <a:gd name="connsiteX1" fmla="*/ 10303 w 21812"/>
                  <a:gd name="connsiteY1" fmla="*/ -136 h 7440"/>
                  <a:gd name="connsiteX2" fmla="*/ 21447 w 21812"/>
                  <a:gd name="connsiteY2" fmla="*/ 1388 h 7440"/>
                  <a:gd name="connsiteX3" fmla="*/ 10875 w 21812"/>
                  <a:gd name="connsiteY3" fmla="*/ 7294 h 7440"/>
                  <a:gd name="connsiteX4" fmla="*/ -365 w 21812"/>
                  <a:gd name="connsiteY4" fmla="*/ 3769 h 7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12" h="7440">
                    <a:moveTo>
                      <a:pt x="-365" y="3769"/>
                    </a:moveTo>
                    <a:cubicBezTo>
                      <a:pt x="2620" y="1251"/>
                      <a:pt x="6398" y="-132"/>
                      <a:pt x="10303" y="-136"/>
                    </a:cubicBezTo>
                    <a:cubicBezTo>
                      <a:pt x="14058" y="13"/>
                      <a:pt x="17790" y="524"/>
                      <a:pt x="21447" y="1388"/>
                    </a:cubicBezTo>
                    <a:cubicBezTo>
                      <a:pt x="18571" y="4341"/>
                      <a:pt x="14897" y="6393"/>
                      <a:pt x="10875" y="7294"/>
                    </a:cubicBezTo>
                    <a:cubicBezTo>
                      <a:pt x="6836" y="7435"/>
                      <a:pt x="2870" y="6192"/>
                      <a:pt x="-365" y="3769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8" name="任意多边形: 形状 297"/>
              <p:cNvSpPr/>
              <p:nvPr/>
            </p:nvSpPr>
            <p:spPr>
              <a:xfrm>
                <a:off x="1942827" y="3012156"/>
                <a:ext cx="68782" cy="52598"/>
              </a:xfrm>
              <a:custGeom>
                <a:avLst/>
                <a:gdLst>
                  <a:gd name="connsiteX0" fmla="*/ 26544 w 26919"/>
                  <a:gd name="connsiteY0" fmla="*/ 340 h 20585"/>
                  <a:gd name="connsiteX1" fmla="*/ 26544 w 26919"/>
                  <a:gd name="connsiteY1" fmla="*/ 2817 h 20585"/>
                  <a:gd name="connsiteX2" fmla="*/ 26544 w 26919"/>
                  <a:gd name="connsiteY2" fmla="*/ 12342 h 20585"/>
                  <a:gd name="connsiteX3" fmla="*/ 24639 w 26919"/>
                  <a:gd name="connsiteY3" fmla="*/ 17866 h 20585"/>
                  <a:gd name="connsiteX4" fmla="*/ 19590 w 26919"/>
                  <a:gd name="connsiteY4" fmla="*/ 19771 h 20585"/>
                  <a:gd name="connsiteX5" fmla="*/ 14542 w 26919"/>
                  <a:gd name="connsiteY5" fmla="*/ 17485 h 20585"/>
                  <a:gd name="connsiteX6" fmla="*/ 14066 w 26919"/>
                  <a:gd name="connsiteY6" fmla="*/ 16628 h 20585"/>
                  <a:gd name="connsiteX7" fmla="*/ 13113 w 26919"/>
                  <a:gd name="connsiteY7" fmla="*/ 18152 h 20585"/>
                  <a:gd name="connsiteX8" fmla="*/ 7970 w 26919"/>
                  <a:gd name="connsiteY8" fmla="*/ 20438 h 20585"/>
                  <a:gd name="connsiteX9" fmla="*/ 1683 w 26919"/>
                  <a:gd name="connsiteY9" fmla="*/ 17961 h 20585"/>
                  <a:gd name="connsiteX10" fmla="*/ -317 w 26919"/>
                  <a:gd name="connsiteY10" fmla="*/ 11103 h 20585"/>
                  <a:gd name="connsiteX11" fmla="*/ -317 w 26919"/>
                  <a:gd name="connsiteY11" fmla="*/ 2341 h 20585"/>
                  <a:gd name="connsiteX12" fmla="*/ -317 w 26919"/>
                  <a:gd name="connsiteY12" fmla="*/ -136 h 20585"/>
                  <a:gd name="connsiteX13" fmla="*/ 4255 w 26919"/>
                  <a:gd name="connsiteY13" fmla="*/ 4912 h 20585"/>
                  <a:gd name="connsiteX14" fmla="*/ 4255 w 26919"/>
                  <a:gd name="connsiteY14" fmla="*/ 11199 h 20585"/>
                  <a:gd name="connsiteX15" fmla="*/ 5113 w 26919"/>
                  <a:gd name="connsiteY15" fmla="*/ 14247 h 20585"/>
                  <a:gd name="connsiteX16" fmla="*/ 7970 w 26919"/>
                  <a:gd name="connsiteY16" fmla="*/ 15294 h 20585"/>
                  <a:gd name="connsiteX17" fmla="*/ 10542 w 26919"/>
                  <a:gd name="connsiteY17" fmla="*/ 14247 h 20585"/>
                  <a:gd name="connsiteX18" fmla="*/ 11399 w 26919"/>
                  <a:gd name="connsiteY18" fmla="*/ 11199 h 20585"/>
                  <a:gd name="connsiteX19" fmla="*/ 11399 w 26919"/>
                  <a:gd name="connsiteY19" fmla="*/ 5008 h 20585"/>
                  <a:gd name="connsiteX20" fmla="*/ 15971 w 26919"/>
                  <a:gd name="connsiteY20" fmla="*/ 4912 h 20585"/>
                  <a:gd name="connsiteX21" fmla="*/ 15971 w 26919"/>
                  <a:gd name="connsiteY21" fmla="*/ 10818 h 20585"/>
                  <a:gd name="connsiteX22" fmla="*/ 16638 w 26919"/>
                  <a:gd name="connsiteY22" fmla="*/ 13675 h 20585"/>
                  <a:gd name="connsiteX23" fmla="*/ 19019 w 26919"/>
                  <a:gd name="connsiteY23" fmla="*/ 14723 h 20585"/>
                  <a:gd name="connsiteX24" fmla="*/ 21114 w 26919"/>
                  <a:gd name="connsiteY24" fmla="*/ 13770 h 20585"/>
                  <a:gd name="connsiteX25" fmla="*/ 21876 w 26919"/>
                  <a:gd name="connsiteY25" fmla="*/ 10722 h 20585"/>
                  <a:gd name="connsiteX26" fmla="*/ 21877 w 26919"/>
                  <a:gd name="connsiteY26" fmla="*/ 5008 h 20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26919" h="20585">
                    <a:moveTo>
                      <a:pt x="26544" y="340"/>
                    </a:moveTo>
                    <a:lnTo>
                      <a:pt x="26544" y="2817"/>
                    </a:lnTo>
                    <a:lnTo>
                      <a:pt x="26544" y="12342"/>
                    </a:lnTo>
                    <a:cubicBezTo>
                      <a:pt x="26648" y="14360"/>
                      <a:pt x="25965" y="16341"/>
                      <a:pt x="24639" y="17866"/>
                    </a:cubicBezTo>
                    <a:cubicBezTo>
                      <a:pt x="23344" y="19252"/>
                      <a:pt x="21478" y="19956"/>
                      <a:pt x="19590" y="19771"/>
                    </a:cubicBezTo>
                    <a:cubicBezTo>
                      <a:pt x="17636" y="19879"/>
                      <a:pt x="15751" y="19025"/>
                      <a:pt x="14542" y="17485"/>
                    </a:cubicBezTo>
                    <a:cubicBezTo>
                      <a:pt x="14348" y="17221"/>
                      <a:pt x="14188" y="16933"/>
                      <a:pt x="14066" y="16628"/>
                    </a:cubicBezTo>
                    <a:cubicBezTo>
                      <a:pt x="13805" y="17170"/>
                      <a:pt x="13486" y="17681"/>
                      <a:pt x="13113" y="18152"/>
                    </a:cubicBezTo>
                    <a:cubicBezTo>
                      <a:pt x="11874" y="19708"/>
                      <a:pt x="9955" y="20561"/>
                      <a:pt x="7970" y="20438"/>
                    </a:cubicBezTo>
                    <a:cubicBezTo>
                      <a:pt x="5618" y="20543"/>
                      <a:pt x="3332" y="19643"/>
                      <a:pt x="1683" y="17961"/>
                    </a:cubicBezTo>
                    <a:cubicBezTo>
                      <a:pt x="152" y="16021"/>
                      <a:pt x="-565" y="13562"/>
                      <a:pt x="-317" y="11103"/>
                    </a:cubicBezTo>
                    <a:lnTo>
                      <a:pt x="-317" y="2341"/>
                    </a:lnTo>
                    <a:lnTo>
                      <a:pt x="-317" y="-136"/>
                    </a:lnTo>
                    <a:close/>
                    <a:moveTo>
                      <a:pt x="4255" y="4912"/>
                    </a:moveTo>
                    <a:lnTo>
                      <a:pt x="4255" y="11199"/>
                    </a:lnTo>
                    <a:cubicBezTo>
                      <a:pt x="4193" y="12282"/>
                      <a:pt x="4495" y="13355"/>
                      <a:pt x="5113" y="14247"/>
                    </a:cubicBezTo>
                    <a:cubicBezTo>
                      <a:pt x="5905" y="14934"/>
                      <a:pt x="6921" y="15307"/>
                      <a:pt x="7970" y="15294"/>
                    </a:cubicBezTo>
                    <a:cubicBezTo>
                      <a:pt x="8941" y="15349"/>
                      <a:pt x="9885" y="14965"/>
                      <a:pt x="10542" y="14247"/>
                    </a:cubicBezTo>
                    <a:cubicBezTo>
                      <a:pt x="11174" y="13362"/>
                      <a:pt x="11477" y="12284"/>
                      <a:pt x="11399" y="11199"/>
                    </a:cubicBezTo>
                    <a:lnTo>
                      <a:pt x="11399" y="5008"/>
                    </a:lnTo>
                    <a:close/>
                    <a:moveTo>
                      <a:pt x="15971" y="4912"/>
                    </a:moveTo>
                    <a:lnTo>
                      <a:pt x="15971" y="10818"/>
                    </a:lnTo>
                    <a:cubicBezTo>
                      <a:pt x="15833" y="11820"/>
                      <a:pt x="16070" y="12838"/>
                      <a:pt x="16638" y="13675"/>
                    </a:cubicBezTo>
                    <a:cubicBezTo>
                      <a:pt x="17227" y="14374"/>
                      <a:pt x="18106" y="14761"/>
                      <a:pt x="19019" y="14723"/>
                    </a:cubicBezTo>
                    <a:cubicBezTo>
                      <a:pt x="19835" y="14786"/>
                      <a:pt x="20626" y="14427"/>
                      <a:pt x="21114" y="13770"/>
                    </a:cubicBezTo>
                    <a:cubicBezTo>
                      <a:pt x="21626" y="12836"/>
                      <a:pt x="21889" y="11787"/>
                      <a:pt x="21876" y="10722"/>
                    </a:cubicBezTo>
                    <a:lnTo>
                      <a:pt x="21877" y="500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99" name="任意多边形: 形状 298"/>
              <p:cNvSpPr/>
              <p:nvPr/>
            </p:nvSpPr>
            <p:spPr>
              <a:xfrm>
                <a:off x="1943926" y="3084439"/>
                <a:ext cx="73987" cy="55976"/>
              </a:xfrm>
              <a:custGeom>
                <a:avLst/>
                <a:gdLst>
                  <a:gd name="connsiteX0" fmla="*/ 0 w 28956"/>
                  <a:gd name="connsiteY0" fmla="*/ 3238 h 21907"/>
                  <a:gd name="connsiteX1" fmla="*/ 26765 w 28956"/>
                  <a:gd name="connsiteY1" fmla="*/ 0 h 21907"/>
                  <a:gd name="connsiteX2" fmla="*/ 28956 w 28956"/>
                  <a:gd name="connsiteY2" fmla="*/ 18002 h 21907"/>
                  <a:gd name="connsiteX3" fmla="*/ 26575 w 28956"/>
                  <a:gd name="connsiteY3" fmla="*/ 18288 h 21907"/>
                  <a:gd name="connsiteX4" fmla="*/ 24194 w 28956"/>
                  <a:gd name="connsiteY4" fmla="*/ 18574 h 21907"/>
                  <a:gd name="connsiteX5" fmla="*/ 22574 w 28956"/>
                  <a:gd name="connsiteY5" fmla="*/ 5715 h 21907"/>
                  <a:gd name="connsiteX6" fmla="*/ 16954 w 28956"/>
                  <a:gd name="connsiteY6" fmla="*/ 6382 h 21907"/>
                  <a:gd name="connsiteX7" fmla="*/ 18383 w 28956"/>
                  <a:gd name="connsiteY7" fmla="*/ 18383 h 21907"/>
                  <a:gd name="connsiteX8" fmla="*/ 16193 w 28956"/>
                  <a:gd name="connsiteY8" fmla="*/ 18669 h 21907"/>
                  <a:gd name="connsiteX9" fmla="*/ 13811 w 28956"/>
                  <a:gd name="connsiteY9" fmla="*/ 18955 h 21907"/>
                  <a:gd name="connsiteX10" fmla="*/ 12382 w 28956"/>
                  <a:gd name="connsiteY10" fmla="*/ 6953 h 21907"/>
                  <a:gd name="connsiteX11" fmla="*/ 5429 w 28956"/>
                  <a:gd name="connsiteY11" fmla="*/ 7811 h 21907"/>
                  <a:gd name="connsiteX12" fmla="*/ 7048 w 28956"/>
                  <a:gd name="connsiteY12" fmla="*/ 21336 h 21907"/>
                  <a:gd name="connsiteX13" fmla="*/ 4763 w 28956"/>
                  <a:gd name="connsiteY13" fmla="*/ 21622 h 21907"/>
                  <a:gd name="connsiteX14" fmla="*/ 2381 w 28956"/>
                  <a:gd name="connsiteY14" fmla="*/ 21908 h 21907"/>
                  <a:gd name="connsiteX15" fmla="*/ 0 w 28956"/>
                  <a:gd name="connsiteY15" fmla="*/ 323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8956" h="21907">
                    <a:moveTo>
                      <a:pt x="0" y="3238"/>
                    </a:moveTo>
                    <a:lnTo>
                      <a:pt x="26765" y="0"/>
                    </a:lnTo>
                    <a:lnTo>
                      <a:pt x="28956" y="18002"/>
                    </a:lnTo>
                    <a:lnTo>
                      <a:pt x="26575" y="18288"/>
                    </a:lnTo>
                    <a:lnTo>
                      <a:pt x="24194" y="18574"/>
                    </a:lnTo>
                    <a:lnTo>
                      <a:pt x="22574" y="5715"/>
                    </a:lnTo>
                    <a:lnTo>
                      <a:pt x="16954" y="6382"/>
                    </a:lnTo>
                    <a:lnTo>
                      <a:pt x="18383" y="18383"/>
                    </a:lnTo>
                    <a:lnTo>
                      <a:pt x="16193" y="18669"/>
                    </a:lnTo>
                    <a:lnTo>
                      <a:pt x="13811" y="18955"/>
                    </a:lnTo>
                    <a:lnTo>
                      <a:pt x="12382" y="6953"/>
                    </a:lnTo>
                    <a:lnTo>
                      <a:pt x="5429" y="7811"/>
                    </a:lnTo>
                    <a:lnTo>
                      <a:pt x="7048" y="21336"/>
                    </a:lnTo>
                    <a:lnTo>
                      <a:pt x="4763" y="21622"/>
                    </a:lnTo>
                    <a:lnTo>
                      <a:pt x="2381" y="21908"/>
                    </a:lnTo>
                    <a:lnTo>
                      <a:pt x="0" y="323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0" name="任意多边形: 形状 299"/>
              <p:cNvSpPr/>
              <p:nvPr/>
            </p:nvSpPr>
            <p:spPr>
              <a:xfrm>
                <a:off x="1952930" y="3149176"/>
                <a:ext cx="69848" cy="26040"/>
              </a:xfrm>
              <a:custGeom>
                <a:avLst/>
                <a:gdLst>
                  <a:gd name="connsiteX0" fmla="*/ 26384 w 27336"/>
                  <a:gd name="connsiteY0" fmla="*/ 0 h 10191"/>
                  <a:gd name="connsiteX1" fmla="*/ 26860 w 27336"/>
                  <a:gd name="connsiteY1" fmla="*/ 2572 h 10191"/>
                  <a:gd name="connsiteX2" fmla="*/ 27337 w 27336"/>
                  <a:gd name="connsiteY2" fmla="*/ 5144 h 10191"/>
                  <a:gd name="connsiteX3" fmla="*/ 953 w 27336"/>
                  <a:gd name="connsiteY3" fmla="*/ 10192 h 10191"/>
                  <a:gd name="connsiteX4" fmla="*/ 476 w 27336"/>
                  <a:gd name="connsiteY4" fmla="*/ 7715 h 10191"/>
                  <a:gd name="connsiteX5" fmla="*/ 0 w 27336"/>
                  <a:gd name="connsiteY5" fmla="*/ 5144 h 10191"/>
                  <a:gd name="connsiteX6" fmla="*/ 26384 w 27336"/>
                  <a:gd name="connsiteY6" fmla="*/ 0 h 101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336" h="10191">
                    <a:moveTo>
                      <a:pt x="26384" y="0"/>
                    </a:moveTo>
                    <a:lnTo>
                      <a:pt x="26860" y="2572"/>
                    </a:lnTo>
                    <a:lnTo>
                      <a:pt x="27337" y="5144"/>
                    </a:lnTo>
                    <a:lnTo>
                      <a:pt x="953" y="10192"/>
                    </a:lnTo>
                    <a:lnTo>
                      <a:pt x="476" y="7715"/>
                    </a:lnTo>
                    <a:lnTo>
                      <a:pt x="0" y="5144"/>
                    </a:lnTo>
                    <a:lnTo>
                      <a:pt x="26384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1" name="任意多边形: 形状 300"/>
              <p:cNvSpPr/>
              <p:nvPr/>
            </p:nvSpPr>
            <p:spPr>
              <a:xfrm>
                <a:off x="1961173" y="3189335"/>
                <a:ext cx="75479" cy="42083"/>
              </a:xfrm>
              <a:custGeom>
                <a:avLst/>
                <a:gdLst>
                  <a:gd name="connsiteX0" fmla="*/ 27842 w 29540"/>
                  <a:gd name="connsiteY0" fmla="*/ 5769 h 16470"/>
                  <a:gd name="connsiteX1" fmla="*/ 28508 w 29540"/>
                  <a:gd name="connsiteY1" fmla="*/ 8246 h 16470"/>
                  <a:gd name="connsiteX2" fmla="*/ 29175 w 29540"/>
                  <a:gd name="connsiteY2" fmla="*/ 10723 h 16470"/>
                  <a:gd name="connsiteX3" fmla="*/ 10125 w 29540"/>
                  <a:gd name="connsiteY3" fmla="*/ 15676 h 16470"/>
                  <a:gd name="connsiteX4" fmla="*/ 3648 w 29540"/>
                  <a:gd name="connsiteY4" fmla="*/ 15676 h 16470"/>
                  <a:gd name="connsiteX5" fmla="*/ 124 w 29540"/>
                  <a:gd name="connsiteY5" fmla="*/ 10437 h 16470"/>
                  <a:gd name="connsiteX6" fmla="*/ 696 w 29540"/>
                  <a:gd name="connsiteY6" fmla="*/ 3960 h 16470"/>
                  <a:gd name="connsiteX7" fmla="*/ 7173 w 29540"/>
                  <a:gd name="connsiteY7" fmla="*/ 340 h 16470"/>
                  <a:gd name="connsiteX8" fmla="*/ 8697 w 29540"/>
                  <a:gd name="connsiteY8" fmla="*/ -136 h 16470"/>
                  <a:gd name="connsiteX9" fmla="*/ 9935 w 29540"/>
                  <a:gd name="connsiteY9" fmla="*/ 4627 h 16470"/>
                  <a:gd name="connsiteX10" fmla="*/ 8411 w 29540"/>
                  <a:gd name="connsiteY10" fmla="*/ 5103 h 16470"/>
                  <a:gd name="connsiteX11" fmla="*/ 5077 w 29540"/>
                  <a:gd name="connsiteY11" fmla="*/ 6627 h 16470"/>
                  <a:gd name="connsiteX12" fmla="*/ 4506 w 29540"/>
                  <a:gd name="connsiteY12" fmla="*/ 9199 h 16470"/>
                  <a:gd name="connsiteX13" fmla="*/ 5934 w 29540"/>
                  <a:gd name="connsiteY13" fmla="*/ 11104 h 16470"/>
                  <a:gd name="connsiteX14" fmla="*/ 8792 w 29540"/>
                  <a:gd name="connsiteY14" fmla="*/ 11104 h 16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540" h="16470">
                    <a:moveTo>
                      <a:pt x="27842" y="5769"/>
                    </a:moveTo>
                    <a:lnTo>
                      <a:pt x="28508" y="8246"/>
                    </a:lnTo>
                    <a:lnTo>
                      <a:pt x="29175" y="10723"/>
                    </a:lnTo>
                    <a:lnTo>
                      <a:pt x="10125" y="15676"/>
                    </a:lnTo>
                    <a:cubicBezTo>
                      <a:pt x="8056" y="16554"/>
                      <a:pt x="5718" y="16554"/>
                      <a:pt x="3648" y="15676"/>
                    </a:cubicBezTo>
                    <a:cubicBezTo>
                      <a:pt x="1789" y="14503"/>
                      <a:pt x="509" y="12601"/>
                      <a:pt x="124" y="10437"/>
                    </a:cubicBezTo>
                    <a:cubicBezTo>
                      <a:pt x="-690" y="8305"/>
                      <a:pt x="-480" y="5917"/>
                      <a:pt x="696" y="3960"/>
                    </a:cubicBezTo>
                    <a:cubicBezTo>
                      <a:pt x="2329" y="1990"/>
                      <a:pt x="4638" y="699"/>
                      <a:pt x="7173" y="340"/>
                    </a:cubicBezTo>
                    <a:lnTo>
                      <a:pt x="8697" y="-136"/>
                    </a:lnTo>
                    <a:lnTo>
                      <a:pt x="9935" y="4627"/>
                    </a:lnTo>
                    <a:lnTo>
                      <a:pt x="8411" y="5103"/>
                    </a:lnTo>
                    <a:cubicBezTo>
                      <a:pt x="7180" y="5294"/>
                      <a:pt x="6027" y="5822"/>
                      <a:pt x="5077" y="6627"/>
                    </a:cubicBezTo>
                    <a:cubicBezTo>
                      <a:pt x="4409" y="7303"/>
                      <a:pt x="4186" y="8303"/>
                      <a:pt x="4506" y="9199"/>
                    </a:cubicBezTo>
                    <a:cubicBezTo>
                      <a:pt x="4670" y="10017"/>
                      <a:pt x="5195" y="10717"/>
                      <a:pt x="5934" y="11104"/>
                    </a:cubicBezTo>
                    <a:cubicBezTo>
                      <a:pt x="6857" y="11439"/>
                      <a:pt x="7869" y="11439"/>
                      <a:pt x="8792" y="111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2" name="任意多边形: 形状 301"/>
              <p:cNvSpPr/>
              <p:nvPr/>
            </p:nvSpPr>
            <p:spPr>
              <a:xfrm>
                <a:off x="1979946" y="3235333"/>
                <a:ext cx="68874" cy="36991"/>
              </a:xfrm>
              <a:custGeom>
                <a:avLst/>
                <a:gdLst>
                  <a:gd name="connsiteX0" fmla="*/ 25051 w 26955"/>
                  <a:gd name="connsiteY0" fmla="*/ 0 h 14477"/>
                  <a:gd name="connsiteX1" fmla="*/ 26003 w 26955"/>
                  <a:gd name="connsiteY1" fmla="*/ 2477 h 14477"/>
                  <a:gd name="connsiteX2" fmla="*/ 26956 w 26955"/>
                  <a:gd name="connsiteY2" fmla="*/ 4858 h 14477"/>
                  <a:gd name="connsiteX3" fmla="*/ 1810 w 26955"/>
                  <a:gd name="connsiteY3" fmla="*/ 14478 h 14477"/>
                  <a:gd name="connsiteX4" fmla="*/ 857 w 26955"/>
                  <a:gd name="connsiteY4" fmla="*/ 12097 h 14477"/>
                  <a:gd name="connsiteX5" fmla="*/ 0 w 26955"/>
                  <a:gd name="connsiteY5" fmla="*/ 9715 h 14477"/>
                  <a:gd name="connsiteX6" fmla="*/ 25051 w 26955"/>
                  <a:gd name="connsiteY6" fmla="*/ 0 h 1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955" h="14477">
                    <a:moveTo>
                      <a:pt x="25051" y="0"/>
                    </a:moveTo>
                    <a:lnTo>
                      <a:pt x="26003" y="2477"/>
                    </a:lnTo>
                    <a:lnTo>
                      <a:pt x="26956" y="4858"/>
                    </a:lnTo>
                    <a:lnTo>
                      <a:pt x="1810" y="14478"/>
                    </a:lnTo>
                    <a:lnTo>
                      <a:pt x="857" y="12097"/>
                    </a:lnTo>
                    <a:lnTo>
                      <a:pt x="0" y="9715"/>
                    </a:lnTo>
                    <a:lnTo>
                      <a:pt x="25051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3" name="任意多边形: 形状 302"/>
              <p:cNvSpPr/>
              <p:nvPr/>
            </p:nvSpPr>
            <p:spPr>
              <a:xfrm>
                <a:off x="1993818" y="3266000"/>
                <a:ext cx="83965" cy="75689"/>
              </a:xfrm>
              <a:custGeom>
                <a:avLst/>
                <a:gdLst>
                  <a:gd name="connsiteX0" fmla="*/ 2000 w 32861"/>
                  <a:gd name="connsiteY0" fmla="*/ 15716 h 29622"/>
                  <a:gd name="connsiteX1" fmla="*/ 1048 w 32861"/>
                  <a:gd name="connsiteY1" fmla="*/ 13525 h 29622"/>
                  <a:gd name="connsiteX2" fmla="*/ 0 w 32861"/>
                  <a:gd name="connsiteY2" fmla="*/ 11334 h 29622"/>
                  <a:gd name="connsiteX3" fmla="*/ 24384 w 32861"/>
                  <a:gd name="connsiteY3" fmla="*/ 0 h 29622"/>
                  <a:gd name="connsiteX4" fmla="*/ 25527 w 32861"/>
                  <a:gd name="connsiteY4" fmla="*/ 2476 h 29622"/>
                  <a:gd name="connsiteX5" fmla="*/ 26670 w 32861"/>
                  <a:gd name="connsiteY5" fmla="*/ 4858 h 29622"/>
                  <a:gd name="connsiteX6" fmla="*/ 13716 w 32861"/>
                  <a:gd name="connsiteY6" fmla="*/ 21907 h 29622"/>
                  <a:gd name="connsiteX7" fmla="*/ 30861 w 32861"/>
                  <a:gd name="connsiteY7" fmla="*/ 13906 h 29622"/>
                  <a:gd name="connsiteX8" fmla="*/ 31814 w 32861"/>
                  <a:gd name="connsiteY8" fmla="*/ 16097 h 29622"/>
                  <a:gd name="connsiteX9" fmla="*/ 32861 w 32861"/>
                  <a:gd name="connsiteY9" fmla="*/ 18288 h 29622"/>
                  <a:gd name="connsiteX10" fmla="*/ 8477 w 32861"/>
                  <a:gd name="connsiteY10" fmla="*/ 29623 h 29622"/>
                  <a:gd name="connsiteX11" fmla="*/ 7429 w 32861"/>
                  <a:gd name="connsiteY11" fmla="*/ 27337 h 29622"/>
                  <a:gd name="connsiteX12" fmla="*/ 6382 w 32861"/>
                  <a:gd name="connsiteY12" fmla="*/ 24955 h 29622"/>
                  <a:gd name="connsiteX13" fmla="*/ 19622 w 32861"/>
                  <a:gd name="connsiteY13" fmla="*/ 7525 h 29622"/>
                  <a:gd name="connsiteX14" fmla="*/ 2000 w 32861"/>
                  <a:gd name="connsiteY14" fmla="*/ 15716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2861" h="29622">
                    <a:moveTo>
                      <a:pt x="2000" y="15716"/>
                    </a:moveTo>
                    <a:lnTo>
                      <a:pt x="1048" y="13525"/>
                    </a:lnTo>
                    <a:lnTo>
                      <a:pt x="0" y="11334"/>
                    </a:lnTo>
                    <a:lnTo>
                      <a:pt x="24384" y="0"/>
                    </a:lnTo>
                    <a:lnTo>
                      <a:pt x="25527" y="2476"/>
                    </a:lnTo>
                    <a:lnTo>
                      <a:pt x="26670" y="4858"/>
                    </a:lnTo>
                    <a:lnTo>
                      <a:pt x="13716" y="21907"/>
                    </a:lnTo>
                    <a:lnTo>
                      <a:pt x="30861" y="13906"/>
                    </a:lnTo>
                    <a:lnTo>
                      <a:pt x="31814" y="16097"/>
                    </a:lnTo>
                    <a:lnTo>
                      <a:pt x="32861" y="18288"/>
                    </a:lnTo>
                    <a:lnTo>
                      <a:pt x="8477" y="29623"/>
                    </a:lnTo>
                    <a:lnTo>
                      <a:pt x="7429" y="27337"/>
                    </a:lnTo>
                    <a:lnTo>
                      <a:pt x="6382" y="24955"/>
                    </a:lnTo>
                    <a:lnTo>
                      <a:pt x="19622" y="7525"/>
                    </a:lnTo>
                    <a:lnTo>
                      <a:pt x="2000" y="15716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4" name="任意多边形: 形状 303"/>
              <p:cNvSpPr/>
              <p:nvPr/>
            </p:nvSpPr>
            <p:spPr>
              <a:xfrm>
                <a:off x="2037974" y="3339448"/>
                <a:ext cx="71805" cy="75254"/>
              </a:xfrm>
              <a:custGeom>
                <a:avLst/>
                <a:gdLst>
                  <a:gd name="connsiteX0" fmla="*/ 1690 w 28102"/>
                  <a:gd name="connsiteY0" fmla="*/ 20553 h 29452"/>
                  <a:gd name="connsiteX1" fmla="*/ 166 w 28102"/>
                  <a:gd name="connsiteY1" fmla="*/ 11028 h 29452"/>
                  <a:gd name="connsiteX2" fmla="*/ 17597 w 28102"/>
                  <a:gd name="connsiteY2" fmla="*/ -116 h 29452"/>
                  <a:gd name="connsiteX3" fmla="*/ 25693 w 28102"/>
                  <a:gd name="connsiteY3" fmla="*/ 5218 h 29452"/>
                  <a:gd name="connsiteX4" fmla="*/ 27693 w 28102"/>
                  <a:gd name="connsiteY4" fmla="*/ 12743 h 29452"/>
                  <a:gd name="connsiteX5" fmla="*/ 23978 w 28102"/>
                  <a:gd name="connsiteY5" fmla="*/ 19220 h 29452"/>
                  <a:gd name="connsiteX6" fmla="*/ 21216 w 28102"/>
                  <a:gd name="connsiteY6" fmla="*/ 14934 h 29452"/>
                  <a:gd name="connsiteX7" fmla="*/ 22740 w 28102"/>
                  <a:gd name="connsiteY7" fmla="*/ 11695 h 29452"/>
                  <a:gd name="connsiteX8" fmla="*/ 21979 w 28102"/>
                  <a:gd name="connsiteY8" fmla="*/ 7980 h 29452"/>
                  <a:gd name="connsiteX9" fmla="*/ 16930 w 28102"/>
                  <a:gd name="connsiteY9" fmla="*/ 4932 h 29452"/>
                  <a:gd name="connsiteX10" fmla="*/ 10072 w 28102"/>
                  <a:gd name="connsiteY10" fmla="*/ 7218 h 29452"/>
                  <a:gd name="connsiteX11" fmla="*/ 5215 w 28102"/>
                  <a:gd name="connsiteY11" fmla="*/ 12552 h 29452"/>
                  <a:gd name="connsiteX12" fmla="*/ 6072 w 28102"/>
                  <a:gd name="connsiteY12" fmla="*/ 18267 h 29452"/>
                  <a:gd name="connsiteX13" fmla="*/ 6072 w 28102"/>
                  <a:gd name="connsiteY13" fmla="*/ 18267 h 29452"/>
                  <a:gd name="connsiteX14" fmla="*/ 10739 w 28102"/>
                  <a:gd name="connsiteY14" fmla="*/ 20839 h 29452"/>
                  <a:gd name="connsiteX15" fmla="*/ 14263 w 28102"/>
                  <a:gd name="connsiteY15" fmla="*/ 20172 h 29452"/>
                  <a:gd name="connsiteX16" fmla="*/ 14263 w 28102"/>
                  <a:gd name="connsiteY16" fmla="*/ 20173 h 29452"/>
                  <a:gd name="connsiteX17" fmla="*/ 11120 w 28102"/>
                  <a:gd name="connsiteY17" fmla="*/ 15315 h 29452"/>
                  <a:gd name="connsiteX18" fmla="*/ 15025 w 28102"/>
                  <a:gd name="connsiteY18" fmla="*/ 12743 h 29452"/>
                  <a:gd name="connsiteX19" fmla="*/ 20645 w 28102"/>
                  <a:gd name="connsiteY19" fmla="*/ 21411 h 29452"/>
                  <a:gd name="connsiteX20" fmla="*/ 8453 w 28102"/>
                  <a:gd name="connsiteY20" fmla="*/ 29316 h 29452"/>
                  <a:gd name="connsiteX21" fmla="*/ 6548 w 28102"/>
                  <a:gd name="connsiteY21" fmla="*/ 26459 h 29452"/>
                  <a:gd name="connsiteX22" fmla="*/ 9215 w 28102"/>
                  <a:gd name="connsiteY22" fmla="*/ 24078 h 29452"/>
                  <a:gd name="connsiteX23" fmla="*/ 8739 w 28102"/>
                  <a:gd name="connsiteY23" fmla="*/ 24078 h 29452"/>
                  <a:gd name="connsiteX24" fmla="*/ 1690 w 28102"/>
                  <a:gd name="connsiteY24" fmla="*/ 20268 h 29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102" h="29452">
                    <a:moveTo>
                      <a:pt x="1690" y="20553"/>
                    </a:moveTo>
                    <a:cubicBezTo>
                      <a:pt x="-336" y="17815"/>
                      <a:pt x="-905" y="14262"/>
                      <a:pt x="166" y="11028"/>
                    </a:cubicBezTo>
                    <a:cubicBezTo>
                      <a:pt x="3025" y="3993"/>
                      <a:pt x="10011" y="-473"/>
                      <a:pt x="17597" y="-116"/>
                    </a:cubicBezTo>
                    <a:cubicBezTo>
                      <a:pt x="20983" y="291"/>
                      <a:pt x="23982" y="2267"/>
                      <a:pt x="25693" y="5218"/>
                    </a:cubicBezTo>
                    <a:cubicBezTo>
                      <a:pt x="27220" y="7415"/>
                      <a:pt x="27928" y="10078"/>
                      <a:pt x="27693" y="12743"/>
                    </a:cubicBezTo>
                    <a:cubicBezTo>
                      <a:pt x="27388" y="15317"/>
                      <a:pt x="26046" y="17656"/>
                      <a:pt x="23978" y="19220"/>
                    </a:cubicBezTo>
                    <a:lnTo>
                      <a:pt x="21216" y="14934"/>
                    </a:lnTo>
                    <a:cubicBezTo>
                      <a:pt x="22143" y="14106"/>
                      <a:pt x="22694" y="12937"/>
                      <a:pt x="22740" y="11695"/>
                    </a:cubicBezTo>
                    <a:cubicBezTo>
                      <a:pt x="22924" y="10406"/>
                      <a:pt x="22655" y="9093"/>
                      <a:pt x="21979" y="7980"/>
                    </a:cubicBezTo>
                    <a:cubicBezTo>
                      <a:pt x="20894" y="6201"/>
                      <a:pt x="19010" y="5063"/>
                      <a:pt x="16930" y="4932"/>
                    </a:cubicBezTo>
                    <a:cubicBezTo>
                      <a:pt x="14460" y="4952"/>
                      <a:pt x="12060" y="5752"/>
                      <a:pt x="10072" y="7218"/>
                    </a:cubicBezTo>
                    <a:cubicBezTo>
                      <a:pt x="7902" y="8402"/>
                      <a:pt x="6192" y="10281"/>
                      <a:pt x="5215" y="12552"/>
                    </a:cubicBezTo>
                    <a:cubicBezTo>
                      <a:pt x="4556" y="14483"/>
                      <a:pt x="4876" y="16614"/>
                      <a:pt x="6072" y="18267"/>
                    </a:cubicBezTo>
                    <a:lnTo>
                      <a:pt x="6072" y="18267"/>
                    </a:lnTo>
                    <a:cubicBezTo>
                      <a:pt x="7057" y="19896"/>
                      <a:pt x="8836" y="20876"/>
                      <a:pt x="10739" y="20839"/>
                    </a:cubicBezTo>
                    <a:cubicBezTo>
                      <a:pt x="11945" y="20842"/>
                      <a:pt x="13141" y="20616"/>
                      <a:pt x="14263" y="20172"/>
                    </a:cubicBezTo>
                    <a:lnTo>
                      <a:pt x="14263" y="20173"/>
                    </a:lnTo>
                    <a:lnTo>
                      <a:pt x="11120" y="15315"/>
                    </a:lnTo>
                    <a:lnTo>
                      <a:pt x="15025" y="12743"/>
                    </a:lnTo>
                    <a:lnTo>
                      <a:pt x="20645" y="21411"/>
                    </a:lnTo>
                    <a:lnTo>
                      <a:pt x="8453" y="29316"/>
                    </a:lnTo>
                    <a:lnTo>
                      <a:pt x="6548" y="26459"/>
                    </a:lnTo>
                    <a:lnTo>
                      <a:pt x="9215" y="24078"/>
                    </a:lnTo>
                    <a:lnTo>
                      <a:pt x="8739" y="24078"/>
                    </a:lnTo>
                    <a:cubicBezTo>
                      <a:pt x="5881" y="24141"/>
                      <a:pt x="3202" y="22693"/>
                      <a:pt x="1690" y="202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5" name="任意多边形: 形状 304"/>
              <p:cNvSpPr/>
              <p:nvPr/>
            </p:nvSpPr>
            <p:spPr>
              <a:xfrm>
                <a:off x="2099200" y="3416892"/>
                <a:ext cx="59870" cy="55733"/>
              </a:xfrm>
              <a:custGeom>
                <a:avLst/>
                <a:gdLst>
                  <a:gd name="connsiteX0" fmla="*/ 20002 w 23431"/>
                  <a:gd name="connsiteY0" fmla="*/ 0 h 21812"/>
                  <a:gd name="connsiteX1" fmla="*/ 21717 w 23431"/>
                  <a:gd name="connsiteY1" fmla="*/ 2000 h 21812"/>
                  <a:gd name="connsiteX2" fmla="*/ 23431 w 23431"/>
                  <a:gd name="connsiteY2" fmla="*/ 3905 h 21812"/>
                  <a:gd name="connsiteX3" fmla="*/ 3429 w 23431"/>
                  <a:gd name="connsiteY3" fmla="*/ 21812 h 21812"/>
                  <a:gd name="connsiteX4" fmla="*/ 1714 w 23431"/>
                  <a:gd name="connsiteY4" fmla="*/ 19907 h 21812"/>
                  <a:gd name="connsiteX5" fmla="*/ 0 w 23431"/>
                  <a:gd name="connsiteY5" fmla="*/ 18002 h 21812"/>
                  <a:gd name="connsiteX6" fmla="*/ 20002 w 23431"/>
                  <a:gd name="connsiteY6" fmla="*/ 0 h 21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31" h="21812">
                    <a:moveTo>
                      <a:pt x="20002" y="0"/>
                    </a:moveTo>
                    <a:lnTo>
                      <a:pt x="21717" y="2000"/>
                    </a:lnTo>
                    <a:lnTo>
                      <a:pt x="23431" y="3905"/>
                    </a:lnTo>
                    <a:lnTo>
                      <a:pt x="3429" y="21812"/>
                    </a:lnTo>
                    <a:lnTo>
                      <a:pt x="1714" y="19907"/>
                    </a:lnTo>
                    <a:lnTo>
                      <a:pt x="0" y="18002"/>
                    </a:lnTo>
                    <a:lnTo>
                      <a:pt x="2000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6" name="任意多边形: 形状 305"/>
              <p:cNvSpPr/>
              <p:nvPr/>
            </p:nvSpPr>
            <p:spPr>
              <a:xfrm>
                <a:off x="2125485" y="3441475"/>
                <a:ext cx="84450" cy="85424"/>
              </a:xfrm>
              <a:custGeom>
                <a:avLst/>
                <a:gdLst>
                  <a:gd name="connsiteX0" fmla="*/ 3524 w 33051"/>
                  <a:gd name="connsiteY0" fmla="*/ 22955 h 33432"/>
                  <a:gd name="connsiteX1" fmla="*/ 1810 w 33051"/>
                  <a:gd name="connsiteY1" fmla="*/ 21336 h 33432"/>
                  <a:gd name="connsiteX2" fmla="*/ 0 w 33051"/>
                  <a:gd name="connsiteY2" fmla="*/ 19621 h 33432"/>
                  <a:gd name="connsiteX3" fmla="*/ 18383 w 33051"/>
                  <a:gd name="connsiteY3" fmla="*/ 0 h 33432"/>
                  <a:gd name="connsiteX4" fmla="*/ 20383 w 33051"/>
                  <a:gd name="connsiteY4" fmla="*/ 1810 h 33432"/>
                  <a:gd name="connsiteX5" fmla="*/ 22289 w 33051"/>
                  <a:gd name="connsiteY5" fmla="*/ 3715 h 33432"/>
                  <a:gd name="connsiteX6" fmla="*/ 16669 w 33051"/>
                  <a:gd name="connsiteY6" fmla="*/ 24289 h 33432"/>
                  <a:gd name="connsiteX7" fmla="*/ 29527 w 33051"/>
                  <a:gd name="connsiteY7" fmla="*/ 10478 h 33432"/>
                  <a:gd name="connsiteX8" fmla="*/ 31337 w 33051"/>
                  <a:gd name="connsiteY8" fmla="*/ 12097 h 33432"/>
                  <a:gd name="connsiteX9" fmla="*/ 33052 w 33051"/>
                  <a:gd name="connsiteY9" fmla="*/ 13716 h 33432"/>
                  <a:gd name="connsiteX10" fmla="*/ 14764 w 33051"/>
                  <a:gd name="connsiteY10" fmla="*/ 33433 h 33432"/>
                  <a:gd name="connsiteX11" fmla="*/ 12859 w 33051"/>
                  <a:gd name="connsiteY11" fmla="*/ 31623 h 33432"/>
                  <a:gd name="connsiteX12" fmla="*/ 11049 w 33051"/>
                  <a:gd name="connsiteY12" fmla="*/ 29908 h 33432"/>
                  <a:gd name="connsiteX13" fmla="*/ 16764 w 33051"/>
                  <a:gd name="connsiteY13" fmla="*/ 8763 h 33432"/>
                  <a:gd name="connsiteX14" fmla="*/ 3524 w 33051"/>
                  <a:gd name="connsiteY14" fmla="*/ 22955 h 33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051" h="33432">
                    <a:moveTo>
                      <a:pt x="3524" y="22955"/>
                    </a:moveTo>
                    <a:lnTo>
                      <a:pt x="1810" y="21336"/>
                    </a:lnTo>
                    <a:lnTo>
                      <a:pt x="0" y="19621"/>
                    </a:lnTo>
                    <a:lnTo>
                      <a:pt x="18383" y="0"/>
                    </a:lnTo>
                    <a:lnTo>
                      <a:pt x="20383" y="1810"/>
                    </a:lnTo>
                    <a:lnTo>
                      <a:pt x="22289" y="3715"/>
                    </a:lnTo>
                    <a:lnTo>
                      <a:pt x="16669" y="24289"/>
                    </a:lnTo>
                    <a:lnTo>
                      <a:pt x="29527" y="10478"/>
                    </a:lnTo>
                    <a:lnTo>
                      <a:pt x="31337" y="12097"/>
                    </a:lnTo>
                    <a:lnTo>
                      <a:pt x="33052" y="13716"/>
                    </a:lnTo>
                    <a:lnTo>
                      <a:pt x="14764" y="33433"/>
                    </a:lnTo>
                    <a:lnTo>
                      <a:pt x="12859" y="31623"/>
                    </a:lnTo>
                    <a:lnTo>
                      <a:pt x="11049" y="29908"/>
                    </a:lnTo>
                    <a:lnTo>
                      <a:pt x="16764" y="8763"/>
                    </a:lnTo>
                    <a:lnTo>
                      <a:pt x="3524" y="22955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7" name="任意多边形: 形状 306"/>
              <p:cNvSpPr/>
              <p:nvPr/>
            </p:nvSpPr>
            <p:spPr>
              <a:xfrm>
                <a:off x="2191761" y="3494753"/>
                <a:ext cx="63800" cy="71100"/>
              </a:xfrm>
              <a:custGeom>
                <a:avLst/>
                <a:gdLst>
                  <a:gd name="connsiteX0" fmla="*/ 19418 w 24969"/>
                  <a:gd name="connsiteY0" fmla="*/ 11970 h 27826"/>
                  <a:gd name="connsiteX1" fmla="*/ 19894 w 24969"/>
                  <a:gd name="connsiteY1" fmla="*/ 8636 h 27826"/>
                  <a:gd name="connsiteX2" fmla="*/ 17608 w 24969"/>
                  <a:gd name="connsiteY2" fmla="*/ 5588 h 27826"/>
                  <a:gd name="connsiteX3" fmla="*/ 14560 w 24969"/>
                  <a:gd name="connsiteY3" fmla="*/ 4540 h 27826"/>
                  <a:gd name="connsiteX4" fmla="*/ 12083 w 24969"/>
                  <a:gd name="connsiteY4" fmla="*/ 5969 h 27826"/>
                  <a:gd name="connsiteX5" fmla="*/ 12083 w 24969"/>
                  <a:gd name="connsiteY5" fmla="*/ 8160 h 27826"/>
                  <a:gd name="connsiteX6" fmla="*/ 15036 w 24969"/>
                  <a:gd name="connsiteY6" fmla="*/ 12255 h 27826"/>
                  <a:gd name="connsiteX7" fmla="*/ 19132 w 24969"/>
                  <a:gd name="connsiteY7" fmla="*/ 19018 h 27826"/>
                  <a:gd name="connsiteX8" fmla="*/ 17417 w 24969"/>
                  <a:gd name="connsiteY8" fmla="*/ 24447 h 27826"/>
                  <a:gd name="connsiteX9" fmla="*/ 11607 w 24969"/>
                  <a:gd name="connsiteY9" fmla="*/ 27686 h 27826"/>
                  <a:gd name="connsiteX10" fmla="*/ 4368 w 24969"/>
                  <a:gd name="connsiteY10" fmla="*/ 25114 h 27826"/>
                  <a:gd name="connsiteX11" fmla="*/ -204 w 24969"/>
                  <a:gd name="connsiteY11" fmla="*/ 18923 h 27826"/>
                  <a:gd name="connsiteX12" fmla="*/ 1415 w 24969"/>
                  <a:gd name="connsiteY12" fmla="*/ 11875 h 27826"/>
                  <a:gd name="connsiteX13" fmla="*/ 5511 w 24969"/>
                  <a:gd name="connsiteY13" fmla="*/ 14732 h 27826"/>
                  <a:gd name="connsiteX14" fmla="*/ 4654 w 24969"/>
                  <a:gd name="connsiteY14" fmla="*/ 18256 h 27826"/>
                  <a:gd name="connsiteX15" fmla="*/ 7035 w 24969"/>
                  <a:gd name="connsiteY15" fmla="*/ 21399 h 27826"/>
                  <a:gd name="connsiteX16" fmla="*/ 10655 w 24969"/>
                  <a:gd name="connsiteY16" fmla="*/ 23019 h 27826"/>
                  <a:gd name="connsiteX17" fmla="*/ 13226 w 24969"/>
                  <a:gd name="connsiteY17" fmla="*/ 21876 h 27826"/>
                  <a:gd name="connsiteX18" fmla="*/ 13226 w 24969"/>
                  <a:gd name="connsiteY18" fmla="*/ 19495 h 27826"/>
                  <a:gd name="connsiteX19" fmla="*/ 10750 w 24969"/>
                  <a:gd name="connsiteY19" fmla="*/ 15780 h 27826"/>
                  <a:gd name="connsiteX20" fmla="*/ 6178 w 24969"/>
                  <a:gd name="connsiteY20" fmla="*/ 8636 h 27826"/>
                  <a:gd name="connsiteX21" fmla="*/ 7606 w 24969"/>
                  <a:gd name="connsiteY21" fmla="*/ 3397 h 27826"/>
                  <a:gd name="connsiteX22" fmla="*/ 13416 w 24969"/>
                  <a:gd name="connsiteY22" fmla="*/ -127 h 27826"/>
                  <a:gd name="connsiteX23" fmla="*/ 20465 w 24969"/>
                  <a:gd name="connsiteY23" fmla="*/ 2159 h 27826"/>
                  <a:gd name="connsiteX24" fmla="*/ 24465 w 24969"/>
                  <a:gd name="connsiteY24" fmla="*/ 8064 h 27826"/>
                  <a:gd name="connsiteX25" fmla="*/ 23037 w 24969"/>
                  <a:gd name="connsiteY25" fmla="*/ 14922 h 27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4969" h="27826">
                    <a:moveTo>
                      <a:pt x="19418" y="11970"/>
                    </a:moveTo>
                    <a:cubicBezTo>
                      <a:pt x="20086" y="10993"/>
                      <a:pt x="20262" y="9761"/>
                      <a:pt x="19894" y="8636"/>
                    </a:cubicBezTo>
                    <a:cubicBezTo>
                      <a:pt x="19533" y="7373"/>
                      <a:pt x="18719" y="6288"/>
                      <a:pt x="17608" y="5588"/>
                    </a:cubicBezTo>
                    <a:cubicBezTo>
                      <a:pt x="16778" y="4837"/>
                      <a:pt x="15676" y="4458"/>
                      <a:pt x="14560" y="4540"/>
                    </a:cubicBezTo>
                    <a:cubicBezTo>
                      <a:pt x="13557" y="4606"/>
                      <a:pt x="12643" y="5134"/>
                      <a:pt x="12083" y="5969"/>
                    </a:cubicBezTo>
                    <a:cubicBezTo>
                      <a:pt x="11648" y="6634"/>
                      <a:pt x="11648" y="7494"/>
                      <a:pt x="12083" y="8160"/>
                    </a:cubicBezTo>
                    <a:cubicBezTo>
                      <a:pt x="12882" y="9650"/>
                      <a:pt x="13875" y="11027"/>
                      <a:pt x="15036" y="12255"/>
                    </a:cubicBezTo>
                    <a:cubicBezTo>
                      <a:pt x="16949" y="14129"/>
                      <a:pt x="18357" y="16455"/>
                      <a:pt x="19132" y="19018"/>
                    </a:cubicBezTo>
                    <a:cubicBezTo>
                      <a:pt x="19315" y="20985"/>
                      <a:pt x="18697" y="22942"/>
                      <a:pt x="17417" y="24447"/>
                    </a:cubicBezTo>
                    <a:cubicBezTo>
                      <a:pt x="16121" y="26405"/>
                      <a:pt x="13954" y="27613"/>
                      <a:pt x="11607" y="27686"/>
                    </a:cubicBezTo>
                    <a:cubicBezTo>
                      <a:pt x="8957" y="27767"/>
                      <a:pt x="6374" y="26849"/>
                      <a:pt x="4368" y="25114"/>
                    </a:cubicBezTo>
                    <a:cubicBezTo>
                      <a:pt x="2101" y="23720"/>
                      <a:pt x="462" y="21500"/>
                      <a:pt x="-204" y="18923"/>
                    </a:cubicBezTo>
                    <a:cubicBezTo>
                      <a:pt x="-679" y="16451"/>
                      <a:pt x="-91" y="13892"/>
                      <a:pt x="1415" y="11875"/>
                    </a:cubicBezTo>
                    <a:lnTo>
                      <a:pt x="5511" y="14732"/>
                    </a:lnTo>
                    <a:cubicBezTo>
                      <a:pt x="4752" y="15738"/>
                      <a:pt x="4441" y="17014"/>
                      <a:pt x="4654" y="18256"/>
                    </a:cubicBezTo>
                    <a:cubicBezTo>
                      <a:pt x="5077" y="19539"/>
                      <a:pt x="5915" y="20644"/>
                      <a:pt x="7035" y="21399"/>
                    </a:cubicBezTo>
                    <a:cubicBezTo>
                      <a:pt x="8084" y="22238"/>
                      <a:pt x="9330" y="22795"/>
                      <a:pt x="10655" y="23019"/>
                    </a:cubicBezTo>
                    <a:cubicBezTo>
                      <a:pt x="11647" y="23080"/>
                      <a:pt x="12607" y="22653"/>
                      <a:pt x="13226" y="21876"/>
                    </a:cubicBezTo>
                    <a:cubicBezTo>
                      <a:pt x="13616" y="21130"/>
                      <a:pt x="13616" y="20240"/>
                      <a:pt x="13226" y="19495"/>
                    </a:cubicBezTo>
                    <a:cubicBezTo>
                      <a:pt x="12629" y="18118"/>
                      <a:pt x="11790" y="16860"/>
                      <a:pt x="10750" y="15780"/>
                    </a:cubicBezTo>
                    <a:cubicBezTo>
                      <a:pt x="8748" y="13740"/>
                      <a:pt x="7191" y="11308"/>
                      <a:pt x="6178" y="8636"/>
                    </a:cubicBezTo>
                    <a:cubicBezTo>
                      <a:pt x="5850" y="6764"/>
                      <a:pt x="6374" y="4844"/>
                      <a:pt x="7606" y="3397"/>
                    </a:cubicBezTo>
                    <a:cubicBezTo>
                      <a:pt x="8904" y="1397"/>
                      <a:pt x="11044" y="99"/>
                      <a:pt x="13416" y="-127"/>
                    </a:cubicBezTo>
                    <a:cubicBezTo>
                      <a:pt x="15964" y="-232"/>
                      <a:pt x="18464" y="579"/>
                      <a:pt x="20465" y="2159"/>
                    </a:cubicBezTo>
                    <a:cubicBezTo>
                      <a:pt x="22513" y="3535"/>
                      <a:pt x="23947" y="5652"/>
                      <a:pt x="24465" y="8064"/>
                    </a:cubicBezTo>
                    <a:cubicBezTo>
                      <a:pt x="24878" y="10449"/>
                      <a:pt x="24367" y="12901"/>
                      <a:pt x="23037" y="149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8" name="任意多边形: 形状 307"/>
              <p:cNvSpPr/>
              <p:nvPr/>
            </p:nvSpPr>
            <p:spPr>
              <a:xfrm>
                <a:off x="2259830" y="3523736"/>
                <a:ext cx="61331" cy="75689"/>
              </a:xfrm>
              <a:custGeom>
                <a:avLst/>
                <a:gdLst>
                  <a:gd name="connsiteX0" fmla="*/ 10668 w 24003"/>
                  <a:gd name="connsiteY0" fmla="*/ 7810 h 29622"/>
                  <a:gd name="connsiteX1" fmla="*/ 4191 w 24003"/>
                  <a:gd name="connsiteY1" fmla="*/ 4191 h 29622"/>
                  <a:gd name="connsiteX2" fmla="*/ 5334 w 24003"/>
                  <a:gd name="connsiteY2" fmla="*/ 2096 h 29622"/>
                  <a:gd name="connsiteX3" fmla="*/ 6477 w 24003"/>
                  <a:gd name="connsiteY3" fmla="*/ 0 h 29622"/>
                  <a:gd name="connsiteX4" fmla="*/ 24003 w 24003"/>
                  <a:gd name="connsiteY4" fmla="*/ 9811 h 29622"/>
                  <a:gd name="connsiteX5" fmla="*/ 22860 w 24003"/>
                  <a:gd name="connsiteY5" fmla="*/ 11906 h 29622"/>
                  <a:gd name="connsiteX6" fmla="*/ 21717 w 24003"/>
                  <a:gd name="connsiteY6" fmla="*/ 13906 h 29622"/>
                  <a:gd name="connsiteX7" fmla="*/ 15240 w 24003"/>
                  <a:gd name="connsiteY7" fmla="*/ 10287 h 29622"/>
                  <a:gd name="connsiteX8" fmla="*/ 4477 w 24003"/>
                  <a:gd name="connsiteY8" fmla="*/ 29623 h 29622"/>
                  <a:gd name="connsiteX9" fmla="*/ 2191 w 24003"/>
                  <a:gd name="connsiteY9" fmla="*/ 28384 h 29622"/>
                  <a:gd name="connsiteX10" fmla="*/ 0 w 24003"/>
                  <a:gd name="connsiteY10" fmla="*/ 27146 h 29622"/>
                  <a:gd name="connsiteX11" fmla="*/ 10668 w 24003"/>
                  <a:gd name="connsiteY11" fmla="*/ 7810 h 2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4003" h="29622">
                    <a:moveTo>
                      <a:pt x="10668" y="7810"/>
                    </a:moveTo>
                    <a:lnTo>
                      <a:pt x="4191" y="4191"/>
                    </a:lnTo>
                    <a:lnTo>
                      <a:pt x="5334" y="2096"/>
                    </a:lnTo>
                    <a:lnTo>
                      <a:pt x="6477" y="0"/>
                    </a:lnTo>
                    <a:lnTo>
                      <a:pt x="24003" y="9811"/>
                    </a:lnTo>
                    <a:lnTo>
                      <a:pt x="22860" y="11906"/>
                    </a:lnTo>
                    <a:lnTo>
                      <a:pt x="21717" y="13906"/>
                    </a:lnTo>
                    <a:lnTo>
                      <a:pt x="15240" y="10287"/>
                    </a:lnTo>
                    <a:lnTo>
                      <a:pt x="4477" y="29623"/>
                    </a:lnTo>
                    <a:lnTo>
                      <a:pt x="2191" y="28384"/>
                    </a:lnTo>
                    <a:lnTo>
                      <a:pt x="0" y="27146"/>
                    </a:lnTo>
                    <a:lnTo>
                      <a:pt x="10668" y="781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09" name="任意多边形: 形状 308"/>
              <p:cNvSpPr/>
              <p:nvPr/>
            </p:nvSpPr>
            <p:spPr>
              <a:xfrm>
                <a:off x="2306073" y="3555619"/>
                <a:ext cx="41130" cy="67658"/>
              </a:xfrm>
              <a:custGeom>
                <a:avLst/>
                <a:gdLst>
                  <a:gd name="connsiteX0" fmla="*/ 11430 w 16097"/>
                  <a:gd name="connsiteY0" fmla="*/ 0 h 26479"/>
                  <a:gd name="connsiteX1" fmla="*/ 13716 w 16097"/>
                  <a:gd name="connsiteY1" fmla="*/ 1048 h 26479"/>
                  <a:gd name="connsiteX2" fmla="*/ 16097 w 16097"/>
                  <a:gd name="connsiteY2" fmla="*/ 2191 h 26479"/>
                  <a:gd name="connsiteX3" fmla="*/ 4763 w 16097"/>
                  <a:gd name="connsiteY3" fmla="*/ 26479 h 26479"/>
                  <a:gd name="connsiteX4" fmla="*/ 2381 w 16097"/>
                  <a:gd name="connsiteY4" fmla="*/ 25432 h 26479"/>
                  <a:gd name="connsiteX5" fmla="*/ 0 w 16097"/>
                  <a:gd name="connsiteY5" fmla="*/ 24289 h 26479"/>
                  <a:gd name="connsiteX6" fmla="*/ 11430 w 16097"/>
                  <a:gd name="connsiteY6" fmla="*/ 0 h 26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097" h="26479">
                    <a:moveTo>
                      <a:pt x="11430" y="0"/>
                    </a:moveTo>
                    <a:lnTo>
                      <a:pt x="13716" y="1048"/>
                    </a:lnTo>
                    <a:lnTo>
                      <a:pt x="16097" y="2191"/>
                    </a:lnTo>
                    <a:lnTo>
                      <a:pt x="4763" y="26479"/>
                    </a:lnTo>
                    <a:lnTo>
                      <a:pt x="2381" y="25432"/>
                    </a:lnTo>
                    <a:lnTo>
                      <a:pt x="0" y="24289"/>
                    </a:lnTo>
                    <a:lnTo>
                      <a:pt x="11430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0" name="任意多边形: 形状 309"/>
              <p:cNvSpPr/>
              <p:nvPr/>
            </p:nvSpPr>
            <p:spPr>
              <a:xfrm>
                <a:off x="2355722" y="3567789"/>
                <a:ext cx="53055" cy="75446"/>
              </a:xfrm>
              <a:custGeom>
                <a:avLst/>
                <a:gdLst>
                  <a:gd name="connsiteX0" fmla="*/ 7239 w 20764"/>
                  <a:gd name="connsiteY0" fmla="*/ 6953 h 29527"/>
                  <a:gd name="connsiteX1" fmla="*/ 191 w 20764"/>
                  <a:gd name="connsiteY1" fmla="*/ 4572 h 29527"/>
                  <a:gd name="connsiteX2" fmla="*/ 953 w 20764"/>
                  <a:gd name="connsiteY2" fmla="*/ 2286 h 29527"/>
                  <a:gd name="connsiteX3" fmla="*/ 1715 w 20764"/>
                  <a:gd name="connsiteY3" fmla="*/ 0 h 29527"/>
                  <a:gd name="connsiteX4" fmla="*/ 20765 w 20764"/>
                  <a:gd name="connsiteY4" fmla="*/ 6572 h 29527"/>
                  <a:gd name="connsiteX5" fmla="*/ 20003 w 20764"/>
                  <a:gd name="connsiteY5" fmla="*/ 8763 h 29527"/>
                  <a:gd name="connsiteX6" fmla="*/ 19145 w 20764"/>
                  <a:gd name="connsiteY6" fmla="*/ 11049 h 29527"/>
                  <a:gd name="connsiteX7" fmla="*/ 12097 w 20764"/>
                  <a:gd name="connsiteY7" fmla="*/ 8668 h 29527"/>
                  <a:gd name="connsiteX8" fmla="*/ 4953 w 20764"/>
                  <a:gd name="connsiteY8" fmla="*/ 29528 h 29527"/>
                  <a:gd name="connsiteX9" fmla="*/ 2477 w 20764"/>
                  <a:gd name="connsiteY9" fmla="*/ 28670 h 29527"/>
                  <a:gd name="connsiteX10" fmla="*/ 0 w 20764"/>
                  <a:gd name="connsiteY10" fmla="*/ 27813 h 29527"/>
                  <a:gd name="connsiteX11" fmla="*/ 7239 w 20764"/>
                  <a:gd name="connsiteY11" fmla="*/ 6953 h 29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764" h="29527">
                    <a:moveTo>
                      <a:pt x="7239" y="6953"/>
                    </a:moveTo>
                    <a:lnTo>
                      <a:pt x="191" y="4572"/>
                    </a:lnTo>
                    <a:lnTo>
                      <a:pt x="953" y="2286"/>
                    </a:lnTo>
                    <a:lnTo>
                      <a:pt x="1715" y="0"/>
                    </a:lnTo>
                    <a:lnTo>
                      <a:pt x="20765" y="6572"/>
                    </a:lnTo>
                    <a:lnTo>
                      <a:pt x="20003" y="8763"/>
                    </a:lnTo>
                    <a:lnTo>
                      <a:pt x="19145" y="11049"/>
                    </a:lnTo>
                    <a:lnTo>
                      <a:pt x="12097" y="8668"/>
                    </a:lnTo>
                    <a:lnTo>
                      <a:pt x="4953" y="29528"/>
                    </a:lnTo>
                    <a:lnTo>
                      <a:pt x="2477" y="28670"/>
                    </a:lnTo>
                    <a:lnTo>
                      <a:pt x="0" y="27813"/>
                    </a:lnTo>
                    <a:lnTo>
                      <a:pt x="7239" y="6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1" name="任意多边形: 形状 310"/>
              <p:cNvSpPr/>
              <p:nvPr/>
            </p:nvSpPr>
            <p:spPr>
              <a:xfrm>
                <a:off x="2411570" y="3589449"/>
                <a:ext cx="61702" cy="76207"/>
              </a:xfrm>
              <a:custGeom>
                <a:avLst/>
                <a:gdLst>
                  <a:gd name="connsiteX0" fmla="*/ 19402 w 24148"/>
                  <a:gd name="connsiteY0" fmla="*/ 20914 h 29825"/>
                  <a:gd name="connsiteX1" fmla="*/ 15116 w 24148"/>
                  <a:gd name="connsiteY1" fmla="*/ 28439 h 29825"/>
                  <a:gd name="connsiteX2" fmla="*/ 7115 w 24148"/>
                  <a:gd name="connsiteY2" fmla="*/ 29106 h 29825"/>
                  <a:gd name="connsiteX3" fmla="*/ 447 w 24148"/>
                  <a:gd name="connsiteY3" fmla="*/ 24724 h 29825"/>
                  <a:gd name="connsiteX4" fmla="*/ 447 w 24148"/>
                  <a:gd name="connsiteY4" fmla="*/ 16152 h 29825"/>
                  <a:gd name="connsiteX5" fmla="*/ 4448 w 24148"/>
                  <a:gd name="connsiteY5" fmla="*/ -136 h 29825"/>
                  <a:gd name="connsiteX6" fmla="*/ 6925 w 24148"/>
                  <a:gd name="connsiteY6" fmla="*/ 531 h 29825"/>
                  <a:gd name="connsiteX7" fmla="*/ 9496 w 24148"/>
                  <a:gd name="connsiteY7" fmla="*/ 1102 h 29825"/>
                  <a:gd name="connsiteX8" fmla="*/ 5401 w 24148"/>
                  <a:gd name="connsiteY8" fmla="*/ 17581 h 29825"/>
                  <a:gd name="connsiteX9" fmla="*/ 5401 w 24148"/>
                  <a:gd name="connsiteY9" fmla="*/ 22057 h 29825"/>
                  <a:gd name="connsiteX10" fmla="*/ 8544 w 24148"/>
                  <a:gd name="connsiteY10" fmla="*/ 24343 h 29825"/>
                  <a:gd name="connsiteX11" fmla="*/ 12449 w 24148"/>
                  <a:gd name="connsiteY11" fmla="*/ 24343 h 29825"/>
                  <a:gd name="connsiteX12" fmla="*/ 14640 w 24148"/>
                  <a:gd name="connsiteY12" fmla="*/ 20248 h 29825"/>
                  <a:gd name="connsiteX13" fmla="*/ 18735 w 24148"/>
                  <a:gd name="connsiteY13" fmla="*/ 3865 h 29825"/>
                  <a:gd name="connsiteX14" fmla="*/ 21212 w 24148"/>
                  <a:gd name="connsiteY14" fmla="*/ 4436 h 29825"/>
                  <a:gd name="connsiteX15" fmla="*/ 23784 w 24148"/>
                  <a:gd name="connsiteY15" fmla="*/ 5103 h 2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4148" h="29825">
                    <a:moveTo>
                      <a:pt x="19402" y="20914"/>
                    </a:moveTo>
                    <a:cubicBezTo>
                      <a:pt x="18960" y="23868"/>
                      <a:pt x="17431" y="26552"/>
                      <a:pt x="15116" y="28439"/>
                    </a:cubicBezTo>
                    <a:cubicBezTo>
                      <a:pt x="12677" y="29829"/>
                      <a:pt x="9750" y="30073"/>
                      <a:pt x="7115" y="29106"/>
                    </a:cubicBezTo>
                    <a:cubicBezTo>
                      <a:pt x="4358" y="28691"/>
                      <a:pt x="1922" y="27090"/>
                      <a:pt x="447" y="24724"/>
                    </a:cubicBezTo>
                    <a:cubicBezTo>
                      <a:pt x="-636" y="21970"/>
                      <a:pt x="-636" y="18907"/>
                      <a:pt x="447" y="16152"/>
                    </a:cubicBezTo>
                    <a:lnTo>
                      <a:pt x="4448" y="-136"/>
                    </a:lnTo>
                    <a:lnTo>
                      <a:pt x="6925" y="531"/>
                    </a:lnTo>
                    <a:lnTo>
                      <a:pt x="9496" y="1102"/>
                    </a:lnTo>
                    <a:lnTo>
                      <a:pt x="5401" y="17581"/>
                    </a:lnTo>
                    <a:cubicBezTo>
                      <a:pt x="4860" y="19024"/>
                      <a:pt x="4860" y="20614"/>
                      <a:pt x="5401" y="22057"/>
                    </a:cubicBezTo>
                    <a:cubicBezTo>
                      <a:pt x="6046" y="23258"/>
                      <a:pt x="7203" y="24100"/>
                      <a:pt x="8544" y="24343"/>
                    </a:cubicBezTo>
                    <a:cubicBezTo>
                      <a:pt x="9783" y="24914"/>
                      <a:pt x="11210" y="24914"/>
                      <a:pt x="12449" y="24343"/>
                    </a:cubicBezTo>
                    <a:cubicBezTo>
                      <a:pt x="13633" y="23275"/>
                      <a:pt x="14408" y="21826"/>
                      <a:pt x="14640" y="20248"/>
                    </a:cubicBezTo>
                    <a:lnTo>
                      <a:pt x="18735" y="3865"/>
                    </a:lnTo>
                    <a:lnTo>
                      <a:pt x="21212" y="4436"/>
                    </a:lnTo>
                    <a:lnTo>
                      <a:pt x="23784" y="510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2" name="任意多边形: 形状 311"/>
              <p:cNvSpPr/>
              <p:nvPr/>
            </p:nvSpPr>
            <p:spPr>
              <a:xfrm>
                <a:off x="2485930" y="3604052"/>
                <a:ext cx="52567" cy="72037"/>
              </a:xfrm>
              <a:custGeom>
                <a:avLst/>
                <a:gdLst>
                  <a:gd name="connsiteX0" fmla="*/ 7429 w 20573"/>
                  <a:gd name="connsiteY0" fmla="*/ 5620 h 28193"/>
                  <a:gd name="connsiteX1" fmla="*/ 0 w 20573"/>
                  <a:gd name="connsiteY1" fmla="*/ 4763 h 28193"/>
                  <a:gd name="connsiteX2" fmla="*/ 286 w 20573"/>
                  <a:gd name="connsiteY2" fmla="*/ 2381 h 28193"/>
                  <a:gd name="connsiteX3" fmla="*/ 571 w 20573"/>
                  <a:gd name="connsiteY3" fmla="*/ 0 h 28193"/>
                  <a:gd name="connsiteX4" fmla="*/ 20574 w 20573"/>
                  <a:gd name="connsiteY4" fmla="*/ 2477 h 28193"/>
                  <a:gd name="connsiteX5" fmla="*/ 20288 w 20573"/>
                  <a:gd name="connsiteY5" fmla="*/ 4763 h 28193"/>
                  <a:gd name="connsiteX6" fmla="*/ 20002 w 20573"/>
                  <a:gd name="connsiteY6" fmla="*/ 7144 h 28193"/>
                  <a:gd name="connsiteX7" fmla="*/ 12573 w 20573"/>
                  <a:gd name="connsiteY7" fmla="*/ 6287 h 28193"/>
                  <a:gd name="connsiteX8" fmla="*/ 9906 w 20573"/>
                  <a:gd name="connsiteY8" fmla="*/ 28194 h 28193"/>
                  <a:gd name="connsiteX9" fmla="*/ 7334 w 20573"/>
                  <a:gd name="connsiteY9" fmla="*/ 27908 h 28193"/>
                  <a:gd name="connsiteX10" fmla="*/ 4763 w 20573"/>
                  <a:gd name="connsiteY10" fmla="*/ 27622 h 28193"/>
                  <a:gd name="connsiteX11" fmla="*/ 7429 w 20573"/>
                  <a:gd name="connsiteY11" fmla="*/ 5620 h 28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573" h="28193">
                    <a:moveTo>
                      <a:pt x="7429" y="5620"/>
                    </a:moveTo>
                    <a:lnTo>
                      <a:pt x="0" y="4763"/>
                    </a:lnTo>
                    <a:lnTo>
                      <a:pt x="286" y="2381"/>
                    </a:lnTo>
                    <a:lnTo>
                      <a:pt x="571" y="0"/>
                    </a:lnTo>
                    <a:lnTo>
                      <a:pt x="20574" y="2477"/>
                    </a:lnTo>
                    <a:lnTo>
                      <a:pt x="20288" y="4763"/>
                    </a:lnTo>
                    <a:lnTo>
                      <a:pt x="20002" y="7144"/>
                    </a:lnTo>
                    <a:lnTo>
                      <a:pt x="12573" y="6287"/>
                    </a:lnTo>
                    <a:lnTo>
                      <a:pt x="9906" y="28194"/>
                    </a:lnTo>
                    <a:lnTo>
                      <a:pt x="7334" y="27908"/>
                    </a:lnTo>
                    <a:lnTo>
                      <a:pt x="4763" y="27622"/>
                    </a:lnTo>
                    <a:lnTo>
                      <a:pt x="7429" y="562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3" name="任意多边形: 形状 312"/>
              <p:cNvSpPr/>
              <p:nvPr/>
            </p:nvSpPr>
            <p:spPr>
              <a:xfrm>
                <a:off x="2554804" y="3609405"/>
                <a:ext cx="48918" cy="69605"/>
              </a:xfrm>
              <a:custGeom>
                <a:avLst/>
                <a:gdLst>
                  <a:gd name="connsiteX0" fmla="*/ 381 w 19145"/>
                  <a:gd name="connsiteY0" fmla="*/ 27241 h 27241"/>
                  <a:gd name="connsiteX1" fmla="*/ 0 w 19145"/>
                  <a:gd name="connsiteY1" fmla="*/ 381 h 27241"/>
                  <a:gd name="connsiteX2" fmla="*/ 18098 w 19145"/>
                  <a:gd name="connsiteY2" fmla="*/ 0 h 27241"/>
                  <a:gd name="connsiteX3" fmla="*/ 18193 w 19145"/>
                  <a:gd name="connsiteY3" fmla="*/ 2381 h 27241"/>
                  <a:gd name="connsiteX4" fmla="*/ 18193 w 19145"/>
                  <a:gd name="connsiteY4" fmla="*/ 4763 h 27241"/>
                  <a:gd name="connsiteX5" fmla="*/ 5144 w 19145"/>
                  <a:gd name="connsiteY5" fmla="*/ 5048 h 27241"/>
                  <a:gd name="connsiteX6" fmla="*/ 5334 w 19145"/>
                  <a:gd name="connsiteY6" fmla="*/ 10763 h 27241"/>
                  <a:gd name="connsiteX7" fmla="*/ 17431 w 19145"/>
                  <a:gd name="connsiteY7" fmla="*/ 10573 h 27241"/>
                  <a:gd name="connsiteX8" fmla="*/ 17431 w 19145"/>
                  <a:gd name="connsiteY8" fmla="*/ 12859 h 27241"/>
                  <a:gd name="connsiteX9" fmla="*/ 17431 w 19145"/>
                  <a:gd name="connsiteY9" fmla="*/ 15145 h 27241"/>
                  <a:gd name="connsiteX10" fmla="*/ 5334 w 19145"/>
                  <a:gd name="connsiteY10" fmla="*/ 15335 h 27241"/>
                  <a:gd name="connsiteX11" fmla="*/ 5525 w 19145"/>
                  <a:gd name="connsiteY11" fmla="*/ 22384 h 27241"/>
                  <a:gd name="connsiteX12" fmla="*/ 19050 w 19145"/>
                  <a:gd name="connsiteY12" fmla="*/ 22098 h 27241"/>
                  <a:gd name="connsiteX13" fmla="*/ 19145 w 19145"/>
                  <a:gd name="connsiteY13" fmla="*/ 24479 h 27241"/>
                  <a:gd name="connsiteX14" fmla="*/ 19145 w 19145"/>
                  <a:gd name="connsiteY14" fmla="*/ 26861 h 27241"/>
                  <a:gd name="connsiteX15" fmla="*/ 381 w 19145"/>
                  <a:gd name="connsiteY15" fmla="*/ 27241 h 272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9145" h="27241">
                    <a:moveTo>
                      <a:pt x="381" y="27241"/>
                    </a:moveTo>
                    <a:lnTo>
                      <a:pt x="0" y="381"/>
                    </a:lnTo>
                    <a:lnTo>
                      <a:pt x="18098" y="0"/>
                    </a:lnTo>
                    <a:lnTo>
                      <a:pt x="18193" y="2381"/>
                    </a:lnTo>
                    <a:lnTo>
                      <a:pt x="18193" y="4763"/>
                    </a:lnTo>
                    <a:lnTo>
                      <a:pt x="5144" y="5048"/>
                    </a:lnTo>
                    <a:lnTo>
                      <a:pt x="5334" y="10763"/>
                    </a:lnTo>
                    <a:lnTo>
                      <a:pt x="17431" y="10573"/>
                    </a:lnTo>
                    <a:lnTo>
                      <a:pt x="17431" y="12859"/>
                    </a:lnTo>
                    <a:lnTo>
                      <a:pt x="17431" y="15145"/>
                    </a:lnTo>
                    <a:lnTo>
                      <a:pt x="5334" y="15335"/>
                    </a:lnTo>
                    <a:lnTo>
                      <a:pt x="5525" y="22384"/>
                    </a:lnTo>
                    <a:lnTo>
                      <a:pt x="19050" y="22098"/>
                    </a:lnTo>
                    <a:lnTo>
                      <a:pt x="19145" y="24479"/>
                    </a:lnTo>
                    <a:lnTo>
                      <a:pt x="19145" y="26861"/>
                    </a:lnTo>
                    <a:lnTo>
                      <a:pt x="381" y="2724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4" name="任意多边形: 形状 313"/>
              <p:cNvSpPr/>
              <p:nvPr/>
            </p:nvSpPr>
            <p:spPr>
              <a:xfrm>
                <a:off x="2656172" y="3598060"/>
                <a:ext cx="62693" cy="72035"/>
              </a:xfrm>
              <a:custGeom>
                <a:avLst/>
                <a:gdLst>
                  <a:gd name="connsiteX0" fmla="*/ 5208 w 24536"/>
                  <a:gd name="connsiteY0" fmla="*/ 26021 h 28192"/>
                  <a:gd name="connsiteX1" fmla="*/ 64 w 24536"/>
                  <a:gd name="connsiteY1" fmla="*/ 16496 h 28192"/>
                  <a:gd name="connsiteX2" fmla="*/ 1302 w 24536"/>
                  <a:gd name="connsiteY2" fmla="*/ 5638 h 28192"/>
                  <a:gd name="connsiteX3" fmla="*/ 9017 w 24536"/>
                  <a:gd name="connsiteY3" fmla="*/ 208 h 28192"/>
                  <a:gd name="connsiteX4" fmla="*/ 18542 w 24536"/>
                  <a:gd name="connsiteY4" fmla="*/ 2304 h 28192"/>
                  <a:gd name="connsiteX5" fmla="*/ 23686 w 24536"/>
                  <a:gd name="connsiteY5" fmla="*/ 11829 h 28192"/>
                  <a:gd name="connsiteX6" fmla="*/ 22543 w 24536"/>
                  <a:gd name="connsiteY6" fmla="*/ 22497 h 28192"/>
                  <a:gd name="connsiteX7" fmla="*/ 6270 w 24536"/>
                  <a:gd name="connsiteY7" fmla="*/ 26264 h 28192"/>
                  <a:gd name="connsiteX8" fmla="*/ 5493 w 24536"/>
                  <a:gd name="connsiteY8" fmla="*/ 25736 h 28192"/>
                  <a:gd name="connsiteX9" fmla="*/ 18161 w 24536"/>
                  <a:gd name="connsiteY9" fmla="*/ 19830 h 28192"/>
                  <a:gd name="connsiteX10" fmla="*/ 18638 w 24536"/>
                  <a:gd name="connsiteY10" fmla="*/ 12782 h 28192"/>
                  <a:gd name="connsiteX11" fmla="*/ 15589 w 24536"/>
                  <a:gd name="connsiteY11" fmla="*/ 6210 h 28192"/>
                  <a:gd name="connsiteX12" fmla="*/ 10255 w 24536"/>
                  <a:gd name="connsiteY12" fmla="*/ 4686 h 28192"/>
                  <a:gd name="connsiteX13" fmla="*/ 5874 w 24536"/>
                  <a:gd name="connsiteY13" fmla="*/ 8114 h 28192"/>
                  <a:gd name="connsiteX14" fmla="*/ 5874 w 24536"/>
                  <a:gd name="connsiteY14" fmla="*/ 15353 h 28192"/>
                  <a:gd name="connsiteX15" fmla="*/ 8922 w 24536"/>
                  <a:gd name="connsiteY15" fmla="*/ 21640 h 28192"/>
                  <a:gd name="connsiteX16" fmla="*/ 14161 w 24536"/>
                  <a:gd name="connsiteY16" fmla="*/ 23164 h 28192"/>
                  <a:gd name="connsiteX17" fmla="*/ 18542 w 24536"/>
                  <a:gd name="connsiteY17" fmla="*/ 19830 h 28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536" h="28192">
                    <a:moveTo>
                      <a:pt x="5208" y="26021"/>
                    </a:moveTo>
                    <a:cubicBezTo>
                      <a:pt x="2378" y="23588"/>
                      <a:pt x="546" y="20197"/>
                      <a:pt x="64" y="16496"/>
                    </a:cubicBezTo>
                    <a:cubicBezTo>
                      <a:pt x="-794" y="12843"/>
                      <a:pt x="-356" y="9004"/>
                      <a:pt x="1302" y="5638"/>
                    </a:cubicBezTo>
                    <a:cubicBezTo>
                      <a:pt x="2879" y="2717"/>
                      <a:pt x="5736" y="707"/>
                      <a:pt x="9017" y="208"/>
                    </a:cubicBezTo>
                    <a:cubicBezTo>
                      <a:pt x="12345" y="-654"/>
                      <a:pt x="15884" y="124"/>
                      <a:pt x="18542" y="2304"/>
                    </a:cubicBezTo>
                    <a:cubicBezTo>
                      <a:pt x="21344" y="4759"/>
                      <a:pt x="23170" y="8140"/>
                      <a:pt x="23686" y="11829"/>
                    </a:cubicBezTo>
                    <a:cubicBezTo>
                      <a:pt x="24611" y="15406"/>
                      <a:pt x="24205" y="19197"/>
                      <a:pt x="22543" y="22497"/>
                    </a:cubicBezTo>
                    <a:cubicBezTo>
                      <a:pt x="19090" y="28031"/>
                      <a:pt x="11804" y="29718"/>
                      <a:pt x="6270" y="26264"/>
                    </a:cubicBezTo>
                    <a:cubicBezTo>
                      <a:pt x="6004" y="26098"/>
                      <a:pt x="5745" y="25922"/>
                      <a:pt x="5493" y="25736"/>
                    </a:cubicBezTo>
                    <a:moveTo>
                      <a:pt x="18161" y="19830"/>
                    </a:moveTo>
                    <a:cubicBezTo>
                      <a:pt x="19067" y="17591"/>
                      <a:pt x="19234" y="15122"/>
                      <a:pt x="18638" y="12782"/>
                    </a:cubicBezTo>
                    <a:cubicBezTo>
                      <a:pt x="18294" y="10338"/>
                      <a:pt x="17233" y="8051"/>
                      <a:pt x="15589" y="6210"/>
                    </a:cubicBezTo>
                    <a:cubicBezTo>
                      <a:pt x="14184" y="4831"/>
                      <a:pt x="12177" y="4257"/>
                      <a:pt x="10255" y="4686"/>
                    </a:cubicBezTo>
                    <a:cubicBezTo>
                      <a:pt x="8292" y="4975"/>
                      <a:pt x="6627" y="6278"/>
                      <a:pt x="5874" y="8114"/>
                    </a:cubicBezTo>
                    <a:cubicBezTo>
                      <a:pt x="5129" y="10470"/>
                      <a:pt x="5129" y="12998"/>
                      <a:pt x="5874" y="15353"/>
                    </a:cubicBezTo>
                    <a:cubicBezTo>
                      <a:pt x="6125" y="17740"/>
                      <a:pt x="7204" y="19964"/>
                      <a:pt x="8922" y="21640"/>
                    </a:cubicBezTo>
                    <a:cubicBezTo>
                      <a:pt x="10288" y="23018"/>
                      <a:pt x="12269" y="23595"/>
                      <a:pt x="14161" y="23164"/>
                    </a:cubicBezTo>
                    <a:cubicBezTo>
                      <a:pt x="16096" y="22876"/>
                      <a:pt x="17749" y="21618"/>
                      <a:pt x="18542" y="1983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5" name="任意多边形: 形状 314"/>
              <p:cNvSpPr/>
              <p:nvPr/>
            </p:nvSpPr>
            <p:spPr>
              <a:xfrm>
                <a:off x="2728821" y="3575575"/>
                <a:ext cx="51108" cy="79340"/>
              </a:xfrm>
              <a:custGeom>
                <a:avLst/>
                <a:gdLst>
                  <a:gd name="connsiteX0" fmla="*/ 8287 w 20002"/>
                  <a:gd name="connsiteY0" fmla="*/ 31052 h 31051"/>
                  <a:gd name="connsiteX1" fmla="*/ 0 w 20002"/>
                  <a:gd name="connsiteY1" fmla="*/ 5525 h 31051"/>
                  <a:gd name="connsiteX2" fmla="*/ 16669 w 20002"/>
                  <a:gd name="connsiteY2" fmla="*/ 0 h 31051"/>
                  <a:gd name="connsiteX3" fmla="*/ 17431 w 20002"/>
                  <a:gd name="connsiteY3" fmla="*/ 2286 h 31051"/>
                  <a:gd name="connsiteX4" fmla="*/ 18193 w 20002"/>
                  <a:gd name="connsiteY4" fmla="*/ 4572 h 31051"/>
                  <a:gd name="connsiteX5" fmla="*/ 6382 w 20002"/>
                  <a:gd name="connsiteY5" fmla="*/ 8382 h 31051"/>
                  <a:gd name="connsiteX6" fmla="*/ 8287 w 20002"/>
                  <a:gd name="connsiteY6" fmla="*/ 14192 h 31051"/>
                  <a:gd name="connsiteX7" fmla="*/ 18574 w 20002"/>
                  <a:gd name="connsiteY7" fmla="*/ 10859 h 31051"/>
                  <a:gd name="connsiteX8" fmla="*/ 19241 w 20002"/>
                  <a:gd name="connsiteY8" fmla="*/ 13049 h 31051"/>
                  <a:gd name="connsiteX9" fmla="*/ 20003 w 20002"/>
                  <a:gd name="connsiteY9" fmla="*/ 15240 h 31051"/>
                  <a:gd name="connsiteX10" fmla="*/ 9716 w 20002"/>
                  <a:gd name="connsiteY10" fmla="*/ 18574 h 31051"/>
                  <a:gd name="connsiteX11" fmla="*/ 13240 w 20002"/>
                  <a:gd name="connsiteY11" fmla="*/ 29433 h 31051"/>
                  <a:gd name="connsiteX12" fmla="*/ 10763 w 20002"/>
                  <a:gd name="connsiteY12" fmla="*/ 30194 h 31051"/>
                  <a:gd name="connsiteX13" fmla="*/ 8287 w 20002"/>
                  <a:gd name="connsiteY13" fmla="*/ 31052 h 31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002" h="31051">
                    <a:moveTo>
                      <a:pt x="8287" y="31052"/>
                    </a:moveTo>
                    <a:lnTo>
                      <a:pt x="0" y="5525"/>
                    </a:lnTo>
                    <a:lnTo>
                      <a:pt x="16669" y="0"/>
                    </a:lnTo>
                    <a:lnTo>
                      <a:pt x="17431" y="2286"/>
                    </a:lnTo>
                    <a:lnTo>
                      <a:pt x="18193" y="4572"/>
                    </a:lnTo>
                    <a:lnTo>
                      <a:pt x="6382" y="8382"/>
                    </a:lnTo>
                    <a:lnTo>
                      <a:pt x="8287" y="14192"/>
                    </a:lnTo>
                    <a:lnTo>
                      <a:pt x="18574" y="10859"/>
                    </a:lnTo>
                    <a:lnTo>
                      <a:pt x="19241" y="13049"/>
                    </a:lnTo>
                    <a:lnTo>
                      <a:pt x="20003" y="15240"/>
                    </a:lnTo>
                    <a:lnTo>
                      <a:pt x="9716" y="18574"/>
                    </a:lnTo>
                    <a:lnTo>
                      <a:pt x="13240" y="29433"/>
                    </a:lnTo>
                    <a:lnTo>
                      <a:pt x="10763" y="30194"/>
                    </a:lnTo>
                    <a:lnTo>
                      <a:pt x="8287" y="3105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6" name="任意多边形: 形状 315"/>
              <p:cNvSpPr/>
              <p:nvPr/>
            </p:nvSpPr>
            <p:spPr>
              <a:xfrm>
                <a:off x="2810596" y="3534933"/>
                <a:ext cx="60601" cy="75931"/>
              </a:xfrm>
              <a:custGeom>
                <a:avLst/>
                <a:gdLst>
                  <a:gd name="connsiteX0" fmla="*/ 8763 w 23717"/>
                  <a:gd name="connsiteY0" fmla="*/ 10192 h 29717"/>
                  <a:gd name="connsiteX1" fmla="*/ 2191 w 23717"/>
                  <a:gd name="connsiteY1" fmla="*/ 13621 h 29717"/>
                  <a:gd name="connsiteX2" fmla="*/ 1048 w 23717"/>
                  <a:gd name="connsiteY2" fmla="*/ 11525 h 29717"/>
                  <a:gd name="connsiteX3" fmla="*/ 0 w 23717"/>
                  <a:gd name="connsiteY3" fmla="*/ 9430 h 29717"/>
                  <a:gd name="connsiteX4" fmla="*/ 17717 w 23717"/>
                  <a:gd name="connsiteY4" fmla="*/ 0 h 29717"/>
                  <a:gd name="connsiteX5" fmla="*/ 18764 w 23717"/>
                  <a:gd name="connsiteY5" fmla="*/ 2096 h 29717"/>
                  <a:gd name="connsiteX6" fmla="*/ 19907 w 23717"/>
                  <a:gd name="connsiteY6" fmla="*/ 4191 h 29717"/>
                  <a:gd name="connsiteX7" fmla="*/ 13335 w 23717"/>
                  <a:gd name="connsiteY7" fmla="*/ 7715 h 29717"/>
                  <a:gd name="connsiteX8" fmla="*/ 23717 w 23717"/>
                  <a:gd name="connsiteY8" fmla="*/ 27241 h 29717"/>
                  <a:gd name="connsiteX9" fmla="*/ 21431 w 23717"/>
                  <a:gd name="connsiteY9" fmla="*/ 28480 h 29717"/>
                  <a:gd name="connsiteX10" fmla="*/ 19145 w 23717"/>
                  <a:gd name="connsiteY10" fmla="*/ 29718 h 29717"/>
                  <a:gd name="connsiteX11" fmla="*/ 8763 w 23717"/>
                  <a:gd name="connsiteY11" fmla="*/ 10192 h 297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3717" h="29717">
                    <a:moveTo>
                      <a:pt x="8763" y="10192"/>
                    </a:moveTo>
                    <a:lnTo>
                      <a:pt x="2191" y="13621"/>
                    </a:lnTo>
                    <a:lnTo>
                      <a:pt x="1048" y="11525"/>
                    </a:lnTo>
                    <a:lnTo>
                      <a:pt x="0" y="9430"/>
                    </a:lnTo>
                    <a:lnTo>
                      <a:pt x="17717" y="0"/>
                    </a:lnTo>
                    <a:lnTo>
                      <a:pt x="18764" y="2096"/>
                    </a:lnTo>
                    <a:lnTo>
                      <a:pt x="19907" y="4191"/>
                    </a:lnTo>
                    <a:lnTo>
                      <a:pt x="13335" y="7715"/>
                    </a:lnTo>
                    <a:lnTo>
                      <a:pt x="23717" y="27241"/>
                    </a:lnTo>
                    <a:lnTo>
                      <a:pt x="21431" y="28480"/>
                    </a:lnTo>
                    <a:lnTo>
                      <a:pt x="19145" y="29718"/>
                    </a:lnTo>
                    <a:lnTo>
                      <a:pt x="8763" y="1019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2869980" y="3501590"/>
                <a:ext cx="77636" cy="82991"/>
              </a:xfrm>
              <a:custGeom>
                <a:avLst/>
                <a:gdLst>
                  <a:gd name="connsiteX0" fmla="*/ 14573 w 30384"/>
                  <a:gd name="connsiteY0" fmla="*/ 32480 h 32480"/>
                  <a:gd name="connsiteX1" fmla="*/ 0 w 30384"/>
                  <a:gd name="connsiteY1" fmla="*/ 9906 h 32480"/>
                  <a:gd name="connsiteX2" fmla="*/ 15240 w 30384"/>
                  <a:gd name="connsiteY2" fmla="*/ 0 h 32480"/>
                  <a:gd name="connsiteX3" fmla="*/ 16478 w 30384"/>
                  <a:gd name="connsiteY3" fmla="*/ 2000 h 32480"/>
                  <a:gd name="connsiteX4" fmla="*/ 17812 w 30384"/>
                  <a:gd name="connsiteY4" fmla="*/ 4000 h 32480"/>
                  <a:gd name="connsiteX5" fmla="*/ 6858 w 30384"/>
                  <a:gd name="connsiteY5" fmla="*/ 11144 h 32480"/>
                  <a:gd name="connsiteX6" fmla="*/ 10001 w 30384"/>
                  <a:gd name="connsiteY6" fmla="*/ 15907 h 32480"/>
                  <a:gd name="connsiteX7" fmla="*/ 20098 w 30384"/>
                  <a:gd name="connsiteY7" fmla="*/ 9334 h 32480"/>
                  <a:gd name="connsiteX8" fmla="*/ 21431 w 30384"/>
                  <a:gd name="connsiteY8" fmla="*/ 11239 h 32480"/>
                  <a:gd name="connsiteX9" fmla="*/ 22669 w 30384"/>
                  <a:gd name="connsiteY9" fmla="*/ 13240 h 32480"/>
                  <a:gd name="connsiteX10" fmla="*/ 12478 w 30384"/>
                  <a:gd name="connsiteY10" fmla="*/ 19812 h 32480"/>
                  <a:gd name="connsiteX11" fmla="*/ 16288 w 30384"/>
                  <a:gd name="connsiteY11" fmla="*/ 25622 h 32480"/>
                  <a:gd name="connsiteX12" fmla="*/ 27718 w 30384"/>
                  <a:gd name="connsiteY12" fmla="*/ 18288 h 32480"/>
                  <a:gd name="connsiteX13" fmla="*/ 29051 w 30384"/>
                  <a:gd name="connsiteY13" fmla="*/ 20288 h 32480"/>
                  <a:gd name="connsiteX14" fmla="*/ 30385 w 30384"/>
                  <a:gd name="connsiteY14" fmla="*/ 22288 h 32480"/>
                  <a:gd name="connsiteX15" fmla="*/ 14573 w 30384"/>
                  <a:gd name="connsiteY15" fmla="*/ 32480 h 32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0384" h="32480">
                    <a:moveTo>
                      <a:pt x="14573" y="32480"/>
                    </a:moveTo>
                    <a:lnTo>
                      <a:pt x="0" y="9906"/>
                    </a:lnTo>
                    <a:lnTo>
                      <a:pt x="15240" y="0"/>
                    </a:lnTo>
                    <a:lnTo>
                      <a:pt x="16478" y="2000"/>
                    </a:lnTo>
                    <a:lnTo>
                      <a:pt x="17812" y="4000"/>
                    </a:lnTo>
                    <a:lnTo>
                      <a:pt x="6858" y="11144"/>
                    </a:lnTo>
                    <a:lnTo>
                      <a:pt x="10001" y="15907"/>
                    </a:lnTo>
                    <a:lnTo>
                      <a:pt x="20098" y="9334"/>
                    </a:lnTo>
                    <a:lnTo>
                      <a:pt x="21431" y="11239"/>
                    </a:lnTo>
                    <a:lnTo>
                      <a:pt x="22669" y="13240"/>
                    </a:lnTo>
                    <a:lnTo>
                      <a:pt x="12478" y="19812"/>
                    </a:lnTo>
                    <a:lnTo>
                      <a:pt x="16288" y="25622"/>
                    </a:lnTo>
                    <a:lnTo>
                      <a:pt x="27718" y="18288"/>
                    </a:lnTo>
                    <a:lnTo>
                      <a:pt x="29051" y="20288"/>
                    </a:lnTo>
                    <a:lnTo>
                      <a:pt x="30385" y="22288"/>
                    </a:lnTo>
                    <a:lnTo>
                      <a:pt x="14573" y="3248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8" name="任意多边形: 形状 317"/>
              <p:cNvSpPr/>
              <p:nvPr/>
            </p:nvSpPr>
            <p:spPr>
              <a:xfrm>
                <a:off x="2933483" y="3464339"/>
                <a:ext cx="66360" cy="68951"/>
              </a:xfrm>
              <a:custGeom>
                <a:avLst/>
                <a:gdLst>
                  <a:gd name="connsiteX0" fmla="*/ 23359 w 25971"/>
                  <a:gd name="connsiteY0" fmla="*/ 9299 h 26985"/>
                  <a:gd name="connsiteX1" fmla="*/ 25550 w 25971"/>
                  <a:gd name="connsiteY1" fmla="*/ 17205 h 26985"/>
                  <a:gd name="connsiteX2" fmla="*/ 13185 w 25971"/>
                  <a:gd name="connsiteY2" fmla="*/ 26759 h 26985"/>
                  <a:gd name="connsiteX3" fmla="*/ 12977 w 25971"/>
                  <a:gd name="connsiteY3" fmla="*/ 26730 h 26985"/>
                  <a:gd name="connsiteX4" fmla="*/ 4024 w 25971"/>
                  <a:gd name="connsiteY4" fmla="*/ 20825 h 26985"/>
                  <a:gd name="connsiteX5" fmla="*/ -358 w 25971"/>
                  <a:gd name="connsiteY5" fmla="*/ 10823 h 26985"/>
                  <a:gd name="connsiteX6" fmla="*/ 3452 w 25971"/>
                  <a:gd name="connsiteY6" fmla="*/ 2537 h 26985"/>
                  <a:gd name="connsiteX7" fmla="*/ 10786 w 25971"/>
                  <a:gd name="connsiteY7" fmla="*/ -130 h 26985"/>
                  <a:gd name="connsiteX8" fmla="*/ 17835 w 25971"/>
                  <a:gd name="connsiteY8" fmla="*/ 3013 h 26985"/>
                  <a:gd name="connsiteX9" fmla="*/ 13929 w 25971"/>
                  <a:gd name="connsiteY9" fmla="*/ 6347 h 26985"/>
                  <a:gd name="connsiteX10" fmla="*/ 10405 w 25971"/>
                  <a:gd name="connsiteY10" fmla="*/ 4823 h 26985"/>
                  <a:gd name="connsiteX11" fmla="*/ 6690 w 25971"/>
                  <a:gd name="connsiteY11" fmla="*/ 6251 h 26985"/>
                  <a:gd name="connsiteX12" fmla="*/ 4785 w 25971"/>
                  <a:gd name="connsiteY12" fmla="*/ 11014 h 26985"/>
                  <a:gd name="connsiteX13" fmla="*/ 8024 w 25971"/>
                  <a:gd name="connsiteY13" fmla="*/ 17396 h 26985"/>
                  <a:gd name="connsiteX14" fmla="*/ 13643 w 25971"/>
                  <a:gd name="connsiteY14" fmla="*/ 21587 h 26985"/>
                  <a:gd name="connsiteX15" fmla="*/ 18596 w 25971"/>
                  <a:gd name="connsiteY15" fmla="*/ 20539 h 26985"/>
                  <a:gd name="connsiteX16" fmla="*/ 20596 w 25971"/>
                  <a:gd name="connsiteY16" fmla="*/ 17015 h 26985"/>
                  <a:gd name="connsiteX17" fmla="*/ 19454 w 25971"/>
                  <a:gd name="connsiteY17" fmla="*/ 12919 h 26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5971" h="26985">
                    <a:moveTo>
                      <a:pt x="23359" y="9299"/>
                    </a:moveTo>
                    <a:cubicBezTo>
                      <a:pt x="25051" y="11569"/>
                      <a:pt x="25832" y="14389"/>
                      <a:pt x="25550" y="17205"/>
                    </a:cubicBezTo>
                    <a:cubicBezTo>
                      <a:pt x="24774" y="23258"/>
                      <a:pt x="19238" y="27535"/>
                      <a:pt x="13185" y="26759"/>
                    </a:cubicBezTo>
                    <a:cubicBezTo>
                      <a:pt x="13116" y="26750"/>
                      <a:pt x="13046" y="26740"/>
                      <a:pt x="12977" y="26730"/>
                    </a:cubicBezTo>
                    <a:cubicBezTo>
                      <a:pt x="9396" y="25865"/>
                      <a:pt x="6229" y="23776"/>
                      <a:pt x="4024" y="20825"/>
                    </a:cubicBezTo>
                    <a:cubicBezTo>
                      <a:pt x="1443" y="18103"/>
                      <a:pt x="-107" y="14566"/>
                      <a:pt x="-358" y="10823"/>
                    </a:cubicBezTo>
                    <a:cubicBezTo>
                      <a:pt x="-479" y="7612"/>
                      <a:pt x="936" y="4535"/>
                      <a:pt x="3452" y="2537"/>
                    </a:cubicBezTo>
                    <a:cubicBezTo>
                      <a:pt x="5462" y="736"/>
                      <a:pt x="8089" y="-219"/>
                      <a:pt x="10786" y="-130"/>
                    </a:cubicBezTo>
                    <a:cubicBezTo>
                      <a:pt x="13448" y="-8"/>
                      <a:pt x="15965" y="1114"/>
                      <a:pt x="17835" y="3013"/>
                    </a:cubicBezTo>
                    <a:lnTo>
                      <a:pt x="13929" y="6347"/>
                    </a:lnTo>
                    <a:cubicBezTo>
                      <a:pt x="12985" y="5419"/>
                      <a:pt x="11728" y="4875"/>
                      <a:pt x="10405" y="4823"/>
                    </a:cubicBezTo>
                    <a:cubicBezTo>
                      <a:pt x="9036" y="4838"/>
                      <a:pt x="7718" y="5345"/>
                      <a:pt x="6690" y="6251"/>
                    </a:cubicBezTo>
                    <a:cubicBezTo>
                      <a:pt x="5253" y="7386"/>
                      <a:pt x="4527" y="9200"/>
                      <a:pt x="4785" y="11014"/>
                    </a:cubicBezTo>
                    <a:cubicBezTo>
                      <a:pt x="5254" y="13400"/>
                      <a:pt x="6375" y="15609"/>
                      <a:pt x="8024" y="17396"/>
                    </a:cubicBezTo>
                    <a:cubicBezTo>
                      <a:pt x="9446" y="19313"/>
                      <a:pt x="11400" y="20770"/>
                      <a:pt x="13643" y="21587"/>
                    </a:cubicBezTo>
                    <a:cubicBezTo>
                      <a:pt x="15365" y="22111"/>
                      <a:pt x="17235" y="21716"/>
                      <a:pt x="18596" y="20539"/>
                    </a:cubicBezTo>
                    <a:cubicBezTo>
                      <a:pt x="19693" y="19666"/>
                      <a:pt x="20410" y="18404"/>
                      <a:pt x="20596" y="17015"/>
                    </a:cubicBezTo>
                    <a:cubicBezTo>
                      <a:pt x="20666" y="15562"/>
                      <a:pt x="20265" y="14126"/>
                      <a:pt x="19454" y="129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2978040" y="3403751"/>
                <a:ext cx="85181" cy="83965"/>
              </a:xfrm>
              <a:custGeom>
                <a:avLst/>
                <a:gdLst>
                  <a:gd name="connsiteX0" fmla="*/ 0 w 33337"/>
                  <a:gd name="connsiteY0" fmla="*/ 14859 h 32861"/>
                  <a:gd name="connsiteX1" fmla="*/ 1715 w 33337"/>
                  <a:gd name="connsiteY1" fmla="*/ 12954 h 32861"/>
                  <a:gd name="connsiteX2" fmla="*/ 3524 w 33337"/>
                  <a:gd name="connsiteY2" fmla="*/ 11049 h 32861"/>
                  <a:gd name="connsiteX3" fmla="*/ 10954 w 33337"/>
                  <a:gd name="connsiteY3" fmla="*/ 17812 h 32861"/>
                  <a:gd name="connsiteX4" fmla="*/ 17431 w 33337"/>
                  <a:gd name="connsiteY4" fmla="*/ 10573 h 32861"/>
                  <a:gd name="connsiteX5" fmla="*/ 9906 w 33337"/>
                  <a:gd name="connsiteY5" fmla="*/ 3810 h 32861"/>
                  <a:gd name="connsiteX6" fmla="*/ 11716 w 33337"/>
                  <a:gd name="connsiteY6" fmla="*/ 1905 h 32861"/>
                  <a:gd name="connsiteX7" fmla="*/ 13430 w 33337"/>
                  <a:gd name="connsiteY7" fmla="*/ 0 h 32861"/>
                  <a:gd name="connsiteX8" fmla="*/ 33338 w 33337"/>
                  <a:gd name="connsiteY8" fmla="*/ 18002 h 32861"/>
                  <a:gd name="connsiteX9" fmla="*/ 31623 w 33337"/>
                  <a:gd name="connsiteY9" fmla="*/ 19908 h 32861"/>
                  <a:gd name="connsiteX10" fmla="*/ 29908 w 33337"/>
                  <a:gd name="connsiteY10" fmla="*/ 21812 h 32861"/>
                  <a:gd name="connsiteX11" fmla="*/ 20860 w 33337"/>
                  <a:gd name="connsiteY11" fmla="*/ 13716 h 32861"/>
                  <a:gd name="connsiteX12" fmla="*/ 14383 w 33337"/>
                  <a:gd name="connsiteY12" fmla="*/ 20860 h 32861"/>
                  <a:gd name="connsiteX13" fmla="*/ 23431 w 33337"/>
                  <a:gd name="connsiteY13" fmla="*/ 29051 h 32861"/>
                  <a:gd name="connsiteX14" fmla="*/ 21717 w 33337"/>
                  <a:gd name="connsiteY14" fmla="*/ 30956 h 32861"/>
                  <a:gd name="connsiteX15" fmla="*/ 20002 w 33337"/>
                  <a:gd name="connsiteY15" fmla="*/ 32861 h 32861"/>
                  <a:gd name="connsiteX16" fmla="*/ 0 w 33337"/>
                  <a:gd name="connsiteY16" fmla="*/ 14859 h 32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3337" h="32861">
                    <a:moveTo>
                      <a:pt x="0" y="14859"/>
                    </a:moveTo>
                    <a:lnTo>
                      <a:pt x="1715" y="12954"/>
                    </a:lnTo>
                    <a:lnTo>
                      <a:pt x="3524" y="11049"/>
                    </a:lnTo>
                    <a:lnTo>
                      <a:pt x="10954" y="17812"/>
                    </a:lnTo>
                    <a:lnTo>
                      <a:pt x="17431" y="10573"/>
                    </a:lnTo>
                    <a:lnTo>
                      <a:pt x="9906" y="3810"/>
                    </a:lnTo>
                    <a:lnTo>
                      <a:pt x="11716" y="1905"/>
                    </a:lnTo>
                    <a:lnTo>
                      <a:pt x="13430" y="0"/>
                    </a:lnTo>
                    <a:lnTo>
                      <a:pt x="33338" y="18002"/>
                    </a:lnTo>
                    <a:lnTo>
                      <a:pt x="31623" y="19908"/>
                    </a:lnTo>
                    <a:lnTo>
                      <a:pt x="29908" y="21812"/>
                    </a:lnTo>
                    <a:lnTo>
                      <a:pt x="20860" y="13716"/>
                    </a:lnTo>
                    <a:lnTo>
                      <a:pt x="14383" y="20860"/>
                    </a:lnTo>
                    <a:lnTo>
                      <a:pt x="23431" y="29051"/>
                    </a:lnTo>
                    <a:lnTo>
                      <a:pt x="21717" y="30956"/>
                    </a:lnTo>
                    <a:lnTo>
                      <a:pt x="20002" y="32861"/>
                    </a:lnTo>
                    <a:lnTo>
                      <a:pt x="0" y="14859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0" name="任意多边形: 形状 319"/>
              <p:cNvSpPr/>
              <p:nvPr/>
            </p:nvSpPr>
            <p:spPr>
              <a:xfrm>
                <a:off x="3025011" y="3346071"/>
                <a:ext cx="85667" cy="81775"/>
              </a:xfrm>
              <a:custGeom>
                <a:avLst/>
                <a:gdLst>
                  <a:gd name="connsiteX0" fmla="*/ 24765 w 33527"/>
                  <a:gd name="connsiteY0" fmla="*/ 28004 h 32004"/>
                  <a:gd name="connsiteX1" fmla="*/ 23431 w 33527"/>
                  <a:gd name="connsiteY1" fmla="*/ 30004 h 32004"/>
                  <a:gd name="connsiteX2" fmla="*/ 22003 w 33527"/>
                  <a:gd name="connsiteY2" fmla="*/ 32004 h 32004"/>
                  <a:gd name="connsiteX3" fmla="*/ 0 w 33527"/>
                  <a:gd name="connsiteY3" fmla="*/ 16574 h 32004"/>
                  <a:gd name="connsiteX4" fmla="*/ 1524 w 33527"/>
                  <a:gd name="connsiteY4" fmla="*/ 14383 h 32004"/>
                  <a:gd name="connsiteX5" fmla="*/ 3048 w 33527"/>
                  <a:gd name="connsiteY5" fmla="*/ 12097 h 32004"/>
                  <a:gd name="connsiteX6" fmla="*/ 24289 w 33527"/>
                  <a:gd name="connsiteY6" fmla="*/ 14859 h 32004"/>
                  <a:gd name="connsiteX7" fmla="*/ 8763 w 33527"/>
                  <a:gd name="connsiteY7" fmla="*/ 4001 h 32004"/>
                  <a:gd name="connsiteX8" fmla="*/ 10192 w 33527"/>
                  <a:gd name="connsiteY8" fmla="*/ 2000 h 32004"/>
                  <a:gd name="connsiteX9" fmla="*/ 11525 w 33527"/>
                  <a:gd name="connsiteY9" fmla="*/ 0 h 32004"/>
                  <a:gd name="connsiteX10" fmla="*/ 33528 w 33527"/>
                  <a:gd name="connsiteY10" fmla="*/ 15430 h 32004"/>
                  <a:gd name="connsiteX11" fmla="*/ 32099 w 33527"/>
                  <a:gd name="connsiteY11" fmla="*/ 17526 h 32004"/>
                  <a:gd name="connsiteX12" fmla="*/ 30575 w 33527"/>
                  <a:gd name="connsiteY12" fmla="*/ 19717 h 32004"/>
                  <a:gd name="connsiteX13" fmla="*/ 8858 w 33527"/>
                  <a:gd name="connsiteY13" fmla="*/ 16859 h 32004"/>
                  <a:gd name="connsiteX14" fmla="*/ 24765 w 33527"/>
                  <a:gd name="connsiteY14" fmla="*/ 28004 h 32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3527" h="32004">
                    <a:moveTo>
                      <a:pt x="24765" y="28004"/>
                    </a:moveTo>
                    <a:lnTo>
                      <a:pt x="23431" y="30004"/>
                    </a:lnTo>
                    <a:lnTo>
                      <a:pt x="22003" y="32004"/>
                    </a:lnTo>
                    <a:lnTo>
                      <a:pt x="0" y="16574"/>
                    </a:lnTo>
                    <a:lnTo>
                      <a:pt x="1524" y="14383"/>
                    </a:lnTo>
                    <a:lnTo>
                      <a:pt x="3048" y="12097"/>
                    </a:lnTo>
                    <a:lnTo>
                      <a:pt x="24289" y="14859"/>
                    </a:lnTo>
                    <a:lnTo>
                      <a:pt x="8763" y="4001"/>
                    </a:lnTo>
                    <a:lnTo>
                      <a:pt x="10192" y="2000"/>
                    </a:lnTo>
                    <a:lnTo>
                      <a:pt x="11525" y="0"/>
                    </a:lnTo>
                    <a:lnTo>
                      <a:pt x="33528" y="15430"/>
                    </a:lnTo>
                    <a:lnTo>
                      <a:pt x="32099" y="17526"/>
                    </a:lnTo>
                    <a:lnTo>
                      <a:pt x="30575" y="19717"/>
                    </a:lnTo>
                    <a:lnTo>
                      <a:pt x="8858" y="16859"/>
                    </a:lnTo>
                    <a:lnTo>
                      <a:pt x="24765" y="2800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3072468" y="3287374"/>
                <a:ext cx="71570" cy="64778"/>
              </a:xfrm>
              <a:custGeom>
                <a:avLst/>
                <a:gdLst>
                  <a:gd name="connsiteX0" fmla="*/ 18685 w 28010"/>
                  <a:gd name="connsiteY0" fmla="*/ 25026 h 25352"/>
                  <a:gd name="connsiteX1" fmla="*/ 493 w 28010"/>
                  <a:gd name="connsiteY1" fmla="*/ 15501 h 25352"/>
                  <a:gd name="connsiteX2" fmla="*/ 1064 w 28010"/>
                  <a:gd name="connsiteY2" fmla="*/ 5976 h 25352"/>
                  <a:gd name="connsiteX3" fmla="*/ 8589 w 28010"/>
                  <a:gd name="connsiteY3" fmla="*/ 71 h 25352"/>
                  <a:gd name="connsiteX4" fmla="*/ 19352 w 28010"/>
                  <a:gd name="connsiteY4" fmla="*/ 2166 h 25352"/>
                  <a:gd name="connsiteX5" fmla="*/ 26877 w 28010"/>
                  <a:gd name="connsiteY5" fmla="*/ 9786 h 25352"/>
                  <a:gd name="connsiteX6" fmla="*/ 26115 w 28010"/>
                  <a:gd name="connsiteY6" fmla="*/ 19311 h 25352"/>
                  <a:gd name="connsiteX7" fmla="*/ 18686 w 28010"/>
                  <a:gd name="connsiteY7" fmla="*/ 25217 h 25352"/>
                  <a:gd name="connsiteX8" fmla="*/ 22019 w 28010"/>
                  <a:gd name="connsiteY8" fmla="*/ 11596 h 25352"/>
                  <a:gd name="connsiteX9" fmla="*/ 16876 w 28010"/>
                  <a:gd name="connsiteY9" fmla="*/ 6833 h 25352"/>
                  <a:gd name="connsiteX10" fmla="*/ 9827 w 28010"/>
                  <a:gd name="connsiteY10" fmla="*/ 5119 h 25352"/>
                  <a:gd name="connsiteX11" fmla="*/ 5351 w 28010"/>
                  <a:gd name="connsiteY11" fmla="*/ 8262 h 25352"/>
                  <a:gd name="connsiteX12" fmla="*/ 5351 w 28010"/>
                  <a:gd name="connsiteY12" fmla="*/ 13786 h 25352"/>
                  <a:gd name="connsiteX13" fmla="*/ 10685 w 28010"/>
                  <a:gd name="connsiteY13" fmla="*/ 18644 h 25352"/>
                  <a:gd name="connsiteX14" fmla="*/ 17543 w 28010"/>
                  <a:gd name="connsiteY14" fmla="*/ 20264 h 25352"/>
                  <a:gd name="connsiteX15" fmla="*/ 22019 w 28010"/>
                  <a:gd name="connsiteY15" fmla="*/ 17120 h 25352"/>
                  <a:gd name="connsiteX16" fmla="*/ 22019 w 28010"/>
                  <a:gd name="connsiteY16" fmla="*/ 11596 h 25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010" h="25352">
                    <a:moveTo>
                      <a:pt x="18685" y="25026"/>
                    </a:moveTo>
                    <a:cubicBezTo>
                      <a:pt x="11248" y="25850"/>
                      <a:pt x="4053" y="22083"/>
                      <a:pt x="493" y="15501"/>
                    </a:cubicBezTo>
                    <a:cubicBezTo>
                      <a:pt x="-826" y="12413"/>
                      <a:pt x="-615" y="8884"/>
                      <a:pt x="1064" y="5976"/>
                    </a:cubicBezTo>
                    <a:cubicBezTo>
                      <a:pt x="2524" y="2949"/>
                      <a:pt x="5302" y="769"/>
                      <a:pt x="8589" y="71"/>
                    </a:cubicBezTo>
                    <a:cubicBezTo>
                      <a:pt x="12312" y="-537"/>
                      <a:pt x="16129" y="206"/>
                      <a:pt x="19352" y="2166"/>
                    </a:cubicBezTo>
                    <a:cubicBezTo>
                      <a:pt x="22695" y="3719"/>
                      <a:pt x="25366" y="6424"/>
                      <a:pt x="26877" y="9786"/>
                    </a:cubicBezTo>
                    <a:cubicBezTo>
                      <a:pt x="28124" y="12906"/>
                      <a:pt x="27842" y="16429"/>
                      <a:pt x="26115" y="19311"/>
                    </a:cubicBezTo>
                    <a:cubicBezTo>
                      <a:pt x="24664" y="22306"/>
                      <a:pt x="21931" y="24479"/>
                      <a:pt x="18686" y="25217"/>
                    </a:cubicBezTo>
                    <a:moveTo>
                      <a:pt x="22019" y="11596"/>
                    </a:moveTo>
                    <a:cubicBezTo>
                      <a:pt x="20873" y="9488"/>
                      <a:pt x="19066" y="7815"/>
                      <a:pt x="16876" y="6833"/>
                    </a:cubicBezTo>
                    <a:cubicBezTo>
                      <a:pt x="14769" y="5524"/>
                      <a:pt x="12300" y="4924"/>
                      <a:pt x="9827" y="5119"/>
                    </a:cubicBezTo>
                    <a:cubicBezTo>
                      <a:pt x="7885" y="5303"/>
                      <a:pt x="6183" y="6497"/>
                      <a:pt x="5351" y="8262"/>
                    </a:cubicBezTo>
                    <a:cubicBezTo>
                      <a:pt x="4344" y="9966"/>
                      <a:pt x="4344" y="12083"/>
                      <a:pt x="5351" y="13786"/>
                    </a:cubicBezTo>
                    <a:cubicBezTo>
                      <a:pt x="6546" y="15948"/>
                      <a:pt x="8421" y="17655"/>
                      <a:pt x="10685" y="18644"/>
                    </a:cubicBezTo>
                    <a:cubicBezTo>
                      <a:pt x="12748" y="19881"/>
                      <a:pt x="15144" y="20446"/>
                      <a:pt x="17543" y="20264"/>
                    </a:cubicBezTo>
                    <a:cubicBezTo>
                      <a:pt x="19459" y="20012"/>
                      <a:pt x="21132" y="18838"/>
                      <a:pt x="22019" y="17120"/>
                    </a:cubicBezTo>
                    <a:cubicBezTo>
                      <a:pt x="22968" y="15401"/>
                      <a:pt x="22968" y="13315"/>
                      <a:pt x="22019" y="11596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2" name="任意多边形: 形状 321"/>
              <p:cNvSpPr/>
              <p:nvPr/>
            </p:nvSpPr>
            <p:spPr>
              <a:xfrm>
                <a:off x="3098025" y="3238011"/>
                <a:ext cx="80071" cy="45998"/>
              </a:xfrm>
              <a:custGeom>
                <a:avLst/>
                <a:gdLst>
                  <a:gd name="connsiteX0" fmla="*/ 25146 w 31337"/>
                  <a:gd name="connsiteY0" fmla="*/ 18002 h 18002"/>
                  <a:gd name="connsiteX1" fmla="*/ 0 w 31337"/>
                  <a:gd name="connsiteY1" fmla="*/ 8382 h 18002"/>
                  <a:gd name="connsiteX2" fmla="*/ 952 w 31337"/>
                  <a:gd name="connsiteY2" fmla="*/ 5905 h 18002"/>
                  <a:gd name="connsiteX3" fmla="*/ 1905 w 31337"/>
                  <a:gd name="connsiteY3" fmla="*/ 3524 h 18002"/>
                  <a:gd name="connsiteX4" fmla="*/ 22479 w 31337"/>
                  <a:gd name="connsiteY4" fmla="*/ 11430 h 18002"/>
                  <a:gd name="connsiteX5" fmla="*/ 26956 w 31337"/>
                  <a:gd name="connsiteY5" fmla="*/ 0 h 18002"/>
                  <a:gd name="connsiteX6" fmla="*/ 29146 w 31337"/>
                  <a:gd name="connsiteY6" fmla="*/ 762 h 18002"/>
                  <a:gd name="connsiteX7" fmla="*/ 31337 w 31337"/>
                  <a:gd name="connsiteY7" fmla="*/ 1715 h 18002"/>
                  <a:gd name="connsiteX8" fmla="*/ 25146 w 31337"/>
                  <a:gd name="connsiteY8" fmla="*/ 18002 h 18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337" h="18002">
                    <a:moveTo>
                      <a:pt x="25146" y="18002"/>
                    </a:moveTo>
                    <a:lnTo>
                      <a:pt x="0" y="8382"/>
                    </a:lnTo>
                    <a:lnTo>
                      <a:pt x="952" y="5905"/>
                    </a:lnTo>
                    <a:lnTo>
                      <a:pt x="1905" y="3524"/>
                    </a:lnTo>
                    <a:lnTo>
                      <a:pt x="22479" y="11430"/>
                    </a:lnTo>
                    <a:lnTo>
                      <a:pt x="26956" y="0"/>
                    </a:lnTo>
                    <a:lnTo>
                      <a:pt x="29146" y="762"/>
                    </a:lnTo>
                    <a:lnTo>
                      <a:pt x="31337" y="1715"/>
                    </a:lnTo>
                    <a:lnTo>
                      <a:pt x="25146" y="18002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3" name="任意多边形: 形状 322"/>
              <p:cNvSpPr/>
              <p:nvPr/>
            </p:nvSpPr>
            <p:spPr>
              <a:xfrm>
                <a:off x="3122664" y="3151547"/>
                <a:ext cx="73353" cy="62542"/>
              </a:xfrm>
              <a:custGeom>
                <a:avLst/>
                <a:gdLst>
                  <a:gd name="connsiteX0" fmla="*/ 21901 w 28708"/>
                  <a:gd name="connsiteY0" fmla="*/ 23226 h 24477"/>
                  <a:gd name="connsiteX1" fmla="*/ 1803 w 28708"/>
                  <a:gd name="connsiteY1" fmla="*/ 18177 h 24477"/>
                  <a:gd name="connsiteX2" fmla="*/ 89 w 28708"/>
                  <a:gd name="connsiteY2" fmla="*/ 8652 h 24477"/>
                  <a:gd name="connsiteX3" fmla="*/ 5994 w 28708"/>
                  <a:gd name="connsiteY3" fmla="*/ 1128 h 24477"/>
                  <a:gd name="connsiteX4" fmla="*/ 16948 w 28708"/>
                  <a:gd name="connsiteY4" fmla="*/ 556 h 24477"/>
                  <a:gd name="connsiteX5" fmla="*/ 26473 w 28708"/>
                  <a:gd name="connsiteY5" fmla="*/ 6176 h 24477"/>
                  <a:gd name="connsiteX6" fmla="*/ 22772 w 28708"/>
                  <a:gd name="connsiteY6" fmla="*/ 22740 h 24477"/>
                  <a:gd name="connsiteX7" fmla="*/ 22282 w 28708"/>
                  <a:gd name="connsiteY7" fmla="*/ 23035 h 24477"/>
                  <a:gd name="connsiteX8" fmla="*/ 22282 w 28708"/>
                  <a:gd name="connsiteY8" fmla="*/ 8938 h 24477"/>
                  <a:gd name="connsiteX9" fmla="*/ 16091 w 28708"/>
                  <a:gd name="connsiteY9" fmla="*/ 5604 h 24477"/>
                  <a:gd name="connsiteX10" fmla="*/ 8852 w 28708"/>
                  <a:gd name="connsiteY10" fmla="*/ 5604 h 24477"/>
                  <a:gd name="connsiteX11" fmla="*/ 5232 w 28708"/>
                  <a:gd name="connsiteY11" fmla="*/ 9795 h 24477"/>
                  <a:gd name="connsiteX12" fmla="*/ 6471 w 28708"/>
                  <a:gd name="connsiteY12" fmla="*/ 15225 h 24477"/>
                  <a:gd name="connsiteX13" fmla="*/ 12852 w 28708"/>
                  <a:gd name="connsiteY13" fmla="*/ 18653 h 24477"/>
                  <a:gd name="connsiteX14" fmla="*/ 19901 w 28708"/>
                  <a:gd name="connsiteY14" fmla="*/ 18653 h 24477"/>
                  <a:gd name="connsiteX15" fmla="*/ 23520 w 28708"/>
                  <a:gd name="connsiteY15" fmla="*/ 14462 h 24477"/>
                  <a:gd name="connsiteX16" fmla="*/ 22282 w 28708"/>
                  <a:gd name="connsiteY16" fmla="*/ 9033 h 2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708" h="24477">
                    <a:moveTo>
                      <a:pt x="21901" y="23226"/>
                    </a:moveTo>
                    <a:cubicBezTo>
                      <a:pt x="14800" y="25811"/>
                      <a:pt x="6840" y="23812"/>
                      <a:pt x="1803" y="18177"/>
                    </a:cubicBezTo>
                    <a:cubicBezTo>
                      <a:pt x="-258" y="15459"/>
                      <a:pt x="-896" y="11919"/>
                      <a:pt x="89" y="8652"/>
                    </a:cubicBezTo>
                    <a:cubicBezTo>
                      <a:pt x="826" y="5384"/>
                      <a:pt x="2995" y="2620"/>
                      <a:pt x="5994" y="1128"/>
                    </a:cubicBezTo>
                    <a:cubicBezTo>
                      <a:pt x="9468" y="-331"/>
                      <a:pt x="13342" y="-534"/>
                      <a:pt x="16948" y="556"/>
                    </a:cubicBezTo>
                    <a:cubicBezTo>
                      <a:pt x="20693" y="1230"/>
                      <a:pt x="24072" y="3224"/>
                      <a:pt x="26473" y="6176"/>
                    </a:cubicBezTo>
                    <a:cubicBezTo>
                      <a:pt x="30025" y="11772"/>
                      <a:pt x="28368" y="19188"/>
                      <a:pt x="22772" y="22740"/>
                    </a:cubicBezTo>
                    <a:cubicBezTo>
                      <a:pt x="22611" y="22842"/>
                      <a:pt x="22448" y="22941"/>
                      <a:pt x="22282" y="23035"/>
                    </a:cubicBezTo>
                    <a:moveTo>
                      <a:pt x="22282" y="8938"/>
                    </a:moveTo>
                    <a:cubicBezTo>
                      <a:pt x="20624" y="7199"/>
                      <a:pt x="18456" y="6031"/>
                      <a:pt x="16091" y="5604"/>
                    </a:cubicBezTo>
                    <a:cubicBezTo>
                      <a:pt x="13740" y="4833"/>
                      <a:pt x="11203" y="4833"/>
                      <a:pt x="8852" y="5604"/>
                    </a:cubicBezTo>
                    <a:cubicBezTo>
                      <a:pt x="7004" y="6284"/>
                      <a:pt x="5636" y="7868"/>
                      <a:pt x="5232" y="9795"/>
                    </a:cubicBezTo>
                    <a:cubicBezTo>
                      <a:pt x="4712" y="11698"/>
                      <a:pt x="5177" y="13735"/>
                      <a:pt x="6471" y="15225"/>
                    </a:cubicBezTo>
                    <a:cubicBezTo>
                      <a:pt x="8219" y="16964"/>
                      <a:pt x="10437" y="18156"/>
                      <a:pt x="12852" y="18653"/>
                    </a:cubicBezTo>
                    <a:cubicBezTo>
                      <a:pt x="15145" y="19383"/>
                      <a:pt x="17608" y="19383"/>
                      <a:pt x="19901" y="18653"/>
                    </a:cubicBezTo>
                    <a:cubicBezTo>
                      <a:pt x="21718" y="17930"/>
                      <a:pt x="23069" y="16366"/>
                      <a:pt x="23520" y="14462"/>
                    </a:cubicBezTo>
                    <a:cubicBezTo>
                      <a:pt x="24040" y="12559"/>
                      <a:pt x="23576" y="10523"/>
                      <a:pt x="22282" y="9033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3135859" y="3071292"/>
                <a:ext cx="74761" cy="61009"/>
              </a:xfrm>
              <a:custGeom>
                <a:avLst/>
                <a:gdLst>
                  <a:gd name="connsiteX0" fmla="*/ 27977 w 29259"/>
                  <a:gd name="connsiteY0" fmla="*/ 13105 h 23877"/>
                  <a:gd name="connsiteX1" fmla="*/ 23405 w 29259"/>
                  <a:gd name="connsiteY1" fmla="*/ 21296 h 23877"/>
                  <a:gd name="connsiteX2" fmla="*/ 12927 w 29259"/>
                  <a:gd name="connsiteY2" fmla="*/ 23582 h 23877"/>
                  <a:gd name="connsiteX3" fmla="*/ 2831 w 29259"/>
                  <a:gd name="connsiteY3" fmla="*/ 19391 h 23877"/>
                  <a:gd name="connsiteX4" fmla="*/ -217 w 29259"/>
                  <a:gd name="connsiteY4" fmla="*/ 9866 h 23877"/>
                  <a:gd name="connsiteX5" fmla="*/ 2831 w 29259"/>
                  <a:gd name="connsiteY5" fmla="*/ 2723 h 23877"/>
                  <a:gd name="connsiteX6" fmla="*/ 9784 w 29259"/>
                  <a:gd name="connsiteY6" fmla="*/ -135 h 23877"/>
                  <a:gd name="connsiteX7" fmla="*/ 9308 w 29259"/>
                  <a:gd name="connsiteY7" fmla="*/ 5009 h 23877"/>
                  <a:gd name="connsiteX8" fmla="*/ 6069 w 29259"/>
                  <a:gd name="connsiteY8" fmla="*/ 6533 h 23877"/>
                  <a:gd name="connsiteX9" fmla="*/ 4450 w 29259"/>
                  <a:gd name="connsiteY9" fmla="*/ 10057 h 23877"/>
                  <a:gd name="connsiteX10" fmla="*/ 6545 w 29259"/>
                  <a:gd name="connsiteY10" fmla="*/ 15486 h 23877"/>
                  <a:gd name="connsiteX11" fmla="*/ 13308 w 29259"/>
                  <a:gd name="connsiteY11" fmla="*/ 17963 h 23877"/>
                  <a:gd name="connsiteX12" fmla="*/ 20452 w 29259"/>
                  <a:gd name="connsiteY12" fmla="*/ 16820 h 23877"/>
                  <a:gd name="connsiteX13" fmla="*/ 23309 w 29259"/>
                  <a:gd name="connsiteY13" fmla="*/ 11676 h 23877"/>
                  <a:gd name="connsiteX14" fmla="*/ 23310 w 29259"/>
                  <a:gd name="connsiteY14" fmla="*/ 11676 h 23877"/>
                  <a:gd name="connsiteX15" fmla="*/ 21214 w 29259"/>
                  <a:gd name="connsiteY15" fmla="*/ 6819 h 23877"/>
                  <a:gd name="connsiteX16" fmla="*/ 18071 w 29259"/>
                  <a:gd name="connsiteY16" fmla="*/ 5199 h 23877"/>
                  <a:gd name="connsiteX17" fmla="*/ 18071 w 29259"/>
                  <a:gd name="connsiteY17" fmla="*/ 5199 h 23877"/>
                  <a:gd name="connsiteX18" fmla="*/ 18071 w 29259"/>
                  <a:gd name="connsiteY18" fmla="*/ 10914 h 23877"/>
                  <a:gd name="connsiteX19" fmla="*/ 13403 w 29259"/>
                  <a:gd name="connsiteY19" fmla="*/ 10914 h 23877"/>
                  <a:gd name="connsiteX20" fmla="*/ 14356 w 29259"/>
                  <a:gd name="connsiteY20" fmla="*/ 627 h 23877"/>
                  <a:gd name="connsiteX21" fmla="*/ 28739 w 29259"/>
                  <a:gd name="connsiteY21" fmla="*/ 1866 h 23877"/>
                  <a:gd name="connsiteX22" fmla="*/ 28739 w 29259"/>
                  <a:gd name="connsiteY22" fmla="*/ 5295 h 23877"/>
                  <a:gd name="connsiteX23" fmla="*/ 25215 w 29259"/>
                  <a:gd name="connsiteY23" fmla="*/ 5295 h 23877"/>
                  <a:gd name="connsiteX24" fmla="*/ 25691 w 29259"/>
                  <a:gd name="connsiteY24" fmla="*/ 5295 h 23877"/>
                  <a:gd name="connsiteX25" fmla="*/ 28834 w 29259"/>
                  <a:gd name="connsiteY25" fmla="*/ 12629 h 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29259" h="23877">
                    <a:moveTo>
                      <a:pt x="27977" y="13105"/>
                    </a:moveTo>
                    <a:cubicBezTo>
                      <a:pt x="27844" y="16408"/>
                      <a:pt x="26146" y="19449"/>
                      <a:pt x="23405" y="21296"/>
                    </a:cubicBezTo>
                    <a:cubicBezTo>
                      <a:pt x="20305" y="23303"/>
                      <a:pt x="16581" y="24115"/>
                      <a:pt x="12927" y="23582"/>
                    </a:cubicBezTo>
                    <a:cubicBezTo>
                      <a:pt x="9172" y="23422"/>
                      <a:pt x="5595" y="21937"/>
                      <a:pt x="2831" y="19391"/>
                    </a:cubicBezTo>
                    <a:cubicBezTo>
                      <a:pt x="340" y="16892"/>
                      <a:pt x="-795" y="13347"/>
                      <a:pt x="-217" y="9866"/>
                    </a:cubicBezTo>
                    <a:cubicBezTo>
                      <a:pt x="-82" y="7198"/>
                      <a:pt x="998" y="4666"/>
                      <a:pt x="2831" y="2723"/>
                    </a:cubicBezTo>
                    <a:cubicBezTo>
                      <a:pt x="4659" y="857"/>
                      <a:pt x="7173" y="-176"/>
                      <a:pt x="9784" y="-135"/>
                    </a:cubicBezTo>
                    <a:lnTo>
                      <a:pt x="9308" y="5009"/>
                    </a:lnTo>
                    <a:cubicBezTo>
                      <a:pt x="8081" y="5113"/>
                      <a:pt x="6931" y="5654"/>
                      <a:pt x="6069" y="6533"/>
                    </a:cubicBezTo>
                    <a:cubicBezTo>
                      <a:pt x="5135" y="7483"/>
                      <a:pt x="4562" y="8730"/>
                      <a:pt x="4450" y="10057"/>
                    </a:cubicBezTo>
                    <a:cubicBezTo>
                      <a:pt x="4184" y="12105"/>
                      <a:pt x="4972" y="14148"/>
                      <a:pt x="6545" y="15486"/>
                    </a:cubicBezTo>
                    <a:cubicBezTo>
                      <a:pt x="8444" y="17071"/>
                      <a:pt x="10835" y="17946"/>
                      <a:pt x="13308" y="17963"/>
                    </a:cubicBezTo>
                    <a:cubicBezTo>
                      <a:pt x="15750" y="18359"/>
                      <a:pt x="18255" y="17958"/>
                      <a:pt x="20452" y="16820"/>
                    </a:cubicBezTo>
                    <a:cubicBezTo>
                      <a:pt x="22139" y="15631"/>
                      <a:pt x="23192" y="13737"/>
                      <a:pt x="23309" y="11676"/>
                    </a:cubicBezTo>
                    <a:lnTo>
                      <a:pt x="23310" y="11676"/>
                    </a:lnTo>
                    <a:cubicBezTo>
                      <a:pt x="23482" y="9806"/>
                      <a:pt x="22693" y="7976"/>
                      <a:pt x="21214" y="6819"/>
                    </a:cubicBezTo>
                    <a:cubicBezTo>
                      <a:pt x="20277" y="6088"/>
                      <a:pt x="19210" y="5538"/>
                      <a:pt x="18071" y="5199"/>
                    </a:cubicBezTo>
                    <a:lnTo>
                      <a:pt x="18071" y="5199"/>
                    </a:lnTo>
                    <a:lnTo>
                      <a:pt x="18071" y="10914"/>
                    </a:lnTo>
                    <a:lnTo>
                      <a:pt x="13403" y="10914"/>
                    </a:lnTo>
                    <a:lnTo>
                      <a:pt x="14356" y="627"/>
                    </a:lnTo>
                    <a:lnTo>
                      <a:pt x="28739" y="1866"/>
                    </a:lnTo>
                    <a:lnTo>
                      <a:pt x="28739" y="5295"/>
                    </a:lnTo>
                    <a:lnTo>
                      <a:pt x="25215" y="5295"/>
                    </a:lnTo>
                    <a:lnTo>
                      <a:pt x="25691" y="5295"/>
                    </a:lnTo>
                    <a:cubicBezTo>
                      <a:pt x="27986" y="6992"/>
                      <a:pt x="29187" y="9796"/>
                      <a:pt x="28834" y="1262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5" name="任意多边形: 形状 324"/>
              <p:cNvSpPr/>
              <p:nvPr/>
            </p:nvSpPr>
            <p:spPr>
              <a:xfrm>
                <a:off x="3139886" y="2999743"/>
                <a:ext cx="69848" cy="55976"/>
              </a:xfrm>
              <a:custGeom>
                <a:avLst/>
                <a:gdLst>
                  <a:gd name="connsiteX0" fmla="*/ 17240 w 27336"/>
                  <a:gd name="connsiteY0" fmla="*/ 12668 h 21907"/>
                  <a:gd name="connsiteX1" fmla="*/ 762 w 27336"/>
                  <a:gd name="connsiteY1" fmla="*/ 21907 h 21907"/>
                  <a:gd name="connsiteX2" fmla="*/ 667 w 27336"/>
                  <a:gd name="connsiteY2" fmla="*/ 18859 h 21907"/>
                  <a:gd name="connsiteX3" fmla="*/ 572 w 27336"/>
                  <a:gd name="connsiteY3" fmla="*/ 15811 h 21907"/>
                  <a:gd name="connsiteX4" fmla="*/ 12002 w 27336"/>
                  <a:gd name="connsiteY4" fmla="*/ 10192 h 21907"/>
                  <a:gd name="connsiteX5" fmla="*/ 12097 w 27336"/>
                  <a:gd name="connsiteY5" fmla="*/ 10192 h 21907"/>
                  <a:gd name="connsiteX6" fmla="*/ 191 w 27336"/>
                  <a:gd name="connsiteY6" fmla="*/ 5810 h 21907"/>
                  <a:gd name="connsiteX7" fmla="*/ 95 w 27336"/>
                  <a:gd name="connsiteY7" fmla="*/ 2857 h 21907"/>
                  <a:gd name="connsiteX8" fmla="*/ 0 w 27336"/>
                  <a:gd name="connsiteY8" fmla="*/ 0 h 21907"/>
                  <a:gd name="connsiteX9" fmla="*/ 16955 w 27336"/>
                  <a:gd name="connsiteY9" fmla="*/ 7525 h 21907"/>
                  <a:gd name="connsiteX10" fmla="*/ 27146 w 27336"/>
                  <a:gd name="connsiteY10" fmla="*/ 7144 h 21907"/>
                  <a:gd name="connsiteX11" fmla="*/ 27242 w 27336"/>
                  <a:gd name="connsiteY11" fmla="*/ 9811 h 21907"/>
                  <a:gd name="connsiteX12" fmla="*/ 27337 w 27336"/>
                  <a:gd name="connsiteY12" fmla="*/ 12382 h 21907"/>
                  <a:gd name="connsiteX13" fmla="*/ 17240 w 27336"/>
                  <a:gd name="connsiteY13" fmla="*/ 12668 h 21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7336" h="21907">
                    <a:moveTo>
                      <a:pt x="17240" y="12668"/>
                    </a:moveTo>
                    <a:lnTo>
                      <a:pt x="762" y="21907"/>
                    </a:lnTo>
                    <a:lnTo>
                      <a:pt x="667" y="18859"/>
                    </a:lnTo>
                    <a:lnTo>
                      <a:pt x="572" y="15811"/>
                    </a:lnTo>
                    <a:lnTo>
                      <a:pt x="12002" y="10192"/>
                    </a:lnTo>
                    <a:lnTo>
                      <a:pt x="12097" y="10192"/>
                    </a:lnTo>
                    <a:lnTo>
                      <a:pt x="191" y="5810"/>
                    </a:lnTo>
                    <a:lnTo>
                      <a:pt x="95" y="2857"/>
                    </a:lnTo>
                    <a:lnTo>
                      <a:pt x="0" y="0"/>
                    </a:lnTo>
                    <a:lnTo>
                      <a:pt x="16955" y="7525"/>
                    </a:lnTo>
                    <a:lnTo>
                      <a:pt x="27146" y="7144"/>
                    </a:lnTo>
                    <a:lnTo>
                      <a:pt x="27242" y="9811"/>
                    </a:lnTo>
                    <a:lnTo>
                      <a:pt x="27337" y="12382"/>
                    </a:lnTo>
                    <a:lnTo>
                      <a:pt x="17240" y="1266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: 形状 10"/>
          <p:cNvSpPr/>
          <p:nvPr/>
        </p:nvSpPr>
        <p:spPr>
          <a:xfrm>
            <a:off x="9135876" y="4450222"/>
            <a:ext cx="4372966" cy="4372956"/>
          </a:xfrm>
          <a:custGeom>
            <a:avLst/>
            <a:gdLst>
              <a:gd name="connsiteX0" fmla="*/ 3394890 w 5883342"/>
              <a:gd name="connsiteY0" fmla="*/ 5296841 h 5883329"/>
              <a:gd name="connsiteX1" fmla="*/ 3441420 w 5883342"/>
              <a:gd name="connsiteY1" fmla="*/ 5314302 h 5883329"/>
              <a:gd name="connsiteX2" fmla="*/ 3474176 w 5883342"/>
              <a:gd name="connsiteY2" fmla="*/ 5383872 h 5883329"/>
              <a:gd name="connsiteX3" fmla="*/ 3469537 w 5883342"/>
              <a:gd name="connsiteY3" fmla="*/ 5458661 h 5883329"/>
              <a:gd name="connsiteX4" fmla="*/ 3459392 w 5883342"/>
              <a:gd name="connsiteY4" fmla="*/ 5473792 h 5883329"/>
              <a:gd name="connsiteX5" fmla="*/ 3366050 w 5883342"/>
              <a:gd name="connsiteY5" fmla="*/ 5478952 h 5883329"/>
              <a:gd name="connsiteX6" fmla="*/ 3333584 w 5883342"/>
              <a:gd name="connsiteY6" fmla="*/ 5411121 h 5883329"/>
              <a:gd name="connsiteX7" fmla="*/ 3338223 w 5883342"/>
              <a:gd name="connsiteY7" fmla="*/ 5334304 h 5883329"/>
              <a:gd name="connsiteX8" fmla="*/ 3349644 w 5883342"/>
              <a:gd name="connsiteY8" fmla="*/ 5317404 h 5883329"/>
              <a:gd name="connsiteX9" fmla="*/ 3394890 w 5883342"/>
              <a:gd name="connsiteY9" fmla="*/ 5296841 h 5883329"/>
              <a:gd name="connsiteX10" fmla="*/ 3047186 w 5883342"/>
              <a:gd name="connsiteY10" fmla="*/ 5295461 h 5883329"/>
              <a:gd name="connsiteX11" fmla="*/ 2853258 w 5883342"/>
              <a:gd name="connsiteY11" fmla="*/ 5298939 h 5883329"/>
              <a:gd name="connsiteX12" fmla="*/ 2858476 w 5883342"/>
              <a:gd name="connsiteY12" fmla="*/ 5585337 h 5883329"/>
              <a:gd name="connsiteX13" fmla="*/ 3053274 w 5883342"/>
              <a:gd name="connsiteY13" fmla="*/ 5581569 h 5883329"/>
              <a:gd name="connsiteX14" fmla="*/ 3053274 w 5883342"/>
              <a:gd name="connsiteY14" fmla="*/ 5556059 h 5883329"/>
              <a:gd name="connsiteX15" fmla="*/ 3053274 w 5883342"/>
              <a:gd name="connsiteY15" fmla="*/ 5530840 h 5883329"/>
              <a:gd name="connsiteX16" fmla="*/ 2908336 w 5883342"/>
              <a:gd name="connsiteY16" fmla="*/ 5533449 h 5883329"/>
              <a:gd name="connsiteX17" fmla="*/ 2908336 w 5883342"/>
              <a:gd name="connsiteY17" fmla="*/ 5458951 h 5883329"/>
              <a:gd name="connsiteX18" fmla="*/ 3037041 w 5883342"/>
              <a:gd name="connsiteY18" fmla="*/ 5456632 h 5883329"/>
              <a:gd name="connsiteX19" fmla="*/ 3037041 w 5883342"/>
              <a:gd name="connsiteY19" fmla="*/ 5431992 h 5883329"/>
              <a:gd name="connsiteX20" fmla="*/ 3037041 w 5883342"/>
              <a:gd name="connsiteY20" fmla="*/ 5407353 h 5883329"/>
              <a:gd name="connsiteX21" fmla="*/ 2908336 w 5883342"/>
              <a:gd name="connsiteY21" fmla="*/ 5409672 h 5883329"/>
              <a:gd name="connsiteX22" fmla="*/ 2908336 w 5883342"/>
              <a:gd name="connsiteY22" fmla="*/ 5348798 h 5883329"/>
              <a:gd name="connsiteX23" fmla="*/ 3047186 w 5883342"/>
              <a:gd name="connsiteY23" fmla="*/ 5346478 h 5883329"/>
              <a:gd name="connsiteX24" fmla="*/ 3047186 w 5883342"/>
              <a:gd name="connsiteY24" fmla="*/ 5320970 h 5883329"/>
              <a:gd name="connsiteX25" fmla="*/ 2571789 w 5883342"/>
              <a:gd name="connsiteY25" fmla="*/ 5273430 h 5883329"/>
              <a:gd name="connsiteX26" fmla="*/ 2568599 w 5883342"/>
              <a:gd name="connsiteY26" fmla="*/ 5298649 h 5883329"/>
              <a:gd name="connsiteX27" fmla="*/ 2565701 w 5883342"/>
              <a:gd name="connsiteY27" fmla="*/ 5323868 h 5883329"/>
              <a:gd name="connsiteX28" fmla="*/ 2644547 w 5883342"/>
              <a:gd name="connsiteY28" fmla="*/ 5333434 h 5883329"/>
              <a:gd name="connsiteX29" fmla="*/ 2615559 w 5883342"/>
              <a:gd name="connsiteY29" fmla="*/ 5567075 h 5883329"/>
              <a:gd name="connsiteX30" fmla="*/ 2644547 w 5883342"/>
              <a:gd name="connsiteY30" fmla="*/ 5570553 h 5883329"/>
              <a:gd name="connsiteX31" fmla="*/ 2671507 w 5883342"/>
              <a:gd name="connsiteY31" fmla="*/ 5573742 h 5883329"/>
              <a:gd name="connsiteX32" fmla="*/ 2700494 w 5883342"/>
              <a:gd name="connsiteY32" fmla="*/ 5340102 h 5883329"/>
              <a:gd name="connsiteX33" fmla="*/ 2779630 w 5883342"/>
              <a:gd name="connsiteY33" fmla="*/ 5349958 h 5883329"/>
              <a:gd name="connsiteX34" fmla="*/ 2782528 w 5883342"/>
              <a:gd name="connsiteY34" fmla="*/ 5324448 h 5883329"/>
              <a:gd name="connsiteX35" fmla="*/ 2784267 w 5883342"/>
              <a:gd name="connsiteY35" fmla="*/ 5299519 h 5883329"/>
              <a:gd name="connsiteX36" fmla="*/ 3417373 w 5883342"/>
              <a:gd name="connsiteY36" fmla="*/ 5247863 h 5883329"/>
              <a:gd name="connsiteX37" fmla="*/ 3293291 w 5883342"/>
              <a:gd name="connsiteY37" fmla="*/ 5307056 h 5883329"/>
              <a:gd name="connsiteX38" fmla="*/ 3280827 w 5883342"/>
              <a:gd name="connsiteY38" fmla="*/ 5423006 h 5883329"/>
              <a:gd name="connsiteX39" fmla="*/ 3335324 w 5883342"/>
              <a:gd name="connsiteY39" fmla="*/ 5523593 h 5883329"/>
              <a:gd name="connsiteX40" fmla="*/ 3343643 w 5883342"/>
              <a:gd name="connsiteY40" fmla="*/ 5529217 h 5883329"/>
              <a:gd name="connsiteX41" fmla="*/ 3516787 w 5883342"/>
              <a:gd name="connsiteY41" fmla="*/ 5488228 h 5883329"/>
              <a:gd name="connsiteX42" fmla="*/ 3529251 w 5883342"/>
              <a:gd name="connsiteY42" fmla="*/ 5374596 h 5883329"/>
              <a:gd name="connsiteX43" fmla="*/ 3474754 w 5883342"/>
              <a:gd name="connsiteY43" fmla="*/ 5271691 h 5883329"/>
              <a:gd name="connsiteX44" fmla="*/ 3463914 w 5883342"/>
              <a:gd name="connsiteY44" fmla="*/ 5264386 h 5883329"/>
              <a:gd name="connsiteX45" fmla="*/ 3417373 w 5883342"/>
              <a:gd name="connsiteY45" fmla="*/ 5247863 h 5883329"/>
              <a:gd name="connsiteX46" fmla="*/ 2303941 w 5883342"/>
              <a:gd name="connsiteY46" fmla="*/ 5211976 h 5883329"/>
              <a:gd name="connsiteX47" fmla="*/ 2260750 w 5883342"/>
              <a:gd name="connsiteY47" fmla="*/ 5385902 h 5883329"/>
              <a:gd name="connsiteX48" fmla="*/ 2265099 w 5883342"/>
              <a:gd name="connsiteY48" fmla="*/ 5476923 h 5883329"/>
              <a:gd name="connsiteX49" fmla="*/ 2336119 w 5883342"/>
              <a:gd name="connsiteY49" fmla="*/ 5523883 h 5883329"/>
              <a:gd name="connsiteX50" fmla="*/ 2421631 w 5883342"/>
              <a:gd name="connsiteY50" fmla="*/ 5517216 h 5883329"/>
              <a:gd name="connsiteX51" fmla="*/ 2467142 w 5883342"/>
              <a:gd name="connsiteY51" fmla="*/ 5437210 h 5883329"/>
              <a:gd name="connsiteX52" fmla="*/ 2509175 w 5883342"/>
              <a:gd name="connsiteY52" fmla="*/ 5263284 h 5883329"/>
              <a:gd name="connsiteX53" fmla="*/ 2482506 w 5883342"/>
              <a:gd name="connsiteY53" fmla="*/ 5256617 h 5883329"/>
              <a:gd name="connsiteX54" fmla="*/ 2455838 w 5883342"/>
              <a:gd name="connsiteY54" fmla="*/ 5250240 h 5883329"/>
              <a:gd name="connsiteX55" fmla="*/ 2412066 w 5883342"/>
              <a:gd name="connsiteY55" fmla="*/ 5424166 h 5883329"/>
              <a:gd name="connsiteX56" fmla="*/ 2389165 w 5883342"/>
              <a:gd name="connsiteY56" fmla="*/ 5467357 h 5883329"/>
              <a:gd name="connsiteX57" fmla="*/ 2347423 w 5883342"/>
              <a:gd name="connsiteY57" fmla="*/ 5471416 h 5883329"/>
              <a:gd name="connsiteX58" fmla="*/ 2313798 w 5883342"/>
              <a:gd name="connsiteY58" fmla="*/ 5447356 h 5883329"/>
              <a:gd name="connsiteX59" fmla="*/ 2313798 w 5883342"/>
              <a:gd name="connsiteY59" fmla="*/ 5399236 h 5883329"/>
              <a:gd name="connsiteX60" fmla="*/ 2357279 w 5883342"/>
              <a:gd name="connsiteY60" fmla="*/ 5225310 h 5883329"/>
              <a:gd name="connsiteX61" fmla="*/ 2330611 w 5883342"/>
              <a:gd name="connsiteY61" fmla="*/ 5218644 h 5883329"/>
              <a:gd name="connsiteX62" fmla="*/ 3758545 w 5883342"/>
              <a:gd name="connsiteY62" fmla="*/ 5155161 h 5883329"/>
              <a:gd name="connsiteX63" fmla="*/ 3580270 w 5883342"/>
              <a:gd name="connsiteY63" fmla="*/ 5213136 h 5883329"/>
              <a:gd name="connsiteX64" fmla="*/ 3667233 w 5883342"/>
              <a:gd name="connsiteY64" fmla="*/ 5485329 h 5883329"/>
              <a:gd name="connsiteX65" fmla="*/ 3693611 w 5883342"/>
              <a:gd name="connsiteY65" fmla="*/ 5476633 h 5883329"/>
              <a:gd name="connsiteX66" fmla="*/ 3719701 w 5883342"/>
              <a:gd name="connsiteY66" fmla="*/ 5468227 h 5883329"/>
              <a:gd name="connsiteX67" fmla="*/ 3683466 w 5883342"/>
              <a:gd name="connsiteY67" fmla="*/ 5353146 h 5883329"/>
              <a:gd name="connsiteX68" fmla="*/ 3793329 w 5883342"/>
              <a:gd name="connsiteY68" fmla="*/ 5317491 h 5883329"/>
              <a:gd name="connsiteX69" fmla="*/ 3785793 w 5883342"/>
              <a:gd name="connsiteY69" fmla="*/ 5294011 h 5883329"/>
              <a:gd name="connsiteX70" fmla="*/ 3777966 w 5883342"/>
              <a:gd name="connsiteY70" fmla="*/ 5270531 h 5883329"/>
              <a:gd name="connsiteX71" fmla="*/ 3668392 w 5883342"/>
              <a:gd name="connsiteY71" fmla="*/ 5306186 h 5883329"/>
              <a:gd name="connsiteX72" fmla="*/ 3648390 w 5883342"/>
              <a:gd name="connsiteY72" fmla="*/ 5244442 h 5883329"/>
              <a:gd name="connsiteX73" fmla="*/ 3774198 w 5883342"/>
              <a:gd name="connsiteY73" fmla="*/ 5203570 h 5883329"/>
              <a:gd name="connsiteX74" fmla="*/ 3766370 w 5883342"/>
              <a:gd name="connsiteY74" fmla="*/ 5179220 h 5883329"/>
              <a:gd name="connsiteX75" fmla="*/ 2041024 w 5883342"/>
              <a:gd name="connsiteY75" fmla="*/ 5122405 h 5883329"/>
              <a:gd name="connsiteX76" fmla="*/ 2032617 w 5883342"/>
              <a:gd name="connsiteY76" fmla="*/ 5146464 h 5883329"/>
              <a:gd name="connsiteX77" fmla="*/ 2024501 w 5883342"/>
              <a:gd name="connsiteY77" fmla="*/ 5170524 h 5883329"/>
              <a:gd name="connsiteX78" fmla="*/ 2099578 w 5883342"/>
              <a:gd name="connsiteY78" fmla="*/ 5196323 h 5883329"/>
              <a:gd name="connsiteX79" fmla="*/ 2023050 w 5883342"/>
              <a:gd name="connsiteY79" fmla="*/ 5418947 h 5883329"/>
              <a:gd name="connsiteX80" fmla="*/ 2049140 w 5883342"/>
              <a:gd name="connsiteY80" fmla="*/ 5427934 h 5883329"/>
              <a:gd name="connsiteX81" fmla="*/ 2074940 w 5883342"/>
              <a:gd name="connsiteY81" fmla="*/ 5436921 h 5883329"/>
              <a:gd name="connsiteX82" fmla="*/ 2151467 w 5883342"/>
              <a:gd name="connsiteY82" fmla="*/ 5214295 h 5883329"/>
              <a:gd name="connsiteX83" fmla="*/ 2226835 w 5883342"/>
              <a:gd name="connsiteY83" fmla="*/ 5240094 h 5883329"/>
              <a:gd name="connsiteX84" fmla="*/ 2235241 w 5883342"/>
              <a:gd name="connsiteY84" fmla="*/ 5216034 h 5883329"/>
              <a:gd name="connsiteX85" fmla="*/ 2243938 w 5883342"/>
              <a:gd name="connsiteY85" fmla="*/ 5192265 h 5883329"/>
              <a:gd name="connsiteX86" fmla="*/ 1936958 w 5883342"/>
              <a:gd name="connsiteY86" fmla="*/ 5071386 h 5883329"/>
              <a:gd name="connsiteX87" fmla="*/ 1816080 w 5883342"/>
              <a:gd name="connsiteY87" fmla="*/ 5330826 h 5883329"/>
              <a:gd name="connsiteX88" fmla="*/ 1841009 w 5883342"/>
              <a:gd name="connsiteY88" fmla="*/ 5342421 h 5883329"/>
              <a:gd name="connsiteX89" fmla="*/ 1865648 w 5883342"/>
              <a:gd name="connsiteY89" fmla="*/ 5354015 h 5883329"/>
              <a:gd name="connsiteX90" fmla="*/ 1986816 w 5883342"/>
              <a:gd name="connsiteY90" fmla="*/ 5094577 h 5883329"/>
              <a:gd name="connsiteX91" fmla="*/ 1961597 w 5883342"/>
              <a:gd name="connsiteY91" fmla="*/ 5082981 h 5883329"/>
              <a:gd name="connsiteX92" fmla="*/ 4108425 w 5883342"/>
              <a:gd name="connsiteY92" fmla="*/ 4985583 h 5883329"/>
              <a:gd name="connsiteX93" fmla="*/ 3919426 w 5883342"/>
              <a:gd name="connsiteY93" fmla="*/ 5085880 h 5883329"/>
              <a:gd name="connsiteX94" fmla="*/ 3931310 w 5883342"/>
              <a:gd name="connsiteY94" fmla="*/ 5108490 h 5883329"/>
              <a:gd name="connsiteX95" fmla="*/ 3943196 w 5883342"/>
              <a:gd name="connsiteY95" fmla="*/ 5130811 h 5883329"/>
              <a:gd name="connsiteX96" fmla="*/ 4013346 w 5883342"/>
              <a:gd name="connsiteY96" fmla="*/ 5093417 h 5883329"/>
              <a:gd name="connsiteX97" fmla="*/ 4124079 w 5883342"/>
              <a:gd name="connsiteY97" fmla="*/ 5301258 h 5883329"/>
              <a:gd name="connsiteX98" fmla="*/ 4148428 w 5883342"/>
              <a:gd name="connsiteY98" fmla="*/ 5288503 h 5883329"/>
              <a:gd name="connsiteX99" fmla="*/ 4172488 w 5883342"/>
              <a:gd name="connsiteY99" fmla="*/ 5275459 h 5883329"/>
              <a:gd name="connsiteX100" fmla="*/ 4062045 w 5883342"/>
              <a:gd name="connsiteY100" fmla="*/ 5067618 h 5883329"/>
              <a:gd name="connsiteX101" fmla="*/ 4132195 w 5883342"/>
              <a:gd name="connsiteY101" fmla="*/ 5030224 h 5883329"/>
              <a:gd name="connsiteX102" fmla="*/ 4120311 w 5883342"/>
              <a:gd name="connsiteY102" fmla="*/ 5007903 h 5883329"/>
              <a:gd name="connsiteX103" fmla="*/ 1690563 w 5883342"/>
              <a:gd name="connsiteY103" fmla="*/ 4937463 h 5883329"/>
              <a:gd name="connsiteX104" fmla="*/ 1679257 w 5883342"/>
              <a:gd name="connsiteY104" fmla="*/ 4961233 h 5883329"/>
              <a:gd name="connsiteX105" fmla="*/ 1667083 w 5883342"/>
              <a:gd name="connsiteY105" fmla="*/ 4983554 h 5883329"/>
              <a:gd name="connsiteX106" fmla="*/ 1736654 w 5883342"/>
              <a:gd name="connsiteY106" fmla="*/ 5022108 h 5883329"/>
              <a:gd name="connsiteX107" fmla="*/ 1622441 w 5883342"/>
              <a:gd name="connsiteY107" fmla="*/ 5227919 h 5883329"/>
              <a:gd name="connsiteX108" fmla="*/ 1646502 w 5883342"/>
              <a:gd name="connsiteY108" fmla="*/ 5241254 h 5883329"/>
              <a:gd name="connsiteX109" fmla="*/ 1670561 w 5883342"/>
              <a:gd name="connsiteY109" fmla="*/ 5254588 h 5883329"/>
              <a:gd name="connsiteX110" fmla="*/ 1783614 w 5883342"/>
              <a:gd name="connsiteY110" fmla="*/ 5047037 h 5883329"/>
              <a:gd name="connsiteX111" fmla="*/ 1853183 w 5883342"/>
              <a:gd name="connsiteY111" fmla="*/ 5085590 h 5883329"/>
              <a:gd name="connsiteX112" fmla="*/ 1865359 w 5883342"/>
              <a:gd name="connsiteY112" fmla="*/ 5063560 h 5883329"/>
              <a:gd name="connsiteX113" fmla="*/ 1877824 w 5883342"/>
              <a:gd name="connsiteY113" fmla="*/ 5041239 h 5883329"/>
              <a:gd name="connsiteX114" fmla="*/ 3490408 w 5883342"/>
              <a:gd name="connsiteY114" fmla="*/ 4895720 h 5883329"/>
              <a:gd name="connsiteX115" fmla="*/ 3490408 w 5883342"/>
              <a:gd name="connsiteY115" fmla="*/ 4896590 h 5883329"/>
              <a:gd name="connsiteX116" fmla="*/ 3501712 w 5883342"/>
              <a:gd name="connsiteY116" fmla="*/ 4921230 h 5883329"/>
              <a:gd name="connsiteX117" fmla="*/ 3490118 w 5883342"/>
              <a:gd name="connsiteY117" fmla="*/ 4994278 h 5883329"/>
              <a:gd name="connsiteX118" fmla="*/ 3483161 w 5883342"/>
              <a:gd name="connsiteY118" fmla="*/ 4924708 h 5883329"/>
              <a:gd name="connsiteX119" fmla="*/ 3490408 w 5883342"/>
              <a:gd name="connsiteY119" fmla="*/ 4895720 h 5883329"/>
              <a:gd name="connsiteX120" fmla="*/ 3000806 w 5883342"/>
              <a:gd name="connsiteY120" fmla="*/ 4895720 h 5883329"/>
              <a:gd name="connsiteX121" fmla="*/ 3000806 w 5883342"/>
              <a:gd name="connsiteY121" fmla="*/ 4896590 h 5883329"/>
              <a:gd name="connsiteX122" fmla="*/ 3012111 w 5883342"/>
              <a:gd name="connsiteY122" fmla="*/ 4921230 h 5883329"/>
              <a:gd name="connsiteX123" fmla="*/ 3000516 w 5883342"/>
              <a:gd name="connsiteY123" fmla="*/ 4994278 h 5883329"/>
              <a:gd name="connsiteX124" fmla="*/ 2993559 w 5883342"/>
              <a:gd name="connsiteY124" fmla="*/ 4924708 h 5883329"/>
              <a:gd name="connsiteX125" fmla="*/ 3000806 w 5883342"/>
              <a:gd name="connsiteY125" fmla="*/ 4895720 h 5883329"/>
              <a:gd name="connsiteX126" fmla="*/ 3409242 w 5883342"/>
              <a:gd name="connsiteY126" fmla="*/ 4891372 h 5883329"/>
              <a:gd name="connsiteX127" fmla="*/ 3419967 w 5883342"/>
              <a:gd name="connsiteY127" fmla="*/ 4920360 h 5883329"/>
              <a:gd name="connsiteX128" fmla="*/ 3410692 w 5883342"/>
              <a:gd name="connsiteY128" fmla="*/ 4991959 h 5883329"/>
              <a:gd name="connsiteX129" fmla="*/ 3397067 w 5883342"/>
              <a:gd name="connsiteY129" fmla="*/ 4922679 h 5883329"/>
              <a:gd name="connsiteX130" fmla="*/ 3409242 w 5883342"/>
              <a:gd name="connsiteY130" fmla="*/ 4892242 h 5883329"/>
              <a:gd name="connsiteX131" fmla="*/ 2919641 w 5883342"/>
              <a:gd name="connsiteY131" fmla="*/ 4891372 h 5883329"/>
              <a:gd name="connsiteX132" fmla="*/ 2930367 w 5883342"/>
              <a:gd name="connsiteY132" fmla="*/ 4920360 h 5883329"/>
              <a:gd name="connsiteX133" fmla="*/ 2921381 w 5883342"/>
              <a:gd name="connsiteY133" fmla="*/ 4993408 h 5883329"/>
              <a:gd name="connsiteX134" fmla="*/ 2907465 w 5883342"/>
              <a:gd name="connsiteY134" fmla="*/ 4922679 h 5883329"/>
              <a:gd name="connsiteX135" fmla="*/ 2919641 w 5883342"/>
              <a:gd name="connsiteY135" fmla="*/ 4892242 h 5883329"/>
              <a:gd name="connsiteX136" fmla="*/ 2426415 w 5883342"/>
              <a:gd name="connsiteY136" fmla="*/ 4891047 h 5883329"/>
              <a:gd name="connsiteX137" fmla="*/ 2435546 w 5883342"/>
              <a:gd name="connsiteY137" fmla="*/ 4895141 h 5883329"/>
              <a:gd name="connsiteX138" fmla="*/ 2437576 w 5883342"/>
              <a:gd name="connsiteY138" fmla="*/ 4989061 h 5883329"/>
              <a:gd name="connsiteX139" fmla="*/ 2419892 w 5883342"/>
              <a:gd name="connsiteY139" fmla="*/ 4989061 h 5883329"/>
              <a:gd name="connsiteX140" fmla="*/ 2419892 w 5883342"/>
              <a:gd name="connsiteY140" fmla="*/ 4893402 h 5883329"/>
              <a:gd name="connsiteX141" fmla="*/ 2419892 w 5883342"/>
              <a:gd name="connsiteY141" fmla="*/ 4892822 h 5883329"/>
              <a:gd name="connsiteX142" fmla="*/ 2426415 w 5883342"/>
              <a:gd name="connsiteY142" fmla="*/ 4891047 h 5883329"/>
              <a:gd name="connsiteX143" fmla="*/ 2505116 w 5883342"/>
              <a:gd name="connsiteY143" fmla="*/ 4886155 h 5883329"/>
              <a:gd name="connsiteX144" fmla="*/ 2513233 w 5883342"/>
              <a:gd name="connsiteY144" fmla="*/ 4920360 h 5883329"/>
              <a:gd name="connsiteX145" fmla="*/ 2505116 w 5883342"/>
              <a:gd name="connsiteY145" fmla="*/ 4988481 h 5883329"/>
              <a:gd name="connsiteX146" fmla="*/ 2496420 w 5883342"/>
              <a:gd name="connsiteY146" fmla="*/ 4920360 h 5883329"/>
              <a:gd name="connsiteX147" fmla="*/ 2505116 w 5883342"/>
              <a:gd name="connsiteY147" fmla="*/ 4886155 h 5883329"/>
              <a:gd name="connsiteX148" fmla="*/ 2457577 w 5883342"/>
              <a:gd name="connsiteY148" fmla="*/ 4879488 h 5883329"/>
              <a:gd name="connsiteX149" fmla="*/ 2457641 w 5883342"/>
              <a:gd name="connsiteY149" fmla="*/ 4881439 h 5883329"/>
              <a:gd name="connsiteX150" fmla="*/ 2457577 w 5883342"/>
              <a:gd name="connsiteY150" fmla="*/ 4881517 h 5883329"/>
              <a:gd name="connsiteX151" fmla="*/ 2462331 w 5883342"/>
              <a:gd name="connsiteY151" fmla="*/ 4875690 h 5883329"/>
              <a:gd name="connsiteX152" fmla="*/ 2477867 w 5883342"/>
              <a:gd name="connsiteY152" fmla="*/ 4879488 h 5883329"/>
              <a:gd name="connsiteX153" fmla="*/ 2481347 w 5883342"/>
              <a:gd name="connsiteY153" fmla="*/ 4995438 h 5883329"/>
              <a:gd name="connsiteX154" fmla="*/ 2461346 w 5883342"/>
              <a:gd name="connsiteY154" fmla="*/ 4995438 h 5883329"/>
              <a:gd name="connsiteX155" fmla="*/ 2457641 w 5883342"/>
              <a:gd name="connsiteY155" fmla="*/ 4881439 h 5883329"/>
              <a:gd name="connsiteX156" fmla="*/ 3453303 w 5883342"/>
              <a:gd name="connsiteY156" fmla="*/ 4871371 h 5883329"/>
              <a:gd name="connsiteX157" fmla="*/ 3463738 w 5883342"/>
              <a:gd name="connsiteY157" fmla="*/ 4914853 h 5883329"/>
              <a:gd name="connsiteX158" fmla="*/ 3451564 w 5883342"/>
              <a:gd name="connsiteY158" fmla="*/ 4999207 h 5883329"/>
              <a:gd name="connsiteX159" fmla="*/ 3439099 w 5883342"/>
              <a:gd name="connsiteY159" fmla="*/ 4913693 h 5883329"/>
              <a:gd name="connsiteX160" fmla="*/ 3453303 w 5883342"/>
              <a:gd name="connsiteY160" fmla="*/ 4871371 h 5883329"/>
              <a:gd name="connsiteX161" fmla="*/ 2963701 w 5883342"/>
              <a:gd name="connsiteY161" fmla="*/ 4871371 h 5883329"/>
              <a:gd name="connsiteX162" fmla="*/ 2974138 w 5883342"/>
              <a:gd name="connsiteY162" fmla="*/ 4914853 h 5883329"/>
              <a:gd name="connsiteX163" fmla="*/ 2961962 w 5883342"/>
              <a:gd name="connsiteY163" fmla="*/ 4999207 h 5883329"/>
              <a:gd name="connsiteX164" fmla="*/ 2949497 w 5883342"/>
              <a:gd name="connsiteY164" fmla="*/ 4913693 h 5883329"/>
              <a:gd name="connsiteX165" fmla="*/ 2963701 w 5883342"/>
              <a:gd name="connsiteY165" fmla="*/ 4871371 h 5883329"/>
              <a:gd name="connsiteX166" fmla="*/ 2181324 w 5883342"/>
              <a:gd name="connsiteY166" fmla="*/ 4862385 h 5883329"/>
              <a:gd name="connsiteX167" fmla="*/ 2181968 w 5883342"/>
              <a:gd name="connsiteY167" fmla="*/ 4863643 h 5883329"/>
              <a:gd name="connsiteX168" fmla="*/ 2180455 w 5883342"/>
              <a:gd name="connsiteY168" fmla="*/ 4863545 h 5883329"/>
              <a:gd name="connsiteX169" fmla="*/ 4329022 w 5883342"/>
              <a:gd name="connsiteY169" fmla="*/ 4846732 h 5883329"/>
              <a:gd name="connsiteX170" fmla="*/ 4166400 w 5883342"/>
              <a:gd name="connsiteY170" fmla="*/ 4952247 h 5883329"/>
              <a:gd name="connsiteX171" fmla="*/ 4322354 w 5883342"/>
              <a:gd name="connsiteY171" fmla="*/ 5192265 h 5883329"/>
              <a:gd name="connsiteX172" fmla="*/ 4489323 w 5883342"/>
              <a:gd name="connsiteY172" fmla="*/ 5082692 h 5883329"/>
              <a:gd name="connsiteX173" fmla="*/ 4475410 w 5883342"/>
              <a:gd name="connsiteY173" fmla="*/ 5061240 h 5883329"/>
              <a:gd name="connsiteX174" fmla="*/ 4461785 w 5883342"/>
              <a:gd name="connsiteY174" fmla="*/ 5040080 h 5883329"/>
              <a:gd name="connsiteX175" fmla="*/ 4340326 w 5883342"/>
              <a:gd name="connsiteY175" fmla="*/ 5118926 h 5883329"/>
              <a:gd name="connsiteX176" fmla="*/ 4299454 w 5883342"/>
              <a:gd name="connsiteY176" fmla="*/ 5056602 h 5883329"/>
              <a:gd name="connsiteX177" fmla="*/ 4408448 w 5883342"/>
              <a:gd name="connsiteY177" fmla="*/ 4987032 h 5883329"/>
              <a:gd name="connsiteX178" fmla="*/ 4395113 w 5883342"/>
              <a:gd name="connsiteY178" fmla="*/ 4966161 h 5883329"/>
              <a:gd name="connsiteX179" fmla="*/ 4381780 w 5883342"/>
              <a:gd name="connsiteY179" fmla="*/ 4945580 h 5883329"/>
              <a:gd name="connsiteX180" fmla="*/ 4273655 w 5883342"/>
              <a:gd name="connsiteY180" fmla="*/ 5015730 h 5883329"/>
              <a:gd name="connsiteX181" fmla="*/ 4240608 w 5883342"/>
              <a:gd name="connsiteY181" fmla="*/ 4964712 h 5883329"/>
              <a:gd name="connsiteX182" fmla="*/ 4356559 w 5883342"/>
              <a:gd name="connsiteY182" fmla="*/ 4889344 h 5883329"/>
              <a:gd name="connsiteX183" fmla="*/ 4342936 w 5883342"/>
              <a:gd name="connsiteY183" fmla="*/ 4867893 h 5883329"/>
              <a:gd name="connsiteX184" fmla="*/ 1489098 w 5883342"/>
              <a:gd name="connsiteY184" fmla="*/ 4817744 h 5883329"/>
              <a:gd name="connsiteX185" fmla="*/ 1427934 w 5883342"/>
              <a:gd name="connsiteY185" fmla="*/ 4854848 h 5883329"/>
              <a:gd name="connsiteX186" fmla="*/ 1412571 w 5883342"/>
              <a:gd name="connsiteY186" fmla="*/ 4911375 h 5883329"/>
              <a:gd name="connsiteX187" fmla="*/ 1460980 w 5883342"/>
              <a:gd name="connsiteY187" fmla="*/ 4987322 h 5883329"/>
              <a:gd name="connsiteX188" fmla="*/ 1487649 w 5883342"/>
              <a:gd name="connsiteY188" fmla="*/ 5026165 h 5883329"/>
              <a:gd name="connsiteX189" fmla="*/ 1482431 w 5883342"/>
              <a:gd name="connsiteY189" fmla="*/ 5051675 h 5883329"/>
              <a:gd name="connsiteX190" fmla="*/ 1455473 w 5883342"/>
              <a:gd name="connsiteY190" fmla="*/ 5063849 h 5883329"/>
              <a:gd name="connsiteX191" fmla="*/ 1416629 w 5883342"/>
              <a:gd name="connsiteY191" fmla="*/ 5047037 h 5883329"/>
              <a:gd name="connsiteX192" fmla="*/ 1391700 w 5883342"/>
              <a:gd name="connsiteY192" fmla="*/ 5013701 h 5883329"/>
              <a:gd name="connsiteX193" fmla="*/ 1399816 w 5883342"/>
              <a:gd name="connsiteY193" fmla="*/ 4976307 h 5883329"/>
              <a:gd name="connsiteX194" fmla="*/ 1356914 w 5883342"/>
              <a:gd name="connsiteY194" fmla="*/ 4945290 h 5883329"/>
              <a:gd name="connsiteX195" fmla="*/ 1339232 w 5883342"/>
              <a:gd name="connsiteY195" fmla="*/ 5020658 h 5883329"/>
              <a:gd name="connsiteX196" fmla="*/ 1387641 w 5883342"/>
              <a:gd name="connsiteY196" fmla="*/ 5087040 h 5883329"/>
              <a:gd name="connsiteX197" fmla="*/ 1465618 w 5883342"/>
              <a:gd name="connsiteY197" fmla="*/ 5114288 h 5883329"/>
              <a:gd name="connsiteX198" fmla="*/ 1526782 w 5883342"/>
              <a:gd name="connsiteY198" fmla="*/ 5079503 h 5883329"/>
              <a:gd name="connsiteX199" fmla="*/ 1545334 w 5883342"/>
              <a:gd name="connsiteY199" fmla="*/ 5021527 h 5883329"/>
              <a:gd name="connsiteX200" fmla="*/ 1502143 w 5883342"/>
              <a:gd name="connsiteY200" fmla="*/ 4950218 h 5883329"/>
              <a:gd name="connsiteX201" fmla="*/ 1469967 w 5883342"/>
              <a:gd name="connsiteY201" fmla="*/ 4906157 h 5883329"/>
              <a:gd name="connsiteX202" fmla="*/ 1471706 w 5883342"/>
              <a:gd name="connsiteY202" fmla="*/ 4882966 h 5883329"/>
              <a:gd name="connsiteX203" fmla="*/ 1497504 w 5883342"/>
              <a:gd name="connsiteY203" fmla="*/ 4867313 h 5883329"/>
              <a:gd name="connsiteX204" fmla="*/ 1529971 w 5883342"/>
              <a:gd name="connsiteY204" fmla="*/ 4878328 h 5883329"/>
              <a:gd name="connsiteX205" fmla="*/ 1554610 w 5883342"/>
              <a:gd name="connsiteY205" fmla="*/ 4911084 h 5883329"/>
              <a:gd name="connsiteX206" fmla="*/ 1549102 w 5883342"/>
              <a:gd name="connsiteY206" fmla="*/ 4947029 h 5883329"/>
              <a:gd name="connsiteX207" fmla="*/ 1592294 w 5883342"/>
              <a:gd name="connsiteY207" fmla="*/ 4978626 h 5883329"/>
              <a:gd name="connsiteX208" fmla="*/ 1592294 w 5883342"/>
              <a:gd name="connsiteY208" fmla="*/ 4978046 h 5883329"/>
              <a:gd name="connsiteX209" fmla="*/ 1607658 w 5883342"/>
              <a:gd name="connsiteY209" fmla="*/ 4904997 h 5883329"/>
              <a:gd name="connsiteX210" fmla="*/ 1564177 w 5883342"/>
              <a:gd name="connsiteY210" fmla="*/ 4842094 h 5883329"/>
              <a:gd name="connsiteX211" fmla="*/ 1489098 w 5883342"/>
              <a:gd name="connsiteY211" fmla="*/ 4817744 h 5883329"/>
              <a:gd name="connsiteX212" fmla="*/ 4549618 w 5883342"/>
              <a:gd name="connsiteY212" fmla="*/ 4689039 h 5883329"/>
              <a:gd name="connsiteX213" fmla="*/ 4472510 w 5883342"/>
              <a:gd name="connsiteY213" fmla="*/ 4718027 h 5883329"/>
              <a:gd name="connsiteX214" fmla="*/ 4431348 w 5883342"/>
              <a:gd name="connsiteY214" fmla="*/ 4804990 h 5883329"/>
              <a:gd name="connsiteX215" fmla="*/ 4477729 w 5883342"/>
              <a:gd name="connsiteY215" fmla="*/ 4911375 h 5883329"/>
              <a:gd name="connsiteX216" fmla="*/ 4573098 w 5883342"/>
              <a:gd name="connsiteY216" fmla="*/ 4973698 h 5883329"/>
              <a:gd name="connsiteX217" fmla="*/ 4707601 w 5883342"/>
              <a:gd name="connsiteY217" fmla="*/ 4875429 h 5883329"/>
              <a:gd name="connsiteX218" fmla="*/ 4707021 w 5883342"/>
              <a:gd name="connsiteY218" fmla="*/ 4874850 h 5883329"/>
              <a:gd name="connsiteX219" fmla="*/ 4682961 w 5883342"/>
              <a:gd name="connsiteY219" fmla="*/ 4793105 h 5883329"/>
              <a:gd name="connsiteX220" fmla="*/ 4640640 w 5883342"/>
              <a:gd name="connsiteY220" fmla="*/ 4828470 h 5883329"/>
              <a:gd name="connsiteX221" fmla="*/ 4653104 w 5883342"/>
              <a:gd name="connsiteY221" fmla="*/ 4871951 h 5883329"/>
              <a:gd name="connsiteX222" fmla="*/ 4651017 w 5883342"/>
              <a:gd name="connsiteY222" fmla="*/ 4881633 h 5883329"/>
              <a:gd name="connsiteX223" fmla="*/ 4578606 w 5883342"/>
              <a:gd name="connsiteY223" fmla="*/ 4920071 h 5883329"/>
              <a:gd name="connsiteX224" fmla="*/ 4520631 w 5883342"/>
              <a:gd name="connsiteY224" fmla="*/ 4876010 h 5883329"/>
              <a:gd name="connsiteX225" fmla="*/ 4486425 w 5883342"/>
              <a:gd name="connsiteY225" fmla="*/ 4808468 h 5883329"/>
              <a:gd name="connsiteX226" fmla="*/ 4506137 w 5883342"/>
              <a:gd name="connsiteY226" fmla="*/ 4757160 h 5883329"/>
              <a:gd name="connsiteX227" fmla="*/ 4545560 w 5883342"/>
              <a:gd name="connsiteY227" fmla="*/ 4742087 h 5883329"/>
              <a:gd name="connsiteX228" fmla="*/ 4583243 w 5883342"/>
              <a:gd name="connsiteY228" fmla="*/ 4758320 h 5883329"/>
              <a:gd name="connsiteX229" fmla="*/ 4625566 w 5883342"/>
              <a:gd name="connsiteY229" fmla="*/ 4722955 h 5883329"/>
              <a:gd name="connsiteX230" fmla="*/ 4549618 w 5883342"/>
              <a:gd name="connsiteY230" fmla="*/ 4689039 h 5883329"/>
              <a:gd name="connsiteX231" fmla="*/ 3034595 w 5883342"/>
              <a:gd name="connsiteY231" fmla="*/ 4678804 h 5883329"/>
              <a:gd name="connsiteX232" fmla="*/ 3035175 w 5883342"/>
              <a:gd name="connsiteY232" fmla="*/ 4678804 h 5883329"/>
              <a:gd name="connsiteX233" fmla="*/ 3035175 w 5883342"/>
              <a:gd name="connsiteY233" fmla="*/ 4756201 h 5883329"/>
              <a:gd name="connsiteX234" fmla="*/ 2969373 w 5883342"/>
              <a:gd name="connsiteY234" fmla="*/ 4756201 h 5883329"/>
              <a:gd name="connsiteX235" fmla="*/ 3196183 w 5883342"/>
              <a:gd name="connsiteY235" fmla="*/ 4664399 h 5883329"/>
              <a:gd name="connsiteX236" fmla="*/ 3239084 w 5883342"/>
              <a:gd name="connsiteY236" fmla="*/ 4732811 h 5883329"/>
              <a:gd name="connsiteX237" fmla="*/ 3196183 w 5883342"/>
              <a:gd name="connsiteY237" fmla="*/ 4801221 h 5883329"/>
              <a:gd name="connsiteX238" fmla="*/ 3153281 w 5883342"/>
              <a:gd name="connsiteY238" fmla="*/ 4732811 h 5883329"/>
              <a:gd name="connsiteX239" fmla="*/ 3196183 w 5883342"/>
              <a:gd name="connsiteY239" fmla="*/ 4664399 h 5883329"/>
              <a:gd name="connsiteX240" fmla="*/ 2839345 w 5883342"/>
              <a:gd name="connsiteY240" fmla="*/ 4664399 h 5883329"/>
              <a:gd name="connsiteX241" fmla="*/ 2880797 w 5883342"/>
              <a:gd name="connsiteY241" fmla="*/ 4700923 h 5883329"/>
              <a:gd name="connsiteX242" fmla="*/ 2880739 w 5883342"/>
              <a:gd name="connsiteY242" fmla="*/ 4707620 h 5883329"/>
              <a:gd name="connsiteX243" fmla="*/ 2841374 w 5883342"/>
              <a:gd name="connsiteY243" fmla="*/ 4739767 h 5883329"/>
              <a:gd name="connsiteX244" fmla="*/ 2799922 w 5883342"/>
              <a:gd name="connsiteY244" fmla="*/ 4702663 h 5883329"/>
              <a:gd name="connsiteX245" fmla="*/ 2799979 w 5883342"/>
              <a:gd name="connsiteY245" fmla="*/ 4698489 h 5883329"/>
              <a:gd name="connsiteX246" fmla="*/ 2839345 w 5883342"/>
              <a:gd name="connsiteY246" fmla="*/ 4664399 h 5883329"/>
              <a:gd name="connsiteX247" fmla="*/ 2831286 w 5883342"/>
              <a:gd name="connsiteY247" fmla="*/ 4646774 h 5883329"/>
              <a:gd name="connsiteX248" fmla="*/ 2773833 w 5883342"/>
              <a:gd name="connsiteY248" fmla="*/ 4705272 h 5883329"/>
              <a:gd name="connsiteX249" fmla="*/ 2774123 w 5883342"/>
              <a:gd name="connsiteY249" fmla="*/ 4709156 h 5883329"/>
              <a:gd name="connsiteX250" fmla="*/ 2838186 w 5883342"/>
              <a:gd name="connsiteY250" fmla="*/ 4760349 h 5883329"/>
              <a:gd name="connsiteX251" fmla="*/ 2885146 w 5883342"/>
              <a:gd name="connsiteY251" fmla="*/ 4740057 h 5883329"/>
              <a:gd name="connsiteX252" fmla="*/ 2835867 w 5883342"/>
              <a:gd name="connsiteY252" fmla="*/ 4803830 h 5883329"/>
              <a:gd name="connsiteX253" fmla="*/ 2829837 w 5883342"/>
              <a:gd name="connsiteY253" fmla="*/ 4804351 h 5883329"/>
              <a:gd name="connsiteX254" fmla="*/ 2801371 w 5883342"/>
              <a:gd name="connsiteY254" fmla="*/ 4774843 h 5883329"/>
              <a:gd name="connsiteX255" fmla="*/ 2775572 w 5883342"/>
              <a:gd name="connsiteY255" fmla="*/ 4774843 h 5883329"/>
              <a:gd name="connsiteX256" fmla="*/ 2836447 w 5883342"/>
              <a:gd name="connsiteY256" fmla="*/ 4820643 h 5883329"/>
              <a:gd name="connsiteX257" fmla="*/ 2836447 w 5883342"/>
              <a:gd name="connsiteY257" fmla="*/ 4821512 h 5883329"/>
              <a:gd name="connsiteX258" fmla="*/ 2911524 w 5883342"/>
              <a:gd name="connsiteY258" fmla="*/ 4726433 h 5883329"/>
              <a:gd name="connsiteX259" fmla="*/ 2839635 w 5883342"/>
              <a:gd name="connsiteY259" fmla="*/ 4647296 h 5883329"/>
              <a:gd name="connsiteX260" fmla="*/ 2831286 w 5883342"/>
              <a:gd name="connsiteY260" fmla="*/ 4646774 h 5883329"/>
              <a:gd name="connsiteX261" fmla="*/ 3196183 w 5883342"/>
              <a:gd name="connsiteY261" fmla="*/ 4646427 h 5883329"/>
              <a:gd name="connsiteX262" fmla="*/ 3126034 w 5883342"/>
              <a:gd name="connsiteY262" fmla="*/ 4733390 h 5883329"/>
              <a:gd name="connsiteX263" fmla="*/ 3196183 w 5883342"/>
              <a:gd name="connsiteY263" fmla="*/ 4820353 h 5883329"/>
              <a:gd name="connsiteX264" fmla="*/ 3196183 w 5883342"/>
              <a:gd name="connsiteY264" fmla="*/ 4821512 h 5883329"/>
              <a:gd name="connsiteX265" fmla="*/ 3266333 w 5883342"/>
              <a:gd name="connsiteY265" fmla="*/ 4733390 h 5883329"/>
              <a:gd name="connsiteX266" fmla="*/ 3196183 w 5883342"/>
              <a:gd name="connsiteY266" fmla="*/ 4646427 h 5883329"/>
              <a:gd name="connsiteX267" fmla="*/ 3039939 w 5883342"/>
              <a:gd name="connsiteY267" fmla="*/ 4645268 h 5883329"/>
              <a:gd name="connsiteX268" fmla="*/ 2946310 w 5883342"/>
              <a:gd name="connsiteY268" fmla="*/ 4753391 h 5883329"/>
              <a:gd name="connsiteX269" fmla="*/ 2946310 w 5883342"/>
              <a:gd name="connsiteY269" fmla="*/ 4774262 h 5883329"/>
              <a:gd name="connsiteX270" fmla="*/ 3035592 w 5883342"/>
              <a:gd name="connsiteY270" fmla="*/ 4774262 h 5883329"/>
              <a:gd name="connsiteX271" fmla="*/ 3035592 w 5883342"/>
              <a:gd name="connsiteY271" fmla="*/ 4816005 h 5883329"/>
              <a:gd name="connsiteX272" fmla="*/ 3061390 w 5883342"/>
              <a:gd name="connsiteY272" fmla="*/ 4816005 h 5883329"/>
              <a:gd name="connsiteX273" fmla="*/ 3061390 w 5883342"/>
              <a:gd name="connsiteY273" fmla="*/ 4774262 h 5883329"/>
              <a:gd name="connsiteX274" fmla="*/ 3090378 w 5883342"/>
              <a:gd name="connsiteY274" fmla="*/ 4774262 h 5883329"/>
              <a:gd name="connsiteX275" fmla="*/ 3090378 w 5883342"/>
              <a:gd name="connsiteY275" fmla="*/ 4756000 h 5883329"/>
              <a:gd name="connsiteX276" fmla="*/ 3061390 w 5883342"/>
              <a:gd name="connsiteY276" fmla="*/ 4756000 h 5883329"/>
              <a:gd name="connsiteX277" fmla="*/ 3061390 w 5883342"/>
              <a:gd name="connsiteY277" fmla="*/ 4645268 h 5883329"/>
              <a:gd name="connsiteX278" fmla="*/ 2668607 w 5883342"/>
              <a:gd name="connsiteY278" fmla="*/ 4644108 h 5883329"/>
              <a:gd name="connsiteX279" fmla="*/ 2613532 w 5883342"/>
              <a:gd name="connsiteY279" fmla="*/ 4676574 h 5883329"/>
              <a:gd name="connsiteX280" fmla="*/ 2613532 w 5883342"/>
              <a:gd name="connsiteY280" fmla="*/ 4694836 h 5883329"/>
              <a:gd name="connsiteX281" fmla="*/ 2661360 w 5883342"/>
              <a:gd name="connsiteY281" fmla="*/ 4694836 h 5883329"/>
              <a:gd name="connsiteX282" fmla="*/ 2661360 w 5883342"/>
              <a:gd name="connsiteY282" fmla="*/ 4816005 h 5883329"/>
              <a:gd name="connsiteX283" fmla="*/ 2688609 w 5883342"/>
              <a:gd name="connsiteY283" fmla="*/ 4816005 h 5883329"/>
              <a:gd name="connsiteX284" fmla="*/ 2688609 w 5883342"/>
              <a:gd name="connsiteY284" fmla="*/ 4644108 h 5883329"/>
              <a:gd name="connsiteX285" fmla="*/ 1258356 w 5883342"/>
              <a:gd name="connsiteY285" fmla="*/ 4594540 h 5883329"/>
              <a:gd name="connsiteX286" fmla="*/ 1062979 w 5883342"/>
              <a:gd name="connsiteY286" fmla="*/ 4803831 h 5883329"/>
              <a:gd name="connsiteX287" fmla="*/ 1081821 w 5883342"/>
              <a:gd name="connsiteY287" fmla="*/ 4821513 h 5883329"/>
              <a:gd name="connsiteX288" fmla="*/ 1100663 w 5883342"/>
              <a:gd name="connsiteY288" fmla="*/ 4840065 h 5883329"/>
              <a:gd name="connsiteX289" fmla="*/ 1241253 w 5883342"/>
              <a:gd name="connsiteY289" fmla="*/ 4689039 h 5883329"/>
              <a:gd name="connsiteX290" fmla="*/ 1180090 w 5883342"/>
              <a:gd name="connsiteY290" fmla="*/ 4914274 h 5883329"/>
              <a:gd name="connsiteX291" fmla="*/ 1200091 w 5883342"/>
              <a:gd name="connsiteY291" fmla="*/ 4932825 h 5883329"/>
              <a:gd name="connsiteX292" fmla="*/ 1220092 w 5883342"/>
              <a:gd name="connsiteY292" fmla="*/ 4950508 h 5883329"/>
              <a:gd name="connsiteX293" fmla="*/ 1415180 w 5883342"/>
              <a:gd name="connsiteY293" fmla="*/ 4740927 h 5883329"/>
              <a:gd name="connsiteX294" fmla="*/ 1396338 w 5883342"/>
              <a:gd name="connsiteY294" fmla="*/ 4723534 h 5883329"/>
              <a:gd name="connsiteX295" fmla="*/ 1377785 w 5883342"/>
              <a:gd name="connsiteY295" fmla="*/ 4706142 h 5883329"/>
              <a:gd name="connsiteX296" fmla="*/ 1240674 w 5883342"/>
              <a:gd name="connsiteY296" fmla="*/ 4853109 h 5883329"/>
              <a:gd name="connsiteX297" fmla="*/ 1300389 w 5883342"/>
              <a:gd name="connsiteY297" fmla="*/ 4633963 h 5883329"/>
              <a:gd name="connsiteX298" fmla="*/ 1279227 w 5883342"/>
              <a:gd name="connsiteY298" fmla="*/ 4614251 h 5883329"/>
              <a:gd name="connsiteX299" fmla="*/ 1165885 w 5883342"/>
              <a:gd name="connsiteY299" fmla="*/ 4493663 h 5883329"/>
              <a:gd name="connsiteX300" fmla="*/ 953116 w 5883342"/>
              <a:gd name="connsiteY300" fmla="*/ 4685271 h 5883329"/>
              <a:gd name="connsiteX301" fmla="*/ 971668 w 5883342"/>
              <a:gd name="connsiteY301" fmla="*/ 4705562 h 5883329"/>
              <a:gd name="connsiteX302" fmla="*/ 989930 w 5883342"/>
              <a:gd name="connsiteY302" fmla="*/ 4726143 h 5883329"/>
              <a:gd name="connsiteX303" fmla="*/ 1202700 w 5883342"/>
              <a:gd name="connsiteY303" fmla="*/ 4534535 h 5883329"/>
              <a:gd name="connsiteX304" fmla="*/ 1184438 w 5883342"/>
              <a:gd name="connsiteY304" fmla="*/ 4513954 h 5883329"/>
              <a:gd name="connsiteX305" fmla="*/ 4760648 w 5883342"/>
              <a:gd name="connsiteY305" fmla="*/ 4437717 h 5883329"/>
              <a:gd name="connsiteX306" fmla="*/ 4742387 w 5883342"/>
              <a:gd name="connsiteY306" fmla="*/ 4458298 h 5883329"/>
              <a:gd name="connsiteX307" fmla="*/ 4723834 w 5883342"/>
              <a:gd name="connsiteY307" fmla="*/ 4478590 h 5883329"/>
              <a:gd name="connsiteX308" fmla="*/ 4803551 w 5883342"/>
              <a:gd name="connsiteY308" fmla="*/ 4550478 h 5883329"/>
              <a:gd name="connsiteX309" fmla="*/ 4734850 w 5883342"/>
              <a:gd name="connsiteY309" fmla="*/ 4627006 h 5883329"/>
              <a:gd name="connsiteX310" fmla="*/ 4655134 w 5883342"/>
              <a:gd name="connsiteY310" fmla="*/ 4555116 h 5883329"/>
              <a:gd name="connsiteX311" fmla="*/ 4636581 w 5883342"/>
              <a:gd name="connsiteY311" fmla="*/ 4575697 h 5883329"/>
              <a:gd name="connsiteX312" fmla="*/ 4618319 w 5883342"/>
              <a:gd name="connsiteY312" fmla="*/ 4595989 h 5883329"/>
              <a:gd name="connsiteX313" fmla="*/ 4830509 w 5883342"/>
              <a:gd name="connsiteY313" fmla="*/ 4788177 h 5883329"/>
              <a:gd name="connsiteX314" fmla="*/ 4848771 w 5883342"/>
              <a:gd name="connsiteY314" fmla="*/ 4767596 h 5883329"/>
              <a:gd name="connsiteX315" fmla="*/ 4867324 w 5883342"/>
              <a:gd name="connsiteY315" fmla="*/ 4747305 h 5883329"/>
              <a:gd name="connsiteX316" fmla="*/ 4770794 w 5883342"/>
              <a:gd name="connsiteY316" fmla="*/ 4660342 h 5883329"/>
              <a:gd name="connsiteX317" fmla="*/ 4839785 w 5883342"/>
              <a:gd name="connsiteY317" fmla="*/ 4583814 h 5883329"/>
              <a:gd name="connsiteX318" fmla="*/ 4936025 w 5883342"/>
              <a:gd name="connsiteY318" fmla="*/ 4670777 h 5883329"/>
              <a:gd name="connsiteX319" fmla="*/ 4954575 w 5883342"/>
              <a:gd name="connsiteY319" fmla="*/ 4650196 h 5883329"/>
              <a:gd name="connsiteX320" fmla="*/ 4973418 w 5883342"/>
              <a:gd name="connsiteY320" fmla="*/ 4629325 h 5883329"/>
              <a:gd name="connsiteX321" fmla="*/ 2938192 w 5883342"/>
              <a:gd name="connsiteY321" fmla="*/ 4294517 h 5883329"/>
              <a:gd name="connsiteX322" fmla="*/ 2959355 w 5883342"/>
              <a:gd name="connsiteY322" fmla="*/ 4321185 h 5883329"/>
              <a:gd name="connsiteX323" fmla="*/ 2982544 w 5883342"/>
              <a:gd name="connsiteY323" fmla="*/ 4343506 h 5883329"/>
              <a:gd name="connsiteX324" fmla="*/ 2976166 w 5883342"/>
              <a:gd name="connsiteY324" fmla="*/ 4350463 h 5883329"/>
              <a:gd name="connsiteX325" fmla="*/ 2976166 w 5883342"/>
              <a:gd name="connsiteY325" fmla="*/ 4529027 h 5883329"/>
              <a:gd name="connsiteX326" fmla="*/ 3066029 w 5883342"/>
              <a:gd name="connsiteY326" fmla="*/ 4544681 h 5883329"/>
              <a:gd name="connsiteX327" fmla="*/ 3135889 w 5883342"/>
              <a:gd name="connsiteY327" fmla="*/ 4587293 h 5883329"/>
              <a:gd name="connsiteX328" fmla="*/ 3203721 w 5883342"/>
              <a:gd name="connsiteY328" fmla="*/ 4606134 h 5883329"/>
              <a:gd name="connsiteX329" fmla="*/ 3238216 w 5883342"/>
              <a:gd name="connsiteY329" fmla="*/ 4639760 h 5883329"/>
              <a:gd name="connsiteX330" fmla="*/ 3276768 w 5883342"/>
              <a:gd name="connsiteY330" fmla="*/ 4643239 h 5883329"/>
              <a:gd name="connsiteX331" fmla="*/ 3330687 w 5883342"/>
              <a:gd name="connsiteY331" fmla="*/ 4683531 h 5883329"/>
              <a:gd name="connsiteX332" fmla="*/ 3372429 w 5883342"/>
              <a:gd name="connsiteY332" fmla="*/ 4709330 h 5883329"/>
              <a:gd name="connsiteX333" fmla="*/ 3393299 w 5883342"/>
              <a:gd name="connsiteY333" fmla="*/ 4735419 h 5883329"/>
              <a:gd name="connsiteX334" fmla="*/ 3432144 w 5883342"/>
              <a:gd name="connsiteY334" fmla="*/ 4751073 h 5883329"/>
              <a:gd name="connsiteX335" fmla="*/ 3476204 w 5883342"/>
              <a:gd name="connsiteY335" fmla="*/ 4756290 h 5883329"/>
              <a:gd name="connsiteX336" fmla="*/ 3534179 w 5883342"/>
              <a:gd name="connsiteY336" fmla="*/ 4779480 h 5883329"/>
              <a:gd name="connsiteX337" fmla="*/ 3617954 w 5883342"/>
              <a:gd name="connsiteY337" fmla="*/ 4826150 h 5883329"/>
              <a:gd name="connsiteX338" fmla="*/ 3780574 w 5883342"/>
              <a:gd name="connsiteY338" fmla="*/ 4853688 h 5883329"/>
              <a:gd name="connsiteX339" fmla="*/ 2118131 w 5883342"/>
              <a:gd name="connsiteY339" fmla="*/ 4855428 h 5883329"/>
              <a:gd name="connsiteX340" fmla="*/ 2316696 w 5883342"/>
              <a:gd name="connsiteY340" fmla="*/ 4832238 h 5883329"/>
              <a:gd name="connsiteX341" fmla="*/ 2403659 w 5883342"/>
              <a:gd name="connsiteY341" fmla="*/ 4785568 h 5883329"/>
              <a:gd name="connsiteX342" fmla="*/ 2450331 w 5883342"/>
              <a:gd name="connsiteY342" fmla="*/ 4741506 h 5883329"/>
              <a:gd name="connsiteX343" fmla="*/ 2497001 w 5883342"/>
              <a:gd name="connsiteY343" fmla="*/ 4718026 h 5883329"/>
              <a:gd name="connsiteX344" fmla="*/ 2538743 w 5883342"/>
              <a:gd name="connsiteY344" fmla="*/ 4694546 h 5883329"/>
              <a:gd name="connsiteX345" fmla="*/ 2574978 w 5883342"/>
              <a:gd name="connsiteY345" fmla="*/ 4647877 h 5883329"/>
              <a:gd name="connsiteX346" fmla="*/ 2629475 w 5883342"/>
              <a:gd name="connsiteY346" fmla="*/ 4627006 h 5883329"/>
              <a:gd name="connsiteX347" fmla="*/ 2681362 w 5883342"/>
              <a:gd name="connsiteY347" fmla="*/ 4590771 h 5883329"/>
              <a:gd name="connsiteX348" fmla="*/ 2748904 w 5883342"/>
              <a:gd name="connsiteY348" fmla="*/ 4572509 h 5883329"/>
              <a:gd name="connsiteX349" fmla="*/ 2808618 w 5883342"/>
              <a:gd name="connsiteY349" fmla="*/ 4536274 h 5883329"/>
              <a:gd name="connsiteX350" fmla="*/ 2903409 w 5883342"/>
              <a:gd name="connsiteY350" fmla="*/ 4531636 h 5883329"/>
              <a:gd name="connsiteX351" fmla="*/ 2903409 w 5883342"/>
              <a:gd name="connsiteY351" fmla="*/ 4354232 h 5883329"/>
              <a:gd name="connsiteX352" fmla="*/ 2894711 w 5883342"/>
              <a:gd name="connsiteY352" fmla="*/ 4346115 h 5883329"/>
              <a:gd name="connsiteX353" fmla="*/ 2917612 w 5883342"/>
              <a:gd name="connsiteY353" fmla="*/ 4321185 h 5883329"/>
              <a:gd name="connsiteX354" fmla="*/ 2938192 w 5883342"/>
              <a:gd name="connsiteY354" fmla="*/ 4294517 h 5883329"/>
              <a:gd name="connsiteX355" fmla="*/ 4935734 w 5883342"/>
              <a:gd name="connsiteY355" fmla="*/ 4198279 h 5883329"/>
              <a:gd name="connsiteX356" fmla="*/ 4920950 w 5883342"/>
              <a:gd name="connsiteY356" fmla="*/ 4219440 h 5883329"/>
              <a:gd name="connsiteX357" fmla="*/ 4906166 w 5883342"/>
              <a:gd name="connsiteY357" fmla="*/ 4240600 h 5883329"/>
              <a:gd name="connsiteX358" fmla="*/ 5070816 w 5883342"/>
              <a:gd name="connsiteY358" fmla="*/ 4356551 h 5883329"/>
              <a:gd name="connsiteX359" fmla="*/ 4845583 w 5883342"/>
              <a:gd name="connsiteY359" fmla="*/ 4327563 h 5883329"/>
              <a:gd name="connsiteX360" fmla="*/ 4829060 w 5883342"/>
              <a:gd name="connsiteY360" fmla="*/ 4351333 h 5883329"/>
              <a:gd name="connsiteX361" fmla="*/ 4812537 w 5883342"/>
              <a:gd name="connsiteY361" fmla="*/ 4374813 h 5883329"/>
              <a:gd name="connsiteX362" fmla="*/ 5047046 w 5883342"/>
              <a:gd name="connsiteY362" fmla="*/ 4539174 h 5883329"/>
              <a:gd name="connsiteX363" fmla="*/ 5061830 w 5883342"/>
              <a:gd name="connsiteY363" fmla="*/ 4518012 h 5883329"/>
              <a:gd name="connsiteX364" fmla="*/ 5076324 w 5883342"/>
              <a:gd name="connsiteY364" fmla="*/ 4496851 h 5883329"/>
              <a:gd name="connsiteX365" fmla="*/ 4907325 w 5883342"/>
              <a:gd name="connsiteY365" fmla="*/ 4378582 h 5883329"/>
              <a:gd name="connsiteX366" fmla="*/ 5139227 w 5883342"/>
              <a:gd name="connsiteY366" fmla="*/ 4407569 h 5883329"/>
              <a:gd name="connsiteX367" fmla="*/ 5155171 w 5883342"/>
              <a:gd name="connsiteY367" fmla="*/ 4384959 h 5883329"/>
              <a:gd name="connsiteX368" fmla="*/ 5170244 w 5883342"/>
              <a:gd name="connsiteY368" fmla="*/ 4362639 h 5883329"/>
              <a:gd name="connsiteX369" fmla="*/ 891083 w 5883342"/>
              <a:gd name="connsiteY369" fmla="*/ 4173060 h 5883329"/>
              <a:gd name="connsiteX370" fmla="*/ 705561 w 5883342"/>
              <a:gd name="connsiteY370" fmla="*/ 4291909 h 5883329"/>
              <a:gd name="connsiteX371" fmla="*/ 721504 w 5883342"/>
              <a:gd name="connsiteY371" fmla="*/ 4390177 h 5883329"/>
              <a:gd name="connsiteX372" fmla="*/ 796292 w 5883342"/>
              <a:gd name="connsiteY372" fmla="*/ 4431340 h 5883329"/>
              <a:gd name="connsiteX373" fmla="*/ 801800 w 5883342"/>
              <a:gd name="connsiteY373" fmla="*/ 4431340 h 5883329"/>
              <a:gd name="connsiteX374" fmla="*/ 772812 w 5883342"/>
              <a:gd name="connsiteY374" fmla="*/ 4455979 h 5883329"/>
              <a:gd name="connsiteX375" fmla="*/ 792814 w 5883342"/>
              <a:gd name="connsiteY375" fmla="*/ 4486995 h 5883329"/>
              <a:gd name="connsiteX376" fmla="*/ 922389 w 5883342"/>
              <a:gd name="connsiteY376" fmla="*/ 4402931 h 5883329"/>
              <a:gd name="connsiteX377" fmla="*/ 862384 w 5883342"/>
              <a:gd name="connsiteY377" fmla="*/ 4310171 h 5883329"/>
              <a:gd name="connsiteX378" fmla="*/ 820932 w 5883342"/>
              <a:gd name="connsiteY378" fmla="*/ 4337130 h 5883329"/>
              <a:gd name="connsiteX379" fmla="*/ 853108 w 5883342"/>
              <a:gd name="connsiteY379" fmla="*/ 4390177 h 5883329"/>
              <a:gd name="connsiteX380" fmla="*/ 815714 w 5883342"/>
              <a:gd name="connsiteY380" fmla="*/ 4397424 h 5883329"/>
              <a:gd name="connsiteX381" fmla="*/ 766435 w 5883342"/>
              <a:gd name="connsiteY381" fmla="*/ 4370175 h 5883329"/>
              <a:gd name="connsiteX382" fmla="*/ 756869 w 5883342"/>
              <a:gd name="connsiteY382" fmla="*/ 4308431 h 5883329"/>
              <a:gd name="connsiteX383" fmla="*/ 808467 w 5883342"/>
              <a:gd name="connsiteY383" fmla="*/ 4251906 h 5883329"/>
              <a:gd name="connsiteX384" fmla="*/ 882096 w 5883342"/>
              <a:gd name="connsiteY384" fmla="*/ 4228136 h 5883329"/>
              <a:gd name="connsiteX385" fmla="*/ 935434 w 5883342"/>
              <a:gd name="connsiteY385" fmla="*/ 4260602 h 5883329"/>
              <a:gd name="connsiteX386" fmla="*/ 944130 w 5883342"/>
              <a:gd name="connsiteY386" fmla="*/ 4300026 h 5883329"/>
              <a:gd name="connsiteX387" fmla="*/ 927317 w 5883342"/>
              <a:gd name="connsiteY387" fmla="*/ 4334231 h 5883329"/>
              <a:gd name="connsiteX388" fmla="*/ 959783 w 5883342"/>
              <a:gd name="connsiteY388" fmla="*/ 4380321 h 5883329"/>
              <a:gd name="connsiteX389" fmla="*/ 999206 w 5883342"/>
              <a:gd name="connsiteY389" fmla="*/ 4311620 h 5883329"/>
              <a:gd name="connsiteX390" fmla="*/ 978046 w 5883342"/>
              <a:gd name="connsiteY390" fmla="*/ 4231035 h 5883329"/>
              <a:gd name="connsiteX391" fmla="*/ 891083 w 5883342"/>
              <a:gd name="connsiteY391" fmla="*/ 4173060 h 5883329"/>
              <a:gd name="connsiteX392" fmla="*/ 5119227 w 5883342"/>
              <a:gd name="connsiteY392" fmla="*/ 4006380 h 5883329"/>
              <a:gd name="connsiteX393" fmla="*/ 5193724 w 5883342"/>
              <a:gd name="connsiteY393" fmla="*/ 4024643 h 5883329"/>
              <a:gd name="connsiteX394" fmla="*/ 5251411 w 5883342"/>
              <a:gd name="connsiteY394" fmla="*/ 4074501 h 5883329"/>
              <a:gd name="connsiteX395" fmla="*/ 5256542 w 5883342"/>
              <a:gd name="connsiteY395" fmla="*/ 4091256 h 5883329"/>
              <a:gd name="connsiteX396" fmla="*/ 5202132 w 5883342"/>
              <a:gd name="connsiteY396" fmla="*/ 4167261 h 5883329"/>
              <a:gd name="connsiteX397" fmla="*/ 5128792 w 5883342"/>
              <a:gd name="connsiteY397" fmla="*/ 4149869 h 5883329"/>
              <a:gd name="connsiteX398" fmla="*/ 5070816 w 5883342"/>
              <a:gd name="connsiteY398" fmla="*/ 4098271 h 5883329"/>
              <a:gd name="connsiteX399" fmla="*/ 5070816 w 5883342"/>
              <a:gd name="connsiteY399" fmla="*/ 4040295 h 5883329"/>
              <a:gd name="connsiteX400" fmla="*/ 5119227 w 5883342"/>
              <a:gd name="connsiteY400" fmla="*/ 4006380 h 5883329"/>
              <a:gd name="connsiteX401" fmla="*/ 5106472 w 5883342"/>
              <a:gd name="connsiteY401" fmla="*/ 3954783 h 5883329"/>
              <a:gd name="connsiteX402" fmla="*/ 5093891 w 5883342"/>
              <a:gd name="connsiteY402" fmla="*/ 3958609 h 5883329"/>
              <a:gd name="connsiteX403" fmla="*/ 5019509 w 5883342"/>
              <a:gd name="connsiteY403" fmla="*/ 4117983 h 5883329"/>
              <a:gd name="connsiteX404" fmla="*/ 5101543 w 5883342"/>
              <a:gd name="connsiteY404" fmla="*/ 4200308 h 5883329"/>
              <a:gd name="connsiteX405" fmla="*/ 5214015 w 5883342"/>
              <a:gd name="connsiteY405" fmla="*/ 4221179 h 5883329"/>
              <a:gd name="connsiteX406" fmla="*/ 5292863 w 5883342"/>
              <a:gd name="connsiteY406" fmla="*/ 4158856 h 5883329"/>
              <a:gd name="connsiteX407" fmla="*/ 5292283 w 5883342"/>
              <a:gd name="connsiteY407" fmla="*/ 4158276 h 5883329"/>
              <a:gd name="connsiteX408" fmla="*/ 5300978 w 5883342"/>
              <a:gd name="connsiteY408" fmla="*/ 4058269 h 5883329"/>
              <a:gd name="connsiteX409" fmla="*/ 5220684 w 5883342"/>
              <a:gd name="connsiteY409" fmla="*/ 3976813 h 5883329"/>
              <a:gd name="connsiteX410" fmla="*/ 5106472 w 5883342"/>
              <a:gd name="connsiteY410" fmla="*/ 3954783 h 5883329"/>
              <a:gd name="connsiteX411" fmla="*/ 773392 w 5883342"/>
              <a:gd name="connsiteY411" fmla="*/ 3864051 h 5883329"/>
              <a:gd name="connsiteX412" fmla="*/ 513952 w 5883342"/>
              <a:gd name="connsiteY412" fmla="*/ 3985219 h 5883329"/>
              <a:gd name="connsiteX413" fmla="*/ 524678 w 5883342"/>
              <a:gd name="connsiteY413" fmla="*/ 4008410 h 5883329"/>
              <a:gd name="connsiteX414" fmla="*/ 535693 w 5883342"/>
              <a:gd name="connsiteY414" fmla="*/ 4031600 h 5883329"/>
              <a:gd name="connsiteX415" fmla="*/ 722663 w 5883342"/>
              <a:gd name="connsiteY415" fmla="*/ 3944637 h 5883329"/>
              <a:gd name="connsiteX416" fmla="*/ 581493 w 5883342"/>
              <a:gd name="connsiteY416" fmla="*/ 4130448 h 5883329"/>
              <a:gd name="connsiteX417" fmla="*/ 593089 w 5883342"/>
              <a:gd name="connsiteY417" fmla="*/ 4155087 h 5883329"/>
              <a:gd name="connsiteX418" fmla="*/ 604684 w 5883342"/>
              <a:gd name="connsiteY418" fmla="*/ 4179437 h 5883329"/>
              <a:gd name="connsiteX419" fmla="*/ 864123 w 5883342"/>
              <a:gd name="connsiteY419" fmla="*/ 4058558 h 5883329"/>
              <a:gd name="connsiteX420" fmla="*/ 853108 w 5883342"/>
              <a:gd name="connsiteY420" fmla="*/ 4035078 h 5883329"/>
              <a:gd name="connsiteX421" fmla="*/ 842383 w 5883342"/>
              <a:gd name="connsiteY421" fmla="*/ 4011888 h 5883329"/>
              <a:gd name="connsiteX422" fmla="*/ 660340 w 5883342"/>
              <a:gd name="connsiteY422" fmla="*/ 4096822 h 5883329"/>
              <a:gd name="connsiteX423" fmla="*/ 797742 w 5883342"/>
              <a:gd name="connsiteY423" fmla="*/ 3916519 h 5883329"/>
              <a:gd name="connsiteX424" fmla="*/ 785567 w 5883342"/>
              <a:gd name="connsiteY424" fmla="*/ 3890430 h 5883329"/>
              <a:gd name="connsiteX425" fmla="*/ 5403596 w 5883342"/>
              <a:gd name="connsiteY425" fmla="*/ 3746652 h 5883329"/>
              <a:gd name="connsiteX426" fmla="*/ 5356634 w 5883342"/>
              <a:gd name="connsiteY426" fmla="*/ 3868980 h 5883329"/>
              <a:gd name="connsiteX427" fmla="*/ 5136909 w 5883342"/>
              <a:gd name="connsiteY427" fmla="*/ 3784625 h 5883329"/>
              <a:gd name="connsiteX428" fmla="*/ 5127052 w 5883342"/>
              <a:gd name="connsiteY428" fmla="*/ 3810424 h 5883329"/>
              <a:gd name="connsiteX429" fmla="*/ 5117198 w 5883342"/>
              <a:gd name="connsiteY429" fmla="*/ 3835933 h 5883329"/>
              <a:gd name="connsiteX430" fmla="*/ 5385043 w 5883342"/>
              <a:gd name="connsiteY430" fmla="*/ 3938839 h 5883329"/>
              <a:gd name="connsiteX431" fmla="*/ 5451134 w 5883342"/>
              <a:gd name="connsiteY431" fmla="*/ 3764913 h 5883329"/>
              <a:gd name="connsiteX432" fmla="*/ 5427364 w 5883342"/>
              <a:gd name="connsiteY432" fmla="*/ 3755927 h 5883329"/>
              <a:gd name="connsiteX433" fmla="*/ 722953 w 5883342"/>
              <a:gd name="connsiteY433" fmla="*/ 3736795 h 5883329"/>
              <a:gd name="connsiteX434" fmla="*/ 455687 w 5883342"/>
              <a:gd name="connsiteY434" fmla="*/ 3839412 h 5883329"/>
              <a:gd name="connsiteX435" fmla="*/ 465543 w 5883342"/>
              <a:gd name="connsiteY435" fmla="*/ 3865211 h 5883329"/>
              <a:gd name="connsiteX436" fmla="*/ 475398 w 5883342"/>
              <a:gd name="connsiteY436" fmla="*/ 3890720 h 5883329"/>
              <a:gd name="connsiteX437" fmla="*/ 742665 w 5883342"/>
              <a:gd name="connsiteY437" fmla="*/ 3788104 h 5883329"/>
              <a:gd name="connsiteX438" fmla="*/ 732809 w 5883342"/>
              <a:gd name="connsiteY438" fmla="*/ 3762595 h 5883329"/>
              <a:gd name="connsiteX439" fmla="*/ 478008 w 5883342"/>
              <a:gd name="connsiteY439" fmla="*/ 3541709 h 5883329"/>
              <a:gd name="connsiteX440" fmla="*/ 461485 w 5883342"/>
              <a:gd name="connsiteY440" fmla="*/ 3546057 h 5883329"/>
              <a:gd name="connsiteX441" fmla="*/ 393073 w 5883342"/>
              <a:gd name="connsiteY441" fmla="*/ 3584900 h 5883329"/>
              <a:gd name="connsiteX442" fmla="*/ 386407 w 5883342"/>
              <a:gd name="connsiteY442" fmla="*/ 3654470 h 5883329"/>
              <a:gd name="connsiteX443" fmla="*/ 424381 w 5883342"/>
              <a:gd name="connsiteY443" fmla="*/ 3709837 h 5883329"/>
              <a:gd name="connsiteX444" fmla="*/ 424381 w 5883342"/>
              <a:gd name="connsiteY444" fmla="*/ 3709257 h 5883329"/>
              <a:gd name="connsiteX445" fmla="*/ 493661 w 5883342"/>
              <a:gd name="connsiteY445" fmla="*/ 3713896 h 5883329"/>
              <a:gd name="connsiteX446" fmla="*/ 692517 w 5883342"/>
              <a:gd name="connsiteY446" fmla="*/ 3660558 h 5883329"/>
              <a:gd name="connsiteX447" fmla="*/ 685270 w 5883342"/>
              <a:gd name="connsiteY447" fmla="*/ 3633889 h 5883329"/>
              <a:gd name="connsiteX448" fmla="*/ 678312 w 5883342"/>
              <a:gd name="connsiteY448" fmla="*/ 3607511 h 5883329"/>
              <a:gd name="connsiteX449" fmla="*/ 479457 w 5883342"/>
              <a:gd name="connsiteY449" fmla="*/ 3660848 h 5883329"/>
              <a:gd name="connsiteX450" fmla="*/ 448440 w 5883342"/>
              <a:gd name="connsiteY450" fmla="*/ 3660848 h 5883329"/>
              <a:gd name="connsiteX451" fmla="*/ 445484 w 5883342"/>
              <a:gd name="connsiteY451" fmla="*/ 3658819 h 5883329"/>
              <a:gd name="connsiteX452" fmla="*/ 439454 w 5883342"/>
              <a:gd name="connsiteY452" fmla="*/ 3613308 h 5883329"/>
              <a:gd name="connsiteX453" fmla="*/ 474819 w 5883342"/>
              <a:gd name="connsiteY453" fmla="*/ 3596495 h 5883329"/>
              <a:gd name="connsiteX454" fmla="*/ 491342 w 5883342"/>
              <a:gd name="connsiteY454" fmla="*/ 3592147 h 5883329"/>
              <a:gd name="connsiteX455" fmla="*/ 5351272 w 5883342"/>
              <a:gd name="connsiteY455" fmla="*/ 3443702 h 5883329"/>
              <a:gd name="connsiteX456" fmla="*/ 5389680 w 5883342"/>
              <a:gd name="connsiteY456" fmla="*/ 3449528 h 5883329"/>
              <a:gd name="connsiteX457" fmla="*/ 5455773 w 5883342"/>
              <a:gd name="connsiteY457" fmla="*/ 3485763 h 5883329"/>
              <a:gd name="connsiteX458" fmla="*/ 5464818 w 5883342"/>
              <a:gd name="connsiteY458" fmla="*/ 3500807 h 5883329"/>
              <a:gd name="connsiteX459" fmla="*/ 5430264 w 5883342"/>
              <a:gd name="connsiteY459" fmla="*/ 3588089 h 5883329"/>
              <a:gd name="connsiteX460" fmla="*/ 5354895 w 5883342"/>
              <a:gd name="connsiteY460" fmla="*/ 3588089 h 5883329"/>
              <a:gd name="connsiteX461" fmla="*/ 5287355 w 5883342"/>
              <a:gd name="connsiteY461" fmla="*/ 3551564 h 5883329"/>
              <a:gd name="connsiteX462" fmla="*/ 5276803 w 5883342"/>
              <a:gd name="connsiteY462" fmla="*/ 3533969 h 5883329"/>
              <a:gd name="connsiteX463" fmla="*/ 5312864 w 5883342"/>
              <a:gd name="connsiteY463" fmla="*/ 3449528 h 5883329"/>
              <a:gd name="connsiteX464" fmla="*/ 5351272 w 5883342"/>
              <a:gd name="connsiteY464" fmla="*/ 3443702 h 5883329"/>
              <a:gd name="connsiteX465" fmla="*/ 5343895 w 5883342"/>
              <a:gd name="connsiteY465" fmla="*/ 3389031 h 5883329"/>
              <a:gd name="connsiteX466" fmla="*/ 5286485 w 5883342"/>
              <a:gd name="connsiteY466" fmla="*/ 3402568 h 5883329"/>
              <a:gd name="connsiteX467" fmla="*/ 5275064 w 5883342"/>
              <a:gd name="connsiteY467" fmla="*/ 3409438 h 5883329"/>
              <a:gd name="connsiteX468" fmla="*/ 5241844 w 5883342"/>
              <a:gd name="connsiteY468" fmla="*/ 3581712 h 5883329"/>
              <a:gd name="connsiteX469" fmla="*/ 5341562 w 5883342"/>
              <a:gd name="connsiteY469" fmla="*/ 3642006 h 5883329"/>
              <a:gd name="connsiteX470" fmla="*/ 5455774 w 5883342"/>
              <a:gd name="connsiteY470" fmla="*/ 3635049 h 5883329"/>
              <a:gd name="connsiteX471" fmla="*/ 5516937 w 5883342"/>
              <a:gd name="connsiteY471" fmla="*/ 3555333 h 5883329"/>
              <a:gd name="connsiteX472" fmla="*/ 5500124 w 5883342"/>
              <a:gd name="connsiteY472" fmla="*/ 3455906 h 5883329"/>
              <a:gd name="connsiteX473" fmla="*/ 5402435 w 5883342"/>
              <a:gd name="connsiteY473" fmla="*/ 3396191 h 5883329"/>
              <a:gd name="connsiteX474" fmla="*/ 5343895 w 5883342"/>
              <a:gd name="connsiteY474" fmla="*/ 3389031 h 5883329"/>
              <a:gd name="connsiteX475" fmla="*/ 624105 w 5883342"/>
              <a:gd name="connsiteY475" fmla="*/ 3377349 h 5883329"/>
              <a:gd name="connsiteX476" fmla="*/ 343215 w 5883342"/>
              <a:gd name="connsiteY476" fmla="*/ 3432136 h 5883329"/>
              <a:gd name="connsiteX477" fmla="*/ 348433 w 5883342"/>
              <a:gd name="connsiteY477" fmla="*/ 3459094 h 5883329"/>
              <a:gd name="connsiteX478" fmla="*/ 353651 w 5883342"/>
              <a:gd name="connsiteY478" fmla="*/ 3486052 h 5883329"/>
              <a:gd name="connsiteX479" fmla="*/ 634541 w 5883342"/>
              <a:gd name="connsiteY479" fmla="*/ 3431555 h 5883329"/>
              <a:gd name="connsiteX480" fmla="*/ 629324 w 5883342"/>
              <a:gd name="connsiteY480" fmla="*/ 3404307 h 5883329"/>
              <a:gd name="connsiteX481" fmla="*/ 1234006 w 5883342"/>
              <a:gd name="connsiteY481" fmla="*/ 3374449 h 5883329"/>
              <a:gd name="connsiteX482" fmla="*/ 1561278 w 5883342"/>
              <a:gd name="connsiteY482" fmla="*/ 3426337 h 5883329"/>
              <a:gd name="connsiteX483" fmla="*/ 2346844 w 5883342"/>
              <a:gd name="connsiteY483" fmla="*/ 3419960 h 5883329"/>
              <a:gd name="connsiteX484" fmla="*/ 2460765 w 5883342"/>
              <a:gd name="connsiteY484" fmla="*/ 3438513 h 5883329"/>
              <a:gd name="connsiteX485" fmla="*/ 2710929 w 5883342"/>
              <a:gd name="connsiteY485" fmla="*/ 3467500 h 5883329"/>
              <a:gd name="connsiteX486" fmla="*/ 2634111 w 5883342"/>
              <a:gd name="connsiteY486" fmla="*/ 3777958 h 5883329"/>
              <a:gd name="connsiteX487" fmla="*/ 2941670 w 5883342"/>
              <a:gd name="connsiteY487" fmla="*/ 3830135 h 5883329"/>
              <a:gd name="connsiteX488" fmla="*/ 3248941 w 5883342"/>
              <a:gd name="connsiteY488" fmla="*/ 3777958 h 5883329"/>
              <a:gd name="connsiteX489" fmla="*/ 3172123 w 5883342"/>
              <a:gd name="connsiteY489" fmla="*/ 3467790 h 5883329"/>
              <a:gd name="connsiteX490" fmla="*/ 3422286 w 5883342"/>
              <a:gd name="connsiteY490" fmla="*/ 3438802 h 5883329"/>
              <a:gd name="connsiteX491" fmla="*/ 3536498 w 5883342"/>
              <a:gd name="connsiteY491" fmla="*/ 3420250 h 5883329"/>
              <a:gd name="connsiteX492" fmla="*/ 4322065 w 5883342"/>
              <a:gd name="connsiteY492" fmla="*/ 3426628 h 5883329"/>
              <a:gd name="connsiteX493" fmla="*/ 4323224 w 5883342"/>
              <a:gd name="connsiteY493" fmla="*/ 3426337 h 5883329"/>
              <a:gd name="connsiteX494" fmla="*/ 4650204 w 5883342"/>
              <a:gd name="connsiteY494" fmla="*/ 3374449 h 5883329"/>
              <a:gd name="connsiteX495" fmla="*/ 4444393 w 5883342"/>
              <a:gd name="connsiteY495" fmla="*/ 3604032 h 5883329"/>
              <a:gd name="connsiteX496" fmla="*/ 3147484 w 5883342"/>
              <a:gd name="connsiteY496" fmla="*/ 3841731 h 5883329"/>
              <a:gd name="connsiteX497" fmla="*/ 3230678 w 5883342"/>
              <a:gd name="connsiteY497" fmla="*/ 4174508 h 5883329"/>
              <a:gd name="connsiteX498" fmla="*/ 2940801 w 5883342"/>
              <a:gd name="connsiteY498" fmla="*/ 4237122 h 5883329"/>
              <a:gd name="connsiteX499" fmla="*/ 2650925 w 5883342"/>
              <a:gd name="connsiteY499" fmla="*/ 4174508 h 5883329"/>
              <a:gd name="connsiteX500" fmla="*/ 2734119 w 5883342"/>
              <a:gd name="connsiteY500" fmla="*/ 3841731 h 5883329"/>
              <a:gd name="connsiteX501" fmla="*/ 1439819 w 5883342"/>
              <a:gd name="connsiteY501" fmla="*/ 3604032 h 5883329"/>
              <a:gd name="connsiteX502" fmla="*/ 1234006 w 5883342"/>
              <a:gd name="connsiteY502" fmla="*/ 3374449 h 5883329"/>
              <a:gd name="connsiteX503" fmla="*/ 590770 w 5883342"/>
              <a:gd name="connsiteY503" fmla="*/ 3106314 h 5883329"/>
              <a:gd name="connsiteX504" fmla="*/ 306691 w 5883342"/>
              <a:gd name="connsiteY504" fmla="*/ 3141390 h 5883329"/>
              <a:gd name="connsiteX505" fmla="*/ 331040 w 5883342"/>
              <a:gd name="connsiteY505" fmla="*/ 3340825 h 5883329"/>
              <a:gd name="connsiteX506" fmla="*/ 356259 w 5883342"/>
              <a:gd name="connsiteY506" fmla="*/ 3337926 h 5883329"/>
              <a:gd name="connsiteX507" fmla="*/ 381479 w 5883342"/>
              <a:gd name="connsiteY507" fmla="*/ 3334737 h 5883329"/>
              <a:gd name="connsiteX508" fmla="*/ 363796 w 5883342"/>
              <a:gd name="connsiteY508" fmla="*/ 3189799 h 5883329"/>
              <a:gd name="connsiteX509" fmla="*/ 437715 w 5883342"/>
              <a:gd name="connsiteY509" fmla="*/ 3180523 h 5883329"/>
              <a:gd name="connsiteX510" fmla="*/ 453368 w 5883342"/>
              <a:gd name="connsiteY510" fmla="*/ 3308358 h 5883329"/>
              <a:gd name="connsiteX511" fmla="*/ 478008 w 5883342"/>
              <a:gd name="connsiteY511" fmla="*/ 3305460 h 5883329"/>
              <a:gd name="connsiteX512" fmla="*/ 502358 w 5883342"/>
              <a:gd name="connsiteY512" fmla="*/ 3302561 h 5883329"/>
              <a:gd name="connsiteX513" fmla="*/ 486704 w 5883342"/>
              <a:gd name="connsiteY513" fmla="*/ 3174725 h 5883329"/>
              <a:gd name="connsiteX514" fmla="*/ 546998 w 5883342"/>
              <a:gd name="connsiteY514" fmla="*/ 3167188 h 5883329"/>
              <a:gd name="connsiteX515" fmla="*/ 563811 w 5883342"/>
              <a:gd name="connsiteY515" fmla="*/ 3304880 h 5883329"/>
              <a:gd name="connsiteX516" fmla="*/ 589321 w 5883342"/>
              <a:gd name="connsiteY516" fmla="*/ 3301981 h 5883329"/>
              <a:gd name="connsiteX517" fmla="*/ 614250 w 5883342"/>
              <a:gd name="connsiteY517" fmla="*/ 3298792 h 5883329"/>
              <a:gd name="connsiteX518" fmla="*/ 5381565 w 5883342"/>
              <a:gd name="connsiteY518" fmla="*/ 3057905 h 5883329"/>
              <a:gd name="connsiteX519" fmla="*/ 5308225 w 5883342"/>
              <a:gd name="connsiteY519" fmla="*/ 3086893 h 5883329"/>
              <a:gd name="connsiteX520" fmla="*/ 5308225 w 5883342"/>
              <a:gd name="connsiteY520" fmla="*/ 3260819 h 5883329"/>
              <a:gd name="connsiteX521" fmla="*/ 5527372 w 5883342"/>
              <a:gd name="connsiteY521" fmla="*/ 3281400 h 5883329"/>
              <a:gd name="connsiteX522" fmla="*/ 5575493 w 5883342"/>
              <a:gd name="connsiteY522" fmla="*/ 3194437 h 5883329"/>
              <a:gd name="connsiteX523" fmla="*/ 5541866 w 5883342"/>
              <a:gd name="connsiteY523" fmla="*/ 3115881 h 5883329"/>
              <a:gd name="connsiteX524" fmla="*/ 5537519 w 5883342"/>
              <a:gd name="connsiteY524" fmla="*/ 3113561 h 5883329"/>
              <a:gd name="connsiteX525" fmla="*/ 5574912 w 5883342"/>
              <a:gd name="connsiteY525" fmla="*/ 3111242 h 5883329"/>
              <a:gd name="connsiteX526" fmla="*/ 5577522 w 5883342"/>
              <a:gd name="connsiteY526" fmla="*/ 3075008 h 5883329"/>
              <a:gd name="connsiteX527" fmla="*/ 5423598 w 5883342"/>
              <a:gd name="connsiteY527" fmla="*/ 3061674 h 5883329"/>
              <a:gd name="connsiteX528" fmla="*/ 5414031 w 5883342"/>
              <a:gd name="connsiteY528" fmla="*/ 3171536 h 5883329"/>
              <a:gd name="connsiteX529" fmla="*/ 5463311 w 5883342"/>
              <a:gd name="connsiteY529" fmla="*/ 3175885 h 5883329"/>
              <a:gd name="connsiteX530" fmla="*/ 5468528 w 5883342"/>
              <a:gd name="connsiteY530" fmla="*/ 3113851 h 5883329"/>
              <a:gd name="connsiteX531" fmla="*/ 5502443 w 5883342"/>
              <a:gd name="connsiteY531" fmla="*/ 3131244 h 5883329"/>
              <a:gd name="connsiteX532" fmla="*/ 5524474 w 5883342"/>
              <a:gd name="connsiteY532" fmla="*/ 3183132 h 5883329"/>
              <a:gd name="connsiteX533" fmla="*/ 5495486 w 5883342"/>
              <a:gd name="connsiteY533" fmla="*/ 3237628 h 5883329"/>
              <a:gd name="connsiteX534" fmla="*/ 5419829 w 5883342"/>
              <a:gd name="connsiteY534" fmla="*/ 3250383 h 5883329"/>
              <a:gd name="connsiteX535" fmla="*/ 5347070 w 5883342"/>
              <a:gd name="connsiteY535" fmla="*/ 3223715 h 5883329"/>
              <a:gd name="connsiteX536" fmla="*/ 5325039 w 5883342"/>
              <a:gd name="connsiteY536" fmla="*/ 3165739 h 5883329"/>
              <a:gd name="connsiteX537" fmla="*/ 5342431 w 5883342"/>
              <a:gd name="connsiteY537" fmla="*/ 3128925 h 5883329"/>
              <a:gd name="connsiteX538" fmla="*/ 5376926 w 5883342"/>
              <a:gd name="connsiteY538" fmla="*/ 3112692 h 5883329"/>
              <a:gd name="connsiteX539" fmla="*/ 1422136 w 5883342"/>
              <a:gd name="connsiteY539" fmla="*/ 2968913 h 5883329"/>
              <a:gd name="connsiteX540" fmla="*/ 1603600 w 5883342"/>
              <a:gd name="connsiteY540" fmla="*/ 2988625 h 5883329"/>
              <a:gd name="connsiteX541" fmla="*/ 1761002 w 5883342"/>
              <a:gd name="connsiteY541" fmla="*/ 2988625 h 5883329"/>
              <a:gd name="connsiteX542" fmla="*/ 1941307 w 5883342"/>
              <a:gd name="connsiteY542" fmla="*/ 2986886 h 5883329"/>
              <a:gd name="connsiteX543" fmla="*/ 2213500 w 5883342"/>
              <a:gd name="connsiteY543" fmla="*/ 2993843 h 5883329"/>
              <a:gd name="connsiteX544" fmla="*/ 2507726 w 5883342"/>
              <a:gd name="connsiteY544" fmla="*/ 3062254 h 5883329"/>
              <a:gd name="connsiteX545" fmla="*/ 2715567 w 5883342"/>
              <a:gd name="connsiteY545" fmla="*/ 3076457 h 5883329"/>
              <a:gd name="connsiteX546" fmla="*/ 2645417 w 5883342"/>
              <a:gd name="connsiteY546" fmla="*/ 3374740 h 5883329"/>
              <a:gd name="connsiteX547" fmla="*/ 2935294 w 5883342"/>
              <a:gd name="connsiteY547" fmla="*/ 3408945 h 5883329"/>
              <a:gd name="connsiteX548" fmla="*/ 2938482 w 5883342"/>
              <a:gd name="connsiteY548" fmla="*/ 3408945 h 5883329"/>
              <a:gd name="connsiteX549" fmla="*/ 2942251 w 5883342"/>
              <a:gd name="connsiteY549" fmla="*/ 3408945 h 5883329"/>
              <a:gd name="connsiteX550" fmla="*/ 3234157 w 5883342"/>
              <a:gd name="connsiteY550" fmla="*/ 3374161 h 5883329"/>
              <a:gd name="connsiteX551" fmla="*/ 3164007 w 5883342"/>
              <a:gd name="connsiteY551" fmla="*/ 3075878 h 5883329"/>
              <a:gd name="connsiteX552" fmla="*/ 3371848 w 5883342"/>
              <a:gd name="connsiteY552" fmla="*/ 3061674 h 5883329"/>
              <a:gd name="connsiteX553" fmla="*/ 3667233 w 5883342"/>
              <a:gd name="connsiteY553" fmla="*/ 2994132 h 5883329"/>
              <a:gd name="connsiteX554" fmla="*/ 3939428 w 5883342"/>
              <a:gd name="connsiteY554" fmla="*/ 2987176 h 5883329"/>
              <a:gd name="connsiteX555" fmla="*/ 4119730 w 5883342"/>
              <a:gd name="connsiteY555" fmla="*/ 2988915 h 5883329"/>
              <a:gd name="connsiteX556" fmla="*/ 4277133 w 5883342"/>
              <a:gd name="connsiteY556" fmla="*/ 2988915 h 5883329"/>
              <a:gd name="connsiteX557" fmla="*/ 4277133 w 5883342"/>
              <a:gd name="connsiteY557" fmla="*/ 2988625 h 5883329"/>
              <a:gd name="connsiteX558" fmla="*/ 4458596 w 5883342"/>
              <a:gd name="connsiteY558" fmla="*/ 2968913 h 5883329"/>
              <a:gd name="connsiteX559" fmla="*/ 4284670 w 5883342"/>
              <a:gd name="connsiteY559" fmla="*/ 3140230 h 5883329"/>
              <a:gd name="connsiteX560" fmla="*/ 4031608 w 5883342"/>
              <a:gd name="connsiteY560" fmla="*/ 3256181 h 5883329"/>
              <a:gd name="connsiteX561" fmla="*/ 3413881 w 5883342"/>
              <a:gd name="connsiteY561" fmla="*/ 3392712 h 5883329"/>
              <a:gd name="connsiteX562" fmla="*/ 3138208 w 5883342"/>
              <a:gd name="connsiteY562" fmla="*/ 3423729 h 5883329"/>
              <a:gd name="connsiteX563" fmla="*/ 3111540 w 5883342"/>
              <a:gd name="connsiteY563" fmla="*/ 3426338 h 5883329"/>
              <a:gd name="connsiteX564" fmla="*/ 3188936 w 5883342"/>
              <a:gd name="connsiteY564" fmla="*/ 3740275 h 5883329"/>
              <a:gd name="connsiteX565" fmla="*/ 2939353 w 5883342"/>
              <a:gd name="connsiteY565" fmla="*/ 3782596 h 5883329"/>
              <a:gd name="connsiteX566" fmla="*/ 2689479 w 5883342"/>
              <a:gd name="connsiteY566" fmla="*/ 3740275 h 5883329"/>
              <a:gd name="connsiteX567" fmla="*/ 2767166 w 5883342"/>
              <a:gd name="connsiteY567" fmla="*/ 3426338 h 5883329"/>
              <a:gd name="connsiteX568" fmla="*/ 2740207 w 5883342"/>
              <a:gd name="connsiteY568" fmla="*/ 3423729 h 5883329"/>
              <a:gd name="connsiteX569" fmla="*/ 2464534 w 5883342"/>
              <a:gd name="connsiteY569" fmla="*/ 3392712 h 5883329"/>
              <a:gd name="connsiteX570" fmla="*/ 1849124 w 5883342"/>
              <a:gd name="connsiteY570" fmla="*/ 3256181 h 5883329"/>
              <a:gd name="connsiteX571" fmla="*/ 1596062 w 5883342"/>
              <a:gd name="connsiteY571" fmla="*/ 3140230 h 5883329"/>
              <a:gd name="connsiteX572" fmla="*/ 1422136 w 5883342"/>
              <a:gd name="connsiteY572" fmla="*/ 2968913 h 5883329"/>
              <a:gd name="connsiteX573" fmla="*/ 473659 w 5883342"/>
              <a:gd name="connsiteY573" fmla="*/ 2862818 h 5883329"/>
              <a:gd name="connsiteX574" fmla="*/ 536563 w 5883342"/>
              <a:gd name="connsiteY574" fmla="*/ 2862818 h 5883329"/>
              <a:gd name="connsiteX575" fmla="*/ 536563 w 5883342"/>
              <a:gd name="connsiteY575" fmla="*/ 2923693 h 5883329"/>
              <a:gd name="connsiteX576" fmla="*/ 528736 w 5883342"/>
              <a:gd name="connsiteY576" fmla="*/ 2955869 h 5883329"/>
              <a:gd name="connsiteX577" fmla="*/ 506705 w 5883342"/>
              <a:gd name="connsiteY577" fmla="*/ 2966304 h 5883329"/>
              <a:gd name="connsiteX578" fmla="*/ 481486 w 5883342"/>
              <a:gd name="connsiteY578" fmla="*/ 2956739 h 5883329"/>
              <a:gd name="connsiteX579" fmla="*/ 473659 w 5883342"/>
              <a:gd name="connsiteY579" fmla="*/ 2925722 h 5883329"/>
              <a:gd name="connsiteX580" fmla="*/ 349303 w 5883342"/>
              <a:gd name="connsiteY580" fmla="*/ 2859049 h 5883329"/>
              <a:gd name="connsiteX581" fmla="*/ 425540 w 5883342"/>
              <a:gd name="connsiteY581" fmla="*/ 2860499 h 5883329"/>
              <a:gd name="connsiteX582" fmla="*/ 425540 w 5883342"/>
              <a:gd name="connsiteY582" fmla="*/ 2926011 h 5883329"/>
              <a:gd name="connsiteX583" fmla="*/ 416264 w 5883342"/>
              <a:gd name="connsiteY583" fmla="*/ 2959057 h 5883329"/>
              <a:gd name="connsiteX584" fmla="*/ 389305 w 5883342"/>
              <a:gd name="connsiteY584" fmla="*/ 2969492 h 5883329"/>
              <a:gd name="connsiteX585" fmla="*/ 358869 w 5883342"/>
              <a:gd name="connsiteY585" fmla="*/ 2958187 h 5883329"/>
              <a:gd name="connsiteX586" fmla="*/ 349303 w 5883342"/>
              <a:gd name="connsiteY586" fmla="*/ 2925721 h 5883329"/>
              <a:gd name="connsiteX587" fmla="*/ 301472 w 5883342"/>
              <a:gd name="connsiteY587" fmla="*/ 2805423 h 5883329"/>
              <a:gd name="connsiteX588" fmla="*/ 301472 w 5883342"/>
              <a:gd name="connsiteY588" fmla="*/ 2831801 h 5883329"/>
              <a:gd name="connsiteX589" fmla="*/ 301183 w 5883342"/>
              <a:gd name="connsiteY589" fmla="*/ 2924852 h 5883329"/>
              <a:gd name="connsiteX590" fmla="*/ 322634 w 5883342"/>
              <a:gd name="connsiteY590" fmla="*/ 2998480 h 5883329"/>
              <a:gd name="connsiteX591" fmla="*/ 389016 w 5883342"/>
              <a:gd name="connsiteY591" fmla="*/ 3024570 h 5883329"/>
              <a:gd name="connsiteX592" fmla="*/ 444382 w 5883342"/>
              <a:gd name="connsiteY592" fmla="*/ 3000220 h 5883329"/>
              <a:gd name="connsiteX593" fmla="*/ 453948 w 5883342"/>
              <a:gd name="connsiteY593" fmla="*/ 2983986 h 5883329"/>
              <a:gd name="connsiteX594" fmla="*/ 511923 w 5883342"/>
              <a:gd name="connsiteY594" fmla="*/ 3017902 h 5883329"/>
              <a:gd name="connsiteX595" fmla="*/ 565551 w 5883342"/>
              <a:gd name="connsiteY595" fmla="*/ 2997321 h 5883329"/>
              <a:gd name="connsiteX596" fmla="*/ 585552 w 5883342"/>
              <a:gd name="connsiteY596" fmla="*/ 2937896 h 5883329"/>
              <a:gd name="connsiteX597" fmla="*/ 587581 w 5883342"/>
              <a:gd name="connsiteY597" fmla="*/ 2836730 h 5883329"/>
              <a:gd name="connsiteX598" fmla="*/ 587581 w 5883342"/>
              <a:gd name="connsiteY598" fmla="*/ 2810641 h 5883329"/>
              <a:gd name="connsiteX599" fmla="*/ 5295761 w 5883342"/>
              <a:gd name="connsiteY599" fmla="*/ 2754405 h 5883329"/>
              <a:gd name="connsiteX600" fmla="*/ 5295761 w 5883342"/>
              <a:gd name="connsiteY600" fmla="*/ 2785711 h 5883329"/>
              <a:gd name="connsiteX601" fmla="*/ 5295761 w 5883342"/>
              <a:gd name="connsiteY601" fmla="*/ 2816728 h 5883329"/>
              <a:gd name="connsiteX602" fmla="*/ 5421278 w 5883342"/>
              <a:gd name="connsiteY602" fmla="*/ 2863688 h 5883329"/>
              <a:gd name="connsiteX603" fmla="*/ 5299239 w 5883342"/>
              <a:gd name="connsiteY603" fmla="*/ 2921663 h 5883329"/>
              <a:gd name="connsiteX604" fmla="*/ 5299239 w 5883342"/>
              <a:gd name="connsiteY604" fmla="*/ 2954419 h 5883329"/>
              <a:gd name="connsiteX605" fmla="*/ 5299239 w 5883342"/>
              <a:gd name="connsiteY605" fmla="*/ 2987175 h 5883329"/>
              <a:gd name="connsiteX606" fmla="*/ 5473165 w 5883342"/>
              <a:gd name="connsiteY606" fmla="*/ 2888907 h 5883329"/>
              <a:gd name="connsiteX607" fmla="*/ 5580710 w 5883342"/>
              <a:gd name="connsiteY607" fmla="*/ 2885139 h 5883329"/>
              <a:gd name="connsiteX608" fmla="*/ 5580710 w 5883342"/>
              <a:gd name="connsiteY608" fmla="*/ 2857601 h 5883329"/>
              <a:gd name="connsiteX609" fmla="*/ 5580710 w 5883342"/>
              <a:gd name="connsiteY609" fmla="*/ 2830352 h 5883329"/>
              <a:gd name="connsiteX610" fmla="*/ 5472007 w 5883342"/>
              <a:gd name="connsiteY610" fmla="*/ 2834121 h 5883329"/>
              <a:gd name="connsiteX611" fmla="*/ 4283801 w 5883342"/>
              <a:gd name="connsiteY611" fmla="*/ 2516995 h 5883329"/>
              <a:gd name="connsiteX612" fmla="*/ 4112483 w 5883342"/>
              <a:gd name="connsiteY612" fmla="*/ 2705125 h 5883329"/>
              <a:gd name="connsiteX613" fmla="*/ 3860001 w 5883342"/>
              <a:gd name="connsiteY613" fmla="*/ 2868615 h 5883329"/>
              <a:gd name="connsiteX614" fmla="*/ 3362281 w 5883342"/>
              <a:gd name="connsiteY614" fmla="*/ 3015003 h 5883329"/>
              <a:gd name="connsiteX615" fmla="*/ 3147484 w 5883342"/>
              <a:gd name="connsiteY615" fmla="*/ 3028627 h 5883329"/>
              <a:gd name="connsiteX616" fmla="*/ 3103132 w 5883342"/>
              <a:gd name="connsiteY616" fmla="*/ 3028627 h 5883329"/>
              <a:gd name="connsiteX617" fmla="*/ 3175022 w 5883342"/>
              <a:gd name="connsiteY617" fmla="*/ 3333867 h 5883329"/>
              <a:gd name="connsiteX618" fmla="*/ 2943121 w 5883342"/>
              <a:gd name="connsiteY618" fmla="*/ 3362854 h 5883329"/>
              <a:gd name="connsiteX619" fmla="*/ 2940221 w 5883342"/>
              <a:gd name="connsiteY619" fmla="*/ 3362854 h 5883329"/>
              <a:gd name="connsiteX620" fmla="*/ 2937033 w 5883342"/>
              <a:gd name="connsiteY620" fmla="*/ 3362854 h 5883329"/>
              <a:gd name="connsiteX621" fmla="*/ 2705131 w 5883342"/>
              <a:gd name="connsiteY621" fmla="*/ 3333867 h 5883329"/>
              <a:gd name="connsiteX622" fmla="*/ 2777310 w 5883342"/>
              <a:gd name="connsiteY622" fmla="*/ 3029207 h 5883329"/>
              <a:gd name="connsiteX623" fmla="*/ 2732960 w 5883342"/>
              <a:gd name="connsiteY623" fmla="*/ 3029207 h 5883329"/>
              <a:gd name="connsiteX624" fmla="*/ 2518160 w 5883342"/>
              <a:gd name="connsiteY624" fmla="*/ 3015583 h 5883329"/>
              <a:gd name="connsiteX625" fmla="*/ 2020442 w 5883342"/>
              <a:gd name="connsiteY625" fmla="*/ 2869195 h 5883329"/>
              <a:gd name="connsiteX626" fmla="*/ 1767380 w 5883342"/>
              <a:gd name="connsiteY626" fmla="*/ 2705415 h 5883329"/>
              <a:gd name="connsiteX627" fmla="*/ 1596642 w 5883342"/>
              <a:gd name="connsiteY627" fmla="*/ 2517575 h 5883329"/>
              <a:gd name="connsiteX628" fmla="*/ 1775786 w 5883342"/>
              <a:gd name="connsiteY628" fmla="*/ 2537866 h 5883329"/>
              <a:gd name="connsiteX629" fmla="*/ 1845357 w 5883342"/>
              <a:gd name="connsiteY629" fmla="*/ 2541055 h 5883329"/>
              <a:gd name="connsiteX630" fmla="*/ 2172337 w 5883342"/>
              <a:gd name="connsiteY630" fmla="*/ 2558158 h 5883329"/>
              <a:gd name="connsiteX631" fmla="*/ 2208862 w 5883342"/>
              <a:gd name="connsiteY631" fmla="*/ 2577579 h 5883329"/>
              <a:gd name="connsiteX632" fmla="*/ 2578165 w 5883342"/>
              <a:gd name="connsiteY632" fmla="*/ 2695559 h 5883329"/>
              <a:gd name="connsiteX633" fmla="*/ 2644258 w 5883342"/>
              <a:gd name="connsiteY633" fmla="*/ 2699907 h 5883329"/>
              <a:gd name="connsiteX634" fmla="*/ 2725423 w 5883342"/>
              <a:gd name="connsiteY634" fmla="*/ 2695559 h 5883329"/>
              <a:gd name="connsiteX635" fmla="*/ 2661650 w 5883342"/>
              <a:gd name="connsiteY635" fmla="*/ 2960796 h 5883329"/>
              <a:gd name="connsiteX636" fmla="*/ 2941670 w 5883342"/>
              <a:gd name="connsiteY636" fmla="*/ 2978479 h 5883329"/>
              <a:gd name="connsiteX637" fmla="*/ 3221402 w 5883342"/>
              <a:gd name="connsiteY637" fmla="*/ 2960796 h 5883329"/>
              <a:gd name="connsiteX638" fmla="*/ 3157919 w 5883342"/>
              <a:gd name="connsiteY638" fmla="*/ 2695559 h 5883329"/>
              <a:gd name="connsiteX639" fmla="*/ 3238794 w 5883342"/>
              <a:gd name="connsiteY639" fmla="*/ 2699907 h 5883329"/>
              <a:gd name="connsiteX640" fmla="*/ 3304886 w 5883342"/>
              <a:gd name="connsiteY640" fmla="*/ 2695559 h 5883329"/>
              <a:gd name="connsiteX641" fmla="*/ 3674479 w 5883342"/>
              <a:gd name="connsiteY641" fmla="*/ 2577579 h 5883329"/>
              <a:gd name="connsiteX642" fmla="*/ 3711004 w 5883342"/>
              <a:gd name="connsiteY642" fmla="*/ 2558158 h 5883329"/>
              <a:gd name="connsiteX643" fmla="*/ 4037984 w 5883342"/>
              <a:gd name="connsiteY643" fmla="*/ 2541055 h 5883329"/>
              <a:gd name="connsiteX644" fmla="*/ 4107265 w 5883342"/>
              <a:gd name="connsiteY644" fmla="*/ 2537866 h 5883329"/>
              <a:gd name="connsiteX645" fmla="*/ 4104367 w 5883342"/>
              <a:gd name="connsiteY645" fmla="*/ 2537287 h 5883329"/>
              <a:gd name="connsiteX646" fmla="*/ 4283801 w 5883342"/>
              <a:gd name="connsiteY646" fmla="*/ 2516995 h 5883329"/>
              <a:gd name="connsiteX647" fmla="*/ 2938773 w 5883342"/>
              <a:gd name="connsiteY647" fmla="*/ 1364157 h 5883329"/>
              <a:gd name="connsiteX648" fmla="*/ 2880797 w 5883342"/>
              <a:gd name="connsiteY648" fmla="*/ 1446193 h 5883329"/>
              <a:gd name="connsiteX649" fmla="*/ 2880797 w 5883342"/>
              <a:gd name="connsiteY649" fmla="*/ 1450251 h 5883329"/>
              <a:gd name="connsiteX650" fmla="*/ 2831808 w 5883342"/>
              <a:gd name="connsiteY650" fmla="*/ 1703313 h 5883329"/>
              <a:gd name="connsiteX651" fmla="*/ 2828040 w 5883342"/>
              <a:gd name="connsiteY651" fmla="*/ 1722154 h 5883329"/>
              <a:gd name="connsiteX652" fmla="*/ 2792095 w 5883342"/>
              <a:gd name="connsiteY652" fmla="*/ 1722154 h 5883329"/>
              <a:gd name="connsiteX653" fmla="*/ 1910290 w 5883342"/>
              <a:gd name="connsiteY653" fmla="*/ 1594899 h 5883329"/>
              <a:gd name="connsiteX654" fmla="*/ 1987106 w 5883342"/>
              <a:gd name="connsiteY654" fmla="*/ 1784188 h 5883329"/>
              <a:gd name="connsiteX655" fmla="*/ 2196689 w 5883342"/>
              <a:gd name="connsiteY655" fmla="*/ 1915212 h 5883329"/>
              <a:gd name="connsiteX656" fmla="*/ 2214081 w 5883342"/>
              <a:gd name="connsiteY656" fmla="*/ 1918691 h 5883329"/>
              <a:gd name="connsiteX657" fmla="*/ 2214081 w 5883342"/>
              <a:gd name="connsiteY657" fmla="*/ 1936373 h 5883329"/>
              <a:gd name="connsiteX658" fmla="*/ 2215239 w 5883342"/>
              <a:gd name="connsiteY658" fmla="*/ 1936373 h 5883329"/>
              <a:gd name="connsiteX659" fmla="*/ 2292057 w 5883342"/>
              <a:gd name="connsiteY659" fmla="*/ 2091167 h 5883329"/>
              <a:gd name="connsiteX660" fmla="*/ 2454099 w 5883342"/>
              <a:gd name="connsiteY660" fmla="*/ 2142475 h 5883329"/>
              <a:gd name="connsiteX661" fmla="*/ 2475840 w 5883342"/>
              <a:gd name="connsiteY661" fmla="*/ 2142475 h 5883329"/>
              <a:gd name="connsiteX662" fmla="*/ 2494101 w 5883342"/>
              <a:gd name="connsiteY662" fmla="*/ 2140156 h 5883329"/>
              <a:gd name="connsiteX663" fmla="*/ 2500479 w 5883342"/>
              <a:gd name="connsiteY663" fmla="*/ 2157259 h 5883329"/>
              <a:gd name="connsiteX664" fmla="*/ 2621647 w 5883342"/>
              <a:gd name="connsiteY664" fmla="*/ 2257556 h 5883329"/>
              <a:gd name="connsiteX665" fmla="*/ 2683681 w 5883342"/>
              <a:gd name="connsiteY665" fmla="*/ 2266832 h 5883329"/>
              <a:gd name="connsiteX666" fmla="*/ 2763978 w 5883342"/>
              <a:gd name="connsiteY666" fmla="*/ 2252919 h 5883329"/>
              <a:gd name="connsiteX667" fmla="*/ 2806589 w 5883342"/>
              <a:gd name="connsiteY667" fmla="*/ 2235236 h 5883329"/>
              <a:gd name="connsiteX668" fmla="*/ 2743976 w 5883342"/>
              <a:gd name="connsiteY668" fmla="*/ 2491196 h 5883329"/>
              <a:gd name="connsiteX669" fmla="*/ 3138208 w 5883342"/>
              <a:gd name="connsiteY669" fmla="*/ 2491196 h 5883329"/>
              <a:gd name="connsiteX670" fmla="*/ 3075305 w 5883342"/>
              <a:gd name="connsiteY670" fmla="*/ 2234946 h 5883329"/>
              <a:gd name="connsiteX671" fmla="*/ 3118207 w 5883342"/>
              <a:gd name="connsiteY671" fmla="*/ 2252919 h 5883329"/>
              <a:gd name="connsiteX672" fmla="*/ 3198213 w 5883342"/>
              <a:gd name="connsiteY672" fmla="*/ 2266832 h 5883329"/>
              <a:gd name="connsiteX673" fmla="*/ 3260247 w 5883342"/>
              <a:gd name="connsiteY673" fmla="*/ 2257556 h 5883329"/>
              <a:gd name="connsiteX674" fmla="*/ 3381415 w 5883342"/>
              <a:gd name="connsiteY674" fmla="*/ 2157259 h 5883329"/>
              <a:gd name="connsiteX675" fmla="*/ 3387792 w 5883342"/>
              <a:gd name="connsiteY675" fmla="*/ 2140156 h 5883329"/>
              <a:gd name="connsiteX676" fmla="*/ 3406054 w 5883342"/>
              <a:gd name="connsiteY676" fmla="*/ 2142475 h 5883329"/>
              <a:gd name="connsiteX677" fmla="*/ 3427795 w 5883342"/>
              <a:gd name="connsiteY677" fmla="*/ 2142475 h 5883329"/>
              <a:gd name="connsiteX678" fmla="*/ 3589837 w 5883342"/>
              <a:gd name="connsiteY678" fmla="*/ 2091167 h 5883329"/>
              <a:gd name="connsiteX679" fmla="*/ 3666653 w 5883342"/>
              <a:gd name="connsiteY679" fmla="*/ 1936083 h 5883329"/>
              <a:gd name="connsiteX680" fmla="*/ 3666653 w 5883342"/>
              <a:gd name="connsiteY680" fmla="*/ 1918691 h 5883329"/>
              <a:gd name="connsiteX681" fmla="*/ 3684047 w 5883342"/>
              <a:gd name="connsiteY681" fmla="*/ 1915212 h 5883329"/>
              <a:gd name="connsiteX682" fmla="*/ 3893337 w 5883342"/>
              <a:gd name="connsiteY682" fmla="*/ 1784188 h 5883329"/>
              <a:gd name="connsiteX683" fmla="*/ 3970155 w 5883342"/>
              <a:gd name="connsiteY683" fmla="*/ 1594899 h 5883329"/>
              <a:gd name="connsiteX684" fmla="*/ 3089219 w 5883342"/>
              <a:gd name="connsiteY684" fmla="*/ 1722154 h 5883329"/>
              <a:gd name="connsiteX685" fmla="*/ 3053274 w 5883342"/>
              <a:gd name="connsiteY685" fmla="*/ 1722154 h 5883329"/>
              <a:gd name="connsiteX686" fmla="*/ 3049506 w 5883342"/>
              <a:gd name="connsiteY686" fmla="*/ 1703313 h 5883329"/>
              <a:gd name="connsiteX687" fmla="*/ 3000517 w 5883342"/>
              <a:gd name="connsiteY687" fmla="*/ 1450251 h 5883329"/>
              <a:gd name="connsiteX688" fmla="*/ 3000517 w 5883342"/>
              <a:gd name="connsiteY688" fmla="*/ 1446193 h 5883329"/>
              <a:gd name="connsiteX689" fmla="*/ 2942541 w 5883342"/>
              <a:gd name="connsiteY689" fmla="*/ 1364157 h 5883329"/>
              <a:gd name="connsiteX690" fmla="*/ 3333399 w 5883342"/>
              <a:gd name="connsiteY690" fmla="*/ 1347802 h 5883329"/>
              <a:gd name="connsiteX691" fmla="*/ 3394748 w 5883342"/>
              <a:gd name="connsiteY691" fmla="*/ 1354012 h 5883329"/>
              <a:gd name="connsiteX692" fmla="*/ 3508091 w 5883342"/>
              <a:gd name="connsiteY692" fmla="*/ 1427351 h 5883329"/>
              <a:gd name="connsiteX693" fmla="*/ 3373587 w 5883342"/>
              <a:gd name="connsiteY693" fmla="*/ 1434598 h 5883329"/>
              <a:gd name="connsiteX694" fmla="*/ 3273289 w 5883342"/>
              <a:gd name="connsiteY694" fmla="*/ 1361549 h 5883329"/>
              <a:gd name="connsiteX695" fmla="*/ 3333399 w 5883342"/>
              <a:gd name="connsiteY695" fmla="*/ 1347802 h 5883329"/>
              <a:gd name="connsiteX696" fmla="*/ 958333 w 5883342"/>
              <a:gd name="connsiteY696" fmla="*/ 1225887 h 5883329"/>
              <a:gd name="connsiteX697" fmla="*/ 946448 w 5883342"/>
              <a:gd name="connsiteY697" fmla="*/ 1230525 h 5883329"/>
              <a:gd name="connsiteX698" fmla="*/ 935144 w 5883342"/>
              <a:gd name="connsiteY698" fmla="*/ 1237772 h 5883329"/>
              <a:gd name="connsiteX699" fmla="*/ 921809 w 5883342"/>
              <a:gd name="connsiteY699" fmla="*/ 1252845 h 5883329"/>
              <a:gd name="connsiteX700" fmla="*/ 906735 w 5883342"/>
              <a:gd name="connsiteY700" fmla="*/ 1265600 h 5883329"/>
              <a:gd name="connsiteX701" fmla="*/ 893401 w 5883342"/>
              <a:gd name="connsiteY701" fmla="*/ 1269948 h 5883329"/>
              <a:gd name="connsiteX702" fmla="*/ 890502 w 5883342"/>
              <a:gd name="connsiteY702" fmla="*/ 1277775 h 5883329"/>
              <a:gd name="connsiteX703" fmla="*/ 890213 w 5883342"/>
              <a:gd name="connsiteY703" fmla="*/ 1277775 h 5883329"/>
              <a:gd name="connsiteX704" fmla="*/ 888763 w 5883342"/>
              <a:gd name="connsiteY704" fmla="*/ 1292848 h 5883329"/>
              <a:gd name="connsiteX705" fmla="*/ 894561 w 5883342"/>
              <a:gd name="connsiteY705" fmla="*/ 1298646 h 5883329"/>
              <a:gd name="connsiteX706" fmla="*/ 923549 w 5883342"/>
              <a:gd name="connsiteY706" fmla="*/ 1309661 h 5883329"/>
              <a:gd name="connsiteX707" fmla="*/ 950797 w 5883342"/>
              <a:gd name="connsiteY707" fmla="*/ 1344446 h 5883329"/>
              <a:gd name="connsiteX708" fmla="*/ 958333 w 5883342"/>
              <a:gd name="connsiteY708" fmla="*/ 1366187 h 5883329"/>
              <a:gd name="connsiteX709" fmla="*/ 950507 w 5883342"/>
              <a:gd name="connsiteY709" fmla="*/ 1389667 h 5883329"/>
              <a:gd name="connsiteX710" fmla="*/ 940361 w 5883342"/>
              <a:gd name="connsiteY710" fmla="*/ 1402132 h 5883329"/>
              <a:gd name="connsiteX711" fmla="*/ 930215 w 5883342"/>
              <a:gd name="connsiteY711" fmla="*/ 1423293 h 5883329"/>
              <a:gd name="connsiteX712" fmla="*/ 930215 w 5883342"/>
              <a:gd name="connsiteY712" fmla="*/ 1445903 h 5883329"/>
              <a:gd name="connsiteX713" fmla="*/ 949347 w 5883342"/>
              <a:gd name="connsiteY713" fmla="*/ 1465615 h 5883329"/>
              <a:gd name="connsiteX714" fmla="*/ 961232 w 5883342"/>
              <a:gd name="connsiteY714" fmla="*/ 1472282 h 5883329"/>
              <a:gd name="connsiteX715" fmla="*/ 977755 w 5883342"/>
              <a:gd name="connsiteY715" fmla="*/ 1483007 h 5883329"/>
              <a:gd name="connsiteX716" fmla="*/ 987901 w 5883342"/>
              <a:gd name="connsiteY716" fmla="*/ 1483007 h 5883329"/>
              <a:gd name="connsiteX717" fmla="*/ 994858 w 5883342"/>
              <a:gd name="connsiteY717" fmla="*/ 1473152 h 5883329"/>
              <a:gd name="connsiteX718" fmla="*/ 1001235 w 5883342"/>
              <a:gd name="connsiteY718" fmla="*/ 1457788 h 5883329"/>
              <a:gd name="connsiteX719" fmla="*/ 1011091 w 5883342"/>
              <a:gd name="connsiteY719" fmla="*/ 1444164 h 5883329"/>
              <a:gd name="connsiteX720" fmla="*/ 1020947 w 5883342"/>
              <a:gd name="connsiteY720" fmla="*/ 1441265 h 5883329"/>
              <a:gd name="connsiteX721" fmla="*/ 1049934 w 5883342"/>
              <a:gd name="connsiteY721" fmla="*/ 1466194 h 5883329"/>
              <a:gd name="connsiteX722" fmla="*/ 1049934 w 5883342"/>
              <a:gd name="connsiteY722" fmla="*/ 1489385 h 5883329"/>
              <a:gd name="connsiteX723" fmla="*/ 1040369 w 5883342"/>
              <a:gd name="connsiteY723" fmla="*/ 1528808 h 5883329"/>
              <a:gd name="connsiteX724" fmla="*/ 1031962 w 5883342"/>
              <a:gd name="connsiteY724" fmla="*/ 1549099 h 5883329"/>
              <a:gd name="connsiteX725" fmla="*/ 1027034 w 5883342"/>
              <a:gd name="connsiteY725" fmla="*/ 1570840 h 5883329"/>
              <a:gd name="connsiteX726" fmla="*/ 1019498 w 5883342"/>
              <a:gd name="connsiteY726" fmla="*/ 1580695 h 5883329"/>
              <a:gd name="connsiteX727" fmla="*/ 1022397 w 5883342"/>
              <a:gd name="connsiteY727" fmla="*/ 1594030 h 5883329"/>
              <a:gd name="connsiteX728" fmla="*/ 1036021 w 5883342"/>
              <a:gd name="connsiteY728" fmla="*/ 1600407 h 5883329"/>
              <a:gd name="connsiteX729" fmla="*/ 1050515 w 5883342"/>
              <a:gd name="connsiteY729" fmla="*/ 1609103 h 5883329"/>
              <a:gd name="connsiteX730" fmla="*/ 1067037 w 5883342"/>
              <a:gd name="connsiteY730" fmla="*/ 1606204 h 5883329"/>
              <a:gd name="connsiteX731" fmla="*/ 1094576 w 5883342"/>
              <a:gd name="connsiteY731" fmla="*/ 1604176 h 5883329"/>
              <a:gd name="connsiteX732" fmla="*/ 1099503 w 5883342"/>
              <a:gd name="connsiteY732" fmla="*/ 1565042 h 5883329"/>
              <a:gd name="connsiteX733" fmla="*/ 1107040 w 5883342"/>
              <a:gd name="connsiteY733" fmla="*/ 1543881 h 5883329"/>
              <a:gd name="connsiteX734" fmla="*/ 1115737 w 5883342"/>
              <a:gd name="connsiteY734" fmla="*/ 1505907 h 5883329"/>
              <a:gd name="connsiteX735" fmla="*/ 1124723 w 5883342"/>
              <a:gd name="connsiteY735" fmla="*/ 1478659 h 5883329"/>
              <a:gd name="connsiteX736" fmla="*/ 1124723 w 5883342"/>
              <a:gd name="connsiteY736" fmla="*/ 1444454 h 5883329"/>
              <a:gd name="connsiteX737" fmla="*/ 1131390 w 5883342"/>
              <a:gd name="connsiteY737" fmla="*/ 1411988 h 5883329"/>
              <a:gd name="connsiteX738" fmla="*/ 1127042 w 5883342"/>
              <a:gd name="connsiteY738" fmla="*/ 1395175 h 5883329"/>
              <a:gd name="connsiteX739" fmla="*/ 1112548 w 5883342"/>
              <a:gd name="connsiteY739" fmla="*/ 1371115 h 5883329"/>
              <a:gd name="connsiteX740" fmla="*/ 1101823 w 5883342"/>
              <a:gd name="connsiteY740" fmla="*/ 1364738 h 5883329"/>
              <a:gd name="connsiteX741" fmla="*/ 1094866 w 5883342"/>
              <a:gd name="connsiteY741" fmla="*/ 1360100 h 5883329"/>
              <a:gd name="connsiteX742" fmla="*/ 1081821 w 5883342"/>
              <a:gd name="connsiteY742" fmla="*/ 1354012 h 5883329"/>
              <a:gd name="connsiteX743" fmla="*/ 1067907 w 5883342"/>
              <a:gd name="connsiteY743" fmla="*/ 1339228 h 5883329"/>
              <a:gd name="connsiteX744" fmla="*/ 1052833 w 5883342"/>
              <a:gd name="connsiteY744" fmla="*/ 1320387 h 5883329"/>
              <a:gd name="connsiteX745" fmla="*/ 1025585 w 5883342"/>
              <a:gd name="connsiteY745" fmla="*/ 1291399 h 5883329"/>
              <a:gd name="connsiteX746" fmla="*/ 1011381 w 5883342"/>
              <a:gd name="connsiteY746" fmla="*/ 1274586 h 5883329"/>
              <a:gd name="connsiteX747" fmla="*/ 1002975 w 5883342"/>
              <a:gd name="connsiteY747" fmla="*/ 1253135 h 5883329"/>
              <a:gd name="connsiteX748" fmla="*/ 989350 w 5883342"/>
              <a:gd name="connsiteY748" fmla="*/ 1239221 h 5883329"/>
              <a:gd name="connsiteX749" fmla="*/ 980654 w 5883342"/>
              <a:gd name="connsiteY749" fmla="*/ 1229945 h 5883329"/>
              <a:gd name="connsiteX750" fmla="*/ 958333 w 5883342"/>
              <a:gd name="connsiteY750" fmla="*/ 1225887 h 5883329"/>
              <a:gd name="connsiteX751" fmla="*/ 3519269 w 5883342"/>
              <a:gd name="connsiteY751" fmla="*/ 1224750 h 5883329"/>
              <a:gd name="connsiteX752" fmla="*/ 3635057 w 5883342"/>
              <a:gd name="connsiteY752" fmla="*/ 1240671 h 5883329"/>
              <a:gd name="connsiteX753" fmla="*/ 3524904 w 5883342"/>
              <a:gd name="connsiteY753" fmla="*/ 1302704 h 5883329"/>
              <a:gd name="connsiteX754" fmla="*/ 3407212 w 5883342"/>
              <a:gd name="connsiteY754" fmla="*/ 1265600 h 5883329"/>
              <a:gd name="connsiteX755" fmla="*/ 3459684 w 5883342"/>
              <a:gd name="connsiteY755" fmla="*/ 1235239 h 5883329"/>
              <a:gd name="connsiteX756" fmla="*/ 3519106 w 5883342"/>
              <a:gd name="connsiteY756" fmla="*/ 1224727 h 5883329"/>
              <a:gd name="connsiteX757" fmla="*/ 3519396 w 5883342"/>
              <a:gd name="connsiteY757" fmla="*/ 1224727 h 5883329"/>
              <a:gd name="connsiteX758" fmla="*/ 3519269 w 5883342"/>
              <a:gd name="connsiteY758" fmla="*/ 1224750 h 5883329"/>
              <a:gd name="connsiteX759" fmla="*/ 4892869 w 5883342"/>
              <a:gd name="connsiteY759" fmla="*/ 1087942 h 5883329"/>
              <a:gd name="connsiteX760" fmla="*/ 4887325 w 5883342"/>
              <a:gd name="connsiteY760" fmla="*/ 1091964 h 5883329"/>
              <a:gd name="connsiteX761" fmla="*/ 4872251 w 5883342"/>
              <a:gd name="connsiteY761" fmla="*/ 1111096 h 5883329"/>
              <a:gd name="connsiteX762" fmla="*/ 4843264 w 5883342"/>
              <a:gd name="connsiteY762" fmla="*/ 1141823 h 5883329"/>
              <a:gd name="connsiteX763" fmla="*/ 4812537 w 5883342"/>
              <a:gd name="connsiteY763" fmla="*/ 1166752 h 5883329"/>
              <a:gd name="connsiteX764" fmla="*/ 4800362 w 5883342"/>
              <a:gd name="connsiteY764" fmla="*/ 1182406 h 5883329"/>
              <a:gd name="connsiteX765" fmla="*/ 4794274 w 5883342"/>
              <a:gd name="connsiteY765" fmla="*/ 1194870 h 5883329"/>
              <a:gd name="connsiteX766" fmla="*/ 4784998 w 5883342"/>
              <a:gd name="connsiteY766" fmla="*/ 1194870 h 5883329"/>
              <a:gd name="connsiteX767" fmla="*/ 4766446 w 5883342"/>
              <a:gd name="connsiteY767" fmla="*/ 1186174 h 5883329"/>
              <a:gd name="connsiteX768" fmla="*/ 4764301 w 5883342"/>
              <a:gd name="connsiteY768" fmla="*/ 1184029 h 5883329"/>
              <a:gd name="connsiteX769" fmla="*/ 4766446 w 5883342"/>
              <a:gd name="connsiteY769" fmla="*/ 1173999 h 5883329"/>
              <a:gd name="connsiteX770" fmla="*/ 4784128 w 5883342"/>
              <a:gd name="connsiteY770" fmla="*/ 1151099 h 5883329"/>
              <a:gd name="connsiteX771" fmla="*/ 4779490 w 5883342"/>
              <a:gd name="connsiteY771" fmla="*/ 1146751 h 5883329"/>
              <a:gd name="connsiteX772" fmla="*/ 4737168 w 5883342"/>
              <a:gd name="connsiteY772" fmla="*/ 1155737 h 5883329"/>
              <a:gd name="connsiteX773" fmla="*/ 4726733 w 5883342"/>
              <a:gd name="connsiteY773" fmla="*/ 1153128 h 5883329"/>
              <a:gd name="connsiteX774" fmla="*/ 4713688 w 5883342"/>
              <a:gd name="connsiteY774" fmla="*/ 1158346 h 5883329"/>
              <a:gd name="connsiteX775" fmla="*/ 4689918 w 5883342"/>
              <a:gd name="connsiteY775" fmla="*/ 1179796 h 5883329"/>
              <a:gd name="connsiteX776" fmla="*/ 4673685 w 5883342"/>
              <a:gd name="connsiteY776" fmla="*/ 1208784 h 5883329"/>
              <a:gd name="connsiteX777" fmla="*/ 4678904 w 5883342"/>
              <a:gd name="connsiteY777" fmla="*/ 1222408 h 5883329"/>
              <a:gd name="connsiteX778" fmla="*/ 4721805 w 5883342"/>
              <a:gd name="connsiteY778" fmla="*/ 1229655 h 5883329"/>
              <a:gd name="connsiteX779" fmla="*/ 4734270 w 5883342"/>
              <a:gd name="connsiteY779" fmla="*/ 1229655 h 5883329"/>
              <a:gd name="connsiteX780" fmla="*/ 4763257 w 5883342"/>
              <a:gd name="connsiteY780" fmla="*/ 1227046 h 5883329"/>
              <a:gd name="connsiteX781" fmla="*/ 4788476 w 5883342"/>
              <a:gd name="connsiteY781" fmla="*/ 1240671 h 5883329"/>
              <a:gd name="connsiteX782" fmla="*/ 4807319 w 5883342"/>
              <a:gd name="connsiteY782" fmla="*/ 1254295 h 5883329"/>
              <a:gd name="connsiteX783" fmla="*/ 4830509 w 5883342"/>
              <a:gd name="connsiteY783" fmla="*/ 1273427 h 5883329"/>
              <a:gd name="connsiteX784" fmla="*/ 4846162 w 5883342"/>
              <a:gd name="connsiteY784" fmla="*/ 1284442 h 5883329"/>
              <a:gd name="connsiteX785" fmla="*/ 4861816 w 5883342"/>
              <a:gd name="connsiteY785" fmla="*/ 1294877 h 5883329"/>
              <a:gd name="connsiteX786" fmla="*/ 4890804 w 5883342"/>
              <a:gd name="connsiteY786" fmla="*/ 1319227 h 5883329"/>
              <a:gd name="connsiteX787" fmla="*/ 4909066 w 5883342"/>
              <a:gd name="connsiteY787" fmla="*/ 1334011 h 5883329"/>
              <a:gd name="connsiteX788" fmla="*/ 4926168 w 5883342"/>
              <a:gd name="connsiteY788" fmla="*/ 1348505 h 5883329"/>
              <a:gd name="connsiteX789" fmla="*/ 4906747 w 5883342"/>
              <a:gd name="connsiteY789" fmla="*/ 1353722 h 5883329"/>
              <a:gd name="connsiteX790" fmla="*/ 4889065 w 5883342"/>
              <a:gd name="connsiteY790" fmla="*/ 1347055 h 5883329"/>
              <a:gd name="connsiteX791" fmla="*/ 4881528 w 5883342"/>
              <a:gd name="connsiteY791" fmla="*/ 1333141 h 5883329"/>
              <a:gd name="connsiteX792" fmla="*/ 4870802 w 5883342"/>
              <a:gd name="connsiteY792" fmla="*/ 1322995 h 5883329"/>
              <a:gd name="connsiteX793" fmla="*/ 4858626 w 5883342"/>
              <a:gd name="connsiteY793" fmla="*/ 1309661 h 5883329"/>
              <a:gd name="connsiteX794" fmla="*/ 4849350 w 5883342"/>
              <a:gd name="connsiteY794" fmla="*/ 1307632 h 5883329"/>
              <a:gd name="connsiteX795" fmla="*/ 4837176 w 5883342"/>
              <a:gd name="connsiteY795" fmla="*/ 1301255 h 5883329"/>
              <a:gd name="connsiteX796" fmla="*/ 4824421 w 5883342"/>
              <a:gd name="connsiteY796" fmla="*/ 1291979 h 5883329"/>
              <a:gd name="connsiteX797" fmla="*/ 4806739 w 5883342"/>
              <a:gd name="connsiteY797" fmla="*/ 1280094 h 5883329"/>
              <a:gd name="connsiteX798" fmla="*/ 4793115 w 5883342"/>
              <a:gd name="connsiteY798" fmla="*/ 1268209 h 5883329"/>
              <a:gd name="connsiteX799" fmla="*/ 4784708 w 5883342"/>
              <a:gd name="connsiteY799" fmla="*/ 1266180 h 5883329"/>
              <a:gd name="connsiteX800" fmla="*/ 4770214 w 5883342"/>
              <a:gd name="connsiteY800" fmla="*/ 1252556 h 5883329"/>
              <a:gd name="connsiteX801" fmla="*/ 4736589 w 5883342"/>
              <a:gd name="connsiteY801" fmla="*/ 1265020 h 5883329"/>
              <a:gd name="connsiteX802" fmla="*/ 4720935 w 5883342"/>
              <a:gd name="connsiteY802" fmla="*/ 1274586 h 5883329"/>
              <a:gd name="connsiteX803" fmla="*/ 4715427 w 5883342"/>
              <a:gd name="connsiteY803" fmla="*/ 1286471 h 5883329"/>
              <a:gd name="connsiteX804" fmla="*/ 4724413 w 5883342"/>
              <a:gd name="connsiteY804" fmla="*/ 1296327 h 5883329"/>
              <a:gd name="connsiteX805" fmla="*/ 4741226 w 5883342"/>
              <a:gd name="connsiteY805" fmla="*/ 1302414 h 5883329"/>
              <a:gd name="connsiteX806" fmla="*/ 4757459 w 5883342"/>
              <a:gd name="connsiteY806" fmla="*/ 1306183 h 5883329"/>
              <a:gd name="connsiteX807" fmla="*/ 4764996 w 5883342"/>
              <a:gd name="connsiteY807" fmla="*/ 1316328 h 5883329"/>
              <a:gd name="connsiteX808" fmla="*/ 4749344 w 5883342"/>
              <a:gd name="connsiteY808" fmla="*/ 1322706 h 5883329"/>
              <a:gd name="connsiteX809" fmla="*/ 4736009 w 5883342"/>
              <a:gd name="connsiteY809" fmla="*/ 1331982 h 5883329"/>
              <a:gd name="connsiteX810" fmla="*/ 4727313 w 5883342"/>
              <a:gd name="connsiteY810" fmla="*/ 1333721 h 5883329"/>
              <a:gd name="connsiteX811" fmla="*/ 4713399 w 5883342"/>
              <a:gd name="connsiteY811" fmla="*/ 1328793 h 5883329"/>
              <a:gd name="connsiteX812" fmla="*/ 4694266 w 5883342"/>
              <a:gd name="connsiteY812" fmla="*/ 1316908 h 5883329"/>
              <a:gd name="connsiteX813" fmla="*/ 4673975 w 5883342"/>
              <a:gd name="connsiteY813" fmla="*/ 1311401 h 5883329"/>
              <a:gd name="connsiteX814" fmla="*/ 4664989 w 5883342"/>
              <a:gd name="connsiteY814" fmla="*/ 1294877 h 5883329"/>
              <a:gd name="connsiteX815" fmla="*/ 4636001 w 5883342"/>
              <a:gd name="connsiteY815" fmla="*/ 1287341 h 5883329"/>
              <a:gd name="connsiteX816" fmla="*/ 4618319 w 5883342"/>
              <a:gd name="connsiteY816" fmla="*/ 1298356 h 5883329"/>
              <a:gd name="connsiteX817" fmla="*/ 4608752 w 5883342"/>
              <a:gd name="connsiteY817" fmla="*/ 1309951 h 5883329"/>
              <a:gd name="connsiteX818" fmla="*/ 4612231 w 5883342"/>
              <a:gd name="connsiteY818" fmla="*/ 1319807 h 5883329"/>
              <a:gd name="connsiteX819" fmla="*/ 4622378 w 5883342"/>
              <a:gd name="connsiteY819" fmla="*/ 1338069 h 5883329"/>
              <a:gd name="connsiteX820" fmla="*/ 4644118 w 5883342"/>
              <a:gd name="connsiteY820" fmla="*/ 1349085 h 5883329"/>
              <a:gd name="connsiteX821" fmla="*/ 4666438 w 5883342"/>
              <a:gd name="connsiteY821" fmla="*/ 1366187 h 5883329"/>
              <a:gd name="connsiteX822" fmla="*/ 4688469 w 5883342"/>
              <a:gd name="connsiteY822" fmla="*/ 1382710 h 5883329"/>
              <a:gd name="connsiteX823" fmla="*/ 4685571 w 5883342"/>
              <a:gd name="connsiteY823" fmla="*/ 1396334 h 5883329"/>
              <a:gd name="connsiteX824" fmla="*/ 4629624 w 5883342"/>
              <a:gd name="connsiteY824" fmla="*/ 1408799 h 5883329"/>
              <a:gd name="connsiteX825" fmla="*/ 4600637 w 5883342"/>
              <a:gd name="connsiteY825" fmla="*/ 1386768 h 5883329"/>
              <a:gd name="connsiteX826" fmla="*/ 4584982 w 5883342"/>
              <a:gd name="connsiteY826" fmla="*/ 1380681 h 5883329"/>
              <a:gd name="connsiteX827" fmla="*/ 4584982 w 5883342"/>
              <a:gd name="connsiteY827" fmla="*/ 1419814 h 5883329"/>
              <a:gd name="connsiteX828" fmla="*/ 4569330 w 5883342"/>
              <a:gd name="connsiteY828" fmla="*/ 1433728 h 5883329"/>
              <a:gd name="connsiteX829" fmla="*/ 4589331 w 5883342"/>
              <a:gd name="connsiteY829" fmla="*/ 1455469 h 5883329"/>
              <a:gd name="connsiteX830" fmla="*/ 4606435 w 5883342"/>
              <a:gd name="connsiteY830" fmla="*/ 1465905 h 5883329"/>
              <a:gd name="connsiteX831" fmla="*/ 4629624 w 5883342"/>
              <a:gd name="connsiteY831" fmla="*/ 1477789 h 5883329"/>
              <a:gd name="connsiteX832" fmla="*/ 4664410 w 5883342"/>
              <a:gd name="connsiteY832" fmla="*/ 1467934 h 5883329"/>
              <a:gd name="connsiteX833" fmla="*/ 4681222 w 5883342"/>
              <a:gd name="connsiteY833" fmla="*/ 1464165 h 5883329"/>
              <a:gd name="connsiteX834" fmla="*/ 4700933 w 5883342"/>
              <a:gd name="connsiteY834" fmla="*/ 1452280 h 5883329"/>
              <a:gd name="connsiteX835" fmla="*/ 4716878 w 5883342"/>
              <a:gd name="connsiteY835" fmla="*/ 1440685 h 5883329"/>
              <a:gd name="connsiteX836" fmla="*/ 4732530 w 5883342"/>
              <a:gd name="connsiteY836" fmla="*/ 1423872 h 5883329"/>
              <a:gd name="connsiteX837" fmla="*/ 4766155 w 5883342"/>
              <a:gd name="connsiteY837" fmla="*/ 1437787 h 5883329"/>
              <a:gd name="connsiteX838" fmla="*/ 4779490 w 5883342"/>
              <a:gd name="connsiteY838" fmla="*/ 1445034 h 5883329"/>
              <a:gd name="connsiteX839" fmla="*/ 4796882 w 5883342"/>
              <a:gd name="connsiteY839" fmla="*/ 1457788 h 5883329"/>
              <a:gd name="connsiteX840" fmla="*/ 4812537 w 5883342"/>
              <a:gd name="connsiteY840" fmla="*/ 1459527 h 5883329"/>
              <a:gd name="connsiteX841" fmla="*/ 4831378 w 5883342"/>
              <a:gd name="connsiteY841" fmla="*/ 1449092 h 5883329"/>
              <a:gd name="connsiteX842" fmla="*/ 4831378 w 5883342"/>
              <a:gd name="connsiteY842" fmla="*/ 1437787 h 5883329"/>
              <a:gd name="connsiteX843" fmla="*/ 4823552 w 5883342"/>
              <a:gd name="connsiteY843" fmla="*/ 1417205 h 5883329"/>
              <a:gd name="connsiteX844" fmla="*/ 4817174 w 5883342"/>
              <a:gd name="connsiteY844" fmla="*/ 1395175 h 5883329"/>
              <a:gd name="connsiteX845" fmla="*/ 4804709 w 5883342"/>
              <a:gd name="connsiteY845" fmla="*/ 1390826 h 5883329"/>
              <a:gd name="connsiteX846" fmla="*/ 4787027 w 5883342"/>
              <a:gd name="connsiteY846" fmla="*/ 1382420 h 5883329"/>
              <a:gd name="connsiteX847" fmla="*/ 4781520 w 5883342"/>
              <a:gd name="connsiteY847" fmla="*/ 1373724 h 5883329"/>
              <a:gd name="connsiteX848" fmla="*/ 4798333 w 5883342"/>
              <a:gd name="connsiteY848" fmla="*/ 1362708 h 5883329"/>
              <a:gd name="connsiteX849" fmla="*/ 4823842 w 5883342"/>
              <a:gd name="connsiteY849" fmla="*/ 1362708 h 5883329"/>
              <a:gd name="connsiteX850" fmla="*/ 4842683 w 5883342"/>
              <a:gd name="connsiteY850" fmla="*/ 1362708 h 5883329"/>
              <a:gd name="connsiteX851" fmla="*/ 4885875 w 5883342"/>
              <a:gd name="connsiteY851" fmla="*/ 1371695 h 5883329"/>
              <a:gd name="connsiteX852" fmla="*/ 4900368 w 5883342"/>
              <a:gd name="connsiteY852" fmla="*/ 1386768 h 5883329"/>
              <a:gd name="connsiteX853" fmla="*/ 4910225 w 5883342"/>
              <a:gd name="connsiteY853" fmla="*/ 1399523 h 5883329"/>
              <a:gd name="connsiteX854" fmla="*/ 4923270 w 5883342"/>
              <a:gd name="connsiteY854" fmla="*/ 1405320 h 5883329"/>
              <a:gd name="connsiteX855" fmla="*/ 4960083 w 5883342"/>
              <a:gd name="connsiteY855" fmla="*/ 1428510 h 5883329"/>
              <a:gd name="connsiteX856" fmla="*/ 4985592 w 5883342"/>
              <a:gd name="connsiteY856" fmla="*/ 1415176 h 5883329"/>
              <a:gd name="connsiteX857" fmla="*/ 5003276 w 5883342"/>
              <a:gd name="connsiteY857" fmla="*/ 1388797 h 5883329"/>
              <a:gd name="connsiteX858" fmla="*/ 4997478 w 5883342"/>
              <a:gd name="connsiteY858" fmla="*/ 1375753 h 5883329"/>
              <a:gd name="connsiteX859" fmla="*/ 4991971 w 5883342"/>
              <a:gd name="connsiteY859" fmla="*/ 1364738 h 5883329"/>
              <a:gd name="connsiteX860" fmla="*/ 4991971 w 5883342"/>
              <a:gd name="connsiteY860" fmla="*/ 1351693 h 5883329"/>
              <a:gd name="connsiteX861" fmla="*/ 4982694 w 5883342"/>
              <a:gd name="connsiteY861" fmla="*/ 1342707 h 5883329"/>
              <a:gd name="connsiteX862" fmla="*/ 4962112 w 5883342"/>
              <a:gd name="connsiteY862" fmla="*/ 1336040 h 5883329"/>
              <a:gd name="connsiteX863" fmla="*/ 4957765 w 5883342"/>
              <a:gd name="connsiteY863" fmla="*/ 1326764 h 5883329"/>
              <a:gd name="connsiteX864" fmla="*/ 4975447 w 5883342"/>
              <a:gd name="connsiteY864" fmla="*/ 1315169 h 5883329"/>
              <a:gd name="connsiteX865" fmla="*/ 4990231 w 5883342"/>
              <a:gd name="connsiteY865" fmla="*/ 1307052 h 5883329"/>
              <a:gd name="connsiteX866" fmla="*/ 5003855 w 5883342"/>
              <a:gd name="connsiteY866" fmla="*/ 1300965 h 5883329"/>
              <a:gd name="connsiteX867" fmla="*/ 5044728 w 5883342"/>
              <a:gd name="connsiteY867" fmla="*/ 1285891 h 5883329"/>
              <a:gd name="connsiteX868" fmla="*/ 5071977 w 5883342"/>
              <a:gd name="connsiteY868" fmla="*/ 1289370 h 5883329"/>
              <a:gd name="connsiteX869" fmla="*/ 5087920 w 5883342"/>
              <a:gd name="connsiteY869" fmla="*/ 1276905 h 5883329"/>
              <a:gd name="connsiteX870" fmla="*/ 5093718 w 5883342"/>
              <a:gd name="connsiteY870" fmla="*/ 1266180 h 5883329"/>
              <a:gd name="connsiteX871" fmla="*/ 5089949 w 5883342"/>
              <a:gd name="connsiteY871" fmla="*/ 1248207 h 5883329"/>
              <a:gd name="connsiteX872" fmla="*/ 5078934 w 5883342"/>
              <a:gd name="connsiteY872" fmla="*/ 1238641 h 5883329"/>
              <a:gd name="connsiteX873" fmla="*/ 5071397 w 5883342"/>
              <a:gd name="connsiteY873" fmla="*/ 1238641 h 5883329"/>
              <a:gd name="connsiteX874" fmla="*/ 5019798 w 5883342"/>
              <a:gd name="connsiteY874" fmla="*/ 1220669 h 5883329"/>
              <a:gd name="connsiteX875" fmla="*/ 5009362 w 5883342"/>
              <a:gd name="connsiteY875" fmla="*/ 1243570 h 5883329"/>
              <a:gd name="connsiteX876" fmla="*/ 4997768 w 5883342"/>
              <a:gd name="connsiteY876" fmla="*/ 1249657 h 5883329"/>
              <a:gd name="connsiteX877" fmla="*/ 4984143 w 5883342"/>
              <a:gd name="connsiteY877" fmla="*/ 1251976 h 5883329"/>
              <a:gd name="connsiteX878" fmla="*/ 4969940 w 5883342"/>
              <a:gd name="connsiteY878" fmla="*/ 1246468 h 5883329"/>
              <a:gd name="connsiteX879" fmla="*/ 4959214 w 5883342"/>
              <a:gd name="connsiteY879" fmla="*/ 1258353 h 5883329"/>
              <a:gd name="connsiteX880" fmla="*/ 4947328 w 5883342"/>
              <a:gd name="connsiteY880" fmla="*/ 1258353 h 5883329"/>
              <a:gd name="connsiteX881" fmla="*/ 4935444 w 5883342"/>
              <a:gd name="connsiteY881" fmla="*/ 1256614 h 5883329"/>
              <a:gd name="connsiteX882" fmla="*/ 4925878 w 5883342"/>
              <a:gd name="connsiteY882" fmla="*/ 1269948 h 5883329"/>
              <a:gd name="connsiteX883" fmla="*/ 4932256 w 5883342"/>
              <a:gd name="connsiteY883" fmla="*/ 1283862 h 5883329"/>
              <a:gd name="connsiteX884" fmla="*/ 4909066 w 5883342"/>
              <a:gd name="connsiteY884" fmla="*/ 1283862 h 5883329"/>
              <a:gd name="connsiteX885" fmla="*/ 4913703 w 5883342"/>
              <a:gd name="connsiteY885" fmla="*/ 1267629 h 5883329"/>
              <a:gd name="connsiteX886" fmla="*/ 4908196 w 5883342"/>
              <a:gd name="connsiteY886" fmla="*/ 1248207 h 5883329"/>
              <a:gd name="connsiteX887" fmla="*/ 4933995 w 5883342"/>
              <a:gd name="connsiteY887" fmla="*/ 1244439 h 5883329"/>
              <a:gd name="connsiteX888" fmla="*/ 4976606 w 5883342"/>
              <a:gd name="connsiteY888" fmla="*/ 1231685 h 5883329"/>
              <a:gd name="connsiteX889" fmla="*/ 4980085 w 5883342"/>
              <a:gd name="connsiteY889" fmla="*/ 1215741 h 5883329"/>
              <a:gd name="connsiteX890" fmla="*/ 4992549 w 5883342"/>
              <a:gd name="connsiteY890" fmla="*/ 1204146 h 5883329"/>
              <a:gd name="connsiteX891" fmla="*/ 5016319 w 5883342"/>
              <a:gd name="connsiteY891" fmla="*/ 1201827 h 5883329"/>
              <a:gd name="connsiteX892" fmla="*/ 5037191 w 5883342"/>
              <a:gd name="connsiteY892" fmla="*/ 1192551 h 5883329"/>
              <a:gd name="connsiteX893" fmla="*/ 5035162 w 5883342"/>
              <a:gd name="connsiteY893" fmla="*/ 1170230 h 5883329"/>
              <a:gd name="connsiteX894" fmla="*/ 5027625 w 5883342"/>
              <a:gd name="connsiteY894" fmla="*/ 1164723 h 5883329"/>
              <a:gd name="connsiteX895" fmla="*/ 5020668 w 5883342"/>
              <a:gd name="connsiteY895" fmla="*/ 1158636 h 5883329"/>
              <a:gd name="connsiteX896" fmla="*/ 4997188 w 5883342"/>
              <a:gd name="connsiteY896" fmla="*/ 1164723 h 5883329"/>
              <a:gd name="connsiteX897" fmla="*/ 4971679 w 5883342"/>
              <a:gd name="connsiteY897" fmla="*/ 1167332 h 5883329"/>
              <a:gd name="connsiteX898" fmla="*/ 4971679 w 5883342"/>
              <a:gd name="connsiteY898" fmla="*/ 1150809 h 5883329"/>
              <a:gd name="connsiteX899" fmla="*/ 4955156 w 5883342"/>
              <a:gd name="connsiteY899" fmla="*/ 1150809 h 5883329"/>
              <a:gd name="connsiteX900" fmla="*/ 4946460 w 5883342"/>
              <a:gd name="connsiteY900" fmla="*/ 1168491 h 5883329"/>
              <a:gd name="connsiteX901" fmla="*/ 4929356 w 5883342"/>
              <a:gd name="connsiteY901" fmla="*/ 1175738 h 5883329"/>
              <a:gd name="connsiteX902" fmla="*/ 4913994 w 5883342"/>
              <a:gd name="connsiteY902" fmla="*/ 1189942 h 5883329"/>
              <a:gd name="connsiteX903" fmla="*/ 4924719 w 5883342"/>
              <a:gd name="connsiteY903" fmla="*/ 1194290 h 5883329"/>
              <a:gd name="connsiteX904" fmla="*/ 4938923 w 5883342"/>
              <a:gd name="connsiteY904" fmla="*/ 1201247 h 5883329"/>
              <a:gd name="connsiteX905" fmla="*/ 4929646 w 5883342"/>
              <a:gd name="connsiteY905" fmla="*/ 1222119 h 5883329"/>
              <a:gd name="connsiteX906" fmla="*/ 4907325 w 5883342"/>
              <a:gd name="connsiteY906" fmla="*/ 1220669 h 5883329"/>
              <a:gd name="connsiteX907" fmla="*/ 4908776 w 5883342"/>
              <a:gd name="connsiteY907" fmla="*/ 1209944 h 5883329"/>
              <a:gd name="connsiteX908" fmla="*/ 4897180 w 5883342"/>
              <a:gd name="connsiteY908" fmla="*/ 1196029 h 5883329"/>
              <a:gd name="connsiteX909" fmla="*/ 4899790 w 5883342"/>
              <a:gd name="connsiteY909" fmla="*/ 1187334 h 5883329"/>
              <a:gd name="connsiteX910" fmla="*/ 4922109 w 5883342"/>
              <a:gd name="connsiteY910" fmla="*/ 1158346 h 5883329"/>
              <a:gd name="connsiteX911" fmla="*/ 4927327 w 5883342"/>
              <a:gd name="connsiteY911" fmla="*/ 1148780 h 5883329"/>
              <a:gd name="connsiteX912" fmla="*/ 4936313 w 5883342"/>
              <a:gd name="connsiteY912" fmla="*/ 1133416 h 5883329"/>
              <a:gd name="connsiteX913" fmla="*/ 4924719 w 5883342"/>
              <a:gd name="connsiteY913" fmla="*/ 1129648 h 5883329"/>
              <a:gd name="connsiteX914" fmla="*/ 4909355 w 5883342"/>
              <a:gd name="connsiteY914" fmla="*/ 1135156 h 5883329"/>
              <a:gd name="connsiteX915" fmla="*/ 4903268 w 5883342"/>
              <a:gd name="connsiteY915" fmla="*/ 1144142 h 5883329"/>
              <a:gd name="connsiteX916" fmla="*/ 4880657 w 5883342"/>
              <a:gd name="connsiteY916" fmla="*/ 1165593 h 5883329"/>
              <a:gd name="connsiteX917" fmla="*/ 4867034 w 5883342"/>
              <a:gd name="connsiteY917" fmla="*/ 1183275 h 5883329"/>
              <a:gd name="connsiteX918" fmla="*/ 4842683 w 5883342"/>
              <a:gd name="connsiteY918" fmla="*/ 1204436 h 5883329"/>
              <a:gd name="connsiteX919" fmla="*/ 4836885 w 5883342"/>
              <a:gd name="connsiteY919" fmla="*/ 1221249 h 5883329"/>
              <a:gd name="connsiteX920" fmla="*/ 4845583 w 5883342"/>
              <a:gd name="connsiteY920" fmla="*/ 1224147 h 5883329"/>
              <a:gd name="connsiteX921" fmla="*/ 4855438 w 5883342"/>
              <a:gd name="connsiteY921" fmla="*/ 1222698 h 5883329"/>
              <a:gd name="connsiteX922" fmla="*/ 4868773 w 5883342"/>
              <a:gd name="connsiteY922" fmla="*/ 1216901 h 5883329"/>
              <a:gd name="connsiteX923" fmla="*/ 4867034 w 5883342"/>
              <a:gd name="connsiteY923" fmla="*/ 1228496 h 5883329"/>
              <a:gd name="connsiteX924" fmla="*/ 4861526 w 5883342"/>
              <a:gd name="connsiteY924" fmla="*/ 1238641 h 5883329"/>
              <a:gd name="connsiteX925" fmla="*/ 4873120 w 5883342"/>
              <a:gd name="connsiteY925" fmla="*/ 1244149 h 5883329"/>
              <a:gd name="connsiteX926" fmla="*/ 4881528 w 5883342"/>
              <a:gd name="connsiteY926" fmla="*/ 1254875 h 5883329"/>
              <a:gd name="connsiteX927" fmla="*/ 4875149 w 5883342"/>
              <a:gd name="connsiteY927" fmla="*/ 1258933 h 5883329"/>
              <a:gd name="connsiteX928" fmla="*/ 4864134 w 5883342"/>
              <a:gd name="connsiteY928" fmla="*/ 1256034 h 5883329"/>
              <a:gd name="connsiteX929" fmla="*/ 4852830 w 5883342"/>
              <a:gd name="connsiteY929" fmla="*/ 1249946 h 5883329"/>
              <a:gd name="connsiteX930" fmla="*/ 4834856 w 5883342"/>
              <a:gd name="connsiteY930" fmla="*/ 1236612 h 5883329"/>
              <a:gd name="connsiteX931" fmla="*/ 4824711 w 5883342"/>
              <a:gd name="connsiteY931" fmla="*/ 1227336 h 5883329"/>
              <a:gd name="connsiteX932" fmla="*/ 4810798 w 5883342"/>
              <a:gd name="connsiteY932" fmla="*/ 1218350 h 5883329"/>
              <a:gd name="connsiteX933" fmla="*/ 4810798 w 5883342"/>
              <a:gd name="connsiteY933" fmla="*/ 1207045 h 5883329"/>
              <a:gd name="connsiteX934" fmla="*/ 4826740 w 5883342"/>
              <a:gd name="connsiteY934" fmla="*/ 1199798 h 5883329"/>
              <a:gd name="connsiteX935" fmla="*/ 4837176 w 5883342"/>
              <a:gd name="connsiteY935" fmla="*/ 1190522 h 5883329"/>
              <a:gd name="connsiteX936" fmla="*/ 4848481 w 5883342"/>
              <a:gd name="connsiteY936" fmla="*/ 1174869 h 5883329"/>
              <a:gd name="connsiteX937" fmla="*/ 4868193 w 5883342"/>
              <a:gd name="connsiteY937" fmla="*/ 1154288 h 5883329"/>
              <a:gd name="connsiteX938" fmla="*/ 4879208 w 5883342"/>
              <a:gd name="connsiteY938" fmla="*/ 1145011 h 5883329"/>
              <a:gd name="connsiteX939" fmla="*/ 4888194 w 5883342"/>
              <a:gd name="connsiteY939" fmla="*/ 1137764 h 5883329"/>
              <a:gd name="connsiteX940" fmla="*/ 4895441 w 5883342"/>
              <a:gd name="connsiteY940" fmla="*/ 1130518 h 5883329"/>
              <a:gd name="connsiteX941" fmla="*/ 4907037 w 5883342"/>
              <a:gd name="connsiteY941" fmla="*/ 1118053 h 5883329"/>
              <a:gd name="connsiteX942" fmla="*/ 4915443 w 5883342"/>
              <a:gd name="connsiteY942" fmla="*/ 1107038 h 5883329"/>
              <a:gd name="connsiteX943" fmla="*/ 4917472 w 5883342"/>
              <a:gd name="connsiteY943" fmla="*/ 1098341 h 5883329"/>
              <a:gd name="connsiteX944" fmla="*/ 4910805 w 5883342"/>
              <a:gd name="connsiteY944" fmla="*/ 1096602 h 5883329"/>
              <a:gd name="connsiteX945" fmla="*/ 4902978 w 5883342"/>
              <a:gd name="connsiteY945" fmla="*/ 1088486 h 5883329"/>
              <a:gd name="connsiteX946" fmla="*/ 4892869 w 5883342"/>
              <a:gd name="connsiteY946" fmla="*/ 1087942 h 5883329"/>
              <a:gd name="connsiteX947" fmla="*/ 3293581 w 5883342"/>
              <a:gd name="connsiteY947" fmla="*/ 1079789 h 5883329"/>
              <a:gd name="connsiteX948" fmla="*/ 3316771 w 5883342"/>
              <a:gd name="connsiteY948" fmla="*/ 1214872 h 5883329"/>
              <a:gd name="connsiteX949" fmla="*/ 3317641 w 5883342"/>
              <a:gd name="connsiteY949" fmla="*/ 1214872 h 5883329"/>
              <a:gd name="connsiteX950" fmla="*/ 3259666 w 5883342"/>
              <a:gd name="connsiteY950" fmla="*/ 1327344 h 5883329"/>
              <a:gd name="connsiteX951" fmla="*/ 3230678 w 5883342"/>
              <a:gd name="connsiteY951" fmla="*/ 1201827 h 5883329"/>
              <a:gd name="connsiteX952" fmla="*/ 3293581 w 5883342"/>
              <a:gd name="connsiteY952" fmla="*/ 1079789 h 5883329"/>
              <a:gd name="connsiteX953" fmla="*/ 1059501 w 5883342"/>
              <a:gd name="connsiteY953" fmla="*/ 1070513 h 5883329"/>
              <a:gd name="connsiteX954" fmla="*/ 1050804 w 5883342"/>
              <a:gd name="connsiteY954" fmla="*/ 1076601 h 5883329"/>
              <a:gd name="connsiteX955" fmla="*/ 1037180 w 5883342"/>
              <a:gd name="connsiteY955" fmla="*/ 1080369 h 5883329"/>
              <a:gd name="connsiteX956" fmla="*/ 1027904 w 5883342"/>
              <a:gd name="connsiteY956" fmla="*/ 1095153 h 5883329"/>
              <a:gd name="connsiteX957" fmla="*/ 1016889 w 5883342"/>
              <a:gd name="connsiteY957" fmla="*/ 1102979 h 5883329"/>
              <a:gd name="connsiteX958" fmla="*/ 1009352 w 5883342"/>
              <a:gd name="connsiteY958" fmla="*/ 1116024 h 5883329"/>
              <a:gd name="connsiteX959" fmla="*/ 994858 w 5883342"/>
              <a:gd name="connsiteY959" fmla="*/ 1126459 h 5883329"/>
              <a:gd name="connsiteX960" fmla="*/ 991380 w 5883342"/>
              <a:gd name="connsiteY960" fmla="*/ 1141533 h 5883329"/>
              <a:gd name="connsiteX961" fmla="*/ 1007613 w 5883342"/>
              <a:gd name="connsiteY961" fmla="*/ 1157766 h 5883329"/>
              <a:gd name="connsiteX962" fmla="*/ 1027324 w 5883342"/>
              <a:gd name="connsiteY962" fmla="*/ 1186754 h 5883329"/>
              <a:gd name="connsiteX963" fmla="*/ 1039499 w 5883342"/>
              <a:gd name="connsiteY963" fmla="*/ 1204726 h 5883329"/>
              <a:gd name="connsiteX964" fmla="*/ 1063269 w 5883342"/>
              <a:gd name="connsiteY964" fmla="*/ 1229655 h 5883329"/>
              <a:gd name="connsiteX965" fmla="*/ 1076313 w 5883342"/>
              <a:gd name="connsiteY965" fmla="*/ 1247918 h 5883329"/>
              <a:gd name="connsiteX966" fmla="*/ 1088778 w 5883342"/>
              <a:gd name="connsiteY966" fmla="*/ 1266470 h 5883329"/>
              <a:gd name="connsiteX967" fmla="*/ 1094286 w 5883342"/>
              <a:gd name="connsiteY967" fmla="*/ 1279804 h 5883329"/>
              <a:gd name="connsiteX968" fmla="*/ 1120374 w 5883342"/>
              <a:gd name="connsiteY968" fmla="*/ 1313429 h 5883329"/>
              <a:gd name="connsiteX969" fmla="*/ 1141246 w 5883342"/>
              <a:gd name="connsiteY969" fmla="*/ 1329373 h 5883329"/>
              <a:gd name="connsiteX970" fmla="*/ 1155160 w 5883342"/>
              <a:gd name="connsiteY970" fmla="*/ 1339228 h 5883329"/>
              <a:gd name="connsiteX971" fmla="*/ 1168784 w 5883342"/>
              <a:gd name="connsiteY971" fmla="*/ 1350534 h 5883329"/>
              <a:gd name="connsiteX972" fmla="*/ 1193424 w 5883342"/>
              <a:gd name="connsiteY972" fmla="*/ 1365318 h 5883329"/>
              <a:gd name="connsiteX973" fmla="*/ 1211686 w 5883342"/>
              <a:gd name="connsiteY973" fmla="*/ 1380391 h 5883329"/>
              <a:gd name="connsiteX974" fmla="*/ 1235166 w 5883342"/>
              <a:gd name="connsiteY974" fmla="*/ 1384739 h 5883329"/>
              <a:gd name="connsiteX975" fmla="*/ 1249949 w 5883342"/>
              <a:gd name="connsiteY975" fmla="*/ 1380101 h 5883329"/>
              <a:gd name="connsiteX976" fmla="*/ 1269662 w 5883342"/>
              <a:gd name="connsiteY976" fmla="*/ 1361259 h 5883329"/>
              <a:gd name="connsiteX977" fmla="*/ 1285895 w 5883342"/>
              <a:gd name="connsiteY977" fmla="*/ 1351403 h 5883329"/>
              <a:gd name="connsiteX978" fmla="*/ 1301258 w 5883342"/>
              <a:gd name="connsiteY978" fmla="*/ 1335750 h 5883329"/>
              <a:gd name="connsiteX979" fmla="*/ 1317781 w 5883342"/>
              <a:gd name="connsiteY979" fmla="*/ 1320967 h 5883329"/>
              <a:gd name="connsiteX980" fmla="*/ 1331985 w 5883342"/>
              <a:gd name="connsiteY980" fmla="*/ 1314879 h 5883329"/>
              <a:gd name="connsiteX981" fmla="*/ 1342420 w 5883342"/>
              <a:gd name="connsiteY981" fmla="*/ 1296617 h 5883329"/>
              <a:gd name="connsiteX982" fmla="*/ 1354305 w 5883342"/>
              <a:gd name="connsiteY982" fmla="*/ 1279224 h 5883329"/>
              <a:gd name="connsiteX983" fmla="*/ 1346479 w 5883342"/>
              <a:gd name="connsiteY983" fmla="*/ 1260962 h 5883329"/>
              <a:gd name="connsiteX984" fmla="*/ 1332855 w 5883342"/>
              <a:gd name="connsiteY984" fmla="*/ 1235163 h 5883329"/>
              <a:gd name="connsiteX985" fmla="*/ 1307345 w 5883342"/>
              <a:gd name="connsiteY985" fmla="*/ 1226177 h 5883329"/>
              <a:gd name="connsiteX986" fmla="*/ 1292851 w 5883342"/>
              <a:gd name="connsiteY986" fmla="*/ 1238641 h 5883329"/>
              <a:gd name="connsiteX987" fmla="*/ 1280966 w 5883342"/>
              <a:gd name="connsiteY987" fmla="*/ 1244439 h 5883329"/>
              <a:gd name="connsiteX988" fmla="*/ 1270241 w 5883342"/>
              <a:gd name="connsiteY988" fmla="*/ 1251686 h 5883329"/>
              <a:gd name="connsiteX989" fmla="*/ 1256617 w 5883342"/>
              <a:gd name="connsiteY989" fmla="*/ 1262991 h 5883329"/>
              <a:gd name="connsiteX990" fmla="*/ 1231688 w 5883342"/>
              <a:gd name="connsiteY990" fmla="*/ 1273717 h 5883329"/>
              <a:gd name="connsiteX991" fmla="*/ 1204149 w 5883342"/>
              <a:gd name="connsiteY991" fmla="*/ 1260092 h 5883329"/>
              <a:gd name="connsiteX992" fmla="*/ 1190815 w 5883342"/>
              <a:gd name="connsiteY992" fmla="*/ 1249077 h 5883329"/>
              <a:gd name="connsiteX993" fmla="*/ 1172263 w 5883342"/>
              <a:gd name="connsiteY993" fmla="*/ 1216611 h 5883329"/>
              <a:gd name="connsiteX994" fmla="*/ 1182988 w 5883342"/>
              <a:gd name="connsiteY994" fmla="*/ 1182406 h 5883329"/>
              <a:gd name="connsiteX995" fmla="*/ 1188496 w 5883342"/>
              <a:gd name="connsiteY995" fmla="*/ 1160085 h 5883329"/>
              <a:gd name="connsiteX996" fmla="*/ 1190815 w 5883342"/>
              <a:gd name="connsiteY996" fmla="*/ 1142403 h 5883329"/>
              <a:gd name="connsiteX997" fmla="*/ 1199221 w 5883342"/>
              <a:gd name="connsiteY997" fmla="*/ 1127039 h 5883329"/>
              <a:gd name="connsiteX998" fmla="*/ 1199221 w 5883342"/>
              <a:gd name="connsiteY998" fmla="*/ 1114574 h 5883329"/>
              <a:gd name="connsiteX999" fmla="*/ 1184148 w 5883342"/>
              <a:gd name="connsiteY999" fmla="*/ 1104429 h 5883329"/>
              <a:gd name="connsiteX1000" fmla="*/ 1156609 w 5883342"/>
              <a:gd name="connsiteY1000" fmla="*/ 1097182 h 5883329"/>
              <a:gd name="connsiteX1001" fmla="*/ 1133709 w 5883342"/>
              <a:gd name="connsiteY1001" fmla="*/ 1109067 h 5883329"/>
              <a:gd name="connsiteX1002" fmla="*/ 1129941 w 5883342"/>
              <a:gd name="connsiteY1002" fmla="*/ 1125879 h 5883329"/>
              <a:gd name="connsiteX1003" fmla="*/ 1115737 w 5883342"/>
              <a:gd name="connsiteY1003" fmla="*/ 1133126 h 5883329"/>
              <a:gd name="connsiteX1004" fmla="*/ 1105591 w 5883342"/>
              <a:gd name="connsiteY1004" fmla="*/ 1118923 h 5883329"/>
              <a:gd name="connsiteX1005" fmla="*/ 1093416 w 5883342"/>
              <a:gd name="connsiteY1005" fmla="*/ 1082688 h 5883329"/>
              <a:gd name="connsiteX1006" fmla="*/ 1071386 w 5883342"/>
              <a:gd name="connsiteY1006" fmla="*/ 1070513 h 5883329"/>
              <a:gd name="connsiteX1007" fmla="*/ 1059501 w 5883342"/>
              <a:gd name="connsiteY1007" fmla="*/ 1070513 h 5883329"/>
              <a:gd name="connsiteX1008" fmla="*/ 3595054 w 5883342"/>
              <a:gd name="connsiteY1008" fmla="*/ 950504 h 5883329"/>
              <a:gd name="connsiteX1009" fmla="*/ 3572733 w 5883342"/>
              <a:gd name="connsiteY1009" fmla="*/ 1080369 h 5883329"/>
              <a:gd name="connsiteX1010" fmla="*/ 3504612 w 5883342"/>
              <a:gd name="connsiteY1010" fmla="*/ 1151388 h 5883329"/>
              <a:gd name="connsiteX1011" fmla="*/ 3478233 w 5883342"/>
              <a:gd name="connsiteY1011" fmla="*/ 1194870 h 5883329"/>
              <a:gd name="connsiteX1012" fmla="*/ 3135598 w 5883342"/>
              <a:gd name="connsiteY1012" fmla="*/ 1431699 h 5883329"/>
              <a:gd name="connsiteX1013" fmla="*/ 3237055 w 5883342"/>
              <a:gd name="connsiteY1013" fmla="*/ 1438366 h 5883329"/>
              <a:gd name="connsiteX1014" fmla="*/ 3238215 w 5883342"/>
              <a:gd name="connsiteY1014" fmla="*/ 1437496 h 5883329"/>
              <a:gd name="connsiteX1015" fmla="*/ 3349237 w 5883342"/>
              <a:gd name="connsiteY1015" fmla="*/ 1517502 h 5883329"/>
              <a:gd name="connsiteX1016" fmla="*/ 3218214 w 5883342"/>
              <a:gd name="connsiteY1016" fmla="*/ 1519821 h 5883329"/>
              <a:gd name="connsiteX1017" fmla="*/ 3125453 w 5883342"/>
              <a:gd name="connsiteY1017" fmla="*/ 1435467 h 5883329"/>
              <a:gd name="connsiteX1018" fmla="*/ 3052717 w 5883342"/>
              <a:gd name="connsiteY1018" fmla="*/ 1462183 h 5883329"/>
              <a:gd name="connsiteX1019" fmla="*/ 3055295 w 5883342"/>
              <a:gd name="connsiteY1019" fmla="*/ 1475393 h 5883329"/>
              <a:gd name="connsiteX1020" fmla="*/ 3093856 w 5883342"/>
              <a:gd name="connsiteY1020" fmla="*/ 1674036 h 5883329"/>
              <a:gd name="connsiteX1021" fmla="*/ 3989576 w 5883342"/>
              <a:gd name="connsiteY1021" fmla="*/ 1538953 h 5883329"/>
              <a:gd name="connsiteX1022" fmla="*/ 4020593 w 5883342"/>
              <a:gd name="connsiteY1022" fmla="*/ 1528517 h 5883329"/>
              <a:gd name="connsiteX1023" fmla="*/ 4020593 w 5883342"/>
              <a:gd name="connsiteY1023" fmla="*/ 1560984 h 5883329"/>
              <a:gd name="connsiteX1024" fmla="*/ 3931891 w 5883342"/>
              <a:gd name="connsiteY1024" fmla="*/ 1812306 h 5883329"/>
              <a:gd name="connsiteX1025" fmla="*/ 3711584 w 5883342"/>
              <a:gd name="connsiteY1025" fmla="*/ 1955796 h 5883329"/>
              <a:gd name="connsiteX1026" fmla="*/ 3619693 w 5883342"/>
              <a:gd name="connsiteY1026" fmla="*/ 2126242 h 5883329"/>
              <a:gd name="connsiteX1027" fmla="*/ 3577372 w 5883342"/>
              <a:gd name="connsiteY1027" fmla="*/ 2155230 h 5883329"/>
              <a:gd name="connsiteX1028" fmla="*/ 4000592 w 5883342"/>
              <a:gd name="connsiteY1028" fmla="*/ 2090588 h 5883329"/>
              <a:gd name="connsiteX1029" fmla="*/ 4033928 w 5883342"/>
              <a:gd name="connsiteY1029" fmla="*/ 2084211 h 5883329"/>
              <a:gd name="connsiteX1030" fmla="*/ 4032189 w 5883342"/>
              <a:gd name="connsiteY1030" fmla="*/ 2084211 h 5883329"/>
              <a:gd name="connsiteX1031" fmla="*/ 4122919 w 5883342"/>
              <a:gd name="connsiteY1031" fmla="*/ 2065369 h 5883329"/>
              <a:gd name="connsiteX1032" fmla="*/ 3982329 w 5883342"/>
              <a:gd name="connsiteY1032" fmla="*/ 2272340 h 5883329"/>
              <a:gd name="connsiteX1033" fmla="*/ 3651290 w 5883342"/>
              <a:gd name="connsiteY1033" fmla="*/ 2535837 h 5883329"/>
              <a:gd name="connsiteX1034" fmla="*/ 3296191 w 5883342"/>
              <a:gd name="connsiteY1034" fmla="*/ 2649179 h 5883329"/>
              <a:gd name="connsiteX1035" fmla="*/ 3238216 w 5883342"/>
              <a:gd name="connsiteY1035" fmla="*/ 2652948 h 5883329"/>
              <a:gd name="connsiteX1036" fmla="*/ 3130091 w 5883342"/>
              <a:gd name="connsiteY1036" fmla="*/ 2645121 h 5883329"/>
              <a:gd name="connsiteX1037" fmla="*/ 3095885 w 5883342"/>
              <a:gd name="connsiteY1037" fmla="*/ 2640193 h 5883329"/>
              <a:gd name="connsiteX1038" fmla="*/ 3162268 w 5883342"/>
              <a:gd name="connsiteY1038" fmla="*/ 2917605 h 5883329"/>
              <a:gd name="connsiteX1039" fmla="*/ 2941092 w 5883342"/>
              <a:gd name="connsiteY1039" fmla="*/ 2931809 h 5883329"/>
              <a:gd name="connsiteX1040" fmla="*/ 2719626 w 5883342"/>
              <a:gd name="connsiteY1040" fmla="*/ 2917605 h 5883329"/>
              <a:gd name="connsiteX1041" fmla="*/ 2786007 w 5883342"/>
              <a:gd name="connsiteY1041" fmla="*/ 2640193 h 5883329"/>
              <a:gd name="connsiteX1042" fmla="*/ 2751802 w 5883342"/>
              <a:gd name="connsiteY1042" fmla="*/ 2645121 h 5883329"/>
              <a:gd name="connsiteX1043" fmla="*/ 2643678 w 5883342"/>
              <a:gd name="connsiteY1043" fmla="*/ 2652948 h 5883329"/>
              <a:gd name="connsiteX1044" fmla="*/ 2585703 w 5883342"/>
              <a:gd name="connsiteY1044" fmla="*/ 2649179 h 5883329"/>
              <a:gd name="connsiteX1045" fmla="*/ 2230314 w 5883342"/>
              <a:gd name="connsiteY1045" fmla="*/ 2535837 h 5883329"/>
              <a:gd name="connsiteX1046" fmla="*/ 1899275 w 5883342"/>
              <a:gd name="connsiteY1046" fmla="*/ 2272340 h 5883329"/>
              <a:gd name="connsiteX1047" fmla="*/ 1758683 w 5883342"/>
              <a:gd name="connsiteY1047" fmla="*/ 2065369 h 5883329"/>
              <a:gd name="connsiteX1048" fmla="*/ 1849415 w 5883342"/>
              <a:gd name="connsiteY1048" fmla="*/ 2084211 h 5883329"/>
              <a:gd name="connsiteX1049" fmla="*/ 1883042 w 5883342"/>
              <a:gd name="connsiteY1049" fmla="*/ 2090588 h 5883329"/>
              <a:gd name="connsiteX1050" fmla="*/ 2305971 w 5883342"/>
              <a:gd name="connsiteY1050" fmla="*/ 2154940 h 5883329"/>
              <a:gd name="connsiteX1051" fmla="*/ 2263650 w 5883342"/>
              <a:gd name="connsiteY1051" fmla="*/ 2127402 h 5883329"/>
              <a:gd name="connsiteX1052" fmla="*/ 2171758 w 5883342"/>
              <a:gd name="connsiteY1052" fmla="*/ 1956954 h 5883329"/>
              <a:gd name="connsiteX1053" fmla="*/ 1951452 w 5883342"/>
              <a:gd name="connsiteY1053" fmla="*/ 1813466 h 5883329"/>
              <a:gd name="connsiteX1054" fmla="*/ 1862750 w 5883342"/>
              <a:gd name="connsiteY1054" fmla="*/ 1562143 h 5883329"/>
              <a:gd name="connsiteX1055" fmla="*/ 1862750 w 5883342"/>
              <a:gd name="connsiteY1055" fmla="*/ 1529677 h 5883329"/>
              <a:gd name="connsiteX1056" fmla="*/ 1893477 w 5883342"/>
              <a:gd name="connsiteY1056" fmla="*/ 1540113 h 5883329"/>
              <a:gd name="connsiteX1057" fmla="*/ 2790646 w 5883342"/>
              <a:gd name="connsiteY1057" fmla="*/ 1674036 h 5883329"/>
              <a:gd name="connsiteX1058" fmla="*/ 2836157 w 5883342"/>
              <a:gd name="connsiteY1058" fmla="*/ 1439815 h 5883329"/>
              <a:gd name="connsiteX1059" fmla="*/ 2836157 w 5883342"/>
              <a:gd name="connsiteY1059" fmla="*/ 1436047 h 5883329"/>
              <a:gd name="connsiteX1060" fmla="*/ 2940222 w 5883342"/>
              <a:gd name="connsiteY1060" fmla="*/ 1316038 h 5883329"/>
              <a:gd name="connsiteX1061" fmla="*/ 2943990 w 5883342"/>
              <a:gd name="connsiteY1061" fmla="*/ 1316038 h 5883329"/>
              <a:gd name="connsiteX1062" fmla="*/ 3040969 w 5883342"/>
              <a:gd name="connsiteY1062" fmla="*/ 1405067 h 5883329"/>
              <a:gd name="connsiteX1063" fmla="*/ 3045999 w 5883342"/>
              <a:gd name="connsiteY1063" fmla="*/ 1426190 h 5883329"/>
              <a:gd name="connsiteX1064" fmla="*/ 3115018 w 5883342"/>
              <a:gd name="connsiteY1064" fmla="*/ 1400972 h 5883329"/>
              <a:gd name="connsiteX1065" fmla="*/ 3086030 w 5883342"/>
              <a:gd name="connsiteY1065" fmla="*/ 1276905 h 5883329"/>
              <a:gd name="connsiteX1066" fmla="*/ 3154731 w 5883342"/>
              <a:gd name="connsiteY1066" fmla="*/ 1157766 h 5883329"/>
              <a:gd name="connsiteX1067" fmla="*/ 3177052 w 5883342"/>
              <a:gd name="connsiteY1067" fmla="*/ 1291399 h 5883329"/>
              <a:gd name="connsiteX1068" fmla="*/ 3116757 w 5883342"/>
              <a:gd name="connsiteY1068" fmla="*/ 1399813 h 5883329"/>
              <a:gd name="connsiteX1069" fmla="*/ 3387791 w 5883342"/>
              <a:gd name="connsiteY1069" fmla="*/ 1240090 h 5883329"/>
              <a:gd name="connsiteX1070" fmla="*/ 3360543 w 5883342"/>
              <a:gd name="connsiteY1070" fmla="*/ 1119502 h 5883329"/>
              <a:gd name="connsiteX1071" fmla="*/ 3418518 w 5883342"/>
              <a:gd name="connsiteY1071" fmla="*/ 1003551 h 5883329"/>
              <a:gd name="connsiteX1072" fmla="*/ 3439680 w 5883342"/>
              <a:gd name="connsiteY1072" fmla="*/ 1133126 h 5883329"/>
              <a:gd name="connsiteX1073" fmla="*/ 3388662 w 5883342"/>
              <a:gd name="connsiteY1073" fmla="*/ 1239801 h 5883329"/>
              <a:gd name="connsiteX1074" fmla="*/ 3472725 w 5883342"/>
              <a:gd name="connsiteY1074" fmla="*/ 1162694 h 5883329"/>
              <a:gd name="connsiteX1075" fmla="*/ 3491568 w 5883342"/>
              <a:gd name="connsiteY1075" fmla="*/ 1140083 h 5883329"/>
              <a:gd name="connsiteX1076" fmla="*/ 3508091 w 5883342"/>
              <a:gd name="connsiteY1076" fmla="*/ 1036018 h 5883329"/>
              <a:gd name="connsiteX1077" fmla="*/ 3595054 w 5883342"/>
              <a:gd name="connsiteY1077" fmla="*/ 950504 h 5883329"/>
              <a:gd name="connsiteX1078" fmla="*/ 1732848 w 5883342"/>
              <a:gd name="connsiteY1078" fmla="*/ 934453 h 5883329"/>
              <a:gd name="connsiteX1079" fmla="*/ 1729695 w 5883342"/>
              <a:gd name="connsiteY1079" fmla="*/ 935431 h 5883329"/>
              <a:gd name="connsiteX1080" fmla="*/ 1712303 w 5883342"/>
              <a:gd name="connsiteY1080" fmla="*/ 946156 h 5883329"/>
              <a:gd name="connsiteX1081" fmla="*/ 1699258 w 5883342"/>
              <a:gd name="connsiteY1081" fmla="*/ 959201 h 5883329"/>
              <a:gd name="connsiteX1082" fmla="*/ 1674329 w 5883342"/>
              <a:gd name="connsiteY1082" fmla="*/ 949925 h 5883329"/>
              <a:gd name="connsiteX1083" fmla="*/ 1666503 w 5883342"/>
              <a:gd name="connsiteY1083" fmla="*/ 962969 h 5883329"/>
              <a:gd name="connsiteX1084" fmla="*/ 1666503 w 5883342"/>
              <a:gd name="connsiteY1084" fmla="*/ 998914 h 5883329"/>
              <a:gd name="connsiteX1085" fmla="*/ 1666503 w 5883342"/>
              <a:gd name="connsiteY1085" fmla="*/ 1014277 h 5883329"/>
              <a:gd name="connsiteX1086" fmla="*/ 1675489 w 5883342"/>
              <a:gd name="connsiteY1086" fmla="*/ 1022684 h 5883329"/>
              <a:gd name="connsiteX1087" fmla="*/ 1680997 w 5883342"/>
              <a:gd name="connsiteY1087" fmla="*/ 1036308 h 5883329"/>
              <a:gd name="connsiteX1088" fmla="*/ 1709984 w 5883342"/>
              <a:gd name="connsiteY1088" fmla="*/ 1040946 h 5883329"/>
              <a:gd name="connsiteX1089" fmla="*/ 1722738 w 5883342"/>
              <a:gd name="connsiteY1089" fmla="*/ 1023553 h 5883329"/>
              <a:gd name="connsiteX1090" fmla="*/ 1734915 w 5883342"/>
              <a:gd name="connsiteY1090" fmla="*/ 1014857 h 5883329"/>
              <a:gd name="connsiteX1091" fmla="*/ 1741581 w 5883342"/>
              <a:gd name="connsiteY1091" fmla="*/ 1000363 h 5883329"/>
              <a:gd name="connsiteX1092" fmla="*/ 1741581 w 5883342"/>
              <a:gd name="connsiteY1092" fmla="*/ 999204 h 5883329"/>
              <a:gd name="connsiteX1093" fmla="*/ 1740132 w 5883342"/>
              <a:gd name="connsiteY1093" fmla="*/ 982101 h 5883329"/>
              <a:gd name="connsiteX1094" fmla="*/ 1744479 w 5883342"/>
              <a:gd name="connsiteY1094" fmla="*/ 971665 h 5883329"/>
              <a:gd name="connsiteX1095" fmla="*/ 1747089 w 5883342"/>
              <a:gd name="connsiteY1095" fmla="*/ 958621 h 5883329"/>
              <a:gd name="connsiteX1096" fmla="*/ 1742161 w 5883342"/>
              <a:gd name="connsiteY1096" fmla="*/ 946446 h 5883329"/>
              <a:gd name="connsiteX1097" fmla="*/ 1737522 w 5883342"/>
              <a:gd name="connsiteY1097" fmla="*/ 935431 h 5883329"/>
              <a:gd name="connsiteX1098" fmla="*/ 1732848 w 5883342"/>
              <a:gd name="connsiteY1098" fmla="*/ 934453 h 5883329"/>
              <a:gd name="connsiteX1099" fmla="*/ 2860290 w 5883342"/>
              <a:gd name="connsiteY1099" fmla="*/ 791739 h 5883329"/>
              <a:gd name="connsiteX1100" fmla="*/ 1651140 w 5883342"/>
              <a:gd name="connsiteY1100" fmla="*/ 1219800 h 5883329"/>
              <a:gd name="connsiteX1101" fmla="*/ 1650850 w 5883342"/>
              <a:gd name="connsiteY1101" fmla="*/ 1219800 h 5883329"/>
              <a:gd name="connsiteX1102" fmla="*/ 789915 w 5883342"/>
              <a:gd name="connsiteY1102" fmla="*/ 2942245 h 5883329"/>
              <a:gd name="connsiteX1103" fmla="*/ 814555 w 5883342"/>
              <a:gd name="connsiteY1103" fmla="*/ 3269805 h 5883329"/>
              <a:gd name="connsiteX1104" fmla="*/ 819483 w 5883342"/>
              <a:gd name="connsiteY1104" fmla="*/ 3296474 h 5883329"/>
              <a:gd name="connsiteX1105" fmla="*/ 842673 w 5883342"/>
              <a:gd name="connsiteY1105" fmla="*/ 3415903 h 5883329"/>
              <a:gd name="connsiteX1106" fmla="*/ 886154 w 5883342"/>
              <a:gd name="connsiteY1106" fmla="*/ 3580842 h 5883329"/>
              <a:gd name="connsiteX1107" fmla="*/ 949347 w 5883342"/>
              <a:gd name="connsiteY1107" fmla="*/ 3754768 h 5883329"/>
              <a:gd name="connsiteX1108" fmla="*/ 958623 w 5883342"/>
              <a:gd name="connsiteY1108" fmla="*/ 3777958 h 5883329"/>
              <a:gd name="connsiteX1109" fmla="*/ 1214875 w 5883342"/>
              <a:gd name="connsiteY1109" fmla="*/ 4227266 h 5883329"/>
              <a:gd name="connsiteX1110" fmla="*/ 1216324 w 5883342"/>
              <a:gd name="connsiteY1110" fmla="*/ 4229005 h 5883329"/>
              <a:gd name="connsiteX1111" fmla="*/ 1218498 w 5883342"/>
              <a:gd name="connsiteY1111" fmla="*/ 4231934 h 5883329"/>
              <a:gd name="connsiteX1112" fmla="*/ 2233774 w 5883342"/>
              <a:gd name="connsiteY1112" fmla="*/ 4974653 h 5883329"/>
              <a:gd name="connsiteX1113" fmla="*/ 2325863 w 5883342"/>
              <a:gd name="connsiteY1113" fmla="*/ 5001729 h 5883329"/>
              <a:gd name="connsiteX1114" fmla="*/ 2319958 w 5883342"/>
              <a:gd name="connsiteY1114" fmla="*/ 4974096 h 5883329"/>
              <a:gd name="connsiteX1115" fmla="*/ 2276404 w 5883342"/>
              <a:gd name="connsiteY1115" fmla="*/ 4904417 h 5883329"/>
              <a:gd name="connsiteX1116" fmla="*/ 2195528 w 5883342"/>
              <a:gd name="connsiteY1116" fmla="*/ 4875429 h 5883329"/>
              <a:gd name="connsiteX1117" fmla="*/ 2186014 w 5883342"/>
              <a:gd name="connsiteY1117" fmla="*/ 4871549 h 5883329"/>
              <a:gd name="connsiteX1118" fmla="*/ 2181968 w 5883342"/>
              <a:gd name="connsiteY1118" fmla="*/ 4863643 h 5883329"/>
              <a:gd name="connsiteX1119" fmla="*/ 2244902 w 5883342"/>
              <a:gd name="connsiteY1119" fmla="*/ 4867727 h 5883329"/>
              <a:gd name="connsiteX1120" fmla="*/ 2307131 w 5883342"/>
              <a:gd name="connsiteY1120" fmla="*/ 4884996 h 5883329"/>
              <a:gd name="connsiteX1121" fmla="*/ 2388297 w 5883342"/>
              <a:gd name="connsiteY1121" fmla="*/ 5010802 h 5883329"/>
              <a:gd name="connsiteX1122" fmla="*/ 2425111 w 5883342"/>
              <a:gd name="connsiteY1122" fmla="*/ 5010802 h 5883329"/>
              <a:gd name="connsiteX1123" fmla="*/ 2436705 w 5883342"/>
              <a:gd name="connsiteY1123" fmla="*/ 5025586 h 5883329"/>
              <a:gd name="connsiteX1124" fmla="*/ 2534394 w 5883342"/>
              <a:gd name="connsiteY1124" fmla="*/ 5025586 h 5883329"/>
              <a:gd name="connsiteX1125" fmla="*/ 2536641 w 5883342"/>
              <a:gd name="connsiteY1125" fmla="*/ 5041421 h 5883329"/>
              <a:gd name="connsiteX1126" fmla="*/ 2536369 w 5883342"/>
              <a:gd name="connsiteY1126" fmla="*/ 5053068 h 5883329"/>
              <a:gd name="connsiteX1127" fmla="*/ 2634974 w 5883342"/>
              <a:gd name="connsiteY1127" fmla="*/ 5072068 h 5883329"/>
              <a:gd name="connsiteX1128" fmla="*/ 3253987 w 5883342"/>
              <a:gd name="connsiteY1128" fmla="*/ 5071438 h 5883329"/>
              <a:gd name="connsiteX1129" fmla="*/ 3414922 w 5883342"/>
              <a:gd name="connsiteY1129" fmla="*/ 5039848 h 5883329"/>
              <a:gd name="connsiteX1130" fmla="*/ 3404024 w 5883342"/>
              <a:gd name="connsiteY1130" fmla="*/ 5039210 h 5883329"/>
              <a:gd name="connsiteX1131" fmla="*/ 3420547 w 5883342"/>
              <a:gd name="connsiteY1131" fmla="*/ 5033991 h 5883329"/>
              <a:gd name="connsiteX1132" fmla="*/ 3316771 w 5883342"/>
              <a:gd name="connsiteY1132" fmla="*/ 5033991 h 5883329"/>
              <a:gd name="connsiteX1133" fmla="*/ 3258795 w 5883342"/>
              <a:gd name="connsiteY1133" fmla="*/ 4902388 h 5883329"/>
              <a:gd name="connsiteX1134" fmla="*/ 3110959 w 5883342"/>
              <a:gd name="connsiteY1134" fmla="*/ 4896300 h 5883329"/>
              <a:gd name="connsiteX1135" fmla="*/ 3037040 w 5883342"/>
              <a:gd name="connsiteY1135" fmla="*/ 5009352 h 5883329"/>
              <a:gd name="connsiteX1136" fmla="*/ 3030354 w 5883342"/>
              <a:gd name="connsiteY1136" fmla="*/ 5024781 h 5883329"/>
              <a:gd name="connsiteX1137" fmla="*/ 3030372 w 5883342"/>
              <a:gd name="connsiteY1137" fmla="*/ 5024426 h 5883329"/>
              <a:gd name="connsiteX1138" fmla="*/ 3029503 w 5883342"/>
              <a:gd name="connsiteY1138" fmla="*/ 5026744 h 5883329"/>
              <a:gd name="connsiteX1139" fmla="*/ 3030354 w 5883342"/>
              <a:gd name="connsiteY1139" fmla="*/ 5024781 h 5883329"/>
              <a:gd name="connsiteX1140" fmla="*/ 3028054 w 5883342"/>
              <a:gd name="connsiteY1140" fmla="*/ 5069356 h 5883329"/>
              <a:gd name="connsiteX1141" fmla="*/ 2975297 w 5883342"/>
              <a:gd name="connsiteY1141" fmla="*/ 5069356 h 5883329"/>
              <a:gd name="connsiteX1142" fmla="*/ 2997618 w 5883342"/>
              <a:gd name="connsiteY1142" fmla="*/ 5061240 h 5883329"/>
              <a:gd name="connsiteX1143" fmla="*/ 2979065 w 5883342"/>
              <a:gd name="connsiteY1143" fmla="*/ 5058051 h 5883329"/>
              <a:gd name="connsiteX1144" fmla="*/ 2987181 w 5883342"/>
              <a:gd name="connsiteY1144" fmla="*/ 5049355 h 5883329"/>
              <a:gd name="connsiteX1145" fmla="*/ 2958193 w 5883342"/>
              <a:gd name="connsiteY1145" fmla="*/ 5049355 h 5883329"/>
              <a:gd name="connsiteX1146" fmla="*/ 2969499 w 5883342"/>
              <a:gd name="connsiteY1146" fmla="*/ 5041818 h 5883329"/>
              <a:gd name="connsiteX1147" fmla="*/ 2919641 w 5883342"/>
              <a:gd name="connsiteY1147" fmla="*/ 5041818 h 5883329"/>
              <a:gd name="connsiteX1148" fmla="*/ 2929786 w 5883342"/>
              <a:gd name="connsiteY1148" fmla="*/ 5033991 h 5883329"/>
              <a:gd name="connsiteX1149" fmla="*/ 2827458 w 5883342"/>
              <a:gd name="connsiteY1149" fmla="*/ 5033991 h 5883329"/>
              <a:gd name="connsiteX1150" fmla="*/ 2769483 w 5883342"/>
              <a:gd name="connsiteY1150" fmla="*/ 4902388 h 5883329"/>
              <a:gd name="connsiteX1151" fmla="*/ 2621646 w 5883342"/>
              <a:gd name="connsiteY1151" fmla="*/ 4896300 h 5883329"/>
              <a:gd name="connsiteX1152" fmla="*/ 2547728 w 5883342"/>
              <a:gd name="connsiteY1152" fmla="*/ 5009352 h 5883329"/>
              <a:gd name="connsiteX1153" fmla="*/ 2534683 w 5883342"/>
              <a:gd name="connsiteY1153" fmla="*/ 5005294 h 5883329"/>
              <a:gd name="connsiteX1154" fmla="*/ 2567149 w 5883342"/>
              <a:gd name="connsiteY1154" fmla="*/ 4911953 h 5883329"/>
              <a:gd name="connsiteX1155" fmla="*/ 2691218 w 5883342"/>
              <a:gd name="connsiteY1155" fmla="*/ 4862095 h 5883329"/>
              <a:gd name="connsiteX1156" fmla="*/ 2865144 w 5883342"/>
              <a:gd name="connsiteY1156" fmla="*/ 4907605 h 5883329"/>
              <a:gd name="connsiteX1157" fmla="*/ 2898478 w 5883342"/>
              <a:gd name="connsiteY1157" fmla="*/ 5020078 h 5883329"/>
              <a:gd name="connsiteX1158" fmla="*/ 3014429 w 5883342"/>
              <a:gd name="connsiteY1158" fmla="*/ 5017179 h 5883329"/>
              <a:gd name="connsiteX1159" fmla="*/ 3057911 w 5883342"/>
              <a:gd name="connsiteY1159" fmla="*/ 4911953 h 5883329"/>
              <a:gd name="connsiteX1160" fmla="*/ 3181979 w 5883342"/>
              <a:gd name="connsiteY1160" fmla="*/ 4862095 h 5883329"/>
              <a:gd name="connsiteX1161" fmla="*/ 3355905 w 5883342"/>
              <a:gd name="connsiteY1161" fmla="*/ 4907605 h 5883329"/>
              <a:gd name="connsiteX1162" fmla="*/ 3389240 w 5883342"/>
              <a:gd name="connsiteY1162" fmla="*/ 5020078 h 5883329"/>
              <a:gd name="connsiteX1163" fmla="*/ 3505190 w 5883342"/>
              <a:gd name="connsiteY1163" fmla="*/ 5017179 h 5883329"/>
              <a:gd name="connsiteX1164" fmla="*/ 3572152 w 5883342"/>
              <a:gd name="connsiteY1164" fmla="*/ 4883835 h 5883329"/>
              <a:gd name="connsiteX1165" fmla="*/ 3680584 w 5883342"/>
              <a:gd name="connsiteY1165" fmla="*/ 4855832 h 5883329"/>
              <a:gd name="connsiteX1166" fmla="*/ 3693610 w 5883342"/>
              <a:gd name="connsiteY1166" fmla="*/ 4856298 h 5883329"/>
              <a:gd name="connsiteX1167" fmla="*/ 3693610 w 5883342"/>
              <a:gd name="connsiteY1167" fmla="*/ 4899199 h 5883329"/>
              <a:gd name="connsiteX1168" fmla="*/ 3573022 w 5883342"/>
              <a:gd name="connsiteY1168" fmla="*/ 4916592 h 5883329"/>
              <a:gd name="connsiteX1169" fmla="*/ 3527082 w 5883342"/>
              <a:gd name="connsiteY1169" fmla="*/ 5002604 h 5883329"/>
              <a:gd name="connsiteX1170" fmla="*/ 3525492 w 5883342"/>
              <a:gd name="connsiteY1170" fmla="*/ 5011202 h 5883329"/>
              <a:gd name="connsiteX1171" fmla="*/ 3660474 w 5883342"/>
              <a:gd name="connsiteY1171" fmla="*/ 4970644 h 5883329"/>
              <a:gd name="connsiteX1172" fmla="*/ 4230637 w 5883342"/>
              <a:gd name="connsiteY1172" fmla="*/ 4664545 h 5883329"/>
              <a:gd name="connsiteX1173" fmla="*/ 4663280 w 5883342"/>
              <a:gd name="connsiteY1173" fmla="*/ 1652440 h 5883329"/>
              <a:gd name="connsiteX1174" fmla="*/ 3041258 w 5883342"/>
              <a:gd name="connsiteY1174" fmla="*/ 792705 h 5883329"/>
              <a:gd name="connsiteX1175" fmla="*/ 2860290 w 5883342"/>
              <a:gd name="connsiteY1175" fmla="*/ 791739 h 5883329"/>
              <a:gd name="connsiteX1176" fmla="*/ 1904492 w 5883342"/>
              <a:gd name="connsiteY1176" fmla="*/ 779477 h 5883329"/>
              <a:gd name="connsiteX1177" fmla="*/ 1895506 w 5883342"/>
              <a:gd name="connsiteY1177" fmla="*/ 787014 h 5883329"/>
              <a:gd name="connsiteX1178" fmla="*/ 1882171 w 5883342"/>
              <a:gd name="connsiteY1178" fmla="*/ 790203 h 5883329"/>
              <a:gd name="connsiteX1179" fmla="*/ 1869706 w 5883342"/>
              <a:gd name="connsiteY1179" fmla="*/ 796000 h 5883329"/>
              <a:gd name="connsiteX1180" fmla="*/ 1854632 w 5883342"/>
              <a:gd name="connsiteY1180" fmla="*/ 796000 h 5883329"/>
              <a:gd name="connsiteX1181" fmla="*/ 1841877 w 5883342"/>
              <a:gd name="connsiteY1181" fmla="*/ 800059 h 5883329"/>
              <a:gd name="connsiteX1182" fmla="*/ 1841009 w 5883342"/>
              <a:gd name="connsiteY1182" fmla="*/ 798899 h 5883329"/>
              <a:gd name="connsiteX1183" fmla="*/ 1847097 w 5883342"/>
              <a:gd name="connsiteY1183" fmla="*/ 818611 h 5883329"/>
              <a:gd name="connsiteX1184" fmla="*/ 1852314 w 5883342"/>
              <a:gd name="connsiteY1184" fmla="*/ 829626 h 5883329"/>
              <a:gd name="connsiteX1185" fmla="*/ 1866808 w 5883342"/>
              <a:gd name="connsiteY1185" fmla="*/ 843540 h 5883329"/>
              <a:gd name="connsiteX1186" fmla="*/ 1883331 w 5883342"/>
              <a:gd name="connsiteY1186" fmla="*/ 853976 h 5883329"/>
              <a:gd name="connsiteX1187" fmla="*/ 1903043 w 5883342"/>
              <a:gd name="connsiteY1187" fmla="*/ 865571 h 5883329"/>
              <a:gd name="connsiteX1188" fmla="*/ 1911449 w 5883342"/>
              <a:gd name="connsiteY1188" fmla="*/ 878036 h 5883329"/>
              <a:gd name="connsiteX1189" fmla="*/ 1926233 w 5883342"/>
              <a:gd name="connsiteY1189" fmla="*/ 882383 h 5883329"/>
              <a:gd name="connsiteX1190" fmla="*/ 1934638 w 5883342"/>
              <a:gd name="connsiteY1190" fmla="*/ 869629 h 5883329"/>
              <a:gd name="connsiteX1191" fmla="*/ 1945654 w 5883342"/>
              <a:gd name="connsiteY1191" fmla="*/ 862672 h 5883329"/>
              <a:gd name="connsiteX1192" fmla="*/ 1955510 w 5883342"/>
              <a:gd name="connsiteY1192" fmla="*/ 849627 h 5883329"/>
              <a:gd name="connsiteX1193" fmla="*/ 1957828 w 5883342"/>
              <a:gd name="connsiteY1193" fmla="*/ 836293 h 5883329"/>
              <a:gd name="connsiteX1194" fmla="*/ 1956379 w 5883342"/>
              <a:gd name="connsiteY1194" fmla="*/ 819190 h 5883329"/>
              <a:gd name="connsiteX1195" fmla="*/ 1958118 w 5883342"/>
              <a:gd name="connsiteY1195" fmla="*/ 803537 h 5883329"/>
              <a:gd name="connsiteX1196" fmla="*/ 1952032 w 5883342"/>
              <a:gd name="connsiteY1196" fmla="*/ 791362 h 5883329"/>
              <a:gd name="connsiteX1197" fmla="*/ 1940146 w 5883342"/>
              <a:gd name="connsiteY1197" fmla="*/ 785855 h 5883329"/>
              <a:gd name="connsiteX1198" fmla="*/ 1904492 w 5883342"/>
              <a:gd name="connsiteY1198" fmla="*/ 779477 h 5883329"/>
              <a:gd name="connsiteX1199" fmla="*/ 1750857 w 5883342"/>
              <a:gd name="connsiteY1199" fmla="*/ 740344 h 5883329"/>
              <a:gd name="connsiteX1200" fmla="*/ 1753465 w 5883342"/>
              <a:gd name="connsiteY1200" fmla="*/ 754258 h 5883329"/>
              <a:gd name="connsiteX1201" fmla="*/ 1747667 w 5883342"/>
              <a:gd name="connsiteY1201" fmla="*/ 773100 h 5883329"/>
              <a:gd name="connsiteX1202" fmla="*/ 1739552 w 5883342"/>
              <a:gd name="connsiteY1202" fmla="*/ 793971 h 5883329"/>
              <a:gd name="connsiteX1203" fmla="*/ 1726217 w 5883342"/>
              <a:gd name="connsiteY1203" fmla="*/ 808464 h 5883329"/>
              <a:gd name="connsiteX1204" fmla="*/ 1711723 w 5883342"/>
              <a:gd name="connsiteY1204" fmla="*/ 804986 h 5883329"/>
              <a:gd name="connsiteX1205" fmla="*/ 1711723 w 5883342"/>
              <a:gd name="connsiteY1205" fmla="*/ 790202 h 5883329"/>
              <a:gd name="connsiteX1206" fmla="*/ 1727377 w 5883342"/>
              <a:gd name="connsiteY1206" fmla="*/ 768461 h 5883329"/>
              <a:gd name="connsiteX1207" fmla="*/ 1732305 w 5883342"/>
              <a:gd name="connsiteY1207" fmla="*/ 758316 h 5883329"/>
              <a:gd name="connsiteX1208" fmla="*/ 1741001 w 5883342"/>
              <a:gd name="connsiteY1208" fmla="*/ 748170 h 5883329"/>
              <a:gd name="connsiteX1209" fmla="*/ 1750857 w 5883342"/>
              <a:gd name="connsiteY1209" fmla="*/ 740344 h 5883329"/>
              <a:gd name="connsiteX1210" fmla="*/ 1775786 w 5883342"/>
              <a:gd name="connsiteY1210" fmla="*/ 660048 h 5883329"/>
              <a:gd name="connsiteX1211" fmla="*/ 1761583 w 5883342"/>
              <a:gd name="connsiteY1211" fmla="*/ 667875 h 5883329"/>
              <a:gd name="connsiteX1212" fmla="*/ 1746509 w 5883342"/>
              <a:gd name="connsiteY1212" fmla="*/ 670484 h 5883329"/>
              <a:gd name="connsiteX1213" fmla="*/ 1739842 w 5883342"/>
              <a:gd name="connsiteY1213" fmla="*/ 678021 h 5883329"/>
              <a:gd name="connsiteX1214" fmla="*/ 1735203 w 5883342"/>
              <a:gd name="connsiteY1214" fmla="*/ 686137 h 5883329"/>
              <a:gd name="connsiteX1215" fmla="*/ 1730276 w 5883342"/>
              <a:gd name="connsiteY1215" fmla="*/ 696283 h 5883329"/>
              <a:gd name="connsiteX1216" fmla="*/ 1719840 w 5883342"/>
              <a:gd name="connsiteY1216" fmla="*/ 710197 h 5883329"/>
              <a:gd name="connsiteX1217" fmla="*/ 1711144 w 5883342"/>
              <a:gd name="connsiteY1217" fmla="*/ 719183 h 5883329"/>
              <a:gd name="connsiteX1218" fmla="*/ 1700998 w 5883342"/>
              <a:gd name="connsiteY1218" fmla="*/ 731938 h 5883329"/>
              <a:gd name="connsiteX1219" fmla="*/ 1685924 w 5883342"/>
              <a:gd name="connsiteY1219" fmla="*/ 747591 h 5883329"/>
              <a:gd name="connsiteX1220" fmla="*/ 1665923 w 5883342"/>
              <a:gd name="connsiteY1220" fmla="*/ 769042 h 5883329"/>
              <a:gd name="connsiteX1221" fmla="*/ 1656067 w 5883342"/>
              <a:gd name="connsiteY1221" fmla="*/ 765274 h 5883329"/>
              <a:gd name="connsiteX1222" fmla="*/ 1640704 w 5883342"/>
              <a:gd name="connsiteY1222" fmla="*/ 765274 h 5883329"/>
              <a:gd name="connsiteX1223" fmla="*/ 1630848 w 5883342"/>
              <a:gd name="connsiteY1223" fmla="*/ 778897 h 5883329"/>
              <a:gd name="connsiteX1224" fmla="*/ 1632587 w 5883342"/>
              <a:gd name="connsiteY1224" fmla="*/ 812813 h 5883329"/>
              <a:gd name="connsiteX1225" fmla="*/ 1647660 w 5883342"/>
              <a:gd name="connsiteY1225" fmla="*/ 835134 h 5883329"/>
              <a:gd name="connsiteX1226" fmla="*/ 1665053 w 5883342"/>
              <a:gd name="connsiteY1226" fmla="*/ 855425 h 5883329"/>
              <a:gd name="connsiteX1227" fmla="*/ 1679257 w 5883342"/>
              <a:gd name="connsiteY1227" fmla="*/ 870498 h 5883329"/>
              <a:gd name="connsiteX1228" fmla="*/ 1687954 w 5883342"/>
              <a:gd name="connsiteY1228" fmla="*/ 881804 h 5883329"/>
              <a:gd name="connsiteX1229" fmla="*/ 1694331 w 5883342"/>
              <a:gd name="connsiteY1229" fmla="*/ 886152 h 5883329"/>
              <a:gd name="connsiteX1230" fmla="*/ 1704476 w 5883342"/>
              <a:gd name="connsiteY1230" fmla="*/ 895718 h 5883329"/>
              <a:gd name="connsiteX1231" fmla="*/ 1712884 w 5883342"/>
              <a:gd name="connsiteY1231" fmla="*/ 897457 h 5883329"/>
              <a:gd name="connsiteX1232" fmla="*/ 1729407 w 5883342"/>
              <a:gd name="connsiteY1232" fmla="*/ 889630 h 5883329"/>
              <a:gd name="connsiteX1233" fmla="*/ 1737813 w 5883342"/>
              <a:gd name="connsiteY1233" fmla="*/ 882094 h 5883329"/>
              <a:gd name="connsiteX1234" fmla="*/ 1752306 w 5883342"/>
              <a:gd name="connsiteY1234" fmla="*/ 878036 h 5883329"/>
              <a:gd name="connsiteX1235" fmla="*/ 1761002 w 5883342"/>
              <a:gd name="connsiteY1235" fmla="*/ 883253 h 5883329"/>
              <a:gd name="connsiteX1236" fmla="*/ 1772018 w 5883342"/>
              <a:gd name="connsiteY1236" fmla="*/ 907603 h 5883329"/>
              <a:gd name="connsiteX1237" fmla="*/ 1782163 w 5883342"/>
              <a:gd name="connsiteY1237" fmla="*/ 924706 h 5883329"/>
              <a:gd name="connsiteX1238" fmla="*/ 1789410 w 5883342"/>
              <a:gd name="connsiteY1238" fmla="*/ 937170 h 5883329"/>
              <a:gd name="connsiteX1239" fmla="*/ 1784482 w 5883342"/>
              <a:gd name="connsiteY1239" fmla="*/ 963549 h 5883329"/>
              <a:gd name="connsiteX1240" fmla="*/ 1761583 w 5883342"/>
              <a:gd name="connsiteY1240" fmla="*/ 968477 h 5883329"/>
              <a:gd name="connsiteX1241" fmla="*/ 1752016 w 5883342"/>
              <a:gd name="connsiteY1241" fmla="*/ 981521 h 5883329"/>
              <a:gd name="connsiteX1242" fmla="*/ 1784482 w 5883342"/>
              <a:gd name="connsiteY1242" fmla="*/ 989928 h 5883329"/>
              <a:gd name="connsiteX1243" fmla="*/ 1799557 w 5883342"/>
              <a:gd name="connsiteY1243" fmla="*/ 999204 h 5883329"/>
              <a:gd name="connsiteX1244" fmla="*/ 1816658 w 5883342"/>
              <a:gd name="connsiteY1244" fmla="*/ 997464 h 5883329"/>
              <a:gd name="connsiteX1245" fmla="*/ 1828254 w 5883342"/>
              <a:gd name="connsiteY1245" fmla="*/ 998914 h 5883329"/>
              <a:gd name="connsiteX1246" fmla="*/ 1840719 w 5883342"/>
              <a:gd name="connsiteY1246" fmla="*/ 997464 h 5883329"/>
              <a:gd name="connsiteX1247" fmla="*/ 1849705 w 5883342"/>
              <a:gd name="connsiteY1247" fmla="*/ 997464 h 5883329"/>
              <a:gd name="connsiteX1248" fmla="*/ 1859561 w 5883342"/>
              <a:gd name="connsiteY1248" fmla="*/ 981521 h 5883329"/>
              <a:gd name="connsiteX1249" fmla="*/ 1865648 w 5883342"/>
              <a:gd name="connsiteY1249" fmla="*/ 957172 h 5883329"/>
              <a:gd name="connsiteX1250" fmla="*/ 1867098 w 5883342"/>
              <a:gd name="connsiteY1250" fmla="*/ 928184 h 5883329"/>
              <a:gd name="connsiteX1251" fmla="*/ 1821587 w 5883342"/>
              <a:gd name="connsiteY1251" fmla="*/ 852526 h 5883329"/>
              <a:gd name="connsiteX1252" fmla="*/ 1808833 w 5883342"/>
              <a:gd name="connsiteY1252" fmla="*/ 837163 h 5883329"/>
              <a:gd name="connsiteX1253" fmla="*/ 1811441 w 5883342"/>
              <a:gd name="connsiteY1253" fmla="*/ 822959 h 5883329"/>
              <a:gd name="connsiteX1254" fmla="*/ 1819558 w 5883342"/>
              <a:gd name="connsiteY1254" fmla="*/ 816581 h 5883329"/>
              <a:gd name="connsiteX1255" fmla="*/ 1822166 w 5883342"/>
              <a:gd name="connsiteY1255" fmla="*/ 794551 h 5883329"/>
              <a:gd name="connsiteX1256" fmla="*/ 1822166 w 5883342"/>
              <a:gd name="connsiteY1256" fmla="*/ 731938 h 5883329"/>
              <a:gd name="connsiteX1257" fmla="*/ 1822166 w 5883342"/>
              <a:gd name="connsiteY1257" fmla="*/ 713386 h 5883329"/>
              <a:gd name="connsiteX1258" fmla="*/ 1828544 w 5883342"/>
              <a:gd name="connsiteY1258" fmla="*/ 685847 h 5883329"/>
              <a:gd name="connsiteX1259" fmla="*/ 1820427 w 5883342"/>
              <a:gd name="connsiteY1259" fmla="*/ 673382 h 5883329"/>
              <a:gd name="connsiteX1260" fmla="*/ 1804774 w 5883342"/>
              <a:gd name="connsiteY1260" fmla="*/ 660048 h 5883329"/>
              <a:gd name="connsiteX1261" fmla="*/ 1775786 w 5883342"/>
              <a:gd name="connsiteY1261" fmla="*/ 660048 h 5883329"/>
              <a:gd name="connsiteX1262" fmla="*/ 4252023 w 5883342"/>
              <a:gd name="connsiteY1262" fmla="*/ 620915 h 5883329"/>
              <a:gd name="connsiteX1263" fmla="*/ 4247567 w 5883342"/>
              <a:gd name="connsiteY1263" fmla="*/ 624683 h 5883329"/>
              <a:gd name="connsiteX1264" fmla="*/ 4237710 w 5883342"/>
              <a:gd name="connsiteY1264" fmla="*/ 644105 h 5883329"/>
              <a:gd name="connsiteX1265" fmla="*/ 4222926 w 5883342"/>
              <a:gd name="connsiteY1265" fmla="*/ 664396 h 5883329"/>
              <a:gd name="connsiteX1266" fmla="*/ 4195968 w 5883342"/>
              <a:gd name="connsiteY1266" fmla="*/ 693384 h 5883329"/>
              <a:gd name="connsiteX1267" fmla="*/ 4151618 w 5883342"/>
              <a:gd name="connsiteY1267" fmla="*/ 684978 h 5883329"/>
              <a:gd name="connsiteX1268" fmla="*/ 4129297 w 5883342"/>
              <a:gd name="connsiteY1268" fmla="*/ 671354 h 5883329"/>
              <a:gd name="connsiteX1269" fmla="*/ 4116542 w 5883342"/>
              <a:gd name="connsiteY1269" fmla="*/ 671354 h 5883329"/>
              <a:gd name="connsiteX1270" fmla="*/ 4103207 w 5883342"/>
              <a:gd name="connsiteY1270" fmla="*/ 669035 h 5883329"/>
              <a:gd name="connsiteX1271" fmla="*/ 4089584 w 5883342"/>
              <a:gd name="connsiteY1271" fmla="*/ 673093 h 5883329"/>
              <a:gd name="connsiteX1272" fmla="*/ 4076539 w 5883342"/>
              <a:gd name="connsiteY1272" fmla="*/ 684398 h 5883329"/>
              <a:gd name="connsiteX1273" fmla="*/ 4081466 w 5883342"/>
              <a:gd name="connsiteY1273" fmla="*/ 717734 h 5883329"/>
              <a:gd name="connsiteX1274" fmla="*/ 4093062 w 5883342"/>
              <a:gd name="connsiteY1274" fmla="*/ 734257 h 5883329"/>
              <a:gd name="connsiteX1275" fmla="*/ 4103207 w 5883342"/>
              <a:gd name="connsiteY1275" fmla="*/ 740054 h 5883329"/>
              <a:gd name="connsiteX1276" fmla="*/ 4115383 w 5883342"/>
              <a:gd name="connsiteY1276" fmla="*/ 743243 h 5883329"/>
              <a:gd name="connsiteX1277" fmla="*/ 4123499 w 5883342"/>
              <a:gd name="connsiteY1277" fmla="*/ 747881 h 5883329"/>
              <a:gd name="connsiteX1278" fmla="*/ 4134224 w 5883342"/>
              <a:gd name="connsiteY1278" fmla="*/ 753389 h 5883329"/>
              <a:gd name="connsiteX1279" fmla="*/ 4121469 w 5883342"/>
              <a:gd name="connsiteY1279" fmla="*/ 765563 h 5883329"/>
              <a:gd name="connsiteX1280" fmla="*/ 4081176 w 5883342"/>
              <a:gd name="connsiteY1280" fmla="*/ 789333 h 5883329"/>
              <a:gd name="connsiteX1281" fmla="*/ 4000591 w 5883342"/>
              <a:gd name="connsiteY1281" fmla="*/ 809045 h 5883329"/>
              <a:gd name="connsiteX1282" fmla="*/ 3990735 w 5883342"/>
              <a:gd name="connsiteY1282" fmla="*/ 809045 h 5883329"/>
              <a:gd name="connsiteX1283" fmla="*/ 3974792 w 5883342"/>
              <a:gd name="connsiteY1283" fmla="*/ 811074 h 5883329"/>
              <a:gd name="connsiteX1284" fmla="*/ 3953341 w 5883342"/>
              <a:gd name="connsiteY1284" fmla="*/ 811074 h 5883329"/>
              <a:gd name="connsiteX1285" fmla="*/ 3953341 w 5883342"/>
              <a:gd name="connsiteY1285" fmla="*/ 809914 h 5883329"/>
              <a:gd name="connsiteX1286" fmla="*/ 3939138 w 5883342"/>
              <a:gd name="connsiteY1286" fmla="*/ 813393 h 5883329"/>
              <a:gd name="connsiteX1287" fmla="*/ 3947833 w 5883342"/>
              <a:gd name="connsiteY1287" fmla="*/ 823539 h 5883329"/>
              <a:gd name="connsiteX1288" fmla="*/ 3947833 w 5883342"/>
              <a:gd name="connsiteY1288" fmla="*/ 840352 h 5883329"/>
              <a:gd name="connsiteX1289" fmla="*/ 3951892 w 5883342"/>
              <a:gd name="connsiteY1289" fmla="*/ 852526 h 5883329"/>
              <a:gd name="connsiteX1290" fmla="*/ 3966096 w 5883342"/>
              <a:gd name="connsiteY1290" fmla="*/ 857454 h 5883329"/>
              <a:gd name="connsiteX1291" fmla="*/ 3992185 w 5883342"/>
              <a:gd name="connsiteY1291" fmla="*/ 864991 h 5883329"/>
              <a:gd name="connsiteX1292" fmla="*/ 4024942 w 5883342"/>
              <a:gd name="connsiteY1292" fmla="*/ 864991 h 5883329"/>
              <a:gd name="connsiteX1293" fmla="*/ 4070451 w 5883342"/>
              <a:gd name="connsiteY1293" fmla="*/ 864991 h 5883329"/>
              <a:gd name="connsiteX1294" fmla="*/ 4121760 w 5883342"/>
              <a:gd name="connsiteY1294" fmla="*/ 852237 h 5883329"/>
              <a:gd name="connsiteX1295" fmla="*/ 4164082 w 5883342"/>
              <a:gd name="connsiteY1295" fmla="*/ 830786 h 5883329"/>
              <a:gd name="connsiteX1296" fmla="*/ 4180315 w 5883342"/>
              <a:gd name="connsiteY1296" fmla="*/ 878325 h 5883329"/>
              <a:gd name="connsiteX1297" fmla="*/ 4186113 w 5883342"/>
              <a:gd name="connsiteY1297" fmla="*/ 903255 h 5883329"/>
              <a:gd name="connsiteX1298" fmla="*/ 4192199 w 5883342"/>
              <a:gd name="connsiteY1298" fmla="*/ 947026 h 5883329"/>
              <a:gd name="connsiteX1299" fmla="*/ 4192199 w 5883342"/>
              <a:gd name="connsiteY1299" fmla="*/ 995725 h 5883329"/>
              <a:gd name="connsiteX1300" fmla="*/ 4200317 w 5883342"/>
              <a:gd name="connsiteY1300" fmla="*/ 1013118 h 5883329"/>
              <a:gd name="connsiteX1301" fmla="*/ 4222348 w 5883342"/>
              <a:gd name="connsiteY1301" fmla="*/ 1030221 h 5883329"/>
              <a:gd name="connsiteX1302" fmla="*/ 4235971 w 5883342"/>
              <a:gd name="connsiteY1302" fmla="*/ 1041815 h 5883329"/>
              <a:gd name="connsiteX1303" fmla="*/ 4253653 w 5883342"/>
              <a:gd name="connsiteY1303" fmla="*/ 1051671 h 5883329"/>
              <a:gd name="connsiteX1304" fmla="*/ 4269886 w 5883342"/>
              <a:gd name="connsiteY1304" fmla="*/ 1062397 h 5883329"/>
              <a:gd name="connsiteX1305" fmla="*/ 4278294 w 5883342"/>
              <a:gd name="connsiteY1305" fmla="*/ 1065295 h 5883329"/>
              <a:gd name="connsiteX1306" fmla="*/ 4289309 w 5883342"/>
              <a:gd name="connsiteY1306" fmla="*/ 1063266 h 5883329"/>
              <a:gd name="connsiteX1307" fmla="*/ 4313078 w 5883342"/>
              <a:gd name="connsiteY1307" fmla="*/ 1063266 h 5883329"/>
              <a:gd name="connsiteX1308" fmla="*/ 4321485 w 5883342"/>
              <a:gd name="connsiteY1308" fmla="*/ 1052251 h 5883329"/>
              <a:gd name="connsiteX1309" fmla="*/ 4329891 w 5883342"/>
              <a:gd name="connsiteY1309" fmla="*/ 1045874 h 5883329"/>
              <a:gd name="connsiteX1310" fmla="*/ 4321775 w 5883342"/>
              <a:gd name="connsiteY1310" fmla="*/ 1034569 h 5883329"/>
              <a:gd name="connsiteX1311" fmla="*/ 4296845 w 5883342"/>
              <a:gd name="connsiteY1311" fmla="*/ 1005581 h 5883329"/>
              <a:gd name="connsiteX1312" fmla="*/ 4288149 w 5883342"/>
              <a:gd name="connsiteY1312" fmla="*/ 988478 h 5883329"/>
              <a:gd name="connsiteX1313" fmla="*/ 4273945 w 5883342"/>
              <a:gd name="connsiteY1313" fmla="*/ 970506 h 5883329"/>
              <a:gd name="connsiteX1314" fmla="*/ 4254524 w 5883342"/>
              <a:gd name="connsiteY1314" fmla="*/ 929923 h 5883329"/>
              <a:gd name="connsiteX1315" fmla="*/ 4243508 w 5883342"/>
              <a:gd name="connsiteY1315" fmla="*/ 876586 h 5883329"/>
              <a:gd name="connsiteX1316" fmla="*/ 4226115 w 5883342"/>
              <a:gd name="connsiteY1316" fmla="*/ 808755 h 5883329"/>
              <a:gd name="connsiteX1317" fmla="*/ 4234812 w 5883342"/>
              <a:gd name="connsiteY1317" fmla="*/ 787304 h 5883329"/>
              <a:gd name="connsiteX1318" fmla="*/ 4250175 w 5883342"/>
              <a:gd name="connsiteY1318" fmla="*/ 779767 h 5883329"/>
              <a:gd name="connsiteX1319" fmla="*/ 4281482 w 5883342"/>
              <a:gd name="connsiteY1319" fmla="*/ 784695 h 5883329"/>
              <a:gd name="connsiteX1320" fmla="*/ 4299454 w 5883342"/>
              <a:gd name="connsiteY1320" fmla="*/ 792232 h 5883329"/>
              <a:gd name="connsiteX1321" fmla="*/ 4320036 w 5883342"/>
              <a:gd name="connsiteY1321" fmla="*/ 796580 h 5883329"/>
              <a:gd name="connsiteX1322" fmla="*/ 4351342 w 5883342"/>
              <a:gd name="connsiteY1322" fmla="*/ 800348 h 5883329"/>
              <a:gd name="connsiteX1323" fmla="*/ 4366706 w 5883342"/>
              <a:gd name="connsiteY1323" fmla="*/ 798609 h 5883329"/>
              <a:gd name="connsiteX1324" fmla="*/ 4375692 w 5883342"/>
              <a:gd name="connsiteY1324" fmla="*/ 794841 h 5883329"/>
              <a:gd name="connsiteX1325" fmla="*/ 4375692 w 5883342"/>
              <a:gd name="connsiteY1325" fmla="*/ 761215 h 5883329"/>
              <a:gd name="connsiteX1326" fmla="*/ 4359749 w 5883342"/>
              <a:gd name="connsiteY1326" fmla="*/ 743823 h 5883329"/>
              <a:gd name="connsiteX1327" fmla="*/ 4337138 w 5883342"/>
              <a:gd name="connsiteY1327" fmla="*/ 730778 h 5883329"/>
              <a:gd name="connsiteX1328" fmla="*/ 4316268 w 5883342"/>
              <a:gd name="connsiteY1328" fmla="*/ 732518 h 5883329"/>
              <a:gd name="connsiteX1329" fmla="*/ 4301194 w 5883342"/>
              <a:gd name="connsiteY1329" fmla="*/ 729619 h 5883329"/>
              <a:gd name="connsiteX1330" fmla="*/ 4287858 w 5883342"/>
              <a:gd name="connsiteY1330" fmla="*/ 728169 h 5883329"/>
              <a:gd name="connsiteX1331" fmla="*/ 4278004 w 5883342"/>
              <a:gd name="connsiteY1331" fmla="*/ 725560 h 5883329"/>
              <a:gd name="connsiteX1332" fmla="*/ 4285541 w 5883342"/>
              <a:gd name="connsiteY1332" fmla="*/ 713386 h 5883329"/>
              <a:gd name="connsiteX1333" fmla="*/ 4306411 w 5883342"/>
              <a:gd name="connsiteY1333" fmla="*/ 697153 h 5883329"/>
              <a:gd name="connsiteX1334" fmla="*/ 4310760 w 5883342"/>
              <a:gd name="connsiteY1334" fmla="*/ 684398 h 5883329"/>
              <a:gd name="connsiteX1335" fmla="*/ 4313658 w 5883342"/>
              <a:gd name="connsiteY1335" fmla="*/ 670484 h 5883329"/>
              <a:gd name="connsiteX1336" fmla="*/ 4304962 w 5883342"/>
              <a:gd name="connsiteY1336" fmla="*/ 647004 h 5883329"/>
              <a:gd name="connsiteX1337" fmla="*/ 4284380 w 5883342"/>
              <a:gd name="connsiteY1337" fmla="*/ 633959 h 5883329"/>
              <a:gd name="connsiteX1338" fmla="*/ 4271047 w 5883342"/>
              <a:gd name="connsiteY1338" fmla="*/ 631061 h 5883329"/>
              <a:gd name="connsiteX1339" fmla="*/ 4257132 w 5883342"/>
              <a:gd name="connsiteY1339" fmla="*/ 621495 h 5883329"/>
              <a:gd name="connsiteX1340" fmla="*/ 4252023 w 5883342"/>
              <a:gd name="connsiteY1340" fmla="*/ 620915 h 5883329"/>
              <a:gd name="connsiteX1341" fmla="*/ 2360177 w 5883342"/>
              <a:gd name="connsiteY1341" fmla="*/ 576564 h 5883329"/>
              <a:gd name="connsiteX1342" fmla="*/ 2361048 w 5883342"/>
              <a:gd name="connsiteY1342" fmla="*/ 577724 h 5883329"/>
              <a:gd name="connsiteX1343" fmla="*/ 2360388 w 5883342"/>
              <a:gd name="connsiteY1343" fmla="*/ 576963 h 5883329"/>
              <a:gd name="connsiteX1344" fmla="*/ 1668532 w 5883342"/>
              <a:gd name="connsiteY1344" fmla="*/ 521488 h 5883329"/>
              <a:gd name="connsiteX1345" fmla="*/ 1653748 w 5883342"/>
              <a:gd name="connsiteY1345" fmla="*/ 525256 h 5883329"/>
              <a:gd name="connsiteX1346" fmla="*/ 1643312 w 5883342"/>
              <a:gd name="connsiteY1346" fmla="*/ 525256 h 5883329"/>
              <a:gd name="connsiteX1347" fmla="*/ 1629688 w 5883342"/>
              <a:gd name="connsiteY1347" fmla="*/ 533373 h 5883329"/>
              <a:gd name="connsiteX1348" fmla="*/ 1618383 w 5883342"/>
              <a:gd name="connsiteY1348" fmla="*/ 538880 h 5883329"/>
              <a:gd name="connsiteX1349" fmla="*/ 1611426 w 5883342"/>
              <a:gd name="connsiteY1349" fmla="*/ 547576 h 5883329"/>
              <a:gd name="connsiteX1350" fmla="*/ 1602730 w 5883342"/>
              <a:gd name="connsiteY1350" fmla="*/ 553954 h 5883329"/>
              <a:gd name="connsiteX1351" fmla="*/ 1595773 w 5883342"/>
              <a:gd name="connsiteY1351" fmla="*/ 563520 h 5883329"/>
              <a:gd name="connsiteX1352" fmla="*/ 1581279 w 5883342"/>
              <a:gd name="connsiteY1352" fmla="*/ 575694 h 5883329"/>
              <a:gd name="connsiteX1353" fmla="*/ 1583308 w 5883342"/>
              <a:gd name="connsiteY1353" fmla="*/ 586710 h 5883329"/>
              <a:gd name="connsiteX1354" fmla="*/ 1609977 w 5883342"/>
              <a:gd name="connsiteY1354" fmla="*/ 606711 h 5883329"/>
              <a:gd name="connsiteX1355" fmla="*/ 1612876 w 5883342"/>
              <a:gd name="connsiteY1355" fmla="*/ 619176 h 5883329"/>
              <a:gd name="connsiteX1356" fmla="*/ 1614905 w 5883342"/>
              <a:gd name="connsiteY1356" fmla="*/ 629611 h 5883329"/>
              <a:gd name="connsiteX1357" fmla="*/ 1618093 w 5883342"/>
              <a:gd name="connsiteY1357" fmla="*/ 639757 h 5883329"/>
              <a:gd name="connsiteX1358" fmla="*/ 1630269 w 5883342"/>
              <a:gd name="connsiteY1358" fmla="*/ 639757 h 5883329"/>
              <a:gd name="connsiteX1359" fmla="*/ 1640994 w 5883342"/>
              <a:gd name="connsiteY1359" fmla="*/ 637438 h 5883329"/>
              <a:gd name="connsiteX1360" fmla="*/ 1647371 w 5883342"/>
              <a:gd name="connsiteY1360" fmla="*/ 644975 h 5883329"/>
              <a:gd name="connsiteX1361" fmla="*/ 1639255 w 5883342"/>
              <a:gd name="connsiteY1361" fmla="*/ 660048 h 5883329"/>
              <a:gd name="connsiteX1362" fmla="*/ 1614035 w 5883342"/>
              <a:gd name="connsiteY1362" fmla="*/ 689036 h 5883329"/>
              <a:gd name="connsiteX1363" fmla="*/ 1598961 w 5883342"/>
              <a:gd name="connsiteY1363" fmla="*/ 701211 h 5883329"/>
              <a:gd name="connsiteX1364" fmla="*/ 1564466 w 5883342"/>
              <a:gd name="connsiteY1364" fmla="*/ 732807 h 5883329"/>
              <a:gd name="connsiteX1365" fmla="*/ 1551422 w 5883342"/>
              <a:gd name="connsiteY1365" fmla="*/ 748171 h 5883329"/>
              <a:gd name="connsiteX1366" fmla="*/ 1541276 w 5883342"/>
              <a:gd name="connsiteY1366" fmla="*/ 748171 h 5883329"/>
              <a:gd name="connsiteX1367" fmla="*/ 1541276 w 5883342"/>
              <a:gd name="connsiteY1367" fmla="*/ 747011 h 5883329"/>
              <a:gd name="connsiteX1368" fmla="*/ 1520115 w 5883342"/>
              <a:gd name="connsiteY1368" fmla="*/ 779477 h 5883329"/>
              <a:gd name="connsiteX1369" fmla="*/ 1523304 w 5883342"/>
              <a:gd name="connsiteY1369" fmla="*/ 790782 h 5883329"/>
              <a:gd name="connsiteX1370" fmla="*/ 1531710 w 5883342"/>
              <a:gd name="connsiteY1370" fmla="*/ 803247 h 5883329"/>
              <a:gd name="connsiteX1371" fmla="*/ 1544464 w 5883342"/>
              <a:gd name="connsiteY1371" fmla="*/ 816002 h 5883329"/>
              <a:gd name="connsiteX1372" fmla="*/ 1559539 w 5883342"/>
              <a:gd name="connsiteY1372" fmla="*/ 808465 h 5883329"/>
              <a:gd name="connsiteX1373" fmla="*/ 1570553 w 5883342"/>
              <a:gd name="connsiteY1373" fmla="*/ 808465 h 5883329"/>
              <a:gd name="connsiteX1374" fmla="*/ 1576930 w 5883342"/>
              <a:gd name="connsiteY1374" fmla="*/ 797160 h 5883329"/>
              <a:gd name="connsiteX1375" fmla="*/ 1585917 w 5883342"/>
              <a:gd name="connsiteY1375" fmla="*/ 786724 h 5883329"/>
              <a:gd name="connsiteX1376" fmla="*/ 1596932 w 5883342"/>
              <a:gd name="connsiteY1376" fmla="*/ 775419 h 5883329"/>
              <a:gd name="connsiteX1377" fmla="*/ 1604759 w 5883342"/>
              <a:gd name="connsiteY1377" fmla="*/ 770202 h 5883329"/>
              <a:gd name="connsiteX1378" fmla="*/ 1614905 w 5883342"/>
              <a:gd name="connsiteY1378" fmla="*/ 763534 h 5883329"/>
              <a:gd name="connsiteX1379" fmla="*/ 1624761 w 5883342"/>
              <a:gd name="connsiteY1379" fmla="*/ 753389 h 5883329"/>
              <a:gd name="connsiteX1380" fmla="*/ 1634617 w 5883342"/>
              <a:gd name="connsiteY1380" fmla="*/ 745272 h 5883329"/>
              <a:gd name="connsiteX1381" fmla="*/ 1645632 w 5883342"/>
              <a:gd name="connsiteY1381" fmla="*/ 734546 h 5883329"/>
              <a:gd name="connsiteX1382" fmla="*/ 1657227 w 5883342"/>
              <a:gd name="connsiteY1382" fmla="*/ 722662 h 5883329"/>
              <a:gd name="connsiteX1383" fmla="*/ 1669112 w 5883342"/>
              <a:gd name="connsiteY1383" fmla="*/ 710487 h 5883329"/>
              <a:gd name="connsiteX1384" fmla="*/ 1712013 w 5883342"/>
              <a:gd name="connsiteY1384" fmla="*/ 667295 h 5883329"/>
              <a:gd name="connsiteX1385" fmla="*/ 1728246 w 5883342"/>
              <a:gd name="connsiteY1385" fmla="*/ 645264 h 5883329"/>
              <a:gd name="connsiteX1386" fmla="*/ 1743610 w 5883342"/>
              <a:gd name="connsiteY1386" fmla="*/ 636858 h 5883329"/>
              <a:gd name="connsiteX1387" fmla="*/ 1755785 w 5883342"/>
              <a:gd name="connsiteY1387" fmla="*/ 622075 h 5883329"/>
              <a:gd name="connsiteX1388" fmla="*/ 1768539 w 5883342"/>
              <a:gd name="connsiteY1388" fmla="*/ 608160 h 5883329"/>
              <a:gd name="connsiteX1389" fmla="*/ 1784192 w 5883342"/>
              <a:gd name="connsiteY1389" fmla="*/ 595986 h 5883329"/>
              <a:gd name="connsiteX1390" fmla="*/ 1804484 w 5883342"/>
              <a:gd name="connsiteY1390" fmla="*/ 581492 h 5883329"/>
              <a:gd name="connsiteX1391" fmla="*/ 1819558 w 5883342"/>
              <a:gd name="connsiteY1391" fmla="*/ 577724 h 5883329"/>
              <a:gd name="connsiteX1392" fmla="*/ 1830864 w 5883342"/>
              <a:gd name="connsiteY1392" fmla="*/ 543808 h 5883329"/>
              <a:gd name="connsiteX1393" fmla="*/ 1823617 w 5883342"/>
              <a:gd name="connsiteY1393" fmla="*/ 530184 h 5883329"/>
              <a:gd name="connsiteX1394" fmla="*/ 1814050 w 5883342"/>
              <a:gd name="connsiteY1394" fmla="*/ 527285 h 5883329"/>
              <a:gd name="connsiteX1395" fmla="*/ 1794049 w 5883342"/>
              <a:gd name="connsiteY1395" fmla="*/ 523807 h 5883329"/>
              <a:gd name="connsiteX1396" fmla="*/ 1781294 w 5883342"/>
              <a:gd name="connsiteY1396" fmla="*/ 526705 h 5883329"/>
              <a:gd name="connsiteX1397" fmla="*/ 1767959 w 5883342"/>
              <a:gd name="connsiteY1397" fmla="*/ 528734 h 5883329"/>
              <a:gd name="connsiteX1398" fmla="*/ 1747089 w 5883342"/>
              <a:gd name="connsiteY1398" fmla="*/ 548736 h 5883329"/>
              <a:gd name="connsiteX1399" fmla="*/ 1710564 w 5883342"/>
              <a:gd name="connsiteY1399" fmla="*/ 584101 h 5883329"/>
              <a:gd name="connsiteX1400" fmla="*/ 1703898 w 5883342"/>
              <a:gd name="connsiteY1400" fmla="*/ 578303 h 5883329"/>
              <a:gd name="connsiteX1401" fmla="*/ 1703898 w 5883342"/>
              <a:gd name="connsiteY1401" fmla="*/ 549315 h 5883329"/>
              <a:gd name="connsiteX1402" fmla="*/ 1681286 w 5883342"/>
              <a:gd name="connsiteY1402" fmla="*/ 533662 h 5883329"/>
              <a:gd name="connsiteX1403" fmla="*/ 1668532 w 5883342"/>
              <a:gd name="connsiteY1403" fmla="*/ 521488 h 5883329"/>
              <a:gd name="connsiteX1404" fmla="*/ 2585847 w 5883342"/>
              <a:gd name="connsiteY1404" fmla="*/ 439597 h 5883329"/>
              <a:gd name="connsiteX1405" fmla="*/ 2590630 w 5883342"/>
              <a:gd name="connsiteY1405" fmla="*/ 444670 h 5883329"/>
              <a:gd name="connsiteX1406" fmla="*/ 2582514 w 5883342"/>
              <a:gd name="connsiteY1406" fmla="*/ 465251 h 5883329"/>
              <a:gd name="connsiteX1407" fmla="*/ 2565410 w 5883342"/>
              <a:gd name="connsiteY1407" fmla="*/ 465251 h 5883329"/>
              <a:gd name="connsiteX1408" fmla="*/ 2562803 w 5883342"/>
              <a:gd name="connsiteY1408" fmla="*/ 455975 h 5883329"/>
              <a:gd name="connsiteX1409" fmla="*/ 2565991 w 5883342"/>
              <a:gd name="connsiteY1409" fmla="*/ 445539 h 5883329"/>
              <a:gd name="connsiteX1410" fmla="*/ 2584543 w 5883342"/>
              <a:gd name="connsiteY1410" fmla="*/ 439742 h 5883329"/>
              <a:gd name="connsiteX1411" fmla="*/ 2585847 w 5883342"/>
              <a:gd name="connsiteY1411" fmla="*/ 439597 h 5883329"/>
              <a:gd name="connsiteX1412" fmla="*/ 2644113 w 5883342"/>
              <a:gd name="connsiteY1412" fmla="*/ 413690 h 5883329"/>
              <a:gd name="connsiteX1413" fmla="*/ 2648605 w 5883342"/>
              <a:gd name="connsiteY1413" fmla="*/ 417422 h 5883329"/>
              <a:gd name="connsiteX1414" fmla="*/ 2650054 w 5883342"/>
              <a:gd name="connsiteY1414" fmla="*/ 429886 h 5883329"/>
              <a:gd name="connsiteX1415" fmla="*/ 2634982 w 5883342"/>
              <a:gd name="connsiteY1415" fmla="*/ 444670 h 5883329"/>
              <a:gd name="connsiteX1416" fmla="*/ 2624545 w 5883342"/>
              <a:gd name="connsiteY1416" fmla="*/ 437423 h 5883329"/>
              <a:gd name="connsiteX1417" fmla="*/ 2624545 w 5883342"/>
              <a:gd name="connsiteY1417" fmla="*/ 422350 h 5883329"/>
              <a:gd name="connsiteX1418" fmla="*/ 2638751 w 5883342"/>
              <a:gd name="connsiteY1418" fmla="*/ 415392 h 5883329"/>
              <a:gd name="connsiteX1419" fmla="*/ 2644113 w 5883342"/>
              <a:gd name="connsiteY1419" fmla="*/ 413690 h 5883329"/>
              <a:gd name="connsiteX1420" fmla="*/ 2570050 w 5883342"/>
              <a:gd name="connsiteY1420" fmla="*/ 377128 h 5883329"/>
              <a:gd name="connsiteX1421" fmla="*/ 2584254 w 5883342"/>
              <a:gd name="connsiteY1421" fmla="*/ 389304 h 5883329"/>
              <a:gd name="connsiteX1422" fmla="*/ 2567730 w 5883342"/>
              <a:gd name="connsiteY1422" fmla="*/ 409885 h 5883329"/>
              <a:gd name="connsiteX1423" fmla="*/ 2560193 w 5883342"/>
              <a:gd name="connsiteY1423" fmla="*/ 406696 h 5883329"/>
              <a:gd name="connsiteX1424" fmla="*/ 2556135 w 5883342"/>
              <a:gd name="connsiteY1424" fmla="*/ 390753 h 5883329"/>
              <a:gd name="connsiteX1425" fmla="*/ 2570050 w 5883342"/>
              <a:gd name="connsiteY1425" fmla="*/ 377128 h 5883329"/>
              <a:gd name="connsiteX1426" fmla="*/ 3384603 w 5883342"/>
              <a:gd name="connsiteY1426" fmla="*/ 365244 h 5883329"/>
              <a:gd name="connsiteX1427" fmla="*/ 3365472 w 5883342"/>
              <a:gd name="connsiteY1427" fmla="*/ 374810 h 5883329"/>
              <a:gd name="connsiteX1428" fmla="*/ 3362572 w 5883342"/>
              <a:gd name="connsiteY1428" fmla="*/ 393072 h 5883329"/>
              <a:gd name="connsiteX1429" fmla="*/ 3362572 w 5883342"/>
              <a:gd name="connsiteY1429" fmla="*/ 412494 h 5883329"/>
              <a:gd name="connsiteX1430" fmla="*/ 3369529 w 5883342"/>
              <a:gd name="connsiteY1430" fmla="*/ 438583 h 5883329"/>
              <a:gd name="connsiteX1431" fmla="*/ 3370978 w 5883342"/>
              <a:gd name="connsiteY1431" fmla="*/ 459454 h 5883329"/>
              <a:gd name="connsiteX1432" fmla="*/ 3392430 w 5883342"/>
              <a:gd name="connsiteY1432" fmla="*/ 463222 h 5883329"/>
              <a:gd name="connsiteX1433" fmla="*/ 3409532 w 5883342"/>
              <a:gd name="connsiteY1433" fmla="*/ 463222 h 5883329"/>
              <a:gd name="connsiteX1434" fmla="*/ 3409532 w 5883342"/>
              <a:gd name="connsiteY1434" fmla="*/ 479165 h 5883329"/>
              <a:gd name="connsiteX1435" fmla="*/ 3401416 w 5883342"/>
              <a:gd name="connsiteY1435" fmla="*/ 497428 h 5883329"/>
              <a:gd name="connsiteX1436" fmla="*/ 3354166 w 5883342"/>
              <a:gd name="connsiteY1436" fmla="*/ 546127 h 5883329"/>
              <a:gd name="connsiteX1437" fmla="*/ 3307206 w 5883342"/>
              <a:gd name="connsiteY1437" fmla="*/ 553084 h 5883329"/>
              <a:gd name="connsiteX1438" fmla="*/ 3290973 w 5883342"/>
              <a:gd name="connsiteY1438" fmla="*/ 553084 h 5883329"/>
              <a:gd name="connsiteX1439" fmla="*/ 3248360 w 5883342"/>
              <a:gd name="connsiteY1439" fmla="*/ 558012 h 5883329"/>
              <a:gd name="connsiteX1440" fmla="*/ 3230098 w 5883342"/>
              <a:gd name="connsiteY1440" fmla="*/ 551635 h 5883329"/>
              <a:gd name="connsiteX1441" fmla="*/ 3194154 w 5883342"/>
              <a:gd name="connsiteY1441" fmla="*/ 561200 h 5883329"/>
              <a:gd name="connsiteX1442" fmla="*/ 3190965 w 5883342"/>
              <a:gd name="connsiteY1442" fmla="*/ 581492 h 5883329"/>
              <a:gd name="connsiteX1443" fmla="*/ 3190965 w 5883342"/>
              <a:gd name="connsiteY1443" fmla="*/ 580332 h 5883329"/>
              <a:gd name="connsiteX1444" fmla="*/ 3185168 w 5883342"/>
              <a:gd name="connsiteY1444" fmla="*/ 598305 h 5883329"/>
              <a:gd name="connsiteX1445" fmla="*/ 3207489 w 5883342"/>
              <a:gd name="connsiteY1445" fmla="*/ 633090 h 5883329"/>
              <a:gd name="connsiteX1446" fmla="*/ 3290683 w 5883342"/>
              <a:gd name="connsiteY1446" fmla="*/ 623234 h 5883329"/>
              <a:gd name="connsiteX1447" fmla="*/ 3356196 w 5883342"/>
              <a:gd name="connsiteY1447" fmla="*/ 625843 h 5883329"/>
              <a:gd name="connsiteX1448" fmla="*/ 3391270 w 5883342"/>
              <a:gd name="connsiteY1448" fmla="*/ 635409 h 5883329"/>
              <a:gd name="connsiteX1449" fmla="*/ 3423157 w 5883342"/>
              <a:gd name="connsiteY1449" fmla="*/ 638597 h 5883329"/>
              <a:gd name="connsiteX1450" fmla="*/ 3455913 w 5883342"/>
              <a:gd name="connsiteY1450" fmla="*/ 644105 h 5883329"/>
              <a:gd name="connsiteX1451" fmla="*/ 3487509 w 5883342"/>
              <a:gd name="connsiteY1451" fmla="*/ 651932 h 5883329"/>
              <a:gd name="connsiteX1452" fmla="*/ 3521424 w 5883342"/>
              <a:gd name="connsiteY1452" fmla="*/ 663527 h 5883329"/>
              <a:gd name="connsiteX1453" fmla="*/ 3542876 w 5883342"/>
              <a:gd name="connsiteY1453" fmla="*/ 667005 h 5883329"/>
              <a:gd name="connsiteX1454" fmla="*/ 3562588 w 5883342"/>
              <a:gd name="connsiteY1454" fmla="*/ 675702 h 5883329"/>
              <a:gd name="connsiteX1455" fmla="*/ 3581719 w 5883342"/>
              <a:gd name="connsiteY1455" fmla="*/ 679180 h 5883329"/>
              <a:gd name="connsiteX1456" fmla="*/ 3593893 w 5883342"/>
              <a:gd name="connsiteY1456" fmla="*/ 671643 h 5883329"/>
              <a:gd name="connsiteX1457" fmla="*/ 3601720 w 5883342"/>
              <a:gd name="connsiteY1457" fmla="*/ 661498 h 5883329"/>
              <a:gd name="connsiteX1458" fmla="*/ 3601720 w 5883342"/>
              <a:gd name="connsiteY1458" fmla="*/ 653961 h 5883329"/>
              <a:gd name="connsiteX1459" fmla="*/ 3601720 w 5883342"/>
              <a:gd name="connsiteY1459" fmla="*/ 648743 h 5883329"/>
              <a:gd name="connsiteX1460" fmla="*/ 3601720 w 5883342"/>
              <a:gd name="connsiteY1460" fmla="*/ 635119 h 5883329"/>
              <a:gd name="connsiteX1461" fmla="*/ 3586068 w 5883342"/>
              <a:gd name="connsiteY1461" fmla="*/ 614538 h 5883329"/>
              <a:gd name="connsiteX1462" fmla="*/ 3573313 w 5883342"/>
              <a:gd name="connsiteY1462" fmla="*/ 602653 h 5883329"/>
              <a:gd name="connsiteX1463" fmla="*/ 3559109 w 5883342"/>
              <a:gd name="connsiteY1463" fmla="*/ 594826 h 5883329"/>
              <a:gd name="connsiteX1464" fmla="*/ 3544904 w 5883342"/>
              <a:gd name="connsiteY1464" fmla="*/ 592797 h 5883329"/>
              <a:gd name="connsiteX1465" fmla="*/ 3528961 w 5883342"/>
              <a:gd name="connsiteY1465" fmla="*/ 594826 h 5883329"/>
              <a:gd name="connsiteX1466" fmla="*/ 3472725 w 5883342"/>
              <a:gd name="connsiteY1466" fmla="*/ 582361 h 5883329"/>
              <a:gd name="connsiteX1467" fmla="*/ 3478813 w 5883342"/>
              <a:gd name="connsiteY1467" fmla="*/ 550765 h 5883329"/>
              <a:gd name="connsiteX1468" fmla="*/ 3484031 w 5883342"/>
              <a:gd name="connsiteY1468" fmla="*/ 539460 h 5883329"/>
              <a:gd name="connsiteX1469" fmla="*/ 3489828 w 5883342"/>
              <a:gd name="connsiteY1469" fmla="*/ 529024 h 5883329"/>
              <a:gd name="connsiteX1470" fmla="*/ 3496785 w 5883342"/>
              <a:gd name="connsiteY1470" fmla="*/ 519169 h 5883329"/>
              <a:gd name="connsiteX1471" fmla="*/ 3504322 w 5883342"/>
              <a:gd name="connsiteY1471" fmla="*/ 509023 h 5883329"/>
              <a:gd name="connsiteX1472" fmla="*/ 3504322 w 5883342"/>
              <a:gd name="connsiteY1472" fmla="*/ 481774 h 5883329"/>
              <a:gd name="connsiteX1473" fmla="*/ 3539977 w 5883342"/>
              <a:gd name="connsiteY1473" fmla="*/ 468150 h 5883329"/>
              <a:gd name="connsiteX1474" fmla="*/ 3557659 w 5883342"/>
              <a:gd name="connsiteY1474" fmla="*/ 461773 h 5883329"/>
              <a:gd name="connsiteX1475" fmla="*/ 3581429 w 5883342"/>
              <a:gd name="connsiteY1475" fmla="*/ 449888 h 5883329"/>
              <a:gd name="connsiteX1476" fmla="*/ 3612156 w 5883342"/>
              <a:gd name="connsiteY1476" fmla="*/ 433075 h 5883329"/>
              <a:gd name="connsiteX1477" fmla="*/ 3608677 w 5883342"/>
              <a:gd name="connsiteY1477" fmla="*/ 421480 h 5883329"/>
              <a:gd name="connsiteX1478" fmla="*/ 3608677 w 5883342"/>
              <a:gd name="connsiteY1478" fmla="*/ 405537 h 5883329"/>
              <a:gd name="connsiteX1479" fmla="*/ 3597083 w 5883342"/>
              <a:gd name="connsiteY1479" fmla="*/ 386405 h 5883329"/>
              <a:gd name="connsiteX1480" fmla="*/ 3587807 w 5883342"/>
              <a:gd name="connsiteY1480" fmla="*/ 377709 h 5883329"/>
              <a:gd name="connsiteX1481" fmla="*/ 3574762 w 5883342"/>
              <a:gd name="connsiteY1481" fmla="*/ 377709 h 5883329"/>
              <a:gd name="connsiteX1482" fmla="*/ 3559978 w 5883342"/>
              <a:gd name="connsiteY1482" fmla="*/ 375970 h 5883329"/>
              <a:gd name="connsiteX1483" fmla="*/ 3503742 w 5883342"/>
              <a:gd name="connsiteY1483" fmla="*/ 384666 h 5883329"/>
              <a:gd name="connsiteX1484" fmla="*/ 3494756 w 5883342"/>
              <a:gd name="connsiteY1484" fmla="*/ 384666 h 5883329"/>
              <a:gd name="connsiteX1485" fmla="*/ 3482001 w 5883342"/>
              <a:gd name="connsiteY1485" fmla="*/ 384666 h 5883329"/>
              <a:gd name="connsiteX1486" fmla="*/ 3411271 w 5883342"/>
              <a:gd name="connsiteY1486" fmla="*/ 379158 h 5883329"/>
              <a:gd name="connsiteX1487" fmla="*/ 3384603 w 5883342"/>
              <a:gd name="connsiteY1487" fmla="*/ 365244 h 5883329"/>
              <a:gd name="connsiteX1488" fmla="*/ 2466273 w 5883342"/>
              <a:gd name="connsiteY1488" fmla="*/ 345243 h 5883329"/>
              <a:gd name="connsiteX1489" fmla="*/ 2443372 w 5883342"/>
              <a:gd name="connsiteY1489" fmla="*/ 350171 h 5883329"/>
              <a:gd name="connsiteX1490" fmla="*/ 2367424 w 5883342"/>
              <a:gd name="connsiteY1490" fmla="*/ 400609 h 5883329"/>
              <a:gd name="connsiteX1491" fmla="*/ 2348874 w 5883342"/>
              <a:gd name="connsiteY1491" fmla="*/ 405247 h 5883329"/>
              <a:gd name="connsiteX1492" fmla="*/ 2335829 w 5883342"/>
              <a:gd name="connsiteY1492" fmla="*/ 415973 h 5883329"/>
              <a:gd name="connsiteX1493" fmla="*/ 2330611 w 5883342"/>
              <a:gd name="connsiteY1493" fmla="*/ 427278 h 5883329"/>
              <a:gd name="connsiteX1494" fmla="*/ 2322494 w 5883342"/>
              <a:gd name="connsiteY1494" fmla="*/ 433945 h 5883329"/>
              <a:gd name="connsiteX1495" fmla="*/ 2329741 w 5883342"/>
              <a:gd name="connsiteY1495" fmla="*/ 452787 h 5883329"/>
              <a:gd name="connsiteX1496" fmla="*/ 2339017 w 5883342"/>
              <a:gd name="connsiteY1496" fmla="*/ 457135 h 5883329"/>
              <a:gd name="connsiteX1497" fmla="*/ 2350903 w 5883342"/>
              <a:gd name="connsiteY1497" fmla="*/ 466991 h 5883329"/>
              <a:gd name="connsiteX1498" fmla="*/ 2368005 w 5883342"/>
              <a:gd name="connsiteY1498" fmla="*/ 470759 h 5883329"/>
              <a:gd name="connsiteX1499" fmla="*/ 2383657 w 5883342"/>
              <a:gd name="connsiteY1499" fmla="*/ 481774 h 5883329"/>
              <a:gd name="connsiteX1500" fmla="*/ 2383657 w 5883342"/>
              <a:gd name="connsiteY1500" fmla="*/ 510762 h 5883329"/>
              <a:gd name="connsiteX1501" fmla="*/ 2368005 w 5883342"/>
              <a:gd name="connsiteY1501" fmla="*/ 527865 h 5883329"/>
              <a:gd name="connsiteX1502" fmla="*/ 2354960 w 5883342"/>
              <a:gd name="connsiteY1502" fmla="*/ 527865 h 5883329"/>
              <a:gd name="connsiteX1503" fmla="*/ 2339017 w 5883342"/>
              <a:gd name="connsiteY1503" fmla="*/ 549895 h 5883329"/>
              <a:gd name="connsiteX1504" fmla="*/ 2353511 w 5883342"/>
              <a:gd name="connsiteY1504" fmla="*/ 569027 h 5883329"/>
              <a:gd name="connsiteX1505" fmla="*/ 2360388 w 5883342"/>
              <a:gd name="connsiteY1505" fmla="*/ 576963 h 5883329"/>
              <a:gd name="connsiteX1506" fmla="*/ 2365397 w 5883342"/>
              <a:gd name="connsiteY1506" fmla="*/ 586420 h 5883329"/>
              <a:gd name="connsiteX1507" fmla="*/ 2365397 w 5883342"/>
              <a:gd name="connsiteY1507" fmla="*/ 600624 h 5883329"/>
              <a:gd name="connsiteX1508" fmla="*/ 2365397 w 5883342"/>
              <a:gd name="connsiteY1508" fmla="*/ 611639 h 5883329"/>
              <a:gd name="connsiteX1509" fmla="*/ 2356409 w 5883342"/>
              <a:gd name="connsiteY1509" fmla="*/ 624394 h 5883329"/>
              <a:gd name="connsiteX1510" fmla="*/ 2343076 w 5883342"/>
              <a:gd name="connsiteY1510" fmla="*/ 637438 h 5883329"/>
              <a:gd name="connsiteX1511" fmla="*/ 2320174 w 5883342"/>
              <a:gd name="connsiteY1511" fmla="*/ 666426 h 5883329"/>
              <a:gd name="connsiteX1512" fmla="*/ 2328582 w 5883342"/>
              <a:gd name="connsiteY1512" fmla="*/ 692514 h 5883329"/>
              <a:gd name="connsiteX1513" fmla="*/ 2341046 w 5883342"/>
              <a:gd name="connsiteY1513" fmla="*/ 705559 h 5883329"/>
              <a:gd name="connsiteX1514" fmla="*/ 2350032 w 5883342"/>
              <a:gd name="connsiteY1514" fmla="*/ 719183 h 5883329"/>
              <a:gd name="connsiteX1515" fmla="*/ 2367424 w 5883342"/>
              <a:gd name="connsiteY1515" fmla="*/ 721502 h 5883329"/>
              <a:gd name="connsiteX1516" fmla="*/ 2379310 w 5883342"/>
              <a:gd name="connsiteY1516" fmla="*/ 719473 h 5883329"/>
              <a:gd name="connsiteX1517" fmla="*/ 2405110 w 5883342"/>
              <a:gd name="connsiteY1517" fmla="*/ 690486 h 5883329"/>
              <a:gd name="connsiteX1518" fmla="*/ 2461346 w 5883342"/>
              <a:gd name="connsiteY1518" fmla="*/ 651642 h 5883329"/>
              <a:gd name="connsiteX1519" fmla="*/ 2492073 w 5883342"/>
              <a:gd name="connsiteY1519" fmla="*/ 602073 h 5883329"/>
              <a:gd name="connsiteX1520" fmla="*/ 2485985 w 5883342"/>
              <a:gd name="connsiteY1520" fmla="*/ 588159 h 5883329"/>
              <a:gd name="connsiteX1521" fmla="*/ 2471781 w 5883342"/>
              <a:gd name="connsiteY1521" fmla="*/ 581492 h 5883329"/>
              <a:gd name="connsiteX1522" fmla="*/ 2457287 w 5883342"/>
              <a:gd name="connsiteY1522" fmla="*/ 583521 h 5883329"/>
              <a:gd name="connsiteX1523" fmla="*/ 2453229 w 5883342"/>
              <a:gd name="connsiteY1523" fmla="*/ 569027 h 5883329"/>
              <a:gd name="connsiteX1524" fmla="*/ 2486853 w 5883342"/>
              <a:gd name="connsiteY1524" fmla="*/ 526705 h 5883329"/>
              <a:gd name="connsiteX1525" fmla="*/ 2488594 w 5883342"/>
              <a:gd name="connsiteY1525" fmla="*/ 518589 h 5883329"/>
              <a:gd name="connsiteX1526" fmla="*/ 2477867 w 5883342"/>
              <a:gd name="connsiteY1526" fmla="*/ 500616 h 5883329"/>
              <a:gd name="connsiteX1527" fmla="*/ 2471781 w 5883342"/>
              <a:gd name="connsiteY1527" fmla="*/ 489021 h 5883329"/>
              <a:gd name="connsiteX1528" fmla="*/ 2458736 w 5883342"/>
              <a:gd name="connsiteY1528" fmla="*/ 491340 h 5883329"/>
              <a:gd name="connsiteX1529" fmla="*/ 2454968 w 5883342"/>
              <a:gd name="connsiteY1529" fmla="*/ 474238 h 5883329"/>
              <a:gd name="connsiteX1530" fmla="*/ 2453519 w 5883342"/>
              <a:gd name="connsiteY1530" fmla="*/ 449018 h 5883329"/>
              <a:gd name="connsiteX1531" fmla="*/ 2470620 w 5883342"/>
              <a:gd name="connsiteY1531" fmla="*/ 423799 h 5883329"/>
              <a:gd name="connsiteX1532" fmla="*/ 2480477 w 5883342"/>
              <a:gd name="connsiteY1532" fmla="*/ 406116 h 5883329"/>
              <a:gd name="connsiteX1533" fmla="*/ 2483955 w 5883342"/>
              <a:gd name="connsiteY1533" fmla="*/ 382927 h 5883329"/>
              <a:gd name="connsiteX1534" fmla="*/ 2483955 w 5883342"/>
              <a:gd name="connsiteY1534" fmla="*/ 362635 h 5883329"/>
              <a:gd name="connsiteX1535" fmla="*/ 2466273 w 5883342"/>
              <a:gd name="connsiteY1535" fmla="*/ 345243 h 5883329"/>
              <a:gd name="connsiteX1536" fmla="*/ 2659041 w 5883342"/>
              <a:gd name="connsiteY1536" fmla="*/ 340604 h 5883329"/>
              <a:gd name="connsiteX1537" fmla="*/ 2662521 w 5883342"/>
              <a:gd name="connsiteY1537" fmla="*/ 354808 h 5883329"/>
              <a:gd name="connsiteX1538" fmla="*/ 2651505 w 5883342"/>
              <a:gd name="connsiteY1538" fmla="*/ 375969 h 5883329"/>
              <a:gd name="connsiteX1539" fmla="*/ 2631214 w 5883342"/>
              <a:gd name="connsiteY1539" fmla="*/ 377708 h 5883329"/>
              <a:gd name="connsiteX1540" fmla="*/ 2623386 w 5883342"/>
              <a:gd name="connsiteY1540" fmla="*/ 360606 h 5883329"/>
              <a:gd name="connsiteX1541" fmla="*/ 2659041 w 5883342"/>
              <a:gd name="connsiteY1541" fmla="*/ 340604 h 5883329"/>
              <a:gd name="connsiteX1542" fmla="*/ 2673824 w 5883342"/>
              <a:gd name="connsiteY1542" fmla="*/ 282919 h 5883329"/>
              <a:gd name="connsiteX1543" fmla="*/ 2603385 w 5883342"/>
              <a:gd name="connsiteY1543" fmla="*/ 317125 h 5883329"/>
              <a:gd name="connsiteX1544" fmla="*/ 2579324 w 5883342"/>
              <a:gd name="connsiteY1544" fmla="*/ 322922 h 5883329"/>
              <a:gd name="connsiteX1545" fmla="*/ 2550337 w 5883342"/>
              <a:gd name="connsiteY1545" fmla="*/ 340025 h 5883329"/>
              <a:gd name="connsiteX1546" fmla="*/ 2532945 w 5883342"/>
              <a:gd name="connsiteY1546" fmla="*/ 348431 h 5883329"/>
              <a:gd name="connsiteX1547" fmla="*/ 2519321 w 5883342"/>
              <a:gd name="connsiteY1547" fmla="*/ 351910 h 5883329"/>
              <a:gd name="connsiteX1548" fmla="*/ 2503377 w 5883342"/>
              <a:gd name="connsiteY1548" fmla="*/ 344953 h 5883329"/>
              <a:gd name="connsiteX1549" fmla="*/ 2495261 w 5883342"/>
              <a:gd name="connsiteY1549" fmla="*/ 369882 h 5883329"/>
              <a:gd name="connsiteX1550" fmla="*/ 2495261 w 5883342"/>
              <a:gd name="connsiteY1550" fmla="*/ 393942 h 5883329"/>
              <a:gd name="connsiteX1551" fmla="*/ 2494391 w 5883342"/>
              <a:gd name="connsiteY1551" fmla="*/ 392782 h 5883329"/>
              <a:gd name="connsiteX1552" fmla="*/ 2495261 w 5883342"/>
              <a:gd name="connsiteY1552" fmla="*/ 408726 h 5883329"/>
              <a:gd name="connsiteX1553" fmla="*/ 2503088 w 5883342"/>
              <a:gd name="connsiteY1553" fmla="*/ 425828 h 5883329"/>
              <a:gd name="connsiteX1554" fmla="*/ 2513233 w 5883342"/>
              <a:gd name="connsiteY1554" fmla="*/ 466991 h 5883329"/>
              <a:gd name="connsiteX1555" fmla="*/ 2508016 w 5883342"/>
              <a:gd name="connsiteY1555" fmla="*/ 493949 h 5883329"/>
              <a:gd name="connsiteX1556" fmla="*/ 2514972 w 5883342"/>
              <a:gd name="connsiteY1556" fmla="*/ 510472 h 5883329"/>
              <a:gd name="connsiteX1557" fmla="*/ 2525408 w 5883342"/>
              <a:gd name="connsiteY1557" fmla="*/ 524676 h 5883329"/>
              <a:gd name="connsiteX1558" fmla="*/ 2530335 w 5883342"/>
              <a:gd name="connsiteY1558" fmla="*/ 534822 h 5883329"/>
              <a:gd name="connsiteX1559" fmla="*/ 2535843 w 5883342"/>
              <a:gd name="connsiteY1559" fmla="*/ 541199 h 5883329"/>
              <a:gd name="connsiteX1560" fmla="*/ 2545409 w 5883342"/>
              <a:gd name="connsiteY1560" fmla="*/ 541199 h 5883329"/>
              <a:gd name="connsiteX1561" fmla="*/ 2556425 w 5883342"/>
              <a:gd name="connsiteY1561" fmla="*/ 537141 h 5883329"/>
              <a:gd name="connsiteX1562" fmla="*/ 2568311 w 5883342"/>
              <a:gd name="connsiteY1562" fmla="*/ 531633 h 5883329"/>
              <a:gd name="connsiteX1563" fmla="*/ 2578165 w 5883342"/>
              <a:gd name="connsiteY1563" fmla="*/ 531633 h 5883329"/>
              <a:gd name="connsiteX1564" fmla="*/ 2578165 w 5883342"/>
              <a:gd name="connsiteY1564" fmla="*/ 547866 h 5883329"/>
              <a:gd name="connsiteX1565" fmla="*/ 2571789 w 5883342"/>
              <a:gd name="connsiteY1565" fmla="*/ 555113 h 5883329"/>
              <a:gd name="connsiteX1566" fmla="*/ 2564252 w 5883342"/>
              <a:gd name="connsiteY1566" fmla="*/ 556562 h 5883329"/>
              <a:gd name="connsiteX1567" fmla="*/ 2556134 w 5883342"/>
              <a:gd name="connsiteY1567" fmla="*/ 559172 h 5883329"/>
              <a:gd name="connsiteX1568" fmla="*/ 2548309 w 5883342"/>
              <a:gd name="connsiteY1568" fmla="*/ 557722 h 5883329"/>
              <a:gd name="connsiteX1569" fmla="*/ 2542221 w 5883342"/>
              <a:gd name="connsiteY1569" fmla="*/ 568737 h 5883329"/>
              <a:gd name="connsiteX1570" fmla="*/ 2542221 w 5883342"/>
              <a:gd name="connsiteY1570" fmla="*/ 582361 h 5883329"/>
              <a:gd name="connsiteX1571" fmla="*/ 2542221 w 5883342"/>
              <a:gd name="connsiteY1571" fmla="*/ 593666 h 5883329"/>
              <a:gd name="connsiteX1572" fmla="*/ 2554395 w 5883342"/>
              <a:gd name="connsiteY1572" fmla="*/ 597725 h 5883329"/>
              <a:gd name="connsiteX1573" fmla="*/ 2568020 w 5883342"/>
              <a:gd name="connsiteY1573" fmla="*/ 597725 h 5883329"/>
              <a:gd name="connsiteX1574" fmla="*/ 2574687 w 5883342"/>
              <a:gd name="connsiteY1574" fmla="*/ 606421 h 5883329"/>
              <a:gd name="connsiteX1575" fmla="*/ 2543670 w 5883342"/>
              <a:gd name="connsiteY1575" fmla="*/ 625553 h 5883329"/>
              <a:gd name="connsiteX1576" fmla="*/ 2519031 w 5883342"/>
              <a:gd name="connsiteY1576" fmla="*/ 638018 h 5883329"/>
              <a:gd name="connsiteX1577" fmla="*/ 2509465 w 5883342"/>
              <a:gd name="connsiteY1577" fmla="*/ 635119 h 5883329"/>
              <a:gd name="connsiteX1578" fmla="*/ 2503088 w 5883342"/>
              <a:gd name="connsiteY1578" fmla="*/ 641786 h 5883329"/>
              <a:gd name="connsiteX1579" fmla="*/ 2498739 w 5883342"/>
              <a:gd name="connsiteY1579" fmla="*/ 656280 h 5883329"/>
              <a:gd name="connsiteX1580" fmla="*/ 2498739 w 5883342"/>
              <a:gd name="connsiteY1580" fmla="*/ 668165 h 5883329"/>
              <a:gd name="connsiteX1581" fmla="*/ 2506567 w 5883342"/>
              <a:gd name="connsiteY1581" fmla="*/ 693094 h 5883329"/>
              <a:gd name="connsiteX1582" fmla="*/ 2527147 w 5883342"/>
              <a:gd name="connsiteY1582" fmla="*/ 700341 h 5883329"/>
              <a:gd name="connsiteX1583" fmla="*/ 2556134 w 5883342"/>
              <a:gd name="connsiteY1583" fmla="*/ 687007 h 5883329"/>
              <a:gd name="connsiteX1584" fmla="*/ 2585122 w 5883342"/>
              <a:gd name="connsiteY1584" fmla="*/ 679760 h 5883329"/>
              <a:gd name="connsiteX1585" fmla="*/ 2614110 w 5883342"/>
              <a:gd name="connsiteY1585" fmla="*/ 670194 h 5883329"/>
              <a:gd name="connsiteX1586" fmla="*/ 2637011 w 5883342"/>
              <a:gd name="connsiteY1586" fmla="*/ 662947 h 5883329"/>
              <a:gd name="connsiteX1587" fmla="*/ 2657591 w 5883342"/>
              <a:gd name="connsiteY1587" fmla="*/ 658019 h 5883329"/>
              <a:gd name="connsiteX1588" fmla="*/ 2681652 w 5883342"/>
              <a:gd name="connsiteY1588" fmla="*/ 655990 h 5883329"/>
              <a:gd name="connsiteX1589" fmla="*/ 2725133 w 5883342"/>
              <a:gd name="connsiteY1589" fmla="*/ 648163 h 5883329"/>
              <a:gd name="connsiteX1590" fmla="*/ 2752672 w 5883342"/>
              <a:gd name="connsiteY1590" fmla="*/ 648163 h 5883329"/>
              <a:gd name="connsiteX1591" fmla="*/ 2775862 w 5883342"/>
              <a:gd name="connsiteY1591" fmla="*/ 602073 h 5883329"/>
              <a:gd name="connsiteX1592" fmla="*/ 2756150 w 5883342"/>
              <a:gd name="connsiteY1592" fmla="*/ 578303 h 5883329"/>
              <a:gd name="connsiteX1593" fmla="*/ 2736439 w 5883342"/>
              <a:gd name="connsiteY1593" fmla="*/ 581492 h 5883329"/>
              <a:gd name="connsiteX1594" fmla="*/ 2714118 w 5883342"/>
              <a:gd name="connsiteY1594" fmla="*/ 589319 h 5883329"/>
              <a:gd name="connsiteX1595" fmla="*/ 2695565 w 5883342"/>
              <a:gd name="connsiteY1595" fmla="*/ 591058 h 5883329"/>
              <a:gd name="connsiteX1596" fmla="*/ 2671795 w 5883342"/>
              <a:gd name="connsiteY1596" fmla="*/ 599174 h 5883329"/>
              <a:gd name="connsiteX1597" fmla="*/ 2661940 w 5883342"/>
              <a:gd name="connsiteY1597" fmla="*/ 593377 h 5883329"/>
              <a:gd name="connsiteX1598" fmla="*/ 2665999 w 5883342"/>
              <a:gd name="connsiteY1598" fmla="*/ 581782 h 5883329"/>
              <a:gd name="connsiteX1599" fmla="*/ 2683681 w 5883342"/>
              <a:gd name="connsiteY1599" fmla="*/ 572506 h 5883329"/>
              <a:gd name="connsiteX1600" fmla="*/ 2697885 w 5883342"/>
              <a:gd name="connsiteY1600" fmla="*/ 558881 h 5883329"/>
              <a:gd name="connsiteX1601" fmla="*/ 2699624 w 5883342"/>
              <a:gd name="connsiteY1601" fmla="*/ 549315 h 5883329"/>
              <a:gd name="connsiteX1602" fmla="*/ 2691797 w 5883342"/>
              <a:gd name="connsiteY1602" fmla="*/ 527285 h 5883329"/>
              <a:gd name="connsiteX1603" fmla="*/ 2683391 w 5883342"/>
              <a:gd name="connsiteY1603" fmla="*/ 520328 h 5883329"/>
              <a:gd name="connsiteX1604" fmla="*/ 2664838 w 5883342"/>
              <a:gd name="connsiteY1604" fmla="*/ 517139 h 5883329"/>
              <a:gd name="connsiteX1605" fmla="*/ 2652954 w 5883342"/>
              <a:gd name="connsiteY1605" fmla="*/ 524966 h 5883329"/>
              <a:gd name="connsiteX1606" fmla="*/ 2637300 w 5883342"/>
              <a:gd name="connsiteY1606" fmla="*/ 529894 h 5883329"/>
              <a:gd name="connsiteX1607" fmla="*/ 2634982 w 5883342"/>
              <a:gd name="connsiteY1607" fmla="*/ 513661 h 5883329"/>
              <a:gd name="connsiteX1608" fmla="*/ 2654983 w 5883342"/>
              <a:gd name="connsiteY1608" fmla="*/ 504385 h 5883329"/>
              <a:gd name="connsiteX1609" fmla="*/ 2668607 w 5883342"/>
              <a:gd name="connsiteY1609" fmla="*/ 497718 h 5883329"/>
              <a:gd name="connsiteX1610" fmla="*/ 2682232 w 5883342"/>
              <a:gd name="connsiteY1610" fmla="*/ 495398 h 5883329"/>
              <a:gd name="connsiteX1611" fmla="*/ 2691508 w 5883342"/>
              <a:gd name="connsiteY1611" fmla="*/ 482934 h 5883329"/>
              <a:gd name="connsiteX1612" fmla="*/ 2714988 w 5883342"/>
              <a:gd name="connsiteY1612" fmla="*/ 409015 h 5883329"/>
              <a:gd name="connsiteX1613" fmla="*/ 2727453 w 5883342"/>
              <a:gd name="connsiteY1613" fmla="*/ 389883 h 5883329"/>
              <a:gd name="connsiteX1614" fmla="*/ 2739047 w 5883342"/>
              <a:gd name="connsiteY1614" fmla="*/ 358577 h 5883329"/>
              <a:gd name="connsiteX1615" fmla="*/ 2740786 w 5883342"/>
              <a:gd name="connsiteY1615" fmla="*/ 339735 h 5883329"/>
              <a:gd name="connsiteX1616" fmla="*/ 2747454 w 5883342"/>
              <a:gd name="connsiteY1616" fmla="*/ 318864 h 5883329"/>
              <a:gd name="connsiteX1617" fmla="*/ 2732670 w 5883342"/>
              <a:gd name="connsiteY1617" fmla="*/ 297413 h 5883329"/>
              <a:gd name="connsiteX1618" fmla="*/ 2725133 w 5883342"/>
              <a:gd name="connsiteY1618" fmla="*/ 284659 h 5883329"/>
              <a:gd name="connsiteX1619" fmla="*/ 2691797 w 5883342"/>
              <a:gd name="connsiteY1619" fmla="*/ 286978 h 5883329"/>
              <a:gd name="connsiteX1620" fmla="*/ 2673824 w 5883342"/>
              <a:gd name="connsiteY1620" fmla="*/ 282919 h 5883329"/>
              <a:gd name="connsiteX1621" fmla="*/ 2941670 w 5883342"/>
              <a:gd name="connsiteY1621" fmla="*/ 104357 h 5883329"/>
              <a:gd name="connsiteX1622" fmla="*/ 5777826 w 5883342"/>
              <a:gd name="connsiteY1622" fmla="*/ 2941665 h 5883329"/>
              <a:gd name="connsiteX1623" fmla="*/ 5777826 w 5883342"/>
              <a:gd name="connsiteY1623" fmla="*/ 2942824 h 5883329"/>
              <a:gd name="connsiteX1624" fmla="*/ 2939353 w 5883342"/>
              <a:gd name="connsiteY1624" fmla="*/ 5778974 h 5883329"/>
              <a:gd name="connsiteX1625" fmla="*/ 103197 w 5883342"/>
              <a:gd name="connsiteY1625" fmla="*/ 2940505 h 5883329"/>
              <a:gd name="connsiteX1626" fmla="*/ 2941670 w 5883342"/>
              <a:gd name="connsiteY1626" fmla="*/ 104357 h 5883329"/>
              <a:gd name="connsiteX1627" fmla="*/ 2941670 w 5883342"/>
              <a:gd name="connsiteY1627" fmla="*/ 65802 h 5883329"/>
              <a:gd name="connsiteX1628" fmla="*/ 65803 w 5883342"/>
              <a:gd name="connsiteY1628" fmla="*/ 2941664 h 5883329"/>
              <a:gd name="connsiteX1629" fmla="*/ 2941670 w 5883342"/>
              <a:gd name="connsiteY1629" fmla="*/ 5817527 h 5883329"/>
              <a:gd name="connsiteX1630" fmla="*/ 5817539 w 5883342"/>
              <a:gd name="connsiteY1630" fmla="*/ 2941664 h 5883329"/>
              <a:gd name="connsiteX1631" fmla="*/ 2941670 w 5883342"/>
              <a:gd name="connsiteY1631" fmla="*/ 65802 h 5883329"/>
              <a:gd name="connsiteX1632" fmla="*/ 2941670 w 5883342"/>
              <a:gd name="connsiteY1632" fmla="*/ 0 h 5883329"/>
              <a:gd name="connsiteX1633" fmla="*/ 5883342 w 5883342"/>
              <a:gd name="connsiteY1633" fmla="*/ 2941664 h 5883329"/>
              <a:gd name="connsiteX1634" fmla="*/ 2941670 w 5883342"/>
              <a:gd name="connsiteY1634" fmla="*/ 5883329 h 5883329"/>
              <a:gd name="connsiteX1635" fmla="*/ 0 w 5883342"/>
              <a:gd name="connsiteY1635" fmla="*/ 2941664 h 5883329"/>
              <a:gd name="connsiteX1636" fmla="*/ 2941670 w 5883342"/>
              <a:gd name="connsiteY1636" fmla="*/ 0 h 5883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</a:cxnLst>
            <a:rect l="l" t="t" r="r" b="b"/>
            <a:pathLst>
              <a:path w="5883342" h="5883329">
                <a:moveTo>
                  <a:pt x="3394890" y="5296841"/>
                </a:moveTo>
                <a:cubicBezTo>
                  <a:pt x="3411496" y="5296279"/>
                  <a:pt x="3428317" y="5302055"/>
                  <a:pt x="3441420" y="5314302"/>
                </a:cubicBezTo>
                <a:cubicBezTo>
                  <a:pt x="3459217" y="5333579"/>
                  <a:pt x="3470639" y="5357870"/>
                  <a:pt x="3474176" y="5383872"/>
                </a:cubicBezTo>
                <a:cubicBezTo>
                  <a:pt x="3480465" y="5408686"/>
                  <a:pt x="3478841" y="5434832"/>
                  <a:pt x="3469537" y="5458661"/>
                </a:cubicBezTo>
                <a:cubicBezTo>
                  <a:pt x="3466870" y="5464139"/>
                  <a:pt x="3463449" y="5469241"/>
                  <a:pt x="3459392" y="5473792"/>
                </a:cubicBezTo>
                <a:cubicBezTo>
                  <a:pt x="3435041" y="5500982"/>
                  <a:pt x="3393241" y="5503301"/>
                  <a:pt x="3366050" y="5478952"/>
                </a:cubicBezTo>
                <a:cubicBezTo>
                  <a:pt x="3348483" y="5460226"/>
                  <a:pt x="3337149" y="5436543"/>
                  <a:pt x="3333584" y="5411121"/>
                </a:cubicBezTo>
                <a:cubicBezTo>
                  <a:pt x="3327178" y="5385641"/>
                  <a:pt x="3328802" y="5358827"/>
                  <a:pt x="3338223" y="5334304"/>
                </a:cubicBezTo>
                <a:cubicBezTo>
                  <a:pt x="3341121" y="5328101"/>
                  <a:pt x="3344977" y="5322389"/>
                  <a:pt x="3349644" y="5317404"/>
                </a:cubicBezTo>
                <a:cubicBezTo>
                  <a:pt x="3361891" y="5304302"/>
                  <a:pt x="3378283" y="5297402"/>
                  <a:pt x="3394890" y="5296841"/>
                </a:cubicBezTo>
                <a:close/>
                <a:moveTo>
                  <a:pt x="3047186" y="5295461"/>
                </a:moveTo>
                <a:lnTo>
                  <a:pt x="2853258" y="5298939"/>
                </a:lnTo>
                <a:lnTo>
                  <a:pt x="2858476" y="5585337"/>
                </a:lnTo>
                <a:lnTo>
                  <a:pt x="3053274" y="5581569"/>
                </a:lnTo>
                <a:lnTo>
                  <a:pt x="3053274" y="5556059"/>
                </a:lnTo>
                <a:lnTo>
                  <a:pt x="3053274" y="5530840"/>
                </a:lnTo>
                <a:lnTo>
                  <a:pt x="2908336" y="5533449"/>
                </a:lnTo>
                <a:lnTo>
                  <a:pt x="2908336" y="5458951"/>
                </a:lnTo>
                <a:lnTo>
                  <a:pt x="3037041" y="5456632"/>
                </a:lnTo>
                <a:lnTo>
                  <a:pt x="3037041" y="5431992"/>
                </a:lnTo>
                <a:lnTo>
                  <a:pt x="3037041" y="5407353"/>
                </a:lnTo>
                <a:lnTo>
                  <a:pt x="2908336" y="5409672"/>
                </a:lnTo>
                <a:lnTo>
                  <a:pt x="2908336" y="5348798"/>
                </a:lnTo>
                <a:lnTo>
                  <a:pt x="3047186" y="5346478"/>
                </a:lnTo>
                <a:lnTo>
                  <a:pt x="3047186" y="5320970"/>
                </a:lnTo>
                <a:close/>
                <a:moveTo>
                  <a:pt x="2571789" y="5273430"/>
                </a:moveTo>
                <a:lnTo>
                  <a:pt x="2568599" y="5298649"/>
                </a:lnTo>
                <a:lnTo>
                  <a:pt x="2565701" y="5323868"/>
                </a:lnTo>
                <a:lnTo>
                  <a:pt x="2644547" y="5333434"/>
                </a:lnTo>
                <a:lnTo>
                  <a:pt x="2615559" y="5567075"/>
                </a:lnTo>
                <a:lnTo>
                  <a:pt x="2644547" y="5570553"/>
                </a:lnTo>
                <a:lnTo>
                  <a:pt x="2671507" y="5573742"/>
                </a:lnTo>
                <a:lnTo>
                  <a:pt x="2700494" y="5340102"/>
                </a:lnTo>
                <a:lnTo>
                  <a:pt x="2779630" y="5349958"/>
                </a:lnTo>
                <a:lnTo>
                  <a:pt x="2782528" y="5324448"/>
                </a:lnTo>
                <a:lnTo>
                  <a:pt x="2784267" y="5299519"/>
                </a:lnTo>
                <a:close/>
                <a:moveTo>
                  <a:pt x="3417373" y="5247863"/>
                </a:moveTo>
                <a:cubicBezTo>
                  <a:pt x="3369384" y="5241089"/>
                  <a:pt x="3319793" y="5262878"/>
                  <a:pt x="3293291" y="5307056"/>
                </a:cubicBezTo>
                <a:cubicBezTo>
                  <a:pt x="3275609" y="5343029"/>
                  <a:pt x="3271204" y="5384104"/>
                  <a:pt x="3280827" y="5423006"/>
                </a:cubicBezTo>
                <a:cubicBezTo>
                  <a:pt x="3286306" y="5461995"/>
                  <a:pt x="3305669" y="5497707"/>
                  <a:pt x="3335324" y="5523593"/>
                </a:cubicBezTo>
                <a:cubicBezTo>
                  <a:pt x="3338020" y="5525564"/>
                  <a:pt x="3340803" y="5527448"/>
                  <a:pt x="3343643" y="5529217"/>
                </a:cubicBezTo>
                <a:cubicBezTo>
                  <a:pt x="3402779" y="5565712"/>
                  <a:pt x="3480292" y="5547363"/>
                  <a:pt x="3516787" y="5488228"/>
                </a:cubicBezTo>
                <a:cubicBezTo>
                  <a:pt x="3534614" y="5453124"/>
                  <a:pt x="3539049" y="5412744"/>
                  <a:pt x="3529251" y="5374596"/>
                </a:cubicBezTo>
                <a:cubicBezTo>
                  <a:pt x="3523947" y="5334884"/>
                  <a:pt x="3504612" y="5298388"/>
                  <a:pt x="3474754" y="5271691"/>
                </a:cubicBezTo>
                <a:cubicBezTo>
                  <a:pt x="3471276" y="5269053"/>
                  <a:pt x="3467652" y="5266618"/>
                  <a:pt x="3463914" y="5264386"/>
                </a:cubicBezTo>
                <a:cubicBezTo>
                  <a:pt x="3449188" y="5255552"/>
                  <a:pt x="3433370" y="5250121"/>
                  <a:pt x="3417373" y="5247863"/>
                </a:cubicBezTo>
                <a:close/>
                <a:moveTo>
                  <a:pt x="2303941" y="5211976"/>
                </a:moveTo>
                <a:lnTo>
                  <a:pt x="2260750" y="5385902"/>
                </a:lnTo>
                <a:cubicBezTo>
                  <a:pt x="2250923" y="5415730"/>
                  <a:pt x="2252459" y="5448168"/>
                  <a:pt x="2265099" y="5476923"/>
                </a:cubicBezTo>
                <a:cubicBezTo>
                  <a:pt x="2280983" y="5501998"/>
                  <a:pt x="2306841" y="5519071"/>
                  <a:pt x="2336119" y="5523883"/>
                </a:cubicBezTo>
                <a:cubicBezTo>
                  <a:pt x="2364294" y="5533797"/>
                  <a:pt x="2395340" y="5531362"/>
                  <a:pt x="2421631" y="5517216"/>
                </a:cubicBezTo>
                <a:cubicBezTo>
                  <a:pt x="2446127" y="5497040"/>
                  <a:pt x="2462331" y="5468574"/>
                  <a:pt x="2467142" y="5437210"/>
                </a:cubicBezTo>
                <a:lnTo>
                  <a:pt x="2509175" y="5263284"/>
                </a:lnTo>
                <a:lnTo>
                  <a:pt x="2482506" y="5256617"/>
                </a:lnTo>
                <a:lnTo>
                  <a:pt x="2455838" y="5250240"/>
                </a:lnTo>
                <a:lnTo>
                  <a:pt x="2412066" y="5424166"/>
                </a:lnTo>
                <a:cubicBezTo>
                  <a:pt x="2409515" y="5440747"/>
                  <a:pt x="2401456" y="5455965"/>
                  <a:pt x="2389165" y="5467357"/>
                </a:cubicBezTo>
                <a:cubicBezTo>
                  <a:pt x="2376614" y="5475010"/>
                  <a:pt x="2361221" y="5476518"/>
                  <a:pt x="2347423" y="5471416"/>
                </a:cubicBezTo>
                <a:cubicBezTo>
                  <a:pt x="2333104" y="5468980"/>
                  <a:pt x="2320726" y="5460110"/>
                  <a:pt x="2313798" y="5447356"/>
                </a:cubicBezTo>
                <a:cubicBezTo>
                  <a:pt x="2308262" y="5431790"/>
                  <a:pt x="2308262" y="5414803"/>
                  <a:pt x="2313798" y="5399236"/>
                </a:cubicBezTo>
                <a:lnTo>
                  <a:pt x="2357279" y="5225310"/>
                </a:lnTo>
                <a:lnTo>
                  <a:pt x="2330611" y="5218644"/>
                </a:lnTo>
                <a:close/>
                <a:moveTo>
                  <a:pt x="3758545" y="5155161"/>
                </a:moveTo>
                <a:lnTo>
                  <a:pt x="3580270" y="5213136"/>
                </a:lnTo>
                <a:lnTo>
                  <a:pt x="3667233" y="5485329"/>
                </a:lnTo>
                <a:lnTo>
                  <a:pt x="3693611" y="5476633"/>
                </a:lnTo>
                <a:lnTo>
                  <a:pt x="3719701" y="5468227"/>
                </a:lnTo>
                <a:lnTo>
                  <a:pt x="3683466" y="5353146"/>
                </a:lnTo>
                <a:lnTo>
                  <a:pt x="3793329" y="5317491"/>
                </a:lnTo>
                <a:lnTo>
                  <a:pt x="3785793" y="5294011"/>
                </a:lnTo>
                <a:lnTo>
                  <a:pt x="3777966" y="5270531"/>
                </a:lnTo>
                <a:lnTo>
                  <a:pt x="3668392" y="5306186"/>
                </a:lnTo>
                <a:lnTo>
                  <a:pt x="3648390" y="5244442"/>
                </a:lnTo>
                <a:lnTo>
                  <a:pt x="3774198" y="5203570"/>
                </a:lnTo>
                <a:lnTo>
                  <a:pt x="3766370" y="5179220"/>
                </a:lnTo>
                <a:close/>
                <a:moveTo>
                  <a:pt x="2041024" y="5122405"/>
                </a:moveTo>
                <a:lnTo>
                  <a:pt x="2032617" y="5146464"/>
                </a:lnTo>
                <a:lnTo>
                  <a:pt x="2024501" y="5170524"/>
                </a:lnTo>
                <a:lnTo>
                  <a:pt x="2099578" y="5196323"/>
                </a:lnTo>
                <a:lnTo>
                  <a:pt x="2023050" y="5418947"/>
                </a:lnTo>
                <a:lnTo>
                  <a:pt x="2049140" y="5427934"/>
                </a:lnTo>
                <a:lnTo>
                  <a:pt x="2074940" y="5436921"/>
                </a:lnTo>
                <a:lnTo>
                  <a:pt x="2151467" y="5214295"/>
                </a:lnTo>
                <a:lnTo>
                  <a:pt x="2226835" y="5240094"/>
                </a:lnTo>
                <a:lnTo>
                  <a:pt x="2235241" y="5216034"/>
                </a:lnTo>
                <a:lnTo>
                  <a:pt x="2243938" y="5192265"/>
                </a:lnTo>
                <a:close/>
                <a:moveTo>
                  <a:pt x="1936958" y="5071386"/>
                </a:moveTo>
                <a:lnTo>
                  <a:pt x="1816080" y="5330826"/>
                </a:lnTo>
                <a:lnTo>
                  <a:pt x="1841009" y="5342421"/>
                </a:lnTo>
                <a:lnTo>
                  <a:pt x="1865648" y="5354015"/>
                </a:lnTo>
                <a:lnTo>
                  <a:pt x="1986816" y="5094577"/>
                </a:lnTo>
                <a:lnTo>
                  <a:pt x="1961597" y="5082981"/>
                </a:lnTo>
                <a:close/>
                <a:moveTo>
                  <a:pt x="4108425" y="4985583"/>
                </a:moveTo>
                <a:lnTo>
                  <a:pt x="3919426" y="5085880"/>
                </a:lnTo>
                <a:lnTo>
                  <a:pt x="3931310" y="5108490"/>
                </a:lnTo>
                <a:lnTo>
                  <a:pt x="3943196" y="5130811"/>
                </a:lnTo>
                <a:lnTo>
                  <a:pt x="4013346" y="5093417"/>
                </a:lnTo>
                <a:lnTo>
                  <a:pt x="4124079" y="5301258"/>
                </a:lnTo>
                <a:lnTo>
                  <a:pt x="4148428" y="5288503"/>
                </a:lnTo>
                <a:lnTo>
                  <a:pt x="4172488" y="5275459"/>
                </a:lnTo>
                <a:lnTo>
                  <a:pt x="4062045" y="5067618"/>
                </a:lnTo>
                <a:lnTo>
                  <a:pt x="4132195" y="5030224"/>
                </a:lnTo>
                <a:lnTo>
                  <a:pt x="4120311" y="5007903"/>
                </a:lnTo>
                <a:close/>
                <a:moveTo>
                  <a:pt x="1690563" y="4937463"/>
                </a:moveTo>
                <a:lnTo>
                  <a:pt x="1679257" y="4961233"/>
                </a:lnTo>
                <a:lnTo>
                  <a:pt x="1667083" y="4983554"/>
                </a:lnTo>
                <a:lnTo>
                  <a:pt x="1736654" y="5022108"/>
                </a:lnTo>
                <a:lnTo>
                  <a:pt x="1622441" y="5227919"/>
                </a:lnTo>
                <a:lnTo>
                  <a:pt x="1646502" y="5241254"/>
                </a:lnTo>
                <a:lnTo>
                  <a:pt x="1670561" y="5254588"/>
                </a:lnTo>
                <a:lnTo>
                  <a:pt x="1783614" y="5047037"/>
                </a:lnTo>
                <a:lnTo>
                  <a:pt x="1853183" y="5085590"/>
                </a:lnTo>
                <a:lnTo>
                  <a:pt x="1865359" y="5063560"/>
                </a:lnTo>
                <a:lnTo>
                  <a:pt x="1877824" y="5041239"/>
                </a:lnTo>
                <a:close/>
                <a:moveTo>
                  <a:pt x="3490408" y="4895720"/>
                </a:moveTo>
                <a:lnTo>
                  <a:pt x="3490408" y="4896590"/>
                </a:lnTo>
                <a:cubicBezTo>
                  <a:pt x="3501712" y="4896590"/>
                  <a:pt x="3503451" y="4907605"/>
                  <a:pt x="3501712" y="4921230"/>
                </a:cubicBezTo>
                <a:cubicBezTo>
                  <a:pt x="3499973" y="4934854"/>
                  <a:pt x="3500553" y="4994278"/>
                  <a:pt x="3490118" y="4994278"/>
                </a:cubicBezTo>
                <a:cubicBezTo>
                  <a:pt x="3479681" y="4994278"/>
                  <a:pt x="3483161" y="4947028"/>
                  <a:pt x="3483161" y="4924708"/>
                </a:cubicBezTo>
                <a:cubicBezTo>
                  <a:pt x="3483161" y="4902388"/>
                  <a:pt x="3483161" y="4895720"/>
                  <a:pt x="3490408" y="4895720"/>
                </a:cubicBezTo>
                <a:close/>
                <a:moveTo>
                  <a:pt x="3000806" y="4895720"/>
                </a:moveTo>
                <a:lnTo>
                  <a:pt x="3000806" y="4896590"/>
                </a:lnTo>
                <a:cubicBezTo>
                  <a:pt x="3012111" y="4896590"/>
                  <a:pt x="3013851" y="4907605"/>
                  <a:pt x="3012111" y="4921230"/>
                </a:cubicBezTo>
                <a:cubicBezTo>
                  <a:pt x="3010372" y="4934854"/>
                  <a:pt x="3010951" y="4994278"/>
                  <a:pt x="3000516" y="4994278"/>
                </a:cubicBezTo>
                <a:cubicBezTo>
                  <a:pt x="2990080" y="4994278"/>
                  <a:pt x="2993559" y="4947028"/>
                  <a:pt x="2993559" y="4924708"/>
                </a:cubicBezTo>
                <a:cubicBezTo>
                  <a:pt x="2993559" y="4902388"/>
                  <a:pt x="2993559" y="4895720"/>
                  <a:pt x="3000806" y="4895720"/>
                </a:cubicBezTo>
                <a:close/>
                <a:moveTo>
                  <a:pt x="3409242" y="4891372"/>
                </a:moveTo>
                <a:cubicBezTo>
                  <a:pt x="3416489" y="4891372"/>
                  <a:pt x="3419967" y="4906736"/>
                  <a:pt x="3419967" y="4920360"/>
                </a:cubicBezTo>
                <a:cubicBezTo>
                  <a:pt x="3419967" y="4933984"/>
                  <a:pt x="3419388" y="4991959"/>
                  <a:pt x="3410692" y="4991959"/>
                </a:cubicBezTo>
                <a:cubicBezTo>
                  <a:pt x="3401995" y="4991959"/>
                  <a:pt x="3397067" y="4944130"/>
                  <a:pt x="3397067" y="4922679"/>
                </a:cubicBezTo>
                <a:cubicBezTo>
                  <a:pt x="3397067" y="4901228"/>
                  <a:pt x="3397067" y="4892242"/>
                  <a:pt x="3409242" y="4892242"/>
                </a:cubicBezTo>
                <a:close/>
                <a:moveTo>
                  <a:pt x="2919641" y="4891372"/>
                </a:moveTo>
                <a:cubicBezTo>
                  <a:pt x="2926888" y="4891372"/>
                  <a:pt x="2930367" y="4907895"/>
                  <a:pt x="2930367" y="4920360"/>
                </a:cubicBezTo>
                <a:cubicBezTo>
                  <a:pt x="2930367" y="4932824"/>
                  <a:pt x="2930077" y="4993408"/>
                  <a:pt x="2921381" y="4993408"/>
                </a:cubicBezTo>
                <a:cubicBezTo>
                  <a:pt x="2912683" y="4993408"/>
                  <a:pt x="2907465" y="4944130"/>
                  <a:pt x="2907465" y="4922679"/>
                </a:cubicBezTo>
                <a:cubicBezTo>
                  <a:pt x="2907465" y="4901228"/>
                  <a:pt x="2907465" y="4892242"/>
                  <a:pt x="2919641" y="4892242"/>
                </a:cubicBezTo>
                <a:close/>
                <a:moveTo>
                  <a:pt x="2426415" y="4891047"/>
                </a:moveTo>
                <a:cubicBezTo>
                  <a:pt x="2429894" y="4890648"/>
                  <a:pt x="2433807" y="4891228"/>
                  <a:pt x="2435546" y="4895141"/>
                </a:cubicBezTo>
                <a:cubicBezTo>
                  <a:pt x="2438097" y="4926390"/>
                  <a:pt x="2438763" y="4957755"/>
                  <a:pt x="2437576" y="4989061"/>
                </a:cubicBezTo>
                <a:cubicBezTo>
                  <a:pt x="2437576" y="4996308"/>
                  <a:pt x="2423372" y="4999207"/>
                  <a:pt x="2419892" y="4989061"/>
                </a:cubicBezTo>
                <a:cubicBezTo>
                  <a:pt x="2418153" y="4957203"/>
                  <a:pt x="2418153" y="4925259"/>
                  <a:pt x="2419892" y="4893402"/>
                </a:cubicBezTo>
                <a:lnTo>
                  <a:pt x="2419892" y="4892822"/>
                </a:lnTo>
                <a:cubicBezTo>
                  <a:pt x="2419892" y="4892822"/>
                  <a:pt x="2422936" y="4891445"/>
                  <a:pt x="2426415" y="4891047"/>
                </a:cubicBezTo>
                <a:close/>
                <a:moveTo>
                  <a:pt x="2505116" y="4886155"/>
                </a:moveTo>
                <a:cubicBezTo>
                  <a:pt x="2515841" y="4884995"/>
                  <a:pt x="2513233" y="4912534"/>
                  <a:pt x="2513233" y="4920360"/>
                </a:cubicBezTo>
                <a:cubicBezTo>
                  <a:pt x="2513233" y="4928186"/>
                  <a:pt x="2513814" y="4988481"/>
                  <a:pt x="2505116" y="4988481"/>
                </a:cubicBezTo>
                <a:cubicBezTo>
                  <a:pt x="2496420" y="4988481"/>
                  <a:pt x="2496420" y="4937173"/>
                  <a:pt x="2496420" y="4920360"/>
                </a:cubicBezTo>
                <a:cubicBezTo>
                  <a:pt x="2496420" y="4903547"/>
                  <a:pt x="2494681" y="4886155"/>
                  <a:pt x="2505116" y="4886155"/>
                </a:cubicBezTo>
                <a:close/>
                <a:moveTo>
                  <a:pt x="2457577" y="4879488"/>
                </a:moveTo>
                <a:lnTo>
                  <a:pt x="2457641" y="4881439"/>
                </a:lnTo>
                <a:lnTo>
                  <a:pt x="2457577" y="4881517"/>
                </a:lnTo>
                <a:close/>
                <a:moveTo>
                  <a:pt x="2462331" y="4875690"/>
                </a:moveTo>
                <a:cubicBezTo>
                  <a:pt x="2467664" y="4872444"/>
                  <a:pt x="2474621" y="4874155"/>
                  <a:pt x="2477867" y="4879488"/>
                </a:cubicBezTo>
                <a:cubicBezTo>
                  <a:pt x="2481347" y="4884126"/>
                  <a:pt x="2481347" y="4988771"/>
                  <a:pt x="2481347" y="4995438"/>
                </a:cubicBezTo>
                <a:cubicBezTo>
                  <a:pt x="2481347" y="5002106"/>
                  <a:pt x="2464824" y="5000946"/>
                  <a:pt x="2461346" y="4995438"/>
                </a:cubicBezTo>
                <a:lnTo>
                  <a:pt x="2457641" y="4881439"/>
                </a:lnTo>
                <a:close/>
                <a:moveTo>
                  <a:pt x="3453303" y="4871371"/>
                </a:moveTo>
                <a:cubicBezTo>
                  <a:pt x="3468087" y="4871371"/>
                  <a:pt x="3463738" y="4892533"/>
                  <a:pt x="3463738" y="4914853"/>
                </a:cubicBezTo>
                <a:cubicBezTo>
                  <a:pt x="3463738" y="4937173"/>
                  <a:pt x="3467507" y="4999207"/>
                  <a:pt x="3451564" y="4999207"/>
                </a:cubicBezTo>
                <a:cubicBezTo>
                  <a:pt x="3435621" y="4999207"/>
                  <a:pt x="3439099" y="4933985"/>
                  <a:pt x="3439099" y="4913693"/>
                </a:cubicBezTo>
                <a:cubicBezTo>
                  <a:pt x="3439099" y="4893402"/>
                  <a:pt x="3435621" y="4871371"/>
                  <a:pt x="3453303" y="4871371"/>
                </a:cubicBezTo>
                <a:close/>
                <a:moveTo>
                  <a:pt x="2963701" y="4871371"/>
                </a:moveTo>
                <a:cubicBezTo>
                  <a:pt x="2978775" y="4871371"/>
                  <a:pt x="2974138" y="4892533"/>
                  <a:pt x="2974138" y="4914853"/>
                </a:cubicBezTo>
                <a:cubicBezTo>
                  <a:pt x="2974138" y="4937173"/>
                  <a:pt x="2977905" y="4999207"/>
                  <a:pt x="2961962" y="4999207"/>
                </a:cubicBezTo>
                <a:cubicBezTo>
                  <a:pt x="2946019" y="4999207"/>
                  <a:pt x="2949497" y="4933985"/>
                  <a:pt x="2949497" y="4913693"/>
                </a:cubicBezTo>
                <a:cubicBezTo>
                  <a:pt x="2949497" y="4893402"/>
                  <a:pt x="2946019" y="4871371"/>
                  <a:pt x="2963701" y="4871371"/>
                </a:cubicBezTo>
                <a:close/>
                <a:moveTo>
                  <a:pt x="2181324" y="4862385"/>
                </a:moveTo>
                <a:lnTo>
                  <a:pt x="2181968" y="4863643"/>
                </a:lnTo>
                <a:lnTo>
                  <a:pt x="2180455" y="4863545"/>
                </a:lnTo>
                <a:close/>
                <a:moveTo>
                  <a:pt x="4329022" y="4846732"/>
                </a:moveTo>
                <a:lnTo>
                  <a:pt x="4166400" y="4952247"/>
                </a:lnTo>
                <a:lnTo>
                  <a:pt x="4322354" y="5192265"/>
                </a:lnTo>
                <a:lnTo>
                  <a:pt x="4489323" y="5082692"/>
                </a:lnTo>
                <a:lnTo>
                  <a:pt x="4475410" y="5061240"/>
                </a:lnTo>
                <a:lnTo>
                  <a:pt x="4461785" y="5040080"/>
                </a:lnTo>
                <a:lnTo>
                  <a:pt x="4340326" y="5118926"/>
                </a:lnTo>
                <a:lnTo>
                  <a:pt x="4299454" y="5056602"/>
                </a:lnTo>
                <a:lnTo>
                  <a:pt x="4408448" y="4987032"/>
                </a:lnTo>
                <a:lnTo>
                  <a:pt x="4395113" y="4966161"/>
                </a:lnTo>
                <a:lnTo>
                  <a:pt x="4381780" y="4945580"/>
                </a:lnTo>
                <a:lnTo>
                  <a:pt x="4273655" y="5015730"/>
                </a:lnTo>
                <a:lnTo>
                  <a:pt x="4240608" y="4964712"/>
                </a:lnTo>
                <a:lnTo>
                  <a:pt x="4356559" y="4889344"/>
                </a:lnTo>
                <a:lnTo>
                  <a:pt x="4342936" y="4867893"/>
                </a:lnTo>
                <a:close/>
                <a:moveTo>
                  <a:pt x="1489098" y="4817744"/>
                </a:moveTo>
                <a:cubicBezTo>
                  <a:pt x="1464169" y="4820296"/>
                  <a:pt x="1441732" y="4833920"/>
                  <a:pt x="1427934" y="4854848"/>
                </a:cubicBezTo>
                <a:cubicBezTo>
                  <a:pt x="1414397" y="4870328"/>
                  <a:pt x="1408745" y="4891171"/>
                  <a:pt x="1412571" y="4911375"/>
                </a:cubicBezTo>
                <a:cubicBezTo>
                  <a:pt x="1423441" y="4939695"/>
                  <a:pt x="1439906" y="4965523"/>
                  <a:pt x="1460980" y="4987322"/>
                </a:cubicBezTo>
                <a:cubicBezTo>
                  <a:pt x="1472024" y="4998627"/>
                  <a:pt x="1481069" y="5011787"/>
                  <a:pt x="1487649" y="5026165"/>
                </a:cubicBezTo>
                <a:cubicBezTo>
                  <a:pt x="1490460" y="5035006"/>
                  <a:pt x="1488489" y="5044660"/>
                  <a:pt x="1482431" y="5051675"/>
                </a:cubicBezTo>
                <a:cubicBezTo>
                  <a:pt x="1476343" y="5060371"/>
                  <a:pt x="1465995" y="5065038"/>
                  <a:pt x="1455473" y="5063849"/>
                </a:cubicBezTo>
                <a:cubicBezTo>
                  <a:pt x="1441211" y="5061936"/>
                  <a:pt x="1427760" y="5056139"/>
                  <a:pt x="1416629" y="5047037"/>
                </a:cubicBezTo>
                <a:cubicBezTo>
                  <a:pt x="1404483" y="5039384"/>
                  <a:pt x="1395584" y="5027528"/>
                  <a:pt x="1391700" y="5013701"/>
                </a:cubicBezTo>
                <a:cubicBezTo>
                  <a:pt x="1388771" y="5000656"/>
                  <a:pt x="1391757" y="4986974"/>
                  <a:pt x="1399816" y="4976307"/>
                </a:cubicBezTo>
                <a:lnTo>
                  <a:pt x="1356914" y="4945290"/>
                </a:lnTo>
                <a:cubicBezTo>
                  <a:pt x="1340797" y="4966857"/>
                  <a:pt x="1334391" y="4994163"/>
                  <a:pt x="1339232" y="5020658"/>
                </a:cubicBezTo>
                <a:cubicBezTo>
                  <a:pt x="1346566" y="5048022"/>
                  <a:pt x="1363842" y="5071676"/>
                  <a:pt x="1387641" y="5087040"/>
                </a:cubicBezTo>
                <a:cubicBezTo>
                  <a:pt x="1409730" y="5104809"/>
                  <a:pt x="1437268" y="5114433"/>
                  <a:pt x="1465618" y="5114288"/>
                </a:cubicBezTo>
                <a:cubicBezTo>
                  <a:pt x="1490344" y="5112926"/>
                  <a:pt x="1512984" y="5100055"/>
                  <a:pt x="1526782" y="5079503"/>
                </a:cubicBezTo>
                <a:cubicBezTo>
                  <a:pt x="1540668" y="5063531"/>
                  <a:pt x="1547363" y="5042573"/>
                  <a:pt x="1545334" y="5021527"/>
                </a:cubicBezTo>
                <a:cubicBezTo>
                  <a:pt x="1536812" y="4994656"/>
                  <a:pt x="1522028" y="4970190"/>
                  <a:pt x="1502143" y="4950218"/>
                </a:cubicBezTo>
                <a:cubicBezTo>
                  <a:pt x="1489707" y="4936855"/>
                  <a:pt x="1478924" y="4922071"/>
                  <a:pt x="1469967" y="4906157"/>
                </a:cubicBezTo>
                <a:cubicBezTo>
                  <a:pt x="1465792" y="4898793"/>
                  <a:pt x="1466487" y="4889634"/>
                  <a:pt x="1471706" y="4882966"/>
                </a:cubicBezTo>
                <a:cubicBezTo>
                  <a:pt x="1477503" y="4874125"/>
                  <a:pt x="1486982" y="4868386"/>
                  <a:pt x="1497504" y="4867313"/>
                </a:cubicBezTo>
                <a:cubicBezTo>
                  <a:pt x="1509303" y="4866965"/>
                  <a:pt x="1520839" y="4870879"/>
                  <a:pt x="1529971" y="4878328"/>
                </a:cubicBezTo>
                <a:cubicBezTo>
                  <a:pt x="1541710" y="4886068"/>
                  <a:pt x="1550436" y="4897635"/>
                  <a:pt x="1554610" y="4911084"/>
                </a:cubicBezTo>
                <a:cubicBezTo>
                  <a:pt x="1558147" y="4923288"/>
                  <a:pt x="1556147" y="4936449"/>
                  <a:pt x="1549102" y="4947029"/>
                </a:cubicBezTo>
                <a:lnTo>
                  <a:pt x="1592294" y="4978626"/>
                </a:lnTo>
                <a:lnTo>
                  <a:pt x="1592294" y="4978046"/>
                </a:lnTo>
                <a:cubicBezTo>
                  <a:pt x="1606875" y="4956682"/>
                  <a:pt x="1612411" y="4930419"/>
                  <a:pt x="1607658" y="4904997"/>
                </a:cubicBezTo>
                <a:cubicBezTo>
                  <a:pt x="1601658" y="4879256"/>
                  <a:pt x="1586120" y="4856791"/>
                  <a:pt x="1564177" y="4842094"/>
                </a:cubicBezTo>
                <a:cubicBezTo>
                  <a:pt x="1543045" y="4824904"/>
                  <a:pt x="1516289" y="4816237"/>
                  <a:pt x="1489098" y="4817744"/>
                </a:cubicBezTo>
                <a:close/>
                <a:moveTo>
                  <a:pt x="4549618" y="4689039"/>
                </a:moveTo>
                <a:cubicBezTo>
                  <a:pt x="4521152" y="4688489"/>
                  <a:pt x="4493555" y="4698867"/>
                  <a:pt x="4472510" y="4718027"/>
                </a:cubicBezTo>
                <a:cubicBezTo>
                  <a:pt x="4445755" y="4738840"/>
                  <a:pt x="4430479" y="4771103"/>
                  <a:pt x="4431348" y="4804990"/>
                </a:cubicBezTo>
                <a:cubicBezTo>
                  <a:pt x="4434159" y="4844703"/>
                  <a:pt x="4450537" y="4882271"/>
                  <a:pt x="4477729" y="4911375"/>
                </a:cubicBezTo>
                <a:cubicBezTo>
                  <a:pt x="4501266" y="4942623"/>
                  <a:pt x="4535008" y="4964683"/>
                  <a:pt x="4573098" y="4973698"/>
                </a:cubicBezTo>
                <a:cubicBezTo>
                  <a:pt x="4637335" y="4983583"/>
                  <a:pt x="4697485" y="4939638"/>
                  <a:pt x="4707601" y="4875429"/>
                </a:cubicBezTo>
                <a:lnTo>
                  <a:pt x="4707021" y="4874850"/>
                </a:lnTo>
                <a:cubicBezTo>
                  <a:pt x="4709050" y="4845601"/>
                  <a:pt x="4700528" y="4816585"/>
                  <a:pt x="4682961" y="4793105"/>
                </a:cubicBezTo>
                <a:lnTo>
                  <a:pt x="4640640" y="4828470"/>
                </a:lnTo>
                <a:cubicBezTo>
                  <a:pt x="4649886" y="4840992"/>
                  <a:pt x="4654322" y="4856414"/>
                  <a:pt x="4653104" y="4871951"/>
                </a:cubicBezTo>
                <a:cubicBezTo>
                  <a:pt x="4652698" y="4875227"/>
                  <a:pt x="4652002" y="4878473"/>
                  <a:pt x="4651017" y="4881633"/>
                </a:cubicBezTo>
                <a:cubicBezTo>
                  <a:pt x="4641654" y="4912244"/>
                  <a:pt x="4609216" y="4929463"/>
                  <a:pt x="4578606" y="4920071"/>
                </a:cubicBezTo>
                <a:cubicBezTo>
                  <a:pt x="4555416" y="4911287"/>
                  <a:pt x="4535298" y="4895982"/>
                  <a:pt x="4520631" y="4876010"/>
                </a:cubicBezTo>
                <a:cubicBezTo>
                  <a:pt x="4502948" y="4857284"/>
                  <a:pt x="4491063" y="4833804"/>
                  <a:pt x="4486425" y="4808468"/>
                </a:cubicBezTo>
                <a:cubicBezTo>
                  <a:pt x="4483439" y="4789076"/>
                  <a:pt x="4490948" y="4769567"/>
                  <a:pt x="4506137" y="4757160"/>
                </a:cubicBezTo>
                <a:cubicBezTo>
                  <a:pt x="4516920" y="4747362"/>
                  <a:pt x="4530979" y="4741971"/>
                  <a:pt x="4545560" y="4742087"/>
                </a:cubicBezTo>
                <a:cubicBezTo>
                  <a:pt x="4559735" y="4742405"/>
                  <a:pt x="4573272" y="4748232"/>
                  <a:pt x="4583243" y="4758320"/>
                </a:cubicBezTo>
                <a:lnTo>
                  <a:pt x="4625566" y="4722955"/>
                </a:lnTo>
                <a:cubicBezTo>
                  <a:pt x="4605478" y="4702432"/>
                  <a:pt x="4578316" y="4690315"/>
                  <a:pt x="4549618" y="4689039"/>
                </a:cubicBezTo>
                <a:close/>
                <a:moveTo>
                  <a:pt x="3034595" y="4678804"/>
                </a:moveTo>
                <a:lnTo>
                  <a:pt x="3035175" y="4678804"/>
                </a:lnTo>
                <a:lnTo>
                  <a:pt x="3035175" y="4756201"/>
                </a:lnTo>
                <a:lnTo>
                  <a:pt x="2969373" y="4756201"/>
                </a:lnTo>
                <a:close/>
                <a:moveTo>
                  <a:pt x="3196183" y="4664399"/>
                </a:moveTo>
                <a:cubicBezTo>
                  <a:pt x="3226909" y="4664399"/>
                  <a:pt x="3239084" y="4689909"/>
                  <a:pt x="3239084" y="4732811"/>
                </a:cubicBezTo>
                <a:cubicBezTo>
                  <a:pt x="3239084" y="4775713"/>
                  <a:pt x="3225751" y="4801221"/>
                  <a:pt x="3196183" y="4801221"/>
                </a:cubicBezTo>
                <a:cubicBezTo>
                  <a:pt x="3166615" y="4801221"/>
                  <a:pt x="3153281" y="4775422"/>
                  <a:pt x="3153281" y="4732811"/>
                </a:cubicBezTo>
                <a:cubicBezTo>
                  <a:pt x="3153281" y="4690199"/>
                  <a:pt x="3167195" y="4664399"/>
                  <a:pt x="3196183" y="4664399"/>
                </a:cubicBezTo>
                <a:close/>
                <a:moveTo>
                  <a:pt x="2839345" y="4664399"/>
                </a:moveTo>
                <a:cubicBezTo>
                  <a:pt x="2868913" y="4664399"/>
                  <a:pt x="2880797" y="4681502"/>
                  <a:pt x="2880797" y="4700923"/>
                </a:cubicBezTo>
                <a:cubicBezTo>
                  <a:pt x="2881000" y="4703155"/>
                  <a:pt x="2880970" y="4705387"/>
                  <a:pt x="2880739" y="4707620"/>
                </a:cubicBezTo>
                <a:cubicBezTo>
                  <a:pt x="2878768" y="4727361"/>
                  <a:pt x="2861114" y="4741767"/>
                  <a:pt x="2841374" y="4739767"/>
                </a:cubicBezTo>
                <a:cubicBezTo>
                  <a:pt x="2824271" y="4739767"/>
                  <a:pt x="2799922" y="4735709"/>
                  <a:pt x="2799922" y="4702663"/>
                </a:cubicBezTo>
                <a:cubicBezTo>
                  <a:pt x="2799864" y="4701271"/>
                  <a:pt x="2799892" y="4699879"/>
                  <a:pt x="2799979" y="4698489"/>
                </a:cubicBezTo>
                <a:cubicBezTo>
                  <a:pt x="2801458" y="4678197"/>
                  <a:pt x="2819053" y="4662950"/>
                  <a:pt x="2839345" y="4664399"/>
                </a:cubicBezTo>
                <a:close/>
                <a:moveTo>
                  <a:pt x="2831286" y="4646774"/>
                </a:moveTo>
                <a:cubicBezTo>
                  <a:pt x="2799255" y="4647065"/>
                  <a:pt x="2773542" y="4673241"/>
                  <a:pt x="2773833" y="4705272"/>
                </a:cubicBezTo>
                <a:cubicBezTo>
                  <a:pt x="2773891" y="4706576"/>
                  <a:pt x="2773978" y="4707880"/>
                  <a:pt x="2774123" y="4709156"/>
                </a:cubicBezTo>
                <a:cubicBezTo>
                  <a:pt x="2777688" y="4740984"/>
                  <a:pt x="2806357" y="4763914"/>
                  <a:pt x="2838186" y="4760349"/>
                </a:cubicBezTo>
                <a:cubicBezTo>
                  <a:pt x="2856215" y="4761653"/>
                  <a:pt x="2873754" y="4754087"/>
                  <a:pt x="2885146" y="4740057"/>
                </a:cubicBezTo>
                <a:cubicBezTo>
                  <a:pt x="2878768" y="4784408"/>
                  <a:pt x="2864854" y="4803830"/>
                  <a:pt x="2835867" y="4803830"/>
                </a:cubicBezTo>
                <a:cubicBezTo>
                  <a:pt x="2833866" y="4804207"/>
                  <a:pt x="2831836" y="4804380"/>
                  <a:pt x="2829837" y="4804351"/>
                </a:cubicBezTo>
                <a:cubicBezTo>
                  <a:pt x="2813807" y="4804062"/>
                  <a:pt x="2801081" y="4790843"/>
                  <a:pt x="2801371" y="4774843"/>
                </a:cubicBezTo>
                <a:lnTo>
                  <a:pt x="2775572" y="4774843"/>
                </a:lnTo>
                <a:cubicBezTo>
                  <a:pt x="2775572" y="4791655"/>
                  <a:pt x="2788617" y="4820643"/>
                  <a:pt x="2836447" y="4820643"/>
                </a:cubicBezTo>
                <a:lnTo>
                  <a:pt x="2836447" y="4821512"/>
                </a:lnTo>
                <a:cubicBezTo>
                  <a:pt x="2908046" y="4821512"/>
                  <a:pt x="2910944" y="4742666"/>
                  <a:pt x="2911524" y="4726433"/>
                </a:cubicBezTo>
                <a:cubicBezTo>
                  <a:pt x="2911524" y="4698894"/>
                  <a:pt x="2904858" y="4647296"/>
                  <a:pt x="2839635" y="4647296"/>
                </a:cubicBezTo>
                <a:cubicBezTo>
                  <a:pt x="2836852" y="4646919"/>
                  <a:pt x="2834069" y="4646746"/>
                  <a:pt x="2831286" y="4646774"/>
                </a:cubicBezTo>
                <a:close/>
                <a:moveTo>
                  <a:pt x="3196183" y="4646427"/>
                </a:moveTo>
                <a:cubicBezTo>
                  <a:pt x="3137338" y="4646427"/>
                  <a:pt x="3126034" y="4698605"/>
                  <a:pt x="3126034" y="4733390"/>
                </a:cubicBezTo>
                <a:cubicBezTo>
                  <a:pt x="3126034" y="4768175"/>
                  <a:pt x="3138208" y="4820353"/>
                  <a:pt x="3196183" y="4820353"/>
                </a:cubicBezTo>
                <a:lnTo>
                  <a:pt x="3196183" y="4821512"/>
                </a:lnTo>
                <a:cubicBezTo>
                  <a:pt x="3255898" y="4821512"/>
                  <a:pt x="3266333" y="4768175"/>
                  <a:pt x="3266333" y="4733390"/>
                </a:cubicBezTo>
                <a:cubicBezTo>
                  <a:pt x="3266333" y="4698605"/>
                  <a:pt x="3255028" y="4646427"/>
                  <a:pt x="3196183" y="4646427"/>
                </a:cubicBezTo>
                <a:close/>
                <a:moveTo>
                  <a:pt x="3039939" y="4645268"/>
                </a:moveTo>
                <a:lnTo>
                  <a:pt x="2946310" y="4753391"/>
                </a:lnTo>
                <a:lnTo>
                  <a:pt x="2946310" y="4774262"/>
                </a:lnTo>
                <a:lnTo>
                  <a:pt x="3035592" y="4774262"/>
                </a:lnTo>
                <a:lnTo>
                  <a:pt x="3035592" y="4816005"/>
                </a:lnTo>
                <a:lnTo>
                  <a:pt x="3061390" y="4816005"/>
                </a:lnTo>
                <a:lnTo>
                  <a:pt x="3061390" y="4774262"/>
                </a:lnTo>
                <a:lnTo>
                  <a:pt x="3090378" y="4774262"/>
                </a:lnTo>
                <a:lnTo>
                  <a:pt x="3090378" y="4756000"/>
                </a:lnTo>
                <a:lnTo>
                  <a:pt x="3061390" y="4756000"/>
                </a:lnTo>
                <a:lnTo>
                  <a:pt x="3061390" y="4645268"/>
                </a:lnTo>
                <a:close/>
                <a:moveTo>
                  <a:pt x="2668607" y="4644108"/>
                </a:moveTo>
                <a:cubicBezTo>
                  <a:pt x="2660492" y="4671936"/>
                  <a:pt x="2646576" y="4674835"/>
                  <a:pt x="2613532" y="4676574"/>
                </a:cubicBezTo>
                <a:lnTo>
                  <a:pt x="2613532" y="4694836"/>
                </a:lnTo>
                <a:lnTo>
                  <a:pt x="2661360" y="4694836"/>
                </a:lnTo>
                <a:lnTo>
                  <a:pt x="2661360" y="4816005"/>
                </a:lnTo>
                <a:lnTo>
                  <a:pt x="2688609" y="4816005"/>
                </a:lnTo>
                <a:lnTo>
                  <a:pt x="2688609" y="4644108"/>
                </a:lnTo>
                <a:close/>
                <a:moveTo>
                  <a:pt x="1258356" y="4594540"/>
                </a:moveTo>
                <a:lnTo>
                  <a:pt x="1062979" y="4803831"/>
                </a:lnTo>
                <a:lnTo>
                  <a:pt x="1081821" y="4821513"/>
                </a:lnTo>
                <a:lnTo>
                  <a:pt x="1100663" y="4840065"/>
                </a:lnTo>
                <a:lnTo>
                  <a:pt x="1241253" y="4689039"/>
                </a:lnTo>
                <a:lnTo>
                  <a:pt x="1180090" y="4914274"/>
                </a:lnTo>
                <a:lnTo>
                  <a:pt x="1200091" y="4932825"/>
                </a:lnTo>
                <a:lnTo>
                  <a:pt x="1220092" y="4950508"/>
                </a:lnTo>
                <a:lnTo>
                  <a:pt x="1415180" y="4740927"/>
                </a:lnTo>
                <a:lnTo>
                  <a:pt x="1396338" y="4723534"/>
                </a:lnTo>
                <a:lnTo>
                  <a:pt x="1377785" y="4706142"/>
                </a:lnTo>
                <a:lnTo>
                  <a:pt x="1240674" y="4853109"/>
                </a:lnTo>
                <a:lnTo>
                  <a:pt x="1300389" y="4633963"/>
                </a:lnTo>
                <a:lnTo>
                  <a:pt x="1279227" y="4614251"/>
                </a:lnTo>
                <a:close/>
                <a:moveTo>
                  <a:pt x="1165885" y="4493663"/>
                </a:moveTo>
                <a:lnTo>
                  <a:pt x="953116" y="4685271"/>
                </a:lnTo>
                <a:lnTo>
                  <a:pt x="971668" y="4705562"/>
                </a:lnTo>
                <a:lnTo>
                  <a:pt x="989930" y="4726143"/>
                </a:lnTo>
                <a:lnTo>
                  <a:pt x="1202700" y="4534535"/>
                </a:lnTo>
                <a:lnTo>
                  <a:pt x="1184438" y="4513954"/>
                </a:lnTo>
                <a:close/>
                <a:moveTo>
                  <a:pt x="4760648" y="4437717"/>
                </a:moveTo>
                <a:lnTo>
                  <a:pt x="4742387" y="4458298"/>
                </a:lnTo>
                <a:lnTo>
                  <a:pt x="4723834" y="4478590"/>
                </a:lnTo>
                <a:lnTo>
                  <a:pt x="4803551" y="4550478"/>
                </a:lnTo>
                <a:lnTo>
                  <a:pt x="4734850" y="4627006"/>
                </a:lnTo>
                <a:lnTo>
                  <a:pt x="4655134" y="4555116"/>
                </a:lnTo>
                <a:lnTo>
                  <a:pt x="4636581" y="4575697"/>
                </a:lnTo>
                <a:lnTo>
                  <a:pt x="4618319" y="4595989"/>
                </a:lnTo>
                <a:lnTo>
                  <a:pt x="4830509" y="4788177"/>
                </a:lnTo>
                <a:lnTo>
                  <a:pt x="4848771" y="4767596"/>
                </a:lnTo>
                <a:lnTo>
                  <a:pt x="4867324" y="4747305"/>
                </a:lnTo>
                <a:lnTo>
                  <a:pt x="4770794" y="4660342"/>
                </a:lnTo>
                <a:lnTo>
                  <a:pt x="4839785" y="4583814"/>
                </a:lnTo>
                <a:lnTo>
                  <a:pt x="4936025" y="4670777"/>
                </a:lnTo>
                <a:lnTo>
                  <a:pt x="4954575" y="4650196"/>
                </a:lnTo>
                <a:lnTo>
                  <a:pt x="4973418" y="4629325"/>
                </a:lnTo>
                <a:close/>
                <a:moveTo>
                  <a:pt x="2938192" y="4294517"/>
                </a:moveTo>
                <a:cubicBezTo>
                  <a:pt x="2944540" y="4303938"/>
                  <a:pt x="2951614" y="4312866"/>
                  <a:pt x="2959355" y="4321185"/>
                </a:cubicBezTo>
                <a:cubicBezTo>
                  <a:pt x="2968341" y="4330172"/>
                  <a:pt x="2981674" y="4338288"/>
                  <a:pt x="2982544" y="4343506"/>
                </a:cubicBezTo>
                <a:cubicBezTo>
                  <a:pt x="2983413" y="4348724"/>
                  <a:pt x="2976166" y="4350463"/>
                  <a:pt x="2976166" y="4350463"/>
                </a:cubicBezTo>
                <a:lnTo>
                  <a:pt x="2976166" y="4529027"/>
                </a:lnTo>
                <a:cubicBezTo>
                  <a:pt x="2976166" y="4529027"/>
                  <a:pt x="3043998" y="4527867"/>
                  <a:pt x="3066029" y="4544681"/>
                </a:cubicBezTo>
                <a:cubicBezTo>
                  <a:pt x="3088060" y="4561493"/>
                  <a:pt x="3126034" y="4575697"/>
                  <a:pt x="3135889" y="4587293"/>
                </a:cubicBezTo>
                <a:cubicBezTo>
                  <a:pt x="3145745" y="4598887"/>
                  <a:pt x="3186907" y="4601496"/>
                  <a:pt x="3203721" y="4606134"/>
                </a:cubicBezTo>
                <a:cubicBezTo>
                  <a:pt x="3220534" y="4610773"/>
                  <a:pt x="3228650" y="4632513"/>
                  <a:pt x="3238216" y="4639760"/>
                </a:cubicBezTo>
                <a:cubicBezTo>
                  <a:pt x="3247781" y="4647007"/>
                  <a:pt x="3262565" y="4638891"/>
                  <a:pt x="3276768" y="4643239"/>
                </a:cubicBezTo>
                <a:cubicBezTo>
                  <a:pt x="3290974" y="4647586"/>
                  <a:pt x="3315032" y="4675995"/>
                  <a:pt x="3330687" y="4683531"/>
                </a:cubicBezTo>
                <a:cubicBezTo>
                  <a:pt x="3346339" y="4691068"/>
                  <a:pt x="3365472" y="4692517"/>
                  <a:pt x="3372429" y="4709330"/>
                </a:cubicBezTo>
                <a:cubicBezTo>
                  <a:pt x="3379386" y="4726143"/>
                  <a:pt x="3375327" y="4735419"/>
                  <a:pt x="3393299" y="4735419"/>
                </a:cubicBezTo>
                <a:cubicBezTo>
                  <a:pt x="3407910" y="4734810"/>
                  <a:pt x="3422055" y="4740491"/>
                  <a:pt x="3432144" y="4751073"/>
                </a:cubicBezTo>
                <a:cubicBezTo>
                  <a:pt x="3438230" y="4756290"/>
                  <a:pt x="3457941" y="4749913"/>
                  <a:pt x="3476204" y="4756290"/>
                </a:cubicBezTo>
                <a:cubicBezTo>
                  <a:pt x="3485480" y="4758899"/>
                  <a:pt x="3515628" y="4774262"/>
                  <a:pt x="3534179" y="4779480"/>
                </a:cubicBezTo>
                <a:cubicBezTo>
                  <a:pt x="3563602" y="4792148"/>
                  <a:pt x="3591691" y="4807801"/>
                  <a:pt x="3617954" y="4826150"/>
                </a:cubicBezTo>
                <a:cubicBezTo>
                  <a:pt x="3672945" y="4829919"/>
                  <a:pt x="3727411" y="4839137"/>
                  <a:pt x="3780574" y="4853688"/>
                </a:cubicBezTo>
                <a:lnTo>
                  <a:pt x="2118131" y="4855428"/>
                </a:lnTo>
                <a:cubicBezTo>
                  <a:pt x="2118131" y="4855428"/>
                  <a:pt x="2171758" y="4844702"/>
                  <a:pt x="2316696" y="4832238"/>
                </a:cubicBezTo>
                <a:cubicBezTo>
                  <a:pt x="2342236" y="4810990"/>
                  <a:pt x="2371832" y="4795104"/>
                  <a:pt x="2403659" y="4785568"/>
                </a:cubicBezTo>
                <a:cubicBezTo>
                  <a:pt x="2414096" y="4784698"/>
                  <a:pt x="2446272" y="4747594"/>
                  <a:pt x="2450331" y="4741506"/>
                </a:cubicBezTo>
                <a:cubicBezTo>
                  <a:pt x="2454388" y="4735419"/>
                  <a:pt x="2489173" y="4740057"/>
                  <a:pt x="2497001" y="4718026"/>
                </a:cubicBezTo>
                <a:cubicBezTo>
                  <a:pt x="2504828" y="4695996"/>
                  <a:pt x="2526569" y="4698894"/>
                  <a:pt x="2538743" y="4694546"/>
                </a:cubicBezTo>
                <a:cubicBezTo>
                  <a:pt x="2550917" y="4690198"/>
                  <a:pt x="2552656" y="4659472"/>
                  <a:pt x="2574978" y="4647877"/>
                </a:cubicBezTo>
                <a:cubicBezTo>
                  <a:pt x="2585123" y="4642658"/>
                  <a:pt x="2610922" y="4634252"/>
                  <a:pt x="2629475" y="4627006"/>
                </a:cubicBezTo>
                <a:cubicBezTo>
                  <a:pt x="2648027" y="4619759"/>
                  <a:pt x="2667739" y="4592799"/>
                  <a:pt x="2681362" y="4590771"/>
                </a:cubicBezTo>
                <a:cubicBezTo>
                  <a:pt x="2704929" y="4589611"/>
                  <a:pt x="2727975" y="4583379"/>
                  <a:pt x="2748904" y="4572509"/>
                </a:cubicBezTo>
                <a:cubicBezTo>
                  <a:pt x="2768615" y="4559175"/>
                  <a:pt x="2791515" y="4546130"/>
                  <a:pt x="2808618" y="4536274"/>
                </a:cubicBezTo>
                <a:cubicBezTo>
                  <a:pt x="2825720" y="4526418"/>
                  <a:pt x="2903409" y="4531636"/>
                  <a:pt x="2903409" y="4531636"/>
                </a:cubicBezTo>
                <a:lnTo>
                  <a:pt x="2903409" y="4354232"/>
                </a:lnTo>
                <a:lnTo>
                  <a:pt x="2894711" y="4346115"/>
                </a:lnTo>
                <a:cubicBezTo>
                  <a:pt x="2890942" y="4342637"/>
                  <a:pt x="2906887" y="4331911"/>
                  <a:pt x="2917612" y="4321185"/>
                </a:cubicBezTo>
                <a:cubicBezTo>
                  <a:pt x="2925381" y="4313041"/>
                  <a:pt x="2932279" y="4304112"/>
                  <a:pt x="2938192" y="4294517"/>
                </a:cubicBezTo>
                <a:close/>
                <a:moveTo>
                  <a:pt x="4935734" y="4198279"/>
                </a:moveTo>
                <a:lnTo>
                  <a:pt x="4920950" y="4219440"/>
                </a:lnTo>
                <a:lnTo>
                  <a:pt x="4906166" y="4240600"/>
                </a:lnTo>
                <a:lnTo>
                  <a:pt x="5070816" y="4356551"/>
                </a:lnTo>
                <a:lnTo>
                  <a:pt x="4845583" y="4327563"/>
                </a:lnTo>
                <a:lnTo>
                  <a:pt x="4829060" y="4351333"/>
                </a:lnTo>
                <a:lnTo>
                  <a:pt x="4812537" y="4374813"/>
                </a:lnTo>
                <a:lnTo>
                  <a:pt x="5047046" y="4539174"/>
                </a:lnTo>
                <a:lnTo>
                  <a:pt x="5061830" y="4518012"/>
                </a:lnTo>
                <a:lnTo>
                  <a:pt x="5076324" y="4496851"/>
                </a:lnTo>
                <a:lnTo>
                  <a:pt x="4907325" y="4378582"/>
                </a:lnTo>
                <a:lnTo>
                  <a:pt x="5139227" y="4407569"/>
                </a:lnTo>
                <a:lnTo>
                  <a:pt x="5155171" y="4384959"/>
                </a:lnTo>
                <a:lnTo>
                  <a:pt x="5170244" y="4362639"/>
                </a:lnTo>
                <a:close/>
                <a:moveTo>
                  <a:pt x="891083" y="4173060"/>
                </a:moveTo>
                <a:cubicBezTo>
                  <a:pt x="810468" y="4169958"/>
                  <a:pt x="736433" y="4217381"/>
                  <a:pt x="705561" y="4291909"/>
                </a:cubicBezTo>
                <a:cubicBezTo>
                  <a:pt x="695386" y="4325361"/>
                  <a:pt x="701271" y="4361653"/>
                  <a:pt x="721504" y="4390177"/>
                </a:cubicBezTo>
                <a:cubicBezTo>
                  <a:pt x="737534" y="4416034"/>
                  <a:pt x="765885" y="4431629"/>
                  <a:pt x="796292" y="4431340"/>
                </a:cubicBezTo>
                <a:lnTo>
                  <a:pt x="801800" y="4431340"/>
                </a:lnTo>
                <a:lnTo>
                  <a:pt x="772812" y="4455979"/>
                </a:lnTo>
                <a:lnTo>
                  <a:pt x="792814" y="4486995"/>
                </a:lnTo>
                <a:lnTo>
                  <a:pt x="922389" y="4402931"/>
                </a:lnTo>
                <a:lnTo>
                  <a:pt x="862384" y="4310171"/>
                </a:lnTo>
                <a:lnTo>
                  <a:pt x="820932" y="4337130"/>
                </a:lnTo>
                <a:lnTo>
                  <a:pt x="853108" y="4390177"/>
                </a:lnTo>
                <a:cubicBezTo>
                  <a:pt x="841194" y="4394844"/>
                  <a:pt x="828527" y="4397308"/>
                  <a:pt x="815714" y="4397424"/>
                </a:cubicBezTo>
                <a:cubicBezTo>
                  <a:pt x="795684" y="4397453"/>
                  <a:pt x="777044" y="4387162"/>
                  <a:pt x="766435" y="4370175"/>
                </a:cubicBezTo>
                <a:cubicBezTo>
                  <a:pt x="753246" y="4352435"/>
                  <a:pt x="749680" y="4329332"/>
                  <a:pt x="756869" y="4308431"/>
                </a:cubicBezTo>
                <a:cubicBezTo>
                  <a:pt x="767392" y="4284429"/>
                  <a:pt x="785538" y="4264573"/>
                  <a:pt x="808467" y="4251906"/>
                </a:cubicBezTo>
                <a:cubicBezTo>
                  <a:pt x="829802" y="4236223"/>
                  <a:pt x="855630" y="4227875"/>
                  <a:pt x="882096" y="4228136"/>
                </a:cubicBezTo>
                <a:cubicBezTo>
                  <a:pt x="904213" y="4229237"/>
                  <a:pt x="924273" y="4241470"/>
                  <a:pt x="935434" y="4260602"/>
                </a:cubicBezTo>
                <a:cubicBezTo>
                  <a:pt x="942970" y="4272284"/>
                  <a:pt x="946043" y="4286256"/>
                  <a:pt x="944130" y="4300026"/>
                </a:cubicBezTo>
                <a:cubicBezTo>
                  <a:pt x="943347" y="4313215"/>
                  <a:pt x="937289" y="4325535"/>
                  <a:pt x="927317" y="4334231"/>
                </a:cubicBezTo>
                <a:lnTo>
                  <a:pt x="959783" y="4380321"/>
                </a:lnTo>
                <a:cubicBezTo>
                  <a:pt x="981379" y="4363421"/>
                  <a:pt x="995525" y="4338781"/>
                  <a:pt x="999206" y="4311620"/>
                </a:cubicBezTo>
                <a:cubicBezTo>
                  <a:pt x="1002047" y="4283096"/>
                  <a:pt x="994540" y="4254486"/>
                  <a:pt x="978046" y="4231035"/>
                </a:cubicBezTo>
                <a:cubicBezTo>
                  <a:pt x="959696" y="4199177"/>
                  <a:pt x="927520" y="4177755"/>
                  <a:pt x="891083" y="4173060"/>
                </a:cubicBezTo>
                <a:close/>
                <a:moveTo>
                  <a:pt x="5119227" y="4006380"/>
                </a:moveTo>
                <a:cubicBezTo>
                  <a:pt x="5145345" y="4004757"/>
                  <a:pt x="5171318" y="4011134"/>
                  <a:pt x="5193724" y="4024643"/>
                </a:cubicBezTo>
                <a:cubicBezTo>
                  <a:pt x="5217814" y="4034643"/>
                  <a:pt x="5238048" y="4052123"/>
                  <a:pt x="5251411" y="4074501"/>
                </a:cubicBezTo>
                <a:cubicBezTo>
                  <a:pt x="5253845" y="4079835"/>
                  <a:pt x="5255585" y="4085488"/>
                  <a:pt x="5256542" y="4091256"/>
                </a:cubicBezTo>
                <a:cubicBezTo>
                  <a:pt x="5262513" y="4127287"/>
                  <a:pt x="5238134" y="4161290"/>
                  <a:pt x="5202132" y="4167261"/>
                </a:cubicBezTo>
                <a:cubicBezTo>
                  <a:pt x="5176477" y="4169232"/>
                  <a:pt x="5150823" y="4163145"/>
                  <a:pt x="5128792" y="4149869"/>
                </a:cubicBezTo>
                <a:cubicBezTo>
                  <a:pt x="5104588" y="4139086"/>
                  <a:pt x="5084355" y="4121055"/>
                  <a:pt x="5070816" y="4098271"/>
                </a:cubicBezTo>
                <a:cubicBezTo>
                  <a:pt x="5060962" y="4080212"/>
                  <a:pt x="5060962" y="4058355"/>
                  <a:pt x="5070816" y="4040295"/>
                </a:cubicBezTo>
                <a:cubicBezTo>
                  <a:pt x="5080064" y="4021424"/>
                  <a:pt x="5098327" y="4008612"/>
                  <a:pt x="5119227" y="4006380"/>
                </a:cubicBezTo>
                <a:close/>
                <a:moveTo>
                  <a:pt x="5106472" y="3954783"/>
                </a:moveTo>
                <a:cubicBezTo>
                  <a:pt x="5102210" y="3955826"/>
                  <a:pt x="5098006" y="3957131"/>
                  <a:pt x="5093891" y="3958609"/>
                </a:cubicBezTo>
                <a:cubicBezTo>
                  <a:pt x="5029336" y="3982089"/>
                  <a:pt x="4996029" y="4053427"/>
                  <a:pt x="5019509" y="4117983"/>
                </a:cubicBezTo>
                <a:cubicBezTo>
                  <a:pt x="5036292" y="4154246"/>
                  <a:pt x="5065339" y="4183408"/>
                  <a:pt x="5101543" y="4200308"/>
                </a:cubicBezTo>
                <a:cubicBezTo>
                  <a:pt x="5135285" y="4220570"/>
                  <a:pt x="5175230" y="4227991"/>
                  <a:pt x="5214015" y="4221179"/>
                </a:cubicBezTo>
                <a:cubicBezTo>
                  <a:pt x="5248541" y="4213758"/>
                  <a:pt x="5277672" y="4190742"/>
                  <a:pt x="5292863" y="4158856"/>
                </a:cubicBezTo>
                <a:lnTo>
                  <a:pt x="5292283" y="4158276"/>
                </a:lnTo>
                <a:cubicBezTo>
                  <a:pt x="5310196" y="4127984"/>
                  <a:pt x="5313415" y="4091198"/>
                  <a:pt x="5300978" y="4058269"/>
                </a:cubicBezTo>
                <a:cubicBezTo>
                  <a:pt x="5284949" y="4022294"/>
                  <a:pt x="5256425" y="3993336"/>
                  <a:pt x="5220684" y="3976813"/>
                </a:cubicBezTo>
                <a:cubicBezTo>
                  <a:pt x="5186448" y="3956087"/>
                  <a:pt x="5145953" y="3948290"/>
                  <a:pt x="5106472" y="3954783"/>
                </a:cubicBezTo>
                <a:close/>
                <a:moveTo>
                  <a:pt x="773392" y="3864051"/>
                </a:moveTo>
                <a:lnTo>
                  <a:pt x="513952" y="3985219"/>
                </a:lnTo>
                <a:lnTo>
                  <a:pt x="524678" y="4008410"/>
                </a:lnTo>
                <a:lnTo>
                  <a:pt x="535693" y="4031600"/>
                </a:lnTo>
                <a:lnTo>
                  <a:pt x="722663" y="3944637"/>
                </a:lnTo>
                <a:lnTo>
                  <a:pt x="581493" y="4130448"/>
                </a:lnTo>
                <a:lnTo>
                  <a:pt x="593089" y="4155087"/>
                </a:lnTo>
                <a:lnTo>
                  <a:pt x="604684" y="4179437"/>
                </a:lnTo>
                <a:lnTo>
                  <a:pt x="864123" y="4058558"/>
                </a:lnTo>
                <a:lnTo>
                  <a:pt x="853108" y="4035078"/>
                </a:lnTo>
                <a:lnTo>
                  <a:pt x="842383" y="4011888"/>
                </a:lnTo>
                <a:lnTo>
                  <a:pt x="660340" y="4096822"/>
                </a:lnTo>
                <a:lnTo>
                  <a:pt x="797742" y="3916519"/>
                </a:lnTo>
                <a:lnTo>
                  <a:pt x="785567" y="3890430"/>
                </a:lnTo>
                <a:close/>
                <a:moveTo>
                  <a:pt x="5403596" y="3746652"/>
                </a:moveTo>
                <a:lnTo>
                  <a:pt x="5356634" y="3868980"/>
                </a:lnTo>
                <a:lnTo>
                  <a:pt x="5136909" y="3784625"/>
                </a:lnTo>
                <a:lnTo>
                  <a:pt x="5127052" y="3810424"/>
                </a:lnTo>
                <a:lnTo>
                  <a:pt x="5117198" y="3835933"/>
                </a:lnTo>
                <a:lnTo>
                  <a:pt x="5385043" y="3938839"/>
                </a:lnTo>
                <a:lnTo>
                  <a:pt x="5451134" y="3764913"/>
                </a:lnTo>
                <a:lnTo>
                  <a:pt x="5427364" y="3755927"/>
                </a:lnTo>
                <a:close/>
                <a:moveTo>
                  <a:pt x="722953" y="3736795"/>
                </a:moveTo>
                <a:lnTo>
                  <a:pt x="455687" y="3839412"/>
                </a:lnTo>
                <a:lnTo>
                  <a:pt x="465543" y="3865211"/>
                </a:lnTo>
                <a:lnTo>
                  <a:pt x="475398" y="3890720"/>
                </a:lnTo>
                <a:lnTo>
                  <a:pt x="742665" y="3788104"/>
                </a:lnTo>
                <a:lnTo>
                  <a:pt x="732809" y="3762595"/>
                </a:lnTo>
                <a:close/>
                <a:moveTo>
                  <a:pt x="478008" y="3541709"/>
                </a:moveTo>
                <a:lnTo>
                  <a:pt x="461485" y="3546057"/>
                </a:lnTo>
                <a:cubicBezTo>
                  <a:pt x="434700" y="3550202"/>
                  <a:pt x="410350" y="3564029"/>
                  <a:pt x="393073" y="3584900"/>
                </a:cubicBezTo>
                <a:cubicBezTo>
                  <a:pt x="380580" y="3605946"/>
                  <a:pt x="378145" y="3631455"/>
                  <a:pt x="386407" y="3654470"/>
                </a:cubicBezTo>
                <a:cubicBezTo>
                  <a:pt x="390812" y="3677400"/>
                  <a:pt x="404582" y="3697459"/>
                  <a:pt x="424381" y="3709837"/>
                </a:cubicBezTo>
                <a:lnTo>
                  <a:pt x="424381" y="3709257"/>
                </a:lnTo>
                <a:cubicBezTo>
                  <a:pt x="445947" y="3719924"/>
                  <a:pt x="470877" y="3721606"/>
                  <a:pt x="493661" y="3713896"/>
                </a:cubicBezTo>
                <a:lnTo>
                  <a:pt x="692517" y="3660558"/>
                </a:lnTo>
                <a:lnTo>
                  <a:pt x="685270" y="3633889"/>
                </a:lnTo>
                <a:lnTo>
                  <a:pt x="678312" y="3607511"/>
                </a:lnTo>
                <a:lnTo>
                  <a:pt x="479457" y="3660848"/>
                </a:lnTo>
                <a:cubicBezTo>
                  <a:pt x="469370" y="3664037"/>
                  <a:pt x="458527" y="3664037"/>
                  <a:pt x="448440" y="3660848"/>
                </a:cubicBezTo>
                <a:cubicBezTo>
                  <a:pt x="447425" y="3660239"/>
                  <a:pt x="446440" y="3659544"/>
                  <a:pt x="445484" y="3658819"/>
                </a:cubicBezTo>
                <a:cubicBezTo>
                  <a:pt x="431251" y="3647920"/>
                  <a:pt x="428554" y="3627541"/>
                  <a:pt x="439454" y="3613308"/>
                </a:cubicBezTo>
                <a:cubicBezTo>
                  <a:pt x="449484" y="3604583"/>
                  <a:pt x="461717" y="3598785"/>
                  <a:pt x="474819" y="3596495"/>
                </a:cubicBezTo>
                <a:lnTo>
                  <a:pt x="491342" y="3592147"/>
                </a:lnTo>
                <a:close/>
                <a:moveTo>
                  <a:pt x="5351272" y="3443702"/>
                </a:moveTo>
                <a:cubicBezTo>
                  <a:pt x="5364223" y="3443701"/>
                  <a:pt x="5377173" y="3445644"/>
                  <a:pt x="5389680" y="3449528"/>
                </a:cubicBezTo>
                <a:cubicBezTo>
                  <a:pt x="5414986" y="3454339"/>
                  <a:pt x="5438091" y="3467036"/>
                  <a:pt x="5455773" y="3485763"/>
                </a:cubicBezTo>
                <a:cubicBezTo>
                  <a:pt x="5459425" y="3490342"/>
                  <a:pt x="5462468" y="3495415"/>
                  <a:pt x="5464818" y="3500807"/>
                </a:cubicBezTo>
                <a:cubicBezTo>
                  <a:pt x="5479368" y="3534432"/>
                  <a:pt x="5463919" y="3573537"/>
                  <a:pt x="5430264" y="3588089"/>
                </a:cubicBezTo>
                <a:cubicBezTo>
                  <a:pt x="5405740" y="3595886"/>
                  <a:pt x="5379419" y="3595886"/>
                  <a:pt x="5354895" y="3588089"/>
                </a:cubicBezTo>
                <a:cubicBezTo>
                  <a:pt x="5329154" y="3583190"/>
                  <a:pt x="5305559" y="3570435"/>
                  <a:pt x="5287355" y="3551564"/>
                </a:cubicBezTo>
                <a:cubicBezTo>
                  <a:pt x="5282919" y="3546288"/>
                  <a:pt x="5279354" y="3540374"/>
                  <a:pt x="5276803" y="3533969"/>
                </a:cubicBezTo>
                <a:cubicBezTo>
                  <a:pt x="5263440" y="3500691"/>
                  <a:pt x="5279586" y="3462891"/>
                  <a:pt x="5312864" y="3449528"/>
                </a:cubicBezTo>
                <a:cubicBezTo>
                  <a:pt x="5325372" y="3445644"/>
                  <a:pt x="5338322" y="3443701"/>
                  <a:pt x="5351272" y="3443702"/>
                </a:cubicBezTo>
                <a:close/>
                <a:moveTo>
                  <a:pt x="5343895" y="3389031"/>
                </a:moveTo>
                <a:cubicBezTo>
                  <a:pt x="5324263" y="3390111"/>
                  <a:pt x="5304820" y="3394640"/>
                  <a:pt x="5286485" y="3402568"/>
                </a:cubicBezTo>
                <a:cubicBezTo>
                  <a:pt x="5282571" y="3404656"/>
                  <a:pt x="5278746" y="3406945"/>
                  <a:pt x="5275064" y="3409438"/>
                </a:cubicBezTo>
                <a:cubicBezTo>
                  <a:pt x="5218306" y="3447818"/>
                  <a:pt x="5203435" y="3524954"/>
                  <a:pt x="5241844" y="3581712"/>
                </a:cubicBezTo>
                <a:cubicBezTo>
                  <a:pt x="5267005" y="3612844"/>
                  <a:pt x="5302313" y="3634180"/>
                  <a:pt x="5341562" y="3642006"/>
                </a:cubicBezTo>
                <a:cubicBezTo>
                  <a:pt x="5379246" y="3653485"/>
                  <a:pt x="5419771" y="3651021"/>
                  <a:pt x="5455774" y="3635049"/>
                </a:cubicBezTo>
                <a:cubicBezTo>
                  <a:pt x="5487224" y="3619164"/>
                  <a:pt x="5509718" y="3589829"/>
                  <a:pt x="5516937" y="3555333"/>
                </a:cubicBezTo>
                <a:cubicBezTo>
                  <a:pt x="5527054" y="3521388"/>
                  <a:pt x="5520851" y="3484633"/>
                  <a:pt x="5500124" y="3455906"/>
                </a:cubicBezTo>
                <a:cubicBezTo>
                  <a:pt x="5475862" y="3424830"/>
                  <a:pt x="5441163" y="3403582"/>
                  <a:pt x="5402435" y="3396191"/>
                </a:cubicBezTo>
                <a:cubicBezTo>
                  <a:pt x="5383347" y="3390321"/>
                  <a:pt x="5363526" y="3387952"/>
                  <a:pt x="5343895" y="3389031"/>
                </a:cubicBezTo>
                <a:close/>
                <a:moveTo>
                  <a:pt x="624105" y="3377349"/>
                </a:moveTo>
                <a:lnTo>
                  <a:pt x="343215" y="3432136"/>
                </a:lnTo>
                <a:lnTo>
                  <a:pt x="348433" y="3459094"/>
                </a:lnTo>
                <a:lnTo>
                  <a:pt x="353651" y="3486052"/>
                </a:lnTo>
                <a:lnTo>
                  <a:pt x="634541" y="3431555"/>
                </a:lnTo>
                <a:lnTo>
                  <a:pt x="629324" y="3404307"/>
                </a:lnTo>
                <a:close/>
                <a:moveTo>
                  <a:pt x="1234006" y="3374449"/>
                </a:moveTo>
                <a:cubicBezTo>
                  <a:pt x="1341464" y="3400741"/>
                  <a:pt x="1450950" y="3418105"/>
                  <a:pt x="1561278" y="3426337"/>
                </a:cubicBezTo>
                <a:cubicBezTo>
                  <a:pt x="1772888" y="3434744"/>
                  <a:pt x="2072620" y="3416772"/>
                  <a:pt x="2346844" y="3419960"/>
                </a:cubicBezTo>
                <a:cubicBezTo>
                  <a:pt x="2390616" y="3428077"/>
                  <a:pt x="2430039" y="3434744"/>
                  <a:pt x="2460765" y="3438513"/>
                </a:cubicBezTo>
                <a:cubicBezTo>
                  <a:pt x="2534394" y="3448658"/>
                  <a:pt x="2657013" y="3461702"/>
                  <a:pt x="2710929" y="3467500"/>
                </a:cubicBezTo>
                <a:lnTo>
                  <a:pt x="2634111" y="3777958"/>
                </a:lnTo>
                <a:lnTo>
                  <a:pt x="2941670" y="3830135"/>
                </a:lnTo>
                <a:lnTo>
                  <a:pt x="3248941" y="3777958"/>
                </a:lnTo>
                <a:lnTo>
                  <a:pt x="3172123" y="3467790"/>
                </a:lnTo>
                <a:cubicBezTo>
                  <a:pt x="3226039" y="3461412"/>
                  <a:pt x="3348658" y="3448368"/>
                  <a:pt x="3422286" y="3438802"/>
                </a:cubicBezTo>
                <a:cubicBezTo>
                  <a:pt x="3453013" y="3435034"/>
                  <a:pt x="3492436" y="3428367"/>
                  <a:pt x="3536498" y="3420250"/>
                </a:cubicBezTo>
                <a:cubicBezTo>
                  <a:pt x="3810722" y="3417061"/>
                  <a:pt x="4110164" y="3435034"/>
                  <a:pt x="4322065" y="3426628"/>
                </a:cubicBezTo>
                <a:lnTo>
                  <a:pt x="4323224" y="3426337"/>
                </a:lnTo>
                <a:cubicBezTo>
                  <a:pt x="4433464" y="3418076"/>
                  <a:pt x="4542835" y="3400741"/>
                  <a:pt x="4650204" y="3374449"/>
                </a:cubicBezTo>
                <a:cubicBezTo>
                  <a:pt x="4650204" y="3374449"/>
                  <a:pt x="4554255" y="3528664"/>
                  <a:pt x="4444393" y="3604032"/>
                </a:cubicBezTo>
                <a:cubicBezTo>
                  <a:pt x="4021115" y="3726389"/>
                  <a:pt x="3586646" y="3806017"/>
                  <a:pt x="3147484" y="3841731"/>
                </a:cubicBezTo>
                <a:lnTo>
                  <a:pt x="3230678" y="4174508"/>
                </a:lnTo>
                <a:lnTo>
                  <a:pt x="2940801" y="4237122"/>
                </a:lnTo>
                <a:lnTo>
                  <a:pt x="2650925" y="4174508"/>
                </a:lnTo>
                <a:lnTo>
                  <a:pt x="2734119" y="3841731"/>
                </a:lnTo>
                <a:cubicBezTo>
                  <a:pt x="2295825" y="3805844"/>
                  <a:pt x="1862256" y="3726215"/>
                  <a:pt x="1439819" y="3604032"/>
                </a:cubicBezTo>
                <a:cubicBezTo>
                  <a:pt x="1329955" y="3528664"/>
                  <a:pt x="1234006" y="3374449"/>
                  <a:pt x="1234006" y="3374449"/>
                </a:cubicBezTo>
                <a:close/>
                <a:moveTo>
                  <a:pt x="590770" y="3106314"/>
                </a:moveTo>
                <a:lnTo>
                  <a:pt x="306691" y="3141390"/>
                </a:lnTo>
                <a:lnTo>
                  <a:pt x="331040" y="3340825"/>
                </a:lnTo>
                <a:lnTo>
                  <a:pt x="356259" y="3337926"/>
                </a:lnTo>
                <a:lnTo>
                  <a:pt x="381479" y="3334737"/>
                </a:lnTo>
                <a:lnTo>
                  <a:pt x="363796" y="3189799"/>
                </a:lnTo>
                <a:lnTo>
                  <a:pt x="437715" y="3180523"/>
                </a:lnTo>
                <a:lnTo>
                  <a:pt x="453368" y="3308358"/>
                </a:lnTo>
                <a:lnTo>
                  <a:pt x="478008" y="3305460"/>
                </a:lnTo>
                <a:lnTo>
                  <a:pt x="502358" y="3302561"/>
                </a:lnTo>
                <a:lnTo>
                  <a:pt x="486704" y="3174725"/>
                </a:lnTo>
                <a:lnTo>
                  <a:pt x="546998" y="3167188"/>
                </a:lnTo>
                <a:lnTo>
                  <a:pt x="563811" y="3304880"/>
                </a:lnTo>
                <a:lnTo>
                  <a:pt x="589321" y="3301981"/>
                </a:lnTo>
                <a:lnTo>
                  <a:pt x="614250" y="3298792"/>
                </a:lnTo>
                <a:close/>
                <a:moveTo>
                  <a:pt x="5381565" y="3057905"/>
                </a:moveTo>
                <a:cubicBezTo>
                  <a:pt x="5354258" y="3057499"/>
                  <a:pt x="5327880" y="3067935"/>
                  <a:pt x="5308225" y="3086893"/>
                </a:cubicBezTo>
                <a:cubicBezTo>
                  <a:pt x="5264454" y="3136607"/>
                  <a:pt x="5264454" y="3211105"/>
                  <a:pt x="5308225" y="3260819"/>
                </a:cubicBezTo>
                <a:cubicBezTo>
                  <a:pt x="5369854" y="3312648"/>
                  <a:pt x="5457164" y="3320852"/>
                  <a:pt x="5527372" y="3281400"/>
                </a:cubicBezTo>
                <a:cubicBezTo>
                  <a:pt x="5556070" y="3261486"/>
                  <a:pt x="5573869" y="3229338"/>
                  <a:pt x="5575493" y="3194437"/>
                </a:cubicBezTo>
                <a:cubicBezTo>
                  <a:pt x="5578796" y="3164174"/>
                  <a:pt x="5566041" y="3134375"/>
                  <a:pt x="5541866" y="3115881"/>
                </a:cubicBezTo>
                <a:lnTo>
                  <a:pt x="5537519" y="3113561"/>
                </a:lnTo>
                <a:lnTo>
                  <a:pt x="5574912" y="3111242"/>
                </a:lnTo>
                <a:lnTo>
                  <a:pt x="5577522" y="3075008"/>
                </a:lnTo>
                <a:lnTo>
                  <a:pt x="5423598" y="3061674"/>
                </a:lnTo>
                <a:lnTo>
                  <a:pt x="5414031" y="3171536"/>
                </a:lnTo>
                <a:lnTo>
                  <a:pt x="5463311" y="3175885"/>
                </a:lnTo>
                <a:lnTo>
                  <a:pt x="5468528" y="3113851"/>
                </a:lnTo>
                <a:cubicBezTo>
                  <a:pt x="5480819" y="3117504"/>
                  <a:pt x="5492298" y="3123418"/>
                  <a:pt x="5502443" y="3131244"/>
                </a:cubicBezTo>
                <a:cubicBezTo>
                  <a:pt x="5518271" y="3143563"/>
                  <a:pt x="5526590" y="3163188"/>
                  <a:pt x="5524474" y="3183132"/>
                </a:cubicBezTo>
                <a:cubicBezTo>
                  <a:pt x="5524156" y="3204901"/>
                  <a:pt x="5513372" y="3225193"/>
                  <a:pt x="5495486" y="3237628"/>
                </a:cubicBezTo>
                <a:cubicBezTo>
                  <a:pt x="5472325" y="3249948"/>
                  <a:pt x="5445772" y="3254441"/>
                  <a:pt x="5419829" y="3250383"/>
                </a:cubicBezTo>
                <a:cubicBezTo>
                  <a:pt x="5393334" y="3249601"/>
                  <a:pt x="5367795" y="3240238"/>
                  <a:pt x="5347070" y="3223715"/>
                </a:cubicBezTo>
                <a:cubicBezTo>
                  <a:pt x="5330605" y="3209221"/>
                  <a:pt x="5322342" y="3187509"/>
                  <a:pt x="5325039" y="3165739"/>
                </a:cubicBezTo>
                <a:cubicBezTo>
                  <a:pt x="5326198" y="3151767"/>
                  <a:pt x="5332372" y="3138694"/>
                  <a:pt x="5342431" y="3128925"/>
                </a:cubicBezTo>
                <a:cubicBezTo>
                  <a:pt x="5351302" y="3119127"/>
                  <a:pt x="5363738" y="3113301"/>
                  <a:pt x="5376926" y="3112692"/>
                </a:cubicBezTo>
                <a:close/>
                <a:moveTo>
                  <a:pt x="1422136" y="2968913"/>
                </a:moveTo>
                <a:cubicBezTo>
                  <a:pt x="1482025" y="2980074"/>
                  <a:pt x="1542696" y="2986654"/>
                  <a:pt x="1603600" y="2988625"/>
                </a:cubicBezTo>
                <a:cubicBezTo>
                  <a:pt x="1646791" y="2990364"/>
                  <a:pt x="1700129" y="2988625"/>
                  <a:pt x="1761002" y="2988625"/>
                </a:cubicBezTo>
                <a:cubicBezTo>
                  <a:pt x="1815209" y="2986886"/>
                  <a:pt x="1876663" y="2986886"/>
                  <a:pt x="1941307" y="2986886"/>
                </a:cubicBezTo>
                <a:cubicBezTo>
                  <a:pt x="2016384" y="2986886"/>
                  <a:pt x="2111174" y="2987755"/>
                  <a:pt x="2213500" y="2993843"/>
                </a:cubicBezTo>
                <a:cubicBezTo>
                  <a:pt x="2310088" y="3022686"/>
                  <a:pt x="2408326" y="3045528"/>
                  <a:pt x="2507726" y="3062254"/>
                </a:cubicBezTo>
                <a:cubicBezTo>
                  <a:pt x="2576571" y="3072023"/>
                  <a:pt x="2646026" y="3076777"/>
                  <a:pt x="2715567" y="3076457"/>
                </a:cubicBezTo>
                <a:lnTo>
                  <a:pt x="2645417" y="3374740"/>
                </a:lnTo>
                <a:lnTo>
                  <a:pt x="2935294" y="3408945"/>
                </a:lnTo>
                <a:lnTo>
                  <a:pt x="2938482" y="3408945"/>
                </a:lnTo>
                <a:lnTo>
                  <a:pt x="2942251" y="3408945"/>
                </a:lnTo>
                <a:lnTo>
                  <a:pt x="3234157" y="3374161"/>
                </a:lnTo>
                <a:lnTo>
                  <a:pt x="3164007" y="3075878"/>
                </a:lnTo>
                <a:cubicBezTo>
                  <a:pt x="3233548" y="3076196"/>
                  <a:pt x="3303003" y="3071443"/>
                  <a:pt x="3371848" y="3061674"/>
                </a:cubicBezTo>
                <a:cubicBezTo>
                  <a:pt x="3471624" y="3045296"/>
                  <a:pt x="3570268" y="3022715"/>
                  <a:pt x="3667233" y="2994132"/>
                </a:cubicBezTo>
                <a:cubicBezTo>
                  <a:pt x="3769559" y="2987176"/>
                  <a:pt x="3864349" y="2987176"/>
                  <a:pt x="3939428" y="2987176"/>
                </a:cubicBezTo>
                <a:cubicBezTo>
                  <a:pt x="4003780" y="2987176"/>
                  <a:pt x="4065523" y="2988915"/>
                  <a:pt x="4119730" y="2988915"/>
                </a:cubicBezTo>
                <a:cubicBezTo>
                  <a:pt x="4180894" y="2988915"/>
                  <a:pt x="4234232" y="2988915"/>
                  <a:pt x="4277133" y="2988915"/>
                </a:cubicBezTo>
                <a:lnTo>
                  <a:pt x="4277133" y="2988625"/>
                </a:lnTo>
                <a:cubicBezTo>
                  <a:pt x="4338037" y="2986654"/>
                  <a:pt x="4398708" y="2980074"/>
                  <a:pt x="4458596" y="2968913"/>
                </a:cubicBezTo>
                <a:cubicBezTo>
                  <a:pt x="4409434" y="3034310"/>
                  <a:pt x="4350820" y="3092053"/>
                  <a:pt x="4284670" y="3140230"/>
                </a:cubicBezTo>
                <a:cubicBezTo>
                  <a:pt x="4203882" y="3186263"/>
                  <a:pt x="4119208" y="3225048"/>
                  <a:pt x="4031608" y="3256181"/>
                </a:cubicBezTo>
                <a:cubicBezTo>
                  <a:pt x="3828810" y="3314765"/>
                  <a:pt x="3622476" y="3360362"/>
                  <a:pt x="3413881" y="3392712"/>
                </a:cubicBezTo>
                <a:cubicBezTo>
                  <a:pt x="3318800" y="3404888"/>
                  <a:pt x="3139947" y="3423729"/>
                  <a:pt x="3138208" y="3423729"/>
                </a:cubicBezTo>
                <a:lnTo>
                  <a:pt x="3111540" y="3426338"/>
                </a:lnTo>
                <a:lnTo>
                  <a:pt x="3188936" y="3740275"/>
                </a:lnTo>
                <a:lnTo>
                  <a:pt x="2939353" y="3782596"/>
                </a:lnTo>
                <a:lnTo>
                  <a:pt x="2689479" y="3740275"/>
                </a:lnTo>
                <a:lnTo>
                  <a:pt x="2767166" y="3426338"/>
                </a:lnTo>
                <a:lnTo>
                  <a:pt x="2740207" y="3423729"/>
                </a:lnTo>
                <a:cubicBezTo>
                  <a:pt x="2738468" y="3423439"/>
                  <a:pt x="2559613" y="3404888"/>
                  <a:pt x="2464534" y="3392712"/>
                </a:cubicBezTo>
                <a:cubicBezTo>
                  <a:pt x="2256721" y="3360217"/>
                  <a:pt x="2051169" y="3314620"/>
                  <a:pt x="1849124" y="3256181"/>
                </a:cubicBezTo>
                <a:cubicBezTo>
                  <a:pt x="1761524" y="3225048"/>
                  <a:pt x="1676852" y="3186263"/>
                  <a:pt x="1596062" y="3140230"/>
                </a:cubicBezTo>
                <a:cubicBezTo>
                  <a:pt x="1529913" y="3092053"/>
                  <a:pt x="1471300" y="3034310"/>
                  <a:pt x="1422136" y="2968913"/>
                </a:cubicBezTo>
                <a:close/>
                <a:moveTo>
                  <a:pt x="473659" y="2862818"/>
                </a:moveTo>
                <a:lnTo>
                  <a:pt x="536563" y="2862818"/>
                </a:lnTo>
                <a:lnTo>
                  <a:pt x="536563" y="2923693"/>
                </a:lnTo>
                <a:cubicBezTo>
                  <a:pt x="537142" y="2934940"/>
                  <a:pt x="534417" y="2946129"/>
                  <a:pt x="528736" y="2955869"/>
                </a:cubicBezTo>
                <a:cubicBezTo>
                  <a:pt x="523779" y="2963029"/>
                  <a:pt x="515401" y="2967029"/>
                  <a:pt x="506705" y="2966304"/>
                </a:cubicBezTo>
                <a:cubicBezTo>
                  <a:pt x="497284" y="2967087"/>
                  <a:pt x="488009" y="2963580"/>
                  <a:pt x="481486" y="2956739"/>
                </a:cubicBezTo>
                <a:cubicBezTo>
                  <a:pt x="475341" y="2947636"/>
                  <a:pt x="472587" y="2936650"/>
                  <a:pt x="473659" y="2925722"/>
                </a:cubicBezTo>
                <a:close/>
                <a:moveTo>
                  <a:pt x="349303" y="2859049"/>
                </a:moveTo>
                <a:lnTo>
                  <a:pt x="425540" y="2860499"/>
                </a:lnTo>
                <a:lnTo>
                  <a:pt x="425540" y="2926011"/>
                </a:lnTo>
                <a:cubicBezTo>
                  <a:pt x="426120" y="2937752"/>
                  <a:pt x="422844" y="2949346"/>
                  <a:pt x="416264" y="2959057"/>
                </a:cubicBezTo>
                <a:cubicBezTo>
                  <a:pt x="409423" y="2966594"/>
                  <a:pt x="399423" y="2970479"/>
                  <a:pt x="389305" y="2969492"/>
                </a:cubicBezTo>
                <a:cubicBezTo>
                  <a:pt x="378030" y="2970130"/>
                  <a:pt x="366985" y="2966014"/>
                  <a:pt x="358869" y="2958187"/>
                </a:cubicBezTo>
                <a:cubicBezTo>
                  <a:pt x="351564" y="2949027"/>
                  <a:pt x="348143" y="2937375"/>
                  <a:pt x="349303" y="2925721"/>
                </a:cubicBezTo>
                <a:close/>
                <a:moveTo>
                  <a:pt x="301472" y="2805423"/>
                </a:moveTo>
                <a:lnTo>
                  <a:pt x="301472" y="2831801"/>
                </a:lnTo>
                <a:lnTo>
                  <a:pt x="301183" y="2924852"/>
                </a:lnTo>
                <a:cubicBezTo>
                  <a:pt x="298748" y="2951231"/>
                  <a:pt x="306430" y="2977522"/>
                  <a:pt x="322634" y="2998480"/>
                </a:cubicBezTo>
                <a:cubicBezTo>
                  <a:pt x="340026" y="3016279"/>
                  <a:pt x="364173" y="3025758"/>
                  <a:pt x="389016" y="3024570"/>
                </a:cubicBezTo>
                <a:cubicBezTo>
                  <a:pt x="410350" y="3026105"/>
                  <a:pt x="431106" y="3017003"/>
                  <a:pt x="444382" y="3000220"/>
                </a:cubicBezTo>
                <a:cubicBezTo>
                  <a:pt x="448295" y="2995263"/>
                  <a:pt x="451513" y="2989813"/>
                  <a:pt x="453948" y="2983986"/>
                </a:cubicBezTo>
                <a:cubicBezTo>
                  <a:pt x="465224" y="3005438"/>
                  <a:pt x="487719" y="3018569"/>
                  <a:pt x="511923" y="3017902"/>
                </a:cubicBezTo>
                <a:cubicBezTo>
                  <a:pt x="531954" y="3019323"/>
                  <a:pt x="551608" y="3011786"/>
                  <a:pt x="565551" y="2997321"/>
                </a:cubicBezTo>
                <a:cubicBezTo>
                  <a:pt x="579377" y="2980682"/>
                  <a:pt x="586508" y="2959493"/>
                  <a:pt x="585552" y="2937896"/>
                </a:cubicBezTo>
                <a:lnTo>
                  <a:pt x="587581" y="2836730"/>
                </a:lnTo>
                <a:lnTo>
                  <a:pt x="587581" y="2810641"/>
                </a:lnTo>
                <a:close/>
                <a:moveTo>
                  <a:pt x="5295761" y="2754405"/>
                </a:moveTo>
                <a:lnTo>
                  <a:pt x="5295761" y="2785711"/>
                </a:lnTo>
                <a:lnTo>
                  <a:pt x="5295761" y="2816728"/>
                </a:lnTo>
                <a:lnTo>
                  <a:pt x="5421278" y="2863688"/>
                </a:lnTo>
                <a:lnTo>
                  <a:pt x="5299239" y="2921663"/>
                </a:lnTo>
                <a:lnTo>
                  <a:pt x="5299239" y="2954419"/>
                </a:lnTo>
                <a:lnTo>
                  <a:pt x="5299239" y="2987175"/>
                </a:lnTo>
                <a:lnTo>
                  <a:pt x="5473165" y="2888907"/>
                </a:lnTo>
                <a:lnTo>
                  <a:pt x="5580710" y="2885139"/>
                </a:lnTo>
                <a:lnTo>
                  <a:pt x="5580710" y="2857601"/>
                </a:lnTo>
                <a:lnTo>
                  <a:pt x="5580710" y="2830352"/>
                </a:lnTo>
                <a:lnTo>
                  <a:pt x="5472007" y="2834121"/>
                </a:lnTo>
                <a:close/>
                <a:moveTo>
                  <a:pt x="4283801" y="2516995"/>
                </a:moveTo>
                <a:cubicBezTo>
                  <a:pt x="4236231" y="2587754"/>
                  <a:pt x="4178517" y="2651150"/>
                  <a:pt x="4112483" y="2705125"/>
                </a:cubicBezTo>
                <a:cubicBezTo>
                  <a:pt x="4035840" y="2770435"/>
                  <a:pt x="3950935" y="2825395"/>
                  <a:pt x="3860001" y="2868615"/>
                </a:cubicBezTo>
                <a:cubicBezTo>
                  <a:pt x="3701323" y="2939316"/>
                  <a:pt x="3533946" y="2988537"/>
                  <a:pt x="3362281" y="3015003"/>
                </a:cubicBezTo>
                <a:cubicBezTo>
                  <a:pt x="3291118" y="3024714"/>
                  <a:pt x="3219314" y="3029265"/>
                  <a:pt x="3147484" y="3028627"/>
                </a:cubicBezTo>
                <a:lnTo>
                  <a:pt x="3103132" y="3028627"/>
                </a:lnTo>
                <a:lnTo>
                  <a:pt x="3175022" y="3333867"/>
                </a:lnTo>
                <a:lnTo>
                  <a:pt x="2943121" y="3362854"/>
                </a:lnTo>
                <a:lnTo>
                  <a:pt x="2940221" y="3362854"/>
                </a:lnTo>
                <a:lnTo>
                  <a:pt x="2937033" y="3362854"/>
                </a:lnTo>
                <a:lnTo>
                  <a:pt x="2705131" y="3333867"/>
                </a:lnTo>
                <a:lnTo>
                  <a:pt x="2777310" y="3029207"/>
                </a:lnTo>
                <a:lnTo>
                  <a:pt x="2732960" y="3029207"/>
                </a:lnTo>
                <a:cubicBezTo>
                  <a:pt x="2661128" y="3029873"/>
                  <a:pt x="2589325" y="3025323"/>
                  <a:pt x="2518160" y="3015583"/>
                </a:cubicBezTo>
                <a:cubicBezTo>
                  <a:pt x="2346467" y="2989204"/>
                  <a:pt x="2179092" y="2939954"/>
                  <a:pt x="2020442" y="2869195"/>
                </a:cubicBezTo>
                <a:cubicBezTo>
                  <a:pt x="1929247" y="2825974"/>
                  <a:pt x="1844168" y="2770898"/>
                  <a:pt x="1767380" y="2705415"/>
                </a:cubicBezTo>
                <a:cubicBezTo>
                  <a:pt x="1701461" y="2651614"/>
                  <a:pt x="1643921" y="2588305"/>
                  <a:pt x="1596642" y="2517575"/>
                </a:cubicBezTo>
                <a:cubicBezTo>
                  <a:pt x="1659835" y="2527141"/>
                  <a:pt x="1752886" y="2537866"/>
                  <a:pt x="1775786" y="2537866"/>
                </a:cubicBezTo>
                <a:lnTo>
                  <a:pt x="1845357" y="2541055"/>
                </a:lnTo>
                <a:cubicBezTo>
                  <a:pt x="1929711" y="2544823"/>
                  <a:pt x="2039285" y="2550042"/>
                  <a:pt x="2172337" y="2558158"/>
                </a:cubicBezTo>
                <a:cubicBezTo>
                  <a:pt x="2184223" y="2564825"/>
                  <a:pt x="2196398" y="2571202"/>
                  <a:pt x="2208862" y="2577579"/>
                </a:cubicBezTo>
                <a:cubicBezTo>
                  <a:pt x="2324900" y="2636338"/>
                  <a:pt x="2449576" y="2676166"/>
                  <a:pt x="2578165" y="2695559"/>
                </a:cubicBezTo>
                <a:cubicBezTo>
                  <a:pt x="2600051" y="2698632"/>
                  <a:pt x="2622140" y="2700081"/>
                  <a:pt x="2644258" y="2699907"/>
                </a:cubicBezTo>
                <a:cubicBezTo>
                  <a:pt x="2674694" y="2699907"/>
                  <a:pt x="2703972" y="2697589"/>
                  <a:pt x="2725423" y="2695559"/>
                </a:cubicBezTo>
                <a:lnTo>
                  <a:pt x="2661650" y="2960796"/>
                </a:lnTo>
                <a:lnTo>
                  <a:pt x="2941670" y="2978479"/>
                </a:lnTo>
                <a:lnTo>
                  <a:pt x="3221402" y="2960796"/>
                </a:lnTo>
                <a:lnTo>
                  <a:pt x="3157919" y="2695559"/>
                </a:lnTo>
                <a:cubicBezTo>
                  <a:pt x="3179079" y="2697589"/>
                  <a:pt x="3209806" y="2699907"/>
                  <a:pt x="3238794" y="2699907"/>
                </a:cubicBezTo>
                <a:cubicBezTo>
                  <a:pt x="3260911" y="2700110"/>
                  <a:pt x="3283001" y="2698661"/>
                  <a:pt x="3304886" y="2695559"/>
                </a:cubicBezTo>
                <a:cubicBezTo>
                  <a:pt x="3433564" y="2676109"/>
                  <a:pt x="3558325" y="2636279"/>
                  <a:pt x="3674479" y="2577579"/>
                </a:cubicBezTo>
                <a:lnTo>
                  <a:pt x="3711004" y="2558158"/>
                </a:lnTo>
                <a:cubicBezTo>
                  <a:pt x="3844057" y="2550042"/>
                  <a:pt x="3953341" y="2544823"/>
                  <a:pt x="4037984" y="2541055"/>
                </a:cubicBezTo>
                <a:lnTo>
                  <a:pt x="4107265" y="2537866"/>
                </a:lnTo>
                <a:lnTo>
                  <a:pt x="4104367" y="2537287"/>
                </a:lnTo>
                <a:cubicBezTo>
                  <a:pt x="4127557" y="2536127"/>
                  <a:pt x="4220318" y="2526561"/>
                  <a:pt x="4283801" y="2516995"/>
                </a:cubicBezTo>
                <a:close/>
                <a:moveTo>
                  <a:pt x="2938773" y="1364157"/>
                </a:moveTo>
                <a:cubicBezTo>
                  <a:pt x="2901958" y="1364157"/>
                  <a:pt x="2888625" y="1405610"/>
                  <a:pt x="2880797" y="1446193"/>
                </a:cubicBezTo>
                <a:lnTo>
                  <a:pt x="2880797" y="1450251"/>
                </a:lnTo>
                <a:cubicBezTo>
                  <a:pt x="2877029" y="1471412"/>
                  <a:pt x="2831808" y="1703313"/>
                  <a:pt x="2831808" y="1703313"/>
                </a:cubicBezTo>
                <a:lnTo>
                  <a:pt x="2828040" y="1722154"/>
                </a:lnTo>
                <a:lnTo>
                  <a:pt x="2792095" y="1722154"/>
                </a:lnTo>
                <a:cubicBezTo>
                  <a:pt x="2493492" y="1723373"/>
                  <a:pt x="2196368" y="1680500"/>
                  <a:pt x="1910290" y="1594899"/>
                </a:cubicBezTo>
                <a:cubicBezTo>
                  <a:pt x="1916870" y="1664151"/>
                  <a:pt x="1943568" y="1729952"/>
                  <a:pt x="1987106" y="1784188"/>
                </a:cubicBezTo>
                <a:cubicBezTo>
                  <a:pt x="2041372" y="1848918"/>
                  <a:pt x="2114740" y="1894776"/>
                  <a:pt x="2196689" y="1915212"/>
                </a:cubicBezTo>
                <a:lnTo>
                  <a:pt x="2214081" y="1918691"/>
                </a:lnTo>
                <a:lnTo>
                  <a:pt x="2214081" y="1936373"/>
                </a:lnTo>
                <a:lnTo>
                  <a:pt x="2215239" y="1936373"/>
                </a:lnTo>
                <a:cubicBezTo>
                  <a:pt x="2221646" y="1995450"/>
                  <a:pt x="2248866" y="2050324"/>
                  <a:pt x="2292057" y="2091167"/>
                </a:cubicBezTo>
                <a:cubicBezTo>
                  <a:pt x="2338902" y="2125749"/>
                  <a:pt x="2395890" y="2143780"/>
                  <a:pt x="2454099" y="2142475"/>
                </a:cubicBezTo>
                <a:cubicBezTo>
                  <a:pt x="2467433" y="2142475"/>
                  <a:pt x="2475840" y="2142475"/>
                  <a:pt x="2475840" y="2142475"/>
                </a:cubicBezTo>
                <a:lnTo>
                  <a:pt x="2494101" y="2140156"/>
                </a:lnTo>
                <a:lnTo>
                  <a:pt x="2500479" y="2157259"/>
                </a:lnTo>
                <a:cubicBezTo>
                  <a:pt x="2524654" y="2206480"/>
                  <a:pt x="2568775" y="2243005"/>
                  <a:pt x="2621647" y="2257556"/>
                </a:cubicBezTo>
                <a:cubicBezTo>
                  <a:pt x="2641736" y="2263789"/>
                  <a:pt x="2662664" y="2266919"/>
                  <a:pt x="2683681" y="2266832"/>
                </a:cubicBezTo>
                <a:cubicBezTo>
                  <a:pt x="2711045" y="2266803"/>
                  <a:pt x="2738207" y="2262078"/>
                  <a:pt x="2763978" y="2252919"/>
                </a:cubicBezTo>
                <a:lnTo>
                  <a:pt x="2806589" y="2235236"/>
                </a:lnTo>
                <a:lnTo>
                  <a:pt x="2743976" y="2491196"/>
                </a:lnTo>
                <a:lnTo>
                  <a:pt x="3138208" y="2491196"/>
                </a:lnTo>
                <a:lnTo>
                  <a:pt x="3075305" y="2234946"/>
                </a:lnTo>
                <a:lnTo>
                  <a:pt x="3118207" y="2252919"/>
                </a:lnTo>
                <a:cubicBezTo>
                  <a:pt x="3143889" y="2262107"/>
                  <a:pt x="3170934" y="2266832"/>
                  <a:pt x="3198213" y="2266832"/>
                </a:cubicBezTo>
                <a:cubicBezTo>
                  <a:pt x="3219228" y="2266891"/>
                  <a:pt x="3240157" y="2263789"/>
                  <a:pt x="3260247" y="2257556"/>
                </a:cubicBezTo>
                <a:cubicBezTo>
                  <a:pt x="3313148" y="2243034"/>
                  <a:pt x="3357268" y="2206509"/>
                  <a:pt x="3381415" y="2157259"/>
                </a:cubicBezTo>
                <a:lnTo>
                  <a:pt x="3387792" y="2140156"/>
                </a:lnTo>
                <a:lnTo>
                  <a:pt x="3406054" y="2142475"/>
                </a:lnTo>
                <a:cubicBezTo>
                  <a:pt x="3406054" y="2142475"/>
                  <a:pt x="3414460" y="2142475"/>
                  <a:pt x="3427795" y="2142475"/>
                </a:cubicBezTo>
                <a:cubicBezTo>
                  <a:pt x="3486002" y="2143780"/>
                  <a:pt x="3542992" y="2125749"/>
                  <a:pt x="3589837" y="2091167"/>
                </a:cubicBezTo>
                <a:cubicBezTo>
                  <a:pt x="3633318" y="2050440"/>
                  <a:pt x="3660623" y="1995363"/>
                  <a:pt x="3666653" y="1936083"/>
                </a:cubicBezTo>
                <a:lnTo>
                  <a:pt x="3666653" y="1918691"/>
                </a:lnTo>
                <a:lnTo>
                  <a:pt x="3684047" y="1915212"/>
                </a:lnTo>
                <a:cubicBezTo>
                  <a:pt x="3765762" y="1894457"/>
                  <a:pt x="3838957" y="1848628"/>
                  <a:pt x="3893337" y="1784188"/>
                </a:cubicBezTo>
                <a:cubicBezTo>
                  <a:pt x="3936877" y="1729952"/>
                  <a:pt x="3963575" y="1664151"/>
                  <a:pt x="3970155" y="1594899"/>
                </a:cubicBezTo>
                <a:cubicBezTo>
                  <a:pt x="3684365" y="1680413"/>
                  <a:pt x="3387532" y="1723285"/>
                  <a:pt x="3089219" y="1722154"/>
                </a:cubicBezTo>
                <a:lnTo>
                  <a:pt x="3053274" y="1722154"/>
                </a:lnTo>
                <a:lnTo>
                  <a:pt x="3049506" y="1703313"/>
                </a:lnTo>
                <a:cubicBezTo>
                  <a:pt x="3049506" y="1703313"/>
                  <a:pt x="3004575" y="1470252"/>
                  <a:pt x="3000517" y="1450251"/>
                </a:cubicBezTo>
                <a:lnTo>
                  <a:pt x="3000517" y="1446193"/>
                </a:lnTo>
                <a:cubicBezTo>
                  <a:pt x="2992980" y="1405610"/>
                  <a:pt x="2979935" y="1364157"/>
                  <a:pt x="2942541" y="1364157"/>
                </a:cubicBezTo>
                <a:close/>
                <a:moveTo>
                  <a:pt x="3333399" y="1347802"/>
                </a:moveTo>
                <a:cubicBezTo>
                  <a:pt x="3353919" y="1346526"/>
                  <a:pt x="3374645" y="1348577"/>
                  <a:pt x="3394748" y="1354012"/>
                </a:cubicBezTo>
                <a:cubicBezTo>
                  <a:pt x="3437883" y="1368999"/>
                  <a:pt x="3476755" y="1394160"/>
                  <a:pt x="3508091" y="1427351"/>
                </a:cubicBezTo>
                <a:cubicBezTo>
                  <a:pt x="3463942" y="1436917"/>
                  <a:pt x="3418518" y="1439381"/>
                  <a:pt x="3373587" y="1434598"/>
                </a:cubicBezTo>
                <a:cubicBezTo>
                  <a:pt x="3317931" y="1428801"/>
                  <a:pt x="3273289" y="1361549"/>
                  <a:pt x="3273289" y="1361549"/>
                </a:cubicBezTo>
                <a:cubicBezTo>
                  <a:pt x="3292566" y="1353679"/>
                  <a:pt x="3312879" y="1349077"/>
                  <a:pt x="3333399" y="1347802"/>
                </a:cubicBezTo>
                <a:close/>
                <a:moveTo>
                  <a:pt x="958333" y="1225887"/>
                </a:moveTo>
                <a:cubicBezTo>
                  <a:pt x="954565" y="1225887"/>
                  <a:pt x="948768" y="1230525"/>
                  <a:pt x="946448" y="1230525"/>
                </a:cubicBezTo>
                <a:cubicBezTo>
                  <a:pt x="942275" y="1232264"/>
                  <a:pt x="938448" y="1234699"/>
                  <a:pt x="935144" y="1237772"/>
                </a:cubicBezTo>
                <a:cubicBezTo>
                  <a:pt x="932824" y="1240381"/>
                  <a:pt x="927027" y="1249077"/>
                  <a:pt x="921809" y="1252845"/>
                </a:cubicBezTo>
                <a:cubicBezTo>
                  <a:pt x="916591" y="1256614"/>
                  <a:pt x="910214" y="1262991"/>
                  <a:pt x="906735" y="1265600"/>
                </a:cubicBezTo>
                <a:cubicBezTo>
                  <a:pt x="903257" y="1268209"/>
                  <a:pt x="895720" y="1267919"/>
                  <a:pt x="893401" y="1269948"/>
                </a:cubicBezTo>
                <a:cubicBezTo>
                  <a:pt x="891053" y="1271832"/>
                  <a:pt x="889952" y="1274818"/>
                  <a:pt x="890502" y="1277775"/>
                </a:cubicBezTo>
                <a:lnTo>
                  <a:pt x="890213" y="1277775"/>
                </a:lnTo>
                <a:cubicBezTo>
                  <a:pt x="890473" y="1282848"/>
                  <a:pt x="889980" y="1287921"/>
                  <a:pt x="888763" y="1292848"/>
                </a:cubicBezTo>
                <a:cubicBezTo>
                  <a:pt x="889459" y="1295718"/>
                  <a:pt x="891691" y="1297950"/>
                  <a:pt x="894561" y="1298646"/>
                </a:cubicBezTo>
                <a:cubicBezTo>
                  <a:pt x="905402" y="1297573"/>
                  <a:pt x="916157" y="1301661"/>
                  <a:pt x="923549" y="1309661"/>
                </a:cubicBezTo>
                <a:cubicBezTo>
                  <a:pt x="934853" y="1321256"/>
                  <a:pt x="937752" y="1330822"/>
                  <a:pt x="950797" y="1344446"/>
                </a:cubicBezTo>
                <a:cubicBezTo>
                  <a:pt x="958333" y="1351693"/>
                  <a:pt x="956594" y="1358940"/>
                  <a:pt x="958333" y="1366187"/>
                </a:cubicBezTo>
                <a:cubicBezTo>
                  <a:pt x="956739" y="1374304"/>
                  <a:pt x="954101" y="1382217"/>
                  <a:pt x="950507" y="1389667"/>
                </a:cubicBezTo>
                <a:cubicBezTo>
                  <a:pt x="947405" y="1394044"/>
                  <a:pt x="944014" y="1398218"/>
                  <a:pt x="940361" y="1402132"/>
                </a:cubicBezTo>
                <a:cubicBezTo>
                  <a:pt x="935144" y="1407929"/>
                  <a:pt x="934564" y="1416625"/>
                  <a:pt x="930215" y="1423293"/>
                </a:cubicBezTo>
                <a:cubicBezTo>
                  <a:pt x="924244" y="1429641"/>
                  <a:pt x="924244" y="1439555"/>
                  <a:pt x="930215" y="1445903"/>
                </a:cubicBezTo>
                <a:cubicBezTo>
                  <a:pt x="937260" y="1451788"/>
                  <a:pt x="943694" y="1458397"/>
                  <a:pt x="949347" y="1465615"/>
                </a:cubicBezTo>
                <a:cubicBezTo>
                  <a:pt x="954275" y="1470542"/>
                  <a:pt x="955435" y="1468803"/>
                  <a:pt x="961232" y="1472282"/>
                </a:cubicBezTo>
                <a:cubicBezTo>
                  <a:pt x="967030" y="1475760"/>
                  <a:pt x="970218" y="1480688"/>
                  <a:pt x="977755" y="1483007"/>
                </a:cubicBezTo>
                <a:cubicBezTo>
                  <a:pt x="980973" y="1484485"/>
                  <a:pt x="984683" y="1484485"/>
                  <a:pt x="987901" y="1483007"/>
                </a:cubicBezTo>
                <a:cubicBezTo>
                  <a:pt x="991090" y="1481558"/>
                  <a:pt x="993119" y="1476050"/>
                  <a:pt x="994858" y="1473152"/>
                </a:cubicBezTo>
                <a:cubicBezTo>
                  <a:pt x="996626" y="1467876"/>
                  <a:pt x="998742" y="1462745"/>
                  <a:pt x="1001235" y="1457788"/>
                </a:cubicBezTo>
                <a:cubicBezTo>
                  <a:pt x="1005293" y="1453846"/>
                  <a:pt x="1008627" y="1449236"/>
                  <a:pt x="1011091" y="1444164"/>
                </a:cubicBezTo>
                <a:cubicBezTo>
                  <a:pt x="1011091" y="1444164"/>
                  <a:pt x="1016889" y="1441265"/>
                  <a:pt x="1020947" y="1441265"/>
                </a:cubicBezTo>
                <a:cubicBezTo>
                  <a:pt x="1031063" y="1449034"/>
                  <a:pt x="1040746" y="1457353"/>
                  <a:pt x="1049934" y="1466194"/>
                </a:cubicBezTo>
                <a:cubicBezTo>
                  <a:pt x="1054863" y="1471992"/>
                  <a:pt x="1051674" y="1483587"/>
                  <a:pt x="1049934" y="1489385"/>
                </a:cubicBezTo>
                <a:cubicBezTo>
                  <a:pt x="1047761" y="1502748"/>
                  <a:pt x="1044543" y="1515937"/>
                  <a:pt x="1040369" y="1528808"/>
                </a:cubicBezTo>
                <a:cubicBezTo>
                  <a:pt x="1036426" y="1535040"/>
                  <a:pt x="1033586" y="1541910"/>
                  <a:pt x="1031962" y="1549099"/>
                </a:cubicBezTo>
                <a:cubicBezTo>
                  <a:pt x="1030948" y="1556462"/>
                  <a:pt x="1029295" y="1563738"/>
                  <a:pt x="1027034" y="1570840"/>
                </a:cubicBezTo>
                <a:cubicBezTo>
                  <a:pt x="1025875" y="1574608"/>
                  <a:pt x="1021237" y="1576927"/>
                  <a:pt x="1019498" y="1580695"/>
                </a:cubicBezTo>
                <a:cubicBezTo>
                  <a:pt x="1017874" y="1585334"/>
                  <a:pt x="1019005" y="1590493"/>
                  <a:pt x="1022397" y="1594030"/>
                </a:cubicBezTo>
                <a:cubicBezTo>
                  <a:pt x="1023846" y="1595479"/>
                  <a:pt x="1031962" y="1598088"/>
                  <a:pt x="1036021" y="1600407"/>
                </a:cubicBezTo>
                <a:cubicBezTo>
                  <a:pt x="1040079" y="1602726"/>
                  <a:pt x="1045877" y="1609103"/>
                  <a:pt x="1050515" y="1609103"/>
                </a:cubicBezTo>
                <a:cubicBezTo>
                  <a:pt x="1055964" y="1607799"/>
                  <a:pt x="1061472" y="1606814"/>
                  <a:pt x="1067037" y="1606204"/>
                </a:cubicBezTo>
                <a:cubicBezTo>
                  <a:pt x="1076023" y="1606204"/>
                  <a:pt x="1092256" y="1610553"/>
                  <a:pt x="1094576" y="1604176"/>
                </a:cubicBezTo>
                <a:cubicBezTo>
                  <a:pt x="1097271" y="1591276"/>
                  <a:pt x="1098924" y="1578203"/>
                  <a:pt x="1099503" y="1565042"/>
                </a:cubicBezTo>
                <a:cubicBezTo>
                  <a:pt x="1102663" y="1558230"/>
                  <a:pt x="1105185" y="1551157"/>
                  <a:pt x="1107040" y="1543881"/>
                </a:cubicBezTo>
                <a:cubicBezTo>
                  <a:pt x="1108316" y="1530895"/>
                  <a:pt x="1111244" y="1518140"/>
                  <a:pt x="1115737" y="1505907"/>
                </a:cubicBezTo>
                <a:cubicBezTo>
                  <a:pt x="1119331" y="1497037"/>
                  <a:pt x="1122346" y="1487935"/>
                  <a:pt x="1124723" y="1478659"/>
                </a:cubicBezTo>
                <a:cubicBezTo>
                  <a:pt x="1126462" y="1471122"/>
                  <a:pt x="1119795" y="1455469"/>
                  <a:pt x="1124723" y="1444454"/>
                </a:cubicBezTo>
                <a:cubicBezTo>
                  <a:pt x="1128810" y="1434105"/>
                  <a:pt x="1131071" y="1423119"/>
                  <a:pt x="1131390" y="1411988"/>
                </a:cubicBezTo>
                <a:cubicBezTo>
                  <a:pt x="1132231" y="1406016"/>
                  <a:pt x="1130665" y="1399987"/>
                  <a:pt x="1127042" y="1395175"/>
                </a:cubicBezTo>
                <a:cubicBezTo>
                  <a:pt x="1119215" y="1384449"/>
                  <a:pt x="1114577" y="1373724"/>
                  <a:pt x="1112548" y="1371115"/>
                </a:cubicBezTo>
                <a:cubicBezTo>
                  <a:pt x="1110519" y="1368506"/>
                  <a:pt x="1105881" y="1367637"/>
                  <a:pt x="1101823" y="1364738"/>
                </a:cubicBezTo>
                <a:lnTo>
                  <a:pt x="1094866" y="1360100"/>
                </a:lnTo>
                <a:cubicBezTo>
                  <a:pt x="1092837" y="1358650"/>
                  <a:pt x="1088489" y="1360679"/>
                  <a:pt x="1081821" y="1354012"/>
                </a:cubicBezTo>
                <a:cubicBezTo>
                  <a:pt x="1076922" y="1349345"/>
                  <a:pt x="1072284" y="1344388"/>
                  <a:pt x="1067907" y="1339228"/>
                </a:cubicBezTo>
                <a:cubicBezTo>
                  <a:pt x="1061529" y="1331692"/>
                  <a:pt x="1057472" y="1325314"/>
                  <a:pt x="1052833" y="1320387"/>
                </a:cubicBezTo>
                <a:cubicBezTo>
                  <a:pt x="1037760" y="1303863"/>
                  <a:pt x="1032832" y="1298356"/>
                  <a:pt x="1025585" y="1291399"/>
                </a:cubicBezTo>
                <a:cubicBezTo>
                  <a:pt x="1020512" y="1286094"/>
                  <a:pt x="1015758" y="1280471"/>
                  <a:pt x="1011381" y="1274586"/>
                </a:cubicBezTo>
                <a:cubicBezTo>
                  <a:pt x="1007323" y="1265020"/>
                  <a:pt x="1004714" y="1256034"/>
                  <a:pt x="1002975" y="1253135"/>
                </a:cubicBezTo>
                <a:cubicBezTo>
                  <a:pt x="998888" y="1248091"/>
                  <a:pt x="994307" y="1243425"/>
                  <a:pt x="989350" y="1239221"/>
                </a:cubicBezTo>
                <a:cubicBezTo>
                  <a:pt x="985582" y="1236323"/>
                  <a:pt x="985582" y="1233424"/>
                  <a:pt x="980654" y="1229945"/>
                </a:cubicBezTo>
                <a:cubicBezTo>
                  <a:pt x="973639" y="1226843"/>
                  <a:pt x="965986" y="1225452"/>
                  <a:pt x="958333" y="1225887"/>
                </a:cubicBezTo>
                <a:close/>
                <a:moveTo>
                  <a:pt x="3519269" y="1224750"/>
                </a:moveTo>
                <a:lnTo>
                  <a:pt x="3635057" y="1240671"/>
                </a:lnTo>
                <a:cubicBezTo>
                  <a:pt x="3605112" y="1271571"/>
                  <a:pt x="3566848" y="1293109"/>
                  <a:pt x="3524904" y="1302704"/>
                </a:cubicBezTo>
                <a:cubicBezTo>
                  <a:pt x="3473305" y="1313720"/>
                  <a:pt x="3407212" y="1265600"/>
                  <a:pt x="3407212" y="1265600"/>
                </a:cubicBezTo>
                <a:cubicBezTo>
                  <a:pt x="3422909" y="1252382"/>
                  <a:pt x="3440693" y="1242156"/>
                  <a:pt x="3459684" y="1235239"/>
                </a:cubicBezTo>
                <a:close/>
                <a:moveTo>
                  <a:pt x="3519106" y="1224727"/>
                </a:moveTo>
                <a:lnTo>
                  <a:pt x="3519396" y="1224727"/>
                </a:lnTo>
                <a:lnTo>
                  <a:pt x="3519269" y="1224750"/>
                </a:lnTo>
                <a:close/>
                <a:moveTo>
                  <a:pt x="4892869" y="1087942"/>
                </a:moveTo>
                <a:cubicBezTo>
                  <a:pt x="4889571" y="1088993"/>
                  <a:pt x="4887035" y="1090805"/>
                  <a:pt x="4887325" y="1091964"/>
                </a:cubicBezTo>
                <a:cubicBezTo>
                  <a:pt x="4887904" y="1094283"/>
                  <a:pt x="4877469" y="1106458"/>
                  <a:pt x="4872251" y="1111096"/>
                </a:cubicBezTo>
                <a:cubicBezTo>
                  <a:pt x="4854858" y="1126170"/>
                  <a:pt x="4850801" y="1136315"/>
                  <a:pt x="4843264" y="1141823"/>
                </a:cubicBezTo>
                <a:cubicBezTo>
                  <a:pt x="4831089" y="1151389"/>
                  <a:pt x="4814856" y="1164143"/>
                  <a:pt x="4812537" y="1166752"/>
                </a:cubicBezTo>
                <a:cubicBezTo>
                  <a:pt x="4807869" y="1171448"/>
                  <a:pt x="4803782" y="1176724"/>
                  <a:pt x="4800362" y="1182406"/>
                </a:cubicBezTo>
                <a:cubicBezTo>
                  <a:pt x="4798855" y="1186812"/>
                  <a:pt x="4796826" y="1190986"/>
                  <a:pt x="4794274" y="1194870"/>
                </a:cubicBezTo>
                <a:cubicBezTo>
                  <a:pt x="4791955" y="1197769"/>
                  <a:pt x="4784998" y="1194870"/>
                  <a:pt x="4784998" y="1194870"/>
                </a:cubicBezTo>
                <a:cubicBezTo>
                  <a:pt x="4778360" y="1193044"/>
                  <a:pt x="4772098" y="1190116"/>
                  <a:pt x="4766446" y="1186174"/>
                </a:cubicBezTo>
                <a:cubicBezTo>
                  <a:pt x="4765577" y="1185623"/>
                  <a:pt x="4764851" y="1184869"/>
                  <a:pt x="4764301" y="1184029"/>
                </a:cubicBezTo>
                <a:cubicBezTo>
                  <a:pt x="4762127" y="1180666"/>
                  <a:pt x="4763084" y="1176173"/>
                  <a:pt x="4766446" y="1173999"/>
                </a:cubicBezTo>
                <a:cubicBezTo>
                  <a:pt x="4773316" y="1167158"/>
                  <a:pt x="4779259" y="1159476"/>
                  <a:pt x="4784128" y="1151099"/>
                </a:cubicBezTo>
                <a:cubicBezTo>
                  <a:pt x="4783839" y="1146751"/>
                  <a:pt x="4779490" y="1146751"/>
                  <a:pt x="4779490" y="1146751"/>
                </a:cubicBezTo>
                <a:cubicBezTo>
                  <a:pt x="4765577" y="1150577"/>
                  <a:pt x="4751430" y="1153592"/>
                  <a:pt x="4737168" y="1155737"/>
                </a:cubicBezTo>
                <a:cubicBezTo>
                  <a:pt x="4733544" y="1155534"/>
                  <a:pt x="4730009" y="1154635"/>
                  <a:pt x="4726733" y="1153128"/>
                </a:cubicBezTo>
                <a:cubicBezTo>
                  <a:pt x="4721747" y="1152374"/>
                  <a:pt x="4716761" y="1154374"/>
                  <a:pt x="4713688" y="1158346"/>
                </a:cubicBezTo>
                <a:cubicBezTo>
                  <a:pt x="4703543" y="1175738"/>
                  <a:pt x="4697455" y="1172550"/>
                  <a:pt x="4689918" y="1179796"/>
                </a:cubicBezTo>
                <a:cubicBezTo>
                  <a:pt x="4682324" y="1188058"/>
                  <a:pt x="4676788" y="1198001"/>
                  <a:pt x="4673685" y="1208784"/>
                </a:cubicBezTo>
                <a:cubicBezTo>
                  <a:pt x="4671859" y="1214002"/>
                  <a:pt x="4674061" y="1219742"/>
                  <a:pt x="4678904" y="1222408"/>
                </a:cubicBezTo>
                <a:cubicBezTo>
                  <a:pt x="4689339" y="1229655"/>
                  <a:pt x="4704702" y="1227046"/>
                  <a:pt x="4721805" y="1229655"/>
                </a:cubicBezTo>
                <a:cubicBezTo>
                  <a:pt x="4725951" y="1230090"/>
                  <a:pt x="4730124" y="1230090"/>
                  <a:pt x="4734270" y="1229655"/>
                </a:cubicBezTo>
                <a:cubicBezTo>
                  <a:pt x="4743749" y="1227307"/>
                  <a:pt x="4753517" y="1226438"/>
                  <a:pt x="4763257" y="1227046"/>
                </a:cubicBezTo>
                <a:cubicBezTo>
                  <a:pt x="4772272" y="1230351"/>
                  <a:pt x="4780766" y="1234931"/>
                  <a:pt x="4788476" y="1240671"/>
                </a:cubicBezTo>
                <a:cubicBezTo>
                  <a:pt x="4794274" y="1244439"/>
                  <a:pt x="4802970" y="1251106"/>
                  <a:pt x="4807319" y="1254295"/>
                </a:cubicBezTo>
                <a:cubicBezTo>
                  <a:pt x="4815406" y="1260208"/>
                  <a:pt x="4823175" y="1266586"/>
                  <a:pt x="4830509" y="1273427"/>
                </a:cubicBezTo>
                <a:cubicBezTo>
                  <a:pt x="4835378" y="1277572"/>
                  <a:pt x="4840626" y="1281253"/>
                  <a:pt x="4846162" y="1284442"/>
                </a:cubicBezTo>
                <a:cubicBezTo>
                  <a:pt x="4851988" y="1286906"/>
                  <a:pt x="4857294" y="1290471"/>
                  <a:pt x="4861816" y="1294877"/>
                </a:cubicBezTo>
                <a:cubicBezTo>
                  <a:pt x="4869351" y="1305226"/>
                  <a:pt x="4879295" y="1313603"/>
                  <a:pt x="4890804" y="1319227"/>
                </a:cubicBezTo>
                <a:cubicBezTo>
                  <a:pt x="4894282" y="1320387"/>
                  <a:pt x="4904137" y="1331692"/>
                  <a:pt x="4909066" y="1334011"/>
                </a:cubicBezTo>
                <a:cubicBezTo>
                  <a:pt x="4915471" y="1337953"/>
                  <a:pt x="4921241" y="1342823"/>
                  <a:pt x="4926168" y="1348505"/>
                </a:cubicBezTo>
                <a:cubicBezTo>
                  <a:pt x="4921559" y="1354360"/>
                  <a:pt x="4913675" y="1356476"/>
                  <a:pt x="4906747" y="1353722"/>
                </a:cubicBezTo>
                <a:cubicBezTo>
                  <a:pt x="4903558" y="1351693"/>
                  <a:pt x="4891673" y="1349664"/>
                  <a:pt x="4889065" y="1347055"/>
                </a:cubicBezTo>
                <a:cubicBezTo>
                  <a:pt x="4885905" y="1342794"/>
                  <a:pt x="4883353" y="1338127"/>
                  <a:pt x="4881528" y="1333141"/>
                </a:cubicBezTo>
                <a:cubicBezTo>
                  <a:pt x="4880079" y="1330822"/>
                  <a:pt x="4874281" y="1327344"/>
                  <a:pt x="4870802" y="1322995"/>
                </a:cubicBezTo>
                <a:cubicBezTo>
                  <a:pt x="4867584" y="1317836"/>
                  <a:pt x="4863467" y="1313314"/>
                  <a:pt x="4858626" y="1309661"/>
                </a:cubicBezTo>
                <a:cubicBezTo>
                  <a:pt x="4855148" y="1307632"/>
                  <a:pt x="4849350" y="1307632"/>
                  <a:pt x="4849350" y="1307632"/>
                </a:cubicBezTo>
                <a:cubicBezTo>
                  <a:pt x="4839495" y="1301255"/>
                  <a:pt x="4841815" y="1302414"/>
                  <a:pt x="4837176" y="1301255"/>
                </a:cubicBezTo>
                <a:cubicBezTo>
                  <a:pt x="4832538" y="1300095"/>
                  <a:pt x="4826740" y="1291979"/>
                  <a:pt x="4824421" y="1291979"/>
                </a:cubicBezTo>
                <a:cubicBezTo>
                  <a:pt x="4818246" y="1288442"/>
                  <a:pt x="4812333" y="1284471"/>
                  <a:pt x="4806739" y="1280094"/>
                </a:cubicBezTo>
                <a:cubicBezTo>
                  <a:pt x="4802680" y="1277485"/>
                  <a:pt x="4796594" y="1270238"/>
                  <a:pt x="4793115" y="1268209"/>
                </a:cubicBezTo>
                <a:cubicBezTo>
                  <a:pt x="4790361" y="1267339"/>
                  <a:pt x="4787549" y="1266643"/>
                  <a:pt x="4784708" y="1266180"/>
                </a:cubicBezTo>
                <a:cubicBezTo>
                  <a:pt x="4779780" y="1264730"/>
                  <a:pt x="4775722" y="1252556"/>
                  <a:pt x="4770214" y="1252556"/>
                </a:cubicBezTo>
                <a:cubicBezTo>
                  <a:pt x="4753981" y="1251396"/>
                  <a:pt x="4740936" y="1265020"/>
                  <a:pt x="4736589" y="1265020"/>
                </a:cubicBezTo>
                <a:cubicBezTo>
                  <a:pt x="4730529" y="1266586"/>
                  <a:pt x="4725080" y="1269919"/>
                  <a:pt x="4720935" y="1274586"/>
                </a:cubicBezTo>
                <a:cubicBezTo>
                  <a:pt x="4715427" y="1278644"/>
                  <a:pt x="4713399" y="1280674"/>
                  <a:pt x="4715427" y="1286471"/>
                </a:cubicBezTo>
                <a:cubicBezTo>
                  <a:pt x="4717196" y="1290675"/>
                  <a:pt x="4720384" y="1294153"/>
                  <a:pt x="4724413" y="1296327"/>
                </a:cubicBezTo>
                <a:cubicBezTo>
                  <a:pt x="4729429" y="1299719"/>
                  <a:pt x="4735197" y="1301835"/>
                  <a:pt x="4741226" y="1302414"/>
                </a:cubicBezTo>
                <a:cubicBezTo>
                  <a:pt x="4746879" y="1302066"/>
                  <a:pt x="4752532" y="1303371"/>
                  <a:pt x="4757459" y="1306183"/>
                </a:cubicBezTo>
                <a:cubicBezTo>
                  <a:pt x="4759779" y="1308792"/>
                  <a:pt x="4769055" y="1313720"/>
                  <a:pt x="4764996" y="1316328"/>
                </a:cubicBezTo>
                <a:cubicBezTo>
                  <a:pt x="4760011" y="1318995"/>
                  <a:pt x="4754763" y="1321140"/>
                  <a:pt x="4749344" y="1322706"/>
                </a:cubicBezTo>
                <a:cubicBezTo>
                  <a:pt x="4745575" y="1323865"/>
                  <a:pt x="4738618" y="1330242"/>
                  <a:pt x="4736009" y="1331982"/>
                </a:cubicBezTo>
                <a:cubicBezTo>
                  <a:pt x="4733399" y="1333721"/>
                  <a:pt x="4731372" y="1333721"/>
                  <a:pt x="4727313" y="1333721"/>
                </a:cubicBezTo>
                <a:cubicBezTo>
                  <a:pt x="4722442" y="1332880"/>
                  <a:pt x="4717718" y="1331199"/>
                  <a:pt x="4713399" y="1328793"/>
                </a:cubicBezTo>
                <a:cubicBezTo>
                  <a:pt x="4707370" y="1324300"/>
                  <a:pt x="4700963" y="1320329"/>
                  <a:pt x="4694266" y="1316908"/>
                </a:cubicBezTo>
                <a:cubicBezTo>
                  <a:pt x="4687890" y="1314589"/>
                  <a:pt x="4676294" y="1314009"/>
                  <a:pt x="4673975" y="1311401"/>
                </a:cubicBezTo>
                <a:cubicBezTo>
                  <a:pt x="4671657" y="1308792"/>
                  <a:pt x="4667598" y="1297486"/>
                  <a:pt x="4664989" y="1294877"/>
                </a:cubicBezTo>
                <a:cubicBezTo>
                  <a:pt x="4656843" y="1288326"/>
                  <a:pt x="4646293" y="1285602"/>
                  <a:pt x="4636001" y="1287341"/>
                </a:cubicBezTo>
                <a:cubicBezTo>
                  <a:pt x="4629594" y="1290123"/>
                  <a:pt x="4623653" y="1293834"/>
                  <a:pt x="4618319" y="1298356"/>
                </a:cubicBezTo>
                <a:cubicBezTo>
                  <a:pt x="4615709" y="1300675"/>
                  <a:pt x="4608174" y="1307052"/>
                  <a:pt x="4608752" y="1309951"/>
                </a:cubicBezTo>
                <a:cubicBezTo>
                  <a:pt x="4609333" y="1312850"/>
                  <a:pt x="4612231" y="1316908"/>
                  <a:pt x="4612231" y="1319807"/>
                </a:cubicBezTo>
                <a:cubicBezTo>
                  <a:pt x="4611942" y="1330822"/>
                  <a:pt x="4619768" y="1335460"/>
                  <a:pt x="4622378" y="1338069"/>
                </a:cubicBezTo>
                <a:cubicBezTo>
                  <a:pt x="4624985" y="1340678"/>
                  <a:pt x="4639479" y="1344736"/>
                  <a:pt x="4644118" y="1349085"/>
                </a:cubicBezTo>
                <a:cubicBezTo>
                  <a:pt x="4650988" y="1355491"/>
                  <a:pt x="4658467" y="1361230"/>
                  <a:pt x="4666438" y="1366187"/>
                </a:cubicBezTo>
                <a:cubicBezTo>
                  <a:pt x="4674295" y="1370970"/>
                  <a:pt x="4681657" y="1376507"/>
                  <a:pt x="4688469" y="1382710"/>
                </a:cubicBezTo>
                <a:cubicBezTo>
                  <a:pt x="4694266" y="1390247"/>
                  <a:pt x="4690208" y="1394885"/>
                  <a:pt x="4685571" y="1396334"/>
                </a:cubicBezTo>
                <a:cubicBezTo>
                  <a:pt x="4670206" y="1400103"/>
                  <a:pt x="4643538" y="1416625"/>
                  <a:pt x="4629624" y="1408799"/>
                </a:cubicBezTo>
                <a:cubicBezTo>
                  <a:pt x="4624117" y="1405320"/>
                  <a:pt x="4613101" y="1395755"/>
                  <a:pt x="4600637" y="1386768"/>
                </a:cubicBezTo>
                <a:cubicBezTo>
                  <a:pt x="4593680" y="1380681"/>
                  <a:pt x="4586722" y="1376043"/>
                  <a:pt x="4584982" y="1380681"/>
                </a:cubicBezTo>
                <a:cubicBezTo>
                  <a:pt x="4583243" y="1385319"/>
                  <a:pt x="4592810" y="1411988"/>
                  <a:pt x="4584982" y="1419814"/>
                </a:cubicBezTo>
                <a:cubicBezTo>
                  <a:pt x="4580925" y="1423583"/>
                  <a:pt x="4573098" y="1429960"/>
                  <a:pt x="4569330" y="1433728"/>
                </a:cubicBezTo>
                <a:cubicBezTo>
                  <a:pt x="4573824" y="1442714"/>
                  <a:pt x="4580750" y="1450251"/>
                  <a:pt x="4589331" y="1455469"/>
                </a:cubicBezTo>
                <a:cubicBezTo>
                  <a:pt x="4595564" y="1458020"/>
                  <a:pt x="4601332" y="1461556"/>
                  <a:pt x="4606435" y="1465905"/>
                </a:cubicBezTo>
                <a:cubicBezTo>
                  <a:pt x="4613855" y="1470456"/>
                  <a:pt x="4621594" y="1474427"/>
                  <a:pt x="4629624" y="1477789"/>
                </a:cubicBezTo>
                <a:cubicBezTo>
                  <a:pt x="4640640" y="1484167"/>
                  <a:pt x="4652234" y="1471992"/>
                  <a:pt x="4664410" y="1467934"/>
                </a:cubicBezTo>
                <a:cubicBezTo>
                  <a:pt x="4666149" y="1467644"/>
                  <a:pt x="4676294" y="1469093"/>
                  <a:pt x="4681222" y="1464165"/>
                </a:cubicBezTo>
                <a:cubicBezTo>
                  <a:pt x="4686933" y="1458918"/>
                  <a:pt x="4693630" y="1454889"/>
                  <a:pt x="4700933" y="1452280"/>
                </a:cubicBezTo>
                <a:cubicBezTo>
                  <a:pt x="4707021" y="1448802"/>
                  <a:pt x="4711370" y="1444743"/>
                  <a:pt x="4716878" y="1440685"/>
                </a:cubicBezTo>
                <a:cubicBezTo>
                  <a:pt x="4722385" y="1436627"/>
                  <a:pt x="4725574" y="1429670"/>
                  <a:pt x="4732530" y="1423872"/>
                </a:cubicBezTo>
                <a:cubicBezTo>
                  <a:pt x="4739487" y="1418075"/>
                  <a:pt x="4762677" y="1435177"/>
                  <a:pt x="4766155" y="1437787"/>
                </a:cubicBezTo>
                <a:cubicBezTo>
                  <a:pt x="4769634" y="1440395"/>
                  <a:pt x="4771953" y="1440395"/>
                  <a:pt x="4779490" y="1445034"/>
                </a:cubicBezTo>
                <a:cubicBezTo>
                  <a:pt x="4787027" y="1449671"/>
                  <a:pt x="4790216" y="1453150"/>
                  <a:pt x="4796882" y="1457788"/>
                </a:cubicBezTo>
                <a:cubicBezTo>
                  <a:pt x="4801811" y="1459904"/>
                  <a:pt x="4807261" y="1460513"/>
                  <a:pt x="4812537" y="1459527"/>
                </a:cubicBezTo>
                <a:cubicBezTo>
                  <a:pt x="4818623" y="1459237"/>
                  <a:pt x="4826450" y="1452280"/>
                  <a:pt x="4831378" y="1449092"/>
                </a:cubicBezTo>
                <a:cubicBezTo>
                  <a:pt x="4836307" y="1445903"/>
                  <a:pt x="4831378" y="1437787"/>
                  <a:pt x="4831378" y="1437787"/>
                </a:cubicBezTo>
                <a:cubicBezTo>
                  <a:pt x="4826740" y="1428221"/>
                  <a:pt x="4825582" y="1420974"/>
                  <a:pt x="4823552" y="1417205"/>
                </a:cubicBezTo>
                <a:cubicBezTo>
                  <a:pt x="4817174" y="1407350"/>
                  <a:pt x="4819493" y="1397784"/>
                  <a:pt x="4817174" y="1395175"/>
                </a:cubicBezTo>
                <a:cubicBezTo>
                  <a:pt x="4814856" y="1392566"/>
                  <a:pt x="4809348" y="1394595"/>
                  <a:pt x="4804709" y="1390826"/>
                </a:cubicBezTo>
                <a:cubicBezTo>
                  <a:pt x="4800072" y="1387058"/>
                  <a:pt x="4791086" y="1385029"/>
                  <a:pt x="4787027" y="1382420"/>
                </a:cubicBezTo>
                <a:cubicBezTo>
                  <a:pt x="4782969" y="1379811"/>
                  <a:pt x="4781520" y="1376043"/>
                  <a:pt x="4781520" y="1373724"/>
                </a:cubicBezTo>
                <a:cubicBezTo>
                  <a:pt x="4785635" y="1368158"/>
                  <a:pt x="4791578" y="1364245"/>
                  <a:pt x="4798333" y="1362708"/>
                </a:cubicBezTo>
                <a:cubicBezTo>
                  <a:pt x="4806797" y="1361781"/>
                  <a:pt x="4815348" y="1361781"/>
                  <a:pt x="4823842" y="1362708"/>
                </a:cubicBezTo>
                <a:cubicBezTo>
                  <a:pt x="4830015" y="1364303"/>
                  <a:pt x="4836509" y="1364303"/>
                  <a:pt x="4842683" y="1362708"/>
                </a:cubicBezTo>
                <a:cubicBezTo>
                  <a:pt x="4857699" y="1360592"/>
                  <a:pt x="4872947" y="1363781"/>
                  <a:pt x="4885875" y="1371695"/>
                </a:cubicBezTo>
                <a:cubicBezTo>
                  <a:pt x="4891963" y="1376333"/>
                  <a:pt x="4899790" y="1381840"/>
                  <a:pt x="4900368" y="1386768"/>
                </a:cubicBezTo>
                <a:cubicBezTo>
                  <a:pt x="4900949" y="1391696"/>
                  <a:pt x="4908196" y="1399523"/>
                  <a:pt x="4910225" y="1399523"/>
                </a:cubicBezTo>
                <a:cubicBezTo>
                  <a:pt x="4915152" y="1399726"/>
                  <a:pt x="4919820" y="1401813"/>
                  <a:pt x="4923270" y="1405320"/>
                </a:cubicBezTo>
                <a:cubicBezTo>
                  <a:pt x="4933125" y="1416365"/>
                  <a:pt x="4945879" y="1424394"/>
                  <a:pt x="4960083" y="1428510"/>
                </a:cubicBezTo>
                <a:cubicBezTo>
                  <a:pt x="4969476" y="1425989"/>
                  <a:pt x="4978172" y="1421437"/>
                  <a:pt x="4985592" y="1415176"/>
                </a:cubicBezTo>
                <a:cubicBezTo>
                  <a:pt x="4994028" y="1408393"/>
                  <a:pt x="5000203" y="1399175"/>
                  <a:pt x="5003276" y="1388797"/>
                </a:cubicBezTo>
                <a:cubicBezTo>
                  <a:pt x="5003855" y="1382710"/>
                  <a:pt x="4998347" y="1382420"/>
                  <a:pt x="4997478" y="1375753"/>
                </a:cubicBezTo>
                <a:cubicBezTo>
                  <a:pt x="4996608" y="1369086"/>
                  <a:pt x="4991971" y="1367637"/>
                  <a:pt x="4991971" y="1364738"/>
                </a:cubicBezTo>
                <a:cubicBezTo>
                  <a:pt x="4991971" y="1361839"/>
                  <a:pt x="4991971" y="1354882"/>
                  <a:pt x="4991971" y="1351693"/>
                </a:cubicBezTo>
                <a:cubicBezTo>
                  <a:pt x="4989333" y="1348273"/>
                  <a:pt x="4986201" y="1345258"/>
                  <a:pt x="4982694" y="1342707"/>
                </a:cubicBezTo>
                <a:cubicBezTo>
                  <a:pt x="4975361" y="1342359"/>
                  <a:pt x="4968259" y="1340069"/>
                  <a:pt x="4962112" y="1336040"/>
                </a:cubicBezTo>
                <a:cubicBezTo>
                  <a:pt x="4959795" y="1333431"/>
                  <a:pt x="4954865" y="1330242"/>
                  <a:pt x="4957765" y="1326764"/>
                </a:cubicBezTo>
                <a:cubicBezTo>
                  <a:pt x="4962983" y="1321952"/>
                  <a:pt x="4968954" y="1318039"/>
                  <a:pt x="4975447" y="1315169"/>
                </a:cubicBezTo>
                <a:lnTo>
                  <a:pt x="4990231" y="1307052"/>
                </a:lnTo>
                <a:cubicBezTo>
                  <a:pt x="4992549" y="1305603"/>
                  <a:pt x="5003855" y="1300965"/>
                  <a:pt x="5003855" y="1300965"/>
                </a:cubicBezTo>
                <a:cubicBezTo>
                  <a:pt x="5015827" y="1292269"/>
                  <a:pt x="5029973" y="1287051"/>
                  <a:pt x="5044728" y="1285891"/>
                </a:cubicBezTo>
                <a:cubicBezTo>
                  <a:pt x="5054583" y="1286181"/>
                  <a:pt x="5071106" y="1294877"/>
                  <a:pt x="5071977" y="1289370"/>
                </a:cubicBezTo>
                <a:cubicBezTo>
                  <a:pt x="5072846" y="1283862"/>
                  <a:pt x="5083861" y="1279804"/>
                  <a:pt x="5087920" y="1276905"/>
                </a:cubicBezTo>
                <a:cubicBezTo>
                  <a:pt x="5091602" y="1274586"/>
                  <a:pt x="5093774" y="1270528"/>
                  <a:pt x="5093718" y="1266180"/>
                </a:cubicBezTo>
                <a:cubicBezTo>
                  <a:pt x="5093137" y="1260064"/>
                  <a:pt x="5091862" y="1254034"/>
                  <a:pt x="5089949" y="1248207"/>
                </a:cubicBezTo>
                <a:cubicBezTo>
                  <a:pt x="5088210" y="1243309"/>
                  <a:pt x="5084034" y="1239656"/>
                  <a:pt x="5078934" y="1238641"/>
                </a:cubicBezTo>
                <a:cubicBezTo>
                  <a:pt x="5076324" y="1237192"/>
                  <a:pt x="5076324" y="1239801"/>
                  <a:pt x="5071397" y="1238641"/>
                </a:cubicBezTo>
                <a:cubicBezTo>
                  <a:pt x="5066469" y="1237482"/>
                  <a:pt x="5034582" y="1212263"/>
                  <a:pt x="5019798" y="1220669"/>
                </a:cubicBezTo>
                <a:cubicBezTo>
                  <a:pt x="5012551" y="1224727"/>
                  <a:pt x="5017190" y="1236612"/>
                  <a:pt x="5009362" y="1243570"/>
                </a:cubicBezTo>
                <a:cubicBezTo>
                  <a:pt x="5005912" y="1246294"/>
                  <a:pt x="5001970" y="1248352"/>
                  <a:pt x="4997768" y="1249657"/>
                </a:cubicBezTo>
                <a:cubicBezTo>
                  <a:pt x="4993710" y="1251976"/>
                  <a:pt x="4987332" y="1254005"/>
                  <a:pt x="4984143" y="1251976"/>
                </a:cubicBezTo>
                <a:cubicBezTo>
                  <a:pt x="4980955" y="1249946"/>
                  <a:pt x="4978055" y="1246468"/>
                  <a:pt x="4969940" y="1246468"/>
                </a:cubicBezTo>
                <a:cubicBezTo>
                  <a:pt x="4957185" y="1248497"/>
                  <a:pt x="4962693" y="1255454"/>
                  <a:pt x="4959214" y="1258353"/>
                </a:cubicBezTo>
                <a:cubicBezTo>
                  <a:pt x="4955736" y="1261252"/>
                  <a:pt x="4949938" y="1258353"/>
                  <a:pt x="4947328" y="1258353"/>
                </a:cubicBezTo>
                <a:cubicBezTo>
                  <a:pt x="4943271" y="1258962"/>
                  <a:pt x="4939154" y="1258353"/>
                  <a:pt x="4935444" y="1256614"/>
                </a:cubicBezTo>
                <a:cubicBezTo>
                  <a:pt x="4933705" y="1255164"/>
                  <a:pt x="4925299" y="1265890"/>
                  <a:pt x="4925878" y="1269948"/>
                </a:cubicBezTo>
                <a:cubicBezTo>
                  <a:pt x="4926458" y="1274006"/>
                  <a:pt x="4936025" y="1275166"/>
                  <a:pt x="4932256" y="1283862"/>
                </a:cubicBezTo>
                <a:cubicBezTo>
                  <a:pt x="4928487" y="1292558"/>
                  <a:pt x="4917182" y="1292558"/>
                  <a:pt x="4909066" y="1283862"/>
                </a:cubicBezTo>
                <a:cubicBezTo>
                  <a:pt x="4900949" y="1275166"/>
                  <a:pt x="4922690" y="1273137"/>
                  <a:pt x="4913703" y="1267629"/>
                </a:cubicBezTo>
                <a:cubicBezTo>
                  <a:pt x="4904717" y="1262122"/>
                  <a:pt x="4905008" y="1248787"/>
                  <a:pt x="4908196" y="1248207"/>
                </a:cubicBezTo>
                <a:cubicBezTo>
                  <a:pt x="4911384" y="1247628"/>
                  <a:pt x="4933995" y="1244439"/>
                  <a:pt x="4933995" y="1244439"/>
                </a:cubicBezTo>
                <a:cubicBezTo>
                  <a:pt x="4962112" y="1235743"/>
                  <a:pt x="4971389" y="1237192"/>
                  <a:pt x="4976606" y="1231685"/>
                </a:cubicBezTo>
                <a:cubicBezTo>
                  <a:pt x="4979766" y="1227017"/>
                  <a:pt x="4981013" y="1221307"/>
                  <a:pt x="4980085" y="1215741"/>
                </a:cubicBezTo>
                <a:cubicBezTo>
                  <a:pt x="4980085" y="1211683"/>
                  <a:pt x="4990231" y="1204146"/>
                  <a:pt x="4992549" y="1204146"/>
                </a:cubicBezTo>
                <a:cubicBezTo>
                  <a:pt x="5000203" y="1201624"/>
                  <a:pt x="5008319" y="1200841"/>
                  <a:pt x="5016319" y="1201827"/>
                </a:cubicBezTo>
                <a:cubicBezTo>
                  <a:pt x="5024146" y="1202697"/>
                  <a:pt x="5037191" y="1199798"/>
                  <a:pt x="5037191" y="1192551"/>
                </a:cubicBezTo>
                <a:cubicBezTo>
                  <a:pt x="5039539" y="1185130"/>
                  <a:pt x="5038814" y="1177101"/>
                  <a:pt x="5035162" y="1170230"/>
                </a:cubicBezTo>
                <a:cubicBezTo>
                  <a:pt x="5033161" y="1167796"/>
                  <a:pt x="5030553" y="1165912"/>
                  <a:pt x="5027625" y="1164723"/>
                </a:cubicBezTo>
                <a:cubicBezTo>
                  <a:pt x="5025017" y="1164143"/>
                  <a:pt x="5023566" y="1158636"/>
                  <a:pt x="5020668" y="1158636"/>
                </a:cubicBezTo>
                <a:cubicBezTo>
                  <a:pt x="5012841" y="1155447"/>
                  <a:pt x="5005594" y="1162114"/>
                  <a:pt x="4997188" y="1164723"/>
                </a:cubicBezTo>
                <a:cubicBezTo>
                  <a:pt x="4988782" y="1167332"/>
                  <a:pt x="4971679" y="1170810"/>
                  <a:pt x="4971679" y="1167332"/>
                </a:cubicBezTo>
                <a:cubicBezTo>
                  <a:pt x="4971679" y="1163854"/>
                  <a:pt x="4974288" y="1153418"/>
                  <a:pt x="4971679" y="1150809"/>
                </a:cubicBezTo>
                <a:cubicBezTo>
                  <a:pt x="4966375" y="1148635"/>
                  <a:pt x="4960460" y="1148635"/>
                  <a:pt x="4955156" y="1150809"/>
                </a:cubicBezTo>
                <a:cubicBezTo>
                  <a:pt x="4952836" y="1153128"/>
                  <a:pt x="4951097" y="1163274"/>
                  <a:pt x="4946460" y="1168491"/>
                </a:cubicBezTo>
                <a:cubicBezTo>
                  <a:pt x="4941532" y="1172434"/>
                  <a:pt x="4935618" y="1174927"/>
                  <a:pt x="4929356" y="1175738"/>
                </a:cubicBezTo>
                <a:cubicBezTo>
                  <a:pt x="4922690" y="1177477"/>
                  <a:pt x="4911674" y="1185594"/>
                  <a:pt x="4913994" y="1189942"/>
                </a:cubicBezTo>
                <a:cubicBezTo>
                  <a:pt x="4916313" y="1194290"/>
                  <a:pt x="4919792" y="1190522"/>
                  <a:pt x="4924719" y="1194290"/>
                </a:cubicBezTo>
                <a:cubicBezTo>
                  <a:pt x="4929646" y="1198059"/>
                  <a:pt x="4936893" y="1198059"/>
                  <a:pt x="4938923" y="1201247"/>
                </a:cubicBezTo>
                <a:cubicBezTo>
                  <a:pt x="4940952" y="1204436"/>
                  <a:pt x="4940081" y="1220669"/>
                  <a:pt x="4929646" y="1222119"/>
                </a:cubicBezTo>
                <a:cubicBezTo>
                  <a:pt x="4925588" y="1222698"/>
                  <a:pt x="4911384" y="1227626"/>
                  <a:pt x="4907325" y="1220669"/>
                </a:cubicBezTo>
                <a:cubicBezTo>
                  <a:pt x="4905876" y="1218350"/>
                  <a:pt x="4909066" y="1215161"/>
                  <a:pt x="4908776" y="1209944"/>
                </a:cubicBezTo>
                <a:cubicBezTo>
                  <a:pt x="4908486" y="1204726"/>
                  <a:pt x="4897470" y="1199218"/>
                  <a:pt x="4897180" y="1196029"/>
                </a:cubicBezTo>
                <a:cubicBezTo>
                  <a:pt x="4896890" y="1192841"/>
                  <a:pt x="4895151" y="1191392"/>
                  <a:pt x="4899790" y="1187334"/>
                </a:cubicBezTo>
                <a:cubicBezTo>
                  <a:pt x="4908544" y="1178753"/>
                  <a:pt x="4916051" y="1168984"/>
                  <a:pt x="4922109" y="1158346"/>
                </a:cubicBezTo>
                <a:cubicBezTo>
                  <a:pt x="4922603" y="1154607"/>
                  <a:pt x="4924457" y="1151215"/>
                  <a:pt x="4927327" y="1148780"/>
                </a:cubicBezTo>
                <a:cubicBezTo>
                  <a:pt x="4932835" y="1143852"/>
                  <a:pt x="4939503" y="1136025"/>
                  <a:pt x="4936313" y="1133416"/>
                </a:cubicBezTo>
                <a:cubicBezTo>
                  <a:pt x="4933125" y="1130605"/>
                  <a:pt x="4928951" y="1129242"/>
                  <a:pt x="4924719" y="1129648"/>
                </a:cubicBezTo>
                <a:cubicBezTo>
                  <a:pt x="4919183" y="1129967"/>
                  <a:pt x="4913849" y="1131880"/>
                  <a:pt x="4909355" y="1135156"/>
                </a:cubicBezTo>
                <a:cubicBezTo>
                  <a:pt x="4907587" y="1138315"/>
                  <a:pt x="4905558" y="1141330"/>
                  <a:pt x="4903268" y="1144142"/>
                </a:cubicBezTo>
                <a:cubicBezTo>
                  <a:pt x="4896108" y="1151678"/>
                  <a:pt x="4888543" y="1158839"/>
                  <a:pt x="4880657" y="1165593"/>
                </a:cubicBezTo>
                <a:cubicBezTo>
                  <a:pt x="4876310" y="1169361"/>
                  <a:pt x="4869642" y="1181246"/>
                  <a:pt x="4867034" y="1183275"/>
                </a:cubicBezTo>
                <a:cubicBezTo>
                  <a:pt x="4864424" y="1185304"/>
                  <a:pt x="4845003" y="1201827"/>
                  <a:pt x="4842683" y="1204436"/>
                </a:cubicBezTo>
                <a:cubicBezTo>
                  <a:pt x="4837524" y="1208349"/>
                  <a:pt x="4835233" y="1214988"/>
                  <a:pt x="4836885" y="1221249"/>
                </a:cubicBezTo>
                <a:cubicBezTo>
                  <a:pt x="4838336" y="1224147"/>
                  <a:pt x="4842683" y="1223858"/>
                  <a:pt x="4845583" y="1224147"/>
                </a:cubicBezTo>
                <a:cubicBezTo>
                  <a:pt x="4848481" y="1224438"/>
                  <a:pt x="4852830" y="1225597"/>
                  <a:pt x="4855438" y="1222698"/>
                </a:cubicBezTo>
                <a:cubicBezTo>
                  <a:pt x="4858048" y="1219800"/>
                  <a:pt x="4863265" y="1214002"/>
                  <a:pt x="4868773" y="1216901"/>
                </a:cubicBezTo>
                <a:cubicBezTo>
                  <a:pt x="4874281" y="1219800"/>
                  <a:pt x="4872541" y="1225597"/>
                  <a:pt x="4867034" y="1228496"/>
                </a:cubicBezTo>
                <a:cubicBezTo>
                  <a:pt x="4861526" y="1231394"/>
                  <a:pt x="4861816" y="1235453"/>
                  <a:pt x="4861526" y="1238641"/>
                </a:cubicBezTo>
                <a:cubicBezTo>
                  <a:pt x="4861236" y="1241830"/>
                  <a:pt x="4867034" y="1240960"/>
                  <a:pt x="4873120" y="1244149"/>
                </a:cubicBezTo>
                <a:cubicBezTo>
                  <a:pt x="4879208" y="1247338"/>
                  <a:pt x="4884135" y="1249367"/>
                  <a:pt x="4881528" y="1254875"/>
                </a:cubicBezTo>
                <a:cubicBezTo>
                  <a:pt x="4880512" y="1257484"/>
                  <a:pt x="4877932" y="1259136"/>
                  <a:pt x="4875149" y="1258933"/>
                </a:cubicBezTo>
                <a:cubicBezTo>
                  <a:pt x="4871352" y="1258556"/>
                  <a:pt x="4867642" y="1257570"/>
                  <a:pt x="4864134" y="1256034"/>
                </a:cubicBezTo>
                <a:cubicBezTo>
                  <a:pt x="4860220" y="1254295"/>
                  <a:pt x="4856453" y="1252266"/>
                  <a:pt x="4852830" y="1249946"/>
                </a:cubicBezTo>
                <a:cubicBezTo>
                  <a:pt x="4847292" y="1244903"/>
                  <a:pt x="4841293" y="1240439"/>
                  <a:pt x="4834856" y="1236612"/>
                </a:cubicBezTo>
                <a:cubicBezTo>
                  <a:pt x="4831291" y="1233743"/>
                  <a:pt x="4827899" y="1230641"/>
                  <a:pt x="4824711" y="1227336"/>
                </a:cubicBezTo>
                <a:cubicBezTo>
                  <a:pt x="4821813" y="1224727"/>
                  <a:pt x="4813115" y="1222408"/>
                  <a:pt x="4810798" y="1218350"/>
                </a:cubicBezTo>
                <a:cubicBezTo>
                  <a:pt x="4809377" y="1214727"/>
                  <a:pt x="4809377" y="1210668"/>
                  <a:pt x="4810798" y="1207045"/>
                </a:cubicBezTo>
                <a:cubicBezTo>
                  <a:pt x="4812537" y="1203276"/>
                  <a:pt x="4823842" y="1201537"/>
                  <a:pt x="4826740" y="1199798"/>
                </a:cubicBezTo>
                <a:cubicBezTo>
                  <a:pt x="4829638" y="1198059"/>
                  <a:pt x="4830219" y="1195740"/>
                  <a:pt x="4837176" y="1190522"/>
                </a:cubicBezTo>
                <a:cubicBezTo>
                  <a:pt x="4844132" y="1185304"/>
                  <a:pt x="4845583" y="1177768"/>
                  <a:pt x="4848481" y="1174869"/>
                </a:cubicBezTo>
                <a:cubicBezTo>
                  <a:pt x="4851379" y="1171970"/>
                  <a:pt x="4864424" y="1158346"/>
                  <a:pt x="4868193" y="1154288"/>
                </a:cubicBezTo>
                <a:cubicBezTo>
                  <a:pt x="4871961" y="1150229"/>
                  <a:pt x="4877469" y="1146751"/>
                  <a:pt x="4879208" y="1145011"/>
                </a:cubicBezTo>
                <a:cubicBezTo>
                  <a:pt x="4880947" y="1143272"/>
                  <a:pt x="4886165" y="1137764"/>
                  <a:pt x="4888194" y="1137764"/>
                </a:cubicBezTo>
                <a:cubicBezTo>
                  <a:pt x="4891527" y="1136489"/>
                  <a:pt x="4894165" y="1133851"/>
                  <a:pt x="4895441" y="1130518"/>
                </a:cubicBezTo>
                <a:cubicBezTo>
                  <a:pt x="4896312" y="1126459"/>
                  <a:pt x="4904137" y="1122981"/>
                  <a:pt x="4907037" y="1118053"/>
                </a:cubicBezTo>
                <a:cubicBezTo>
                  <a:pt x="4909935" y="1113125"/>
                  <a:pt x="4913413" y="1111386"/>
                  <a:pt x="4915443" y="1107038"/>
                </a:cubicBezTo>
                <a:cubicBezTo>
                  <a:pt x="4917472" y="1102690"/>
                  <a:pt x="4918631" y="1100080"/>
                  <a:pt x="4917472" y="1098341"/>
                </a:cubicBezTo>
                <a:cubicBezTo>
                  <a:pt x="4916313" y="1096602"/>
                  <a:pt x="4912545" y="1098631"/>
                  <a:pt x="4910805" y="1096602"/>
                </a:cubicBezTo>
                <a:cubicBezTo>
                  <a:pt x="4908341" y="1093761"/>
                  <a:pt x="4905731" y="1091036"/>
                  <a:pt x="4902978" y="1088486"/>
                </a:cubicBezTo>
                <a:cubicBezTo>
                  <a:pt x="4900224" y="1086602"/>
                  <a:pt x="4896166" y="1086891"/>
                  <a:pt x="4892869" y="1087942"/>
                </a:cubicBezTo>
                <a:close/>
                <a:moveTo>
                  <a:pt x="3293581" y="1079789"/>
                </a:moveTo>
                <a:cubicBezTo>
                  <a:pt x="3306568" y="1123764"/>
                  <a:pt x="3314336" y="1169100"/>
                  <a:pt x="3316771" y="1214872"/>
                </a:cubicBezTo>
                <a:lnTo>
                  <a:pt x="3317641" y="1214872"/>
                </a:lnTo>
                <a:cubicBezTo>
                  <a:pt x="3319090" y="1271687"/>
                  <a:pt x="3259666" y="1327344"/>
                  <a:pt x="3259666" y="1327344"/>
                </a:cubicBezTo>
                <a:cubicBezTo>
                  <a:pt x="3236910" y="1289660"/>
                  <a:pt x="3226765" y="1245686"/>
                  <a:pt x="3230678" y="1201827"/>
                </a:cubicBezTo>
                <a:cubicBezTo>
                  <a:pt x="3239491" y="1155940"/>
                  <a:pt x="3261319" y="1113589"/>
                  <a:pt x="3293581" y="1079789"/>
                </a:cubicBezTo>
                <a:close/>
                <a:moveTo>
                  <a:pt x="1059501" y="1070513"/>
                </a:moveTo>
                <a:cubicBezTo>
                  <a:pt x="1057066" y="1073151"/>
                  <a:pt x="1054109" y="1075209"/>
                  <a:pt x="1050804" y="1076601"/>
                </a:cubicBezTo>
                <a:cubicBezTo>
                  <a:pt x="1046456" y="1077470"/>
                  <a:pt x="1042688" y="1075151"/>
                  <a:pt x="1037180" y="1080369"/>
                </a:cubicBezTo>
                <a:cubicBezTo>
                  <a:pt x="1033788" y="1085094"/>
                  <a:pt x="1030687" y="1090051"/>
                  <a:pt x="1027904" y="1095153"/>
                </a:cubicBezTo>
                <a:cubicBezTo>
                  <a:pt x="1025585" y="1097472"/>
                  <a:pt x="1019208" y="1100371"/>
                  <a:pt x="1016889" y="1102979"/>
                </a:cubicBezTo>
                <a:cubicBezTo>
                  <a:pt x="1014569" y="1105588"/>
                  <a:pt x="1013411" y="1112255"/>
                  <a:pt x="1009352" y="1116024"/>
                </a:cubicBezTo>
                <a:cubicBezTo>
                  <a:pt x="1005293" y="1119792"/>
                  <a:pt x="997177" y="1123560"/>
                  <a:pt x="994858" y="1126459"/>
                </a:cubicBezTo>
                <a:cubicBezTo>
                  <a:pt x="990220" y="1131677"/>
                  <a:pt x="987901" y="1135156"/>
                  <a:pt x="991380" y="1141533"/>
                </a:cubicBezTo>
                <a:cubicBezTo>
                  <a:pt x="996250" y="1147476"/>
                  <a:pt x="1001699" y="1152896"/>
                  <a:pt x="1007613" y="1157766"/>
                </a:cubicBezTo>
                <a:cubicBezTo>
                  <a:pt x="1014830" y="1166955"/>
                  <a:pt x="1021440" y="1176637"/>
                  <a:pt x="1027324" y="1186754"/>
                </a:cubicBezTo>
                <a:cubicBezTo>
                  <a:pt x="1030542" y="1193276"/>
                  <a:pt x="1034629" y="1199334"/>
                  <a:pt x="1039499" y="1204726"/>
                </a:cubicBezTo>
                <a:cubicBezTo>
                  <a:pt x="1041818" y="1207045"/>
                  <a:pt x="1054282" y="1219510"/>
                  <a:pt x="1063269" y="1229655"/>
                </a:cubicBezTo>
                <a:cubicBezTo>
                  <a:pt x="1065009" y="1231685"/>
                  <a:pt x="1069936" y="1240091"/>
                  <a:pt x="1076313" y="1247918"/>
                </a:cubicBezTo>
                <a:cubicBezTo>
                  <a:pt x="1082691" y="1255744"/>
                  <a:pt x="1079792" y="1256904"/>
                  <a:pt x="1088778" y="1266470"/>
                </a:cubicBezTo>
                <a:cubicBezTo>
                  <a:pt x="1090517" y="1268209"/>
                  <a:pt x="1092546" y="1277485"/>
                  <a:pt x="1094286" y="1279804"/>
                </a:cubicBezTo>
                <a:cubicBezTo>
                  <a:pt x="1111388" y="1300095"/>
                  <a:pt x="1110229" y="1304154"/>
                  <a:pt x="1120374" y="1313429"/>
                </a:cubicBezTo>
                <a:cubicBezTo>
                  <a:pt x="1126549" y="1319691"/>
                  <a:pt x="1133564" y="1325083"/>
                  <a:pt x="1141246" y="1329373"/>
                </a:cubicBezTo>
                <a:cubicBezTo>
                  <a:pt x="1146203" y="1332156"/>
                  <a:pt x="1150869" y="1335460"/>
                  <a:pt x="1155160" y="1339228"/>
                </a:cubicBezTo>
                <a:lnTo>
                  <a:pt x="1168784" y="1350534"/>
                </a:lnTo>
                <a:cubicBezTo>
                  <a:pt x="1171103" y="1352853"/>
                  <a:pt x="1189655" y="1362708"/>
                  <a:pt x="1193424" y="1365318"/>
                </a:cubicBezTo>
                <a:cubicBezTo>
                  <a:pt x="1198989" y="1370941"/>
                  <a:pt x="1205106" y="1375985"/>
                  <a:pt x="1211686" y="1380391"/>
                </a:cubicBezTo>
                <a:cubicBezTo>
                  <a:pt x="1219252" y="1383029"/>
                  <a:pt x="1227166" y="1384478"/>
                  <a:pt x="1235166" y="1384739"/>
                </a:cubicBezTo>
                <a:cubicBezTo>
                  <a:pt x="1240325" y="1384043"/>
                  <a:pt x="1245312" y="1382478"/>
                  <a:pt x="1249949" y="1380101"/>
                </a:cubicBezTo>
                <a:cubicBezTo>
                  <a:pt x="1255457" y="1376912"/>
                  <a:pt x="1264154" y="1365318"/>
                  <a:pt x="1269662" y="1361259"/>
                </a:cubicBezTo>
                <a:cubicBezTo>
                  <a:pt x="1275169" y="1357201"/>
                  <a:pt x="1285895" y="1351403"/>
                  <a:pt x="1285895" y="1351403"/>
                </a:cubicBezTo>
                <a:cubicBezTo>
                  <a:pt x="1285895" y="1351403"/>
                  <a:pt x="1297199" y="1340388"/>
                  <a:pt x="1301258" y="1335750"/>
                </a:cubicBezTo>
                <a:cubicBezTo>
                  <a:pt x="1305751" y="1329808"/>
                  <a:pt x="1311375" y="1324793"/>
                  <a:pt x="1317781" y="1320967"/>
                </a:cubicBezTo>
                <a:cubicBezTo>
                  <a:pt x="1320970" y="1319517"/>
                  <a:pt x="1328796" y="1318357"/>
                  <a:pt x="1331985" y="1314879"/>
                </a:cubicBezTo>
                <a:cubicBezTo>
                  <a:pt x="1336449" y="1309400"/>
                  <a:pt x="1339956" y="1303226"/>
                  <a:pt x="1342420" y="1296617"/>
                </a:cubicBezTo>
                <a:cubicBezTo>
                  <a:pt x="1344740" y="1290529"/>
                  <a:pt x="1353726" y="1285602"/>
                  <a:pt x="1354305" y="1279224"/>
                </a:cubicBezTo>
                <a:cubicBezTo>
                  <a:pt x="1354886" y="1272847"/>
                  <a:pt x="1350537" y="1267629"/>
                  <a:pt x="1346479" y="1260962"/>
                </a:cubicBezTo>
                <a:cubicBezTo>
                  <a:pt x="1342594" y="1252034"/>
                  <a:pt x="1338043" y="1243395"/>
                  <a:pt x="1332855" y="1235163"/>
                </a:cubicBezTo>
                <a:cubicBezTo>
                  <a:pt x="1327288" y="1226843"/>
                  <a:pt x="1316911" y="1223191"/>
                  <a:pt x="1307345" y="1226177"/>
                </a:cubicBezTo>
                <a:cubicBezTo>
                  <a:pt x="1301867" y="1229511"/>
                  <a:pt x="1296968" y="1233713"/>
                  <a:pt x="1292851" y="1238641"/>
                </a:cubicBezTo>
                <a:cubicBezTo>
                  <a:pt x="1289402" y="1241453"/>
                  <a:pt x="1285314" y="1243453"/>
                  <a:pt x="1280966" y="1244439"/>
                </a:cubicBezTo>
                <a:cubicBezTo>
                  <a:pt x="1279517" y="1244729"/>
                  <a:pt x="1274589" y="1251686"/>
                  <a:pt x="1270241" y="1251686"/>
                </a:cubicBezTo>
                <a:cubicBezTo>
                  <a:pt x="1265371" y="1255049"/>
                  <a:pt x="1260820" y="1258817"/>
                  <a:pt x="1256617" y="1262991"/>
                </a:cubicBezTo>
                <a:cubicBezTo>
                  <a:pt x="1249805" y="1269339"/>
                  <a:pt x="1240992" y="1273137"/>
                  <a:pt x="1231688" y="1273717"/>
                </a:cubicBezTo>
                <a:cubicBezTo>
                  <a:pt x="1218353" y="1273137"/>
                  <a:pt x="1213425" y="1264730"/>
                  <a:pt x="1204149" y="1260092"/>
                </a:cubicBezTo>
                <a:cubicBezTo>
                  <a:pt x="1198989" y="1257396"/>
                  <a:pt x="1194439" y="1253628"/>
                  <a:pt x="1190815" y="1249077"/>
                </a:cubicBezTo>
                <a:cubicBezTo>
                  <a:pt x="1182611" y="1239540"/>
                  <a:pt x="1176292" y="1228525"/>
                  <a:pt x="1172263" y="1216611"/>
                </a:cubicBezTo>
                <a:cubicBezTo>
                  <a:pt x="1178176" y="1206088"/>
                  <a:pt x="1181829" y="1194435"/>
                  <a:pt x="1182988" y="1182406"/>
                </a:cubicBezTo>
                <a:cubicBezTo>
                  <a:pt x="1184409" y="1174869"/>
                  <a:pt x="1186264" y="1167419"/>
                  <a:pt x="1188496" y="1160085"/>
                </a:cubicBezTo>
                <a:cubicBezTo>
                  <a:pt x="1188061" y="1154085"/>
                  <a:pt x="1188843" y="1148084"/>
                  <a:pt x="1190815" y="1142403"/>
                </a:cubicBezTo>
                <a:cubicBezTo>
                  <a:pt x="1194294" y="1135736"/>
                  <a:pt x="1196033" y="1132547"/>
                  <a:pt x="1199221" y="1127039"/>
                </a:cubicBezTo>
                <a:cubicBezTo>
                  <a:pt x="1202294" y="1123444"/>
                  <a:pt x="1202294" y="1118169"/>
                  <a:pt x="1199221" y="1114574"/>
                </a:cubicBezTo>
                <a:cubicBezTo>
                  <a:pt x="1194757" y="1110429"/>
                  <a:pt x="1189685" y="1107008"/>
                  <a:pt x="1184148" y="1104429"/>
                </a:cubicBezTo>
                <a:cubicBezTo>
                  <a:pt x="1175741" y="1102690"/>
                  <a:pt x="1166466" y="1090514"/>
                  <a:pt x="1156609" y="1097182"/>
                </a:cubicBezTo>
                <a:cubicBezTo>
                  <a:pt x="1146753" y="1103849"/>
                  <a:pt x="1135449" y="1103559"/>
                  <a:pt x="1133709" y="1109067"/>
                </a:cubicBezTo>
                <a:cubicBezTo>
                  <a:pt x="1133506" y="1114864"/>
                  <a:pt x="1132231" y="1120546"/>
                  <a:pt x="1129941" y="1125879"/>
                </a:cubicBezTo>
                <a:cubicBezTo>
                  <a:pt x="1131970" y="1133126"/>
                  <a:pt x="1123563" y="1138344"/>
                  <a:pt x="1115737" y="1133126"/>
                </a:cubicBezTo>
                <a:cubicBezTo>
                  <a:pt x="1111765" y="1128836"/>
                  <a:pt x="1108373" y="1124054"/>
                  <a:pt x="1105591" y="1118923"/>
                </a:cubicBezTo>
                <a:cubicBezTo>
                  <a:pt x="1100663" y="1107907"/>
                  <a:pt x="1106461" y="1096022"/>
                  <a:pt x="1093416" y="1082688"/>
                </a:cubicBezTo>
                <a:cubicBezTo>
                  <a:pt x="1086865" y="1077325"/>
                  <a:pt x="1079415" y="1073180"/>
                  <a:pt x="1071386" y="1070513"/>
                </a:cubicBezTo>
                <a:cubicBezTo>
                  <a:pt x="1067327" y="1070513"/>
                  <a:pt x="1061820" y="1068774"/>
                  <a:pt x="1059501" y="1070513"/>
                </a:cubicBezTo>
                <a:close/>
                <a:moveTo>
                  <a:pt x="3595054" y="950504"/>
                </a:moveTo>
                <a:cubicBezTo>
                  <a:pt x="3594183" y="994681"/>
                  <a:pt x="3586646" y="1038453"/>
                  <a:pt x="3572733" y="1080369"/>
                </a:cubicBezTo>
                <a:cubicBezTo>
                  <a:pt x="3562616" y="1113531"/>
                  <a:pt x="3537310" y="1139909"/>
                  <a:pt x="3504612" y="1151388"/>
                </a:cubicBezTo>
                <a:cubicBezTo>
                  <a:pt x="3498409" y="1167302"/>
                  <a:pt x="3489480" y="1181999"/>
                  <a:pt x="3478233" y="1194870"/>
                </a:cubicBezTo>
                <a:cubicBezTo>
                  <a:pt x="3408083" y="1278354"/>
                  <a:pt x="3280536" y="1369085"/>
                  <a:pt x="3135598" y="1431699"/>
                </a:cubicBezTo>
                <a:cubicBezTo>
                  <a:pt x="3169108" y="1421611"/>
                  <a:pt x="3205141" y="1423959"/>
                  <a:pt x="3237055" y="1438366"/>
                </a:cubicBezTo>
                <a:lnTo>
                  <a:pt x="3238215" y="1437496"/>
                </a:lnTo>
                <a:cubicBezTo>
                  <a:pt x="3279494" y="1457701"/>
                  <a:pt x="3317033" y="1484746"/>
                  <a:pt x="3349237" y="1517502"/>
                </a:cubicBezTo>
                <a:cubicBezTo>
                  <a:pt x="3349237" y="1517502"/>
                  <a:pt x="3306916" y="1539823"/>
                  <a:pt x="3218214" y="1519821"/>
                </a:cubicBezTo>
                <a:cubicBezTo>
                  <a:pt x="3175573" y="1508197"/>
                  <a:pt x="3141077" y="1476833"/>
                  <a:pt x="3125453" y="1435467"/>
                </a:cubicBezTo>
                <a:lnTo>
                  <a:pt x="3052717" y="1462183"/>
                </a:lnTo>
                <a:lnTo>
                  <a:pt x="3055295" y="1475393"/>
                </a:lnTo>
                <a:cubicBezTo>
                  <a:pt x="3066029" y="1530438"/>
                  <a:pt x="3085812" y="1632076"/>
                  <a:pt x="3093856" y="1674036"/>
                </a:cubicBezTo>
                <a:cubicBezTo>
                  <a:pt x="3397618" y="1675746"/>
                  <a:pt x="3699816" y="1630177"/>
                  <a:pt x="3989576" y="1538953"/>
                </a:cubicBezTo>
                <a:lnTo>
                  <a:pt x="4020593" y="1528517"/>
                </a:lnTo>
                <a:lnTo>
                  <a:pt x="4020593" y="1560984"/>
                </a:lnTo>
                <a:cubicBezTo>
                  <a:pt x="4020390" y="1652382"/>
                  <a:pt x="3989113" y="1741025"/>
                  <a:pt x="3931891" y="1812306"/>
                </a:cubicBezTo>
                <a:cubicBezTo>
                  <a:pt x="3874611" y="1881239"/>
                  <a:pt x="3797793" y="1931272"/>
                  <a:pt x="3711584" y="1955796"/>
                </a:cubicBezTo>
                <a:cubicBezTo>
                  <a:pt x="3702164" y="2021713"/>
                  <a:pt x="3669609" y="2082152"/>
                  <a:pt x="3619693" y="2126242"/>
                </a:cubicBezTo>
                <a:cubicBezTo>
                  <a:pt x="3606592" y="2137316"/>
                  <a:pt x="3592416" y="2147027"/>
                  <a:pt x="3577372" y="2155230"/>
                </a:cubicBezTo>
                <a:cubicBezTo>
                  <a:pt x="3776517" y="2132619"/>
                  <a:pt x="3928123" y="2104212"/>
                  <a:pt x="4000592" y="2090588"/>
                </a:cubicBezTo>
                <a:lnTo>
                  <a:pt x="4033928" y="2084211"/>
                </a:lnTo>
                <a:lnTo>
                  <a:pt x="4032189" y="2084211"/>
                </a:lnTo>
                <a:cubicBezTo>
                  <a:pt x="4064944" y="2078703"/>
                  <a:pt x="4096831" y="2071746"/>
                  <a:pt x="4122919" y="2065369"/>
                </a:cubicBezTo>
                <a:cubicBezTo>
                  <a:pt x="4083786" y="2139316"/>
                  <a:pt x="4036653" y="2208712"/>
                  <a:pt x="3982329" y="2272340"/>
                </a:cubicBezTo>
                <a:cubicBezTo>
                  <a:pt x="3890641" y="2381363"/>
                  <a:pt x="3778082" y="2470935"/>
                  <a:pt x="3651290" y="2535837"/>
                </a:cubicBezTo>
                <a:cubicBezTo>
                  <a:pt x="3539717" y="2592305"/>
                  <a:pt x="3419853" y="2630569"/>
                  <a:pt x="3296191" y="2649179"/>
                </a:cubicBezTo>
                <a:cubicBezTo>
                  <a:pt x="3276972" y="2651876"/>
                  <a:pt x="3257609" y="2653122"/>
                  <a:pt x="3238216" y="2652948"/>
                </a:cubicBezTo>
                <a:cubicBezTo>
                  <a:pt x="3202040" y="2652803"/>
                  <a:pt x="3165920" y="2650194"/>
                  <a:pt x="3130091" y="2645121"/>
                </a:cubicBezTo>
                <a:lnTo>
                  <a:pt x="3095885" y="2640193"/>
                </a:lnTo>
                <a:lnTo>
                  <a:pt x="3162268" y="2917605"/>
                </a:lnTo>
                <a:lnTo>
                  <a:pt x="2941092" y="2931809"/>
                </a:lnTo>
                <a:lnTo>
                  <a:pt x="2719626" y="2917605"/>
                </a:lnTo>
                <a:lnTo>
                  <a:pt x="2786007" y="2640193"/>
                </a:lnTo>
                <a:lnTo>
                  <a:pt x="2751802" y="2645121"/>
                </a:lnTo>
                <a:cubicBezTo>
                  <a:pt x="2715974" y="2650194"/>
                  <a:pt x="2679854" y="2652803"/>
                  <a:pt x="2643678" y="2652948"/>
                </a:cubicBezTo>
                <a:cubicBezTo>
                  <a:pt x="2624285" y="2653150"/>
                  <a:pt x="2604892" y="2651876"/>
                  <a:pt x="2585703" y="2649179"/>
                </a:cubicBezTo>
                <a:cubicBezTo>
                  <a:pt x="2461955" y="2630628"/>
                  <a:pt x="2341974" y="2592364"/>
                  <a:pt x="2230314" y="2535837"/>
                </a:cubicBezTo>
                <a:cubicBezTo>
                  <a:pt x="2103492" y="2470963"/>
                  <a:pt x="1990962" y="2381363"/>
                  <a:pt x="1899275" y="2272340"/>
                </a:cubicBezTo>
                <a:cubicBezTo>
                  <a:pt x="1844951" y="2208712"/>
                  <a:pt x="1797818" y="2139316"/>
                  <a:pt x="1758683" y="2065369"/>
                </a:cubicBezTo>
                <a:cubicBezTo>
                  <a:pt x="1785063" y="2071746"/>
                  <a:pt x="1817529" y="2078703"/>
                  <a:pt x="1849415" y="2084211"/>
                </a:cubicBezTo>
                <a:lnTo>
                  <a:pt x="1883042" y="2090588"/>
                </a:lnTo>
                <a:cubicBezTo>
                  <a:pt x="1955221" y="2104212"/>
                  <a:pt x="2106536" y="2132619"/>
                  <a:pt x="2305971" y="2154940"/>
                </a:cubicBezTo>
                <a:cubicBezTo>
                  <a:pt x="2290927" y="2147317"/>
                  <a:pt x="2276723" y="2138070"/>
                  <a:pt x="2263650" y="2127402"/>
                </a:cubicBezTo>
                <a:cubicBezTo>
                  <a:pt x="2213877" y="2083225"/>
                  <a:pt x="2181324" y="2022844"/>
                  <a:pt x="2171758" y="1956954"/>
                </a:cubicBezTo>
                <a:cubicBezTo>
                  <a:pt x="2085579" y="1932344"/>
                  <a:pt x="2008791" y="1882340"/>
                  <a:pt x="1951452" y="1813466"/>
                </a:cubicBezTo>
                <a:cubicBezTo>
                  <a:pt x="1894434" y="1742069"/>
                  <a:pt x="1863185" y="1653512"/>
                  <a:pt x="1862750" y="1562143"/>
                </a:cubicBezTo>
                <a:lnTo>
                  <a:pt x="1862750" y="1529677"/>
                </a:lnTo>
                <a:lnTo>
                  <a:pt x="1893477" y="1540113"/>
                </a:lnTo>
                <a:cubicBezTo>
                  <a:pt x="2183759" y="1631105"/>
                  <a:pt x="2486449" y="1676268"/>
                  <a:pt x="2790646" y="1674036"/>
                </a:cubicBezTo>
                <a:cubicBezTo>
                  <a:pt x="2801371" y="1618089"/>
                  <a:pt x="2832967" y="1456048"/>
                  <a:pt x="2836157" y="1439815"/>
                </a:cubicBezTo>
                <a:lnTo>
                  <a:pt x="2836157" y="1436047"/>
                </a:lnTo>
                <a:cubicBezTo>
                  <a:pt x="2841953" y="1406189"/>
                  <a:pt x="2859347" y="1316038"/>
                  <a:pt x="2940222" y="1316038"/>
                </a:cubicBezTo>
                <a:lnTo>
                  <a:pt x="2943990" y="1316038"/>
                </a:lnTo>
                <a:cubicBezTo>
                  <a:pt x="3004648" y="1316038"/>
                  <a:pt x="3029758" y="1367238"/>
                  <a:pt x="3040969" y="1405067"/>
                </a:cubicBezTo>
                <a:lnTo>
                  <a:pt x="3045999" y="1426190"/>
                </a:lnTo>
                <a:lnTo>
                  <a:pt x="3115018" y="1400972"/>
                </a:lnTo>
                <a:cubicBezTo>
                  <a:pt x="3091566" y="1364100"/>
                  <a:pt x="3081363" y="1320357"/>
                  <a:pt x="3086030" y="1276905"/>
                </a:cubicBezTo>
                <a:cubicBezTo>
                  <a:pt x="3096610" y="1231278"/>
                  <a:pt x="3120525" y="1189797"/>
                  <a:pt x="3154731" y="1157766"/>
                </a:cubicBezTo>
                <a:cubicBezTo>
                  <a:pt x="3167804" y="1201189"/>
                  <a:pt x="3175311" y="1246091"/>
                  <a:pt x="3177052" y="1291399"/>
                </a:cubicBezTo>
                <a:cubicBezTo>
                  <a:pt x="3178791" y="1341837"/>
                  <a:pt x="3126902" y="1390826"/>
                  <a:pt x="3116757" y="1399813"/>
                </a:cubicBezTo>
                <a:cubicBezTo>
                  <a:pt x="3213750" y="1358766"/>
                  <a:pt x="3304887" y="1305081"/>
                  <a:pt x="3387791" y="1240090"/>
                </a:cubicBezTo>
                <a:cubicBezTo>
                  <a:pt x="3366399" y="1203711"/>
                  <a:pt x="3356861" y="1161563"/>
                  <a:pt x="3360543" y="1119502"/>
                </a:cubicBezTo>
                <a:cubicBezTo>
                  <a:pt x="3368602" y="1076165"/>
                  <a:pt x="3388690" y="1035989"/>
                  <a:pt x="3418518" y="1003551"/>
                </a:cubicBezTo>
                <a:cubicBezTo>
                  <a:pt x="3430549" y="1045786"/>
                  <a:pt x="3437651" y="1089268"/>
                  <a:pt x="3439680" y="1133126"/>
                </a:cubicBezTo>
                <a:cubicBezTo>
                  <a:pt x="3442288" y="1181826"/>
                  <a:pt x="3396487" y="1231684"/>
                  <a:pt x="3388662" y="1239801"/>
                </a:cubicBezTo>
                <a:cubicBezTo>
                  <a:pt x="3418460" y="1216089"/>
                  <a:pt x="3446550" y="1190348"/>
                  <a:pt x="3472725" y="1162694"/>
                </a:cubicBezTo>
                <a:cubicBezTo>
                  <a:pt x="3479103" y="1155736"/>
                  <a:pt x="3486350" y="1146750"/>
                  <a:pt x="3491568" y="1140083"/>
                </a:cubicBezTo>
                <a:cubicBezTo>
                  <a:pt x="3484581" y="1104544"/>
                  <a:pt x="3490437" y="1067643"/>
                  <a:pt x="3508091" y="1036018"/>
                </a:cubicBezTo>
                <a:cubicBezTo>
                  <a:pt x="3527629" y="999261"/>
                  <a:pt x="3557979" y="969404"/>
                  <a:pt x="3595054" y="950504"/>
                </a:cubicBezTo>
                <a:close/>
                <a:moveTo>
                  <a:pt x="1732848" y="934453"/>
                </a:moveTo>
                <a:cubicBezTo>
                  <a:pt x="1731145" y="934779"/>
                  <a:pt x="1729695" y="935431"/>
                  <a:pt x="1729695" y="935431"/>
                </a:cubicBezTo>
                <a:cubicBezTo>
                  <a:pt x="1729695" y="935431"/>
                  <a:pt x="1712303" y="946156"/>
                  <a:pt x="1712303" y="946156"/>
                </a:cubicBezTo>
                <a:cubicBezTo>
                  <a:pt x="1708708" y="951200"/>
                  <a:pt x="1704303" y="955606"/>
                  <a:pt x="1699258" y="959201"/>
                </a:cubicBezTo>
                <a:cubicBezTo>
                  <a:pt x="1695780" y="961230"/>
                  <a:pt x="1684475" y="943837"/>
                  <a:pt x="1674329" y="949925"/>
                </a:cubicBezTo>
                <a:cubicBezTo>
                  <a:pt x="1671431" y="951664"/>
                  <a:pt x="1669112" y="958621"/>
                  <a:pt x="1666503" y="962969"/>
                </a:cubicBezTo>
                <a:cubicBezTo>
                  <a:pt x="1662010" y="974535"/>
                  <a:pt x="1662010" y="987348"/>
                  <a:pt x="1666503" y="998914"/>
                </a:cubicBezTo>
                <a:cubicBezTo>
                  <a:pt x="1666503" y="1002972"/>
                  <a:pt x="1664763" y="1011378"/>
                  <a:pt x="1666503" y="1014277"/>
                </a:cubicBezTo>
                <a:cubicBezTo>
                  <a:pt x="1668242" y="1017176"/>
                  <a:pt x="1674039" y="1020075"/>
                  <a:pt x="1675489" y="1022684"/>
                </a:cubicBezTo>
                <a:cubicBezTo>
                  <a:pt x="1676938" y="1025292"/>
                  <a:pt x="1679257" y="1033409"/>
                  <a:pt x="1680997" y="1036308"/>
                </a:cubicBezTo>
                <a:cubicBezTo>
                  <a:pt x="1687084" y="1048482"/>
                  <a:pt x="1699549" y="1047033"/>
                  <a:pt x="1709984" y="1040946"/>
                </a:cubicBezTo>
                <a:cubicBezTo>
                  <a:pt x="1714913" y="1037757"/>
                  <a:pt x="1720131" y="1026162"/>
                  <a:pt x="1722738" y="1023553"/>
                </a:cubicBezTo>
                <a:cubicBezTo>
                  <a:pt x="1725348" y="1020944"/>
                  <a:pt x="1732015" y="1020655"/>
                  <a:pt x="1734915" y="1014857"/>
                </a:cubicBezTo>
                <a:cubicBezTo>
                  <a:pt x="1737928" y="1010422"/>
                  <a:pt x="1740189" y="1005523"/>
                  <a:pt x="1741581" y="1000363"/>
                </a:cubicBezTo>
                <a:lnTo>
                  <a:pt x="1741581" y="999204"/>
                </a:lnTo>
                <a:cubicBezTo>
                  <a:pt x="1742450" y="992246"/>
                  <a:pt x="1738681" y="988188"/>
                  <a:pt x="1740132" y="982101"/>
                </a:cubicBezTo>
                <a:cubicBezTo>
                  <a:pt x="1739552" y="978912"/>
                  <a:pt x="1744479" y="973985"/>
                  <a:pt x="1744479" y="971665"/>
                </a:cubicBezTo>
                <a:cubicBezTo>
                  <a:pt x="1745001" y="967259"/>
                  <a:pt x="1745900" y="962882"/>
                  <a:pt x="1747089" y="958621"/>
                </a:cubicBezTo>
                <a:cubicBezTo>
                  <a:pt x="1746335" y="954244"/>
                  <a:pt x="1744654" y="950099"/>
                  <a:pt x="1742161" y="946446"/>
                </a:cubicBezTo>
                <a:cubicBezTo>
                  <a:pt x="1741668" y="942417"/>
                  <a:pt x="1740074" y="938590"/>
                  <a:pt x="1737522" y="935431"/>
                </a:cubicBezTo>
                <a:cubicBezTo>
                  <a:pt x="1736508" y="934127"/>
                  <a:pt x="1734551" y="934127"/>
                  <a:pt x="1732848" y="934453"/>
                </a:cubicBezTo>
                <a:close/>
                <a:moveTo>
                  <a:pt x="2860290" y="791739"/>
                </a:moveTo>
                <a:cubicBezTo>
                  <a:pt x="2437672" y="807206"/>
                  <a:pt x="2015294" y="947118"/>
                  <a:pt x="1651140" y="1219800"/>
                </a:cubicBezTo>
                <a:lnTo>
                  <a:pt x="1650850" y="1219800"/>
                </a:lnTo>
                <a:cubicBezTo>
                  <a:pt x="1108200" y="1625974"/>
                  <a:pt x="789104" y="2264426"/>
                  <a:pt x="789915" y="2942245"/>
                </a:cubicBezTo>
                <a:cubicBezTo>
                  <a:pt x="789857" y="3051905"/>
                  <a:pt x="798119" y="3161391"/>
                  <a:pt x="814555" y="3269805"/>
                </a:cubicBezTo>
                <a:cubicBezTo>
                  <a:pt x="816004" y="3278791"/>
                  <a:pt x="818033" y="3287487"/>
                  <a:pt x="819483" y="3296474"/>
                </a:cubicBezTo>
                <a:cubicBezTo>
                  <a:pt x="826150" y="3336766"/>
                  <a:pt x="833977" y="3376479"/>
                  <a:pt x="842673" y="3415903"/>
                </a:cubicBezTo>
                <a:cubicBezTo>
                  <a:pt x="855427" y="3471559"/>
                  <a:pt x="869342" y="3526925"/>
                  <a:pt x="886154" y="3580842"/>
                </a:cubicBezTo>
                <a:cubicBezTo>
                  <a:pt x="904707" y="3638818"/>
                  <a:pt x="926157" y="3696793"/>
                  <a:pt x="949347" y="3754768"/>
                </a:cubicBezTo>
                <a:cubicBezTo>
                  <a:pt x="952536" y="3762304"/>
                  <a:pt x="955435" y="3770421"/>
                  <a:pt x="958623" y="3777958"/>
                </a:cubicBezTo>
                <a:cubicBezTo>
                  <a:pt x="1025701" y="3937477"/>
                  <a:pt x="1111737" y="4088329"/>
                  <a:pt x="1214875" y="4227266"/>
                </a:cubicBezTo>
                <a:lnTo>
                  <a:pt x="1216324" y="4229005"/>
                </a:lnTo>
                <a:cubicBezTo>
                  <a:pt x="1217049" y="4229991"/>
                  <a:pt x="1217773" y="4230948"/>
                  <a:pt x="1218498" y="4231934"/>
                </a:cubicBezTo>
                <a:cubicBezTo>
                  <a:pt x="1485616" y="4588645"/>
                  <a:pt x="1842211" y="4838828"/>
                  <a:pt x="2233774" y="4974653"/>
                </a:cubicBezTo>
                <a:lnTo>
                  <a:pt x="2325863" y="5001729"/>
                </a:lnTo>
                <a:lnTo>
                  <a:pt x="2319958" y="4974096"/>
                </a:lnTo>
                <a:cubicBezTo>
                  <a:pt x="2312494" y="4947682"/>
                  <a:pt x="2299304" y="4917897"/>
                  <a:pt x="2276404" y="4904417"/>
                </a:cubicBezTo>
                <a:cubicBezTo>
                  <a:pt x="2250952" y="4890938"/>
                  <a:pt x="2223733" y="4881198"/>
                  <a:pt x="2195528" y="4875429"/>
                </a:cubicBezTo>
                <a:cubicBezTo>
                  <a:pt x="2191876" y="4875313"/>
                  <a:pt x="2188543" y="4873871"/>
                  <a:pt x="2186014" y="4871549"/>
                </a:cubicBezTo>
                <a:lnTo>
                  <a:pt x="2181968" y="4863643"/>
                </a:lnTo>
                <a:lnTo>
                  <a:pt x="2244902" y="4867727"/>
                </a:lnTo>
                <a:cubicBezTo>
                  <a:pt x="2266128" y="4871321"/>
                  <a:pt x="2286985" y="4877097"/>
                  <a:pt x="2307131" y="4884996"/>
                </a:cubicBezTo>
                <a:cubicBezTo>
                  <a:pt x="2368875" y="4910794"/>
                  <a:pt x="2388297" y="5010802"/>
                  <a:pt x="2388297" y="5010802"/>
                </a:cubicBezTo>
                <a:cubicBezTo>
                  <a:pt x="2388297" y="5010802"/>
                  <a:pt x="2413516" y="5009642"/>
                  <a:pt x="2425111" y="5010802"/>
                </a:cubicBezTo>
                <a:cubicBezTo>
                  <a:pt x="2436705" y="5011962"/>
                  <a:pt x="2436705" y="5025586"/>
                  <a:pt x="2436705" y="5025586"/>
                </a:cubicBezTo>
                <a:lnTo>
                  <a:pt x="2534394" y="5025586"/>
                </a:lnTo>
                <a:cubicBezTo>
                  <a:pt x="2534394" y="5025586"/>
                  <a:pt x="2536061" y="5033051"/>
                  <a:pt x="2536641" y="5041421"/>
                </a:cubicBezTo>
                <a:lnTo>
                  <a:pt x="2536369" y="5053068"/>
                </a:lnTo>
                <a:lnTo>
                  <a:pt x="2634974" y="5072068"/>
                </a:lnTo>
                <a:cubicBezTo>
                  <a:pt x="2839383" y="5101426"/>
                  <a:pt x="3047992" y="5101542"/>
                  <a:pt x="3253987" y="5071438"/>
                </a:cubicBezTo>
                <a:lnTo>
                  <a:pt x="3414922" y="5039848"/>
                </a:lnTo>
                <a:lnTo>
                  <a:pt x="3404024" y="5039210"/>
                </a:lnTo>
                <a:lnTo>
                  <a:pt x="3420547" y="5033991"/>
                </a:lnTo>
                <a:lnTo>
                  <a:pt x="3316771" y="5033991"/>
                </a:lnTo>
                <a:cubicBezTo>
                  <a:pt x="3316771" y="5033991"/>
                  <a:pt x="3321990" y="4926737"/>
                  <a:pt x="3258795" y="4902388"/>
                </a:cubicBezTo>
                <a:cubicBezTo>
                  <a:pt x="3211720" y="4883198"/>
                  <a:pt x="3159426" y="4881024"/>
                  <a:pt x="3110959" y="4896300"/>
                </a:cubicBezTo>
                <a:cubicBezTo>
                  <a:pt x="3058201" y="4914273"/>
                  <a:pt x="3044866" y="5004134"/>
                  <a:pt x="3037040" y="5009352"/>
                </a:cubicBezTo>
                <a:lnTo>
                  <a:pt x="3030354" y="5024781"/>
                </a:lnTo>
                <a:lnTo>
                  <a:pt x="3030372" y="5024426"/>
                </a:lnTo>
                <a:lnTo>
                  <a:pt x="3029503" y="5026744"/>
                </a:lnTo>
                <a:lnTo>
                  <a:pt x="3030354" y="5024781"/>
                </a:lnTo>
                <a:lnTo>
                  <a:pt x="3028054" y="5069356"/>
                </a:lnTo>
                <a:cubicBezTo>
                  <a:pt x="3010546" y="5071705"/>
                  <a:pt x="2992805" y="5071705"/>
                  <a:pt x="2975297" y="5069356"/>
                </a:cubicBezTo>
                <a:cubicBezTo>
                  <a:pt x="2967759" y="5066747"/>
                  <a:pt x="3004284" y="5065008"/>
                  <a:pt x="2997618" y="5061240"/>
                </a:cubicBezTo>
                <a:cubicBezTo>
                  <a:pt x="2990949" y="5057472"/>
                  <a:pt x="2981963" y="5059500"/>
                  <a:pt x="2979065" y="5058051"/>
                </a:cubicBezTo>
                <a:cubicBezTo>
                  <a:pt x="2971238" y="5053993"/>
                  <a:pt x="2986602" y="5053993"/>
                  <a:pt x="2987181" y="5049355"/>
                </a:cubicBezTo>
                <a:cubicBezTo>
                  <a:pt x="2987761" y="5044717"/>
                  <a:pt x="2961671" y="5049355"/>
                  <a:pt x="2958193" y="5049355"/>
                </a:cubicBezTo>
                <a:cubicBezTo>
                  <a:pt x="2954715" y="5049355"/>
                  <a:pt x="2969499" y="5041818"/>
                  <a:pt x="2969499" y="5041818"/>
                </a:cubicBezTo>
                <a:lnTo>
                  <a:pt x="2919641" y="5041818"/>
                </a:lnTo>
                <a:lnTo>
                  <a:pt x="2929786" y="5033991"/>
                </a:lnTo>
                <a:lnTo>
                  <a:pt x="2827458" y="5033991"/>
                </a:lnTo>
                <a:cubicBezTo>
                  <a:pt x="2827458" y="5033991"/>
                  <a:pt x="2832966" y="4926737"/>
                  <a:pt x="2769483" y="4902388"/>
                </a:cubicBezTo>
                <a:cubicBezTo>
                  <a:pt x="2722408" y="4883198"/>
                  <a:pt x="2670114" y="4881024"/>
                  <a:pt x="2621646" y="4896300"/>
                </a:cubicBezTo>
                <a:cubicBezTo>
                  <a:pt x="2568889" y="4914273"/>
                  <a:pt x="2555555" y="5004134"/>
                  <a:pt x="2547728" y="5009352"/>
                </a:cubicBezTo>
                <a:cubicBezTo>
                  <a:pt x="2539901" y="5014570"/>
                  <a:pt x="2534683" y="5005294"/>
                  <a:pt x="2534683" y="5005294"/>
                </a:cubicBezTo>
                <a:cubicBezTo>
                  <a:pt x="2534683" y="5005294"/>
                  <a:pt x="2545989" y="4933404"/>
                  <a:pt x="2567149" y="4911953"/>
                </a:cubicBezTo>
                <a:cubicBezTo>
                  <a:pt x="2599819" y="4878908"/>
                  <a:pt x="2644749" y="4860848"/>
                  <a:pt x="2691218" y="4862095"/>
                </a:cubicBezTo>
                <a:cubicBezTo>
                  <a:pt x="2766004" y="4856877"/>
                  <a:pt x="2833836" y="4876009"/>
                  <a:pt x="2865144" y="4907605"/>
                </a:cubicBezTo>
                <a:cubicBezTo>
                  <a:pt x="2896449" y="4939202"/>
                  <a:pt x="2898478" y="5020078"/>
                  <a:pt x="2898478" y="5020078"/>
                </a:cubicBezTo>
                <a:lnTo>
                  <a:pt x="3014429" y="5017179"/>
                </a:lnTo>
                <a:cubicBezTo>
                  <a:pt x="3014429" y="5017179"/>
                  <a:pt x="3036750" y="4933404"/>
                  <a:pt x="3057911" y="4911953"/>
                </a:cubicBezTo>
                <a:cubicBezTo>
                  <a:pt x="3090552" y="4878850"/>
                  <a:pt x="3135482" y="4860791"/>
                  <a:pt x="3181979" y="4862095"/>
                </a:cubicBezTo>
                <a:cubicBezTo>
                  <a:pt x="3256768" y="4856877"/>
                  <a:pt x="3324598" y="4876009"/>
                  <a:pt x="3355905" y="4907605"/>
                </a:cubicBezTo>
                <a:cubicBezTo>
                  <a:pt x="3387212" y="4939202"/>
                  <a:pt x="3389240" y="5020078"/>
                  <a:pt x="3389240" y="5020078"/>
                </a:cubicBezTo>
                <a:lnTo>
                  <a:pt x="3505190" y="5017179"/>
                </a:lnTo>
                <a:cubicBezTo>
                  <a:pt x="3505190" y="5017179"/>
                  <a:pt x="3529831" y="4917751"/>
                  <a:pt x="3572152" y="4883835"/>
                </a:cubicBezTo>
                <a:cubicBezTo>
                  <a:pt x="3603894" y="4858399"/>
                  <a:pt x="3656343" y="4855628"/>
                  <a:pt x="3680584" y="4855832"/>
                </a:cubicBezTo>
                <a:cubicBezTo>
                  <a:pt x="3688664" y="4855900"/>
                  <a:pt x="3693610" y="4856298"/>
                  <a:pt x="3693610" y="4856298"/>
                </a:cubicBezTo>
                <a:lnTo>
                  <a:pt x="3693610" y="4899199"/>
                </a:lnTo>
                <a:cubicBezTo>
                  <a:pt x="3693610" y="4899199"/>
                  <a:pt x="3606647" y="4891952"/>
                  <a:pt x="3573022" y="4916592"/>
                </a:cubicBezTo>
                <a:cubicBezTo>
                  <a:pt x="3547804" y="4935072"/>
                  <a:pt x="3533183" y="4977357"/>
                  <a:pt x="3527082" y="5002604"/>
                </a:cubicBezTo>
                <a:lnTo>
                  <a:pt x="3525492" y="5011202"/>
                </a:lnTo>
                <a:lnTo>
                  <a:pt x="3660474" y="4970644"/>
                </a:lnTo>
                <a:cubicBezTo>
                  <a:pt x="3859956" y="4899811"/>
                  <a:pt x="4052281" y="4798104"/>
                  <a:pt x="4230637" y="4664545"/>
                </a:cubicBezTo>
                <a:cubicBezTo>
                  <a:pt x="5181898" y="3952261"/>
                  <a:pt x="5375594" y="2603669"/>
                  <a:pt x="4663280" y="1652440"/>
                </a:cubicBezTo>
                <a:cubicBezTo>
                  <a:pt x="4262603" y="1117358"/>
                  <a:pt x="3660612" y="821972"/>
                  <a:pt x="3041258" y="792705"/>
                </a:cubicBezTo>
                <a:cubicBezTo>
                  <a:pt x="2981043" y="789859"/>
                  <a:pt x="2920664" y="789529"/>
                  <a:pt x="2860290" y="791739"/>
                </a:cubicBezTo>
                <a:close/>
                <a:moveTo>
                  <a:pt x="1904492" y="779477"/>
                </a:moveTo>
                <a:cubicBezTo>
                  <a:pt x="1901680" y="782202"/>
                  <a:pt x="1898694" y="784724"/>
                  <a:pt x="1895506" y="787014"/>
                </a:cubicBezTo>
                <a:cubicBezTo>
                  <a:pt x="1892896" y="788463"/>
                  <a:pt x="1885071" y="787594"/>
                  <a:pt x="1882171" y="790203"/>
                </a:cubicBezTo>
                <a:cubicBezTo>
                  <a:pt x="1878374" y="792812"/>
                  <a:pt x="1874142" y="794783"/>
                  <a:pt x="1869706" y="796000"/>
                </a:cubicBezTo>
                <a:cubicBezTo>
                  <a:pt x="1866518" y="796000"/>
                  <a:pt x="1859851" y="791942"/>
                  <a:pt x="1854632" y="796000"/>
                </a:cubicBezTo>
                <a:cubicBezTo>
                  <a:pt x="1849414" y="800059"/>
                  <a:pt x="1845067" y="797450"/>
                  <a:pt x="1841877" y="800059"/>
                </a:cubicBezTo>
                <a:lnTo>
                  <a:pt x="1841009" y="798899"/>
                </a:lnTo>
                <a:cubicBezTo>
                  <a:pt x="1838399" y="805276"/>
                  <a:pt x="1846516" y="811943"/>
                  <a:pt x="1847097" y="818611"/>
                </a:cubicBezTo>
                <a:cubicBezTo>
                  <a:pt x="1847212" y="822843"/>
                  <a:pt x="1849096" y="826843"/>
                  <a:pt x="1852314" y="829626"/>
                </a:cubicBezTo>
                <a:cubicBezTo>
                  <a:pt x="1858286" y="832902"/>
                  <a:pt x="1863300" y="837684"/>
                  <a:pt x="1866808" y="843540"/>
                </a:cubicBezTo>
                <a:cubicBezTo>
                  <a:pt x="1869706" y="847888"/>
                  <a:pt x="1881592" y="851077"/>
                  <a:pt x="1883331" y="853976"/>
                </a:cubicBezTo>
                <a:cubicBezTo>
                  <a:pt x="1885071" y="856874"/>
                  <a:pt x="1898984" y="862672"/>
                  <a:pt x="1903043" y="865571"/>
                </a:cubicBezTo>
                <a:cubicBezTo>
                  <a:pt x="1907100" y="868470"/>
                  <a:pt x="1908841" y="875426"/>
                  <a:pt x="1911449" y="878036"/>
                </a:cubicBezTo>
                <a:cubicBezTo>
                  <a:pt x="1914723" y="882818"/>
                  <a:pt x="1920898" y="884645"/>
                  <a:pt x="1926233" y="882383"/>
                </a:cubicBezTo>
                <a:cubicBezTo>
                  <a:pt x="1929131" y="880644"/>
                  <a:pt x="1932030" y="872238"/>
                  <a:pt x="1934638" y="869629"/>
                </a:cubicBezTo>
                <a:cubicBezTo>
                  <a:pt x="1937248" y="867020"/>
                  <a:pt x="1942756" y="865281"/>
                  <a:pt x="1945654" y="862672"/>
                </a:cubicBezTo>
                <a:cubicBezTo>
                  <a:pt x="1949886" y="859135"/>
                  <a:pt x="1953249" y="854672"/>
                  <a:pt x="1955510" y="849627"/>
                </a:cubicBezTo>
                <a:cubicBezTo>
                  <a:pt x="1956728" y="845279"/>
                  <a:pt x="1957510" y="840815"/>
                  <a:pt x="1957828" y="836293"/>
                </a:cubicBezTo>
                <a:cubicBezTo>
                  <a:pt x="1958699" y="831075"/>
                  <a:pt x="1956379" y="823828"/>
                  <a:pt x="1956379" y="819190"/>
                </a:cubicBezTo>
                <a:cubicBezTo>
                  <a:pt x="1958380" y="814234"/>
                  <a:pt x="1958989" y="808813"/>
                  <a:pt x="1958118" y="803537"/>
                </a:cubicBezTo>
                <a:cubicBezTo>
                  <a:pt x="1957074" y="799044"/>
                  <a:pt x="1954988" y="794870"/>
                  <a:pt x="1952032" y="791362"/>
                </a:cubicBezTo>
                <a:cubicBezTo>
                  <a:pt x="1948263" y="789130"/>
                  <a:pt x="1944291" y="787304"/>
                  <a:pt x="1940146" y="785855"/>
                </a:cubicBezTo>
                <a:cubicBezTo>
                  <a:pt x="1933479" y="782666"/>
                  <a:pt x="1909709" y="774839"/>
                  <a:pt x="1904492" y="779477"/>
                </a:cubicBezTo>
                <a:close/>
                <a:moveTo>
                  <a:pt x="1750857" y="740344"/>
                </a:moveTo>
                <a:cubicBezTo>
                  <a:pt x="1753175" y="739764"/>
                  <a:pt x="1753175" y="748170"/>
                  <a:pt x="1753465" y="754258"/>
                </a:cubicBezTo>
                <a:cubicBezTo>
                  <a:pt x="1752393" y="760780"/>
                  <a:pt x="1750450" y="767099"/>
                  <a:pt x="1747667" y="773100"/>
                </a:cubicBezTo>
                <a:cubicBezTo>
                  <a:pt x="1743320" y="781506"/>
                  <a:pt x="1743030" y="787304"/>
                  <a:pt x="1739552" y="793971"/>
                </a:cubicBezTo>
                <a:cubicBezTo>
                  <a:pt x="1735957" y="799536"/>
                  <a:pt x="1731464" y="804435"/>
                  <a:pt x="1726217" y="808464"/>
                </a:cubicBezTo>
                <a:cubicBezTo>
                  <a:pt x="1721231" y="811392"/>
                  <a:pt x="1714824" y="809856"/>
                  <a:pt x="1711723" y="804986"/>
                </a:cubicBezTo>
                <a:cubicBezTo>
                  <a:pt x="1708825" y="800493"/>
                  <a:pt x="1708825" y="794696"/>
                  <a:pt x="1711723" y="790202"/>
                </a:cubicBezTo>
                <a:cubicBezTo>
                  <a:pt x="1716390" y="782579"/>
                  <a:pt x="1721638" y="775303"/>
                  <a:pt x="1727377" y="768461"/>
                </a:cubicBezTo>
                <a:cubicBezTo>
                  <a:pt x="1729522" y="765360"/>
                  <a:pt x="1731203" y="761939"/>
                  <a:pt x="1732305" y="758316"/>
                </a:cubicBezTo>
                <a:cubicBezTo>
                  <a:pt x="1733464" y="754258"/>
                  <a:pt x="1738393" y="753098"/>
                  <a:pt x="1741001" y="748170"/>
                </a:cubicBezTo>
                <a:cubicBezTo>
                  <a:pt x="1743725" y="744924"/>
                  <a:pt x="1747089" y="742286"/>
                  <a:pt x="1750857" y="740344"/>
                </a:cubicBezTo>
                <a:close/>
                <a:moveTo>
                  <a:pt x="1775786" y="660048"/>
                </a:moveTo>
                <a:cubicBezTo>
                  <a:pt x="1771728" y="660048"/>
                  <a:pt x="1764481" y="667875"/>
                  <a:pt x="1761583" y="667875"/>
                </a:cubicBezTo>
                <a:cubicBezTo>
                  <a:pt x="1756480" y="668194"/>
                  <a:pt x="1751436" y="669092"/>
                  <a:pt x="1746509" y="670484"/>
                </a:cubicBezTo>
                <a:cubicBezTo>
                  <a:pt x="1743349" y="671962"/>
                  <a:pt x="1740942" y="674687"/>
                  <a:pt x="1739842" y="678021"/>
                </a:cubicBezTo>
                <a:cubicBezTo>
                  <a:pt x="1738103" y="680629"/>
                  <a:pt x="1736565" y="683325"/>
                  <a:pt x="1735203" y="686137"/>
                </a:cubicBezTo>
                <a:cubicBezTo>
                  <a:pt x="1733262" y="689384"/>
                  <a:pt x="1731638" y="692775"/>
                  <a:pt x="1730276" y="696283"/>
                </a:cubicBezTo>
                <a:cubicBezTo>
                  <a:pt x="1727724" y="701558"/>
                  <a:pt x="1724187" y="706284"/>
                  <a:pt x="1719840" y="710197"/>
                </a:cubicBezTo>
                <a:cubicBezTo>
                  <a:pt x="1714333" y="715705"/>
                  <a:pt x="1714042" y="717444"/>
                  <a:pt x="1711144" y="719183"/>
                </a:cubicBezTo>
                <a:cubicBezTo>
                  <a:pt x="1707231" y="722980"/>
                  <a:pt x="1703809" y="727271"/>
                  <a:pt x="1700998" y="731938"/>
                </a:cubicBezTo>
                <a:cubicBezTo>
                  <a:pt x="1696360" y="738605"/>
                  <a:pt x="1688823" y="743243"/>
                  <a:pt x="1685924" y="747591"/>
                </a:cubicBezTo>
                <a:cubicBezTo>
                  <a:pt x="1680968" y="756142"/>
                  <a:pt x="1674127" y="763476"/>
                  <a:pt x="1665923" y="769042"/>
                </a:cubicBezTo>
                <a:cubicBezTo>
                  <a:pt x="1662735" y="767564"/>
                  <a:pt x="1659430" y="766288"/>
                  <a:pt x="1656067" y="765274"/>
                </a:cubicBezTo>
                <a:cubicBezTo>
                  <a:pt x="1648530" y="763824"/>
                  <a:pt x="1645921" y="762664"/>
                  <a:pt x="1640704" y="765274"/>
                </a:cubicBezTo>
                <a:cubicBezTo>
                  <a:pt x="1637167" y="769622"/>
                  <a:pt x="1633892" y="774173"/>
                  <a:pt x="1630848" y="778897"/>
                </a:cubicBezTo>
                <a:cubicBezTo>
                  <a:pt x="1630848" y="787304"/>
                  <a:pt x="1623311" y="796580"/>
                  <a:pt x="1632587" y="812813"/>
                </a:cubicBezTo>
                <a:cubicBezTo>
                  <a:pt x="1634326" y="815712"/>
                  <a:pt x="1638964" y="821799"/>
                  <a:pt x="1647660" y="835134"/>
                </a:cubicBezTo>
                <a:cubicBezTo>
                  <a:pt x="1653081" y="842207"/>
                  <a:pt x="1658908" y="848961"/>
                  <a:pt x="1665053" y="855425"/>
                </a:cubicBezTo>
                <a:cubicBezTo>
                  <a:pt x="1669982" y="861512"/>
                  <a:pt x="1677518" y="867600"/>
                  <a:pt x="1679257" y="870498"/>
                </a:cubicBezTo>
                <a:cubicBezTo>
                  <a:pt x="1680997" y="873397"/>
                  <a:pt x="1686504" y="881804"/>
                  <a:pt x="1687954" y="881804"/>
                </a:cubicBezTo>
                <a:cubicBezTo>
                  <a:pt x="1689403" y="881804"/>
                  <a:pt x="1690272" y="882673"/>
                  <a:pt x="1694331" y="886152"/>
                </a:cubicBezTo>
                <a:cubicBezTo>
                  <a:pt x="1698390" y="889630"/>
                  <a:pt x="1699549" y="893109"/>
                  <a:pt x="1704476" y="895718"/>
                </a:cubicBezTo>
                <a:cubicBezTo>
                  <a:pt x="1707114" y="896906"/>
                  <a:pt x="1709984" y="897515"/>
                  <a:pt x="1712884" y="897457"/>
                </a:cubicBezTo>
                <a:cubicBezTo>
                  <a:pt x="1718623" y="895370"/>
                  <a:pt x="1724159" y="892732"/>
                  <a:pt x="1729407" y="889630"/>
                </a:cubicBezTo>
                <a:cubicBezTo>
                  <a:pt x="1732015" y="887891"/>
                  <a:pt x="1733754" y="884703"/>
                  <a:pt x="1737813" y="882094"/>
                </a:cubicBezTo>
                <a:cubicBezTo>
                  <a:pt x="1741871" y="879485"/>
                  <a:pt x="1749987" y="878615"/>
                  <a:pt x="1752306" y="878036"/>
                </a:cubicBezTo>
                <a:cubicBezTo>
                  <a:pt x="1754626" y="877456"/>
                  <a:pt x="1761002" y="880934"/>
                  <a:pt x="1761002" y="883253"/>
                </a:cubicBezTo>
                <a:cubicBezTo>
                  <a:pt x="1764162" y="891601"/>
                  <a:pt x="1767844" y="899718"/>
                  <a:pt x="1772018" y="907603"/>
                </a:cubicBezTo>
                <a:cubicBezTo>
                  <a:pt x="1774829" y="913632"/>
                  <a:pt x="1778221" y="919343"/>
                  <a:pt x="1782163" y="924706"/>
                </a:cubicBezTo>
                <a:cubicBezTo>
                  <a:pt x="1783902" y="927314"/>
                  <a:pt x="1789410" y="934271"/>
                  <a:pt x="1789410" y="937170"/>
                </a:cubicBezTo>
                <a:cubicBezTo>
                  <a:pt x="1796947" y="950505"/>
                  <a:pt x="1794629" y="957172"/>
                  <a:pt x="1784482" y="963549"/>
                </a:cubicBezTo>
                <a:cubicBezTo>
                  <a:pt x="1781584" y="965288"/>
                  <a:pt x="1771149" y="962389"/>
                  <a:pt x="1761583" y="968477"/>
                </a:cubicBezTo>
                <a:cubicBezTo>
                  <a:pt x="1760134" y="969346"/>
                  <a:pt x="1748538" y="978622"/>
                  <a:pt x="1752016" y="981521"/>
                </a:cubicBezTo>
                <a:cubicBezTo>
                  <a:pt x="1755495" y="984420"/>
                  <a:pt x="1777816" y="986159"/>
                  <a:pt x="1784482" y="989928"/>
                </a:cubicBezTo>
                <a:cubicBezTo>
                  <a:pt x="1791149" y="993696"/>
                  <a:pt x="1794339" y="997754"/>
                  <a:pt x="1799557" y="999204"/>
                </a:cubicBezTo>
                <a:cubicBezTo>
                  <a:pt x="1805324" y="999696"/>
                  <a:pt x="1811122" y="999116"/>
                  <a:pt x="1816658" y="997464"/>
                </a:cubicBezTo>
                <a:cubicBezTo>
                  <a:pt x="1821007" y="997175"/>
                  <a:pt x="1825356" y="998914"/>
                  <a:pt x="1828254" y="998914"/>
                </a:cubicBezTo>
                <a:cubicBezTo>
                  <a:pt x="1831152" y="998914"/>
                  <a:pt x="1838399" y="997464"/>
                  <a:pt x="1840719" y="997464"/>
                </a:cubicBezTo>
                <a:cubicBezTo>
                  <a:pt x="1843588" y="998740"/>
                  <a:pt x="1846835" y="998740"/>
                  <a:pt x="1849705" y="997464"/>
                </a:cubicBezTo>
                <a:cubicBezTo>
                  <a:pt x="1852604" y="995725"/>
                  <a:pt x="1853473" y="989058"/>
                  <a:pt x="1859561" y="981521"/>
                </a:cubicBezTo>
                <a:cubicBezTo>
                  <a:pt x="1865648" y="973985"/>
                  <a:pt x="1862459" y="961520"/>
                  <a:pt x="1865648" y="957172"/>
                </a:cubicBezTo>
                <a:cubicBezTo>
                  <a:pt x="1870287" y="948186"/>
                  <a:pt x="1870837" y="937605"/>
                  <a:pt x="1867098" y="928184"/>
                </a:cubicBezTo>
                <a:cubicBezTo>
                  <a:pt x="1853763" y="901892"/>
                  <a:pt x="1838544" y="876615"/>
                  <a:pt x="1821587" y="852526"/>
                </a:cubicBezTo>
                <a:cubicBezTo>
                  <a:pt x="1816340" y="848323"/>
                  <a:pt x="1811993" y="843105"/>
                  <a:pt x="1808833" y="837163"/>
                </a:cubicBezTo>
                <a:cubicBezTo>
                  <a:pt x="1805354" y="831365"/>
                  <a:pt x="1808833" y="822959"/>
                  <a:pt x="1811441" y="822959"/>
                </a:cubicBezTo>
                <a:cubicBezTo>
                  <a:pt x="1815064" y="822350"/>
                  <a:pt x="1818109" y="819944"/>
                  <a:pt x="1819558" y="816581"/>
                </a:cubicBezTo>
                <a:cubicBezTo>
                  <a:pt x="1820920" y="809306"/>
                  <a:pt x="1821789" y="801943"/>
                  <a:pt x="1822166" y="794551"/>
                </a:cubicBezTo>
                <a:cubicBezTo>
                  <a:pt x="1821007" y="773709"/>
                  <a:pt x="1821007" y="752780"/>
                  <a:pt x="1822166" y="731938"/>
                </a:cubicBezTo>
                <a:cubicBezTo>
                  <a:pt x="1822486" y="725763"/>
                  <a:pt x="1822486" y="719560"/>
                  <a:pt x="1822166" y="713386"/>
                </a:cubicBezTo>
                <a:cubicBezTo>
                  <a:pt x="1823617" y="704051"/>
                  <a:pt x="1825761" y="694863"/>
                  <a:pt x="1828544" y="685847"/>
                </a:cubicBezTo>
                <a:cubicBezTo>
                  <a:pt x="1827355" y="680890"/>
                  <a:pt x="1824485" y="676484"/>
                  <a:pt x="1820427" y="673382"/>
                </a:cubicBezTo>
                <a:cubicBezTo>
                  <a:pt x="1817529" y="671643"/>
                  <a:pt x="1810572" y="662657"/>
                  <a:pt x="1804774" y="660048"/>
                </a:cubicBezTo>
                <a:cubicBezTo>
                  <a:pt x="1795121" y="659092"/>
                  <a:pt x="1785440" y="659092"/>
                  <a:pt x="1775786" y="660048"/>
                </a:cubicBezTo>
                <a:close/>
                <a:moveTo>
                  <a:pt x="4252023" y="620915"/>
                </a:moveTo>
                <a:cubicBezTo>
                  <a:pt x="4250392" y="621205"/>
                  <a:pt x="4248871" y="622220"/>
                  <a:pt x="4247567" y="624683"/>
                </a:cubicBezTo>
                <a:cubicBezTo>
                  <a:pt x="4245421" y="631669"/>
                  <a:pt x="4242087" y="638250"/>
                  <a:pt x="4237710" y="644105"/>
                </a:cubicBezTo>
                <a:cubicBezTo>
                  <a:pt x="4233623" y="651439"/>
                  <a:pt x="4228638" y="658251"/>
                  <a:pt x="4222926" y="664396"/>
                </a:cubicBezTo>
                <a:cubicBezTo>
                  <a:pt x="4211679" y="671672"/>
                  <a:pt x="4202433" y="681644"/>
                  <a:pt x="4195968" y="693384"/>
                </a:cubicBezTo>
                <a:cubicBezTo>
                  <a:pt x="4180750" y="693703"/>
                  <a:pt x="4165646" y="690833"/>
                  <a:pt x="4151618" y="684978"/>
                </a:cubicBezTo>
                <a:cubicBezTo>
                  <a:pt x="4143500" y="680920"/>
                  <a:pt x="4133934" y="671354"/>
                  <a:pt x="4129297" y="671354"/>
                </a:cubicBezTo>
                <a:cubicBezTo>
                  <a:pt x="4125093" y="670397"/>
                  <a:pt x="4120746" y="670397"/>
                  <a:pt x="4116542" y="671354"/>
                </a:cubicBezTo>
                <a:cubicBezTo>
                  <a:pt x="4111615" y="671643"/>
                  <a:pt x="4107556" y="669035"/>
                  <a:pt x="4103207" y="669035"/>
                </a:cubicBezTo>
                <a:cubicBezTo>
                  <a:pt x="4098743" y="670629"/>
                  <a:pt x="4094193" y="671991"/>
                  <a:pt x="4089584" y="673093"/>
                </a:cubicBezTo>
                <a:cubicBezTo>
                  <a:pt x="4083294" y="673759"/>
                  <a:pt x="4078075" y="678252"/>
                  <a:pt x="4076539" y="684398"/>
                </a:cubicBezTo>
                <a:cubicBezTo>
                  <a:pt x="4071611" y="695529"/>
                  <a:pt x="4073552" y="708486"/>
                  <a:pt x="4081466" y="717734"/>
                </a:cubicBezTo>
                <a:cubicBezTo>
                  <a:pt x="4088135" y="722952"/>
                  <a:pt x="4088423" y="729039"/>
                  <a:pt x="4093062" y="734257"/>
                </a:cubicBezTo>
                <a:cubicBezTo>
                  <a:pt x="4095728" y="737242"/>
                  <a:pt x="4099293" y="739272"/>
                  <a:pt x="4103207" y="740054"/>
                </a:cubicBezTo>
                <a:cubicBezTo>
                  <a:pt x="4107324" y="740866"/>
                  <a:pt x="4111383" y="741938"/>
                  <a:pt x="4115383" y="743243"/>
                </a:cubicBezTo>
                <a:lnTo>
                  <a:pt x="4123499" y="747881"/>
                </a:lnTo>
                <a:cubicBezTo>
                  <a:pt x="4126399" y="749620"/>
                  <a:pt x="4135385" y="749620"/>
                  <a:pt x="4134224" y="753389"/>
                </a:cubicBezTo>
                <a:cubicBezTo>
                  <a:pt x="4133065" y="757157"/>
                  <a:pt x="4125238" y="762955"/>
                  <a:pt x="4121469" y="765563"/>
                </a:cubicBezTo>
                <a:cubicBezTo>
                  <a:pt x="4110049" y="776492"/>
                  <a:pt x="4096280" y="784637"/>
                  <a:pt x="4081176" y="789333"/>
                </a:cubicBezTo>
                <a:cubicBezTo>
                  <a:pt x="4054683" y="797334"/>
                  <a:pt x="4027781" y="803914"/>
                  <a:pt x="4000591" y="809045"/>
                </a:cubicBezTo>
                <a:cubicBezTo>
                  <a:pt x="3997982" y="809045"/>
                  <a:pt x="3993054" y="809045"/>
                  <a:pt x="3990735" y="809045"/>
                </a:cubicBezTo>
                <a:cubicBezTo>
                  <a:pt x="3985460" y="810030"/>
                  <a:pt x="3980126" y="810697"/>
                  <a:pt x="3974792" y="811074"/>
                </a:cubicBezTo>
                <a:cubicBezTo>
                  <a:pt x="3967720" y="812523"/>
                  <a:pt x="3960415" y="812523"/>
                  <a:pt x="3953341" y="811074"/>
                </a:cubicBezTo>
                <a:lnTo>
                  <a:pt x="3953341" y="809914"/>
                </a:lnTo>
                <a:cubicBezTo>
                  <a:pt x="3944355" y="808175"/>
                  <a:pt x="3938267" y="810784"/>
                  <a:pt x="3939138" y="813393"/>
                </a:cubicBezTo>
                <a:cubicBezTo>
                  <a:pt x="3940006" y="816002"/>
                  <a:pt x="3944065" y="819480"/>
                  <a:pt x="3947833" y="823539"/>
                </a:cubicBezTo>
                <a:cubicBezTo>
                  <a:pt x="3951602" y="827597"/>
                  <a:pt x="3946094" y="836003"/>
                  <a:pt x="3947833" y="840352"/>
                </a:cubicBezTo>
                <a:cubicBezTo>
                  <a:pt x="3949573" y="844699"/>
                  <a:pt x="3948992" y="849917"/>
                  <a:pt x="3951892" y="852526"/>
                </a:cubicBezTo>
                <a:cubicBezTo>
                  <a:pt x="3956269" y="855019"/>
                  <a:pt x="3961110" y="856700"/>
                  <a:pt x="3966096" y="857454"/>
                </a:cubicBezTo>
                <a:cubicBezTo>
                  <a:pt x="3974618" y="860556"/>
                  <a:pt x="3983343" y="863078"/>
                  <a:pt x="3992185" y="864991"/>
                </a:cubicBezTo>
                <a:cubicBezTo>
                  <a:pt x="3999142" y="864991"/>
                  <a:pt x="4017405" y="864991"/>
                  <a:pt x="4024942" y="864991"/>
                </a:cubicBezTo>
                <a:cubicBezTo>
                  <a:pt x="4039986" y="867832"/>
                  <a:pt x="4055407" y="867832"/>
                  <a:pt x="4070451" y="864991"/>
                </a:cubicBezTo>
                <a:cubicBezTo>
                  <a:pt x="4092772" y="858034"/>
                  <a:pt x="4105817" y="857164"/>
                  <a:pt x="4121760" y="852237"/>
                </a:cubicBezTo>
                <a:cubicBezTo>
                  <a:pt x="4137702" y="847308"/>
                  <a:pt x="4160892" y="824988"/>
                  <a:pt x="4164082" y="830786"/>
                </a:cubicBezTo>
                <a:cubicBezTo>
                  <a:pt x="4167270" y="836583"/>
                  <a:pt x="4171619" y="859193"/>
                  <a:pt x="4180315" y="878325"/>
                </a:cubicBezTo>
                <a:cubicBezTo>
                  <a:pt x="4182750" y="886500"/>
                  <a:pt x="4184692" y="894848"/>
                  <a:pt x="4186113" y="903255"/>
                </a:cubicBezTo>
                <a:cubicBezTo>
                  <a:pt x="4187214" y="917951"/>
                  <a:pt x="4189243" y="932590"/>
                  <a:pt x="4192199" y="947026"/>
                </a:cubicBezTo>
                <a:cubicBezTo>
                  <a:pt x="4199360" y="962476"/>
                  <a:pt x="4199360" y="980275"/>
                  <a:pt x="4192199" y="995725"/>
                </a:cubicBezTo>
                <a:cubicBezTo>
                  <a:pt x="4192316" y="1002421"/>
                  <a:pt x="4195244" y="1008740"/>
                  <a:pt x="4200317" y="1013118"/>
                </a:cubicBezTo>
                <a:cubicBezTo>
                  <a:pt x="4206403" y="1019205"/>
                  <a:pt x="4216550" y="1019495"/>
                  <a:pt x="4222348" y="1030221"/>
                </a:cubicBezTo>
                <a:cubicBezTo>
                  <a:pt x="4226145" y="1034887"/>
                  <a:pt x="4230754" y="1038801"/>
                  <a:pt x="4235971" y="1041815"/>
                </a:cubicBezTo>
                <a:cubicBezTo>
                  <a:pt x="4242349" y="1046743"/>
                  <a:pt x="4249885" y="1048773"/>
                  <a:pt x="4253653" y="1051671"/>
                </a:cubicBezTo>
                <a:cubicBezTo>
                  <a:pt x="4258842" y="1055585"/>
                  <a:pt x="4264263" y="1059179"/>
                  <a:pt x="4269886" y="1062397"/>
                </a:cubicBezTo>
                <a:cubicBezTo>
                  <a:pt x="4272206" y="1063266"/>
                  <a:pt x="4275104" y="1065875"/>
                  <a:pt x="4278294" y="1065295"/>
                </a:cubicBezTo>
                <a:cubicBezTo>
                  <a:pt x="4281482" y="1064716"/>
                  <a:pt x="4286119" y="1063266"/>
                  <a:pt x="4289309" y="1063266"/>
                </a:cubicBezTo>
                <a:cubicBezTo>
                  <a:pt x="4296875" y="1066658"/>
                  <a:pt x="4305512" y="1066658"/>
                  <a:pt x="4313078" y="1063266"/>
                </a:cubicBezTo>
                <a:cubicBezTo>
                  <a:pt x="4317717" y="1061527"/>
                  <a:pt x="4319746" y="1054860"/>
                  <a:pt x="4321485" y="1052251"/>
                </a:cubicBezTo>
                <a:cubicBezTo>
                  <a:pt x="4323224" y="1049642"/>
                  <a:pt x="4329891" y="1049932"/>
                  <a:pt x="4329891" y="1045874"/>
                </a:cubicBezTo>
                <a:cubicBezTo>
                  <a:pt x="4329891" y="1041815"/>
                  <a:pt x="4324383" y="1038047"/>
                  <a:pt x="4321775" y="1034569"/>
                </a:cubicBezTo>
                <a:cubicBezTo>
                  <a:pt x="4311050" y="1021814"/>
                  <a:pt x="4304382" y="1013987"/>
                  <a:pt x="4296845" y="1005581"/>
                </a:cubicBezTo>
                <a:cubicBezTo>
                  <a:pt x="4293946" y="1002103"/>
                  <a:pt x="4291917" y="993696"/>
                  <a:pt x="4288149" y="988478"/>
                </a:cubicBezTo>
                <a:cubicBezTo>
                  <a:pt x="4282816" y="982971"/>
                  <a:pt x="4278062" y="976970"/>
                  <a:pt x="4273945" y="970506"/>
                </a:cubicBezTo>
                <a:cubicBezTo>
                  <a:pt x="4268756" y="956389"/>
                  <a:pt x="4262262" y="942794"/>
                  <a:pt x="4254524" y="929923"/>
                </a:cubicBezTo>
                <a:cubicBezTo>
                  <a:pt x="4245247" y="916009"/>
                  <a:pt x="4247567" y="887022"/>
                  <a:pt x="4243508" y="876586"/>
                </a:cubicBezTo>
                <a:cubicBezTo>
                  <a:pt x="4234550" y="854903"/>
                  <a:pt x="4228696" y="832061"/>
                  <a:pt x="4226115" y="808755"/>
                </a:cubicBezTo>
                <a:cubicBezTo>
                  <a:pt x="4225651" y="800667"/>
                  <a:pt x="4228841" y="792783"/>
                  <a:pt x="4234812" y="787304"/>
                </a:cubicBezTo>
                <a:cubicBezTo>
                  <a:pt x="4239449" y="783912"/>
                  <a:pt x="4244667" y="781362"/>
                  <a:pt x="4250175" y="779767"/>
                </a:cubicBezTo>
                <a:cubicBezTo>
                  <a:pt x="4260785" y="780057"/>
                  <a:pt x="4271307" y="781709"/>
                  <a:pt x="4281482" y="784695"/>
                </a:cubicBezTo>
                <a:cubicBezTo>
                  <a:pt x="4286990" y="786435"/>
                  <a:pt x="4292788" y="789333"/>
                  <a:pt x="4299454" y="792232"/>
                </a:cubicBezTo>
                <a:cubicBezTo>
                  <a:pt x="4305919" y="795160"/>
                  <a:pt x="4312934" y="796638"/>
                  <a:pt x="4320036" y="796580"/>
                </a:cubicBezTo>
                <a:cubicBezTo>
                  <a:pt x="4330298" y="798928"/>
                  <a:pt x="4340792" y="800203"/>
                  <a:pt x="4351342" y="800348"/>
                </a:cubicBezTo>
                <a:cubicBezTo>
                  <a:pt x="4358300" y="798609"/>
                  <a:pt x="4361488" y="796000"/>
                  <a:pt x="4366706" y="798609"/>
                </a:cubicBezTo>
                <a:cubicBezTo>
                  <a:pt x="4371924" y="801218"/>
                  <a:pt x="4373082" y="799479"/>
                  <a:pt x="4375692" y="794841"/>
                </a:cubicBezTo>
                <a:cubicBezTo>
                  <a:pt x="4380329" y="783536"/>
                  <a:pt x="4384098" y="767882"/>
                  <a:pt x="4375692" y="761215"/>
                </a:cubicBezTo>
                <a:cubicBezTo>
                  <a:pt x="4367286" y="754548"/>
                  <a:pt x="4360039" y="749620"/>
                  <a:pt x="4359749" y="743823"/>
                </a:cubicBezTo>
                <a:cubicBezTo>
                  <a:pt x="4359459" y="738025"/>
                  <a:pt x="4340326" y="732518"/>
                  <a:pt x="4337138" y="730778"/>
                </a:cubicBezTo>
                <a:cubicBezTo>
                  <a:pt x="4333950" y="729039"/>
                  <a:pt x="4323515" y="732518"/>
                  <a:pt x="4316268" y="732518"/>
                </a:cubicBezTo>
                <a:cubicBezTo>
                  <a:pt x="4311137" y="732169"/>
                  <a:pt x="4306093" y="731184"/>
                  <a:pt x="4301194" y="729619"/>
                </a:cubicBezTo>
                <a:cubicBezTo>
                  <a:pt x="4296845" y="728169"/>
                  <a:pt x="4287858" y="728169"/>
                  <a:pt x="4287858" y="728169"/>
                </a:cubicBezTo>
                <a:cubicBezTo>
                  <a:pt x="4284380" y="728372"/>
                  <a:pt x="4280932" y="727445"/>
                  <a:pt x="4278004" y="725560"/>
                </a:cubicBezTo>
                <a:cubicBezTo>
                  <a:pt x="4275684" y="723531"/>
                  <a:pt x="4285541" y="715125"/>
                  <a:pt x="4285541" y="713386"/>
                </a:cubicBezTo>
                <a:cubicBezTo>
                  <a:pt x="4294237" y="706139"/>
                  <a:pt x="4302064" y="700341"/>
                  <a:pt x="4306411" y="697153"/>
                </a:cubicBezTo>
                <a:cubicBezTo>
                  <a:pt x="4310760" y="693964"/>
                  <a:pt x="4307860" y="690486"/>
                  <a:pt x="4310760" y="684398"/>
                </a:cubicBezTo>
                <a:cubicBezTo>
                  <a:pt x="4313658" y="678311"/>
                  <a:pt x="4317717" y="676571"/>
                  <a:pt x="4313658" y="670484"/>
                </a:cubicBezTo>
                <a:cubicBezTo>
                  <a:pt x="4308527" y="663672"/>
                  <a:pt x="4305484" y="655526"/>
                  <a:pt x="4304962" y="647004"/>
                </a:cubicBezTo>
                <a:cubicBezTo>
                  <a:pt x="4304962" y="643815"/>
                  <a:pt x="4287280" y="636858"/>
                  <a:pt x="4284380" y="633959"/>
                </a:cubicBezTo>
                <a:cubicBezTo>
                  <a:pt x="4281482" y="631061"/>
                  <a:pt x="4274525" y="633090"/>
                  <a:pt x="4271047" y="631061"/>
                </a:cubicBezTo>
                <a:cubicBezTo>
                  <a:pt x="4267568" y="629031"/>
                  <a:pt x="4268437" y="624683"/>
                  <a:pt x="4257132" y="621495"/>
                </a:cubicBezTo>
                <a:cubicBezTo>
                  <a:pt x="4255393" y="621060"/>
                  <a:pt x="4253653" y="620625"/>
                  <a:pt x="4252023" y="620915"/>
                </a:cubicBezTo>
                <a:close/>
                <a:moveTo>
                  <a:pt x="2360177" y="576564"/>
                </a:moveTo>
                <a:lnTo>
                  <a:pt x="2361048" y="577724"/>
                </a:lnTo>
                <a:lnTo>
                  <a:pt x="2360388" y="576963"/>
                </a:lnTo>
                <a:close/>
                <a:moveTo>
                  <a:pt x="1668532" y="521488"/>
                </a:moveTo>
                <a:cubicBezTo>
                  <a:pt x="1664763" y="520038"/>
                  <a:pt x="1658966" y="525256"/>
                  <a:pt x="1653748" y="525256"/>
                </a:cubicBezTo>
                <a:cubicBezTo>
                  <a:pt x="1648530" y="525256"/>
                  <a:pt x="1646791" y="523227"/>
                  <a:pt x="1643312" y="525256"/>
                </a:cubicBezTo>
                <a:cubicBezTo>
                  <a:pt x="1638994" y="528300"/>
                  <a:pt x="1634442" y="531024"/>
                  <a:pt x="1629688" y="533373"/>
                </a:cubicBezTo>
                <a:cubicBezTo>
                  <a:pt x="1625775" y="534909"/>
                  <a:pt x="1622007" y="536764"/>
                  <a:pt x="1618383" y="538880"/>
                </a:cubicBezTo>
                <a:cubicBezTo>
                  <a:pt x="1613455" y="542069"/>
                  <a:pt x="1613455" y="545257"/>
                  <a:pt x="1611426" y="547576"/>
                </a:cubicBezTo>
                <a:cubicBezTo>
                  <a:pt x="1609397" y="549895"/>
                  <a:pt x="1604179" y="552214"/>
                  <a:pt x="1602730" y="553954"/>
                </a:cubicBezTo>
                <a:cubicBezTo>
                  <a:pt x="1601281" y="555693"/>
                  <a:pt x="1601281" y="560041"/>
                  <a:pt x="1595773" y="563520"/>
                </a:cubicBezTo>
                <a:cubicBezTo>
                  <a:pt x="1590265" y="566998"/>
                  <a:pt x="1583018" y="567868"/>
                  <a:pt x="1581279" y="575694"/>
                </a:cubicBezTo>
                <a:cubicBezTo>
                  <a:pt x="1580033" y="579463"/>
                  <a:pt x="1580787" y="583637"/>
                  <a:pt x="1583308" y="586710"/>
                </a:cubicBezTo>
                <a:cubicBezTo>
                  <a:pt x="1587657" y="590188"/>
                  <a:pt x="1608238" y="599754"/>
                  <a:pt x="1609977" y="606711"/>
                </a:cubicBezTo>
                <a:cubicBezTo>
                  <a:pt x="1611282" y="610770"/>
                  <a:pt x="1612238" y="614944"/>
                  <a:pt x="1612876" y="619176"/>
                </a:cubicBezTo>
                <a:cubicBezTo>
                  <a:pt x="1614905" y="624104"/>
                  <a:pt x="1614905" y="625843"/>
                  <a:pt x="1614905" y="629611"/>
                </a:cubicBezTo>
                <a:cubicBezTo>
                  <a:pt x="1614760" y="633264"/>
                  <a:pt x="1615891" y="636858"/>
                  <a:pt x="1618093" y="639757"/>
                </a:cubicBezTo>
                <a:cubicBezTo>
                  <a:pt x="1621949" y="641583"/>
                  <a:pt x="1626412" y="641583"/>
                  <a:pt x="1630269" y="639757"/>
                </a:cubicBezTo>
                <a:cubicBezTo>
                  <a:pt x="1634326" y="637438"/>
                  <a:pt x="1639255" y="635989"/>
                  <a:pt x="1640994" y="637438"/>
                </a:cubicBezTo>
                <a:cubicBezTo>
                  <a:pt x="1642733" y="638888"/>
                  <a:pt x="1646502" y="638888"/>
                  <a:pt x="1647371" y="644975"/>
                </a:cubicBezTo>
                <a:cubicBezTo>
                  <a:pt x="1648241" y="651062"/>
                  <a:pt x="1644472" y="653671"/>
                  <a:pt x="1639255" y="660048"/>
                </a:cubicBezTo>
                <a:cubicBezTo>
                  <a:pt x="1634036" y="666426"/>
                  <a:pt x="1615775" y="683528"/>
                  <a:pt x="1614035" y="689036"/>
                </a:cubicBezTo>
                <a:cubicBezTo>
                  <a:pt x="1612295" y="694544"/>
                  <a:pt x="1604469" y="695413"/>
                  <a:pt x="1598961" y="701211"/>
                </a:cubicBezTo>
                <a:cubicBezTo>
                  <a:pt x="1588236" y="712574"/>
                  <a:pt x="1576728" y="723125"/>
                  <a:pt x="1564466" y="732807"/>
                </a:cubicBezTo>
                <a:cubicBezTo>
                  <a:pt x="1560408" y="735706"/>
                  <a:pt x="1554320" y="746721"/>
                  <a:pt x="1551422" y="748171"/>
                </a:cubicBezTo>
                <a:cubicBezTo>
                  <a:pt x="1548523" y="749620"/>
                  <a:pt x="1543595" y="745852"/>
                  <a:pt x="1541276" y="748171"/>
                </a:cubicBezTo>
                <a:lnTo>
                  <a:pt x="1541276" y="747011"/>
                </a:lnTo>
                <a:cubicBezTo>
                  <a:pt x="1532232" y="756403"/>
                  <a:pt x="1525043" y="767418"/>
                  <a:pt x="1520115" y="779477"/>
                </a:cubicBezTo>
                <a:cubicBezTo>
                  <a:pt x="1519506" y="783536"/>
                  <a:pt x="1520666" y="787652"/>
                  <a:pt x="1523304" y="790782"/>
                </a:cubicBezTo>
                <a:cubicBezTo>
                  <a:pt x="1527362" y="796580"/>
                  <a:pt x="1531710" y="801798"/>
                  <a:pt x="1531710" y="803247"/>
                </a:cubicBezTo>
                <a:cubicBezTo>
                  <a:pt x="1534318" y="809625"/>
                  <a:pt x="1539247" y="816581"/>
                  <a:pt x="1544464" y="816002"/>
                </a:cubicBezTo>
                <a:cubicBezTo>
                  <a:pt x="1549683" y="815422"/>
                  <a:pt x="1551711" y="809914"/>
                  <a:pt x="1559539" y="808465"/>
                </a:cubicBezTo>
                <a:cubicBezTo>
                  <a:pt x="1567365" y="807015"/>
                  <a:pt x="1566205" y="811943"/>
                  <a:pt x="1570553" y="808465"/>
                </a:cubicBezTo>
                <a:cubicBezTo>
                  <a:pt x="1574902" y="804987"/>
                  <a:pt x="1576930" y="800348"/>
                  <a:pt x="1576930" y="797160"/>
                </a:cubicBezTo>
                <a:cubicBezTo>
                  <a:pt x="1579395" y="793247"/>
                  <a:pt x="1582410" y="789739"/>
                  <a:pt x="1585917" y="786724"/>
                </a:cubicBezTo>
                <a:cubicBezTo>
                  <a:pt x="1590845" y="783246"/>
                  <a:pt x="1596932" y="780057"/>
                  <a:pt x="1596932" y="775419"/>
                </a:cubicBezTo>
                <a:cubicBezTo>
                  <a:pt x="1599252" y="773274"/>
                  <a:pt x="1601889" y="771506"/>
                  <a:pt x="1604759" y="770202"/>
                </a:cubicBezTo>
                <a:cubicBezTo>
                  <a:pt x="1608585" y="768723"/>
                  <a:pt x="1612034" y="766462"/>
                  <a:pt x="1614905" y="763534"/>
                </a:cubicBezTo>
                <a:cubicBezTo>
                  <a:pt x="1617977" y="759940"/>
                  <a:pt x="1621253" y="756548"/>
                  <a:pt x="1624761" y="753389"/>
                </a:cubicBezTo>
                <a:cubicBezTo>
                  <a:pt x="1628674" y="751533"/>
                  <a:pt x="1632065" y="748751"/>
                  <a:pt x="1634617" y="745272"/>
                </a:cubicBezTo>
                <a:cubicBezTo>
                  <a:pt x="1637225" y="741504"/>
                  <a:pt x="1643022" y="738895"/>
                  <a:pt x="1645632" y="734546"/>
                </a:cubicBezTo>
                <a:cubicBezTo>
                  <a:pt x="1648241" y="730198"/>
                  <a:pt x="1654328" y="728169"/>
                  <a:pt x="1657227" y="722662"/>
                </a:cubicBezTo>
                <a:cubicBezTo>
                  <a:pt x="1660126" y="717154"/>
                  <a:pt x="1669112" y="716574"/>
                  <a:pt x="1669112" y="710487"/>
                </a:cubicBezTo>
                <a:cubicBezTo>
                  <a:pt x="1682417" y="695123"/>
                  <a:pt x="1696766" y="680717"/>
                  <a:pt x="1712013" y="667295"/>
                </a:cubicBezTo>
                <a:cubicBezTo>
                  <a:pt x="1717869" y="660309"/>
                  <a:pt x="1723319" y="652947"/>
                  <a:pt x="1728246" y="645264"/>
                </a:cubicBezTo>
                <a:cubicBezTo>
                  <a:pt x="1734044" y="640337"/>
                  <a:pt x="1741001" y="639467"/>
                  <a:pt x="1743610" y="636858"/>
                </a:cubicBezTo>
                <a:cubicBezTo>
                  <a:pt x="1747204" y="631554"/>
                  <a:pt x="1751291" y="626626"/>
                  <a:pt x="1755785" y="622075"/>
                </a:cubicBezTo>
                <a:cubicBezTo>
                  <a:pt x="1758683" y="618596"/>
                  <a:pt x="1765061" y="611349"/>
                  <a:pt x="1768539" y="608160"/>
                </a:cubicBezTo>
                <a:lnTo>
                  <a:pt x="1784192" y="595986"/>
                </a:lnTo>
                <a:cubicBezTo>
                  <a:pt x="1787092" y="594246"/>
                  <a:pt x="1801876" y="583521"/>
                  <a:pt x="1804484" y="581492"/>
                </a:cubicBezTo>
                <a:cubicBezTo>
                  <a:pt x="1812311" y="577724"/>
                  <a:pt x="1819558" y="580622"/>
                  <a:pt x="1819558" y="577724"/>
                </a:cubicBezTo>
                <a:cubicBezTo>
                  <a:pt x="1823617" y="569317"/>
                  <a:pt x="1833762" y="549895"/>
                  <a:pt x="1830864" y="543808"/>
                </a:cubicBezTo>
                <a:cubicBezTo>
                  <a:pt x="1827964" y="537721"/>
                  <a:pt x="1825356" y="533082"/>
                  <a:pt x="1823617" y="530184"/>
                </a:cubicBezTo>
                <a:cubicBezTo>
                  <a:pt x="1821152" y="527604"/>
                  <a:pt x="1817529" y="526502"/>
                  <a:pt x="1814050" y="527285"/>
                </a:cubicBezTo>
                <a:cubicBezTo>
                  <a:pt x="1807209" y="529488"/>
                  <a:pt x="1799730" y="528213"/>
                  <a:pt x="1794049" y="523807"/>
                </a:cubicBezTo>
                <a:cubicBezTo>
                  <a:pt x="1791149" y="521488"/>
                  <a:pt x="1786222" y="524676"/>
                  <a:pt x="1781294" y="526705"/>
                </a:cubicBezTo>
                <a:cubicBezTo>
                  <a:pt x="1776367" y="528734"/>
                  <a:pt x="1770569" y="526705"/>
                  <a:pt x="1767959" y="528734"/>
                </a:cubicBezTo>
                <a:cubicBezTo>
                  <a:pt x="1760480" y="534851"/>
                  <a:pt x="1753495" y="541518"/>
                  <a:pt x="1747089" y="548736"/>
                </a:cubicBezTo>
                <a:cubicBezTo>
                  <a:pt x="1741581" y="555113"/>
                  <a:pt x="1714333" y="580332"/>
                  <a:pt x="1710564" y="584101"/>
                </a:cubicBezTo>
                <a:cubicBezTo>
                  <a:pt x="1706796" y="587869"/>
                  <a:pt x="1703898" y="582941"/>
                  <a:pt x="1703898" y="578303"/>
                </a:cubicBezTo>
                <a:cubicBezTo>
                  <a:pt x="1709405" y="565839"/>
                  <a:pt x="1713174" y="564969"/>
                  <a:pt x="1703898" y="549315"/>
                </a:cubicBezTo>
                <a:cubicBezTo>
                  <a:pt x="1694621" y="533662"/>
                  <a:pt x="1684475" y="535691"/>
                  <a:pt x="1681286" y="533662"/>
                </a:cubicBezTo>
                <a:cubicBezTo>
                  <a:pt x="1678098" y="531633"/>
                  <a:pt x="1672300" y="522937"/>
                  <a:pt x="1668532" y="521488"/>
                </a:cubicBezTo>
                <a:close/>
                <a:moveTo>
                  <a:pt x="2585847" y="439597"/>
                </a:moveTo>
                <a:cubicBezTo>
                  <a:pt x="2588572" y="439684"/>
                  <a:pt x="2590716" y="441945"/>
                  <a:pt x="2590630" y="444670"/>
                </a:cubicBezTo>
                <a:cubicBezTo>
                  <a:pt x="2591238" y="452409"/>
                  <a:pt x="2588253" y="460004"/>
                  <a:pt x="2582514" y="465251"/>
                </a:cubicBezTo>
                <a:cubicBezTo>
                  <a:pt x="2576948" y="466962"/>
                  <a:pt x="2570977" y="466962"/>
                  <a:pt x="2565410" y="465251"/>
                </a:cubicBezTo>
                <a:cubicBezTo>
                  <a:pt x="2563498" y="462555"/>
                  <a:pt x="2562599" y="459280"/>
                  <a:pt x="2562803" y="455975"/>
                </a:cubicBezTo>
                <a:cubicBezTo>
                  <a:pt x="2562627" y="452236"/>
                  <a:pt x="2563758" y="448554"/>
                  <a:pt x="2565991" y="445539"/>
                </a:cubicBezTo>
                <a:cubicBezTo>
                  <a:pt x="2572049" y="443192"/>
                  <a:pt x="2578224" y="441249"/>
                  <a:pt x="2584543" y="439742"/>
                </a:cubicBezTo>
                <a:cubicBezTo>
                  <a:pt x="2584977" y="439626"/>
                  <a:pt x="2585412" y="439597"/>
                  <a:pt x="2585847" y="439597"/>
                </a:cubicBezTo>
                <a:close/>
                <a:moveTo>
                  <a:pt x="2644113" y="413690"/>
                </a:moveTo>
                <a:cubicBezTo>
                  <a:pt x="2646069" y="413798"/>
                  <a:pt x="2647881" y="414813"/>
                  <a:pt x="2648605" y="417422"/>
                </a:cubicBezTo>
                <a:cubicBezTo>
                  <a:pt x="2649563" y="421509"/>
                  <a:pt x="2650054" y="425683"/>
                  <a:pt x="2650054" y="429886"/>
                </a:cubicBezTo>
                <a:cubicBezTo>
                  <a:pt x="2647707" y="436959"/>
                  <a:pt x="2642084" y="442438"/>
                  <a:pt x="2634982" y="444670"/>
                </a:cubicBezTo>
                <a:cubicBezTo>
                  <a:pt x="2632953" y="445539"/>
                  <a:pt x="2624545" y="440611"/>
                  <a:pt x="2624545" y="437423"/>
                </a:cubicBezTo>
                <a:cubicBezTo>
                  <a:pt x="2624545" y="434234"/>
                  <a:pt x="2617298" y="422639"/>
                  <a:pt x="2624545" y="422350"/>
                </a:cubicBezTo>
                <a:cubicBezTo>
                  <a:pt x="2631792" y="422059"/>
                  <a:pt x="2634402" y="417422"/>
                  <a:pt x="2638751" y="415392"/>
                </a:cubicBezTo>
                <a:cubicBezTo>
                  <a:pt x="2640055" y="414378"/>
                  <a:pt x="2642156" y="413581"/>
                  <a:pt x="2644113" y="413690"/>
                </a:cubicBezTo>
                <a:close/>
                <a:moveTo>
                  <a:pt x="2570050" y="377128"/>
                </a:moveTo>
                <a:cubicBezTo>
                  <a:pt x="2580195" y="373360"/>
                  <a:pt x="2583963" y="379738"/>
                  <a:pt x="2584254" y="389304"/>
                </a:cubicBezTo>
                <a:cubicBezTo>
                  <a:pt x="2584544" y="398869"/>
                  <a:pt x="2574687" y="402638"/>
                  <a:pt x="2567730" y="409885"/>
                </a:cubicBezTo>
                <a:cubicBezTo>
                  <a:pt x="2564252" y="413363"/>
                  <a:pt x="2564252" y="409885"/>
                  <a:pt x="2560193" y="406696"/>
                </a:cubicBezTo>
                <a:cubicBezTo>
                  <a:pt x="2556135" y="403507"/>
                  <a:pt x="2556135" y="395681"/>
                  <a:pt x="2556135" y="390753"/>
                </a:cubicBezTo>
                <a:cubicBezTo>
                  <a:pt x="2554105" y="379447"/>
                  <a:pt x="2567440" y="381767"/>
                  <a:pt x="2570050" y="377128"/>
                </a:cubicBezTo>
                <a:close/>
                <a:moveTo>
                  <a:pt x="3384603" y="365244"/>
                </a:moveTo>
                <a:cubicBezTo>
                  <a:pt x="3375907" y="367273"/>
                  <a:pt x="3368080" y="365824"/>
                  <a:pt x="3365472" y="374810"/>
                </a:cubicBezTo>
                <a:cubicBezTo>
                  <a:pt x="3364601" y="377999"/>
                  <a:pt x="3362572" y="389594"/>
                  <a:pt x="3362572" y="393072"/>
                </a:cubicBezTo>
                <a:cubicBezTo>
                  <a:pt x="3361268" y="399479"/>
                  <a:pt x="3361268" y="406088"/>
                  <a:pt x="3362572" y="412494"/>
                </a:cubicBezTo>
                <a:cubicBezTo>
                  <a:pt x="3367123" y="420436"/>
                  <a:pt x="3369500" y="429423"/>
                  <a:pt x="3369529" y="438583"/>
                </a:cubicBezTo>
                <a:cubicBezTo>
                  <a:pt x="3368370" y="447569"/>
                  <a:pt x="3365182" y="455396"/>
                  <a:pt x="3370978" y="459454"/>
                </a:cubicBezTo>
                <a:cubicBezTo>
                  <a:pt x="3377675" y="462585"/>
                  <a:pt x="3385067" y="463889"/>
                  <a:pt x="3392430" y="463222"/>
                </a:cubicBezTo>
                <a:cubicBezTo>
                  <a:pt x="3398111" y="462874"/>
                  <a:pt x="3403851" y="462874"/>
                  <a:pt x="3409532" y="463222"/>
                </a:cubicBezTo>
                <a:cubicBezTo>
                  <a:pt x="3412720" y="465251"/>
                  <a:pt x="3411271" y="472788"/>
                  <a:pt x="3409532" y="479165"/>
                </a:cubicBezTo>
                <a:cubicBezTo>
                  <a:pt x="3407996" y="485717"/>
                  <a:pt x="3405241" y="491920"/>
                  <a:pt x="3401416" y="497428"/>
                </a:cubicBezTo>
                <a:cubicBezTo>
                  <a:pt x="3394169" y="509023"/>
                  <a:pt x="3383154" y="542069"/>
                  <a:pt x="3354166" y="546127"/>
                </a:cubicBezTo>
                <a:cubicBezTo>
                  <a:pt x="3339672" y="547866"/>
                  <a:pt x="3319961" y="553084"/>
                  <a:pt x="3307206" y="553084"/>
                </a:cubicBezTo>
                <a:cubicBezTo>
                  <a:pt x="3302857" y="553084"/>
                  <a:pt x="3295611" y="553084"/>
                  <a:pt x="3290973" y="553084"/>
                </a:cubicBezTo>
                <a:cubicBezTo>
                  <a:pt x="3277348" y="554243"/>
                  <a:pt x="3254739" y="558012"/>
                  <a:pt x="3248360" y="558012"/>
                </a:cubicBezTo>
                <a:cubicBezTo>
                  <a:pt x="3241984" y="558012"/>
                  <a:pt x="3233576" y="551635"/>
                  <a:pt x="3230098" y="551635"/>
                </a:cubicBezTo>
                <a:cubicBezTo>
                  <a:pt x="3217489" y="551606"/>
                  <a:pt x="3205082" y="554910"/>
                  <a:pt x="3194154" y="561200"/>
                </a:cubicBezTo>
                <a:cubicBezTo>
                  <a:pt x="3194821" y="568128"/>
                  <a:pt x="3193718" y="575114"/>
                  <a:pt x="3190965" y="581492"/>
                </a:cubicBezTo>
                <a:lnTo>
                  <a:pt x="3190965" y="580332"/>
                </a:lnTo>
                <a:cubicBezTo>
                  <a:pt x="3187777" y="585840"/>
                  <a:pt x="3185804" y="591956"/>
                  <a:pt x="3185168" y="598305"/>
                </a:cubicBezTo>
                <a:cubicBezTo>
                  <a:pt x="3193863" y="612219"/>
                  <a:pt x="3204299" y="631641"/>
                  <a:pt x="3207489" y="633090"/>
                </a:cubicBezTo>
                <a:cubicBezTo>
                  <a:pt x="3210677" y="634539"/>
                  <a:pt x="3261695" y="625553"/>
                  <a:pt x="3290683" y="623234"/>
                </a:cubicBezTo>
                <a:cubicBezTo>
                  <a:pt x="3312539" y="621669"/>
                  <a:pt x="3334511" y="622538"/>
                  <a:pt x="3356196" y="625843"/>
                </a:cubicBezTo>
                <a:cubicBezTo>
                  <a:pt x="3366341" y="627582"/>
                  <a:pt x="3381705" y="634249"/>
                  <a:pt x="3391270" y="635409"/>
                </a:cubicBezTo>
                <a:cubicBezTo>
                  <a:pt x="3400836" y="636569"/>
                  <a:pt x="3417069" y="638597"/>
                  <a:pt x="3423157" y="638597"/>
                </a:cubicBezTo>
                <a:cubicBezTo>
                  <a:pt x="3434288" y="638685"/>
                  <a:pt x="3445361" y="640540"/>
                  <a:pt x="3455913" y="644105"/>
                </a:cubicBezTo>
                <a:cubicBezTo>
                  <a:pt x="3462000" y="646424"/>
                  <a:pt x="3477942" y="648163"/>
                  <a:pt x="3487509" y="651932"/>
                </a:cubicBezTo>
                <a:cubicBezTo>
                  <a:pt x="3497075" y="655700"/>
                  <a:pt x="3513599" y="661498"/>
                  <a:pt x="3521424" y="663527"/>
                </a:cubicBezTo>
                <a:cubicBezTo>
                  <a:pt x="3529251" y="665556"/>
                  <a:pt x="3535918" y="665266"/>
                  <a:pt x="3542876" y="667005"/>
                </a:cubicBezTo>
                <a:cubicBezTo>
                  <a:pt x="3549601" y="669527"/>
                  <a:pt x="3556181" y="672455"/>
                  <a:pt x="3562588" y="675702"/>
                </a:cubicBezTo>
                <a:cubicBezTo>
                  <a:pt x="3565776" y="676571"/>
                  <a:pt x="3571284" y="676861"/>
                  <a:pt x="3581719" y="679180"/>
                </a:cubicBezTo>
                <a:cubicBezTo>
                  <a:pt x="3585778" y="680050"/>
                  <a:pt x="3590415" y="675122"/>
                  <a:pt x="3593893" y="671643"/>
                </a:cubicBezTo>
                <a:cubicBezTo>
                  <a:pt x="3597228" y="668889"/>
                  <a:pt x="3599895" y="665411"/>
                  <a:pt x="3601720" y="661498"/>
                </a:cubicBezTo>
                <a:cubicBezTo>
                  <a:pt x="3602416" y="659034"/>
                  <a:pt x="3602416" y="656425"/>
                  <a:pt x="3601720" y="653961"/>
                </a:cubicBezTo>
                <a:cubicBezTo>
                  <a:pt x="3601720" y="653381"/>
                  <a:pt x="3601720" y="650193"/>
                  <a:pt x="3601720" y="648743"/>
                </a:cubicBezTo>
                <a:cubicBezTo>
                  <a:pt x="3602446" y="644221"/>
                  <a:pt x="3602446" y="639641"/>
                  <a:pt x="3601720" y="635119"/>
                </a:cubicBezTo>
                <a:cubicBezTo>
                  <a:pt x="3600271" y="623814"/>
                  <a:pt x="3590995" y="619176"/>
                  <a:pt x="3586068" y="614538"/>
                </a:cubicBezTo>
                <a:cubicBezTo>
                  <a:pt x="3582096" y="610277"/>
                  <a:pt x="3577835" y="606305"/>
                  <a:pt x="3573313" y="602653"/>
                </a:cubicBezTo>
                <a:cubicBezTo>
                  <a:pt x="3568819" y="599638"/>
                  <a:pt x="3564065" y="597000"/>
                  <a:pt x="3559109" y="594826"/>
                </a:cubicBezTo>
                <a:cubicBezTo>
                  <a:pt x="3554442" y="593783"/>
                  <a:pt x="3549688" y="593116"/>
                  <a:pt x="3544904" y="592797"/>
                </a:cubicBezTo>
                <a:cubicBezTo>
                  <a:pt x="3539686" y="592797"/>
                  <a:pt x="3535918" y="596565"/>
                  <a:pt x="3528961" y="594826"/>
                </a:cubicBezTo>
                <a:cubicBezTo>
                  <a:pt x="3510467" y="589550"/>
                  <a:pt x="3491713" y="585405"/>
                  <a:pt x="3472725" y="582361"/>
                </a:cubicBezTo>
                <a:cubicBezTo>
                  <a:pt x="3469247" y="577433"/>
                  <a:pt x="3475044" y="565259"/>
                  <a:pt x="3478813" y="550765"/>
                </a:cubicBezTo>
                <a:cubicBezTo>
                  <a:pt x="3480262" y="546707"/>
                  <a:pt x="3481132" y="541489"/>
                  <a:pt x="3484031" y="539460"/>
                </a:cubicBezTo>
                <a:cubicBezTo>
                  <a:pt x="3486900" y="536590"/>
                  <a:pt x="3488901" y="532967"/>
                  <a:pt x="3489828" y="529024"/>
                </a:cubicBezTo>
                <a:cubicBezTo>
                  <a:pt x="3491162" y="525140"/>
                  <a:pt x="3493567" y="521719"/>
                  <a:pt x="3496785" y="519169"/>
                </a:cubicBezTo>
                <a:cubicBezTo>
                  <a:pt x="3500149" y="516531"/>
                  <a:pt x="3502756" y="513023"/>
                  <a:pt x="3504322" y="509023"/>
                </a:cubicBezTo>
                <a:cubicBezTo>
                  <a:pt x="3508669" y="492790"/>
                  <a:pt x="3499683" y="495398"/>
                  <a:pt x="3504322" y="481774"/>
                </a:cubicBezTo>
                <a:cubicBezTo>
                  <a:pt x="3508959" y="468150"/>
                  <a:pt x="3522875" y="471049"/>
                  <a:pt x="3539977" y="468150"/>
                </a:cubicBezTo>
                <a:cubicBezTo>
                  <a:pt x="3546268" y="467368"/>
                  <a:pt x="3552296" y="465194"/>
                  <a:pt x="3557659" y="461773"/>
                </a:cubicBezTo>
                <a:cubicBezTo>
                  <a:pt x="3564762" y="456352"/>
                  <a:pt x="3572819" y="452294"/>
                  <a:pt x="3581429" y="449888"/>
                </a:cubicBezTo>
                <a:cubicBezTo>
                  <a:pt x="3597662" y="443800"/>
                  <a:pt x="3607808" y="446410"/>
                  <a:pt x="3612156" y="433075"/>
                </a:cubicBezTo>
                <a:cubicBezTo>
                  <a:pt x="3613026" y="431046"/>
                  <a:pt x="3608677" y="425248"/>
                  <a:pt x="3608677" y="421480"/>
                </a:cubicBezTo>
                <a:cubicBezTo>
                  <a:pt x="3609634" y="416204"/>
                  <a:pt x="3609634" y="410813"/>
                  <a:pt x="3608677" y="405537"/>
                </a:cubicBezTo>
                <a:cubicBezTo>
                  <a:pt x="3606069" y="398290"/>
                  <a:pt x="3600562" y="393652"/>
                  <a:pt x="3597083" y="386405"/>
                </a:cubicBezTo>
                <a:cubicBezTo>
                  <a:pt x="3595141" y="382463"/>
                  <a:pt x="3591866" y="379390"/>
                  <a:pt x="3587807" y="377709"/>
                </a:cubicBezTo>
                <a:cubicBezTo>
                  <a:pt x="3584329" y="377709"/>
                  <a:pt x="3581429" y="379738"/>
                  <a:pt x="3574762" y="377709"/>
                </a:cubicBezTo>
                <a:cubicBezTo>
                  <a:pt x="3570036" y="375941"/>
                  <a:pt x="3564964" y="375332"/>
                  <a:pt x="3559978" y="375970"/>
                </a:cubicBezTo>
                <a:cubicBezTo>
                  <a:pt x="3541629" y="380985"/>
                  <a:pt x="3522758" y="383912"/>
                  <a:pt x="3503742" y="384666"/>
                </a:cubicBezTo>
                <a:lnTo>
                  <a:pt x="3494756" y="384666"/>
                </a:lnTo>
                <a:lnTo>
                  <a:pt x="3482001" y="384666"/>
                </a:lnTo>
                <a:cubicBezTo>
                  <a:pt x="3457652" y="384086"/>
                  <a:pt x="3414459" y="379158"/>
                  <a:pt x="3411271" y="379158"/>
                </a:cubicBezTo>
                <a:cubicBezTo>
                  <a:pt x="3402865" y="375680"/>
                  <a:pt x="3388081" y="365244"/>
                  <a:pt x="3384603" y="365244"/>
                </a:cubicBezTo>
                <a:close/>
                <a:moveTo>
                  <a:pt x="2466273" y="345243"/>
                </a:moveTo>
                <a:cubicBezTo>
                  <a:pt x="2461634" y="348721"/>
                  <a:pt x="2456417" y="350171"/>
                  <a:pt x="2443372" y="350171"/>
                </a:cubicBezTo>
                <a:cubicBezTo>
                  <a:pt x="2417864" y="352490"/>
                  <a:pt x="2392355" y="386115"/>
                  <a:pt x="2367424" y="400609"/>
                </a:cubicBezTo>
                <a:cubicBezTo>
                  <a:pt x="2361366" y="402609"/>
                  <a:pt x="2355163" y="404146"/>
                  <a:pt x="2348874" y="405247"/>
                </a:cubicBezTo>
                <a:cubicBezTo>
                  <a:pt x="2343656" y="407566"/>
                  <a:pt x="2336988" y="411914"/>
                  <a:pt x="2335829" y="415973"/>
                </a:cubicBezTo>
                <a:cubicBezTo>
                  <a:pt x="2334668" y="420031"/>
                  <a:pt x="2335248" y="424669"/>
                  <a:pt x="2330611" y="427278"/>
                </a:cubicBezTo>
                <a:cubicBezTo>
                  <a:pt x="2325972" y="429887"/>
                  <a:pt x="2322204" y="430466"/>
                  <a:pt x="2322494" y="433945"/>
                </a:cubicBezTo>
                <a:cubicBezTo>
                  <a:pt x="2322784" y="437423"/>
                  <a:pt x="2325394" y="451917"/>
                  <a:pt x="2329741" y="452787"/>
                </a:cubicBezTo>
                <a:cubicBezTo>
                  <a:pt x="2334090" y="453657"/>
                  <a:pt x="2337278" y="452787"/>
                  <a:pt x="2339017" y="457135"/>
                </a:cubicBezTo>
                <a:cubicBezTo>
                  <a:pt x="2340756" y="461483"/>
                  <a:pt x="2346554" y="466991"/>
                  <a:pt x="2350903" y="466991"/>
                </a:cubicBezTo>
                <a:cubicBezTo>
                  <a:pt x="2356729" y="467513"/>
                  <a:pt x="2362497" y="468788"/>
                  <a:pt x="2368005" y="470759"/>
                </a:cubicBezTo>
                <a:cubicBezTo>
                  <a:pt x="2373512" y="472209"/>
                  <a:pt x="2383657" y="472788"/>
                  <a:pt x="2383657" y="481774"/>
                </a:cubicBezTo>
                <a:cubicBezTo>
                  <a:pt x="2383657" y="490761"/>
                  <a:pt x="2386847" y="503805"/>
                  <a:pt x="2383657" y="510762"/>
                </a:cubicBezTo>
                <a:cubicBezTo>
                  <a:pt x="2380469" y="517719"/>
                  <a:pt x="2371483" y="527865"/>
                  <a:pt x="2368005" y="527865"/>
                </a:cubicBezTo>
                <a:cubicBezTo>
                  <a:pt x="2364526" y="527865"/>
                  <a:pt x="2358438" y="527865"/>
                  <a:pt x="2354960" y="527865"/>
                </a:cubicBezTo>
                <a:cubicBezTo>
                  <a:pt x="2344785" y="530039"/>
                  <a:pt x="2337886" y="539547"/>
                  <a:pt x="2339017" y="549895"/>
                </a:cubicBezTo>
                <a:cubicBezTo>
                  <a:pt x="2339887" y="556853"/>
                  <a:pt x="2353511" y="569027"/>
                  <a:pt x="2353511" y="569027"/>
                </a:cubicBezTo>
                <a:lnTo>
                  <a:pt x="2360388" y="576963"/>
                </a:lnTo>
                <a:lnTo>
                  <a:pt x="2365397" y="586420"/>
                </a:lnTo>
                <a:cubicBezTo>
                  <a:pt x="2367136" y="590478"/>
                  <a:pt x="2365397" y="594826"/>
                  <a:pt x="2365397" y="600624"/>
                </a:cubicBezTo>
                <a:cubicBezTo>
                  <a:pt x="2365975" y="604276"/>
                  <a:pt x="2365975" y="607986"/>
                  <a:pt x="2365397" y="611639"/>
                </a:cubicBezTo>
                <a:cubicBezTo>
                  <a:pt x="2363744" y="616712"/>
                  <a:pt x="2360613" y="621147"/>
                  <a:pt x="2356409" y="624394"/>
                </a:cubicBezTo>
                <a:cubicBezTo>
                  <a:pt x="2353511" y="626712"/>
                  <a:pt x="2345974" y="635989"/>
                  <a:pt x="2343076" y="637438"/>
                </a:cubicBezTo>
                <a:cubicBezTo>
                  <a:pt x="2331857" y="643612"/>
                  <a:pt x="2323596" y="654077"/>
                  <a:pt x="2320174" y="666426"/>
                </a:cubicBezTo>
                <a:cubicBezTo>
                  <a:pt x="2321248" y="675586"/>
                  <a:pt x="2324088" y="684456"/>
                  <a:pt x="2328582" y="692514"/>
                </a:cubicBezTo>
                <a:cubicBezTo>
                  <a:pt x="2331887" y="697616"/>
                  <a:pt x="2336119" y="702022"/>
                  <a:pt x="2341046" y="705559"/>
                </a:cubicBezTo>
                <a:cubicBezTo>
                  <a:pt x="2345684" y="709617"/>
                  <a:pt x="2344235" y="719183"/>
                  <a:pt x="2350032" y="719183"/>
                </a:cubicBezTo>
                <a:cubicBezTo>
                  <a:pt x="2355889" y="719444"/>
                  <a:pt x="2361715" y="720227"/>
                  <a:pt x="2367424" y="721502"/>
                </a:cubicBezTo>
                <a:cubicBezTo>
                  <a:pt x="2371483" y="723531"/>
                  <a:pt x="2379310" y="719473"/>
                  <a:pt x="2379310" y="719473"/>
                </a:cubicBezTo>
                <a:cubicBezTo>
                  <a:pt x="2385687" y="717154"/>
                  <a:pt x="2392355" y="700341"/>
                  <a:pt x="2405110" y="690486"/>
                </a:cubicBezTo>
                <a:cubicBezTo>
                  <a:pt x="2417864" y="680629"/>
                  <a:pt x="2446272" y="664396"/>
                  <a:pt x="2461346" y="651642"/>
                </a:cubicBezTo>
                <a:cubicBezTo>
                  <a:pt x="2478564" y="640627"/>
                  <a:pt x="2489868" y="622394"/>
                  <a:pt x="2492073" y="602073"/>
                </a:cubicBezTo>
                <a:cubicBezTo>
                  <a:pt x="2491202" y="597000"/>
                  <a:pt x="2489115" y="592246"/>
                  <a:pt x="2485985" y="588159"/>
                </a:cubicBezTo>
                <a:cubicBezTo>
                  <a:pt x="2481956" y="584680"/>
                  <a:pt x="2477027" y="582361"/>
                  <a:pt x="2471781" y="581492"/>
                </a:cubicBezTo>
                <a:lnTo>
                  <a:pt x="2457287" y="583521"/>
                </a:lnTo>
                <a:cubicBezTo>
                  <a:pt x="2455258" y="582941"/>
                  <a:pt x="2453229" y="572216"/>
                  <a:pt x="2453229" y="569027"/>
                </a:cubicBezTo>
                <a:cubicBezTo>
                  <a:pt x="2461257" y="552649"/>
                  <a:pt x="2472708" y="538213"/>
                  <a:pt x="2486853" y="526705"/>
                </a:cubicBezTo>
                <a:cubicBezTo>
                  <a:pt x="2488594" y="524966"/>
                  <a:pt x="2488883" y="524386"/>
                  <a:pt x="2488594" y="518589"/>
                </a:cubicBezTo>
                <a:cubicBezTo>
                  <a:pt x="2488304" y="512791"/>
                  <a:pt x="2485695" y="511342"/>
                  <a:pt x="2477867" y="500616"/>
                </a:cubicBezTo>
                <a:cubicBezTo>
                  <a:pt x="2473810" y="494819"/>
                  <a:pt x="2476128" y="489021"/>
                  <a:pt x="2471781" y="489021"/>
                </a:cubicBezTo>
                <a:cubicBezTo>
                  <a:pt x="2467432" y="489021"/>
                  <a:pt x="2462505" y="494819"/>
                  <a:pt x="2458736" y="491340"/>
                </a:cubicBezTo>
                <a:cubicBezTo>
                  <a:pt x="2454968" y="487862"/>
                  <a:pt x="2454968" y="477716"/>
                  <a:pt x="2454968" y="474238"/>
                </a:cubicBezTo>
                <a:cubicBezTo>
                  <a:pt x="2451663" y="466237"/>
                  <a:pt x="2451141" y="457338"/>
                  <a:pt x="2453519" y="449018"/>
                </a:cubicBezTo>
                <a:cubicBezTo>
                  <a:pt x="2458591" y="440206"/>
                  <a:pt x="2464302" y="431771"/>
                  <a:pt x="2470620" y="423799"/>
                </a:cubicBezTo>
                <a:cubicBezTo>
                  <a:pt x="2476708" y="416552"/>
                  <a:pt x="2480477" y="411624"/>
                  <a:pt x="2480477" y="406116"/>
                </a:cubicBezTo>
                <a:cubicBezTo>
                  <a:pt x="2478448" y="393362"/>
                  <a:pt x="2483955" y="388724"/>
                  <a:pt x="2483955" y="382927"/>
                </a:cubicBezTo>
                <a:cubicBezTo>
                  <a:pt x="2483955" y="377129"/>
                  <a:pt x="2487434" y="368723"/>
                  <a:pt x="2483955" y="362635"/>
                </a:cubicBezTo>
                <a:cubicBezTo>
                  <a:pt x="2480477" y="356548"/>
                  <a:pt x="2470911" y="341764"/>
                  <a:pt x="2466273" y="345243"/>
                </a:cubicBezTo>
                <a:close/>
                <a:moveTo>
                  <a:pt x="2659041" y="340604"/>
                </a:moveTo>
                <a:cubicBezTo>
                  <a:pt x="2660780" y="341764"/>
                  <a:pt x="2662521" y="351330"/>
                  <a:pt x="2662521" y="354808"/>
                </a:cubicBezTo>
                <a:cubicBezTo>
                  <a:pt x="2661245" y="362867"/>
                  <a:pt x="2657360" y="370288"/>
                  <a:pt x="2651505" y="375969"/>
                </a:cubicBezTo>
                <a:cubicBezTo>
                  <a:pt x="2644924" y="377854"/>
                  <a:pt x="2638025" y="378433"/>
                  <a:pt x="2631214" y="377708"/>
                </a:cubicBezTo>
                <a:cubicBezTo>
                  <a:pt x="2625125" y="376259"/>
                  <a:pt x="2623676" y="366403"/>
                  <a:pt x="2623386" y="360606"/>
                </a:cubicBezTo>
                <a:cubicBezTo>
                  <a:pt x="2622806" y="349590"/>
                  <a:pt x="2645417" y="346982"/>
                  <a:pt x="2659041" y="340604"/>
                </a:cubicBezTo>
                <a:close/>
                <a:moveTo>
                  <a:pt x="2673824" y="282919"/>
                </a:moveTo>
                <a:cubicBezTo>
                  <a:pt x="2649794" y="293123"/>
                  <a:pt x="2626286" y="304544"/>
                  <a:pt x="2603385" y="317125"/>
                </a:cubicBezTo>
                <a:cubicBezTo>
                  <a:pt x="2597298" y="320024"/>
                  <a:pt x="2590630" y="317414"/>
                  <a:pt x="2579324" y="322922"/>
                </a:cubicBezTo>
                <a:cubicBezTo>
                  <a:pt x="2568020" y="328430"/>
                  <a:pt x="2560773" y="334517"/>
                  <a:pt x="2550337" y="340025"/>
                </a:cubicBezTo>
                <a:cubicBezTo>
                  <a:pt x="2546858" y="342054"/>
                  <a:pt x="2535264" y="346982"/>
                  <a:pt x="2532945" y="348431"/>
                </a:cubicBezTo>
                <a:cubicBezTo>
                  <a:pt x="2528626" y="350344"/>
                  <a:pt x="2524017" y="351504"/>
                  <a:pt x="2519321" y="351910"/>
                </a:cubicBezTo>
                <a:cubicBezTo>
                  <a:pt x="2511494" y="352779"/>
                  <a:pt x="2508884" y="344083"/>
                  <a:pt x="2503377" y="344953"/>
                </a:cubicBezTo>
                <a:cubicBezTo>
                  <a:pt x="2497869" y="345823"/>
                  <a:pt x="2492941" y="359737"/>
                  <a:pt x="2495261" y="369882"/>
                </a:cubicBezTo>
                <a:cubicBezTo>
                  <a:pt x="2496043" y="377883"/>
                  <a:pt x="2496043" y="385941"/>
                  <a:pt x="2495261" y="393942"/>
                </a:cubicBezTo>
                <a:lnTo>
                  <a:pt x="2494391" y="392782"/>
                </a:lnTo>
                <a:cubicBezTo>
                  <a:pt x="2494044" y="398116"/>
                  <a:pt x="2494334" y="403479"/>
                  <a:pt x="2495261" y="408726"/>
                </a:cubicBezTo>
                <a:cubicBezTo>
                  <a:pt x="2496710" y="416262"/>
                  <a:pt x="2503088" y="421770"/>
                  <a:pt x="2503088" y="425828"/>
                </a:cubicBezTo>
                <a:cubicBezTo>
                  <a:pt x="2504797" y="439916"/>
                  <a:pt x="2508189" y="453743"/>
                  <a:pt x="2513233" y="466991"/>
                </a:cubicBezTo>
                <a:cubicBezTo>
                  <a:pt x="2515263" y="473368"/>
                  <a:pt x="2508016" y="483224"/>
                  <a:pt x="2508016" y="493949"/>
                </a:cubicBezTo>
                <a:cubicBezTo>
                  <a:pt x="2509175" y="499863"/>
                  <a:pt x="2511552" y="505486"/>
                  <a:pt x="2514972" y="510472"/>
                </a:cubicBezTo>
                <a:cubicBezTo>
                  <a:pt x="2516421" y="512791"/>
                  <a:pt x="2525408" y="515110"/>
                  <a:pt x="2525408" y="524676"/>
                </a:cubicBezTo>
                <a:cubicBezTo>
                  <a:pt x="2525408" y="528155"/>
                  <a:pt x="2528596" y="531923"/>
                  <a:pt x="2530335" y="534822"/>
                </a:cubicBezTo>
                <a:cubicBezTo>
                  <a:pt x="2532076" y="537721"/>
                  <a:pt x="2531786" y="541199"/>
                  <a:pt x="2535843" y="541199"/>
                </a:cubicBezTo>
                <a:cubicBezTo>
                  <a:pt x="2539033" y="541634"/>
                  <a:pt x="2542221" y="541634"/>
                  <a:pt x="2545409" y="541199"/>
                </a:cubicBezTo>
                <a:cubicBezTo>
                  <a:pt x="2548888" y="540620"/>
                  <a:pt x="2554105" y="537141"/>
                  <a:pt x="2556425" y="537141"/>
                </a:cubicBezTo>
                <a:cubicBezTo>
                  <a:pt x="2560512" y="535575"/>
                  <a:pt x="2564484" y="533749"/>
                  <a:pt x="2568311" y="531633"/>
                </a:cubicBezTo>
                <a:cubicBezTo>
                  <a:pt x="2572948" y="528155"/>
                  <a:pt x="2578165" y="527285"/>
                  <a:pt x="2578165" y="531633"/>
                </a:cubicBezTo>
                <a:cubicBezTo>
                  <a:pt x="2578977" y="537025"/>
                  <a:pt x="2578977" y="542475"/>
                  <a:pt x="2578165" y="547866"/>
                </a:cubicBezTo>
                <a:cubicBezTo>
                  <a:pt x="2576775" y="550823"/>
                  <a:pt x="2574542" y="553345"/>
                  <a:pt x="2571789" y="555113"/>
                </a:cubicBezTo>
                <a:cubicBezTo>
                  <a:pt x="2569411" y="556128"/>
                  <a:pt x="2566831" y="556620"/>
                  <a:pt x="2564252" y="556562"/>
                </a:cubicBezTo>
                <a:cubicBezTo>
                  <a:pt x="2560773" y="557142"/>
                  <a:pt x="2559613" y="558592"/>
                  <a:pt x="2556134" y="559172"/>
                </a:cubicBezTo>
                <a:cubicBezTo>
                  <a:pt x="2552656" y="559751"/>
                  <a:pt x="2554395" y="556853"/>
                  <a:pt x="2548309" y="557722"/>
                </a:cubicBezTo>
                <a:cubicBezTo>
                  <a:pt x="2542221" y="558592"/>
                  <a:pt x="2542221" y="562070"/>
                  <a:pt x="2542221" y="568737"/>
                </a:cubicBezTo>
                <a:cubicBezTo>
                  <a:pt x="2542221" y="575405"/>
                  <a:pt x="2542221" y="579753"/>
                  <a:pt x="2542221" y="582361"/>
                </a:cubicBezTo>
                <a:cubicBezTo>
                  <a:pt x="2542221" y="584971"/>
                  <a:pt x="2540482" y="589608"/>
                  <a:pt x="2542221" y="593666"/>
                </a:cubicBezTo>
                <a:cubicBezTo>
                  <a:pt x="2543960" y="597725"/>
                  <a:pt x="2547438" y="597725"/>
                  <a:pt x="2554395" y="597725"/>
                </a:cubicBezTo>
                <a:cubicBezTo>
                  <a:pt x="2558744" y="599609"/>
                  <a:pt x="2563672" y="599609"/>
                  <a:pt x="2568020" y="597725"/>
                </a:cubicBezTo>
                <a:cubicBezTo>
                  <a:pt x="2570628" y="597145"/>
                  <a:pt x="2578165" y="599754"/>
                  <a:pt x="2574687" y="606421"/>
                </a:cubicBezTo>
                <a:cubicBezTo>
                  <a:pt x="2563933" y="612132"/>
                  <a:pt x="2553583" y="618509"/>
                  <a:pt x="2543670" y="625553"/>
                </a:cubicBezTo>
                <a:cubicBezTo>
                  <a:pt x="2535988" y="630684"/>
                  <a:pt x="2527699" y="634858"/>
                  <a:pt x="2519031" y="638018"/>
                </a:cubicBezTo>
                <a:cubicBezTo>
                  <a:pt x="2514102" y="639467"/>
                  <a:pt x="2512943" y="635119"/>
                  <a:pt x="2509465" y="635119"/>
                </a:cubicBezTo>
                <a:cubicBezTo>
                  <a:pt x="2505986" y="635119"/>
                  <a:pt x="2503088" y="641786"/>
                  <a:pt x="2503088" y="641786"/>
                </a:cubicBezTo>
                <a:cubicBezTo>
                  <a:pt x="2499666" y="645786"/>
                  <a:pt x="2498101" y="651062"/>
                  <a:pt x="2498739" y="656280"/>
                </a:cubicBezTo>
                <a:cubicBezTo>
                  <a:pt x="2498739" y="658889"/>
                  <a:pt x="2498739" y="664687"/>
                  <a:pt x="2498739" y="668165"/>
                </a:cubicBezTo>
                <a:cubicBezTo>
                  <a:pt x="2499320" y="680050"/>
                  <a:pt x="2505406" y="685847"/>
                  <a:pt x="2506567" y="693094"/>
                </a:cubicBezTo>
                <a:cubicBezTo>
                  <a:pt x="2507725" y="700341"/>
                  <a:pt x="2521639" y="701791"/>
                  <a:pt x="2527147" y="700341"/>
                </a:cubicBezTo>
                <a:cubicBezTo>
                  <a:pt x="2537205" y="696804"/>
                  <a:pt x="2546917" y="692341"/>
                  <a:pt x="2556134" y="687007"/>
                </a:cubicBezTo>
                <a:cubicBezTo>
                  <a:pt x="2566019" y="685558"/>
                  <a:pt x="2575731" y="683122"/>
                  <a:pt x="2585122" y="679760"/>
                </a:cubicBezTo>
                <a:cubicBezTo>
                  <a:pt x="2593963" y="674484"/>
                  <a:pt x="2603878" y="671238"/>
                  <a:pt x="2614110" y="670194"/>
                </a:cubicBezTo>
                <a:cubicBezTo>
                  <a:pt x="2621965" y="668513"/>
                  <a:pt x="2629619" y="666078"/>
                  <a:pt x="2637011" y="662947"/>
                </a:cubicBezTo>
                <a:cubicBezTo>
                  <a:pt x="2643678" y="660628"/>
                  <a:pt x="2650576" y="658976"/>
                  <a:pt x="2657591" y="658019"/>
                </a:cubicBezTo>
                <a:cubicBezTo>
                  <a:pt x="2665650" y="658019"/>
                  <a:pt x="2673709" y="657353"/>
                  <a:pt x="2681652" y="655990"/>
                </a:cubicBezTo>
                <a:cubicBezTo>
                  <a:pt x="2685130" y="654830"/>
                  <a:pt x="2700494" y="653091"/>
                  <a:pt x="2725133" y="648163"/>
                </a:cubicBezTo>
                <a:cubicBezTo>
                  <a:pt x="2749772" y="643236"/>
                  <a:pt x="2745715" y="648163"/>
                  <a:pt x="2752672" y="648163"/>
                </a:cubicBezTo>
                <a:cubicBezTo>
                  <a:pt x="2769195" y="644395"/>
                  <a:pt x="2778471" y="621205"/>
                  <a:pt x="2775862" y="602073"/>
                </a:cubicBezTo>
                <a:cubicBezTo>
                  <a:pt x="2773832" y="588449"/>
                  <a:pt x="2761368" y="582651"/>
                  <a:pt x="2756150" y="578303"/>
                </a:cubicBezTo>
                <a:cubicBezTo>
                  <a:pt x="2750933" y="573955"/>
                  <a:pt x="2742815" y="582072"/>
                  <a:pt x="2736439" y="581492"/>
                </a:cubicBezTo>
                <a:cubicBezTo>
                  <a:pt x="2730061" y="580912"/>
                  <a:pt x="2718467" y="589319"/>
                  <a:pt x="2714118" y="589319"/>
                </a:cubicBezTo>
                <a:cubicBezTo>
                  <a:pt x="2707973" y="590246"/>
                  <a:pt x="2701768" y="590826"/>
                  <a:pt x="2695565" y="591058"/>
                </a:cubicBezTo>
                <a:cubicBezTo>
                  <a:pt x="2687508" y="593348"/>
                  <a:pt x="2679564" y="596073"/>
                  <a:pt x="2671795" y="599174"/>
                </a:cubicBezTo>
                <a:cubicBezTo>
                  <a:pt x="2668317" y="599754"/>
                  <a:pt x="2661940" y="599754"/>
                  <a:pt x="2661940" y="593377"/>
                </a:cubicBezTo>
                <a:cubicBezTo>
                  <a:pt x="2661592" y="589115"/>
                  <a:pt x="2663071" y="584883"/>
                  <a:pt x="2665999" y="581782"/>
                </a:cubicBezTo>
                <a:cubicBezTo>
                  <a:pt x="2671216" y="577433"/>
                  <a:pt x="2679912" y="575405"/>
                  <a:pt x="2683681" y="572506"/>
                </a:cubicBezTo>
                <a:cubicBezTo>
                  <a:pt x="2688957" y="568563"/>
                  <a:pt x="2693711" y="563984"/>
                  <a:pt x="2697885" y="558881"/>
                </a:cubicBezTo>
                <a:cubicBezTo>
                  <a:pt x="2699479" y="555954"/>
                  <a:pt x="2700087" y="552620"/>
                  <a:pt x="2699624" y="549315"/>
                </a:cubicBezTo>
                <a:cubicBezTo>
                  <a:pt x="2695537" y="542590"/>
                  <a:pt x="2692871" y="535083"/>
                  <a:pt x="2691797" y="527285"/>
                </a:cubicBezTo>
                <a:cubicBezTo>
                  <a:pt x="2691073" y="523227"/>
                  <a:pt x="2687536" y="520270"/>
                  <a:pt x="2683391" y="520328"/>
                </a:cubicBezTo>
                <a:cubicBezTo>
                  <a:pt x="2677101" y="519922"/>
                  <a:pt x="2670896" y="518850"/>
                  <a:pt x="2664838" y="517139"/>
                </a:cubicBezTo>
                <a:cubicBezTo>
                  <a:pt x="2660201" y="516560"/>
                  <a:pt x="2654693" y="521777"/>
                  <a:pt x="2652954" y="524966"/>
                </a:cubicBezTo>
                <a:cubicBezTo>
                  <a:pt x="2651215" y="528155"/>
                  <a:pt x="2642519" y="535112"/>
                  <a:pt x="2637300" y="529894"/>
                </a:cubicBezTo>
                <a:cubicBezTo>
                  <a:pt x="2634373" y="525024"/>
                  <a:pt x="2633533" y="519169"/>
                  <a:pt x="2634982" y="513661"/>
                </a:cubicBezTo>
                <a:cubicBezTo>
                  <a:pt x="2637011" y="507283"/>
                  <a:pt x="2651505" y="509023"/>
                  <a:pt x="2654983" y="504385"/>
                </a:cubicBezTo>
                <a:cubicBezTo>
                  <a:pt x="2658462" y="499747"/>
                  <a:pt x="2666868" y="499747"/>
                  <a:pt x="2668607" y="497718"/>
                </a:cubicBezTo>
                <a:cubicBezTo>
                  <a:pt x="2672520" y="494819"/>
                  <a:pt x="2677565" y="493978"/>
                  <a:pt x="2682232" y="495398"/>
                </a:cubicBezTo>
                <a:cubicBezTo>
                  <a:pt x="2685420" y="496558"/>
                  <a:pt x="2691508" y="486992"/>
                  <a:pt x="2691508" y="482934"/>
                </a:cubicBezTo>
                <a:cubicBezTo>
                  <a:pt x="2697304" y="455975"/>
                  <a:pt x="2707161" y="436264"/>
                  <a:pt x="2714988" y="409015"/>
                </a:cubicBezTo>
                <a:cubicBezTo>
                  <a:pt x="2716147" y="404957"/>
                  <a:pt x="2727453" y="394232"/>
                  <a:pt x="2727453" y="389883"/>
                </a:cubicBezTo>
                <a:cubicBezTo>
                  <a:pt x="2730091" y="379042"/>
                  <a:pt x="2733974" y="368520"/>
                  <a:pt x="2739047" y="358577"/>
                </a:cubicBezTo>
                <a:cubicBezTo>
                  <a:pt x="2741715" y="352663"/>
                  <a:pt x="2742323" y="346025"/>
                  <a:pt x="2740786" y="339735"/>
                </a:cubicBezTo>
                <a:cubicBezTo>
                  <a:pt x="2740496" y="337416"/>
                  <a:pt x="2747454" y="325531"/>
                  <a:pt x="2747454" y="318864"/>
                </a:cubicBezTo>
                <a:cubicBezTo>
                  <a:pt x="2745135" y="310225"/>
                  <a:pt x="2739917" y="302660"/>
                  <a:pt x="2732670" y="297413"/>
                </a:cubicBezTo>
                <a:cubicBezTo>
                  <a:pt x="2730061" y="295674"/>
                  <a:pt x="2727453" y="286108"/>
                  <a:pt x="2725133" y="284659"/>
                </a:cubicBezTo>
                <a:cubicBezTo>
                  <a:pt x="2713973" y="283702"/>
                  <a:pt x="2702725" y="284484"/>
                  <a:pt x="2691797" y="286978"/>
                </a:cubicBezTo>
                <a:cubicBezTo>
                  <a:pt x="2686289" y="287557"/>
                  <a:pt x="2680493" y="282919"/>
                  <a:pt x="2673824" y="282919"/>
                </a:cubicBezTo>
                <a:close/>
                <a:moveTo>
                  <a:pt x="2941670" y="104357"/>
                </a:moveTo>
                <a:cubicBezTo>
                  <a:pt x="4508224" y="104994"/>
                  <a:pt x="5777826" y="1375115"/>
                  <a:pt x="5777826" y="2941665"/>
                </a:cubicBezTo>
                <a:cubicBezTo>
                  <a:pt x="5777826" y="2942042"/>
                  <a:pt x="5777826" y="2942448"/>
                  <a:pt x="5777826" y="2942824"/>
                </a:cubicBezTo>
                <a:cubicBezTo>
                  <a:pt x="5777189" y="4509837"/>
                  <a:pt x="4506368" y="5779612"/>
                  <a:pt x="2939353" y="5778974"/>
                </a:cubicBezTo>
                <a:cubicBezTo>
                  <a:pt x="1372336" y="5778336"/>
                  <a:pt x="102559" y="4507519"/>
                  <a:pt x="103197" y="2940505"/>
                </a:cubicBezTo>
                <a:cubicBezTo>
                  <a:pt x="103834" y="1373492"/>
                  <a:pt x="1374654" y="103719"/>
                  <a:pt x="2941670" y="104357"/>
                </a:cubicBezTo>
                <a:close/>
                <a:moveTo>
                  <a:pt x="2941670" y="65802"/>
                </a:moveTo>
                <a:cubicBezTo>
                  <a:pt x="1353378" y="65802"/>
                  <a:pt x="65803" y="1353374"/>
                  <a:pt x="65803" y="2941664"/>
                </a:cubicBezTo>
                <a:cubicBezTo>
                  <a:pt x="65803" y="4529954"/>
                  <a:pt x="1353378" y="5817527"/>
                  <a:pt x="2941670" y="5817527"/>
                </a:cubicBezTo>
                <a:cubicBezTo>
                  <a:pt x="4529181" y="5815614"/>
                  <a:pt x="5815627" y="4529172"/>
                  <a:pt x="5817539" y="2941664"/>
                </a:cubicBezTo>
                <a:cubicBezTo>
                  <a:pt x="5817539" y="1353374"/>
                  <a:pt x="4529965" y="65802"/>
                  <a:pt x="2941670" y="65802"/>
                </a:cubicBezTo>
                <a:close/>
                <a:moveTo>
                  <a:pt x="2941670" y="0"/>
                </a:moveTo>
                <a:cubicBezTo>
                  <a:pt x="4565503" y="1913"/>
                  <a:pt x="5881427" y="1317835"/>
                  <a:pt x="5883342" y="2941664"/>
                </a:cubicBezTo>
                <a:cubicBezTo>
                  <a:pt x="5883342" y="4566306"/>
                  <a:pt x="4566315" y="5883329"/>
                  <a:pt x="2941670" y="5883329"/>
                </a:cubicBezTo>
                <a:cubicBezTo>
                  <a:pt x="1317027" y="5883329"/>
                  <a:pt x="0" y="4566306"/>
                  <a:pt x="0" y="2941664"/>
                </a:cubicBezTo>
                <a:cubicBezTo>
                  <a:pt x="0" y="1317024"/>
                  <a:pt x="1317027" y="0"/>
                  <a:pt x="2941670" y="0"/>
                </a:cubicBezTo>
                <a:close/>
              </a:path>
            </a:pathLst>
          </a:custGeom>
          <a:solidFill>
            <a:schemeClr val="tx1">
              <a:alpha val="4000"/>
            </a:schemeClr>
          </a:solidFill>
          <a:ln w="28950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 dirty="0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2" cstate="print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0" y="0"/>
            <a:ext cx="12192001" cy="4400549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: 圆角 162"/>
          <p:cNvSpPr/>
          <p:nvPr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  <a:sym typeface="+mn-lt"/>
            </a:endParaRPr>
          </a:p>
        </p:txBody>
      </p:sp>
      <p:sp>
        <p:nvSpPr>
          <p:cNvPr id="100" name="任意多边形: 形状 99"/>
          <p:cNvSpPr/>
          <p:nvPr/>
        </p:nvSpPr>
        <p:spPr>
          <a:xfrm>
            <a:off x="9833693" y="244400"/>
            <a:ext cx="1972510" cy="443727"/>
          </a:xfrm>
          <a:custGeom>
            <a:avLst/>
            <a:gdLst>
              <a:gd name="connsiteX0" fmla="*/ 259556 w 1972510"/>
              <a:gd name="connsiteY0" fmla="*/ 400811 h 443727"/>
              <a:gd name="connsiteX1" fmla="*/ 262026 w 1972510"/>
              <a:gd name="connsiteY1" fmla="*/ 406058 h 443727"/>
              <a:gd name="connsiteX2" fmla="*/ 261676 w 1972510"/>
              <a:gd name="connsiteY2" fmla="*/ 411699 h 443727"/>
              <a:gd name="connsiteX3" fmla="*/ 260911 w 1972510"/>
              <a:gd name="connsiteY3" fmla="*/ 412840 h 443727"/>
              <a:gd name="connsiteX4" fmla="*/ 253871 w 1972510"/>
              <a:gd name="connsiteY4" fmla="*/ 413229 h 443727"/>
              <a:gd name="connsiteX5" fmla="*/ 251423 w 1972510"/>
              <a:gd name="connsiteY5" fmla="*/ 408113 h 443727"/>
              <a:gd name="connsiteX6" fmla="*/ 251772 w 1972510"/>
              <a:gd name="connsiteY6" fmla="*/ 402320 h 443727"/>
              <a:gd name="connsiteX7" fmla="*/ 252634 w 1972510"/>
              <a:gd name="connsiteY7" fmla="*/ 401045 h 443727"/>
              <a:gd name="connsiteX8" fmla="*/ 259556 w 1972510"/>
              <a:gd name="connsiteY8" fmla="*/ 400811 h 443727"/>
              <a:gd name="connsiteX9" fmla="*/ 229822 w 1972510"/>
              <a:gd name="connsiteY9" fmla="*/ 399390 h 443727"/>
              <a:gd name="connsiteX10" fmla="*/ 215196 w 1972510"/>
              <a:gd name="connsiteY10" fmla="*/ 399652 h 443727"/>
              <a:gd name="connsiteX11" fmla="*/ 215589 w 1972510"/>
              <a:gd name="connsiteY11" fmla="*/ 421252 h 443727"/>
              <a:gd name="connsiteX12" fmla="*/ 230281 w 1972510"/>
              <a:gd name="connsiteY12" fmla="*/ 420968 h 443727"/>
              <a:gd name="connsiteX13" fmla="*/ 230281 w 1972510"/>
              <a:gd name="connsiteY13" fmla="*/ 419044 h 443727"/>
              <a:gd name="connsiteX14" fmla="*/ 230281 w 1972510"/>
              <a:gd name="connsiteY14" fmla="*/ 417142 h 443727"/>
              <a:gd name="connsiteX15" fmla="*/ 219350 w 1972510"/>
              <a:gd name="connsiteY15" fmla="*/ 417339 h 443727"/>
              <a:gd name="connsiteX16" fmla="*/ 219350 w 1972510"/>
              <a:gd name="connsiteY16" fmla="*/ 411720 h 443727"/>
              <a:gd name="connsiteX17" fmla="*/ 229057 w 1972510"/>
              <a:gd name="connsiteY17" fmla="*/ 411545 h 443727"/>
              <a:gd name="connsiteX18" fmla="*/ 229057 w 1972510"/>
              <a:gd name="connsiteY18" fmla="*/ 409687 h 443727"/>
              <a:gd name="connsiteX19" fmla="*/ 229057 w 1972510"/>
              <a:gd name="connsiteY19" fmla="*/ 407829 h 443727"/>
              <a:gd name="connsiteX20" fmla="*/ 219350 w 1972510"/>
              <a:gd name="connsiteY20" fmla="*/ 408004 h 443727"/>
              <a:gd name="connsiteX21" fmla="*/ 219350 w 1972510"/>
              <a:gd name="connsiteY21" fmla="*/ 403412 h 443727"/>
              <a:gd name="connsiteX22" fmla="*/ 229822 w 1972510"/>
              <a:gd name="connsiteY22" fmla="*/ 403237 h 443727"/>
              <a:gd name="connsiteX23" fmla="*/ 229822 w 1972510"/>
              <a:gd name="connsiteY23" fmla="*/ 401314 h 443727"/>
              <a:gd name="connsiteX24" fmla="*/ 193967 w 1972510"/>
              <a:gd name="connsiteY24" fmla="*/ 397728 h 443727"/>
              <a:gd name="connsiteX25" fmla="*/ 193727 w 1972510"/>
              <a:gd name="connsiteY25" fmla="*/ 399630 h 443727"/>
              <a:gd name="connsiteX26" fmla="*/ 193508 w 1972510"/>
              <a:gd name="connsiteY26" fmla="*/ 401532 h 443727"/>
              <a:gd name="connsiteX27" fmla="*/ 199455 w 1972510"/>
              <a:gd name="connsiteY27" fmla="*/ 402254 h 443727"/>
              <a:gd name="connsiteX28" fmla="*/ 197268 w 1972510"/>
              <a:gd name="connsiteY28" fmla="*/ 419875 h 443727"/>
              <a:gd name="connsiteX29" fmla="*/ 199455 w 1972510"/>
              <a:gd name="connsiteY29" fmla="*/ 420137 h 443727"/>
              <a:gd name="connsiteX30" fmla="*/ 201488 w 1972510"/>
              <a:gd name="connsiteY30" fmla="*/ 420378 h 443727"/>
              <a:gd name="connsiteX31" fmla="*/ 203674 w 1972510"/>
              <a:gd name="connsiteY31" fmla="*/ 402757 h 443727"/>
              <a:gd name="connsiteX32" fmla="*/ 209643 w 1972510"/>
              <a:gd name="connsiteY32" fmla="*/ 403500 h 443727"/>
              <a:gd name="connsiteX33" fmla="*/ 209861 w 1972510"/>
              <a:gd name="connsiteY33" fmla="*/ 401576 h 443727"/>
              <a:gd name="connsiteX34" fmla="*/ 209992 w 1972510"/>
              <a:gd name="connsiteY34" fmla="*/ 399696 h 443727"/>
              <a:gd name="connsiteX35" fmla="*/ 261252 w 1972510"/>
              <a:gd name="connsiteY35" fmla="*/ 397046 h 443727"/>
              <a:gd name="connsiteX36" fmla="*/ 248384 w 1972510"/>
              <a:gd name="connsiteY36" fmla="*/ 400264 h 443727"/>
              <a:gd name="connsiteX37" fmla="*/ 247443 w 1972510"/>
              <a:gd name="connsiteY37" fmla="*/ 409009 h 443727"/>
              <a:gd name="connsiteX38" fmla="*/ 251554 w 1972510"/>
              <a:gd name="connsiteY38" fmla="*/ 416596 h 443727"/>
              <a:gd name="connsiteX39" fmla="*/ 252181 w 1972510"/>
              <a:gd name="connsiteY39" fmla="*/ 417020 h 443727"/>
              <a:gd name="connsiteX40" fmla="*/ 265240 w 1972510"/>
              <a:gd name="connsiteY40" fmla="*/ 413928 h 443727"/>
              <a:gd name="connsiteX41" fmla="*/ 266180 w 1972510"/>
              <a:gd name="connsiteY41" fmla="*/ 405358 h 443727"/>
              <a:gd name="connsiteX42" fmla="*/ 262070 w 1972510"/>
              <a:gd name="connsiteY42" fmla="*/ 397597 h 443727"/>
              <a:gd name="connsiteX43" fmla="*/ 261252 w 1972510"/>
              <a:gd name="connsiteY43" fmla="*/ 397046 h 443727"/>
              <a:gd name="connsiteX44" fmla="*/ 812669 w 1972510"/>
              <a:gd name="connsiteY44" fmla="*/ 394746 h 443727"/>
              <a:gd name="connsiteX45" fmla="*/ 813115 w 1972510"/>
              <a:gd name="connsiteY45" fmla="*/ 394944 h 443727"/>
              <a:gd name="connsiteX46" fmla="*/ 812582 w 1972510"/>
              <a:gd name="connsiteY46" fmla="*/ 394792 h 443727"/>
              <a:gd name="connsiteX47" fmla="*/ 173766 w 1972510"/>
              <a:gd name="connsiteY47" fmla="*/ 393093 h 443727"/>
              <a:gd name="connsiteX48" fmla="*/ 170508 w 1972510"/>
              <a:gd name="connsiteY48" fmla="*/ 406211 h 443727"/>
              <a:gd name="connsiteX49" fmla="*/ 170836 w 1972510"/>
              <a:gd name="connsiteY49" fmla="*/ 413076 h 443727"/>
              <a:gd name="connsiteX50" fmla="*/ 176193 w 1972510"/>
              <a:gd name="connsiteY50" fmla="*/ 416618 h 443727"/>
              <a:gd name="connsiteX51" fmla="*/ 182642 w 1972510"/>
              <a:gd name="connsiteY51" fmla="*/ 416115 h 443727"/>
              <a:gd name="connsiteX52" fmla="*/ 186075 w 1972510"/>
              <a:gd name="connsiteY52" fmla="*/ 410081 h 443727"/>
              <a:gd name="connsiteX53" fmla="*/ 189245 w 1972510"/>
              <a:gd name="connsiteY53" fmla="*/ 396963 h 443727"/>
              <a:gd name="connsiteX54" fmla="*/ 187233 w 1972510"/>
              <a:gd name="connsiteY54" fmla="*/ 396460 h 443727"/>
              <a:gd name="connsiteX55" fmla="*/ 185222 w 1972510"/>
              <a:gd name="connsiteY55" fmla="*/ 395979 h 443727"/>
              <a:gd name="connsiteX56" fmla="*/ 181921 w 1972510"/>
              <a:gd name="connsiteY56" fmla="*/ 409097 h 443727"/>
              <a:gd name="connsiteX57" fmla="*/ 180193 w 1972510"/>
              <a:gd name="connsiteY57" fmla="*/ 412354 h 443727"/>
              <a:gd name="connsiteX58" fmla="*/ 177045 w 1972510"/>
              <a:gd name="connsiteY58" fmla="*/ 412660 h 443727"/>
              <a:gd name="connsiteX59" fmla="*/ 174509 w 1972510"/>
              <a:gd name="connsiteY59" fmla="*/ 410846 h 443727"/>
              <a:gd name="connsiteX60" fmla="*/ 174509 w 1972510"/>
              <a:gd name="connsiteY60" fmla="*/ 407216 h 443727"/>
              <a:gd name="connsiteX61" fmla="*/ 177789 w 1972510"/>
              <a:gd name="connsiteY61" fmla="*/ 394099 h 443727"/>
              <a:gd name="connsiteX62" fmla="*/ 175777 w 1972510"/>
              <a:gd name="connsiteY62" fmla="*/ 393596 h 443727"/>
              <a:gd name="connsiteX63" fmla="*/ 283473 w 1972510"/>
              <a:gd name="connsiteY63" fmla="*/ 388808 h 443727"/>
              <a:gd name="connsiteX64" fmla="*/ 270028 w 1972510"/>
              <a:gd name="connsiteY64" fmla="*/ 393181 h 443727"/>
              <a:gd name="connsiteX65" fmla="*/ 276587 w 1972510"/>
              <a:gd name="connsiteY65" fmla="*/ 413710 h 443727"/>
              <a:gd name="connsiteX66" fmla="*/ 278576 w 1972510"/>
              <a:gd name="connsiteY66" fmla="*/ 413054 h 443727"/>
              <a:gd name="connsiteX67" fmla="*/ 280544 w 1972510"/>
              <a:gd name="connsiteY67" fmla="*/ 412420 h 443727"/>
              <a:gd name="connsiteX68" fmla="*/ 277811 w 1972510"/>
              <a:gd name="connsiteY68" fmla="*/ 403740 h 443727"/>
              <a:gd name="connsiteX69" fmla="*/ 286097 w 1972510"/>
              <a:gd name="connsiteY69" fmla="*/ 401051 h 443727"/>
              <a:gd name="connsiteX70" fmla="*/ 285529 w 1972510"/>
              <a:gd name="connsiteY70" fmla="*/ 399280 h 443727"/>
              <a:gd name="connsiteX71" fmla="*/ 284938 w 1972510"/>
              <a:gd name="connsiteY71" fmla="*/ 397509 h 443727"/>
              <a:gd name="connsiteX72" fmla="*/ 276674 w 1972510"/>
              <a:gd name="connsiteY72" fmla="*/ 400199 h 443727"/>
              <a:gd name="connsiteX73" fmla="*/ 275165 w 1972510"/>
              <a:gd name="connsiteY73" fmla="*/ 395542 h 443727"/>
              <a:gd name="connsiteX74" fmla="*/ 284654 w 1972510"/>
              <a:gd name="connsiteY74" fmla="*/ 392459 h 443727"/>
              <a:gd name="connsiteX75" fmla="*/ 284064 w 1972510"/>
              <a:gd name="connsiteY75" fmla="*/ 390623 h 443727"/>
              <a:gd name="connsiteX76" fmla="*/ 153936 w 1972510"/>
              <a:gd name="connsiteY76" fmla="*/ 386338 h 443727"/>
              <a:gd name="connsiteX77" fmla="*/ 153302 w 1972510"/>
              <a:gd name="connsiteY77" fmla="*/ 388152 h 443727"/>
              <a:gd name="connsiteX78" fmla="*/ 152690 w 1972510"/>
              <a:gd name="connsiteY78" fmla="*/ 389967 h 443727"/>
              <a:gd name="connsiteX79" fmla="*/ 158353 w 1972510"/>
              <a:gd name="connsiteY79" fmla="*/ 391913 h 443727"/>
              <a:gd name="connsiteX80" fmla="*/ 152581 w 1972510"/>
              <a:gd name="connsiteY80" fmla="*/ 408703 h 443727"/>
              <a:gd name="connsiteX81" fmla="*/ 154548 w 1972510"/>
              <a:gd name="connsiteY81" fmla="*/ 409381 h 443727"/>
              <a:gd name="connsiteX82" fmla="*/ 156494 w 1972510"/>
              <a:gd name="connsiteY82" fmla="*/ 410059 h 443727"/>
              <a:gd name="connsiteX83" fmla="*/ 162266 w 1972510"/>
              <a:gd name="connsiteY83" fmla="*/ 393268 h 443727"/>
              <a:gd name="connsiteX84" fmla="*/ 167950 w 1972510"/>
              <a:gd name="connsiteY84" fmla="*/ 395214 h 443727"/>
              <a:gd name="connsiteX85" fmla="*/ 168584 w 1972510"/>
              <a:gd name="connsiteY85" fmla="*/ 393399 h 443727"/>
              <a:gd name="connsiteX86" fmla="*/ 169240 w 1972510"/>
              <a:gd name="connsiteY86" fmla="*/ 391607 h 443727"/>
              <a:gd name="connsiteX87" fmla="*/ 146087 w 1972510"/>
              <a:gd name="connsiteY87" fmla="*/ 382490 h 443727"/>
              <a:gd name="connsiteX88" fmla="*/ 136971 w 1972510"/>
              <a:gd name="connsiteY88" fmla="*/ 402057 h 443727"/>
              <a:gd name="connsiteX89" fmla="*/ 138851 w 1972510"/>
              <a:gd name="connsiteY89" fmla="*/ 402931 h 443727"/>
              <a:gd name="connsiteX90" fmla="*/ 140709 w 1972510"/>
              <a:gd name="connsiteY90" fmla="*/ 403806 h 443727"/>
              <a:gd name="connsiteX91" fmla="*/ 149848 w 1972510"/>
              <a:gd name="connsiteY91" fmla="*/ 384239 h 443727"/>
              <a:gd name="connsiteX92" fmla="*/ 147946 w 1972510"/>
              <a:gd name="connsiteY92" fmla="*/ 383364 h 443727"/>
              <a:gd name="connsiteX93" fmla="*/ 309862 w 1972510"/>
              <a:gd name="connsiteY93" fmla="*/ 376018 h 443727"/>
              <a:gd name="connsiteX94" fmla="*/ 295607 w 1972510"/>
              <a:gd name="connsiteY94" fmla="*/ 383583 h 443727"/>
              <a:gd name="connsiteX95" fmla="*/ 296504 w 1972510"/>
              <a:gd name="connsiteY95" fmla="*/ 385288 h 443727"/>
              <a:gd name="connsiteX96" fmla="*/ 297400 w 1972510"/>
              <a:gd name="connsiteY96" fmla="*/ 386972 h 443727"/>
              <a:gd name="connsiteX97" fmla="*/ 302691 w 1972510"/>
              <a:gd name="connsiteY97" fmla="*/ 384151 h 443727"/>
              <a:gd name="connsiteX98" fmla="*/ 311042 w 1972510"/>
              <a:gd name="connsiteY98" fmla="*/ 399827 h 443727"/>
              <a:gd name="connsiteX99" fmla="*/ 312879 w 1972510"/>
              <a:gd name="connsiteY99" fmla="*/ 398865 h 443727"/>
              <a:gd name="connsiteX100" fmla="*/ 314693 w 1972510"/>
              <a:gd name="connsiteY100" fmla="*/ 397881 h 443727"/>
              <a:gd name="connsiteX101" fmla="*/ 306364 w 1972510"/>
              <a:gd name="connsiteY101" fmla="*/ 382205 h 443727"/>
              <a:gd name="connsiteX102" fmla="*/ 311655 w 1972510"/>
              <a:gd name="connsiteY102" fmla="*/ 379385 h 443727"/>
              <a:gd name="connsiteX103" fmla="*/ 310758 w 1972510"/>
              <a:gd name="connsiteY103" fmla="*/ 377702 h 443727"/>
              <a:gd name="connsiteX104" fmla="*/ 127504 w 1972510"/>
              <a:gd name="connsiteY104" fmla="*/ 372389 h 443727"/>
              <a:gd name="connsiteX105" fmla="*/ 126651 w 1972510"/>
              <a:gd name="connsiteY105" fmla="*/ 374182 h 443727"/>
              <a:gd name="connsiteX106" fmla="*/ 125733 w 1972510"/>
              <a:gd name="connsiteY106" fmla="*/ 375865 h 443727"/>
              <a:gd name="connsiteX107" fmla="*/ 130980 w 1972510"/>
              <a:gd name="connsiteY107" fmla="*/ 378773 h 443727"/>
              <a:gd name="connsiteX108" fmla="*/ 122366 w 1972510"/>
              <a:gd name="connsiteY108" fmla="*/ 394296 h 443727"/>
              <a:gd name="connsiteX109" fmla="*/ 124181 w 1972510"/>
              <a:gd name="connsiteY109" fmla="*/ 395301 h 443727"/>
              <a:gd name="connsiteX110" fmla="*/ 125996 w 1972510"/>
              <a:gd name="connsiteY110" fmla="*/ 396307 h 443727"/>
              <a:gd name="connsiteX111" fmla="*/ 134522 w 1972510"/>
              <a:gd name="connsiteY111" fmla="*/ 380653 h 443727"/>
              <a:gd name="connsiteX112" fmla="*/ 139769 w 1972510"/>
              <a:gd name="connsiteY112" fmla="*/ 383561 h 443727"/>
              <a:gd name="connsiteX113" fmla="*/ 140687 w 1972510"/>
              <a:gd name="connsiteY113" fmla="*/ 381899 h 443727"/>
              <a:gd name="connsiteX114" fmla="*/ 141628 w 1972510"/>
              <a:gd name="connsiteY114" fmla="*/ 380216 h 443727"/>
              <a:gd name="connsiteX115" fmla="*/ 234633 w 1972510"/>
              <a:gd name="connsiteY115" fmla="*/ 369284 h 443727"/>
              <a:gd name="connsiteX116" fmla="*/ 229058 w 1972510"/>
              <a:gd name="connsiteY116" fmla="*/ 377811 h 443727"/>
              <a:gd name="connsiteX117" fmla="*/ 228554 w 1972510"/>
              <a:gd name="connsiteY117" fmla="*/ 378974 h 443727"/>
              <a:gd name="connsiteX118" fmla="*/ 228555 w 1972510"/>
              <a:gd name="connsiteY118" fmla="*/ 378948 h 443727"/>
              <a:gd name="connsiteX119" fmla="*/ 228489 w 1972510"/>
              <a:gd name="connsiteY119" fmla="*/ 379123 h 443727"/>
              <a:gd name="connsiteX120" fmla="*/ 228554 w 1972510"/>
              <a:gd name="connsiteY120" fmla="*/ 378974 h 443727"/>
              <a:gd name="connsiteX121" fmla="*/ 228446 w 1972510"/>
              <a:gd name="connsiteY121" fmla="*/ 381068 h 443727"/>
              <a:gd name="connsiteX122" fmla="*/ 256666 w 1972510"/>
              <a:gd name="connsiteY122" fmla="*/ 379669 h 443727"/>
              <a:gd name="connsiteX123" fmla="*/ 250155 w 1972510"/>
              <a:gd name="connsiteY123" fmla="*/ 379669 h 443727"/>
              <a:gd name="connsiteX124" fmla="*/ 245783 w 1972510"/>
              <a:gd name="connsiteY124" fmla="*/ 369743 h 443727"/>
              <a:gd name="connsiteX125" fmla="*/ 234633 w 1972510"/>
              <a:gd name="connsiteY125" fmla="*/ 369284 h 443727"/>
              <a:gd name="connsiteX126" fmla="*/ 263251 w 1972510"/>
              <a:gd name="connsiteY126" fmla="*/ 369241 h 443727"/>
              <a:gd name="connsiteX127" fmla="*/ 263251 w 1972510"/>
              <a:gd name="connsiteY127" fmla="*/ 369307 h 443727"/>
              <a:gd name="connsiteX128" fmla="*/ 264103 w 1972510"/>
              <a:gd name="connsiteY128" fmla="*/ 371165 h 443727"/>
              <a:gd name="connsiteX129" fmla="*/ 263229 w 1972510"/>
              <a:gd name="connsiteY129" fmla="*/ 376675 h 443727"/>
              <a:gd name="connsiteX130" fmla="*/ 262704 w 1972510"/>
              <a:gd name="connsiteY130" fmla="*/ 371428 h 443727"/>
              <a:gd name="connsiteX131" fmla="*/ 263251 w 1972510"/>
              <a:gd name="connsiteY131" fmla="*/ 369241 h 443727"/>
              <a:gd name="connsiteX132" fmla="*/ 226325 w 1972510"/>
              <a:gd name="connsiteY132" fmla="*/ 369241 h 443727"/>
              <a:gd name="connsiteX133" fmla="*/ 226325 w 1972510"/>
              <a:gd name="connsiteY133" fmla="*/ 369307 h 443727"/>
              <a:gd name="connsiteX134" fmla="*/ 227178 w 1972510"/>
              <a:gd name="connsiteY134" fmla="*/ 371165 h 443727"/>
              <a:gd name="connsiteX135" fmla="*/ 226303 w 1972510"/>
              <a:gd name="connsiteY135" fmla="*/ 376675 h 443727"/>
              <a:gd name="connsiteX136" fmla="*/ 225778 w 1972510"/>
              <a:gd name="connsiteY136" fmla="*/ 371428 h 443727"/>
              <a:gd name="connsiteX137" fmla="*/ 226325 w 1972510"/>
              <a:gd name="connsiteY137" fmla="*/ 369241 h 443727"/>
              <a:gd name="connsiteX138" fmla="*/ 182512 w 1972510"/>
              <a:gd name="connsiteY138" fmla="*/ 369022 h 443727"/>
              <a:gd name="connsiteX139" fmla="*/ 183692 w 1972510"/>
              <a:gd name="connsiteY139" fmla="*/ 369197 h 443727"/>
              <a:gd name="connsiteX140" fmla="*/ 183845 w 1972510"/>
              <a:gd name="connsiteY140" fmla="*/ 376281 h 443727"/>
              <a:gd name="connsiteX141" fmla="*/ 182512 w 1972510"/>
              <a:gd name="connsiteY141" fmla="*/ 376281 h 443727"/>
              <a:gd name="connsiteX142" fmla="*/ 182512 w 1972510"/>
              <a:gd name="connsiteY142" fmla="*/ 369066 h 443727"/>
              <a:gd name="connsiteX143" fmla="*/ 257130 w 1972510"/>
              <a:gd name="connsiteY143" fmla="*/ 368913 h 443727"/>
              <a:gd name="connsiteX144" fmla="*/ 257938 w 1972510"/>
              <a:gd name="connsiteY144" fmla="*/ 371100 h 443727"/>
              <a:gd name="connsiteX145" fmla="*/ 257239 w 1972510"/>
              <a:gd name="connsiteY145" fmla="*/ 376500 h 443727"/>
              <a:gd name="connsiteX146" fmla="*/ 256211 w 1972510"/>
              <a:gd name="connsiteY146" fmla="*/ 371274 h 443727"/>
              <a:gd name="connsiteX147" fmla="*/ 257130 w 1972510"/>
              <a:gd name="connsiteY147" fmla="*/ 368979 h 443727"/>
              <a:gd name="connsiteX148" fmla="*/ 220203 w 1972510"/>
              <a:gd name="connsiteY148" fmla="*/ 368913 h 443727"/>
              <a:gd name="connsiteX149" fmla="*/ 221012 w 1972510"/>
              <a:gd name="connsiteY149" fmla="*/ 371100 h 443727"/>
              <a:gd name="connsiteX150" fmla="*/ 220334 w 1972510"/>
              <a:gd name="connsiteY150" fmla="*/ 376609 h 443727"/>
              <a:gd name="connsiteX151" fmla="*/ 219284 w 1972510"/>
              <a:gd name="connsiteY151" fmla="*/ 371274 h 443727"/>
              <a:gd name="connsiteX152" fmla="*/ 220203 w 1972510"/>
              <a:gd name="connsiteY152" fmla="*/ 368979 h 443727"/>
              <a:gd name="connsiteX153" fmla="*/ 547487 w 1972510"/>
              <a:gd name="connsiteY153" fmla="*/ 368573 h 443727"/>
              <a:gd name="connsiteX154" fmla="*/ 547564 w 1972510"/>
              <a:gd name="connsiteY154" fmla="*/ 383741 h 443727"/>
              <a:gd name="connsiteX155" fmla="*/ 560902 w 1972510"/>
              <a:gd name="connsiteY155" fmla="*/ 383741 h 443727"/>
              <a:gd name="connsiteX156" fmla="*/ 567381 w 1972510"/>
              <a:gd name="connsiteY156" fmla="*/ 381759 h 443727"/>
              <a:gd name="connsiteX157" fmla="*/ 569515 w 1972510"/>
              <a:gd name="connsiteY157" fmla="*/ 375662 h 443727"/>
              <a:gd name="connsiteX158" fmla="*/ 567304 w 1972510"/>
              <a:gd name="connsiteY158" fmla="*/ 370326 h 443727"/>
              <a:gd name="connsiteX159" fmla="*/ 560674 w 1972510"/>
              <a:gd name="connsiteY159" fmla="*/ 368573 h 443727"/>
              <a:gd name="connsiteX160" fmla="*/ 188939 w 1972510"/>
              <a:gd name="connsiteY160" fmla="*/ 368520 h 443727"/>
              <a:gd name="connsiteX161" fmla="*/ 189552 w 1972510"/>
              <a:gd name="connsiteY161" fmla="*/ 371100 h 443727"/>
              <a:gd name="connsiteX162" fmla="*/ 188939 w 1972510"/>
              <a:gd name="connsiteY162" fmla="*/ 376238 h 443727"/>
              <a:gd name="connsiteX163" fmla="*/ 188284 w 1972510"/>
              <a:gd name="connsiteY163" fmla="*/ 371100 h 443727"/>
              <a:gd name="connsiteX164" fmla="*/ 188939 w 1972510"/>
              <a:gd name="connsiteY164" fmla="*/ 368520 h 443727"/>
              <a:gd name="connsiteX165" fmla="*/ 185354 w 1972510"/>
              <a:gd name="connsiteY165" fmla="*/ 368017 h 443727"/>
              <a:gd name="connsiteX166" fmla="*/ 185359 w 1972510"/>
              <a:gd name="connsiteY166" fmla="*/ 368164 h 443727"/>
              <a:gd name="connsiteX167" fmla="*/ 185354 w 1972510"/>
              <a:gd name="connsiteY167" fmla="*/ 368170 h 443727"/>
              <a:gd name="connsiteX168" fmla="*/ 185712 w 1972510"/>
              <a:gd name="connsiteY168" fmla="*/ 367730 h 443727"/>
              <a:gd name="connsiteX169" fmla="*/ 186884 w 1972510"/>
              <a:gd name="connsiteY169" fmla="*/ 368017 h 443727"/>
              <a:gd name="connsiteX170" fmla="*/ 187146 w 1972510"/>
              <a:gd name="connsiteY170" fmla="*/ 376762 h 443727"/>
              <a:gd name="connsiteX171" fmla="*/ 185638 w 1972510"/>
              <a:gd name="connsiteY171" fmla="*/ 376762 h 443727"/>
              <a:gd name="connsiteX172" fmla="*/ 185359 w 1972510"/>
              <a:gd name="connsiteY172" fmla="*/ 368164 h 443727"/>
              <a:gd name="connsiteX173" fmla="*/ 260453 w 1972510"/>
              <a:gd name="connsiteY173" fmla="*/ 367404 h 443727"/>
              <a:gd name="connsiteX174" fmla="*/ 261240 w 1972510"/>
              <a:gd name="connsiteY174" fmla="*/ 370684 h 443727"/>
              <a:gd name="connsiteX175" fmla="*/ 260322 w 1972510"/>
              <a:gd name="connsiteY175" fmla="*/ 377046 h 443727"/>
              <a:gd name="connsiteX176" fmla="*/ 259382 w 1972510"/>
              <a:gd name="connsiteY176" fmla="*/ 370596 h 443727"/>
              <a:gd name="connsiteX177" fmla="*/ 260453 w 1972510"/>
              <a:gd name="connsiteY177" fmla="*/ 367404 h 443727"/>
              <a:gd name="connsiteX178" fmla="*/ 223526 w 1972510"/>
              <a:gd name="connsiteY178" fmla="*/ 367404 h 443727"/>
              <a:gd name="connsiteX179" fmla="*/ 224313 w 1972510"/>
              <a:gd name="connsiteY179" fmla="*/ 370684 h 443727"/>
              <a:gd name="connsiteX180" fmla="*/ 223395 w 1972510"/>
              <a:gd name="connsiteY180" fmla="*/ 377046 h 443727"/>
              <a:gd name="connsiteX181" fmla="*/ 222455 w 1972510"/>
              <a:gd name="connsiteY181" fmla="*/ 370596 h 443727"/>
              <a:gd name="connsiteX182" fmla="*/ 223526 w 1972510"/>
              <a:gd name="connsiteY182" fmla="*/ 367404 h 443727"/>
              <a:gd name="connsiteX183" fmla="*/ 164518 w 1972510"/>
              <a:gd name="connsiteY183" fmla="*/ 366726 h 443727"/>
              <a:gd name="connsiteX184" fmla="*/ 164650 w 1972510"/>
              <a:gd name="connsiteY184" fmla="*/ 366848 h 443727"/>
              <a:gd name="connsiteX185" fmla="*/ 164452 w 1972510"/>
              <a:gd name="connsiteY185" fmla="*/ 366814 h 443727"/>
              <a:gd name="connsiteX186" fmla="*/ 326499 w 1972510"/>
              <a:gd name="connsiteY186" fmla="*/ 365546 h 443727"/>
              <a:gd name="connsiteX187" fmla="*/ 314234 w 1972510"/>
              <a:gd name="connsiteY187" fmla="*/ 373504 h 443727"/>
              <a:gd name="connsiteX188" fmla="*/ 325997 w 1972510"/>
              <a:gd name="connsiteY188" fmla="*/ 391607 h 443727"/>
              <a:gd name="connsiteX189" fmla="*/ 338590 w 1972510"/>
              <a:gd name="connsiteY189" fmla="*/ 383342 h 443727"/>
              <a:gd name="connsiteX190" fmla="*/ 337540 w 1972510"/>
              <a:gd name="connsiteY190" fmla="*/ 381725 h 443727"/>
              <a:gd name="connsiteX191" fmla="*/ 336513 w 1972510"/>
              <a:gd name="connsiteY191" fmla="*/ 380129 h 443727"/>
              <a:gd name="connsiteX192" fmla="*/ 327352 w 1972510"/>
              <a:gd name="connsiteY192" fmla="*/ 386075 h 443727"/>
              <a:gd name="connsiteX193" fmla="*/ 324269 w 1972510"/>
              <a:gd name="connsiteY193" fmla="*/ 381375 h 443727"/>
              <a:gd name="connsiteX194" fmla="*/ 332490 w 1972510"/>
              <a:gd name="connsiteY194" fmla="*/ 376128 h 443727"/>
              <a:gd name="connsiteX195" fmla="*/ 331484 w 1972510"/>
              <a:gd name="connsiteY195" fmla="*/ 374554 h 443727"/>
              <a:gd name="connsiteX196" fmla="*/ 330478 w 1972510"/>
              <a:gd name="connsiteY196" fmla="*/ 373001 h 443727"/>
              <a:gd name="connsiteX197" fmla="*/ 322324 w 1972510"/>
              <a:gd name="connsiteY197" fmla="*/ 378292 h 443727"/>
              <a:gd name="connsiteX198" fmla="*/ 319831 w 1972510"/>
              <a:gd name="connsiteY198" fmla="*/ 374444 h 443727"/>
              <a:gd name="connsiteX199" fmla="*/ 328576 w 1972510"/>
              <a:gd name="connsiteY199" fmla="*/ 368760 h 443727"/>
              <a:gd name="connsiteX200" fmla="*/ 327549 w 1972510"/>
              <a:gd name="connsiteY200" fmla="*/ 367142 h 443727"/>
              <a:gd name="connsiteX201" fmla="*/ 112309 w 1972510"/>
              <a:gd name="connsiteY201" fmla="*/ 363360 h 443727"/>
              <a:gd name="connsiteX202" fmla="*/ 107696 w 1972510"/>
              <a:gd name="connsiteY202" fmla="*/ 366158 h 443727"/>
              <a:gd name="connsiteX203" fmla="*/ 106538 w 1972510"/>
              <a:gd name="connsiteY203" fmla="*/ 370421 h 443727"/>
              <a:gd name="connsiteX204" fmla="*/ 110189 w 1972510"/>
              <a:gd name="connsiteY204" fmla="*/ 376150 h 443727"/>
              <a:gd name="connsiteX205" fmla="*/ 112200 w 1972510"/>
              <a:gd name="connsiteY205" fmla="*/ 379079 h 443727"/>
              <a:gd name="connsiteX206" fmla="*/ 111807 w 1972510"/>
              <a:gd name="connsiteY206" fmla="*/ 381003 h 443727"/>
              <a:gd name="connsiteX207" fmla="*/ 109773 w 1972510"/>
              <a:gd name="connsiteY207" fmla="*/ 381921 h 443727"/>
              <a:gd name="connsiteX208" fmla="*/ 106844 w 1972510"/>
              <a:gd name="connsiteY208" fmla="*/ 380653 h 443727"/>
              <a:gd name="connsiteX209" fmla="*/ 104964 w 1972510"/>
              <a:gd name="connsiteY209" fmla="*/ 378139 h 443727"/>
              <a:gd name="connsiteX210" fmla="*/ 105576 w 1972510"/>
              <a:gd name="connsiteY210" fmla="*/ 375319 h 443727"/>
              <a:gd name="connsiteX211" fmla="*/ 102340 w 1972510"/>
              <a:gd name="connsiteY211" fmla="*/ 372979 h 443727"/>
              <a:gd name="connsiteX212" fmla="*/ 101006 w 1972510"/>
              <a:gd name="connsiteY212" fmla="*/ 378664 h 443727"/>
              <a:gd name="connsiteX213" fmla="*/ 104657 w 1972510"/>
              <a:gd name="connsiteY213" fmla="*/ 383670 h 443727"/>
              <a:gd name="connsiteX214" fmla="*/ 110539 w 1972510"/>
              <a:gd name="connsiteY214" fmla="*/ 385725 h 443727"/>
              <a:gd name="connsiteX215" fmla="*/ 115152 w 1972510"/>
              <a:gd name="connsiteY215" fmla="*/ 383102 h 443727"/>
              <a:gd name="connsiteX216" fmla="*/ 116551 w 1972510"/>
              <a:gd name="connsiteY216" fmla="*/ 378729 h 443727"/>
              <a:gd name="connsiteX217" fmla="*/ 113293 w 1972510"/>
              <a:gd name="connsiteY217" fmla="*/ 373351 h 443727"/>
              <a:gd name="connsiteX218" fmla="*/ 110867 w 1972510"/>
              <a:gd name="connsiteY218" fmla="*/ 370028 h 443727"/>
              <a:gd name="connsiteX219" fmla="*/ 110998 w 1972510"/>
              <a:gd name="connsiteY219" fmla="*/ 368279 h 443727"/>
              <a:gd name="connsiteX220" fmla="*/ 112943 w 1972510"/>
              <a:gd name="connsiteY220" fmla="*/ 367098 h 443727"/>
              <a:gd name="connsiteX221" fmla="*/ 115392 w 1972510"/>
              <a:gd name="connsiteY221" fmla="*/ 367929 h 443727"/>
              <a:gd name="connsiteX222" fmla="*/ 117250 w 1972510"/>
              <a:gd name="connsiteY222" fmla="*/ 370400 h 443727"/>
              <a:gd name="connsiteX223" fmla="*/ 116835 w 1972510"/>
              <a:gd name="connsiteY223" fmla="*/ 373111 h 443727"/>
              <a:gd name="connsiteX224" fmla="*/ 120093 w 1972510"/>
              <a:gd name="connsiteY224" fmla="*/ 375494 h 443727"/>
              <a:gd name="connsiteX225" fmla="*/ 120093 w 1972510"/>
              <a:gd name="connsiteY225" fmla="*/ 375450 h 443727"/>
              <a:gd name="connsiteX226" fmla="*/ 121251 w 1972510"/>
              <a:gd name="connsiteY226" fmla="*/ 369941 h 443727"/>
              <a:gd name="connsiteX227" fmla="*/ 117972 w 1972510"/>
              <a:gd name="connsiteY227" fmla="*/ 365196 h 443727"/>
              <a:gd name="connsiteX228" fmla="*/ 112309 w 1972510"/>
              <a:gd name="connsiteY228" fmla="*/ 363360 h 443727"/>
              <a:gd name="connsiteX229" fmla="*/ 343137 w 1972510"/>
              <a:gd name="connsiteY229" fmla="*/ 353653 h 443727"/>
              <a:gd name="connsiteX230" fmla="*/ 337321 w 1972510"/>
              <a:gd name="connsiteY230" fmla="*/ 355839 h 443727"/>
              <a:gd name="connsiteX231" fmla="*/ 334217 w 1972510"/>
              <a:gd name="connsiteY231" fmla="*/ 362398 h 443727"/>
              <a:gd name="connsiteX232" fmla="*/ 337715 w 1972510"/>
              <a:gd name="connsiteY232" fmla="*/ 370421 h 443727"/>
              <a:gd name="connsiteX233" fmla="*/ 344908 w 1972510"/>
              <a:gd name="connsiteY233" fmla="*/ 375122 h 443727"/>
              <a:gd name="connsiteX234" fmla="*/ 355052 w 1972510"/>
              <a:gd name="connsiteY234" fmla="*/ 367710 h 443727"/>
              <a:gd name="connsiteX235" fmla="*/ 355008 w 1972510"/>
              <a:gd name="connsiteY235" fmla="*/ 367667 h 443727"/>
              <a:gd name="connsiteX236" fmla="*/ 353194 w 1972510"/>
              <a:gd name="connsiteY236" fmla="*/ 361501 h 443727"/>
              <a:gd name="connsiteX237" fmla="*/ 350002 w 1972510"/>
              <a:gd name="connsiteY237" fmla="*/ 364169 h 443727"/>
              <a:gd name="connsiteX238" fmla="*/ 350942 w 1972510"/>
              <a:gd name="connsiteY238" fmla="*/ 367448 h 443727"/>
              <a:gd name="connsiteX239" fmla="*/ 350785 w 1972510"/>
              <a:gd name="connsiteY239" fmla="*/ 368178 h 443727"/>
              <a:gd name="connsiteX240" fmla="*/ 345323 w 1972510"/>
              <a:gd name="connsiteY240" fmla="*/ 371077 h 443727"/>
              <a:gd name="connsiteX241" fmla="*/ 340951 w 1972510"/>
              <a:gd name="connsiteY241" fmla="*/ 367754 h 443727"/>
              <a:gd name="connsiteX242" fmla="*/ 338371 w 1972510"/>
              <a:gd name="connsiteY242" fmla="*/ 362660 h 443727"/>
              <a:gd name="connsiteX243" fmla="*/ 339858 w 1972510"/>
              <a:gd name="connsiteY243" fmla="*/ 358790 h 443727"/>
              <a:gd name="connsiteX244" fmla="*/ 342831 w 1972510"/>
              <a:gd name="connsiteY244" fmla="*/ 357654 h 443727"/>
              <a:gd name="connsiteX245" fmla="*/ 345673 w 1972510"/>
              <a:gd name="connsiteY245" fmla="*/ 358878 h 443727"/>
              <a:gd name="connsiteX246" fmla="*/ 348865 w 1972510"/>
              <a:gd name="connsiteY246" fmla="*/ 356211 h 443727"/>
              <a:gd name="connsiteX247" fmla="*/ 343137 w 1972510"/>
              <a:gd name="connsiteY247" fmla="*/ 353653 h 443727"/>
              <a:gd name="connsiteX248" fmla="*/ 229292 w 1972510"/>
              <a:gd name="connsiteY248" fmla="*/ 353066 h 443727"/>
              <a:gd name="connsiteX249" fmla="*/ 229336 w 1972510"/>
              <a:gd name="connsiteY249" fmla="*/ 353066 h 443727"/>
              <a:gd name="connsiteX250" fmla="*/ 229336 w 1972510"/>
              <a:gd name="connsiteY250" fmla="*/ 358903 h 443727"/>
              <a:gd name="connsiteX251" fmla="*/ 224373 w 1972510"/>
              <a:gd name="connsiteY251" fmla="*/ 358903 h 443727"/>
              <a:gd name="connsiteX252" fmla="*/ 214147 w 1972510"/>
              <a:gd name="connsiteY252" fmla="*/ 351795 h 443727"/>
              <a:gd name="connsiteX253" fmla="*/ 217273 w 1972510"/>
              <a:gd name="connsiteY253" fmla="*/ 354549 h 443727"/>
              <a:gd name="connsiteX254" fmla="*/ 217269 w 1972510"/>
              <a:gd name="connsiteY254" fmla="*/ 355054 h 443727"/>
              <a:gd name="connsiteX255" fmla="*/ 214300 w 1972510"/>
              <a:gd name="connsiteY255" fmla="*/ 357479 h 443727"/>
              <a:gd name="connsiteX256" fmla="*/ 211174 w 1972510"/>
              <a:gd name="connsiteY256" fmla="*/ 354680 h 443727"/>
              <a:gd name="connsiteX257" fmla="*/ 211178 w 1972510"/>
              <a:gd name="connsiteY257" fmla="*/ 354366 h 443727"/>
              <a:gd name="connsiteX258" fmla="*/ 214147 w 1972510"/>
              <a:gd name="connsiteY258" fmla="*/ 351795 h 443727"/>
              <a:gd name="connsiteX259" fmla="*/ 241060 w 1972510"/>
              <a:gd name="connsiteY259" fmla="*/ 351794 h 443727"/>
              <a:gd name="connsiteX260" fmla="*/ 244296 w 1972510"/>
              <a:gd name="connsiteY260" fmla="*/ 356954 h 443727"/>
              <a:gd name="connsiteX261" fmla="*/ 241060 w 1972510"/>
              <a:gd name="connsiteY261" fmla="*/ 362114 h 443727"/>
              <a:gd name="connsiteX262" fmla="*/ 237824 w 1972510"/>
              <a:gd name="connsiteY262" fmla="*/ 356954 h 443727"/>
              <a:gd name="connsiteX263" fmla="*/ 241060 w 1972510"/>
              <a:gd name="connsiteY263" fmla="*/ 351794 h 443727"/>
              <a:gd name="connsiteX264" fmla="*/ 213539 w 1972510"/>
              <a:gd name="connsiteY264" fmla="*/ 350465 h 443727"/>
              <a:gd name="connsiteX265" fmla="*/ 209206 w 1972510"/>
              <a:gd name="connsiteY265" fmla="*/ 354877 h 443727"/>
              <a:gd name="connsiteX266" fmla="*/ 209228 w 1972510"/>
              <a:gd name="connsiteY266" fmla="*/ 355170 h 443727"/>
              <a:gd name="connsiteX267" fmla="*/ 214060 w 1972510"/>
              <a:gd name="connsiteY267" fmla="*/ 359031 h 443727"/>
              <a:gd name="connsiteX268" fmla="*/ 217601 w 1972510"/>
              <a:gd name="connsiteY268" fmla="*/ 357500 h 443727"/>
              <a:gd name="connsiteX269" fmla="*/ 213885 w 1972510"/>
              <a:gd name="connsiteY269" fmla="*/ 362310 h 443727"/>
              <a:gd name="connsiteX270" fmla="*/ 213430 w 1972510"/>
              <a:gd name="connsiteY270" fmla="*/ 362350 h 443727"/>
              <a:gd name="connsiteX271" fmla="*/ 211283 w 1972510"/>
              <a:gd name="connsiteY271" fmla="*/ 360124 h 443727"/>
              <a:gd name="connsiteX272" fmla="*/ 209337 w 1972510"/>
              <a:gd name="connsiteY272" fmla="*/ 360124 h 443727"/>
              <a:gd name="connsiteX273" fmla="*/ 213928 w 1972510"/>
              <a:gd name="connsiteY273" fmla="*/ 363578 h 443727"/>
              <a:gd name="connsiteX274" fmla="*/ 213928 w 1972510"/>
              <a:gd name="connsiteY274" fmla="*/ 363644 h 443727"/>
              <a:gd name="connsiteX275" fmla="*/ 219591 w 1972510"/>
              <a:gd name="connsiteY275" fmla="*/ 356473 h 443727"/>
              <a:gd name="connsiteX276" fmla="*/ 214169 w 1972510"/>
              <a:gd name="connsiteY276" fmla="*/ 350504 h 443727"/>
              <a:gd name="connsiteX277" fmla="*/ 213539 w 1972510"/>
              <a:gd name="connsiteY277" fmla="*/ 350465 h 443727"/>
              <a:gd name="connsiteX278" fmla="*/ 241060 w 1972510"/>
              <a:gd name="connsiteY278" fmla="*/ 350439 h 443727"/>
              <a:gd name="connsiteX279" fmla="*/ 235769 w 1972510"/>
              <a:gd name="connsiteY279" fmla="*/ 356998 h 443727"/>
              <a:gd name="connsiteX280" fmla="*/ 241060 w 1972510"/>
              <a:gd name="connsiteY280" fmla="*/ 363556 h 443727"/>
              <a:gd name="connsiteX281" fmla="*/ 241060 w 1972510"/>
              <a:gd name="connsiteY281" fmla="*/ 363644 h 443727"/>
              <a:gd name="connsiteX282" fmla="*/ 246351 w 1972510"/>
              <a:gd name="connsiteY282" fmla="*/ 356998 h 443727"/>
              <a:gd name="connsiteX283" fmla="*/ 241060 w 1972510"/>
              <a:gd name="connsiteY283" fmla="*/ 350439 h 443727"/>
              <a:gd name="connsiteX284" fmla="*/ 229276 w 1972510"/>
              <a:gd name="connsiteY284" fmla="*/ 350351 h 443727"/>
              <a:gd name="connsiteX285" fmla="*/ 222214 w 1972510"/>
              <a:gd name="connsiteY285" fmla="*/ 358506 h 443727"/>
              <a:gd name="connsiteX286" fmla="*/ 222214 w 1972510"/>
              <a:gd name="connsiteY286" fmla="*/ 360080 h 443727"/>
              <a:gd name="connsiteX287" fmla="*/ 228948 w 1972510"/>
              <a:gd name="connsiteY287" fmla="*/ 360080 h 443727"/>
              <a:gd name="connsiteX288" fmla="*/ 228948 w 1972510"/>
              <a:gd name="connsiteY288" fmla="*/ 363228 h 443727"/>
              <a:gd name="connsiteX289" fmla="*/ 230894 w 1972510"/>
              <a:gd name="connsiteY289" fmla="*/ 363228 h 443727"/>
              <a:gd name="connsiteX290" fmla="*/ 230894 w 1972510"/>
              <a:gd name="connsiteY290" fmla="*/ 360080 h 443727"/>
              <a:gd name="connsiteX291" fmla="*/ 233080 w 1972510"/>
              <a:gd name="connsiteY291" fmla="*/ 360080 h 443727"/>
              <a:gd name="connsiteX292" fmla="*/ 233080 w 1972510"/>
              <a:gd name="connsiteY292" fmla="*/ 358703 h 443727"/>
              <a:gd name="connsiteX293" fmla="*/ 230894 w 1972510"/>
              <a:gd name="connsiteY293" fmla="*/ 358703 h 443727"/>
              <a:gd name="connsiteX294" fmla="*/ 230894 w 1972510"/>
              <a:gd name="connsiteY294" fmla="*/ 350351 h 443727"/>
              <a:gd name="connsiteX295" fmla="*/ 201270 w 1972510"/>
              <a:gd name="connsiteY295" fmla="*/ 350264 h 443727"/>
              <a:gd name="connsiteX296" fmla="*/ 197116 w 1972510"/>
              <a:gd name="connsiteY296" fmla="*/ 352712 h 443727"/>
              <a:gd name="connsiteX297" fmla="*/ 197116 w 1972510"/>
              <a:gd name="connsiteY297" fmla="*/ 354090 h 443727"/>
              <a:gd name="connsiteX298" fmla="*/ 200723 w 1972510"/>
              <a:gd name="connsiteY298" fmla="*/ 354090 h 443727"/>
              <a:gd name="connsiteX299" fmla="*/ 200723 w 1972510"/>
              <a:gd name="connsiteY299" fmla="*/ 363228 h 443727"/>
              <a:gd name="connsiteX300" fmla="*/ 202778 w 1972510"/>
              <a:gd name="connsiteY300" fmla="*/ 363228 h 443727"/>
              <a:gd name="connsiteX301" fmla="*/ 202778 w 1972510"/>
              <a:gd name="connsiteY301" fmla="*/ 350264 h 443727"/>
              <a:gd name="connsiteX302" fmla="*/ 94907 w 1972510"/>
              <a:gd name="connsiteY302" fmla="*/ 346526 h 443727"/>
              <a:gd name="connsiteX303" fmla="*/ 80171 w 1972510"/>
              <a:gd name="connsiteY303" fmla="*/ 362310 h 443727"/>
              <a:gd name="connsiteX304" fmla="*/ 81592 w 1972510"/>
              <a:gd name="connsiteY304" fmla="*/ 363644 h 443727"/>
              <a:gd name="connsiteX305" fmla="*/ 83013 w 1972510"/>
              <a:gd name="connsiteY305" fmla="*/ 365043 h 443727"/>
              <a:gd name="connsiteX306" fmla="*/ 93617 w 1972510"/>
              <a:gd name="connsiteY306" fmla="*/ 353653 h 443727"/>
              <a:gd name="connsiteX307" fmla="*/ 89004 w 1972510"/>
              <a:gd name="connsiteY307" fmla="*/ 370640 h 443727"/>
              <a:gd name="connsiteX308" fmla="*/ 90512 w 1972510"/>
              <a:gd name="connsiteY308" fmla="*/ 372039 h 443727"/>
              <a:gd name="connsiteX309" fmla="*/ 92021 w 1972510"/>
              <a:gd name="connsiteY309" fmla="*/ 373373 h 443727"/>
              <a:gd name="connsiteX310" fmla="*/ 106734 w 1972510"/>
              <a:gd name="connsiteY310" fmla="*/ 357566 h 443727"/>
              <a:gd name="connsiteX311" fmla="*/ 105313 w 1972510"/>
              <a:gd name="connsiteY311" fmla="*/ 356254 h 443727"/>
              <a:gd name="connsiteX312" fmla="*/ 103914 w 1972510"/>
              <a:gd name="connsiteY312" fmla="*/ 354943 h 443727"/>
              <a:gd name="connsiteX313" fmla="*/ 93573 w 1972510"/>
              <a:gd name="connsiteY313" fmla="*/ 366027 h 443727"/>
              <a:gd name="connsiteX314" fmla="*/ 98077 w 1972510"/>
              <a:gd name="connsiteY314" fmla="*/ 349499 h 443727"/>
              <a:gd name="connsiteX315" fmla="*/ 96481 w 1972510"/>
              <a:gd name="connsiteY315" fmla="*/ 348012 h 443727"/>
              <a:gd name="connsiteX316" fmla="*/ 547487 w 1972510"/>
              <a:gd name="connsiteY316" fmla="*/ 346393 h 443727"/>
              <a:gd name="connsiteX317" fmla="*/ 547564 w 1972510"/>
              <a:gd name="connsiteY317" fmla="*/ 358969 h 443727"/>
              <a:gd name="connsiteX318" fmla="*/ 560140 w 1972510"/>
              <a:gd name="connsiteY318" fmla="*/ 358969 h 443727"/>
              <a:gd name="connsiteX319" fmla="*/ 566314 w 1972510"/>
              <a:gd name="connsiteY319" fmla="*/ 357293 h 443727"/>
              <a:gd name="connsiteX320" fmla="*/ 568296 w 1972510"/>
              <a:gd name="connsiteY320" fmla="*/ 352186 h 443727"/>
              <a:gd name="connsiteX321" fmla="*/ 566162 w 1972510"/>
              <a:gd name="connsiteY321" fmla="*/ 347841 h 443727"/>
              <a:gd name="connsiteX322" fmla="*/ 559682 w 1972510"/>
              <a:gd name="connsiteY322" fmla="*/ 346393 h 443727"/>
              <a:gd name="connsiteX323" fmla="*/ 1831349 w 1972510"/>
              <a:gd name="connsiteY323" fmla="*/ 344796 h 443727"/>
              <a:gd name="connsiteX324" fmla="*/ 1821707 w 1972510"/>
              <a:gd name="connsiteY324" fmla="*/ 347114 h 443727"/>
              <a:gd name="connsiteX325" fmla="*/ 1818846 w 1972510"/>
              <a:gd name="connsiteY325" fmla="*/ 349974 h 443727"/>
              <a:gd name="connsiteX326" fmla="*/ 1815035 w 1972510"/>
              <a:gd name="connsiteY326" fmla="*/ 365219 h 443727"/>
              <a:gd name="connsiteX327" fmla="*/ 1818770 w 1972510"/>
              <a:gd name="connsiteY327" fmla="*/ 379701 h 443727"/>
              <a:gd name="connsiteX328" fmla="*/ 1837113 w 1972510"/>
              <a:gd name="connsiteY328" fmla="*/ 382395 h 443727"/>
              <a:gd name="connsiteX329" fmla="*/ 1839806 w 1972510"/>
              <a:gd name="connsiteY329" fmla="*/ 379701 h 443727"/>
              <a:gd name="connsiteX330" fmla="*/ 1839807 w 1972510"/>
              <a:gd name="connsiteY330" fmla="*/ 379701 h 443727"/>
              <a:gd name="connsiteX331" fmla="*/ 1843617 w 1972510"/>
              <a:gd name="connsiteY331" fmla="*/ 365219 h 443727"/>
              <a:gd name="connsiteX332" fmla="*/ 1839807 w 1972510"/>
              <a:gd name="connsiteY332" fmla="*/ 349974 h 443727"/>
              <a:gd name="connsiteX333" fmla="*/ 1831349 w 1972510"/>
              <a:gd name="connsiteY333" fmla="*/ 344796 h 443727"/>
              <a:gd name="connsiteX334" fmla="*/ 1723813 w 1972510"/>
              <a:gd name="connsiteY334" fmla="*/ 344792 h 443727"/>
              <a:gd name="connsiteX335" fmla="*/ 1714120 w 1972510"/>
              <a:gd name="connsiteY335" fmla="*/ 347154 h 443727"/>
              <a:gd name="connsiteX336" fmla="*/ 1711299 w 1972510"/>
              <a:gd name="connsiteY336" fmla="*/ 349975 h 443727"/>
              <a:gd name="connsiteX337" fmla="*/ 1707564 w 1972510"/>
              <a:gd name="connsiteY337" fmla="*/ 365219 h 443727"/>
              <a:gd name="connsiteX338" fmla="*/ 1711299 w 1972510"/>
              <a:gd name="connsiteY338" fmla="*/ 379701 h 443727"/>
              <a:gd name="connsiteX339" fmla="*/ 1729642 w 1972510"/>
              <a:gd name="connsiteY339" fmla="*/ 382394 h 443727"/>
              <a:gd name="connsiteX340" fmla="*/ 1732335 w 1972510"/>
              <a:gd name="connsiteY340" fmla="*/ 379701 h 443727"/>
              <a:gd name="connsiteX341" fmla="*/ 1736070 w 1972510"/>
              <a:gd name="connsiteY341" fmla="*/ 365219 h 443727"/>
              <a:gd name="connsiteX342" fmla="*/ 1732335 w 1972510"/>
              <a:gd name="connsiteY342" fmla="*/ 349975 h 443727"/>
              <a:gd name="connsiteX343" fmla="*/ 1723813 w 1972510"/>
              <a:gd name="connsiteY343" fmla="*/ 344792 h 443727"/>
              <a:gd name="connsiteX344" fmla="*/ 1326322 w 1972510"/>
              <a:gd name="connsiteY344" fmla="*/ 344792 h 443727"/>
              <a:gd name="connsiteX345" fmla="*/ 1316630 w 1972510"/>
              <a:gd name="connsiteY345" fmla="*/ 347154 h 443727"/>
              <a:gd name="connsiteX346" fmla="*/ 1313809 w 1972510"/>
              <a:gd name="connsiteY346" fmla="*/ 349975 h 443727"/>
              <a:gd name="connsiteX347" fmla="*/ 1310074 w 1972510"/>
              <a:gd name="connsiteY347" fmla="*/ 365219 h 443727"/>
              <a:gd name="connsiteX348" fmla="*/ 1313809 w 1972510"/>
              <a:gd name="connsiteY348" fmla="*/ 379701 h 443727"/>
              <a:gd name="connsiteX349" fmla="*/ 1332152 w 1972510"/>
              <a:gd name="connsiteY349" fmla="*/ 382394 h 443727"/>
              <a:gd name="connsiteX350" fmla="*/ 1334845 w 1972510"/>
              <a:gd name="connsiteY350" fmla="*/ 379701 h 443727"/>
              <a:gd name="connsiteX351" fmla="*/ 1338580 w 1972510"/>
              <a:gd name="connsiteY351" fmla="*/ 365219 h 443727"/>
              <a:gd name="connsiteX352" fmla="*/ 1334845 w 1972510"/>
              <a:gd name="connsiteY352" fmla="*/ 349975 h 443727"/>
              <a:gd name="connsiteX353" fmla="*/ 1326322 w 1972510"/>
              <a:gd name="connsiteY353" fmla="*/ 344792 h 443727"/>
              <a:gd name="connsiteX354" fmla="*/ 87932 w 1972510"/>
              <a:gd name="connsiteY354" fmla="*/ 338917 h 443727"/>
              <a:gd name="connsiteX355" fmla="*/ 71885 w 1972510"/>
              <a:gd name="connsiteY355" fmla="*/ 353369 h 443727"/>
              <a:gd name="connsiteX356" fmla="*/ 73284 w 1972510"/>
              <a:gd name="connsiteY356" fmla="*/ 354899 h 443727"/>
              <a:gd name="connsiteX357" fmla="*/ 74662 w 1972510"/>
              <a:gd name="connsiteY357" fmla="*/ 356451 h 443727"/>
              <a:gd name="connsiteX358" fmla="*/ 90709 w 1972510"/>
              <a:gd name="connsiteY358" fmla="*/ 342000 h 443727"/>
              <a:gd name="connsiteX359" fmla="*/ 89332 w 1972510"/>
              <a:gd name="connsiteY359" fmla="*/ 340448 h 443727"/>
              <a:gd name="connsiteX360" fmla="*/ 1921959 w 1972510"/>
              <a:gd name="connsiteY360" fmla="*/ 336669 h 443727"/>
              <a:gd name="connsiteX361" fmla="*/ 1928438 w 1972510"/>
              <a:gd name="connsiteY361" fmla="*/ 336669 h 443727"/>
              <a:gd name="connsiteX362" fmla="*/ 1934993 w 1972510"/>
              <a:gd name="connsiteY362" fmla="*/ 336669 h 443727"/>
              <a:gd name="connsiteX363" fmla="*/ 1945930 w 1972510"/>
              <a:gd name="connsiteY363" fmla="*/ 361352 h 443727"/>
              <a:gd name="connsiteX364" fmla="*/ 1945893 w 1972510"/>
              <a:gd name="connsiteY364" fmla="*/ 361441 h 443727"/>
              <a:gd name="connsiteX365" fmla="*/ 1945969 w 1972510"/>
              <a:gd name="connsiteY365" fmla="*/ 361441 h 443727"/>
              <a:gd name="connsiteX366" fmla="*/ 1945930 w 1972510"/>
              <a:gd name="connsiteY366" fmla="*/ 361352 h 443727"/>
              <a:gd name="connsiteX367" fmla="*/ 1956182 w 1972510"/>
              <a:gd name="connsiteY367" fmla="*/ 336669 h 443727"/>
              <a:gd name="connsiteX368" fmla="*/ 1962432 w 1972510"/>
              <a:gd name="connsiteY368" fmla="*/ 336669 h 443727"/>
              <a:gd name="connsiteX369" fmla="*/ 1968606 w 1972510"/>
              <a:gd name="connsiteY369" fmla="*/ 336669 h 443727"/>
              <a:gd name="connsiteX370" fmla="*/ 1951228 w 1972510"/>
              <a:gd name="connsiteY370" fmla="*/ 372111 h 443727"/>
              <a:gd name="connsiteX371" fmla="*/ 1951228 w 1972510"/>
              <a:gd name="connsiteY371" fmla="*/ 393835 h 443727"/>
              <a:gd name="connsiteX372" fmla="*/ 1945816 w 1972510"/>
              <a:gd name="connsiteY372" fmla="*/ 393835 h 443727"/>
              <a:gd name="connsiteX373" fmla="*/ 1940252 w 1972510"/>
              <a:gd name="connsiteY373" fmla="*/ 393835 h 443727"/>
              <a:gd name="connsiteX374" fmla="*/ 1940252 w 1972510"/>
              <a:gd name="connsiteY374" fmla="*/ 372340 h 443727"/>
              <a:gd name="connsiteX375" fmla="*/ 1759076 w 1972510"/>
              <a:gd name="connsiteY375" fmla="*/ 336669 h 443727"/>
              <a:gd name="connsiteX376" fmla="*/ 1764564 w 1972510"/>
              <a:gd name="connsiteY376" fmla="*/ 336669 h 443727"/>
              <a:gd name="connsiteX377" fmla="*/ 1770052 w 1972510"/>
              <a:gd name="connsiteY377" fmla="*/ 336669 h 443727"/>
              <a:gd name="connsiteX378" fmla="*/ 1770052 w 1972510"/>
              <a:gd name="connsiteY378" fmla="*/ 383621 h 443727"/>
              <a:gd name="connsiteX379" fmla="*/ 1796120 w 1972510"/>
              <a:gd name="connsiteY379" fmla="*/ 383621 h 443727"/>
              <a:gd name="connsiteX380" fmla="*/ 1796120 w 1972510"/>
              <a:gd name="connsiteY380" fmla="*/ 388728 h 443727"/>
              <a:gd name="connsiteX381" fmla="*/ 1796120 w 1972510"/>
              <a:gd name="connsiteY381" fmla="*/ 393758 h 443727"/>
              <a:gd name="connsiteX382" fmla="*/ 1759076 w 1972510"/>
              <a:gd name="connsiteY382" fmla="*/ 393758 h 443727"/>
              <a:gd name="connsiteX383" fmla="*/ 1642916 w 1972510"/>
              <a:gd name="connsiteY383" fmla="*/ 336669 h 443727"/>
              <a:gd name="connsiteX384" fmla="*/ 1648633 w 1972510"/>
              <a:gd name="connsiteY384" fmla="*/ 336669 h 443727"/>
              <a:gd name="connsiteX385" fmla="*/ 1654350 w 1972510"/>
              <a:gd name="connsiteY385" fmla="*/ 336669 h 443727"/>
              <a:gd name="connsiteX386" fmla="*/ 1675463 w 1972510"/>
              <a:gd name="connsiteY386" fmla="*/ 376761 h 443727"/>
              <a:gd name="connsiteX387" fmla="*/ 1675463 w 1972510"/>
              <a:gd name="connsiteY387" fmla="*/ 336669 h 443727"/>
              <a:gd name="connsiteX388" fmla="*/ 1680570 w 1972510"/>
              <a:gd name="connsiteY388" fmla="*/ 336669 h 443727"/>
              <a:gd name="connsiteX389" fmla="*/ 1685752 w 1972510"/>
              <a:gd name="connsiteY389" fmla="*/ 336669 h 443727"/>
              <a:gd name="connsiteX390" fmla="*/ 1685752 w 1972510"/>
              <a:gd name="connsiteY390" fmla="*/ 393758 h 443727"/>
              <a:gd name="connsiteX391" fmla="*/ 1680264 w 1972510"/>
              <a:gd name="connsiteY391" fmla="*/ 393758 h 443727"/>
              <a:gd name="connsiteX392" fmla="*/ 1674776 w 1972510"/>
              <a:gd name="connsiteY392" fmla="*/ 393758 h 443727"/>
              <a:gd name="connsiteX393" fmla="*/ 1653129 w 1972510"/>
              <a:gd name="connsiteY393" fmla="*/ 352599 h 443727"/>
              <a:gd name="connsiteX394" fmla="*/ 1653129 w 1972510"/>
              <a:gd name="connsiteY394" fmla="*/ 393758 h 443727"/>
              <a:gd name="connsiteX395" fmla="*/ 1648023 w 1972510"/>
              <a:gd name="connsiteY395" fmla="*/ 393758 h 443727"/>
              <a:gd name="connsiteX396" fmla="*/ 1642916 w 1972510"/>
              <a:gd name="connsiteY396" fmla="*/ 393758 h 443727"/>
              <a:gd name="connsiteX397" fmla="*/ 1587275 w 1972510"/>
              <a:gd name="connsiteY397" fmla="*/ 336669 h 443727"/>
              <a:gd name="connsiteX398" fmla="*/ 1592687 w 1972510"/>
              <a:gd name="connsiteY398" fmla="*/ 336669 h 443727"/>
              <a:gd name="connsiteX399" fmla="*/ 1598175 w 1972510"/>
              <a:gd name="connsiteY399" fmla="*/ 336669 h 443727"/>
              <a:gd name="connsiteX400" fmla="*/ 1598175 w 1972510"/>
              <a:gd name="connsiteY400" fmla="*/ 358087 h 443727"/>
              <a:gd name="connsiteX401" fmla="*/ 1618754 w 1972510"/>
              <a:gd name="connsiteY401" fmla="*/ 358087 h 443727"/>
              <a:gd name="connsiteX402" fmla="*/ 1618754 w 1972510"/>
              <a:gd name="connsiteY402" fmla="*/ 336669 h 443727"/>
              <a:gd name="connsiteX403" fmla="*/ 1624242 w 1972510"/>
              <a:gd name="connsiteY403" fmla="*/ 336669 h 443727"/>
              <a:gd name="connsiteX404" fmla="*/ 1629730 w 1972510"/>
              <a:gd name="connsiteY404" fmla="*/ 336669 h 443727"/>
              <a:gd name="connsiteX405" fmla="*/ 1629730 w 1972510"/>
              <a:gd name="connsiteY405" fmla="*/ 393758 h 443727"/>
              <a:gd name="connsiteX406" fmla="*/ 1624242 w 1972510"/>
              <a:gd name="connsiteY406" fmla="*/ 393758 h 443727"/>
              <a:gd name="connsiteX407" fmla="*/ 1618754 w 1972510"/>
              <a:gd name="connsiteY407" fmla="*/ 393758 h 443727"/>
              <a:gd name="connsiteX408" fmla="*/ 1618754 w 1972510"/>
              <a:gd name="connsiteY408" fmla="*/ 367920 h 443727"/>
              <a:gd name="connsiteX409" fmla="*/ 1598175 w 1972510"/>
              <a:gd name="connsiteY409" fmla="*/ 367920 h 443727"/>
              <a:gd name="connsiteX410" fmla="*/ 1598175 w 1972510"/>
              <a:gd name="connsiteY410" fmla="*/ 393758 h 443727"/>
              <a:gd name="connsiteX411" fmla="*/ 1592763 w 1972510"/>
              <a:gd name="connsiteY411" fmla="*/ 393758 h 443727"/>
              <a:gd name="connsiteX412" fmla="*/ 1587275 w 1972510"/>
              <a:gd name="connsiteY412" fmla="*/ 393758 h 443727"/>
              <a:gd name="connsiteX413" fmla="*/ 1480109 w 1972510"/>
              <a:gd name="connsiteY413" fmla="*/ 336669 h 443727"/>
              <a:gd name="connsiteX414" fmla="*/ 1518753 w 1972510"/>
              <a:gd name="connsiteY414" fmla="*/ 336669 h 443727"/>
              <a:gd name="connsiteX415" fmla="*/ 1518753 w 1972510"/>
              <a:gd name="connsiteY415" fmla="*/ 341699 h 443727"/>
              <a:gd name="connsiteX416" fmla="*/ 1518753 w 1972510"/>
              <a:gd name="connsiteY416" fmla="*/ 346806 h 443727"/>
              <a:gd name="connsiteX417" fmla="*/ 1491085 w 1972510"/>
              <a:gd name="connsiteY417" fmla="*/ 346806 h 443727"/>
              <a:gd name="connsiteX418" fmla="*/ 1491085 w 1972510"/>
              <a:gd name="connsiteY418" fmla="*/ 358925 h 443727"/>
              <a:gd name="connsiteX419" fmla="*/ 1516771 w 1972510"/>
              <a:gd name="connsiteY419" fmla="*/ 358925 h 443727"/>
              <a:gd name="connsiteX420" fmla="*/ 1516771 w 1972510"/>
              <a:gd name="connsiteY420" fmla="*/ 363804 h 443727"/>
              <a:gd name="connsiteX421" fmla="*/ 1516771 w 1972510"/>
              <a:gd name="connsiteY421" fmla="*/ 368758 h 443727"/>
              <a:gd name="connsiteX422" fmla="*/ 1491085 w 1972510"/>
              <a:gd name="connsiteY422" fmla="*/ 368758 h 443727"/>
              <a:gd name="connsiteX423" fmla="*/ 1491085 w 1972510"/>
              <a:gd name="connsiteY423" fmla="*/ 383621 h 443727"/>
              <a:gd name="connsiteX424" fmla="*/ 1519973 w 1972510"/>
              <a:gd name="connsiteY424" fmla="*/ 383621 h 443727"/>
              <a:gd name="connsiteX425" fmla="*/ 1519973 w 1972510"/>
              <a:gd name="connsiteY425" fmla="*/ 388728 h 443727"/>
              <a:gd name="connsiteX426" fmla="*/ 1519973 w 1972510"/>
              <a:gd name="connsiteY426" fmla="*/ 393758 h 443727"/>
              <a:gd name="connsiteX427" fmla="*/ 1480109 w 1972510"/>
              <a:gd name="connsiteY427" fmla="*/ 393758 h 443727"/>
              <a:gd name="connsiteX428" fmla="*/ 1427897 w 1972510"/>
              <a:gd name="connsiteY428" fmla="*/ 336669 h 443727"/>
              <a:gd name="connsiteX429" fmla="*/ 1470657 w 1972510"/>
              <a:gd name="connsiteY429" fmla="*/ 336669 h 443727"/>
              <a:gd name="connsiteX430" fmla="*/ 1470657 w 1972510"/>
              <a:gd name="connsiteY430" fmla="*/ 341699 h 443727"/>
              <a:gd name="connsiteX431" fmla="*/ 1470657 w 1972510"/>
              <a:gd name="connsiteY431" fmla="*/ 346806 h 443727"/>
              <a:gd name="connsiteX432" fmla="*/ 1454727 w 1972510"/>
              <a:gd name="connsiteY432" fmla="*/ 346806 h 443727"/>
              <a:gd name="connsiteX433" fmla="*/ 1454727 w 1972510"/>
              <a:gd name="connsiteY433" fmla="*/ 393758 h 443727"/>
              <a:gd name="connsiteX434" fmla="*/ 1449315 w 1972510"/>
              <a:gd name="connsiteY434" fmla="*/ 393758 h 443727"/>
              <a:gd name="connsiteX435" fmla="*/ 1443827 w 1972510"/>
              <a:gd name="connsiteY435" fmla="*/ 393758 h 443727"/>
              <a:gd name="connsiteX436" fmla="*/ 1443827 w 1972510"/>
              <a:gd name="connsiteY436" fmla="*/ 346806 h 443727"/>
              <a:gd name="connsiteX437" fmla="*/ 1427897 w 1972510"/>
              <a:gd name="connsiteY437" fmla="*/ 346806 h 443727"/>
              <a:gd name="connsiteX438" fmla="*/ 1427897 w 1972510"/>
              <a:gd name="connsiteY438" fmla="*/ 341776 h 443727"/>
              <a:gd name="connsiteX439" fmla="*/ 1361586 w 1972510"/>
              <a:gd name="connsiteY439" fmla="*/ 336669 h 443727"/>
              <a:gd name="connsiteX440" fmla="*/ 1398934 w 1972510"/>
              <a:gd name="connsiteY440" fmla="*/ 336669 h 443727"/>
              <a:gd name="connsiteX441" fmla="*/ 1398934 w 1972510"/>
              <a:gd name="connsiteY441" fmla="*/ 341699 h 443727"/>
              <a:gd name="connsiteX442" fmla="*/ 1398934 w 1972510"/>
              <a:gd name="connsiteY442" fmla="*/ 346806 h 443727"/>
              <a:gd name="connsiteX443" fmla="*/ 1372562 w 1972510"/>
              <a:gd name="connsiteY443" fmla="*/ 346806 h 443727"/>
              <a:gd name="connsiteX444" fmla="*/ 1372562 w 1972510"/>
              <a:gd name="connsiteY444" fmla="*/ 359764 h 443727"/>
              <a:gd name="connsiteX445" fmla="*/ 1395581 w 1972510"/>
              <a:gd name="connsiteY445" fmla="*/ 359764 h 443727"/>
              <a:gd name="connsiteX446" fmla="*/ 1395581 w 1972510"/>
              <a:gd name="connsiteY446" fmla="*/ 364718 h 443727"/>
              <a:gd name="connsiteX447" fmla="*/ 1395581 w 1972510"/>
              <a:gd name="connsiteY447" fmla="*/ 369596 h 443727"/>
              <a:gd name="connsiteX448" fmla="*/ 1372562 w 1972510"/>
              <a:gd name="connsiteY448" fmla="*/ 369596 h 443727"/>
              <a:gd name="connsiteX449" fmla="*/ 1372562 w 1972510"/>
              <a:gd name="connsiteY449" fmla="*/ 393758 h 443727"/>
              <a:gd name="connsiteX450" fmla="*/ 1367074 w 1972510"/>
              <a:gd name="connsiteY450" fmla="*/ 393758 h 443727"/>
              <a:gd name="connsiteX451" fmla="*/ 1361586 w 1972510"/>
              <a:gd name="connsiteY451" fmla="*/ 393758 h 443727"/>
              <a:gd name="connsiteX452" fmla="*/ 1226676 w 1972510"/>
              <a:gd name="connsiteY452" fmla="*/ 336669 h 443727"/>
              <a:gd name="connsiteX453" fmla="*/ 1265396 w 1972510"/>
              <a:gd name="connsiteY453" fmla="*/ 336669 h 443727"/>
              <a:gd name="connsiteX454" fmla="*/ 1265396 w 1972510"/>
              <a:gd name="connsiteY454" fmla="*/ 341699 h 443727"/>
              <a:gd name="connsiteX455" fmla="*/ 1265396 w 1972510"/>
              <a:gd name="connsiteY455" fmla="*/ 346806 h 443727"/>
              <a:gd name="connsiteX456" fmla="*/ 1237652 w 1972510"/>
              <a:gd name="connsiteY456" fmla="*/ 346806 h 443727"/>
              <a:gd name="connsiteX457" fmla="*/ 1237652 w 1972510"/>
              <a:gd name="connsiteY457" fmla="*/ 358925 h 443727"/>
              <a:gd name="connsiteX458" fmla="*/ 1263338 w 1972510"/>
              <a:gd name="connsiteY458" fmla="*/ 358925 h 443727"/>
              <a:gd name="connsiteX459" fmla="*/ 1263338 w 1972510"/>
              <a:gd name="connsiteY459" fmla="*/ 363804 h 443727"/>
              <a:gd name="connsiteX460" fmla="*/ 1263338 w 1972510"/>
              <a:gd name="connsiteY460" fmla="*/ 368758 h 443727"/>
              <a:gd name="connsiteX461" fmla="*/ 1237652 w 1972510"/>
              <a:gd name="connsiteY461" fmla="*/ 368758 h 443727"/>
              <a:gd name="connsiteX462" fmla="*/ 1237652 w 1972510"/>
              <a:gd name="connsiteY462" fmla="*/ 383621 h 443727"/>
              <a:gd name="connsiteX463" fmla="*/ 1266616 w 1972510"/>
              <a:gd name="connsiteY463" fmla="*/ 383621 h 443727"/>
              <a:gd name="connsiteX464" fmla="*/ 1266616 w 1972510"/>
              <a:gd name="connsiteY464" fmla="*/ 388728 h 443727"/>
              <a:gd name="connsiteX465" fmla="*/ 1266616 w 1972510"/>
              <a:gd name="connsiteY465" fmla="*/ 393758 h 443727"/>
              <a:gd name="connsiteX466" fmla="*/ 1226676 w 1972510"/>
              <a:gd name="connsiteY466" fmla="*/ 393758 h 443727"/>
              <a:gd name="connsiteX467" fmla="*/ 1174541 w 1972510"/>
              <a:gd name="connsiteY467" fmla="*/ 336669 h 443727"/>
              <a:gd name="connsiteX468" fmla="*/ 1217225 w 1972510"/>
              <a:gd name="connsiteY468" fmla="*/ 336669 h 443727"/>
              <a:gd name="connsiteX469" fmla="*/ 1217225 w 1972510"/>
              <a:gd name="connsiteY469" fmla="*/ 341699 h 443727"/>
              <a:gd name="connsiteX470" fmla="*/ 1217225 w 1972510"/>
              <a:gd name="connsiteY470" fmla="*/ 346806 h 443727"/>
              <a:gd name="connsiteX471" fmla="*/ 1201371 w 1972510"/>
              <a:gd name="connsiteY471" fmla="*/ 346806 h 443727"/>
              <a:gd name="connsiteX472" fmla="*/ 1201371 w 1972510"/>
              <a:gd name="connsiteY472" fmla="*/ 393758 h 443727"/>
              <a:gd name="connsiteX473" fmla="*/ 1195883 w 1972510"/>
              <a:gd name="connsiteY473" fmla="*/ 393758 h 443727"/>
              <a:gd name="connsiteX474" fmla="*/ 1190395 w 1972510"/>
              <a:gd name="connsiteY474" fmla="*/ 393758 h 443727"/>
              <a:gd name="connsiteX475" fmla="*/ 1190395 w 1972510"/>
              <a:gd name="connsiteY475" fmla="*/ 346806 h 443727"/>
              <a:gd name="connsiteX476" fmla="*/ 1174541 w 1972510"/>
              <a:gd name="connsiteY476" fmla="*/ 346806 h 443727"/>
              <a:gd name="connsiteX477" fmla="*/ 1174541 w 1972510"/>
              <a:gd name="connsiteY477" fmla="*/ 341776 h 443727"/>
              <a:gd name="connsiteX478" fmla="*/ 1071109 w 1972510"/>
              <a:gd name="connsiteY478" fmla="*/ 336669 h 443727"/>
              <a:gd name="connsiteX479" fmla="*/ 1113793 w 1972510"/>
              <a:gd name="connsiteY479" fmla="*/ 336669 h 443727"/>
              <a:gd name="connsiteX480" fmla="*/ 1113793 w 1972510"/>
              <a:gd name="connsiteY480" fmla="*/ 341699 h 443727"/>
              <a:gd name="connsiteX481" fmla="*/ 1113793 w 1972510"/>
              <a:gd name="connsiteY481" fmla="*/ 346806 h 443727"/>
              <a:gd name="connsiteX482" fmla="*/ 1097939 w 1972510"/>
              <a:gd name="connsiteY482" fmla="*/ 346806 h 443727"/>
              <a:gd name="connsiteX483" fmla="*/ 1097939 w 1972510"/>
              <a:gd name="connsiteY483" fmla="*/ 393758 h 443727"/>
              <a:gd name="connsiteX484" fmla="*/ 1092451 w 1972510"/>
              <a:gd name="connsiteY484" fmla="*/ 393758 h 443727"/>
              <a:gd name="connsiteX485" fmla="*/ 1086963 w 1972510"/>
              <a:gd name="connsiteY485" fmla="*/ 393758 h 443727"/>
              <a:gd name="connsiteX486" fmla="*/ 1086963 w 1972510"/>
              <a:gd name="connsiteY486" fmla="*/ 346806 h 443727"/>
              <a:gd name="connsiteX487" fmla="*/ 1071109 w 1972510"/>
              <a:gd name="connsiteY487" fmla="*/ 346806 h 443727"/>
              <a:gd name="connsiteX488" fmla="*/ 1071109 w 1972510"/>
              <a:gd name="connsiteY488" fmla="*/ 341776 h 443727"/>
              <a:gd name="connsiteX489" fmla="*/ 1051445 w 1972510"/>
              <a:gd name="connsiteY489" fmla="*/ 336669 h 443727"/>
              <a:gd name="connsiteX490" fmla="*/ 1056933 w 1972510"/>
              <a:gd name="connsiteY490" fmla="*/ 336669 h 443727"/>
              <a:gd name="connsiteX491" fmla="*/ 1062421 w 1972510"/>
              <a:gd name="connsiteY491" fmla="*/ 336669 h 443727"/>
              <a:gd name="connsiteX492" fmla="*/ 1062421 w 1972510"/>
              <a:gd name="connsiteY492" fmla="*/ 393758 h 443727"/>
              <a:gd name="connsiteX493" fmla="*/ 1057009 w 1972510"/>
              <a:gd name="connsiteY493" fmla="*/ 393758 h 443727"/>
              <a:gd name="connsiteX494" fmla="*/ 1051445 w 1972510"/>
              <a:gd name="connsiteY494" fmla="*/ 393758 h 443727"/>
              <a:gd name="connsiteX495" fmla="*/ 1000224 w 1972510"/>
              <a:gd name="connsiteY495" fmla="*/ 336669 h 443727"/>
              <a:gd name="connsiteX496" fmla="*/ 1042908 w 1972510"/>
              <a:gd name="connsiteY496" fmla="*/ 336669 h 443727"/>
              <a:gd name="connsiteX497" fmla="*/ 1042908 w 1972510"/>
              <a:gd name="connsiteY497" fmla="*/ 341699 h 443727"/>
              <a:gd name="connsiteX498" fmla="*/ 1042908 w 1972510"/>
              <a:gd name="connsiteY498" fmla="*/ 346806 h 443727"/>
              <a:gd name="connsiteX499" fmla="*/ 1027054 w 1972510"/>
              <a:gd name="connsiteY499" fmla="*/ 346806 h 443727"/>
              <a:gd name="connsiteX500" fmla="*/ 1027054 w 1972510"/>
              <a:gd name="connsiteY500" fmla="*/ 393758 h 443727"/>
              <a:gd name="connsiteX501" fmla="*/ 1021566 w 1972510"/>
              <a:gd name="connsiteY501" fmla="*/ 393758 h 443727"/>
              <a:gd name="connsiteX502" fmla="*/ 1016078 w 1972510"/>
              <a:gd name="connsiteY502" fmla="*/ 393758 h 443727"/>
              <a:gd name="connsiteX503" fmla="*/ 1016078 w 1972510"/>
              <a:gd name="connsiteY503" fmla="*/ 346806 h 443727"/>
              <a:gd name="connsiteX504" fmla="*/ 1000224 w 1972510"/>
              <a:gd name="connsiteY504" fmla="*/ 346806 h 443727"/>
              <a:gd name="connsiteX505" fmla="*/ 1000224 w 1972510"/>
              <a:gd name="connsiteY505" fmla="*/ 341776 h 443727"/>
              <a:gd name="connsiteX506" fmla="*/ 896640 w 1972510"/>
              <a:gd name="connsiteY506" fmla="*/ 336669 h 443727"/>
              <a:gd name="connsiteX507" fmla="*/ 902433 w 1972510"/>
              <a:gd name="connsiteY507" fmla="*/ 336669 h 443727"/>
              <a:gd name="connsiteX508" fmla="*/ 908150 w 1972510"/>
              <a:gd name="connsiteY508" fmla="*/ 336669 h 443727"/>
              <a:gd name="connsiteX509" fmla="*/ 929263 w 1972510"/>
              <a:gd name="connsiteY509" fmla="*/ 376761 h 443727"/>
              <a:gd name="connsiteX510" fmla="*/ 929263 w 1972510"/>
              <a:gd name="connsiteY510" fmla="*/ 336669 h 443727"/>
              <a:gd name="connsiteX511" fmla="*/ 934370 w 1972510"/>
              <a:gd name="connsiteY511" fmla="*/ 336669 h 443727"/>
              <a:gd name="connsiteX512" fmla="*/ 939553 w 1972510"/>
              <a:gd name="connsiteY512" fmla="*/ 336669 h 443727"/>
              <a:gd name="connsiteX513" fmla="*/ 939553 w 1972510"/>
              <a:gd name="connsiteY513" fmla="*/ 393758 h 443727"/>
              <a:gd name="connsiteX514" fmla="*/ 934065 w 1972510"/>
              <a:gd name="connsiteY514" fmla="*/ 393758 h 443727"/>
              <a:gd name="connsiteX515" fmla="*/ 928577 w 1972510"/>
              <a:gd name="connsiteY515" fmla="*/ 393758 h 443727"/>
              <a:gd name="connsiteX516" fmla="*/ 906930 w 1972510"/>
              <a:gd name="connsiteY516" fmla="*/ 352599 h 443727"/>
              <a:gd name="connsiteX517" fmla="*/ 906930 w 1972510"/>
              <a:gd name="connsiteY517" fmla="*/ 393758 h 443727"/>
              <a:gd name="connsiteX518" fmla="*/ 901823 w 1972510"/>
              <a:gd name="connsiteY518" fmla="*/ 393758 h 443727"/>
              <a:gd name="connsiteX519" fmla="*/ 896640 w 1972510"/>
              <a:gd name="connsiteY519" fmla="*/ 393758 h 443727"/>
              <a:gd name="connsiteX520" fmla="*/ 873089 w 1972510"/>
              <a:gd name="connsiteY520" fmla="*/ 336669 h 443727"/>
              <a:gd name="connsiteX521" fmla="*/ 878501 w 1972510"/>
              <a:gd name="connsiteY521" fmla="*/ 336669 h 443727"/>
              <a:gd name="connsiteX522" fmla="*/ 884065 w 1972510"/>
              <a:gd name="connsiteY522" fmla="*/ 336669 h 443727"/>
              <a:gd name="connsiteX523" fmla="*/ 884065 w 1972510"/>
              <a:gd name="connsiteY523" fmla="*/ 393758 h 443727"/>
              <a:gd name="connsiteX524" fmla="*/ 878577 w 1972510"/>
              <a:gd name="connsiteY524" fmla="*/ 393758 h 443727"/>
              <a:gd name="connsiteX525" fmla="*/ 873089 w 1972510"/>
              <a:gd name="connsiteY525" fmla="*/ 393758 h 443727"/>
              <a:gd name="connsiteX526" fmla="*/ 734519 w 1972510"/>
              <a:gd name="connsiteY526" fmla="*/ 336669 h 443727"/>
              <a:gd name="connsiteX527" fmla="*/ 740236 w 1972510"/>
              <a:gd name="connsiteY527" fmla="*/ 336669 h 443727"/>
              <a:gd name="connsiteX528" fmla="*/ 746029 w 1972510"/>
              <a:gd name="connsiteY528" fmla="*/ 336669 h 443727"/>
              <a:gd name="connsiteX529" fmla="*/ 767066 w 1972510"/>
              <a:gd name="connsiteY529" fmla="*/ 376761 h 443727"/>
              <a:gd name="connsiteX530" fmla="*/ 767066 w 1972510"/>
              <a:gd name="connsiteY530" fmla="*/ 336669 h 443727"/>
              <a:gd name="connsiteX531" fmla="*/ 772172 w 1972510"/>
              <a:gd name="connsiteY531" fmla="*/ 336669 h 443727"/>
              <a:gd name="connsiteX532" fmla="*/ 777355 w 1972510"/>
              <a:gd name="connsiteY532" fmla="*/ 336669 h 443727"/>
              <a:gd name="connsiteX533" fmla="*/ 777355 w 1972510"/>
              <a:gd name="connsiteY533" fmla="*/ 393758 h 443727"/>
              <a:gd name="connsiteX534" fmla="*/ 771868 w 1972510"/>
              <a:gd name="connsiteY534" fmla="*/ 393758 h 443727"/>
              <a:gd name="connsiteX535" fmla="*/ 766380 w 1972510"/>
              <a:gd name="connsiteY535" fmla="*/ 393758 h 443727"/>
              <a:gd name="connsiteX536" fmla="*/ 744732 w 1972510"/>
              <a:gd name="connsiteY536" fmla="*/ 352599 h 443727"/>
              <a:gd name="connsiteX537" fmla="*/ 744732 w 1972510"/>
              <a:gd name="connsiteY537" fmla="*/ 393758 h 443727"/>
              <a:gd name="connsiteX538" fmla="*/ 739626 w 1972510"/>
              <a:gd name="connsiteY538" fmla="*/ 393758 h 443727"/>
              <a:gd name="connsiteX539" fmla="*/ 734519 w 1972510"/>
              <a:gd name="connsiteY539" fmla="*/ 393758 h 443727"/>
              <a:gd name="connsiteX540" fmla="*/ 710891 w 1972510"/>
              <a:gd name="connsiteY540" fmla="*/ 336669 h 443727"/>
              <a:gd name="connsiteX541" fmla="*/ 716379 w 1972510"/>
              <a:gd name="connsiteY541" fmla="*/ 336669 h 443727"/>
              <a:gd name="connsiteX542" fmla="*/ 721867 w 1972510"/>
              <a:gd name="connsiteY542" fmla="*/ 336669 h 443727"/>
              <a:gd name="connsiteX543" fmla="*/ 721867 w 1972510"/>
              <a:gd name="connsiteY543" fmla="*/ 393758 h 443727"/>
              <a:gd name="connsiteX544" fmla="*/ 716379 w 1972510"/>
              <a:gd name="connsiteY544" fmla="*/ 393758 h 443727"/>
              <a:gd name="connsiteX545" fmla="*/ 710891 w 1972510"/>
              <a:gd name="connsiteY545" fmla="*/ 393758 h 443727"/>
              <a:gd name="connsiteX546" fmla="*/ 643969 w 1972510"/>
              <a:gd name="connsiteY546" fmla="*/ 336669 h 443727"/>
              <a:gd name="connsiteX547" fmla="*/ 649457 w 1972510"/>
              <a:gd name="connsiteY547" fmla="*/ 336669 h 443727"/>
              <a:gd name="connsiteX548" fmla="*/ 654945 w 1972510"/>
              <a:gd name="connsiteY548" fmla="*/ 336669 h 443727"/>
              <a:gd name="connsiteX549" fmla="*/ 654945 w 1972510"/>
              <a:gd name="connsiteY549" fmla="*/ 393758 h 443727"/>
              <a:gd name="connsiteX550" fmla="*/ 649533 w 1972510"/>
              <a:gd name="connsiteY550" fmla="*/ 393758 h 443727"/>
              <a:gd name="connsiteX551" fmla="*/ 643969 w 1972510"/>
              <a:gd name="connsiteY551" fmla="*/ 393758 h 443727"/>
              <a:gd name="connsiteX552" fmla="*/ 593130 w 1972510"/>
              <a:gd name="connsiteY552" fmla="*/ 336669 h 443727"/>
              <a:gd name="connsiteX553" fmla="*/ 631774 w 1972510"/>
              <a:gd name="connsiteY553" fmla="*/ 336669 h 443727"/>
              <a:gd name="connsiteX554" fmla="*/ 631774 w 1972510"/>
              <a:gd name="connsiteY554" fmla="*/ 341699 h 443727"/>
              <a:gd name="connsiteX555" fmla="*/ 631774 w 1972510"/>
              <a:gd name="connsiteY555" fmla="*/ 346806 h 443727"/>
              <a:gd name="connsiteX556" fmla="*/ 604106 w 1972510"/>
              <a:gd name="connsiteY556" fmla="*/ 346806 h 443727"/>
              <a:gd name="connsiteX557" fmla="*/ 604106 w 1972510"/>
              <a:gd name="connsiteY557" fmla="*/ 358925 h 443727"/>
              <a:gd name="connsiteX558" fmla="*/ 629792 w 1972510"/>
              <a:gd name="connsiteY558" fmla="*/ 358925 h 443727"/>
              <a:gd name="connsiteX559" fmla="*/ 629792 w 1972510"/>
              <a:gd name="connsiteY559" fmla="*/ 363804 h 443727"/>
              <a:gd name="connsiteX560" fmla="*/ 629792 w 1972510"/>
              <a:gd name="connsiteY560" fmla="*/ 368758 h 443727"/>
              <a:gd name="connsiteX561" fmla="*/ 604106 w 1972510"/>
              <a:gd name="connsiteY561" fmla="*/ 368758 h 443727"/>
              <a:gd name="connsiteX562" fmla="*/ 604106 w 1972510"/>
              <a:gd name="connsiteY562" fmla="*/ 383621 h 443727"/>
              <a:gd name="connsiteX563" fmla="*/ 632994 w 1972510"/>
              <a:gd name="connsiteY563" fmla="*/ 383621 h 443727"/>
              <a:gd name="connsiteX564" fmla="*/ 632994 w 1972510"/>
              <a:gd name="connsiteY564" fmla="*/ 388728 h 443727"/>
              <a:gd name="connsiteX565" fmla="*/ 632994 w 1972510"/>
              <a:gd name="connsiteY565" fmla="*/ 393758 h 443727"/>
              <a:gd name="connsiteX566" fmla="*/ 593130 w 1972510"/>
              <a:gd name="connsiteY566" fmla="*/ 393758 h 443727"/>
              <a:gd name="connsiteX567" fmla="*/ 537045 w 1972510"/>
              <a:gd name="connsiteY567" fmla="*/ 336561 h 443727"/>
              <a:gd name="connsiteX568" fmla="*/ 562731 w 1972510"/>
              <a:gd name="connsiteY568" fmla="*/ 336561 h 443727"/>
              <a:gd name="connsiteX569" fmla="*/ 574621 w 1972510"/>
              <a:gd name="connsiteY569" fmla="*/ 340371 h 443727"/>
              <a:gd name="connsiteX570" fmla="*/ 578967 w 1972510"/>
              <a:gd name="connsiteY570" fmla="*/ 351042 h 443727"/>
              <a:gd name="connsiteX571" fmla="*/ 574088 w 1972510"/>
              <a:gd name="connsiteY571" fmla="*/ 361789 h 443727"/>
              <a:gd name="connsiteX572" fmla="*/ 572335 w 1972510"/>
              <a:gd name="connsiteY572" fmla="*/ 362933 h 443727"/>
              <a:gd name="connsiteX573" fmla="*/ 575689 w 1972510"/>
              <a:gd name="connsiteY573" fmla="*/ 364838 h 443727"/>
              <a:gd name="connsiteX574" fmla="*/ 580719 w 1972510"/>
              <a:gd name="connsiteY574" fmla="*/ 375814 h 443727"/>
              <a:gd name="connsiteX575" fmla="*/ 575689 w 1972510"/>
              <a:gd name="connsiteY575" fmla="*/ 389077 h 443727"/>
              <a:gd name="connsiteX576" fmla="*/ 561131 w 1972510"/>
              <a:gd name="connsiteY576" fmla="*/ 393650 h 443727"/>
              <a:gd name="connsiteX577" fmla="*/ 537274 w 1972510"/>
              <a:gd name="connsiteY577" fmla="*/ 393650 h 443727"/>
              <a:gd name="connsiteX578" fmla="*/ 686818 w 1972510"/>
              <a:gd name="connsiteY578" fmla="*/ 336560 h 443727"/>
              <a:gd name="connsiteX579" fmla="*/ 697718 w 1972510"/>
              <a:gd name="connsiteY579" fmla="*/ 336560 h 443727"/>
              <a:gd name="connsiteX580" fmla="*/ 697718 w 1972510"/>
              <a:gd name="connsiteY580" fmla="*/ 377643 h 443727"/>
              <a:gd name="connsiteX581" fmla="*/ 693449 w 1972510"/>
              <a:gd name="connsiteY581" fmla="*/ 390753 h 443727"/>
              <a:gd name="connsiteX582" fmla="*/ 680796 w 1972510"/>
              <a:gd name="connsiteY582" fmla="*/ 395251 h 443727"/>
              <a:gd name="connsiteX583" fmla="*/ 667763 w 1972510"/>
              <a:gd name="connsiteY583" fmla="*/ 390296 h 443727"/>
              <a:gd name="connsiteX584" fmla="*/ 663876 w 1972510"/>
              <a:gd name="connsiteY584" fmla="*/ 375051 h 443727"/>
              <a:gd name="connsiteX585" fmla="*/ 663876 w 1972510"/>
              <a:gd name="connsiteY585" fmla="*/ 372079 h 443727"/>
              <a:gd name="connsiteX586" fmla="*/ 674318 w 1972510"/>
              <a:gd name="connsiteY586" fmla="*/ 372079 h 443727"/>
              <a:gd name="connsiteX587" fmla="*/ 674318 w 1972510"/>
              <a:gd name="connsiteY587" fmla="*/ 375509 h 443727"/>
              <a:gd name="connsiteX588" fmla="*/ 675766 w 1972510"/>
              <a:gd name="connsiteY588" fmla="*/ 383131 h 443727"/>
              <a:gd name="connsiteX589" fmla="*/ 680720 w 1972510"/>
              <a:gd name="connsiteY589" fmla="*/ 385646 h 443727"/>
              <a:gd name="connsiteX590" fmla="*/ 685370 w 1972510"/>
              <a:gd name="connsiteY590" fmla="*/ 383817 h 443727"/>
              <a:gd name="connsiteX591" fmla="*/ 686818 w 1972510"/>
              <a:gd name="connsiteY591" fmla="*/ 377872 h 443727"/>
              <a:gd name="connsiteX592" fmla="*/ 1122419 w 1972510"/>
              <a:gd name="connsiteY592" fmla="*/ 336484 h 443727"/>
              <a:gd name="connsiteX593" fmla="*/ 1133394 w 1972510"/>
              <a:gd name="connsiteY593" fmla="*/ 336484 h 443727"/>
              <a:gd name="connsiteX594" fmla="*/ 1133394 w 1972510"/>
              <a:gd name="connsiteY594" fmla="*/ 372460 h 443727"/>
              <a:gd name="connsiteX595" fmla="*/ 1135985 w 1972510"/>
              <a:gd name="connsiteY595" fmla="*/ 381682 h 443727"/>
              <a:gd name="connsiteX596" fmla="*/ 1143607 w 1972510"/>
              <a:gd name="connsiteY596" fmla="*/ 384731 h 443727"/>
              <a:gd name="connsiteX597" fmla="*/ 1151229 w 1972510"/>
              <a:gd name="connsiteY597" fmla="*/ 381911 h 443727"/>
              <a:gd name="connsiteX598" fmla="*/ 1153592 w 1972510"/>
              <a:gd name="connsiteY598" fmla="*/ 372460 h 443727"/>
              <a:gd name="connsiteX599" fmla="*/ 1153592 w 1972510"/>
              <a:gd name="connsiteY599" fmla="*/ 336484 h 443727"/>
              <a:gd name="connsiteX600" fmla="*/ 1164873 w 1972510"/>
              <a:gd name="connsiteY600" fmla="*/ 336484 h 443727"/>
              <a:gd name="connsiteX601" fmla="*/ 1164873 w 1972510"/>
              <a:gd name="connsiteY601" fmla="*/ 372079 h 443727"/>
              <a:gd name="connsiteX602" fmla="*/ 1159918 w 1972510"/>
              <a:gd name="connsiteY602" fmla="*/ 389762 h 443727"/>
              <a:gd name="connsiteX603" fmla="*/ 1143683 w 1972510"/>
              <a:gd name="connsiteY603" fmla="*/ 395174 h 443727"/>
              <a:gd name="connsiteX604" fmla="*/ 1127678 w 1972510"/>
              <a:gd name="connsiteY604" fmla="*/ 389533 h 443727"/>
              <a:gd name="connsiteX605" fmla="*/ 1122419 w 1972510"/>
              <a:gd name="connsiteY605" fmla="*/ 372079 h 443727"/>
              <a:gd name="connsiteX606" fmla="*/ 1827952 w 1972510"/>
              <a:gd name="connsiteY606" fmla="*/ 335226 h 443727"/>
              <a:gd name="connsiteX607" fmla="*/ 1845790 w 1972510"/>
              <a:gd name="connsiteY607" fmla="*/ 341475 h 443727"/>
              <a:gd name="connsiteX608" fmla="*/ 1847734 w 1972510"/>
              <a:gd name="connsiteY608" fmla="*/ 343420 h 443727"/>
              <a:gd name="connsiteX609" fmla="*/ 1854594 w 1972510"/>
              <a:gd name="connsiteY609" fmla="*/ 365600 h 443727"/>
              <a:gd name="connsiteX610" fmla="*/ 1847734 w 1972510"/>
              <a:gd name="connsiteY610" fmla="*/ 387323 h 443727"/>
              <a:gd name="connsiteX611" fmla="*/ 1812409 w 1972510"/>
              <a:gd name="connsiteY611" fmla="*/ 388813 h 443727"/>
              <a:gd name="connsiteX612" fmla="*/ 1810919 w 1972510"/>
              <a:gd name="connsiteY612" fmla="*/ 387323 h 443727"/>
              <a:gd name="connsiteX613" fmla="*/ 1804059 w 1972510"/>
              <a:gd name="connsiteY613" fmla="*/ 365600 h 443727"/>
              <a:gd name="connsiteX614" fmla="*/ 1810919 w 1972510"/>
              <a:gd name="connsiteY614" fmla="*/ 343420 h 443727"/>
              <a:gd name="connsiteX615" fmla="*/ 1827952 w 1972510"/>
              <a:gd name="connsiteY615" fmla="*/ 335226 h 443727"/>
              <a:gd name="connsiteX616" fmla="*/ 1720466 w 1972510"/>
              <a:gd name="connsiteY616" fmla="*/ 335220 h 443727"/>
              <a:gd name="connsiteX617" fmla="*/ 1738352 w 1972510"/>
              <a:gd name="connsiteY617" fmla="*/ 341510 h 443727"/>
              <a:gd name="connsiteX618" fmla="*/ 1740262 w 1972510"/>
              <a:gd name="connsiteY618" fmla="*/ 343420 h 443727"/>
              <a:gd name="connsiteX619" fmla="*/ 1747047 w 1972510"/>
              <a:gd name="connsiteY619" fmla="*/ 365600 h 443727"/>
              <a:gd name="connsiteX620" fmla="*/ 1740262 w 1972510"/>
              <a:gd name="connsiteY620" fmla="*/ 387323 h 443727"/>
              <a:gd name="connsiteX621" fmla="*/ 1704830 w 1972510"/>
              <a:gd name="connsiteY621" fmla="*/ 388780 h 443727"/>
              <a:gd name="connsiteX622" fmla="*/ 1703373 w 1972510"/>
              <a:gd name="connsiteY622" fmla="*/ 387323 h 443727"/>
              <a:gd name="connsiteX623" fmla="*/ 1703372 w 1972510"/>
              <a:gd name="connsiteY623" fmla="*/ 387323 h 443727"/>
              <a:gd name="connsiteX624" fmla="*/ 1696588 w 1972510"/>
              <a:gd name="connsiteY624" fmla="*/ 365600 h 443727"/>
              <a:gd name="connsiteX625" fmla="*/ 1703372 w 1972510"/>
              <a:gd name="connsiteY625" fmla="*/ 343420 h 443727"/>
              <a:gd name="connsiteX626" fmla="*/ 1720466 w 1972510"/>
              <a:gd name="connsiteY626" fmla="*/ 335220 h 443727"/>
              <a:gd name="connsiteX627" fmla="*/ 1322976 w 1972510"/>
              <a:gd name="connsiteY627" fmla="*/ 335220 h 443727"/>
              <a:gd name="connsiteX628" fmla="*/ 1340862 w 1972510"/>
              <a:gd name="connsiteY628" fmla="*/ 341510 h 443727"/>
              <a:gd name="connsiteX629" fmla="*/ 1342772 w 1972510"/>
              <a:gd name="connsiteY629" fmla="*/ 343420 h 443727"/>
              <a:gd name="connsiteX630" fmla="*/ 1349557 w 1972510"/>
              <a:gd name="connsiteY630" fmla="*/ 365600 h 443727"/>
              <a:gd name="connsiteX631" fmla="*/ 1342772 w 1972510"/>
              <a:gd name="connsiteY631" fmla="*/ 387323 h 443727"/>
              <a:gd name="connsiteX632" fmla="*/ 1307340 w 1972510"/>
              <a:gd name="connsiteY632" fmla="*/ 388780 h 443727"/>
              <a:gd name="connsiteX633" fmla="*/ 1305883 w 1972510"/>
              <a:gd name="connsiteY633" fmla="*/ 387323 h 443727"/>
              <a:gd name="connsiteX634" fmla="*/ 1305882 w 1972510"/>
              <a:gd name="connsiteY634" fmla="*/ 387323 h 443727"/>
              <a:gd name="connsiteX635" fmla="*/ 1299098 w 1972510"/>
              <a:gd name="connsiteY635" fmla="*/ 365600 h 443727"/>
              <a:gd name="connsiteX636" fmla="*/ 1305882 w 1972510"/>
              <a:gd name="connsiteY636" fmla="*/ 343420 h 443727"/>
              <a:gd name="connsiteX637" fmla="*/ 1322976 w 1972510"/>
              <a:gd name="connsiteY637" fmla="*/ 335220 h 443727"/>
              <a:gd name="connsiteX638" fmla="*/ 1889655 w 1972510"/>
              <a:gd name="connsiteY638" fmla="*/ 335188 h 443727"/>
              <a:gd name="connsiteX639" fmla="*/ 1905433 w 1972510"/>
              <a:gd name="connsiteY639" fmla="*/ 340371 h 443727"/>
              <a:gd name="connsiteX640" fmla="*/ 1912674 w 1972510"/>
              <a:gd name="connsiteY640" fmla="*/ 354396 h 443727"/>
              <a:gd name="connsiteX641" fmla="*/ 1901927 w 1972510"/>
              <a:gd name="connsiteY641" fmla="*/ 354396 h 443727"/>
              <a:gd name="connsiteX642" fmla="*/ 1898039 w 1972510"/>
              <a:gd name="connsiteY642" fmla="*/ 347917 h 443727"/>
              <a:gd name="connsiteX643" fmla="*/ 1890417 w 1972510"/>
              <a:gd name="connsiteY643" fmla="*/ 345097 h 443727"/>
              <a:gd name="connsiteX644" fmla="*/ 1879213 w 1972510"/>
              <a:gd name="connsiteY644" fmla="*/ 350432 h 443727"/>
              <a:gd name="connsiteX645" fmla="*/ 1879213 w 1972510"/>
              <a:gd name="connsiteY645" fmla="*/ 380158 h 443727"/>
              <a:gd name="connsiteX646" fmla="*/ 1890570 w 1972510"/>
              <a:gd name="connsiteY646" fmla="*/ 385265 h 443727"/>
              <a:gd name="connsiteX647" fmla="*/ 1900479 w 1972510"/>
              <a:gd name="connsiteY647" fmla="*/ 379930 h 443727"/>
              <a:gd name="connsiteX648" fmla="*/ 1903374 w 1972510"/>
              <a:gd name="connsiteY648" fmla="*/ 372918 h 443727"/>
              <a:gd name="connsiteX649" fmla="*/ 1891027 w 1972510"/>
              <a:gd name="connsiteY649" fmla="*/ 372918 h 443727"/>
              <a:gd name="connsiteX650" fmla="*/ 1891027 w 1972510"/>
              <a:gd name="connsiteY650" fmla="*/ 363085 h 443727"/>
              <a:gd name="connsiteX651" fmla="*/ 1913055 w 1972510"/>
              <a:gd name="connsiteY651" fmla="*/ 363085 h 443727"/>
              <a:gd name="connsiteX652" fmla="*/ 1913055 w 1972510"/>
              <a:gd name="connsiteY652" fmla="*/ 393574 h 443727"/>
              <a:gd name="connsiteX653" fmla="*/ 1905433 w 1972510"/>
              <a:gd name="connsiteY653" fmla="*/ 393574 h 443727"/>
              <a:gd name="connsiteX654" fmla="*/ 1904366 w 1972510"/>
              <a:gd name="connsiteY654" fmla="*/ 385952 h 443727"/>
              <a:gd name="connsiteX655" fmla="*/ 1904213 w 1972510"/>
              <a:gd name="connsiteY655" fmla="*/ 387323 h 443727"/>
              <a:gd name="connsiteX656" fmla="*/ 1888969 w 1972510"/>
              <a:gd name="connsiteY656" fmla="*/ 395403 h 443727"/>
              <a:gd name="connsiteX657" fmla="*/ 1888969 w 1972510"/>
              <a:gd name="connsiteY657" fmla="*/ 394945 h 443727"/>
              <a:gd name="connsiteX658" fmla="*/ 1870676 w 1972510"/>
              <a:gd name="connsiteY658" fmla="*/ 387323 h 443727"/>
              <a:gd name="connsiteX659" fmla="*/ 1870676 w 1972510"/>
              <a:gd name="connsiteY659" fmla="*/ 343420 h 443727"/>
              <a:gd name="connsiteX660" fmla="*/ 1889655 w 1972510"/>
              <a:gd name="connsiteY660" fmla="*/ 335188 h 443727"/>
              <a:gd name="connsiteX661" fmla="*/ 1554056 w 1972510"/>
              <a:gd name="connsiteY661" fmla="*/ 335035 h 443727"/>
              <a:gd name="connsiteX662" fmla="*/ 1569300 w 1972510"/>
              <a:gd name="connsiteY662" fmla="*/ 340523 h 443727"/>
              <a:gd name="connsiteX663" fmla="*/ 1576922 w 1972510"/>
              <a:gd name="connsiteY663" fmla="*/ 355386 h 443727"/>
              <a:gd name="connsiteX664" fmla="*/ 1565946 w 1972510"/>
              <a:gd name="connsiteY664" fmla="*/ 355386 h 443727"/>
              <a:gd name="connsiteX665" fmla="*/ 1562288 w 1972510"/>
              <a:gd name="connsiteY665" fmla="*/ 347764 h 443727"/>
              <a:gd name="connsiteX666" fmla="*/ 1554665 w 1972510"/>
              <a:gd name="connsiteY666" fmla="*/ 345020 h 443727"/>
              <a:gd name="connsiteX667" fmla="*/ 1545062 w 1972510"/>
              <a:gd name="connsiteY667" fmla="*/ 350356 h 443727"/>
              <a:gd name="connsiteX668" fmla="*/ 1541632 w 1972510"/>
              <a:gd name="connsiteY668" fmla="*/ 365066 h 443727"/>
              <a:gd name="connsiteX669" fmla="*/ 1545062 w 1972510"/>
              <a:gd name="connsiteY669" fmla="*/ 379396 h 443727"/>
              <a:gd name="connsiteX670" fmla="*/ 1561358 w 1972510"/>
              <a:gd name="connsiteY670" fmla="*/ 382557 h 443727"/>
              <a:gd name="connsiteX671" fmla="*/ 1562668 w 1972510"/>
              <a:gd name="connsiteY671" fmla="*/ 381530 h 443727"/>
              <a:gd name="connsiteX672" fmla="*/ 1566327 w 1972510"/>
              <a:gd name="connsiteY672" fmla="*/ 373374 h 443727"/>
              <a:gd name="connsiteX673" fmla="*/ 1576465 w 1972510"/>
              <a:gd name="connsiteY673" fmla="*/ 373679 h 443727"/>
              <a:gd name="connsiteX674" fmla="*/ 1569300 w 1972510"/>
              <a:gd name="connsiteY674" fmla="*/ 389381 h 443727"/>
              <a:gd name="connsiteX675" fmla="*/ 1554056 w 1972510"/>
              <a:gd name="connsiteY675" fmla="*/ 395250 h 443727"/>
              <a:gd name="connsiteX676" fmla="*/ 1536449 w 1972510"/>
              <a:gd name="connsiteY676" fmla="*/ 387171 h 443727"/>
              <a:gd name="connsiteX677" fmla="*/ 1529894 w 1972510"/>
              <a:gd name="connsiteY677" fmla="*/ 365447 h 443727"/>
              <a:gd name="connsiteX678" fmla="*/ 1536449 w 1972510"/>
              <a:gd name="connsiteY678" fmla="*/ 343267 h 443727"/>
              <a:gd name="connsiteX679" fmla="*/ 1554056 w 1972510"/>
              <a:gd name="connsiteY679" fmla="*/ 335035 h 443727"/>
              <a:gd name="connsiteX680" fmla="*/ 971807 w 1972510"/>
              <a:gd name="connsiteY680" fmla="*/ 335035 h 443727"/>
              <a:gd name="connsiteX681" fmla="*/ 986213 w 1972510"/>
              <a:gd name="connsiteY681" fmla="*/ 340066 h 443727"/>
              <a:gd name="connsiteX682" fmla="*/ 992311 w 1972510"/>
              <a:gd name="connsiteY682" fmla="*/ 353710 h 443727"/>
              <a:gd name="connsiteX683" fmla="*/ 981182 w 1972510"/>
              <a:gd name="connsiteY683" fmla="*/ 353710 h 443727"/>
              <a:gd name="connsiteX684" fmla="*/ 977904 w 1972510"/>
              <a:gd name="connsiteY684" fmla="*/ 347231 h 443727"/>
              <a:gd name="connsiteX685" fmla="*/ 970282 w 1972510"/>
              <a:gd name="connsiteY685" fmla="*/ 344869 h 443727"/>
              <a:gd name="connsiteX686" fmla="*/ 963804 w 1972510"/>
              <a:gd name="connsiteY686" fmla="*/ 346850 h 443727"/>
              <a:gd name="connsiteX687" fmla="*/ 961441 w 1972510"/>
              <a:gd name="connsiteY687" fmla="*/ 352414 h 443727"/>
              <a:gd name="connsiteX688" fmla="*/ 963880 w 1972510"/>
              <a:gd name="connsiteY688" fmla="*/ 356377 h 443727"/>
              <a:gd name="connsiteX689" fmla="*/ 974246 w 1972510"/>
              <a:gd name="connsiteY689" fmla="*/ 359655 h 443727"/>
              <a:gd name="connsiteX690" fmla="*/ 989490 w 1972510"/>
              <a:gd name="connsiteY690" fmla="*/ 366134 h 443727"/>
              <a:gd name="connsiteX691" fmla="*/ 993301 w 1972510"/>
              <a:gd name="connsiteY691" fmla="*/ 377719 h 443727"/>
              <a:gd name="connsiteX692" fmla="*/ 987508 w 1972510"/>
              <a:gd name="connsiteY692" fmla="*/ 390524 h 443727"/>
              <a:gd name="connsiteX693" fmla="*/ 971731 w 1972510"/>
              <a:gd name="connsiteY693" fmla="*/ 395250 h 443727"/>
              <a:gd name="connsiteX694" fmla="*/ 956486 w 1972510"/>
              <a:gd name="connsiteY694" fmla="*/ 390219 h 443727"/>
              <a:gd name="connsiteX695" fmla="*/ 950465 w 1972510"/>
              <a:gd name="connsiteY695" fmla="*/ 375966 h 443727"/>
              <a:gd name="connsiteX696" fmla="*/ 961060 w 1972510"/>
              <a:gd name="connsiteY696" fmla="*/ 375967 h 443727"/>
              <a:gd name="connsiteX697" fmla="*/ 964109 w 1972510"/>
              <a:gd name="connsiteY697" fmla="*/ 382979 h 443727"/>
              <a:gd name="connsiteX698" fmla="*/ 971731 w 1972510"/>
              <a:gd name="connsiteY698" fmla="*/ 385418 h 443727"/>
              <a:gd name="connsiteX699" fmla="*/ 979963 w 1972510"/>
              <a:gd name="connsiteY699" fmla="*/ 383589 h 443727"/>
              <a:gd name="connsiteX700" fmla="*/ 982935 w 1972510"/>
              <a:gd name="connsiteY700" fmla="*/ 378482 h 443727"/>
              <a:gd name="connsiteX701" fmla="*/ 980801 w 1972510"/>
              <a:gd name="connsiteY701" fmla="*/ 373680 h 443727"/>
              <a:gd name="connsiteX702" fmla="*/ 971883 w 1972510"/>
              <a:gd name="connsiteY702" fmla="*/ 370555 h 443727"/>
              <a:gd name="connsiteX703" fmla="*/ 955191 w 1972510"/>
              <a:gd name="connsiteY703" fmla="*/ 363999 h 443727"/>
              <a:gd name="connsiteX704" fmla="*/ 950998 w 1972510"/>
              <a:gd name="connsiteY704" fmla="*/ 353100 h 443727"/>
              <a:gd name="connsiteX705" fmla="*/ 956562 w 1972510"/>
              <a:gd name="connsiteY705" fmla="*/ 339914 h 443727"/>
              <a:gd name="connsiteX706" fmla="*/ 971807 w 1972510"/>
              <a:gd name="connsiteY706" fmla="*/ 335035 h 443727"/>
              <a:gd name="connsiteX707" fmla="*/ 811658 w 1972510"/>
              <a:gd name="connsiteY707" fmla="*/ 334826 h 443727"/>
              <a:gd name="connsiteX708" fmla="*/ 829579 w 1972510"/>
              <a:gd name="connsiteY708" fmla="*/ 339914 h 443727"/>
              <a:gd name="connsiteX709" fmla="*/ 836820 w 1972510"/>
              <a:gd name="connsiteY709" fmla="*/ 353938 h 443727"/>
              <a:gd name="connsiteX710" fmla="*/ 825844 w 1972510"/>
              <a:gd name="connsiteY710" fmla="*/ 353938 h 443727"/>
              <a:gd name="connsiteX711" fmla="*/ 822033 w 1972510"/>
              <a:gd name="connsiteY711" fmla="*/ 347460 h 443727"/>
              <a:gd name="connsiteX712" fmla="*/ 814411 w 1972510"/>
              <a:gd name="connsiteY712" fmla="*/ 344639 h 443727"/>
              <a:gd name="connsiteX713" fmla="*/ 803207 w 1972510"/>
              <a:gd name="connsiteY713" fmla="*/ 349975 h 443727"/>
              <a:gd name="connsiteX714" fmla="*/ 799167 w 1972510"/>
              <a:gd name="connsiteY714" fmla="*/ 365219 h 443727"/>
              <a:gd name="connsiteX715" fmla="*/ 803054 w 1972510"/>
              <a:gd name="connsiteY715" fmla="*/ 380005 h 443727"/>
              <a:gd name="connsiteX716" fmla="*/ 814411 w 1972510"/>
              <a:gd name="connsiteY716" fmla="*/ 385112 h 443727"/>
              <a:gd name="connsiteX717" fmla="*/ 824320 w 1972510"/>
              <a:gd name="connsiteY717" fmla="*/ 379777 h 443727"/>
              <a:gd name="connsiteX718" fmla="*/ 827216 w 1972510"/>
              <a:gd name="connsiteY718" fmla="*/ 372765 h 443727"/>
              <a:gd name="connsiteX719" fmla="*/ 814868 w 1972510"/>
              <a:gd name="connsiteY719" fmla="*/ 372765 h 443727"/>
              <a:gd name="connsiteX720" fmla="*/ 814868 w 1972510"/>
              <a:gd name="connsiteY720" fmla="*/ 362932 h 443727"/>
              <a:gd name="connsiteX721" fmla="*/ 837125 w 1972510"/>
              <a:gd name="connsiteY721" fmla="*/ 362932 h 443727"/>
              <a:gd name="connsiteX722" fmla="*/ 837125 w 1972510"/>
              <a:gd name="connsiteY722" fmla="*/ 393420 h 443727"/>
              <a:gd name="connsiteX723" fmla="*/ 829503 w 1972510"/>
              <a:gd name="connsiteY723" fmla="*/ 393420 h 443727"/>
              <a:gd name="connsiteX724" fmla="*/ 828435 w 1972510"/>
              <a:gd name="connsiteY724" fmla="*/ 385798 h 443727"/>
              <a:gd name="connsiteX725" fmla="*/ 827826 w 1972510"/>
              <a:gd name="connsiteY725" fmla="*/ 386713 h 443727"/>
              <a:gd name="connsiteX726" fmla="*/ 812669 w 1972510"/>
              <a:gd name="connsiteY726" fmla="*/ 394746 h 443727"/>
              <a:gd name="connsiteX727" fmla="*/ 794898 w 1972510"/>
              <a:gd name="connsiteY727" fmla="*/ 386865 h 443727"/>
              <a:gd name="connsiteX728" fmla="*/ 794898 w 1972510"/>
              <a:gd name="connsiteY728" fmla="*/ 342963 h 443727"/>
              <a:gd name="connsiteX729" fmla="*/ 811658 w 1972510"/>
              <a:gd name="connsiteY729" fmla="*/ 334826 h 443727"/>
              <a:gd name="connsiteX730" fmla="*/ 359053 w 1972510"/>
              <a:gd name="connsiteY730" fmla="*/ 334698 h 443727"/>
              <a:gd name="connsiteX731" fmla="*/ 357676 w 1972510"/>
              <a:gd name="connsiteY731" fmla="*/ 336250 h 443727"/>
              <a:gd name="connsiteX732" fmla="*/ 356277 w 1972510"/>
              <a:gd name="connsiteY732" fmla="*/ 337780 h 443727"/>
              <a:gd name="connsiteX733" fmla="*/ 362289 w 1972510"/>
              <a:gd name="connsiteY733" fmla="*/ 343202 h 443727"/>
              <a:gd name="connsiteX734" fmla="*/ 357107 w 1972510"/>
              <a:gd name="connsiteY734" fmla="*/ 348974 h 443727"/>
              <a:gd name="connsiteX735" fmla="*/ 351095 w 1972510"/>
              <a:gd name="connsiteY735" fmla="*/ 343552 h 443727"/>
              <a:gd name="connsiteX736" fmla="*/ 349696 w 1972510"/>
              <a:gd name="connsiteY736" fmla="*/ 345104 h 443727"/>
              <a:gd name="connsiteX737" fmla="*/ 348318 w 1972510"/>
              <a:gd name="connsiteY737" fmla="*/ 346635 h 443727"/>
              <a:gd name="connsiteX738" fmla="*/ 364322 w 1972510"/>
              <a:gd name="connsiteY738" fmla="*/ 361130 h 443727"/>
              <a:gd name="connsiteX739" fmla="*/ 365699 w 1972510"/>
              <a:gd name="connsiteY739" fmla="*/ 359578 h 443727"/>
              <a:gd name="connsiteX740" fmla="*/ 367099 w 1972510"/>
              <a:gd name="connsiteY740" fmla="*/ 358047 h 443727"/>
              <a:gd name="connsiteX741" fmla="*/ 359818 w 1972510"/>
              <a:gd name="connsiteY741" fmla="*/ 351488 h 443727"/>
              <a:gd name="connsiteX742" fmla="*/ 365022 w 1972510"/>
              <a:gd name="connsiteY742" fmla="*/ 345717 h 443727"/>
              <a:gd name="connsiteX743" fmla="*/ 372280 w 1972510"/>
              <a:gd name="connsiteY743" fmla="*/ 352275 h 443727"/>
              <a:gd name="connsiteX744" fmla="*/ 373679 w 1972510"/>
              <a:gd name="connsiteY744" fmla="*/ 350723 h 443727"/>
              <a:gd name="connsiteX745" fmla="*/ 375100 w 1972510"/>
              <a:gd name="connsiteY745" fmla="*/ 349149 h 443727"/>
              <a:gd name="connsiteX746" fmla="*/ 221602 w 1972510"/>
              <a:gd name="connsiteY746" fmla="*/ 323897 h 443727"/>
              <a:gd name="connsiteX747" fmla="*/ 223198 w 1972510"/>
              <a:gd name="connsiteY747" fmla="*/ 325909 h 443727"/>
              <a:gd name="connsiteX748" fmla="*/ 224947 w 1972510"/>
              <a:gd name="connsiteY748" fmla="*/ 327592 h 443727"/>
              <a:gd name="connsiteX749" fmla="*/ 224466 w 1972510"/>
              <a:gd name="connsiteY749" fmla="*/ 328117 h 443727"/>
              <a:gd name="connsiteX750" fmla="*/ 224466 w 1972510"/>
              <a:gd name="connsiteY750" fmla="*/ 341584 h 443727"/>
              <a:gd name="connsiteX751" fmla="*/ 231244 w 1972510"/>
              <a:gd name="connsiteY751" fmla="*/ 342765 h 443727"/>
              <a:gd name="connsiteX752" fmla="*/ 236513 w 1972510"/>
              <a:gd name="connsiteY752" fmla="*/ 345979 h 443727"/>
              <a:gd name="connsiteX753" fmla="*/ 241629 w 1972510"/>
              <a:gd name="connsiteY753" fmla="*/ 347400 h 443727"/>
              <a:gd name="connsiteX754" fmla="*/ 244230 w 1972510"/>
              <a:gd name="connsiteY754" fmla="*/ 349936 h 443727"/>
              <a:gd name="connsiteX755" fmla="*/ 247138 w 1972510"/>
              <a:gd name="connsiteY755" fmla="*/ 350198 h 443727"/>
              <a:gd name="connsiteX756" fmla="*/ 251204 w 1972510"/>
              <a:gd name="connsiteY756" fmla="*/ 353237 h 443727"/>
              <a:gd name="connsiteX757" fmla="*/ 254353 w 1972510"/>
              <a:gd name="connsiteY757" fmla="*/ 355183 h 443727"/>
              <a:gd name="connsiteX758" fmla="*/ 255927 w 1972510"/>
              <a:gd name="connsiteY758" fmla="*/ 357151 h 443727"/>
              <a:gd name="connsiteX759" fmla="*/ 258856 w 1972510"/>
              <a:gd name="connsiteY759" fmla="*/ 358331 h 443727"/>
              <a:gd name="connsiteX760" fmla="*/ 262180 w 1972510"/>
              <a:gd name="connsiteY760" fmla="*/ 358725 h 443727"/>
              <a:gd name="connsiteX761" fmla="*/ 266552 w 1972510"/>
              <a:gd name="connsiteY761" fmla="*/ 360474 h 443727"/>
              <a:gd name="connsiteX762" fmla="*/ 272870 w 1972510"/>
              <a:gd name="connsiteY762" fmla="*/ 363994 h 443727"/>
              <a:gd name="connsiteX763" fmla="*/ 285135 w 1972510"/>
              <a:gd name="connsiteY763" fmla="*/ 366071 h 443727"/>
              <a:gd name="connsiteX764" fmla="*/ 159752 w 1972510"/>
              <a:gd name="connsiteY764" fmla="*/ 366202 h 443727"/>
              <a:gd name="connsiteX765" fmla="*/ 174728 w 1972510"/>
              <a:gd name="connsiteY765" fmla="*/ 364453 h 443727"/>
              <a:gd name="connsiteX766" fmla="*/ 181287 w 1972510"/>
              <a:gd name="connsiteY766" fmla="*/ 360933 h 443727"/>
              <a:gd name="connsiteX767" fmla="*/ 184807 w 1972510"/>
              <a:gd name="connsiteY767" fmla="*/ 357610 h 443727"/>
              <a:gd name="connsiteX768" fmla="*/ 188327 w 1972510"/>
              <a:gd name="connsiteY768" fmla="*/ 355839 h 443727"/>
              <a:gd name="connsiteX769" fmla="*/ 191475 w 1972510"/>
              <a:gd name="connsiteY769" fmla="*/ 354068 h 443727"/>
              <a:gd name="connsiteX770" fmla="*/ 194208 w 1972510"/>
              <a:gd name="connsiteY770" fmla="*/ 350548 h 443727"/>
              <a:gd name="connsiteX771" fmla="*/ 198318 w 1972510"/>
              <a:gd name="connsiteY771" fmla="*/ 348974 h 443727"/>
              <a:gd name="connsiteX772" fmla="*/ 202232 w 1972510"/>
              <a:gd name="connsiteY772" fmla="*/ 346241 h 443727"/>
              <a:gd name="connsiteX773" fmla="*/ 207326 w 1972510"/>
              <a:gd name="connsiteY773" fmla="*/ 344864 h 443727"/>
              <a:gd name="connsiteX774" fmla="*/ 211830 w 1972510"/>
              <a:gd name="connsiteY774" fmla="*/ 342131 h 443727"/>
              <a:gd name="connsiteX775" fmla="*/ 218979 w 1972510"/>
              <a:gd name="connsiteY775" fmla="*/ 341781 h 443727"/>
              <a:gd name="connsiteX776" fmla="*/ 218979 w 1972510"/>
              <a:gd name="connsiteY776" fmla="*/ 328401 h 443727"/>
              <a:gd name="connsiteX777" fmla="*/ 218323 w 1972510"/>
              <a:gd name="connsiteY777" fmla="*/ 327789 h 443727"/>
              <a:gd name="connsiteX778" fmla="*/ 220050 w 1972510"/>
              <a:gd name="connsiteY778" fmla="*/ 325909 h 443727"/>
              <a:gd name="connsiteX779" fmla="*/ 221602 w 1972510"/>
              <a:gd name="connsiteY779" fmla="*/ 323897 h 443727"/>
              <a:gd name="connsiteX780" fmla="*/ 372258 w 1972510"/>
              <a:gd name="connsiteY780" fmla="*/ 316639 h 443727"/>
              <a:gd name="connsiteX781" fmla="*/ 371143 w 1972510"/>
              <a:gd name="connsiteY781" fmla="*/ 318235 h 443727"/>
              <a:gd name="connsiteX782" fmla="*/ 370028 w 1972510"/>
              <a:gd name="connsiteY782" fmla="*/ 319831 h 443727"/>
              <a:gd name="connsiteX783" fmla="*/ 382446 w 1972510"/>
              <a:gd name="connsiteY783" fmla="*/ 328576 h 443727"/>
              <a:gd name="connsiteX784" fmla="*/ 365459 w 1972510"/>
              <a:gd name="connsiteY784" fmla="*/ 326390 h 443727"/>
              <a:gd name="connsiteX785" fmla="*/ 364213 w 1972510"/>
              <a:gd name="connsiteY785" fmla="*/ 328183 h 443727"/>
              <a:gd name="connsiteX786" fmla="*/ 362967 w 1972510"/>
              <a:gd name="connsiteY786" fmla="*/ 329954 h 443727"/>
              <a:gd name="connsiteX787" fmla="*/ 380654 w 1972510"/>
              <a:gd name="connsiteY787" fmla="*/ 342350 h 443727"/>
              <a:gd name="connsiteX788" fmla="*/ 381769 w 1972510"/>
              <a:gd name="connsiteY788" fmla="*/ 340754 h 443727"/>
              <a:gd name="connsiteX789" fmla="*/ 382862 w 1972510"/>
              <a:gd name="connsiteY789" fmla="*/ 339158 h 443727"/>
              <a:gd name="connsiteX790" fmla="*/ 370116 w 1972510"/>
              <a:gd name="connsiteY790" fmla="*/ 330238 h 443727"/>
              <a:gd name="connsiteX791" fmla="*/ 387606 w 1972510"/>
              <a:gd name="connsiteY791" fmla="*/ 332424 h 443727"/>
              <a:gd name="connsiteX792" fmla="*/ 388808 w 1972510"/>
              <a:gd name="connsiteY792" fmla="*/ 330719 h 443727"/>
              <a:gd name="connsiteX793" fmla="*/ 389945 w 1972510"/>
              <a:gd name="connsiteY793" fmla="*/ 329035 h 443727"/>
              <a:gd name="connsiteX794" fmla="*/ 67207 w 1972510"/>
              <a:gd name="connsiteY794" fmla="*/ 314737 h 443727"/>
              <a:gd name="connsiteX795" fmla="*/ 53214 w 1972510"/>
              <a:gd name="connsiteY795" fmla="*/ 323701 h 443727"/>
              <a:gd name="connsiteX796" fmla="*/ 54417 w 1972510"/>
              <a:gd name="connsiteY796" fmla="*/ 331112 h 443727"/>
              <a:gd name="connsiteX797" fmla="*/ 60057 w 1972510"/>
              <a:gd name="connsiteY797" fmla="*/ 334217 h 443727"/>
              <a:gd name="connsiteX798" fmla="*/ 60473 w 1972510"/>
              <a:gd name="connsiteY798" fmla="*/ 334217 h 443727"/>
              <a:gd name="connsiteX799" fmla="*/ 58286 w 1972510"/>
              <a:gd name="connsiteY799" fmla="*/ 336075 h 443727"/>
              <a:gd name="connsiteX800" fmla="*/ 59795 w 1972510"/>
              <a:gd name="connsiteY800" fmla="*/ 338414 h 443727"/>
              <a:gd name="connsiteX801" fmla="*/ 69568 w 1972510"/>
              <a:gd name="connsiteY801" fmla="*/ 332074 h 443727"/>
              <a:gd name="connsiteX802" fmla="*/ 65042 w 1972510"/>
              <a:gd name="connsiteY802" fmla="*/ 325078 h 443727"/>
              <a:gd name="connsiteX803" fmla="*/ 61916 w 1972510"/>
              <a:gd name="connsiteY803" fmla="*/ 327111 h 443727"/>
              <a:gd name="connsiteX804" fmla="*/ 64342 w 1972510"/>
              <a:gd name="connsiteY804" fmla="*/ 331112 h 443727"/>
              <a:gd name="connsiteX805" fmla="*/ 61522 w 1972510"/>
              <a:gd name="connsiteY805" fmla="*/ 331659 h 443727"/>
              <a:gd name="connsiteX806" fmla="*/ 57805 w 1972510"/>
              <a:gd name="connsiteY806" fmla="*/ 329604 h 443727"/>
              <a:gd name="connsiteX807" fmla="*/ 57084 w 1972510"/>
              <a:gd name="connsiteY807" fmla="*/ 324947 h 443727"/>
              <a:gd name="connsiteX808" fmla="*/ 60976 w 1972510"/>
              <a:gd name="connsiteY808" fmla="*/ 320684 h 443727"/>
              <a:gd name="connsiteX809" fmla="*/ 66529 w 1972510"/>
              <a:gd name="connsiteY809" fmla="*/ 318891 h 443727"/>
              <a:gd name="connsiteX810" fmla="*/ 70552 w 1972510"/>
              <a:gd name="connsiteY810" fmla="*/ 321340 h 443727"/>
              <a:gd name="connsiteX811" fmla="*/ 71207 w 1972510"/>
              <a:gd name="connsiteY811" fmla="*/ 324313 h 443727"/>
              <a:gd name="connsiteX812" fmla="*/ 69939 w 1972510"/>
              <a:gd name="connsiteY812" fmla="*/ 326893 h 443727"/>
              <a:gd name="connsiteX813" fmla="*/ 72388 w 1972510"/>
              <a:gd name="connsiteY813" fmla="*/ 330369 h 443727"/>
              <a:gd name="connsiteX814" fmla="*/ 75361 w 1972510"/>
              <a:gd name="connsiteY814" fmla="*/ 325187 h 443727"/>
              <a:gd name="connsiteX815" fmla="*/ 73765 w 1972510"/>
              <a:gd name="connsiteY815" fmla="*/ 319110 h 443727"/>
              <a:gd name="connsiteX816" fmla="*/ 67207 w 1972510"/>
              <a:gd name="connsiteY816" fmla="*/ 314737 h 443727"/>
              <a:gd name="connsiteX817" fmla="*/ 386098 w 1972510"/>
              <a:gd name="connsiteY817" fmla="*/ 302166 h 443727"/>
              <a:gd name="connsiteX818" fmla="*/ 391717 w 1972510"/>
              <a:gd name="connsiteY818" fmla="*/ 303543 h 443727"/>
              <a:gd name="connsiteX819" fmla="*/ 396067 w 1972510"/>
              <a:gd name="connsiteY819" fmla="*/ 307304 h 443727"/>
              <a:gd name="connsiteX820" fmla="*/ 396454 w 1972510"/>
              <a:gd name="connsiteY820" fmla="*/ 308567 h 443727"/>
              <a:gd name="connsiteX821" fmla="*/ 392351 w 1972510"/>
              <a:gd name="connsiteY821" fmla="*/ 314300 h 443727"/>
              <a:gd name="connsiteX822" fmla="*/ 386819 w 1972510"/>
              <a:gd name="connsiteY822" fmla="*/ 312988 h 443727"/>
              <a:gd name="connsiteX823" fmla="*/ 382447 w 1972510"/>
              <a:gd name="connsiteY823" fmla="*/ 309096 h 443727"/>
              <a:gd name="connsiteX824" fmla="*/ 382447 w 1972510"/>
              <a:gd name="connsiteY824" fmla="*/ 304724 h 443727"/>
              <a:gd name="connsiteX825" fmla="*/ 386098 w 1972510"/>
              <a:gd name="connsiteY825" fmla="*/ 302166 h 443727"/>
              <a:gd name="connsiteX826" fmla="*/ 385136 w 1972510"/>
              <a:gd name="connsiteY826" fmla="*/ 298274 h 443727"/>
              <a:gd name="connsiteX827" fmla="*/ 384187 w 1972510"/>
              <a:gd name="connsiteY827" fmla="*/ 298563 h 443727"/>
              <a:gd name="connsiteX828" fmla="*/ 378577 w 1972510"/>
              <a:gd name="connsiteY828" fmla="*/ 310583 h 443727"/>
              <a:gd name="connsiteX829" fmla="*/ 384764 w 1972510"/>
              <a:gd name="connsiteY829" fmla="*/ 316792 h 443727"/>
              <a:gd name="connsiteX830" fmla="*/ 393247 w 1972510"/>
              <a:gd name="connsiteY830" fmla="*/ 318366 h 443727"/>
              <a:gd name="connsiteX831" fmla="*/ 399193 w 1972510"/>
              <a:gd name="connsiteY831" fmla="*/ 313666 h 443727"/>
              <a:gd name="connsiteX832" fmla="*/ 399150 w 1972510"/>
              <a:gd name="connsiteY832" fmla="*/ 313622 h 443727"/>
              <a:gd name="connsiteX833" fmla="*/ 399805 w 1972510"/>
              <a:gd name="connsiteY833" fmla="*/ 306079 h 443727"/>
              <a:gd name="connsiteX834" fmla="*/ 393749 w 1972510"/>
              <a:gd name="connsiteY834" fmla="*/ 299936 h 443727"/>
              <a:gd name="connsiteX835" fmla="*/ 385136 w 1972510"/>
              <a:gd name="connsiteY835" fmla="*/ 298274 h 443727"/>
              <a:gd name="connsiteX836" fmla="*/ 58330 w 1972510"/>
              <a:gd name="connsiteY836" fmla="*/ 291431 h 443727"/>
              <a:gd name="connsiteX837" fmla="*/ 38763 w 1972510"/>
              <a:gd name="connsiteY837" fmla="*/ 300570 h 443727"/>
              <a:gd name="connsiteX838" fmla="*/ 39572 w 1972510"/>
              <a:gd name="connsiteY838" fmla="*/ 302319 h 443727"/>
              <a:gd name="connsiteX839" fmla="*/ 40403 w 1972510"/>
              <a:gd name="connsiteY839" fmla="*/ 304068 h 443727"/>
              <a:gd name="connsiteX840" fmla="*/ 54504 w 1972510"/>
              <a:gd name="connsiteY840" fmla="*/ 297509 h 443727"/>
              <a:gd name="connsiteX841" fmla="*/ 43857 w 1972510"/>
              <a:gd name="connsiteY841" fmla="*/ 311523 h 443727"/>
              <a:gd name="connsiteX842" fmla="*/ 44732 w 1972510"/>
              <a:gd name="connsiteY842" fmla="*/ 313382 h 443727"/>
              <a:gd name="connsiteX843" fmla="*/ 45606 w 1972510"/>
              <a:gd name="connsiteY843" fmla="*/ 315218 h 443727"/>
              <a:gd name="connsiteX844" fmla="*/ 65173 w 1972510"/>
              <a:gd name="connsiteY844" fmla="*/ 306101 h 443727"/>
              <a:gd name="connsiteX845" fmla="*/ 64342 w 1972510"/>
              <a:gd name="connsiteY845" fmla="*/ 304330 h 443727"/>
              <a:gd name="connsiteX846" fmla="*/ 63534 w 1972510"/>
              <a:gd name="connsiteY846" fmla="*/ 302581 h 443727"/>
              <a:gd name="connsiteX847" fmla="*/ 49804 w 1972510"/>
              <a:gd name="connsiteY847" fmla="*/ 308987 h 443727"/>
              <a:gd name="connsiteX848" fmla="*/ 60167 w 1972510"/>
              <a:gd name="connsiteY848" fmla="*/ 295388 h 443727"/>
              <a:gd name="connsiteX849" fmla="*/ 59248 w 1972510"/>
              <a:gd name="connsiteY849" fmla="*/ 293421 h 443727"/>
              <a:gd name="connsiteX850" fmla="*/ 407545 w 1972510"/>
              <a:gd name="connsiteY850" fmla="*/ 282577 h 443727"/>
              <a:gd name="connsiteX851" fmla="*/ 404003 w 1972510"/>
              <a:gd name="connsiteY851" fmla="*/ 291803 h 443727"/>
              <a:gd name="connsiteX852" fmla="*/ 387431 w 1972510"/>
              <a:gd name="connsiteY852" fmla="*/ 285441 h 443727"/>
              <a:gd name="connsiteX853" fmla="*/ 386688 w 1972510"/>
              <a:gd name="connsiteY853" fmla="*/ 287387 h 443727"/>
              <a:gd name="connsiteX854" fmla="*/ 385944 w 1972510"/>
              <a:gd name="connsiteY854" fmla="*/ 289311 h 443727"/>
              <a:gd name="connsiteX855" fmla="*/ 406146 w 1972510"/>
              <a:gd name="connsiteY855" fmla="*/ 297072 h 443727"/>
              <a:gd name="connsiteX856" fmla="*/ 411130 w 1972510"/>
              <a:gd name="connsiteY856" fmla="*/ 283954 h 443727"/>
              <a:gd name="connsiteX857" fmla="*/ 409338 w 1972510"/>
              <a:gd name="connsiteY857" fmla="*/ 283277 h 443727"/>
              <a:gd name="connsiteX858" fmla="*/ 54526 w 1972510"/>
              <a:gd name="connsiteY858" fmla="*/ 281834 h 443727"/>
              <a:gd name="connsiteX859" fmla="*/ 34369 w 1972510"/>
              <a:gd name="connsiteY859" fmla="*/ 289573 h 443727"/>
              <a:gd name="connsiteX860" fmla="*/ 35112 w 1972510"/>
              <a:gd name="connsiteY860" fmla="*/ 291519 h 443727"/>
              <a:gd name="connsiteX861" fmla="*/ 35855 w 1972510"/>
              <a:gd name="connsiteY861" fmla="*/ 293443 h 443727"/>
              <a:gd name="connsiteX862" fmla="*/ 56013 w 1972510"/>
              <a:gd name="connsiteY862" fmla="*/ 285703 h 443727"/>
              <a:gd name="connsiteX863" fmla="*/ 55269 w 1972510"/>
              <a:gd name="connsiteY863" fmla="*/ 283779 h 443727"/>
              <a:gd name="connsiteX864" fmla="*/ 36052 w 1972510"/>
              <a:gd name="connsiteY864" fmla="*/ 267120 h 443727"/>
              <a:gd name="connsiteX865" fmla="*/ 34806 w 1972510"/>
              <a:gd name="connsiteY865" fmla="*/ 267448 h 443727"/>
              <a:gd name="connsiteX866" fmla="*/ 29646 w 1972510"/>
              <a:gd name="connsiteY866" fmla="*/ 270377 h 443727"/>
              <a:gd name="connsiteX867" fmla="*/ 29143 w 1972510"/>
              <a:gd name="connsiteY867" fmla="*/ 275625 h 443727"/>
              <a:gd name="connsiteX868" fmla="*/ 32007 w 1972510"/>
              <a:gd name="connsiteY868" fmla="*/ 279800 h 443727"/>
              <a:gd name="connsiteX869" fmla="*/ 32007 w 1972510"/>
              <a:gd name="connsiteY869" fmla="*/ 279757 h 443727"/>
              <a:gd name="connsiteX870" fmla="*/ 37233 w 1972510"/>
              <a:gd name="connsiteY870" fmla="*/ 280106 h 443727"/>
              <a:gd name="connsiteX871" fmla="*/ 52230 w 1972510"/>
              <a:gd name="connsiteY871" fmla="*/ 276084 h 443727"/>
              <a:gd name="connsiteX872" fmla="*/ 51684 w 1972510"/>
              <a:gd name="connsiteY872" fmla="*/ 274072 h 443727"/>
              <a:gd name="connsiteX873" fmla="*/ 51159 w 1972510"/>
              <a:gd name="connsiteY873" fmla="*/ 272083 h 443727"/>
              <a:gd name="connsiteX874" fmla="*/ 36161 w 1972510"/>
              <a:gd name="connsiteY874" fmla="*/ 276106 h 443727"/>
              <a:gd name="connsiteX875" fmla="*/ 33822 w 1972510"/>
              <a:gd name="connsiteY875" fmla="*/ 276106 h 443727"/>
              <a:gd name="connsiteX876" fmla="*/ 33599 w 1972510"/>
              <a:gd name="connsiteY876" fmla="*/ 275953 h 443727"/>
              <a:gd name="connsiteX877" fmla="*/ 33144 w 1972510"/>
              <a:gd name="connsiteY877" fmla="*/ 272520 h 443727"/>
              <a:gd name="connsiteX878" fmla="*/ 35811 w 1972510"/>
              <a:gd name="connsiteY878" fmla="*/ 271252 h 443727"/>
              <a:gd name="connsiteX879" fmla="*/ 37058 w 1972510"/>
              <a:gd name="connsiteY879" fmla="*/ 270924 h 443727"/>
              <a:gd name="connsiteX880" fmla="*/ 850235 w 1972510"/>
              <a:gd name="connsiteY880" fmla="*/ 262626 h 443727"/>
              <a:gd name="connsiteX881" fmla="*/ 850158 w 1972510"/>
              <a:gd name="connsiteY881" fmla="*/ 262779 h 443727"/>
              <a:gd name="connsiteX882" fmla="*/ 850171 w 1972510"/>
              <a:gd name="connsiteY882" fmla="*/ 262697 h 443727"/>
              <a:gd name="connsiteX883" fmla="*/ 400702 w 1972510"/>
              <a:gd name="connsiteY883" fmla="*/ 260168 h 443727"/>
              <a:gd name="connsiteX884" fmla="*/ 406496 w 1972510"/>
              <a:gd name="connsiteY884" fmla="*/ 260168 h 443727"/>
              <a:gd name="connsiteX885" fmla="*/ 411480 w 1972510"/>
              <a:gd name="connsiteY885" fmla="*/ 262901 h 443727"/>
              <a:gd name="connsiteX886" fmla="*/ 412163 w 1972510"/>
              <a:gd name="connsiteY886" fmla="*/ 264035 h 443727"/>
              <a:gd name="connsiteX887" fmla="*/ 409557 w 1972510"/>
              <a:gd name="connsiteY887" fmla="*/ 270618 h 443727"/>
              <a:gd name="connsiteX888" fmla="*/ 403872 w 1972510"/>
              <a:gd name="connsiteY888" fmla="*/ 270618 h 443727"/>
              <a:gd name="connsiteX889" fmla="*/ 398778 w 1972510"/>
              <a:gd name="connsiteY889" fmla="*/ 267863 h 443727"/>
              <a:gd name="connsiteX890" fmla="*/ 397982 w 1972510"/>
              <a:gd name="connsiteY890" fmla="*/ 266536 h 443727"/>
              <a:gd name="connsiteX891" fmla="*/ 400702 w 1972510"/>
              <a:gd name="connsiteY891" fmla="*/ 260168 h 443727"/>
              <a:gd name="connsiteX892" fmla="*/ 407457 w 1972510"/>
              <a:gd name="connsiteY892" fmla="*/ 256145 h 443727"/>
              <a:gd name="connsiteX893" fmla="*/ 398712 w 1972510"/>
              <a:gd name="connsiteY893" fmla="*/ 256626 h 443727"/>
              <a:gd name="connsiteX894" fmla="*/ 397851 w 1972510"/>
              <a:gd name="connsiteY894" fmla="*/ 257144 h 443727"/>
              <a:gd name="connsiteX895" fmla="*/ 395345 w 1972510"/>
              <a:gd name="connsiteY895" fmla="*/ 270137 h 443727"/>
              <a:gd name="connsiteX896" fmla="*/ 402866 w 1972510"/>
              <a:gd name="connsiteY896" fmla="*/ 274684 h 443727"/>
              <a:gd name="connsiteX897" fmla="*/ 411480 w 1972510"/>
              <a:gd name="connsiteY897" fmla="*/ 274160 h 443727"/>
              <a:gd name="connsiteX898" fmla="*/ 416093 w 1972510"/>
              <a:gd name="connsiteY898" fmla="*/ 268148 h 443727"/>
              <a:gd name="connsiteX899" fmla="*/ 414825 w 1972510"/>
              <a:gd name="connsiteY899" fmla="*/ 260649 h 443727"/>
              <a:gd name="connsiteX900" fmla="*/ 407457 w 1972510"/>
              <a:gd name="connsiteY900" fmla="*/ 256145 h 443727"/>
              <a:gd name="connsiteX901" fmla="*/ 47071 w 1972510"/>
              <a:gd name="connsiteY901" fmla="*/ 254724 h 443727"/>
              <a:gd name="connsiteX902" fmla="*/ 25886 w 1972510"/>
              <a:gd name="connsiteY902" fmla="*/ 258856 h 443727"/>
              <a:gd name="connsiteX903" fmla="*/ 26279 w 1972510"/>
              <a:gd name="connsiteY903" fmla="*/ 260889 h 443727"/>
              <a:gd name="connsiteX904" fmla="*/ 26673 w 1972510"/>
              <a:gd name="connsiteY904" fmla="*/ 262922 h 443727"/>
              <a:gd name="connsiteX905" fmla="*/ 47858 w 1972510"/>
              <a:gd name="connsiteY905" fmla="*/ 258812 h 443727"/>
              <a:gd name="connsiteX906" fmla="*/ 47464 w 1972510"/>
              <a:gd name="connsiteY906" fmla="*/ 256757 h 443727"/>
              <a:gd name="connsiteX907" fmla="*/ 93070 w 1972510"/>
              <a:gd name="connsiteY907" fmla="*/ 254505 h 443727"/>
              <a:gd name="connsiteX908" fmla="*/ 117753 w 1972510"/>
              <a:gd name="connsiteY908" fmla="*/ 258419 h 443727"/>
              <a:gd name="connsiteX909" fmla="*/ 177002 w 1972510"/>
              <a:gd name="connsiteY909" fmla="*/ 257938 h 443727"/>
              <a:gd name="connsiteX910" fmla="*/ 185594 w 1972510"/>
              <a:gd name="connsiteY910" fmla="*/ 259337 h 443727"/>
              <a:gd name="connsiteX911" fmla="*/ 204461 w 1972510"/>
              <a:gd name="connsiteY911" fmla="*/ 261523 h 443727"/>
              <a:gd name="connsiteX912" fmla="*/ 198668 w 1972510"/>
              <a:gd name="connsiteY912" fmla="*/ 284938 h 443727"/>
              <a:gd name="connsiteX913" fmla="*/ 221864 w 1972510"/>
              <a:gd name="connsiteY913" fmla="*/ 288874 h 443727"/>
              <a:gd name="connsiteX914" fmla="*/ 245039 w 1972510"/>
              <a:gd name="connsiteY914" fmla="*/ 284938 h 443727"/>
              <a:gd name="connsiteX915" fmla="*/ 239245 w 1972510"/>
              <a:gd name="connsiteY915" fmla="*/ 261545 h 443727"/>
              <a:gd name="connsiteX916" fmla="*/ 258113 w 1972510"/>
              <a:gd name="connsiteY916" fmla="*/ 259359 h 443727"/>
              <a:gd name="connsiteX917" fmla="*/ 266727 w 1972510"/>
              <a:gd name="connsiteY917" fmla="*/ 257960 h 443727"/>
              <a:gd name="connsiteX918" fmla="*/ 325975 w 1972510"/>
              <a:gd name="connsiteY918" fmla="*/ 258441 h 443727"/>
              <a:gd name="connsiteX919" fmla="*/ 326062 w 1972510"/>
              <a:gd name="connsiteY919" fmla="*/ 258419 h 443727"/>
              <a:gd name="connsiteX920" fmla="*/ 350723 w 1972510"/>
              <a:gd name="connsiteY920" fmla="*/ 254505 h 443727"/>
              <a:gd name="connsiteX921" fmla="*/ 335201 w 1972510"/>
              <a:gd name="connsiteY921" fmla="*/ 271821 h 443727"/>
              <a:gd name="connsiteX922" fmla="*/ 237387 w 1972510"/>
              <a:gd name="connsiteY922" fmla="*/ 289748 h 443727"/>
              <a:gd name="connsiteX923" fmla="*/ 243661 w 1972510"/>
              <a:gd name="connsiteY923" fmla="*/ 314847 h 443727"/>
              <a:gd name="connsiteX924" fmla="*/ 221799 w 1972510"/>
              <a:gd name="connsiteY924" fmla="*/ 319569 h 443727"/>
              <a:gd name="connsiteX925" fmla="*/ 199936 w 1972510"/>
              <a:gd name="connsiteY925" fmla="*/ 314847 h 443727"/>
              <a:gd name="connsiteX926" fmla="*/ 206210 w 1972510"/>
              <a:gd name="connsiteY926" fmla="*/ 289748 h 443727"/>
              <a:gd name="connsiteX927" fmla="*/ 108593 w 1972510"/>
              <a:gd name="connsiteY927" fmla="*/ 271821 h 443727"/>
              <a:gd name="connsiteX928" fmla="*/ 93070 w 1972510"/>
              <a:gd name="connsiteY928" fmla="*/ 254505 h 443727"/>
              <a:gd name="connsiteX929" fmla="*/ 823481 w 1972510"/>
              <a:gd name="connsiteY929" fmla="*/ 242428 h 443727"/>
              <a:gd name="connsiteX930" fmla="*/ 831103 w 1972510"/>
              <a:gd name="connsiteY930" fmla="*/ 251956 h 443727"/>
              <a:gd name="connsiteX931" fmla="*/ 839183 w 1972510"/>
              <a:gd name="connsiteY931" fmla="*/ 249974 h 443727"/>
              <a:gd name="connsiteX932" fmla="*/ 848558 w 1972510"/>
              <a:gd name="connsiteY932" fmla="*/ 249974 h 443727"/>
              <a:gd name="connsiteX933" fmla="*/ 851836 w 1972510"/>
              <a:gd name="connsiteY933" fmla="*/ 251499 h 443727"/>
              <a:gd name="connsiteX934" fmla="*/ 851073 w 1972510"/>
              <a:gd name="connsiteY934" fmla="*/ 256834 h 443727"/>
              <a:gd name="connsiteX935" fmla="*/ 850171 w 1972510"/>
              <a:gd name="connsiteY935" fmla="*/ 262697 h 443727"/>
              <a:gd name="connsiteX936" fmla="*/ 846119 w 1972510"/>
              <a:gd name="connsiteY936" fmla="*/ 267124 h 443727"/>
              <a:gd name="connsiteX937" fmla="*/ 841926 w 1972510"/>
              <a:gd name="connsiteY937" fmla="*/ 270249 h 443727"/>
              <a:gd name="connsiteX938" fmla="*/ 838954 w 1972510"/>
              <a:gd name="connsiteY938" fmla="*/ 278709 h 443727"/>
              <a:gd name="connsiteX939" fmla="*/ 833009 w 1972510"/>
              <a:gd name="connsiteY939" fmla="*/ 282749 h 443727"/>
              <a:gd name="connsiteX940" fmla="*/ 826149 w 1972510"/>
              <a:gd name="connsiteY940" fmla="*/ 283359 h 443727"/>
              <a:gd name="connsiteX941" fmla="*/ 817079 w 1972510"/>
              <a:gd name="connsiteY941" fmla="*/ 287170 h 443727"/>
              <a:gd name="connsiteX942" fmla="*/ 806255 w 1972510"/>
              <a:gd name="connsiteY942" fmla="*/ 278252 h 443727"/>
              <a:gd name="connsiteX943" fmla="*/ 807398 w 1972510"/>
              <a:gd name="connsiteY943" fmla="*/ 271544 h 443727"/>
              <a:gd name="connsiteX944" fmla="*/ 805798 w 1972510"/>
              <a:gd name="connsiteY944" fmla="*/ 266209 h 443727"/>
              <a:gd name="connsiteX945" fmla="*/ 809076 w 1972510"/>
              <a:gd name="connsiteY945" fmla="*/ 259959 h 443727"/>
              <a:gd name="connsiteX946" fmla="*/ 817384 w 1972510"/>
              <a:gd name="connsiteY946" fmla="*/ 245706 h 443727"/>
              <a:gd name="connsiteX947" fmla="*/ 823481 w 1972510"/>
              <a:gd name="connsiteY947" fmla="*/ 242428 h 443727"/>
              <a:gd name="connsiteX948" fmla="*/ 44557 w 1972510"/>
              <a:gd name="connsiteY948" fmla="*/ 234282 h 443727"/>
              <a:gd name="connsiteX949" fmla="*/ 23131 w 1972510"/>
              <a:gd name="connsiteY949" fmla="*/ 236927 h 443727"/>
              <a:gd name="connsiteX950" fmla="*/ 24968 w 1972510"/>
              <a:gd name="connsiteY950" fmla="*/ 251969 h 443727"/>
              <a:gd name="connsiteX951" fmla="*/ 26870 w 1972510"/>
              <a:gd name="connsiteY951" fmla="*/ 251750 h 443727"/>
              <a:gd name="connsiteX952" fmla="*/ 28772 w 1972510"/>
              <a:gd name="connsiteY952" fmla="*/ 251510 h 443727"/>
              <a:gd name="connsiteX953" fmla="*/ 27438 w 1972510"/>
              <a:gd name="connsiteY953" fmla="*/ 240579 h 443727"/>
              <a:gd name="connsiteX954" fmla="*/ 33013 w 1972510"/>
              <a:gd name="connsiteY954" fmla="*/ 239879 h 443727"/>
              <a:gd name="connsiteX955" fmla="*/ 34194 w 1972510"/>
              <a:gd name="connsiteY955" fmla="*/ 249520 h 443727"/>
              <a:gd name="connsiteX956" fmla="*/ 36052 w 1972510"/>
              <a:gd name="connsiteY956" fmla="*/ 249302 h 443727"/>
              <a:gd name="connsiteX957" fmla="*/ 37888 w 1972510"/>
              <a:gd name="connsiteY957" fmla="*/ 249083 h 443727"/>
              <a:gd name="connsiteX958" fmla="*/ 36708 w 1972510"/>
              <a:gd name="connsiteY958" fmla="*/ 239442 h 443727"/>
              <a:gd name="connsiteX959" fmla="*/ 41255 w 1972510"/>
              <a:gd name="connsiteY959" fmla="*/ 238873 h 443727"/>
              <a:gd name="connsiteX960" fmla="*/ 42523 w 1972510"/>
              <a:gd name="connsiteY960" fmla="*/ 249258 h 443727"/>
              <a:gd name="connsiteX961" fmla="*/ 44447 w 1972510"/>
              <a:gd name="connsiteY961" fmla="*/ 249039 h 443727"/>
              <a:gd name="connsiteX962" fmla="*/ 46327 w 1972510"/>
              <a:gd name="connsiteY962" fmla="*/ 248799 h 443727"/>
              <a:gd name="connsiteX963" fmla="*/ 405883 w 1972510"/>
              <a:gd name="connsiteY963" fmla="*/ 230631 h 443727"/>
              <a:gd name="connsiteX964" fmla="*/ 400352 w 1972510"/>
              <a:gd name="connsiteY964" fmla="*/ 232817 h 443727"/>
              <a:gd name="connsiteX965" fmla="*/ 400352 w 1972510"/>
              <a:gd name="connsiteY965" fmla="*/ 245935 h 443727"/>
              <a:gd name="connsiteX966" fmla="*/ 416880 w 1972510"/>
              <a:gd name="connsiteY966" fmla="*/ 247487 h 443727"/>
              <a:gd name="connsiteX967" fmla="*/ 420510 w 1972510"/>
              <a:gd name="connsiteY967" fmla="*/ 240928 h 443727"/>
              <a:gd name="connsiteX968" fmla="*/ 417973 w 1972510"/>
              <a:gd name="connsiteY968" fmla="*/ 235004 h 443727"/>
              <a:gd name="connsiteX969" fmla="*/ 417645 w 1972510"/>
              <a:gd name="connsiteY969" fmla="*/ 234829 h 443727"/>
              <a:gd name="connsiteX970" fmla="*/ 420466 w 1972510"/>
              <a:gd name="connsiteY970" fmla="*/ 234654 h 443727"/>
              <a:gd name="connsiteX971" fmla="*/ 420663 w 1972510"/>
              <a:gd name="connsiteY971" fmla="*/ 231921 h 443727"/>
              <a:gd name="connsiteX972" fmla="*/ 409053 w 1972510"/>
              <a:gd name="connsiteY972" fmla="*/ 230915 h 443727"/>
              <a:gd name="connsiteX973" fmla="*/ 408332 w 1972510"/>
              <a:gd name="connsiteY973" fmla="*/ 239201 h 443727"/>
              <a:gd name="connsiteX974" fmla="*/ 412049 w 1972510"/>
              <a:gd name="connsiteY974" fmla="*/ 239529 h 443727"/>
              <a:gd name="connsiteX975" fmla="*/ 412442 w 1972510"/>
              <a:gd name="connsiteY975" fmla="*/ 234850 h 443727"/>
              <a:gd name="connsiteX976" fmla="*/ 415000 w 1972510"/>
              <a:gd name="connsiteY976" fmla="*/ 236162 h 443727"/>
              <a:gd name="connsiteX977" fmla="*/ 416662 w 1972510"/>
              <a:gd name="connsiteY977" fmla="*/ 240076 h 443727"/>
              <a:gd name="connsiteX978" fmla="*/ 414475 w 1972510"/>
              <a:gd name="connsiteY978" fmla="*/ 244186 h 443727"/>
              <a:gd name="connsiteX979" fmla="*/ 408769 w 1972510"/>
              <a:gd name="connsiteY979" fmla="*/ 245148 h 443727"/>
              <a:gd name="connsiteX980" fmla="*/ 403282 w 1972510"/>
              <a:gd name="connsiteY980" fmla="*/ 243137 h 443727"/>
              <a:gd name="connsiteX981" fmla="*/ 401620 w 1972510"/>
              <a:gd name="connsiteY981" fmla="*/ 238764 h 443727"/>
              <a:gd name="connsiteX982" fmla="*/ 402932 w 1972510"/>
              <a:gd name="connsiteY982" fmla="*/ 235987 h 443727"/>
              <a:gd name="connsiteX983" fmla="*/ 405533 w 1972510"/>
              <a:gd name="connsiteY983" fmla="*/ 234763 h 443727"/>
              <a:gd name="connsiteX984" fmla="*/ 107259 w 1972510"/>
              <a:gd name="connsiteY984" fmla="*/ 223919 h 443727"/>
              <a:gd name="connsiteX985" fmla="*/ 120945 w 1972510"/>
              <a:gd name="connsiteY985" fmla="*/ 225406 h 443727"/>
              <a:gd name="connsiteX986" fmla="*/ 132817 w 1972510"/>
              <a:gd name="connsiteY986" fmla="*/ 225406 h 443727"/>
              <a:gd name="connsiteX987" fmla="*/ 146416 w 1972510"/>
              <a:gd name="connsiteY987" fmla="*/ 225275 h 443727"/>
              <a:gd name="connsiteX988" fmla="*/ 166945 w 1972510"/>
              <a:gd name="connsiteY988" fmla="*/ 225800 h 443727"/>
              <a:gd name="connsiteX989" fmla="*/ 189136 w 1972510"/>
              <a:gd name="connsiteY989" fmla="*/ 230959 h 443727"/>
              <a:gd name="connsiteX990" fmla="*/ 204811 w 1972510"/>
              <a:gd name="connsiteY990" fmla="*/ 232030 h 443727"/>
              <a:gd name="connsiteX991" fmla="*/ 199520 w 1972510"/>
              <a:gd name="connsiteY991" fmla="*/ 254527 h 443727"/>
              <a:gd name="connsiteX992" fmla="*/ 221383 w 1972510"/>
              <a:gd name="connsiteY992" fmla="*/ 257107 h 443727"/>
              <a:gd name="connsiteX993" fmla="*/ 221624 w 1972510"/>
              <a:gd name="connsiteY993" fmla="*/ 257107 h 443727"/>
              <a:gd name="connsiteX994" fmla="*/ 221908 w 1972510"/>
              <a:gd name="connsiteY994" fmla="*/ 257107 h 443727"/>
              <a:gd name="connsiteX995" fmla="*/ 243924 w 1972510"/>
              <a:gd name="connsiteY995" fmla="*/ 254483 h 443727"/>
              <a:gd name="connsiteX996" fmla="*/ 238633 w 1972510"/>
              <a:gd name="connsiteY996" fmla="*/ 231987 h 443727"/>
              <a:gd name="connsiteX997" fmla="*/ 254309 w 1972510"/>
              <a:gd name="connsiteY997" fmla="*/ 230915 h 443727"/>
              <a:gd name="connsiteX998" fmla="*/ 276587 w 1972510"/>
              <a:gd name="connsiteY998" fmla="*/ 225821 h 443727"/>
              <a:gd name="connsiteX999" fmla="*/ 297116 w 1972510"/>
              <a:gd name="connsiteY999" fmla="*/ 225297 h 443727"/>
              <a:gd name="connsiteX1000" fmla="*/ 310715 w 1972510"/>
              <a:gd name="connsiteY1000" fmla="*/ 225428 h 443727"/>
              <a:gd name="connsiteX1001" fmla="*/ 322586 w 1972510"/>
              <a:gd name="connsiteY1001" fmla="*/ 225428 h 443727"/>
              <a:gd name="connsiteX1002" fmla="*/ 322586 w 1972510"/>
              <a:gd name="connsiteY1002" fmla="*/ 225406 h 443727"/>
              <a:gd name="connsiteX1003" fmla="*/ 336272 w 1972510"/>
              <a:gd name="connsiteY1003" fmla="*/ 223919 h 443727"/>
              <a:gd name="connsiteX1004" fmla="*/ 323155 w 1972510"/>
              <a:gd name="connsiteY1004" fmla="*/ 236840 h 443727"/>
              <a:gd name="connsiteX1005" fmla="*/ 304068 w 1972510"/>
              <a:gd name="connsiteY1005" fmla="*/ 245585 h 443727"/>
              <a:gd name="connsiteX1006" fmla="*/ 257479 w 1972510"/>
              <a:gd name="connsiteY1006" fmla="*/ 255883 h 443727"/>
              <a:gd name="connsiteX1007" fmla="*/ 236687 w 1972510"/>
              <a:gd name="connsiteY1007" fmla="*/ 258222 h 443727"/>
              <a:gd name="connsiteX1008" fmla="*/ 234676 w 1972510"/>
              <a:gd name="connsiteY1008" fmla="*/ 258419 h 443727"/>
              <a:gd name="connsiteX1009" fmla="*/ 240513 w 1972510"/>
              <a:gd name="connsiteY1009" fmla="*/ 282096 h 443727"/>
              <a:gd name="connsiteX1010" fmla="*/ 221689 w 1972510"/>
              <a:gd name="connsiteY1010" fmla="*/ 285288 h 443727"/>
              <a:gd name="connsiteX1011" fmla="*/ 202844 w 1972510"/>
              <a:gd name="connsiteY1011" fmla="*/ 282096 h 443727"/>
              <a:gd name="connsiteX1012" fmla="*/ 208703 w 1972510"/>
              <a:gd name="connsiteY1012" fmla="*/ 258419 h 443727"/>
              <a:gd name="connsiteX1013" fmla="*/ 206670 w 1972510"/>
              <a:gd name="connsiteY1013" fmla="*/ 258222 h 443727"/>
              <a:gd name="connsiteX1014" fmla="*/ 185878 w 1972510"/>
              <a:gd name="connsiteY1014" fmla="*/ 255883 h 443727"/>
              <a:gd name="connsiteX1015" fmla="*/ 139463 w 1972510"/>
              <a:gd name="connsiteY1015" fmla="*/ 245585 h 443727"/>
              <a:gd name="connsiteX1016" fmla="*/ 120377 w 1972510"/>
              <a:gd name="connsiteY1016" fmla="*/ 236840 h 443727"/>
              <a:gd name="connsiteX1017" fmla="*/ 107259 w 1972510"/>
              <a:gd name="connsiteY1017" fmla="*/ 223919 h 443727"/>
              <a:gd name="connsiteX1018" fmla="*/ 925159 w 1972510"/>
              <a:gd name="connsiteY1018" fmla="*/ 223677 h 443727"/>
              <a:gd name="connsiteX1019" fmla="*/ 931258 w 1972510"/>
              <a:gd name="connsiteY1019" fmla="*/ 225049 h 443727"/>
              <a:gd name="connsiteX1020" fmla="*/ 937432 w 1972510"/>
              <a:gd name="connsiteY1020" fmla="*/ 228250 h 443727"/>
              <a:gd name="connsiteX1021" fmla="*/ 943605 w 1972510"/>
              <a:gd name="connsiteY1021" fmla="*/ 228784 h 443727"/>
              <a:gd name="connsiteX1022" fmla="*/ 949703 w 1972510"/>
              <a:gd name="connsiteY1022" fmla="*/ 230689 h 443727"/>
              <a:gd name="connsiteX1023" fmla="*/ 954962 w 1972510"/>
              <a:gd name="connsiteY1023" fmla="*/ 229851 h 443727"/>
              <a:gd name="connsiteX1024" fmla="*/ 967462 w 1972510"/>
              <a:gd name="connsiteY1024" fmla="*/ 240903 h 443727"/>
              <a:gd name="connsiteX1025" fmla="*/ 966777 w 1972510"/>
              <a:gd name="connsiteY1025" fmla="*/ 241055 h 443727"/>
              <a:gd name="connsiteX1026" fmla="*/ 970054 w 1972510"/>
              <a:gd name="connsiteY1026" fmla="*/ 245857 h 443727"/>
              <a:gd name="connsiteX1027" fmla="*/ 970054 w 1972510"/>
              <a:gd name="connsiteY1027" fmla="*/ 252107 h 443727"/>
              <a:gd name="connsiteX1028" fmla="*/ 965633 w 1972510"/>
              <a:gd name="connsiteY1028" fmla="*/ 257901 h 443727"/>
              <a:gd name="connsiteX1029" fmla="*/ 962203 w 1972510"/>
              <a:gd name="connsiteY1029" fmla="*/ 264913 h 443727"/>
              <a:gd name="connsiteX1030" fmla="*/ 958164 w 1972510"/>
              <a:gd name="connsiteY1030" fmla="*/ 269638 h 443727"/>
              <a:gd name="connsiteX1031" fmla="*/ 951151 w 1972510"/>
              <a:gd name="connsiteY1031" fmla="*/ 272458 h 443727"/>
              <a:gd name="connsiteX1032" fmla="*/ 945206 w 1972510"/>
              <a:gd name="connsiteY1032" fmla="*/ 272458 h 443727"/>
              <a:gd name="connsiteX1033" fmla="*/ 938956 w 1972510"/>
              <a:gd name="connsiteY1033" fmla="*/ 275431 h 443727"/>
              <a:gd name="connsiteX1034" fmla="*/ 934078 w 1972510"/>
              <a:gd name="connsiteY1034" fmla="*/ 270248 h 443727"/>
              <a:gd name="connsiteX1035" fmla="*/ 934078 w 1972510"/>
              <a:gd name="connsiteY1035" fmla="*/ 263389 h 443727"/>
              <a:gd name="connsiteX1036" fmla="*/ 929047 w 1972510"/>
              <a:gd name="connsiteY1036" fmla="*/ 254165 h 443727"/>
              <a:gd name="connsiteX1037" fmla="*/ 925007 w 1972510"/>
              <a:gd name="connsiteY1037" fmla="*/ 246162 h 443727"/>
              <a:gd name="connsiteX1038" fmla="*/ 922644 w 1972510"/>
              <a:gd name="connsiteY1038" fmla="*/ 237245 h 443727"/>
              <a:gd name="connsiteX1039" fmla="*/ 923102 w 1972510"/>
              <a:gd name="connsiteY1039" fmla="*/ 231757 h 443727"/>
              <a:gd name="connsiteX1040" fmla="*/ 925159 w 1972510"/>
              <a:gd name="connsiteY1040" fmla="*/ 223677 h 443727"/>
              <a:gd name="connsiteX1041" fmla="*/ 35724 w 1972510"/>
              <a:gd name="connsiteY1041" fmla="*/ 215917 h 443727"/>
              <a:gd name="connsiteX1042" fmla="*/ 40469 w 1972510"/>
              <a:gd name="connsiteY1042" fmla="*/ 215917 h 443727"/>
              <a:gd name="connsiteX1043" fmla="*/ 40469 w 1972510"/>
              <a:gd name="connsiteY1043" fmla="*/ 220509 h 443727"/>
              <a:gd name="connsiteX1044" fmla="*/ 39878 w 1972510"/>
              <a:gd name="connsiteY1044" fmla="*/ 222935 h 443727"/>
              <a:gd name="connsiteX1045" fmla="*/ 38217 w 1972510"/>
              <a:gd name="connsiteY1045" fmla="*/ 223722 h 443727"/>
              <a:gd name="connsiteX1046" fmla="*/ 36315 w 1972510"/>
              <a:gd name="connsiteY1046" fmla="*/ 223001 h 443727"/>
              <a:gd name="connsiteX1047" fmla="*/ 35724 w 1972510"/>
              <a:gd name="connsiteY1047" fmla="*/ 220662 h 443727"/>
              <a:gd name="connsiteX1048" fmla="*/ 26345 w 1972510"/>
              <a:gd name="connsiteY1048" fmla="*/ 215633 h 443727"/>
              <a:gd name="connsiteX1049" fmla="*/ 32095 w 1972510"/>
              <a:gd name="connsiteY1049" fmla="*/ 215743 h 443727"/>
              <a:gd name="connsiteX1050" fmla="*/ 32095 w 1972510"/>
              <a:gd name="connsiteY1050" fmla="*/ 220684 h 443727"/>
              <a:gd name="connsiteX1051" fmla="*/ 31395 w 1972510"/>
              <a:gd name="connsiteY1051" fmla="*/ 223176 h 443727"/>
              <a:gd name="connsiteX1052" fmla="*/ 29362 w 1972510"/>
              <a:gd name="connsiteY1052" fmla="*/ 223963 h 443727"/>
              <a:gd name="connsiteX1053" fmla="*/ 27066 w 1972510"/>
              <a:gd name="connsiteY1053" fmla="*/ 223110 h 443727"/>
              <a:gd name="connsiteX1054" fmla="*/ 26345 w 1972510"/>
              <a:gd name="connsiteY1054" fmla="*/ 220662 h 443727"/>
              <a:gd name="connsiteX1055" fmla="*/ 22738 w 1972510"/>
              <a:gd name="connsiteY1055" fmla="*/ 211589 h 443727"/>
              <a:gd name="connsiteX1056" fmla="*/ 22738 w 1972510"/>
              <a:gd name="connsiteY1056" fmla="*/ 213578 h 443727"/>
              <a:gd name="connsiteX1057" fmla="*/ 22716 w 1972510"/>
              <a:gd name="connsiteY1057" fmla="*/ 220596 h 443727"/>
              <a:gd name="connsiteX1058" fmla="*/ 24334 w 1972510"/>
              <a:gd name="connsiteY1058" fmla="*/ 226149 h 443727"/>
              <a:gd name="connsiteX1059" fmla="*/ 29340 w 1972510"/>
              <a:gd name="connsiteY1059" fmla="*/ 228117 h 443727"/>
              <a:gd name="connsiteX1060" fmla="*/ 33516 w 1972510"/>
              <a:gd name="connsiteY1060" fmla="*/ 226280 h 443727"/>
              <a:gd name="connsiteX1061" fmla="*/ 34237 w 1972510"/>
              <a:gd name="connsiteY1061" fmla="*/ 225056 h 443727"/>
              <a:gd name="connsiteX1062" fmla="*/ 38610 w 1972510"/>
              <a:gd name="connsiteY1062" fmla="*/ 227614 h 443727"/>
              <a:gd name="connsiteX1063" fmla="*/ 42655 w 1972510"/>
              <a:gd name="connsiteY1063" fmla="*/ 226062 h 443727"/>
              <a:gd name="connsiteX1064" fmla="*/ 44163 w 1972510"/>
              <a:gd name="connsiteY1064" fmla="*/ 221580 h 443727"/>
              <a:gd name="connsiteX1065" fmla="*/ 44316 w 1972510"/>
              <a:gd name="connsiteY1065" fmla="*/ 213950 h 443727"/>
              <a:gd name="connsiteX1066" fmla="*/ 44316 w 1972510"/>
              <a:gd name="connsiteY1066" fmla="*/ 211982 h 443727"/>
              <a:gd name="connsiteX1067" fmla="*/ 399412 w 1972510"/>
              <a:gd name="connsiteY1067" fmla="*/ 207741 h 443727"/>
              <a:gd name="connsiteX1068" fmla="*/ 399412 w 1972510"/>
              <a:gd name="connsiteY1068" fmla="*/ 210102 h 443727"/>
              <a:gd name="connsiteX1069" fmla="*/ 399412 w 1972510"/>
              <a:gd name="connsiteY1069" fmla="*/ 212441 h 443727"/>
              <a:gd name="connsiteX1070" fmla="*/ 408878 w 1972510"/>
              <a:gd name="connsiteY1070" fmla="*/ 215983 h 443727"/>
              <a:gd name="connsiteX1071" fmla="*/ 399674 w 1972510"/>
              <a:gd name="connsiteY1071" fmla="*/ 220355 h 443727"/>
              <a:gd name="connsiteX1072" fmla="*/ 399674 w 1972510"/>
              <a:gd name="connsiteY1072" fmla="*/ 222826 h 443727"/>
              <a:gd name="connsiteX1073" fmla="*/ 399674 w 1972510"/>
              <a:gd name="connsiteY1073" fmla="*/ 225296 h 443727"/>
              <a:gd name="connsiteX1074" fmla="*/ 412792 w 1972510"/>
              <a:gd name="connsiteY1074" fmla="*/ 217885 h 443727"/>
              <a:gd name="connsiteX1075" fmla="*/ 420903 w 1972510"/>
              <a:gd name="connsiteY1075" fmla="*/ 217601 h 443727"/>
              <a:gd name="connsiteX1076" fmla="*/ 420903 w 1972510"/>
              <a:gd name="connsiteY1076" fmla="*/ 215524 h 443727"/>
              <a:gd name="connsiteX1077" fmla="*/ 420903 w 1972510"/>
              <a:gd name="connsiteY1077" fmla="*/ 213469 h 443727"/>
              <a:gd name="connsiteX1078" fmla="*/ 412704 w 1972510"/>
              <a:gd name="connsiteY1078" fmla="*/ 213753 h 443727"/>
              <a:gd name="connsiteX1079" fmla="*/ 323090 w 1972510"/>
              <a:gd name="connsiteY1079" fmla="*/ 189835 h 443727"/>
              <a:gd name="connsiteX1080" fmla="*/ 310169 w 1972510"/>
              <a:gd name="connsiteY1080" fmla="*/ 204024 h 443727"/>
              <a:gd name="connsiteX1081" fmla="*/ 291126 w 1972510"/>
              <a:gd name="connsiteY1081" fmla="*/ 216355 h 443727"/>
              <a:gd name="connsiteX1082" fmla="*/ 253588 w 1972510"/>
              <a:gd name="connsiteY1082" fmla="*/ 227396 h 443727"/>
              <a:gd name="connsiteX1083" fmla="*/ 237387 w 1972510"/>
              <a:gd name="connsiteY1083" fmla="*/ 228423 h 443727"/>
              <a:gd name="connsiteX1084" fmla="*/ 234042 w 1972510"/>
              <a:gd name="connsiteY1084" fmla="*/ 228423 h 443727"/>
              <a:gd name="connsiteX1085" fmla="*/ 239464 w 1972510"/>
              <a:gd name="connsiteY1085" fmla="*/ 251445 h 443727"/>
              <a:gd name="connsiteX1086" fmla="*/ 221974 w 1972510"/>
              <a:gd name="connsiteY1086" fmla="*/ 253631 h 443727"/>
              <a:gd name="connsiteX1087" fmla="*/ 221755 w 1972510"/>
              <a:gd name="connsiteY1087" fmla="*/ 253631 h 443727"/>
              <a:gd name="connsiteX1088" fmla="*/ 221515 w 1972510"/>
              <a:gd name="connsiteY1088" fmla="*/ 253631 h 443727"/>
              <a:gd name="connsiteX1089" fmla="*/ 204025 w 1972510"/>
              <a:gd name="connsiteY1089" fmla="*/ 251445 h 443727"/>
              <a:gd name="connsiteX1090" fmla="*/ 209469 w 1972510"/>
              <a:gd name="connsiteY1090" fmla="*/ 228467 h 443727"/>
              <a:gd name="connsiteX1091" fmla="*/ 206124 w 1972510"/>
              <a:gd name="connsiteY1091" fmla="*/ 228467 h 443727"/>
              <a:gd name="connsiteX1092" fmla="*/ 189923 w 1972510"/>
              <a:gd name="connsiteY1092" fmla="*/ 227439 h 443727"/>
              <a:gd name="connsiteX1093" fmla="*/ 152385 w 1972510"/>
              <a:gd name="connsiteY1093" fmla="*/ 216399 h 443727"/>
              <a:gd name="connsiteX1094" fmla="*/ 133299 w 1972510"/>
              <a:gd name="connsiteY1094" fmla="*/ 204046 h 443727"/>
              <a:gd name="connsiteX1095" fmla="*/ 120421 w 1972510"/>
              <a:gd name="connsiteY1095" fmla="*/ 189879 h 443727"/>
              <a:gd name="connsiteX1096" fmla="*/ 133933 w 1972510"/>
              <a:gd name="connsiteY1096" fmla="*/ 191409 h 443727"/>
              <a:gd name="connsiteX1097" fmla="*/ 139180 w 1972510"/>
              <a:gd name="connsiteY1097" fmla="*/ 191650 h 443727"/>
              <a:gd name="connsiteX1098" fmla="*/ 163841 w 1972510"/>
              <a:gd name="connsiteY1098" fmla="*/ 192940 h 443727"/>
              <a:gd name="connsiteX1099" fmla="*/ 166596 w 1972510"/>
              <a:gd name="connsiteY1099" fmla="*/ 194405 h 443727"/>
              <a:gd name="connsiteX1100" fmla="*/ 194449 w 1972510"/>
              <a:gd name="connsiteY1100" fmla="*/ 203303 h 443727"/>
              <a:gd name="connsiteX1101" fmla="*/ 199434 w 1972510"/>
              <a:gd name="connsiteY1101" fmla="*/ 203631 h 443727"/>
              <a:gd name="connsiteX1102" fmla="*/ 205555 w 1972510"/>
              <a:gd name="connsiteY1102" fmla="*/ 203303 h 443727"/>
              <a:gd name="connsiteX1103" fmla="*/ 200745 w 1972510"/>
              <a:gd name="connsiteY1103" fmla="*/ 223307 h 443727"/>
              <a:gd name="connsiteX1104" fmla="*/ 221865 w 1972510"/>
              <a:gd name="connsiteY1104" fmla="*/ 224641 h 443727"/>
              <a:gd name="connsiteX1105" fmla="*/ 242962 w 1972510"/>
              <a:gd name="connsiteY1105" fmla="*/ 223307 h 443727"/>
              <a:gd name="connsiteX1106" fmla="*/ 238174 w 1972510"/>
              <a:gd name="connsiteY1106" fmla="*/ 203303 h 443727"/>
              <a:gd name="connsiteX1107" fmla="*/ 244274 w 1972510"/>
              <a:gd name="connsiteY1107" fmla="*/ 203631 h 443727"/>
              <a:gd name="connsiteX1108" fmla="*/ 249259 w 1972510"/>
              <a:gd name="connsiteY1108" fmla="*/ 203303 h 443727"/>
              <a:gd name="connsiteX1109" fmla="*/ 277134 w 1972510"/>
              <a:gd name="connsiteY1109" fmla="*/ 194405 h 443727"/>
              <a:gd name="connsiteX1110" fmla="*/ 279889 w 1972510"/>
              <a:gd name="connsiteY1110" fmla="*/ 192940 h 443727"/>
              <a:gd name="connsiteX1111" fmla="*/ 304550 w 1972510"/>
              <a:gd name="connsiteY1111" fmla="*/ 191650 h 443727"/>
              <a:gd name="connsiteX1112" fmla="*/ 309775 w 1972510"/>
              <a:gd name="connsiteY1112" fmla="*/ 191409 h 443727"/>
              <a:gd name="connsiteX1113" fmla="*/ 309557 w 1972510"/>
              <a:gd name="connsiteY1113" fmla="*/ 191366 h 443727"/>
              <a:gd name="connsiteX1114" fmla="*/ 323090 w 1972510"/>
              <a:gd name="connsiteY1114" fmla="*/ 189835 h 443727"/>
              <a:gd name="connsiteX1115" fmla="*/ 903284 w 1972510"/>
              <a:gd name="connsiteY1115" fmla="*/ 179470 h 443727"/>
              <a:gd name="connsiteX1116" fmla="*/ 897644 w 1972510"/>
              <a:gd name="connsiteY1116" fmla="*/ 180231 h 443727"/>
              <a:gd name="connsiteX1117" fmla="*/ 891852 w 1972510"/>
              <a:gd name="connsiteY1117" fmla="*/ 182137 h 443727"/>
              <a:gd name="connsiteX1118" fmla="*/ 887507 w 1972510"/>
              <a:gd name="connsiteY1118" fmla="*/ 184881 h 443727"/>
              <a:gd name="connsiteX1119" fmla="*/ 876226 w 1972510"/>
              <a:gd name="connsiteY1119" fmla="*/ 189759 h 443727"/>
              <a:gd name="connsiteX1120" fmla="*/ 872796 w 1972510"/>
              <a:gd name="connsiteY1120" fmla="*/ 195552 h 443727"/>
              <a:gd name="connsiteX1121" fmla="*/ 877674 w 1972510"/>
              <a:gd name="connsiteY1121" fmla="*/ 200430 h 443727"/>
              <a:gd name="connsiteX1122" fmla="*/ 886287 w 1972510"/>
              <a:gd name="connsiteY1122" fmla="*/ 197762 h 443727"/>
              <a:gd name="connsiteX1123" fmla="*/ 894367 w 1972510"/>
              <a:gd name="connsiteY1123" fmla="*/ 191512 h 443727"/>
              <a:gd name="connsiteX1124" fmla="*/ 901074 w 1972510"/>
              <a:gd name="connsiteY1124" fmla="*/ 185567 h 443727"/>
              <a:gd name="connsiteX1125" fmla="*/ 903284 w 1972510"/>
              <a:gd name="connsiteY1125" fmla="*/ 179470 h 443727"/>
              <a:gd name="connsiteX1126" fmla="*/ 1171047 w 1972510"/>
              <a:gd name="connsiteY1126" fmla="*/ 167199 h 443727"/>
              <a:gd name="connsiteX1127" fmla="*/ 1162129 w 1972510"/>
              <a:gd name="connsiteY1127" fmla="*/ 168723 h 443727"/>
              <a:gd name="connsiteX1128" fmla="*/ 1159995 w 1972510"/>
              <a:gd name="connsiteY1128" fmla="*/ 173448 h 443727"/>
              <a:gd name="connsiteX1129" fmla="*/ 1160681 w 1972510"/>
              <a:gd name="connsiteY1129" fmla="*/ 177870 h 443727"/>
              <a:gd name="connsiteX1130" fmla="*/ 1168303 w 1972510"/>
              <a:gd name="connsiteY1130" fmla="*/ 178707 h 443727"/>
              <a:gd name="connsiteX1131" fmla="*/ 1168379 w 1972510"/>
              <a:gd name="connsiteY1131" fmla="*/ 178707 h 443727"/>
              <a:gd name="connsiteX1132" fmla="*/ 1173486 w 1972510"/>
              <a:gd name="connsiteY1132" fmla="*/ 169866 h 443727"/>
              <a:gd name="connsiteX1133" fmla="*/ 1173504 w 1972510"/>
              <a:gd name="connsiteY1133" fmla="*/ 169463 h 443727"/>
              <a:gd name="connsiteX1134" fmla="*/ 1171047 w 1972510"/>
              <a:gd name="connsiteY1134" fmla="*/ 167199 h 443727"/>
              <a:gd name="connsiteX1135" fmla="*/ 1197724 w 1972510"/>
              <a:gd name="connsiteY1135" fmla="*/ 159271 h 443727"/>
              <a:gd name="connsiteX1136" fmla="*/ 1190789 w 1972510"/>
              <a:gd name="connsiteY1136" fmla="*/ 161558 h 443727"/>
              <a:gd name="connsiteX1137" fmla="*/ 1189949 w 1972510"/>
              <a:gd name="connsiteY1137" fmla="*/ 168494 h 443727"/>
              <a:gd name="connsiteX1138" fmla="*/ 1194217 w 1972510"/>
              <a:gd name="connsiteY1138" fmla="*/ 172381 h 443727"/>
              <a:gd name="connsiteX1139" fmla="*/ 1201840 w 1972510"/>
              <a:gd name="connsiteY1139" fmla="*/ 166665 h 443727"/>
              <a:gd name="connsiteX1140" fmla="*/ 1202145 w 1972510"/>
              <a:gd name="connsiteY1140" fmla="*/ 166665 h 443727"/>
              <a:gd name="connsiteX1141" fmla="*/ 1202145 w 1972510"/>
              <a:gd name="connsiteY1141" fmla="*/ 160872 h 443727"/>
              <a:gd name="connsiteX1142" fmla="*/ 1197724 w 1972510"/>
              <a:gd name="connsiteY1142" fmla="*/ 159271 h 443727"/>
              <a:gd name="connsiteX1143" fmla="*/ 918986 w 1972510"/>
              <a:gd name="connsiteY1143" fmla="*/ 150505 h 443727"/>
              <a:gd name="connsiteX1144" fmla="*/ 925541 w 1972510"/>
              <a:gd name="connsiteY1144" fmla="*/ 153021 h 443727"/>
              <a:gd name="connsiteX1145" fmla="*/ 933163 w 1972510"/>
              <a:gd name="connsiteY1145" fmla="*/ 153021 h 443727"/>
              <a:gd name="connsiteX1146" fmla="*/ 943910 w 1972510"/>
              <a:gd name="connsiteY1146" fmla="*/ 160033 h 443727"/>
              <a:gd name="connsiteX1147" fmla="*/ 946883 w 1972510"/>
              <a:gd name="connsiteY1147" fmla="*/ 168951 h 443727"/>
              <a:gd name="connsiteX1148" fmla="*/ 946883 w 1972510"/>
              <a:gd name="connsiteY1148" fmla="*/ 175887 h 443727"/>
              <a:gd name="connsiteX1149" fmla="*/ 937812 w 1972510"/>
              <a:gd name="connsiteY1149" fmla="*/ 185110 h 443727"/>
              <a:gd name="connsiteX1150" fmla="*/ 937507 w 1972510"/>
              <a:gd name="connsiteY1150" fmla="*/ 185110 h 443727"/>
              <a:gd name="connsiteX1151" fmla="*/ 933163 w 1972510"/>
              <a:gd name="connsiteY1151" fmla="*/ 192732 h 443727"/>
              <a:gd name="connsiteX1152" fmla="*/ 918909 w 1972510"/>
              <a:gd name="connsiteY1152" fmla="*/ 217580 h 443727"/>
              <a:gd name="connsiteX1153" fmla="*/ 912659 w 1972510"/>
              <a:gd name="connsiteY1153" fmla="*/ 225583 h 443727"/>
              <a:gd name="connsiteX1154" fmla="*/ 908010 w 1972510"/>
              <a:gd name="connsiteY1154" fmla="*/ 226192 h 443727"/>
              <a:gd name="connsiteX1155" fmla="*/ 903589 w 1972510"/>
              <a:gd name="connsiteY1155" fmla="*/ 231147 h 443727"/>
              <a:gd name="connsiteX1156" fmla="*/ 905038 w 1972510"/>
              <a:gd name="connsiteY1156" fmla="*/ 240217 h 443727"/>
              <a:gd name="connsiteX1157" fmla="*/ 905038 w 1972510"/>
              <a:gd name="connsiteY1157" fmla="*/ 280537 h 443727"/>
              <a:gd name="connsiteX1158" fmla="*/ 897416 w 1972510"/>
              <a:gd name="connsiteY1158" fmla="*/ 291971 h 443727"/>
              <a:gd name="connsiteX1159" fmla="*/ 889260 w 1972510"/>
              <a:gd name="connsiteY1159" fmla="*/ 300126 h 443727"/>
              <a:gd name="connsiteX1160" fmla="*/ 881638 w 1972510"/>
              <a:gd name="connsiteY1160" fmla="*/ 304013 h 443727"/>
              <a:gd name="connsiteX1161" fmla="*/ 878208 w 1972510"/>
              <a:gd name="connsiteY1161" fmla="*/ 301650 h 443727"/>
              <a:gd name="connsiteX1162" fmla="*/ 872872 w 1972510"/>
              <a:gd name="connsiteY1162" fmla="*/ 299288 h 443727"/>
              <a:gd name="connsiteX1163" fmla="*/ 868680 w 1972510"/>
              <a:gd name="connsiteY1163" fmla="*/ 296010 h 443727"/>
              <a:gd name="connsiteX1164" fmla="*/ 861668 w 1972510"/>
              <a:gd name="connsiteY1164" fmla="*/ 292580 h 443727"/>
              <a:gd name="connsiteX1165" fmla="*/ 857857 w 1972510"/>
              <a:gd name="connsiteY1165" fmla="*/ 285415 h 443727"/>
              <a:gd name="connsiteX1166" fmla="*/ 847110 w 1972510"/>
              <a:gd name="connsiteY1166" fmla="*/ 274440 h 443727"/>
              <a:gd name="connsiteX1167" fmla="*/ 853970 w 1972510"/>
              <a:gd name="connsiteY1167" fmla="*/ 271620 h 443727"/>
              <a:gd name="connsiteX1168" fmla="*/ 864107 w 1972510"/>
              <a:gd name="connsiteY1168" fmla="*/ 275125 h 443727"/>
              <a:gd name="connsiteX1169" fmla="*/ 872262 w 1972510"/>
              <a:gd name="connsiteY1169" fmla="*/ 265598 h 443727"/>
              <a:gd name="connsiteX1170" fmla="*/ 872262 w 1972510"/>
              <a:gd name="connsiteY1170" fmla="*/ 258967 h 443727"/>
              <a:gd name="connsiteX1171" fmla="*/ 872262 w 1972510"/>
              <a:gd name="connsiteY1171" fmla="*/ 249897 h 443727"/>
              <a:gd name="connsiteX1172" fmla="*/ 873711 w 1972510"/>
              <a:gd name="connsiteY1172" fmla="*/ 237778 h 443727"/>
              <a:gd name="connsiteX1173" fmla="*/ 871501 w 1972510"/>
              <a:gd name="connsiteY1173" fmla="*/ 233662 h 443727"/>
              <a:gd name="connsiteX1174" fmla="*/ 864945 w 1972510"/>
              <a:gd name="connsiteY1174" fmla="*/ 231832 h 443727"/>
              <a:gd name="connsiteX1175" fmla="*/ 859762 w 1972510"/>
              <a:gd name="connsiteY1175" fmla="*/ 232747 h 443727"/>
              <a:gd name="connsiteX1176" fmla="*/ 851454 w 1972510"/>
              <a:gd name="connsiteY1176" fmla="*/ 231985 h 443727"/>
              <a:gd name="connsiteX1177" fmla="*/ 848482 w 1972510"/>
              <a:gd name="connsiteY1177" fmla="*/ 229317 h 443727"/>
              <a:gd name="connsiteX1178" fmla="*/ 846804 w 1972510"/>
              <a:gd name="connsiteY1178" fmla="*/ 223220 h 443727"/>
              <a:gd name="connsiteX1179" fmla="*/ 845357 w 1972510"/>
              <a:gd name="connsiteY1179" fmla="*/ 219942 h 443727"/>
              <a:gd name="connsiteX1180" fmla="*/ 844594 w 1972510"/>
              <a:gd name="connsiteY1180" fmla="*/ 213539 h 443727"/>
              <a:gd name="connsiteX1181" fmla="*/ 842536 w 1972510"/>
              <a:gd name="connsiteY1181" fmla="*/ 204165 h 443727"/>
              <a:gd name="connsiteX1182" fmla="*/ 840555 w 1972510"/>
              <a:gd name="connsiteY1182" fmla="*/ 192122 h 443727"/>
              <a:gd name="connsiteX1183" fmla="*/ 839945 w 1972510"/>
              <a:gd name="connsiteY1183" fmla="*/ 179927 h 443727"/>
              <a:gd name="connsiteX1184" fmla="*/ 847567 w 1972510"/>
              <a:gd name="connsiteY1184" fmla="*/ 166131 h 443727"/>
              <a:gd name="connsiteX1185" fmla="*/ 854579 w 1972510"/>
              <a:gd name="connsiteY1185" fmla="*/ 163006 h 443727"/>
              <a:gd name="connsiteX1186" fmla="*/ 860829 w 1972510"/>
              <a:gd name="connsiteY1186" fmla="*/ 166283 h 443727"/>
              <a:gd name="connsiteX1187" fmla="*/ 863802 w 1972510"/>
              <a:gd name="connsiteY1187" fmla="*/ 170246 h 443727"/>
              <a:gd name="connsiteX1188" fmla="*/ 876760 w 1972510"/>
              <a:gd name="connsiteY1188" fmla="*/ 166436 h 443727"/>
              <a:gd name="connsiteX1189" fmla="*/ 886363 w 1972510"/>
              <a:gd name="connsiteY1189" fmla="*/ 163844 h 443727"/>
              <a:gd name="connsiteX1190" fmla="*/ 893375 w 1972510"/>
              <a:gd name="connsiteY1190" fmla="*/ 161329 h 443727"/>
              <a:gd name="connsiteX1191" fmla="*/ 898863 w 1972510"/>
              <a:gd name="connsiteY1191" fmla="*/ 159728 h 443727"/>
              <a:gd name="connsiteX1192" fmla="*/ 906485 w 1972510"/>
              <a:gd name="connsiteY1192" fmla="*/ 156756 h 443727"/>
              <a:gd name="connsiteX1193" fmla="*/ 910830 w 1972510"/>
              <a:gd name="connsiteY1193" fmla="*/ 153936 h 443727"/>
              <a:gd name="connsiteX1194" fmla="*/ 914641 w 1972510"/>
              <a:gd name="connsiteY1194" fmla="*/ 151954 h 443727"/>
              <a:gd name="connsiteX1195" fmla="*/ 918986 w 1972510"/>
              <a:gd name="connsiteY1195" fmla="*/ 150505 h 443727"/>
              <a:gd name="connsiteX1196" fmla="*/ 1168760 w 1972510"/>
              <a:gd name="connsiteY1196" fmla="*/ 138006 h 443727"/>
              <a:gd name="connsiteX1197" fmla="*/ 1161138 w 1972510"/>
              <a:gd name="connsiteY1197" fmla="*/ 143265 h 443727"/>
              <a:gd name="connsiteX1198" fmla="*/ 1161977 w 1972510"/>
              <a:gd name="connsiteY1198" fmla="*/ 150887 h 443727"/>
              <a:gd name="connsiteX1199" fmla="*/ 1165254 w 1972510"/>
              <a:gd name="connsiteY1199" fmla="*/ 152869 h 443727"/>
              <a:gd name="connsiteX1200" fmla="*/ 1173943 w 1972510"/>
              <a:gd name="connsiteY1200" fmla="*/ 144637 h 443727"/>
              <a:gd name="connsiteX1201" fmla="*/ 1174324 w 1972510"/>
              <a:gd name="connsiteY1201" fmla="*/ 144408 h 443727"/>
              <a:gd name="connsiteX1202" fmla="*/ 1168760 w 1972510"/>
              <a:gd name="connsiteY1202" fmla="*/ 138006 h 443727"/>
              <a:gd name="connsiteX1203" fmla="*/ 1209919 w 1972510"/>
              <a:gd name="connsiteY1203" fmla="*/ 126801 h 443727"/>
              <a:gd name="connsiteX1204" fmla="*/ 1192465 w 1972510"/>
              <a:gd name="connsiteY1204" fmla="*/ 133661 h 443727"/>
              <a:gd name="connsiteX1205" fmla="*/ 1194980 w 1972510"/>
              <a:gd name="connsiteY1205" fmla="*/ 141893 h 443727"/>
              <a:gd name="connsiteX1206" fmla="*/ 1204355 w 1972510"/>
              <a:gd name="connsiteY1206" fmla="*/ 142426 h 443727"/>
              <a:gd name="connsiteX1207" fmla="*/ 1210605 w 1972510"/>
              <a:gd name="connsiteY1207" fmla="*/ 133509 h 443727"/>
              <a:gd name="connsiteX1208" fmla="*/ 1209919 w 1972510"/>
              <a:gd name="connsiteY1208" fmla="*/ 126801 h 443727"/>
              <a:gd name="connsiteX1209" fmla="*/ 1459008 w 1972510"/>
              <a:gd name="connsiteY1209" fmla="*/ 125048 h 443727"/>
              <a:gd name="connsiteX1210" fmla="*/ 1464115 w 1972510"/>
              <a:gd name="connsiteY1210" fmla="*/ 128021 h 443727"/>
              <a:gd name="connsiteX1211" fmla="*/ 1471737 w 1972510"/>
              <a:gd name="connsiteY1211" fmla="*/ 135109 h 443727"/>
              <a:gd name="connsiteX1212" fmla="*/ 1474023 w 1972510"/>
              <a:gd name="connsiteY1212" fmla="*/ 142122 h 443727"/>
              <a:gd name="connsiteX1213" fmla="*/ 1476996 w 1972510"/>
              <a:gd name="connsiteY1213" fmla="*/ 146771 h 443727"/>
              <a:gd name="connsiteX1214" fmla="*/ 1465182 w 1972510"/>
              <a:gd name="connsiteY1214" fmla="*/ 157747 h 443727"/>
              <a:gd name="connsiteX1215" fmla="*/ 1455883 w 1972510"/>
              <a:gd name="connsiteY1215" fmla="*/ 165369 h 443727"/>
              <a:gd name="connsiteX1216" fmla="*/ 1448718 w 1972510"/>
              <a:gd name="connsiteY1216" fmla="*/ 170171 h 443727"/>
              <a:gd name="connsiteX1217" fmla="*/ 1434465 w 1972510"/>
              <a:gd name="connsiteY1217" fmla="*/ 180156 h 443727"/>
              <a:gd name="connsiteX1218" fmla="*/ 1437895 w 1972510"/>
              <a:gd name="connsiteY1218" fmla="*/ 192046 h 443727"/>
              <a:gd name="connsiteX1219" fmla="*/ 1435532 w 1972510"/>
              <a:gd name="connsiteY1219" fmla="*/ 197534 h 443727"/>
              <a:gd name="connsiteX1220" fmla="*/ 1433627 w 1972510"/>
              <a:gd name="connsiteY1220" fmla="*/ 202564 h 443727"/>
              <a:gd name="connsiteX1221" fmla="*/ 1432178 w 1972510"/>
              <a:gd name="connsiteY1221" fmla="*/ 207900 h 443727"/>
              <a:gd name="connsiteX1222" fmla="*/ 1431188 w 1972510"/>
              <a:gd name="connsiteY1222" fmla="*/ 213540 h 443727"/>
              <a:gd name="connsiteX1223" fmla="*/ 1431949 w 1972510"/>
              <a:gd name="connsiteY1223" fmla="*/ 228174 h 443727"/>
              <a:gd name="connsiteX1224" fmla="*/ 1458322 w 1972510"/>
              <a:gd name="connsiteY1224" fmla="*/ 227565 h 443727"/>
              <a:gd name="connsiteX1225" fmla="*/ 1465182 w 1972510"/>
              <a:gd name="connsiteY1225" fmla="*/ 224897 h 443727"/>
              <a:gd name="connsiteX1226" fmla="*/ 1471737 w 1972510"/>
              <a:gd name="connsiteY1226" fmla="*/ 224211 h 443727"/>
              <a:gd name="connsiteX1227" fmla="*/ 1478902 w 1972510"/>
              <a:gd name="connsiteY1227" fmla="*/ 226117 h 443727"/>
              <a:gd name="connsiteX1228" fmla="*/ 1485914 w 1972510"/>
              <a:gd name="connsiteY1228" fmla="*/ 230004 h 443727"/>
              <a:gd name="connsiteX1229" fmla="*/ 1495060 w 1972510"/>
              <a:gd name="connsiteY1229" fmla="*/ 237626 h 443727"/>
              <a:gd name="connsiteX1230" fmla="*/ 1495899 w 1972510"/>
              <a:gd name="connsiteY1230" fmla="*/ 243876 h 443727"/>
              <a:gd name="connsiteX1231" fmla="*/ 1494602 w 1972510"/>
              <a:gd name="connsiteY1231" fmla="*/ 244028 h 443727"/>
              <a:gd name="connsiteX1232" fmla="*/ 1495517 w 1972510"/>
              <a:gd name="connsiteY1232" fmla="*/ 246315 h 443727"/>
              <a:gd name="connsiteX1233" fmla="*/ 1496128 w 1972510"/>
              <a:gd name="connsiteY1233" fmla="*/ 249669 h 443727"/>
              <a:gd name="connsiteX1234" fmla="*/ 1493841 w 1972510"/>
              <a:gd name="connsiteY1234" fmla="*/ 255081 h 443727"/>
              <a:gd name="connsiteX1235" fmla="*/ 1489267 w 1972510"/>
              <a:gd name="connsiteY1235" fmla="*/ 259730 h 443727"/>
              <a:gd name="connsiteX1236" fmla="*/ 1480350 w 1972510"/>
              <a:gd name="connsiteY1236" fmla="*/ 260264 h 443727"/>
              <a:gd name="connsiteX1237" fmla="*/ 1470670 w 1972510"/>
              <a:gd name="connsiteY1237" fmla="*/ 258586 h 443727"/>
              <a:gd name="connsiteX1238" fmla="*/ 1460761 w 1972510"/>
              <a:gd name="connsiteY1238" fmla="*/ 259425 h 443727"/>
              <a:gd name="connsiteX1239" fmla="*/ 1444374 w 1972510"/>
              <a:gd name="connsiteY1239" fmla="*/ 258053 h 443727"/>
              <a:gd name="connsiteX1240" fmla="*/ 1429129 w 1972510"/>
              <a:gd name="connsiteY1240" fmla="*/ 258053 h 443727"/>
              <a:gd name="connsiteX1241" fmla="*/ 1413885 w 1972510"/>
              <a:gd name="connsiteY1241" fmla="*/ 259272 h 443727"/>
              <a:gd name="connsiteX1242" fmla="*/ 1399327 w 1972510"/>
              <a:gd name="connsiteY1242" fmla="*/ 261330 h 443727"/>
              <a:gd name="connsiteX1243" fmla="*/ 1382787 w 1972510"/>
              <a:gd name="connsiteY1243" fmla="*/ 260949 h 443727"/>
              <a:gd name="connsiteX1244" fmla="*/ 1353442 w 1972510"/>
              <a:gd name="connsiteY1244" fmla="*/ 266971 h 443727"/>
              <a:gd name="connsiteX1245" fmla="*/ 1317466 w 1972510"/>
              <a:gd name="connsiteY1245" fmla="*/ 280691 h 443727"/>
              <a:gd name="connsiteX1246" fmla="*/ 1303747 w 1972510"/>
              <a:gd name="connsiteY1246" fmla="*/ 267733 h 443727"/>
              <a:gd name="connsiteX1247" fmla="*/ 1303747 w 1972510"/>
              <a:gd name="connsiteY1247" fmla="*/ 260111 h 443727"/>
              <a:gd name="connsiteX1248" fmla="*/ 1302908 w 1972510"/>
              <a:gd name="connsiteY1248" fmla="*/ 250812 h 443727"/>
              <a:gd name="connsiteX1249" fmla="*/ 1318152 w 1972510"/>
              <a:gd name="connsiteY1249" fmla="*/ 242504 h 443727"/>
              <a:gd name="connsiteX1250" fmla="*/ 1326994 w 1972510"/>
              <a:gd name="connsiteY1250" fmla="*/ 243342 h 443727"/>
              <a:gd name="connsiteX1251" fmla="*/ 1345287 w 1972510"/>
              <a:gd name="connsiteY1251" fmla="*/ 236406 h 443727"/>
              <a:gd name="connsiteX1252" fmla="*/ 1352909 w 1972510"/>
              <a:gd name="connsiteY1252" fmla="*/ 234959 h 443727"/>
              <a:gd name="connsiteX1253" fmla="*/ 1372955 w 1972510"/>
              <a:gd name="connsiteY1253" fmla="*/ 226574 h 443727"/>
              <a:gd name="connsiteX1254" fmla="*/ 1388656 w 1972510"/>
              <a:gd name="connsiteY1254" fmla="*/ 199744 h 443727"/>
              <a:gd name="connsiteX1255" fmla="*/ 1390257 w 1972510"/>
              <a:gd name="connsiteY1255" fmla="*/ 190751 h 443727"/>
              <a:gd name="connsiteX1256" fmla="*/ 1388656 w 1972510"/>
              <a:gd name="connsiteY1256" fmla="*/ 183662 h 443727"/>
              <a:gd name="connsiteX1257" fmla="*/ 1381034 w 1972510"/>
              <a:gd name="connsiteY1257" fmla="*/ 184881 h 443727"/>
              <a:gd name="connsiteX1258" fmla="*/ 1371050 w 1972510"/>
              <a:gd name="connsiteY1258" fmla="*/ 185568 h 443727"/>
              <a:gd name="connsiteX1259" fmla="*/ 1368001 w 1972510"/>
              <a:gd name="connsiteY1259" fmla="*/ 176497 h 443727"/>
              <a:gd name="connsiteX1260" fmla="*/ 1362055 w 1972510"/>
              <a:gd name="connsiteY1260" fmla="*/ 165597 h 443727"/>
              <a:gd name="connsiteX1261" fmla="*/ 1360531 w 1972510"/>
              <a:gd name="connsiteY1261" fmla="*/ 156832 h 443727"/>
              <a:gd name="connsiteX1262" fmla="*/ 1359769 w 1972510"/>
              <a:gd name="connsiteY1262" fmla="*/ 148372 h 443727"/>
              <a:gd name="connsiteX1263" fmla="*/ 1367391 w 1972510"/>
              <a:gd name="connsiteY1263" fmla="*/ 142046 h 443727"/>
              <a:gd name="connsiteX1264" fmla="*/ 1380806 w 1972510"/>
              <a:gd name="connsiteY1264" fmla="*/ 145246 h 443727"/>
              <a:gd name="connsiteX1265" fmla="*/ 1412819 w 1972510"/>
              <a:gd name="connsiteY1265" fmla="*/ 139911 h 443727"/>
              <a:gd name="connsiteX1266" fmla="*/ 1418383 w 1972510"/>
              <a:gd name="connsiteY1266" fmla="*/ 138387 h 443727"/>
              <a:gd name="connsiteX1267" fmla="*/ 1422346 w 1972510"/>
              <a:gd name="connsiteY1267" fmla="*/ 136863 h 443727"/>
              <a:gd name="connsiteX1268" fmla="*/ 1446356 w 1972510"/>
              <a:gd name="connsiteY1268" fmla="*/ 126725 h 443727"/>
              <a:gd name="connsiteX1269" fmla="*/ 1453139 w 1972510"/>
              <a:gd name="connsiteY1269" fmla="*/ 125887 h 443727"/>
              <a:gd name="connsiteX1270" fmla="*/ 1459008 w 1972510"/>
              <a:gd name="connsiteY1270" fmla="*/ 125048 h 443727"/>
              <a:gd name="connsiteX1271" fmla="*/ 1121808 w 1972510"/>
              <a:gd name="connsiteY1271" fmla="*/ 116206 h 443727"/>
              <a:gd name="connsiteX1272" fmla="*/ 1128669 w 1972510"/>
              <a:gd name="connsiteY1272" fmla="*/ 125201 h 443727"/>
              <a:gd name="connsiteX1273" fmla="*/ 1127067 w 1972510"/>
              <a:gd name="connsiteY1273" fmla="*/ 134270 h 443727"/>
              <a:gd name="connsiteX1274" fmla="*/ 1123943 w 1972510"/>
              <a:gd name="connsiteY1274" fmla="*/ 144636 h 443727"/>
              <a:gd name="connsiteX1275" fmla="*/ 1118303 w 1972510"/>
              <a:gd name="connsiteY1275" fmla="*/ 152258 h 443727"/>
              <a:gd name="connsiteX1276" fmla="*/ 1108928 w 1972510"/>
              <a:gd name="connsiteY1276" fmla="*/ 162624 h 443727"/>
              <a:gd name="connsiteX1277" fmla="*/ 1107937 w 1972510"/>
              <a:gd name="connsiteY1277" fmla="*/ 174134 h 443727"/>
              <a:gd name="connsiteX1278" fmla="*/ 1108622 w 1972510"/>
              <a:gd name="connsiteY1278" fmla="*/ 181756 h 443727"/>
              <a:gd name="connsiteX1279" fmla="*/ 1114720 w 1972510"/>
              <a:gd name="connsiteY1279" fmla="*/ 181756 h 443727"/>
              <a:gd name="connsiteX1280" fmla="*/ 1116702 w 1972510"/>
              <a:gd name="connsiteY1280" fmla="*/ 187320 h 443727"/>
              <a:gd name="connsiteX1281" fmla="*/ 1120437 w 1972510"/>
              <a:gd name="connsiteY1281" fmla="*/ 196238 h 443727"/>
              <a:gd name="connsiteX1282" fmla="*/ 1119141 w 1972510"/>
              <a:gd name="connsiteY1282" fmla="*/ 199820 h 443727"/>
              <a:gd name="connsiteX1283" fmla="*/ 1101534 w 1972510"/>
              <a:gd name="connsiteY1283" fmla="*/ 216741 h 443727"/>
              <a:gd name="connsiteX1284" fmla="*/ 1102373 w 1972510"/>
              <a:gd name="connsiteY1284" fmla="*/ 223678 h 443727"/>
              <a:gd name="connsiteX1285" fmla="*/ 1109080 w 1972510"/>
              <a:gd name="connsiteY1285" fmla="*/ 223678 h 443727"/>
              <a:gd name="connsiteX1286" fmla="*/ 1108851 w 1972510"/>
              <a:gd name="connsiteY1286" fmla="*/ 224135 h 443727"/>
              <a:gd name="connsiteX1287" fmla="*/ 1114949 w 1972510"/>
              <a:gd name="connsiteY1287" fmla="*/ 228098 h 443727"/>
              <a:gd name="connsiteX1288" fmla="*/ 1116778 w 1972510"/>
              <a:gd name="connsiteY1288" fmla="*/ 234653 h 443727"/>
              <a:gd name="connsiteX1289" fmla="*/ 1099629 w 1972510"/>
              <a:gd name="connsiteY1289" fmla="*/ 255233 h 443727"/>
              <a:gd name="connsiteX1290" fmla="*/ 1071656 w 1972510"/>
              <a:gd name="connsiteY1290" fmla="*/ 269181 h 443727"/>
              <a:gd name="connsiteX1291" fmla="*/ 1058012 w 1972510"/>
              <a:gd name="connsiteY1291" fmla="*/ 281376 h 443727"/>
              <a:gd name="connsiteX1292" fmla="*/ 1052601 w 1972510"/>
              <a:gd name="connsiteY1292" fmla="*/ 281376 h 443727"/>
              <a:gd name="connsiteX1293" fmla="*/ 1044979 w 1972510"/>
              <a:gd name="connsiteY1293" fmla="*/ 279242 h 443727"/>
              <a:gd name="connsiteX1294" fmla="*/ 1041701 w 1972510"/>
              <a:gd name="connsiteY1294" fmla="*/ 272535 h 443727"/>
              <a:gd name="connsiteX1295" fmla="*/ 1036975 w 1972510"/>
              <a:gd name="connsiteY1295" fmla="*/ 265751 h 443727"/>
              <a:gd name="connsiteX1296" fmla="*/ 1034841 w 1972510"/>
              <a:gd name="connsiteY1296" fmla="*/ 253403 h 443727"/>
              <a:gd name="connsiteX1297" fmla="*/ 1046960 w 1972510"/>
              <a:gd name="connsiteY1297" fmla="*/ 241742 h 443727"/>
              <a:gd name="connsiteX1298" fmla="*/ 1053896 w 1972510"/>
              <a:gd name="connsiteY1298" fmla="*/ 236635 h 443727"/>
              <a:gd name="connsiteX1299" fmla="*/ 1058851 w 1972510"/>
              <a:gd name="connsiteY1299" fmla="*/ 231528 h 443727"/>
              <a:gd name="connsiteX1300" fmla="*/ 1060146 w 1972510"/>
              <a:gd name="connsiteY1300" fmla="*/ 226574 h 443727"/>
              <a:gd name="connsiteX1301" fmla="*/ 1061594 w 1972510"/>
              <a:gd name="connsiteY1301" fmla="*/ 220171 h 443727"/>
              <a:gd name="connsiteX1302" fmla="*/ 1059308 w 1972510"/>
              <a:gd name="connsiteY1302" fmla="*/ 215065 h 443727"/>
              <a:gd name="connsiteX1303" fmla="*/ 1056564 w 1972510"/>
              <a:gd name="connsiteY1303" fmla="*/ 210644 h 443727"/>
              <a:gd name="connsiteX1304" fmla="*/ 1051076 w 1972510"/>
              <a:gd name="connsiteY1304" fmla="*/ 201116 h 443727"/>
              <a:gd name="connsiteX1305" fmla="*/ 1059841 w 1972510"/>
              <a:gd name="connsiteY1305" fmla="*/ 192046 h 443727"/>
              <a:gd name="connsiteX1306" fmla="*/ 1065710 w 1972510"/>
              <a:gd name="connsiteY1306" fmla="*/ 192046 h 443727"/>
              <a:gd name="connsiteX1307" fmla="*/ 1073943 w 1972510"/>
              <a:gd name="connsiteY1307" fmla="*/ 185263 h 443727"/>
              <a:gd name="connsiteX1308" fmla="*/ 1075771 w 1972510"/>
              <a:gd name="connsiteY1308" fmla="*/ 172762 h 443727"/>
              <a:gd name="connsiteX1309" fmla="*/ 1069369 w 1972510"/>
              <a:gd name="connsiteY1309" fmla="*/ 166817 h 443727"/>
              <a:gd name="connsiteX1310" fmla="*/ 1061747 w 1972510"/>
              <a:gd name="connsiteY1310" fmla="*/ 164073 h 443727"/>
              <a:gd name="connsiteX1311" fmla="*/ 1056945 w 1972510"/>
              <a:gd name="connsiteY1311" fmla="*/ 158814 h 443727"/>
              <a:gd name="connsiteX1312" fmla="*/ 1052982 w 1972510"/>
              <a:gd name="connsiteY1312" fmla="*/ 156146 h 443727"/>
              <a:gd name="connsiteX1313" fmla="*/ 1050847 w 1972510"/>
              <a:gd name="connsiteY1313" fmla="*/ 147228 h 443727"/>
              <a:gd name="connsiteX1314" fmla="*/ 1054963 w 1972510"/>
              <a:gd name="connsiteY1314" fmla="*/ 144636 h 443727"/>
              <a:gd name="connsiteX1315" fmla="*/ 1058088 w 1972510"/>
              <a:gd name="connsiteY1315" fmla="*/ 139835 h 443727"/>
              <a:gd name="connsiteX1316" fmla="*/ 1064719 w 1972510"/>
              <a:gd name="connsiteY1316" fmla="*/ 135948 h 443727"/>
              <a:gd name="connsiteX1317" fmla="*/ 1073409 w 1972510"/>
              <a:gd name="connsiteY1317" fmla="*/ 134957 h 443727"/>
              <a:gd name="connsiteX1318" fmla="*/ 1111062 w 1972510"/>
              <a:gd name="connsiteY1318" fmla="*/ 116969 h 443727"/>
              <a:gd name="connsiteX1319" fmla="*/ 1121808 w 1972510"/>
              <a:gd name="connsiteY1319" fmla="*/ 116206 h 443727"/>
              <a:gd name="connsiteX1320" fmla="*/ 1647883 w 1972510"/>
              <a:gd name="connsiteY1320" fmla="*/ 115902 h 443727"/>
              <a:gd name="connsiteX1321" fmla="*/ 1658935 w 1972510"/>
              <a:gd name="connsiteY1321" fmla="*/ 116359 h 443727"/>
              <a:gd name="connsiteX1322" fmla="*/ 1667777 w 1972510"/>
              <a:gd name="connsiteY1322" fmla="*/ 123600 h 443727"/>
              <a:gd name="connsiteX1323" fmla="*/ 1669835 w 1972510"/>
              <a:gd name="connsiteY1323" fmla="*/ 129850 h 443727"/>
              <a:gd name="connsiteX1324" fmla="*/ 1671055 w 1972510"/>
              <a:gd name="connsiteY1324" fmla="*/ 135871 h 443727"/>
              <a:gd name="connsiteX1325" fmla="*/ 1666405 w 1972510"/>
              <a:gd name="connsiteY1325" fmla="*/ 147076 h 443727"/>
              <a:gd name="connsiteX1326" fmla="*/ 1666405 w 1972510"/>
              <a:gd name="connsiteY1326" fmla="*/ 153630 h 443727"/>
              <a:gd name="connsiteX1327" fmla="*/ 1670902 w 1972510"/>
              <a:gd name="connsiteY1327" fmla="*/ 152488 h 443727"/>
              <a:gd name="connsiteX1328" fmla="*/ 1676542 w 1972510"/>
              <a:gd name="connsiteY1328" fmla="*/ 149972 h 443727"/>
              <a:gd name="connsiteX1329" fmla="*/ 1683174 w 1972510"/>
              <a:gd name="connsiteY1329" fmla="*/ 147686 h 443727"/>
              <a:gd name="connsiteX1330" fmla="*/ 1690796 w 1972510"/>
              <a:gd name="connsiteY1330" fmla="*/ 142198 h 443727"/>
              <a:gd name="connsiteX1331" fmla="*/ 1702686 w 1972510"/>
              <a:gd name="connsiteY1331" fmla="*/ 142198 h 443727"/>
              <a:gd name="connsiteX1332" fmla="*/ 1713052 w 1972510"/>
              <a:gd name="connsiteY1332" fmla="*/ 145551 h 443727"/>
              <a:gd name="connsiteX1333" fmla="*/ 1720217 w 1972510"/>
              <a:gd name="connsiteY1333" fmla="*/ 159195 h 443727"/>
              <a:gd name="connsiteX1334" fmla="*/ 1717473 w 1972510"/>
              <a:gd name="connsiteY1334" fmla="*/ 162625 h 443727"/>
              <a:gd name="connsiteX1335" fmla="*/ 1711757 w 1972510"/>
              <a:gd name="connsiteY1335" fmla="*/ 166893 h 443727"/>
              <a:gd name="connsiteX1336" fmla="*/ 1698570 w 1972510"/>
              <a:gd name="connsiteY1336" fmla="*/ 172533 h 443727"/>
              <a:gd name="connsiteX1337" fmla="*/ 1690948 w 1972510"/>
              <a:gd name="connsiteY1337" fmla="*/ 175811 h 443727"/>
              <a:gd name="connsiteX1338" fmla="*/ 1682107 w 1972510"/>
              <a:gd name="connsiteY1338" fmla="*/ 176954 h 443727"/>
              <a:gd name="connsiteX1339" fmla="*/ 1668539 w 1972510"/>
              <a:gd name="connsiteY1339" fmla="*/ 182137 h 443727"/>
              <a:gd name="connsiteX1340" fmla="*/ 1664042 w 1972510"/>
              <a:gd name="connsiteY1340" fmla="*/ 188692 h 443727"/>
              <a:gd name="connsiteX1341" fmla="*/ 1665643 w 1972510"/>
              <a:gd name="connsiteY1341" fmla="*/ 199211 h 443727"/>
              <a:gd name="connsiteX1342" fmla="*/ 1688052 w 1972510"/>
              <a:gd name="connsiteY1342" fmla="*/ 222077 h 443727"/>
              <a:gd name="connsiteX1343" fmla="*/ 1704592 w 1972510"/>
              <a:gd name="connsiteY1343" fmla="*/ 240751 h 443727"/>
              <a:gd name="connsiteX1344" fmla="*/ 1721589 w 1972510"/>
              <a:gd name="connsiteY1344" fmla="*/ 252412 h 443727"/>
              <a:gd name="connsiteX1345" fmla="*/ 1731345 w 1972510"/>
              <a:gd name="connsiteY1345" fmla="*/ 256224 h 443727"/>
              <a:gd name="connsiteX1346" fmla="*/ 1738967 w 1972510"/>
              <a:gd name="connsiteY1346" fmla="*/ 261026 h 443727"/>
              <a:gd name="connsiteX1347" fmla="*/ 1755812 w 1972510"/>
              <a:gd name="connsiteY1347" fmla="*/ 267275 h 443727"/>
              <a:gd name="connsiteX1348" fmla="*/ 1761605 w 1972510"/>
              <a:gd name="connsiteY1348" fmla="*/ 269943 h 443727"/>
              <a:gd name="connsiteX1349" fmla="*/ 1760995 w 1972510"/>
              <a:gd name="connsiteY1349" fmla="*/ 270705 h 443727"/>
              <a:gd name="connsiteX1350" fmla="*/ 1759166 w 1972510"/>
              <a:gd name="connsiteY1350" fmla="*/ 275126 h 443727"/>
              <a:gd name="connsiteX1351" fmla="*/ 1758328 w 1972510"/>
              <a:gd name="connsiteY1351" fmla="*/ 281376 h 443727"/>
              <a:gd name="connsiteX1352" fmla="*/ 1748648 w 1972510"/>
              <a:gd name="connsiteY1352" fmla="*/ 286407 h 443727"/>
              <a:gd name="connsiteX1353" fmla="*/ 1744684 w 1972510"/>
              <a:gd name="connsiteY1353" fmla="*/ 289685 h 443727"/>
              <a:gd name="connsiteX1354" fmla="*/ 1740720 w 1972510"/>
              <a:gd name="connsiteY1354" fmla="*/ 290522 h 443727"/>
              <a:gd name="connsiteX1355" fmla="*/ 1731802 w 1972510"/>
              <a:gd name="connsiteY1355" fmla="*/ 289989 h 443727"/>
              <a:gd name="connsiteX1356" fmla="*/ 1722580 w 1972510"/>
              <a:gd name="connsiteY1356" fmla="*/ 289989 h 443727"/>
              <a:gd name="connsiteX1357" fmla="*/ 1714500 w 1972510"/>
              <a:gd name="connsiteY1357" fmla="*/ 288465 h 443727"/>
              <a:gd name="connsiteX1358" fmla="*/ 1701848 w 1972510"/>
              <a:gd name="connsiteY1358" fmla="*/ 286712 h 443727"/>
              <a:gd name="connsiteX1359" fmla="*/ 1694683 w 1972510"/>
              <a:gd name="connsiteY1359" fmla="*/ 281758 h 443727"/>
              <a:gd name="connsiteX1360" fmla="*/ 1683708 w 1972510"/>
              <a:gd name="connsiteY1360" fmla="*/ 262168 h 443727"/>
              <a:gd name="connsiteX1361" fmla="*/ 1671283 w 1972510"/>
              <a:gd name="connsiteY1361" fmla="*/ 246391 h 443727"/>
              <a:gd name="connsiteX1362" fmla="*/ 1663661 w 1972510"/>
              <a:gd name="connsiteY1362" fmla="*/ 237778 h 443727"/>
              <a:gd name="connsiteX1363" fmla="*/ 1646359 w 1972510"/>
              <a:gd name="connsiteY1363" fmla="*/ 222534 h 443727"/>
              <a:gd name="connsiteX1364" fmla="*/ 1634393 w 1972510"/>
              <a:gd name="connsiteY1364" fmla="*/ 240675 h 443727"/>
              <a:gd name="connsiteX1365" fmla="*/ 1617090 w 1972510"/>
              <a:gd name="connsiteY1365" fmla="*/ 257595 h 443727"/>
              <a:gd name="connsiteX1366" fmla="*/ 1599331 w 1972510"/>
              <a:gd name="connsiteY1366" fmla="*/ 268419 h 443727"/>
              <a:gd name="connsiteX1367" fmla="*/ 1586145 w 1972510"/>
              <a:gd name="connsiteY1367" fmla="*/ 275583 h 443727"/>
              <a:gd name="connsiteX1368" fmla="*/ 1574026 w 1972510"/>
              <a:gd name="connsiteY1368" fmla="*/ 278709 h 443727"/>
              <a:gd name="connsiteX1369" fmla="*/ 1567394 w 1972510"/>
              <a:gd name="connsiteY1369" fmla="*/ 279928 h 443727"/>
              <a:gd name="connsiteX1370" fmla="*/ 1562897 w 1972510"/>
              <a:gd name="connsiteY1370" fmla="*/ 276041 h 443727"/>
              <a:gd name="connsiteX1371" fmla="*/ 1559467 w 1972510"/>
              <a:gd name="connsiteY1371" fmla="*/ 269181 h 443727"/>
              <a:gd name="connsiteX1372" fmla="*/ 1553675 w 1972510"/>
              <a:gd name="connsiteY1372" fmla="*/ 267199 h 443727"/>
              <a:gd name="connsiteX1373" fmla="*/ 1557409 w 1972510"/>
              <a:gd name="connsiteY1373" fmla="*/ 262855 h 443727"/>
              <a:gd name="connsiteX1374" fmla="*/ 1565946 w 1972510"/>
              <a:gd name="connsiteY1374" fmla="*/ 257824 h 443727"/>
              <a:gd name="connsiteX1375" fmla="*/ 1571816 w 1972510"/>
              <a:gd name="connsiteY1375" fmla="*/ 253480 h 443727"/>
              <a:gd name="connsiteX1376" fmla="*/ 1575932 w 1972510"/>
              <a:gd name="connsiteY1376" fmla="*/ 251650 h 443727"/>
              <a:gd name="connsiteX1377" fmla="*/ 1603371 w 1972510"/>
              <a:gd name="connsiteY1377" fmla="*/ 225354 h 443727"/>
              <a:gd name="connsiteX1378" fmla="*/ 1613965 w 1972510"/>
              <a:gd name="connsiteY1378" fmla="*/ 206757 h 443727"/>
              <a:gd name="connsiteX1379" fmla="*/ 1616176 w 1972510"/>
              <a:gd name="connsiteY1379" fmla="*/ 199135 h 443727"/>
              <a:gd name="connsiteX1380" fmla="*/ 1610688 w 1972510"/>
              <a:gd name="connsiteY1380" fmla="*/ 199135 h 443727"/>
              <a:gd name="connsiteX1381" fmla="*/ 1606495 w 1972510"/>
              <a:gd name="connsiteY1381" fmla="*/ 199135 h 443727"/>
              <a:gd name="connsiteX1382" fmla="*/ 1600855 w 1972510"/>
              <a:gd name="connsiteY1382" fmla="*/ 200659 h 443727"/>
              <a:gd name="connsiteX1383" fmla="*/ 1595444 w 1972510"/>
              <a:gd name="connsiteY1383" fmla="*/ 200659 h 443727"/>
              <a:gd name="connsiteX1384" fmla="*/ 1587135 w 1972510"/>
              <a:gd name="connsiteY1384" fmla="*/ 196772 h 443727"/>
              <a:gd name="connsiteX1385" fmla="*/ 1577455 w 1972510"/>
              <a:gd name="connsiteY1385" fmla="*/ 184728 h 443727"/>
              <a:gd name="connsiteX1386" fmla="*/ 1580047 w 1972510"/>
              <a:gd name="connsiteY1386" fmla="*/ 177106 h 443727"/>
              <a:gd name="connsiteX1387" fmla="*/ 1584621 w 1972510"/>
              <a:gd name="connsiteY1387" fmla="*/ 172381 h 443727"/>
              <a:gd name="connsiteX1388" fmla="*/ 1590413 w 1972510"/>
              <a:gd name="connsiteY1388" fmla="*/ 170171 h 443727"/>
              <a:gd name="connsiteX1389" fmla="*/ 1595291 w 1972510"/>
              <a:gd name="connsiteY1389" fmla="*/ 166969 h 443727"/>
              <a:gd name="connsiteX1390" fmla="*/ 1607182 w 1972510"/>
              <a:gd name="connsiteY1390" fmla="*/ 166969 h 443727"/>
              <a:gd name="connsiteX1391" fmla="*/ 1626771 w 1972510"/>
              <a:gd name="connsiteY1391" fmla="*/ 160033 h 443727"/>
              <a:gd name="connsiteX1392" fmla="*/ 1630505 w 1972510"/>
              <a:gd name="connsiteY1392" fmla="*/ 141969 h 443727"/>
              <a:gd name="connsiteX1393" fmla="*/ 1631801 w 1972510"/>
              <a:gd name="connsiteY1393" fmla="*/ 130536 h 443727"/>
              <a:gd name="connsiteX1394" fmla="*/ 1631268 w 1972510"/>
              <a:gd name="connsiteY1394" fmla="*/ 120703 h 443727"/>
              <a:gd name="connsiteX1395" fmla="*/ 1634317 w 1972510"/>
              <a:gd name="connsiteY1395" fmla="*/ 117197 h 443727"/>
              <a:gd name="connsiteX1396" fmla="*/ 1641939 w 1972510"/>
              <a:gd name="connsiteY1396" fmla="*/ 117807 h 443727"/>
              <a:gd name="connsiteX1397" fmla="*/ 1647883 w 1972510"/>
              <a:gd name="connsiteY1397" fmla="*/ 115902 h 443727"/>
              <a:gd name="connsiteX1398" fmla="*/ 592838 w 1972510"/>
              <a:gd name="connsiteY1398" fmla="*/ 113463 h 443727"/>
              <a:gd name="connsiteX1399" fmla="*/ 598478 w 1972510"/>
              <a:gd name="connsiteY1399" fmla="*/ 116588 h 443727"/>
              <a:gd name="connsiteX1400" fmla="*/ 607472 w 1972510"/>
              <a:gd name="connsiteY1400" fmla="*/ 117579 h 443727"/>
              <a:gd name="connsiteX1401" fmla="*/ 616619 w 1972510"/>
              <a:gd name="connsiteY1401" fmla="*/ 117579 h 443727"/>
              <a:gd name="connsiteX1402" fmla="*/ 622564 w 1972510"/>
              <a:gd name="connsiteY1402" fmla="*/ 119104 h 443727"/>
              <a:gd name="connsiteX1403" fmla="*/ 627823 w 1972510"/>
              <a:gd name="connsiteY1403" fmla="*/ 121619 h 443727"/>
              <a:gd name="connsiteX1404" fmla="*/ 633464 w 1972510"/>
              <a:gd name="connsiteY1404" fmla="*/ 130384 h 443727"/>
              <a:gd name="connsiteX1405" fmla="*/ 632472 w 1972510"/>
              <a:gd name="connsiteY1405" fmla="*/ 130765 h 443727"/>
              <a:gd name="connsiteX1406" fmla="*/ 632015 w 1972510"/>
              <a:gd name="connsiteY1406" fmla="*/ 136558 h 443727"/>
              <a:gd name="connsiteX1407" fmla="*/ 632015 w 1972510"/>
              <a:gd name="connsiteY1407" fmla="*/ 145399 h 443727"/>
              <a:gd name="connsiteX1408" fmla="*/ 627518 w 1972510"/>
              <a:gd name="connsiteY1408" fmla="*/ 155004 h 443727"/>
              <a:gd name="connsiteX1409" fmla="*/ 626223 w 1972510"/>
              <a:gd name="connsiteY1409" fmla="*/ 164912 h 443727"/>
              <a:gd name="connsiteX1410" fmla="*/ 625232 w 1972510"/>
              <a:gd name="connsiteY1410" fmla="*/ 182900 h 443727"/>
              <a:gd name="connsiteX1411" fmla="*/ 623631 w 1972510"/>
              <a:gd name="connsiteY1411" fmla="*/ 193876 h 443727"/>
              <a:gd name="connsiteX1412" fmla="*/ 622945 w 1972510"/>
              <a:gd name="connsiteY1412" fmla="*/ 203174 h 443727"/>
              <a:gd name="connsiteX1413" fmla="*/ 625079 w 1972510"/>
              <a:gd name="connsiteY1413" fmla="*/ 209501 h 443727"/>
              <a:gd name="connsiteX1414" fmla="*/ 625689 w 1972510"/>
              <a:gd name="connsiteY1414" fmla="*/ 213159 h 443727"/>
              <a:gd name="connsiteX1415" fmla="*/ 626908 w 1972510"/>
              <a:gd name="connsiteY1415" fmla="*/ 218876 h 443727"/>
              <a:gd name="connsiteX1416" fmla="*/ 623479 w 1972510"/>
              <a:gd name="connsiteY1416" fmla="*/ 231147 h 443727"/>
              <a:gd name="connsiteX1417" fmla="*/ 619134 w 1972510"/>
              <a:gd name="connsiteY1417" fmla="*/ 237855 h 443727"/>
              <a:gd name="connsiteX1418" fmla="*/ 606176 w 1972510"/>
              <a:gd name="connsiteY1418" fmla="*/ 245477 h 443727"/>
              <a:gd name="connsiteX1419" fmla="*/ 594820 w 1972510"/>
              <a:gd name="connsiteY1419" fmla="*/ 256224 h 443727"/>
              <a:gd name="connsiteX1420" fmla="*/ 582853 w 1972510"/>
              <a:gd name="connsiteY1420" fmla="*/ 261636 h 443727"/>
              <a:gd name="connsiteX1421" fmla="*/ 567609 w 1972510"/>
              <a:gd name="connsiteY1421" fmla="*/ 270706 h 443727"/>
              <a:gd name="connsiteX1422" fmla="*/ 558234 w 1972510"/>
              <a:gd name="connsiteY1422" fmla="*/ 274670 h 443727"/>
              <a:gd name="connsiteX1423" fmla="*/ 543599 w 1972510"/>
              <a:gd name="connsiteY1423" fmla="*/ 285189 h 443727"/>
              <a:gd name="connsiteX1424" fmla="*/ 534224 w 1972510"/>
              <a:gd name="connsiteY1424" fmla="*/ 276728 h 443727"/>
              <a:gd name="connsiteX1425" fmla="*/ 528203 w 1972510"/>
              <a:gd name="connsiteY1425" fmla="*/ 272079 h 443727"/>
              <a:gd name="connsiteX1426" fmla="*/ 526526 w 1972510"/>
              <a:gd name="connsiteY1426" fmla="*/ 264457 h 443727"/>
              <a:gd name="connsiteX1427" fmla="*/ 524392 w 1972510"/>
              <a:gd name="connsiteY1427" fmla="*/ 257825 h 443727"/>
              <a:gd name="connsiteX1428" fmla="*/ 528051 w 1972510"/>
              <a:gd name="connsiteY1428" fmla="*/ 252794 h 443727"/>
              <a:gd name="connsiteX1429" fmla="*/ 533691 w 1972510"/>
              <a:gd name="connsiteY1429" fmla="*/ 252260 h 443727"/>
              <a:gd name="connsiteX1430" fmla="*/ 542456 w 1972510"/>
              <a:gd name="connsiteY1430" fmla="*/ 247077 h 443727"/>
              <a:gd name="connsiteX1431" fmla="*/ 551831 w 1972510"/>
              <a:gd name="connsiteY1431" fmla="*/ 243496 h 443727"/>
              <a:gd name="connsiteX1432" fmla="*/ 568066 w 1972510"/>
              <a:gd name="connsiteY1432" fmla="*/ 234501 h 443727"/>
              <a:gd name="connsiteX1433" fmla="*/ 575688 w 1972510"/>
              <a:gd name="connsiteY1433" fmla="*/ 226879 h 443727"/>
              <a:gd name="connsiteX1434" fmla="*/ 575231 w 1972510"/>
              <a:gd name="connsiteY1434" fmla="*/ 209654 h 443727"/>
              <a:gd name="connsiteX1435" fmla="*/ 571192 w 1972510"/>
              <a:gd name="connsiteY1435" fmla="*/ 207215 h 443727"/>
              <a:gd name="connsiteX1436" fmla="*/ 563570 w 1972510"/>
              <a:gd name="connsiteY1436" fmla="*/ 208205 h 443727"/>
              <a:gd name="connsiteX1437" fmla="*/ 556405 w 1972510"/>
              <a:gd name="connsiteY1437" fmla="*/ 210796 h 443727"/>
              <a:gd name="connsiteX1438" fmla="*/ 550993 w 1972510"/>
              <a:gd name="connsiteY1438" fmla="*/ 211483 h 443727"/>
              <a:gd name="connsiteX1439" fmla="*/ 547487 w 1972510"/>
              <a:gd name="connsiteY1439" fmla="*/ 208510 h 443727"/>
              <a:gd name="connsiteX1440" fmla="*/ 545887 w 1972510"/>
              <a:gd name="connsiteY1440" fmla="*/ 199669 h 443727"/>
              <a:gd name="connsiteX1441" fmla="*/ 544361 w 1972510"/>
              <a:gd name="connsiteY1441" fmla="*/ 193495 h 443727"/>
              <a:gd name="connsiteX1442" fmla="*/ 545048 w 1972510"/>
              <a:gd name="connsiteY1442" fmla="*/ 180995 h 443727"/>
              <a:gd name="connsiteX1443" fmla="*/ 552670 w 1972510"/>
              <a:gd name="connsiteY1443" fmla="*/ 173754 h 443727"/>
              <a:gd name="connsiteX1444" fmla="*/ 562807 w 1972510"/>
              <a:gd name="connsiteY1444" fmla="*/ 170553 h 443727"/>
              <a:gd name="connsiteX1445" fmla="*/ 570429 w 1972510"/>
              <a:gd name="connsiteY1445" fmla="*/ 170019 h 443727"/>
              <a:gd name="connsiteX1446" fmla="*/ 580643 w 1972510"/>
              <a:gd name="connsiteY1446" fmla="*/ 165370 h 443727"/>
              <a:gd name="connsiteX1447" fmla="*/ 585597 w 1972510"/>
              <a:gd name="connsiteY1447" fmla="*/ 156070 h 443727"/>
              <a:gd name="connsiteX1448" fmla="*/ 588722 w 1972510"/>
              <a:gd name="connsiteY1448" fmla="*/ 136024 h 443727"/>
              <a:gd name="connsiteX1449" fmla="*/ 583615 w 1972510"/>
              <a:gd name="connsiteY1449" fmla="*/ 123067 h 443727"/>
              <a:gd name="connsiteX1450" fmla="*/ 583615 w 1972510"/>
              <a:gd name="connsiteY1450" fmla="*/ 119408 h 443727"/>
              <a:gd name="connsiteX1451" fmla="*/ 589332 w 1972510"/>
              <a:gd name="connsiteY1451" fmla="*/ 114987 h 443727"/>
              <a:gd name="connsiteX1452" fmla="*/ 592838 w 1972510"/>
              <a:gd name="connsiteY1452" fmla="*/ 113463 h 443727"/>
              <a:gd name="connsiteX1453" fmla="*/ 701072 w 1972510"/>
              <a:gd name="connsiteY1453" fmla="*/ 103326 h 443727"/>
              <a:gd name="connsiteX1454" fmla="*/ 706636 w 1972510"/>
              <a:gd name="connsiteY1454" fmla="*/ 106604 h 443727"/>
              <a:gd name="connsiteX1455" fmla="*/ 711285 w 1972510"/>
              <a:gd name="connsiteY1455" fmla="*/ 107671 h 443727"/>
              <a:gd name="connsiteX1456" fmla="*/ 714868 w 1972510"/>
              <a:gd name="connsiteY1456" fmla="*/ 111710 h 443727"/>
              <a:gd name="connsiteX1457" fmla="*/ 717764 w 1972510"/>
              <a:gd name="connsiteY1457" fmla="*/ 122915 h 443727"/>
              <a:gd name="connsiteX1458" fmla="*/ 709456 w 1972510"/>
              <a:gd name="connsiteY1458" fmla="*/ 138159 h 443727"/>
              <a:gd name="connsiteX1459" fmla="*/ 707855 w 1972510"/>
              <a:gd name="connsiteY1459" fmla="*/ 145781 h 443727"/>
              <a:gd name="connsiteX1460" fmla="*/ 714715 w 1972510"/>
              <a:gd name="connsiteY1460" fmla="*/ 148144 h 443727"/>
              <a:gd name="connsiteX1461" fmla="*/ 721575 w 1972510"/>
              <a:gd name="connsiteY1461" fmla="*/ 144256 h 443727"/>
              <a:gd name="connsiteX1462" fmla="*/ 732627 w 1972510"/>
              <a:gd name="connsiteY1462" fmla="*/ 148144 h 443727"/>
              <a:gd name="connsiteX1463" fmla="*/ 738800 w 1972510"/>
              <a:gd name="connsiteY1463" fmla="*/ 159653 h 443727"/>
              <a:gd name="connsiteX1464" fmla="*/ 740096 w 1972510"/>
              <a:gd name="connsiteY1464" fmla="*/ 167885 h 443727"/>
              <a:gd name="connsiteX1465" fmla="*/ 736361 w 1972510"/>
              <a:gd name="connsiteY1465" fmla="*/ 172154 h 443727"/>
              <a:gd name="connsiteX1466" fmla="*/ 728739 w 1972510"/>
              <a:gd name="connsiteY1466" fmla="*/ 174135 h 443727"/>
              <a:gd name="connsiteX1467" fmla="*/ 722109 w 1972510"/>
              <a:gd name="connsiteY1467" fmla="*/ 178784 h 443727"/>
              <a:gd name="connsiteX1468" fmla="*/ 712809 w 1972510"/>
              <a:gd name="connsiteY1468" fmla="*/ 183967 h 443727"/>
              <a:gd name="connsiteX1469" fmla="*/ 698023 w 1972510"/>
              <a:gd name="connsiteY1469" fmla="*/ 191132 h 443727"/>
              <a:gd name="connsiteX1470" fmla="*/ 692916 w 1972510"/>
              <a:gd name="connsiteY1470" fmla="*/ 207443 h 443727"/>
              <a:gd name="connsiteX1471" fmla="*/ 693450 w 1972510"/>
              <a:gd name="connsiteY1471" fmla="*/ 215065 h 443727"/>
              <a:gd name="connsiteX1472" fmla="*/ 697565 w 1972510"/>
              <a:gd name="connsiteY1472" fmla="*/ 228557 h 443727"/>
              <a:gd name="connsiteX1473" fmla="*/ 708846 w 1972510"/>
              <a:gd name="connsiteY1473" fmla="*/ 233587 h 443727"/>
              <a:gd name="connsiteX1474" fmla="*/ 716926 w 1972510"/>
              <a:gd name="connsiteY1474" fmla="*/ 234655 h 443727"/>
              <a:gd name="connsiteX1475" fmla="*/ 722642 w 1972510"/>
              <a:gd name="connsiteY1475" fmla="*/ 235874 h 443727"/>
              <a:gd name="connsiteX1476" fmla="*/ 728282 w 1972510"/>
              <a:gd name="connsiteY1476" fmla="*/ 238084 h 443727"/>
              <a:gd name="connsiteX1477" fmla="*/ 737124 w 1972510"/>
              <a:gd name="connsiteY1477" fmla="*/ 238999 h 443727"/>
              <a:gd name="connsiteX1478" fmla="*/ 737505 w 1972510"/>
              <a:gd name="connsiteY1478" fmla="*/ 239151 h 443727"/>
              <a:gd name="connsiteX1479" fmla="*/ 742459 w 1972510"/>
              <a:gd name="connsiteY1479" fmla="*/ 250509 h 443727"/>
              <a:gd name="connsiteX1480" fmla="*/ 738039 w 1972510"/>
              <a:gd name="connsiteY1480" fmla="*/ 263161 h 443727"/>
              <a:gd name="connsiteX1481" fmla="*/ 734380 w 1972510"/>
              <a:gd name="connsiteY1481" fmla="*/ 271469 h 443727"/>
              <a:gd name="connsiteX1482" fmla="*/ 724853 w 1972510"/>
              <a:gd name="connsiteY1482" fmla="*/ 272917 h 443727"/>
              <a:gd name="connsiteX1483" fmla="*/ 715477 w 1972510"/>
              <a:gd name="connsiteY1483" fmla="*/ 275127 h 443727"/>
              <a:gd name="connsiteX1484" fmla="*/ 708922 w 1972510"/>
              <a:gd name="connsiteY1484" fmla="*/ 272307 h 443727"/>
              <a:gd name="connsiteX1485" fmla="*/ 698785 w 1972510"/>
              <a:gd name="connsiteY1485" fmla="*/ 271317 h 443727"/>
              <a:gd name="connsiteX1486" fmla="*/ 688800 w 1972510"/>
              <a:gd name="connsiteY1486" fmla="*/ 271317 h 443727"/>
              <a:gd name="connsiteX1487" fmla="*/ 680340 w 1972510"/>
              <a:gd name="connsiteY1487" fmla="*/ 268877 h 443727"/>
              <a:gd name="connsiteX1488" fmla="*/ 667992 w 1972510"/>
              <a:gd name="connsiteY1488" fmla="*/ 268192 h 443727"/>
              <a:gd name="connsiteX1489" fmla="*/ 661742 w 1972510"/>
              <a:gd name="connsiteY1489" fmla="*/ 264761 h 443727"/>
              <a:gd name="connsiteX1490" fmla="*/ 655949 w 1972510"/>
              <a:gd name="connsiteY1490" fmla="*/ 255463 h 443727"/>
              <a:gd name="connsiteX1491" fmla="*/ 655186 w 1972510"/>
              <a:gd name="connsiteY1491" fmla="*/ 244639 h 443727"/>
              <a:gd name="connsiteX1492" fmla="*/ 652518 w 1972510"/>
              <a:gd name="connsiteY1492" fmla="*/ 231758 h 443727"/>
              <a:gd name="connsiteX1493" fmla="*/ 651986 w 1972510"/>
              <a:gd name="connsiteY1493" fmla="*/ 223679 h 443727"/>
              <a:gd name="connsiteX1494" fmla="*/ 650995 w 1972510"/>
              <a:gd name="connsiteY1494" fmla="*/ 216057 h 443727"/>
              <a:gd name="connsiteX1495" fmla="*/ 649775 w 1972510"/>
              <a:gd name="connsiteY1495" fmla="*/ 204090 h 443727"/>
              <a:gd name="connsiteX1496" fmla="*/ 652976 w 1972510"/>
              <a:gd name="connsiteY1496" fmla="*/ 184806 h 443727"/>
              <a:gd name="connsiteX1497" fmla="*/ 655644 w 1972510"/>
              <a:gd name="connsiteY1497" fmla="*/ 178784 h 443727"/>
              <a:gd name="connsiteX1498" fmla="*/ 657930 w 1972510"/>
              <a:gd name="connsiteY1498" fmla="*/ 168876 h 443727"/>
              <a:gd name="connsiteX1499" fmla="*/ 660065 w 1972510"/>
              <a:gd name="connsiteY1499" fmla="*/ 158739 h 443727"/>
              <a:gd name="connsiteX1500" fmla="*/ 660980 w 1972510"/>
              <a:gd name="connsiteY1500" fmla="*/ 142961 h 443727"/>
              <a:gd name="connsiteX1501" fmla="*/ 663266 w 1972510"/>
              <a:gd name="connsiteY1501" fmla="*/ 133357 h 443727"/>
              <a:gd name="connsiteX1502" fmla="*/ 666544 w 1972510"/>
              <a:gd name="connsiteY1502" fmla="*/ 118113 h 443727"/>
              <a:gd name="connsiteX1503" fmla="*/ 666925 w 1972510"/>
              <a:gd name="connsiteY1503" fmla="*/ 107671 h 443727"/>
              <a:gd name="connsiteX1504" fmla="*/ 672946 w 1972510"/>
              <a:gd name="connsiteY1504" fmla="*/ 103402 h 443727"/>
              <a:gd name="connsiteX1505" fmla="*/ 680568 w 1972510"/>
              <a:gd name="connsiteY1505" fmla="*/ 105003 h 443727"/>
              <a:gd name="connsiteX1506" fmla="*/ 687352 w 1972510"/>
              <a:gd name="connsiteY1506" fmla="*/ 103555 h 443727"/>
              <a:gd name="connsiteX1507" fmla="*/ 693450 w 1972510"/>
              <a:gd name="connsiteY1507" fmla="*/ 104775 h 443727"/>
              <a:gd name="connsiteX1508" fmla="*/ 701072 w 1972510"/>
              <a:gd name="connsiteY1508" fmla="*/ 103326 h 443727"/>
              <a:gd name="connsiteX1509" fmla="*/ 221646 w 1972510"/>
              <a:gd name="connsiteY1509" fmla="*/ 102887 h 443727"/>
              <a:gd name="connsiteX1510" fmla="*/ 217273 w 1972510"/>
              <a:gd name="connsiteY1510" fmla="*/ 109074 h 443727"/>
              <a:gd name="connsiteX1511" fmla="*/ 217273 w 1972510"/>
              <a:gd name="connsiteY1511" fmla="*/ 109380 h 443727"/>
              <a:gd name="connsiteX1512" fmla="*/ 213578 w 1972510"/>
              <a:gd name="connsiteY1512" fmla="*/ 128466 h 443727"/>
              <a:gd name="connsiteX1513" fmla="*/ 213294 w 1972510"/>
              <a:gd name="connsiteY1513" fmla="*/ 129887 h 443727"/>
              <a:gd name="connsiteX1514" fmla="*/ 210583 w 1972510"/>
              <a:gd name="connsiteY1514" fmla="*/ 129887 h 443727"/>
              <a:gd name="connsiteX1515" fmla="*/ 144077 w 1972510"/>
              <a:gd name="connsiteY1515" fmla="*/ 120289 h 443727"/>
              <a:gd name="connsiteX1516" fmla="*/ 149870 w 1972510"/>
              <a:gd name="connsiteY1516" fmla="*/ 134566 h 443727"/>
              <a:gd name="connsiteX1517" fmla="*/ 165677 w 1972510"/>
              <a:gd name="connsiteY1517" fmla="*/ 144448 h 443727"/>
              <a:gd name="connsiteX1518" fmla="*/ 166989 w 1972510"/>
              <a:gd name="connsiteY1518" fmla="*/ 144710 h 443727"/>
              <a:gd name="connsiteX1519" fmla="*/ 166989 w 1972510"/>
              <a:gd name="connsiteY1519" fmla="*/ 146044 h 443727"/>
              <a:gd name="connsiteX1520" fmla="*/ 167076 w 1972510"/>
              <a:gd name="connsiteY1520" fmla="*/ 146044 h 443727"/>
              <a:gd name="connsiteX1521" fmla="*/ 172870 w 1972510"/>
              <a:gd name="connsiteY1521" fmla="*/ 157718 h 443727"/>
              <a:gd name="connsiteX1522" fmla="*/ 185091 w 1972510"/>
              <a:gd name="connsiteY1522" fmla="*/ 161588 h 443727"/>
              <a:gd name="connsiteX1523" fmla="*/ 186731 w 1972510"/>
              <a:gd name="connsiteY1523" fmla="*/ 161588 h 443727"/>
              <a:gd name="connsiteX1524" fmla="*/ 188108 w 1972510"/>
              <a:gd name="connsiteY1524" fmla="*/ 161413 h 443727"/>
              <a:gd name="connsiteX1525" fmla="*/ 188589 w 1972510"/>
              <a:gd name="connsiteY1525" fmla="*/ 162703 h 443727"/>
              <a:gd name="connsiteX1526" fmla="*/ 197728 w 1972510"/>
              <a:gd name="connsiteY1526" fmla="*/ 170268 h 443727"/>
              <a:gd name="connsiteX1527" fmla="*/ 202407 w 1972510"/>
              <a:gd name="connsiteY1527" fmla="*/ 170967 h 443727"/>
              <a:gd name="connsiteX1528" fmla="*/ 208463 w 1972510"/>
              <a:gd name="connsiteY1528" fmla="*/ 169918 h 443727"/>
              <a:gd name="connsiteX1529" fmla="*/ 211676 w 1972510"/>
              <a:gd name="connsiteY1529" fmla="*/ 168584 h 443727"/>
              <a:gd name="connsiteX1530" fmla="*/ 206954 w 1972510"/>
              <a:gd name="connsiteY1530" fmla="*/ 187889 h 443727"/>
              <a:gd name="connsiteX1531" fmla="*/ 236687 w 1972510"/>
              <a:gd name="connsiteY1531" fmla="*/ 187889 h 443727"/>
              <a:gd name="connsiteX1532" fmla="*/ 231943 w 1972510"/>
              <a:gd name="connsiteY1532" fmla="*/ 168562 h 443727"/>
              <a:gd name="connsiteX1533" fmla="*/ 235179 w 1972510"/>
              <a:gd name="connsiteY1533" fmla="*/ 169918 h 443727"/>
              <a:gd name="connsiteX1534" fmla="*/ 241213 w 1972510"/>
              <a:gd name="connsiteY1534" fmla="*/ 170967 h 443727"/>
              <a:gd name="connsiteX1535" fmla="*/ 245892 w 1972510"/>
              <a:gd name="connsiteY1535" fmla="*/ 170268 h 443727"/>
              <a:gd name="connsiteX1536" fmla="*/ 255030 w 1972510"/>
              <a:gd name="connsiteY1536" fmla="*/ 162703 h 443727"/>
              <a:gd name="connsiteX1537" fmla="*/ 255511 w 1972510"/>
              <a:gd name="connsiteY1537" fmla="*/ 161413 h 443727"/>
              <a:gd name="connsiteX1538" fmla="*/ 256889 w 1972510"/>
              <a:gd name="connsiteY1538" fmla="*/ 161588 h 443727"/>
              <a:gd name="connsiteX1539" fmla="*/ 258528 w 1972510"/>
              <a:gd name="connsiteY1539" fmla="*/ 161588 h 443727"/>
              <a:gd name="connsiteX1540" fmla="*/ 270750 w 1972510"/>
              <a:gd name="connsiteY1540" fmla="*/ 157718 h 443727"/>
              <a:gd name="connsiteX1541" fmla="*/ 276543 w 1972510"/>
              <a:gd name="connsiteY1541" fmla="*/ 146022 h 443727"/>
              <a:gd name="connsiteX1542" fmla="*/ 276543 w 1972510"/>
              <a:gd name="connsiteY1542" fmla="*/ 144710 h 443727"/>
              <a:gd name="connsiteX1543" fmla="*/ 277855 w 1972510"/>
              <a:gd name="connsiteY1543" fmla="*/ 144448 h 443727"/>
              <a:gd name="connsiteX1544" fmla="*/ 293640 w 1972510"/>
              <a:gd name="connsiteY1544" fmla="*/ 134566 h 443727"/>
              <a:gd name="connsiteX1545" fmla="*/ 299434 w 1972510"/>
              <a:gd name="connsiteY1545" fmla="*/ 120289 h 443727"/>
              <a:gd name="connsiteX1546" fmla="*/ 232993 w 1972510"/>
              <a:gd name="connsiteY1546" fmla="*/ 129887 h 443727"/>
              <a:gd name="connsiteX1547" fmla="*/ 230282 w 1972510"/>
              <a:gd name="connsiteY1547" fmla="*/ 129887 h 443727"/>
              <a:gd name="connsiteX1548" fmla="*/ 229997 w 1972510"/>
              <a:gd name="connsiteY1548" fmla="*/ 128466 h 443727"/>
              <a:gd name="connsiteX1549" fmla="*/ 226303 w 1972510"/>
              <a:gd name="connsiteY1549" fmla="*/ 109380 h 443727"/>
              <a:gd name="connsiteX1550" fmla="*/ 226303 w 1972510"/>
              <a:gd name="connsiteY1550" fmla="*/ 109074 h 443727"/>
              <a:gd name="connsiteX1551" fmla="*/ 221930 w 1972510"/>
              <a:gd name="connsiteY1551" fmla="*/ 102887 h 443727"/>
              <a:gd name="connsiteX1552" fmla="*/ 256036 w 1972510"/>
              <a:gd name="connsiteY1552" fmla="*/ 102121 h 443727"/>
              <a:gd name="connsiteX1553" fmla="*/ 264584 w 1972510"/>
              <a:gd name="connsiteY1553" fmla="*/ 107653 h 443727"/>
              <a:gd name="connsiteX1554" fmla="*/ 254440 w 1972510"/>
              <a:gd name="connsiteY1554" fmla="*/ 108199 h 443727"/>
              <a:gd name="connsiteX1555" fmla="*/ 246875 w 1972510"/>
              <a:gd name="connsiteY1555" fmla="*/ 102690 h 443727"/>
              <a:gd name="connsiteX1556" fmla="*/ 256036 w 1972510"/>
              <a:gd name="connsiteY1556" fmla="*/ 102121 h 443727"/>
              <a:gd name="connsiteX1557" fmla="*/ 1220971 w 1972510"/>
              <a:gd name="connsiteY1557" fmla="*/ 101191 h 443727"/>
              <a:gd name="connsiteX1558" fmla="*/ 1228593 w 1972510"/>
              <a:gd name="connsiteY1558" fmla="*/ 104164 h 443727"/>
              <a:gd name="connsiteX1559" fmla="*/ 1243837 w 1972510"/>
              <a:gd name="connsiteY1559" fmla="*/ 105307 h 443727"/>
              <a:gd name="connsiteX1560" fmla="*/ 1244524 w 1972510"/>
              <a:gd name="connsiteY1560" fmla="*/ 105688 h 443727"/>
              <a:gd name="connsiteX1561" fmla="*/ 1247115 w 1972510"/>
              <a:gd name="connsiteY1561" fmla="*/ 111938 h 443727"/>
              <a:gd name="connsiteX1562" fmla="*/ 1252374 w 1972510"/>
              <a:gd name="connsiteY1562" fmla="*/ 122609 h 443727"/>
              <a:gd name="connsiteX1563" fmla="*/ 1248106 w 1972510"/>
              <a:gd name="connsiteY1563" fmla="*/ 131679 h 443727"/>
              <a:gd name="connsiteX1564" fmla="*/ 1246124 w 1972510"/>
              <a:gd name="connsiteY1564" fmla="*/ 140063 h 443727"/>
              <a:gd name="connsiteX1565" fmla="*/ 1238502 w 1972510"/>
              <a:gd name="connsiteY1565" fmla="*/ 153555 h 443727"/>
              <a:gd name="connsiteX1566" fmla="*/ 1231642 w 1972510"/>
              <a:gd name="connsiteY1566" fmla="*/ 161177 h 443727"/>
              <a:gd name="connsiteX1567" fmla="*/ 1216398 w 1972510"/>
              <a:gd name="connsiteY1567" fmla="*/ 193037 h 443727"/>
              <a:gd name="connsiteX1568" fmla="*/ 1211292 w 1972510"/>
              <a:gd name="connsiteY1568" fmla="*/ 198144 h 443727"/>
              <a:gd name="connsiteX1569" fmla="*/ 1205041 w 1972510"/>
              <a:gd name="connsiteY1569" fmla="*/ 198144 h 443727"/>
              <a:gd name="connsiteX1570" fmla="*/ 1198486 w 1972510"/>
              <a:gd name="connsiteY1570" fmla="*/ 200278 h 443727"/>
              <a:gd name="connsiteX1571" fmla="*/ 1188730 w 1972510"/>
              <a:gd name="connsiteY1571" fmla="*/ 203251 h 443727"/>
              <a:gd name="connsiteX1572" fmla="*/ 1188730 w 1972510"/>
              <a:gd name="connsiteY1572" fmla="*/ 210873 h 443727"/>
              <a:gd name="connsiteX1573" fmla="*/ 1196352 w 1972510"/>
              <a:gd name="connsiteY1573" fmla="*/ 209501 h 443727"/>
              <a:gd name="connsiteX1574" fmla="*/ 1202297 w 1972510"/>
              <a:gd name="connsiteY1574" fmla="*/ 206757 h 443727"/>
              <a:gd name="connsiteX1575" fmla="*/ 1210529 w 1972510"/>
              <a:gd name="connsiteY1575" fmla="*/ 209348 h 443727"/>
              <a:gd name="connsiteX1576" fmla="*/ 1213807 w 1972510"/>
              <a:gd name="connsiteY1576" fmla="*/ 213159 h 443727"/>
              <a:gd name="connsiteX1577" fmla="*/ 1215941 w 1972510"/>
              <a:gd name="connsiteY1577" fmla="*/ 223525 h 443727"/>
              <a:gd name="connsiteX1578" fmla="*/ 1214645 w 1972510"/>
              <a:gd name="connsiteY1578" fmla="*/ 227793 h 443727"/>
              <a:gd name="connsiteX1579" fmla="*/ 1207023 w 1972510"/>
              <a:gd name="connsiteY1579" fmla="*/ 233052 h 443727"/>
              <a:gd name="connsiteX1580" fmla="*/ 1198486 w 1972510"/>
              <a:gd name="connsiteY1580" fmla="*/ 236178 h 443727"/>
              <a:gd name="connsiteX1581" fmla="*/ 1195819 w 1972510"/>
              <a:gd name="connsiteY1581" fmla="*/ 241132 h 443727"/>
              <a:gd name="connsiteX1582" fmla="*/ 1199934 w 1972510"/>
              <a:gd name="connsiteY1582" fmla="*/ 244410 h 443727"/>
              <a:gd name="connsiteX1583" fmla="*/ 1211292 w 1972510"/>
              <a:gd name="connsiteY1583" fmla="*/ 242276 h 443727"/>
              <a:gd name="connsiteX1584" fmla="*/ 1219828 w 1972510"/>
              <a:gd name="connsiteY1584" fmla="*/ 242276 h 443727"/>
              <a:gd name="connsiteX1585" fmla="*/ 1230346 w 1972510"/>
              <a:gd name="connsiteY1585" fmla="*/ 240142 h 443727"/>
              <a:gd name="connsiteX1586" fmla="*/ 1239569 w 1972510"/>
              <a:gd name="connsiteY1586" fmla="*/ 240142 h 443727"/>
              <a:gd name="connsiteX1587" fmla="*/ 1247191 w 1972510"/>
              <a:gd name="connsiteY1587" fmla="*/ 252108 h 443727"/>
              <a:gd name="connsiteX1588" fmla="*/ 1233700 w 1972510"/>
              <a:gd name="connsiteY1588" fmla="*/ 271545 h 443727"/>
              <a:gd name="connsiteX1589" fmla="*/ 1221429 w 1972510"/>
              <a:gd name="connsiteY1589" fmla="*/ 269410 h 443727"/>
              <a:gd name="connsiteX1590" fmla="*/ 1201154 w 1972510"/>
              <a:gd name="connsiteY1590" fmla="*/ 270248 h 443727"/>
              <a:gd name="connsiteX1591" fmla="*/ 1190102 w 1972510"/>
              <a:gd name="connsiteY1591" fmla="*/ 269562 h 443727"/>
              <a:gd name="connsiteX1592" fmla="*/ 1180422 w 1972510"/>
              <a:gd name="connsiteY1592" fmla="*/ 270554 h 443727"/>
              <a:gd name="connsiteX1593" fmla="*/ 1169599 w 1972510"/>
              <a:gd name="connsiteY1593" fmla="*/ 272383 h 443727"/>
              <a:gd name="connsiteX1594" fmla="*/ 1156413 w 1972510"/>
              <a:gd name="connsiteY1594" fmla="*/ 274974 h 443727"/>
              <a:gd name="connsiteX1595" fmla="*/ 1142769 w 1972510"/>
              <a:gd name="connsiteY1595" fmla="*/ 276346 h 443727"/>
              <a:gd name="connsiteX1596" fmla="*/ 1128745 w 1972510"/>
              <a:gd name="connsiteY1596" fmla="*/ 280614 h 443727"/>
              <a:gd name="connsiteX1597" fmla="*/ 1119903 w 1972510"/>
              <a:gd name="connsiteY1597" fmla="*/ 275965 h 443727"/>
              <a:gd name="connsiteX1598" fmla="*/ 1117922 w 1972510"/>
              <a:gd name="connsiteY1598" fmla="*/ 264151 h 443727"/>
              <a:gd name="connsiteX1599" fmla="*/ 1118378 w 1972510"/>
              <a:gd name="connsiteY1599" fmla="*/ 258739 h 443727"/>
              <a:gd name="connsiteX1600" fmla="*/ 1121351 w 1972510"/>
              <a:gd name="connsiteY1600" fmla="*/ 252489 h 443727"/>
              <a:gd name="connsiteX1601" fmla="*/ 1124628 w 1972510"/>
              <a:gd name="connsiteY1601" fmla="*/ 249822 h 443727"/>
              <a:gd name="connsiteX1602" fmla="*/ 1128745 w 1972510"/>
              <a:gd name="connsiteY1602" fmla="*/ 251803 h 443727"/>
              <a:gd name="connsiteX1603" fmla="*/ 1140788 w 1972510"/>
              <a:gd name="connsiteY1603" fmla="*/ 247688 h 443727"/>
              <a:gd name="connsiteX1604" fmla="*/ 1156032 w 1972510"/>
              <a:gd name="connsiteY1604" fmla="*/ 240980 h 443727"/>
              <a:gd name="connsiteX1605" fmla="*/ 1153516 w 1972510"/>
              <a:gd name="connsiteY1605" fmla="*/ 236712 h 443727"/>
              <a:gd name="connsiteX1606" fmla="*/ 1147266 w 1972510"/>
              <a:gd name="connsiteY1606" fmla="*/ 235873 h 443727"/>
              <a:gd name="connsiteX1607" fmla="*/ 1142007 w 1972510"/>
              <a:gd name="connsiteY1607" fmla="*/ 233205 h 443727"/>
              <a:gd name="connsiteX1608" fmla="*/ 1142007 w 1972510"/>
              <a:gd name="connsiteY1608" fmla="*/ 228098 h 443727"/>
              <a:gd name="connsiteX1609" fmla="*/ 1142693 w 1972510"/>
              <a:gd name="connsiteY1609" fmla="*/ 221849 h 443727"/>
              <a:gd name="connsiteX1610" fmla="*/ 1146123 w 1972510"/>
              <a:gd name="connsiteY1610" fmla="*/ 217275 h 443727"/>
              <a:gd name="connsiteX1611" fmla="*/ 1149629 w 1972510"/>
              <a:gd name="connsiteY1611" fmla="*/ 218418 h 443727"/>
              <a:gd name="connsiteX1612" fmla="*/ 1153364 w 1972510"/>
              <a:gd name="connsiteY1612" fmla="*/ 217732 h 443727"/>
              <a:gd name="connsiteX1613" fmla="*/ 1157023 w 1972510"/>
              <a:gd name="connsiteY1613" fmla="*/ 217732 h 443727"/>
              <a:gd name="connsiteX1614" fmla="*/ 1160300 w 1972510"/>
              <a:gd name="connsiteY1614" fmla="*/ 214760 h 443727"/>
              <a:gd name="connsiteX1615" fmla="*/ 1161138 w 1972510"/>
              <a:gd name="connsiteY1615" fmla="*/ 207137 h 443727"/>
              <a:gd name="connsiteX1616" fmla="*/ 1156641 w 1972510"/>
              <a:gd name="connsiteY1616" fmla="*/ 206528 h 443727"/>
              <a:gd name="connsiteX1617" fmla="*/ 1150924 w 1972510"/>
              <a:gd name="connsiteY1617" fmla="*/ 208129 h 443727"/>
              <a:gd name="connsiteX1618" fmla="*/ 1145665 w 1972510"/>
              <a:gd name="connsiteY1618" fmla="*/ 209272 h 443727"/>
              <a:gd name="connsiteX1619" fmla="*/ 1141397 w 1972510"/>
              <a:gd name="connsiteY1619" fmla="*/ 208662 h 443727"/>
              <a:gd name="connsiteX1620" fmla="*/ 1139263 w 1972510"/>
              <a:gd name="connsiteY1620" fmla="*/ 205308 h 443727"/>
              <a:gd name="connsiteX1621" fmla="*/ 1137586 w 1972510"/>
              <a:gd name="connsiteY1621" fmla="*/ 200430 h 443727"/>
              <a:gd name="connsiteX1622" fmla="*/ 1133776 w 1972510"/>
              <a:gd name="connsiteY1622" fmla="*/ 193342 h 443727"/>
              <a:gd name="connsiteX1623" fmla="*/ 1131641 w 1972510"/>
              <a:gd name="connsiteY1623" fmla="*/ 185720 h 443727"/>
              <a:gd name="connsiteX1624" fmla="*/ 1135757 w 1972510"/>
              <a:gd name="connsiteY1624" fmla="*/ 173753 h 443727"/>
              <a:gd name="connsiteX1625" fmla="*/ 1133775 w 1972510"/>
              <a:gd name="connsiteY1625" fmla="*/ 154470 h 443727"/>
              <a:gd name="connsiteX1626" fmla="*/ 1131336 w 1972510"/>
              <a:gd name="connsiteY1626" fmla="*/ 146238 h 443727"/>
              <a:gd name="connsiteX1627" fmla="*/ 1132326 w 1972510"/>
              <a:gd name="connsiteY1627" fmla="*/ 139987 h 443727"/>
              <a:gd name="connsiteX1628" fmla="*/ 1134461 w 1972510"/>
              <a:gd name="connsiteY1628" fmla="*/ 129316 h 443727"/>
              <a:gd name="connsiteX1629" fmla="*/ 1139720 w 1972510"/>
              <a:gd name="connsiteY1629" fmla="*/ 118493 h 443727"/>
              <a:gd name="connsiteX1630" fmla="*/ 1146504 w 1972510"/>
              <a:gd name="connsiteY1630" fmla="*/ 122609 h 443727"/>
              <a:gd name="connsiteX1631" fmla="*/ 1152906 w 1972510"/>
              <a:gd name="connsiteY1631" fmla="*/ 121923 h 443727"/>
              <a:gd name="connsiteX1632" fmla="*/ 1161291 w 1972510"/>
              <a:gd name="connsiteY1632" fmla="*/ 119255 h 443727"/>
              <a:gd name="connsiteX1633" fmla="*/ 1175620 w 1972510"/>
              <a:gd name="connsiteY1633" fmla="*/ 113386 h 443727"/>
              <a:gd name="connsiteX1634" fmla="*/ 1186977 w 1972510"/>
              <a:gd name="connsiteY1634" fmla="*/ 112243 h 443727"/>
              <a:gd name="connsiteX1635" fmla="*/ 1220971 w 1972510"/>
              <a:gd name="connsiteY1635" fmla="*/ 101191 h 443727"/>
              <a:gd name="connsiteX1636" fmla="*/ 72279 w 1972510"/>
              <a:gd name="connsiteY1636" fmla="*/ 92458 h 443727"/>
              <a:gd name="connsiteX1637" fmla="*/ 71382 w 1972510"/>
              <a:gd name="connsiteY1637" fmla="*/ 92808 h 443727"/>
              <a:gd name="connsiteX1638" fmla="*/ 70530 w 1972510"/>
              <a:gd name="connsiteY1638" fmla="*/ 93355 h 443727"/>
              <a:gd name="connsiteX1639" fmla="*/ 69524 w 1972510"/>
              <a:gd name="connsiteY1639" fmla="*/ 94492 h 443727"/>
              <a:gd name="connsiteX1640" fmla="*/ 68387 w 1972510"/>
              <a:gd name="connsiteY1640" fmla="*/ 95454 h 443727"/>
              <a:gd name="connsiteX1641" fmla="*/ 67381 w 1972510"/>
              <a:gd name="connsiteY1641" fmla="*/ 95781 h 443727"/>
              <a:gd name="connsiteX1642" fmla="*/ 67163 w 1972510"/>
              <a:gd name="connsiteY1642" fmla="*/ 96372 h 443727"/>
              <a:gd name="connsiteX1643" fmla="*/ 67141 w 1972510"/>
              <a:gd name="connsiteY1643" fmla="*/ 96372 h 443727"/>
              <a:gd name="connsiteX1644" fmla="*/ 67032 w 1972510"/>
              <a:gd name="connsiteY1644" fmla="*/ 97509 h 443727"/>
              <a:gd name="connsiteX1645" fmla="*/ 67469 w 1972510"/>
              <a:gd name="connsiteY1645" fmla="*/ 97946 h 443727"/>
              <a:gd name="connsiteX1646" fmla="*/ 69655 w 1972510"/>
              <a:gd name="connsiteY1646" fmla="*/ 98777 h 443727"/>
              <a:gd name="connsiteX1647" fmla="*/ 71710 w 1972510"/>
              <a:gd name="connsiteY1647" fmla="*/ 101400 h 443727"/>
              <a:gd name="connsiteX1648" fmla="*/ 72279 w 1972510"/>
              <a:gd name="connsiteY1648" fmla="*/ 103040 h 443727"/>
              <a:gd name="connsiteX1649" fmla="*/ 71688 w 1972510"/>
              <a:gd name="connsiteY1649" fmla="*/ 104811 h 443727"/>
              <a:gd name="connsiteX1650" fmla="*/ 70923 w 1972510"/>
              <a:gd name="connsiteY1650" fmla="*/ 105751 h 443727"/>
              <a:gd name="connsiteX1651" fmla="*/ 70158 w 1972510"/>
              <a:gd name="connsiteY1651" fmla="*/ 107347 h 443727"/>
              <a:gd name="connsiteX1652" fmla="*/ 70158 w 1972510"/>
              <a:gd name="connsiteY1652" fmla="*/ 109052 h 443727"/>
              <a:gd name="connsiteX1653" fmla="*/ 71601 w 1972510"/>
              <a:gd name="connsiteY1653" fmla="*/ 110539 h 443727"/>
              <a:gd name="connsiteX1654" fmla="*/ 72497 w 1972510"/>
              <a:gd name="connsiteY1654" fmla="*/ 111042 h 443727"/>
              <a:gd name="connsiteX1655" fmla="*/ 73743 w 1972510"/>
              <a:gd name="connsiteY1655" fmla="*/ 111851 h 443727"/>
              <a:gd name="connsiteX1656" fmla="*/ 74509 w 1972510"/>
              <a:gd name="connsiteY1656" fmla="*/ 111851 h 443727"/>
              <a:gd name="connsiteX1657" fmla="*/ 75033 w 1972510"/>
              <a:gd name="connsiteY1657" fmla="*/ 111107 h 443727"/>
              <a:gd name="connsiteX1658" fmla="*/ 75514 w 1972510"/>
              <a:gd name="connsiteY1658" fmla="*/ 109949 h 443727"/>
              <a:gd name="connsiteX1659" fmla="*/ 76258 w 1972510"/>
              <a:gd name="connsiteY1659" fmla="*/ 108921 h 443727"/>
              <a:gd name="connsiteX1660" fmla="*/ 77001 w 1972510"/>
              <a:gd name="connsiteY1660" fmla="*/ 108702 h 443727"/>
              <a:gd name="connsiteX1661" fmla="*/ 79187 w 1972510"/>
              <a:gd name="connsiteY1661" fmla="*/ 110583 h 443727"/>
              <a:gd name="connsiteX1662" fmla="*/ 79187 w 1972510"/>
              <a:gd name="connsiteY1662" fmla="*/ 112332 h 443727"/>
              <a:gd name="connsiteX1663" fmla="*/ 78466 w 1972510"/>
              <a:gd name="connsiteY1663" fmla="*/ 115305 h 443727"/>
              <a:gd name="connsiteX1664" fmla="*/ 77832 w 1972510"/>
              <a:gd name="connsiteY1664" fmla="*/ 116835 h 443727"/>
              <a:gd name="connsiteX1665" fmla="*/ 77460 w 1972510"/>
              <a:gd name="connsiteY1665" fmla="*/ 118475 h 443727"/>
              <a:gd name="connsiteX1666" fmla="*/ 76892 w 1972510"/>
              <a:gd name="connsiteY1666" fmla="*/ 119218 h 443727"/>
              <a:gd name="connsiteX1667" fmla="*/ 77110 w 1972510"/>
              <a:gd name="connsiteY1667" fmla="*/ 120224 h 443727"/>
              <a:gd name="connsiteX1668" fmla="*/ 78138 w 1972510"/>
              <a:gd name="connsiteY1668" fmla="*/ 120705 h 443727"/>
              <a:gd name="connsiteX1669" fmla="*/ 79231 w 1972510"/>
              <a:gd name="connsiteY1669" fmla="*/ 121361 h 443727"/>
              <a:gd name="connsiteX1670" fmla="*/ 80477 w 1972510"/>
              <a:gd name="connsiteY1670" fmla="*/ 121142 h 443727"/>
              <a:gd name="connsiteX1671" fmla="*/ 82554 w 1972510"/>
              <a:gd name="connsiteY1671" fmla="*/ 120989 h 443727"/>
              <a:gd name="connsiteX1672" fmla="*/ 82926 w 1972510"/>
              <a:gd name="connsiteY1672" fmla="*/ 118038 h 443727"/>
              <a:gd name="connsiteX1673" fmla="*/ 83494 w 1972510"/>
              <a:gd name="connsiteY1673" fmla="*/ 116442 h 443727"/>
              <a:gd name="connsiteX1674" fmla="*/ 84150 w 1972510"/>
              <a:gd name="connsiteY1674" fmla="*/ 113578 h 443727"/>
              <a:gd name="connsiteX1675" fmla="*/ 84828 w 1972510"/>
              <a:gd name="connsiteY1675" fmla="*/ 111523 h 443727"/>
              <a:gd name="connsiteX1676" fmla="*/ 84828 w 1972510"/>
              <a:gd name="connsiteY1676" fmla="*/ 108943 h 443727"/>
              <a:gd name="connsiteX1677" fmla="*/ 85331 w 1972510"/>
              <a:gd name="connsiteY1677" fmla="*/ 106494 h 443727"/>
              <a:gd name="connsiteX1678" fmla="*/ 85003 w 1972510"/>
              <a:gd name="connsiteY1678" fmla="*/ 105226 h 443727"/>
              <a:gd name="connsiteX1679" fmla="*/ 83910 w 1972510"/>
              <a:gd name="connsiteY1679" fmla="*/ 103412 h 443727"/>
              <a:gd name="connsiteX1680" fmla="*/ 83101 w 1972510"/>
              <a:gd name="connsiteY1680" fmla="*/ 102931 h 443727"/>
              <a:gd name="connsiteX1681" fmla="*/ 82576 w 1972510"/>
              <a:gd name="connsiteY1681" fmla="*/ 102581 h 443727"/>
              <a:gd name="connsiteX1682" fmla="*/ 81592 w 1972510"/>
              <a:gd name="connsiteY1682" fmla="*/ 102122 h 443727"/>
              <a:gd name="connsiteX1683" fmla="*/ 80543 w 1972510"/>
              <a:gd name="connsiteY1683" fmla="*/ 101007 h 443727"/>
              <a:gd name="connsiteX1684" fmla="*/ 79406 w 1972510"/>
              <a:gd name="connsiteY1684" fmla="*/ 99586 h 443727"/>
              <a:gd name="connsiteX1685" fmla="*/ 77351 w 1972510"/>
              <a:gd name="connsiteY1685" fmla="*/ 97399 h 443727"/>
              <a:gd name="connsiteX1686" fmla="*/ 76280 w 1972510"/>
              <a:gd name="connsiteY1686" fmla="*/ 96131 h 443727"/>
              <a:gd name="connsiteX1687" fmla="*/ 75646 w 1972510"/>
              <a:gd name="connsiteY1687" fmla="*/ 94513 h 443727"/>
              <a:gd name="connsiteX1688" fmla="*/ 74618 w 1972510"/>
              <a:gd name="connsiteY1688" fmla="*/ 93464 h 443727"/>
              <a:gd name="connsiteX1689" fmla="*/ 73962 w 1972510"/>
              <a:gd name="connsiteY1689" fmla="*/ 92764 h 443727"/>
              <a:gd name="connsiteX1690" fmla="*/ 72279 w 1972510"/>
              <a:gd name="connsiteY1690" fmla="*/ 92458 h 443727"/>
              <a:gd name="connsiteX1691" fmla="*/ 265431 w 1972510"/>
              <a:gd name="connsiteY1691" fmla="*/ 92373 h 443727"/>
              <a:gd name="connsiteX1692" fmla="*/ 274161 w 1972510"/>
              <a:gd name="connsiteY1692" fmla="*/ 93574 h 443727"/>
              <a:gd name="connsiteX1693" fmla="*/ 265853 w 1972510"/>
              <a:gd name="connsiteY1693" fmla="*/ 98252 h 443727"/>
              <a:gd name="connsiteX1694" fmla="*/ 256976 w 1972510"/>
              <a:gd name="connsiteY1694" fmla="*/ 95454 h 443727"/>
              <a:gd name="connsiteX1695" fmla="*/ 265415 w 1972510"/>
              <a:gd name="connsiteY1695" fmla="*/ 92371 h 443727"/>
              <a:gd name="connsiteX1696" fmla="*/ 265437 w 1972510"/>
              <a:gd name="connsiteY1696" fmla="*/ 92371 h 443727"/>
              <a:gd name="connsiteX1697" fmla="*/ 265431 w 1972510"/>
              <a:gd name="connsiteY1697" fmla="*/ 92373 h 443727"/>
              <a:gd name="connsiteX1698" fmla="*/ 369788 w 1972510"/>
              <a:gd name="connsiteY1698" fmla="*/ 82095 h 443727"/>
              <a:gd name="connsiteX1699" fmla="*/ 368607 w 1972510"/>
              <a:gd name="connsiteY1699" fmla="*/ 82358 h 443727"/>
              <a:gd name="connsiteX1700" fmla="*/ 367470 w 1972510"/>
              <a:gd name="connsiteY1700" fmla="*/ 83801 h 443727"/>
              <a:gd name="connsiteX1701" fmla="*/ 365284 w 1972510"/>
              <a:gd name="connsiteY1701" fmla="*/ 86118 h 443727"/>
              <a:gd name="connsiteX1702" fmla="*/ 362967 w 1972510"/>
              <a:gd name="connsiteY1702" fmla="*/ 87998 h 443727"/>
              <a:gd name="connsiteX1703" fmla="*/ 362048 w 1972510"/>
              <a:gd name="connsiteY1703" fmla="*/ 89179 h 443727"/>
              <a:gd name="connsiteX1704" fmla="*/ 361589 w 1972510"/>
              <a:gd name="connsiteY1704" fmla="*/ 90119 h 443727"/>
              <a:gd name="connsiteX1705" fmla="*/ 360890 w 1972510"/>
              <a:gd name="connsiteY1705" fmla="*/ 90119 h 443727"/>
              <a:gd name="connsiteX1706" fmla="*/ 359490 w 1972510"/>
              <a:gd name="connsiteY1706" fmla="*/ 89463 h 443727"/>
              <a:gd name="connsiteX1707" fmla="*/ 359329 w 1972510"/>
              <a:gd name="connsiteY1707" fmla="*/ 89301 h 443727"/>
              <a:gd name="connsiteX1708" fmla="*/ 359490 w 1972510"/>
              <a:gd name="connsiteY1708" fmla="*/ 88545 h 443727"/>
              <a:gd name="connsiteX1709" fmla="*/ 360824 w 1972510"/>
              <a:gd name="connsiteY1709" fmla="*/ 86818 h 443727"/>
              <a:gd name="connsiteX1710" fmla="*/ 360474 w 1972510"/>
              <a:gd name="connsiteY1710" fmla="*/ 86490 h 443727"/>
              <a:gd name="connsiteX1711" fmla="*/ 357282 w 1972510"/>
              <a:gd name="connsiteY1711" fmla="*/ 87168 h 443727"/>
              <a:gd name="connsiteX1712" fmla="*/ 356495 w 1972510"/>
              <a:gd name="connsiteY1712" fmla="*/ 86971 h 443727"/>
              <a:gd name="connsiteX1713" fmla="*/ 355511 w 1972510"/>
              <a:gd name="connsiteY1713" fmla="*/ 87364 h 443727"/>
              <a:gd name="connsiteX1714" fmla="*/ 353719 w 1972510"/>
              <a:gd name="connsiteY1714" fmla="*/ 88982 h 443727"/>
              <a:gd name="connsiteX1715" fmla="*/ 352494 w 1972510"/>
              <a:gd name="connsiteY1715" fmla="*/ 91168 h 443727"/>
              <a:gd name="connsiteX1716" fmla="*/ 352888 w 1972510"/>
              <a:gd name="connsiteY1716" fmla="*/ 92196 h 443727"/>
              <a:gd name="connsiteX1717" fmla="*/ 356124 w 1972510"/>
              <a:gd name="connsiteY1717" fmla="*/ 92743 h 443727"/>
              <a:gd name="connsiteX1718" fmla="*/ 357064 w 1972510"/>
              <a:gd name="connsiteY1718" fmla="*/ 92743 h 443727"/>
              <a:gd name="connsiteX1719" fmla="*/ 359250 w 1972510"/>
              <a:gd name="connsiteY1719" fmla="*/ 92546 h 443727"/>
              <a:gd name="connsiteX1720" fmla="*/ 361152 w 1972510"/>
              <a:gd name="connsiteY1720" fmla="*/ 93573 h 443727"/>
              <a:gd name="connsiteX1721" fmla="*/ 362573 w 1972510"/>
              <a:gd name="connsiteY1721" fmla="*/ 94601 h 443727"/>
              <a:gd name="connsiteX1722" fmla="*/ 364322 w 1972510"/>
              <a:gd name="connsiteY1722" fmla="*/ 96044 h 443727"/>
              <a:gd name="connsiteX1723" fmla="*/ 365503 w 1972510"/>
              <a:gd name="connsiteY1723" fmla="*/ 96875 h 443727"/>
              <a:gd name="connsiteX1724" fmla="*/ 366683 w 1972510"/>
              <a:gd name="connsiteY1724" fmla="*/ 97662 h 443727"/>
              <a:gd name="connsiteX1725" fmla="*/ 368870 w 1972510"/>
              <a:gd name="connsiteY1725" fmla="*/ 99498 h 443727"/>
              <a:gd name="connsiteX1726" fmla="*/ 370247 w 1972510"/>
              <a:gd name="connsiteY1726" fmla="*/ 100613 h 443727"/>
              <a:gd name="connsiteX1727" fmla="*/ 371537 w 1972510"/>
              <a:gd name="connsiteY1727" fmla="*/ 101706 h 443727"/>
              <a:gd name="connsiteX1728" fmla="*/ 370072 w 1972510"/>
              <a:gd name="connsiteY1728" fmla="*/ 102100 h 443727"/>
              <a:gd name="connsiteX1729" fmla="*/ 368738 w 1972510"/>
              <a:gd name="connsiteY1729" fmla="*/ 101597 h 443727"/>
              <a:gd name="connsiteX1730" fmla="*/ 368170 w 1972510"/>
              <a:gd name="connsiteY1730" fmla="*/ 100548 h 443727"/>
              <a:gd name="connsiteX1731" fmla="*/ 367361 w 1972510"/>
              <a:gd name="connsiteY1731" fmla="*/ 99782 h 443727"/>
              <a:gd name="connsiteX1732" fmla="*/ 366443 w 1972510"/>
              <a:gd name="connsiteY1732" fmla="*/ 98777 h 443727"/>
              <a:gd name="connsiteX1733" fmla="*/ 365743 w 1972510"/>
              <a:gd name="connsiteY1733" fmla="*/ 98624 h 443727"/>
              <a:gd name="connsiteX1734" fmla="*/ 364825 w 1972510"/>
              <a:gd name="connsiteY1734" fmla="*/ 98143 h 443727"/>
              <a:gd name="connsiteX1735" fmla="*/ 363863 w 1972510"/>
              <a:gd name="connsiteY1735" fmla="*/ 97443 h 443727"/>
              <a:gd name="connsiteX1736" fmla="*/ 362529 w 1972510"/>
              <a:gd name="connsiteY1736" fmla="*/ 96547 h 443727"/>
              <a:gd name="connsiteX1737" fmla="*/ 361502 w 1972510"/>
              <a:gd name="connsiteY1737" fmla="*/ 95650 h 443727"/>
              <a:gd name="connsiteX1738" fmla="*/ 360868 w 1972510"/>
              <a:gd name="connsiteY1738" fmla="*/ 95497 h 443727"/>
              <a:gd name="connsiteX1739" fmla="*/ 359775 w 1972510"/>
              <a:gd name="connsiteY1739" fmla="*/ 94470 h 443727"/>
              <a:gd name="connsiteX1740" fmla="*/ 357239 w 1972510"/>
              <a:gd name="connsiteY1740" fmla="*/ 95410 h 443727"/>
              <a:gd name="connsiteX1741" fmla="*/ 356058 w 1972510"/>
              <a:gd name="connsiteY1741" fmla="*/ 96131 h 443727"/>
              <a:gd name="connsiteX1742" fmla="*/ 355642 w 1972510"/>
              <a:gd name="connsiteY1742" fmla="*/ 97028 h 443727"/>
              <a:gd name="connsiteX1743" fmla="*/ 356320 w 1972510"/>
              <a:gd name="connsiteY1743" fmla="*/ 97771 h 443727"/>
              <a:gd name="connsiteX1744" fmla="*/ 357588 w 1972510"/>
              <a:gd name="connsiteY1744" fmla="*/ 98230 h 443727"/>
              <a:gd name="connsiteX1745" fmla="*/ 358813 w 1972510"/>
              <a:gd name="connsiteY1745" fmla="*/ 98514 h 443727"/>
              <a:gd name="connsiteX1746" fmla="*/ 359381 w 1972510"/>
              <a:gd name="connsiteY1746" fmla="*/ 99280 h 443727"/>
              <a:gd name="connsiteX1747" fmla="*/ 358201 w 1972510"/>
              <a:gd name="connsiteY1747" fmla="*/ 99761 h 443727"/>
              <a:gd name="connsiteX1748" fmla="*/ 357195 w 1972510"/>
              <a:gd name="connsiteY1748" fmla="*/ 100460 h 443727"/>
              <a:gd name="connsiteX1749" fmla="*/ 356539 w 1972510"/>
              <a:gd name="connsiteY1749" fmla="*/ 100591 h 443727"/>
              <a:gd name="connsiteX1750" fmla="*/ 355490 w 1972510"/>
              <a:gd name="connsiteY1750" fmla="*/ 100220 h 443727"/>
              <a:gd name="connsiteX1751" fmla="*/ 354047 w 1972510"/>
              <a:gd name="connsiteY1751" fmla="*/ 99323 h 443727"/>
              <a:gd name="connsiteX1752" fmla="*/ 352516 w 1972510"/>
              <a:gd name="connsiteY1752" fmla="*/ 98908 h 443727"/>
              <a:gd name="connsiteX1753" fmla="*/ 351838 w 1972510"/>
              <a:gd name="connsiteY1753" fmla="*/ 97662 h 443727"/>
              <a:gd name="connsiteX1754" fmla="*/ 349652 w 1972510"/>
              <a:gd name="connsiteY1754" fmla="*/ 97093 h 443727"/>
              <a:gd name="connsiteX1755" fmla="*/ 348318 w 1972510"/>
              <a:gd name="connsiteY1755" fmla="*/ 97924 h 443727"/>
              <a:gd name="connsiteX1756" fmla="*/ 347597 w 1972510"/>
              <a:gd name="connsiteY1756" fmla="*/ 98799 h 443727"/>
              <a:gd name="connsiteX1757" fmla="*/ 347859 w 1972510"/>
              <a:gd name="connsiteY1757" fmla="*/ 99542 h 443727"/>
              <a:gd name="connsiteX1758" fmla="*/ 348625 w 1972510"/>
              <a:gd name="connsiteY1758" fmla="*/ 100919 h 443727"/>
              <a:gd name="connsiteX1759" fmla="*/ 350264 w 1972510"/>
              <a:gd name="connsiteY1759" fmla="*/ 101750 h 443727"/>
              <a:gd name="connsiteX1760" fmla="*/ 351948 w 1972510"/>
              <a:gd name="connsiteY1760" fmla="*/ 103040 h 443727"/>
              <a:gd name="connsiteX1761" fmla="*/ 353609 w 1972510"/>
              <a:gd name="connsiteY1761" fmla="*/ 104286 h 443727"/>
              <a:gd name="connsiteX1762" fmla="*/ 353391 w 1972510"/>
              <a:gd name="connsiteY1762" fmla="*/ 105314 h 443727"/>
              <a:gd name="connsiteX1763" fmla="*/ 349171 w 1972510"/>
              <a:gd name="connsiteY1763" fmla="*/ 106254 h 443727"/>
              <a:gd name="connsiteX1764" fmla="*/ 346985 w 1972510"/>
              <a:gd name="connsiteY1764" fmla="*/ 104592 h 443727"/>
              <a:gd name="connsiteX1765" fmla="*/ 345804 w 1972510"/>
              <a:gd name="connsiteY1765" fmla="*/ 104133 h 443727"/>
              <a:gd name="connsiteX1766" fmla="*/ 345804 w 1972510"/>
              <a:gd name="connsiteY1766" fmla="*/ 107085 h 443727"/>
              <a:gd name="connsiteX1767" fmla="*/ 344624 w 1972510"/>
              <a:gd name="connsiteY1767" fmla="*/ 108134 h 443727"/>
              <a:gd name="connsiteX1768" fmla="*/ 346132 w 1972510"/>
              <a:gd name="connsiteY1768" fmla="*/ 109774 h 443727"/>
              <a:gd name="connsiteX1769" fmla="*/ 347422 w 1972510"/>
              <a:gd name="connsiteY1769" fmla="*/ 110561 h 443727"/>
              <a:gd name="connsiteX1770" fmla="*/ 349171 w 1972510"/>
              <a:gd name="connsiteY1770" fmla="*/ 111457 h 443727"/>
              <a:gd name="connsiteX1771" fmla="*/ 351795 w 1972510"/>
              <a:gd name="connsiteY1771" fmla="*/ 110714 h 443727"/>
              <a:gd name="connsiteX1772" fmla="*/ 353063 w 1972510"/>
              <a:gd name="connsiteY1772" fmla="*/ 110430 h 443727"/>
              <a:gd name="connsiteX1773" fmla="*/ 354549 w 1972510"/>
              <a:gd name="connsiteY1773" fmla="*/ 109533 h 443727"/>
              <a:gd name="connsiteX1774" fmla="*/ 355752 w 1972510"/>
              <a:gd name="connsiteY1774" fmla="*/ 108659 h 443727"/>
              <a:gd name="connsiteX1775" fmla="*/ 356932 w 1972510"/>
              <a:gd name="connsiteY1775" fmla="*/ 107391 h 443727"/>
              <a:gd name="connsiteX1776" fmla="*/ 359468 w 1972510"/>
              <a:gd name="connsiteY1776" fmla="*/ 108440 h 443727"/>
              <a:gd name="connsiteX1777" fmla="*/ 360474 w 1972510"/>
              <a:gd name="connsiteY1777" fmla="*/ 108987 h 443727"/>
              <a:gd name="connsiteX1778" fmla="*/ 361786 w 1972510"/>
              <a:gd name="connsiteY1778" fmla="*/ 109949 h 443727"/>
              <a:gd name="connsiteX1779" fmla="*/ 362967 w 1972510"/>
              <a:gd name="connsiteY1779" fmla="*/ 110080 h 443727"/>
              <a:gd name="connsiteX1780" fmla="*/ 364388 w 1972510"/>
              <a:gd name="connsiteY1780" fmla="*/ 109293 h 443727"/>
              <a:gd name="connsiteX1781" fmla="*/ 364388 w 1972510"/>
              <a:gd name="connsiteY1781" fmla="*/ 108440 h 443727"/>
              <a:gd name="connsiteX1782" fmla="*/ 363797 w 1972510"/>
              <a:gd name="connsiteY1782" fmla="*/ 106888 h 443727"/>
              <a:gd name="connsiteX1783" fmla="*/ 363316 w 1972510"/>
              <a:gd name="connsiteY1783" fmla="*/ 105226 h 443727"/>
              <a:gd name="connsiteX1784" fmla="*/ 362376 w 1972510"/>
              <a:gd name="connsiteY1784" fmla="*/ 104898 h 443727"/>
              <a:gd name="connsiteX1785" fmla="*/ 361043 w 1972510"/>
              <a:gd name="connsiteY1785" fmla="*/ 104264 h 443727"/>
              <a:gd name="connsiteX1786" fmla="*/ 360627 w 1972510"/>
              <a:gd name="connsiteY1786" fmla="*/ 103608 h 443727"/>
              <a:gd name="connsiteX1787" fmla="*/ 361895 w 1972510"/>
              <a:gd name="connsiteY1787" fmla="*/ 102778 h 443727"/>
              <a:gd name="connsiteX1788" fmla="*/ 363819 w 1972510"/>
              <a:gd name="connsiteY1788" fmla="*/ 102778 h 443727"/>
              <a:gd name="connsiteX1789" fmla="*/ 365240 w 1972510"/>
              <a:gd name="connsiteY1789" fmla="*/ 102778 h 443727"/>
              <a:gd name="connsiteX1790" fmla="*/ 368498 w 1972510"/>
              <a:gd name="connsiteY1790" fmla="*/ 103455 h 443727"/>
              <a:gd name="connsiteX1791" fmla="*/ 369591 w 1972510"/>
              <a:gd name="connsiteY1791" fmla="*/ 104592 h 443727"/>
              <a:gd name="connsiteX1792" fmla="*/ 370334 w 1972510"/>
              <a:gd name="connsiteY1792" fmla="*/ 105554 h 443727"/>
              <a:gd name="connsiteX1793" fmla="*/ 371318 w 1972510"/>
              <a:gd name="connsiteY1793" fmla="*/ 105991 h 443727"/>
              <a:gd name="connsiteX1794" fmla="*/ 374095 w 1972510"/>
              <a:gd name="connsiteY1794" fmla="*/ 107740 h 443727"/>
              <a:gd name="connsiteX1795" fmla="*/ 376019 w 1972510"/>
              <a:gd name="connsiteY1795" fmla="*/ 106735 h 443727"/>
              <a:gd name="connsiteX1796" fmla="*/ 377352 w 1972510"/>
              <a:gd name="connsiteY1796" fmla="*/ 104745 h 443727"/>
              <a:gd name="connsiteX1797" fmla="*/ 376915 w 1972510"/>
              <a:gd name="connsiteY1797" fmla="*/ 103761 h 443727"/>
              <a:gd name="connsiteX1798" fmla="*/ 376500 w 1972510"/>
              <a:gd name="connsiteY1798" fmla="*/ 102931 h 443727"/>
              <a:gd name="connsiteX1799" fmla="*/ 376500 w 1972510"/>
              <a:gd name="connsiteY1799" fmla="*/ 101947 h 443727"/>
              <a:gd name="connsiteX1800" fmla="*/ 375800 w 1972510"/>
              <a:gd name="connsiteY1800" fmla="*/ 101269 h 443727"/>
              <a:gd name="connsiteX1801" fmla="*/ 374248 w 1972510"/>
              <a:gd name="connsiteY1801" fmla="*/ 100766 h 443727"/>
              <a:gd name="connsiteX1802" fmla="*/ 373920 w 1972510"/>
              <a:gd name="connsiteY1802" fmla="*/ 100067 h 443727"/>
              <a:gd name="connsiteX1803" fmla="*/ 375253 w 1972510"/>
              <a:gd name="connsiteY1803" fmla="*/ 99192 h 443727"/>
              <a:gd name="connsiteX1804" fmla="*/ 376369 w 1972510"/>
              <a:gd name="connsiteY1804" fmla="*/ 98580 h 443727"/>
              <a:gd name="connsiteX1805" fmla="*/ 377396 w 1972510"/>
              <a:gd name="connsiteY1805" fmla="*/ 98121 h 443727"/>
              <a:gd name="connsiteX1806" fmla="*/ 380479 w 1972510"/>
              <a:gd name="connsiteY1806" fmla="*/ 96984 h 443727"/>
              <a:gd name="connsiteX1807" fmla="*/ 382534 w 1972510"/>
              <a:gd name="connsiteY1807" fmla="*/ 97246 h 443727"/>
              <a:gd name="connsiteX1808" fmla="*/ 383736 w 1972510"/>
              <a:gd name="connsiteY1808" fmla="*/ 96306 h 443727"/>
              <a:gd name="connsiteX1809" fmla="*/ 384174 w 1972510"/>
              <a:gd name="connsiteY1809" fmla="*/ 95497 h 443727"/>
              <a:gd name="connsiteX1810" fmla="*/ 383889 w 1972510"/>
              <a:gd name="connsiteY1810" fmla="*/ 94142 h 443727"/>
              <a:gd name="connsiteX1811" fmla="*/ 383059 w 1972510"/>
              <a:gd name="connsiteY1811" fmla="*/ 93420 h 443727"/>
              <a:gd name="connsiteX1812" fmla="*/ 382490 w 1972510"/>
              <a:gd name="connsiteY1812" fmla="*/ 93420 h 443727"/>
              <a:gd name="connsiteX1813" fmla="*/ 378598 w 1972510"/>
              <a:gd name="connsiteY1813" fmla="*/ 92065 h 443727"/>
              <a:gd name="connsiteX1814" fmla="*/ 377811 w 1972510"/>
              <a:gd name="connsiteY1814" fmla="*/ 93792 h 443727"/>
              <a:gd name="connsiteX1815" fmla="*/ 376937 w 1972510"/>
              <a:gd name="connsiteY1815" fmla="*/ 94251 h 443727"/>
              <a:gd name="connsiteX1816" fmla="*/ 375909 w 1972510"/>
              <a:gd name="connsiteY1816" fmla="*/ 94426 h 443727"/>
              <a:gd name="connsiteX1817" fmla="*/ 374838 w 1972510"/>
              <a:gd name="connsiteY1817" fmla="*/ 94011 h 443727"/>
              <a:gd name="connsiteX1818" fmla="*/ 374029 w 1972510"/>
              <a:gd name="connsiteY1818" fmla="*/ 94907 h 443727"/>
              <a:gd name="connsiteX1819" fmla="*/ 373133 w 1972510"/>
              <a:gd name="connsiteY1819" fmla="*/ 94907 h 443727"/>
              <a:gd name="connsiteX1820" fmla="*/ 372236 w 1972510"/>
              <a:gd name="connsiteY1820" fmla="*/ 94776 h 443727"/>
              <a:gd name="connsiteX1821" fmla="*/ 371515 w 1972510"/>
              <a:gd name="connsiteY1821" fmla="*/ 95781 h 443727"/>
              <a:gd name="connsiteX1822" fmla="*/ 371996 w 1972510"/>
              <a:gd name="connsiteY1822" fmla="*/ 96831 h 443727"/>
              <a:gd name="connsiteX1823" fmla="*/ 370247 w 1972510"/>
              <a:gd name="connsiteY1823" fmla="*/ 96831 h 443727"/>
              <a:gd name="connsiteX1824" fmla="*/ 370597 w 1972510"/>
              <a:gd name="connsiteY1824" fmla="*/ 95607 h 443727"/>
              <a:gd name="connsiteX1825" fmla="*/ 370181 w 1972510"/>
              <a:gd name="connsiteY1825" fmla="*/ 94142 h 443727"/>
              <a:gd name="connsiteX1826" fmla="*/ 372127 w 1972510"/>
              <a:gd name="connsiteY1826" fmla="*/ 93858 h 443727"/>
              <a:gd name="connsiteX1827" fmla="*/ 375341 w 1972510"/>
              <a:gd name="connsiteY1827" fmla="*/ 92896 h 443727"/>
              <a:gd name="connsiteX1828" fmla="*/ 375603 w 1972510"/>
              <a:gd name="connsiteY1828" fmla="*/ 91693 h 443727"/>
              <a:gd name="connsiteX1829" fmla="*/ 376543 w 1972510"/>
              <a:gd name="connsiteY1829" fmla="*/ 90819 h 443727"/>
              <a:gd name="connsiteX1830" fmla="*/ 378336 w 1972510"/>
              <a:gd name="connsiteY1830" fmla="*/ 90644 h 443727"/>
              <a:gd name="connsiteX1831" fmla="*/ 379910 w 1972510"/>
              <a:gd name="connsiteY1831" fmla="*/ 89944 h 443727"/>
              <a:gd name="connsiteX1832" fmla="*/ 379757 w 1972510"/>
              <a:gd name="connsiteY1832" fmla="*/ 88261 h 443727"/>
              <a:gd name="connsiteX1833" fmla="*/ 379189 w 1972510"/>
              <a:gd name="connsiteY1833" fmla="*/ 87845 h 443727"/>
              <a:gd name="connsiteX1834" fmla="*/ 378664 w 1972510"/>
              <a:gd name="connsiteY1834" fmla="*/ 87386 h 443727"/>
              <a:gd name="connsiteX1835" fmla="*/ 376893 w 1972510"/>
              <a:gd name="connsiteY1835" fmla="*/ 87845 h 443727"/>
              <a:gd name="connsiteX1836" fmla="*/ 374969 w 1972510"/>
              <a:gd name="connsiteY1836" fmla="*/ 88042 h 443727"/>
              <a:gd name="connsiteX1837" fmla="*/ 374969 w 1972510"/>
              <a:gd name="connsiteY1837" fmla="*/ 86796 h 443727"/>
              <a:gd name="connsiteX1838" fmla="*/ 373723 w 1972510"/>
              <a:gd name="connsiteY1838" fmla="*/ 86796 h 443727"/>
              <a:gd name="connsiteX1839" fmla="*/ 373067 w 1972510"/>
              <a:gd name="connsiteY1839" fmla="*/ 88130 h 443727"/>
              <a:gd name="connsiteX1840" fmla="*/ 371777 w 1972510"/>
              <a:gd name="connsiteY1840" fmla="*/ 88676 h 443727"/>
              <a:gd name="connsiteX1841" fmla="*/ 370619 w 1972510"/>
              <a:gd name="connsiteY1841" fmla="*/ 89747 h 443727"/>
              <a:gd name="connsiteX1842" fmla="*/ 371427 w 1972510"/>
              <a:gd name="connsiteY1842" fmla="*/ 90075 h 443727"/>
              <a:gd name="connsiteX1843" fmla="*/ 372499 w 1972510"/>
              <a:gd name="connsiteY1843" fmla="*/ 90600 h 443727"/>
              <a:gd name="connsiteX1844" fmla="*/ 371799 w 1972510"/>
              <a:gd name="connsiteY1844" fmla="*/ 92174 h 443727"/>
              <a:gd name="connsiteX1845" fmla="*/ 370116 w 1972510"/>
              <a:gd name="connsiteY1845" fmla="*/ 92065 h 443727"/>
              <a:gd name="connsiteX1846" fmla="*/ 370225 w 1972510"/>
              <a:gd name="connsiteY1846" fmla="*/ 91256 h 443727"/>
              <a:gd name="connsiteX1847" fmla="*/ 369350 w 1972510"/>
              <a:gd name="connsiteY1847" fmla="*/ 90206 h 443727"/>
              <a:gd name="connsiteX1848" fmla="*/ 369547 w 1972510"/>
              <a:gd name="connsiteY1848" fmla="*/ 89551 h 443727"/>
              <a:gd name="connsiteX1849" fmla="*/ 371231 w 1972510"/>
              <a:gd name="connsiteY1849" fmla="*/ 87364 h 443727"/>
              <a:gd name="connsiteX1850" fmla="*/ 371624 w 1972510"/>
              <a:gd name="connsiteY1850" fmla="*/ 86643 h 443727"/>
              <a:gd name="connsiteX1851" fmla="*/ 372302 w 1972510"/>
              <a:gd name="connsiteY1851" fmla="*/ 85484 h 443727"/>
              <a:gd name="connsiteX1852" fmla="*/ 371427 w 1972510"/>
              <a:gd name="connsiteY1852" fmla="*/ 85200 h 443727"/>
              <a:gd name="connsiteX1853" fmla="*/ 370269 w 1972510"/>
              <a:gd name="connsiteY1853" fmla="*/ 85615 h 443727"/>
              <a:gd name="connsiteX1854" fmla="*/ 369810 w 1972510"/>
              <a:gd name="connsiteY1854" fmla="*/ 86293 h 443727"/>
              <a:gd name="connsiteX1855" fmla="*/ 368104 w 1972510"/>
              <a:gd name="connsiteY1855" fmla="*/ 87911 h 443727"/>
              <a:gd name="connsiteX1856" fmla="*/ 367077 w 1972510"/>
              <a:gd name="connsiteY1856" fmla="*/ 89245 h 443727"/>
              <a:gd name="connsiteX1857" fmla="*/ 365240 w 1972510"/>
              <a:gd name="connsiteY1857" fmla="*/ 90841 h 443727"/>
              <a:gd name="connsiteX1858" fmla="*/ 364803 w 1972510"/>
              <a:gd name="connsiteY1858" fmla="*/ 92109 h 443727"/>
              <a:gd name="connsiteX1859" fmla="*/ 365459 w 1972510"/>
              <a:gd name="connsiteY1859" fmla="*/ 92327 h 443727"/>
              <a:gd name="connsiteX1860" fmla="*/ 366202 w 1972510"/>
              <a:gd name="connsiteY1860" fmla="*/ 92218 h 443727"/>
              <a:gd name="connsiteX1861" fmla="*/ 367208 w 1972510"/>
              <a:gd name="connsiteY1861" fmla="*/ 91781 h 443727"/>
              <a:gd name="connsiteX1862" fmla="*/ 367077 w 1972510"/>
              <a:gd name="connsiteY1862" fmla="*/ 92655 h 443727"/>
              <a:gd name="connsiteX1863" fmla="*/ 366661 w 1972510"/>
              <a:gd name="connsiteY1863" fmla="*/ 93420 h 443727"/>
              <a:gd name="connsiteX1864" fmla="*/ 367536 w 1972510"/>
              <a:gd name="connsiteY1864" fmla="*/ 93836 h 443727"/>
              <a:gd name="connsiteX1865" fmla="*/ 368170 w 1972510"/>
              <a:gd name="connsiteY1865" fmla="*/ 94645 h 443727"/>
              <a:gd name="connsiteX1866" fmla="*/ 367689 w 1972510"/>
              <a:gd name="connsiteY1866" fmla="*/ 94951 h 443727"/>
              <a:gd name="connsiteX1867" fmla="*/ 366858 w 1972510"/>
              <a:gd name="connsiteY1867" fmla="*/ 94732 h 443727"/>
              <a:gd name="connsiteX1868" fmla="*/ 366006 w 1972510"/>
              <a:gd name="connsiteY1868" fmla="*/ 94273 h 443727"/>
              <a:gd name="connsiteX1869" fmla="*/ 364650 w 1972510"/>
              <a:gd name="connsiteY1869" fmla="*/ 93267 h 443727"/>
              <a:gd name="connsiteX1870" fmla="*/ 363885 w 1972510"/>
              <a:gd name="connsiteY1870" fmla="*/ 92568 h 443727"/>
              <a:gd name="connsiteX1871" fmla="*/ 362835 w 1972510"/>
              <a:gd name="connsiteY1871" fmla="*/ 91890 h 443727"/>
              <a:gd name="connsiteX1872" fmla="*/ 362835 w 1972510"/>
              <a:gd name="connsiteY1872" fmla="*/ 91037 h 443727"/>
              <a:gd name="connsiteX1873" fmla="*/ 364038 w 1972510"/>
              <a:gd name="connsiteY1873" fmla="*/ 90491 h 443727"/>
              <a:gd name="connsiteX1874" fmla="*/ 364825 w 1972510"/>
              <a:gd name="connsiteY1874" fmla="*/ 89791 h 443727"/>
              <a:gd name="connsiteX1875" fmla="*/ 365678 w 1972510"/>
              <a:gd name="connsiteY1875" fmla="*/ 88611 h 443727"/>
              <a:gd name="connsiteX1876" fmla="*/ 367164 w 1972510"/>
              <a:gd name="connsiteY1876" fmla="*/ 87058 h 443727"/>
              <a:gd name="connsiteX1877" fmla="*/ 367995 w 1972510"/>
              <a:gd name="connsiteY1877" fmla="*/ 86359 h 443727"/>
              <a:gd name="connsiteX1878" fmla="*/ 368673 w 1972510"/>
              <a:gd name="connsiteY1878" fmla="*/ 85812 h 443727"/>
              <a:gd name="connsiteX1879" fmla="*/ 369219 w 1972510"/>
              <a:gd name="connsiteY1879" fmla="*/ 85266 h 443727"/>
              <a:gd name="connsiteX1880" fmla="*/ 370094 w 1972510"/>
              <a:gd name="connsiteY1880" fmla="*/ 84325 h 443727"/>
              <a:gd name="connsiteX1881" fmla="*/ 370728 w 1972510"/>
              <a:gd name="connsiteY1881" fmla="*/ 83495 h 443727"/>
              <a:gd name="connsiteX1882" fmla="*/ 370881 w 1972510"/>
              <a:gd name="connsiteY1882" fmla="*/ 82839 h 443727"/>
              <a:gd name="connsiteX1883" fmla="*/ 370378 w 1972510"/>
              <a:gd name="connsiteY1883" fmla="*/ 82708 h 443727"/>
              <a:gd name="connsiteX1884" fmla="*/ 369788 w 1972510"/>
              <a:gd name="connsiteY1884" fmla="*/ 82095 h 443727"/>
              <a:gd name="connsiteX1885" fmla="*/ 79909 w 1972510"/>
              <a:gd name="connsiteY1885" fmla="*/ 80740 h 443727"/>
              <a:gd name="connsiteX1886" fmla="*/ 79253 w 1972510"/>
              <a:gd name="connsiteY1886" fmla="*/ 81199 h 443727"/>
              <a:gd name="connsiteX1887" fmla="*/ 78225 w 1972510"/>
              <a:gd name="connsiteY1887" fmla="*/ 81483 h 443727"/>
              <a:gd name="connsiteX1888" fmla="*/ 77526 w 1972510"/>
              <a:gd name="connsiteY1888" fmla="*/ 82598 h 443727"/>
              <a:gd name="connsiteX1889" fmla="*/ 76695 w 1972510"/>
              <a:gd name="connsiteY1889" fmla="*/ 83189 h 443727"/>
              <a:gd name="connsiteX1890" fmla="*/ 76127 w 1972510"/>
              <a:gd name="connsiteY1890" fmla="*/ 84172 h 443727"/>
              <a:gd name="connsiteX1891" fmla="*/ 75033 w 1972510"/>
              <a:gd name="connsiteY1891" fmla="*/ 84959 h 443727"/>
              <a:gd name="connsiteX1892" fmla="*/ 74771 w 1972510"/>
              <a:gd name="connsiteY1892" fmla="*/ 86096 h 443727"/>
              <a:gd name="connsiteX1893" fmla="*/ 75995 w 1972510"/>
              <a:gd name="connsiteY1893" fmla="*/ 87321 h 443727"/>
              <a:gd name="connsiteX1894" fmla="*/ 77482 w 1972510"/>
              <a:gd name="connsiteY1894" fmla="*/ 89507 h 443727"/>
              <a:gd name="connsiteX1895" fmla="*/ 78400 w 1972510"/>
              <a:gd name="connsiteY1895" fmla="*/ 90862 h 443727"/>
              <a:gd name="connsiteX1896" fmla="*/ 80193 w 1972510"/>
              <a:gd name="connsiteY1896" fmla="*/ 92743 h 443727"/>
              <a:gd name="connsiteX1897" fmla="*/ 81177 w 1972510"/>
              <a:gd name="connsiteY1897" fmla="*/ 94120 h 443727"/>
              <a:gd name="connsiteX1898" fmla="*/ 82117 w 1972510"/>
              <a:gd name="connsiteY1898" fmla="*/ 95519 h 443727"/>
              <a:gd name="connsiteX1899" fmla="*/ 82532 w 1972510"/>
              <a:gd name="connsiteY1899" fmla="*/ 96525 h 443727"/>
              <a:gd name="connsiteX1900" fmla="*/ 84500 w 1972510"/>
              <a:gd name="connsiteY1900" fmla="*/ 99061 h 443727"/>
              <a:gd name="connsiteX1901" fmla="*/ 86074 w 1972510"/>
              <a:gd name="connsiteY1901" fmla="*/ 100263 h 443727"/>
              <a:gd name="connsiteX1902" fmla="*/ 87124 w 1972510"/>
              <a:gd name="connsiteY1902" fmla="*/ 101007 h 443727"/>
              <a:gd name="connsiteX1903" fmla="*/ 88151 w 1972510"/>
              <a:gd name="connsiteY1903" fmla="*/ 101859 h 443727"/>
              <a:gd name="connsiteX1904" fmla="*/ 90009 w 1972510"/>
              <a:gd name="connsiteY1904" fmla="*/ 102974 h 443727"/>
              <a:gd name="connsiteX1905" fmla="*/ 91387 w 1972510"/>
              <a:gd name="connsiteY1905" fmla="*/ 104111 h 443727"/>
              <a:gd name="connsiteX1906" fmla="*/ 93158 w 1972510"/>
              <a:gd name="connsiteY1906" fmla="*/ 104439 h 443727"/>
              <a:gd name="connsiteX1907" fmla="*/ 94273 w 1972510"/>
              <a:gd name="connsiteY1907" fmla="*/ 104089 h 443727"/>
              <a:gd name="connsiteX1908" fmla="*/ 95759 w 1972510"/>
              <a:gd name="connsiteY1908" fmla="*/ 102668 h 443727"/>
              <a:gd name="connsiteX1909" fmla="*/ 96984 w 1972510"/>
              <a:gd name="connsiteY1909" fmla="*/ 101925 h 443727"/>
              <a:gd name="connsiteX1910" fmla="*/ 98142 w 1972510"/>
              <a:gd name="connsiteY1910" fmla="*/ 100744 h 443727"/>
              <a:gd name="connsiteX1911" fmla="*/ 99389 w 1972510"/>
              <a:gd name="connsiteY1911" fmla="*/ 99629 h 443727"/>
              <a:gd name="connsiteX1912" fmla="*/ 100460 w 1972510"/>
              <a:gd name="connsiteY1912" fmla="*/ 99170 h 443727"/>
              <a:gd name="connsiteX1913" fmla="*/ 101247 w 1972510"/>
              <a:gd name="connsiteY1913" fmla="*/ 97793 h 443727"/>
              <a:gd name="connsiteX1914" fmla="*/ 102143 w 1972510"/>
              <a:gd name="connsiteY1914" fmla="*/ 96481 h 443727"/>
              <a:gd name="connsiteX1915" fmla="*/ 101553 w 1972510"/>
              <a:gd name="connsiteY1915" fmla="*/ 95104 h 443727"/>
              <a:gd name="connsiteX1916" fmla="*/ 100525 w 1972510"/>
              <a:gd name="connsiteY1916" fmla="*/ 93158 h 443727"/>
              <a:gd name="connsiteX1917" fmla="*/ 98601 w 1972510"/>
              <a:gd name="connsiteY1917" fmla="*/ 92480 h 443727"/>
              <a:gd name="connsiteX1918" fmla="*/ 97508 w 1972510"/>
              <a:gd name="connsiteY1918" fmla="*/ 93420 h 443727"/>
              <a:gd name="connsiteX1919" fmla="*/ 96612 w 1972510"/>
              <a:gd name="connsiteY1919" fmla="*/ 93858 h 443727"/>
              <a:gd name="connsiteX1920" fmla="*/ 95803 w 1972510"/>
              <a:gd name="connsiteY1920" fmla="*/ 94404 h 443727"/>
              <a:gd name="connsiteX1921" fmla="*/ 94775 w 1972510"/>
              <a:gd name="connsiteY1921" fmla="*/ 95257 h 443727"/>
              <a:gd name="connsiteX1922" fmla="*/ 92895 w 1972510"/>
              <a:gd name="connsiteY1922" fmla="*/ 96066 h 443727"/>
              <a:gd name="connsiteX1923" fmla="*/ 90818 w 1972510"/>
              <a:gd name="connsiteY1923" fmla="*/ 95038 h 443727"/>
              <a:gd name="connsiteX1924" fmla="*/ 89813 w 1972510"/>
              <a:gd name="connsiteY1924" fmla="*/ 94207 h 443727"/>
              <a:gd name="connsiteX1925" fmla="*/ 88413 w 1972510"/>
              <a:gd name="connsiteY1925" fmla="*/ 91759 h 443727"/>
              <a:gd name="connsiteX1926" fmla="*/ 89222 w 1972510"/>
              <a:gd name="connsiteY1926" fmla="*/ 89179 h 443727"/>
              <a:gd name="connsiteX1927" fmla="*/ 89638 w 1972510"/>
              <a:gd name="connsiteY1927" fmla="*/ 87496 h 443727"/>
              <a:gd name="connsiteX1928" fmla="*/ 89813 w 1972510"/>
              <a:gd name="connsiteY1928" fmla="*/ 86162 h 443727"/>
              <a:gd name="connsiteX1929" fmla="*/ 90447 w 1972510"/>
              <a:gd name="connsiteY1929" fmla="*/ 85003 h 443727"/>
              <a:gd name="connsiteX1930" fmla="*/ 90447 w 1972510"/>
              <a:gd name="connsiteY1930" fmla="*/ 84063 h 443727"/>
              <a:gd name="connsiteX1931" fmla="*/ 89310 w 1972510"/>
              <a:gd name="connsiteY1931" fmla="*/ 83298 h 443727"/>
              <a:gd name="connsiteX1932" fmla="*/ 87233 w 1972510"/>
              <a:gd name="connsiteY1932" fmla="*/ 82751 h 443727"/>
              <a:gd name="connsiteX1933" fmla="*/ 85506 w 1972510"/>
              <a:gd name="connsiteY1933" fmla="*/ 83648 h 443727"/>
              <a:gd name="connsiteX1934" fmla="*/ 85221 w 1972510"/>
              <a:gd name="connsiteY1934" fmla="*/ 84916 h 443727"/>
              <a:gd name="connsiteX1935" fmla="*/ 84150 w 1972510"/>
              <a:gd name="connsiteY1935" fmla="*/ 85462 h 443727"/>
              <a:gd name="connsiteX1936" fmla="*/ 83385 w 1972510"/>
              <a:gd name="connsiteY1936" fmla="*/ 84391 h 443727"/>
              <a:gd name="connsiteX1937" fmla="*/ 82467 w 1972510"/>
              <a:gd name="connsiteY1937" fmla="*/ 81658 h 443727"/>
              <a:gd name="connsiteX1938" fmla="*/ 80805 w 1972510"/>
              <a:gd name="connsiteY1938" fmla="*/ 80740 h 443727"/>
              <a:gd name="connsiteX1939" fmla="*/ 79909 w 1972510"/>
              <a:gd name="connsiteY1939" fmla="*/ 80740 h 443727"/>
              <a:gd name="connsiteX1940" fmla="*/ 271143 w 1972510"/>
              <a:gd name="connsiteY1940" fmla="*/ 71689 h 443727"/>
              <a:gd name="connsiteX1941" fmla="*/ 269460 w 1972510"/>
              <a:gd name="connsiteY1941" fmla="*/ 81484 h 443727"/>
              <a:gd name="connsiteX1942" fmla="*/ 264322 w 1972510"/>
              <a:gd name="connsiteY1942" fmla="*/ 86840 h 443727"/>
              <a:gd name="connsiteX1943" fmla="*/ 262333 w 1972510"/>
              <a:gd name="connsiteY1943" fmla="*/ 90120 h 443727"/>
              <a:gd name="connsiteX1944" fmla="*/ 236491 w 1972510"/>
              <a:gd name="connsiteY1944" fmla="*/ 107981 h 443727"/>
              <a:gd name="connsiteX1945" fmla="*/ 244143 w 1972510"/>
              <a:gd name="connsiteY1945" fmla="*/ 108484 h 443727"/>
              <a:gd name="connsiteX1946" fmla="*/ 244230 w 1972510"/>
              <a:gd name="connsiteY1946" fmla="*/ 108419 h 443727"/>
              <a:gd name="connsiteX1947" fmla="*/ 252604 w 1972510"/>
              <a:gd name="connsiteY1947" fmla="*/ 114453 h 443727"/>
              <a:gd name="connsiteX1948" fmla="*/ 242722 w 1972510"/>
              <a:gd name="connsiteY1948" fmla="*/ 114628 h 443727"/>
              <a:gd name="connsiteX1949" fmla="*/ 235726 w 1972510"/>
              <a:gd name="connsiteY1949" fmla="*/ 108266 h 443727"/>
              <a:gd name="connsiteX1950" fmla="*/ 230239 w 1972510"/>
              <a:gd name="connsiteY1950" fmla="*/ 110281 h 443727"/>
              <a:gd name="connsiteX1951" fmla="*/ 231413 w 1972510"/>
              <a:gd name="connsiteY1951" fmla="*/ 116302 h 443727"/>
              <a:gd name="connsiteX1952" fmla="*/ 233342 w 1972510"/>
              <a:gd name="connsiteY1952" fmla="*/ 126258 h 443727"/>
              <a:gd name="connsiteX1953" fmla="*/ 300899 w 1972510"/>
              <a:gd name="connsiteY1953" fmla="*/ 116070 h 443727"/>
              <a:gd name="connsiteX1954" fmla="*/ 303238 w 1972510"/>
              <a:gd name="connsiteY1954" fmla="*/ 115283 h 443727"/>
              <a:gd name="connsiteX1955" fmla="*/ 303238 w 1972510"/>
              <a:gd name="connsiteY1955" fmla="*/ 117731 h 443727"/>
              <a:gd name="connsiteX1956" fmla="*/ 296548 w 1972510"/>
              <a:gd name="connsiteY1956" fmla="*/ 136686 h 443727"/>
              <a:gd name="connsiteX1957" fmla="*/ 279932 w 1972510"/>
              <a:gd name="connsiteY1957" fmla="*/ 147508 h 443727"/>
              <a:gd name="connsiteX1958" fmla="*/ 273002 w 1972510"/>
              <a:gd name="connsiteY1958" fmla="*/ 160364 h 443727"/>
              <a:gd name="connsiteX1959" fmla="*/ 269810 w 1972510"/>
              <a:gd name="connsiteY1959" fmla="*/ 162550 h 443727"/>
              <a:gd name="connsiteX1960" fmla="*/ 301729 w 1972510"/>
              <a:gd name="connsiteY1960" fmla="*/ 157675 h 443727"/>
              <a:gd name="connsiteX1961" fmla="*/ 304244 w 1972510"/>
              <a:gd name="connsiteY1961" fmla="*/ 157194 h 443727"/>
              <a:gd name="connsiteX1962" fmla="*/ 304112 w 1972510"/>
              <a:gd name="connsiteY1962" fmla="*/ 157194 h 443727"/>
              <a:gd name="connsiteX1963" fmla="*/ 310955 w 1972510"/>
              <a:gd name="connsiteY1963" fmla="*/ 155773 h 443727"/>
              <a:gd name="connsiteX1964" fmla="*/ 300352 w 1972510"/>
              <a:gd name="connsiteY1964" fmla="*/ 171383 h 443727"/>
              <a:gd name="connsiteX1965" fmla="*/ 275385 w 1972510"/>
              <a:gd name="connsiteY1965" fmla="*/ 191256 h 443727"/>
              <a:gd name="connsiteX1966" fmla="*/ 248603 w 1972510"/>
              <a:gd name="connsiteY1966" fmla="*/ 199804 h 443727"/>
              <a:gd name="connsiteX1967" fmla="*/ 244230 w 1972510"/>
              <a:gd name="connsiteY1967" fmla="*/ 200088 h 443727"/>
              <a:gd name="connsiteX1968" fmla="*/ 236075 w 1972510"/>
              <a:gd name="connsiteY1968" fmla="*/ 199498 h 443727"/>
              <a:gd name="connsiteX1969" fmla="*/ 233495 w 1972510"/>
              <a:gd name="connsiteY1969" fmla="*/ 199126 h 443727"/>
              <a:gd name="connsiteX1970" fmla="*/ 238502 w 1972510"/>
              <a:gd name="connsiteY1970" fmla="*/ 220049 h 443727"/>
              <a:gd name="connsiteX1971" fmla="*/ 221821 w 1972510"/>
              <a:gd name="connsiteY1971" fmla="*/ 221120 h 443727"/>
              <a:gd name="connsiteX1972" fmla="*/ 205118 w 1972510"/>
              <a:gd name="connsiteY1972" fmla="*/ 220049 h 443727"/>
              <a:gd name="connsiteX1973" fmla="*/ 210124 w 1972510"/>
              <a:gd name="connsiteY1973" fmla="*/ 199126 h 443727"/>
              <a:gd name="connsiteX1974" fmla="*/ 207544 w 1972510"/>
              <a:gd name="connsiteY1974" fmla="*/ 199498 h 443727"/>
              <a:gd name="connsiteX1975" fmla="*/ 199390 w 1972510"/>
              <a:gd name="connsiteY1975" fmla="*/ 200088 h 443727"/>
              <a:gd name="connsiteX1976" fmla="*/ 195017 w 1972510"/>
              <a:gd name="connsiteY1976" fmla="*/ 199804 h 443727"/>
              <a:gd name="connsiteX1977" fmla="*/ 168213 w 1972510"/>
              <a:gd name="connsiteY1977" fmla="*/ 191256 h 443727"/>
              <a:gd name="connsiteX1978" fmla="*/ 143246 w 1972510"/>
              <a:gd name="connsiteY1978" fmla="*/ 171383 h 443727"/>
              <a:gd name="connsiteX1979" fmla="*/ 132642 w 1972510"/>
              <a:gd name="connsiteY1979" fmla="*/ 155773 h 443727"/>
              <a:gd name="connsiteX1980" fmla="*/ 139485 w 1972510"/>
              <a:gd name="connsiteY1980" fmla="*/ 157194 h 443727"/>
              <a:gd name="connsiteX1981" fmla="*/ 142022 w 1972510"/>
              <a:gd name="connsiteY1981" fmla="*/ 157675 h 443727"/>
              <a:gd name="connsiteX1982" fmla="*/ 173919 w 1972510"/>
              <a:gd name="connsiteY1982" fmla="*/ 162528 h 443727"/>
              <a:gd name="connsiteX1983" fmla="*/ 170727 w 1972510"/>
              <a:gd name="connsiteY1983" fmla="*/ 160451 h 443727"/>
              <a:gd name="connsiteX1984" fmla="*/ 163797 w 1972510"/>
              <a:gd name="connsiteY1984" fmla="*/ 147596 h 443727"/>
              <a:gd name="connsiteX1985" fmla="*/ 147181 w 1972510"/>
              <a:gd name="connsiteY1985" fmla="*/ 136774 h 443727"/>
              <a:gd name="connsiteX1986" fmla="*/ 140491 w 1972510"/>
              <a:gd name="connsiteY1986" fmla="*/ 117819 h 443727"/>
              <a:gd name="connsiteX1987" fmla="*/ 140491 w 1972510"/>
              <a:gd name="connsiteY1987" fmla="*/ 115370 h 443727"/>
              <a:gd name="connsiteX1988" fmla="*/ 142809 w 1972510"/>
              <a:gd name="connsiteY1988" fmla="*/ 116157 h 443727"/>
              <a:gd name="connsiteX1989" fmla="*/ 210474 w 1972510"/>
              <a:gd name="connsiteY1989" fmla="*/ 126258 h 443727"/>
              <a:gd name="connsiteX1990" fmla="*/ 213906 w 1972510"/>
              <a:gd name="connsiteY1990" fmla="*/ 108593 h 443727"/>
              <a:gd name="connsiteX1991" fmla="*/ 213906 w 1972510"/>
              <a:gd name="connsiteY1991" fmla="*/ 108309 h 443727"/>
              <a:gd name="connsiteX1992" fmla="*/ 221755 w 1972510"/>
              <a:gd name="connsiteY1992" fmla="*/ 99257 h 443727"/>
              <a:gd name="connsiteX1993" fmla="*/ 222039 w 1972510"/>
              <a:gd name="connsiteY1993" fmla="*/ 99257 h 443727"/>
              <a:gd name="connsiteX1994" fmla="*/ 228098 w 1972510"/>
              <a:gd name="connsiteY1994" fmla="*/ 102963 h 443727"/>
              <a:gd name="connsiteX1995" fmla="*/ 229666 w 1972510"/>
              <a:gd name="connsiteY1995" fmla="*/ 107590 h 443727"/>
              <a:gd name="connsiteX1996" fmla="*/ 234939 w 1972510"/>
              <a:gd name="connsiteY1996" fmla="*/ 105664 h 443727"/>
              <a:gd name="connsiteX1997" fmla="*/ 232752 w 1972510"/>
              <a:gd name="connsiteY1997" fmla="*/ 96307 h 443727"/>
              <a:gd name="connsiteX1998" fmla="*/ 237934 w 1972510"/>
              <a:gd name="connsiteY1998" fmla="*/ 87321 h 443727"/>
              <a:gd name="connsiteX1999" fmla="*/ 239617 w 1972510"/>
              <a:gd name="connsiteY1999" fmla="*/ 97400 h 443727"/>
              <a:gd name="connsiteX2000" fmla="*/ 235070 w 1972510"/>
              <a:gd name="connsiteY2000" fmla="*/ 105577 h 443727"/>
              <a:gd name="connsiteX2001" fmla="*/ 245668 w 1972510"/>
              <a:gd name="connsiteY2001" fmla="*/ 99331 h 443727"/>
              <a:gd name="connsiteX2002" fmla="*/ 243661 w 1972510"/>
              <a:gd name="connsiteY2002" fmla="*/ 90644 h 443727"/>
              <a:gd name="connsiteX2003" fmla="*/ 248405 w 1972510"/>
              <a:gd name="connsiteY2003" fmla="*/ 81439 h 443727"/>
              <a:gd name="connsiteX2004" fmla="*/ 250154 w 1972510"/>
              <a:gd name="connsiteY2004" fmla="*/ 91627 h 443727"/>
              <a:gd name="connsiteX2005" fmla="*/ 250220 w 1972510"/>
              <a:gd name="connsiteY2005" fmla="*/ 91627 h 443727"/>
              <a:gd name="connsiteX2006" fmla="*/ 246503 w 1972510"/>
              <a:gd name="connsiteY2006" fmla="*/ 98839 h 443727"/>
              <a:gd name="connsiteX2007" fmla="*/ 255511 w 1972510"/>
              <a:gd name="connsiteY2007" fmla="*/ 93530 h 443727"/>
              <a:gd name="connsiteX2008" fmla="*/ 253456 w 1972510"/>
              <a:gd name="connsiteY2008" fmla="*/ 84435 h 443727"/>
              <a:gd name="connsiteX2009" fmla="*/ 257829 w 1972510"/>
              <a:gd name="connsiteY2009" fmla="*/ 75690 h 443727"/>
              <a:gd name="connsiteX2010" fmla="*/ 259425 w 1972510"/>
              <a:gd name="connsiteY2010" fmla="*/ 85463 h 443727"/>
              <a:gd name="connsiteX2011" fmla="*/ 255577 w 1972510"/>
              <a:gd name="connsiteY2011" fmla="*/ 93508 h 443727"/>
              <a:gd name="connsiteX2012" fmla="*/ 261917 w 1972510"/>
              <a:gd name="connsiteY2012" fmla="*/ 87693 h 443727"/>
              <a:gd name="connsiteX2013" fmla="*/ 263338 w 1972510"/>
              <a:gd name="connsiteY2013" fmla="*/ 85988 h 443727"/>
              <a:gd name="connsiteX2014" fmla="*/ 264584 w 1972510"/>
              <a:gd name="connsiteY2014" fmla="*/ 78139 h 443727"/>
              <a:gd name="connsiteX2015" fmla="*/ 271143 w 1972510"/>
              <a:gd name="connsiteY2015" fmla="*/ 71689 h 443727"/>
              <a:gd name="connsiteX2016" fmla="*/ 130456 w 1972510"/>
              <a:gd name="connsiteY2016" fmla="*/ 70552 h 443727"/>
              <a:gd name="connsiteX2017" fmla="*/ 129144 w 1972510"/>
              <a:gd name="connsiteY2017" fmla="*/ 71361 h 443727"/>
              <a:gd name="connsiteX2018" fmla="*/ 128160 w 1972510"/>
              <a:gd name="connsiteY2018" fmla="*/ 72345 h 443727"/>
              <a:gd name="connsiteX2019" fmla="*/ 126280 w 1972510"/>
              <a:gd name="connsiteY2019" fmla="*/ 71645 h 443727"/>
              <a:gd name="connsiteX2020" fmla="*/ 125690 w 1972510"/>
              <a:gd name="connsiteY2020" fmla="*/ 72629 h 443727"/>
              <a:gd name="connsiteX2021" fmla="*/ 125690 w 1972510"/>
              <a:gd name="connsiteY2021" fmla="*/ 75340 h 443727"/>
              <a:gd name="connsiteX2022" fmla="*/ 125690 w 1972510"/>
              <a:gd name="connsiteY2022" fmla="*/ 76499 h 443727"/>
              <a:gd name="connsiteX2023" fmla="*/ 126367 w 1972510"/>
              <a:gd name="connsiteY2023" fmla="*/ 77133 h 443727"/>
              <a:gd name="connsiteX2024" fmla="*/ 126783 w 1972510"/>
              <a:gd name="connsiteY2024" fmla="*/ 78160 h 443727"/>
              <a:gd name="connsiteX2025" fmla="*/ 128969 w 1972510"/>
              <a:gd name="connsiteY2025" fmla="*/ 78510 h 443727"/>
              <a:gd name="connsiteX2026" fmla="*/ 129931 w 1972510"/>
              <a:gd name="connsiteY2026" fmla="*/ 77198 h 443727"/>
              <a:gd name="connsiteX2027" fmla="*/ 130849 w 1972510"/>
              <a:gd name="connsiteY2027" fmla="*/ 76542 h 443727"/>
              <a:gd name="connsiteX2028" fmla="*/ 131352 w 1972510"/>
              <a:gd name="connsiteY2028" fmla="*/ 75449 h 443727"/>
              <a:gd name="connsiteX2029" fmla="*/ 131352 w 1972510"/>
              <a:gd name="connsiteY2029" fmla="*/ 75362 h 443727"/>
              <a:gd name="connsiteX2030" fmla="*/ 131243 w 1972510"/>
              <a:gd name="connsiteY2030" fmla="*/ 74072 h 443727"/>
              <a:gd name="connsiteX2031" fmla="*/ 131571 w 1972510"/>
              <a:gd name="connsiteY2031" fmla="*/ 73285 h 443727"/>
              <a:gd name="connsiteX2032" fmla="*/ 131767 w 1972510"/>
              <a:gd name="connsiteY2032" fmla="*/ 72301 h 443727"/>
              <a:gd name="connsiteX2033" fmla="*/ 131396 w 1972510"/>
              <a:gd name="connsiteY2033" fmla="*/ 71383 h 443727"/>
              <a:gd name="connsiteX2034" fmla="*/ 131046 w 1972510"/>
              <a:gd name="connsiteY2034" fmla="*/ 70552 h 443727"/>
              <a:gd name="connsiteX2035" fmla="*/ 130456 w 1972510"/>
              <a:gd name="connsiteY2035" fmla="*/ 70552 h 443727"/>
              <a:gd name="connsiteX2036" fmla="*/ 899320 w 1972510"/>
              <a:gd name="connsiteY2036" fmla="*/ 68645 h 443727"/>
              <a:gd name="connsiteX2037" fmla="*/ 905114 w 1972510"/>
              <a:gd name="connsiteY2037" fmla="*/ 69255 h 443727"/>
              <a:gd name="connsiteX2038" fmla="*/ 912278 w 1972510"/>
              <a:gd name="connsiteY2038" fmla="*/ 69255 h 443727"/>
              <a:gd name="connsiteX2039" fmla="*/ 916013 w 1972510"/>
              <a:gd name="connsiteY2039" fmla="*/ 72228 h 443727"/>
              <a:gd name="connsiteX2040" fmla="*/ 922721 w 1972510"/>
              <a:gd name="connsiteY2040" fmla="*/ 74285 h 443727"/>
              <a:gd name="connsiteX2041" fmla="*/ 924931 w 1972510"/>
              <a:gd name="connsiteY2041" fmla="*/ 81907 h 443727"/>
              <a:gd name="connsiteX2042" fmla="*/ 930114 w 1972510"/>
              <a:gd name="connsiteY2042" fmla="*/ 93341 h 443727"/>
              <a:gd name="connsiteX2043" fmla="*/ 923711 w 1972510"/>
              <a:gd name="connsiteY2043" fmla="*/ 105079 h 443727"/>
              <a:gd name="connsiteX2044" fmla="*/ 924931 w 1972510"/>
              <a:gd name="connsiteY2044" fmla="*/ 108965 h 443727"/>
              <a:gd name="connsiteX2045" fmla="*/ 947797 w 1972510"/>
              <a:gd name="connsiteY2045" fmla="*/ 103630 h 443727"/>
              <a:gd name="connsiteX2046" fmla="*/ 960831 w 1972510"/>
              <a:gd name="connsiteY2046" fmla="*/ 100658 h 443727"/>
              <a:gd name="connsiteX2047" fmla="*/ 966395 w 1972510"/>
              <a:gd name="connsiteY2047" fmla="*/ 103021 h 443727"/>
              <a:gd name="connsiteX2048" fmla="*/ 972188 w 1972510"/>
              <a:gd name="connsiteY2048" fmla="*/ 104926 h 443727"/>
              <a:gd name="connsiteX2049" fmla="*/ 979123 w 1972510"/>
              <a:gd name="connsiteY2049" fmla="*/ 111024 h 443727"/>
              <a:gd name="connsiteX2050" fmla="*/ 978971 w 1972510"/>
              <a:gd name="connsiteY2050" fmla="*/ 111024 h 443727"/>
              <a:gd name="connsiteX2051" fmla="*/ 982096 w 1972510"/>
              <a:gd name="connsiteY2051" fmla="*/ 114453 h 443727"/>
              <a:gd name="connsiteX2052" fmla="*/ 981715 w 1972510"/>
              <a:gd name="connsiteY2052" fmla="*/ 121466 h 443727"/>
              <a:gd name="connsiteX2053" fmla="*/ 969215 w 1972510"/>
              <a:gd name="connsiteY2053" fmla="*/ 132060 h 443727"/>
              <a:gd name="connsiteX2054" fmla="*/ 962507 w 1972510"/>
              <a:gd name="connsiteY2054" fmla="*/ 130079 h 443727"/>
              <a:gd name="connsiteX2055" fmla="*/ 951151 w 1972510"/>
              <a:gd name="connsiteY2055" fmla="*/ 130841 h 443727"/>
              <a:gd name="connsiteX2056" fmla="*/ 942080 w 1972510"/>
              <a:gd name="connsiteY2056" fmla="*/ 131908 h 443727"/>
              <a:gd name="connsiteX2057" fmla="*/ 933773 w 1972510"/>
              <a:gd name="connsiteY2057" fmla="*/ 134423 h 443727"/>
              <a:gd name="connsiteX2058" fmla="*/ 925464 w 1972510"/>
              <a:gd name="connsiteY2058" fmla="*/ 137396 h 443727"/>
              <a:gd name="connsiteX2059" fmla="*/ 917842 w 1972510"/>
              <a:gd name="connsiteY2059" fmla="*/ 137396 h 443727"/>
              <a:gd name="connsiteX2060" fmla="*/ 906256 w 1972510"/>
              <a:gd name="connsiteY2060" fmla="*/ 142273 h 443727"/>
              <a:gd name="connsiteX2061" fmla="*/ 879199 w 1972510"/>
              <a:gd name="connsiteY2061" fmla="*/ 148981 h 443727"/>
              <a:gd name="connsiteX2062" fmla="*/ 871577 w 1972510"/>
              <a:gd name="connsiteY2062" fmla="*/ 150963 h 443727"/>
              <a:gd name="connsiteX2063" fmla="*/ 863955 w 1972510"/>
              <a:gd name="connsiteY2063" fmla="*/ 152868 h 443727"/>
              <a:gd name="connsiteX2064" fmla="*/ 857094 w 1972510"/>
              <a:gd name="connsiteY2064" fmla="*/ 154622 h 443727"/>
              <a:gd name="connsiteX2065" fmla="*/ 851302 w 1972510"/>
              <a:gd name="connsiteY2065" fmla="*/ 155383 h 443727"/>
              <a:gd name="connsiteX2066" fmla="*/ 845052 w 1972510"/>
              <a:gd name="connsiteY2066" fmla="*/ 157061 h 443727"/>
              <a:gd name="connsiteX2067" fmla="*/ 839564 w 1972510"/>
              <a:gd name="connsiteY2067" fmla="*/ 157061 h 443727"/>
              <a:gd name="connsiteX2068" fmla="*/ 835219 w 1972510"/>
              <a:gd name="connsiteY2068" fmla="*/ 157061 h 443727"/>
              <a:gd name="connsiteX2069" fmla="*/ 828207 w 1972510"/>
              <a:gd name="connsiteY2069" fmla="*/ 158966 h 443727"/>
              <a:gd name="connsiteX2070" fmla="*/ 822262 w 1972510"/>
              <a:gd name="connsiteY2070" fmla="*/ 161024 h 443727"/>
              <a:gd name="connsiteX2071" fmla="*/ 817079 w 1972510"/>
              <a:gd name="connsiteY2071" fmla="*/ 163997 h 443727"/>
              <a:gd name="connsiteX2072" fmla="*/ 812886 w 1972510"/>
              <a:gd name="connsiteY2072" fmla="*/ 161024 h 443727"/>
              <a:gd name="connsiteX2073" fmla="*/ 805264 w 1972510"/>
              <a:gd name="connsiteY2073" fmla="*/ 160567 h 443727"/>
              <a:gd name="connsiteX2074" fmla="*/ 803283 w 1972510"/>
              <a:gd name="connsiteY2074" fmla="*/ 152411 h 443727"/>
              <a:gd name="connsiteX2075" fmla="*/ 802902 w 1972510"/>
              <a:gd name="connsiteY2075" fmla="*/ 145704 h 443727"/>
              <a:gd name="connsiteX2076" fmla="*/ 804350 w 1972510"/>
              <a:gd name="connsiteY2076" fmla="*/ 140368 h 443727"/>
              <a:gd name="connsiteX2077" fmla="*/ 819594 w 1972510"/>
              <a:gd name="connsiteY2077" fmla="*/ 132746 h 443727"/>
              <a:gd name="connsiteX2078" fmla="*/ 823634 w 1972510"/>
              <a:gd name="connsiteY2078" fmla="*/ 135033 h 443727"/>
              <a:gd name="connsiteX2079" fmla="*/ 832399 w 1972510"/>
              <a:gd name="connsiteY2079" fmla="*/ 132060 h 443727"/>
              <a:gd name="connsiteX2080" fmla="*/ 853360 w 1972510"/>
              <a:gd name="connsiteY2080" fmla="*/ 127868 h 443727"/>
              <a:gd name="connsiteX2081" fmla="*/ 862277 w 1972510"/>
              <a:gd name="connsiteY2081" fmla="*/ 126649 h 443727"/>
              <a:gd name="connsiteX2082" fmla="*/ 878665 w 1972510"/>
              <a:gd name="connsiteY2082" fmla="*/ 121618 h 443727"/>
              <a:gd name="connsiteX2083" fmla="*/ 885372 w 1972510"/>
              <a:gd name="connsiteY2083" fmla="*/ 117731 h 443727"/>
              <a:gd name="connsiteX2084" fmla="*/ 884611 w 1972510"/>
              <a:gd name="connsiteY2084" fmla="*/ 113158 h 443727"/>
              <a:gd name="connsiteX2085" fmla="*/ 879884 w 1972510"/>
              <a:gd name="connsiteY2085" fmla="*/ 111633 h 443727"/>
              <a:gd name="connsiteX2086" fmla="*/ 875387 w 1972510"/>
              <a:gd name="connsiteY2086" fmla="*/ 108204 h 443727"/>
              <a:gd name="connsiteX2087" fmla="*/ 876455 w 1972510"/>
              <a:gd name="connsiteY2087" fmla="*/ 103478 h 443727"/>
              <a:gd name="connsiteX2088" fmla="*/ 878208 w 1972510"/>
              <a:gd name="connsiteY2088" fmla="*/ 98980 h 443727"/>
              <a:gd name="connsiteX2089" fmla="*/ 880036 w 1972510"/>
              <a:gd name="connsiteY2089" fmla="*/ 93341 h 443727"/>
              <a:gd name="connsiteX2090" fmla="*/ 874321 w 1972510"/>
              <a:gd name="connsiteY2090" fmla="*/ 79240 h 443727"/>
              <a:gd name="connsiteX2091" fmla="*/ 875997 w 1972510"/>
              <a:gd name="connsiteY2091" fmla="*/ 74438 h 443727"/>
              <a:gd name="connsiteX2092" fmla="*/ 884611 w 1972510"/>
              <a:gd name="connsiteY2092" fmla="*/ 72990 h 443727"/>
              <a:gd name="connsiteX2093" fmla="*/ 889641 w 1972510"/>
              <a:gd name="connsiteY2093" fmla="*/ 71008 h 443727"/>
              <a:gd name="connsiteX2094" fmla="*/ 894443 w 1972510"/>
              <a:gd name="connsiteY2094" fmla="*/ 70474 h 443727"/>
              <a:gd name="connsiteX2095" fmla="*/ 899320 w 1972510"/>
              <a:gd name="connsiteY2095" fmla="*/ 68645 h 443727"/>
              <a:gd name="connsiteX2096" fmla="*/ 1905280 w 1972510"/>
              <a:gd name="connsiteY2096" fmla="*/ 67273 h 443727"/>
              <a:gd name="connsiteX2097" fmla="*/ 1913359 w 1972510"/>
              <a:gd name="connsiteY2097" fmla="*/ 73523 h 443727"/>
              <a:gd name="connsiteX2098" fmla="*/ 1909929 w 1972510"/>
              <a:gd name="connsiteY2098" fmla="*/ 83431 h 443727"/>
              <a:gd name="connsiteX2099" fmla="*/ 1903298 w 1972510"/>
              <a:gd name="connsiteY2099" fmla="*/ 92121 h 443727"/>
              <a:gd name="connsiteX2100" fmla="*/ 1903298 w 1972510"/>
              <a:gd name="connsiteY2100" fmla="*/ 99743 h 443727"/>
              <a:gd name="connsiteX2101" fmla="*/ 1907414 w 1972510"/>
              <a:gd name="connsiteY2101" fmla="*/ 105917 h 443727"/>
              <a:gd name="connsiteX2102" fmla="*/ 1898419 w 1972510"/>
              <a:gd name="connsiteY2102" fmla="*/ 124133 h 443727"/>
              <a:gd name="connsiteX2103" fmla="*/ 1891636 w 1972510"/>
              <a:gd name="connsiteY2103" fmla="*/ 133966 h 443727"/>
              <a:gd name="connsiteX2104" fmla="*/ 1899868 w 1972510"/>
              <a:gd name="connsiteY2104" fmla="*/ 138310 h 443727"/>
              <a:gd name="connsiteX2105" fmla="*/ 1903908 w 1972510"/>
              <a:gd name="connsiteY2105" fmla="*/ 144789 h 443727"/>
              <a:gd name="connsiteX2106" fmla="*/ 1911530 w 1972510"/>
              <a:gd name="connsiteY2106" fmla="*/ 137167 h 443727"/>
              <a:gd name="connsiteX2107" fmla="*/ 1904899 w 1972510"/>
              <a:gd name="connsiteY2107" fmla="*/ 134956 h 443727"/>
              <a:gd name="connsiteX2108" fmla="*/ 1903374 w 1972510"/>
              <a:gd name="connsiteY2108" fmla="*/ 127334 h 443727"/>
              <a:gd name="connsiteX2109" fmla="*/ 1907719 w 1972510"/>
              <a:gd name="connsiteY2109" fmla="*/ 123905 h 443727"/>
              <a:gd name="connsiteX2110" fmla="*/ 1911224 w 1972510"/>
              <a:gd name="connsiteY2110" fmla="*/ 119788 h 443727"/>
              <a:gd name="connsiteX2111" fmla="*/ 1910616 w 1972510"/>
              <a:gd name="connsiteY2111" fmla="*/ 112548 h 443727"/>
              <a:gd name="connsiteX2112" fmla="*/ 1916789 w 1972510"/>
              <a:gd name="connsiteY2112" fmla="*/ 109422 h 443727"/>
              <a:gd name="connsiteX2113" fmla="*/ 1920295 w 1972510"/>
              <a:gd name="connsiteY2113" fmla="*/ 104163 h 443727"/>
              <a:gd name="connsiteX2114" fmla="*/ 1921896 w 1972510"/>
              <a:gd name="connsiteY2114" fmla="*/ 98371 h 443727"/>
              <a:gd name="connsiteX2115" fmla="*/ 1917475 w 1972510"/>
              <a:gd name="connsiteY2115" fmla="*/ 87700 h 443727"/>
              <a:gd name="connsiteX2116" fmla="*/ 1939655 w 1972510"/>
              <a:gd name="connsiteY2116" fmla="*/ 75962 h 443727"/>
              <a:gd name="connsiteX2117" fmla="*/ 1941638 w 1972510"/>
              <a:gd name="connsiteY2117" fmla="*/ 73142 h 443727"/>
              <a:gd name="connsiteX2118" fmla="*/ 1948268 w 1972510"/>
              <a:gd name="connsiteY2118" fmla="*/ 72380 h 443727"/>
              <a:gd name="connsiteX2119" fmla="*/ 1955433 w 1972510"/>
              <a:gd name="connsiteY2119" fmla="*/ 76877 h 443727"/>
              <a:gd name="connsiteX2120" fmla="*/ 1957263 w 1972510"/>
              <a:gd name="connsiteY2120" fmla="*/ 82136 h 443727"/>
              <a:gd name="connsiteX2121" fmla="*/ 1956424 w 1972510"/>
              <a:gd name="connsiteY2121" fmla="*/ 91358 h 443727"/>
              <a:gd name="connsiteX2122" fmla="*/ 1946668 w 1972510"/>
              <a:gd name="connsiteY2122" fmla="*/ 98980 h 443727"/>
              <a:gd name="connsiteX2123" fmla="*/ 1939046 w 1972510"/>
              <a:gd name="connsiteY2123" fmla="*/ 117426 h 443727"/>
              <a:gd name="connsiteX2124" fmla="*/ 1936759 w 1972510"/>
              <a:gd name="connsiteY2124" fmla="*/ 123829 h 443727"/>
              <a:gd name="connsiteX2125" fmla="*/ 1934853 w 1972510"/>
              <a:gd name="connsiteY2125" fmla="*/ 131451 h 443727"/>
              <a:gd name="connsiteX2126" fmla="*/ 1933329 w 1972510"/>
              <a:gd name="connsiteY2126" fmla="*/ 141054 h 443727"/>
              <a:gd name="connsiteX2127" fmla="*/ 1937749 w 1972510"/>
              <a:gd name="connsiteY2127" fmla="*/ 142426 h 443727"/>
              <a:gd name="connsiteX2128" fmla="*/ 1946363 w 1972510"/>
              <a:gd name="connsiteY2128" fmla="*/ 137700 h 443727"/>
              <a:gd name="connsiteX2129" fmla="*/ 1952308 w 1972510"/>
              <a:gd name="connsiteY2129" fmla="*/ 137700 h 443727"/>
              <a:gd name="connsiteX2130" fmla="*/ 1957110 w 1972510"/>
              <a:gd name="connsiteY2130" fmla="*/ 141207 h 443727"/>
              <a:gd name="connsiteX2131" fmla="*/ 1962522 w 1972510"/>
              <a:gd name="connsiteY2131" fmla="*/ 142807 h 443727"/>
              <a:gd name="connsiteX2132" fmla="*/ 1968695 w 1972510"/>
              <a:gd name="connsiteY2132" fmla="*/ 145018 h 443727"/>
              <a:gd name="connsiteX2133" fmla="*/ 1969153 w 1972510"/>
              <a:gd name="connsiteY2133" fmla="*/ 144942 h 443727"/>
              <a:gd name="connsiteX2134" fmla="*/ 1972431 w 1972510"/>
              <a:gd name="connsiteY2134" fmla="*/ 159042 h 443727"/>
              <a:gd name="connsiteX2135" fmla="*/ 1968924 w 1972510"/>
              <a:gd name="connsiteY2135" fmla="*/ 171771 h 443727"/>
              <a:gd name="connsiteX2136" fmla="*/ 1949717 w 1972510"/>
              <a:gd name="connsiteY2136" fmla="*/ 176878 h 443727"/>
              <a:gd name="connsiteX2137" fmla="*/ 1943771 w 1972510"/>
              <a:gd name="connsiteY2137" fmla="*/ 179393 h 443727"/>
              <a:gd name="connsiteX2138" fmla="*/ 1936149 w 1972510"/>
              <a:gd name="connsiteY2138" fmla="*/ 178707 h 443727"/>
              <a:gd name="connsiteX2139" fmla="*/ 1926621 w 1972510"/>
              <a:gd name="connsiteY2139" fmla="*/ 178707 h 443727"/>
              <a:gd name="connsiteX2140" fmla="*/ 1910234 w 1972510"/>
              <a:gd name="connsiteY2140" fmla="*/ 190369 h 443727"/>
              <a:gd name="connsiteX2141" fmla="*/ 1904213 w 1972510"/>
              <a:gd name="connsiteY2141" fmla="*/ 196771 h 443727"/>
              <a:gd name="connsiteX2142" fmla="*/ 1894609 w 1972510"/>
              <a:gd name="connsiteY2142" fmla="*/ 205613 h 443727"/>
              <a:gd name="connsiteX2143" fmla="*/ 1893084 w 1972510"/>
              <a:gd name="connsiteY2143" fmla="*/ 214683 h 443727"/>
              <a:gd name="connsiteX2144" fmla="*/ 1897658 w 1972510"/>
              <a:gd name="connsiteY2144" fmla="*/ 215598 h 443727"/>
              <a:gd name="connsiteX2145" fmla="*/ 1905889 w 1972510"/>
              <a:gd name="connsiteY2145" fmla="*/ 212320 h 443727"/>
              <a:gd name="connsiteX2146" fmla="*/ 1911301 w 1972510"/>
              <a:gd name="connsiteY2146" fmla="*/ 209424 h 443727"/>
              <a:gd name="connsiteX2147" fmla="*/ 1920753 w 1972510"/>
              <a:gd name="connsiteY2147" fmla="*/ 214226 h 443727"/>
              <a:gd name="connsiteX2148" fmla="*/ 1929975 w 1972510"/>
              <a:gd name="connsiteY2148" fmla="*/ 218037 h 443727"/>
              <a:gd name="connsiteX2149" fmla="*/ 1933558 w 1972510"/>
              <a:gd name="connsiteY2149" fmla="*/ 221696 h 443727"/>
              <a:gd name="connsiteX2150" fmla="*/ 1931195 w 1972510"/>
              <a:gd name="connsiteY2150" fmla="*/ 231299 h 443727"/>
              <a:gd name="connsiteX2151" fmla="*/ 1925707 w 1972510"/>
              <a:gd name="connsiteY2151" fmla="*/ 236025 h 443727"/>
              <a:gd name="connsiteX2152" fmla="*/ 1916027 w 1972510"/>
              <a:gd name="connsiteY2152" fmla="*/ 237855 h 443727"/>
              <a:gd name="connsiteX2153" fmla="*/ 1909472 w 1972510"/>
              <a:gd name="connsiteY2153" fmla="*/ 240065 h 443727"/>
              <a:gd name="connsiteX2154" fmla="*/ 1894228 w 1972510"/>
              <a:gd name="connsiteY2154" fmla="*/ 246924 h 443727"/>
              <a:gd name="connsiteX2155" fmla="*/ 1894914 w 1972510"/>
              <a:gd name="connsiteY2155" fmla="*/ 257443 h 443727"/>
              <a:gd name="connsiteX2156" fmla="*/ 1893770 w 1972510"/>
              <a:gd name="connsiteY2156" fmla="*/ 266437 h 443727"/>
              <a:gd name="connsiteX2157" fmla="*/ 1891636 w 1972510"/>
              <a:gd name="connsiteY2157" fmla="*/ 276727 h 443727"/>
              <a:gd name="connsiteX2158" fmla="*/ 1887673 w 1972510"/>
              <a:gd name="connsiteY2158" fmla="*/ 283587 h 443727"/>
              <a:gd name="connsiteX2159" fmla="*/ 1880050 w 1972510"/>
              <a:gd name="connsiteY2159" fmla="*/ 298373 h 443727"/>
              <a:gd name="connsiteX2160" fmla="*/ 1868923 w 1972510"/>
              <a:gd name="connsiteY2160" fmla="*/ 302337 h 443727"/>
              <a:gd name="connsiteX2161" fmla="*/ 1860005 w 1972510"/>
              <a:gd name="connsiteY2161" fmla="*/ 304776 h 443727"/>
              <a:gd name="connsiteX2162" fmla="*/ 1846590 w 1972510"/>
              <a:gd name="connsiteY2162" fmla="*/ 304776 h 443727"/>
              <a:gd name="connsiteX2163" fmla="*/ 1845752 w 1972510"/>
              <a:gd name="connsiteY2163" fmla="*/ 296697 h 443727"/>
              <a:gd name="connsiteX2164" fmla="*/ 1832794 w 1972510"/>
              <a:gd name="connsiteY2164" fmla="*/ 284425 h 443727"/>
              <a:gd name="connsiteX2165" fmla="*/ 1839730 w 1972510"/>
              <a:gd name="connsiteY2165" fmla="*/ 280995 h 443727"/>
              <a:gd name="connsiteX2166" fmla="*/ 1856498 w 1972510"/>
              <a:gd name="connsiteY2166" fmla="*/ 277946 h 443727"/>
              <a:gd name="connsiteX2167" fmla="*/ 1869684 w 1972510"/>
              <a:gd name="connsiteY2167" fmla="*/ 255080 h 443727"/>
              <a:gd name="connsiteX2168" fmla="*/ 1866026 w 1972510"/>
              <a:gd name="connsiteY2168" fmla="*/ 249897 h 443727"/>
              <a:gd name="connsiteX2169" fmla="*/ 1853678 w 1972510"/>
              <a:gd name="connsiteY2169" fmla="*/ 252108 h 443727"/>
              <a:gd name="connsiteX2170" fmla="*/ 1840949 w 1972510"/>
              <a:gd name="connsiteY2170" fmla="*/ 254318 h 443727"/>
              <a:gd name="connsiteX2171" fmla="*/ 1830507 w 1972510"/>
              <a:gd name="connsiteY2171" fmla="*/ 258053 h 443727"/>
              <a:gd name="connsiteX2172" fmla="*/ 1821132 w 1972510"/>
              <a:gd name="connsiteY2172" fmla="*/ 255767 h 443727"/>
              <a:gd name="connsiteX2173" fmla="*/ 1816864 w 1972510"/>
              <a:gd name="connsiteY2173" fmla="*/ 253860 h 443727"/>
              <a:gd name="connsiteX2174" fmla="*/ 1815873 w 1972510"/>
              <a:gd name="connsiteY2174" fmla="*/ 247001 h 443727"/>
              <a:gd name="connsiteX2175" fmla="*/ 1817778 w 1972510"/>
              <a:gd name="connsiteY2175" fmla="*/ 237550 h 443727"/>
              <a:gd name="connsiteX2176" fmla="*/ 1829211 w 1972510"/>
              <a:gd name="connsiteY2176" fmla="*/ 230461 h 443727"/>
              <a:gd name="connsiteX2177" fmla="*/ 1837520 w 1972510"/>
              <a:gd name="connsiteY2177" fmla="*/ 232595 h 443727"/>
              <a:gd name="connsiteX2178" fmla="*/ 1845599 w 1972510"/>
              <a:gd name="connsiteY2178" fmla="*/ 227565 h 443727"/>
              <a:gd name="connsiteX2179" fmla="*/ 1855584 w 1972510"/>
              <a:gd name="connsiteY2179" fmla="*/ 224897 h 443727"/>
              <a:gd name="connsiteX2180" fmla="*/ 1861605 w 1972510"/>
              <a:gd name="connsiteY2180" fmla="*/ 221848 h 443727"/>
              <a:gd name="connsiteX2181" fmla="*/ 1863740 w 1972510"/>
              <a:gd name="connsiteY2181" fmla="*/ 218342 h 443727"/>
              <a:gd name="connsiteX2182" fmla="*/ 1864806 w 1972510"/>
              <a:gd name="connsiteY2182" fmla="*/ 210720 h 443727"/>
              <a:gd name="connsiteX2183" fmla="*/ 1867627 w 1972510"/>
              <a:gd name="connsiteY2183" fmla="*/ 203098 h 443727"/>
              <a:gd name="connsiteX2184" fmla="*/ 1861834 w 1972510"/>
              <a:gd name="connsiteY2184" fmla="*/ 202564 h 443727"/>
              <a:gd name="connsiteX2185" fmla="*/ 1855431 w 1972510"/>
              <a:gd name="connsiteY2185" fmla="*/ 206757 h 443727"/>
              <a:gd name="connsiteX2186" fmla="*/ 1848190 w 1972510"/>
              <a:gd name="connsiteY2186" fmla="*/ 210491 h 443727"/>
              <a:gd name="connsiteX2187" fmla="*/ 1842093 w 1972510"/>
              <a:gd name="connsiteY2187" fmla="*/ 210491 h 443727"/>
              <a:gd name="connsiteX2188" fmla="*/ 1839807 w 1972510"/>
              <a:gd name="connsiteY2188" fmla="*/ 204927 h 443727"/>
              <a:gd name="connsiteX2189" fmla="*/ 1841483 w 1972510"/>
              <a:gd name="connsiteY2189" fmla="*/ 196619 h 443727"/>
              <a:gd name="connsiteX2190" fmla="*/ 1847886 w 1972510"/>
              <a:gd name="connsiteY2190" fmla="*/ 181375 h 443727"/>
              <a:gd name="connsiteX2191" fmla="*/ 1856879 w 1972510"/>
              <a:gd name="connsiteY2191" fmla="*/ 180765 h 443727"/>
              <a:gd name="connsiteX2192" fmla="*/ 1860233 w 1972510"/>
              <a:gd name="connsiteY2192" fmla="*/ 178555 h 443727"/>
              <a:gd name="connsiteX2193" fmla="*/ 1868542 w 1972510"/>
              <a:gd name="connsiteY2193" fmla="*/ 177793 h 443727"/>
              <a:gd name="connsiteX2194" fmla="*/ 1877993 w 1972510"/>
              <a:gd name="connsiteY2194" fmla="*/ 175430 h 443727"/>
              <a:gd name="connsiteX2195" fmla="*/ 1885081 w 1972510"/>
              <a:gd name="connsiteY2195" fmla="*/ 174210 h 443727"/>
              <a:gd name="connsiteX2196" fmla="*/ 1891026 w 1972510"/>
              <a:gd name="connsiteY2196" fmla="*/ 172076 h 443727"/>
              <a:gd name="connsiteX2197" fmla="*/ 1894533 w 1972510"/>
              <a:gd name="connsiteY2197" fmla="*/ 169561 h 443727"/>
              <a:gd name="connsiteX2198" fmla="*/ 1902841 w 1972510"/>
              <a:gd name="connsiteY2198" fmla="*/ 169561 h 443727"/>
              <a:gd name="connsiteX2199" fmla="*/ 1909625 w 1972510"/>
              <a:gd name="connsiteY2199" fmla="*/ 169561 h 443727"/>
              <a:gd name="connsiteX2200" fmla="*/ 1916636 w 1972510"/>
              <a:gd name="connsiteY2200" fmla="*/ 171237 h 443727"/>
              <a:gd name="connsiteX2201" fmla="*/ 1924258 w 1972510"/>
              <a:gd name="connsiteY2201" fmla="*/ 167503 h 443727"/>
              <a:gd name="connsiteX2202" fmla="*/ 1928527 w 1972510"/>
              <a:gd name="connsiteY2202" fmla="*/ 159347 h 443727"/>
              <a:gd name="connsiteX2203" fmla="*/ 1918390 w 1972510"/>
              <a:gd name="connsiteY2203" fmla="*/ 160490 h 443727"/>
              <a:gd name="connsiteX2204" fmla="*/ 1907719 w 1972510"/>
              <a:gd name="connsiteY2204" fmla="*/ 162015 h 443727"/>
              <a:gd name="connsiteX2205" fmla="*/ 1890950 w 1972510"/>
              <a:gd name="connsiteY2205" fmla="*/ 163768 h 443727"/>
              <a:gd name="connsiteX2206" fmla="*/ 1882489 w 1972510"/>
              <a:gd name="connsiteY2206" fmla="*/ 165750 h 443727"/>
              <a:gd name="connsiteX2207" fmla="*/ 1874029 w 1972510"/>
              <a:gd name="connsiteY2207" fmla="*/ 167503 h 443727"/>
              <a:gd name="connsiteX2208" fmla="*/ 1860309 w 1972510"/>
              <a:gd name="connsiteY2208" fmla="*/ 169256 h 443727"/>
              <a:gd name="connsiteX2209" fmla="*/ 1849791 w 1972510"/>
              <a:gd name="connsiteY2209" fmla="*/ 171390 h 443727"/>
              <a:gd name="connsiteX2210" fmla="*/ 1837367 w 1972510"/>
              <a:gd name="connsiteY2210" fmla="*/ 176420 h 443727"/>
              <a:gd name="connsiteX2211" fmla="*/ 1829745 w 1972510"/>
              <a:gd name="connsiteY2211" fmla="*/ 186558 h 443727"/>
              <a:gd name="connsiteX2212" fmla="*/ 1826086 w 1972510"/>
              <a:gd name="connsiteY2212" fmla="*/ 190903 h 443727"/>
              <a:gd name="connsiteX2213" fmla="*/ 1810232 w 1972510"/>
              <a:gd name="connsiteY2213" fmla="*/ 203022 h 443727"/>
              <a:gd name="connsiteX2214" fmla="*/ 1804059 w 1972510"/>
              <a:gd name="connsiteY2214" fmla="*/ 200506 h 443727"/>
              <a:gd name="connsiteX2215" fmla="*/ 1799409 w 1972510"/>
              <a:gd name="connsiteY2215" fmla="*/ 185948 h 443727"/>
              <a:gd name="connsiteX2216" fmla="*/ 1799409 w 1972510"/>
              <a:gd name="connsiteY2216" fmla="*/ 171313 h 443727"/>
              <a:gd name="connsiteX2217" fmla="*/ 1801696 w 1972510"/>
              <a:gd name="connsiteY2217" fmla="*/ 165369 h 443727"/>
              <a:gd name="connsiteX2218" fmla="*/ 1805888 w 1972510"/>
              <a:gd name="connsiteY2218" fmla="*/ 162625 h 443727"/>
              <a:gd name="connsiteX2219" fmla="*/ 1816102 w 1972510"/>
              <a:gd name="connsiteY2219" fmla="*/ 145703 h 443727"/>
              <a:gd name="connsiteX2220" fmla="*/ 1818998 w 1972510"/>
              <a:gd name="connsiteY2220" fmla="*/ 145703 h 443727"/>
              <a:gd name="connsiteX2221" fmla="*/ 1821056 w 1972510"/>
              <a:gd name="connsiteY2221" fmla="*/ 158813 h 443727"/>
              <a:gd name="connsiteX2222" fmla="*/ 1821253 w 1972510"/>
              <a:gd name="connsiteY2222" fmla="*/ 160166 h 443727"/>
              <a:gd name="connsiteX2223" fmla="*/ 1825552 w 1972510"/>
              <a:gd name="connsiteY2223" fmla="*/ 162167 h 443727"/>
              <a:gd name="connsiteX2224" fmla="*/ 1834318 w 1972510"/>
              <a:gd name="connsiteY2224" fmla="*/ 158737 h 443727"/>
              <a:gd name="connsiteX2225" fmla="*/ 1837291 w 1972510"/>
              <a:gd name="connsiteY2225" fmla="*/ 155765 h 443727"/>
              <a:gd name="connsiteX2226" fmla="*/ 1835004 w 1972510"/>
              <a:gd name="connsiteY2226" fmla="*/ 149668 h 443727"/>
              <a:gd name="connsiteX2227" fmla="*/ 1833479 w 1972510"/>
              <a:gd name="connsiteY2227" fmla="*/ 140825 h 443727"/>
              <a:gd name="connsiteX2228" fmla="*/ 1834852 w 1972510"/>
              <a:gd name="connsiteY2228" fmla="*/ 122685 h 443727"/>
              <a:gd name="connsiteX2229" fmla="*/ 1833556 w 1972510"/>
              <a:gd name="connsiteY2229" fmla="*/ 103478 h 443727"/>
              <a:gd name="connsiteX2230" fmla="*/ 1831803 w 1972510"/>
              <a:gd name="connsiteY2230" fmla="*/ 92502 h 443727"/>
              <a:gd name="connsiteX2231" fmla="*/ 1835462 w 1972510"/>
              <a:gd name="connsiteY2231" fmla="*/ 86175 h 443727"/>
              <a:gd name="connsiteX2232" fmla="*/ 1840721 w 1972510"/>
              <a:gd name="connsiteY2232" fmla="*/ 86175 h 443727"/>
              <a:gd name="connsiteX2233" fmla="*/ 1843388 w 1972510"/>
              <a:gd name="connsiteY2233" fmla="*/ 84422 h 443727"/>
              <a:gd name="connsiteX2234" fmla="*/ 1845675 w 1972510"/>
              <a:gd name="connsiteY2234" fmla="*/ 87852 h 443727"/>
              <a:gd name="connsiteX2235" fmla="*/ 1846590 w 1972510"/>
              <a:gd name="connsiteY2235" fmla="*/ 94102 h 443727"/>
              <a:gd name="connsiteX2236" fmla="*/ 1847276 w 1972510"/>
              <a:gd name="connsiteY2236" fmla="*/ 101724 h 443727"/>
              <a:gd name="connsiteX2237" fmla="*/ 1847276 w 1972510"/>
              <a:gd name="connsiteY2237" fmla="*/ 106526 h 443727"/>
              <a:gd name="connsiteX2238" fmla="*/ 1847276 w 1972510"/>
              <a:gd name="connsiteY2238" fmla="*/ 111785 h 443727"/>
              <a:gd name="connsiteX2239" fmla="*/ 1847276 w 1972510"/>
              <a:gd name="connsiteY2239" fmla="*/ 118417 h 443727"/>
              <a:gd name="connsiteX2240" fmla="*/ 1848038 w 1972510"/>
              <a:gd name="connsiteY2240" fmla="*/ 131374 h 443727"/>
              <a:gd name="connsiteX2241" fmla="*/ 1849715 w 1972510"/>
              <a:gd name="connsiteY2241" fmla="*/ 140063 h 443727"/>
              <a:gd name="connsiteX2242" fmla="*/ 1849715 w 1972510"/>
              <a:gd name="connsiteY2242" fmla="*/ 146466 h 443727"/>
              <a:gd name="connsiteX2243" fmla="*/ 1847123 w 1972510"/>
              <a:gd name="connsiteY2243" fmla="*/ 154088 h 443727"/>
              <a:gd name="connsiteX2244" fmla="*/ 1850782 w 1972510"/>
              <a:gd name="connsiteY2244" fmla="*/ 157823 h 443727"/>
              <a:gd name="connsiteX2245" fmla="*/ 1858022 w 1972510"/>
              <a:gd name="connsiteY2245" fmla="*/ 155841 h 443727"/>
              <a:gd name="connsiteX2246" fmla="*/ 1864273 w 1972510"/>
              <a:gd name="connsiteY2246" fmla="*/ 155460 h 443727"/>
              <a:gd name="connsiteX2247" fmla="*/ 1874487 w 1972510"/>
              <a:gd name="connsiteY2247" fmla="*/ 153630 h 443727"/>
              <a:gd name="connsiteX2248" fmla="*/ 1880050 w 1972510"/>
              <a:gd name="connsiteY2248" fmla="*/ 151725 h 443727"/>
              <a:gd name="connsiteX2249" fmla="*/ 1884395 w 1972510"/>
              <a:gd name="connsiteY2249" fmla="*/ 148829 h 443727"/>
              <a:gd name="connsiteX2250" fmla="*/ 1885005 w 1972510"/>
              <a:gd name="connsiteY2250" fmla="*/ 145551 h 443727"/>
              <a:gd name="connsiteX2251" fmla="*/ 1878907 w 1972510"/>
              <a:gd name="connsiteY2251" fmla="*/ 144942 h 443727"/>
              <a:gd name="connsiteX2252" fmla="*/ 1873343 w 1972510"/>
              <a:gd name="connsiteY2252" fmla="*/ 147228 h 443727"/>
              <a:gd name="connsiteX2253" fmla="*/ 1871743 w 1972510"/>
              <a:gd name="connsiteY2253" fmla="*/ 142122 h 443727"/>
              <a:gd name="connsiteX2254" fmla="*/ 1868389 w 1972510"/>
              <a:gd name="connsiteY2254" fmla="*/ 137929 h 443727"/>
              <a:gd name="connsiteX2255" fmla="*/ 1866179 w 1972510"/>
              <a:gd name="connsiteY2255" fmla="*/ 144180 h 443727"/>
              <a:gd name="connsiteX2256" fmla="*/ 1863511 w 1972510"/>
              <a:gd name="connsiteY2256" fmla="*/ 147914 h 443727"/>
              <a:gd name="connsiteX2257" fmla="*/ 1859776 w 1972510"/>
              <a:gd name="connsiteY2257" fmla="*/ 149896 h 443727"/>
              <a:gd name="connsiteX2258" fmla="*/ 1855965 w 1972510"/>
              <a:gd name="connsiteY2258" fmla="*/ 142731 h 443727"/>
              <a:gd name="connsiteX2259" fmla="*/ 1856498 w 1972510"/>
              <a:gd name="connsiteY2259" fmla="*/ 127944 h 443727"/>
              <a:gd name="connsiteX2260" fmla="*/ 1854822 w 1972510"/>
              <a:gd name="connsiteY2260" fmla="*/ 117883 h 443727"/>
              <a:gd name="connsiteX2261" fmla="*/ 1854822 w 1972510"/>
              <a:gd name="connsiteY2261" fmla="*/ 103630 h 443727"/>
              <a:gd name="connsiteX2262" fmla="*/ 1853754 w 1972510"/>
              <a:gd name="connsiteY2262" fmla="*/ 98828 h 443727"/>
              <a:gd name="connsiteX2263" fmla="*/ 1856651 w 1972510"/>
              <a:gd name="connsiteY2263" fmla="*/ 91892 h 443727"/>
              <a:gd name="connsiteX2264" fmla="*/ 1861529 w 1972510"/>
              <a:gd name="connsiteY2264" fmla="*/ 89148 h 443727"/>
              <a:gd name="connsiteX2265" fmla="*/ 1863892 w 1972510"/>
              <a:gd name="connsiteY2265" fmla="*/ 96770 h 443727"/>
              <a:gd name="connsiteX2266" fmla="*/ 1865492 w 1972510"/>
              <a:gd name="connsiteY2266" fmla="*/ 101572 h 443727"/>
              <a:gd name="connsiteX2267" fmla="*/ 1867779 w 1972510"/>
              <a:gd name="connsiteY2267" fmla="*/ 117654 h 443727"/>
              <a:gd name="connsiteX2268" fmla="*/ 1869913 w 1972510"/>
              <a:gd name="connsiteY2268" fmla="*/ 121390 h 443727"/>
              <a:gd name="connsiteX2269" fmla="*/ 1878222 w 1972510"/>
              <a:gd name="connsiteY2269" fmla="*/ 121390 h 443727"/>
              <a:gd name="connsiteX2270" fmla="*/ 1881347 w 1972510"/>
              <a:gd name="connsiteY2270" fmla="*/ 125353 h 443727"/>
              <a:gd name="connsiteX2271" fmla="*/ 1888969 w 1972510"/>
              <a:gd name="connsiteY2271" fmla="*/ 118264 h 443727"/>
              <a:gd name="connsiteX2272" fmla="*/ 1884929 w 1972510"/>
              <a:gd name="connsiteY2272" fmla="*/ 108661 h 443727"/>
              <a:gd name="connsiteX2273" fmla="*/ 1878222 w 1972510"/>
              <a:gd name="connsiteY2273" fmla="*/ 111252 h 443727"/>
              <a:gd name="connsiteX2274" fmla="*/ 1873496 w 1972510"/>
              <a:gd name="connsiteY2274" fmla="*/ 113463 h 443727"/>
              <a:gd name="connsiteX2275" fmla="*/ 1873496 w 1972510"/>
              <a:gd name="connsiteY2275" fmla="*/ 103935 h 443727"/>
              <a:gd name="connsiteX2276" fmla="*/ 1876392 w 1972510"/>
              <a:gd name="connsiteY2276" fmla="*/ 96313 h 443727"/>
              <a:gd name="connsiteX2277" fmla="*/ 1873191 w 1972510"/>
              <a:gd name="connsiteY2277" fmla="*/ 87852 h 443727"/>
              <a:gd name="connsiteX2278" fmla="*/ 1878526 w 1972510"/>
              <a:gd name="connsiteY2278" fmla="*/ 82517 h 443727"/>
              <a:gd name="connsiteX2279" fmla="*/ 1884396 w 1972510"/>
              <a:gd name="connsiteY2279" fmla="*/ 87319 h 443727"/>
              <a:gd name="connsiteX2280" fmla="*/ 1891484 w 1972510"/>
              <a:gd name="connsiteY2280" fmla="*/ 77943 h 443727"/>
              <a:gd name="connsiteX2281" fmla="*/ 1896743 w 1972510"/>
              <a:gd name="connsiteY2281" fmla="*/ 68187 h 443727"/>
              <a:gd name="connsiteX2282" fmla="*/ 1901011 w 1972510"/>
              <a:gd name="connsiteY2282" fmla="*/ 68187 h 443727"/>
              <a:gd name="connsiteX2283" fmla="*/ 1905280 w 1972510"/>
              <a:gd name="connsiteY2283" fmla="*/ 67273 h 443727"/>
              <a:gd name="connsiteX2284" fmla="*/ 244878 w 1972510"/>
              <a:gd name="connsiteY2284" fmla="*/ 61264 h 443727"/>
              <a:gd name="connsiteX2285" fmla="*/ 124531 w 1972510"/>
              <a:gd name="connsiteY2285" fmla="*/ 91999 h 443727"/>
              <a:gd name="connsiteX2286" fmla="*/ 124509 w 1972510"/>
              <a:gd name="connsiteY2286" fmla="*/ 91999 h 443727"/>
              <a:gd name="connsiteX2287" fmla="*/ 59576 w 1972510"/>
              <a:gd name="connsiteY2287" fmla="*/ 221908 h 443727"/>
              <a:gd name="connsiteX2288" fmla="*/ 61435 w 1972510"/>
              <a:gd name="connsiteY2288" fmla="*/ 246613 h 443727"/>
              <a:gd name="connsiteX2289" fmla="*/ 61806 w 1972510"/>
              <a:gd name="connsiteY2289" fmla="*/ 248624 h 443727"/>
              <a:gd name="connsiteX2290" fmla="*/ 63555 w 1972510"/>
              <a:gd name="connsiteY2290" fmla="*/ 257632 h 443727"/>
              <a:gd name="connsiteX2291" fmla="*/ 66835 w 1972510"/>
              <a:gd name="connsiteY2291" fmla="*/ 270071 h 443727"/>
              <a:gd name="connsiteX2292" fmla="*/ 71601 w 1972510"/>
              <a:gd name="connsiteY2292" fmla="*/ 283189 h 443727"/>
              <a:gd name="connsiteX2293" fmla="*/ 72301 w 1972510"/>
              <a:gd name="connsiteY2293" fmla="*/ 284938 h 443727"/>
              <a:gd name="connsiteX2294" fmla="*/ 91627 w 1972510"/>
              <a:gd name="connsiteY2294" fmla="*/ 318825 h 443727"/>
              <a:gd name="connsiteX2295" fmla="*/ 91737 w 1972510"/>
              <a:gd name="connsiteY2295" fmla="*/ 318957 h 443727"/>
              <a:gd name="connsiteX2296" fmla="*/ 91901 w 1972510"/>
              <a:gd name="connsiteY2296" fmla="*/ 319177 h 443727"/>
              <a:gd name="connsiteX2297" fmla="*/ 139973 w 1972510"/>
              <a:gd name="connsiteY2297" fmla="*/ 362097 h 443727"/>
              <a:gd name="connsiteX2298" fmla="*/ 174273 w 1972510"/>
              <a:gd name="connsiteY2298" fmla="*/ 374031 h 443727"/>
              <a:gd name="connsiteX2299" fmla="*/ 171689 w 1972510"/>
              <a:gd name="connsiteY2299" fmla="*/ 369896 h 443727"/>
              <a:gd name="connsiteX2300" fmla="*/ 165589 w 1972510"/>
              <a:gd name="connsiteY2300" fmla="*/ 367710 h 443727"/>
              <a:gd name="connsiteX2301" fmla="*/ 164650 w 1972510"/>
              <a:gd name="connsiteY2301" fmla="*/ 366848 h 443727"/>
              <a:gd name="connsiteX2302" fmla="*/ 174006 w 1972510"/>
              <a:gd name="connsiteY2302" fmla="*/ 368432 h 443727"/>
              <a:gd name="connsiteX2303" fmla="*/ 178813 w 1972510"/>
              <a:gd name="connsiteY2303" fmla="*/ 373905 h 443727"/>
              <a:gd name="connsiteX2304" fmla="*/ 179444 w 1972510"/>
              <a:gd name="connsiteY2304" fmla="*/ 375830 h 443727"/>
              <a:gd name="connsiteX2305" fmla="*/ 188656 w 1972510"/>
              <a:gd name="connsiteY2305" fmla="*/ 379035 h 443727"/>
              <a:gd name="connsiteX2306" fmla="*/ 191147 w 1972510"/>
              <a:gd name="connsiteY2306" fmla="*/ 379035 h 443727"/>
              <a:gd name="connsiteX2307" fmla="*/ 191101 w 1972510"/>
              <a:gd name="connsiteY2307" fmla="*/ 379886 h 443727"/>
              <a:gd name="connsiteX2308" fmla="*/ 198733 w 1972510"/>
              <a:gd name="connsiteY2308" fmla="*/ 382541 h 443727"/>
              <a:gd name="connsiteX2309" fmla="*/ 224910 w 1972510"/>
              <a:gd name="connsiteY2309" fmla="*/ 381243 h 443727"/>
              <a:gd name="connsiteX2310" fmla="*/ 225297 w 1972510"/>
              <a:gd name="connsiteY2310" fmla="*/ 380828 h 443727"/>
              <a:gd name="connsiteX2311" fmla="*/ 223111 w 1972510"/>
              <a:gd name="connsiteY2311" fmla="*/ 380828 h 443727"/>
              <a:gd name="connsiteX2312" fmla="*/ 223964 w 1972510"/>
              <a:gd name="connsiteY2312" fmla="*/ 380259 h 443727"/>
              <a:gd name="connsiteX2313" fmla="*/ 220203 w 1972510"/>
              <a:gd name="connsiteY2313" fmla="*/ 380259 h 443727"/>
              <a:gd name="connsiteX2314" fmla="*/ 220968 w 1972510"/>
              <a:gd name="connsiteY2314" fmla="*/ 379669 h 443727"/>
              <a:gd name="connsiteX2315" fmla="*/ 213251 w 1972510"/>
              <a:gd name="connsiteY2315" fmla="*/ 379669 h 443727"/>
              <a:gd name="connsiteX2316" fmla="*/ 208878 w 1972510"/>
              <a:gd name="connsiteY2316" fmla="*/ 369743 h 443727"/>
              <a:gd name="connsiteX2317" fmla="*/ 197728 w 1972510"/>
              <a:gd name="connsiteY2317" fmla="*/ 369284 h 443727"/>
              <a:gd name="connsiteX2318" fmla="*/ 192153 w 1972510"/>
              <a:gd name="connsiteY2318" fmla="*/ 377811 h 443727"/>
              <a:gd name="connsiteX2319" fmla="*/ 191169 w 1972510"/>
              <a:gd name="connsiteY2319" fmla="*/ 377505 h 443727"/>
              <a:gd name="connsiteX2320" fmla="*/ 193618 w 1972510"/>
              <a:gd name="connsiteY2320" fmla="*/ 370465 h 443727"/>
              <a:gd name="connsiteX2321" fmla="*/ 202975 w 1972510"/>
              <a:gd name="connsiteY2321" fmla="*/ 366704 h 443727"/>
              <a:gd name="connsiteX2322" fmla="*/ 216093 w 1972510"/>
              <a:gd name="connsiteY2322" fmla="*/ 370137 h 443727"/>
              <a:gd name="connsiteX2323" fmla="*/ 218607 w 1972510"/>
              <a:gd name="connsiteY2323" fmla="*/ 378620 h 443727"/>
              <a:gd name="connsiteX2324" fmla="*/ 227352 w 1972510"/>
              <a:gd name="connsiteY2324" fmla="*/ 378401 h 443727"/>
              <a:gd name="connsiteX2325" fmla="*/ 230632 w 1972510"/>
              <a:gd name="connsiteY2325" fmla="*/ 370465 h 443727"/>
              <a:gd name="connsiteX2326" fmla="*/ 239989 w 1972510"/>
              <a:gd name="connsiteY2326" fmla="*/ 366704 h 443727"/>
              <a:gd name="connsiteX2327" fmla="*/ 253107 w 1972510"/>
              <a:gd name="connsiteY2327" fmla="*/ 370137 h 443727"/>
              <a:gd name="connsiteX2328" fmla="*/ 255621 w 1972510"/>
              <a:gd name="connsiteY2328" fmla="*/ 378620 h 443727"/>
              <a:gd name="connsiteX2329" fmla="*/ 263030 w 1972510"/>
              <a:gd name="connsiteY2329" fmla="*/ 378434 h 443727"/>
              <a:gd name="connsiteX2330" fmla="*/ 264598 w 1972510"/>
              <a:gd name="connsiteY2330" fmla="*/ 377690 h 443727"/>
              <a:gd name="connsiteX2331" fmla="*/ 265694 w 1972510"/>
              <a:gd name="connsiteY2331" fmla="*/ 374332 h 443727"/>
              <a:gd name="connsiteX2332" fmla="*/ 269416 w 1972510"/>
              <a:gd name="connsiteY2332" fmla="*/ 368344 h 443727"/>
              <a:gd name="connsiteX2333" fmla="*/ 278577 w 1972510"/>
              <a:gd name="connsiteY2333" fmla="*/ 366267 h 443727"/>
              <a:gd name="connsiteX2334" fmla="*/ 278577 w 1972510"/>
              <a:gd name="connsiteY2334" fmla="*/ 369503 h 443727"/>
              <a:gd name="connsiteX2335" fmla="*/ 269482 w 1972510"/>
              <a:gd name="connsiteY2335" fmla="*/ 370815 h 443727"/>
              <a:gd name="connsiteX2336" fmla="*/ 266699 w 1972510"/>
              <a:gd name="connsiteY2336" fmla="*/ 376692 h 443727"/>
              <a:gd name="connsiteX2337" fmla="*/ 319079 w 1972510"/>
              <a:gd name="connsiteY2337" fmla="*/ 351805 h 443727"/>
              <a:gd name="connsiteX2338" fmla="*/ 351709 w 1972510"/>
              <a:gd name="connsiteY2338" fmla="*/ 124629 h 443727"/>
              <a:gd name="connsiteX2339" fmla="*/ 244878 w 1972510"/>
              <a:gd name="connsiteY2339" fmla="*/ 61264 h 443727"/>
              <a:gd name="connsiteX2340" fmla="*/ 143639 w 1972510"/>
              <a:gd name="connsiteY2340" fmla="*/ 58790 h 443727"/>
              <a:gd name="connsiteX2341" fmla="*/ 142961 w 1972510"/>
              <a:gd name="connsiteY2341" fmla="*/ 59358 h 443727"/>
              <a:gd name="connsiteX2342" fmla="*/ 141955 w 1972510"/>
              <a:gd name="connsiteY2342" fmla="*/ 59599 h 443727"/>
              <a:gd name="connsiteX2343" fmla="*/ 141015 w 1972510"/>
              <a:gd name="connsiteY2343" fmla="*/ 60036 h 443727"/>
              <a:gd name="connsiteX2344" fmla="*/ 139878 w 1972510"/>
              <a:gd name="connsiteY2344" fmla="*/ 60036 h 443727"/>
              <a:gd name="connsiteX2345" fmla="*/ 138916 w 1972510"/>
              <a:gd name="connsiteY2345" fmla="*/ 60342 h 443727"/>
              <a:gd name="connsiteX2346" fmla="*/ 138851 w 1972510"/>
              <a:gd name="connsiteY2346" fmla="*/ 60255 h 443727"/>
              <a:gd name="connsiteX2347" fmla="*/ 139310 w 1972510"/>
              <a:gd name="connsiteY2347" fmla="*/ 61741 h 443727"/>
              <a:gd name="connsiteX2348" fmla="*/ 139704 w 1972510"/>
              <a:gd name="connsiteY2348" fmla="*/ 62572 h 443727"/>
              <a:gd name="connsiteX2349" fmla="*/ 140797 w 1972510"/>
              <a:gd name="connsiteY2349" fmla="*/ 63621 h 443727"/>
              <a:gd name="connsiteX2350" fmla="*/ 142043 w 1972510"/>
              <a:gd name="connsiteY2350" fmla="*/ 64408 h 443727"/>
              <a:gd name="connsiteX2351" fmla="*/ 143530 w 1972510"/>
              <a:gd name="connsiteY2351" fmla="*/ 65283 h 443727"/>
              <a:gd name="connsiteX2352" fmla="*/ 144164 w 1972510"/>
              <a:gd name="connsiteY2352" fmla="*/ 66223 h 443727"/>
              <a:gd name="connsiteX2353" fmla="*/ 145279 w 1972510"/>
              <a:gd name="connsiteY2353" fmla="*/ 66551 h 443727"/>
              <a:gd name="connsiteX2354" fmla="*/ 145913 w 1972510"/>
              <a:gd name="connsiteY2354" fmla="*/ 65589 h 443727"/>
              <a:gd name="connsiteX2355" fmla="*/ 146743 w 1972510"/>
              <a:gd name="connsiteY2355" fmla="*/ 65064 h 443727"/>
              <a:gd name="connsiteX2356" fmla="*/ 147487 w 1972510"/>
              <a:gd name="connsiteY2356" fmla="*/ 64080 h 443727"/>
              <a:gd name="connsiteX2357" fmla="*/ 147662 w 1972510"/>
              <a:gd name="connsiteY2357" fmla="*/ 63075 h 443727"/>
              <a:gd name="connsiteX2358" fmla="*/ 147552 w 1972510"/>
              <a:gd name="connsiteY2358" fmla="*/ 61785 h 443727"/>
              <a:gd name="connsiteX2359" fmla="*/ 147683 w 1972510"/>
              <a:gd name="connsiteY2359" fmla="*/ 60604 h 443727"/>
              <a:gd name="connsiteX2360" fmla="*/ 147224 w 1972510"/>
              <a:gd name="connsiteY2360" fmla="*/ 59686 h 443727"/>
              <a:gd name="connsiteX2361" fmla="*/ 146328 w 1972510"/>
              <a:gd name="connsiteY2361" fmla="*/ 59271 h 443727"/>
              <a:gd name="connsiteX2362" fmla="*/ 143639 w 1972510"/>
              <a:gd name="connsiteY2362" fmla="*/ 58790 h 443727"/>
              <a:gd name="connsiteX2363" fmla="*/ 132052 w 1972510"/>
              <a:gd name="connsiteY2363" fmla="*/ 55838 h 443727"/>
              <a:gd name="connsiteX2364" fmla="*/ 132249 w 1972510"/>
              <a:gd name="connsiteY2364" fmla="*/ 56888 h 443727"/>
              <a:gd name="connsiteX2365" fmla="*/ 131811 w 1972510"/>
              <a:gd name="connsiteY2365" fmla="*/ 58309 h 443727"/>
              <a:gd name="connsiteX2366" fmla="*/ 131199 w 1972510"/>
              <a:gd name="connsiteY2366" fmla="*/ 59883 h 443727"/>
              <a:gd name="connsiteX2367" fmla="*/ 130193 w 1972510"/>
              <a:gd name="connsiteY2367" fmla="*/ 60976 h 443727"/>
              <a:gd name="connsiteX2368" fmla="*/ 129100 w 1972510"/>
              <a:gd name="connsiteY2368" fmla="*/ 60714 h 443727"/>
              <a:gd name="connsiteX2369" fmla="*/ 129100 w 1972510"/>
              <a:gd name="connsiteY2369" fmla="*/ 59599 h 443727"/>
              <a:gd name="connsiteX2370" fmla="*/ 130281 w 1972510"/>
              <a:gd name="connsiteY2370" fmla="*/ 57959 h 443727"/>
              <a:gd name="connsiteX2371" fmla="*/ 130653 w 1972510"/>
              <a:gd name="connsiteY2371" fmla="*/ 57194 h 443727"/>
              <a:gd name="connsiteX2372" fmla="*/ 131308 w 1972510"/>
              <a:gd name="connsiteY2372" fmla="*/ 56429 h 443727"/>
              <a:gd name="connsiteX2373" fmla="*/ 132052 w 1972510"/>
              <a:gd name="connsiteY2373" fmla="*/ 55838 h 443727"/>
              <a:gd name="connsiteX2374" fmla="*/ 133932 w 1972510"/>
              <a:gd name="connsiteY2374" fmla="*/ 49782 h 443727"/>
              <a:gd name="connsiteX2375" fmla="*/ 132861 w 1972510"/>
              <a:gd name="connsiteY2375" fmla="*/ 50373 h 443727"/>
              <a:gd name="connsiteX2376" fmla="*/ 131724 w 1972510"/>
              <a:gd name="connsiteY2376" fmla="*/ 50569 h 443727"/>
              <a:gd name="connsiteX2377" fmla="*/ 131221 w 1972510"/>
              <a:gd name="connsiteY2377" fmla="*/ 51138 h 443727"/>
              <a:gd name="connsiteX2378" fmla="*/ 130871 w 1972510"/>
              <a:gd name="connsiteY2378" fmla="*/ 51750 h 443727"/>
              <a:gd name="connsiteX2379" fmla="*/ 130499 w 1972510"/>
              <a:gd name="connsiteY2379" fmla="*/ 52515 h 443727"/>
              <a:gd name="connsiteX2380" fmla="*/ 129712 w 1972510"/>
              <a:gd name="connsiteY2380" fmla="*/ 53565 h 443727"/>
              <a:gd name="connsiteX2381" fmla="*/ 129056 w 1972510"/>
              <a:gd name="connsiteY2381" fmla="*/ 54242 h 443727"/>
              <a:gd name="connsiteX2382" fmla="*/ 128291 w 1972510"/>
              <a:gd name="connsiteY2382" fmla="*/ 55204 h 443727"/>
              <a:gd name="connsiteX2383" fmla="*/ 127154 w 1972510"/>
              <a:gd name="connsiteY2383" fmla="*/ 56385 h 443727"/>
              <a:gd name="connsiteX2384" fmla="*/ 125646 w 1972510"/>
              <a:gd name="connsiteY2384" fmla="*/ 58003 h 443727"/>
              <a:gd name="connsiteX2385" fmla="*/ 124902 w 1972510"/>
              <a:gd name="connsiteY2385" fmla="*/ 57718 h 443727"/>
              <a:gd name="connsiteX2386" fmla="*/ 123744 w 1972510"/>
              <a:gd name="connsiteY2386" fmla="*/ 57718 h 443727"/>
              <a:gd name="connsiteX2387" fmla="*/ 123000 w 1972510"/>
              <a:gd name="connsiteY2387" fmla="*/ 58746 h 443727"/>
              <a:gd name="connsiteX2388" fmla="*/ 123132 w 1972510"/>
              <a:gd name="connsiteY2388" fmla="*/ 61304 h 443727"/>
              <a:gd name="connsiteX2389" fmla="*/ 124268 w 1972510"/>
              <a:gd name="connsiteY2389" fmla="*/ 62987 h 443727"/>
              <a:gd name="connsiteX2390" fmla="*/ 125580 w 1972510"/>
              <a:gd name="connsiteY2390" fmla="*/ 64518 h 443727"/>
              <a:gd name="connsiteX2391" fmla="*/ 126651 w 1972510"/>
              <a:gd name="connsiteY2391" fmla="*/ 65655 h 443727"/>
              <a:gd name="connsiteX2392" fmla="*/ 127307 w 1972510"/>
              <a:gd name="connsiteY2392" fmla="*/ 66507 h 443727"/>
              <a:gd name="connsiteX2393" fmla="*/ 127788 w 1972510"/>
              <a:gd name="connsiteY2393" fmla="*/ 66835 h 443727"/>
              <a:gd name="connsiteX2394" fmla="*/ 128553 w 1972510"/>
              <a:gd name="connsiteY2394" fmla="*/ 67557 h 443727"/>
              <a:gd name="connsiteX2395" fmla="*/ 129188 w 1972510"/>
              <a:gd name="connsiteY2395" fmla="*/ 67688 h 443727"/>
              <a:gd name="connsiteX2396" fmla="*/ 130434 w 1972510"/>
              <a:gd name="connsiteY2396" fmla="*/ 67098 h 443727"/>
              <a:gd name="connsiteX2397" fmla="*/ 131068 w 1972510"/>
              <a:gd name="connsiteY2397" fmla="*/ 66529 h 443727"/>
              <a:gd name="connsiteX2398" fmla="*/ 132161 w 1972510"/>
              <a:gd name="connsiteY2398" fmla="*/ 66223 h 443727"/>
              <a:gd name="connsiteX2399" fmla="*/ 132817 w 1972510"/>
              <a:gd name="connsiteY2399" fmla="*/ 66617 h 443727"/>
              <a:gd name="connsiteX2400" fmla="*/ 133648 w 1972510"/>
              <a:gd name="connsiteY2400" fmla="*/ 68453 h 443727"/>
              <a:gd name="connsiteX2401" fmla="*/ 134413 w 1972510"/>
              <a:gd name="connsiteY2401" fmla="*/ 69743 h 443727"/>
              <a:gd name="connsiteX2402" fmla="*/ 134959 w 1972510"/>
              <a:gd name="connsiteY2402" fmla="*/ 70683 h 443727"/>
              <a:gd name="connsiteX2403" fmla="*/ 134588 w 1972510"/>
              <a:gd name="connsiteY2403" fmla="*/ 72673 h 443727"/>
              <a:gd name="connsiteX2404" fmla="*/ 132861 w 1972510"/>
              <a:gd name="connsiteY2404" fmla="*/ 73044 h 443727"/>
              <a:gd name="connsiteX2405" fmla="*/ 132139 w 1972510"/>
              <a:gd name="connsiteY2405" fmla="*/ 74028 h 443727"/>
              <a:gd name="connsiteX2406" fmla="*/ 134588 w 1972510"/>
              <a:gd name="connsiteY2406" fmla="*/ 74662 h 443727"/>
              <a:gd name="connsiteX2407" fmla="*/ 135725 w 1972510"/>
              <a:gd name="connsiteY2407" fmla="*/ 75362 h 443727"/>
              <a:gd name="connsiteX2408" fmla="*/ 137014 w 1972510"/>
              <a:gd name="connsiteY2408" fmla="*/ 75231 h 443727"/>
              <a:gd name="connsiteX2409" fmla="*/ 137889 w 1972510"/>
              <a:gd name="connsiteY2409" fmla="*/ 75340 h 443727"/>
              <a:gd name="connsiteX2410" fmla="*/ 138829 w 1972510"/>
              <a:gd name="connsiteY2410" fmla="*/ 75231 h 443727"/>
              <a:gd name="connsiteX2411" fmla="*/ 139507 w 1972510"/>
              <a:gd name="connsiteY2411" fmla="*/ 75231 h 443727"/>
              <a:gd name="connsiteX2412" fmla="*/ 140250 w 1972510"/>
              <a:gd name="connsiteY2412" fmla="*/ 74028 h 443727"/>
              <a:gd name="connsiteX2413" fmla="*/ 140709 w 1972510"/>
              <a:gd name="connsiteY2413" fmla="*/ 72192 h 443727"/>
              <a:gd name="connsiteX2414" fmla="*/ 140819 w 1972510"/>
              <a:gd name="connsiteY2414" fmla="*/ 70005 h 443727"/>
              <a:gd name="connsiteX2415" fmla="*/ 137386 w 1972510"/>
              <a:gd name="connsiteY2415" fmla="*/ 64299 h 443727"/>
              <a:gd name="connsiteX2416" fmla="*/ 136424 w 1972510"/>
              <a:gd name="connsiteY2416" fmla="*/ 63140 h 443727"/>
              <a:gd name="connsiteX2417" fmla="*/ 136621 w 1972510"/>
              <a:gd name="connsiteY2417" fmla="*/ 62069 h 443727"/>
              <a:gd name="connsiteX2418" fmla="*/ 137233 w 1972510"/>
              <a:gd name="connsiteY2418" fmla="*/ 61588 h 443727"/>
              <a:gd name="connsiteX2419" fmla="*/ 137430 w 1972510"/>
              <a:gd name="connsiteY2419" fmla="*/ 59927 h 443727"/>
              <a:gd name="connsiteX2420" fmla="*/ 137430 w 1972510"/>
              <a:gd name="connsiteY2420" fmla="*/ 55204 h 443727"/>
              <a:gd name="connsiteX2421" fmla="*/ 137430 w 1972510"/>
              <a:gd name="connsiteY2421" fmla="*/ 53805 h 443727"/>
              <a:gd name="connsiteX2422" fmla="*/ 137911 w 1972510"/>
              <a:gd name="connsiteY2422" fmla="*/ 51728 h 443727"/>
              <a:gd name="connsiteX2423" fmla="*/ 137299 w 1972510"/>
              <a:gd name="connsiteY2423" fmla="*/ 50788 h 443727"/>
              <a:gd name="connsiteX2424" fmla="*/ 136118 w 1972510"/>
              <a:gd name="connsiteY2424" fmla="*/ 49782 h 443727"/>
              <a:gd name="connsiteX2425" fmla="*/ 133932 w 1972510"/>
              <a:gd name="connsiteY2425" fmla="*/ 49782 h 443727"/>
              <a:gd name="connsiteX2426" fmla="*/ 321077 w 1972510"/>
              <a:gd name="connsiteY2426" fmla="*/ 46875 h 443727"/>
              <a:gd name="connsiteX2427" fmla="*/ 320356 w 1972510"/>
              <a:gd name="connsiteY2427" fmla="*/ 47115 h 443727"/>
              <a:gd name="connsiteX2428" fmla="*/ 319613 w 1972510"/>
              <a:gd name="connsiteY2428" fmla="*/ 48580 h 443727"/>
              <a:gd name="connsiteX2429" fmla="*/ 318498 w 1972510"/>
              <a:gd name="connsiteY2429" fmla="*/ 50110 h 443727"/>
              <a:gd name="connsiteX2430" fmla="*/ 316464 w 1972510"/>
              <a:gd name="connsiteY2430" fmla="*/ 52296 h 443727"/>
              <a:gd name="connsiteX2431" fmla="*/ 313119 w 1972510"/>
              <a:gd name="connsiteY2431" fmla="*/ 51662 h 443727"/>
              <a:gd name="connsiteX2432" fmla="*/ 311436 w 1972510"/>
              <a:gd name="connsiteY2432" fmla="*/ 50635 h 443727"/>
              <a:gd name="connsiteX2433" fmla="*/ 310474 w 1972510"/>
              <a:gd name="connsiteY2433" fmla="*/ 50635 h 443727"/>
              <a:gd name="connsiteX2434" fmla="*/ 309468 w 1972510"/>
              <a:gd name="connsiteY2434" fmla="*/ 50460 h 443727"/>
              <a:gd name="connsiteX2435" fmla="*/ 308441 w 1972510"/>
              <a:gd name="connsiteY2435" fmla="*/ 50766 h 443727"/>
              <a:gd name="connsiteX2436" fmla="*/ 307457 w 1972510"/>
              <a:gd name="connsiteY2436" fmla="*/ 51619 h 443727"/>
              <a:gd name="connsiteX2437" fmla="*/ 307829 w 1972510"/>
              <a:gd name="connsiteY2437" fmla="*/ 54133 h 443727"/>
              <a:gd name="connsiteX2438" fmla="*/ 308703 w 1972510"/>
              <a:gd name="connsiteY2438" fmla="*/ 55379 h 443727"/>
              <a:gd name="connsiteX2439" fmla="*/ 309468 w 1972510"/>
              <a:gd name="connsiteY2439" fmla="*/ 55816 h 443727"/>
              <a:gd name="connsiteX2440" fmla="*/ 310387 w 1972510"/>
              <a:gd name="connsiteY2440" fmla="*/ 56057 h 443727"/>
              <a:gd name="connsiteX2441" fmla="*/ 310999 w 1972510"/>
              <a:gd name="connsiteY2441" fmla="*/ 56407 h 443727"/>
              <a:gd name="connsiteX2442" fmla="*/ 311808 w 1972510"/>
              <a:gd name="connsiteY2442" fmla="*/ 56822 h 443727"/>
              <a:gd name="connsiteX2443" fmla="*/ 310846 w 1972510"/>
              <a:gd name="connsiteY2443" fmla="*/ 57740 h 443727"/>
              <a:gd name="connsiteX2444" fmla="*/ 307807 w 1972510"/>
              <a:gd name="connsiteY2444" fmla="*/ 59533 h 443727"/>
              <a:gd name="connsiteX2445" fmla="*/ 301729 w 1972510"/>
              <a:gd name="connsiteY2445" fmla="*/ 61020 h 443727"/>
              <a:gd name="connsiteX2446" fmla="*/ 300985 w 1972510"/>
              <a:gd name="connsiteY2446" fmla="*/ 61020 h 443727"/>
              <a:gd name="connsiteX2447" fmla="*/ 299783 w 1972510"/>
              <a:gd name="connsiteY2447" fmla="*/ 61173 h 443727"/>
              <a:gd name="connsiteX2448" fmla="*/ 298165 w 1972510"/>
              <a:gd name="connsiteY2448" fmla="*/ 61173 h 443727"/>
              <a:gd name="connsiteX2449" fmla="*/ 298165 w 1972510"/>
              <a:gd name="connsiteY2449" fmla="*/ 61085 h 443727"/>
              <a:gd name="connsiteX2450" fmla="*/ 297094 w 1972510"/>
              <a:gd name="connsiteY2450" fmla="*/ 61348 h 443727"/>
              <a:gd name="connsiteX2451" fmla="*/ 297750 w 1972510"/>
              <a:gd name="connsiteY2451" fmla="*/ 62113 h 443727"/>
              <a:gd name="connsiteX2452" fmla="*/ 297750 w 1972510"/>
              <a:gd name="connsiteY2452" fmla="*/ 63381 h 443727"/>
              <a:gd name="connsiteX2453" fmla="*/ 298056 w 1972510"/>
              <a:gd name="connsiteY2453" fmla="*/ 64299 h 443727"/>
              <a:gd name="connsiteX2454" fmla="*/ 299127 w 1972510"/>
              <a:gd name="connsiteY2454" fmla="*/ 64671 h 443727"/>
              <a:gd name="connsiteX2455" fmla="*/ 301095 w 1972510"/>
              <a:gd name="connsiteY2455" fmla="*/ 65239 h 443727"/>
              <a:gd name="connsiteX2456" fmla="*/ 303565 w 1972510"/>
              <a:gd name="connsiteY2456" fmla="*/ 65239 h 443727"/>
              <a:gd name="connsiteX2457" fmla="*/ 306998 w 1972510"/>
              <a:gd name="connsiteY2457" fmla="*/ 65239 h 443727"/>
              <a:gd name="connsiteX2458" fmla="*/ 310867 w 1972510"/>
              <a:gd name="connsiteY2458" fmla="*/ 64277 h 443727"/>
              <a:gd name="connsiteX2459" fmla="*/ 314059 w 1972510"/>
              <a:gd name="connsiteY2459" fmla="*/ 62659 h 443727"/>
              <a:gd name="connsiteX2460" fmla="*/ 315284 w 1972510"/>
              <a:gd name="connsiteY2460" fmla="*/ 66245 h 443727"/>
              <a:gd name="connsiteX2461" fmla="*/ 315721 w 1972510"/>
              <a:gd name="connsiteY2461" fmla="*/ 68125 h 443727"/>
              <a:gd name="connsiteX2462" fmla="*/ 316180 w 1972510"/>
              <a:gd name="connsiteY2462" fmla="*/ 71426 h 443727"/>
              <a:gd name="connsiteX2463" fmla="*/ 316180 w 1972510"/>
              <a:gd name="connsiteY2463" fmla="*/ 75099 h 443727"/>
              <a:gd name="connsiteX2464" fmla="*/ 316792 w 1972510"/>
              <a:gd name="connsiteY2464" fmla="*/ 76411 h 443727"/>
              <a:gd name="connsiteX2465" fmla="*/ 318454 w 1972510"/>
              <a:gd name="connsiteY2465" fmla="*/ 77701 h 443727"/>
              <a:gd name="connsiteX2466" fmla="*/ 319481 w 1972510"/>
              <a:gd name="connsiteY2466" fmla="*/ 78576 h 443727"/>
              <a:gd name="connsiteX2467" fmla="*/ 320815 w 1972510"/>
              <a:gd name="connsiteY2467" fmla="*/ 79319 h 443727"/>
              <a:gd name="connsiteX2468" fmla="*/ 322039 w 1972510"/>
              <a:gd name="connsiteY2468" fmla="*/ 80128 h 443727"/>
              <a:gd name="connsiteX2469" fmla="*/ 322673 w 1972510"/>
              <a:gd name="connsiteY2469" fmla="*/ 80346 h 443727"/>
              <a:gd name="connsiteX2470" fmla="*/ 323504 w 1972510"/>
              <a:gd name="connsiteY2470" fmla="*/ 80193 h 443727"/>
              <a:gd name="connsiteX2471" fmla="*/ 325297 w 1972510"/>
              <a:gd name="connsiteY2471" fmla="*/ 80193 h 443727"/>
              <a:gd name="connsiteX2472" fmla="*/ 325931 w 1972510"/>
              <a:gd name="connsiteY2472" fmla="*/ 79363 h 443727"/>
              <a:gd name="connsiteX2473" fmla="*/ 326565 w 1972510"/>
              <a:gd name="connsiteY2473" fmla="*/ 78882 h 443727"/>
              <a:gd name="connsiteX2474" fmla="*/ 325953 w 1972510"/>
              <a:gd name="connsiteY2474" fmla="*/ 78029 h 443727"/>
              <a:gd name="connsiteX2475" fmla="*/ 324073 w 1972510"/>
              <a:gd name="connsiteY2475" fmla="*/ 75843 h 443727"/>
              <a:gd name="connsiteX2476" fmla="*/ 323417 w 1972510"/>
              <a:gd name="connsiteY2476" fmla="*/ 74553 h 443727"/>
              <a:gd name="connsiteX2477" fmla="*/ 322345 w 1972510"/>
              <a:gd name="connsiteY2477" fmla="*/ 73197 h 443727"/>
              <a:gd name="connsiteX2478" fmla="*/ 320881 w 1972510"/>
              <a:gd name="connsiteY2478" fmla="*/ 70136 h 443727"/>
              <a:gd name="connsiteX2479" fmla="*/ 320050 w 1972510"/>
              <a:gd name="connsiteY2479" fmla="*/ 66114 h 443727"/>
              <a:gd name="connsiteX2480" fmla="*/ 318738 w 1972510"/>
              <a:gd name="connsiteY2480" fmla="*/ 60998 h 443727"/>
              <a:gd name="connsiteX2481" fmla="*/ 319394 w 1972510"/>
              <a:gd name="connsiteY2481" fmla="*/ 59380 h 443727"/>
              <a:gd name="connsiteX2482" fmla="*/ 320553 w 1972510"/>
              <a:gd name="connsiteY2482" fmla="*/ 58812 h 443727"/>
              <a:gd name="connsiteX2483" fmla="*/ 322914 w 1972510"/>
              <a:gd name="connsiteY2483" fmla="*/ 59183 h 443727"/>
              <a:gd name="connsiteX2484" fmla="*/ 324269 w 1972510"/>
              <a:gd name="connsiteY2484" fmla="*/ 59752 h 443727"/>
              <a:gd name="connsiteX2485" fmla="*/ 325822 w 1972510"/>
              <a:gd name="connsiteY2485" fmla="*/ 60080 h 443727"/>
              <a:gd name="connsiteX2486" fmla="*/ 328183 w 1972510"/>
              <a:gd name="connsiteY2486" fmla="*/ 60364 h 443727"/>
              <a:gd name="connsiteX2487" fmla="*/ 329342 w 1972510"/>
              <a:gd name="connsiteY2487" fmla="*/ 60233 h 443727"/>
              <a:gd name="connsiteX2488" fmla="*/ 330019 w 1972510"/>
              <a:gd name="connsiteY2488" fmla="*/ 59948 h 443727"/>
              <a:gd name="connsiteX2489" fmla="*/ 330019 w 1972510"/>
              <a:gd name="connsiteY2489" fmla="*/ 57412 h 443727"/>
              <a:gd name="connsiteX2490" fmla="*/ 328817 w 1972510"/>
              <a:gd name="connsiteY2490" fmla="*/ 56101 h 443727"/>
              <a:gd name="connsiteX2491" fmla="*/ 327112 w 1972510"/>
              <a:gd name="connsiteY2491" fmla="*/ 55117 h 443727"/>
              <a:gd name="connsiteX2492" fmla="*/ 325537 w 1972510"/>
              <a:gd name="connsiteY2492" fmla="*/ 55248 h 443727"/>
              <a:gd name="connsiteX2493" fmla="*/ 324401 w 1972510"/>
              <a:gd name="connsiteY2493" fmla="*/ 55029 h 443727"/>
              <a:gd name="connsiteX2494" fmla="*/ 323395 w 1972510"/>
              <a:gd name="connsiteY2494" fmla="*/ 54920 h 443727"/>
              <a:gd name="connsiteX2495" fmla="*/ 322652 w 1972510"/>
              <a:gd name="connsiteY2495" fmla="*/ 54723 h 443727"/>
              <a:gd name="connsiteX2496" fmla="*/ 323220 w 1972510"/>
              <a:gd name="connsiteY2496" fmla="*/ 53805 h 443727"/>
              <a:gd name="connsiteX2497" fmla="*/ 324794 w 1972510"/>
              <a:gd name="connsiteY2497" fmla="*/ 52581 h 443727"/>
              <a:gd name="connsiteX2498" fmla="*/ 325122 w 1972510"/>
              <a:gd name="connsiteY2498" fmla="*/ 51619 h 443727"/>
              <a:gd name="connsiteX2499" fmla="*/ 325341 w 1972510"/>
              <a:gd name="connsiteY2499" fmla="*/ 50569 h 443727"/>
              <a:gd name="connsiteX2500" fmla="*/ 324685 w 1972510"/>
              <a:gd name="connsiteY2500" fmla="*/ 48798 h 443727"/>
              <a:gd name="connsiteX2501" fmla="*/ 323132 w 1972510"/>
              <a:gd name="connsiteY2501" fmla="*/ 47815 h 443727"/>
              <a:gd name="connsiteX2502" fmla="*/ 322127 w 1972510"/>
              <a:gd name="connsiteY2502" fmla="*/ 47596 h 443727"/>
              <a:gd name="connsiteX2503" fmla="*/ 321077 w 1972510"/>
              <a:gd name="connsiteY2503" fmla="*/ 46875 h 443727"/>
              <a:gd name="connsiteX2504" fmla="*/ 178007 w 1972510"/>
              <a:gd name="connsiteY2504" fmla="*/ 43486 h 443727"/>
              <a:gd name="connsiteX2505" fmla="*/ 178073 w 1972510"/>
              <a:gd name="connsiteY2505" fmla="*/ 43573 h 443727"/>
              <a:gd name="connsiteX2506" fmla="*/ 178022 w 1972510"/>
              <a:gd name="connsiteY2506" fmla="*/ 43514 h 443727"/>
              <a:gd name="connsiteX2507" fmla="*/ 125843 w 1972510"/>
              <a:gd name="connsiteY2507" fmla="*/ 39332 h 443727"/>
              <a:gd name="connsiteX2508" fmla="*/ 124728 w 1972510"/>
              <a:gd name="connsiteY2508" fmla="*/ 39616 h 443727"/>
              <a:gd name="connsiteX2509" fmla="*/ 123940 w 1972510"/>
              <a:gd name="connsiteY2509" fmla="*/ 39616 h 443727"/>
              <a:gd name="connsiteX2510" fmla="*/ 122913 w 1972510"/>
              <a:gd name="connsiteY2510" fmla="*/ 40228 h 443727"/>
              <a:gd name="connsiteX2511" fmla="*/ 122060 w 1972510"/>
              <a:gd name="connsiteY2511" fmla="*/ 40644 h 443727"/>
              <a:gd name="connsiteX2512" fmla="*/ 121536 w 1972510"/>
              <a:gd name="connsiteY2512" fmla="*/ 41299 h 443727"/>
              <a:gd name="connsiteX2513" fmla="*/ 120880 w 1972510"/>
              <a:gd name="connsiteY2513" fmla="*/ 41780 h 443727"/>
              <a:gd name="connsiteX2514" fmla="*/ 120355 w 1972510"/>
              <a:gd name="connsiteY2514" fmla="*/ 42502 h 443727"/>
              <a:gd name="connsiteX2515" fmla="*/ 119262 w 1972510"/>
              <a:gd name="connsiteY2515" fmla="*/ 43420 h 443727"/>
              <a:gd name="connsiteX2516" fmla="*/ 119415 w 1972510"/>
              <a:gd name="connsiteY2516" fmla="*/ 44251 h 443727"/>
              <a:gd name="connsiteX2517" fmla="*/ 121426 w 1972510"/>
              <a:gd name="connsiteY2517" fmla="*/ 45760 h 443727"/>
              <a:gd name="connsiteX2518" fmla="*/ 121645 w 1972510"/>
              <a:gd name="connsiteY2518" fmla="*/ 46700 h 443727"/>
              <a:gd name="connsiteX2519" fmla="*/ 121798 w 1972510"/>
              <a:gd name="connsiteY2519" fmla="*/ 47487 h 443727"/>
              <a:gd name="connsiteX2520" fmla="*/ 122038 w 1972510"/>
              <a:gd name="connsiteY2520" fmla="*/ 48252 h 443727"/>
              <a:gd name="connsiteX2521" fmla="*/ 122957 w 1972510"/>
              <a:gd name="connsiteY2521" fmla="*/ 48252 h 443727"/>
              <a:gd name="connsiteX2522" fmla="*/ 123766 w 1972510"/>
              <a:gd name="connsiteY2522" fmla="*/ 48077 h 443727"/>
              <a:gd name="connsiteX2523" fmla="*/ 124247 w 1972510"/>
              <a:gd name="connsiteY2523" fmla="*/ 48645 h 443727"/>
              <a:gd name="connsiteX2524" fmla="*/ 123634 w 1972510"/>
              <a:gd name="connsiteY2524" fmla="*/ 49782 h 443727"/>
              <a:gd name="connsiteX2525" fmla="*/ 121732 w 1972510"/>
              <a:gd name="connsiteY2525" fmla="*/ 51969 h 443727"/>
              <a:gd name="connsiteX2526" fmla="*/ 120595 w 1972510"/>
              <a:gd name="connsiteY2526" fmla="*/ 52887 h 443727"/>
              <a:gd name="connsiteX2527" fmla="*/ 117994 w 1972510"/>
              <a:gd name="connsiteY2527" fmla="*/ 55270 h 443727"/>
              <a:gd name="connsiteX2528" fmla="*/ 117010 w 1972510"/>
              <a:gd name="connsiteY2528" fmla="*/ 56429 h 443727"/>
              <a:gd name="connsiteX2529" fmla="*/ 116245 w 1972510"/>
              <a:gd name="connsiteY2529" fmla="*/ 56429 h 443727"/>
              <a:gd name="connsiteX2530" fmla="*/ 116245 w 1972510"/>
              <a:gd name="connsiteY2530" fmla="*/ 56341 h 443727"/>
              <a:gd name="connsiteX2531" fmla="*/ 114649 w 1972510"/>
              <a:gd name="connsiteY2531" fmla="*/ 58790 h 443727"/>
              <a:gd name="connsiteX2532" fmla="*/ 114889 w 1972510"/>
              <a:gd name="connsiteY2532" fmla="*/ 59642 h 443727"/>
              <a:gd name="connsiteX2533" fmla="*/ 115523 w 1972510"/>
              <a:gd name="connsiteY2533" fmla="*/ 60582 h 443727"/>
              <a:gd name="connsiteX2534" fmla="*/ 116485 w 1972510"/>
              <a:gd name="connsiteY2534" fmla="*/ 61544 h 443727"/>
              <a:gd name="connsiteX2535" fmla="*/ 117622 w 1972510"/>
              <a:gd name="connsiteY2535" fmla="*/ 60976 h 443727"/>
              <a:gd name="connsiteX2536" fmla="*/ 118453 w 1972510"/>
              <a:gd name="connsiteY2536" fmla="*/ 60976 h 443727"/>
              <a:gd name="connsiteX2537" fmla="*/ 118934 w 1972510"/>
              <a:gd name="connsiteY2537" fmla="*/ 60123 h 443727"/>
              <a:gd name="connsiteX2538" fmla="*/ 119612 w 1972510"/>
              <a:gd name="connsiteY2538" fmla="*/ 59336 h 443727"/>
              <a:gd name="connsiteX2539" fmla="*/ 120442 w 1972510"/>
              <a:gd name="connsiteY2539" fmla="*/ 58484 h 443727"/>
              <a:gd name="connsiteX2540" fmla="*/ 121033 w 1972510"/>
              <a:gd name="connsiteY2540" fmla="*/ 58090 h 443727"/>
              <a:gd name="connsiteX2541" fmla="*/ 121798 w 1972510"/>
              <a:gd name="connsiteY2541" fmla="*/ 57587 h 443727"/>
              <a:gd name="connsiteX2542" fmla="*/ 122541 w 1972510"/>
              <a:gd name="connsiteY2542" fmla="*/ 56822 h 443727"/>
              <a:gd name="connsiteX2543" fmla="*/ 123285 w 1972510"/>
              <a:gd name="connsiteY2543" fmla="*/ 56210 h 443727"/>
              <a:gd name="connsiteX2544" fmla="*/ 124115 w 1972510"/>
              <a:gd name="connsiteY2544" fmla="*/ 55401 h 443727"/>
              <a:gd name="connsiteX2545" fmla="*/ 124990 w 1972510"/>
              <a:gd name="connsiteY2545" fmla="*/ 54505 h 443727"/>
              <a:gd name="connsiteX2546" fmla="*/ 125886 w 1972510"/>
              <a:gd name="connsiteY2546" fmla="*/ 53586 h 443727"/>
              <a:gd name="connsiteX2547" fmla="*/ 129122 w 1972510"/>
              <a:gd name="connsiteY2547" fmla="*/ 50329 h 443727"/>
              <a:gd name="connsiteX2548" fmla="*/ 130346 w 1972510"/>
              <a:gd name="connsiteY2548" fmla="*/ 48667 h 443727"/>
              <a:gd name="connsiteX2549" fmla="*/ 131505 w 1972510"/>
              <a:gd name="connsiteY2549" fmla="*/ 48033 h 443727"/>
              <a:gd name="connsiteX2550" fmla="*/ 132423 w 1972510"/>
              <a:gd name="connsiteY2550" fmla="*/ 46918 h 443727"/>
              <a:gd name="connsiteX2551" fmla="*/ 133385 w 1972510"/>
              <a:gd name="connsiteY2551" fmla="*/ 45869 h 443727"/>
              <a:gd name="connsiteX2552" fmla="*/ 134566 w 1972510"/>
              <a:gd name="connsiteY2552" fmla="*/ 44951 h 443727"/>
              <a:gd name="connsiteX2553" fmla="*/ 136096 w 1972510"/>
              <a:gd name="connsiteY2553" fmla="*/ 43857 h 443727"/>
              <a:gd name="connsiteX2554" fmla="*/ 137233 w 1972510"/>
              <a:gd name="connsiteY2554" fmla="*/ 43573 h 443727"/>
              <a:gd name="connsiteX2555" fmla="*/ 138086 w 1972510"/>
              <a:gd name="connsiteY2555" fmla="*/ 41015 h 443727"/>
              <a:gd name="connsiteX2556" fmla="*/ 137539 w 1972510"/>
              <a:gd name="connsiteY2556" fmla="*/ 39988 h 443727"/>
              <a:gd name="connsiteX2557" fmla="*/ 136818 w 1972510"/>
              <a:gd name="connsiteY2557" fmla="*/ 39769 h 443727"/>
              <a:gd name="connsiteX2558" fmla="*/ 135309 w 1972510"/>
              <a:gd name="connsiteY2558" fmla="*/ 39507 h 443727"/>
              <a:gd name="connsiteX2559" fmla="*/ 134347 w 1972510"/>
              <a:gd name="connsiteY2559" fmla="*/ 39725 h 443727"/>
              <a:gd name="connsiteX2560" fmla="*/ 133341 w 1972510"/>
              <a:gd name="connsiteY2560" fmla="*/ 39878 h 443727"/>
              <a:gd name="connsiteX2561" fmla="*/ 131767 w 1972510"/>
              <a:gd name="connsiteY2561" fmla="*/ 41387 h 443727"/>
              <a:gd name="connsiteX2562" fmla="*/ 129013 w 1972510"/>
              <a:gd name="connsiteY2562" fmla="*/ 44054 h 443727"/>
              <a:gd name="connsiteX2563" fmla="*/ 128510 w 1972510"/>
              <a:gd name="connsiteY2563" fmla="*/ 43617 h 443727"/>
              <a:gd name="connsiteX2564" fmla="*/ 128510 w 1972510"/>
              <a:gd name="connsiteY2564" fmla="*/ 41431 h 443727"/>
              <a:gd name="connsiteX2565" fmla="*/ 126804 w 1972510"/>
              <a:gd name="connsiteY2565" fmla="*/ 40250 h 443727"/>
              <a:gd name="connsiteX2566" fmla="*/ 125843 w 1972510"/>
              <a:gd name="connsiteY2566" fmla="*/ 39332 h 443727"/>
              <a:gd name="connsiteX2567" fmla="*/ 195028 w 1972510"/>
              <a:gd name="connsiteY2567" fmla="*/ 33155 h 443727"/>
              <a:gd name="connsiteX2568" fmla="*/ 195388 w 1972510"/>
              <a:gd name="connsiteY2568" fmla="*/ 33538 h 443727"/>
              <a:gd name="connsiteX2569" fmla="*/ 194776 w 1972510"/>
              <a:gd name="connsiteY2569" fmla="*/ 35090 h 443727"/>
              <a:gd name="connsiteX2570" fmla="*/ 193486 w 1972510"/>
              <a:gd name="connsiteY2570" fmla="*/ 35090 h 443727"/>
              <a:gd name="connsiteX2571" fmla="*/ 193289 w 1972510"/>
              <a:gd name="connsiteY2571" fmla="*/ 34391 h 443727"/>
              <a:gd name="connsiteX2572" fmla="*/ 193530 w 1972510"/>
              <a:gd name="connsiteY2572" fmla="*/ 33603 h 443727"/>
              <a:gd name="connsiteX2573" fmla="*/ 194929 w 1972510"/>
              <a:gd name="connsiteY2573" fmla="*/ 33166 h 443727"/>
              <a:gd name="connsiteX2574" fmla="*/ 195028 w 1972510"/>
              <a:gd name="connsiteY2574" fmla="*/ 33155 h 443727"/>
              <a:gd name="connsiteX2575" fmla="*/ 199018 w 1972510"/>
              <a:gd name="connsiteY2575" fmla="*/ 31331 h 443727"/>
              <a:gd name="connsiteX2576" fmla="*/ 199761 w 1972510"/>
              <a:gd name="connsiteY2576" fmla="*/ 31484 h 443727"/>
              <a:gd name="connsiteX2577" fmla="*/ 199870 w 1972510"/>
              <a:gd name="connsiteY2577" fmla="*/ 32424 h 443727"/>
              <a:gd name="connsiteX2578" fmla="*/ 198733 w 1972510"/>
              <a:gd name="connsiteY2578" fmla="*/ 33539 h 443727"/>
              <a:gd name="connsiteX2579" fmla="*/ 197946 w 1972510"/>
              <a:gd name="connsiteY2579" fmla="*/ 32992 h 443727"/>
              <a:gd name="connsiteX2580" fmla="*/ 197946 w 1972510"/>
              <a:gd name="connsiteY2580" fmla="*/ 31855 h 443727"/>
              <a:gd name="connsiteX2581" fmla="*/ 199018 w 1972510"/>
              <a:gd name="connsiteY2581" fmla="*/ 31331 h 443727"/>
              <a:gd name="connsiteX2582" fmla="*/ 193837 w 1972510"/>
              <a:gd name="connsiteY2582" fmla="*/ 28444 h 443727"/>
              <a:gd name="connsiteX2583" fmla="*/ 194908 w 1972510"/>
              <a:gd name="connsiteY2583" fmla="*/ 29362 h 443727"/>
              <a:gd name="connsiteX2584" fmla="*/ 193662 w 1972510"/>
              <a:gd name="connsiteY2584" fmla="*/ 30915 h 443727"/>
              <a:gd name="connsiteX2585" fmla="*/ 193093 w 1972510"/>
              <a:gd name="connsiteY2585" fmla="*/ 30674 h 443727"/>
              <a:gd name="connsiteX2586" fmla="*/ 192787 w 1972510"/>
              <a:gd name="connsiteY2586" fmla="*/ 29472 h 443727"/>
              <a:gd name="connsiteX2587" fmla="*/ 193837 w 1972510"/>
              <a:gd name="connsiteY2587" fmla="*/ 28444 h 443727"/>
              <a:gd name="connsiteX2588" fmla="*/ 255270 w 1972510"/>
              <a:gd name="connsiteY2588" fmla="*/ 27548 h 443727"/>
              <a:gd name="connsiteX2589" fmla="*/ 253827 w 1972510"/>
              <a:gd name="connsiteY2589" fmla="*/ 28269 h 443727"/>
              <a:gd name="connsiteX2590" fmla="*/ 253609 w 1972510"/>
              <a:gd name="connsiteY2590" fmla="*/ 29647 h 443727"/>
              <a:gd name="connsiteX2591" fmla="*/ 253609 w 1972510"/>
              <a:gd name="connsiteY2591" fmla="*/ 31111 h 443727"/>
              <a:gd name="connsiteX2592" fmla="*/ 254133 w 1972510"/>
              <a:gd name="connsiteY2592" fmla="*/ 33079 h 443727"/>
              <a:gd name="connsiteX2593" fmla="*/ 254243 w 1972510"/>
              <a:gd name="connsiteY2593" fmla="*/ 34653 h 443727"/>
              <a:gd name="connsiteX2594" fmla="*/ 255861 w 1972510"/>
              <a:gd name="connsiteY2594" fmla="*/ 34937 h 443727"/>
              <a:gd name="connsiteX2595" fmla="*/ 257151 w 1972510"/>
              <a:gd name="connsiteY2595" fmla="*/ 34937 h 443727"/>
              <a:gd name="connsiteX2596" fmla="*/ 257151 w 1972510"/>
              <a:gd name="connsiteY2596" fmla="*/ 36140 h 443727"/>
              <a:gd name="connsiteX2597" fmla="*/ 256538 w 1972510"/>
              <a:gd name="connsiteY2597" fmla="*/ 37517 h 443727"/>
              <a:gd name="connsiteX2598" fmla="*/ 252975 w 1972510"/>
              <a:gd name="connsiteY2598" fmla="*/ 41190 h 443727"/>
              <a:gd name="connsiteX2599" fmla="*/ 249433 w 1972510"/>
              <a:gd name="connsiteY2599" fmla="*/ 41715 h 443727"/>
              <a:gd name="connsiteX2600" fmla="*/ 248209 w 1972510"/>
              <a:gd name="connsiteY2600" fmla="*/ 41715 h 443727"/>
              <a:gd name="connsiteX2601" fmla="*/ 244995 w 1972510"/>
              <a:gd name="connsiteY2601" fmla="*/ 42087 h 443727"/>
              <a:gd name="connsiteX2602" fmla="*/ 243617 w 1972510"/>
              <a:gd name="connsiteY2602" fmla="*/ 41606 h 443727"/>
              <a:gd name="connsiteX2603" fmla="*/ 240906 w 1972510"/>
              <a:gd name="connsiteY2603" fmla="*/ 42327 h 443727"/>
              <a:gd name="connsiteX2604" fmla="*/ 240666 w 1972510"/>
              <a:gd name="connsiteY2604" fmla="*/ 43857 h 443727"/>
              <a:gd name="connsiteX2605" fmla="*/ 240666 w 1972510"/>
              <a:gd name="connsiteY2605" fmla="*/ 43770 h 443727"/>
              <a:gd name="connsiteX2606" fmla="*/ 240229 w 1972510"/>
              <a:gd name="connsiteY2606" fmla="*/ 45125 h 443727"/>
              <a:gd name="connsiteX2607" fmla="*/ 241912 w 1972510"/>
              <a:gd name="connsiteY2607" fmla="*/ 47749 h 443727"/>
              <a:gd name="connsiteX2608" fmla="*/ 248187 w 1972510"/>
              <a:gd name="connsiteY2608" fmla="*/ 47006 h 443727"/>
              <a:gd name="connsiteX2609" fmla="*/ 253128 w 1972510"/>
              <a:gd name="connsiteY2609" fmla="*/ 47202 h 443727"/>
              <a:gd name="connsiteX2610" fmla="*/ 255773 w 1972510"/>
              <a:gd name="connsiteY2610" fmla="*/ 47924 h 443727"/>
              <a:gd name="connsiteX2611" fmla="*/ 258178 w 1972510"/>
              <a:gd name="connsiteY2611" fmla="*/ 48164 h 443727"/>
              <a:gd name="connsiteX2612" fmla="*/ 260649 w 1972510"/>
              <a:gd name="connsiteY2612" fmla="*/ 48580 h 443727"/>
              <a:gd name="connsiteX2613" fmla="*/ 263032 w 1972510"/>
              <a:gd name="connsiteY2613" fmla="*/ 49170 h 443727"/>
              <a:gd name="connsiteX2614" fmla="*/ 265590 w 1972510"/>
              <a:gd name="connsiteY2614" fmla="*/ 50045 h 443727"/>
              <a:gd name="connsiteX2615" fmla="*/ 267208 w 1972510"/>
              <a:gd name="connsiteY2615" fmla="*/ 50307 h 443727"/>
              <a:gd name="connsiteX2616" fmla="*/ 268694 w 1972510"/>
              <a:gd name="connsiteY2616" fmla="*/ 50963 h 443727"/>
              <a:gd name="connsiteX2617" fmla="*/ 270137 w 1972510"/>
              <a:gd name="connsiteY2617" fmla="*/ 51225 h 443727"/>
              <a:gd name="connsiteX2618" fmla="*/ 271055 w 1972510"/>
              <a:gd name="connsiteY2618" fmla="*/ 50657 h 443727"/>
              <a:gd name="connsiteX2619" fmla="*/ 271646 w 1972510"/>
              <a:gd name="connsiteY2619" fmla="*/ 49892 h 443727"/>
              <a:gd name="connsiteX2620" fmla="*/ 271646 w 1972510"/>
              <a:gd name="connsiteY2620" fmla="*/ 49323 h 443727"/>
              <a:gd name="connsiteX2621" fmla="*/ 271646 w 1972510"/>
              <a:gd name="connsiteY2621" fmla="*/ 48930 h 443727"/>
              <a:gd name="connsiteX2622" fmla="*/ 271646 w 1972510"/>
              <a:gd name="connsiteY2622" fmla="*/ 47902 h 443727"/>
              <a:gd name="connsiteX2623" fmla="*/ 270465 w 1972510"/>
              <a:gd name="connsiteY2623" fmla="*/ 46350 h 443727"/>
              <a:gd name="connsiteX2624" fmla="*/ 269503 w 1972510"/>
              <a:gd name="connsiteY2624" fmla="*/ 45453 h 443727"/>
              <a:gd name="connsiteX2625" fmla="*/ 268432 w 1972510"/>
              <a:gd name="connsiteY2625" fmla="*/ 44863 h 443727"/>
              <a:gd name="connsiteX2626" fmla="*/ 267360 w 1972510"/>
              <a:gd name="connsiteY2626" fmla="*/ 44710 h 443727"/>
              <a:gd name="connsiteX2627" fmla="*/ 266158 w 1972510"/>
              <a:gd name="connsiteY2627" fmla="*/ 44863 h 443727"/>
              <a:gd name="connsiteX2628" fmla="*/ 261917 w 1972510"/>
              <a:gd name="connsiteY2628" fmla="*/ 43923 h 443727"/>
              <a:gd name="connsiteX2629" fmla="*/ 262376 w 1972510"/>
              <a:gd name="connsiteY2629" fmla="*/ 41540 h 443727"/>
              <a:gd name="connsiteX2630" fmla="*/ 262769 w 1972510"/>
              <a:gd name="connsiteY2630" fmla="*/ 40687 h 443727"/>
              <a:gd name="connsiteX2631" fmla="*/ 263207 w 1972510"/>
              <a:gd name="connsiteY2631" fmla="*/ 39900 h 443727"/>
              <a:gd name="connsiteX2632" fmla="*/ 263731 w 1972510"/>
              <a:gd name="connsiteY2632" fmla="*/ 39157 h 443727"/>
              <a:gd name="connsiteX2633" fmla="*/ 264300 w 1972510"/>
              <a:gd name="connsiteY2633" fmla="*/ 38392 h 443727"/>
              <a:gd name="connsiteX2634" fmla="*/ 264300 w 1972510"/>
              <a:gd name="connsiteY2634" fmla="*/ 36337 h 443727"/>
              <a:gd name="connsiteX2635" fmla="*/ 266989 w 1972510"/>
              <a:gd name="connsiteY2635" fmla="*/ 35309 h 443727"/>
              <a:gd name="connsiteX2636" fmla="*/ 268322 w 1972510"/>
              <a:gd name="connsiteY2636" fmla="*/ 34828 h 443727"/>
              <a:gd name="connsiteX2637" fmla="*/ 270115 w 1972510"/>
              <a:gd name="connsiteY2637" fmla="*/ 33932 h 443727"/>
              <a:gd name="connsiteX2638" fmla="*/ 272433 w 1972510"/>
              <a:gd name="connsiteY2638" fmla="*/ 32664 h 443727"/>
              <a:gd name="connsiteX2639" fmla="*/ 272170 w 1972510"/>
              <a:gd name="connsiteY2639" fmla="*/ 31789 h 443727"/>
              <a:gd name="connsiteX2640" fmla="*/ 272170 w 1972510"/>
              <a:gd name="connsiteY2640" fmla="*/ 30587 h 443727"/>
              <a:gd name="connsiteX2641" fmla="*/ 271296 w 1972510"/>
              <a:gd name="connsiteY2641" fmla="*/ 29144 h 443727"/>
              <a:gd name="connsiteX2642" fmla="*/ 270596 w 1972510"/>
              <a:gd name="connsiteY2642" fmla="*/ 28488 h 443727"/>
              <a:gd name="connsiteX2643" fmla="*/ 269612 w 1972510"/>
              <a:gd name="connsiteY2643" fmla="*/ 28488 h 443727"/>
              <a:gd name="connsiteX2644" fmla="*/ 268497 w 1972510"/>
              <a:gd name="connsiteY2644" fmla="*/ 28357 h 443727"/>
              <a:gd name="connsiteX2645" fmla="*/ 264256 w 1972510"/>
              <a:gd name="connsiteY2645" fmla="*/ 29013 h 443727"/>
              <a:gd name="connsiteX2646" fmla="*/ 263578 w 1972510"/>
              <a:gd name="connsiteY2646" fmla="*/ 29013 h 443727"/>
              <a:gd name="connsiteX2647" fmla="*/ 262616 w 1972510"/>
              <a:gd name="connsiteY2647" fmla="*/ 29013 h 443727"/>
              <a:gd name="connsiteX2648" fmla="*/ 257282 w 1972510"/>
              <a:gd name="connsiteY2648" fmla="*/ 28597 h 443727"/>
              <a:gd name="connsiteX2649" fmla="*/ 255270 w 1972510"/>
              <a:gd name="connsiteY2649" fmla="*/ 27548 h 443727"/>
              <a:gd name="connsiteX2650" fmla="*/ 186009 w 1972510"/>
              <a:gd name="connsiteY2650" fmla="*/ 26039 h 443727"/>
              <a:gd name="connsiteX2651" fmla="*/ 184282 w 1972510"/>
              <a:gd name="connsiteY2651" fmla="*/ 26411 h 443727"/>
              <a:gd name="connsiteX2652" fmla="*/ 178554 w 1972510"/>
              <a:gd name="connsiteY2652" fmla="*/ 30215 h 443727"/>
              <a:gd name="connsiteX2653" fmla="*/ 177155 w 1972510"/>
              <a:gd name="connsiteY2653" fmla="*/ 30565 h 443727"/>
              <a:gd name="connsiteX2654" fmla="*/ 176171 w 1972510"/>
              <a:gd name="connsiteY2654" fmla="*/ 31374 h 443727"/>
              <a:gd name="connsiteX2655" fmla="*/ 175777 w 1972510"/>
              <a:gd name="connsiteY2655" fmla="*/ 32226 h 443727"/>
              <a:gd name="connsiteX2656" fmla="*/ 175165 w 1972510"/>
              <a:gd name="connsiteY2656" fmla="*/ 32729 h 443727"/>
              <a:gd name="connsiteX2657" fmla="*/ 175712 w 1972510"/>
              <a:gd name="connsiteY2657" fmla="*/ 34150 h 443727"/>
              <a:gd name="connsiteX2658" fmla="*/ 176411 w 1972510"/>
              <a:gd name="connsiteY2658" fmla="*/ 34478 h 443727"/>
              <a:gd name="connsiteX2659" fmla="*/ 177308 w 1972510"/>
              <a:gd name="connsiteY2659" fmla="*/ 35222 h 443727"/>
              <a:gd name="connsiteX2660" fmla="*/ 178597 w 1972510"/>
              <a:gd name="connsiteY2660" fmla="*/ 35506 h 443727"/>
              <a:gd name="connsiteX2661" fmla="*/ 179778 w 1972510"/>
              <a:gd name="connsiteY2661" fmla="*/ 36337 h 443727"/>
              <a:gd name="connsiteX2662" fmla="*/ 179778 w 1972510"/>
              <a:gd name="connsiteY2662" fmla="*/ 38523 h 443727"/>
              <a:gd name="connsiteX2663" fmla="*/ 178597 w 1972510"/>
              <a:gd name="connsiteY2663" fmla="*/ 39813 h 443727"/>
              <a:gd name="connsiteX2664" fmla="*/ 177614 w 1972510"/>
              <a:gd name="connsiteY2664" fmla="*/ 39813 h 443727"/>
              <a:gd name="connsiteX2665" fmla="*/ 176411 w 1972510"/>
              <a:gd name="connsiteY2665" fmla="*/ 41474 h 443727"/>
              <a:gd name="connsiteX2666" fmla="*/ 177504 w 1972510"/>
              <a:gd name="connsiteY2666" fmla="*/ 42917 h 443727"/>
              <a:gd name="connsiteX2667" fmla="*/ 178022 w 1972510"/>
              <a:gd name="connsiteY2667" fmla="*/ 43514 h 443727"/>
              <a:gd name="connsiteX2668" fmla="*/ 178401 w 1972510"/>
              <a:gd name="connsiteY2668" fmla="*/ 44229 h 443727"/>
              <a:gd name="connsiteX2669" fmla="*/ 178401 w 1972510"/>
              <a:gd name="connsiteY2669" fmla="*/ 45300 h 443727"/>
              <a:gd name="connsiteX2670" fmla="*/ 178401 w 1972510"/>
              <a:gd name="connsiteY2670" fmla="*/ 46131 h 443727"/>
              <a:gd name="connsiteX2671" fmla="*/ 177723 w 1972510"/>
              <a:gd name="connsiteY2671" fmla="*/ 47093 h 443727"/>
              <a:gd name="connsiteX2672" fmla="*/ 176717 w 1972510"/>
              <a:gd name="connsiteY2672" fmla="*/ 48077 h 443727"/>
              <a:gd name="connsiteX2673" fmla="*/ 174990 w 1972510"/>
              <a:gd name="connsiteY2673" fmla="*/ 50263 h 443727"/>
              <a:gd name="connsiteX2674" fmla="*/ 175624 w 1972510"/>
              <a:gd name="connsiteY2674" fmla="*/ 52231 h 443727"/>
              <a:gd name="connsiteX2675" fmla="*/ 176564 w 1972510"/>
              <a:gd name="connsiteY2675" fmla="*/ 53215 h 443727"/>
              <a:gd name="connsiteX2676" fmla="*/ 177242 w 1972510"/>
              <a:gd name="connsiteY2676" fmla="*/ 54242 h 443727"/>
              <a:gd name="connsiteX2677" fmla="*/ 178554 w 1972510"/>
              <a:gd name="connsiteY2677" fmla="*/ 54417 h 443727"/>
              <a:gd name="connsiteX2678" fmla="*/ 179450 w 1972510"/>
              <a:gd name="connsiteY2678" fmla="*/ 54264 h 443727"/>
              <a:gd name="connsiteX2679" fmla="*/ 181396 w 1972510"/>
              <a:gd name="connsiteY2679" fmla="*/ 52078 h 443727"/>
              <a:gd name="connsiteX2680" fmla="*/ 185637 w 1972510"/>
              <a:gd name="connsiteY2680" fmla="*/ 49148 h 443727"/>
              <a:gd name="connsiteX2681" fmla="*/ 187955 w 1972510"/>
              <a:gd name="connsiteY2681" fmla="*/ 45410 h 443727"/>
              <a:gd name="connsiteX2682" fmla="*/ 187496 w 1972510"/>
              <a:gd name="connsiteY2682" fmla="*/ 44360 h 443727"/>
              <a:gd name="connsiteX2683" fmla="*/ 186424 w 1972510"/>
              <a:gd name="connsiteY2683" fmla="*/ 43857 h 443727"/>
              <a:gd name="connsiteX2684" fmla="*/ 185331 w 1972510"/>
              <a:gd name="connsiteY2684" fmla="*/ 44010 h 443727"/>
              <a:gd name="connsiteX2685" fmla="*/ 185025 w 1972510"/>
              <a:gd name="connsiteY2685" fmla="*/ 42917 h 443727"/>
              <a:gd name="connsiteX2686" fmla="*/ 187561 w 1972510"/>
              <a:gd name="connsiteY2686" fmla="*/ 39725 h 443727"/>
              <a:gd name="connsiteX2687" fmla="*/ 187692 w 1972510"/>
              <a:gd name="connsiteY2687" fmla="*/ 39113 h 443727"/>
              <a:gd name="connsiteX2688" fmla="*/ 186883 w 1972510"/>
              <a:gd name="connsiteY2688" fmla="*/ 37758 h 443727"/>
              <a:gd name="connsiteX2689" fmla="*/ 186424 w 1972510"/>
              <a:gd name="connsiteY2689" fmla="*/ 36883 h 443727"/>
              <a:gd name="connsiteX2690" fmla="*/ 185441 w 1972510"/>
              <a:gd name="connsiteY2690" fmla="*/ 37058 h 443727"/>
              <a:gd name="connsiteX2691" fmla="*/ 185156 w 1972510"/>
              <a:gd name="connsiteY2691" fmla="*/ 35768 h 443727"/>
              <a:gd name="connsiteX2692" fmla="*/ 185047 w 1972510"/>
              <a:gd name="connsiteY2692" fmla="*/ 33866 h 443727"/>
              <a:gd name="connsiteX2693" fmla="*/ 186337 w 1972510"/>
              <a:gd name="connsiteY2693" fmla="*/ 31964 h 443727"/>
              <a:gd name="connsiteX2694" fmla="*/ 187080 w 1972510"/>
              <a:gd name="connsiteY2694" fmla="*/ 30630 h 443727"/>
              <a:gd name="connsiteX2695" fmla="*/ 187343 w 1972510"/>
              <a:gd name="connsiteY2695" fmla="*/ 28881 h 443727"/>
              <a:gd name="connsiteX2696" fmla="*/ 187343 w 1972510"/>
              <a:gd name="connsiteY2696" fmla="*/ 27351 h 443727"/>
              <a:gd name="connsiteX2697" fmla="*/ 186009 w 1972510"/>
              <a:gd name="connsiteY2697" fmla="*/ 26039 h 443727"/>
              <a:gd name="connsiteX2698" fmla="*/ 200548 w 1972510"/>
              <a:gd name="connsiteY2698" fmla="*/ 25689 h 443727"/>
              <a:gd name="connsiteX2699" fmla="*/ 200811 w 1972510"/>
              <a:gd name="connsiteY2699" fmla="*/ 26761 h 443727"/>
              <a:gd name="connsiteX2700" fmla="*/ 199980 w 1972510"/>
              <a:gd name="connsiteY2700" fmla="*/ 28357 h 443727"/>
              <a:gd name="connsiteX2701" fmla="*/ 198449 w 1972510"/>
              <a:gd name="connsiteY2701" fmla="*/ 28488 h 443727"/>
              <a:gd name="connsiteX2702" fmla="*/ 197859 w 1972510"/>
              <a:gd name="connsiteY2702" fmla="*/ 27198 h 443727"/>
              <a:gd name="connsiteX2703" fmla="*/ 200548 w 1972510"/>
              <a:gd name="connsiteY2703" fmla="*/ 25689 h 443727"/>
              <a:gd name="connsiteX2704" fmla="*/ 201663 w 1972510"/>
              <a:gd name="connsiteY2704" fmla="*/ 21339 h 443727"/>
              <a:gd name="connsiteX2705" fmla="*/ 196350 w 1972510"/>
              <a:gd name="connsiteY2705" fmla="*/ 23919 h 443727"/>
              <a:gd name="connsiteX2706" fmla="*/ 194535 w 1972510"/>
              <a:gd name="connsiteY2706" fmla="*/ 24356 h 443727"/>
              <a:gd name="connsiteX2707" fmla="*/ 192349 w 1972510"/>
              <a:gd name="connsiteY2707" fmla="*/ 25646 h 443727"/>
              <a:gd name="connsiteX2708" fmla="*/ 191037 w 1972510"/>
              <a:gd name="connsiteY2708" fmla="*/ 26280 h 443727"/>
              <a:gd name="connsiteX2709" fmla="*/ 190010 w 1972510"/>
              <a:gd name="connsiteY2709" fmla="*/ 26542 h 443727"/>
              <a:gd name="connsiteX2710" fmla="*/ 188807 w 1972510"/>
              <a:gd name="connsiteY2710" fmla="*/ 26017 h 443727"/>
              <a:gd name="connsiteX2711" fmla="*/ 188195 w 1972510"/>
              <a:gd name="connsiteY2711" fmla="*/ 27898 h 443727"/>
              <a:gd name="connsiteX2712" fmla="*/ 188195 w 1972510"/>
              <a:gd name="connsiteY2712" fmla="*/ 29712 h 443727"/>
              <a:gd name="connsiteX2713" fmla="*/ 188130 w 1972510"/>
              <a:gd name="connsiteY2713" fmla="*/ 29625 h 443727"/>
              <a:gd name="connsiteX2714" fmla="*/ 188195 w 1972510"/>
              <a:gd name="connsiteY2714" fmla="*/ 30827 h 443727"/>
              <a:gd name="connsiteX2715" fmla="*/ 188786 w 1972510"/>
              <a:gd name="connsiteY2715" fmla="*/ 32117 h 443727"/>
              <a:gd name="connsiteX2716" fmla="*/ 189551 w 1972510"/>
              <a:gd name="connsiteY2716" fmla="*/ 35222 h 443727"/>
              <a:gd name="connsiteX2717" fmla="*/ 189157 w 1972510"/>
              <a:gd name="connsiteY2717" fmla="*/ 37255 h 443727"/>
              <a:gd name="connsiteX2718" fmla="*/ 189682 w 1972510"/>
              <a:gd name="connsiteY2718" fmla="*/ 38501 h 443727"/>
              <a:gd name="connsiteX2719" fmla="*/ 190469 w 1972510"/>
              <a:gd name="connsiteY2719" fmla="*/ 39572 h 443727"/>
              <a:gd name="connsiteX2720" fmla="*/ 190841 w 1972510"/>
              <a:gd name="connsiteY2720" fmla="*/ 40338 h 443727"/>
              <a:gd name="connsiteX2721" fmla="*/ 191256 w 1972510"/>
              <a:gd name="connsiteY2721" fmla="*/ 40819 h 443727"/>
              <a:gd name="connsiteX2722" fmla="*/ 191978 w 1972510"/>
              <a:gd name="connsiteY2722" fmla="*/ 40819 h 443727"/>
              <a:gd name="connsiteX2723" fmla="*/ 192808 w 1972510"/>
              <a:gd name="connsiteY2723" fmla="*/ 40512 h 443727"/>
              <a:gd name="connsiteX2724" fmla="*/ 193705 w 1972510"/>
              <a:gd name="connsiteY2724" fmla="*/ 40097 h 443727"/>
              <a:gd name="connsiteX2725" fmla="*/ 194448 w 1972510"/>
              <a:gd name="connsiteY2725" fmla="*/ 40097 h 443727"/>
              <a:gd name="connsiteX2726" fmla="*/ 194448 w 1972510"/>
              <a:gd name="connsiteY2726" fmla="*/ 41321 h 443727"/>
              <a:gd name="connsiteX2727" fmla="*/ 193967 w 1972510"/>
              <a:gd name="connsiteY2727" fmla="*/ 41868 h 443727"/>
              <a:gd name="connsiteX2728" fmla="*/ 193399 w 1972510"/>
              <a:gd name="connsiteY2728" fmla="*/ 41977 h 443727"/>
              <a:gd name="connsiteX2729" fmla="*/ 192786 w 1972510"/>
              <a:gd name="connsiteY2729" fmla="*/ 42174 h 443727"/>
              <a:gd name="connsiteX2730" fmla="*/ 192196 w 1972510"/>
              <a:gd name="connsiteY2730" fmla="*/ 42065 h 443727"/>
              <a:gd name="connsiteX2731" fmla="*/ 191737 w 1972510"/>
              <a:gd name="connsiteY2731" fmla="*/ 42895 h 443727"/>
              <a:gd name="connsiteX2732" fmla="*/ 191737 w 1972510"/>
              <a:gd name="connsiteY2732" fmla="*/ 43923 h 443727"/>
              <a:gd name="connsiteX2733" fmla="*/ 191737 w 1972510"/>
              <a:gd name="connsiteY2733" fmla="*/ 44776 h 443727"/>
              <a:gd name="connsiteX2734" fmla="*/ 192655 w 1972510"/>
              <a:gd name="connsiteY2734" fmla="*/ 45082 h 443727"/>
              <a:gd name="connsiteX2735" fmla="*/ 193683 w 1972510"/>
              <a:gd name="connsiteY2735" fmla="*/ 45082 h 443727"/>
              <a:gd name="connsiteX2736" fmla="*/ 194186 w 1972510"/>
              <a:gd name="connsiteY2736" fmla="*/ 45738 h 443727"/>
              <a:gd name="connsiteX2737" fmla="*/ 191846 w 1972510"/>
              <a:gd name="connsiteY2737" fmla="*/ 47181 h 443727"/>
              <a:gd name="connsiteX2738" fmla="*/ 189988 w 1972510"/>
              <a:gd name="connsiteY2738" fmla="*/ 48121 h 443727"/>
              <a:gd name="connsiteX2739" fmla="*/ 189267 w 1972510"/>
              <a:gd name="connsiteY2739" fmla="*/ 47902 h 443727"/>
              <a:gd name="connsiteX2740" fmla="*/ 188786 w 1972510"/>
              <a:gd name="connsiteY2740" fmla="*/ 48405 h 443727"/>
              <a:gd name="connsiteX2741" fmla="*/ 188458 w 1972510"/>
              <a:gd name="connsiteY2741" fmla="*/ 49498 h 443727"/>
              <a:gd name="connsiteX2742" fmla="*/ 188458 w 1972510"/>
              <a:gd name="connsiteY2742" fmla="*/ 50394 h 443727"/>
              <a:gd name="connsiteX2743" fmla="*/ 189048 w 1972510"/>
              <a:gd name="connsiteY2743" fmla="*/ 52275 h 443727"/>
              <a:gd name="connsiteX2744" fmla="*/ 190600 w 1972510"/>
              <a:gd name="connsiteY2744" fmla="*/ 52821 h 443727"/>
              <a:gd name="connsiteX2745" fmla="*/ 192786 w 1972510"/>
              <a:gd name="connsiteY2745" fmla="*/ 51815 h 443727"/>
              <a:gd name="connsiteX2746" fmla="*/ 194973 w 1972510"/>
              <a:gd name="connsiteY2746" fmla="*/ 51269 h 443727"/>
              <a:gd name="connsiteX2747" fmla="*/ 197159 w 1972510"/>
              <a:gd name="connsiteY2747" fmla="*/ 50547 h 443727"/>
              <a:gd name="connsiteX2748" fmla="*/ 198886 w 1972510"/>
              <a:gd name="connsiteY2748" fmla="*/ 50001 h 443727"/>
              <a:gd name="connsiteX2749" fmla="*/ 200438 w 1972510"/>
              <a:gd name="connsiteY2749" fmla="*/ 49629 h 443727"/>
              <a:gd name="connsiteX2750" fmla="*/ 202253 w 1972510"/>
              <a:gd name="connsiteY2750" fmla="*/ 49476 h 443727"/>
              <a:gd name="connsiteX2751" fmla="*/ 205532 w 1972510"/>
              <a:gd name="connsiteY2751" fmla="*/ 48886 h 443727"/>
              <a:gd name="connsiteX2752" fmla="*/ 207609 w 1972510"/>
              <a:gd name="connsiteY2752" fmla="*/ 48886 h 443727"/>
              <a:gd name="connsiteX2753" fmla="*/ 209358 w 1972510"/>
              <a:gd name="connsiteY2753" fmla="*/ 45410 h 443727"/>
              <a:gd name="connsiteX2754" fmla="*/ 207872 w 1972510"/>
              <a:gd name="connsiteY2754" fmla="*/ 43617 h 443727"/>
              <a:gd name="connsiteX2755" fmla="*/ 206385 w 1972510"/>
              <a:gd name="connsiteY2755" fmla="*/ 43857 h 443727"/>
              <a:gd name="connsiteX2756" fmla="*/ 204702 w 1972510"/>
              <a:gd name="connsiteY2756" fmla="*/ 44448 h 443727"/>
              <a:gd name="connsiteX2757" fmla="*/ 203302 w 1972510"/>
              <a:gd name="connsiteY2757" fmla="*/ 44579 h 443727"/>
              <a:gd name="connsiteX2758" fmla="*/ 201510 w 1972510"/>
              <a:gd name="connsiteY2758" fmla="*/ 45191 h 443727"/>
              <a:gd name="connsiteX2759" fmla="*/ 200766 w 1972510"/>
              <a:gd name="connsiteY2759" fmla="*/ 44754 h 443727"/>
              <a:gd name="connsiteX2760" fmla="*/ 201073 w 1972510"/>
              <a:gd name="connsiteY2760" fmla="*/ 43879 h 443727"/>
              <a:gd name="connsiteX2761" fmla="*/ 202406 w 1972510"/>
              <a:gd name="connsiteY2761" fmla="*/ 43180 h 443727"/>
              <a:gd name="connsiteX2762" fmla="*/ 203477 w 1972510"/>
              <a:gd name="connsiteY2762" fmla="*/ 42152 h 443727"/>
              <a:gd name="connsiteX2763" fmla="*/ 203609 w 1972510"/>
              <a:gd name="connsiteY2763" fmla="*/ 41431 h 443727"/>
              <a:gd name="connsiteX2764" fmla="*/ 203018 w 1972510"/>
              <a:gd name="connsiteY2764" fmla="*/ 39769 h 443727"/>
              <a:gd name="connsiteX2765" fmla="*/ 202384 w 1972510"/>
              <a:gd name="connsiteY2765" fmla="*/ 39244 h 443727"/>
              <a:gd name="connsiteX2766" fmla="*/ 200985 w 1972510"/>
              <a:gd name="connsiteY2766" fmla="*/ 39004 h 443727"/>
              <a:gd name="connsiteX2767" fmla="*/ 200089 w 1972510"/>
              <a:gd name="connsiteY2767" fmla="*/ 39594 h 443727"/>
              <a:gd name="connsiteX2768" fmla="*/ 198908 w 1972510"/>
              <a:gd name="connsiteY2768" fmla="*/ 39966 h 443727"/>
              <a:gd name="connsiteX2769" fmla="*/ 198733 w 1972510"/>
              <a:gd name="connsiteY2769" fmla="*/ 38742 h 443727"/>
              <a:gd name="connsiteX2770" fmla="*/ 200242 w 1972510"/>
              <a:gd name="connsiteY2770" fmla="*/ 38042 h 443727"/>
              <a:gd name="connsiteX2771" fmla="*/ 201269 w 1972510"/>
              <a:gd name="connsiteY2771" fmla="*/ 37539 h 443727"/>
              <a:gd name="connsiteX2772" fmla="*/ 202297 w 1972510"/>
              <a:gd name="connsiteY2772" fmla="*/ 37364 h 443727"/>
              <a:gd name="connsiteX2773" fmla="*/ 202996 w 1972510"/>
              <a:gd name="connsiteY2773" fmla="*/ 36424 h 443727"/>
              <a:gd name="connsiteX2774" fmla="*/ 204767 w 1972510"/>
              <a:gd name="connsiteY2774" fmla="*/ 30849 h 443727"/>
              <a:gd name="connsiteX2775" fmla="*/ 205707 w 1972510"/>
              <a:gd name="connsiteY2775" fmla="*/ 29406 h 443727"/>
              <a:gd name="connsiteX2776" fmla="*/ 206582 w 1972510"/>
              <a:gd name="connsiteY2776" fmla="*/ 27045 h 443727"/>
              <a:gd name="connsiteX2777" fmla="*/ 206713 w 1972510"/>
              <a:gd name="connsiteY2777" fmla="*/ 25624 h 443727"/>
              <a:gd name="connsiteX2778" fmla="*/ 207216 w 1972510"/>
              <a:gd name="connsiteY2778" fmla="*/ 24050 h 443727"/>
              <a:gd name="connsiteX2779" fmla="*/ 206101 w 1972510"/>
              <a:gd name="connsiteY2779" fmla="*/ 22432 h 443727"/>
              <a:gd name="connsiteX2780" fmla="*/ 205532 w 1972510"/>
              <a:gd name="connsiteY2780" fmla="*/ 21470 h 443727"/>
              <a:gd name="connsiteX2781" fmla="*/ 203018 w 1972510"/>
              <a:gd name="connsiteY2781" fmla="*/ 21645 h 443727"/>
              <a:gd name="connsiteX2782" fmla="*/ 201663 w 1972510"/>
              <a:gd name="connsiteY2782" fmla="*/ 21339 h 443727"/>
              <a:gd name="connsiteX2783" fmla="*/ 221864 w 1972510"/>
              <a:gd name="connsiteY2783" fmla="*/ 7871 h 443727"/>
              <a:gd name="connsiteX2784" fmla="*/ 435770 w 1972510"/>
              <a:gd name="connsiteY2784" fmla="*/ 221864 h 443727"/>
              <a:gd name="connsiteX2785" fmla="*/ 435770 w 1972510"/>
              <a:gd name="connsiteY2785" fmla="*/ 221951 h 443727"/>
              <a:gd name="connsiteX2786" fmla="*/ 221689 w 1972510"/>
              <a:gd name="connsiteY2786" fmla="*/ 435857 h 443727"/>
              <a:gd name="connsiteX2787" fmla="*/ 7783 w 1972510"/>
              <a:gd name="connsiteY2787" fmla="*/ 221777 h 443727"/>
              <a:gd name="connsiteX2788" fmla="*/ 221864 w 1972510"/>
              <a:gd name="connsiteY2788" fmla="*/ 7871 h 443727"/>
              <a:gd name="connsiteX2789" fmla="*/ 221864 w 1972510"/>
              <a:gd name="connsiteY2789" fmla="*/ 4963 h 443727"/>
              <a:gd name="connsiteX2790" fmla="*/ 4963 w 1972510"/>
              <a:gd name="connsiteY2790" fmla="*/ 221864 h 443727"/>
              <a:gd name="connsiteX2791" fmla="*/ 221864 w 1972510"/>
              <a:gd name="connsiteY2791" fmla="*/ 438764 h 443727"/>
              <a:gd name="connsiteX2792" fmla="*/ 438765 w 1972510"/>
              <a:gd name="connsiteY2792" fmla="*/ 221864 h 443727"/>
              <a:gd name="connsiteX2793" fmla="*/ 221864 w 1972510"/>
              <a:gd name="connsiteY2793" fmla="*/ 4963 h 443727"/>
              <a:gd name="connsiteX2794" fmla="*/ 221864 w 1972510"/>
              <a:gd name="connsiteY2794" fmla="*/ 0 h 443727"/>
              <a:gd name="connsiteX2795" fmla="*/ 443728 w 1972510"/>
              <a:gd name="connsiteY2795" fmla="*/ 221864 h 443727"/>
              <a:gd name="connsiteX2796" fmla="*/ 221864 w 1972510"/>
              <a:gd name="connsiteY2796" fmla="*/ 443727 h 443727"/>
              <a:gd name="connsiteX2797" fmla="*/ 0 w 1972510"/>
              <a:gd name="connsiteY2797" fmla="*/ 221864 h 443727"/>
              <a:gd name="connsiteX2798" fmla="*/ 221864 w 1972510"/>
              <a:gd name="connsiteY2798" fmla="*/ 0 h 443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1972510" h="443727">
                <a:moveTo>
                  <a:pt x="259556" y="400811"/>
                </a:moveTo>
                <a:cubicBezTo>
                  <a:pt x="260898" y="402265"/>
                  <a:pt x="261759" y="404097"/>
                  <a:pt x="262026" y="406058"/>
                </a:cubicBezTo>
                <a:cubicBezTo>
                  <a:pt x="262500" y="407930"/>
                  <a:pt x="262378" y="409902"/>
                  <a:pt x="261676" y="411699"/>
                </a:cubicBezTo>
                <a:cubicBezTo>
                  <a:pt x="261475" y="412112"/>
                  <a:pt x="261217" y="412497"/>
                  <a:pt x="260911" y="412840"/>
                </a:cubicBezTo>
                <a:cubicBezTo>
                  <a:pt x="259075" y="414891"/>
                  <a:pt x="255922" y="415066"/>
                  <a:pt x="253871" y="413229"/>
                </a:cubicBezTo>
                <a:cubicBezTo>
                  <a:pt x="252546" y="411817"/>
                  <a:pt x="251691" y="410031"/>
                  <a:pt x="251423" y="408113"/>
                </a:cubicBezTo>
                <a:cubicBezTo>
                  <a:pt x="250939" y="406192"/>
                  <a:pt x="251062" y="404169"/>
                  <a:pt x="251772" y="402320"/>
                </a:cubicBezTo>
                <a:cubicBezTo>
                  <a:pt x="251991" y="401852"/>
                  <a:pt x="252282" y="401421"/>
                  <a:pt x="252634" y="401045"/>
                </a:cubicBezTo>
                <a:cubicBezTo>
                  <a:pt x="254481" y="399069"/>
                  <a:pt x="257579" y="398964"/>
                  <a:pt x="259556" y="400811"/>
                </a:cubicBezTo>
                <a:close/>
                <a:moveTo>
                  <a:pt x="229822" y="399390"/>
                </a:moveTo>
                <a:lnTo>
                  <a:pt x="215196" y="399652"/>
                </a:lnTo>
                <a:lnTo>
                  <a:pt x="215589" y="421252"/>
                </a:lnTo>
                <a:lnTo>
                  <a:pt x="230281" y="420968"/>
                </a:lnTo>
                <a:lnTo>
                  <a:pt x="230281" y="419044"/>
                </a:lnTo>
                <a:lnTo>
                  <a:pt x="230281" y="417142"/>
                </a:lnTo>
                <a:lnTo>
                  <a:pt x="219350" y="417339"/>
                </a:lnTo>
                <a:lnTo>
                  <a:pt x="219350" y="411720"/>
                </a:lnTo>
                <a:lnTo>
                  <a:pt x="229057" y="411545"/>
                </a:lnTo>
                <a:lnTo>
                  <a:pt x="229057" y="409687"/>
                </a:lnTo>
                <a:lnTo>
                  <a:pt x="229057" y="407829"/>
                </a:lnTo>
                <a:lnTo>
                  <a:pt x="219350" y="408004"/>
                </a:lnTo>
                <a:lnTo>
                  <a:pt x="219350" y="403412"/>
                </a:lnTo>
                <a:lnTo>
                  <a:pt x="229822" y="403237"/>
                </a:lnTo>
                <a:lnTo>
                  <a:pt x="229822" y="401314"/>
                </a:lnTo>
                <a:close/>
                <a:moveTo>
                  <a:pt x="193967" y="397728"/>
                </a:moveTo>
                <a:lnTo>
                  <a:pt x="193727" y="399630"/>
                </a:lnTo>
                <a:lnTo>
                  <a:pt x="193508" y="401532"/>
                </a:lnTo>
                <a:lnTo>
                  <a:pt x="199455" y="402254"/>
                </a:lnTo>
                <a:lnTo>
                  <a:pt x="197268" y="419875"/>
                </a:lnTo>
                <a:lnTo>
                  <a:pt x="199455" y="420137"/>
                </a:lnTo>
                <a:lnTo>
                  <a:pt x="201488" y="420378"/>
                </a:lnTo>
                <a:lnTo>
                  <a:pt x="203674" y="402757"/>
                </a:lnTo>
                <a:lnTo>
                  <a:pt x="209643" y="403500"/>
                </a:lnTo>
                <a:lnTo>
                  <a:pt x="209861" y="401576"/>
                </a:lnTo>
                <a:lnTo>
                  <a:pt x="209992" y="399696"/>
                </a:lnTo>
                <a:close/>
                <a:moveTo>
                  <a:pt x="261252" y="397046"/>
                </a:moveTo>
                <a:cubicBezTo>
                  <a:pt x="256809" y="394381"/>
                  <a:pt x="251049" y="395822"/>
                  <a:pt x="248384" y="400264"/>
                </a:cubicBezTo>
                <a:cubicBezTo>
                  <a:pt x="247050" y="402977"/>
                  <a:pt x="246718" y="406075"/>
                  <a:pt x="247443" y="409009"/>
                </a:cubicBezTo>
                <a:cubicBezTo>
                  <a:pt x="247857" y="411950"/>
                  <a:pt x="249317" y="414643"/>
                  <a:pt x="251554" y="416596"/>
                </a:cubicBezTo>
                <a:cubicBezTo>
                  <a:pt x="251757" y="416744"/>
                  <a:pt x="251967" y="416886"/>
                  <a:pt x="252181" y="417020"/>
                </a:cubicBezTo>
                <a:cubicBezTo>
                  <a:pt x="256641" y="419772"/>
                  <a:pt x="262487" y="418388"/>
                  <a:pt x="265240" y="413928"/>
                </a:cubicBezTo>
                <a:cubicBezTo>
                  <a:pt x="266584" y="411281"/>
                  <a:pt x="266919" y="408235"/>
                  <a:pt x="266180" y="405358"/>
                </a:cubicBezTo>
                <a:cubicBezTo>
                  <a:pt x="265780" y="402363"/>
                  <a:pt x="264322" y="399610"/>
                  <a:pt x="262070" y="397597"/>
                </a:cubicBezTo>
                <a:cubicBezTo>
                  <a:pt x="261807" y="397398"/>
                  <a:pt x="261534" y="397214"/>
                  <a:pt x="261252" y="397046"/>
                </a:cubicBezTo>
                <a:close/>
                <a:moveTo>
                  <a:pt x="812669" y="394746"/>
                </a:moveTo>
                <a:lnTo>
                  <a:pt x="813115" y="394944"/>
                </a:lnTo>
                <a:lnTo>
                  <a:pt x="812582" y="394792"/>
                </a:lnTo>
                <a:close/>
                <a:moveTo>
                  <a:pt x="173766" y="393093"/>
                </a:moveTo>
                <a:lnTo>
                  <a:pt x="170508" y="406211"/>
                </a:lnTo>
                <a:cubicBezTo>
                  <a:pt x="169767" y="408460"/>
                  <a:pt x="169883" y="410907"/>
                  <a:pt x="170836" y="413076"/>
                </a:cubicBezTo>
                <a:cubicBezTo>
                  <a:pt x="172034" y="414967"/>
                  <a:pt x="173984" y="416255"/>
                  <a:pt x="176193" y="416618"/>
                </a:cubicBezTo>
                <a:cubicBezTo>
                  <a:pt x="178318" y="417365"/>
                  <a:pt x="180659" y="417182"/>
                  <a:pt x="182642" y="416115"/>
                </a:cubicBezTo>
                <a:cubicBezTo>
                  <a:pt x="184490" y="414593"/>
                  <a:pt x="185712" y="412446"/>
                  <a:pt x="186075" y="410081"/>
                </a:cubicBezTo>
                <a:lnTo>
                  <a:pt x="189245" y="396963"/>
                </a:lnTo>
                <a:lnTo>
                  <a:pt x="187233" y="396460"/>
                </a:lnTo>
                <a:lnTo>
                  <a:pt x="185222" y="395979"/>
                </a:lnTo>
                <a:lnTo>
                  <a:pt x="181921" y="409097"/>
                </a:lnTo>
                <a:cubicBezTo>
                  <a:pt x="181728" y="410347"/>
                  <a:pt x="181120" y="411495"/>
                  <a:pt x="180193" y="412354"/>
                </a:cubicBezTo>
                <a:cubicBezTo>
                  <a:pt x="179247" y="412931"/>
                  <a:pt x="178086" y="413045"/>
                  <a:pt x="177045" y="412660"/>
                </a:cubicBezTo>
                <a:cubicBezTo>
                  <a:pt x="175965" y="412477"/>
                  <a:pt x="175032" y="411808"/>
                  <a:pt x="174509" y="410846"/>
                </a:cubicBezTo>
                <a:cubicBezTo>
                  <a:pt x="174092" y="409672"/>
                  <a:pt x="174092" y="408391"/>
                  <a:pt x="174509" y="407216"/>
                </a:cubicBezTo>
                <a:lnTo>
                  <a:pt x="177789" y="394099"/>
                </a:lnTo>
                <a:lnTo>
                  <a:pt x="175777" y="393596"/>
                </a:lnTo>
                <a:close/>
                <a:moveTo>
                  <a:pt x="283473" y="388808"/>
                </a:moveTo>
                <a:lnTo>
                  <a:pt x="270028" y="393181"/>
                </a:lnTo>
                <a:lnTo>
                  <a:pt x="276587" y="413710"/>
                </a:lnTo>
                <a:lnTo>
                  <a:pt x="278576" y="413054"/>
                </a:lnTo>
                <a:lnTo>
                  <a:pt x="280544" y="412420"/>
                </a:lnTo>
                <a:lnTo>
                  <a:pt x="277811" y="403740"/>
                </a:lnTo>
                <a:lnTo>
                  <a:pt x="286097" y="401051"/>
                </a:lnTo>
                <a:lnTo>
                  <a:pt x="285529" y="399280"/>
                </a:lnTo>
                <a:lnTo>
                  <a:pt x="284938" y="397509"/>
                </a:lnTo>
                <a:lnTo>
                  <a:pt x="276674" y="400199"/>
                </a:lnTo>
                <a:lnTo>
                  <a:pt x="275165" y="395542"/>
                </a:lnTo>
                <a:lnTo>
                  <a:pt x="284654" y="392459"/>
                </a:lnTo>
                <a:lnTo>
                  <a:pt x="284064" y="390623"/>
                </a:lnTo>
                <a:close/>
                <a:moveTo>
                  <a:pt x="153936" y="386338"/>
                </a:moveTo>
                <a:lnTo>
                  <a:pt x="153302" y="388152"/>
                </a:lnTo>
                <a:lnTo>
                  <a:pt x="152690" y="389967"/>
                </a:lnTo>
                <a:lnTo>
                  <a:pt x="158353" y="391913"/>
                </a:lnTo>
                <a:lnTo>
                  <a:pt x="152581" y="408703"/>
                </a:lnTo>
                <a:lnTo>
                  <a:pt x="154548" y="409381"/>
                </a:lnTo>
                <a:lnTo>
                  <a:pt x="156494" y="410059"/>
                </a:lnTo>
                <a:lnTo>
                  <a:pt x="162266" y="393268"/>
                </a:lnTo>
                <a:lnTo>
                  <a:pt x="167950" y="395214"/>
                </a:lnTo>
                <a:lnTo>
                  <a:pt x="168584" y="393399"/>
                </a:lnTo>
                <a:lnTo>
                  <a:pt x="169240" y="391607"/>
                </a:lnTo>
                <a:close/>
                <a:moveTo>
                  <a:pt x="146087" y="382490"/>
                </a:moveTo>
                <a:lnTo>
                  <a:pt x="136971" y="402057"/>
                </a:lnTo>
                <a:lnTo>
                  <a:pt x="138851" y="402931"/>
                </a:lnTo>
                <a:lnTo>
                  <a:pt x="140709" y="403806"/>
                </a:lnTo>
                <a:lnTo>
                  <a:pt x="149848" y="384239"/>
                </a:lnTo>
                <a:lnTo>
                  <a:pt x="147946" y="383364"/>
                </a:lnTo>
                <a:close/>
                <a:moveTo>
                  <a:pt x="309862" y="376018"/>
                </a:moveTo>
                <a:lnTo>
                  <a:pt x="295607" y="383583"/>
                </a:lnTo>
                <a:lnTo>
                  <a:pt x="296504" y="385288"/>
                </a:lnTo>
                <a:lnTo>
                  <a:pt x="297400" y="386972"/>
                </a:lnTo>
                <a:lnTo>
                  <a:pt x="302691" y="384151"/>
                </a:lnTo>
                <a:lnTo>
                  <a:pt x="311042" y="399827"/>
                </a:lnTo>
                <a:lnTo>
                  <a:pt x="312879" y="398865"/>
                </a:lnTo>
                <a:lnTo>
                  <a:pt x="314693" y="397881"/>
                </a:lnTo>
                <a:lnTo>
                  <a:pt x="306364" y="382205"/>
                </a:lnTo>
                <a:lnTo>
                  <a:pt x="311655" y="379385"/>
                </a:lnTo>
                <a:lnTo>
                  <a:pt x="310758" y="377702"/>
                </a:lnTo>
                <a:close/>
                <a:moveTo>
                  <a:pt x="127504" y="372389"/>
                </a:moveTo>
                <a:lnTo>
                  <a:pt x="126651" y="374182"/>
                </a:lnTo>
                <a:lnTo>
                  <a:pt x="125733" y="375865"/>
                </a:lnTo>
                <a:lnTo>
                  <a:pt x="130980" y="378773"/>
                </a:lnTo>
                <a:lnTo>
                  <a:pt x="122366" y="394296"/>
                </a:lnTo>
                <a:lnTo>
                  <a:pt x="124181" y="395301"/>
                </a:lnTo>
                <a:lnTo>
                  <a:pt x="125996" y="396307"/>
                </a:lnTo>
                <a:lnTo>
                  <a:pt x="134522" y="380653"/>
                </a:lnTo>
                <a:lnTo>
                  <a:pt x="139769" y="383561"/>
                </a:lnTo>
                <a:lnTo>
                  <a:pt x="140687" y="381899"/>
                </a:lnTo>
                <a:lnTo>
                  <a:pt x="141628" y="380216"/>
                </a:lnTo>
                <a:close/>
                <a:moveTo>
                  <a:pt x="234633" y="369284"/>
                </a:moveTo>
                <a:cubicBezTo>
                  <a:pt x="230654" y="370640"/>
                  <a:pt x="229648" y="377417"/>
                  <a:pt x="229058" y="377811"/>
                </a:cubicBezTo>
                <a:lnTo>
                  <a:pt x="228554" y="378974"/>
                </a:lnTo>
                <a:lnTo>
                  <a:pt x="228555" y="378948"/>
                </a:lnTo>
                <a:lnTo>
                  <a:pt x="228489" y="379123"/>
                </a:lnTo>
                <a:lnTo>
                  <a:pt x="228554" y="378974"/>
                </a:lnTo>
                <a:lnTo>
                  <a:pt x="228446" y="381068"/>
                </a:lnTo>
                <a:lnTo>
                  <a:pt x="256666" y="379669"/>
                </a:lnTo>
                <a:lnTo>
                  <a:pt x="250155" y="379669"/>
                </a:lnTo>
                <a:cubicBezTo>
                  <a:pt x="250155" y="379669"/>
                  <a:pt x="250549" y="371580"/>
                  <a:pt x="245783" y="369743"/>
                </a:cubicBezTo>
                <a:cubicBezTo>
                  <a:pt x="242232" y="368296"/>
                  <a:pt x="238288" y="368132"/>
                  <a:pt x="234633" y="369284"/>
                </a:cubicBezTo>
                <a:close/>
                <a:moveTo>
                  <a:pt x="263251" y="369241"/>
                </a:moveTo>
                <a:lnTo>
                  <a:pt x="263251" y="369307"/>
                </a:lnTo>
                <a:cubicBezTo>
                  <a:pt x="264103" y="369307"/>
                  <a:pt x="264235" y="370138"/>
                  <a:pt x="264103" y="371165"/>
                </a:cubicBezTo>
                <a:cubicBezTo>
                  <a:pt x="263972" y="372193"/>
                  <a:pt x="264016" y="376675"/>
                  <a:pt x="263229" y="376675"/>
                </a:cubicBezTo>
                <a:cubicBezTo>
                  <a:pt x="262442" y="376675"/>
                  <a:pt x="262704" y="373111"/>
                  <a:pt x="262704" y="371428"/>
                </a:cubicBezTo>
                <a:cubicBezTo>
                  <a:pt x="262704" y="369744"/>
                  <a:pt x="262704" y="369241"/>
                  <a:pt x="263251" y="369241"/>
                </a:cubicBezTo>
                <a:close/>
                <a:moveTo>
                  <a:pt x="226325" y="369241"/>
                </a:moveTo>
                <a:lnTo>
                  <a:pt x="226325" y="369307"/>
                </a:lnTo>
                <a:cubicBezTo>
                  <a:pt x="227178" y="369307"/>
                  <a:pt x="227309" y="370138"/>
                  <a:pt x="227178" y="371165"/>
                </a:cubicBezTo>
                <a:cubicBezTo>
                  <a:pt x="227046" y="372193"/>
                  <a:pt x="227090" y="376675"/>
                  <a:pt x="226303" y="376675"/>
                </a:cubicBezTo>
                <a:cubicBezTo>
                  <a:pt x="225516" y="376675"/>
                  <a:pt x="225778" y="373111"/>
                  <a:pt x="225778" y="371428"/>
                </a:cubicBezTo>
                <a:cubicBezTo>
                  <a:pt x="225778" y="369744"/>
                  <a:pt x="225778" y="369241"/>
                  <a:pt x="226325" y="369241"/>
                </a:cubicBezTo>
                <a:close/>
                <a:moveTo>
                  <a:pt x="182512" y="369022"/>
                </a:moveTo>
                <a:cubicBezTo>
                  <a:pt x="182512" y="369022"/>
                  <a:pt x="183430" y="368607"/>
                  <a:pt x="183692" y="369197"/>
                </a:cubicBezTo>
                <a:cubicBezTo>
                  <a:pt x="183885" y="371554"/>
                  <a:pt x="183935" y="373920"/>
                  <a:pt x="183845" y="376281"/>
                </a:cubicBezTo>
                <a:cubicBezTo>
                  <a:pt x="183845" y="376827"/>
                  <a:pt x="182774" y="377046"/>
                  <a:pt x="182512" y="376281"/>
                </a:cubicBezTo>
                <a:cubicBezTo>
                  <a:pt x="182381" y="373878"/>
                  <a:pt x="182381" y="371469"/>
                  <a:pt x="182512" y="369066"/>
                </a:cubicBezTo>
                <a:close/>
                <a:moveTo>
                  <a:pt x="257130" y="368913"/>
                </a:moveTo>
                <a:cubicBezTo>
                  <a:pt x="257676" y="368913"/>
                  <a:pt x="257938" y="370072"/>
                  <a:pt x="257938" y="371100"/>
                </a:cubicBezTo>
                <a:cubicBezTo>
                  <a:pt x="257938" y="372127"/>
                  <a:pt x="257895" y="376500"/>
                  <a:pt x="257239" y="376500"/>
                </a:cubicBezTo>
                <a:cubicBezTo>
                  <a:pt x="256583" y="376500"/>
                  <a:pt x="256211" y="372892"/>
                  <a:pt x="256211" y="371274"/>
                </a:cubicBezTo>
                <a:cubicBezTo>
                  <a:pt x="256211" y="369657"/>
                  <a:pt x="256211" y="368979"/>
                  <a:pt x="257130" y="368979"/>
                </a:cubicBezTo>
                <a:close/>
                <a:moveTo>
                  <a:pt x="220203" y="368913"/>
                </a:moveTo>
                <a:cubicBezTo>
                  <a:pt x="220749" y="368913"/>
                  <a:pt x="221012" y="370160"/>
                  <a:pt x="221012" y="371100"/>
                </a:cubicBezTo>
                <a:cubicBezTo>
                  <a:pt x="221012" y="372040"/>
                  <a:pt x="220990" y="376609"/>
                  <a:pt x="220334" y="376609"/>
                </a:cubicBezTo>
                <a:cubicBezTo>
                  <a:pt x="219678" y="376609"/>
                  <a:pt x="219284" y="372892"/>
                  <a:pt x="219284" y="371274"/>
                </a:cubicBezTo>
                <a:cubicBezTo>
                  <a:pt x="219284" y="369657"/>
                  <a:pt x="219284" y="368979"/>
                  <a:pt x="220203" y="368979"/>
                </a:cubicBezTo>
                <a:close/>
                <a:moveTo>
                  <a:pt x="547487" y="368573"/>
                </a:moveTo>
                <a:lnTo>
                  <a:pt x="547564" y="383741"/>
                </a:lnTo>
                <a:lnTo>
                  <a:pt x="560902" y="383741"/>
                </a:lnTo>
                <a:cubicBezTo>
                  <a:pt x="563237" y="383942"/>
                  <a:pt x="565558" y="383232"/>
                  <a:pt x="567381" y="381759"/>
                </a:cubicBezTo>
                <a:cubicBezTo>
                  <a:pt x="568894" y="380102"/>
                  <a:pt x="569664" y="377900"/>
                  <a:pt x="569515" y="375662"/>
                </a:cubicBezTo>
                <a:cubicBezTo>
                  <a:pt x="569655" y="373635"/>
                  <a:pt x="568838" y="371660"/>
                  <a:pt x="567304" y="370326"/>
                </a:cubicBezTo>
                <a:cubicBezTo>
                  <a:pt x="565365" y="368989"/>
                  <a:pt x="563021" y="368369"/>
                  <a:pt x="560674" y="368573"/>
                </a:cubicBezTo>
                <a:close/>
                <a:moveTo>
                  <a:pt x="188939" y="368520"/>
                </a:moveTo>
                <a:cubicBezTo>
                  <a:pt x="189748" y="368433"/>
                  <a:pt x="189552" y="370510"/>
                  <a:pt x="189552" y="371100"/>
                </a:cubicBezTo>
                <a:cubicBezTo>
                  <a:pt x="189552" y="371690"/>
                  <a:pt x="189595" y="376238"/>
                  <a:pt x="188939" y="376238"/>
                </a:cubicBezTo>
                <a:cubicBezTo>
                  <a:pt x="188284" y="376238"/>
                  <a:pt x="188284" y="372368"/>
                  <a:pt x="188284" y="371100"/>
                </a:cubicBezTo>
                <a:cubicBezTo>
                  <a:pt x="188284" y="369832"/>
                  <a:pt x="188152" y="368520"/>
                  <a:pt x="188939" y="368520"/>
                </a:cubicBezTo>
                <a:close/>
                <a:moveTo>
                  <a:pt x="185354" y="368017"/>
                </a:moveTo>
                <a:lnTo>
                  <a:pt x="185359" y="368164"/>
                </a:lnTo>
                <a:lnTo>
                  <a:pt x="185354" y="368170"/>
                </a:lnTo>
                <a:close/>
                <a:moveTo>
                  <a:pt x="185712" y="367730"/>
                </a:moveTo>
                <a:cubicBezTo>
                  <a:pt x="186114" y="367486"/>
                  <a:pt x="186639" y="367615"/>
                  <a:pt x="186884" y="368017"/>
                </a:cubicBezTo>
                <a:cubicBezTo>
                  <a:pt x="187146" y="368367"/>
                  <a:pt x="187146" y="376259"/>
                  <a:pt x="187146" y="376762"/>
                </a:cubicBezTo>
                <a:cubicBezTo>
                  <a:pt x="187146" y="377265"/>
                  <a:pt x="185900" y="377177"/>
                  <a:pt x="185638" y="376762"/>
                </a:cubicBezTo>
                <a:lnTo>
                  <a:pt x="185359" y="368164"/>
                </a:lnTo>
                <a:close/>
                <a:moveTo>
                  <a:pt x="260453" y="367404"/>
                </a:moveTo>
                <a:cubicBezTo>
                  <a:pt x="261568" y="367404"/>
                  <a:pt x="261240" y="369000"/>
                  <a:pt x="261240" y="370684"/>
                </a:cubicBezTo>
                <a:cubicBezTo>
                  <a:pt x="261240" y="372367"/>
                  <a:pt x="261524" y="377046"/>
                  <a:pt x="260322" y="377046"/>
                </a:cubicBezTo>
                <a:cubicBezTo>
                  <a:pt x="259119" y="377046"/>
                  <a:pt x="259382" y="372127"/>
                  <a:pt x="259382" y="370596"/>
                </a:cubicBezTo>
                <a:cubicBezTo>
                  <a:pt x="259382" y="369066"/>
                  <a:pt x="259119" y="367404"/>
                  <a:pt x="260453" y="367404"/>
                </a:cubicBezTo>
                <a:close/>
                <a:moveTo>
                  <a:pt x="223526" y="367404"/>
                </a:moveTo>
                <a:cubicBezTo>
                  <a:pt x="224663" y="367404"/>
                  <a:pt x="224313" y="369000"/>
                  <a:pt x="224313" y="370684"/>
                </a:cubicBezTo>
                <a:cubicBezTo>
                  <a:pt x="224313" y="372367"/>
                  <a:pt x="224597" y="377046"/>
                  <a:pt x="223395" y="377046"/>
                </a:cubicBezTo>
                <a:cubicBezTo>
                  <a:pt x="222192" y="377046"/>
                  <a:pt x="222455" y="372127"/>
                  <a:pt x="222455" y="370596"/>
                </a:cubicBezTo>
                <a:cubicBezTo>
                  <a:pt x="222455" y="369066"/>
                  <a:pt x="222192" y="367404"/>
                  <a:pt x="223526" y="367404"/>
                </a:cubicBezTo>
                <a:close/>
                <a:moveTo>
                  <a:pt x="164518" y="366726"/>
                </a:moveTo>
                <a:lnTo>
                  <a:pt x="164650" y="366848"/>
                </a:lnTo>
                <a:lnTo>
                  <a:pt x="164452" y="366814"/>
                </a:lnTo>
                <a:close/>
                <a:moveTo>
                  <a:pt x="326499" y="365546"/>
                </a:moveTo>
                <a:lnTo>
                  <a:pt x="314234" y="373504"/>
                </a:lnTo>
                <a:lnTo>
                  <a:pt x="325997" y="391607"/>
                </a:lnTo>
                <a:lnTo>
                  <a:pt x="338590" y="383342"/>
                </a:lnTo>
                <a:lnTo>
                  <a:pt x="337540" y="381725"/>
                </a:lnTo>
                <a:lnTo>
                  <a:pt x="336513" y="380129"/>
                </a:lnTo>
                <a:lnTo>
                  <a:pt x="327352" y="386075"/>
                </a:lnTo>
                <a:lnTo>
                  <a:pt x="324269" y="381375"/>
                </a:lnTo>
                <a:lnTo>
                  <a:pt x="332490" y="376128"/>
                </a:lnTo>
                <a:lnTo>
                  <a:pt x="331484" y="374554"/>
                </a:lnTo>
                <a:lnTo>
                  <a:pt x="330478" y="373001"/>
                </a:lnTo>
                <a:lnTo>
                  <a:pt x="322324" y="378292"/>
                </a:lnTo>
                <a:lnTo>
                  <a:pt x="319831" y="374444"/>
                </a:lnTo>
                <a:lnTo>
                  <a:pt x="328576" y="368760"/>
                </a:lnTo>
                <a:lnTo>
                  <a:pt x="327549" y="367142"/>
                </a:lnTo>
                <a:close/>
                <a:moveTo>
                  <a:pt x="112309" y="363360"/>
                </a:moveTo>
                <a:cubicBezTo>
                  <a:pt x="110429" y="363552"/>
                  <a:pt x="108737" y="364580"/>
                  <a:pt x="107696" y="366158"/>
                </a:cubicBezTo>
                <a:cubicBezTo>
                  <a:pt x="106675" y="367326"/>
                  <a:pt x="106249" y="368898"/>
                  <a:pt x="106538" y="370421"/>
                </a:cubicBezTo>
                <a:cubicBezTo>
                  <a:pt x="107358" y="372557"/>
                  <a:pt x="108599" y="374505"/>
                  <a:pt x="110189" y="376150"/>
                </a:cubicBezTo>
                <a:cubicBezTo>
                  <a:pt x="111022" y="377002"/>
                  <a:pt x="111704" y="377995"/>
                  <a:pt x="112200" y="379079"/>
                </a:cubicBezTo>
                <a:cubicBezTo>
                  <a:pt x="112412" y="379746"/>
                  <a:pt x="112264" y="380474"/>
                  <a:pt x="111807" y="381003"/>
                </a:cubicBezTo>
                <a:cubicBezTo>
                  <a:pt x="111347" y="381659"/>
                  <a:pt x="110567" y="382011"/>
                  <a:pt x="109773" y="381921"/>
                </a:cubicBezTo>
                <a:cubicBezTo>
                  <a:pt x="108698" y="381777"/>
                  <a:pt x="107683" y="381340"/>
                  <a:pt x="106844" y="380653"/>
                </a:cubicBezTo>
                <a:cubicBezTo>
                  <a:pt x="105928" y="380076"/>
                  <a:pt x="105257" y="379182"/>
                  <a:pt x="104964" y="378139"/>
                </a:cubicBezTo>
                <a:cubicBezTo>
                  <a:pt x="104743" y="377155"/>
                  <a:pt x="104968" y="376123"/>
                  <a:pt x="105576" y="375319"/>
                </a:cubicBezTo>
                <a:lnTo>
                  <a:pt x="102340" y="372979"/>
                </a:lnTo>
                <a:cubicBezTo>
                  <a:pt x="101124" y="374606"/>
                  <a:pt x="100641" y="376665"/>
                  <a:pt x="101006" y="378664"/>
                </a:cubicBezTo>
                <a:cubicBezTo>
                  <a:pt x="101560" y="380728"/>
                  <a:pt x="102863" y="382512"/>
                  <a:pt x="104657" y="383670"/>
                </a:cubicBezTo>
                <a:cubicBezTo>
                  <a:pt x="106323" y="385011"/>
                  <a:pt x="108400" y="385736"/>
                  <a:pt x="110539" y="385725"/>
                </a:cubicBezTo>
                <a:cubicBezTo>
                  <a:pt x="112403" y="385623"/>
                  <a:pt x="114111" y="384652"/>
                  <a:pt x="115152" y="383102"/>
                </a:cubicBezTo>
                <a:cubicBezTo>
                  <a:pt x="116199" y="381897"/>
                  <a:pt x="116704" y="380317"/>
                  <a:pt x="116551" y="378729"/>
                </a:cubicBezTo>
                <a:cubicBezTo>
                  <a:pt x="115908" y="376703"/>
                  <a:pt x="114793" y="374857"/>
                  <a:pt x="113293" y="373351"/>
                </a:cubicBezTo>
                <a:cubicBezTo>
                  <a:pt x="112355" y="372343"/>
                  <a:pt x="111542" y="371228"/>
                  <a:pt x="110867" y="370028"/>
                </a:cubicBezTo>
                <a:cubicBezTo>
                  <a:pt x="110552" y="369473"/>
                  <a:pt x="110604" y="368782"/>
                  <a:pt x="110998" y="368279"/>
                </a:cubicBezTo>
                <a:cubicBezTo>
                  <a:pt x="111435" y="367612"/>
                  <a:pt x="112150" y="367179"/>
                  <a:pt x="112943" y="367098"/>
                </a:cubicBezTo>
                <a:cubicBezTo>
                  <a:pt x="113833" y="367072"/>
                  <a:pt x="114703" y="367367"/>
                  <a:pt x="115392" y="367929"/>
                </a:cubicBezTo>
                <a:cubicBezTo>
                  <a:pt x="116278" y="368513"/>
                  <a:pt x="116936" y="369385"/>
                  <a:pt x="117250" y="370400"/>
                </a:cubicBezTo>
                <a:cubicBezTo>
                  <a:pt x="117517" y="371320"/>
                  <a:pt x="117366" y="372313"/>
                  <a:pt x="116835" y="373111"/>
                </a:cubicBezTo>
                <a:lnTo>
                  <a:pt x="120093" y="375494"/>
                </a:lnTo>
                <a:lnTo>
                  <a:pt x="120093" y="375450"/>
                </a:lnTo>
                <a:cubicBezTo>
                  <a:pt x="121192" y="373839"/>
                  <a:pt x="121610" y="371858"/>
                  <a:pt x="121251" y="369941"/>
                </a:cubicBezTo>
                <a:cubicBezTo>
                  <a:pt x="120799" y="367999"/>
                  <a:pt x="119627" y="366305"/>
                  <a:pt x="117972" y="365196"/>
                </a:cubicBezTo>
                <a:cubicBezTo>
                  <a:pt x="116378" y="363900"/>
                  <a:pt x="114360" y="363246"/>
                  <a:pt x="112309" y="363360"/>
                </a:cubicBezTo>
                <a:close/>
                <a:moveTo>
                  <a:pt x="343137" y="353653"/>
                </a:moveTo>
                <a:cubicBezTo>
                  <a:pt x="340990" y="353611"/>
                  <a:pt x="338909" y="354394"/>
                  <a:pt x="337321" y="355839"/>
                </a:cubicBezTo>
                <a:cubicBezTo>
                  <a:pt x="335304" y="357409"/>
                  <a:pt x="334151" y="359842"/>
                  <a:pt x="334217" y="362398"/>
                </a:cubicBezTo>
                <a:cubicBezTo>
                  <a:pt x="334429" y="365393"/>
                  <a:pt x="335664" y="368226"/>
                  <a:pt x="337715" y="370421"/>
                </a:cubicBezTo>
                <a:cubicBezTo>
                  <a:pt x="339490" y="372778"/>
                  <a:pt x="342035" y="374442"/>
                  <a:pt x="344908" y="375122"/>
                </a:cubicBezTo>
                <a:cubicBezTo>
                  <a:pt x="349753" y="375868"/>
                  <a:pt x="354289" y="372553"/>
                  <a:pt x="355052" y="367710"/>
                </a:cubicBezTo>
                <a:lnTo>
                  <a:pt x="355008" y="367667"/>
                </a:lnTo>
                <a:cubicBezTo>
                  <a:pt x="355162" y="365461"/>
                  <a:pt x="354519" y="363272"/>
                  <a:pt x="353194" y="361501"/>
                </a:cubicBezTo>
                <a:lnTo>
                  <a:pt x="350002" y="364169"/>
                </a:lnTo>
                <a:cubicBezTo>
                  <a:pt x="350699" y="365113"/>
                  <a:pt x="351034" y="366276"/>
                  <a:pt x="350942" y="367448"/>
                </a:cubicBezTo>
                <a:cubicBezTo>
                  <a:pt x="350911" y="367695"/>
                  <a:pt x="350859" y="367940"/>
                  <a:pt x="350785" y="368178"/>
                </a:cubicBezTo>
                <a:cubicBezTo>
                  <a:pt x="350078" y="370487"/>
                  <a:pt x="347632" y="371786"/>
                  <a:pt x="345323" y="371077"/>
                </a:cubicBezTo>
                <a:cubicBezTo>
                  <a:pt x="343574" y="370415"/>
                  <a:pt x="342057" y="369261"/>
                  <a:pt x="340951" y="367754"/>
                </a:cubicBezTo>
                <a:cubicBezTo>
                  <a:pt x="339617" y="366342"/>
                  <a:pt x="338721" y="364571"/>
                  <a:pt x="338371" y="362660"/>
                </a:cubicBezTo>
                <a:cubicBezTo>
                  <a:pt x="338146" y="361198"/>
                  <a:pt x="338712" y="359726"/>
                  <a:pt x="339858" y="358790"/>
                </a:cubicBezTo>
                <a:cubicBezTo>
                  <a:pt x="340671" y="358052"/>
                  <a:pt x="341731" y="357645"/>
                  <a:pt x="342831" y="357654"/>
                </a:cubicBezTo>
                <a:cubicBezTo>
                  <a:pt x="343900" y="357678"/>
                  <a:pt x="344921" y="358117"/>
                  <a:pt x="345673" y="358878"/>
                </a:cubicBezTo>
                <a:lnTo>
                  <a:pt x="348865" y="356211"/>
                </a:lnTo>
                <a:cubicBezTo>
                  <a:pt x="347350" y="354663"/>
                  <a:pt x="345301" y="353749"/>
                  <a:pt x="343137" y="353653"/>
                </a:cubicBezTo>
                <a:close/>
                <a:moveTo>
                  <a:pt x="229292" y="353066"/>
                </a:moveTo>
                <a:lnTo>
                  <a:pt x="229336" y="353066"/>
                </a:lnTo>
                <a:lnTo>
                  <a:pt x="229336" y="358903"/>
                </a:lnTo>
                <a:lnTo>
                  <a:pt x="224373" y="358903"/>
                </a:lnTo>
                <a:close/>
                <a:moveTo>
                  <a:pt x="214147" y="351795"/>
                </a:moveTo>
                <a:cubicBezTo>
                  <a:pt x="216377" y="351795"/>
                  <a:pt x="217273" y="353084"/>
                  <a:pt x="217273" y="354549"/>
                </a:cubicBezTo>
                <a:cubicBezTo>
                  <a:pt x="217289" y="354718"/>
                  <a:pt x="217286" y="354886"/>
                  <a:pt x="217269" y="355054"/>
                </a:cubicBezTo>
                <a:cubicBezTo>
                  <a:pt x="217120" y="356543"/>
                  <a:pt x="215789" y="357630"/>
                  <a:pt x="214300" y="357479"/>
                </a:cubicBezTo>
                <a:cubicBezTo>
                  <a:pt x="213010" y="357479"/>
                  <a:pt x="211174" y="357173"/>
                  <a:pt x="211174" y="354680"/>
                </a:cubicBezTo>
                <a:cubicBezTo>
                  <a:pt x="211169" y="354575"/>
                  <a:pt x="211171" y="354471"/>
                  <a:pt x="211178" y="354366"/>
                </a:cubicBezTo>
                <a:cubicBezTo>
                  <a:pt x="211289" y="352835"/>
                  <a:pt x="212617" y="351685"/>
                  <a:pt x="214147" y="351795"/>
                </a:cubicBezTo>
                <a:close/>
                <a:moveTo>
                  <a:pt x="241060" y="351794"/>
                </a:moveTo>
                <a:cubicBezTo>
                  <a:pt x="243377" y="351794"/>
                  <a:pt x="244296" y="353718"/>
                  <a:pt x="244296" y="356954"/>
                </a:cubicBezTo>
                <a:cubicBezTo>
                  <a:pt x="244296" y="360190"/>
                  <a:pt x="243290" y="362114"/>
                  <a:pt x="241060" y="362114"/>
                </a:cubicBezTo>
                <a:cubicBezTo>
                  <a:pt x="238830" y="362114"/>
                  <a:pt x="237824" y="360168"/>
                  <a:pt x="237824" y="356954"/>
                </a:cubicBezTo>
                <a:cubicBezTo>
                  <a:pt x="237824" y="353740"/>
                  <a:pt x="238874" y="351794"/>
                  <a:pt x="241060" y="351794"/>
                </a:cubicBezTo>
                <a:close/>
                <a:moveTo>
                  <a:pt x="213539" y="350465"/>
                </a:moveTo>
                <a:cubicBezTo>
                  <a:pt x="211123" y="350487"/>
                  <a:pt x="209184" y="352461"/>
                  <a:pt x="209206" y="354877"/>
                </a:cubicBezTo>
                <a:cubicBezTo>
                  <a:pt x="209210" y="354975"/>
                  <a:pt x="209217" y="355074"/>
                  <a:pt x="209228" y="355170"/>
                </a:cubicBezTo>
                <a:cubicBezTo>
                  <a:pt x="209497" y="357570"/>
                  <a:pt x="211659" y="359300"/>
                  <a:pt x="214060" y="359031"/>
                </a:cubicBezTo>
                <a:cubicBezTo>
                  <a:pt x="215419" y="359129"/>
                  <a:pt x="216742" y="358559"/>
                  <a:pt x="217601" y="357500"/>
                </a:cubicBezTo>
                <a:cubicBezTo>
                  <a:pt x="217120" y="360845"/>
                  <a:pt x="216071" y="362310"/>
                  <a:pt x="213885" y="362310"/>
                </a:cubicBezTo>
                <a:cubicBezTo>
                  <a:pt x="213734" y="362339"/>
                  <a:pt x="213581" y="362352"/>
                  <a:pt x="213430" y="362350"/>
                </a:cubicBezTo>
                <a:cubicBezTo>
                  <a:pt x="212221" y="362328"/>
                  <a:pt x="211261" y="361331"/>
                  <a:pt x="211283" y="360124"/>
                </a:cubicBezTo>
                <a:lnTo>
                  <a:pt x="209337" y="360124"/>
                </a:lnTo>
                <a:cubicBezTo>
                  <a:pt x="209337" y="361392"/>
                  <a:pt x="210321" y="363578"/>
                  <a:pt x="213928" y="363578"/>
                </a:cubicBezTo>
                <a:lnTo>
                  <a:pt x="213928" y="363644"/>
                </a:lnTo>
                <a:cubicBezTo>
                  <a:pt x="219328" y="363644"/>
                  <a:pt x="219547" y="357697"/>
                  <a:pt x="219591" y="356473"/>
                </a:cubicBezTo>
                <a:cubicBezTo>
                  <a:pt x="219591" y="354396"/>
                  <a:pt x="219088" y="350504"/>
                  <a:pt x="214169" y="350504"/>
                </a:cubicBezTo>
                <a:cubicBezTo>
                  <a:pt x="213959" y="350476"/>
                  <a:pt x="213749" y="350463"/>
                  <a:pt x="213539" y="350465"/>
                </a:cubicBezTo>
                <a:close/>
                <a:moveTo>
                  <a:pt x="241060" y="350439"/>
                </a:moveTo>
                <a:cubicBezTo>
                  <a:pt x="236622" y="350439"/>
                  <a:pt x="235769" y="354374"/>
                  <a:pt x="235769" y="356998"/>
                </a:cubicBezTo>
                <a:cubicBezTo>
                  <a:pt x="235769" y="359621"/>
                  <a:pt x="236688" y="363556"/>
                  <a:pt x="241060" y="363556"/>
                </a:cubicBezTo>
                <a:lnTo>
                  <a:pt x="241060" y="363644"/>
                </a:lnTo>
                <a:cubicBezTo>
                  <a:pt x="245564" y="363644"/>
                  <a:pt x="246351" y="359621"/>
                  <a:pt x="246351" y="356998"/>
                </a:cubicBezTo>
                <a:cubicBezTo>
                  <a:pt x="246351" y="354374"/>
                  <a:pt x="245498" y="350439"/>
                  <a:pt x="241060" y="350439"/>
                </a:cubicBezTo>
                <a:close/>
                <a:moveTo>
                  <a:pt x="229276" y="350351"/>
                </a:moveTo>
                <a:lnTo>
                  <a:pt x="222214" y="358506"/>
                </a:lnTo>
                <a:lnTo>
                  <a:pt x="222214" y="360080"/>
                </a:lnTo>
                <a:lnTo>
                  <a:pt x="228948" y="360080"/>
                </a:lnTo>
                <a:lnTo>
                  <a:pt x="228948" y="363228"/>
                </a:lnTo>
                <a:lnTo>
                  <a:pt x="230894" y="363228"/>
                </a:lnTo>
                <a:lnTo>
                  <a:pt x="230894" y="360080"/>
                </a:lnTo>
                <a:lnTo>
                  <a:pt x="233080" y="360080"/>
                </a:lnTo>
                <a:lnTo>
                  <a:pt x="233080" y="358703"/>
                </a:lnTo>
                <a:lnTo>
                  <a:pt x="230894" y="358703"/>
                </a:lnTo>
                <a:lnTo>
                  <a:pt x="230894" y="350351"/>
                </a:lnTo>
                <a:close/>
                <a:moveTo>
                  <a:pt x="201270" y="350264"/>
                </a:moveTo>
                <a:cubicBezTo>
                  <a:pt x="200658" y="352363"/>
                  <a:pt x="199608" y="352581"/>
                  <a:pt x="197116" y="352712"/>
                </a:cubicBezTo>
                <a:lnTo>
                  <a:pt x="197116" y="354090"/>
                </a:lnTo>
                <a:lnTo>
                  <a:pt x="200723" y="354090"/>
                </a:lnTo>
                <a:lnTo>
                  <a:pt x="200723" y="363228"/>
                </a:lnTo>
                <a:lnTo>
                  <a:pt x="202778" y="363228"/>
                </a:lnTo>
                <a:lnTo>
                  <a:pt x="202778" y="350264"/>
                </a:lnTo>
                <a:close/>
                <a:moveTo>
                  <a:pt x="94907" y="346526"/>
                </a:moveTo>
                <a:lnTo>
                  <a:pt x="80171" y="362310"/>
                </a:lnTo>
                <a:lnTo>
                  <a:pt x="81592" y="363644"/>
                </a:lnTo>
                <a:lnTo>
                  <a:pt x="83013" y="365043"/>
                </a:lnTo>
                <a:lnTo>
                  <a:pt x="93617" y="353653"/>
                </a:lnTo>
                <a:lnTo>
                  <a:pt x="89004" y="370640"/>
                </a:lnTo>
                <a:lnTo>
                  <a:pt x="90512" y="372039"/>
                </a:lnTo>
                <a:lnTo>
                  <a:pt x="92021" y="373373"/>
                </a:lnTo>
                <a:lnTo>
                  <a:pt x="106734" y="357566"/>
                </a:lnTo>
                <a:lnTo>
                  <a:pt x="105313" y="356254"/>
                </a:lnTo>
                <a:lnTo>
                  <a:pt x="103914" y="354943"/>
                </a:lnTo>
                <a:lnTo>
                  <a:pt x="93573" y="366027"/>
                </a:lnTo>
                <a:lnTo>
                  <a:pt x="98077" y="349499"/>
                </a:lnTo>
                <a:lnTo>
                  <a:pt x="96481" y="348012"/>
                </a:lnTo>
                <a:close/>
                <a:moveTo>
                  <a:pt x="547487" y="346393"/>
                </a:moveTo>
                <a:lnTo>
                  <a:pt x="547564" y="358969"/>
                </a:lnTo>
                <a:lnTo>
                  <a:pt x="560140" y="358969"/>
                </a:lnTo>
                <a:cubicBezTo>
                  <a:pt x="562326" y="359108"/>
                  <a:pt x="564498" y="358519"/>
                  <a:pt x="566314" y="357293"/>
                </a:cubicBezTo>
                <a:cubicBezTo>
                  <a:pt x="567706" y="355973"/>
                  <a:pt x="568433" y="354099"/>
                  <a:pt x="568296" y="352186"/>
                </a:cubicBezTo>
                <a:cubicBezTo>
                  <a:pt x="568403" y="350462"/>
                  <a:pt x="567592" y="348810"/>
                  <a:pt x="566162" y="347841"/>
                </a:cubicBezTo>
                <a:cubicBezTo>
                  <a:pt x="564191" y="346732"/>
                  <a:pt x="561937" y="346229"/>
                  <a:pt x="559682" y="346393"/>
                </a:cubicBezTo>
                <a:close/>
                <a:moveTo>
                  <a:pt x="1831349" y="344796"/>
                </a:moveTo>
                <a:cubicBezTo>
                  <a:pt x="1828074" y="344278"/>
                  <a:pt x="1824601" y="345010"/>
                  <a:pt x="1821707" y="347114"/>
                </a:cubicBezTo>
                <a:cubicBezTo>
                  <a:pt x="1820609" y="347912"/>
                  <a:pt x="1819644" y="348877"/>
                  <a:pt x="1818846" y="349974"/>
                </a:cubicBezTo>
                <a:cubicBezTo>
                  <a:pt x="1816005" y="354529"/>
                  <a:pt x="1814671" y="359864"/>
                  <a:pt x="1815035" y="365219"/>
                </a:cubicBezTo>
                <a:cubicBezTo>
                  <a:pt x="1814768" y="370315"/>
                  <a:pt x="1816072" y="375369"/>
                  <a:pt x="1818770" y="379701"/>
                </a:cubicBezTo>
                <a:cubicBezTo>
                  <a:pt x="1823091" y="385510"/>
                  <a:pt x="1831304" y="386716"/>
                  <a:pt x="1837113" y="382395"/>
                </a:cubicBezTo>
                <a:cubicBezTo>
                  <a:pt x="1838137" y="381632"/>
                  <a:pt x="1839044" y="380725"/>
                  <a:pt x="1839806" y="379701"/>
                </a:cubicBezTo>
                <a:lnTo>
                  <a:pt x="1839807" y="379701"/>
                </a:lnTo>
                <a:cubicBezTo>
                  <a:pt x="1842564" y="375393"/>
                  <a:pt x="1843897" y="370326"/>
                  <a:pt x="1843617" y="365219"/>
                </a:cubicBezTo>
                <a:cubicBezTo>
                  <a:pt x="1843981" y="359864"/>
                  <a:pt x="1842648" y="354529"/>
                  <a:pt x="1839807" y="349974"/>
                </a:cubicBezTo>
                <a:cubicBezTo>
                  <a:pt x="1837702" y="347080"/>
                  <a:pt x="1834624" y="345313"/>
                  <a:pt x="1831349" y="344796"/>
                </a:cubicBezTo>
                <a:close/>
                <a:moveTo>
                  <a:pt x="1723813" y="344792"/>
                </a:moveTo>
                <a:cubicBezTo>
                  <a:pt x="1720516" y="344281"/>
                  <a:pt x="1717025" y="345028"/>
                  <a:pt x="1714120" y="347154"/>
                </a:cubicBezTo>
                <a:cubicBezTo>
                  <a:pt x="1713041" y="347943"/>
                  <a:pt x="1712088" y="348896"/>
                  <a:pt x="1711299" y="349975"/>
                </a:cubicBezTo>
                <a:cubicBezTo>
                  <a:pt x="1708484" y="354539"/>
                  <a:pt x="1707178" y="359872"/>
                  <a:pt x="1707564" y="365219"/>
                </a:cubicBezTo>
                <a:cubicBezTo>
                  <a:pt x="1707262" y="370319"/>
                  <a:pt x="1708568" y="375384"/>
                  <a:pt x="1711299" y="379701"/>
                </a:cubicBezTo>
                <a:cubicBezTo>
                  <a:pt x="1715621" y="385510"/>
                  <a:pt x="1723833" y="386716"/>
                  <a:pt x="1729642" y="382394"/>
                </a:cubicBezTo>
                <a:cubicBezTo>
                  <a:pt x="1730666" y="381632"/>
                  <a:pt x="1731574" y="380725"/>
                  <a:pt x="1732335" y="379701"/>
                </a:cubicBezTo>
                <a:cubicBezTo>
                  <a:pt x="1735067" y="375384"/>
                  <a:pt x="1736372" y="370318"/>
                  <a:pt x="1736070" y="365219"/>
                </a:cubicBezTo>
                <a:cubicBezTo>
                  <a:pt x="1736457" y="359872"/>
                  <a:pt x="1735150" y="354539"/>
                  <a:pt x="1732335" y="349975"/>
                </a:cubicBezTo>
                <a:cubicBezTo>
                  <a:pt x="1730210" y="347071"/>
                  <a:pt x="1727109" y="345303"/>
                  <a:pt x="1723813" y="344792"/>
                </a:cubicBezTo>
                <a:close/>
                <a:moveTo>
                  <a:pt x="1326322" y="344792"/>
                </a:moveTo>
                <a:cubicBezTo>
                  <a:pt x="1323026" y="344281"/>
                  <a:pt x="1319535" y="345028"/>
                  <a:pt x="1316630" y="347154"/>
                </a:cubicBezTo>
                <a:cubicBezTo>
                  <a:pt x="1315551" y="347943"/>
                  <a:pt x="1314598" y="348896"/>
                  <a:pt x="1313809" y="349975"/>
                </a:cubicBezTo>
                <a:cubicBezTo>
                  <a:pt x="1310994" y="354539"/>
                  <a:pt x="1309688" y="359872"/>
                  <a:pt x="1310074" y="365219"/>
                </a:cubicBezTo>
                <a:cubicBezTo>
                  <a:pt x="1309772" y="370319"/>
                  <a:pt x="1311078" y="375384"/>
                  <a:pt x="1313809" y="379701"/>
                </a:cubicBezTo>
                <a:cubicBezTo>
                  <a:pt x="1318131" y="385510"/>
                  <a:pt x="1326343" y="386716"/>
                  <a:pt x="1332152" y="382394"/>
                </a:cubicBezTo>
                <a:cubicBezTo>
                  <a:pt x="1333176" y="381632"/>
                  <a:pt x="1334084" y="380725"/>
                  <a:pt x="1334845" y="379701"/>
                </a:cubicBezTo>
                <a:cubicBezTo>
                  <a:pt x="1337577" y="375384"/>
                  <a:pt x="1338882" y="370318"/>
                  <a:pt x="1338580" y="365219"/>
                </a:cubicBezTo>
                <a:cubicBezTo>
                  <a:pt x="1338967" y="359872"/>
                  <a:pt x="1337660" y="354539"/>
                  <a:pt x="1334845" y="349975"/>
                </a:cubicBezTo>
                <a:cubicBezTo>
                  <a:pt x="1332720" y="347071"/>
                  <a:pt x="1329619" y="345303"/>
                  <a:pt x="1326322" y="344792"/>
                </a:cubicBezTo>
                <a:close/>
                <a:moveTo>
                  <a:pt x="87932" y="338917"/>
                </a:moveTo>
                <a:lnTo>
                  <a:pt x="71885" y="353369"/>
                </a:lnTo>
                <a:lnTo>
                  <a:pt x="73284" y="354899"/>
                </a:lnTo>
                <a:lnTo>
                  <a:pt x="74662" y="356451"/>
                </a:lnTo>
                <a:lnTo>
                  <a:pt x="90709" y="342000"/>
                </a:lnTo>
                <a:lnTo>
                  <a:pt x="89332" y="340448"/>
                </a:lnTo>
                <a:close/>
                <a:moveTo>
                  <a:pt x="1921959" y="336669"/>
                </a:moveTo>
                <a:lnTo>
                  <a:pt x="1928438" y="336669"/>
                </a:lnTo>
                <a:lnTo>
                  <a:pt x="1934993" y="336669"/>
                </a:lnTo>
                <a:lnTo>
                  <a:pt x="1945930" y="361352"/>
                </a:lnTo>
                <a:lnTo>
                  <a:pt x="1945893" y="361441"/>
                </a:lnTo>
                <a:lnTo>
                  <a:pt x="1945969" y="361441"/>
                </a:lnTo>
                <a:lnTo>
                  <a:pt x="1945930" y="361352"/>
                </a:lnTo>
                <a:lnTo>
                  <a:pt x="1956182" y="336669"/>
                </a:lnTo>
                <a:lnTo>
                  <a:pt x="1962432" y="336669"/>
                </a:lnTo>
                <a:lnTo>
                  <a:pt x="1968606" y="336669"/>
                </a:lnTo>
                <a:lnTo>
                  <a:pt x="1951228" y="372111"/>
                </a:lnTo>
                <a:lnTo>
                  <a:pt x="1951228" y="393835"/>
                </a:lnTo>
                <a:lnTo>
                  <a:pt x="1945816" y="393835"/>
                </a:lnTo>
                <a:lnTo>
                  <a:pt x="1940252" y="393835"/>
                </a:lnTo>
                <a:lnTo>
                  <a:pt x="1940252" y="372340"/>
                </a:lnTo>
                <a:close/>
                <a:moveTo>
                  <a:pt x="1759076" y="336669"/>
                </a:moveTo>
                <a:lnTo>
                  <a:pt x="1764564" y="336669"/>
                </a:lnTo>
                <a:lnTo>
                  <a:pt x="1770052" y="336669"/>
                </a:lnTo>
                <a:lnTo>
                  <a:pt x="1770052" y="383621"/>
                </a:lnTo>
                <a:lnTo>
                  <a:pt x="1796120" y="383621"/>
                </a:lnTo>
                <a:lnTo>
                  <a:pt x="1796120" y="388728"/>
                </a:lnTo>
                <a:lnTo>
                  <a:pt x="1796120" y="393758"/>
                </a:lnTo>
                <a:lnTo>
                  <a:pt x="1759076" y="393758"/>
                </a:lnTo>
                <a:close/>
                <a:moveTo>
                  <a:pt x="1642916" y="336669"/>
                </a:moveTo>
                <a:lnTo>
                  <a:pt x="1648633" y="336669"/>
                </a:lnTo>
                <a:lnTo>
                  <a:pt x="1654350" y="336669"/>
                </a:lnTo>
                <a:lnTo>
                  <a:pt x="1675463" y="376761"/>
                </a:lnTo>
                <a:lnTo>
                  <a:pt x="1675463" y="336669"/>
                </a:lnTo>
                <a:lnTo>
                  <a:pt x="1680570" y="336669"/>
                </a:lnTo>
                <a:lnTo>
                  <a:pt x="1685752" y="336669"/>
                </a:lnTo>
                <a:lnTo>
                  <a:pt x="1685752" y="393758"/>
                </a:lnTo>
                <a:lnTo>
                  <a:pt x="1680264" y="393758"/>
                </a:lnTo>
                <a:lnTo>
                  <a:pt x="1674776" y="393758"/>
                </a:lnTo>
                <a:lnTo>
                  <a:pt x="1653129" y="352599"/>
                </a:lnTo>
                <a:lnTo>
                  <a:pt x="1653129" y="393758"/>
                </a:lnTo>
                <a:lnTo>
                  <a:pt x="1648023" y="393758"/>
                </a:lnTo>
                <a:lnTo>
                  <a:pt x="1642916" y="393758"/>
                </a:lnTo>
                <a:close/>
                <a:moveTo>
                  <a:pt x="1587275" y="336669"/>
                </a:moveTo>
                <a:lnTo>
                  <a:pt x="1592687" y="336669"/>
                </a:lnTo>
                <a:lnTo>
                  <a:pt x="1598175" y="336669"/>
                </a:lnTo>
                <a:lnTo>
                  <a:pt x="1598175" y="358087"/>
                </a:lnTo>
                <a:lnTo>
                  <a:pt x="1618754" y="358087"/>
                </a:lnTo>
                <a:lnTo>
                  <a:pt x="1618754" y="336669"/>
                </a:lnTo>
                <a:lnTo>
                  <a:pt x="1624242" y="336669"/>
                </a:lnTo>
                <a:lnTo>
                  <a:pt x="1629730" y="336669"/>
                </a:lnTo>
                <a:lnTo>
                  <a:pt x="1629730" y="393758"/>
                </a:lnTo>
                <a:lnTo>
                  <a:pt x="1624242" y="393758"/>
                </a:lnTo>
                <a:lnTo>
                  <a:pt x="1618754" y="393758"/>
                </a:lnTo>
                <a:lnTo>
                  <a:pt x="1618754" y="367920"/>
                </a:lnTo>
                <a:lnTo>
                  <a:pt x="1598175" y="367920"/>
                </a:lnTo>
                <a:lnTo>
                  <a:pt x="1598175" y="393758"/>
                </a:lnTo>
                <a:lnTo>
                  <a:pt x="1592763" y="393758"/>
                </a:lnTo>
                <a:lnTo>
                  <a:pt x="1587275" y="393758"/>
                </a:lnTo>
                <a:close/>
                <a:moveTo>
                  <a:pt x="1480109" y="336669"/>
                </a:moveTo>
                <a:lnTo>
                  <a:pt x="1518753" y="336669"/>
                </a:lnTo>
                <a:lnTo>
                  <a:pt x="1518753" y="341699"/>
                </a:lnTo>
                <a:lnTo>
                  <a:pt x="1518753" y="346806"/>
                </a:lnTo>
                <a:lnTo>
                  <a:pt x="1491085" y="346806"/>
                </a:lnTo>
                <a:lnTo>
                  <a:pt x="1491085" y="358925"/>
                </a:lnTo>
                <a:lnTo>
                  <a:pt x="1516771" y="358925"/>
                </a:lnTo>
                <a:lnTo>
                  <a:pt x="1516771" y="363804"/>
                </a:lnTo>
                <a:lnTo>
                  <a:pt x="1516771" y="368758"/>
                </a:lnTo>
                <a:lnTo>
                  <a:pt x="1491085" y="368758"/>
                </a:lnTo>
                <a:lnTo>
                  <a:pt x="1491085" y="383621"/>
                </a:lnTo>
                <a:lnTo>
                  <a:pt x="1519973" y="383621"/>
                </a:lnTo>
                <a:lnTo>
                  <a:pt x="1519973" y="388728"/>
                </a:lnTo>
                <a:lnTo>
                  <a:pt x="1519973" y="393758"/>
                </a:lnTo>
                <a:lnTo>
                  <a:pt x="1480109" y="393758"/>
                </a:lnTo>
                <a:close/>
                <a:moveTo>
                  <a:pt x="1427897" y="336669"/>
                </a:moveTo>
                <a:lnTo>
                  <a:pt x="1470657" y="336669"/>
                </a:lnTo>
                <a:lnTo>
                  <a:pt x="1470657" y="341699"/>
                </a:lnTo>
                <a:lnTo>
                  <a:pt x="1470657" y="346806"/>
                </a:lnTo>
                <a:lnTo>
                  <a:pt x="1454727" y="346806"/>
                </a:lnTo>
                <a:lnTo>
                  <a:pt x="1454727" y="393758"/>
                </a:lnTo>
                <a:lnTo>
                  <a:pt x="1449315" y="393758"/>
                </a:lnTo>
                <a:lnTo>
                  <a:pt x="1443827" y="393758"/>
                </a:lnTo>
                <a:lnTo>
                  <a:pt x="1443827" y="346806"/>
                </a:lnTo>
                <a:lnTo>
                  <a:pt x="1427897" y="346806"/>
                </a:lnTo>
                <a:lnTo>
                  <a:pt x="1427897" y="341776"/>
                </a:lnTo>
                <a:close/>
                <a:moveTo>
                  <a:pt x="1361586" y="336669"/>
                </a:moveTo>
                <a:lnTo>
                  <a:pt x="1398934" y="336669"/>
                </a:lnTo>
                <a:lnTo>
                  <a:pt x="1398934" y="341699"/>
                </a:lnTo>
                <a:lnTo>
                  <a:pt x="1398934" y="346806"/>
                </a:lnTo>
                <a:lnTo>
                  <a:pt x="1372562" y="346806"/>
                </a:lnTo>
                <a:lnTo>
                  <a:pt x="1372562" y="359764"/>
                </a:lnTo>
                <a:lnTo>
                  <a:pt x="1395581" y="359764"/>
                </a:lnTo>
                <a:lnTo>
                  <a:pt x="1395581" y="364718"/>
                </a:lnTo>
                <a:lnTo>
                  <a:pt x="1395581" y="369596"/>
                </a:lnTo>
                <a:lnTo>
                  <a:pt x="1372562" y="369596"/>
                </a:lnTo>
                <a:lnTo>
                  <a:pt x="1372562" y="393758"/>
                </a:lnTo>
                <a:lnTo>
                  <a:pt x="1367074" y="393758"/>
                </a:lnTo>
                <a:lnTo>
                  <a:pt x="1361586" y="393758"/>
                </a:lnTo>
                <a:close/>
                <a:moveTo>
                  <a:pt x="1226676" y="336669"/>
                </a:moveTo>
                <a:lnTo>
                  <a:pt x="1265396" y="336669"/>
                </a:lnTo>
                <a:lnTo>
                  <a:pt x="1265396" y="341699"/>
                </a:lnTo>
                <a:lnTo>
                  <a:pt x="1265396" y="346806"/>
                </a:lnTo>
                <a:lnTo>
                  <a:pt x="1237652" y="346806"/>
                </a:lnTo>
                <a:lnTo>
                  <a:pt x="1237652" y="358925"/>
                </a:lnTo>
                <a:lnTo>
                  <a:pt x="1263338" y="358925"/>
                </a:lnTo>
                <a:lnTo>
                  <a:pt x="1263338" y="363804"/>
                </a:lnTo>
                <a:lnTo>
                  <a:pt x="1263338" y="368758"/>
                </a:lnTo>
                <a:lnTo>
                  <a:pt x="1237652" y="368758"/>
                </a:lnTo>
                <a:lnTo>
                  <a:pt x="1237652" y="383621"/>
                </a:lnTo>
                <a:lnTo>
                  <a:pt x="1266616" y="383621"/>
                </a:lnTo>
                <a:lnTo>
                  <a:pt x="1266616" y="388728"/>
                </a:lnTo>
                <a:lnTo>
                  <a:pt x="1266616" y="393758"/>
                </a:lnTo>
                <a:lnTo>
                  <a:pt x="1226676" y="393758"/>
                </a:lnTo>
                <a:close/>
                <a:moveTo>
                  <a:pt x="1174541" y="336669"/>
                </a:moveTo>
                <a:lnTo>
                  <a:pt x="1217225" y="336669"/>
                </a:lnTo>
                <a:lnTo>
                  <a:pt x="1217225" y="341699"/>
                </a:lnTo>
                <a:lnTo>
                  <a:pt x="1217225" y="346806"/>
                </a:lnTo>
                <a:lnTo>
                  <a:pt x="1201371" y="346806"/>
                </a:lnTo>
                <a:lnTo>
                  <a:pt x="1201371" y="393758"/>
                </a:lnTo>
                <a:lnTo>
                  <a:pt x="1195883" y="393758"/>
                </a:lnTo>
                <a:lnTo>
                  <a:pt x="1190395" y="393758"/>
                </a:lnTo>
                <a:lnTo>
                  <a:pt x="1190395" y="346806"/>
                </a:lnTo>
                <a:lnTo>
                  <a:pt x="1174541" y="346806"/>
                </a:lnTo>
                <a:lnTo>
                  <a:pt x="1174541" y="341776"/>
                </a:lnTo>
                <a:close/>
                <a:moveTo>
                  <a:pt x="1071109" y="336669"/>
                </a:moveTo>
                <a:lnTo>
                  <a:pt x="1113793" y="336669"/>
                </a:lnTo>
                <a:lnTo>
                  <a:pt x="1113793" y="341699"/>
                </a:lnTo>
                <a:lnTo>
                  <a:pt x="1113793" y="346806"/>
                </a:lnTo>
                <a:lnTo>
                  <a:pt x="1097939" y="346806"/>
                </a:lnTo>
                <a:lnTo>
                  <a:pt x="1097939" y="393758"/>
                </a:lnTo>
                <a:lnTo>
                  <a:pt x="1092451" y="393758"/>
                </a:lnTo>
                <a:lnTo>
                  <a:pt x="1086963" y="393758"/>
                </a:lnTo>
                <a:lnTo>
                  <a:pt x="1086963" y="346806"/>
                </a:lnTo>
                <a:lnTo>
                  <a:pt x="1071109" y="346806"/>
                </a:lnTo>
                <a:lnTo>
                  <a:pt x="1071109" y="341776"/>
                </a:lnTo>
                <a:close/>
                <a:moveTo>
                  <a:pt x="1051445" y="336669"/>
                </a:moveTo>
                <a:lnTo>
                  <a:pt x="1056933" y="336669"/>
                </a:lnTo>
                <a:lnTo>
                  <a:pt x="1062421" y="336669"/>
                </a:lnTo>
                <a:lnTo>
                  <a:pt x="1062421" y="393758"/>
                </a:lnTo>
                <a:lnTo>
                  <a:pt x="1057009" y="393758"/>
                </a:lnTo>
                <a:lnTo>
                  <a:pt x="1051445" y="393758"/>
                </a:lnTo>
                <a:close/>
                <a:moveTo>
                  <a:pt x="1000224" y="336669"/>
                </a:moveTo>
                <a:lnTo>
                  <a:pt x="1042908" y="336669"/>
                </a:lnTo>
                <a:lnTo>
                  <a:pt x="1042908" y="341699"/>
                </a:lnTo>
                <a:lnTo>
                  <a:pt x="1042908" y="346806"/>
                </a:lnTo>
                <a:lnTo>
                  <a:pt x="1027054" y="346806"/>
                </a:lnTo>
                <a:lnTo>
                  <a:pt x="1027054" y="393758"/>
                </a:lnTo>
                <a:lnTo>
                  <a:pt x="1021566" y="393758"/>
                </a:lnTo>
                <a:lnTo>
                  <a:pt x="1016078" y="393758"/>
                </a:lnTo>
                <a:lnTo>
                  <a:pt x="1016078" y="346806"/>
                </a:lnTo>
                <a:lnTo>
                  <a:pt x="1000224" y="346806"/>
                </a:lnTo>
                <a:lnTo>
                  <a:pt x="1000224" y="341776"/>
                </a:lnTo>
                <a:close/>
                <a:moveTo>
                  <a:pt x="896640" y="336669"/>
                </a:moveTo>
                <a:lnTo>
                  <a:pt x="902433" y="336669"/>
                </a:lnTo>
                <a:lnTo>
                  <a:pt x="908150" y="336669"/>
                </a:lnTo>
                <a:lnTo>
                  <a:pt x="929263" y="376761"/>
                </a:lnTo>
                <a:lnTo>
                  <a:pt x="929263" y="336669"/>
                </a:lnTo>
                <a:lnTo>
                  <a:pt x="934370" y="336669"/>
                </a:lnTo>
                <a:lnTo>
                  <a:pt x="939553" y="336669"/>
                </a:lnTo>
                <a:lnTo>
                  <a:pt x="939553" y="393758"/>
                </a:lnTo>
                <a:lnTo>
                  <a:pt x="934065" y="393758"/>
                </a:lnTo>
                <a:lnTo>
                  <a:pt x="928577" y="393758"/>
                </a:lnTo>
                <a:lnTo>
                  <a:pt x="906930" y="352599"/>
                </a:lnTo>
                <a:lnTo>
                  <a:pt x="906930" y="393758"/>
                </a:lnTo>
                <a:lnTo>
                  <a:pt x="901823" y="393758"/>
                </a:lnTo>
                <a:lnTo>
                  <a:pt x="896640" y="393758"/>
                </a:lnTo>
                <a:close/>
                <a:moveTo>
                  <a:pt x="873089" y="336669"/>
                </a:moveTo>
                <a:lnTo>
                  <a:pt x="878501" y="336669"/>
                </a:lnTo>
                <a:lnTo>
                  <a:pt x="884065" y="336669"/>
                </a:lnTo>
                <a:lnTo>
                  <a:pt x="884065" y="393758"/>
                </a:lnTo>
                <a:lnTo>
                  <a:pt x="878577" y="393758"/>
                </a:lnTo>
                <a:lnTo>
                  <a:pt x="873089" y="393758"/>
                </a:lnTo>
                <a:close/>
                <a:moveTo>
                  <a:pt x="734519" y="336669"/>
                </a:moveTo>
                <a:lnTo>
                  <a:pt x="740236" y="336669"/>
                </a:lnTo>
                <a:lnTo>
                  <a:pt x="746029" y="336669"/>
                </a:lnTo>
                <a:lnTo>
                  <a:pt x="767066" y="376761"/>
                </a:lnTo>
                <a:lnTo>
                  <a:pt x="767066" y="336669"/>
                </a:lnTo>
                <a:lnTo>
                  <a:pt x="772172" y="336669"/>
                </a:lnTo>
                <a:lnTo>
                  <a:pt x="777355" y="336669"/>
                </a:lnTo>
                <a:lnTo>
                  <a:pt x="777355" y="393758"/>
                </a:lnTo>
                <a:lnTo>
                  <a:pt x="771868" y="393758"/>
                </a:lnTo>
                <a:lnTo>
                  <a:pt x="766380" y="393758"/>
                </a:lnTo>
                <a:lnTo>
                  <a:pt x="744732" y="352599"/>
                </a:lnTo>
                <a:lnTo>
                  <a:pt x="744732" y="393758"/>
                </a:lnTo>
                <a:lnTo>
                  <a:pt x="739626" y="393758"/>
                </a:lnTo>
                <a:lnTo>
                  <a:pt x="734519" y="393758"/>
                </a:lnTo>
                <a:close/>
                <a:moveTo>
                  <a:pt x="710891" y="336669"/>
                </a:moveTo>
                <a:lnTo>
                  <a:pt x="716379" y="336669"/>
                </a:lnTo>
                <a:lnTo>
                  <a:pt x="721867" y="336669"/>
                </a:lnTo>
                <a:lnTo>
                  <a:pt x="721867" y="393758"/>
                </a:lnTo>
                <a:lnTo>
                  <a:pt x="716379" y="393758"/>
                </a:lnTo>
                <a:lnTo>
                  <a:pt x="710891" y="393758"/>
                </a:lnTo>
                <a:close/>
                <a:moveTo>
                  <a:pt x="643969" y="336669"/>
                </a:moveTo>
                <a:lnTo>
                  <a:pt x="649457" y="336669"/>
                </a:lnTo>
                <a:lnTo>
                  <a:pt x="654945" y="336669"/>
                </a:lnTo>
                <a:lnTo>
                  <a:pt x="654945" y="393758"/>
                </a:lnTo>
                <a:lnTo>
                  <a:pt x="649533" y="393758"/>
                </a:lnTo>
                <a:lnTo>
                  <a:pt x="643969" y="393758"/>
                </a:lnTo>
                <a:close/>
                <a:moveTo>
                  <a:pt x="593130" y="336669"/>
                </a:moveTo>
                <a:lnTo>
                  <a:pt x="631774" y="336669"/>
                </a:lnTo>
                <a:lnTo>
                  <a:pt x="631774" y="341699"/>
                </a:lnTo>
                <a:lnTo>
                  <a:pt x="631774" y="346806"/>
                </a:lnTo>
                <a:lnTo>
                  <a:pt x="604106" y="346806"/>
                </a:lnTo>
                <a:lnTo>
                  <a:pt x="604106" y="358925"/>
                </a:lnTo>
                <a:lnTo>
                  <a:pt x="629792" y="358925"/>
                </a:lnTo>
                <a:lnTo>
                  <a:pt x="629792" y="363804"/>
                </a:lnTo>
                <a:lnTo>
                  <a:pt x="629792" y="368758"/>
                </a:lnTo>
                <a:lnTo>
                  <a:pt x="604106" y="368758"/>
                </a:lnTo>
                <a:lnTo>
                  <a:pt x="604106" y="383621"/>
                </a:lnTo>
                <a:lnTo>
                  <a:pt x="632994" y="383621"/>
                </a:lnTo>
                <a:lnTo>
                  <a:pt x="632994" y="388728"/>
                </a:lnTo>
                <a:lnTo>
                  <a:pt x="632994" y="393758"/>
                </a:lnTo>
                <a:lnTo>
                  <a:pt x="593130" y="393758"/>
                </a:lnTo>
                <a:close/>
                <a:moveTo>
                  <a:pt x="537045" y="336561"/>
                </a:moveTo>
                <a:lnTo>
                  <a:pt x="562731" y="336561"/>
                </a:lnTo>
                <a:cubicBezTo>
                  <a:pt x="567031" y="336306"/>
                  <a:pt x="571271" y="337666"/>
                  <a:pt x="574621" y="340371"/>
                </a:cubicBezTo>
                <a:cubicBezTo>
                  <a:pt x="577592" y="343100"/>
                  <a:pt x="579186" y="347015"/>
                  <a:pt x="578967" y="351042"/>
                </a:cubicBezTo>
                <a:cubicBezTo>
                  <a:pt x="579240" y="355215"/>
                  <a:pt x="577409" y="359248"/>
                  <a:pt x="574088" y="361789"/>
                </a:cubicBezTo>
                <a:cubicBezTo>
                  <a:pt x="573578" y="362274"/>
                  <a:pt x="572984" y="362661"/>
                  <a:pt x="572335" y="362933"/>
                </a:cubicBezTo>
                <a:cubicBezTo>
                  <a:pt x="573534" y="363413"/>
                  <a:pt x="574662" y="364054"/>
                  <a:pt x="575689" y="364838"/>
                </a:cubicBezTo>
                <a:cubicBezTo>
                  <a:pt x="579083" y="367435"/>
                  <a:pt x="580967" y="371548"/>
                  <a:pt x="580719" y="375814"/>
                </a:cubicBezTo>
                <a:cubicBezTo>
                  <a:pt x="581066" y="380758"/>
                  <a:pt x="579227" y="385606"/>
                  <a:pt x="575689" y="389077"/>
                </a:cubicBezTo>
                <a:cubicBezTo>
                  <a:pt x="571593" y="392396"/>
                  <a:pt x="566388" y="394031"/>
                  <a:pt x="561131" y="393650"/>
                </a:cubicBezTo>
                <a:lnTo>
                  <a:pt x="537274" y="393650"/>
                </a:lnTo>
                <a:close/>
                <a:moveTo>
                  <a:pt x="686818" y="336560"/>
                </a:moveTo>
                <a:lnTo>
                  <a:pt x="697718" y="336560"/>
                </a:lnTo>
                <a:lnTo>
                  <a:pt x="697718" y="377643"/>
                </a:lnTo>
                <a:cubicBezTo>
                  <a:pt x="698092" y="382406"/>
                  <a:pt x="696557" y="387124"/>
                  <a:pt x="693449" y="390753"/>
                </a:cubicBezTo>
                <a:cubicBezTo>
                  <a:pt x="690042" y="393949"/>
                  <a:pt x="685457" y="395579"/>
                  <a:pt x="680796" y="395251"/>
                </a:cubicBezTo>
                <a:cubicBezTo>
                  <a:pt x="675925" y="395666"/>
                  <a:pt x="671129" y="393843"/>
                  <a:pt x="667763" y="390296"/>
                </a:cubicBezTo>
                <a:cubicBezTo>
                  <a:pt x="664642" y="385863"/>
                  <a:pt x="663258" y="380438"/>
                  <a:pt x="663876" y="375051"/>
                </a:cubicBezTo>
                <a:lnTo>
                  <a:pt x="663876" y="372079"/>
                </a:lnTo>
                <a:lnTo>
                  <a:pt x="674318" y="372079"/>
                </a:lnTo>
                <a:lnTo>
                  <a:pt x="674318" y="375509"/>
                </a:lnTo>
                <a:cubicBezTo>
                  <a:pt x="674071" y="378136"/>
                  <a:pt x="674572" y="380779"/>
                  <a:pt x="675766" y="383131"/>
                </a:cubicBezTo>
                <a:cubicBezTo>
                  <a:pt x="676817" y="384831"/>
                  <a:pt x="678729" y="385802"/>
                  <a:pt x="680720" y="385646"/>
                </a:cubicBezTo>
                <a:cubicBezTo>
                  <a:pt x="682474" y="385818"/>
                  <a:pt x="684204" y="385138"/>
                  <a:pt x="685370" y="383817"/>
                </a:cubicBezTo>
                <a:cubicBezTo>
                  <a:pt x="686463" y="382036"/>
                  <a:pt x="686969" y="379956"/>
                  <a:pt x="686818" y="377872"/>
                </a:cubicBezTo>
                <a:close/>
                <a:moveTo>
                  <a:pt x="1122419" y="336484"/>
                </a:moveTo>
                <a:lnTo>
                  <a:pt x="1133394" y="336484"/>
                </a:lnTo>
                <a:lnTo>
                  <a:pt x="1133394" y="372460"/>
                </a:lnTo>
                <a:cubicBezTo>
                  <a:pt x="1133174" y="375741"/>
                  <a:pt x="1134089" y="378997"/>
                  <a:pt x="1135985" y="381682"/>
                </a:cubicBezTo>
                <a:cubicBezTo>
                  <a:pt x="1137923" y="383817"/>
                  <a:pt x="1140734" y="384941"/>
                  <a:pt x="1143607" y="384731"/>
                </a:cubicBezTo>
                <a:cubicBezTo>
                  <a:pt x="1146440" y="384966"/>
                  <a:pt x="1149231" y="383933"/>
                  <a:pt x="1151229" y="381911"/>
                </a:cubicBezTo>
                <a:cubicBezTo>
                  <a:pt x="1153080" y="379126"/>
                  <a:pt x="1153913" y="375788"/>
                  <a:pt x="1153592" y="372460"/>
                </a:cubicBezTo>
                <a:lnTo>
                  <a:pt x="1153592" y="336484"/>
                </a:lnTo>
                <a:lnTo>
                  <a:pt x="1164873" y="336484"/>
                </a:lnTo>
                <a:lnTo>
                  <a:pt x="1164873" y="372079"/>
                </a:lnTo>
                <a:cubicBezTo>
                  <a:pt x="1165456" y="378382"/>
                  <a:pt x="1163693" y="384679"/>
                  <a:pt x="1159918" y="389762"/>
                </a:cubicBezTo>
                <a:cubicBezTo>
                  <a:pt x="1155499" y="393751"/>
                  <a:pt x="1149613" y="395713"/>
                  <a:pt x="1143683" y="395174"/>
                </a:cubicBezTo>
                <a:cubicBezTo>
                  <a:pt x="1137791" y="395634"/>
                  <a:pt x="1131979" y="393586"/>
                  <a:pt x="1127678" y="389533"/>
                </a:cubicBezTo>
                <a:cubicBezTo>
                  <a:pt x="1123856" y="384550"/>
                  <a:pt x="1121986" y="378344"/>
                  <a:pt x="1122419" y="372079"/>
                </a:cubicBezTo>
                <a:close/>
                <a:moveTo>
                  <a:pt x="1827952" y="335226"/>
                </a:moveTo>
                <a:cubicBezTo>
                  <a:pt x="1834262" y="334874"/>
                  <a:pt x="1840706" y="336929"/>
                  <a:pt x="1845790" y="341475"/>
                </a:cubicBezTo>
                <a:cubicBezTo>
                  <a:pt x="1846473" y="342088"/>
                  <a:pt x="1847122" y="342736"/>
                  <a:pt x="1847734" y="343420"/>
                </a:cubicBezTo>
                <a:cubicBezTo>
                  <a:pt x="1852606" y="349751"/>
                  <a:pt x="1855040" y="357623"/>
                  <a:pt x="1854594" y="365600"/>
                </a:cubicBezTo>
                <a:cubicBezTo>
                  <a:pt x="1855026" y="373435"/>
                  <a:pt x="1852588" y="381158"/>
                  <a:pt x="1847734" y="387323"/>
                </a:cubicBezTo>
                <a:cubicBezTo>
                  <a:pt x="1838391" y="397489"/>
                  <a:pt x="1822576" y="398157"/>
                  <a:pt x="1812409" y="388813"/>
                </a:cubicBezTo>
                <a:cubicBezTo>
                  <a:pt x="1811892" y="388338"/>
                  <a:pt x="1811394" y="387841"/>
                  <a:pt x="1810919" y="387323"/>
                </a:cubicBezTo>
                <a:cubicBezTo>
                  <a:pt x="1806066" y="381158"/>
                  <a:pt x="1803627" y="373435"/>
                  <a:pt x="1804059" y="365600"/>
                </a:cubicBezTo>
                <a:cubicBezTo>
                  <a:pt x="1803612" y="357623"/>
                  <a:pt x="1806046" y="349751"/>
                  <a:pt x="1810919" y="343420"/>
                </a:cubicBezTo>
                <a:cubicBezTo>
                  <a:pt x="1815465" y="338337"/>
                  <a:pt x="1821642" y="335578"/>
                  <a:pt x="1827952" y="335226"/>
                </a:cubicBezTo>
                <a:close/>
                <a:moveTo>
                  <a:pt x="1720466" y="335220"/>
                </a:moveTo>
                <a:cubicBezTo>
                  <a:pt x="1726796" y="334875"/>
                  <a:pt x="1733259" y="336944"/>
                  <a:pt x="1738352" y="341510"/>
                </a:cubicBezTo>
                <a:cubicBezTo>
                  <a:pt x="1739024" y="342111"/>
                  <a:pt x="1739661" y="342749"/>
                  <a:pt x="1740262" y="343420"/>
                </a:cubicBezTo>
                <a:cubicBezTo>
                  <a:pt x="1745114" y="349759"/>
                  <a:pt x="1747523" y="357632"/>
                  <a:pt x="1747047" y="365600"/>
                </a:cubicBezTo>
                <a:cubicBezTo>
                  <a:pt x="1747501" y="373425"/>
                  <a:pt x="1745089" y="381147"/>
                  <a:pt x="1740262" y="387323"/>
                </a:cubicBezTo>
                <a:cubicBezTo>
                  <a:pt x="1730881" y="397510"/>
                  <a:pt x="1715016" y="398162"/>
                  <a:pt x="1704830" y="388780"/>
                </a:cubicBezTo>
                <a:cubicBezTo>
                  <a:pt x="1704324" y="388315"/>
                  <a:pt x="1703838" y="387828"/>
                  <a:pt x="1703373" y="387323"/>
                </a:cubicBezTo>
                <a:lnTo>
                  <a:pt x="1703372" y="387323"/>
                </a:lnTo>
                <a:cubicBezTo>
                  <a:pt x="1698577" y="381131"/>
                  <a:pt x="1696168" y="373421"/>
                  <a:pt x="1696588" y="365600"/>
                </a:cubicBezTo>
                <a:cubicBezTo>
                  <a:pt x="1696153" y="357637"/>
                  <a:pt x="1698557" y="349777"/>
                  <a:pt x="1703372" y="343420"/>
                </a:cubicBezTo>
                <a:cubicBezTo>
                  <a:pt x="1707938" y="338326"/>
                  <a:pt x="1714136" y="335566"/>
                  <a:pt x="1720466" y="335220"/>
                </a:cubicBezTo>
                <a:close/>
                <a:moveTo>
                  <a:pt x="1322976" y="335220"/>
                </a:moveTo>
                <a:cubicBezTo>
                  <a:pt x="1329307" y="334875"/>
                  <a:pt x="1335769" y="336944"/>
                  <a:pt x="1340862" y="341510"/>
                </a:cubicBezTo>
                <a:cubicBezTo>
                  <a:pt x="1341534" y="342111"/>
                  <a:pt x="1342171" y="342749"/>
                  <a:pt x="1342772" y="343420"/>
                </a:cubicBezTo>
                <a:cubicBezTo>
                  <a:pt x="1347624" y="349759"/>
                  <a:pt x="1350033" y="357632"/>
                  <a:pt x="1349557" y="365600"/>
                </a:cubicBezTo>
                <a:cubicBezTo>
                  <a:pt x="1350011" y="373425"/>
                  <a:pt x="1347599" y="381147"/>
                  <a:pt x="1342772" y="387323"/>
                </a:cubicBezTo>
                <a:cubicBezTo>
                  <a:pt x="1333391" y="397510"/>
                  <a:pt x="1317526" y="398162"/>
                  <a:pt x="1307340" y="388780"/>
                </a:cubicBezTo>
                <a:cubicBezTo>
                  <a:pt x="1306834" y="388315"/>
                  <a:pt x="1306348" y="387828"/>
                  <a:pt x="1305883" y="387323"/>
                </a:cubicBezTo>
                <a:lnTo>
                  <a:pt x="1305882" y="387323"/>
                </a:lnTo>
                <a:cubicBezTo>
                  <a:pt x="1301087" y="381131"/>
                  <a:pt x="1298678" y="373421"/>
                  <a:pt x="1299098" y="365600"/>
                </a:cubicBezTo>
                <a:cubicBezTo>
                  <a:pt x="1298663" y="357637"/>
                  <a:pt x="1301067" y="349777"/>
                  <a:pt x="1305882" y="343420"/>
                </a:cubicBezTo>
                <a:cubicBezTo>
                  <a:pt x="1310448" y="338326"/>
                  <a:pt x="1316646" y="335566"/>
                  <a:pt x="1322976" y="335220"/>
                </a:cubicBezTo>
                <a:close/>
                <a:moveTo>
                  <a:pt x="1889655" y="335188"/>
                </a:moveTo>
                <a:cubicBezTo>
                  <a:pt x="1895371" y="334929"/>
                  <a:pt x="1900983" y="336773"/>
                  <a:pt x="1905433" y="340371"/>
                </a:cubicBezTo>
                <a:cubicBezTo>
                  <a:pt x="1909601" y="343908"/>
                  <a:pt x="1912203" y="348949"/>
                  <a:pt x="1912674" y="354396"/>
                </a:cubicBezTo>
                <a:lnTo>
                  <a:pt x="1901927" y="354396"/>
                </a:lnTo>
                <a:cubicBezTo>
                  <a:pt x="1901546" y="351805"/>
                  <a:pt x="1900146" y="349473"/>
                  <a:pt x="1898039" y="347917"/>
                </a:cubicBezTo>
                <a:cubicBezTo>
                  <a:pt x="1895926" y="346082"/>
                  <a:pt x="1893217" y="345079"/>
                  <a:pt x="1890417" y="345097"/>
                </a:cubicBezTo>
                <a:cubicBezTo>
                  <a:pt x="1886023" y="344883"/>
                  <a:pt x="1881816" y="346887"/>
                  <a:pt x="1879213" y="350432"/>
                </a:cubicBezTo>
                <a:cubicBezTo>
                  <a:pt x="1873934" y="359638"/>
                  <a:pt x="1873934" y="370953"/>
                  <a:pt x="1879213" y="380158"/>
                </a:cubicBezTo>
                <a:cubicBezTo>
                  <a:pt x="1881940" y="383610"/>
                  <a:pt x="1886178" y="385516"/>
                  <a:pt x="1890570" y="385265"/>
                </a:cubicBezTo>
                <a:cubicBezTo>
                  <a:pt x="1894595" y="385411"/>
                  <a:pt x="1898384" y="383370"/>
                  <a:pt x="1900479" y="379930"/>
                </a:cubicBezTo>
                <a:cubicBezTo>
                  <a:pt x="1901881" y="377798"/>
                  <a:pt x="1902865" y="375418"/>
                  <a:pt x="1903374" y="372918"/>
                </a:cubicBezTo>
                <a:lnTo>
                  <a:pt x="1891027" y="372918"/>
                </a:lnTo>
                <a:lnTo>
                  <a:pt x="1891027" y="363085"/>
                </a:lnTo>
                <a:lnTo>
                  <a:pt x="1913055" y="363085"/>
                </a:lnTo>
                <a:lnTo>
                  <a:pt x="1913055" y="393574"/>
                </a:lnTo>
                <a:lnTo>
                  <a:pt x="1905433" y="393574"/>
                </a:lnTo>
                <a:lnTo>
                  <a:pt x="1904366" y="385952"/>
                </a:lnTo>
                <a:lnTo>
                  <a:pt x="1904213" y="387323"/>
                </a:lnTo>
                <a:cubicBezTo>
                  <a:pt x="1900922" y="392527"/>
                  <a:pt x="1895123" y="395600"/>
                  <a:pt x="1888969" y="395403"/>
                </a:cubicBezTo>
                <a:lnTo>
                  <a:pt x="1888969" y="394945"/>
                </a:lnTo>
                <a:cubicBezTo>
                  <a:pt x="1882029" y="395317"/>
                  <a:pt x="1875299" y="392512"/>
                  <a:pt x="1870676" y="387323"/>
                </a:cubicBezTo>
                <a:cubicBezTo>
                  <a:pt x="1861400" y="374159"/>
                  <a:pt x="1861400" y="356585"/>
                  <a:pt x="1870676" y="343420"/>
                </a:cubicBezTo>
                <a:cubicBezTo>
                  <a:pt x="1875408" y="337915"/>
                  <a:pt x="1882402" y="334882"/>
                  <a:pt x="1889655" y="335188"/>
                </a:cubicBezTo>
                <a:close/>
                <a:moveTo>
                  <a:pt x="1554056" y="335035"/>
                </a:moveTo>
                <a:cubicBezTo>
                  <a:pt x="1559645" y="334891"/>
                  <a:pt x="1565084" y="336850"/>
                  <a:pt x="1569300" y="340523"/>
                </a:cubicBezTo>
                <a:cubicBezTo>
                  <a:pt x="1573624" y="344339"/>
                  <a:pt x="1576347" y="349647"/>
                  <a:pt x="1576922" y="355386"/>
                </a:cubicBezTo>
                <a:lnTo>
                  <a:pt x="1565946" y="355386"/>
                </a:lnTo>
                <a:cubicBezTo>
                  <a:pt x="1565761" y="352467"/>
                  <a:pt x="1564449" y="349734"/>
                  <a:pt x="1562288" y="347764"/>
                </a:cubicBezTo>
                <a:cubicBezTo>
                  <a:pt x="1560153" y="345974"/>
                  <a:pt x="1557452" y="345001"/>
                  <a:pt x="1554665" y="345020"/>
                </a:cubicBezTo>
                <a:cubicBezTo>
                  <a:pt x="1550736" y="344937"/>
                  <a:pt x="1547067" y="346975"/>
                  <a:pt x="1545062" y="350356"/>
                </a:cubicBezTo>
                <a:cubicBezTo>
                  <a:pt x="1542537" y="354831"/>
                  <a:pt x="1541347" y="359936"/>
                  <a:pt x="1541632" y="365066"/>
                </a:cubicBezTo>
                <a:cubicBezTo>
                  <a:pt x="1541351" y="370075"/>
                  <a:pt x="1542544" y="375057"/>
                  <a:pt x="1545062" y="379396"/>
                </a:cubicBezTo>
                <a:cubicBezTo>
                  <a:pt x="1548689" y="384769"/>
                  <a:pt x="1555985" y="386184"/>
                  <a:pt x="1561358" y="382557"/>
                </a:cubicBezTo>
                <a:cubicBezTo>
                  <a:pt x="1561819" y="382246"/>
                  <a:pt x="1562256" y="381903"/>
                  <a:pt x="1562668" y="381530"/>
                </a:cubicBezTo>
                <a:cubicBezTo>
                  <a:pt x="1564823" y="379335"/>
                  <a:pt x="1566121" y="376442"/>
                  <a:pt x="1566327" y="373374"/>
                </a:cubicBezTo>
                <a:lnTo>
                  <a:pt x="1576465" y="373679"/>
                </a:lnTo>
                <a:cubicBezTo>
                  <a:pt x="1576084" y="379615"/>
                  <a:pt x="1573534" y="385204"/>
                  <a:pt x="1569300" y="389381"/>
                </a:cubicBezTo>
                <a:cubicBezTo>
                  <a:pt x="1565180" y="393253"/>
                  <a:pt x="1559708" y="395359"/>
                  <a:pt x="1554056" y="395250"/>
                </a:cubicBezTo>
                <a:cubicBezTo>
                  <a:pt x="1547232" y="395529"/>
                  <a:pt x="1540687" y="392526"/>
                  <a:pt x="1536449" y="387171"/>
                </a:cubicBezTo>
                <a:cubicBezTo>
                  <a:pt x="1531795" y="380917"/>
                  <a:pt x="1529475" y="373232"/>
                  <a:pt x="1529894" y="365447"/>
                </a:cubicBezTo>
                <a:cubicBezTo>
                  <a:pt x="1529458" y="357519"/>
                  <a:pt x="1531774" y="349684"/>
                  <a:pt x="1536449" y="343267"/>
                </a:cubicBezTo>
                <a:cubicBezTo>
                  <a:pt x="1540647" y="337844"/>
                  <a:pt x="1547203" y="334779"/>
                  <a:pt x="1554056" y="335035"/>
                </a:cubicBezTo>
                <a:close/>
                <a:moveTo>
                  <a:pt x="971807" y="335035"/>
                </a:moveTo>
                <a:cubicBezTo>
                  <a:pt x="977076" y="334805"/>
                  <a:pt x="982233" y="336605"/>
                  <a:pt x="986213" y="340066"/>
                </a:cubicBezTo>
                <a:cubicBezTo>
                  <a:pt x="989976" y="343625"/>
                  <a:pt x="992169" y="348533"/>
                  <a:pt x="992311" y="353710"/>
                </a:cubicBezTo>
                <a:lnTo>
                  <a:pt x="981182" y="353710"/>
                </a:lnTo>
                <a:cubicBezTo>
                  <a:pt x="981097" y="351173"/>
                  <a:pt x="979899" y="348802"/>
                  <a:pt x="977904" y="347231"/>
                </a:cubicBezTo>
                <a:cubicBezTo>
                  <a:pt x="975706" y="345600"/>
                  <a:pt x="973018" y="344767"/>
                  <a:pt x="970282" y="344869"/>
                </a:cubicBezTo>
                <a:cubicBezTo>
                  <a:pt x="967952" y="344705"/>
                  <a:pt x="965644" y="345411"/>
                  <a:pt x="963804" y="346850"/>
                </a:cubicBezTo>
                <a:cubicBezTo>
                  <a:pt x="962187" y="348232"/>
                  <a:pt x="961313" y="350292"/>
                  <a:pt x="961441" y="352414"/>
                </a:cubicBezTo>
                <a:cubicBezTo>
                  <a:pt x="961437" y="354091"/>
                  <a:pt x="962381" y="355626"/>
                  <a:pt x="963880" y="356377"/>
                </a:cubicBezTo>
                <a:cubicBezTo>
                  <a:pt x="967188" y="357891"/>
                  <a:pt x="970670" y="358992"/>
                  <a:pt x="974246" y="359655"/>
                </a:cubicBezTo>
                <a:cubicBezTo>
                  <a:pt x="979755" y="360623"/>
                  <a:pt x="984970" y="362840"/>
                  <a:pt x="989490" y="366134"/>
                </a:cubicBezTo>
                <a:cubicBezTo>
                  <a:pt x="992317" y="369297"/>
                  <a:pt x="993698" y="373496"/>
                  <a:pt x="993301" y="377719"/>
                </a:cubicBezTo>
                <a:cubicBezTo>
                  <a:pt x="993570" y="382677"/>
                  <a:pt x="991409" y="387454"/>
                  <a:pt x="987508" y="390524"/>
                </a:cubicBezTo>
                <a:cubicBezTo>
                  <a:pt x="982953" y="393876"/>
                  <a:pt x="977378" y="395546"/>
                  <a:pt x="971731" y="395250"/>
                </a:cubicBezTo>
                <a:cubicBezTo>
                  <a:pt x="966202" y="395514"/>
                  <a:pt x="960772" y="393721"/>
                  <a:pt x="956486" y="390219"/>
                </a:cubicBezTo>
                <a:cubicBezTo>
                  <a:pt x="952601" y="386502"/>
                  <a:pt x="950422" y="381344"/>
                  <a:pt x="950465" y="375966"/>
                </a:cubicBezTo>
                <a:lnTo>
                  <a:pt x="961060" y="375967"/>
                </a:lnTo>
                <a:cubicBezTo>
                  <a:pt x="961004" y="378637"/>
                  <a:pt x="962117" y="381199"/>
                  <a:pt x="964109" y="382979"/>
                </a:cubicBezTo>
                <a:cubicBezTo>
                  <a:pt x="966297" y="384637"/>
                  <a:pt x="968986" y="385497"/>
                  <a:pt x="971731" y="385418"/>
                </a:cubicBezTo>
                <a:cubicBezTo>
                  <a:pt x="974590" y="385570"/>
                  <a:pt x="977437" y="384937"/>
                  <a:pt x="979963" y="383589"/>
                </a:cubicBezTo>
                <a:cubicBezTo>
                  <a:pt x="981801" y="382545"/>
                  <a:pt x="982936" y="380595"/>
                  <a:pt x="982935" y="378482"/>
                </a:cubicBezTo>
                <a:cubicBezTo>
                  <a:pt x="983059" y="376627"/>
                  <a:pt x="982260" y="374831"/>
                  <a:pt x="980801" y="373680"/>
                </a:cubicBezTo>
                <a:cubicBezTo>
                  <a:pt x="978022" y="372150"/>
                  <a:pt x="975008" y="371094"/>
                  <a:pt x="971883" y="370555"/>
                </a:cubicBezTo>
                <a:cubicBezTo>
                  <a:pt x="965927" y="369542"/>
                  <a:pt x="960244" y="367310"/>
                  <a:pt x="955191" y="363999"/>
                </a:cubicBezTo>
                <a:cubicBezTo>
                  <a:pt x="952221" y="361184"/>
                  <a:pt x="950681" y="357179"/>
                  <a:pt x="950998" y="353100"/>
                </a:cubicBezTo>
                <a:cubicBezTo>
                  <a:pt x="950746" y="348086"/>
                  <a:pt x="952794" y="343231"/>
                  <a:pt x="956562" y="339914"/>
                </a:cubicBezTo>
                <a:cubicBezTo>
                  <a:pt x="960834" y="336400"/>
                  <a:pt x="966289" y="334655"/>
                  <a:pt x="971807" y="335035"/>
                </a:cubicBezTo>
                <a:close/>
                <a:moveTo>
                  <a:pt x="811658" y="334826"/>
                </a:moveTo>
                <a:cubicBezTo>
                  <a:pt x="817858" y="334281"/>
                  <a:pt x="824252" y="335940"/>
                  <a:pt x="829579" y="339914"/>
                </a:cubicBezTo>
                <a:cubicBezTo>
                  <a:pt x="833774" y="343430"/>
                  <a:pt x="836382" y="348482"/>
                  <a:pt x="836820" y="353938"/>
                </a:cubicBezTo>
                <a:lnTo>
                  <a:pt x="825844" y="353938"/>
                </a:lnTo>
                <a:cubicBezTo>
                  <a:pt x="825533" y="351342"/>
                  <a:pt x="824152" y="348993"/>
                  <a:pt x="822033" y="347460"/>
                </a:cubicBezTo>
                <a:cubicBezTo>
                  <a:pt x="819920" y="345624"/>
                  <a:pt x="817210" y="344621"/>
                  <a:pt x="814411" y="344639"/>
                </a:cubicBezTo>
                <a:cubicBezTo>
                  <a:pt x="810026" y="344466"/>
                  <a:pt x="805836" y="346461"/>
                  <a:pt x="803207" y="349975"/>
                </a:cubicBezTo>
                <a:cubicBezTo>
                  <a:pt x="800230" y="354478"/>
                  <a:pt x="798811" y="359833"/>
                  <a:pt x="799167" y="365219"/>
                </a:cubicBezTo>
                <a:cubicBezTo>
                  <a:pt x="798811" y="370440"/>
                  <a:pt x="800176" y="375634"/>
                  <a:pt x="803054" y="380005"/>
                </a:cubicBezTo>
                <a:cubicBezTo>
                  <a:pt x="805789" y="383447"/>
                  <a:pt x="810022" y="385351"/>
                  <a:pt x="814411" y="385112"/>
                </a:cubicBezTo>
                <a:cubicBezTo>
                  <a:pt x="818429" y="385226"/>
                  <a:pt x="822203" y="383193"/>
                  <a:pt x="824320" y="379777"/>
                </a:cubicBezTo>
                <a:cubicBezTo>
                  <a:pt x="825692" y="377629"/>
                  <a:pt x="826672" y="375255"/>
                  <a:pt x="827216" y="372765"/>
                </a:cubicBezTo>
                <a:lnTo>
                  <a:pt x="814868" y="372765"/>
                </a:lnTo>
                <a:lnTo>
                  <a:pt x="814868" y="362932"/>
                </a:lnTo>
                <a:lnTo>
                  <a:pt x="837125" y="362932"/>
                </a:lnTo>
                <a:lnTo>
                  <a:pt x="837125" y="393420"/>
                </a:lnTo>
                <a:lnTo>
                  <a:pt x="829503" y="393420"/>
                </a:lnTo>
                <a:lnTo>
                  <a:pt x="828435" y="385798"/>
                </a:lnTo>
                <a:lnTo>
                  <a:pt x="827826" y="386713"/>
                </a:lnTo>
                <a:lnTo>
                  <a:pt x="812669" y="394746"/>
                </a:lnTo>
                <a:lnTo>
                  <a:pt x="794898" y="386865"/>
                </a:lnTo>
                <a:cubicBezTo>
                  <a:pt x="785756" y="373659"/>
                  <a:pt x="785756" y="356169"/>
                  <a:pt x="794898" y="342963"/>
                </a:cubicBezTo>
                <a:cubicBezTo>
                  <a:pt x="799451" y="338120"/>
                  <a:pt x="805457" y="335371"/>
                  <a:pt x="811658" y="334826"/>
                </a:cubicBezTo>
                <a:close/>
                <a:moveTo>
                  <a:pt x="359053" y="334698"/>
                </a:moveTo>
                <a:lnTo>
                  <a:pt x="357676" y="336250"/>
                </a:lnTo>
                <a:lnTo>
                  <a:pt x="356277" y="337780"/>
                </a:lnTo>
                <a:lnTo>
                  <a:pt x="362289" y="343202"/>
                </a:lnTo>
                <a:lnTo>
                  <a:pt x="357107" y="348974"/>
                </a:lnTo>
                <a:lnTo>
                  <a:pt x="351095" y="343552"/>
                </a:lnTo>
                <a:lnTo>
                  <a:pt x="349696" y="345104"/>
                </a:lnTo>
                <a:lnTo>
                  <a:pt x="348318" y="346635"/>
                </a:lnTo>
                <a:lnTo>
                  <a:pt x="364322" y="361130"/>
                </a:lnTo>
                <a:lnTo>
                  <a:pt x="365699" y="359578"/>
                </a:lnTo>
                <a:lnTo>
                  <a:pt x="367099" y="358047"/>
                </a:lnTo>
                <a:lnTo>
                  <a:pt x="359818" y="351488"/>
                </a:lnTo>
                <a:lnTo>
                  <a:pt x="365022" y="345717"/>
                </a:lnTo>
                <a:lnTo>
                  <a:pt x="372280" y="352275"/>
                </a:lnTo>
                <a:lnTo>
                  <a:pt x="373679" y="350723"/>
                </a:lnTo>
                <a:lnTo>
                  <a:pt x="375100" y="349149"/>
                </a:lnTo>
                <a:close/>
                <a:moveTo>
                  <a:pt x="221602" y="323897"/>
                </a:moveTo>
                <a:cubicBezTo>
                  <a:pt x="222081" y="324608"/>
                  <a:pt x="222614" y="325281"/>
                  <a:pt x="223198" y="325909"/>
                </a:cubicBezTo>
                <a:cubicBezTo>
                  <a:pt x="223876" y="326586"/>
                  <a:pt x="224882" y="327199"/>
                  <a:pt x="224947" y="327592"/>
                </a:cubicBezTo>
                <a:cubicBezTo>
                  <a:pt x="225013" y="327986"/>
                  <a:pt x="224466" y="328117"/>
                  <a:pt x="224466" y="328117"/>
                </a:cubicBezTo>
                <a:lnTo>
                  <a:pt x="224466" y="341584"/>
                </a:lnTo>
                <a:cubicBezTo>
                  <a:pt x="224466" y="341584"/>
                  <a:pt x="229582" y="341497"/>
                  <a:pt x="231244" y="342765"/>
                </a:cubicBezTo>
                <a:cubicBezTo>
                  <a:pt x="232905" y="344033"/>
                  <a:pt x="235769" y="345104"/>
                  <a:pt x="236513" y="345979"/>
                </a:cubicBezTo>
                <a:cubicBezTo>
                  <a:pt x="237256" y="346853"/>
                  <a:pt x="240360" y="347050"/>
                  <a:pt x="241629" y="347400"/>
                </a:cubicBezTo>
                <a:cubicBezTo>
                  <a:pt x="242897" y="347750"/>
                  <a:pt x="243509" y="349389"/>
                  <a:pt x="244230" y="349936"/>
                </a:cubicBezTo>
                <a:cubicBezTo>
                  <a:pt x="244952" y="350482"/>
                  <a:pt x="246067" y="349870"/>
                  <a:pt x="247138" y="350198"/>
                </a:cubicBezTo>
                <a:cubicBezTo>
                  <a:pt x="248209" y="350526"/>
                  <a:pt x="250024" y="352669"/>
                  <a:pt x="251204" y="353237"/>
                </a:cubicBezTo>
                <a:cubicBezTo>
                  <a:pt x="252385" y="353806"/>
                  <a:pt x="253828" y="353915"/>
                  <a:pt x="254353" y="355183"/>
                </a:cubicBezTo>
                <a:cubicBezTo>
                  <a:pt x="254877" y="356451"/>
                  <a:pt x="254571" y="357151"/>
                  <a:pt x="255927" y="357151"/>
                </a:cubicBezTo>
                <a:cubicBezTo>
                  <a:pt x="257029" y="357105"/>
                  <a:pt x="258096" y="357533"/>
                  <a:pt x="258856" y="358331"/>
                </a:cubicBezTo>
                <a:cubicBezTo>
                  <a:pt x="259316" y="358725"/>
                  <a:pt x="260802" y="358244"/>
                  <a:pt x="262180" y="358725"/>
                </a:cubicBezTo>
                <a:cubicBezTo>
                  <a:pt x="262879" y="358921"/>
                  <a:pt x="265153" y="360080"/>
                  <a:pt x="266552" y="360474"/>
                </a:cubicBezTo>
                <a:cubicBezTo>
                  <a:pt x="268771" y="361429"/>
                  <a:pt x="270890" y="362610"/>
                  <a:pt x="272870" y="363994"/>
                </a:cubicBezTo>
                <a:cubicBezTo>
                  <a:pt x="277018" y="364278"/>
                  <a:pt x="281126" y="364973"/>
                  <a:pt x="285135" y="366071"/>
                </a:cubicBezTo>
                <a:lnTo>
                  <a:pt x="159752" y="366202"/>
                </a:lnTo>
                <a:cubicBezTo>
                  <a:pt x="159752" y="366202"/>
                  <a:pt x="163797" y="365393"/>
                  <a:pt x="174728" y="364453"/>
                </a:cubicBezTo>
                <a:cubicBezTo>
                  <a:pt x="176655" y="362850"/>
                  <a:pt x="178887" y="361652"/>
                  <a:pt x="181287" y="360933"/>
                </a:cubicBezTo>
                <a:cubicBezTo>
                  <a:pt x="182074" y="360867"/>
                  <a:pt x="184501" y="358069"/>
                  <a:pt x="184807" y="357610"/>
                </a:cubicBezTo>
                <a:cubicBezTo>
                  <a:pt x="185113" y="357151"/>
                  <a:pt x="187737" y="357500"/>
                  <a:pt x="188327" y="355839"/>
                </a:cubicBezTo>
                <a:cubicBezTo>
                  <a:pt x="188917" y="354177"/>
                  <a:pt x="190557" y="354396"/>
                  <a:pt x="191475" y="354068"/>
                </a:cubicBezTo>
                <a:cubicBezTo>
                  <a:pt x="192393" y="353740"/>
                  <a:pt x="192525" y="351423"/>
                  <a:pt x="194208" y="350548"/>
                </a:cubicBezTo>
                <a:cubicBezTo>
                  <a:pt x="194973" y="350154"/>
                  <a:pt x="196919" y="349520"/>
                  <a:pt x="198318" y="348974"/>
                </a:cubicBezTo>
                <a:cubicBezTo>
                  <a:pt x="199718" y="348427"/>
                  <a:pt x="201204" y="346394"/>
                  <a:pt x="202232" y="346241"/>
                </a:cubicBezTo>
                <a:cubicBezTo>
                  <a:pt x="204009" y="346154"/>
                  <a:pt x="205747" y="345684"/>
                  <a:pt x="207326" y="344864"/>
                </a:cubicBezTo>
                <a:cubicBezTo>
                  <a:pt x="208812" y="343858"/>
                  <a:pt x="210540" y="342874"/>
                  <a:pt x="211830" y="342131"/>
                </a:cubicBezTo>
                <a:cubicBezTo>
                  <a:pt x="213119" y="341388"/>
                  <a:pt x="218979" y="341781"/>
                  <a:pt x="218979" y="341781"/>
                </a:cubicBezTo>
                <a:lnTo>
                  <a:pt x="218979" y="328401"/>
                </a:lnTo>
                <a:lnTo>
                  <a:pt x="218323" y="327789"/>
                </a:lnTo>
                <a:cubicBezTo>
                  <a:pt x="218039" y="327527"/>
                  <a:pt x="219241" y="326718"/>
                  <a:pt x="220050" y="325909"/>
                </a:cubicBezTo>
                <a:cubicBezTo>
                  <a:pt x="220636" y="325294"/>
                  <a:pt x="221156" y="324621"/>
                  <a:pt x="221602" y="323897"/>
                </a:cubicBezTo>
                <a:close/>
                <a:moveTo>
                  <a:pt x="372258" y="316639"/>
                </a:moveTo>
                <a:lnTo>
                  <a:pt x="371143" y="318235"/>
                </a:lnTo>
                <a:lnTo>
                  <a:pt x="370028" y="319831"/>
                </a:lnTo>
                <a:lnTo>
                  <a:pt x="382446" y="328576"/>
                </a:lnTo>
                <a:lnTo>
                  <a:pt x="365459" y="326390"/>
                </a:lnTo>
                <a:lnTo>
                  <a:pt x="364213" y="328183"/>
                </a:lnTo>
                <a:lnTo>
                  <a:pt x="362967" y="329954"/>
                </a:lnTo>
                <a:lnTo>
                  <a:pt x="380654" y="342350"/>
                </a:lnTo>
                <a:lnTo>
                  <a:pt x="381769" y="340754"/>
                </a:lnTo>
                <a:lnTo>
                  <a:pt x="382862" y="339158"/>
                </a:lnTo>
                <a:lnTo>
                  <a:pt x="370116" y="330238"/>
                </a:lnTo>
                <a:lnTo>
                  <a:pt x="387606" y="332424"/>
                </a:lnTo>
                <a:lnTo>
                  <a:pt x="388808" y="330719"/>
                </a:lnTo>
                <a:lnTo>
                  <a:pt x="389945" y="329035"/>
                </a:lnTo>
                <a:close/>
                <a:moveTo>
                  <a:pt x="67207" y="314737"/>
                </a:moveTo>
                <a:cubicBezTo>
                  <a:pt x="61126" y="314503"/>
                  <a:pt x="55543" y="318080"/>
                  <a:pt x="53214" y="323701"/>
                </a:cubicBezTo>
                <a:cubicBezTo>
                  <a:pt x="52447" y="326224"/>
                  <a:pt x="52891" y="328961"/>
                  <a:pt x="54417" y="331112"/>
                </a:cubicBezTo>
                <a:cubicBezTo>
                  <a:pt x="55626" y="333062"/>
                  <a:pt x="57764" y="334239"/>
                  <a:pt x="60057" y="334217"/>
                </a:cubicBezTo>
                <a:lnTo>
                  <a:pt x="60473" y="334217"/>
                </a:lnTo>
                <a:lnTo>
                  <a:pt x="58286" y="336075"/>
                </a:lnTo>
                <a:lnTo>
                  <a:pt x="59795" y="338414"/>
                </a:lnTo>
                <a:lnTo>
                  <a:pt x="69568" y="332074"/>
                </a:lnTo>
                <a:lnTo>
                  <a:pt x="65042" y="325078"/>
                </a:lnTo>
                <a:lnTo>
                  <a:pt x="61916" y="327111"/>
                </a:lnTo>
                <a:lnTo>
                  <a:pt x="64342" y="331112"/>
                </a:lnTo>
                <a:cubicBezTo>
                  <a:pt x="63444" y="331464"/>
                  <a:pt x="62488" y="331650"/>
                  <a:pt x="61522" y="331659"/>
                </a:cubicBezTo>
                <a:cubicBezTo>
                  <a:pt x="60011" y="331661"/>
                  <a:pt x="58606" y="330885"/>
                  <a:pt x="57805" y="329604"/>
                </a:cubicBezTo>
                <a:cubicBezTo>
                  <a:pt x="56811" y="328266"/>
                  <a:pt x="56542" y="326523"/>
                  <a:pt x="57084" y="324947"/>
                </a:cubicBezTo>
                <a:cubicBezTo>
                  <a:pt x="57878" y="323137"/>
                  <a:pt x="59246" y="321639"/>
                  <a:pt x="60976" y="320684"/>
                </a:cubicBezTo>
                <a:cubicBezTo>
                  <a:pt x="62585" y="319501"/>
                  <a:pt x="64533" y="318871"/>
                  <a:pt x="66529" y="318891"/>
                </a:cubicBezTo>
                <a:cubicBezTo>
                  <a:pt x="68197" y="318974"/>
                  <a:pt x="69710" y="319897"/>
                  <a:pt x="70552" y="321340"/>
                </a:cubicBezTo>
                <a:cubicBezTo>
                  <a:pt x="71120" y="322221"/>
                  <a:pt x="71352" y="323274"/>
                  <a:pt x="71207" y="324313"/>
                </a:cubicBezTo>
                <a:cubicBezTo>
                  <a:pt x="71148" y="325308"/>
                  <a:pt x="70691" y="326237"/>
                  <a:pt x="69939" y="326893"/>
                </a:cubicBezTo>
                <a:lnTo>
                  <a:pt x="72388" y="330369"/>
                </a:lnTo>
                <a:cubicBezTo>
                  <a:pt x="74017" y="329094"/>
                  <a:pt x="75084" y="327236"/>
                  <a:pt x="75361" y="325187"/>
                </a:cubicBezTo>
                <a:cubicBezTo>
                  <a:pt x="75576" y="323036"/>
                  <a:pt x="75009" y="320878"/>
                  <a:pt x="73765" y="319110"/>
                </a:cubicBezTo>
                <a:cubicBezTo>
                  <a:pt x="72381" y="316707"/>
                  <a:pt x="69955" y="315091"/>
                  <a:pt x="67207" y="314737"/>
                </a:cubicBezTo>
                <a:close/>
                <a:moveTo>
                  <a:pt x="386098" y="302166"/>
                </a:moveTo>
                <a:cubicBezTo>
                  <a:pt x="388068" y="302044"/>
                  <a:pt x="390027" y="302525"/>
                  <a:pt x="391717" y="303543"/>
                </a:cubicBezTo>
                <a:cubicBezTo>
                  <a:pt x="393534" y="304298"/>
                  <a:pt x="395060" y="305616"/>
                  <a:pt x="396067" y="307304"/>
                </a:cubicBezTo>
                <a:cubicBezTo>
                  <a:pt x="396251" y="307706"/>
                  <a:pt x="396382" y="308132"/>
                  <a:pt x="396454" y="308567"/>
                </a:cubicBezTo>
                <a:cubicBezTo>
                  <a:pt x="396905" y="311285"/>
                  <a:pt x="395066" y="313849"/>
                  <a:pt x="392351" y="314300"/>
                </a:cubicBezTo>
                <a:cubicBezTo>
                  <a:pt x="390416" y="314448"/>
                  <a:pt x="388481" y="313989"/>
                  <a:pt x="386819" y="312988"/>
                </a:cubicBezTo>
                <a:cubicBezTo>
                  <a:pt x="384994" y="312175"/>
                  <a:pt x="383468" y="310815"/>
                  <a:pt x="382447" y="309096"/>
                </a:cubicBezTo>
                <a:cubicBezTo>
                  <a:pt x="381704" y="307734"/>
                  <a:pt x="381704" y="306086"/>
                  <a:pt x="382447" y="304724"/>
                </a:cubicBezTo>
                <a:cubicBezTo>
                  <a:pt x="383144" y="303301"/>
                  <a:pt x="384522" y="302334"/>
                  <a:pt x="386098" y="302166"/>
                </a:cubicBezTo>
                <a:close/>
                <a:moveTo>
                  <a:pt x="385136" y="298274"/>
                </a:moveTo>
                <a:cubicBezTo>
                  <a:pt x="384814" y="298353"/>
                  <a:pt x="384497" y="298451"/>
                  <a:pt x="384187" y="298563"/>
                </a:cubicBezTo>
                <a:cubicBezTo>
                  <a:pt x="379318" y="300334"/>
                  <a:pt x="376806" y="305714"/>
                  <a:pt x="378577" y="310583"/>
                </a:cubicBezTo>
                <a:cubicBezTo>
                  <a:pt x="379842" y="313318"/>
                  <a:pt x="382033" y="315518"/>
                  <a:pt x="384764" y="316792"/>
                </a:cubicBezTo>
                <a:cubicBezTo>
                  <a:pt x="387309" y="318320"/>
                  <a:pt x="390321" y="318880"/>
                  <a:pt x="393247" y="318366"/>
                </a:cubicBezTo>
                <a:cubicBezTo>
                  <a:pt x="395850" y="317807"/>
                  <a:pt x="398048" y="316071"/>
                  <a:pt x="399193" y="313666"/>
                </a:cubicBezTo>
                <a:lnTo>
                  <a:pt x="399150" y="313622"/>
                </a:lnTo>
                <a:cubicBezTo>
                  <a:pt x="400501" y="311337"/>
                  <a:pt x="400743" y="308563"/>
                  <a:pt x="399805" y="306079"/>
                </a:cubicBezTo>
                <a:cubicBezTo>
                  <a:pt x="398596" y="303366"/>
                  <a:pt x="396445" y="301182"/>
                  <a:pt x="393749" y="299936"/>
                </a:cubicBezTo>
                <a:cubicBezTo>
                  <a:pt x="391167" y="298373"/>
                  <a:pt x="388113" y="297785"/>
                  <a:pt x="385136" y="298274"/>
                </a:cubicBezTo>
                <a:close/>
                <a:moveTo>
                  <a:pt x="58330" y="291431"/>
                </a:moveTo>
                <a:lnTo>
                  <a:pt x="38763" y="300570"/>
                </a:lnTo>
                <a:lnTo>
                  <a:pt x="39572" y="302319"/>
                </a:lnTo>
                <a:lnTo>
                  <a:pt x="40403" y="304068"/>
                </a:lnTo>
                <a:lnTo>
                  <a:pt x="54504" y="297509"/>
                </a:lnTo>
                <a:lnTo>
                  <a:pt x="43857" y="311523"/>
                </a:lnTo>
                <a:lnTo>
                  <a:pt x="44732" y="313382"/>
                </a:lnTo>
                <a:lnTo>
                  <a:pt x="45606" y="315218"/>
                </a:lnTo>
                <a:lnTo>
                  <a:pt x="65173" y="306101"/>
                </a:lnTo>
                <a:lnTo>
                  <a:pt x="64342" y="304330"/>
                </a:lnTo>
                <a:lnTo>
                  <a:pt x="63534" y="302581"/>
                </a:lnTo>
                <a:lnTo>
                  <a:pt x="49804" y="308987"/>
                </a:lnTo>
                <a:lnTo>
                  <a:pt x="60167" y="295388"/>
                </a:lnTo>
                <a:lnTo>
                  <a:pt x="59248" y="293421"/>
                </a:lnTo>
                <a:close/>
                <a:moveTo>
                  <a:pt x="407545" y="282577"/>
                </a:moveTo>
                <a:lnTo>
                  <a:pt x="404003" y="291803"/>
                </a:lnTo>
                <a:lnTo>
                  <a:pt x="387431" y="285441"/>
                </a:lnTo>
                <a:lnTo>
                  <a:pt x="386688" y="287387"/>
                </a:lnTo>
                <a:lnTo>
                  <a:pt x="385944" y="289311"/>
                </a:lnTo>
                <a:lnTo>
                  <a:pt x="406146" y="297072"/>
                </a:lnTo>
                <a:lnTo>
                  <a:pt x="411130" y="283954"/>
                </a:lnTo>
                <a:lnTo>
                  <a:pt x="409338" y="283277"/>
                </a:lnTo>
                <a:close/>
                <a:moveTo>
                  <a:pt x="54526" y="281834"/>
                </a:moveTo>
                <a:lnTo>
                  <a:pt x="34369" y="289573"/>
                </a:lnTo>
                <a:lnTo>
                  <a:pt x="35112" y="291519"/>
                </a:lnTo>
                <a:lnTo>
                  <a:pt x="35855" y="293443"/>
                </a:lnTo>
                <a:lnTo>
                  <a:pt x="56013" y="285703"/>
                </a:lnTo>
                <a:lnTo>
                  <a:pt x="55269" y="283779"/>
                </a:lnTo>
                <a:close/>
                <a:moveTo>
                  <a:pt x="36052" y="267120"/>
                </a:moveTo>
                <a:lnTo>
                  <a:pt x="34806" y="267448"/>
                </a:lnTo>
                <a:cubicBezTo>
                  <a:pt x="32786" y="267761"/>
                  <a:pt x="30949" y="268803"/>
                  <a:pt x="29646" y="270377"/>
                </a:cubicBezTo>
                <a:cubicBezTo>
                  <a:pt x="28704" y="271965"/>
                  <a:pt x="28520" y="273889"/>
                  <a:pt x="29143" y="275625"/>
                </a:cubicBezTo>
                <a:cubicBezTo>
                  <a:pt x="29476" y="277354"/>
                  <a:pt x="30514" y="278867"/>
                  <a:pt x="32007" y="279800"/>
                </a:cubicBezTo>
                <a:lnTo>
                  <a:pt x="32007" y="279757"/>
                </a:lnTo>
                <a:cubicBezTo>
                  <a:pt x="33634" y="280561"/>
                  <a:pt x="35514" y="280688"/>
                  <a:pt x="37233" y="280106"/>
                </a:cubicBezTo>
                <a:lnTo>
                  <a:pt x="52230" y="276084"/>
                </a:lnTo>
                <a:lnTo>
                  <a:pt x="51684" y="274072"/>
                </a:lnTo>
                <a:lnTo>
                  <a:pt x="51159" y="272083"/>
                </a:lnTo>
                <a:lnTo>
                  <a:pt x="36161" y="276106"/>
                </a:lnTo>
                <a:cubicBezTo>
                  <a:pt x="35400" y="276346"/>
                  <a:pt x="34583" y="276346"/>
                  <a:pt x="33822" y="276106"/>
                </a:cubicBezTo>
                <a:cubicBezTo>
                  <a:pt x="33745" y="276060"/>
                  <a:pt x="33671" y="276007"/>
                  <a:pt x="33599" y="275953"/>
                </a:cubicBezTo>
                <a:cubicBezTo>
                  <a:pt x="32526" y="275130"/>
                  <a:pt x="32322" y="273594"/>
                  <a:pt x="33144" y="272520"/>
                </a:cubicBezTo>
                <a:cubicBezTo>
                  <a:pt x="33901" y="271862"/>
                  <a:pt x="34823" y="271425"/>
                  <a:pt x="35811" y="271252"/>
                </a:cubicBezTo>
                <a:lnTo>
                  <a:pt x="37058" y="270924"/>
                </a:lnTo>
                <a:close/>
                <a:moveTo>
                  <a:pt x="850235" y="262626"/>
                </a:moveTo>
                <a:lnTo>
                  <a:pt x="850158" y="262779"/>
                </a:lnTo>
                <a:lnTo>
                  <a:pt x="850171" y="262697"/>
                </a:lnTo>
                <a:close/>
                <a:moveTo>
                  <a:pt x="400702" y="260168"/>
                </a:moveTo>
                <a:cubicBezTo>
                  <a:pt x="402589" y="259582"/>
                  <a:pt x="404609" y="259582"/>
                  <a:pt x="406496" y="260168"/>
                </a:cubicBezTo>
                <a:cubicBezTo>
                  <a:pt x="408404" y="260531"/>
                  <a:pt x="410147" y="261488"/>
                  <a:pt x="411480" y="262901"/>
                </a:cubicBezTo>
                <a:cubicBezTo>
                  <a:pt x="411756" y="263246"/>
                  <a:pt x="411985" y="263629"/>
                  <a:pt x="412163" y="264035"/>
                </a:cubicBezTo>
                <a:cubicBezTo>
                  <a:pt x="413260" y="266571"/>
                  <a:pt x="412095" y="269521"/>
                  <a:pt x="409557" y="270618"/>
                </a:cubicBezTo>
                <a:cubicBezTo>
                  <a:pt x="407707" y="271206"/>
                  <a:pt x="405722" y="271206"/>
                  <a:pt x="403872" y="270618"/>
                </a:cubicBezTo>
                <a:cubicBezTo>
                  <a:pt x="401931" y="270249"/>
                  <a:pt x="400151" y="269287"/>
                  <a:pt x="398778" y="267863"/>
                </a:cubicBezTo>
                <a:cubicBezTo>
                  <a:pt x="398444" y="267466"/>
                  <a:pt x="398175" y="267020"/>
                  <a:pt x="397982" y="266536"/>
                </a:cubicBezTo>
                <a:cubicBezTo>
                  <a:pt x="396974" y="264027"/>
                  <a:pt x="398192" y="261176"/>
                  <a:pt x="400702" y="260168"/>
                </a:cubicBezTo>
                <a:close/>
                <a:moveTo>
                  <a:pt x="407457" y="256145"/>
                </a:moveTo>
                <a:cubicBezTo>
                  <a:pt x="404578" y="255259"/>
                  <a:pt x="401478" y="255430"/>
                  <a:pt x="398712" y="256626"/>
                </a:cubicBezTo>
                <a:cubicBezTo>
                  <a:pt x="398417" y="256783"/>
                  <a:pt x="398129" y="256956"/>
                  <a:pt x="397851" y="257144"/>
                </a:cubicBezTo>
                <a:cubicBezTo>
                  <a:pt x="393570" y="260039"/>
                  <a:pt x="392449" y="265856"/>
                  <a:pt x="395345" y="270137"/>
                </a:cubicBezTo>
                <a:cubicBezTo>
                  <a:pt x="397243" y="272485"/>
                  <a:pt x="399906" y="274094"/>
                  <a:pt x="402866" y="274684"/>
                </a:cubicBezTo>
                <a:cubicBezTo>
                  <a:pt x="405708" y="275550"/>
                  <a:pt x="408765" y="275364"/>
                  <a:pt x="411480" y="274160"/>
                </a:cubicBezTo>
                <a:cubicBezTo>
                  <a:pt x="413852" y="272962"/>
                  <a:pt x="415549" y="270749"/>
                  <a:pt x="416093" y="268148"/>
                </a:cubicBezTo>
                <a:cubicBezTo>
                  <a:pt x="416856" y="265587"/>
                  <a:pt x="416388" y="262815"/>
                  <a:pt x="414825" y="260649"/>
                </a:cubicBezTo>
                <a:cubicBezTo>
                  <a:pt x="412995" y="258305"/>
                  <a:pt x="410378" y="256702"/>
                  <a:pt x="407457" y="256145"/>
                </a:cubicBezTo>
                <a:close/>
                <a:moveTo>
                  <a:pt x="47071" y="254724"/>
                </a:moveTo>
                <a:lnTo>
                  <a:pt x="25886" y="258856"/>
                </a:lnTo>
                <a:lnTo>
                  <a:pt x="26279" y="260889"/>
                </a:lnTo>
                <a:lnTo>
                  <a:pt x="26673" y="262922"/>
                </a:lnTo>
                <a:lnTo>
                  <a:pt x="47858" y="258812"/>
                </a:lnTo>
                <a:lnTo>
                  <a:pt x="47464" y="256757"/>
                </a:lnTo>
                <a:close/>
                <a:moveTo>
                  <a:pt x="93070" y="254505"/>
                </a:moveTo>
                <a:cubicBezTo>
                  <a:pt x="101175" y="256488"/>
                  <a:pt x="109432" y="257798"/>
                  <a:pt x="117753" y="258419"/>
                </a:cubicBezTo>
                <a:cubicBezTo>
                  <a:pt x="133713" y="259053"/>
                  <a:pt x="156319" y="257697"/>
                  <a:pt x="177002" y="257938"/>
                </a:cubicBezTo>
                <a:cubicBezTo>
                  <a:pt x="180303" y="258550"/>
                  <a:pt x="183276" y="259053"/>
                  <a:pt x="185594" y="259337"/>
                </a:cubicBezTo>
                <a:cubicBezTo>
                  <a:pt x="191147" y="260102"/>
                  <a:pt x="200395" y="261086"/>
                  <a:pt x="204461" y="261523"/>
                </a:cubicBezTo>
                <a:lnTo>
                  <a:pt x="198668" y="284938"/>
                </a:lnTo>
                <a:lnTo>
                  <a:pt x="221864" y="288874"/>
                </a:lnTo>
                <a:lnTo>
                  <a:pt x="245039" y="284938"/>
                </a:lnTo>
                <a:lnTo>
                  <a:pt x="239245" y="261545"/>
                </a:lnTo>
                <a:cubicBezTo>
                  <a:pt x="243311" y="261064"/>
                  <a:pt x="252560" y="260080"/>
                  <a:pt x="258113" y="259359"/>
                </a:cubicBezTo>
                <a:cubicBezTo>
                  <a:pt x="260430" y="259075"/>
                  <a:pt x="263403" y="258572"/>
                  <a:pt x="266727" y="257960"/>
                </a:cubicBezTo>
                <a:cubicBezTo>
                  <a:pt x="287409" y="257719"/>
                  <a:pt x="309993" y="259075"/>
                  <a:pt x="325975" y="258441"/>
                </a:cubicBezTo>
                <a:lnTo>
                  <a:pt x="326062" y="258419"/>
                </a:lnTo>
                <a:cubicBezTo>
                  <a:pt x="334377" y="257796"/>
                  <a:pt x="342626" y="256488"/>
                  <a:pt x="350723" y="254505"/>
                </a:cubicBezTo>
                <a:cubicBezTo>
                  <a:pt x="350723" y="254505"/>
                  <a:pt x="343487" y="266136"/>
                  <a:pt x="335201" y="271821"/>
                </a:cubicBezTo>
                <a:cubicBezTo>
                  <a:pt x="303277" y="281049"/>
                  <a:pt x="270509" y="287055"/>
                  <a:pt x="237387" y="289748"/>
                </a:cubicBezTo>
                <a:lnTo>
                  <a:pt x="243661" y="314847"/>
                </a:lnTo>
                <a:lnTo>
                  <a:pt x="221799" y="319569"/>
                </a:lnTo>
                <a:lnTo>
                  <a:pt x="199936" y="314847"/>
                </a:lnTo>
                <a:lnTo>
                  <a:pt x="206210" y="289748"/>
                </a:lnTo>
                <a:cubicBezTo>
                  <a:pt x="173154" y="287042"/>
                  <a:pt x="140454" y="281036"/>
                  <a:pt x="108593" y="271821"/>
                </a:cubicBezTo>
                <a:cubicBezTo>
                  <a:pt x="100307" y="266136"/>
                  <a:pt x="93070" y="254505"/>
                  <a:pt x="93070" y="254505"/>
                </a:cubicBezTo>
                <a:close/>
                <a:moveTo>
                  <a:pt x="823481" y="242428"/>
                </a:moveTo>
                <a:cubicBezTo>
                  <a:pt x="828893" y="242428"/>
                  <a:pt x="829198" y="251956"/>
                  <a:pt x="831103" y="251956"/>
                </a:cubicBezTo>
                <a:cubicBezTo>
                  <a:pt x="833885" y="251731"/>
                  <a:pt x="836613" y="251062"/>
                  <a:pt x="839183" y="249974"/>
                </a:cubicBezTo>
                <a:cubicBezTo>
                  <a:pt x="842305" y="249789"/>
                  <a:pt x="845435" y="249789"/>
                  <a:pt x="848558" y="249974"/>
                </a:cubicBezTo>
                <a:cubicBezTo>
                  <a:pt x="850082" y="249974"/>
                  <a:pt x="851836" y="250279"/>
                  <a:pt x="851836" y="251499"/>
                </a:cubicBezTo>
                <a:cubicBezTo>
                  <a:pt x="852143" y="253313"/>
                  <a:pt x="851876" y="255178"/>
                  <a:pt x="851073" y="256834"/>
                </a:cubicBezTo>
                <a:lnTo>
                  <a:pt x="850171" y="262697"/>
                </a:lnTo>
                <a:lnTo>
                  <a:pt x="846119" y="267124"/>
                </a:lnTo>
                <a:cubicBezTo>
                  <a:pt x="845509" y="268114"/>
                  <a:pt x="842536" y="268800"/>
                  <a:pt x="841926" y="270249"/>
                </a:cubicBezTo>
                <a:cubicBezTo>
                  <a:pt x="840555" y="273678"/>
                  <a:pt x="840555" y="276804"/>
                  <a:pt x="838954" y="278709"/>
                </a:cubicBezTo>
                <a:cubicBezTo>
                  <a:pt x="837353" y="280615"/>
                  <a:pt x="835524" y="281148"/>
                  <a:pt x="833009" y="282749"/>
                </a:cubicBezTo>
                <a:cubicBezTo>
                  <a:pt x="830494" y="284350"/>
                  <a:pt x="827826" y="282902"/>
                  <a:pt x="826149" y="283359"/>
                </a:cubicBezTo>
                <a:cubicBezTo>
                  <a:pt x="823314" y="285037"/>
                  <a:pt x="820262" y="286320"/>
                  <a:pt x="817079" y="287170"/>
                </a:cubicBezTo>
                <a:cubicBezTo>
                  <a:pt x="811515" y="287170"/>
                  <a:pt x="806255" y="284654"/>
                  <a:pt x="806255" y="278252"/>
                </a:cubicBezTo>
                <a:cubicBezTo>
                  <a:pt x="806255" y="276728"/>
                  <a:pt x="807398" y="273069"/>
                  <a:pt x="807398" y="271544"/>
                </a:cubicBezTo>
                <a:cubicBezTo>
                  <a:pt x="807398" y="270020"/>
                  <a:pt x="805798" y="267733"/>
                  <a:pt x="805798" y="266209"/>
                </a:cubicBezTo>
                <a:cubicBezTo>
                  <a:pt x="805798" y="264685"/>
                  <a:pt x="808618" y="261788"/>
                  <a:pt x="809076" y="259959"/>
                </a:cubicBezTo>
                <a:cubicBezTo>
                  <a:pt x="809974" y="254339"/>
                  <a:pt x="812937" y="249257"/>
                  <a:pt x="817384" y="245706"/>
                </a:cubicBezTo>
                <a:cubicBezTo>
                  <a:pt x="819442" y="244638"/>
                  <a:pt x="821957" y="242428"/>
                  <a:pt x="823481" y="242428"/>
                </a:cubicBezTo>
                <a:close/>
                <a:moveTo>
                  <a:pt x="44557" y="234282"/>
                </a:moveTo>
                <a:lnTo>
                  <a:pt x="23131" y="236927"/>
                </a:lnTo>
                <a:lnTo>
                  <a:pt x="24968" y="251969"/>
                </a:lnTo>
                <a:lnTo>
                  <a:pt x="26870" y="251750"/>
                </a:lnTo>
                <a:lnTo>
                  <a:pt x="28772" y="251510"/>
                </a:lnTo>
                <a:lnTo>
                  <a:pt x="27438" y="240579"/>
                </a:lnTo>
                <a:lnTo>
                  <a:pt x="33013" y="239879"/>
                </a:lnTo>
                <a:lnTo>
                  <a:pt x="34194" y="249520"/>
                </a:lnTo>
                <a:lnTo>
                  <a:pt x="36052" y="249302"/>
                </a:lnTo>
                <a:lnTo>
                  <a:pt x="37888" y="249083"/>
                </a:lnTo>
                <a:lnTo>
                  <a:pt x="36708" y="239442"/>
                </a:lnTo>
                <a:lnTo>
                  <a:pt x="41255" y="238873"/>
                </a:lnTo>
                <a:lnTo>
                  <a:pt x="42523" y="249258"/>
                </a:lnTo>
                <a:lnTo>
                  <a:pt x="44447" y="249039"/>
                </a:lnTo>
                <a:lnTo>
                  <a:pt x="46327" y="248799"/>
                </a:lnTo>
                <a:close/>
                <a:moveTo>
                  <a:pt x="405883" y="230631"/>
                </a:moveTo>
                <a:cubicBezTo>
                  <a:pt x="403824" y="230600"/>
                  <a:pt x="401834" y="231387"/>
                  <a:pt x="400352" y="232817"/>
                </a:cubicBezTo>
                <a:cubicBezTo>
                  <a:pt x="397051" y="236567"/>
                  <a:pt x="397051" y="242185"/>
                  <a:pt x="400352" y="245935"/>
                </a:cubicBezTo>
                <a:cubicBezTo>
                  <a:pt x="405000" y="249844"/>
                  <a:pt x="411585" y="250463"/>
                  <a:pt x="416880" y="247487"/>
                </a:cubicBezTo>
                <a:cubicBezTo>
                  <a:pt x="419045" y="245985"/>
                  <a:pt x="420387" y="243561"/>
                  <a:pt x="420510" y="240928"/>
                </a:cubicBezTo>
                <a:cubicBezTo>
                  <a:pt x="420759" y="238646"/>
                  <a:pt x="419797" y="236398"/>
                  <a:pt x="417973" y="235004"/>
                </a:cubicBezTo>
                <a:lnTo>
                  <a:pt x="417645" y="234829"/>
                </a:lnTo>
                <a:lnTo>
                  <a:pt x="420466" y="234654"/>
                </a:lnTo>
                <a:lnTo>
                  <a:pt x="420663" y="231921"/>
                </a:lnTo>
                <a:lnTo>
                  <a:pt x="409053" y="230915"/>
                </a:lnTo>
                <a:lnTo>
                  <a:pt x="408332" y="239201"/>
                </a:lnTo>
                <a:lnTo>
                  <a:pt x="412049" y="239529"/>
                </a:lnTo>
                <a:lnTo>
                  <a:pt x="412442" y="234850"/>
                </a:lnTo>
                <a:cubicBezTo>
                  <a:pt x="413369" y="235126"/>
                  <a:pt x="414235" y="235572"/>
                  <a:pt x="415000" y="236162"/>
                </a:cubicBezTo>
                <a:cubicBezTo>
                  <a:pt x="416194" y="237091"/>
                  <a:pt x="416821" y="238572"/>
                  <a:pt x="416662" y="240076"/>
                </a:cubicBezTo>
                <a:cubicBezTo>
                  <a:pt x="416638" y="241718"/>
                  <a:pt x="415824" y="243248"/>
                  <a:pt x="414475" y="244186"/>
                </a:cubicBezTo>
                <a:cubicBezTo>
                  <a:pt x="412728" y="245115"/>
                  <a:pt x="410726" y="245454"/>
                  <a:pt x="408769" y="245148"/>
                </a:cubicBezTo>
                <a:cubicBezTo>
                  <a:pt x="406771" y="245089"/>
                  <a:pt x="404845" y="244383"/>
                  <a:pt x="403282" y="243137"/>
                </a:cubicBezTo>
                <a:cubicBezTo>
                  <a:pt x="402040" y="242043"/>
                  <a:pt x="401417" y="240406"/>
                  <a:pt x="401620" y="238764"/>
                </a:cubicBezTo>
                <a:cubicBezTo>
                  <a:pt x="401707" y="237710"/>
                  <a:pt x="402173" y="236724"/>
                  <a:pt x="402932" y="235987"/>
                </a:cubicBezTo>
                <a:cubicBezTo>
                  <a:pt x="403601" y="235248"/>
                  <a:pt x="404539" y="234809"/>
                  <a:pt x="405533" y="234763"/>
                </a:cubicBezTo>
                <a:close/>
                <a:moveTo>
                  <a:pt x="107259" y="223919"/>
                </a:moveTo>
                <a:cubicBezTo>
                  <a:pt x="111776" y="224761"/>
                  <a:pt x="116352" y="225257"/>
                  <a:pt x="120945" y="225406"/>
                </a:cubicBezTo>
                <a:cubicBezTo>
                  <a:pt x="124203" y="225537"/>
                  <a:pt x="128226" y="225406"/>
                  <a:pt x="132817" y="225406"/>
                </a:cubicBezTo>
                <a:cubicBezTo>
                  <a:pt x="136905" y="225275"/>
                  <a:pt x="141540" y="225275"/>
                  <a:pt x="146416" y="225275"/>
                </a:cubicBezTo>
                <a:cubicBezTo>
                  <a:pt x="152078" y="225275"/>
                  <a:pt x="159227" y="225340"/>
                  <a:pt x="166945" y="225800"/>
                </a:cubicBezTo>
                <a:cubicBezTo>
                  <a:pt x="174230" y="227975"/>
                  <a:pt x="181639" y="229698"/>
                  <a:pt x="189136" y="230959"/>
                </a:cubicBezTo>
                <a:cubicBezTo>
                  <a:pt x="194328" y="231696"/>
                  <a:pt x="199566" y="232054"/>
                  <a:pt x="204811" y="232030"/>
                </a:cubicBezTo>
                <a:lnTo>
                  <a:pt x="199520" y="254527"/>
                </a:lnTo>
                <a:lnTo>
                  <a:pt x="221383" y="257107"/>
                </a:lnTo>
                <a:lnTo>
                  <a:pt x="221624" y="257107"/>
                </a:lnTo>
                <a:lnTo>
                  <a:pt x="221908" y="257107"/>
                </a:lnTo>
                <a:lnTo>
                  <a:pt x="243924" y="254483"/>
                </a:lnTo>
                <a:lnTo>
                  <a:pt x="238633" y="231987"/>
                </a:lnTo>
                <a:cubicBezTo>
                  <a:pt x="243878" y="232011"/>
                  <a:pt x="249116" y="231652"/>
                  <a:pt x="254309" y="230915"/>
                </a:cubicBezTo>
                <a:cubicBezTo>
                  <a:pt x="261834" y="229680"/>
                  <a:pt x="269274" y="227977"/>
                  <a:pt x="276587" y="225821"/>
                </a:cubicBezTo>
                <a:cubicBezTo>
                  <a:pt x="284304" y="225297"/>
                  <a:pt x="291453" y="225297"/>
                  <a:pt x="297116" y="225297"/>
                </a:cubicBezTo>
                <a:cubicBezTo>
                  <a:pt x="301969" y="225297"/>
                  <a:pt x="306626" y="225428"/>
                  <a:pt x="310715" y="225428"/>
                </a:cubicBezTo>
                <a:cubicBezTo>
                  <a:pt x="315328" y="225428"/>
                  <a:pt x="319350" y="225428"/>
                  <a:pt x="322586" y="225428"/>
                </a:cubicBezTo>
                <a:lnTo>
                  <a:pt x="322586" y="225406"/>
                </a:lnTo>
                <a:cubicBezTo>
                  <a:pt x="327180" y="225257"/>
                  <a:pt x="331755" y="224761"/>
                  <a:pt x="336272" y="223919"/>
                </a:cubicBezTo>
                <a:cubicBezTo>
                  <a:pt x="332564" y="228852"/>
                  <a:pt x="328144" y="233207"/>
                  <a:pt x="323155" y="236840"/>
                </a:cubicBezTo>
                <a:cubicBezTo>
                  <a:pt x="317061" y="240312"/>
                  <a:pt x="310675" y="243237"/>
                  <a:pt x="304068" y="245585"/>
                </a:cubicBezTo>
                <a:cubicBezTo>
                  <a:pt x="288773" y="250004"/>
                  <a:pt x="273211" y="253443"/>
                  <a:pt x="257479" y="255883"/>
                </a:cubicBezTo>
                <a:cubicBezTo>
                  <a:pt x="250308" y="256801"/>
                  <a:pt x="236818" y="258222"/>
                  <a:pt x="236687" y="258222"/>
                </a:cubicBezTo>
                <a:lnTo>
                  <a:pt x="234676" y="258419"/>
                </a:lnTo>
                <a:lnTo>
                  <a:pt x="240513" y="282096"/>
                </a:lnTo>
                <a:lnTo>
                  <a:pt x="221689" y="285288"/>
                </a:lnTo>
                <a:lnTo>
                  <a:pt x="202844" y="282096"/>
                </a:lnTo>
                <a:lnTo>
                  <a:pt x="208703" y="258419"/>
                </a:lnTo>
                <a:lnTo>
                  <a:pt x="206670" y="258222"/>
                </a:lnTo>
                <a:cubicBezTo>
                  <a:pt x="206538" y="258200"/>
                  <a:pt x="193049" y="256801"/>
                  <a:pt x="185878" y="255883"/>
                </a:cubicBezTo>
                <a:cubicBezTo>
                  <a:pt x="170205" y="253432"/>
                  <a:pt x="154702" y="249993"/>
                  <a:pt x="139463" y="245585"/>
                </a:cubicBezTo>
                <a:cubicBezTo>
                  <a:pt x="132856" y="243237"/>
                  <a:pt x="126470" y="240312"/>
                  <a:pt x="120377" y="236840"/>
                </a:cubicBezTo>
                <a:cubicBezTo>
                  <a:pt x="115388" y="233207"/>
                  <a:pt x="110967" y="228852"/>
                  <a:pt x="107259" y="223919"/>
                </a:cubicBezTo>
                <a:close/>
                <a:moveTo>
                  <a:pt x="925159" y="223677"/>
                </a:moveTo>
                <a:cubicBezTo>
                  <a:pt x="927142" y="223372"/>
                  <a:pt x="928132" y="225583"/>
                  <a:pt x="931258" y="225049"/>
                </a:cubicBezTo>
                <a:cubicBezTo>
                  <a:pt x="932249" y="224973"/>
                  <a:pt x="935983" y="228250"/>
                  <a:pt x="937432" y="228250"/>
                </a:cubicBezTo>
                <a:cubicBezTo>
                  <a:pt x="939435" y="228826"/>
                  <a:pt x="941532" y="229008"/>
                  <a:pt x="943605" y="228784"/>
                </a:cubicBezTo>
                <a:cubicBezTo>
                  <a:pt x="945435" y="228555"/>
                  <a:pt x="948255" y="230689"/>
                  <a:pt x="949703" y="230689"/>
                </a:cubicBezTo>
                <a:cubicBezTo>
                  <a:pt x="951476" y="230559"/>
                  <a:pt x="953236" y="230279"/>
                  <a:pt x="954962" y="229851"/>
                </a:cubicBezTo>
                <a:cubicBezTo>
                  <a:pt x="958087" y="229241"/>
                  <a:pt x="965100" y="237702"/>
                  <a:pt x="967462" y="240903"/>
                </a:cubicBezTo>
                <a:lnTo>
                  <a:pt x="966777" y="241055"/>
                </a:lnTo>
                <a:cubicBezTo>
                  <a:pt x="968039" y="242533"/>
                  <a:pt x="969138" y="244143"/>
                  <a:pt x="970054" y="245857"/>
                </a:cubicBezTo>
                <a:cubicBezTo>
                  <a:pt x="970499" y="247917"/>
                  <a:pt x="970499" y="250048"/>
                  <a:pt x="970054" y="252107"/>
                </a:cubicBezTo>
                <a:cubicBezTo>
                  <a:pt x="968987" y="255462"/>
                  <a:pt x="967005" y="256376"/>
                  <a:pt x="965633" y="257901"/>
                </a:cubicBezTo>
                <a:cubicBezTo>
                  <a:pt x="964261" y="259425"/>
                  <a:pt x="963728" y="263084"/>
                  <a:pt x="962203" y="264913"/>
                </a:cubicBezTo>
                <a:cubicBezTo>
                  <a:pt x="961029" y="266627"/>
                  <a:pt x="959675" y="268212"/>
                  <a:pt x="958164" y="269638"/>
                </a:cubicBezTo>
                <a:cubicBezTo>
                  <a:pt x="956062" y="271081"/>
                  <a:pt x="953667" y="272045"/>
                  <a:pt x="951151" y="272458"/>
                </a:cubicBezTo>
                <a:cubicBezTo>
                  <a:pt x="949474" y="272458"/>
                  <a:pt x="946883" y="272001"/>
                  <a:pt x="945206" y="272458"/>
                </a:cubicBezTo>
                <a:cubicBezTo>
                  <a:pt x="942310" y="273221"/>
                  <a:pt x="941014" y="275431"/>
                  <a:pt x="938956" y="275431"/>
                </a:cubicBezTo>
                <a:cubicBezTo>
                  <a:pt x="936898" y="275431"/>
                  <a:pt x="934840" y="273526"/>
                  <a:pt x="934078" y="270248"/>
                </a:cubicBezTo>
                <a:cubicBezTo>
                  <a:pt x="934078" y="268572"/>
                  <a:pt x="934916" y="265446"/>
                  <a:pt x="934078" y="263389"/>
                </a:cubicBezTo>
                <a:cubicBezTo>
                  <a:pt x="932229" y="260411"/>
                  <a:pt x="930550" y="257332"/>
                  <a:pt x="929047" y="254165"/>
                </a:cubicBezTo>
                <a:cubicBezTo>
                  <a:pt x="928895" y="250431"/>
                  <a:pt x="925007" y="248601"/>
                  <a:pt x="925007" y="246162"/>
                </a:cubicBezTo>
                <a:cubicBezTo>
                  <a:pt x="925019" y="243034"/>
                  <a:pt x="924204" y="239957"/>
                  <a:pt x="922644" y="237245"/>
                </a:cubicBezTo>
                <a:cubicBezTo>
                  <a:pt x="922107" y="235422"/>
                  <a:pt x="922271" y="233465"/>
                  <a:pt x="923102" y="231757"/>
                </a:cubicBezTo>
                <a:cubicBezTo>
                  <a:pt x="924322" y="230080"/>
                  <a:pt x="922644" y="225583"/>
                  <a:pt x="925159" y="223677"/>
                </a:cubicBezTo>
                <a:close/>
                <a:moveTo>
                  <a:pt x="35724" y="215917"/>
                </a:moveTo>
                <a:lnTo>
                  <a:pt x="40469" y="215917"/>
                </a:lnTo>
                <a:lnTo>
                  <a:pt x="40469" y="220509"/>
                </a:lnTo>
                <a:cubicBezTo>
                  <a:pt x="40512" y="221357"/>
                  <a:pt x="40307" y="222201"/>
                  <a:pt x="39878" y="222935"/>
                </a:cubicBezTo>
                <a:cubicBezTo>
                  <a:pt x="39505" y="223475"/>
                  <a:pt x="38873" y="223777"/>
                  <a:pt x="38217" y="223722"/>
                </a:cubicBezTo>
                <a:cubicBezTo>
                  <a:pt x="37506" y="223781"/>
                  <a:pt x="36807" y="223517"/>
                  <a:pt x="36315" y="223001"/>
                </a:cubicBezTo>
                <a:cubicBezTo>
                  <a:pt x="35851" y="222314"/>
                  <a:pt x="35644" y="221486"/>
                  <a:pt x="35724" y="220662"/>
                </a:cubicBezTo>
                <a:close/>
                <a:moveTo>
                  <a:pt x="26345" y="215633"/>
                </a:moveTo>
                <a:lnTo>
                  <a:pt x="32095" y="215743"/>
                </a:lnTo>
                <a:lnTo>
                  <a:pt x="32095" y="220684"/>
                </a:lnTo>
                <a:cubicBezTo>
                  <a:pt x="32139" y="221569"/>
                  <a:pt x="31892" y="222444"/>
                  <a:pt x="31395" y="223176"/>
                </a:cubicBezTo>
                <a:cubicBezTo>
                  <a:pt x="30879" y="223744"/>
                  <a:pt x="30125" y="224037"/>
                  <a:pt x="29362" y="223963"/>
                </a:cubicBezTo>
                <a:cubicBezTo>
                  <a:pt x="28512" y="224011"/>
                  <a:pt x="27679" y="223701"/>
                  <a:pt x="27066" y="223110"/>
                </a:cubicBezTo>
                <a:cubicBezTo>
                  <a:pt x="26516" y="222420"/>
                  <a:pt x="26258" y="221541"/>
                  <a:pt x="26345" y="220662"/>
                </a:cubicBezTo>
                <a:close/>
                <a:moveTo>
                  <a:pt x="22738" y="211589"/>
                </a:moveTo>
                <a:lnTo>
                  <a:pt x="22738" y="213578"/>
                </a:lnTo>
                <a:lnTo>
                  <a:pt x="22716" y="220596"/>
                </a:lnTo>
                <a:cubicBezTo>
                  <a:pt x="22532" y="222586"/>
                  <a:pt x="23111" y="224568"/>
                  <a:pt x="24334" y="226149"/>
                </a:cubicBezTo>
                <a:cubicBezTo>
                  <a:pt x="25645" y="227491"/>
                  <a:pt x="27466" y="228206"/>
                  <a:pt x="29340" y="228117"/>
                </a:cubicBezTo>
                <a:cubicBezTo>
                  <a:pt x="30949" y="228233"/>
                  <a:pt x="32515" y="227546"/>
                  <a:pt x="33516" y="226280"/>
                </a:cubicBezTo>
                <a:cubicBezTo>
                  <a:pt x="33811" y="225906"/>
                  <a:pt x="34054" y="225495"/>
                  <a:pt x="34237" y="225056"/>
                </a:cubicBezTo>
                <a:cubicBezTo>
                  <a:pt x="35088" y="226674"/>
                  <a:pt x="36784" y="227664"/>
                  <a:pt x="38610" y="227614"/>
                </a:cubicBezTo>
                <a:cubicBezTo>
                  <a:pt x="40121" y="227721"/>
                  <a:pt x="41603" y="227153"/>
                  <a:pt x="42655" y="226062"/>
                </a:cubicBezTo>
                <a:cubicBezTo>
                  <a:pt x="43697" y="224807"/>
                  <a:pt x="44235" y="223209"/>
                  <a:pt x="44163" y="221580"/>
                </a:cubicBezTo>
                <a:lnTo>
                  <a:pt x="44316" y="213950"/>
                </a:lnTo>
                <a:lnTo>
                  <a:pt x="44316" y="211982"/>
                </a:lnTo>
                <a:close/>
                <a:moveTo>
                  <a:pt x="399412" y="207741"/>
                </a:moveTo>
                <a:lnTo>
                  <a:pt x="399412" y="210102"/>
                </a:lnTo>
                <a:lnTo>
                  <a:pt x="399412" y="212441"/>
                </a:lnTo>
                <a:lnTo>
                  <a:pt x="408878" y="215983"/>
                </a:lnTo>
                <a:lnTo>
                  <a:pt x="399674" y="220355"/>
                </a:lnTo>
                <a:lnTo>
                  <a:pt x="399674" y="222826"/>
                </a:lnTo>
                <a:lnTo>
                  <a:pt x="399674" y="225296"/>
                </a:lnTo>
                <a:lnTo>
                  <a:pt x="412792" y="217885"/>
                </a:lnTo>
                <a:lnTo>
                  <a:pt x="420903" y="217601"/>
                </a:lnTo>
                <a:lnTo>
                  <a:pt x="420903" y="215524"/>
                </a:lnTo>
                <a:lnTo>
                  <a:pt x="420903" y="213469"/>
                </a:lnTo>
                <a:lnTo>
                  <a:pt x="412704" y="213753"/>
                </a:lnTo>
                <a:close/>
                <a:moveTo>
                  <a:pt x="323090" y="189835"/>
                </a:moveTo>
                <a:cubicBezTo>
                  <a:pt x="319502" y="195172"/>
                  <a:pt x="315149" y="199953"/>
                  <a:pt x="310169" y="204024"/>
                </a:cubicBezTo>
                <a:cubicBezTo>
                  <a:pt x="304388" y="208950"/>
                  <a:pt x="297984" y="213095"/>
                  <a:pt x="291126" y="216355"/>
                </a:cubicBezTo>
                <a:cubicBezTo>
                  <a:pt x="279158" y="221687"/>
                  <a:pt x="266535" y="225399"/>
                  <a:pt x="253588" y="227396"/>
                </a:cubicBezTo>
                <a:cubicBezTo>
                  <a:pt x="248220" y="228128"/>
                  <a:pt x="242805" y="228471"/>
                  <a:pt x="237387" y="228423"/>
                </a:cubicBezTo>
                <a:lnTo>
                  <a:pt x="234042" y="228423"/>
                </a:lnTo>
                <a:lnTo>
                  <a:pt x="239464" y="251445"/>
                </a:lnTo>
                <a:lnTo>
                  <a:pt x="221974" y="253631"/>
                </a:lnTo>
                <a:lnTo>
                  <a:pt x="221755" y="253631"/>
                </a:lnTo>
                <a:lnTo>
                  <a:pt x="221515" y="253631"/>
                </a:lnTo>
                <a:lnTo>
                  <a:pt x="204025" y="251445"/>
                </a:lnTo>
                <a:lnTo>
                  <a:pt x="209469" y="228467"/>
                </a:lnTo>
                <a:lnTo>
                  <a:pt x="206124" y="228467"/>
                </a:lnTo>
                <a:cubicBezTo>
                  <a:pt x="200706" y="228517"/>
                  <a:pt x="195291" y="228174"/>
                  <a:pt x="189923" y="227439"/>
                </a:cubicBezTo>
                <a:cubicBezTo>
                  <a:pt x="176974" y="225450"/>
                  <a:pt x="164350" y="221735"/>
                  <a:pt x="152385" y="216399"/>
                </a:cubicBezTo>
                <a:cubicBezTo>
                  <a:pt x="145507" y="213139"/>
                  <a:pt x="139090" y="208985"/>
                  <a:pt x="133299" y="204046"/>
                </a:cubicBezTo>
                <a:cubicBezTo>
                  <a:pt x="128327" y="199988"/>
                  <a:pt x="123987" y="195214"/>
                  <a:pt x="120421" y="189879"/>
                </a:cubicBezTo>
                <a:cubicBezTo>
                  <a:pt x="125187" y="190601"/>
                  <a:pt x="132205" y="191409"/>
                  <a:pt x="133933" y="191409"/>
                </a:cubicBezTo>
                <a:lnTo>
                  <a:pt x="139180" y="191650"/>
                </a:lnTo>
                <a:cubicBezTo>
                  <a:pt x="145542" y="191934"/>
                  <a:pt x="153806" y="192328"/>
                  <a:pt x="163841" y="192940"/>
                </a:cubicBezTo>
                <a:cubicBezTo>
                  <a:pt x="164737" y="193443"/>
                  <a:pt x="165655" y="193924"/>
                  <a:pt x="166596" y="194405"/>
                </a:cubicBezTo>
                <a:cubicBezTo>
                  <a:pt x="175347" y="198836"/>
                  <a:pt x="184750" y="201840"/>
                  <a:pt x="194449" y="203303"/>
                </a:cubicBezTo>
                <a:cubicBezTo>
                  <a:pt x="196099" y="203535"/>
                  <a:pt x="197765" y="203644"/>
                  <a:pt x="199434" y="203631"/>
                </a:cubicBezTo>
                <a:cubicBezTo>
                  <a:pt x="201729" y="203631"/>
                  <a:pt x="203937" y="203456"/>
                  <a:pt x="205555" y="203303"/>
                </a:cubicBezTo>
                <a:lnTo>
                  <a:pt x="200745" y="223307"/>
                </a:lnTo>
                <a:lnTo>
                  <a:pt x="221865" y="224641"/>
                </a:lnTo>
                <a:lnTo>
                  <a:pt x="242962" y="223307"/>
                </a:lnTo>
                <a:lnTo>
                  <a:pt x="238174" y="203303"/>
                </a:lnTo>
                <a:cubicBezTo>
                  <a:pt x="239770" y="203456"/>
                  <a:pt x="242088" y="203631"/>
                  <a:pt x="244274" y="203631"/>
                </a:cubicBezTo>
                <a:cubicBezTo>
                  <a:pt x="245942" y="203646"/>
                  <a:pt x="247608" y="203537"/>
                  <a:pt x="249259" y="203303"/>
                </a:cubicBezTo>
                <a:cubicBezTo>
                  <a:pt x="258964" y="201836"/>
                  <a:pt x="268373" y="198832"/>
                  <a:pt x="277134" y="194405"/>
                </a:cubicBezTo>
                <a:lnTo>
                  <a:pt x="279889" y="192940"/>
                </a:lnTo>
                <a:cubicBezTo>
                  <a:pt x="289924" y="192328"/>
                  <a:pt x="298166" y="191934"/>
                  <a:pt x="304550" y="191650"/>
                </a:cubicBezTo>
                <a:lnTo>
                  <a:pt x="309775" y="191409"/>
                </a:lnTo>
                <a:lnTo>
                  <a:pt x="309557" y="191366"/>
                </a:lnTo>
                <a:cubicBezTo>
                  <a:pt x="311306" y="191278"/>
                  <a:pt x="318302" y="190557"/>
                  <a:pt x="323090" y="189835"/>
                </a:cubicBezTo>
                <a:close/>
                <a:moveTo>
                  <a:pt x="903284" y="179470"/>
                </a:moveTo>
                <a:cubicBezTo>
                  <a:pt x="901372" y="179333"/>
                  <a:pt x="899451" y="179592"/>
                  <a:pt x="897644" y="180231"/>
                </a:cubicBezTo>
                <a:cubicBezTo>
                  <a:pt x="895433" y="181604"/>
                  <a:pt x="893299" y="180841"/>
                  <a:pt x="891852" y="182137"/>
                </a:cubicBezTo>
                <a:cubicBezTo>
                  <a:pt x="890528" y="183236"/>
                  <a:pt x="889068" y="184159"/>
                  <a:pt x="887507" y="184881"/>
                </a:cubicBezTo>
                <a:cubicBezTo>
                  <a:pt x="883638" y="186246"/>
                  <a:pt x="879869" y="187876"/>
                  <a:pt x="876226" y="189759"/>
                </a:cubicBezTo>
                <a:cubicBezTo>
                  <a:pt x="874052" y="190857"/>
                  <a:pt x="872713" y="193117"/>
                  <a:pt x="872796" y="195552"/>
                </a:cubicBezTo>
                <a:cubicBezTo>
                  <a:pt x="872875" y="198212"/>
                  <a:pt x="875014" y="200350"/>
                  <a:pt x="877674" y="200430"/>
                </a:cubicBezTo>
                <a:cubicBezTo>
                  <a:pt x="880670" y="200013"/>
                  <a:pt x="883579" y="199112"/>
                  <a:pt x="886287" y="197762"/>
                </a:cubicBezTo>
                <a:cubicBezTo>
                  <a:pt x="889183" y="196009"/>
                  <a:pt x="890631" y="193799"/>
                  <a:pt x="894367" y="191512"/>
                </a:cubicBezTo>
                <a:cubicBezTo>
                  <a:pt x="896883" y="189872"/>
                  <a:pt x="899143" y="187868"/>
                  <a:pt x="901074" y="185567"/>
                </a:cubicBezTo>
                <a:cubicBezTo>
                  <a:pt x="902522" y="183051"/>
                  <a:pt x="904427" y="179470"/>
                  <a:pt x="903284" y="179470"/>
                </a:cubicBezTo>
                <a:close/>
                <a:moveTo>
                  <a:pt x="1171047" y="167199"/>
                </a:moveTo>
                <a:cubicBezTo>
                  <a:pt x="1168039" y="167474"/>
                  <a:pt x="1165058" y="167984"/>
                  <a:pt x="1162129" y="168723"/>
                </a:cubicBezTo>
                <a:cubicBezTo>
                  <a:pt x="1160887" y="170000"/>
                  <a:pt x="1160132" y="171672"/>
                  <a:pt x="1159995" y="173448"/>
                </a:cubicBezTo>
                <a:cubicBezTo>
                  <a:pt x="1159776" y="174958"/>
                  <a:pt x="1160015" y="176497"/>
                  <a:pt x="1160681" y="177870"/>
                </a:cubicBezTo>
                <a:cubicBezTo>
                  <a:pt x="1163196" y="178707"/>
                  <a:pt x="1166779" y="179546"/>
                  <a:pt x="1168303" y="178707"/>
                </a:cubicBezTo>
                <a:lnTo>
                  <a:pt x="1168379" y="178707"/>
                </a:lnTo>
                <a:cubicBezTo>
                  <a:pt x="1171325" y="176679"/>
                  <a:pt x="1173201" y="173432"/>
                  <a:pt x="1173486" y="169866"/>
                </a:cubicBezTo>
                <a:cubicBezTo>
                  <a:pt x="1173504" y="169732"/>
                  <a:pt x="1173509" y="169598"/>
                  <a:pt x="1173504" y="169463"/>
                </a:cubicBezTo>
                <a:cubicBezTo>
                  <a:pt x="1173450" y="168159"/>
                  <a:pt x="1172351" y="167145"/>
                  <a:pt x="1171047" y="167199"/>
                </a:cubicBezTo>
                <a:close/>
                <a:moveTo>
                  <a:pt x="1197724" y="159271"/>
                </a:moveTo>
                <a:cubicBezTo>
                  <a:pt x="1195590" y="159881"/>
                  <a:pt x="1194065" y="161558"/>
                  <a:pt x="1190789" y="161558"/>
                </a:cubicBezTo>
                <a:cubicBezTo>
                  <a:pt x="1189187" y="163387"/>
                  <a:pt x="1189874" y="166893"/>
                  <a:pt x="1189949" y="168494"/>
                </a:cubicBezTo>
                <a:cubicBezTo>
                  <a:pt x="1190026" y="170095"/>
                  <a:pt x="1193227" y="172381"/>
                  <a:pt x="1194217" y="172381"/>
                </a:cubicBezTo>
                <a:cubicBezTo>
                  <a:pt x="1197526" y="171802"/>
                  <a:pt x="1200358" y="169678"/>
                  <a:pt x="1201840" y="166665"/>
                </a:cubicBezTo>
                <a:lnTo>
                  <a:pt x="1202145" y="166665"/>
                </a:lnTo>
                <a:cubicBezTo>
                  <a:pt x="1202340" y="164739"/>
                  <a:pt x="1202340" y="162797"/>
                  <a:pt x="1202145" y="160872"/>
                </a:cubicBezTo>
                <a:cubicBezTo>
                  <a:pt x="1201840" y="158890"/>
                  <a:pt x="1199858" y="158661"/>
                  <a:pt x="1197724" y="159271"/>
                </a:cubicBezTo>
                <a:close/>
                <a:moveTo>
                  <a:pt x="918986" y="150505"/>
                </a:moveTo>
                <a:cubicBezTo>
                  <a:pt x="921266" y="151070"/>
                  <a:pt x="923468" y="151915"/>
                  <a:pt x="925541" y="153021"/>
                </a:cubicBezTo>
                <a:cubicBezTo>
                  <a:pt x="927065" y="153021"/>
                  <a:pt x="931638" y="152030"/>
                  <a:pt x="933163" y="153021"/>
                </a:cubicBezTo>
                <a:cubicBezTo>
                  <a:pt x="936971" y="154993"/>
                  <a:pt x="940571" y="157341"/>
                  <a:pt x="943910" y="160033"/>
                </a:cubicBezTo>
                <a:cubicBezTo>
                  <a:pt x="945153" y="162916"/>
                  <a:pt x="946147" y="165899"/>
                  <a:pt x="946883" y="168951"/>
                </a:cubicBezTo>
                <a:cubicBezTo>
                  <a:pt x="947660" y="171197"/>
                  <a:pt x="947660" y="173640"/>
                  <a:pt x="946883" y="175887"/>
                </a:cubicBezTo>
                <a:cubicBezTo>
                  <a:pt x="943692" y="178793"/>
                  <a:pt x="940664" y="181871"/>
                  <a:pt x="937812" y="185110"/>
                </a:cubicBezTo>
                <a:lnTo>
                  <a:pt x="937507" y="185110"/>
                </a:lnTo>
                <a:cubicBezTo>
                  <a:pt x="936223" y="187741"/>
                  <a:pt x="934772" y="190286"/>
                  <a:pt x="933163" y="192732"/>
                </a:cubicBezTo>
                <a:cubicBezTo>
                  <a:pt x="927948" y="200739"/>
                  <a:pt x="923189" y="209035"/>
                  <a:pt x="918909" y="217580"/>
                </a:cubicBezTo>
                <a:cubicBezTo>
                  <a:pt x="916991" y="220372"/>
                  <a:pt x="914904" y="223044"/>
                  <a:pt x="912659" y="225583"/>
                </a:cubicBezTo>
                <a:cubicBezTo>
                  <a:pt x="911339" y="226625"/>
                  <a:pt x="909554" y="226860"/>
                  <a:pt x="908010" y="226192"/>
                </a:cubicBezTo>
                <a:cubicBezTo>
                  <a:pt x="906867" y="225735"/>
                  <a:pt x="903589" y="228022"/>
                  <a:pt x="903589" y="231147"/>
                </a:cubicBezTo>
                <a:cubicBezTo>
                  <a:pt x="903453" y="234237"/>
                  <a:pt x="903946" y="237323"/>
                  <a:pt x="905038" y="240217"/>
                </a:cubicBezTo>
                <a:cubicBezTo>
                  <a:pt x="905953" y="253641"/>
                  <a:pt x="905953" y="267113"/>
                  <a:pt x="905038" y="280537"/>
                </a:cubicBezTo>
                <a:cubicBezTo>
                  <a:pt x="904377" y="285313"/>
                  <a:pt x="901570" y="289524"/>
                  <a:pt x="897416" y="291971"/>
                </a:cubicBezTo>
                <a:cubicBezTo>
                  <a:pt x="895205" y="293037"/>
                  <a:pt x="892080" y="298830"/>
                  <a:pt x="889260" y="300126"/>
                </a:cubicBezTo>
                <a:cubicBezTo>
                  <a:pt x="886440" y="301422"/>
                  <a:pt x="883162" y="304013"/>
                  <a:pt x="881638" y="304013"/>
                </a:cubicBezTo>
                <a:cubicBezTo>
                  <a:pt x="880167" y="303860"/>
                  <a:pt x="878875" y="302970"/>
                  <a:pt x="878208" y="301650"/>
                </a:cubicBezTo>
                <a:cubicBezTo>
                  <a:pt x="877521" y="300735"/>
                  <a:pt x="874549" y="300278"/>
                  <a:pt x="872872" y="299288"/>
                </a:cubicBezTo>
                <a:cubicBezTo>
                  <a:pt x="871196" y="298296"/>
                  <a:pt x="870433" y="296925"/>
                  <a:pt x="868680" y="296010"/>
                </a:cubicBezTo>
                <a:cubicBezTo>
                  <a:pt x="866139" y="295341"/>
                  <a:pt x="863755" y="294175"/>
                  <a:pt x="861668" y="292580"/>
                </a:cubicBezTo>
                <a:cubicBezTo>
                  <a:pt x="859914" y="290903"/>
                  <a:pt x="859610" y="288464"/>
                  <a:pt x="857857" y="285415"/>
                </a:cubicBezTo>
                <a:cubicBezTo>
                  <a:pt x="855418" y="281071"/>
                  <a:pt x="847262" y="276879"/>
                  <a:pt x="847110" y="274440"/>
                </a:cubicBezTo>
                <a:cubicBezTo>
                  <a:pt x="846957" y="272001"/>
                  <a:pt x="853207" y="271620"/>
                  <a:pt x="853970" y="271620"/>
                </a:cubicBezTo>
                <a:cubicBezTo>
                  <a:pt x="859153" y="271467"/>
                  <a:pt x="862659" y="275125"/>
                  <a:pt x="864107" y="275125"/>
                </a:cubicBezTo>
                <a:cubicBezTo>
                  <a:pt x="869290" y="275125"/>
                  <a:pt x="871805" y="273220"/>
                  <a:pt x="872262" y="265598"/>
                </a:cubicBezTo>
                <a:cubicBezTo>
                  <a:pt x="872262" y="264074"/>
                  <a:pt x="872262" y="260491"/>
                  <a:pt x="872262" y="258967"/>
                </a:cubicBezTo>
                <a:cubicBezTo>
                  <a:pt x="871953" y="255951"/>
                  <a:pt x="871953" y="252912"/>
                  <a:pt x="872262" y="249897"/>
                </a:cubicBezTo>
                <a:cubicBezTo>
                  <a:pt x="872408" y="245824"/>
                  <a:pt x="872892" y="241770"/>
                  <a:pt x="873711" y="237778"/>
                </a:cubicBezTo>
                <a:cubicBezTo>
                  <a:pt x="873711" y="236558"/>
                  <a:pt x="872567" y="233662"/>
                  <a:pt x="871501" y="233662"/>
                </a:cubicBezTo>
                <a:cubicBezTo>
                  <a:pt x="868985" y="234271"/>
                  <a:pt x="866470" y="231832"/>
                  <a:pt x="864945" y="231832"/>
                </a:cubicBezTo>
                <a:cubicBezTo>
                  <a:pt x="863421" y="231832"/>
                  <a:pt x="861287" y="232747"/>
                  <a:pt x="859762" y="232747"/>
                </a:cubicBezTo>
                <a:cubicBezTo>
                  <a:pt x="856974" y="232806"/>
                  <a:pt x="854186" y="232551"/>
                  <a:pt x="851454" y="231985"/>
                </a:cubicBezTo>
                <a:cubicBezTo>
                  <a:pt x="850297" y="231302"/>
                  <a:pt x="849286" y="230395"/>
                  <a:pt x="848482" y="229317"/>
                </a:cubicBezTo>
                <a:cubicBezTo>
                  <a:pt x="847683" y="227358"/>
                  <a:pt x="847120" y="225311"/>
                  <a:pt x="846804" y="223220"/>
                </a:cubicBezTo>
                <a:cubicBezTo>
                  <a:pt x="846423" y="222686"/>
                  <a:pt x="845967" y="219942"/>
                  <a:pt x="845357" y="219942"/>
                </a:cubicBezTo>
                <a:cubicBezTo>
                  <a:pt x="845204" y="218189"/>
                  <a:pt x="844594" y="215293"/>
                  <a:pt x="844594" y="213539"/>
                </a:cubicBezTo>
                <a:cubicBezTo>
                  <a:pt x="844594" y="211787"/>
                  <a:pt x="843070" y="208585"/>
                  <a:pt x="842536" y="204165"/>
                </a:cubicBezTo>
                <a:cubicBezTo>
                  <a:pt x="842003" y="199744"/>
                  <a:pt x="840555" y="196924"/>
                  <a:pt x="840555" y="192122"/>
                </a:cubicBezTo>
                <a:cubicBezTo>
                  <a:pt x="839945" y="184881"/>
                  <a:pt x="839945" y="181375"/>
                  <a:pt x="839945" y="179927"/>
                </a:cubicBezTo>
                <a:cubicBezTo>
                  <a:pt x="840402" y="171314"/>
                  <a:pt x="845509" y="169409"/>
                  <a:pt x="847567" y="166131"/>
                </a:cubicBezTo>
                <a:cubicBezTo>
                  <a:pt x="849777" y="164911"/>
                  <a:pt x="851911" y="162701"/>
                  <a:pt x="854579" y="163006"/>
                </a:cubicBezTo>
                <a:cubicBezTo>
                  <a:pt x="857247" y="163311"/>
                  <a:pt x="858009" y="164302"/>
                  <a:pt x="860829" y="166283"/>
                </a:cubicBezTo>
                <a:cubicBezTo>
                  <a:pt x="861893" y="167548"/>
                  <a:pt x="862886" y="168871"/>
                  <a:pt x="863802" y="170246"/>
                </a:cubicBezTo>
                <a:cubicBezTo>
                  <a:pt x="868344" y="169914"/>
                  <a:pt x="872762" y="168616"/>
                  <a:pt x="876760" y="166436"/>
                </a:cubicBezTo>
                <a:cubicBezTo>
                  <a:pt x="878741" y="165368"/>
                  <a:pt x="883009" y="165368"/>
                  <a:pt x="886363" y="163844"/>
                </a:cubicBezTo>
                <a:cubicBezTo>
                  <a:pt x="888564" y="162665"/>
                  <a:pt x="890927" y="161818"/>
                  <a:pt x="893375" y="161329"/>
                </a:cubicBezTo>
                <a:cubicBezTo>
                  <a:pt x="894900" y="161329"/>
                  <a:pt x="895357" y="160719"/>
                  <a:pt x="898863" y="159728"/>
                </a:cubicBezTo>
                <a:cubicBezTo>
                  <a:pt x="901594" y="159316"/>
                  <a:pt x="904197" y="158300"/>
                  <a:pt x="906485" y="156756"/>
                </a:cubicBezTo>
                <a:cubicBezTo>
                  <a:pt x="908087" y="155612"/>
                  <a:pt x="909534" y="154698"/>
                  <a:pt x="910830" y="153936"/>
                </a:cubicBezTo>
                <a:cubicBezTo>
                  <a:pt x="912052" y="153186"/>
                  <a:pt x="913326" y="152524"/>
                  <a:pt x="914641" y="151954"/>
                </a:cubicBezTo>
                <a:cubicBezTo>
                  <a:pt x="915809" y="150861"/>
                  <a:pt x="917395" y="150332"/>
                  <a:pt x="918986" y="150505"/>
                </a:cubicBezTo>
                <a:close/>
                <a:moveTo>
                  <a:pt x="1168760" y="138006"/>
                </a:moveTo>
                <a:cubicBezTo>
                  <a:pt x="1166931" y="139835"/>
                  <a:pt x="1161138" y="138006"/>
                  <a:pt x="1161138" y="143265"/>
                </a:cubicBezTo>
                <a:cubicBezTo>
                  <a:pt x="1161214" y="145857"/>
                  <a:pt x="1160148" y="149287"/>
                  <a:pt x="1161977" y="150887"/>
                </a:cubicBezTo>
                <a:cubicBezTo>
                  <a:pt x="1161977" y="150887"/>
                  <a:pt x="1163425" y="154317"/>
                  <a:pt x="1165254" y="152869"/>
                </a:cubicBezTo>
                <a:cubicBezTo>
                  <a:pt x="1168913" y="150125"/>
                  <a:pt x="1173486" y="148982"/>
                  <a:pt x="1173943" y="144637"/>
                </a:cubicBezTo>
                <a:lnTo>
                  <a:pt x="1174324" y="144408"/>
                </a:lnTo>
                <a:cubicBezTo>
                  <a:pt x="1175011" y="138539"/>
                  <a:pt x="1173562" y="136862"/>
                  <a:pt x="1168760" y="138006"/>
                </a:cubicBezTo>
                <a:close/>
                <a:moveTo>
                  <a:pt x="1209919" y="126801"/>
                </a:moveTo>
                <a:cubicBezTo>
                  <a:pt x="1203441" y="128859"/>
                  <a:pt x="1192999" y="128555"/>
                  <a:pt x="1192465" y="133661"/>
                </a:cubicBezTo>
                <a:cubicBezTo>
                  <a:pt x="1192236" y="136329"/>
                  <a:pt x="1192236" y="140902"/>
                  <a:pt x="1194980" y="141893"/>
                </a:cubicBezTo>
                <a:cubicBezTo>
                  <a:pt x="1198043" y="142663"/>
                  <a:pt x="1201225" y="142844"/>
                  <a:pt x="1204355" y="142426"/>
                </a:cubicBezTo>
                <a:cubicBezTo>
                  <a:pt x="1207317" y="140178"/>
                  <a:pt x="1209502" y="137060"/>
                  <a:pt x="1210605" y="133509"/>
                </a:cubicBezTo>
                <a:cubicBezTo>
                  <a:pt x="1210605" y="131908"/>
                  <a:pt x="1210682" y="127487"/>
                  <a:pt x="1209919" y="126801"/>
                </a:cubicBezTo>
                <a:close/>
                <a:moveTo>
                  <a:pt x="1459008" y="125048"/>
                </a:moveTo>
                <a:cubicBezTo>
                  <a:pt x="1461001" y="125424"/>
                  <a:pt x="1462804" y="126473"/>
                  <a:pt x="1464115" y="128021"/>
                </a:cubicBezTo>
                <a:cubicBezTo>
                  <a:pt x="1466783" y="130841"/>
                  <a:pt x="1469679" y="132213"/>
                  <a:pt x="1471737" y="135109"/>
                </a:cubicBezTo>
                <a:cubicBezTo>
                  <a:pt x="1472917" y="137289"/>
                  <a:pt x="1473691" y="139665"/>
                  <a:pt x="1474023" y="142122"/>
                </a:cubicBezTo>
                <a:cubicBezTo>
                  <a:pt x="1474481" y="143799"/>
                  <a:pt x="1476996" y="145856"/>
                  <a:pt x="1476996" y="146771"/>
                </a:cubicBezTo>
                <a:cubicBezTo>
                  <a:pt x="1476462" y="153326"/>
                  <a:pt x="1471661" y="153173"/>
                  <a:pt x="1465182" y="157747"/>
                </a:cubicBezTo>
                <a:cubicBezTo>
                  <a:pt x="1461631" y="159681"/>
                  <a:pt x="1458476" y="162266"/>
                  <a:pt x="1455883" y="165369"/>
                </a:cubicBezTo>
                <a:cubicBezTo>
                  <a:pt x="1453843" y="167437"/>
                  <a:pt x="1451406" y="169070"/>
                  <a:pt x="1448718" y="170171"/>
                </a:cubicBezTo>
                <a:cubicBezTo>
                  <a:pt x="1441477" y="173296"/>
                  <a:pt x="1434998" y="172991"/>
                  <a:pt x="1434465" y="180156"/>
                </a:cubicBezTo>
                <a:cubicBezTo>
                  <a:pt x="1433932" y="187320"/>
                  <a:pt x="1437895" y="184424"/>
                  <a:pt x="1437895" y="192046"/>
                </a:cubicBezTo>
                <a:cubicBezTo>
                  <a:pt x="1437554" y="194037"/>
                  <a:pt x="1436744" y="195918"/>
                  <a:pt x="1435532" y="197534"/>
                </a:cubicBezTo>
                <a:cubicBezTo>
                  <a:pt x="1434403" y="198979"/>
                  <a:pt x="1433739" y="200733"/>
                  <a:pt x="1433627" y="202564"/>
                </a:cubicBezTo>
                <a:cubicBezTo>
                  <a:pt x="1433607" y="204438"/>
                  <a:pt x="1433108" y="206274"/>
                  <a:pt x="1432178" y="207900"/>
                </a:cubicBezTo>
                <a:cubicBezTo>
                  <a:pt x="1431344" y="209656"/>
                  <a:pt x="1431001" y="211605"/>
                  <a:pt x="1431188" y="213540"/>
                </a:cubicBezTo>
                <a:cubicBezTo>
                  <a:pt x="1431035" y="220552"/>
                  <a:pt x="1429892" y="226422"/>
                  <a:pt x="1431949" y="228174"/>
                </a:cubicBezTo>
                <a:cubicBezTo>
                  <a:pt x="1440721" y="227466"/>
                  <a:pt x="1449527" y="227263"/>
                  <a:pt x="1458322" y="227565"/>
                </a:cubicBezTo>
                <a:cubicBezTo>
                  <a:pt x="1461523" y="227565"/>
                  <a:pt x="1462819" y="225430"/>
                  <a:pt x="1465182" y="224897"/>
                </a:cubicBezTo>
                <a:cubicBezTo>
                  <a:pt x="1467333" y="224420"/>
                  <a:pt x="1469533" y="224190"/>
                  <a:pt x="1471737" y="224211"/>
                </a:cubicBezTo>
                <a:cubicBezTo>
                  <a:pt x="1474179" y="224627"/>
                  <a:pt x="1476577" y="225265"/>
                  <a:pt x="1478902" y="226117"/>
                </a:cubicBezTo>
                <a:cubicBezTo>
                  <a:pt x="1481340" y="227222"/>
                  <a:pt x="1483684" y="228522"/>
                  <a:pt x="1485914" y="230004"/>
                </a:cubicBezTo>
                <a:cubicBezTo>
                  <a:pt x="1488506" y="231833"/>
                  <a:pt x="1493155" y="232824"/>
                  <a:pt x="1495060" y="237626"/>
                </a:cubicBezTo>
                <a:cubicBezTo>
                  <a:pt x="1495643" y="239657"/>
                  <a:pt x="1495925" y="241763"/>
                  <a:pt x="1495899" y="243876"/>
                </a:cubicBezTo>
                <a:lnTo>
                  <a:pt x="1494602" y="244028"/>
                </a:lnTo>
                <a:cubicBezTo>
                  <a:pt x="1494606" y="244879"/>
                  <a:pt x="1494934" y="245697"/>
                  <a:pt x="1495517" y="246315"/>
                </a:cubicBezTo>
                <a:cubicBezTo>
                  <a:pt x="1496082" y="247336"/>
                  <a:pt x="1496297" y="248514"/>
                  <a:pt x="1496128" y="249669"/>
                </a:cubicBezTo>
                <a:cubicBezTo>
                  <a:pt x="1495772" y="251619"/>
                  <a:pt x="1494991" y="253466"/>
                  <a:pt x="1493841" y="255081"/>
                </a:cubicBezTo>
                <a:cubicBezTo>
                  <a:pt x="1492621" y="256986"/>
                  <a:pt x="1491097" y="259730"/>
                  <a:pt x="1489267" y="259730"/>
                </a:cubicBezTo>
                <a:cubicBezTo>
                  <a:pt x="1484389" y="259882"/>
                  <a:pt x="1481950" y="260340"/>
                  <a:pt x="1480350" y="260264"/>
                </a:cubicBezTo>
                <a:cubicBezTo>
                  <a:pt x="1478749" y="260187"/>
                  <a:pt x="1474023" y="258586"/>
                  <a:pt x="1470670" y="258586"/>
                </a:cubicBezTo>
                <a:cubicBezTo>
                  <a:pt x="1467316" y="258586"/>
                  <a:pt x="1464954" y="259501"/>
                  <a:pt x="1460761" y="259425"/>
                </a:cubicBezTo>
                <a:cubicBezTo>
                  <a:pt x="1456569" y="259349"/>
                  <a:pt x="1449024" y="258586"/>
                  <a:pt x="1444374" y="258053"/>
                </a:cubicBezTo>
                <a:cubicBezTo>
                  <a:pt x="1441402" y="257672"/>
                  <a:pt x="1432102" y="258434"/>
                  <a:pt x="1429129" y="258053"/>
                </a:cubicBezTo>
                <a:cubicBezTo>
                  <a:pt x="1424016" y="257574"/>
                  <a:pt x="1418858" y="257986"/>
                  <a:pt x="1413885" y="259272"/>
                </a:cubicBezTo>
                <a:lnTo>
                  <a:pt x="1399327" y="261330"/>
                </a:lnTo>
                <a:cubicBezTo>
                  <a:pt x="1394145" y="262093"/>
                  <a:pt x="1387437" y="260949"/>
                  <a:pt x="1382787" y="260949"/>
                </a:cubicBezTo>
                <a:cubicBezTo>
                  <a:pt x="1372815" y="261879"/>
                  <a:pt x="1362975" y="263898"/>
                  <a:pt x="1353442" y="266971"/>
                </a:cubicBezTo>
                <a:cubicBezTo>
                  <a:pt x="1341323" y="271163"/>
                  <a:pt x="1320134" y="280996"/>
                  <a:pt x="1317466" y="280691"/>
                </a:cubicBezTo>
                <a:cubicBezTo>
                  <a:pt x="1314798" y="280386"/>
                  <a:pt x="1309158" y="272840"/>
                  <a:pt x="1303747" y="267733"/>
                </a:cubicBezTo>
                <a:cubicBezTo>
                  <a:pt x="1303289" y="265213"/>
                  <a:pt x="1303289" y="262631"/>
                  <a:pt x="1303747" y="260111"/>
                </a:cubicBezTo>
                <a:cubicBezTo>
                  <a:pt x="1304248" y="256990"/>
                  <a:pt x="1303961" y="253792"/>
                  <a:pt x="1302908" y="250812"/>
                </a:cubicBezTo>
                <a:cubicBezTo>
                  <a:pt x="1304966" y="247230"/>
                  <a:pt x="1316933" y="242809"/>
                  <a:pt x="1318152" y="242504"/>
                </a:cubicBezTo>
                <a:cubicBezTo>
                  <a:pt x="1319372" y="242199"/>
                  <a:pt x="1324098" y="244028"/>
                  <a:pt x="1326994" y="243342"/>
                </a:cubicBezTo>
                <a:cubicBezTo>
                  <a:pt x="1328518" y="242961"/>
                  <a:pt x="1339342" y="238540"/>
                  <a:pt x="1345287" y="236406"/>
                </a:cubicBezTo>
                <a:cubicBezTo>
                  <a:pt x="1347650" y="235644"/>
                  <a:pt x="1351079" y="235491"/>
                  <a:pt x="1352909" y="234959"/>
                </a:cubicBezTo>
                <a:cubicBezTo>
                  <a:pt x="1358549" y="233205"/>
                  <a:pt x="1366857" y="229013"/>
                  <a:pt x="1372955" y="226574"/>
                </a:cubicBezTo>
                <a:cubicBezTo>
                  <a:pt x="1385989" y="221391"/>
                  <a:pt x="1386675" y="205690"/>
                  <a:pt x="1388656" y="199744"/>
                </a:cubicBezTo>
                <a:cubicBezTo>
                  <a:pt x="1389702" y="196860"/>
                  <a:pt x="1390243" y="193818"/>
                  <a:pt x="1390257" y="190751"/>
                </a:cubicBezTo>
                <a:cubicBezTo>
                  <a:pt x="1390333" y="187778"/>
                  <a:pt x="1390104" y="184195"/>
                  <a:pt x="1388656" y="183662"/>
                </a:cubicBezTo>
                <a:cubicBezTo>
                  <a:pt x="1386089" y="183880"/>
                  <a:pt x="1383541" y="184288"/>
                  <a:pt x="1381034" y="184881"/>
                </a:cubicBezTo>
                <a:cubicBezTo>
                  <a:pt x="1377824" y="185985"/>
                  <a:pt x="1374379" y="186221"/>
                  <a:pt x="1371050" y="185568"/>
                </a:cubicBezTo>
                <a:cubicBezTo>
                  <a:pt x="1368001" y="184119"/>
                  <a:pt x="1368458" y="180537"/>
                  <a:pt x="1368001" y="176497"/>
                </a:cubicBezTo>
                <a:cubicBezTo>
                  <a:pt x="1367025" y="172399"/>
                  <a:pt x="1364973" y="168636"/>
                  <a:pt x="1362055" y="165597"/>
                </a:cubicBezTo>
                <a:cubicBezTo>
                  <a:pt x="1360912" y="162822"/>
                  <a:pt x="1360392" y="159830"/>
                  <a:pt x="1360531" y="156832"/>
                </a:cubicBezTo>
                <a:cubicBezTo>
                  <a:pt x="1360607" y="155231"/>
                  <a:pt x="1359769" y="149972"/>
                  <a:pt x="1359769" y="148372"/>
                </a:cubicBezTo>
                <a:cubicBezTo>
                  <a:pt x="1359769" y="144180"/>
                  <a:pt x="1363732" y="143875"/>
                  <a:pt x="1367391" y="142046"/>
                </a:cubicBezTo>
                <a:cubicBezTo>
                  <a:pt x="1371923" y="142837"/>
                  <a:pt x="1376404" y="143906"/>
                  <a:pt x="1380806" y="145246"/>
                </a:cubicBezTo>
                <a:cubicBezTo>
                  <a:pt x="1391570" y="144080"/>
                  <a:pt x="1402258" y="142299"/>
                  <a:pt x="1412819" y="139911"/>
                </a:cubicBezTo>
                <a:cubicBezTo>
                  <a:pt x="1415182" y="139378"/>
                  <a:pt x="1417773" y="138539"/>
                  <a:pt x="1418383" y="138387"/>
                </a:cubicBezTo>
                <a:cubicBezTo>
                  <a:pt x="1418992" y="138234"/>
                  <a:pt x="1421203" y="137243"/>
                  <a:pt x="1422346" y="136863"/>
                </a:cubicBezTo>
                <a:cubicBezTo>
                  <a:pt x="1430709" y="134409"/>
                  <a:pt x="1438765" y="131008"/>
                  <a:pt x="1446356" y="126725"/>
                </a:cubicBezTo>
                <a:cubicBezTo>
                  <a:pt x="1448534" y="125976"/>
                  <a:pt x="1450844" y="125691"/>
                  <a:pt x="1453139" y="125887"/>
                </a:cubicBezTo>
                <a:cubicBezTo>
                  <a:pt x="1455110" y="125718"/>
                  <a:pt x="1457069" y="125438"/>
                  <a:pt x="1459008" y="125048"/>
                </a:cubicBezTo>
                <a:close/>
                <a:moveTo>
                  <a:pt x="1121808" y="116206"/>
                </a:moveTo>
                <a:cubicBezTo>
                  <a:pt x="1125544" y="113996"/>
                  <a:pt x="1127449" y="122228"/>
                  <a:pt x="1128669" y="125201"/>
                </a:cubicBezTo>
                <a:cubicBezTo>
                  <a:pt x="1129354" y="126648"/>
                  <a:pt x="1127297" y="132289"/>
                  <a:pt x="1127067" y="134270"/>
                </a:cubicBezTo>
                <a:cubicBezTo>
                  <a:pt x="1126839" y="136252"/>
                  <a:pt x="1123943" y="138692"/>
                  <a:pt x="1123943" y="144636"/>
                </a:cubicBezTo>
                <a:cubicBezTo>
                  <a:pt x="1124019" y="147304"/>
                  <a:pt x="1121580" y="149286"/>
                  <a:pt x="1118303" y="152258"/>
                </a:cubicBezTo>
                <a:cubicBezTo>
                  <a:pt x="1114950" y="155501"/>
                  <a:pt x="1111819" y="158964"/>
                  <a:pt x="1108928" y="162624"/>
                </a:cubicBezTo>
                <a:cubicBezTo>
                  <a:pt x="1107400" y="166262"/>
                  <a:pt x="1107053" y="170289"/>
                  <a:pt x="1107937" y="174134"/>
                </a:cubicBezTo>
                <a:cubicBezTo>
                  <a:pt x="1107937" y="175429"/>
                  <a:pt x="1106336" y="179546"/>
                  <a:pt x="1108622" y="181756"/>
                </a:cubicBezTo>
                <a:cubicBezTo>
                  <a:pt x="1110909" y="183967"/>
                  <a:pt x="1113425" y="181604"/>
                  <a:pt x="1114720" y="181756"/>
                </a:cubicBezTo>
                <a:cubicBezTo>
                  <a:pt x="1116016" y="181909"/>
                  <a:pt x="1115178" y="184500"/>
                  <a:pt x="1116702" y="187320"/>
                </a:cubicBezTo>
                <a:cubicBezTo>
                  <a:pt x="1119522" y="192732"/>
                  <a:pt x="1120437" y="193570"/>
                  <a:pt x="1120437" y="196238"/>
                </a:cubicBezTo>
                <a:cubicBezTo>
                  <a:pt x="1120360" y="197763"/>
                  <a:pt x="1120360" y="199058"/>
                  <a:pt x="1119141" y="199820"/>
                </a:cubicBezTo>
                <a:cubicBezTo>
                  <a:pt x="1112082" y="204075"/>
                  <a:pt x="1106066" y="209857"/>
                  <a:pt x="1101534" y="216741"/>
                </a:cubicBezTo>
                <a:cubicBezTo>
                  <a:pt x="1101033" y="219082"/>
                  <a:pt x="1101328" y="221523"/>
                  <a:pt x="1102373" y="223678"/>
                </a:cubicBezTo>
                <a:cubicBezTo>
                  <a:pt x="1103820" y="223678"/>
                  <a:pt x="1107479" y="223678"/>
                  <a:pt x="1109080" y="223678"/>
                </a:cubicBezTo>
                <a:lnTo>
                  <a:pt x="1108851" y="224135"/>
                </a:lnTo>
                <a:cubicBezTo>
                  <a:pt x="1111244" y="224796"/>
                  <a:pt x="1113373" y="226180"/>
                  <a:pt x="1114949" y="228098"/>
                </a:cubicBezTo>
                <a:cubicBezTo>
                  <a:pt x="1116045" y="230118"/>
                  <a:pt x="1116670" y="232358"/>
                  <a:pt x="1116778" y="234653"/>
                </a:cubicBezTo>
                <a:cubicBezTo>
                  <a:pt x="1115635" y="244334"/>
                  <a:pt x="1107251" y="250354"/>
                  <a:pt x="1099629" y="255233"/>
                </a:cubicBezTo>
                <a:cubicBezTo>
                  <a:pt x="1092007" y="260111"/>
                  <a:pt x="1078210" y="265447"/>
                  <a:pt x="1071656" y="269181"/>
                </a:cubicBezTo>
                <a:cubicBezTo>
                  <a:pt x="1066244" y="272306"/>
                  <a:pt x="1061138" y="280081"/>
                  <a:pt x="1058012" y="281376"/>
                </a:cubicBezTo>
                <a:cubicBezTo>
                  <a:pt x="1058012" y="281376"/>
                  <a:pt x="1054277" y="282596"/>
                  <a:pt x="1052601" y="281376"/>
                </a:cubicBezTo>
                <a:cubicBezTo>
                  <a:pt x="1050116" y="280479"/>
                  <a:pt x="1047568" y="279766"/>
                  <a:pt x="1044979" y="279242"/>
                </a:cubicBezTo>
                <a:cubicBezTo>
                  <a:pt x="1042387" y="278404"/>
                  <a:pt x="1043606" y="274745"/>
                  <a:pt x="1041701" y="272535"/>
                </a:cubicBezTo>
                <a:cubicBezTo>
                  <a:pt x="1039709" y="270594"/>
                  <a:pt x="1038105" y="268292"/>
                  <a:pt x="1036975" y="265751"/>
                </a:cubicBezTo>
                <a:cubicBezTo>
                  <a:pt x="1035383" y="261837"/>
                  <a:pt x="1034655" y="257625"/>
                  <a:pt x="1034841" y="253403"/>
                </a:cubicBezTo>
                <a:cubicBezTo>
                  <a:pt x="1037114" y="248021"/>
                  <a:pt x="1041495" y="243806"/>
                  <a:pt x="1046960" y="241742"/>
                </a:cubicBezTo>
                <a:cubicBezTo>
                  <a:pt x="1049366" y="240172"/>
                  <a:pt x="1051682" y="238466"/>
                  <a:pt x="1053896" y="236635"/>
                </a:cubicBezTo>
                <a:cubicBezTo>
                  <a:pt x="1056015" y="235459"/>
                  <a:pt x="1057740" y="233682"/>
                  <a:pt x="1058851" y="231528"/>
                </a:cubicBezTo>
                <a:cubicBezTo>
                  <a:pt x="1059512" y="229946"/>
                  <a:pt x="1059949" y="228278"/>
                  <a:pt x="1060146" y="226574"/>
                </a:cubicBezTo>
                <a:cubicBezTo>
                  <a:pt x="1060299" y="223983"/>
                  <a:pt x="1061595" y="222077"/>
                  <a:pt x="1061594" y="220171"/>
                </a:cubicBezTo>
                <a:cubicBezTo>
                  <a:pt x="1061384" y="218272"/>
                  <a:pt x="1060585" y="216486"/>
                  <a:pt x="1059308" y="215065"/>
                </a:cubicBezTo>
                <a:cubicBezTo>
                  <a:pt x="1058076" y="213813"/>
                  <a:pt x="1057138" y="212303"/>
                  <a:pt x="1056564" y="210644"/>
                </a:cubicBezTo>
                <a:cubicBezTo>
                  <a:pt x="1056564" y="210568"/>
                  <a:pt x="1051077" y="204241"/>
                  <a:pt x="1051076" y="201116"/>
                </a:cubicBezTo>
                <a:cubicBezTo>
                  <a:pt x="1051257" y="196300"/>
                  <a:pt x="1055034" y="192392"/>
                  <a:pt x="1059841" y="192046"/>
                </a:cubicBezTo>
                <a:cubicBezTo>
                  <a:pt x="1061366" y="191436"/>
                  <a:pt x="1064186" y="192046"/>
                  <a:pt x="1065710" y="192046"/>
                </a:cubicBezTo>
                <a:cubicBezTo>
                  <a:pt x="1069369" y="191741"/>
                  <a:pt x="1071961" y="188235"/>
                  <a:pt x="1073943" y="185263"/>
                </a:cubicBezTo>
                <a:cubicBezTo>
                  <a:pt x="1075001" y="181173"/>
                  <a:pt x="1075614" y="176983"/>
                  <a:pt x="1075771" y="172762"/>
                </a:cubicBezTo>
                <a:cubicBezTo>
                  <a:pt x="1076991" y="168494"/>
                  <a:pt x="1071885" y="167807"/>
                  <a:pt x="1069369" y="166817"/>
                </a:cubicBezTo>
                <a:cubicBezTo>
                  <a:pt x="1066950" y="165596"/>
                  <a:pt x="1064390" y="164675"/>
                  <a:pt x="1061747" y="164073"/>
                </a:cubicBezTo>
                <a:cubicBezTo>
                  <a:pt x="1059689" y="163921"/>
                  <a:pt x="1057936" y="161482"/>
                  <a:pt x="1056945" y="158814"/>
                </a:cubicBezTo>
                <a:cubicBezTo>
                  <a:pt x="1055955" y="156146"/>
                  <a:pt x="1055115" y="156984"/>
                  <a:pt x="1052982" y="156146"/>
                </a:cubicBezTo>
                <a:cubicBezTo>
                  <a:pt x="1050847" y="155307"/>
                  <a:pt x="1050847" y="148067"/>
                  <a:pt x="1050847" y="147228"/>
                </a:cubicBezTo>
                <a:cubicBezTo>
                  <a:pt x="1050847" y="146390"/>
                  <a:pt x="1053058" y="145475"/>
                  <a:pt x="1054963" y="144636"/>
                </a:cubicBezTo>
                <a:cubicBezTo>
                  <a:pt x="1056869" y="143799"/>
                  <a:pt x="1056869" y="142426"/>
                  <a:pt x="1058088" y="139835"/>
                </a:cubicBezTo>
                <a:cubicBezTo>
                  <a:pt x="1059308" y="137243"/>
                  <a:pt x="1062128" y="136633"/>
                  <a:pt x="1064719" y="135948"/>
                </a:cubicBezTo>
                <a:cubicBezTo>
                  <a:pt x="1067631" y="135776"/>
                  <a:pt x="1070533" y="135445"/>
                  <a:pt x="1073409" y="134957"/>
                </a:cubicBezTo>
                <a:cubicBezTo>
                  <a:pt x="1085603" y="130003"/>
                  <a:pt x="1099400" y="116359"/>
                  <a:pt x="1111062" y="116969"/>
                </a:cubicBezTo>
                <a:cubicBezTo>
                  <a:pt x="1117006" y="117350"/>
                  <a:pt x="1119445" y="117503"/>
                  <a:pt x="1121808" y="116206"/>
                </a:cubicBezTo>
                <a:close/>
                <a:moveTo>
                  <a:pt x="1647883" y="115902"/>
                </a:moveTo>
                <a:cubicBezTo>
                  <a:pt x="1650703" y="116359"/>
                  <a:pt x="1658249" y="115063"/>
                  <a:pt x="1658935" y="116359"/>
                </a:cubicBezTo>
                <a:cubicBezTo>
                  <a:pt x="1661127" y="119570"/>
                  <a:pt x="1664196" y="122083"/>
                  <a:pt x="1667777" y="123600"/>
                </a:cubicBezTo>
                <a:cubicBezTo>
                  <a:pt x="1670750" y="125124"/>
                  <a:pt x="1669454" y="127182"/>
                  <a:pt x="1669835" y="129850"/>
                </a:cubicBezTo>
                <a:cubicBezTo>
                  <a:pt x="1670216" y="132517"/>
                  <a:pt x="1671893" y="133585"/>
                  <a:pt x="1671055" y="135871"/>
                </a:cubicBezTo>
                <a:cubicBezTo>
                  <a:pt x="1670216" y="138158"/>
                  <a:pt x="1668159" y="142198"/>
                  <a:pt x="1666405" y="147076"/>
                </a:cubicBezTo>
                <a:cubicBezTo>
                  <a:pt x="1666405" y="148142"/>
                  <a:pt x="1665033" y="153630"/>
                  <a:pt x="1666405" y="153630"/>
                </a:cubicBezTo>
                <a:cubicBezTo>
                  <a:pt x="1667987" y="153726"/>
                  <a:pt x="1669559" y="153326"/>
                  <a:pt x="1670902" y="152488"/>
                </a:cubicBezTo>
                <a:cubicBezTo>
                  <a:pt x="1671588" y="152183"/>
                  <a:pt x="1674637" y="150658"/>
                  <a:pt x="1676542" y="149972"/>
                </a:cubicBezTo>
                <a:cubicBezTo>
                  <a:pt x="1678832" y="149462"/>
                  <a:pt x="1681056" y="148695"/>
                  <a:pt x="1683174" y="147686"/>
                </a:cubicBezTo>
                <a:cubicBezTo>
                  <a:pt x="1685766" y="145856"/>
                  <a:pt x="1689195" y="142198"/>
                  <a:pt x="1690796" y="142198"/>
                </a:cubicBezTo>
                <a:cubicBezTo>
                  <a:pt x="1690796" y="142198"/>
                  <a:pt x="1700933" y="139225"/>
                  <a:pt x="1702686" y="142198"/>
                </a:cubicBezTo>
                <a:cubicBezTo>
                  <a:pt x="1704439" y="145170"/>
                  <a:pt x="1708707" y="144866"/>
                  <a:pt x="1713052" y="145551"/>
                </a:cubicBezTo>
                <a:cubicBezTo>
                  <a:pt x="1717397" y="146237"/>
                  <a:pt x="1720217" y="153249"/>
                  <a:pt x="1720217" y="159195"/>
                </a:cubicBezTo>
                <a:cubicBezTo>
                  <a:pt x="1720293" y="161634"/>
                  <a:pt x="1720141" y="162625"/>
                  <a:pt x="1717473" y="162625"/>
                </a:cubicBezTo>
                <a:cubicBezTo>
                  <a:pt x="1716025" y="162701"/>
                  <a:pt x="1714424" y="165140"/>
                  <a:pt x="1711757" y="166893"/>
                </a:cubicBezTo>
                <a:cubicBezTo>
                  <a:pt x="1707598" y="169285"/>
                  <a:pt x="1703172" y="171178"/>
                  <a:pt x="1698570" y="172533"/>
                </a:cubicBezTo>
                <a:cubicBezTo>
                  <a:pt x="1696251" y="174081"/>
                  <a:pt x="1693668" y="175192"/>
                  <a:pt x="1690948" y="175811"/>
                </a:cubicBezTo>
                <a:cubicBezTo>
                  <a:pt x="1687594" y="176268"/>
                  <a:pt x="1684622" y="176421"/>
                  <a:pt x="1682107" y="176954"/>
                </a:cubicBezTo>
                <a:cubicBezTo>
                  <a:pt x="1677387" y="178113"/>
                  <a:pt x="1672829" y="179853"/>
                  <a:pt x="1668539" y="182137"/>
                </a:cubicBezTo>
                <a:cubicBezTo>
                  <a:pt x="1666710" y="184076"/>
                  <a:pt x="1665193" y="186288"/>
                  <a:pt x="1664042" y="188692"/>
                </a:cubicBezTo>
                <a:cubicBezTo>
                  <a:pt x="1662983" y="192262"/>
                  <a:pt x="1663569" y="196118"/>
                  <a:pt x="1665643" y="199211"/>
                </a:cubicBezTo>
                <a:cubicBezTo>
                  <a:pt x="1671991" y="207856"/>
                  <a:pt x="1679536" y="215556"/>
                  <a:pt x="1688052" y="222077"/>
                </a:cubicBezTo>
                <a:cubicBezTo>
                  <a:pt x="1692091" y="225507"/>
                  <a:pt x="1697808" y="237321"/>
                  <a:pt x="1704592" y="240751"/>
                </a:cubicBezTo>
                <a:cubicBezTo>
                  <a:pt x="1710643" y="244043"/>
                  <a:pt x="1716340" y="247951"/>
                  <a:pt x="1721589" y="252412"/>
                </a:cubicBezTo>
                <a:cubicBezTo>
                  <a:pt x="1724684" y="254052"/>
                  <a:pt x="1727958" y="255331"/>
                  <a:pt x="1731345" y="256224"/>
                </a:cubicBezTo>
                <a:cubicBezTo>
                  <a:pt x="1734394" y="257519"/>
                  <a:pt x="1737062" y="260339"/>
                  <a:pt x="1738967" y="261026"/>
                </a:cubicBezTo>
                <a:cubicBezTo>
                  <a:pt x="1743922" y="262702"/>
                  <a:pt x="1748190" y="264227"/>
                  <a:pt x="1755812" y="267275"/>
                </a:cubicBezTo>
                <a:cubicBezTo>
                  <a:pt x="1757641" y="268038"/>
                  <a:pt x="1760690" y="268266"/>
                  <a:pt x="1761605" y="269943"/>
                </a:cubicBezTo>
                <a:lnTo>
                  <a:pt x="1760995" y="270705"/>
                </a:lnTo>
                <a:cubicBezTo>
                  <a:pt x="1761758" y="272153"/>
                  <a:pt x="1759318" y="273449"/>
                  <a:pt x="1759166" y="275126"/>
                </a:cubicBezTo>
                <a:cubicBezTo>
                  <a:pt x="1759014" y="276803"/>
                  <a:pt x="1759775" y="279623"/>
                  <a:pt x="1758328" y="281376"/>
                </a:cubicBezTo>
                <a:cubicBezTo>
                  <a:pt x="1755985" y="284380"/>
                  <a:pt x="1752452" y="286216"/>
                  <a:pt x="1748648" y="286407"/>
                </a:cubicBezTo>
                <a:cubicBezTo>
                  <a:pt x="1747046" y="286559"/>
                  <a:pt x="1745827" y="288846"/>
                  <a:pt x="1744684" y="289685"/>
                </a:cubicBezTo>
                <a:cubicBezTo>
                  <a:pt x="1743541" y="290522"/>
                  <a:pt x="1741863" y="290522"/>
                  <a:pt x="1740720" y="290522"/>
                </a:cubicBezTo>
                <a:cubicBezTo>
                  <a:pt x="1737740" y="290534"/>
                  <a:pt x="1734761" y="290356"/>
                  <a:pt x="1731802" y="289989"/>
                </a:cubicBezTo>
                <a:cubicBezTo>
                  <a:pt x="1728730" y="290158"/>
                  <a:pt x="1725652" y="290158"/>
                  <a:pt x="1722580" y="289989"/>
                </a:cubicBezTo>
                <a:cubicBezTo>
                  <a:pt x="1719817" y="289965"/>
                  <a:pt x="1717081" y="289449"/>
                  <a:pt x="1714500" y="288465"/>
                </a:cubicBezTo>
                <a:cubicBezTo>
                  <a:pt x="1709470" y="285568"/>
                  <a:pt x="1705659" y="287702"/>
                  <a:pt x="1701848" y="286712"/>
                </a:cubicBezTo>
                <a:cubicBezTo>
                  <a:pt x="1698856" y="286173"/>
                  <a:pt x="1696243" y="284366"/>
                  <a:pt x="1694683" y="281758"/>
                </a:cubicBezTo>
                <a:cubicBezTo>
                  <a:pt x="1692244" y="274973"/>
                  <a:pt x="1695521" y="272992"/>
                  <a:pt x="1683708" y="262168"/>
                </a:cubicBezTo>
                <a:cubicBezTo>
                  <a:pt x="1679250" y="257166"/>
                  <a:pt x="1675101" y="251897"/>
                  <a:pt x="1671283" y="246391"/>
                </a:cubicBezTo>
                <a:cubicBezTo>
                  <a:pt x="1668959" y="243335"/>
                  <a:pt x="1666412" y="240457"/>
                  <a:pt x="1663661" y="237778"/>
                </a:cubicBezTo>
                <a:cubicBezTo>
                  <a:pt x="1655886" y="232062"/>
                  <a:pt x="1648951" y="224135"/>
                  <a:pt x="1646359" y="222534"/>
                </a:cubicBezTo>
                <a:cubicBezTo>
                  <a:pt x="1645444" y="222001"/>
                  <a:pt x="1640261" y="234348"/>
                  <a:pt x="1634393" y="240675"/>
                </a:cubicBezTo>
                <a:cubicBezTo>
                  <a:pt x="1628524" y="247001"/>
                  <a:pt x="1624255" y="249973"/>
                  <a:pt x="1617090" y="257595"/>
                </a:cubicBezTo>
                <a:cubicBezTo>
                  <a:pt x="1611861" y="262230"/>
                  <a:pt x="1605847" y="265896"/>
                  <a:pt x="1599331" y="268419"/>
                </a:cubicBezTo>
                <a:cubicBezTo>
                  <a:pt x="1596358" y="270400"/>
                  <a:pt x="1589575" y="273449"/>
                  <a:pt x="1586145" y="275583"/>
                </a:cubicBezTo>
                <a:cubicBezTo>
                  <a:pt x="1582715" y="277717"/>
                  <a:pt x="1576694" y="277412"/>
                  <a:pt x="1574026" y="278709"/>
                </a:cubicBezTo>
                <a:cubicBezTo>
                  <a:pt x="1571913" y="279535"/>
                  <a:pt x="1569662" y="279948"/>
                  <a:pt x="1567394" y="279928"/>
                </a:cubicBezTo>
                <a:cubicBezTo>
                  <a:pt x="1565565" y="279623"/>
                  <a:pt x="1564270" y="277032"/>
                  <a:pt x="1562897" y="276041"/>
                </a:cubicBezTo>
                <a:cubicBezTo>
                  <a:pt x="1561526" y="275050"/>
                  <a:pt x="1561526" y="270095"/>
                  <a:pt x="1559467" y="269181"/>
                </a:cubicBezTo>
                <a:cubicBezTo>
                  <a:pt x="1557481" y="268693"/>
                  <a:pt x="1555543" y="268030"/>
                  <a:pt x="1553675" y="267199"/>
                </a:cubicBezTo>
                <a:cubicBezTo>
                  <a:pt x="1552455" y="266056"/>
                  <a:pt x="1553446" y="264151"/>
                  <a:pt x="1557409" y="262855"/>
                </a:cubicBezTo>
                <a:cubicBezTo>
                  <a:pt x="1560570" y="261782"/>
                  <a:pt x="1563476" y="260069"/>
                  <a:pt x="1565946" y="257824"/>
                </a:cubicBezTo>
                <a:cubicBezTo>
                  <a:pt x="1568042" y="256574"/>
                  <a:pt x="1570008" y="255118"/>
                  <a:pt x="1571816" y="253480"/>
                </a:cubicBezTo>
                <a:cubicBezTo>
                  <a:pt x="1572501" y="252641"/>
                  <a:pt x="1574940" y="252260"/>
                  <a:pt x="1575932" y="251650"/>
                </a:cubicBezTo>
                <a:cubicBezTo>
                  <a:pt x="1585605" y="243451"/>
                  <a:pt x="1594768" y="234670"/>
                  <a:pt x="1603371" y="225354"/>
                </a:cubicBezTo>
                <a:cubicBezTo>
                  <a:pt x="1608289" y="220055"/>
                  <a:pt x="1611915" y="213690"/>
                  <a:pt x="1613965" y="206757"/>
                </a:cubicBezTo>
                <a:cubicBezTo>
                  <a:pt x="1615263" y="204413"/>
                  <a:pt x="1616018" y="201808"/>
                  <a:pt x="1616176" y="199135"/>
                </a:cubicBezTo>
                <a:cubicBezTo>
                  <a:pt x="1615947" y="197915"/>
                  <a:pt x="1612288" y="199135"/>
                  <a:pt x="1610688" y="199135"/>
                </a:cubicBezTo>
                <a:cubicBezTo>
                  <a:pt x="1609087" y="199135"/>
                  <a:pt x="1608097" y="199058"/>
                  <a:pt x="1606495" y="199135"/>
                </a:cubicBezTo>
                <a:cubicBezTo>
                  <a:pt x="1604895" y="199211"/>
                  <a:pt x="1602685" y="200659"/>
                  <a:pt x="1600855" y="200659"/>
                </a:cubicBezTo>
                <a:cubicBezTo>
                  <a:pt x="1599103" y="201269"/>
                  <a:pt x="1597196" y="201269"/>
                  <a:pt x="1595444" y="200659"/>
                </a:cubicBezTo>
                <a:cubicBezTo>
                  <a:pt x="1592547" y="199744"/>
                  <a:pt x="1591022" y="197305"/>
                  <a:pt x="1587135" y="196772"/>
                </a:cubicBezTo>
                <a:cubicBezTo>
                  <a:pt x="1581890" y="194911"/>
                  <a:pt x="1578144" y="190251"/>
                  <a:pt x="1577455" y="184728"/>
                </a:cubicBezTo>
                <a:cubicBezTo>
                  <a:pt x="1576797" y="181902"/>
                  <a:pt x="1577802" y="178947"/>
                  <a:pt x="1580047" y="177106"/>
                </a:cubicBezTo>
                <a:cubicBezTo>
                  <a:pt x="1582029" y="175659"/>
                  <a:pt x="1583019" y="173601"/>
                  <a:pt x="1584621" y="172381"/>
                </a:cubicBezTo>
                <a:cubicBezTo>
                  <a:pt x="1586221" y="171161"/>
                  <a:pt x="1589117" y="171009"/>
                  <a:pt x="1590413" y="170171"/>
                </a:cubicBezTo>
                <a:cubicBezTo>
                  <a:pt x="1591709" y="169332"/>
                  <a:pt x="1593081" y="167808"/>
                  <a:pt x="1595291" y="166969"/>
                </a:cubicBezTo>
                <a:cubicBezTo>
                  <a:pt x="1597502" y="166131"/>
                  <a:pt x="1603142" y="166969"/>
                  <a:pt x="1607182" y="166969"/>
                </a:cubicBezTo>
                <a:cubicBezTo>
                  <a:pt x="1614125" y="166057"/>
                  <a:pt x="1620799" y="163694"/>
                  <a:pt x="1626771" y="160033"/>
                </a:cubicBezTo>
                <a:cubicBezTo>
                  <a:pt x="1626563" y="153801"/>
                  <a:pt x="1627844" y="147608"/>
                  <a:pt x="1630505" y="141969"/>
                </a:cubicBezTo>
                <a:cubicBezTo>
                  <a:pt x="1631406" y="138225"/>
                  <a:pt x="1631842" y="134386"/>
                  <a:pt x="1631801" y="130536"/>
                </a:cubicBezTo>
                <a:cubicBezTo>
                  <a:pt x="1632219" y="127253"/>
                  <a:pt x="1632038" y="123922"/>
                  <a:pt x="1631268" y="120703"/>
                </a:cubicBezTo>
                <a:cubicBezTo>
                  <a:pt x="1631191" y="117959"/>
                  <a:pt x="1632715" y="117654"/>
                  <a:pt x="1634317" y="117197"/>
                </a:cubicBezTo>
                <a:cubicBezTo>
                  <a:pt x="1639347" y="115825"/>
                  <a:pt x="1639271" y="117731"/>
                  <a:pt x="1641939" y="117807"/>
                </a:cubicBezTo>
                <a:cubicBezTo>
                  <a:pt x="1644606" y="117883"/>
                  <a:pt x="1645063" y="115444"/>
                  <a:pt x="1647883" y="115902"/>
                </a:cubicBezTo>
                <a:close/>
                <a:moveTo>
                  <a:pt x="592838" y="113463"/>
                </a:moveTo>
                <a:cubicBezTo>
                  <a:pt x="594286" y="113616"/>
                  <a:pt x="595963" y="116055"/>
                  <a:pt x="598478" y="116588"/>
                </a:cubicBezTo>
                <a:cubicBezTo>
                  <a:pt x="600993" y="117121"/>
                  <a:pt x="604576" y="117045"/>
                  <a:pt x="607472" y="117579"/>
                </a:cubicBezTo>
                <a:cubicBezTo>
                  <a:pt x="608997" y="117579"/>
                  <a:pt x="615094" y="117579"/>
                  <a:pt x="616619" y="117579"/>
                </a:cubicBezTo>
                <a:cubicBezTo>
                  <a:pt x="618680" y="117705"/>
                  <a:pt x="620697" y="118222"/>
                  <a:pt x="622564" y="119104"/>
                </a:cubicBezTo>
                <a:cubicBezTo>
                  <a:pt x="623479" y="119637"/>
                  <a:pt x="626680" y="120323"/>
                  <a:pt x="627823" y="121619"/>
                </a:cubicBezTo>
                <a:cubicBezTo>
                  <a:pt x="630412" y="124018"/>
                  <a:pt x="632351" y="127034"/>
                  <a:pt x="633464" y="130384"/>
                </a:cubicBezTo>
                <a:lnTo>
                  <a:pt x="632472" y="130765"/>
                </a:lnTo>
                <a:cubicBezTo>
                  <a:pt x="632854" y="133509"/>
                  <a:pt x="632015" y="134424"/>
                  <a:pt x="632015" y="136558"/>
                </a:cubicBezTo>
                <a:cubicBezTo>
                  <a:pt x="632351" y="139495"/>
                  <a:pt x="632351" y="142462"/>
                  <a:pt x="632015" y="145399"/>
                </a:cubicBezTo>
                <a:cubicBezTo>
                  <a:pt x="631634" y="146924"/>
                  <a:pt x="629347" y="150658"/>
                  <a:pt x="627518" y="155004"/>
                </a:cubicBezTo>
                <a:cubicBezTo>
                  <a:pt x="626868" y="158274"/>
                  <a:pt x="626435" y="161584"/>
                  <a:pt x="626223" y="164912"/>
                </a:cubicBezTo>
                <a:cubicBezTo>
                  <a:pt x="626147" y="169561"/>
                  <a:pt x="625918" y="172992"/>
                  <a:pt x="625232" y="182900"/>
                </a:cubicBezTo>
                <a:cubicBezTo>
                  <a:pt x="625079" y="186254"/>
                  <a:pt x="624164" y="189379"/>
                  <a:pt x="623631" y="193876"/>
                </a:cubicBezTo>
                <a:cubicBezTo>
                  <a:pt x="623403" y="195552"/>
                  <a:pt x="622945" y="200278"/>
                  <a:pt x="622945" y="203174"/>
                </a:cubicBezTo>
                <a:cubicBezTo>
                  <a:pt x="622869" y="207519"/>
                  <a:pt x="624850" y="208358"/>
                  <a:pt x="625079" y="209501"/>
                </a:cubicBezTo>
                <a:cubicBezTo>
                  <a:pt x="625308" y="210644"/>
                  <a:pt x="625384" y="210873"/>
                  <a:pt x="625689" y="213159"/>
                </a:cubicBezTo>
                <a:cubicBezTo>
                  <a:pt x="625994" y="215446"/>
                  <a:pt x="627290" y="216513"/>
                  <a:pt x="626908" y="218876"/>
                </a:cubicBezTo>
                <a:cubicBezTo>
                  <a:pt x="626527" y="221239"/>
                  <a:pt x="624545" y="225203"/>
                  <a:pt x="623479" y="231147"/>
                </a:cubicBezTo>
                <a:cubicBezTo>
                  <a:pt x="622925" y="233850"/>
                  <a:pt x="621374" y="236245"/>
                  <a:pt x="619134" y="237855"/>
                </a:cubicBezTo>
                <a:cubicBezTo>
                  <a:pt x="615265" y="241093"/>
                  <a:pt x="610886" y="243668"/>
                  <a:pt x="606176" y="245477"/>
                </a:cubicBezTo>
                <a:cubicBezTo>
                  <a:pt x="600993" y="247154"/>
                  <a:pt x="597793" y="254319"/>
                  <a:pt x="594820" y="256224"/>
                </a:cubicBezTo>
                <a:cubicBezTo>
                  <a:pt x="590941" y="258262"/>
                  <a:pt x="586945" y="260069"/>
                  <a:pt x="582853" y="261636"/>
                </a:cubicBezTo>
                <a:cubicBezTo>
                  <a:pt x="577401" y="263987"/>
                  <a:pt x="572277" y="267036"/>
                  <a:pt x="567609" y="270706"/>
                </a:cubicBezTo>
                <a:cubicBezTo>
                  <a:pt x="564613" y="272315"/>
                  <a:pt x="561475" y="273641"/>
                  <a:pt x="558234" y="274670"/>
                </a:cubicBezTo>
                <a:cubicBezTo>
                  <a:pt x="553646" y="278564"/>
                  <a:pt x="548752" y="282081"/>
                  <a:pt x="543599" y="285189"/>
                </a:cubicBezTo>
                <a:cubicBezTo>
                  <a:pt x="540627" y="286484"/>
                  <a:pt x="537045" y="279701"/>
                  <a:pt x="534224" y="276728"/>
                </a:cubicBezTo>
                <a:cubicBezTo>
                  <a:pt x="532339" y="275026"/>
                  <a:pt x="530326" y="273472"/>
                  <a:pt x="528203" y="272079"/>
                </a:cubicBezTo>
                <a:cubicBezTo>
                  <a:pt x="526526" y="270706"/>
                  <a:pt x="527136" y="266819"/>
                  <a:pt x="526526" y="264457"/>
                </a:cubicBezTo>
                <a:cubicBezTo>
                  <a:pt x="525916" y="262093"/>
                  <a:pt x="524392" y="258892"/>
                  <a:pt x="524392" y="257825"/>
                </a:cubicBezTo>
                <a:cubicBezTo>
                  <a:pt x="524550" y="255587"/>
                  <a:pt x="525970" y="253634"/>
                  <a:pt x="528051" y="252794"/>
                </a:cubicBezTo>
                <a:cubicBezTo>
                  <a:pt x="529728" y="252260"/>
                  <a:pt x="532090" y="253023"/>
                  <a:pt x="533691" y="252260"/>
                </a:cubicBezTo>
                <a:cubicBezTo>
                  <a:pt x="536751" y="250778"/>
                  <a:pt x="539682" y="249045"/>
                  <a:pt x="542456" y="247077"/>
                </a:cubicBezTo>
                <a:cubicBezTo>
                  <a:pt x="545374" y="245400"/>
                  <a:pt x="548538" y="244192"/>
                  <a:pt x="551831" y="243496"/>
                </a:cubicBezTo>
                <a:cubicBezTo>
                  <a:pt x="557448" y="240884"/>
                  <a:pt x="562873" y="237878"/>
                  <a:pt x="568066" y="234501"/>
                </a:cubicBezTo>
                <a:cubicBezTo>
                  <a:pt x="570734" y="233053"/>
                  <a:pt x="575688" y="230615"/>
                  <a:pt x="575688" y="226879"/>
                </a:cubicBezTo>
                <a:cubicBezTo>
                  <a:pt x="575897" y="221134"/>
                  <a:pt x="575744" y="215380"/>
                  <a:pt x="575231" y="209654"/>
                </a:cubicBezTo>
                <a:cubicBezTo>
                  <a:pt x="574393" y="207900"/>
                  <a:pt x="571191" y="207215"/>
                  <a:pt x="571192" y="207215"/>
                </a:cubicBezTo>
                <a:cubicBezTo>
                  <a:pt x="568717" y="207934"/>
                  <a:pt x="566146" y="208268"/>
                  <a:pt x="563570" y="208205"/>
                </a:cubicBezTo>
                <a:cubicBezTo>
                  <a:pt x="561119" y="208885"/>
                  <a:pt x="558724" y="209751"/>
                  <a:pt x="556405" y="210796"/>
                </a:cubicBezTo>
                <a:cubicBezTo>
                  <a:pt x="554956" y="211483"/>
                  <a:pt x="552365" y="212169"/>
                  <a:pt x="550993" y="211483"/>
                </a:cubicBezTo>
                <a:cubicBezTo>
                  <a:pt x="549435" y="211072"/>
                  <a:pt x="548147" y="209979"/>
                  <a:pt x="547487" y="208510"/>
                </a:cubicBezTo>
                <a:cubicBezTo>
                  <a:pt x="546491" y="205665"/>
                  <a:pt x="545951" y="202681"/>
                  <a:pt x="545887" y="199669"/>
                </a:cubicBezTo>
                <a:cubicBezTo>
                  <a:pt x="544974" y="197732"/>
                  <a:pt x="544456" y="195633"/>
                  <a:pt x="544361" y="193495"/>
                </a:cubicBezTo>
                <a:cubicBezTo>
                  <a:pt x="545060" y="189367"/>
                  <a:pt x="545290" y="185173"/>
                  <a:pt x="545048" y="180995"/>
                </a:cubicBezTo>
                <a:cubicBezTo>
                  <a:pt x="545048" y="176040"/>
                  <a:pt x="549163" y="174363"/>
                  <a:pt x="552670" y="173754"/>
                </a:cubicBezTo>
                <a:cubicBezTo>
                  <a:pt x="556176" y="173144"/>
                  <a:pt x="559301" y="170552"/>
                  <a:pt x="562807" y="170553"/>
                </a:cubicBezTo>
                <a:cubicBezTo>
                  <a:pt x="565359" y="170630"/>
                  <a:pt x="567913" y="170452"/>
                  <a:pt x="570429" y="170019"/>
                </a:cubicBezTo>
                <a:cubicBezTo>
                  <a:pt x="574042" y="168974"/>
                  <a:pt x="577482" y="167408"/>
                  <a:pt x="580643" y="165370"/>
                </a:cubicBezTo>
                <a:cubicBezTo>
                  <a:pt x="582624" y="162473"/>
                  <a:pt x="585597" y="160644"/>
                  <a:pt x="585597" y="156070"/>
                </a:cubicBezTo>
                <a:cubicBezTo>
                  <a:pt x="586054" y="147458"/>
                  <a:pt x="588722" y="143646"/>
                  <a:pt x="588722" y="136024"/>
                </a:cubicBezTo>
                <a:cubicBezTo>
                  <a:pt x="589065" y="131156"/>
                  <a:pt x="587187" y="126393"/>
                  <a:pt x="583615" y="123067"/>
                </a:cubicBezTo>
                <a:cubicBezTo>
                  <a:pt x="582892" y="121955"/>
                  <a:pt x="582892" y="120521"/>
                  <a:pt x="583615" y="119408"/>
                </a:cubicBezTo>
                <a:cubicBezTo>
                  <a:pt x="585732" y="118230"/>
                  <a:pt x="587659" y="116740"/>
                  <a:pt x="589332" y="114987"/>
                </a:cubicBezTo>
                <a:cubicBezTo>
                  <a:pt x="590109" y="113846"/>
                  <a:pt x="591473" y="113253"/>
                  <a:pt x="592838" y="113463"/>
                </a:cubicBezTo>
                <a:close/>
                <a:moveTo>
                  <a:pt x="701072" y="103326"/>
                </a:moveTo>
                <a:cubicBezTo>
                  <a:pt x="704578" y="103478"/>
                  <a:pt x="705035" y="105460"/>
                  <a:pt x="706636" y="106604"/>
                </a:cubicBezTo>
                <a:cubicBezTo>
                  <a:pt x="708098" y="107270"/>
                  <a:pt x="709679" y="107633"/>
                  <a:pt x="711285" y="107671"/>
                </a:cubicBezTo>
                <a:cubicBezTo>
                  <a:pt x="712733" y="107899"/>
                  <a:pt x="714105" y="109958"/>
                  <a:pt x="714868" y="111710"/>
                </a:cubicBezTo>
                <a:cubicBezTo>
                  <a:pt x="716563" y="115217"/>
                  <a:pt x="717547" y="119026"/>
                  <a:pt x="717764" y="122915"/>
                </a:cubicBezTo>
                <a:cubicBezTo>
                  <a:pt x="717459" y="131223"/>
                  <a:pt x="711590" y="133052"/>
                  <a:pt x="709456" y="138159"/>
                </a:cubicBezTo>
                <a:cubicBezTo>
                  <a:pt x="708617" y="140626"/>
                  <a:pt x="708079" y="143185"/>
                  <a:pt x="707855" y="145781"/>
                </a:cubicBezTo>
                <a:cubicBezTo>
                  <a:pt x="708617" y="149973"/>
                  <a:pt x="712885" y="151117"/>
                  <a:pt x="714715" y="148144"/>
                </a:cubicBezTo>
                <a:cubicBezTo>
                  <a:pt x="718145" y="147382"/>
                  <a:pt x="719212" y="145400"/>
                  <a:pt x="721575" y="144256"/>
                </a:cubicBezTo>
                <a:cubicBezTo>
                  <a:pt x="723938" y="143114"/>
                  <a:pt x="727292" y="146924"/>
                  <a:pt x="732627" y="148144"/>
                </a:cubicBezTo>
                <a:cubicBezTo>
                  <a:pt x="735600" y="148830"/>
                  <a:pt x="736819" y="156223"/>
                  <a:pt x="738800" y="159653"/>
                </a:cubicBezTo>
                <a:cubicBezTo>
                  <a:pt x="739696" y="162304"/>
                  <a:pt x="740134" y="165088"/>
                  <a:pt x="740096" y="167885"/>
                </a:cubicBezTo>
                <a:cubicBezTo>
                  <a:pt x="739990" y="170001"/>
                  <a:pt x="738445" y="171768"/>
                  <a:pt x="736361" y="172154"/>
                </a:cubicBezTo>
                <a:cubicBezTo>
                  <a:pt x="733694" y="172763"/>
                  <a:pt x="732093" y="173144"/>
                  <a:pt x="728739" y="174135"/>
                </a:cubicBezTo>
                <a:cubicBezTo>
                  <a:pt x="726235" y="175216"/>
                  <a:pt x="723978" y="176798"/>
                  <a:pt x="722109" y="178784"/>
                </a:cubicBezTo>
                <a:cubicBezTo>
                  <a:pt x="719136" y="180918"/>
                  <a:pt x="716010" y="181376"/>
                  <a:pt x="712809" y="183967"/>
                </a:cubicBezTo>
                <a:cubicBezTo>
                  <a:pt x="708407" y="187316"/>
                  <a:pt x="703380" y="189752"/>
                  <a:pt x="698023" y="191132"/>
                </a:cubicBezTo>
                <a:cubicBezTo>
                  <a:pt x="695286" y="196190"/>
                  <a:pt x="693552" y="201728"/>
                  <a:pt x="692916" y="207443"/>
                </a:cubicBezTo>
                <a:cubicBezTo>
                  <a:pt x="692573" y="209994"/>
                  <a:pt x="692754" y="212588"/>
                  <a:pt x="693450" y="215065"/>
                </a:cubicBezTo>
                <a:cubicBezTo>
                  <a:pt x="694745" y="219639"/>
                  <a:pt x="693602" y="223984"/>
                  <a:pt x="697565" y="228557"/>
                </a:cubicBezTo>
                <a:cubicBezTo>
                  <a:pt x="700646" y="231465"/>
                  <a:pt x="704624" y="233238"/>
                  <a:pt x="708846" y="233587"/>
                </a:cubicBezTo>
                <a:cubicBezTo>
                  <a:pt x="711571" y="233634"/>
                  <a:pt x="714282" y="233993"/>
                  <a:pt x="716926" y="234655"/>
                </a:cubicBezTo>
                <a:cubicBezTo>
                  <a:pt x="718781" y="235270"/>
                  <a:pt x="720697" y="235679"/>
                  <a:pt x="722642" y="235874"/>
                </a:cubicBezTo>
                <a:cubicBezTo>
                  <a:pt x="724335" y="237019"/>
                  <a:pt x="726262" y="237775"/>
                  <a:pt x="728282" y="238084"/>
                </a:cubicBezTo>
                <a:cubicBezTo>
                  <a:pt x="731258" y="237961"/>
                  <a:pt x="734236" y="238269"/>
                  <a:pt x="737124" y="238999"/>
                </a:cubicBezTo>
                <a:lnTo>
                  <a:pt x="737505" y="239151"/>
                </a:lnTo>
                <a:cubicBezTo>
                  <a:pt x="741392" y="241508"/>
                  <a:pt x="743376" y="246056"/>
                  <a:pt x="742459" y="250509"/>
                </a:cubicBezTo>
                <a:cubicBezTo>
                  <a:pt x="741222" y="254805"/>
                  <a:pt x="739746" y="259028"/>
                  <a:pt x="738039" y="263161"/>
                </a:cubicBezTo>
                <a:cubicBezTo>
                  <a:pt x="736971" y="266514"/>
                  <a:pt x="736285" y="270021"/>
                  <a:pt x="734380" y="271469"/>
                </a:cubicBezTo>
                <a:cubicBezTo>
                  <a:pt x="732474" y="272917"/>
                  <a:pt x="727597" y="271850"/>
                  <a:pt x="724853" y="272917"/>
                </a:cubicBezTo>
                <a:cubicBezTo>
                  <a:pt x="721878" y="274190"/>
                  <a:pt x="718706" y="274938"/>
                  <a:pt x="715477" y="275127"/>
                </a:cubicBezTo>
                <a:cubicBezTo>
                  <a:pt x="713190" y="275127"/>
                  <a:pt x="710370" y="272917"/>
                  <a:pt x="708922" y="272307"/>
                </a:cubicBezTo>
                <a:cubicBezTo>
                  <a:pt x="705638" y="271329"/>
                  <a:pt x="702196" y="270992"/>
                  <a:pt x="698785" y="271317"/>
                </a:cubicBezTo>
                <a:cubicBezTo>
                  <a:pt x="696041" y="271317"/>
                  <a:pt x="688800" y="271317"/>
                  <a:pt x="688800" y="271317"/>
                </a:cubicBezTo>
                <a:cubicBezTo>
                  <a:pt x="687275" y="271317"/>
                  <a:pt x="683998" y="269563"/>
                  <a:pt x="680340" y="268877"/>
                </a:cubicBezTo>
                <a:cubicBezTo>
                  <a:pt x="676681" y="268192"/>
                  <a:pt x="670659" y="269030"/>
                  <a:pt x="667992" y="268192"/>
                </a:cubicBezTo>
                <a:cubicBezTo>
                  <a:pt x="665742" y="267382"/>
                  <a:pt x="663633" y="266225"/>
                  <a:pt x="661742" y="264761"/>
                </a:cubicBezTo>
                <a:cubicBezTo>
                  <a:pt x="659373" y="261957"/>
                  <a:pt x="657422" y="258825"/>
                  <a:pt x="655949" y="255463"/>
                </a:cubicBezTo>
                <a:cubicBezTo>
                  <a:pt x="655394" y="251882"/>
                  <a:pt x="655139" y="248262"/>
                  <a:pt x="655186" y="244639"/>
                </a:cubicBezTo>
                <a:cubicBezTo>
                  <a:pt x="654882" y="242582"/>
                  <a:pt x="652518" y="233282"/>
                  <a:pt x="652518" y="231758"/>
                </a:cubicBezTo>
                <a:lnTo>
                  <a:pt x="651986" y="223679"/>
                </a:lnTo>
                <a:cubicBezTo>
                  <a:pt x="651978" y="221106"/>
                  <a:pt x="651645" y="218545"/>
                  <a:pt x="650995" y="216057"/>
                </a:cubicBezTo>
                <a:cubicBezTo>
                  <a:pt x="650047" y="212141"/>
                  <a:pt x="649637" y="208115"/>
                  <a:pt x="649775" y="204090"/>
                </a:cubicBezTo>
                <a:cubicBezTo>
                  <a:pt x="649699" y="197840"/>
                  <a:pt x="651528" y="196849"/>
                  <a:pt x="652976" y="184806"/>
                </a:cubicBezTo>
                <a:cubicBezTo>
                  <a:pt x="653128" y="183586"/>
                  <a:pt x="655644" y="179928"/>
                  <a:pt x="655644" y="178784"/>
                </a:cubicBezTo>
                <a:cubicBezTo>
                  <a:pt x="656101" y="172839"/>
                  <a:pt x="657397" y="172915"/>
                  <a:pt x="657930" y="168876"/>
                </a:cubicBezTo>
                <a:cubicBezTo>
                  <a:pt x="658464" y="164836"/>
                  <a:pt x="660065" y="159958"/>
                  <a:pt x="660065" y="158739"/>
                </a:cubicBezTo>
                <a:cubicBezTo>
                  <a:pt x="660979" y="152564"/>
                  <a:pt x="660979" y="144561"/>
                  <a:pt x="660980" y="142961"/>
                </a:cubicBezTo>
                <a:cubicBezTo>
                  <a:pt x="661286" y="139668"/>
                  <a:pt x="662055" y="136435"/>
                  <a:pt x="663266" y="133357"/>
                </a:cubicBezTo>
                <a:cubicBezTo>
                  <a:pt x="664681" y="128351"/>
                  <a:pt x="665775" y="123259"/>
                  <a:pt x="666544" y="118113"/>
                </a:cubicBezTo>
                <a:cubicBezTo>
                  <a:pt x="666287" y="114628"/>
                  <a:pt x="666415" y="111127"/>
                  <a:pt x="666925" y="107671"/>
                </a:cubicBezTo>
                <a:cubicBezTo>
                  <a:pt x="667992" y="104012"/>
                  <a:pt x="669897" y="103402"/>
                  <a:pt x="672946" y="103402"/>
                </a:cubicBezTo>
                <a:cubicBezTo>
                  <a:pt x="674318" y="103326"/>
                  <a:pt x="678358" y="104927"/>
                  <a:pt x="680568" y="105003"/>
                </a:cubicBezTo>
                <a:cubicBezTo>
                  <a:pt x="682779" y="105079"/>
                  <a:pt x="685828" y="103555"/>
                  <a:pt x="687352" y="103555"/>
                </a:cubicBezTo>
                <a:cubicBezTo>
                  <a:pt x="689408" y="103835"/>
                  <a:pt x="691444" y="104242"/>
                  <a:pt x="693450" y="104775"/>
                </a:cubicBezTo>
                <a:cubicBezTo>
                  <a:pt x="695948" y="104092"/>
                  <a:pt x="698497" y="103608"/>
                  <a:pt x="701072" y="103326"/>
                </a:cubicBezTo>
                <a:close/>
                <a:moveTo>
                  <a:pt x="221646" y="102887"/>
                </a:moveTo>
                <a:cubicBezTo>
                  <a:pt x="218869" y="102887"/>
                  <a:pt x="217864" y="106013"/>
                  <a:pt x="217273" y="109074"/>
                </a:cubicBezTo>
                <a:lnTo>
                  <a:pt x="217273" y="109380"/>
                </a:lnTo>
                <a:cubicBezTo>
                  <a:pt x="216989" y="110976"/>
                  <a:pt x="213578" y="128466"/>
                  <a:pt x="213578" y="128466"/>
                </a:cubicBezTo>
                <a:lnTo>
                  <a:pt x="213294" y="129887"/>
                </a:lnTo>
                <a:lnTo>
                  <a:pt x="210583" y="129887"/>
                </a:lnTo>
                <a:cubicBezTo>
                  <a:pt x="188062" y="129979"/>
                  <a:pt x="165653" y="126745"/>
                  <a:pt x="144077" y="120289"/>
                </a:cubicBezTo>
                <a:cubicBezTo>
                  <a:pt x="144573" y="125512"/>
                  <a:pt x="146587" y="130475"/>
                  <a:pt x="149870" y="134566"/>
                </a:cubicBezTo>
                <a:cubicBezTo>
                  <a:pt x="153963" y="139448"/>
                  <a:pt x="159496" y="142906"/>
                  <a:pt x="165677" y="144448"/>
                </a:cubicBezTo>
                <a:lnTo>
                  <a:pt x="166989" y="144710"/>
                </a:lnTo>
                <a:lnTo>
                  <a:pt x="166989" y="146044"/>
                </a:lnTo>
                <a:lnTo>
                  <a:pt x="167076" y="146044"/>
                </a:lnTo>
                <a:cubicBezTo>
                  <a:pt x="167559" y="150499"/>
                  <a:pt x="169612" y="154638"/>
                  <a:pt x="172870" y="157718"/>
                </a:cubicBezTo>
                <a:cubicBezTo>
                  <a:pt x="176403" y="160327"/>
                  <a:pt x="180701" y="161686"/>
                  <a:pt x="185091" y="161588"/>
                </a:cubicBezTo>
                <a:cubicBezTo>
                  <a:pt x="186097" y="161588"/>
                  <a:pt x="186731" y="161588"/>
                  <a:pt x="186731" y="161588"/>
                </a:cubicBezTo>
                <a:lnTo>
                  <a:pt x="188108" y="161413"/>
                </a:lnTo>
                <a:lnTo>
                  <a:pt x="188589" y="162703"/>
                </a:lnTo>
                <a:cubicBezTo>
                  <a:pt x="190413" y="166415"/>
                  <a:pt x="193740" y="169170"/>
                  <a:pt x="197728" y="170268"/>
                </a:cubicBezTo>
                <a:cubicBezTo>
                  <a:pt x="199243" y="170738"/>
                  <a:pt x="200821" y="170974"/>
                  <a:pt x="202407" y="170967"/>
                </a:cubicBezTo>
                <a:cubicBezTo>
                  <a:pt x="204470" y="170965"/>
                  <a:pt x="206519" y="170609"/>
                  <a:pt x="208463" y="169918"/>
                </a:cubicBezTo>
                <a:lnTo>
                  <a:pt x="211676" y="168584"/>
                </a:lnTo>
                <a:lnTo>
                  <a:pt x="206954" y="187889"/>
                </a:lnTo>
                <a:lnTo>
                  <a:pt x="236687" y="187889"/>
                </a:lnTo>
                <a:lnTo>
                  <a:pt x="231943" y="168562"/>
                </a:lnTo>
                <a:lnTo>
                  <a:pt x="235179" y="169918"/>
                </a:lnTo>
                <a:cubicBezTo>
                  <a:pt x="237116" y="170611"/>
                  <a:pt x="239156" y="170967"/>
                  <a:pt x="241213" y="170967"/>
                </a:cubicBezTo>
                <a:cubicBezTo>
                  <a:pt x="242798" y="170972"/>
                  <a:pt x="244377" y="170738"/>
                  <a:pt x="245892" y="170268"/>
                </a:cubicBezTo>
                <a:cubicBezTo>
                  <a:pt x="249882" y="169172"/>
                  <a:pt x="253209" y="166418"/>
                  <a:pt x="255030" y="162703"/>
                </a:cubicBezTo>
                <a:lnTo>
                  <a:pt x="255511" y="161413"/>
                </a:lnTo>
                <a:lnTo>
                  <a:pt x="256889" y="161588"/>
                </a:lnTo>
                <a:cubicBezTo>
                  <a:pt x="256889" y="161588"/>
                  <a:pt x="257523" y="161588"/>
                  <a:pt x="258528" y="161588"/>
                </a:cubicBezTo>
                <a:cubicBezTo>
                  <a:pt x="262918" y="161686"/>
                  <a:pt x="267217" y="160327"/>
                  <a:pt x="270750" y="157718"/>
                </a:cubicBezTo>
                <a:cubicBezTo>
                  <a:pt x="274029" y="154647"/>
                  <a:pt x="276089" y="150493"/>
                  <a:pt x="276543" y="146022"/>
                </a:cubicBezTo>
                <a:lnTo>
                  <a:pt x="276543" y="144710"/>
                </a:lnTo>
                <a:lnTo>
                  <a:pt x="277855" y="144448"/>
                </a:lnTo>
                <a:cubicBezTo>
                  <a:pt x="284018" y="142882"/>
                  <a:pt x="289539" y="139426"/>
                  <a:pt x="293640" y="134566"/>
                </a:cubicBezTo>
                <a:cubicBezTo>
                  <a:pt x="296924" y="130475"/>
                  <a:pt x="298938" y="125512"/>
                  <a:pt x="299434" y="120289"/>
                </a:cubicBezTo>
                <a:cubicBezTo>
                  <a:pt x="277879" y="126739"/>
                  <a:pt x="255492" y="129972"/>
                  <a:pt x="232993" y="129887"/>
                </a:cubicBezTo>
                <a:lnTo>
                  <a:pt x="230282" y="129887"/>
                </a:lnTo>
                <a:lnTo>
                  <a:pt x="229997" y="128466"/>
                </a:lnTo>
                <a:cubicBezTo>
                  <a:pt x="229997" y="128466"/>
                  <a:pt x="226609" y="110888"/>
                  <a:pt x="226303" y="109380"/>
                </a:cubicBezTo>
                <a:lnTo>
                  <a:pt x="226303" y="109074"/>
                </a:lnTo>
                <a:cubicBezTo>
                  <a:pt x="225734" y="106013"/>
                  <a:pt x="224750" y="102887"/>
                  <a:pt x="221930" y="102887"/>
                </a:cubicBezTo>
                <a:close/>
                <a:moveTo>
                  <a:pt x="256036" y="102121"/>
                </a:moveTo>
                <a:cubicBezTo>
                  <a:pt x="259289" y="103252"/>
                  <a:pt x="262221" y="105149"/>
                  <a:pt x="264584" y="107653"/>
                </a:cubicBezTo>
                <a:cubicBezTo>
                  <a:pt x="261255" y="108374"/>
                  <a:pt x="257829" y="108560"/>
                  <a:pt x="254440" y="108199"/>
                </a:cubicBezTo>
                <a:cubicBezTo>
                  <a:pt x="250242" y="107762"/>
                  <a:pt x="246875" y="102690"/>
                  <a:pt x="246875" y="102690"/>
                </a:cubicBezTo>
                <a:cubicBezTo>
                  <a:pt x="249783" y="101503"/>
                  <a:pt x="253004" y="101302"/>
                  <a:pt x="256036" y="102121"/>
                </a:cubicBezTo>
                <a:close/>
                <a:moveTo>
                  <a:pt x="1220971" y="101191"/>
                </a:moveTo>
                <a:cubicBezTo>
                  <a:pt x="1223791" y="101191"/>
                  <a:pt x="1226078" y="104164"/>
                  <a:pt x="1228593" y="104164"/>
                </a:cubicBezTo>
                <a:cubicBezTo>
                  <a:pt x="1233703" y="103792"/>
                  <a:pt x="1238840" y="104177"/>
                  <a:pt x="1243837" y="105307"/>
                </a:cubicBezTo>
                <a:lnTo>
                  <a:pt x="1244524" y="105688"/>
                </a:lnTo>
                <a:cubicBezTo>
                  <a:pt x="1245438" y="106450"/>
                  <a:pt x="1246048" y="110947"/>
                  <a:pt x="1247115" y="111938"/>
                </a:cubicBezTo>
                <a:cubicBezTo>
                  <a:pt x="1250096" y="114745"/>
                  <a:pt x="1251963" y="118535"/>
                  <a:pt x="1252374" y="122609"/>
                </a:cubicBezTo>
                <a:cubicBezTo>
                  <a:pt x="1252146" y="125658"/>
                  <a:pt x="1248106" y="130536"/>
                  <a:pt x="1248106" y="131679"/>
                </a:cubicBezTo>
                <a:cubicBezTo>
                  <a:pt x="1248331" y="134612"/>
                  <a:pt x="1247638" y="137542"/>
                  <a:pt x="1246124" y="140063"/>
                </a:cubicBezTo>
                <a:cubicBezTo>
                  <a:pt x="1243059" y="144244"/>
                  <a:pt x="1240500" y="148772"/>
                  <a:pt x="1238502" y="153555"/>
                </a:cubicBezTo>
                <a:cubicBezTo>
                  <a:pt x="1237664" y="155155"/>
                  <a:pt x="1232481" y="159271"/>
                  <a:pt x="1231642" y="161177"/>
                </a:cubicBezTo>
                <a:cubicBezTo>
                  <a:pt x="1226459" y="172991"/>
                  <a:pt x="1220666" y="181223"/>
                  <a:pt x="1216398" y="193037"/>
                </a:cubicBezTo>
                <a:cubicBezTo>
                  <a:pt x="1215712" y="194942"/>
                  <a:pt x="1212740" y="198830"/>
                  <a:pt x="1211292" y="198144"/>
                </a:cubicBezTo>
                <a:cubicBezTo>
                  <a:pt x="1209304" y="197250"/>
                  <a:pt x="1207029" y="197250"/>
                  <a:pt x="1205041" y="198144"/>
                </a:cubicBezTo>
                <a:cubicBezTo>
                  <a:pt x="1204051" y="198982"/>
                  <a:pt x="1199858" y="198906"/>
                  <a:pt x="1198486" y="200278"/>
                </a:cubicBezTo>
                <a:cubicBezTo>
                  <a:pt x="1197114" y="201650"/>
                  <a:pt x="1190102" y="200583"/>
                  <a:pt x="1188730" y="203251"/>
                </a:cubicBezTo>
                <a:cubicBezTo>
                  <a:pt x="1187739" y="205695"/>
                  <a:pt x="1187739" y="208429"/>
                  <a:pt x="1188730" y="210873"/>
                </a:cubicBezTo>
                <a:cubicBezTo>
                  <a:pt x="1190941" y="213464"/>
                  <a:pt x="1195438" y="210873"/>
                  <a:pt x="1196352" y="209501"/>
                </a:cubicBezTo>
                <a:cubicBezTo>
                  <a:pt x="1197820" y="207738"/>
                  <a:pt x="1200004" y="206730"/>
                  <a:pt x="1202297" y="206757"/>
                </a:cubicBezTo>
                <a:cubicBezTo>
                  <a:pt x="1204941" y="207911"/>
                  <a:pt x="1207700" y="208780"/>
                  <a:pt x="1210529" y="209348"/>
                </a:cubicBezTo>
                <a:cubicBezTo>
                  <a:pt x="1212406" y="209646"/>
                  <a:pt x="1213792" y="211259"/>
                  <a:pt x="1213807" y="213159"/>
                </a:cubicBezTo>
                <a:cubicBezTo>
                  <a:pt x="1213854" y="216718"/>
                  <a:pt x="1214578" y="220237"/>
                  <a:pt x="1215941" y="223525"/>
                </a:cubicBezTo>
                <a:cubicBezTo>
                  <a:pt x="1216003" y="225054"/>
                  <a:pt x="1215546" y="226557"/>
                  <a:pt x="1214645" y="227793"/>
                </a:cubicBezTo>
                <a:cubicBezTo>
                  <a:pt x="1212337" y="229862"/>
                  <a:pt x="1209776" y="231629"/>
                  <a:pt x="1207023" y="233052"/>
                </a:cubicBezTo>
                <a:cubicBezTo>
                  <a:pt x="1205193" y="234196"/>
                  <a:pt x="1201078" y="234501"/>
                  <a:pt x="1198486" y="236178"/>
                </a:cubicBezTo>
                <a:cubicBezTo>
                  <a:pt x="1196913" y="237358"/>
                  <a:pt x="1195939" y="239169"/>
                  <a:pt x="1195819" y="241132"/>
                </a:cubicBezTo>
                <a:cubicBezTo>
                  <a:pt x="1195819" y="244410"/>
                  <a:pt x="1198334" y="244410"/>
                  <a:pt x="1199934" y="244410"/>
                </a:cubicBezTo>
                <a:cubicBezTo>
                  <a:pt x="1201535" y="244410"/>
                  <a:pt x="1208166" y="242276"/>
                  <a:pt x="1211292" y="242276"/>
                </a:cubicBezTo>
                <a:cubicBezTo>
                  <a:pt x="1214136" y="242419"/>
                  <a:pt x="1216984" y="242419"/>
                  <a:pt x="1219828" y="242276"/>
                </a:cubicBezTo>
                <a:cubicBezTo>
                  <a:pt x="1223231" y="241126"/>
                  <a:pt x="1226765" y="240409"/>
                  <a:pt x="1230346" y="240142"/>
                </a:cubicBezTo>
                <a:cubicBezTo>
                  <a:pt x="1233700" y="240980"/>
                  <a:pt x="1237435" y="237855"/>
                  <a:pt x="1239569" y="240142"/>
                </a:cubicBezTo>
                <a:cubicBezTo>
                  <a:pt x="1239569" y="244105"/>
                  <a:pt x="1247191" y="245934"/>
                  <a:pt x="1247191" y="252108"/>
                </a:cubicBezTo>
                <a:cubicBezTo>
                  <a:pt x="1247191" y="260950"/>
                  <a:pt x="1241322" y="270935"/>
                  <a:pt x="1233700" y="271545"/>
                </a:cubicBezTo>
                <a:cubicBezTo>
                  <a:pt x="1230498" y="271849"/>
                  <a:pt x="1232709" y="269410"/>
                  <a:pt x="1221429" y="269410"/>
                </a:cubicBezTo>
                <a:cubicBezTo>
                  <a:pt x="1211368" y="269562"/>
                  <a:pt x="1202754" y="270248"/>
                  <a:pt x="1201154" y="270248"/>
                </a:cubicBezTo>
                <a:cubicBezTo>
                  <a:pt x="1197458" y="270295"/>
                  <a:pt x="1193764" y="270065"/>
                  <a:pt x="1190102" y="269562"/>
                </a:cubicBezTo>
                <a:cubicBezTo>
                  <a:pt x="1186854" y="269631"/>
                  <a:pt x="1183616" y="269962"/>
                  <a:pt x="1180422" y="270554"/>
                </a:cubicBezTo>
                <a:cubicBezTo>
                  <a:pt x="1176872" y="271467"/>
                  <a:pt x="1173252" y="272079"/>
                  <a:pt x="1169599" y="272383"/>
                </a:cubicBezTo>
                <a:cubicBezTo>
                  <a:pt x="1165070" y="272318"/>
                  <a:pt x="1160579" y="273200"/>
                  <a:pt x="1156413" y="274974"/>
                </a:cubicBezTo>
                <a:cubicBezTo>
                  <a:pt x="1151923" y="275892"/>
                  <a:pt x="1147352" y="276351"/>
                  <a:pt x="1142769" y="276346"/>
                </a:cubicBezTo>
                <a:cubicBezTo>
                  <a:pt x="1138260" y="278266"/>
                  <a:pt x="1133559" y="279697"/>
                  <a:pt x="1128745" y="280614"/>
                </a:cubicBezTo>
                <a:cubicBezTo>
                  <a:pt x="1126153" y="280919"/>
                  <a:pt x="1120132" y="280157"/>
                  <a:pt x="1119903" y="275965"/>
                </a:cubicBezTo>
                <a:cubicBezTo>
                  <a:pt x="1119674" y="271773"/>
                  <a:pt x="1117388" y="269562"/>
                  <a:pt x="1117922" y="264151"/>
                </a:cubicBezTo>
                <a:cubicBezTo>
                  <a:pt x="1118379" y="262550"/>
                  <a:pt x="1118379" y="259959"/>
                  <a:pt x="1118378" y="258739"/>
                </a:cubicBezTo>
                <a:cubicBezTo>
                  <a:pt x="1118392" y="256318"/>
                  <a:pt x="1119481" y="254028"/>
                  <a:pt x="1121351" y="252489"/>
                </a:cubicBezTo>
                <a:cubicBezTo>
                  <a:pt x="1121884" y="252337"/>
                  <a:pt x="1123104" y="249669"/>
                  <a:pt x="1124628" y="249822"/>
                </a:cubicBezTo>
                <a:cubicBezTo>
                  <a:pt x="1126153" y="249974"/>
                  <a:pt x="1126458" y="251803"/>
                  <a:pt x="1128745" y="251803"/>
                </a:cubicBezTo>
                <a:cubicBezTo>
                  <a:pt x="1132905" y="250903"/>
                  <a:pt x="1136946" y="249522"/>
                  <a:pt x="1140788" y="247688"/>
                </a:cubicBezTo>
                <a:cubicBezTo>
                  <a:pt x="1145736" y="245160"/>
                  <a:pt x="1150826" y="242921"/>
                  <a:pt x="1156032" y="240980"/>
                </a:cubicBezTo>
                <a:cubicBezTo>
                  <a:pt x="1158013" y="238159"/>
                  <a:pt x="1154736" y="236712"/>
                  <a:pt x="1153516" y="236712"/>
                </a:cubicBezTo>
                <a:cubicBezTo>
                  <a:pt x="1151404" y="237282"/>
                  <a:pt x="1149153" y="236979"/>
                  <a:pt x="1147266" y="235873"/>
                </a:cubicBezTo>
                <a:cubicBezTo>
                  <a:pt x="1144142" y="235340"/>
                  <a:pt x="1142845" y="234578"/>
                  <a:pt x="1142007" y="233205"/>
                </a:cubicBezTo>
                <a:cubicBezTo>
                  <a:pt x="1141169" y="231834"/>
                  <a:pt x="1141778" y="230233"/>
                  <a:pt x="1142007" y="228098"/>
                </a:cubicBezTo>
                <a:cubicBezTo>
                  <a:pt x="1142235" y="225964"/>
                  <a:pt x="1142388" y="223678"/>
                  <a:pt x="1142693" y="221849"/>
                </a:cubicBezTo>
                <a:cubicBezTo>
                  <a:pt x="1142998" y="220019"/>
                  <a:pt x="1143226" y="217275"/>
                  <a:pt x="1146123" y="217275"/>
                </a:cubicBezTo>
                <a:cubicBezTo>
                  <a:pt x="1147723" y="217275"/>
                  <a:pt x="1148104" y="218418"/>
                  <a:pt x="1149629" y="218418"/>
                </a:cubicBezTo>
                <a:cubicBezTo>
                  <a:pt x="1151153" y="218418"/>
                  <a:pt x="1151839" y="217732"/>
                  <a:pt x="1153364" y="217732"/>
                </a:cubicBezTo>
                <a:cubicBezTo>
                  <a:pt x="1154575" y="217934"/>
                  <a:pt x="1155812" y="217934"/>
                  <a:pt x="1157023" y="217732"/>
                </a:cubicBezTo>
                <a:cubicBezTo>
                  <a:pt x="1158373" y="217069"/>
                  <a:pt x="1159509" y="216039"/>
                  <a:pt x="1160300" y="214760"/>
                </a:cubicBezTo>
                <a:cubicBezTo>
                  <a:pt x="1160985" y="212280"/>
                  <a:pt x="1161269" y="209707"/>
                  <a:pt x="1161138" y="207137"/>
                </a:cubicBezTo>
                <a:cubicBezTo>
                  <a:pt x="1160833" y="205080"/>
                  <a:pt x="1159004" y="205385"/>
                  <a:pt x="1156641" y="206528"/>
                </a:cubicBezTo>
                <a:cubicBezTo>
                  <a:pt x="1154780" y="207206"/>
                  <a:pt x="1152868" y="207742"/>
                  <a:pt x="1150924" y="208129"/>
                </a:cubicBezTo>
                <a:cubicBezTo>
                  <a:pt x="1149193" y="208602"/>
                  <a:pt x="1147438" y="208984"/>
                  <a:pt x="1145665" y="209272"/>
                </a:cubicBezTo>
                <a:cubicBezTo>
                  <a:pt x="1144220" y="209278"/>
                  <a:pt x="1142782" y="209073"/>
                  <a:pt x="1141397" y="208662"/>
                </a:cubicBezTo>
                <a:cubicBezTo>
                  <a:pt x="1139263" y="208129"/>
                  <a:pt x="1139796" y="206833"/>
                  <a:pt x="1139263" y="205308"/>
                </a:cubicBezTo>
                <a:cubicBezTo>
                  <a:pt x="1138401" y="203803"/>
                  <a:pt x="1137832" y="202148"/>
                  <a:pt x="1137586" y="200430"/>
                </a:cubicBezTo>
                <a:cubicBezTo>
                  <a:pt x="1137891" y="196086"/>
                  <a:pt x="1134385" y="194485"/>
                  <a:pt x="1133776" y="193342"/>
                </a:cubicBezTo>
                <a:cubicBezTo>
                  <a:pt x="1132627" y="190944"/>
                  <a:pt x="1131904" y="188365"/>
                  <a:pt x="1131641" y="185720"/>
                </a:cubicBezTo>
                <a:cubicBezTo>
                  <a:pt x="1131641" y="180766"/>
                  <a:pt x="1136291" y="176878"/>
                  <a:pt x="1135757" y="173753"/>
                </a:cubicBezTo>
                <a:cubicBezTo>
                  <a:pt x="1134373" y="167420"/>
                  <a:pt x="1133708" y="160951"/>
                  <a:pt x="1133775" y="154470"/>
                </a:cubicBezTo>
                <a:cubicBezTo>
                  <a:pt x="1134004" y="152716"/>
                  <a:pt x="1131336" y="149744"/>
                  <a:pt x="1131336" y="146238"/>
                </a:cubicBezTo>
                <a:cubicBezTo>
                  <a:pt x="1131449" y="144125"/>
                  <a:pt x="1131781" y="142031"/>
                  <a:pt x="1132326" y="139987"/>
                </a:cubicBezTo>
                <a:cubicBezTo>
                  <a:pt x="1133420" y="136518"/>
                  <a:pt x="1134136" y="132940"/>
                  <a:pt x="1134461" y="129316"/>
                </a:cubicBezTo>
                <a:cubicBezTo>
                  <a:pt x="1134004" y="124515"/>
                  <a:pt x="1136443" y="118493"/>
                  <a:pt x="1139720" y="118493"/>
                </a:cubicBezTo>
                <a:cubicBezTo>
                  <a:pt x="1142998" y="118493"/>
                  <a:pt x="1142921" y="122609"/>
                  <a:pt x="1146504" y="122609"/>
                </a:cubicBezTo>
                <a:cubicBezTo>
                  <a:pt x="1148660" y="122720"/>
                  <a:pt x="1150822" y="122489"/>
                  <a:pt x="1152906" y="121923"/>
                </a:cubicBezTo>
                <a:cubicBezTo>
                  <a:pt x="1153669" y="121389"/>
                  <a:pt x="1159538" y="119941"/>
                  <a:pt x="1161291" y="119255"/>
                </a:cubicBezTo>
                <a:cubicBezTo>
                  <a:pt x="1166397" y="117426"/>
                  <a:pt x="1170056" y="115140"/>
                  <a:pt x="1175620" y="113386"/>
                </a:cubicBezTo>
                <a:cubicBezTo>
                  <a:pt x="1179355" y="112243"/>
                  <a:pt x="1184004" y="113234"/>
                  <a:pt x="1186977" y="112243"/>
                </a:cubicBezTo>
                <a:cubicBezTo>
                  <a:pt x="1195209" y="109423"/>
                  <a:pt x="1218151" y="101191"/>
                  <a:pt x="1220971" y="101191"/>
                </a:cubicBezTo>
                <a:close/>
                <a:moveTo>
                  <a:pt x="72279" y="92458"/>
                </a:moveTo>
                <a:cubicBezTo>
                  <a:pt x="71994" y="92458"/>
                  <a:pt x="71557" y="92808"/>
                  <a:pt x="71382" y="92808"/>
                </a:cubicBezTo>
                <a:cubicBezTo>
                  <a:pt x="71067" y="92939"/>
                  <a:pt x="70779" y="93123"/>
                  <a:pt x="70530" y="93355"/>
                </a:cubicBezTo>
                <a:cubicBezTo>
                  <a:pt x="70355" y="93552"/>
                  <a:pt x="69917" y="94207"/>
                  <a:pt x="69524" y="94492"/>
                </a:cubicBezTo>
                <a:cubicBezTo>
                  <a:pt x="69130" y="94776"/>
                  <a:pt x="68649" y="95257"/>
                  <a:pt x="68387" y="95454"/>
                </a:cubicBezTo>
                <a:cubicBezTo>
                  <a:pt x="68125" y="95650"/>
                  <a:pt x="67556" y="95628"/>
                  <a:pt x="67381" y="95781"/>
                </a:cubicBezTo>
                <a:cubicBezTo>
                  <a:pt x="67204" y="95924"/>
                  <a:pt x="67121" y="96149"/>
                  <a:pt x="67163" y="96372"/>
                </a:cubicBezTo>
                <a:lnTo>
                  <a:pt x="67141" y="96372"/>
                </a:lnTo>
                <a:cubicBezTo>
                  <a:pt x="67161" y="96754"/>
                  <a:pt x="67123" y="97137"/>
                  <a:pt x="67032" y="97509"/>
                </a:cubicBezTo>
                <a:cubicBezTo>
                  <a:pt x="67084" y="97725"/>
                  <a:pt x="67252" y="97893"/>
                  <a:pt x="67469" y="97946"/>
                </a:cubicBezTo>
                <a:cubicBezTo>
                  <a:pt x="68287" y="97865"/>
                  <a:pt x="69098" y="98173"/>
                  <a:pt x="69655" y="98777"/>
                </a:cubicBezTo>
                <a:cubicBezTo>
                  <a:pt x="70508" y="99651"/>
                  <a:pt x="70726" y="100373"/>
                  <a:pt x="71710" y="101400"/>
                </a:cubicBezTo>
                <a:cubicBezTo>
                  <a:pt x="72279" y="101947"/>
                  <a:pt x="72147" y="102493"/>
                  <a:pt x="72279" y="103040"/>
                </a:cubicBezTo>
                <a:cubicBezTo>
                  <a:pt x="72158" y="103652"/>
                  <a:pt x="71959" y="104249"/>
                  <a:pt x="71688" y="104811"/>
                </a:cubicBezTo>
                <a:cubicBezTo>
                  <a:pt x="71454" y="105141"/>
                  <a:pt x="71199" y="105456"/>
                  <a:pt x="70923" y="105751"/>
                </a:cubicBezTo>
                <a:cubicBezTo>
                  <a:pt x="70530" y="106188"/>
                  <a:pt x="70486" y="106844"/>
                  <a:pt x="70158" y="107347"/>
                </a:cubicBezTo>
                <a:cubicBezTo>
                  <a:pt x="69708" y="107826"/>
                  <a:pt x="69708" y="108573"/>
                  <a:pt x="70158" y="109052"/>
                </a:cubicBezTo>
                <a:cubicBezTo>
                  <a:pt x="70689" y="109496"/>
                  <a:pt x="71175" y="109994"/>
                  <a:pt x="71601" y="110539"/>
                </a:cubicBezTo>
                <a:cubicBezTo>
                  <a:pt x="71973" y="110911"/>
                  <a:pt x="72060" y="110779"/>
                  <a:pt x="72497" y="111042"/>
                </a:cubicBezTo>
                <a:cubicBezTo>
                  <a:pt x="72935" y="111304"/>
                  <a:pt x="73175" y="111676"/>
                  <a:pt x="73743" y="111851"/>
                </a:cubicBezTo>
                <a:cubicBezTo>
                  <a:pt x="73986" y="111962"/>
                  <a:pt x="74266" y="111962"/>
                  <a:pt x="74509" y="111851"/>
                </a:cubicBezTo>
                <a:cubicBezTo>
                  <a:pt x="74749" y="111741"/>
                  <a:pt x="74902" y="111326"/>
                  <a:pt x="75033" y="111107"/>
                </a:cubicBezTo>
                <a:cubicBezTo>
                  <a:pt x="75167" y="110709"/>
                  <a:pt x="75326" y="110322"/>
                  <a:pt x="75514" y="109949"/>
                </a:cubicBezTo>
                <a:cubicBezTo>
                  <a:pt x="75820" y="109651"/>
                  <a:pt x="76072" y="109304"/>
                  <a:pt x="76258" y="108921"/>
                </a:cubicBezTo>
                <a:cubicBezTo>
                  <a:pt x="76258" y="108921"/>
                  <a:pt x="76695" y="108702"/>
                  <a:pt x="77001" y="108702"/>
                </a:cubicBezTo>
                <a:cubicBezTo>
                  <a:pt x="77764" y="109288"/>
                  <a:pt x="78494" y="109916"/>
                  <a:pt x="79187" y="110583"/>
                </a:cubicBezTo>
                <a:cubicBezTo>
                  <a:pt x="79559" y="111020"/>
                  <a:pt x="79318" y="111894"/>
                  <a:pt x="79187" y="112332"/>
                </a:cubicBezTo>
                <a:cubicBezTo>
                  <a:pt x="79023" y="113339"/>
                  <a:pt x="78781" y="114334"/>
                  <a:pt x="78466" y="115305"/>
                </a:cubicBezTo>
                <a:cubicBezTo>
                  <a:pt x="78168" y="115775"/>
                  <a:pt x="77954" y="116293"/>
                  <a:pt x="77832" y="116835"/>
                </a:cubicBezTo>
                <a:cubicBezTo>
                  <a:pt x="77755" y="117391"/>
                  <a:pt x="77631" y="117939"/>
                  <a:pt x="77460" y="118475"/>
                </a:cubicBezTo>
                <a:cubicBezTo>
                  <a:pt x="77373" y="118759"/>
                  <a:pt x="77023" y="118934"/>
                  <a:pt x="76892" y="119218"/>
                </a:cubicBezTo>
                <a:cubicBezTo>
                  <a:pt x="76769" y="119568"/>
                  <a:pt x="76855" y="119957"/>
                  <a:pt x="77110" y="120224"/>
                </a:cubicBezTo>
                <a:cubicBezTo>
                  <a:pt x="77220" y="120333"/>
                  <a:pt x="77832" y="120530"/>
                  <a:pt x="78138" y="120705"/>
                </a:cubicBezTo>
                <a:cubicBezTo>
                  <a:pt x="78444" y="120880"/>
                  <a:pt x="78881" y="121361"/>
                  <a:pt x="79231" y="121361"/>
                </a:cubicBezTo>
                <a:cubicBezTo>
                  <a:pt x="79642" y="121263"/>
                  <a:pt x="80057" y="121188"/>
                  <a:pt x="80477" y="121142"/>
                </a:cubicBezTo>
                <a:cubicBezTo>
                  <a:pt x="81155" y="121142"/>
                  <a:pt x="82379" y="121470"/>
                  <a:pt x="82554" y="120989"/>
                </a:cubicBezTo>
                <a:cubicBezTo>
                  <a:pt x="82757" y="120016"/>
                  <a:pt x="82882" y="119030"/>
                  <a:pt x="82926" y="118038"/>
                </a:cubicBezTo>
                <a:cubicBezTo>
                  <a:pt x="83164" y="117524"/>
                  <a:pt x="83354" y="116991"/>
                  <a:pt x="83494" y="116442"/>
                </a:cubicBezTo>
                <a:cubicBezTo>
                  <a:pt x="83590" y="115462"/>
                  <a:pt x="83811" y="114500"/>
                  <a:pt x="84150" y="113578"/>
                </a:cubicBezTo>
                <a:cubicBezTo>
                  <a:pt x="84421" y="112909"/>
                  <a:pt x="84649" y="112222"/>
                  <a:pt x="84828" y="111523"/>
                </a:cubicBezTo>
                <a:cubicBezTo>
                  <a:pt x="84959" y="110954"/>
                  <a:pt x="84456" y="109774"/>
                  <a:pt x="84828" y="108943"/>
                </a:cubicBezTo>
                <a:cubicBezTo>
                  <a:pt x="85136" y="108162"/>
                  <a:pt x="85307" y="107334"/>
                  <a:pt x="85331" y="106494"/>
                </a:cubicBezTo>
                <a:cubicBezTo>
                  <a:pt x="85394" y="106044"/>
                  <a:pt x="85276" y="105589"/>
                  <a:pt x="85003" y="105226"/>
                </a:cubicBezTo>
                <a:cubicBezTo>
                  <a:pt x="84413" y="104417"/>
                  <a:pt x="84063" y="103608"/>
                  <a:pt x="83910" y="103412"/>
                </a:cubicBezTo>
                <a:cubicBezTo>
                  <a:pt x="83757" y="103215"/>
                  <a:pt x="83407" y="103149"/>
                  <a:pt x="83101" y="102931"/>
                </a:cubicBezTo>
                <a:lnTo>
                  <a:pt x="82576" y="102581"/>
                </a:lnTo>
                <a:cubicBezTo>
                  <a:pt x="82423" y="102471"/>
                  <a:pt x="82095" y="102625"/>
                  <a:pt x="81592" y="102122"/>
                </a:cubicBezTo>
                <a:cubicBezTo>
                  <a:pt x="81223" y="101770"/>
                  <a:pt x="80873" y="101396"/>
                  <a:pt x="80543" y="101007"/>
                </a:cubicBezTo>
                <a:cubicBezTo>
                  <a:pt x="80062" y="100438"/>
                  <a:pt x="79756" y="99957"/>
                  <a:pt x="79406" y="99586"/>
                </a:cubicBezTo>
                <a:cubicBezTo>
                  <a:pt x="78269" y="98339"/>
                  <a:pt x="77897" y="97924"/>
                  <a:pt x="77351" y="97399"/>
                </a:cubicBezTo>
                <a:cubicBezTo>
                  <a:pt x="76968" y="96999"/>
                  <a:pt x="76610" y="96575"/>
                  <a:pt x="76280" y="96131"/>
                </a:cubicBezTo>
                <a:cubicBezTo>
                  <a:pt x="75973" y="95410"/>
                  <a:pt x="75777" y="94732"/>
                  <a:pt x="75646" y="94513"/>
                </a:cubicBezTo>
                <a:cubicBezTo>
                  <a:pt x="75337" y="94133"/>
                  <a:pt x="74992" y="93781"/>
                  <a:pt x="74618" y="93464"/>
                </a:cubicBezTo>
                <a:cubicBezTo>
                  <a:pt x="74334" y="93245"/>
                  <a:pt x="74334" y="93027"/>
                  <a:pt x="73962" y="92764"/>
                </a:cubicBezTo>
                <a:cubicBezTo>
                  <a:pt x="73433" y="92530"/>
                  <a:pt x="72856" y="92426"/>
                  <a:pt x="72279" y="92458"/>
                </a:cubicBezTo>
                <a:close/>
                <a:moveTo>
                  <a:pt x="265431" y="92373"/>
                </a:moveTo>
                <a:lnTo>
                  <a:pt x="274161" y="93574"/>
                </a:lnTo>
                <a:cubicBezTo>
                  <a:pt x="271902" y="95904"/>
                  <a:pt x="269016" y="97529"/>
                  <a:pt x="265853" y="98252"/>
                </a:cubicBezTo>
                <a:cubicBezTo>
                  <a:pt x="261961" y="99083"/>
                  <a:pt x="256976" y="95454"/>
                  <a:pt x="256976" y="95454"/>
                </a:cubicBezTo>
                <a:close/>
                <a:moveTo>
                  <a:pt x="265415" y="92371"/>
                </a:moveTo>
                <a:lnTo>
                  <a:pt x="265437" y="92371"/>
                </a:lnTo>
                <a:lnTo>
                  <a:pt x="265431" y="92373"/>
                </a:lnTo>
                <a:close/>
                <a:moveTo>
                  <a:pt x="369788" y="82095"/>
                </a:moveTo>
                <a:cubicBezTo>
                  <a:pt x="369372" y="81811"/>
                  <a:pt x="368563" y="82183"/>
                  <a:pt x="368607" y="82358"/>
                </a:cubicBezTo>
                <a:cubicBezTo>
                  <a:pt x="368651" y="82533"/>
                  <a:pt x="367864" y="83451"/>
                  <a:pt x="367470" y="83801"/>
                </a:cubicBezTo>
                <a:cubicBezTo>
                  <a:pt x="366158" y="84938"/>
                  <a:pt x="365852" y="85703"/>
                  <a:pt x="365284" y="86118"/>
                </a:cubicBezTo>
                <a:cubicBezTo>
                  <a:pt x="364366" y="86840"/>
                  <a:pt x="363142" y="87802"/>
                  <a:pt x="362967" y="87998"/>
                </a:cubicBezTo>
                <a:cubicBezTo>
                  <a:pt x="362615" y="88353"/>
                  <a:pt x="362306" y="88750"/>
                  <a:pt x="362048" y="89179"/>
                </a:cubicBezTo>
                <a:cubicBezTo>
                  <a:pt x="361935" y="89511"/>
                  <a:pt x="361782" y="89826"/>
                  <a:pt x="361589" y="90119"/>
                </a:cubicBezTo>
                <a:cubicBezTo>
                  <a:pt x="361414" y="90338"/>
                  <a:pt x="360890" y="90119"/>
                  <a:pt x="360890" y="90119"/>
                </a:cubicBezTo>
                <a:cubicBezTo>
                  <a:pt x="360389" y="89981"/>
                  <a:pt x="359917" y="89760"/>
                  <a:pt x="359490" y="89463"/>
                </a:cubicBezTo>
                <a:cubicBezTo>
                  <a:pt x="359425" y="89422"/>
                  <a:pt x="359370" y="89365"/>
                  <a:pt x="359329" y="89301"/>
                </a:cubicBezTo>
                <a:cubicBezTo>
                  <a:pt x="359165" y="89048"/>
                  <a:pt x="359237" y="88709"/>
                  <a:pt x="359490" y="88545"/>
                </a:cubicBezTo>
                <a:cubicBezTo>
                  <a:pt x="360008" y="88029"/>
                  <a:pt x="360457" y="87450"/>
                  <a:pt x="360824" y="86818"/>
                </a:cubicBezTo>
                <a:cubicBezTo>
                  <a:pt x="360802" y="86490"/>
                  <a:pt x="360474" y="86490"/>
                  <a:pt x="360474" y="86490"/>
                </a:cubicBezTo>
                <a:cubicBezTo>
                  <a:pt x="359425" y="86778"/>
                  <a:pt x="358358" y="87006"/>
                  <a:pt x="357282" y="87168"/>
                </a:cubicBezTo>
                <a:cubicBezTo>
                  <a:pt x="357009" y="87152"/>
                  <a:pt x="356742" y="87084"/>
                  <a:pt x="356495" y="86971"/>
                </a:cubicBezTo>
                <a:cubicBezTo>
                  <a:pt x="356119" y="86914"/>
                  <a:pt x="355743" y="87065"/>
                  <a:pt x="355511" y="87364"/>
                </a:cubicBezTo>
                <a:cubicBezTo>
                  <a:pt x="354746" y="88676"/>
                  <a:pt x="354287" y="88436"/>
                  <a:pt x="353719" y="88982"/>
                </a:cubicBezTo>
                <a:cubicBezTo>
                  <a:pt x="353146" y="89605"/>
                  <a:pt x="352728" y="90355"/>
                  <a:pt x="352494" y="91168"/>
                </a:cubicBezTo>
                <a:cubicBezTo>
                  <a:pt x="352357" y="91562"/>
                  <a:pt x="352523" y="91995"/>
                  <a:pt x="352888" y="92196"/>
                </a:cubicBezTo>
                <a:cubicBezTo>
                  <a:pt x="353675" y="92743"/>
                  <a:pt x="354834" y="92546"/>
                  <a:pt x="356124" y="92743"/>
                </a:cubicBezTo>
                <a:cubicBezTo>
                  <a:pt x="356436" y="92775"/>
                  <a:pt x="356751" y="92775"/>
                  <a:pt x="357064" y="92743"/>
                </a:cubicBezTo>
                <a:cubicBezTo>
                  <a:pt x="357779" y="92565"/>
                  <a:pt x="358515" y="92500"/>
                  <a:pt x="359250" y="92546"/>
                </a:cubicBezTo>
                <a:cubicBezTo>
                  <a:pt x="359930" y="92795"/>
                  <a:pt x="360570" y="93140"/>
                  <a:pt x="361152" y="93573"/>
                </a:cubicBezTo>
                <a:cubicBezTo>
                  <a:pt x="361589" y="93858"/>
                  <a:pt x="362245" y="94360"/>
                  <a:pt x="362573" y="94601"/>
                </a:cubicBezTo>
                <a:cubicBezTo>
                  <a:pt x="363183" y="95047"/>
                  <a:pt x="363769" y="95528"/>
                  <a:pt x="364322" y="96044"/>
                </a:cubicBezTo>
                <a:cubicBezTo>
                  <a:pt x="364689" y="96356"/>
                  <a:pt x="365085" y="96634"/>
                  <a:pt x="365503" y="96875"/>
                </a:cubicBezTo>
                <a:cubicBezTo>
                  <a:pt x="365942" y="97060"/>
                  <a:pt x="366342" y="97329"/>
                  <a:pt x="366683" y="97662"/>
                </a:cubicBezTo>
                <a:cubicBezTo>
                  <a:pt x="367252" y="98442"/>
                  <a:pt x="368002" y="99074"/>
                  <a:pt x="368870" y="99498"/>
                </a:cubicBezTo>
                <a:cubicBezTo>
                  <a:pt x="369132" y="99586"/>
                  <a:pt x="369875" y="100438"/>
                  <a:pt x="370247" y="100613"/>
                </a:cubicBezTo>
                <a:cubicBezTo>
                  <a:pt x="370730" y="100911"/>
                  <a:pt x="371165" y="101278"/>
                  <a:pt x="371537" y="101706"/>
                </a:cubicBezTo>
                <a:cubicBezTo>
                  <a:pt x="371189" y="102148"/>
                  <a:pt x="370595" y="102308"/>
                  <a:pt x="370072" y="102100"/>
                </a:cubicBezTo>
                <a:cubicBezTo>
                  <a:pt x="369832" y="101947"/>
                  <a:pt x="368935" y="101794"/>
                  <a:pt x="368738" y="101597"/>
                </a:cubicBezTo>
                <a:cubicBezTo>
                  <a:pt x="368500" y="101276"/>
                  <a:pt x="368308" y="100924"/>
                  <a:pt x="368170" y="100548"/>
                </a:cubicBezTo>
                <a:cubicBezTo>
                  <a:pt x="368061" y="100373"/>
                  <a:pt x="367623" y="100110"/>
                  <a:pt x="367361" y="99782"/>
                </a:cubicBezTo>
                <a:cubicBezTo>
                  <a:pt x="367118" y="99393"/>
                  <a:pt x="366808" y="99052"/>
                  <a:pt x="366443" y="98777"/>
                </a:cubicBezTo>
                <a:cubicBezTo>
                  <a:pt x="366180" y="98624"/>
                  <a:pt x="365743" y="98624"/>
                  <a:pt x="365743" y="98624"/>
                </a:cubicBezTo>
                <a:cubicBezTo>
                  <a:pt x="365000" y="98143"/>
                  <a:pt x="365175" y="98230"/>
                  <a:pt x="364825" y="98143"/>
                </a:cubicBezTo>
                <a:cubicBezTo>
                  <a:pt x="364475" y="98055"/>
                  <a:pt x="364038" y="97443"/>
                  <a:pt x="363863" y="97443"/>
                </a:cubicBezTo>
                <a:cubicBezTo>
                  <a:pt x="363397" y="97176"/>
                  <a:pt x="362951" y="96877"/>
                  <a:pt x="362529" y="96547"/>
                </a:cubicBezTo>
                <a:cubicBezTo>
                  <a:pt x="362223" y="96350"/>
                  <a:pt x="361764" y="95803"/>
                  <a:pt x="361502" y="95650"/>
                </a:cubicBezTo>
                <a:cubicBezTo>
                  <a:pt x="361294" y="95585"/>
                  <a:pt x="361082" y="95532"/>
                  <a:pt x="360868" y="95497"/>
                </a:cubicBezTo>
                <a:cubicBezTo>
                  <a:pt x="360496" y="95388"/>
                  <a:pt x="360190" y="94470"/>
                  <a:pt x="359775" y="94470"/>
                </a:cubicBezTo>
                <a:cubicBezTo>
                  <a:pt x="358550" y="94382"/>
                  <a:pt x="357566" y="95410"/>
                  <a:pt x="357239" y="95410"/>
                </a:cubicBezTo>
                <a:cubicBezTo>
                  <a:pt x="356782" y="95528"/>
                  <a:pt x="356371" y="95779"/>
                  <a:pt x="356058" y="96131"/>
                </a:cubicBezTo>
                <a:cubicBezTo>
                  <a:pt x="355642" y="96437"/>
                  <a:pt x="355490" y="96590"/>
                  <a:pt x="355642" y="97028"/>
                </a:cubicBezTo>
                <a:cubicBezTo>
                  <a:pt x="355776" y="97345"/>
                  <a:pt x="356016" y="97607"/>
                  <a:pt x="356320" y="97771"/>
                </a:cubicBezTo>
                <a:cubicBezTo>
                  <a:pt x="356699" y="98027"/>
                  <a:pt x="357134" y="98186"/>
                  <a:pt x="357588" y="98230"/>
                </a:cubicBezTo>
                <a:cubicBezTo>
                  <a:pt x="358015" y="98204"/>
                  <a:pt x="358441" y="98302"/>
                  <a:pt x="358813" y="98514"/>
                </a:cubicBezTo>
                <a:cubicBezTo>
                  <a:pt x="358988" y="98711"/>
                  <a:pt x="359687" y="99083"/>
                  <a:pt x="359381" y="99280"/>
                </a:cubicBezTo>
                <a:cubicBezTo>
                  <a:pt x="359005" y="99481"/>
                  <a:pt x="358609" y="99642"/>
                  <a:pt x="358201" y="99761"/>
                </a:cubicBezTo>
                <a:cubicBezTo>
                  <a:pt x="357916" y="99848"/>
                  <a:pt x="357392" y="100329"/>
                  <a:pt x="357195" y="100460"/>
                </a:cubicBezTo>
                <a:cubicBezTo>
                  <a:pt x="356998" y="100591"/>
                  <a:pt x="356845" y="100591"/>
                  <a:pt x="356539" y="100591"/>
                </a:cubicBezTo>
                <a:cubicBezTo>
                  <a:pt x="356172" y="100528"/>
                  <a:pt x="355815" y="100401"/>
                  <a:pt x="355490" y="100220"/>
                </a:cubicBezTo>
                <a:cubicBezTo>
                  <a:pt x="355035" y="99881"/>
                  <a:pt x="354552" y="99581"/>
                  <a:pt x="354047" y="99323"/>
                </a:cubicBezTo>
                <a:cubicBezTo>
                  <a:pt x="353566" y="99148"/>
                  <a:pt x="352691" y="99105"/>
                  <a:pt x="352516" y="98908"/>
                </a:cubicBezTo>
                <a:cubicBezTo>
                  <a:pt x="352341" y="98711"/>
                  <a:pt x="352035" y="97858"/>
                  <a:pt x="351838" y="97662"/>
                </a:cubicBezTo>
                <a:cubicBezTo>
                  <a:pt x="351224" y="97168"/>
                  <a:pt x="350428" y="96962"/>
                  <a:pt x="349652" y="97093"/>
                </a:cubicBezTo>
                <a:cubicBezTo>
                  <a:pt x="349169" y="97303"/>
                  <a:pt x="348721" y="97583"/>
                  <a:pt x="348318" y="97924"/>
                </a:cubicBezTo>
                <a:cubicBezTo>
                  <a:pt x="348122" y="98099"/>
                  <a:pt x="347553" y="98580"/>
                  <a:pt x="347597" y="98799"/>
                </a:cubicBezTo>
                <a:cubicBezTo>
                  <a:pt x="347641" y="99017"/>
                  <a:pt x="347859" y="99323"/>
                  <a:pt x="347859" y="99542"/>
                </a:cubicBezTo>
                <a:cubicBezTo>
                  <a:pt x="347838" y="100373"/>
                  <a:pt x="348428" y="100722"/>
                  <a:pt x="348625" y="100919"/>
                </a:cubicBezTo>
                <a:cubicBezTo>
                  <a:pt x="348821" y="101116"/>
                  <a:pt x="349914" y="101422"/>
                  <a:pt x="350264" y="101750"/>
                </a:cubicBezTo>
                <a:cubicBezTo>
                  <a:pt x="350782" y="102233"/>
                  <a:pt x="351347" y="102666"/>
                  <a:pt x="351948" y="103040"/>
                </a:cubicBezTo>
                <a:cubicBezTo>
                  <a:pt x="352540" y="103401"/>
                  <a:pt x="353095" y="103818"/>
                  <a:pt x="353609" y="104286"/>
                </a:cubicBezTo>
                <a:cubicBezTo>
                  <a:pt x="354047" y="104855"/>
                  <a:pt x="353740" y="105204"/>
                  <a:pt x="353391" y="105314"/>
                </a:cubicBezTo>
                <a:cubicBezTo>
                  <a:pt x="352232" y="105598"/>
                  <a:pt x="350221" y="106844"/>
                  <a:pt x="349171" y="106254"/>
                </a:cubicBezTo>
                <a:cubicBezTo>
                  <a:pt x="348756" y="105991"/>
                  <a:pt x="347925" y="105270"/>
                  <a:pt x="346985" y="104592"/>
                </a:cubicBezTo>
                <a:cubicBezTo>
                  <a:pt x="346460" y="104133"/>
                  <a:pt x="345935" y="103783"/>
                  <a:pt x="345804" y="104133"/>
                </a:cubicBezTo>
                <a:cubicBezTo>
                  <a:pt x="345673" y="104483"/>
                  <a:pt x="346395" y="106494"/>
                  <a:pt x="345804" y="107085"/>
                </a:cubicBezTo>
                <a:cubicBezTo>
                  <a:pt x="345498" y="107369"/>
                  <a:pt x="344908" y="107850"/>
                  <a:pt x="344624" y="108134"/>
                </a:cubicBezTo>
                <a:cubicBezTo>
                  <a:pt x="344963" y="108812"/>
                  <a:pt x="345485" y="109380"/>
                  <a:pt x="346132" y="109774"/>
                </a:cubicBezTo>
                <a:cubicBezTo>
                  <a:pt x="346602" y="109966"/>
                  <a:pt x="347037" y="110233"/>
                  <a:pt x="347422" y="110561"/>
                </a:cubicBezTo>
                <a:cubicBezTo>
                  <a:pt x="347982" y="110904"/>
                  <a:pt x="348565" y="111203"/>
                  <a:pt x="349171" y="111457"/>
                </a:cubicBezTo>
                <a:cubicBezTo>
                  <a:pt x="350002" y="111938"/>
                  <a:pt x="350876" y="111020"/>
                  <a:pt x="351795" y="110714"/>
                </a:cubicBezTo>
                <a:cubicBezTo>
                  <a:pt x="351926" y="110692"/>
                  <a:pt x="352691" y="110801"/>
                  <a:pt x="353063" y="110430"/>
                </a:cubicBezTo>
                <a:cubicBezTo>
                  <a:pt x="353493" y="110034"/>
                  <a:pt x="353998" y="109730"/>
                  <a:pt x="354549" y="109533"/>
                </a:cubicBezTo>
                <a:cubicBezTo>
                  <a:pt x="355008" y="109271"/>
                  <a:pt x="355336" y="108965"/>
                  <a:pt x="355752" y="108659"/>
                </a:cubicBezTo>
                <a:cubicBezTo>
                  <a:pt x="356167" y="108353"/>
                  <a:pt x="356408" y="107828"/>
                  <a:pt x="356932" y="107391"/>
                </a:cubicBezTo>
                <a:cubicBezTo>
                  <a:pt x="357457" y="106953"/>
                  <a:pt x="359206" y="108243"/>
                  <a:pt x="359468" y="108440"/>
                </a:cubicBezTo>
                <a:cubicBezTo>
                  <a:pt x="359731" y="108637"/>
                  <a:pt x="359906" y="108637"/>
                  <a:pt x="360474" y="108987"/>
                </a:cubicBezTo>
                <a:cubicBezTo>
                  <a:pt x="361043" y="109336"/>
                  <a:pt x="361283" y="109599"/>
                  <a:pt x="361786" y="109949"/>
                </a:cubicBezTo>
                <a:cubicBezTo>
                  <a:pt x="362158" y="110108"/>
                  <a:pt x="362569" y="110154"/>
                  <a:pt x="362967" y="110080"/>
                </a:cubicBezTo>
                <a:cubicBezTo>
                  <a:pt x="363426" y="110058"/>
                  <a:pt x="364016" y="109533"/>
                  <a:pt x="364388" y="109293"/>
                </a:cubicBezTo>
                <a:cubicBezTo>
                  <a:pt x="364759" y="109052"/>
                  <a:pt x="364388" y="108440"/>
                  <a:pt x="364388" y="108440"/>
                </a:cubicBezTo>
                <a:cubicBezTo>
                  <a:pt x="364038" y="107719"/>
                  <a:pt x="363950" y="107172"/>
                  <a:pt x="363797" y="106888"/>
                </a:cubicBezTo>
                <a:cubicBezTo>
                  <a:pt x="363316" y="106144"/>
                  <a:pt x="363491" y="105423"/>
                  <a:pt x="363316" y="105226"/>
                </a:cubicBezTo>
                <a:cubicBezTo>
                  <a:pt x="363142" y="105029"/>
                  <a:pt x="362726" y="105182"/>
                  <a:pt x="362376" y="104898"/>
                </a:cubicBezTo>
                <a:cubicBezTo>
                  <a:pt x="362027" y="104614"/>
                  <a:pt x="361349" y="104461"/>
                  <a:pt x="361043" y="104264"/>
                </a:cubicBezTo>
                <a:cubicBezTo>
                  <a:pt x="360737" y="104067"/>
                  <a:pt x="360627" y="103783"/>
                  <a:pt x="360627" y="103608"/>
                </a:cubicBezTo>
                <a:cubicBezTo>
                  <a:pt x="360938" y="103189"/>
                  <a:pt x="361386" y="102893"/>
                  <a:pt x="361895" y="102778"/>
                </a:cubicBezTo>
                <a:cubicBezTo>
                  <a:pt x="362534" y="102708"/>
                  <a:pt x="363179" y="102708"/>
                  <a:pt x="363819" y="102778"/>
                </a:cubicBezTo>
                <a:cubicBezTo>
                  <a:pt x="364285" y="102898"/>
                  <a:pt x="364775" y="102898"/>
                  <a:pt x="365240" y="102778"/>
                </a:cubicBezTo>
                <a:cubicBezTo>
                  <a:pt x="366373" y="102618"/>
                  <a:pt x="367523" y="102858"/>
                  <a:pt x="368498" y="103455"/>
                </a:cubicBezTo>
                <a:cubicBezTo>
                  <a:pt x="368957" y="103805"/>
                  <a:pt x="369547" y="104221"/>
                  <a:pt x="369591" y="104592"/>
                </a:cubicBezTo>
                <a:cubicBezTo>
                  <a:pt x="369635" y="104964"/>
                  <a:pt x="370181" y="105554"/>
                  <a:pt x="370334" y="105554"/>
                </a:cubicBezTo>
                <a:cubicBezTo>
                  <a:pt x="370706" y="105569"/>
                  <a:pt x="371058" y="105727"/>
                  <a:pt x="371318" y="105991"/>
                </a:cubicBezTo>
                <a:cubicBezTo>
                  <a:pt x="372061" y="106824"/>
                  <a:pt x="373023" y="107430"/>
                  <a:pt x="374095" y="107740"/>
                </a:cubicBezTo>
                <a:cubicBezTo>
                  <a:pt x="374803" y="107550"/>
                  <a:pt x="375459" y="107207"/>
                  <a:pt x="376019" y="106735"/>
                </a:cubicBezTo>
                <a:cubicBezTo>
                  <a:pt x="376655" y="106223"/>
                  <a:pt x="377121" y="105528"/>
                  <a:pt x="377352" y="104745"/>
                </a:cubicBezTo>
                <a:cubicBezTo>
                  <a:pt x="377396" y="104286"/>
                  <a:pt x="376981" y="104264"/>
                  <a:pt x="376915" y="103761"/>
                </a:cubicBezTo>
                <a:cubicBezTo>
                  <a:pt x="376849" y="103259"/>
                  <a:pt x="376500" y="103149"/>
                  <a:pt x="376500" y="102931"/>
                </a:cubicBezTo>
                <a:cubicBezTo>
                  <a:pt x="376500" y="102712"/>
                  <a:pt x="376500" y="102187"/>
                  <a:pt x="376500" y="101947"/>
                </a:cubicBezTo>
                <a:cubicBezTo>
                  <a:pt x="376301" y="101689"/>
                  <a:pt x="376065" y="101461"/>
                  <a:pt x="375800" y="101269"/>
                </a:cubicBezTo>
                <a:cubicBezTo>
                  <a:pt x="375247" y="101243"/>
                  <a:pt x="374711" y="101070"/>
                  <a:pt x="374248" y="100766"/>
                </a:cubicBezTo>
                <a:cubicBezTo>
                  <a:pt x="374073" y="100569"/>
                  <a:pt x="373701" y="100329"/>
                  <a:pt x="373920" y="100067"/>
                </a:cubicBezTo>
                <a:cubicBezTo>
                  <a:pt x="374313" y="99704"/>
                  <a:pt x="374764" y="99409"/>
                  <a:pt x="375253" y="99192"/>
                </a:cubicBezTo>
                <a:lnTo>
                  <a:pt x="376369" y="98580"/>
                </a:lnTo>
                <a:cubicBezTo>
                  <a:pt x="376543" y="98471"/>
                  <a:pt x="377396" y="98121"/>
                  <a:pt x="377396" y="98121"/>
                </a:cubicBezTo>
                <a:cubicBezTo>
                  <a:pt x="378299" y="97465"/>
                  <a:pt x="379366" y="97071"/>
                  <a:pt x="380479" y="96984"/>
                </a:cubicBezTo>
                <a:cubicBezTo>
                  <a:pt x="381222" y="97006"/>
                  <a:pt x="382468" y="97662"/>
                  <a:pt x="382534" y="97246"/>
                </a:cubicBezTo>
                <a:cubicBezTo>
                  <a:pt x="382599" y="96831"/>
                  <a:pt x="383430" y="96525"/>
                  <a:pt x="383736" y="96306"/>
                </a:cubicBezTo>
                <a:cubicBezTo>
                  <a:pt x="384014" y="96131"/>
                  <a:pt x="384178" y="95825"/>
                  <a:pt x="384174" y="95497"/>
                </a:cubicBezTo>
                <a:cubicBezTo>
                  <a:pt x="384130" y="95036"/>
                  <a:pt x="384034" y="94581"/>
                  <a:pt x="383889" y="94142"/>
                </a:cubicBezTo>
                <a:cubicBezTo>
                  <a:pt x="383758" y="93772"/>
                  <a:pt x="383443" y="93497"/>
                  <a:pt x="383059" y="93420"/>
                </a:cubicBezTo>
                <a:cubicBezTo>
                  <a:pt x="382862" y="93311"/>
                  <a:pt x="382862" y="93508"/>
                  <a:pt x="382490" y="93420"/>
                </a:cubicBezTo>
                <a:cubicBezTo>
                  <a:pt x="382118" y="93333"/>
                  <a:pt x="379713" y="91431"/>
                  <a:pt x="378598" y="92065"/>
                </a:cubicBezTo>
                <a:cubicBezTo>
                  <a:pt x="378052" y="92371"/>
                  <a:pt x="378402" y="93267"/>
                  <a:pt x="377811" y="93792"/>
                </a:cubicBezTo>
                <a:cubicBezTo>
                  <a:pt x="377551" y="93997"/>
                  <a:pt x="377254" y="94153"/>
                  <a:pt x="376937" y="94251"/>
                </a:cubicBezTo>
                <a:cubicBezTo>
                  <a:pt x="376631" y="94426"/>
                  <a:pt x="376150" y="94579"/>
                  <a:pt x="375909" y="94426"/>
                </a:cubicBezTo>
                <a:cubicBezTo>
                  <a:pt x="375669" y="94273"/>
                  <a:pt x="375450" y="94011"/>
                  <a:pt x="374838" y="94011"/>
                </a:cubicBezTo>
                <a:cubicBezTo>
                  <a:pt x="373876" y="94164"/>
                  <a:pt x="374292" y="94688"/>
                  <a:pt x="374029" y="94907"/>
                </a:cubicBezTo>
                <a:cubicBezTo>
                  <a:pt x="373767" y="95126"/>
                  <a:pt x="373330" y="94907"/>
                  <a:pt x="373133" y="94907"/>
                </a:cubicBezTo>
                <a:cubicBezTo>
                  <a:pt x="372827" y="94953"/>
                  <a:pt x="372516" y="94907"/>
                  <a:pt x="372236" y="94776"/>
                </a:cubicBezTo>
                <a:cubicBezTo>
                  <a:pt x="372105" y="94666"/>
                  <a:pt x="371471" y="95475"/>
                  <a:pt x="371515" y="95781"/>
                </a:cubicBezTo>
                <a:cubicBezTo>
                  <a:pt x="371559" y="96088"/>
                  <a:pt x="372280" y="96175"/>
                  <a:pt x="371996" y="96831"/>
                </a:cubicBezTo>
                <a:cubicBezTo>
                  <a:pt x="371712" y="97487"/>
                  <a:pt x="370859" y="97487"/>
                  <a:pt x="370247" y="96831"/>
                </a:cubicBezTo>
                <a:cubicBezTo>
                  <a:pt x="369635" y="96175"/>
                  <a:pt x="371274" y="96022"/>
                  <a:pt x="370597" y="95607"/>
                </a:cubicBezTo>
                <a:cubicBezTo>
                  <a:pt x="369919" y="95191"/>
                  <a:pt x="369941" y="94186"/>
                  <a:pt x="370181" y="94142"/>
                </a:cubicBezTo>
                <a:cubicBezTo>
                  <a:pt x="370422" y="94098"/>
                  <a:pt x="372127" y="93858"/>
                  <a:pt x="372127" y="93858"/>
                </a:cubicBezTo>
                <a:cubicBezTo>
                  <a:pt x="374248" y="93202"/>
                  <a:pt x="374947" y="93311"/>
                  <a:pt x="375341" y="92896"/>
                </a:cubicBezTo>
                <a:cubicBezTo>
                  <a:pt x="375579" y="92544"/>
                  <a:pt x="375673" y="92113"/>
                  <a:pt x="375603" y="91693"/>
                </a:cubicBezTo>
                <a:cubicBezTo>
                  <a:pt x="375603" y="91387"/>
                  <a:pt x="376369" y="90819"/>
                  <a:pt x="376543" y="90819"/>
                </a:cubicBezTo>
                <a:cubicBezTo>
                  <a:pt x="377121" y="90628"/>
                  <a:pt x="377733" y="90569"/>
                  <a:pt x="378336" y="90644"/>
                </a:cubicBezTo>
                <a:cubicBezTo>
                  <a:pt x="378926" y="90709"/>
                  <a:pt x="379910" y="90491"/>
                  <a:pt x="379910" y="89944"/>
                </a:cubicBezTo>
                <a:cubicBezTo>
                  <a:pt x="380087" y="89384"/>
                  <a:pt x="380033" y="88779"/>
                  <a:pt x="379757" y="88261"/>
                </a:cubicBezTo>
                <a:cubicBezTo>
                  <a:pt x="379606" y="88077"/>
                  <a:pt x="379410" y="87935"/>
                  <a:pt x="379189" y="87845"/>
                </a:cubicBezTo>
                <a:cubicBezTo>
                  <a:pt x="378992" y="87802"/>
                  <a:pt x="378883" y="87386"/>
                  <a:pt x="378664" y="87386"/>
                </a:cubicBezTo>
                <a:cubicBezTo>
                  <a:pt x="378074" y="87146"/>
                  <a:pt x="377527" y="87649"/>
                  <a:pt x="376893" y="87845"/>
                </a:cubicBezTo>
                <a:cubicBezTo>
                  <a:pt x="376259" y="88042"/>
                  <a:pt x="374969" y="88304"/>
                  <a:pt x="374969" y="88042"/>
                </a:cubicBezTo>
                <a:cubicBezTo>
                  <a:pt x="374969" y="87780"/>
                  <a:pt x="375166" y="86993"/>
                  <a:pt x="374969" y="86796"/>
                </a:cubicBezTo>
                <a:cubicBezTo>
                  <a:pt x="374569" y="86632"/>
                  <a:pt x="374123" y="86632"/>
                  <a:pt x="373723" y="86796"/>
                </a:cubicBezTo>
                <a:cubicBezTo>
                  <a:pt x="373548" y="86971"/>
                  <a:pt x="373417" y="87736"/>
                  <a:pt x="373067" y="88130"/>
                </a:cubicBezTo>
                <a:cubicBezTo>
                  <a:pt x="372696" y="88427"/>
                  <a:pt x="372249" y="88615"/>
                  <a:pt x="371777" y="88676"/>
                </a:cubicBezTo>
                <a:cubicBezTo>
                  <a:pt x="371274" y="88807"/>
                  <a:pt x="370444" y="89419"/>
                  <a:pt x="370619" y="89747"/>
                </a:cubicBezTo>
                <a:cubicBezTo>
                  <a:pt x="370794" y="90075"/>
                  <a:pt x="371056" y="89791"/>
                  <a:pt x="371427" y="90075"/>
                </a:cubicBezTo>
                <a:cubicBezTo>
                  <a:pt x="371799" y="90360"/>
                  <a:pt x="372346" y="90360"/>
                  <a:pt x="372499" y="90600"/>
                </a:cubicBezTo>
                <a:cubicBezTo>
                  <a:pt x="372652" y="90841"/>
                  <a:pt x="372586" y="92065"/>
                  <a:pt x="371799" y="92174"/>
                </a:cubicBezTo>
                <a:cubicBezTo>
                  <a:pt x="371493" y="92218"/>
                  <a:pt x="370422" y="92590"/>
                  <a:pt x="370116" y="92065"/>
                </a:cubicBezTo>
                <a:cubicBezTo>
                  <a:pt x="370006" y="91890"/>
                  <a:pt x="370247" y="91649"/>
                  <a:pt x="370225" y="91256"/>
                </a:cubicBezTo>
                <a:cubicBezTo>
                  <a:pt x="370203" y="90862"/>
                  <a:pt x="369372" y="90447"/>
                  <a:pt x="369350" y="90206"/>
                </a:cubicBezTo>
                <a:cubicBezTo>
                  <a:pt x="369329" y="89966"/>
                  <a:pt x="369197" y="89857"/>
                  <a:pt x="369547" y="89551"/>
                </a:cubicBezTo>
                <a:cubicBezTo>
                  <a:pt x="370208" y="88903"/>
                  <a:pt x="370774" y="88167"/>
                  <a:pt x="371231" y="87364"/>
                </a:cubicBezTo>
                <a:cubicBezTo>
                  <a:pt x="371268" y="87082"/>
                  <a:pt x="371408" y="86827"/>
                  <a:pt x="371624" y="86643"/>
                </a:cubicBezTo>
                <a:cubicBezTo>
                  <a:pt x="372040" y="86271"/>
                  <a:pt x="372543" y="85681"/>
                  <a:pt x="372302" y="85484"/>
                </a:cubicBezTo>
                <a:cubicBezTo>
                  <a:pt x="372061" y="85272"/>
                  <a:pt x="371747" y="85169"/>
                  <a:pt x="371427" y="85200"/>
                </a:cubicBezTo>
                <a:cubicBezTo>
                  <a:pt x="371010" y="85224"/>
                  <a:pt x="370608" y="85368"/>
                  <a:pt x="370269" y="85615"/>
                </a:cubicBezTo>
                <a:cubicBezTo>
                  <a:pt x="370135" y="85854"/>
                  <a:pt x="369982" y="86081"/>
                  <a:pt x="369810" y="86293"/>
                </a:cubicBezTo>
                <a:cubicBezTo>
                  <a:pt x="369270" y="86861"/>
                  <a:pt x="368699" y="87402"/>
                  <a:pt x="368104" y="87911"/>
                </a:cubicBezTo>
                <a:cubicBezTo>
                  <a:pt x="367776" y="88195"/>
                  <a:pt x="367273" y="89091"/>
                  <a:pt x="367077" y="89245"/>
                </a:cubicBezTo>
                <a:cubicBezTo>
                  <a:pt x="366880" y="89398"/>
                  <a:pt x="365415" y="90644"/>
                  <a:pt x="365240" y="90841"/>
                </a:cubicBezTo>
                <a:cubicBezTo>
                  <a:pt x="364851" y="91136"/>
                  <a:pt x="364678" y="91636"/>
                  <a:pt x="364803" y="92109"/>
                </a:cubicBezTo>
                <a:cubicBezTo>
                  <a:pt x="364912" y="92327"/>
                  <a:pt x="365240" y="92305"/>
                  <a:pt x="365459" y="92327"/>
                </a:cubicBezTo>
                <a:cubicBezTo>
                  <a:pt x="365678" y="92349"/>
                  <a:pt x="366006" y="92436"/>
                  <a:pt x="366202" y="92218"/>
                </a:cubicBezTo>
                <a:cubicBezTo>
                  <a:pt x="366399" y="91999"/>
                  <a:pt x="366793" y="91562"/>
                  <a:pt x="367208" y="91781"/>
                </a:cubicBezTo>
                <a:cubicBezTo>
                  <a:pt x="367623" y="91999"/>
                  <a:pt x="367492" y="92436"/>
                  <a:pt x="367077" y="92655"/>
                </a:cubicBezTo>
                <a:cubicBezTo>
                  <a:pt x="366661" y="92874"/>
                  <a:pt x="366683" y="93180"/>
                  <a:pt x="366661" y="93420"/>
                </a:cubicBezTo>
                <a:cubicBezTo>
                  <a:pt x="366640" y="93661"/>
                  <a:pt x="367077" y="93595"/>
                  <a:pt x="367536" y="93836"/>
                </a:cubicBezTo>
                <a:cubicBezTo>
                  <a:pt x="367995" y="94076"/>
                  <a:pt x="368367" y="94229"/>
                  <a:pt x="368170" y="94645"/>
                </a:cubicBezTo>
                <a:cubicBezTo>
                  <a:pt x="368093" y="94841"/>
                  <a:pt x="367899" y="94966"/>
                  <a:pt x="367689" y="94951"/>
                </a:cubicBezTo>
                <a:cubicBezTo>
                  <a:pt x="367403" y="94922"/>
                  <a:pt x="367123" y="94848"/>
                  <a:pt x="366858" y="94732"/>
                </a:cubicBezTo>
                <a:cubicBezTo>
                  <a:pt x="366563" y="94601"/>
                  <a:pt x="366279" y="94448"/>
                  <a:pt x="366006" y="94273"/>
                </a:cubicBezTo>
                <a:cubicBezTo>
                  <a:pt x="365588" y="93893"/>
                  <a:pt x="365135" y="93556"/>
                  <a:pt x="364650" y="93267"/>
                </a:cubicBezTo>
                <a:cubicBezTo>
                  <a:pt x="364381" y="93051"/>
                  <a:pt x="364125" y="92817"/>
                  <a:pt x="363885" y="92568"/>
                </a:cubicBezTo>
                <a:cubicBezTo>
                  <a:pt x="363666" y="92371"/>
                  <a:pt x="363010" y="92196"/>
                  <a:pt x="362835" y="91890"/>
                </a:cubicBezTo>
                <a:cubicBezTo>
                  <a:pt x="362728" y="91617"/>
                  <a:pt x="362728" y="91311"/>
                  <a:pt x="362835" y="91037"/>
                </a:cubicBezTo>
                <a:cubicBezTo>
                  <a:pt x="362967" y="90753"/>
                  <a:pt x="363819" y="90622"/>
                  <a:pt x="364038" y="90491"/>
                </a:cubicBezTo>
                <a:cubicBezTo>
                  <a:pt x="364256" y="90360"/>
                  <a:pt x="364300" y="90185"/>
                  <a:pt x="364825" y="89791"/>
                </a:cubicBezTo>
                <a:cubicBezTo>
                  <a:pt x="365350" y="89398"/>
                  <a:pt x="365459" y="88829"/>
                  <a:pt x="365678" y="88611"/>
                </a:cubicBezTo>
                <a:cubicBezTo>
                  <a:pt x="365896" y="88392"/>
                  <a:pt x="366880" y="87364"/>
                  <a:pt x="367164" y="87058"/>
                </a:cubicBezTo>
                <a:cubicBezTo>
                  <a:pt x="367448" y="86752"/>
                  <a:pt x="367864" y="86490"/>
                  <a:pt x="367995" y="86359"/>
                </a:cubicBezTo>
                <a:cubicBezTo>
                  <a:pt x="368126" y="86227"/>
                  <a:pt x="368520" y="85812"/>
                  <a:pt x="368673" y="85812"/>
                </a:cubicBezTo>
                <a:cubicBezTo>
                  <a:pt x="368924" y="85716"/>
                  <a:pt x="369123" y="85517"/>
                  <a:pt x="369219" y="85266"/>
                </a:cubicBezTo>
                <a:cubicBezTo>
                  <a:pt x="369285" y="84959"/>
                  <a:pt x="369875" y="84697"/>
                  <a:pt x="370094" y="84325"/>
                </a:cubicBezTo>
                <a:cubicBezTo>
                  <a:pt x="370312" y="83954"/>
                  <a:pt x="370575" y="83823"/>
                  <a:pt x="370728" y="83495"/>
                </a:cubicBezTo>
                <a:cubicBezTo>
                  <a:pt x="370881" y="83167"/>
                  <a:pt x="370968" y="82970"/>
                  <a:pt x="370881" y="82839"/>
                </a:cubicBezTo>
                <a:cubicBezTo>
                  <a:pt x="370794" y="82708"/>
                  <a:pt x="370509" y="82861"/>
                  <a:pt x="370378" y="82708"/>
                </a:cubicBezTo>
                <a:cubicBezTo>
                  <a:pt x="370192" y="82493"/>
                  <a:pt x="369995" y="82288"/>
                  <a:pt x="369788" y="82095"/>
                </a:cubicBezTo>
                <a:close/>
                <a:moveTo>
                  <a:pt x="79909" y="80740"/>
                </a:moveTo>
                <a:cubicBezTo>
                  <a:pt x="79725" y="80939"/>
                  <a:pt x="79502" y="81094"/>
                  <a:pt x="79253" y="81199"/>
                </a:cubicBezTo>
                <a:cubicBezTo>
                  <a:pt x="78925" y="81265"/>
                  <a:pt x="78641" y="81090"/>
                  <a:pt x="78225" y="81483"/>
                </a:cubicBezTo>
                <a:cubicBezTo>
                  <a:pt x="77970" y="81840"/>
                  <a:pt x="77736" y="82213"/>
                  <a:pt x="77526" y="82598"/>
                </a:cubicBezTo>
                <a:cubicBezTo>
                  <a:pt x="77351" y="82773"/>
                  <a:pt x="76870" y="82992"/>
                  <a:pt x="76695" y="83189"/>
                </a:cubicBezTo>
                <a:cubicBezTo>
                  <a:pt x="76520" y="83385"/>
                  <a:pt x="76433" y="83888"/>
                  <a:pt x="76127" y="84172"/>
                </a:cubicBezTo>
                <a:cubicBezTo>
                  <a:pt x="75820" y="84457"/>
                  <a:pt x="75208" y="84741"/>
                  <a:pt x="75033" y="84959"/>
                </a:cubicBezTo>
                <a:cubicBezTo>
                  <a:pt x="74684" y="85353"/>
                  <a:pt x="74509" y="85615"/>
                  <a:pt x="74771" y="86096"/>
                </a:cubicBezTo>
                <a:cubicBezTo>
                  <a:pt x="75138" y="86544"/>
                  <a:pt x="75549" y="86953"/>
                  <a:pt x="75995" y="87321"/>
                </a:cubicBezTo>
                <a:cubicBezTo>
                  <a:pt x="76540" y="88014"/>
                  <a:pt x="77038" y="88744"/>
                  <a:pt x="77482" y="89507"/>
                </a:cubicBezTo>
                <a:cubicBezTo>
                  <a:pt x="77725" y="89999"/>
                  <a:pt x="78033" y="90456"/>
                  <a:pt x="78400" y="90862"/>
                </a:cubicBezTo>
                <a:cubicBezTo>
                  <a:pt x="78575" y="91037"/>
                  <a:pt x="79515" y="91977"/>
                  <a:pt x="80193" y="92743"/>
                </a:cubicBezTo>
                <a:cubicBezTo>
                  <a:pt x="80324" y="92896"/>
                  <a:pt x="80696" y="93530"/>
                  <a:pt x="81177" y="94120"/>
                </a:cubicBezTo>
                <a:cubicBezTo>
                  <a:pt x="81658" y="94710"/>
                  <a:pt x="81439" y="94798"/>
                  <a:pt x="82117" y="95519"/>
                </a:cubicBezTo>
                <a:cubicBezTo>
                  <a:pt x="82248" y="95650"/>
                  <a:pt x="82401" y="96350"/>
                  <a:pt x="82532" y="96525"/>
                </a:cubicBezTo>
                <a:cubicBezTo>
                  <a:pt x="83822" y="98055"/>
                  <a:pt x="83735" y="98361"/>
                  <a:pt x="84500" y="99061"/>
                </a:cubicBezTo>
                <a:cubicBezTo>
                  <a:pt x="84966" y="99533"/>
                  <a:pt x="85495" y="99940"/>
                  <a:pt x="86074" y="100263"/>
                </a:cubicBezTo>
                <a:cubicBezTo>
                  <a:pt x="86448" y="100473"/>
                  <a:pt x="86800" y="100722"/>
                  <a:pt x="87124" y="101007"/>
                </a:cubicBezTo>
                <a:lnTo>
                  <a:pt x="88151" y="101859"/>
                </a:lnTo>
                <a:cubicBezTo>
                  <a:pt x="88326" y="102034"/>
                  <a:pt x="89725" y="102778"/>
                  <a:pt x="90009" y="102974"/>
                </a:cubicBezTo>
                <a:cubicBezTo>
                  <a:pt x="90429" y="103398"/>
                  <a:pt x="90890" y="103779"/>
                  <a:pt x="91387" y="104111"/>
                </a:cubicBezTo>
                <a:cubicBezTo>
                  <a:pt x="91957" y="104310"/>
                  <a:pt x="92554" y="104419"/>
                  <a:pt x="93158" y="104439"/>
                </a:cubicBezTo>
                <a:cubicBezTo>
                  <a:pt x="93547" y="104387"/>
                  <a:pt x="93923" y="104269"/>
                  <a:pt x="94273" y="104089"/>
                </a:cubicBezTo>
                <a:cubicBezTo>
                  <a:pt x="94688" y="103849"/>
                  <a:pt x="95344" y="102974"/>
                  <a:pt x="95759" y="102668"/>
                </a:cubicBezTo>
                <a:cubicBezTo>
                  <a:pt x="96175" y="102362"/>
                  <a:pt x="96984" y="101925"/>
                  <a:pt x="96984" y="101925"/>
                </a:cubicBezTo>
                <a:cubicBezTo>
                  <a:pt x="96984" y="101925"/>
                  <a:pt x="97836" y="101094"/>
                  <a:pt x="98142" y="100744"/>
                </a:cubicBezTo>
                <a:cubicBezTo>
                  <a:pt x="98481" y="100296"/>
                  <a:pt x="98905" y="99918"/>
                  <a:pt x="99389" y="99629"/>
                </a:cubicBezTo>
                <a:cubicBezTo>
                  <a:pt x="99629" y="99520"/>
                  <a:pt x="100219" y="99433"/>
                  <a:pt x="100460" y="99170"/>
                </a:cubicBezTo>
                <a:cubicBezTo>
                  <a:pt x="100796" y="98757"/>
                  <a:pt x="101061" y="98291"/>
                  <a:pt x="101247" y="97793"/>
                </a:cubicBezTo>
                <a:cubicBezTo>
                  <a:pt x="101422" y="97334"/>
                  <a:pt x="102100" y="96962"/>
                  <a:pt x="102143" y="96481"/>
                </a:cubicBezTo>
                <a:cubicBezTo>
                  <a:pt x="102187" y="96000"/>
                  <a:pt x="101859" y="95607"/>
                  <a:pt x="101553" y="95104"/>
                </a:cubicBezTo>
                <a:cubicBezTo>
                  <a:pt x="101260" y="94430"/>
                  <a:pt x="100917" y="93779"/>
                  <a:pt x="100525" y="93158"/>
                </a:cubicBezTo>
                <a:cubicBezTo>
                  <a:pt x="100106" y="92530"/>
                  <a:pt x="99323" y="92255"/>
                  <a:pt x="98601" y="92480"/>
                </a:cubicBezTo>
                <a:cubicBezTo>
                  <a:pt x="98188" y="92732"/>
                  <a:pt x="97819" y="93049"/>
                  <a:pt x="97508" y="93420"/>
                </a:cubicBezTo>
                <a:cubicBezTo>
                  <a:pt x="97248" y="93632"/>
                  <a:pt x="96940" y="93783"/>
                  <a:pt x="96612" y="93858"/>
                </a:cubicBezTo>
                <a:cubicBezTo>
                  <a:pt x="96503" y="93879"/>
                  <a:pt x="96131" y="94404"/>
                  <a:pt x="95803" y="94404"/>
                </a:cubicBezTo>
                <a:cubicBezTo>
                  <a:pt x="95436" y="94658"/>
                  <a:pt x="95092" y="94942"/>
                  <a:pt x="94775" y="95257"/>
                </a:cubicBezTo>
                <a:cubicBezTo>
                  <a:pt x="94262" y="95736"/>
                  <a:pt x="93597" y="96022"/>
                  <a:pt x="92895" y="96066"/>
                </a:cubicBezTo>
                <a:cubicBezTo>
                  <a:pt x="91890" y="96022"/>
                  <a:pt x="91518" y="95388"/>
                  <a:pt x="90818" y="95038"/>
                </a:cubicBezTo>
                <a:cubicBezTo>
                  <a:pt x="90429" y="94835"/>
                  <a:pt x="90086" y="94551"/>
                  <a:pt x="89813" y="94207"/>
                </a:cubicBezTo>
                <a:cubicBezTo>
                  <a:pt x="89194" y="93488"/>
                  <a:pt x="88717" y="92657"/>
                  <a:pt x="88413" y="91759"/>
                </a:cubicBezTo>
                <a:cubicBezTo>
                  <a:pt x="88859" y="90965"/>
                  <a:pt x="89135" y="90086"/>
                  <a:pt x="89222" y="89179"/>
                </a:cubicBezTo>
                <a:cubicBezTo>
                  <a:pt x="89329" y="88611"/>
                  <a:pt x="89469" y="88049"/>
                  <a:pt x="89638" y="87496"/>
                </a:cubicBezTo>
                <a:cubicBezTo>
                  <a:pt x="89605" y="87043"/>
                  <a:pt x="89664" y="86590"/>
                  <a:pt x="89813" y="86162"/>
                </a:cubicBezTo>
                <a:cubicBezTo>
                  <a:pt x="90075" y="85659"/>
                  <a:pt x="90206" y="85419"/>
                  <a:pt x="90447" y="85003"/>
                </a:cubicBezTo>
                <a:cubicBezTo>
                  <a:pt x="90678" y="84732"/>
                  <a:pt x="90678" y="84334"/>
                  <a:pt x="90447" y="84063"/>
                </a:cubicBezTo>
                <a:cubicBezTo>
                  <a:pt x="90110" y="83750"/>
                  <a:pt x="89727" y="83492"/>
                  <a:pt x="89310" y="83298"/>
                </a:cubicBezTo>
                <a:cubicBezTo>
                  <a:pt x="88676" y="83167"/>
                  <a:pt x="87976" y="82248"/>
                  <a:pt x="87233" y="82751"/>
                </a:cubicBezTo>
                <a:cubicBezTo>
                  <a:pt x="86489" y="83254"/>
                  <a:pt x="85637" y="83232"/>
                  <a:pt x="85506" y="83648"/>
                </a:cubicBezTo>
                <a:cubicBezTo>
                  <a:pt x="85490" y="84085"/>
                  <a:pt x="85394" y="84513"/>
                  <a:pt x="85221" y="84916"/>
                </a:cubicBezTo>
                <a:cubicBezTo>
                  <a:pt x="85375" y="85462"/>
                  <a:pt x="84740" y="85856"/>
                  <a:pt x="84150" y="85462"/>
                </a:cubicBezTo>
                <a:cubicBezTo>
                  <a:pt x="83851" y="85139"/>
                  <a:pt x="83595" y="84778"/>
                  <a:pt x="83385" y="84391"/>
                </a:cubicBezTo>
                <a:cubicBezTo>
                  <a:pt x="83013" y="83560"/>
                  <a:pt x="83451" y="82664"/>
                  <a:pt x="82467" y="81658"/>
                </a:cubicBezTo>
                <a:cubicBezTo>
                  <a:pt x="81973" y="81254"/>
                  <a:pt x="81411" y="80941"/>
                  <a:pt x="80805" y="80740"/>
                </a:cubicBezTo>
                <a:cubicBezTo>
                  <a:pt x="80499" y="80740"/>
                  <a:pt x="80084" y="80609"/>
                  <a:pt x="79909" y="80740"/>
                </a:cubicBezTo>
                <a:close/>
                <a:moveTo>
                  <a:pt x="271143" y="71689"/>
                </a:moveTo>
                <a:cubicBezTo>
                  <a:pt x="271078" y="75021"/>
                  <a:pt x="270509" y="78322"/>
                  <a:pt x="269460" y="81484"/>
                </a:cubicBezTo>
                <a:cubicBezTo>
                  <a:pt x="268697" y="83985"/>
                  <a:pt x="266788" y="85974"/>
                  <a:pt x="264322" y="86840"/>
                </a:cubicBezTo>
                <a:cubicBezTo>
                  <a:pt x="263854" y="88040"/>
                  <a:pt x="263181" y="89149"/>
                  <a:pt x="262333" y="90120"/>
                </a:cubicBezTo>
                <a:cubicBezTo>
                  <a:pt x="257042" y="96416"/>
                  <a:pt x="247422" y="103259"/>
                  <a:pt x="236491" y="107981"/>
                </a:cubicBezTo>
                <a:cubicBezTo>
                  <a:pt x="239018" y="107221"/>
                  <a:pt x="241736" y="107398"/>
                  <a:pt x="244143" y="108484"/>
                </a:cubicBezTo>
                <a:lnTo>
                  <a:pt x="244230" y="108419"/>
                </a:lnTo>
                <a:cubicBezTo>
                  <a:pt x="247343" y="109943"/>
                  <a:pt x="250175" y="111982"/>
                  <a:pt x="252604" y="114453"/>
                </a:cubicBezTo>
                <a:cubicBezTo>
                  <a:pt x="252604" y="114453"/>
                  <a:pt x="249412" y="116136"/>
                  <a:pt x="242722" y="114628"/>
                </a:cubicBezTo>
                <a:cubicBezTo>
                  <a:pt x="239506" y="113751"/>
                  <a:pt x="236904" y="111386"/>
                  <a:pt x="235726" y="108266"/>
                </a:cubicBezTo>
                <a:lnTo>
                  <a:pt x="230239" y="110281"/>
                </a:lnTo>
                <a:lnTo>
                  <a:pt x="231413" y="116302"/>
                </a:lnTo>
                <a:cubicBezTo>
                  <a:pt x="232140" y="120038"/>
                  <a:pt x="232938" y="124148"/>
                  <a:pt x="233342" y="126258"/>
                </a:cubicBezTo>
                <a:cubicBezTo>
                  <a:pt x="256252" y="126387"/>
                  <a:pt x="279045" y="122950"/>
                  <a:pt x="300899" y="116070"/>
                </a:cubicBezTo>
                <a:lnTo>
                  <a:pt x="303238" y="115283"/>
                </a:lnTo>
                <a:lnTo>
                  <a:pt x="303238" y="117731"/>
                </a:lnTo>
                <a:cubicBezTo>
                  <a:pt x="303223" y="124625"/>
                  <a:pt x="300864" y="131310"/>
                  <a:pt x="296548" y="136686"/>
                </a:cubicBezTo>
                <a:cubicBezTo>
                  <a:pt x="292228" y="141885"/>
                  <a:pt x="286434" y="145659"/>
                  <a:pt x="279932" y="147508"/>
                </a:cubicBezTo>
                <a:cubicBezTo>
                  <a:pt x="279222" y="152480"/>
                  <a:pt x="276766" y="157038"/>
                  <a:pt x="273002" y="160364"/>
                </a:cubicBezTo>
                <a:cubicBezTo>
                  <a:pt x="272013" y="161199"/>
                  <a:pt x="270944" y="161931"/>
                  <a:pt x="269810" y="162550"/>
                </a:cubicBezTo>
                <a:cubicBezTo>
                  <a:pt x="284829" y="160845"/>
                  <a:pt x="296264" y="158702"/>
                  <a:pt x="301729" y="157675"/>
                </a:cubicBezTo>
                <a:lnTo>
                  <a:pt x="304244" y="157194"/>
                </a:lnTo>
                <a:lnTo>
                  <a:pt x="304112" y="157194"/>
                </a:lnTo>
                <a:cubicBezTo>
                  <a:pt x="306583" y="156778"/>
                  <a:pt x="308988" y="156254"/>
                  <a:pt x="310955" y="155773"/>
                </a:cubicBezTo>
                <a:cubicBezTo>
                  <a:pt x="308004" y="161350"/>
                  <a:pt x="304449" y="166584"/>
                  <a:pt x="300352" y="171383"/>
                </a:cubicBezTo>
                <a:cubicBezTo>
                  <a:pt x="293437" y="179605"/>
                  <a:pt x="284947" y="186361"/>
                  <a:pt x="275385" y="191256"/>
                </a:cubicBezTo>
                <a:cubicBezTo>
                  <a:pt x="266970" y="195515"/>
                  <a:pt x="257929" y="198401"/>
                  <a:pt x="248603" y="199804"/>
                </a:cubicBezTo>
                <a:cubicBezTo>
                  <a:pt x="247153" y="200008"/>
                  <a:pt x="245693" y="200102"/>
                  <a:pt x="244230" y="200088"/>
                </a:cubicBezTo>
                <a:cubicBezTo>
                  <a:pt x="241502" y="200077"/>
                  <a:pt x="238778" y="199881"/>
                  <a:pt x="236075" y="199498"/>
                </a:cubicBezTo>
                <a:lnTo>
                  <a:pt x="233495" y="199126"/>
                </a:lnTo>
                <a:lnTo>
                  <a:pt x="238502" y="220049"/>
                </a:lnTo>
                <a:lnTo>
                  <a:pt x="221821" y="221120"/>
                </a:lnTo>
                <a:lnTo>
                  <a:pt x="205118" y="220049"/>
                </a:lnTo>
                <a:lnTo>
                  <a:pt x="210124" y="199126"/>
                </a:lnTo>
                <a:lnTo>
                  <a:pt x="207544" y="199498"/>
                </a:lnTo>
                <a:cubicBezTo>
                  <a:pt x="204842" y="199881"/>
                  <a:pt x="202118" y="200077"/>
                  <a:pt x="199390" y="200088"/>
                </a:cubicBezTo>
                <a:cubicBezTo>
                  <a:pt x="197927" y="200104"/>
                  <a:pt x="196464" y="200008"/>
                  <a:pt x="195017" y="199804"/>
                </a:cubicBezTo>
                <a:cubicBezTo>
                  <a:pt x="185684" y="198405"/>
                  <a:pt x="176635" y="195519"/>
                  <a:pt x="168213" y="191256"/>
                </a:cubicBezTo>
                <a:cubicBezTo>
                  <a:pt x="158648" y="186363"/>
                  <a:pt x="150161" y="179605"/>
                  <a:pt x="143246" y="171383"/>
                </a:cubicBezTo>
                <a:cubicBezTo>
                  <a:pt x="139149" y="166584"/>
                  <a:pt x="135594" y="161350"/>
                  <a:pt x="132642" y="155773"/>
                </a:cubicBezTo>
                <a:cubicBezTo>
                  <a:pt x="134632" y="156254"/>
                  <a:pt x="137081" y="156778"/>
                  <a:pt x="139485" y="157194"/>
                </a:cubicBezTo>
                <a:lnTo>
                  <a:pt x="142022" y="157675"/>
                </a:lnTo>
                <a:cubicBezTo>
                  <a:pt x="147465" y="158702"/>
                  <a:pt x="158878" y="160845"/>
                  <a:pt x="173919" y="162528"/>
                </a:cubicBezTo>
                <a:cubicBezTo>
                  <a:pt x="172785" y="161953"/>
                  <a:pt x="171713" y="161256"/>
                  <a:pt x="170727" y="160451"/>
                </a:cubicBezTo>
                <a:cubicBezTo>
                  <a:pt x="166974" y="157119"/>
                  <a:pt x="164518" y="152565"/>
                  <a:pt x="163797" y="147596"/>
                </a:cubicBezTo>
                <a:cubicBezTo>
                  <a:pt x="157297" y="145740"/>
                  <a:pt x="151506" y="141968"/>
                  <a:pt x="147181" y="136774"/>
                </a:cubicBezTo>
                <a:cubicBezTo>
                  <a:pt x="142881" y="131389"/>
                  <a:pt x="140524" y="124710"/>
                  <a:pt x="140491" y="117819"/>
                </a:cubicBezTo>
                <a:lnTo>
                  <a:pt x="140491" y="115370"/>
                </a:lnTo>
                <a:lnTo>
                  <a:pt x="142809" y="116157"/>
                </a:lnTo>
                <a:cubicBezTo>
                  <a:pt x="164702" y="123020"/>
                  <a:pt x="187531" y="126426"/>
                  <a:pt x="210474" y="126258"/>
                </a:cubicBezTo>
                <a:cubicBezTo>
                  <a:pt x="211283" y="122038"/>
                  <a:pt x="213666" y="109817"/>
                  <a:pt x="213906" y="108593"/>
                </a:cubicBezTo>
                <a:lnTo>
                  <a:pt x="213906" y="108309"/>
                </a:lnTo>
                <a:cubicBezTo>
                  <a:pt x="214344" y="106057"/>
                  <a:pt x="215655" y="99257"/>
                  <a:pt x="221755" y="99257"/>
                </a:cubicBezTo>
                <a:lnTo>
                  <a:pt x="222039" y="99257"/>
                </a:lnTo>
                <a:cubicBezTo>
                  <a:pt x="225089" y="99257"/>
                  <a:pt x="226948" y="100973"/>
                  <a:pt x="228098" y="102963"/>
                </a:cubicBezTo>
                <a:lnTo>
                  <a:pt x="229666" y="107590"/>
                </a:lnTo>
                <a:lnTo>
                  <a:pt x="234939" y="105664"/>
                </a:lnTo>
                <a:cubicBezTo>
                  <a:pt x="233170" y="102883"/>
                  <a:pt x="232400" y="99584"/>
                  <a:pt x="232752" y="96307"/>
                </a:cubicBezTo>
                <a:cubicBezTo>
                  <a:pt x="233550" y="92866"/>
                  <a:pt x="235354" y="89737"/>
                  <a:pt x="237934" y="87321"/>
                </a:cubicBezTo>
                <a:cubicBezTo>
                  <a:pt x="238920" y="90596"/>
                  <a:pt x="239486" y="93983"/>
                  <a:pt x="239617" y="97400"/>
                </a:cubicBezTo>
                <a:cubicBezTo>
                  <a:pt x="239748" y="101204"/>
                  <a:pt x="235835" y="104899"/>
                  <a:pt x="235070" y="105577"/>
                </a:cubicBezTo>
                <a:lnTo>
                  <a:pt x="245668" y="99331"/>
                </a:lnTo>
                <a:lnTo>
                  <a:pt x="243661" y="90644"/>
                </a:lnTo>
                <a:cubicBezTo>
                  <a:pt x="244326" y="87183"/>
                  <a:pt x="245972" y="83989"/>
                  <a:pt x="248405" y="81439"/>
                </a:cubicBezTo>
                <a:cubicBezTo>
                  <a:pt x="249385" y="84756"/>
                  <a:pt x="249971" y="88175"/>
                  <a:pt x="250154" y="91627"/>
                </a:cubicBezTo>
                <a:lnTo>
                  <a:pt x="250220" y="91627"/>
                </a:lnTo>
                <a:lnTo>
                  <a:pt x="246503" y="98839"/>
                </a:lnTo>
                <a:lnTo>
                  <a:pt x="255511" y="93530"/>
                </a:lnTo>
                <a:cubicBezTo>
                  <a:pt x="253898" y="90786"/>
                  <a:pt x="253179" y="87608"/>
                  <a:pt x="253456" y="84435"/>
                </a:cubicBezTo>
                <a:cubicBezTo>
                  <a:pt x="254064" y="81167"/>
                  <a:pt x="255579" y="78137"/>
                  <a:pt x="257829" y="75690"/>
                </a:cubicBezTo>
                <a:cubicBezTo>
                  <a:pt x="258736" y="78876"/>
                  <a:pt x="259272" y="82155"/>
                  <a:pt x="259425" y="85463"/>
                </a:cubicBezTo>
                <a:cubicBezTo>
                  <a:pt x="259622" y="89136"/>
                  <a:pt x="256167" y="92896"/>
                  <a:pt x="255577" y="93508"/>
                </a:cubicBezTo>
                <a:cubicBezTo>
                  <a:pt x="257824" y="91720"/>
                  <a:pt x="259943" y="89779"/>
                  <a:pt x="261917" y="87693"/>
                </a:cubicBezTo>
                <a:cubicBezTo>
                  <a:pt x="262398" y="87168"/>
                  <a:pt x="262945" y="86490"/>
                  <a:pt x="263338" y="85988"/>
                </a:cubicBezTo>
                <a:cubicBezTo>
                  <a:pt x="262811" y="83307"/>
                  <a:pt x="263253" y="80524"/>
                  <a:pt x="264584" y="78139"/>
                </a:cubicBezTo>
                <a:cubicBezTo>
                  <a:pt x="266058" y="75367"/>
                  <a:pt x="268347" y="73115"/>
                  <a:pt x="271143" y="71689"/>
                </a:cubicBezTo>
                <a:close/>
                <a:moveTo>
                  <a:pt x="130456" y="70552"/>
                </a:moveTo>
                <a:cubicBezTo>
                  <a:pt x="130456" y="70552"/>
                  <a:pt x="129144" y="71361"/>
                  <a:pt x="129144" y="71361"/>
                </a:cubicBezTo>
                <a:cubicBezTo>
                  <a:pt x="128873" y="71741"/>
                  <a:pt x="128540" y="72074"/>
                  <a:pt x="128160" y="72345"/>
                </a:cubicBezTo>
                <a:cubicBezTo>
                  <a:pt x="127898" y="72498"/>
                  <a:pt x="127045" y="71186"/>
                  <a:pt x="126280" y="71645"/>
                </a:cubicBezTo>
                <a:cubicBezTo>
                  <a:pt x="126061" y="71776"/>
                  <a:pt x="125886" y="72301"/>
                  <a:pt x="125690" y="72629"/>
                </a:cubicBezTo>
                <a:cubicBezTo>
                  <a:pt x="125351" y="73501"/>
                  <a:pt x="125351" y="74467"/>
                  <a:pt x="125690" y="75340"/>
                </a:cubicBezTo>
                <a:cubicBezTo>
                  <a:pt x="125690" y="75646"/>
                  <a:pt x="125558" y="76280"/>
                  <a:pt x="125690" y="76499"/>
                </a:cubicBezTo>
                <a:cubicBezTo>
                  <a:pt x="125821" y="76717"/>
                  <a:pt x="126258" y="76936"/>
                  <a:pt x="126367" y="77133"/>
                </a:cubicBezTo>
                <a:cubicBezTo>
                  <a:pt x="126477" y="77329"/>
                  <a:pt x="126651" y="77942"/>
                  <a:pt x="126783" y="78160"/>
                </a:cubicBezTo>
                <a:cubicBezTo>
                  <a:pt x="127242" y="79078"/>
                  <a:pt x="128182" y="78969"/>
                  <a:pt x="128969" y="78510"/>
                </a:cubicBezTo>
                <a:cubicBezTo>
                  <a:pt x="129341" y="78269"/>
                  <a:pt x="129734" y="77395"/>
                  <a:pt x="129931" y="77198"/>
                </a:cubicBezTo>
                <a:cubicBezTo>
                  <a:pt x="130128" y="77001"/>
                  <a:pt x="130630" y="76980"/>
                  <a:pt x="130849" y="76542"/>
                </a:cubicBezTo>
                <a:cubicBezTo>
                  <a:pt x="131076" y="76208"/>
                  <a:pt x="131247" y="75838"/>
                  <a:pt x="131352" y="75449"/>
                </a:cubicBezTo>
                <a:lnTo>
                  <a:pt x="131352" y="75362"/>
                </a:lnTo>
                <a:cubicBezTo>
                  <a:pt x="131418" y="74837"/>
                  <a:pt x="131133" y="74531"/>
                  <a:pt x="131243" y="74072"/>
                </a:cubicBezTo>
                <a:cubicBezTo>
                  <a:pt x="131199" y="73831"/>
                  <a:pt x="131571" y="73460"/>
                  <a:pt x="131571" y="73285"/>
                </a:cubicBezTo>
                <a:cubicBezTo>
                  <a:pt x="131610" y="72952"/>
                  <a:pt x="131678" y="72622"/>
                  <a:pt x="131767" y="72301"/>
                </a:cubicBezTo>
                <a:cubicBezTo>
                  <a:pt x="131711" y="71971"/>
                  <a:pt x="131584" y="71658"/>
                  <a:pt x="131396" y="71383"/>
                </a:cubicBezTo>
                <a:cubicBezTo>
                  <a:pt x="131359" y="71079"/>
                  <a:pt x="131238" y="70790"/>
                  <a:pt x="131046" y="70552"/>
                </a:cubicBezTo>
                <a:cubicBezTo>
                  <a:pt x="130893" y="70355"/>
                  <a:pt x="130456" y="70552"/>
                  <a:pt x="130456" y="70552"/>
                </a:cubicBezTo>
                <a:close/>
                <a:moveTo>
                  <a:pt x="899320" y="68645"/>
                </a:moveTo>
                <a:cubicBezTo>
                  <a:pt x="901263" y="68717"/>
                  <a:pt x="903199" y="68920"/>
                  <a:pt x="905114" y="69255"/>
                </a:cubicBezTo>
                <a:cubicBezTo>
                  <a:pt x="907499" y="69409"/>
                  <a:pt x="909893" y="69409"/>
                  <a:pt x="912278" y="69255"/>
                </a:cubicBezTo>
                <a:cubicBezTo>
                  <a:pt x="914107" y="69255"/>
                  <a:pt x="915251" y="71618"/>
                  <a:pt x="916013" y="72228"/>
                </a:cubicBezTo>
                <a:cubicBezTo>
                  <a:pt x="916775" y="72837"/>
                  <a:pt x="921577" y="73066"/>
                  <a:pt x="922721" y="74285"/>
                </a:cubicBezTo>
                <a:cubicBezTo>
                  <a:pt x="923863" y="75505"/>
                  <a:pt x="923711" y="79392"/>
                  <a:pt x="924931" y="81907"/>
                </a:cubicBezTo>
                <a:cubicBezTo>
                  <a:pt x="926150" y="84423"/>
                  <a:pt x="929809" y="85718"/>
                  <a:pt x="930114" y="93341"/>
                </a:cubicBezTo>
                <a:cubicBezTo>
                  <a:pt x="930419" y="100963"/>
                  <a:pt x="928361" y="101115"/>
                  <a:pt x="923711" y="105079"/>
                </a:cubicBezTo>
                <a:cubicBezTo>
                  <a:pt x="922415" y="106755"/>
                  <a:pt x="922568" y="109423"/>
                  <a:pt x="924931" y="108965"/>
                </a:cubicBezTo>
                <a:cubicBezTo>
                  <a:pt x="929123" y="108127"/>
                  <a:pt x="944215" y="104773"/>
                  <a:pt x="947797" y="103630"/>
                </a:cubicBezTo>
                <a:cubicBezTo>
                  <a:pt x="952056" y="102296"/>
                  <a:pt x="956414" y="101302"/>
                  <a:pt x="960831" y="100658"/>
                </a:cubicBezTo>
                <a:cubicBezTo>
                  <a:pt x="962279" y="100505"/>
                  <a:pt x="964642" y="102563"/>
                  <a:pt x="966395" y="103021"/>
                </a:cubicBezTo>
                <a:cubicBezTo>
                  <a:pt x="968147" y="103478"/>
                  <a:pt x="971578" y="103326"/>
                  <a:pt x="972188" y="104926"/>
                </a:cubicBezTo>
                <a:cubicBezTo>
                  <a:pt x="973375" y="107962"/>
                  <a:pt x="975960" y="110235"/>
                  <a:pt x="979123" y="111024"/>
                </a:cubicBezTo>
                <a:lnTo>
                  <a:pt x="978971" y="111024"/>
                </a:lnTo>
                <a:cubicBezTo>
                  <a:pt x="980608" y="111433"/>
                  <a:pt x="981840" y="112786"/>
                  <a:pt x="982096" y="114453"/>
                </a:cubicBezTo>
                <a:cubicBezTo>
                  <a:pt x="982096" y="115902"/>
                  <a:pt x="981715" y="118341"/>
                  <a:pt x="981715" y="121466"/>
                </a:cubicBezTo>
                <a:cubicBezTo>
                  <a:pt x="981257" y="126344"/>
                  <a:pt x="972873" y="129774"/>
                  <a:pt x="969215" y="132060"/>
                </a:cubicBezTo>
                <a:cubicBezTo>
                  <a:pt x="967995" y="132899"/>
                  <a:pt x="966776" y="130079"/>
                  <a:pt x="962507" y="130079"/>
                </a:cubicBezTo>
                <a:cubicBezTo>
                  <a:pt x="961059" y="130155"/>
                  <a:pt x="952598" y="130841"/>
                  <a:pt x="951151" y="130841"/>
                </a:cubicBezTo>
                <a:lnTo>
                  <a:pt x="942080" y="131908"/>
                </a:lnTo>
                <a:cubicBezTo>
                  <a:pt x="940022" y="132365"/>
                  <a:pt x="935754" y="133814"/>
                  <a:pt x="933773" y="134423"/>
                </a:cubicBezTo>
                <a:cubicBezTo>
                  <a:pt x="930938" y="135222"/>
                  <a:pt x="928162" y="136216"/>
                  <a:pt x="925464" y="137396"/>
                </a:cubicBezTo>
                <a:cubicBezTo>
                  <a:pt x="924244" y="138158"/>
                  <a:pt x="921272" y="136786"/>
                  <a:pt x="917842" y="137396"/>
                </a:cubicBezTo>
                <a:cubicBezTo>
                  <a:pt x="916318" y="137701"/>
                  <a:pt x="910906" y="140978"/>
                  <a:pt x="906256" y="142273"/>
                </a:cubicBezTo>
                <a:cubicBezTo>
                  <a:pt x="897092" y="143877"/>
                  <a:pt x="888051" y="146118"/>
                  <a:pt x="879199" y="148981"/>
                </a:cubicBezTo>
                <a:cubicBezTo>
                  <a:pt x="877217" y="150963"/>
                  <a:pt x="873101" y="150124"/>
                  <a:pt x="871577" y="150963"/>
                </a:cubicBezTo>
                <a:cubicBezTo>
                  <a:pt x="870052" y="151802"/>
                  <a:pt x="866013" y="151802"/>
                  <a:pt x="863955" y="152868"/>
                </a:cubicBezTo>
                <a:cubicBezTo>
                  <a:pt x="860525" y="154622"/>
                  <a:pt x="859000" y="153631"/>
                  <a:pt x="857094" y="154622"/>
                </a:cubicBezTo>
                <a:cubicBezTo>
                  <a:pt x="855246" y="155310"/>
                  <a:pt x="853265" y="155571"/>
                  <a:pt x="851302" y="155383"/>
                </a:cubicBezTo>
                <a:cubicBezTo>
                  <a:pt x="849184" y="155806"/>
                  <a:pt x="847096" y="156366"/>
                  <a:pt x="845052" y="157061"/>
                </a:cubicBezTo>
                <a:cubicBezTo>
                  <a:pt x="843247" y="157477"/>
                  <a:pt x="841369" y="157477"/>
                  <a:pt x="839564" y="157061"/>
                </a:cubicBezTo>
                <a:cubicBezTo>
                  <a:pt x="838124" y="156847"/>
                  <a:pt x="836659" y="156847"/>
                  <a:pt x="835219" y="157061"/>
                </a:cubicBezTo>
                <a:cubicBezTo>
                  <a:pt x="833771" y="158966"/>
                  <a:pt x="831027" y="158966"/>
                  <a:pt x="828207" y="158966"/>
                </a:cubicBezTo>
                <a:cubicBezTo>
                  <a:pt x="826138" y="159369"/>
                  <a:pt x="824137" y="160062"/>
                  <a:pt x="822262" y="161024"/>
                </a:cubicBezTo>
                <a:cubicBezTo>
                  <a:pt x="821804" y="162396"/>
                  <a:pt x="819366" y="163615"/>
                  <a:pt x="817079" y="163997"/>
                </a:cubicBezTo>
                <a:cubicBezTo>
                  <a:pt x="814793" y="164378"/>
                  <a:pt x="816164" y="162548"/>
                  <a:pt x="812886" y="161024"/>
                </a:cubicBezTo>
                <a:cubicBezTo>
                  <a:pt x="811362" y="160567"/>
                  <a:pt x="807932" y="161863"/>
                  <a:pt x="805264" y="160567"/>
                </a:cubicBezTo>
                <a:cubicBezTo>
                  <a:pt x="802596" y="159271"/>
                  <a:pt x="802749" y="155536"/>
                  <a:pt x="803283" y="152411"/>
                </a:cubicBezTo>
                <a:cubicBezTo>
                  <a:pt x="803359" y="151725"/>
                  <a:pt x="802902" y="148829"/>
                  <a:pt x="802902" y="145704"/>
                </a:cubicBezTo>
                <a:cubicBezTo>
                  <a:pt x="802574" y="143799"/>
                  <a:pt x="803104" y="141846"/>
                  <a:pt x="804350" y="140368"/>
                </a:cubicBezTo>
                <a:cubicBezTo>
                  <a:pt x="808949" y="136961"/>
                  <a:pt x="814108" y="134382"/>
                  <a:pt x="819594" y="132746"/>
                </a:cubicBezTo>
                <a:cubicBezTo>
                  <a:pt x="821042" y="132441"/>
                  <a:pt x="822491" y="135033"/>
                  <a:pt x="823634" y="135033"/>
                </a:cubicBezTo>
                <a:cubicBezTo>
                  <a:pt x="824777" y="135033"/>
                  <a:pt x="830113" y="132060"/>
                  <a:pt x="832399" y="132060"/>
                </a:cubicBezTo>
                <a:cubicBezTo>
                  <a:pt x="839484" y="131207"/>
                  <a:pt x="846491" y="129806"/>
                  <a:pt x="853360" y="127868"/>
                </a:cubicBezTo>
                <a:cubicBezTo>
                  <a:pt x="856942" y="126649"/>
                  <a:pt x="860219" y="128326"/>
                  <a:pt x="862277" y="126649"/>
                </a:cubicBezTo>
                <a:cubicBezTo>
                  <a:pt x="867641" y="124665"/>
                  <a:pt x="873112" y="122985"/>
                  <a:pt x="878665" y="121618"/>
                </a:cubicBezTo>
                <a:cubicBezTo>
                  <a:pt x="880646" y="121161"/>
                  <a:pt x="884305" y="120170"/>
                  <a:pt x="885372" y="117731"/>
                </a:cubicBezTo>
                <a:cubicBezTo>
                  <a:pt x="885487" y="116167"/>
                  <a:pt x="885225" y="114600"/>
                  <a:pt x="884611" y="113158"/>
                </a:cubicBezTo>
                <a:cubicBezTo>
                  <a:pt x="883695" y="110795"/>
                  <a:pt x="881866" y="111633"/>
                  <a:pt x="879884" y="111633"/>
                </a:cubicBezTo>
                <a:cubicBezTo>
                  <a:pt x="878001" y="111109"/>
                  <a:pt x="876391" y="109881"/>
                  <a:pt x="875387" y="108204"/>
                </a:cubicBezTo>
                <a:cubicBezTo>
                  <a:pt x="875292" y="106559"/>
                  <a:pt x="875662" y="104921"/>
                  <a:pt x="876455" y="103478"/>
                </a:cubicBezTo>
                <a:cubicBezTo>
                  <a:pt x="877064" y="101801"/>
                  <a:pt x="877445" y="101115"/>
                  <a:pt x="878208" y="98980"/>
                </a:cubicBezTo>
                <a:cubicBezTo>
                  <a:pt x="878918" y="97135"/>
                  <a:pt x="879528" y="95252"/>
                  <a:pt x="880036" y="93341"/>
                </a:cubicBezTo>
                <a:cubicBezTo>
                  <a:pt x="881028" y="90216"/>
                  <a:pt x="875082" y="81603"/>
                  <a:pt x="874321" y="79240"/>
                </a:cubicBezTo>
                <a:cubicBezTo>
                  <a:pt x="873952" y="77452"/>
                  <a:pt x="874597" y="75608"/>
                  <a:pt x="875997" y="74438"/>
                </a:cubicBezTo>
                <a:cubicBezTo>
                  <a:pt x="878589" y="71770"/>
                  <a:pt x="881561" y="72990"/>
                  <a:pt x="884611" y="72990"/>
                </a:cubicBezTo>
                <a:cubicBezTo>
                  <a:pt x="886405" y="72677"/>
                  <a:pt x="888115" y="72003"/>
                  <a:pt x="889641" y="71008"/>
                </a:cubicBezTo>
                <a:cubicBezTo>
                  <a:pt x="890631" y="70474"/>
                  <a:pt x="892233" y="71236"/>
                  <a:pt x="894443" y="70474"/>
                </a:cubicBezTo>
                <a:cubicBezTo>
                  <a:pt x="896653" y="69713"/>
                  <a:pt x="896653" y="68645"/>
                  <a:pt x="899320" y="68645"/>
                </a:cubicBezTo>
                <a:close/>
                <a:moveTo>
                  <a:pt x="1905280" y="67273"/>
                </a:moveTo>
                <a:cubicBezTo>
                  <a:pt x="1908785" y="67501"/>
                  <a:pt x="1911301" y="70779"/>
                  <a:pt x="1913359" y="73523"/>
                </a:cubicBezTo>
                <a:cubicBezTo>
                  <a:pt x="1915417" y="76267"/>
                  <a:pt x="1912597" y="81069"/>
                  <a:pt x="1909929" y="83431"/>
                </a:cubicBezTo>
                <a:cubicBezTo>
                  <a:pt x="1907087" y="85786"/>
                  <a:pt x="1904818" y="88758"/>
                  <a:pt x="1903298" y="92121"/>
                </a:cubicBezTo>
                <a:cubicBezTo>
                  <a:pt x="1902841" y="93112"/>
                  <a:pt x="1902841" y="99361"/>
                  <a:pt x="1903298" y="99743"/>
                </a:cubicBezTo>
                <a:cubicBezTo>
                  <a:pt x="1903755" y="100124"/>
                  <a:pt x="1907185" y="102487"/>
                  <a:pt x="1907414" y="105917"/>
                </a:cubicBezTo>
                <a:cubicBezTo>
                  <a:pt x="1907643" y="109346"/>
                  <a:pt x="1904365" y="112014"/>
                  <a:pt x="1898419" y="124133"/>
                </a:cubicBezTo>
                <a:cubicBezTo>
                  <a:pt x="1898648" y="124286"/>
                  <a:pt x="1893084" y="131908"/>
                  <a:pt x="1891636" y="133966"/>
                </a:cubicBezTo>
                <a:cubicBezTo>
                  <a:pt x="1890188" y="136024"/>
                  <a:pt x="1895295" y="139530"/>
                  <a:pt x="1899868" y="138310"/>
                </a:cubicBezTo>
                <a:cubicBezTo>
                  <a:pt x="1902307" y="137624"/>
                  <a:pt x="1898419" y="144789"/>
                  <a:pt x="1903908" y="144789"/>
                </a:cubicBezTo>
                <a:cubicBezTo>
                  <a:pt x="1908100" y="144789"/>
                  <a:pt x="1913131" y="141054"/>
                  <a:pt x="1911530" y="137167"/>
                </a:cubicBezTo>
                <a:cubicBezTo>
                  <a:pt x="1910158" y="135871"/>
                  <a:pt x="1907490" y="137167"/>
                  <a:pt x="1904899" y="134956"/>
                </a:cubicBezTo>
                <a:cubicBezTo>
                  <a:pt x="1902307" y="132746"/>
                  <a:pt x="1902384" y="127334"/>
                  <a:pt x="1903374" y="127334"/>
                </a:cubicBezTo>
                <a:cubicBezTo>
                  <a:pt x="1905132" y="126650"/>
                  <a:pt x="1906646" y="125456"/>
                  <a:pt x="1907719" y="123905"/>
                </a:cubicBezTo>
                <a:cubicBezTo>
                  <a:pt x="1908557" y="123066"/>
                  <a:pt x="1911224" y="121161"/>
                  <a:pt x="1911224" y="119788"/>
                </a:cubicBezTo>
                <a:cubicBezTo>
                  <a:pt x="1911224" y="118417"/>
                  <a:pt x="1907262" y="117426"/>
                  <a:pt x="1910616" y="112548"/>
                </a:cubicBezTo>
                <a:cubicBezTo>
                  <a:pt x="1912750" y="109422"/>
                  <a:pt x="1915417" y="109727"/>
                  <a:pt x="1916789" y="109422"/>
                </a:cubicBezTo>
                <a:cubicBezTo>
                  <a:pt x="1918161" y="109117"/>
                  <a:pt x="1919533" y="105841"/>
                  <a:pt x="1920295" y="104163"/>
                </a:cubicBezTo>
                <a:cubicBezTo>
                  <a:pt x="1921166" y="102342"/>
                  <a:pt x="1921707" y="100381"/>
                  <a:pt x="1921896" y="98371"/>
                </a:cubicBezTo>
                <a:cubicBezTo>
                  <a:pt x="1921972" y="93569"/>
                  <a:pt x="1916560" y="91434"/>
                  <a:pt x="1917475" y="87700"/>
                </a:cubicBezTo>
                <a:cubicBezTo>
                  <a:pt x="1919380" y="80154"/>
                  <a:pt x="1937750" y="77258"/>
                  <a:pt x="1939655" y="75962"/>
                </a:cubicBezTo>
                <a:cubicBezTo>
                  <a:pt x="1940188" y="75581"/>
                  <a:pt x="1940646" y="73904"/>
                  <a:pt x="1941638" y="73142"/>
                </a:cubicBezTo>
                <a:cubicBezTo>
                  <a:pt x="1943543" y="71697"/>
                  <a:pt x="1946084" y="71405"/>
                  <a:pt x="1948268" y="72380"/>
                </a:cubicBezTo>
                <a:cubicBezTo>
                  <a:pt x="1950801" y="73635"/>
                  <a:pt x="1953201" y="75142"/>
                  <a:pt x="1955433" y="76877"/>
                </a:cubicBezTo>
                <a:cubicBezTo>
                  <a:pt x="1956889" y="78211"/>
                  <a:pt x="1957576" y="80186"/>
                  <a:pt x="1957263" y="82136"/>
                </a:cubicBezTo>
                <a:cubicBezTo>
                  <a:pt x="1956957" y="84422"/>
                  <a:pt x="1955738" y="90825"/>
                  <a:pt x="1956424" y="91358"/>
                </a:cubicBezTo>
                <a:cubicBezTo>
                  <a:pt x="1957110" y="91892"/>
                  <a:pt x="1949945" y="95779"/>
                  <a:pt x="1946668" y="98980"/>
                </a:cubicBezTo>
                <a:cubicBezTo>
                  <a:pt x="1942507" y="104327"/>
                  <a:pt x="1939874" y="110702"/>
                  <a:pt x="1939046" y="117426"/>
                </a:cubicBezTo>
                <a:cubicBezTo>
                  <a:pt x="1938893" y="118036"/>
                  <a:pt x="1936987" y="122609"/>
                  <a:pt x="1936759" y="123829"/>
                </a:cubicBezTo>
                <a:cubicBezTo>
                  <a:pt x="1936530" y="125048"/>
                  <a:pt x="1935692" y="128478"/>
                  <a:pt x="1934853" y="131451"/>
                </a:cubicBezTo>
                <a:cubicBezTo>
                  <a:pt x="1933809" y="134544"/>
                  <a:pt x="1933294" y="137790"/>
                  <a:pt x="1933329" y="141054"/>
                </a:cubicBezTo>
                <a:cubicBezTo>
                  <a:pt x="1933558" y="142959"/>
                  <a:pt x="1936149" y="142426"/>
                  <a:pt x="1937749" y="142426"/>
                </a:cubicBezTo>
                <a:cubicBezTo>
                  <a:pt x="1941005" y="141685"/>
                  <a:pt x="1943988" y="140047"/>
                  <a:pt x="1946363" y="137700"/>
                </a:cubicBezTo>
                <a:cubicBezTo>
                  <a:pt x="1948331" y="137369"/>
                  <a:pt x="1950340" y="137369"/>
                  <a:pt x="1952308" y="137700"/>
                </a:cubicBezTo>
                <a:cubicBezTo>
                  <a:pt x="1953832" y="138158"/>
                  <a:pt x="1955432" y="140673"/>
                  <a:pt x="1957110" y="141207"/>
                </a:cubicBezTo>
                <a:cubicBezTo>
                  <a:pt x="1958786" y="141740"/>
                  <a:pt x="1961149" y="141893"/>
                  <a:pt x="1962522" y="142807"/>
                </a:cubicBezTo>
                <a:cubicBezTo>
                  <a:pt x="1963893" y="143722"/>
                  <a:pt x="1966866" y="142807"/>
                  <a:pt x="1968695" y="145018"/>
                </a:cubicBezTo>
                <a:lnTo>
                  <a:pt x="1969153" y="144942"/>
                </a:lnTo>
                <a:cubicBezTo>
                  <a:pt x="1971689" y="149185"/>
                  <a:pt x="1972836" y="154115"/>
                  <a:pt x="1972431" y="159042"/>
                </a:cubicBezTo>
                <a:cubicBezTo>
                  <a:pt x="1972306" y="163506"/>
                  <a:pt x="1971103" y="167873"/>
                  <a:pt x="1968924" y="171771"/>
                </a:cubicBezTo>
                <a:cubicBezTo>
                  <a:pt x="1963148" y="175290"/>
                  <a:pt x="1956478" y="177064"/>
                  <a:pt x="1949717" y="176878"/>
                </a:cubicBezTo>
                <a:cubicBezTo>
                  <a:pt x="1947475" y="176872"/>
                  <a:pt x="1945328" y="177780"/>
                  <a:pt x="1943771" y="179393"/>
                </a:cubicBezTo>
                <a:cubicBezTo>
                  <a:pt x="1941241" y="180194"/>
                  <a:pt x="1938495" y="179948"/>
                  <a:pt x="1936149" y="178707"/>
                </a:cubicBezTo>
                <a:cubicBezTo>
                  <a:pt x="1933020" y="177942"/>
                  <a:pt x="1929751" y="177942"/>
                  <a:pt x="1926621" y="178707"/>
                </a:cubicBezTo>
                <a:cubicBezTo>
                  <a:pt x="1919947" y="180525"/>
                  <a:pt x="1914137" y="184659"/>
                  <a:pt x="1910234" y="190369"/>
                </a:cubicBezTo>
                <a:cubicBezTo>
                  <a:pt x="1908785" y="192966"/>
                  <a:pt x="1906716" y="195165"/>
                  <a:pt x="1904213" y="196771"/>
                </a:cubicBezTo>
                <a:cubicBezTo>
                  <a:pt x="1900581" y="199215"/>
                  <a:pt x="1897343" y="202196"/>
                  <a:pt x="1894609" y="205613"/>
                </a:cubicBezTo>
                <a:cubicBezTo>
                  <a:pt x="1892980" y="208338"/>
                  <a:pt x="1892437" y="211575"/>
                  <a:pt x="1893084" y="214683"/>
                </a:cubicBezTo>
                <a:cubicBezTo>
                  <a:pt x="1893389" y="215598"/>
                  <a:pt x="1895447" y="216131"/>
                  <a:pt x="1897658" y="215598"/>
                </a:cubicBezTo>
                <a:cubicBezTo>
                  <a:pt x="1900342" y="214361"/>
                  <a:pt x="1903089" y="213267"/>
                  <a:pt x="1905889" y="212320"/>
                </a:cubicBezTo>
                <a:cubicBezTo>
                  <a:pt x="1908100" y="212016"/>
                  <a:pt x="1909472" y="209272"/>
                  <a:pt x="1911301" y="209424"/>
                </a:cubicBezTo>
                <a:cubicBezTo>
                  <a:pt x="1913131" y="209577"/>
                  <a:pt x="1915570" y="213006"/>
                  <a:pt x="1920753" y="214226"/>
                </a:cubicBezTo>
                <a:cubicBezTo>
                  <a:pt x="1922353" y="214683"/>
                  <a:pt x="1925326" y="216589"/>
                  <a:pt x="1929975" y="218037"/>
                </a:cubicBezTo>
                <a:cubicBezTo>
                  <a:pt x="1930585" y="218189"/>
                  <a:pt x="1934244" y="218952"/>
                  <a:pt x="1933558" y="221696"/>
                </a:cubicBezTo>
                <a:cubicBezTo>
                  <a:pt x="1933439" y="225025"/>
                  <a:pt x="1932634" y="228294"/>
                  <a:pt x="1931195" y="231299"/>
                </a:cubicBezTo>
                <a:cubicBezTo>
                  <a:pt x="1929594" y="233204"/>
                  <a:pt x="1927689" y="235568"/>
                  <a:pt x="1925707" y="236025"/>
                </a:cubicBezTo>
                <a:cubicBezTo>
                  <a:pt x="1922124" y="236711"/>
                  <a:pt x="1919990" y="236787"/>
                  <a:pt x="1916027" y="237855"/>
                </a:cubicBezTo>
                <a:cubicBezTo>
                  <a:pt x="1914045" y="238388"/>
                  <a:pt x="1912597" y="239531"/>
                  <a:pt x="1909472" y="240065"/>
                </a:cubicBezTo>
                <a:cubicBezTo>
                  <a:pt x="1906347" y="240598"/>
                  <a:pt x="1894228" y="242885"/>
                  <a:pt x="1894228" y="246924"/>
                </a:cubicBezTo>
                <a:cubicBezTo>
                  <a:pt x="1894642" y="250416"/>
                  <a:pt x="1894870" y="253928"/>
                  <a:pt x="1894914" y="257443"/>
                </a:cubicBezTo>
                <a:cubicBezTo>
                  <a:pt x="1894739" y="260464"/>
                  <a:pt x="1894357" y="263469"/>
                  <a:pt x="1893770" y="266437"/>
                </a:cubicBezTo>
                <a:cubicBezTo>
                  <a:pt x="1892469" y="269717"/>
                  <a:pt x="1891746" y="273199"/>
                  <a:pt x="1891636" y="276727"/>
                </a:cubicBezTo>
                <a:cubicBezTo>
                  <a:pt x="1891865" y="279928"/>
                  <a:pt x="1888130" y="282977"/>
                  <a:pt x="1887673" y="283587"/>
                </a:cubicBezTo>
                <a:cubicBezTo>
                  <a:pt x="1885233" y="288846"/>
                  <a:pt x="1885615" y="296621"/>
                  <a:pt x="1880050" y="298373"/>
                </a:cubicBezTo>
                <a:cubicBezTo>
                  <a:pt x="1876431" y="299935"/>
                  <a:pt x="1872714" y="301260"/>
                  <a:pt x="1868923" y="302337"/>
                </a:cubicBezTo>
                <a:cubicBezTo>
                  <a:pt x="1865853" y="302740"/>
                  <a:pt x="1862852" y="303560"/>
                  <a:pt x="1860005" y="304776"/>
                </a:cubicBezTo>
                <a:cubicBezTo>
                  <a:pt x="1855624" y="306050"/>
                  <a:pt x="1850971" y="306050"/>
                  <a:pt x="1846590" y="304776"/>
                </a:cubicBezTo>
                <a:cubicBezTo>
                  <a:pt x="1844989" y="303480"/>
                  <a:pt x="1845752" y="299212"/>
                  <a:pt x="1845752" y="296697"/>
                </a:cubicBezTo>
                <a:cubicBezTo>
                  <a:pt x="1845675" y="292047"/>
                  <a:pt x="1833937" y="287169"/>
                  <a:pt x="1832794" y="284425"/>
                </a:cubicBezTo>
                <a:cubicBezTo>
                  <a:pt x="1831650" y="281681"/>
                  <a:pt x="1835690" y="281758"/>
                  <a:pt x="1839730" y="280995"/>
                </a:cubicBezTo>
                <a:cubicBezTo>
                  <a:pt x="1846666" y="279775"/>
                  <a:pt x="1853221" y="279014"/>
                  <a:pt x="1856498" y="277946"/>
                </a:cubicBezTo>
                <a:cubicBezTo>
                  <a:pt x="1863359" y="275431"/>
                  <a:pt x="1866255" y="261406"/>
                  <a:pt x="1869684" y="255080"/>
                </a:cubicBezTo>
                <a:cubicBezTo>
                  <a:pt x="1870752" y="253099"/>
                  <a:pt x="1870447" y="249897"/>
                  <a:pt x="1866026" y="249897"/>
                </a:cubicBezTo>
                <a:cubicBezTo>
                  <a:pt x="1861851" y="250250"/>
                  <a:pt x="1857717" y="250990"/>
                  <a:pt x="1853678" y="252108"/>
                </a:cubicBezTo>
                <a:cubicBezTo>
                  <a:pt x="1849506" y="253203"/>
                  <a:pt x="1845247" y="253943"/>
                  <a:pt x="1840949" y="254318"/>
                </a:cubicBezTo>
                <a:cubicBezTo>
                  <a:pt x="1838129" y="254470"/>
                  <a:pt x="1832184" y="258053"/>
                  <a:pt x="1830507" y="258053"/>
                </a:cubicBezTo>
                <a:cubicBezTo>
                  <a:pt x="1827459" y="258129"/>
                  <a:pt x="1824791" y="259348"/>
                  <a:pt x="1821132" y="255767"/>
                </a:cubicBezTo>
                <a:cubicBezTo>
                  <a:pt x="1819783" y="254978"/>
                  <a:pt x="1818352" y="254338"/>
                  <a:pt x="1816864" y="253860"/>
                </a:cubicBezTo>
                <a:cubicBezTo>
                  <a:pt x="1814806" y="252794"/>
                  <a:pt x="1815873" y="248601"/>
                  <a:pt x="1815873" y="247001"/>
                </a:cubicBezTo>
                <a:cubicBezTo>
                  <a:pt x="1816096" y="243781"/>
                  <a:pt x="1816736" y="240604"/>
                  <a:pt x="1817778" y="237550"/>
                </a:cubicBezTo>
                <a:cubicBezTo>
                  <a:pt x="1820433" y="233694"/>
                  <a:pt x="1824578" y="231125"/>
                  <a:pt x="1829211" y="230461"/>
                </a:cubicBezTo>
                <a:cubicBezTo>
                  <a:pt x="1830812" y="230461"/>
                  <a:pt x="1835843" y="232595"/>
                  <a:pt x="1837520" y="232595"/>
                </a:cubicBezTo>
                <a:cubicBezTo>
                  <a:pt x="1839196" y="232595"/>
                  <a:pt x="1842932" y="229013"/>
                  <a:pt x="1845599" y="227565"/>
                </a:cubicBezTo>
                <a:cubicBezTo>
                  <a:pt x="1848839" y="226374"/>
                  <a:pt x="1852181" y="225481"/>
                  <a:pt x="1855584" y="224897"/>
                </a:cubicBezTo>
                <a:cubicBezTo>
                  <a:pt x="1857750" y="224231"/>
                  <a:pt x="1859786" y="223199"/>
                  <a:pt x="1861605" y="221848"/>
                </a:cubicBezTo>
                <a:cubicBezTo>
                  <a:pt x="1863282" y="220857"/>
                  <a:pt x="1863130" y="220019"/>
                  <a:pt x="1863740" y="218342"/>
                </a:cubicBezTo>
                <a:cubicBezTo>
                  <a:pt x="1864349" y="216665"/>
                  <a:pt x="1864044" y="212320"/>
                  <a:pt x="1864806" y="210720"/>
                </a:cubicBezTo>
                <a:cubicBezTo>
                  <a:pt x="1866033" y="208295"/>
                  <a:pt x="1866979" y="205737"/>
                  <a:pt x="1867627" y="203098"/>
                </a:cubicBezTo>
                <a:cubicBezTo>
                  <a:pt x="1868008" y="200964"/>
                  <a:pt x="1863435" y="202564"/>
                  <a:pt x="1861834" y="202564"/>
                </a:cubicBezTo>
                <a:cubicBezTo>
                  <a:pt x="1859314" y="203258"/>
                  <a:pt x="1857075" y="204724"/>
                  <a:pt x="1855431" y="206757"/>
                </a:cubicBezTo>
                <a:cubicBezTo>
                  <a:pt x="1853376" y="208599"/>
                  <a:pt x="1850883" y="209885"/>
                  <a:pt x="1848190" y="210491"/>
                </a:cubicBezTo>
                <a:cubicBezTo>
                  <a:pt x="1846216" y="211176"/>
                  <a:pt x="1844067" y="211176"/>
                  <a:pt x="1842093" y="210491"/>
                </a:cubicBezTo>
                <a:cubicBezTo>
                  <a:pt x="1839806" y="209272"/>
                  <a:pt x="1839806" y="207671"/>
                  <a:pt x="1839807" y="204927"/>
                </a:cubicBezTo>
                <a:cubicBezTo>
                  <a:pt x="1839569" y="202054"/>
                  <a:pt x="1840150" y="199175"/>
                  <a:pt x="1841483" y="196619"/>
                </a:cubicBezTo>
                <a:cubicBezTo>
                  <a:pt x="1842855" y="195018"/>
                  <a:pt x="1842322" y="186481"/>
                  <a:pt x="1847886" y="181375"/>
                </a:cubicBezTo>
                <a:cubicBezTo>
                  <a:pt x="1849715" y="179774"/>
                  <a:pt x="1854822" y="181984"/>
                  <a:pt x="1856879" y="180765"/>
                </a:cubicBezTo>
                <a:cubicBezTo>
                  <a:pt x="1857959" y="179973"/>
                  <a:pt x="1859078" y="179235"/>
                  <a:pt x="1860233" y="178555"/>
                </a:cubicBezTo>
                <a:cubicBezTo>
                  <a:pt x="1862062" y="177793"/>
                  <a:pt x="1866332" y="178326"/>
                  <a:pt x="1868542" y="177793"/>
                </a:cubicBezTo>
                <a:cubicBezTo>
                  <a:pt x="1871746" y="177240"/>
                  <a:pt x="1874905" y="176450"/>
                  <a:pt x="1877993" y="175430"/>
                </a:cubicBezTo>
                <a:cubicBezTo>
                  <a:pt x="1879137" y="175049"/>
                  <a:pt x="1883709" y="175049"/>
                  <a:pt x="1885081" y="174210"/>
                </a:cubicBezTo>
                <a:cubicBezTo>
                  <a:pt x="1886453" y="173372"/>
                  <a:pt x="1885996" y="173600"/>
                  <a:pt x="1891026" y="172076"/>
                </a:cubicBezTo>
                <a:cubicBezTo>
                  <a:pt x="1890569" y="171924"/>
                  <a:pt x="1893084" y="170399"/>
                  <a:pt x="1894533" y="169561"/>
                </a:cubicBezTo>
                <a:cubicBezTo>
                  <a:pt x="1897286" y="169142"/>
                  <a:pt x="1900087" y="169142"/>
                  <a:pt x="1902841" y="169561"/>
                </a:cubicBezTo>
                <a:cubicBezTo>
                  <a:pt x="1905357" y="170094"/>
                  <a:pt x="1908405" y="169561"/>
                  <a:pt x="1909625" y="169561"/>
                </a:cubicBezTo>
                <a:cubicBezTo>
                  <a:pt x="1911848" y="170519"/>
                  <a:pt x="1914221" y="171086"/>
                  <a:pt x="1916636" y="171237"/>
                </a:cubicBezTo>
                <a:cubicBezTo>
                  <a:pt x="1918238" y="171161"/>
                  <a:pt x="1922582" y="167503"/>
                  <a:pt x="1924258" y="167503"/>
                </a:cubicBezTo>
                <a:cubicBezTo>
                  <a:pt x="1927348" y="166047"/>
                  <a:pt x="1929092" y="162715"/>
                  <a:pt x="1928527" y="159347"/>
                </a:cubicBezTo>
                <a:cubicBezTo>
                  <a:pt x="1925111" y="159247"/>
                  <a:pt x="1921698" y="159632"/>
                  <a:pt x="1918390" y="160490"/>
                </a:cubicBezTo>
                <a:cubicBezTo>
                  <a:pt x="1916103" y="161405"/>
                  <a:pt x="1909243" y="161252"/>
                  <a:pt x="1907719" y="162015"/>
                </a:cubicBezTo>
                <a:cubicBezTo>
                  <a:pt x="1902337" y="163878"/>
                  <a:pt x="1896600" y="164478"/>
                  <a:pt x="1890950" y="163768"/>
                </a:cubicBezTo>
                <a:cubicBezTo>
                  <a:pt x="1888033" y="163912"/>
                  <a:pt x="1885167" y="164584"/>
                  <a:pt x="1882489" y="165750"/>
                </a:cubicBezTo>
                <a:cubicBezTo>
                  <a:pt x="1879733" y="166607"/>
                  <a:pt x="1876899" y="167195"/>
                  <a:pt x="1874029" y="167503"/>
                </a:cubicBezTo>
                <a:cubicBezTo>
                  <a:pt x="1869429" y="167853"/>
                  <a:pt x="1864850" y="168438"/>
                  <a:pt x="1860309" y="169256"/>
                </a:cubicBezTo>
                <a:cubicBezTo>
                  <a:pt x="1857947" y="169790"/>
                  <a:pt x="1852916" y="170552"/>
                  <a:pt x="1849791" y="171390"/>
                </a:cubicBezTo>
                <a:cubicBezTo>
                  <a:pt x="1845430" y="172463"/>
                  <a:pt x="1841245" y="174157"/>
                  <a:pt x="1837367" y="176420"/>
                </a:cubicBezTo>
                <a:cubicBezTo>
                  <a:pt x="1834342" y="179406"/>
                  <a:pt x="1831773" y="182822"/>
                  <a:pt x="1829745" y="186558"/>
                </a:cubicBezTo>
                <a:cubicBezTo>
                  <a:pt x="1828666" y="188119"/>
                  <a:pt x="1827441" y="189574"/>
                  <a:pt x="1826086" y="190903"/>
                </a:cubicBezTo>
                <a:cubicBezTo>
                  <a:pt x="1819913" y="195400"/>
                  <a:pt x="1816102" y="201954"/>
                  <a:pt x="1810232" y="203022"/>
                </a:cubicBezTo>
                <a:cubicBezTo>
                  <a:pt x="1807838" y="203761"/>
                  <a:pt x="1805255" y="202708"/>
                  <a:pt x="1804059" y="200506"/>
                </a:cubicBezTo>
                <a:cubicBezTo>
                  <a:pt x="1801414" y="196074"/>
                  <a:pt x="1799823" y="191093"/>
                  <a:pt x="1799409" y="185948"/>
                </a:cubicBezTo>
                <a:cubicBezTo>
                  <a:pt x="1799409" y="181298"/>
                  <a:pt x="1802076" y="180156"/>
                  <a:pt x="1799409" y="171313"/>
                </a:cubicBezTo>
                <a:cubicBezTo>
                  <a:pt x="1799012" y="169062"/>
                  <a:pt x="1799891" y="166774"/>
                  <a:pt x="1801696" y="165369"/>
                </a:cubicBezTo>
                <a:cubicBezTo>
                  <a:pt x="1803246" y="164713"/>
                  <a:pt x="1804667" y="163783"/>
                  <a:pt x="1805888" y="162625"/>
                </a:cubicBezTo>
                <a:cubicBezTo>
                  <a:pt x="1809596" y="157174"/>
                  <a:pt x="1813006" y="151525"/>
                  <a:pt x="1816102" y="145703"/>
                </a:cubicBezTo>
                <a:cubicBezTo>
                  <a:pt x="1816102" y="145703"/>
                  <a:pt x="1817778" y="144713"/>
                  <a:pt x="1818998" y="145703"/>
                </a:cubicBezTo>
                <a:cubicBezTo>
                  <a:pt x="1820325" y="149948"/>
                  <a:pt x="1821019" y="154366"/>
                  <a:pt x="1821056" y="158813"/>
                </a:cubicBezTo>
                <a:cubicBezTo>
                  <a:pt x="1821028" y="159273"/>
                  <a:pt x="1821095" y="159733"/>
                  <a:pt x="1821253" y="160166"/>
                </a:cubicBezTo>
                <a:cubicBezTo>
                  <a:pt x="1821887" y="161906"/>
                  <a:pt x="1823813" y="162802"/>
                  <a:pt x="1825552" y="162167"/>
                </a:cubicBezTo>
                <a:cubicBezTo>
                  <a:pt x="1828647" y="161523"/>
                  <a:pt x="1831609" y="160363"/>
                  <a:pt x="1834318" y="158737"/>
                </a:cubicBezTo>
                <a:cubicBezTo>
                  <a:pt x="1834852" y="158356"/>
                  <a:pt x="1837291" y="157290"/>
                  <a:pt x="1837291" y="155765"/>
                </a:cubicBezTo>
                <a:cubicBezTo>
                  <a:pt x="1836765" y="153651"/>
                  <a:pt x="1835998" y="151605"/>
                  <a:pt x="1835004" y="149668"/>
                </a:cubicBezTo>
                <a:cubicBezTo>
                  <a:pt x="1834189" y="146781"/>
                  <a:pt x="1833679" y="143818"/>
                  <a:pt x="1833479" y="140825"/>
                </a:cubicBezTo>
                <a:cubicBezTo>
                  <a:pt x="1833479" y="139225"/>
                  <a:pt x="1834166" y="129773"/>
                  <a:pt x="1834852" y="122685"/>
                </a:cubicBezTo>
                <a:cubicBezTo>
                  <a:pt x="1835309" y="118722"/>
                  <a:pt x="1833556" y="113996"/>
                  <a:pt x="1833556" y="103478"/>
                </a:cubicBezTo>
                <a:cubicBezTo>
                  <a:pt x="1833727" y="99737"/>
                  <a:pt x="1833130" y="96003"/>
                  <a:pt x="1831803" y="92502"/>
                </a:cubicBezTo>
                <a:cubicBezTo>
                  <a:pt x="1829898" y="91358"/>
                  <a:pt x="1832490" y="86861"/>
                  <a:pt x="1835462" y="86175"/>
                </a:cubicBezTo>
                <a:cubicBezTo>
                  <a:pt x="1837211" y="86024"/>
                  <a:pt x="1838971" y="86024"/>
                  <a:pt x="1840721" y="86175"/>
                </a:cubicBezTo>
                <a:cubicBezTo>
                  <a:pt x="1841864" y="86099"/>
                  <a:pt x="1841711" y="83736"/>
                  <a:pt x="1843388" y="84422"/>
                </a:cubicBezTo>
                <a:cubicBezTo>
                  <a:pt x="1845065" y="85109"/>
                  <a:pt x="1844761" y="85413"/>
                  <a:pt x="1845675" y="87852"/>
                </a:cubicBezTo>
                <a:cubicBezTo>
                  <a:pt x="1846590" y="90292"/>
                  <a:pt x="1845904" y="91587"/>
                  <a:pt x="1846590" y="94102"/>
                </a:cubicBezTo>
                <a:cubicBezTo>
                  <a:pt x="1847276" y="96617"/>
                  <a:pt x="1846208" y="100276"/>
                  <a:pt x="1847276" y="101724"/>
                </a:cubicBezTo>
                <a:cubicBezTo>
                  <a:pt x="1847942" y="103256"/>
                  <a:pt x="1847942" y="104995"/>
                  <a:pt x="1847276" y="106526"/>
                </a:cubicBezTo>
                <a:cubicBezTo>
                  <a:pt x="1846958" y="108265"/>
                  <a:pt x="1846958" y="110047"/>
                  <a:pt x="1847276" y="111785"/>
                </a:cubicBezTo>
                <a:cubicBezTo>
                  <a:pt x="1847886" y="113768"/>
                  <a:pt x="1847047" y="115825"/>
                  <a:pt x="1847276" y="118417"/>
                </a:cubicBezTo>
                <a:cubicBezTo>
                  <a:pt x="1847505" y="121008"/>
                  <a:pt x="1848038" y="129545"/>
                  <a:pt x="1848038" y="131374"/>
                </a:cubicBezTo>
                <a:cubicBezTo>
                  <a:pt x="1848038" y="133203"/>
                  <a:pt x="1850172" y="136100"/>
                  <a:pt x="1849715" y="140063"/>
                </a:cubicBezTo>
                <a:cubicBezTo>
                  <a:pt x="1849715" y="141664"/>
                  <a:pt x="1849715" y="144942"/>
                  <a:pt x="1849715" y="146466"/>
                </a:cubicBezTo>
                <a:cubicBezTo>
                  <a:pt x="1849257" y="149744"/>
                  <a:pt x="1846437" y="152259"/>
                  <a:pt x="1847123" y="154088"/>
                </a:cubicBezTo>
                <a:cubicBezTo>
                  <a:pt x="1847787" y="155776"/>
                  <a:pt x="1849108" y="157124"/>
                  <a:pt x="1850782" y="157823"/>
                </a:cubicBezTo>
                <a:cubicBezTo>
                  <a:pt x="1852840" y="158280"/>
                  <a:pt x="1856346" y="155841"/>
                  <a:pt x="1858022" y="155841"/>
                </a:cubicBezTo>
                <a:cubicBezTo>
                  <a:pt x="1860113" y="155895"/>
                  <a:pt x="1862204" y="155768"/>
                  <a:pt x="1864273" y="155460"/>
                </a:cubicBezTo>
                <a:cubicBezTo>
                  <a:pt x="1867599" y="154474"/>
                  <a:pt x="1871025" y="153861"/>
                  <a:pt x="1874487" y="153630"/>
                </a:cubicBezTo>
                <a:cubicBezTo>
                  <a:pt x="1876011" y="153554"/>
                  <a:pt x="1878679" y="151725"/>
                  <a:pt x="1880050" y="151725"/>
                </a:cubicBezTo>
                <a:cubicBezTo>
                  <a:pt x="1881663" y="151032"/>
                  <a:pt x="1883135" y="150051"/>
                  <a:pt x="1884395" y="148829"/>
                </a:cubicBezTo>
                <a:cubicBezTo>
                  <a:pt x="1885315" y="147999"/>
                  <a:pt x="1885565" y="146656"/>
                  <a:pt x="1885005" y="145551"/>
                </a:cubicBezTo>
                <a:cubicBezTo>
                  <a:pt x="1883938" y="142883"/>
                  <a:pt x="1881728" y="143951"/>
                  <a:pt x="1878907" y="144942"/>
                </a:cubicBezTo>
                <a:cubicBezTo>
                  <a:pt x="1877383" y="145551"/>
                  <a:pt x="1874334" y="148219"/>
                  <a:pt x="1873343" y="147228"/>
                </a:cubicBezTo>
                <a:cubicBezTo>
                  <a:pt x="1871597" y="146174"/>
                  <a:pt x="1870910" y="143984"/>
                  <a:pt x="1871743" y="142122"/>
                </a:cubicBezTo>
                <a:cubicBezTo>
                  <a:pt x="1872123" y="140444"/>
                  <a:pt x="1870600" y="137243"/>
                  <a:pt x="1868389" y="137929"/>
                </a:cubicBezTo>
                <a:cubicBezTo>
                  <a:pt x="1866179" y="138615"/>
                  <a:pt x="1866026" y="141817"/>
                  <a:pt x="1866179" y="144180"/>
                </a:cubicBezTo>
                <a:cubicBezTo>
                  <a:pt x="1866332" y="146542"/>
                  <a:pt x="1864577" y="147076"/>
                  <a:pt x="1863511" y="147914"/>
                </a:cubicBezTo>
                <a:cubicBezTo>
                  <a:pt x="1862444" y="148752"/>
                  <a:pt x="1861453" y="150581"/>
                  <a:pt x="1859776" y="149896"/>
                </a:cubicBezTo>
                <a:cubicBezTo>
                  <a:pt x="1857234" y="148438"/>
                  <a:pt x="1855753" y="145654"/>
                  <a:pt x="1855965" y="142731"/>
                </a:cubicBezTo>
                <a:cubicBezTo>
                  <a:pt x="1855889" y="141130"/>
                  <a:pt x="1856498" y="129469"/>
                  <a:pt x="1856498" y="127944"/>
                </a:cubicBezTo>
                <a:cubicBezTo>
                  <a:pt x="1856803" y="124819"/>
                  <a:pt x="1854822" y="120551"/>
                  <a:pt x="1854822" y="117883"/>
                </a:cubicBezTo>
                <a:cubicBezTo>
                  <a:pt x="1855072" y="113135"/>
                  <a:pt x="1855072" y="108378"/>
                  <a:pt x="1854822" y="103630"/>
                </a:cubicBezTo>
                <a:cubicBezTo>
                  <a:pt x="1854560" y="102010"/>
                  <a:pt x="1854204" y="100406"/>
                  <a:pt x="1853754" y="98828"/>
                </a:cubicBezTo>
                <a:cubicBezTo>
                  <a:pt x="1853981" y="96272"/>
                  <a:pt x="1854992" y="93849"/>
                  <a:pt x="1856651" y="91892"/>
                </a:cubicBezTo>
                <a:cubicBezTo>
                  <a:pt x="1857898" y="90425"/>
                  <a:pt x="1859628" y="89452"/>
                  <a:pt x="1861529" y="89148"/>
                </a:cubicBezTo>
                <a:cubicBezTo>
                  <a:pt x="1863359" y="88767"/>
                  <a:pt x="1863892" y="93492"/>
                  <a:pt x="1863892" y="96770"/>
                </a:cubicBezTo>
                <a:cubicBezTo>
                  <a:pt x="1863823" y="98512"/>
                  <a:pt x="1864392" y="100219"/>
                  <a:pt x="1865492" y="101572"/>
                </a:cubicBezTo>
                <a:cubicBezTo>
                  <a:pt x="1866934" y="106814"/>
                  <a:pt x="1867702" y="112218"/>
                  <a:pt x="1867779" y="117654"/>
                </a:cubicBezTo>
                <a:cubicBezTo>
                  <a:pt x="1867703" y="120627"/>
                  <a:pt x="1868160" y="120246"/>
                  <a:pt x="1869913" y="121390"/>
                </a:cubicBezTo>
                <a:cubicBezTo>
                  <a:pt x="1871667" y="122532"/>
                  <a:pt x="1876926" y="120322"/>
                  <a:pt x="1878222" y="121390"/>
                </a:cubicBezTo>
                <a:cubicBezTo>
                  <a:pt x="1879517" y="122456"/>
                  <a:pt x="1880127" y="125353"/>
                  <a:pt x="1881347" y="125353"/>
                </a:cubicBezTo>
                <a:cubicBezTo>
                  <a:pt x="1885233" y="125886"/>
                  <a:pt x="1887901" y="119788"/>
                  <a:pt x="1888969" y="118264"/>
                </a:cubicBezTo>
                <a:cubicBezTo>
                  <a:pt x="1891789" y="114300"/>
                  <a:pt x="1885767" y="108813"/>
                  <a:pt x="1884929" y="108661"/>
                </a:cubicBezTo>
                <a:cubicBezTo>
                  <a:pt x="1884090" y="108508"/>
                  <a:pt x="1881651" y="110719"/>
                  <a:pt x="1878222" y="111252"/>
                </a:cubicBezTo>
                <a:cubicBezTo>
                  <a:pt x="1874791" y="111785"/>
                  <a:pt x="1876240" y="114224"/>
                  <a:pt x="1873496" y="113463"/>
                </a:cubicBezTo>
                <a:cubicBezTo>
                  <a:pt x="1870752" y="112700"/>
                  <a:pt x="1871971" y="106678"/>
                  <a:pt x="1873496" y="103935"/>
                </a:cubicBezTo>
                <a:cubicBezTo>
                  <a:pt x="1875049" y="101659"/>
                  <a:pt x="1876041" y="99047"/>
                  <a:pt x="1876392" y="96313"/>
                </a:cubicBezTo>
                <a:cubicBezTo>
                  <a:pt x="1876087" y="93036"/>
                  <a:pt x="1873191" y="89072"/>
                  <a:pt x="1873191" y="87852"/>
                </a:cubicBezTo>
                <a:cubicBezTo>
                  <a:pt x="1873191" y="86633"/>
                  <a:pt x="1876926" y="82593"/>
                  <a:pt x="1878526" y="82517"/>
                </a:cubicBezTo>
                <a:cubicBezTo>
                  <a:pt x="1880127" y="82441"/>
                  <a:pt x="1882871" y="87319"/>
                  <a:pt x="1884396" y="87319"/>
                </a:cubicBezTo>
                <a:cubicBezTo>
                  <a:pt x="1885919" y="87319"/>
                  <a:pt x="1889731" y="81373"/>
                  <a:pt x="1891484" y="77943"/>
                </a:cubicBezTo>
                <a:cubicBezTo>
                  <a:pt x="1892627" y="75809"/>
                  <a:pt x="1893313" y="69712"/>
                  <a:pt x="1896743" y="68187"/>
                </a:cubicBezTo>
                <a:cubicBezTo>
                  <a:pt x="1898115" y="68187"/>
                  <a:pt x="1900021" y="68873"/>
                  <a:pt x="1901011" y="68187"/>
                </a:cubicBezTo>
                <a:cubicBezTo>
                  <a:pt x="1902336" y="67530"/>
                  <a:pt x="1903802" y="67216"/>
                  <a:pt x="1905280" y="67273"/>
                </a:cubicBezTo>
                <a:close/>
                <a:moveTo>
                  <a:pt x="244878" y="61264"/>
                </a:moveTo>
                <a:cubicBezTo>
                  <a:pt x="203767" y="55359"/>
                  <a:pt x="160404" y="65137"/>
                  <a:pt x="124531" y="91999"/>
                </a:cubicBezTo>
                <a:lnTo>
                  <a:pt x="124509" y="91999"/>
                </a:lnTo>
                <a:cubicBezTo>
                  <a:pt x="83582" y="122633"/>
                  <a:pt x="59515" y="170786"/>
                  <a:pt x="59576" y="221908"/>
                </a:cubicBezTo>
                <a:cubicBezTo>
                  <a:pt x="59572" y="230178"/>
                  <a:pt x="60195" y="238436"/>
                  <a:pt x="61435" y="246613"/>
                </a:cubicBezTo>
                <a:cubicBezTo>
                  <a:pt x="61544" y="247290"/>
                  <a:pt x="61697" y="247946"/>
                  <a:pt x="61806" y="248624"/>
                </a:cubicBezTo>
                <a:cubicBezTo>
                  <a:pt x="62309" y="251663"/>
                  <a:pt x="62900" y="254658"/>
                  <a:pt x="63555" y="257632"/>
                </a:cubicBezTo>
                <a:cubicBezTo>
                  <a:pt x="64517" y="261829"/>
                  <a:pt x="65567" y="266005"/>
                  <a:pt x="66835" y="270071"/>
                </a:cubicBezTo>
                <a:cubicBezTo>
                  <a:pt x="68234" y="274444"/>
                  <a:pt x="69852" y="278817"/>
                  <a:pt x="71601" y="283189"/>
                </a:cubicBezTo>
                <a:cubicBezTo>
                  <a:pt x="71841" y="283757"/>
                  <a:pt x="72060" y="284370"/>
                  <a:pt x="72301" y="284938"/>
                </a:cubicBezTo>
                <a:cubicBezTo>
                  <a:pt x="77360" y="296969"/>
                  <a:pt x="83848" y="308347"/>
                  <a:pt x="91627" y="318825"/>
                </a:cubicBezTo>
                <a:lnTo>
                  <a:pt x="91737" y="318957"/>
                </a:lnTo>
                <a:cubicBezTo>
                  <a:pt x="91791" y="319031"/>
                  <a:pt x="91846" y="319103"/>
                  <a:pt x="91901" y="319177"/>
                </a:cubicBezTo>
                <a:cubicBezTo>
                  <a:pt x="105332" y="337113"/>
                  <a:pt x="121762" y="351478"/>
                  <a:pt x="139973" y="362097"/>
                </a:cubicBezTo>
                <a:lnTo>
                  <a:pt x="174273" y="374031"/>
                </a:lnTo>
                <a:lnTo>
                  <a:pt x="171689" y="369896"/>
                </a:lnTo>
                <a:cubicBezTo>
                  <a:pt x="169769" y="368880"/>
                  <a:pt x="167716" y="368145"/>
                  <a:pt x="165589" y="367710"/>
                </a:cubicBezTo>
                <a:lnTo>
                  <a:pt x="164650" y="366848"/>
                </a:lnTo>
                <a:lnTo>
                  <a:pt x="174006" y="368432"/>
                </a:lnTo>
                <a:cubicBezTo>
                  <a:pt x="176335" y="369405"/>
                  <a:pt x="177865" y="371777"/>
                  <a:pt x="178813" y="373905"/>
                </a:cubicBezTo>
                <a:lnTo>
                  <a:pt x="179444" y="375830"/>
                </a:lnTo>
                <a:lnTo>
                  <a:pt x="188656" y="379035"/>
                </a:lnTo>
                <a:lnTo>
                  <a:pt x="191147" y="379035"/>
                </a:lnTo>
                <a:lnTo>
                  <a:pt x="191101" y="379886"/>
                </a:lnTo>
                <a:lnTo>
                  <a:pt x="198733" y="382541"/>
                </a:lnTo>
                <a:lnTo>
                  <a:pt x="224910" y="381243"/>
                </a:lnTo>
                <a:lnTo>
                  <a:pt x="225297" y="380828"/>
                </a:lnTo>
                <a:cubicBezTo>
                  <a:pt x="225341" y="380478"/>
                  <a:pt x="223373" y="380828"/>
                  <a:pt x="223111" y="380828"/>
                </a:cubicBezTo>
                <a:cubicBezTo>
                  <a:pt x="222849" y="380828"/>
                  <a:pt x="223964" y="380259"/>
                  <a:pt x="223964" y="380259"/>
                </a:cubicBezTo>
                <a:lnTo>
                  <a:pt x="220203" y="380259"/>
                </a:lnTo>
                <a:lnTo>
                  <a:pt x="220968" y="379669"/>
                </a:lnTo>
                <a:lnTo>
                  <a:pt x="213251" y="379669"/>
                </a:lnTo>
                <a:cubicBezTo>
                  <a:pt x="213251" y="379669"/>
                  <a:pt x="213666" y="371580"/>
                  <a:pt x="208878" y="369743"/>
                </a:cubicBezTo>
                <a:cubicBezTo>
                  <a:pt x="205328" y="368296"/>
                  <a:pt x="201384" y="368132"/>
                  <a:pt x="197728" y="369284"/>
                </a:cubicBezTo>
                <a:cubicBezTo>
                  <a:pt x="193749" y="370640"/>
                  <a:pt x="192744" y="377417"/>
                  <a:pt x="192153" y="377811"/>
                </a:cubicBezTo>
                <a:cubicBezTo>
                  <a:pt x="191563" y="378204"/>
                  <a:pt x="191169" y="377505"/>
                  <a:pt x="191169" y="377505"/>
                </a:cubicBezTo>
                <a:cubicBezTo>
                  <a:pt x="191169" y="377505"/>
                  <a:pt x="192022" y="372083"/>
                  <a:pt x="193618" y="370465"/>
                </a:cubicBezTo>
                <a:cubicBezTo>
                  <a:pt x="196082" y="367973"/>
                  <a:pt x="199471" y="366610"/>
                  <a:pt x="202975" y="366704"/>
                </a:cubicBezTo>
                <a:cubicBezTo>
                  <a:pt x="208616" y="366311"/>
                  <a:pt x="213732" y="367754"/>
                  <a:pt x="216093" y="370137"/>
                </a:cubicBezTo>
                <a:cubicBezTo>
                  <a:pt x="218454" y="372520"/>
                  <a:pt x="218607" y="378620"/>
                  <a:pt x="218607" y="378620"/>
                </a:cubicBezTo>
                <a:lnTo>
                  <a:pt x="227352" y="378401"/>
                </a:lnTo>
                <a:cubicBezTo>
                  <a:pt x="227352" y="378401"/>
                  <a:pt x="229036" y="372083"/>
                  <a:pt x="230632" y="370465"/>
                </a:cubicBezTo>
                <a:cubicBezTo>
                  <a:pt x="233094" y="367968"/>
                  <a:pt x="236482" y="366606"/>
                  <a:pt x="239989" y="366704"/>
                </a:cubicBezTo>
                <a:cubicBezTo>
                  <a:pt x="245630" y="366311"/>
                  <a:pt x="250745" y="367754"/>
                  <a:pt x="253107" y="370137"/>
                </a:cubicBezTo>
                <a:cubicBezTo>
                  <a:pt x="255468" y="372520"/>
                  <a:pt x="255621" y="378620"/>
                  <a:pt x="255621" y="378620"/>
                </a:cubicBezTo>
                <a:lnTo>
                  <a:pt x="263030" y="378434"/>
                </a:lnTo>
                <a:lnTo>
                  <a:pt x="264598" y="377690"/>
                </a:lnTo>
                <a:lnTo>
                  <a:pt x="265694" y="374332"/>
                </a:lnTo>
                <a:cubicBezTo>
                  <a:pt x="266558" y="372137"/>
                  <a:pt x="267820" y="369623"/>
                  <a:pt x="269416" y="368344"/>
                </a:cubicBezTo>
                <a:cubicBezTo>
                  <a:pt x="272608" y="365786"/>
                  <a:pt x="278577" y="366267"/>
                  <a:pt x="278577" y="366267"/>
                </a:cubicBezTo>
                <a:lnTo>
                  <a:pt x="278577" y="369503"/>
                </a:lnTo>
                <a:cubicBezTo>
                  <a:pt x="278577" y="369503"/>
                  <a:pt x="272018" y="368956"/>
                  <a:pt x="269482" y="370815"/>
                </a:cubicBezTo>
                <a:lnTo>
                  <a:pt x="266699" y="376692"/>
                </a:lnTo>
                <a:lnTo>
                  <a:pt x="319079" y="351805"/>
                </a:lnTo>
                <a:cubicBezTo>
                  <a:pt x="390824" y="298084"/>
                  <a:pt x="405433" y="196372"/>
                  <a:pt x="351709" y="124629"/>
                </a:cubicBezTo>
                <a:cubicBezTo>
                  <a:pt x="324848" y="88757"/>
                  <a:pt x="285989" y="67169"/>
                  <a:pt x="244878" y="61264"/>
                </a:cubicBezTo>
                <a:close/>
                <a:moveTo>
                  <a:pt x="143639" y="58790"/>
                </a:moveTo>
                <a:cubicBezTo>
                  <a:pt x="143427" y="58995"/>
                  <a:pt x="143202" y="59185"/>
                  <a:pt x="142961" y="59358"/>
                </a:cubicBezTo>
                <a:cubicBezTo>
                  <a:pt x="142764" y="59467"/>
                  <a:pt x="142174" y="59402"/>
                  <a:pt x="141955" y="59599"/>
                </a:cubicBezTo>
                <a:cubicBezTo>
                  <a:pt x="141669" y="59795"/>
                  <a:pt x="141350" y="59944"/>
                  <a:pt x="141015" y="60036"/>
                </a:cubicBezTo>
                <a:cubicBezTo>
                  <a:pt x="140775" y="60036"/>
                  <a:pt x="140272" y="59730"/>
                  <a:pt x="139878" y="60036"/>
                </a:cubicBezTo>
                <a:cubicBezTo>
                  <a:pt x="139485" y="60342"/>
                  <a:pt x="139157" y="60145"/>
                  <a:pt x="138916" y="60342"/>
                </a:cubicBezTo>
                <a:lnTo>
                  <a:pt x="138851" y="60255"/>
                </a:lnTo>
                <a:cubicBezTo>
                  <a:pt x="138654" y="60735"/>
                  <a:pt x="139266" y="61238"/>
                  <a:pt x="139310" y="61741"/>
                </a:cubicBezTo>
                <a:cubicBezTo>
                  <a:pt x="139319" y="62060"/>
                  <a:pt x="139461" y="62362"/>
                  <a:pt x="139704" y="62572"/>
                </a:cubicBezTo>
                <a:cubicBezTo>
                  <a:pt x="140154" y="62819"/>
                  <a:pt x="140532" y="63180"/>
                  <a:pt x="140797" y="63621"/>
                </a:cubicBezTo>
                <a:cubicBezTo>
                  <a:pt x="141015" y="63949"/>
                  <a:pt x="141912" y="64190"/>
                  <a:pt x="142043" y="64408"/>
                </a:cubicBezTo>
                <a:cubicBezTo>
                  <a:pt x="142174" y="64627"/>
                  <a:pt x="143223" y="65064"/>
                  <a:pt x="143530" y="65283"/>
                </a:cubicBezTo>
                <a:cubicBezTo>
                  <a:pt x="143836" y="65502"/>
                  <a:pt x="143967" y="66026"/>
                  <a:pt x="144164" y="66223"/>
                </a:cubicBezTo>
                <a:cubicBezTo>
                  <a:pt x="144411" y="66584"/>
                  <a:pt x="144876" y="66722"/>
                  <a:pt x="145279" y="66551"/>
                </a:cubicBezTo>
                <a:cubicBezTo>
                  <a:pt x="145497" y="66420"/>
                  <a:pt x="145716" y="65786"/>
                  <a:pt x="145913" y="65589"/>
                </a:cubicBezTo>
                <a:cubicBezTo>
                  <a:pt x="146109" y="65392"/>
                  <a:pt x="146525" y="65261"/>
                  <a:pt x="146743" y="65064"/>
                </a:cubicBezTo>
                <a:cubicBezTo>
                  <a:pt x="147063" y="64798"/>
                  <a:pt x="147316" y="64461"/>
                  <a:pt x="147487" y="64080"/>
                </a:cubicBezTo>
                <a:cubicBezTo>
                  <a:pt x="147579" y="63753"/>
                  <a:pt x="147638" y="63416"/>
                  <a:pt x="147662" y="63075"/>
                </a:cubicBezTo>
                <a:cubicBezTo>
                  <a:pt x="147727" y="62681"/>
                  <a:pt x="147552" y="62135"/>
                  <a:pt x="147552" y="61785"/>
                </a:cubicBezTo>
                <a:cubicBezTo>
                  <a:pt x="147703" y="61411"/>
                  <a:pt x="147749" y="61002"/>
                  <a:pt x="147683" y="60604"/>
                </a:cubicBezTo>
                <a:cubicBezTo>
                  <a:pt x="147605" y="60265"/>
                  <a:pt x="147447" y="59951"/>
                  <a:pt x="147224" y="59686"/>
                </a:cubicBezTo>
                <a:cubicBezTo>
                  <a:pt x="146940" y="59518"/>
                  <a:pt x="146641" y="59380"/>
                  <a:pt x="146328" y="59271"/>
                </a:cubicBezTo>
                <a:cubicBezTo>
                  <a:pt x="145825" y="59030"/>
                  <a:pt x="144032" y="58440"/>
                  <a:pt x="143639" y="58790"/>
                </a:cubicBezTo>
                <a:close/>
                <a:moveTo>
                  <a:pt x="132052" y="55838"/>
                </a:moveTo>
                <a:cubicBezTo>
                  <a:pt x="132227" y="55795"/>
                  <a:pt x="132227" y="56429"/>
                  <a:pt x="132249" y="56888"/>
                </a:cubicBezTo>
                <a:cubicBezTo>
                  <a:pt x="132168" y="57380"/>
                  <a:pt x="132021" y="57856"/>
                  <a:pt x="131811" y="58309"/>
                </a:cubicBezTo>
                <a:cubicBezTo>
                  <a:pt x="131483" y="58943"/>
                  <a:pt x="131461" y="59380"/>
                  <a:pt x="131199" y="59883"/>
                </a:cubicBezTo>
                <a:cubicBezTo>
                  <a:pt x="130928" y="60303"/>
                  <a:pt x="130589" y="60672"/>
                  <a:pt x="130193" y="60976"/>
                </a:cubicBezTo>
                <a:cubicBezTo>
                  <a:pt x="129817" y="61197"/>
                  <a:pt x="129334" y="61081"/>
                  <a:pt x="129100" y="60714"/>
                </a:cubicBezTo>
                <a:cubicBezTo>
                  <a:pt x="128882" y="60375"/>
                  <a:pt x="128882" y="59938"/>
                  <a:pt x="129100" y="59599"/>
                </a:cubicBezTo>
                <a:cubicBezTo>
                  <a:pt x="129452" y="59024"/>
                  <a:pt x="129848" y="58475"/>
                  <a:pt x="130281" y="57959"/>
                </a:cubicBezTo>
                <a:cubicBezTo>
                  <a:pt x="130443" y="57725"/>
                  <a:pt x="130569" y="57467"/>
                  <a:pt x="130653" y="57194"/>
                </a:cubicBezTo>
                <a:cubicBezTo>
                  <a:pt x="130740" y="56888"/>
                  <a:pt x="131112" y="56800"/>
                  <a:pt x="131308" y="56429"/>
                </a:cubicBezTo>
                <a:cubicBezTo>
                  <a:pt x="131514" y="56184"/>
                  <a:pt x="131768" y="55985"/>
                  <a:pt x="132052" y="55838"/>
                </a:cubicBezTo>
                <a:close/>
                <a:moveTo>
                  <a:pt x="133932" y="49782"/>
                </a:moveTo>
                <a:cubicBezTo>
                  <a:pt x="133626" y="49782"/>
                  <a:pt x="133079" y="50373"/>
                  <a:pt x="132861" y="50373"/>
                </a:cubicBezTo>
                <a:cubicBezTo>
                  <a:pt x="132476" y="50397"/>
                  <a:pt x="132095" y="50464"/>
                  <a:pt x="131724" y="50569"/>
                </a:cubicBezTo>
                <a:cubicBezTo>
                  <a:pt x="131485" y="50681"/>
                  <a:pt x="131304" y="50886"/>
                  <a:pt x="131221" y="51138"/>
                </a:cubicBezTo>
                <a:cubicBezTo>
                  <a:pt x="131090" y="51334"/>
                  <a:pt x="130974" y="51538"/>
                  <a:pt x="130871" y="51750"/>
                </a:cubicBezTo>
                <a:cubicBezTo>
                  <a:pt x="130725" y="51995"/>
                  <a:pt x="130602" y="52251"/>
                  <a:pt x="130499" y="52515"/>
                </a:cubicBezTo>
                <a:cubicBezTo>
                  <a:pt x="130307" y="52913"/>
                  <a:pt x="130040" y="53269"/>
                  <a:pt x="129712" y="53565"/>
                </a:cubicBezTo>
                <a:cubicBezTo>
                  <a:pt x="129297" y="53980"/>
                  <a:pt x="129275" y="54111"/>
                  <a:pt x="129056" y="54242"/>
                </a:cubicBezTo>
                <a:cubicBezTo>
                  <a:pt x="128761" y="54529"/>
                  <a:pt x="128503" y="54852"/>
                  <a:pt x="128291" y="55204"/>
                </a:cubicBezTo>
                <a:cubicBezTo>
                  <a:pt x="127941" y="55707"/>
                  <a:pt x="127373" y="56057"/>
                  <a:pt x="127154" y="56385"/>
                </a:cubicBezTo>
                <a:cubicBezTo>
                  <a:pt x="126780" y="57030"/>
                  <a:pt x="126265" y="57583"/>
                  <a:pt x="125646" y="58003"/>
                </a:cubicBezTo>
                <a:cubicBezTo>
                  <a:pt x="125405" y="57891"/>
                  <a:pt x="125156" y="57795"/>
                  <a:pt x="124902" y="57718"/>
                </a:cubicBezTo>
                <a:cubicBezTo>
                  <a:pt x="124334" y="57609"/>
                  <a:pt x="124137" y="57522"/>
                  <a:pt x="123744" y="57718"/>
                </a:cubicBezTo>
                <a:cubicBezTo>
                  <a:pt x="123477" y="58046"/>
                  <a:pt x="123230" y="58390"/>
                  <a:pt x="123000" y="58746"/>
                </a:cubicBezTo>
                <a:cubicBezTo>
                  <a:pt x="123000" y="59380"/>
                  <a:pt x="122432" y="60080"/>
                  <a:pt x="123132" y="61304"/>
                </a:cubicBezTo>
                <a:cubicBezTo>
                  <a:pt x="123263" y="61523"/>
                  <a:pt x="123613" y="61982"/>
                  <a:pt x="124268" y="62987"/>
                </a:cubicBezTo>
                <a:cubicBezTo>
                  <a:pt x="124677" y="63521"/>
                  <a:pt x="125117" y="64030"/>
                  <a:pt x="125580" y="64518"/>
                </a:cubicBezTo>
                <a:cubicBezTo>
                  <a:pt x="125952" y="64977"/>
                  <a:pt x="126520" y="65436"/>
                  <a:pt x="126651" y="65655"/>
                </a:cubicBezTo>
                <a:cubicBezTo>
                  <a:pt x="126783" y="65873"/>
                  <a:pt x="127198" y="66507"/>
                  <a:pt x="127307" y="66507"/>
                </a:cubicBezTo>
                <a:cubicBezTo>
                  <a:pt x="127417" y="66507"/>
                  <a:pt x="127482" y="66573"/>
                  <a:pt x="127788" y="66835"/>
                </a:cubicBezTo>
                <a:cubicBezTo>
                  <a:pt x="128094" y="67098"/>
                  <a:pt x="128182" y="67360"/>
                  <a:pt x="128553" y="67557"/>
                </a:cubicBezTo>
                <a:cubicBezTo>
                  <a:pt x="128752" y="67646"/>
                  <a:pt x="128969" y="67692"/>
                  <a:pt x="129188" y="67688"/>
                </a:cubicBezTo>
                <a:cubicBezTo>
                  <a:pt x="129620" y="67530"/>
                  <a:pt x="130038" y="67331"/>
                  <a:pt x="130434" y="67098"/>
                </a:cubicBezTo>
                <a:cubicBezTo>
                  <a:pt x="130630" y="66966"/>
                  <a:pt x="130762" y="66726"/>
                  <a:pt x="131068" y="66529"/>
                </a:cubicBezTo>
                <a:cubicBezTo>
                  <a:pt x="131374" y="66332"/>
                  <a:pt x="131986" y="66267"/>
                  <a:pt x="132161" y="66223"/>
                </a:cubicBezTo>
                <a:cubicBezTo>
                  <a:pt x="132336" y="66179"/>
                  <a:pt x="132817" y="66442"/>
                  <a:pt x="132817" y="66617"/>
                </a:cubicBezTo>
                <a:cubicBezTo>
                  <a:pt x="133055" y="67246"/>
                  <a:pt x="133333" y="67858"/>
                  <a:pt x="133648" y="68453"/>
                </a:cubicBezTo>
                <a:cubicBezTo>
                  <a:pt x="133860" y="68908"/>
                  <a:pt x="134115" y="69338"/>
                  <a:pt x="134413" y="69743"/>
                </a:cubicBezTo>
                <a:cubicBezTo>
                  <a:pt x="134544" y="69940"/>
                  <a:pt x="134959" y="70464"/>
                  <a:pt x="134959" y="70683"/>
                </a:cubicBezTo>
                <a:cubicBezTo>
                  <a:pt x="135528" y="71689"/>
                  <a:pt x="135353" y="72192"/>
                  <a:pt x="134588" y="72673"/>
                </a:cubicBezTo>
                <a:cubicBezTo>
                  <a:pt x="134369" y="72804"/>
                  <a:pt x="133582" y="72585"/>
                  <a:pt x="132861" y="73044"/>
                </a:cubicBezTo>
                <a:cubicBezTo>
                  <a:pt x="132751" y="73110"/>
                  <a:pt x="131877" y="73809"/>
                  <a:pt x="132139" y="74028"/>
                </a:cubicBezTo>
                <a:cubicBezTo>
                  <a:pt x="132401" y="74247"/>
                  <a:pt x="134085" y="74378"/>
                  <a:pt x="134588" y="74662"/>
                </a:cubicBezTo>
                <a:cubicBezTo>
                  <a:pt x="135090" y="74946"/>
                  <a:pt x="135331" y="75252"/>
                  <a:pt x="135725" y="75362"/>
                </a:cubicBezTo>
                <a:cubicBezTo>
                  <a:pt x="136160" y="75399"/>
                  <a:pt x="136597" y="75355"/>
                  <a:pt x="137014" y="75231"/>
                </a:cubicBezTo>
                <a:cubicBezTo>
                  <a:pt x="137342" y="75209"/>
                  <a:pt x="137670" y="75340"/>
                  <a:pt x="137889" y="75340"/>
                </a:cubicBezTo>
                <a:cubicBezTo>
                  <a:pt x="138108" y="75340"/>
                  <a:pt x="138654" y="75231"/>
                  <a:pt x="138829" y="75231"/>
                </a:cubicBezTo>
                <a:cubicBezTo>
                  <a:pt x="139045" y="75327"/>
                  <a:pt x="139290" y="75327"/>
                  <a:pt x="139507" y="75231"/>
                </a:cubicBezTo>
                <a:cubicBezTo>
                  <a:pt x="139725" y="75099"/>
                  <a:pt x="139791" y="74596"/>
                  <a:pt x="140250" y="74028"/>
                </a:cubicBezTo>
                <a:cubicBezTo>
                  <a:pt x="140709" y="73460"/>
                  <a:pt x="140469" y="72520"/>
                  <a:pt x="140709" y="72192"/>
                </a:cubicBezTo>
                <a:cubicBezTo>
                  <a:pt x="141059" y="71514"/>
                  <a:pt x="141101" y="70716"/>
                  <a:pt x="140819" y="70005"/>
                </a:cubicBezTo>
                <a:cubicBezTo>
                  <a:pt x="139813" y="68022"/>
                  <a:pt x="138665" y="66116"/>
                  <a:pt x="137386" y="64299"/>
                </a:cubicBezTo>
                <a:cubicBezTo>
                  <a:pt x="136990" y="63982"/>
                  <a:pt x="136662" y="63589"/>
                  <a:pt x="136424" y="63140"/>
                </a:cubicBezTo>
                <a:cubicBezTo>
                  <a:pt x="136162" y="62703"/>
                  <a:pt x="136424" y="62069"/>
                  <a:pt x="136621" y="62069"/>
                </a:cubicBezTo>
                <a:cubicBezTo>
                  <a:pt x="136894" y="62023"/>
                  <a:pt x="137124" y="61842"/>
                  <a:pt x="137233" y="61588"/>
                </a:cubicBezTo>
                <a:cubicBezTo>
                  <a:pt x="137336" y="61039"/>
                  <a:pt x="137401" y="60484"/>
                  <a:pt x="137430" y="59927"/>
                </a:cubicBezTo>
                <a:cubicBezTo>
                  <a:pt x="137342" y="58355"/>
                  <a:pt x="137342" y="56776"/>
                  <a:pt x="137430" y="55204"/>
                </a:cubicBezTo>
                <a:cubicBezTo>
                  <a:pt x="137454" y="54739"/>
                  <a:pt x="137454" y="54271"/>
                  <a:pt x="137430" y="53805"/>
                </a:cubicBezTo>
                <a:cubicBezTo>
                  <a:pt x="137539" y="53101"/>
                  <a:pt x="137701" y="52408"/>
                  <a:pt x="137911" y="51728"/>
                </a:cubicBezTo>
                <a:cubicBezTo>
                  <a:pt x="137821" y="51354"/>
                  <a:pt x="137605" y="51022"/>
                  <a:pt x="137299" y="50788"/>
                </a:cubicBezTo>
                <a:cubicBezTo>
                  <a:pt x="137080" y="50657"/>
                  <a:pt x="136555" y="49979"/>
                  <a:pt x="136118" y="49782"/>
                </a:cubicBezTo>
                <a:cubicBezTo>
                  <a:pt x="135390" y="49710"/>
                  <a:pt x="134660" y="49710"/>
                  <a:pt x="133932" y="49782"/>
                </a:cubicBezTo>
                <a:close/>
                <a:moveTo>
                  <a:pt x="321077" y="46875"/>
                </a:moveTo>
                <a:cubicBezTo>
                  <a:pt x="320815" y="46809"/>
                  <a:pt x="320553" y="46743"/>
                  <a:pt x="320356" y="47115"/>
                </a:cubicBezTo>
                <a:cubicBezTo>
                  <a:pt x="320194" y="47642"/>
                  <a:pt x="319943" y="48138"/>
                  <a:pt x="319613" y="48580"/>
                </a:cubicBezTo>
                <a:cubicBezTo>
                  <a:pt x="319304" y="49133"/>
                  <a:pt x="318928" y="49647"/>
                  <a:pt x="318498" y="50110"/>
                </a:cubicBezTo>
                <a:cubicBezTo>
                  <a:pt x="317649" y="50659"/>
                  <a:pt x="316952" y="51411"/>
                  <a:pt x="316464" y="52296"/>
                </a:cubicBezTo>
                <a:cubicBezTo>
                  <a:pt x="315317" y="52321"/>
                  <a:pt x="314177" y="52104"/>
                  <a:pt x="313119" y="51662"/>
                </a:cubicBezTo>
                <a:cubicBezTo>
                  <a:pt x="312507" y="51356"/>
                  <a:pt x="311786" y="50635"/>
                  <a:pt x="311436" y="50635"/>
                </a:cubicBezTo>
                <a:cubicBezTo>
                  <a:pt x="311119" y="50563"/>
                  <a:pt x="310791" y="50563"/>
                  <a:pt x="310474" y="50635"/>
                </a:cubicBezTo>
                <a:cubicBezTo>
                  <a:pt x="310102" y="50657"/>
                  <a:pt x="309796" y="50460"/>
                  <a:pt x="309468" y="50460"/>
                </a:cubicBezTo>
                <a:cubicBezTo>
                  <a:pt x="309132" y="50580"/>
                  <a:pt x="308788" y="50683"/>
                  <a:pt x="308441" y="50766"/>
                </a:cubicBezTo>
                <a:cubicBezTo>
                  <a:pt x="307966" y="50816"/>
                  <a:pt x="307573" y="51155"/>
                  <a:pt x="307457" y="51619"/>
                </a:cubicBezTo>
                <a:cubicBezTo>
                  <a:pt x="307085" y="52458"/>
                  <a:pt x="307232" y="53435"/>
                  <a:pt x="307829" y="54133"/>
                </a:cubicBezTo>
                <a:cubicBezTo>
                  <a:pt x="308331" y="54526"/>
                  <a:pt x="308353" y="54986"/>
                  <a:pt x="308703" y="55379"/>
                </a:cubicBezTo>
                <a:cubicBezTo>
                  <a:pt x="308904" y="55604"/>
                  <a:pt x="309173" y="55757"/>
                  <a:pt x="309468" y="55816"/>
                </a:cubicBezTo>
                <a:cubicBezTo>
                  <a:pt x="309779" y="55878"/>
                  <a:pt x="310085" y="55958"/>
                  <a:pt x="310387" y="56057"/>
                </a:cubicBezTo>
                <a:lnTo>
                  <a:pt x="310999" y="56407"/>
                </a:lnTo>
                <a:cubicBezTo>
                  <a:pt x="311217" y="56538"/>
                  <a:pt x="311895" y="56538"/>
                  <a:pt x="311808" y="56822"/>
                </a:cubicBezTo>
                <a:cubicBezTo>
                  <a:pt x="311720" y="57106"/>
                  <a:pt x="311130" y="57544"/>
                  <a:pt x="310846" y="57740"/>
                </a:cubicBezTo>
                <a:cubicBezTo>
                  <a:pt x="309984" y="58565"/>
                  <a:pt x="308946" y="59179"/>
                  <a:pt x="307807" y="59533"/>
                </a:cubicBezTo>
                <a:cubicBezTo>
                  <a:pt x="305809" y="60136"/>
                  <a:pt x="303780" y="60633"/>
                  <a:pt x="301729" y="61020"/>
                </a:cubicBezTo>
                <a:cubicBezTo>
                  <a:pt x="301532" y="61020"/>
                  <a:pt x="301160" y="61020"/>
                  <a:pt x="300985" y="61020"/>
                </a:cubicBezTo>
                <a:cubicBezTo>
                  <a:pt x="300588" y="61094"/>
                  <a:pt x="300185" y="61144"/>
                  <a:pt x="299783" y="61173"/>
                </a:cubicBezTo>
                <a:cubicBezTo>
                  <a:pt x="299250" y="61282"/>
                  <a:pt x="298699" y="61282"/>
                  <a:pt x="298165" y="61173"/>
                </a:cubicBezTo>
                <a:lnTo>
                  <a:pt x="298165" y="61085"/>
                </a:lnTo>
                <a:cubicBezTo>
                  <a:pt x="297487" y="60954"/>
                  <a:pt x="297028" y="61151"/>
                  <a:pt x="297094" y="61348"/>
                </a:cubicBezTo>
                <a:cubicBezTo>
                  <a:pt x="297159" y="61544"/>
                  <a:pt x="297466" y="61807"/>
                  <a:pt x="297750" y="62113"/>
                </a:cubicBezTo>
                <a:cubicBezTo>
                  <a:pt x="298034" y="62419"/>
                  <a:pt x="297619" y="63053"/>
                  <a:pt x="297750" y="63381"/>
                </a:cubicBezTo>
                <a:cubicBezTo>
                  <a:pt x="297881" y="63709"/>
                  <a:pt x="297837" y="64102"/>
                  <a:pt x="298056" y="64299"/>
                </a:cubicBezTo>
                <a:cubicBezTo>
                  <a:pt x="298386" y="64487"/>
                  <a:pt x="298751" y="64614"/>
                  <a:pt x="299127" y="64671"/>
                </a:cubicBezTo>
                <a:cubicBezTo>
                  <a:pt x="299770" y="64905"/>
                  <a:pt x="300428" y="65095"/>
                  <a:pt x="301095" y="65239"/>
                </a:cubicBezTo>
                <a:cubicBezTo>
                  <a:pt x="301620" y="65239"/>
                  <a:pt x="302997" y="65239"/>
                  <a:pt x="303565" y="65239"/>
                </a:cubicBezTo>
                <a:cubicBezTo>
                  <a:pt x="304700" y="65453"/>
                  <a:pt x="305863" y="65453"/>
                  <a:pt x="306998" y="65239"/>
                </a:cubicBezTo>
                <a:cubicBezTo>
                  <a:pt x="308681" y="64715"/>
                  <a:pt x="309665" y="64649"/>
                  <a:pt x="310867" y="64277"/>
                </a:cubicBezTo>
                <a:cubicBezTo>
                  <a:pt x="312070" y="63906"/>
                  <a:pt x="313819" y="62222"/>
                  <a:pt x="314059" y="62659"/>
                </a:cubicBezTo>
                <a:cubicBezTo>
                  <a:pt x="314300" y="63097"/>
                  <a:pt x="314628" y="64802"/>
                  <a:pt x="315284" y="66245"/>
                </a:cubicBezTo>
                <a:cubicBezTo>
                  <a:pt x="315467" y="66861"/>
                  <a:pt x="315614" y="67491"/>
                  <a:pt x="315721" y="68125"/>
                </a:cubicBezTo>
                <a:cubicBezTo>
                  <a:pt x="315804" y="69234"/>
                  <a:pt x="315957" y="70338"/>
                  <a:pt x="316180" y="71426"/>
                </a:cubicBezTo>
                <a:cubicBezTo>
                  <a:pt x="316720" y="72592"/>
                  <a:pt x="316720" y="73934"/>
                  <a:pt x="316180" y="75099"/>
                </a:cubicBezTo>
                <a:cubicBezTo>
                  <a:pt x="316189" y="75604"/>
                  <a:pt x="316410" y="76081"/>
                  <a:pt x="316792" y="76411"/>
                </a:cubicBezTo>
                <a:cubicBezTo>
                  <a:pt x="317251" y="76870"/>
                  <a:pt x="318017" y="76892"/>
                  <a:pt x="318454" y="77701"/>
                </a:cubicBezTo>
                <a:cubicBezTo>
                  <a:pt x="318740" y="78053"/>
                  <a:pt x="319088" y="78348"/>
                  <a:pt x="319481" y="78576"/>
                </a:cubicBezTo>
                <a:cubicBezTo>
                  <a:pt x="319962" y="78947"/>
                  <a:pt x="320531" y="79100"/>
                  <a:pt x="320815" y="79319"/>
                </a:cubicBezTo>
                <a:cubicBezTo>
                  <a:pt x="321206" y="79614"/>
                  <a:pt x="321615" y="79885"/>
                  <a:pt x="322039" y="80128"/>
                </a:cubicBezTo>
                <a:cubicBezTo>
                  <a:pt x="322214" y="80193"/>
                  <a:pt x="322433" y="80390"/>
                  <a:pt x="322673" y="80346"/>
                </a:cubicBezTo>
                <a:cubicBezTo>
                  <a:pt x="322914" y="80303"/>
                  <a:pt x="323264" y="80193"/>
                  <a:pt x="323504" y="80193"/>
                </a:cubicBezTo>
                <a:cubicBezTo>
                  <a:pt x="324075" y="80449"/>
                  <a:pt x="324726" y="80449"/>
                  <a:pt x="325297" y="80193"/>
                </a:cubicBezTo>
                <a:cubicBezTo>
                  <a:pt x="325647" y="80062"/>
                  <a:pt x="325800" y="79559"/>
                  <a:pt x="325931" y="79363"/>
                </a:cubicBezTo>
                <a:cubicBezTo>
                  <a:pt x="326062" y="79166"/>
                  <a:pt x="326565" y="79188"/>
                  <a:pt x="326565" y="78882"/>
                </a:cubicBezTo>
                <a:cubicBezTo>
                  <a:pt x="326565" y="78576"/>
                  <a:pt x="326150" y="78291"/>
                  <a:pt x="325953" y="78029"/>
                </a:cubicBezTo>
                <a:cubicBezTo>
                  <a:pt x="325144" y="77067"/>
                  <a:pt x="324641" y="76477"/>
                  <a:pt x="324073" y="75843"/>
                </a:cubicBezTo>
                <a:cubicBezTo>
                  <a:pt x="323854" y="75580"/>
                  <a:pt x="323701" y="74946"/>
                  <a:pt x="323417" y="74553"/>
                </a:cubicBezTo>
                <a:cubicBezTo>
                  <a:pt x="323015" y="74137"/>
                  <a:pt x="322656" y="73685"/>
                  <a:pt x="322345" y="73197"/>
                </a:cubicBezTo>
                <a:cubicBezTo>
                  <a:pt x="321954" y="72133"/>
                  <a:pt x="321464" y="71107"/>
                  <a:pt x="320881" y="70136"/>
                </a:cubicBezTo>
                <a:cubicBezTo>
                  <a:pt x="320181" y="69087"/>
                  <a:pt x="320356" y="66901"/>
                  <a:pt x="320050" y="66114"/>
                </a:cubicBezTo>
                <a:cubicBezTo>
                  <a:pt x="319374" y="64478"/>
                  <a:pt x="318933" y="62756"/>
                  <a:pt x="318738" y="60998"/>
                </a:cubicBezTo>
                <a:cubicBezTo>
                  <a:pt x="318703" y="60388"/>
                  <a:pt x="318944" y="59793"/>
                  <a:pt x="319394" y="59380"/>
                </a:cubicBezTo>
                <a:cubicBezTo>
                  <a:pt x="319744" y="59124"/>
                  <a:pt x="320137" y="58932"/>
                  <a:pt x="320553" y="58812"/>
                </a:cubicBezTo>
                <a:cubicBezTo>
                  <a:pt x="321353" y="58833"/>
                  <a:pt x="322146" y="58958"/>
                  <a:pt x="322914" y="59183"/>
                </a:cubicBezTo>
                <a:cubicBezTo>
                  <a:pt x="323329" y="59314"/>
                  <a:pt x="323767" y="59533"/>
                  <a:pt x="324269" y="59752"/>
                </a:cubicBezTo>
                <a:cubicBezTo>
                  <a:pt x="324757" y="59972"/>
                  <a:pt x="325286" y="60084"/>
                  <a:pt x="325822" y="60080"/>
                </a:cubicBezTo>
                <a:cubicBezTo>
                  <a:pt x="326596" y="60257"/>
                  <a:pt x="327387" y="60353"/>
                  <a:pt x="328183" y="60364"/>
                </a:cubicBezTo>
                <a:cubicBezTo>
                  <a:pt x="328708" y="60233"/>
                  <a:pt x="328948" y="60036"/>
                  <a:pt x="329342" y="60233"/>
                </a:cubicBezTo>
                <a:cubicBezTo>
                  <a:pt x="329735" y="60429"/>
                  <a:pt x="329822" y="60298"/>
                  <a:pt x="330019" y="59948"/>
                </a:cubicBezTo>
                <a:cubicBezTo>
                  <a:pt x="330369" y="59096"/>
                  <a:pt x="330653" y="57915"/>
                  <a:pt x="330019" y="57412"/>
                </a:cubicBezTo>
                <a:cubicBezTo>
                  <a:pt x="329385" y="56910"/>
                  <a:pt x="328839" y="56538"/>
                  <a:pt x="328817" y="56101"/>
                </a:cubicBezTo>
                <a:cubicBezTo>
                  <a:pt x="328795" y="55663"/>
                  <a:pt x="327352" y="55248"/>
                  <a:pt x="327112" y="55117"/>
                </a:cubicBezTo>
                <a:cubicBezTo>
                  <a:pt x="326871" y="54986"/>
                  <a:pt x="326084" y="55248"/>
                  <a:pt x="325537" y="55248"/>
                </a:cubicBezTo>
                <a:cubicBezTo>
                  <a:pt x="325150" y="55222"/>
                  <a:pt x="324770" y="55147"/>
                  <a:pt x="324401" y="55029"/>
                </a:cubicBezTo>
                <a:cubicBezTo>
                  <a:pt x="324073" y="54920"/>
                  <a:pt x="323395" y="54920"/>
                  <a:pt x="323395" y="54920"/>
                </a:cubicBezTo>
                <a:cubicBezTo>
                  <a:pt x="323132" y="54935"/>
                  <a:pt x="322872" y="54865"/>
                  <a:pt x="322652" y="54723"/>
                </a:cubicBezTo>
                <a:cubicBezTo>
                  <a:pt x="322477" y="54570"/>
                  <a:pt x="323220" y="53936"/>
                  <a:pt x="323220" y="53805"/>
                </a:cubicBezTo>
                <a:cubicBezTo>
                  <a:pt x="323876" y="53258"/>
                  <a:pt x="324466" y="52821"/>
                  <a:pt x="324794" y="52581"/>
                </a:cubicBezTo>
                <a:cubicBezTo>
                  <a:pt x="325122" y="52340"/>
                  <a:pt x="324903" y="52078"/>
                  <a:pt x="325122" y="51619"/>
                </a:cubicBezTo>
                <a:cubicBezTo>
                  <a:pt x="325341" y="51160"/>
                  <a:pt x="325647" y="51028"/>
                  <a:pt x="325341" y="50569"/>
                </a:cubicBezTo>
                <a:cubicBezTo>
                  <a:pt x="324954" y="50056"/>
                  <a:pt x="324724" y="49441"/>
                  <a:pt x="324685" y="48798"/>
                </a:cubicBezTo>
                <a:cubicBezTo>
                  <a:pt x="324685" y="48558"/>
                  <a:pt x="323351" y="48033"/>
                  <a:pt x="323132" y="47815"/>
                </a:cubicBezTo>
                <a:cubicBezTo>
                  <a:pt x="322914" y="47596"/>
                  <a:pt x="322389" y="47749"/>
                  <a:pt x="322127" y="47596"/>
                </a:cubicBezTo>
                <a:cubicBezTo>
                  <a:pt x="321865" y="47443"/>
                  <a:pt x="321930" y="47115"/>
                  <a:pt x="321077" y="46875"/>
                </a:cubicBezTo>
                <a:close/>
                <a:moveTo>
                  <a:pt x="178007" y="43486"/>
                </a:moveTo>
                <a:lnTo>
                  <a:pt x="178073" y="43573"/>
                </a:lnTo>
                <a:lnTo>
                  <a:pt x="178022" y="43514"/>
                </a:lnTo>
                <a:close/>
                <a:moveTo>
                  <a:pt x="125843" y="39332"/>
                </a:moveTo>
                <a:cubicBezTo>
                  <a:pt x="125558" y="39223"/>
                  <a:pt x="125121" y="39616"/>
                  <a:pt x="124728" y="39616"/>
                </a:cubicBezTo>
                <a:cubicBezTo>
                  <a:pt x="124334" y="39616"/>
                  <a:pt x="124203" y="39463"/>
                  <a:pt x="123940" y="39616"/>
                </a:cubicBezTo>
                <a:cubicBezTo>
                  <a:pt x="123615" y="39846"/>
                  <a:pt x="123271" y="40051"/>
                  <a:pt x="122913" y="40228"/>
                </a:cubicBezTo>
                <a:cubicBezTo>
                  <a:pt x="122618" y="40344"/>
                  <a:pt x="122334" y="40484"/>
                  <a:pt x="122060" y="40644"/>
                </a:cubicBezTo>
                <a:cubicBezTo>
                  <a:pt x="121689" y="40884"/>
                  <a:pt x="121689" y="41125"/>
                  <a:pt x="121536" y="41299"/>
                </a:cubicBezTo>
                <a:cubicBezTo>
                  <a:pt x="121383" y="41474"/>
                  <a:pt x="120989" y="41649"/>
                  <a:pt x="120880" y="41780"/>
                </a:cubicBezTo>
                <a:cubicBezTo>
                  <a:pt x="120770" y="41912"/>
                  <a:pt x="120770" y="42240"/>
                  <a:pt x="120355" y="42502"/>
                </a:cubicBezTo>
                <a:cubicBezTo>
                  <a:pt x="119940" y="42764"/>
                  <a:pt x="119393" y="42830"/>
                  <a:pt x="119262" y="43420"/>
                </a:cubicBezTo>
                <a:cubicBezTo>
                  <a:pt x="119168" y="43704"/>
                  <a:pt x="119225" y="44019"/>
                  <a:pt x="119415" y="44251"/>
                </a:cubicBezTo>
                <a:cubicBezTo>
                  <a:pt x="119743" y="44513"/>
                  <a:pt x="121295" y="45235"/>
                  <a:pt x="121426" y="45760"/>
                </a:cubicBezTo>
                <a:cubicBezTo>
                  <a:pt x="121525" y="46066"/>
                  <a:pt x="121597" y="46380"/>
                  <a:pt x="121645" y="46700"/>
                </a:cubicBezTo>
                <a:cubicBezTo>
                  <a:pt x="121798" y="47071"/>
                  <a:pt x="121798" y="47202"/>
                  <a:pt x="121798" y="47487"/>
                </a:cubicBezTo>
                <a:cubicBezTo>
                  <a:pt x="121787" y="47762"/>
                  <a:pt x="121872" y="48033"/>
                  <a:pt x="122038" y="48252"/>
                </a:cubicBezTo>
                <a:cubicBezTo>
                  <a:pt x="122329" y="48390"/>
                  <a:pt x="122666" y="48390"/>
                  <a:pt x="122957" y="48252"/>
                </a:cubicBezTo>
                <a:cubicBezTo>
                  <a:pt x="123263" y="48077"/>
                  <a:pt x="123634" y="47968"/>
                  <a:pt x="123766" y="48077"/>
                </a:cubicBezTo>
                <a:cubicBezTo>
                  <a:pt x="123897" y="48186"/>
                  <a:pt x="124181" y="48186"/>
                  <a:pt x="124247" y="48645"/>
                </a:cubicBezTo>
                <a:cubicBezTo>
                  <a:pt x="124312" y="49105"/>
                  <a:pt x="124028" y="49301"/>
                  <a:pt x="123634" y="49782"/>
                </a:cubicBezTo>
                <a:cubicBezTo>
                  <a:pt x="123241" y="50263"/>
                  <a:pt x="121864" y="51553"/>
                  <a:pt x="121732" y="51969"/>
                </a:cubicBezTo>
                <a:cubicBezTo>
                  <a:pt x="121601" y="52384"/>
                  <a:pt x="121011" y="52450"/>
                  <a:pt x="120595" y="52887"/>
                </a:cubicBezTo>
                <a:cubicBezTo>
                  <a:pt x="119787" y="53744"/>
                  <a:pt x="118919" y="54540"/>
                  <a:pt x="117994" y="55270"/>
                </a:cubicBezTo>
                <a:cubicBezTo>
                  <a:pt x="117688" y="55488"/>
                  <a:pt x="117229" y="56319"/>
                  <a:pt x="117010" y="56429"/>
                </a:cubicBezTo>
                <a:cubicBezTo>
                  <a:pt x="116791" y="56538"/>
                  <a:pt x="116420" y="56254"/>
                  <a:pt x="116245" y="56429"/>
                </a:cubicBezTo>
                <a:lnTo>
                  <a:pt x="116245" y="56341"/>
                </a:lnTo>
                <a:cubicBezTo>
                  <a:pt x="115563" y="57049"/>
                  <a:pt x="115020" y="57880"/>
                  <a:pt x="114649" y="58790"/>
                </a:cubicBezTo>
                <a:cubicBezTo>
                  <a:pt x="114603" y="59096"/>
                  <a:pt x="114690" y="59406"/>
                  <a:pt x="114889" y="59642"/>
                </a:cubicBezTo>
                <a:cubicBezTo>
                  <a:pt x="115195" y="60080"/>
                  <a:pt x="115523" y="60473"/>
                  <a:pt x="115523" y="60582"/>
                </a:cubicBezTo>
                <a:cubicBezTo>
                  <a:pt x="115720" y="61063"/>
                  <a:pt x="116092" y="61588"/>
                  <a:pt x="116485" y="61544"/>
                </a:cubicBezTo>
                <a:cubicBezTo>
                  <a:pt x="116879" y="61501"/>
                  <a:pt x="117032" y="61085"/>
                  <a:pt x="117622" y="60976"/>
                </a:cubicBezTo>
                <a:cubicBezTo>
                  <a:pt x="118212" y="60867"/>
                  <a:pt x="118125" y="61238"/>
                  <a:pt x="118453" y="60976"/>
                </a:cubicBezTo>
                <a:cubicBezTo>
                  <a:pt x="118781" y="60714"/>
                  <a:pt x="118934" y="60364"/>
                  <a:pt x="118934" y="60123"/>
                </a:cubicBezTo>
                <a:cubicBezTo>
                  <a:pt x="119120" y="59828"/>
                  <a:pt x="119347" y="59564"/>
                  <a:pt x="119612" y="59336"/>
                </a:cubicBezTo>
                <a:cubicBezTo>
                  <a:pt x="119983" y="59074"/>
                  <a:pt x="120442" y="58833"/>
                  <a:pt x="120442" y="58484"/>
                </a:cubicBezTo>
                <a:cubicBezTo>
                  <a:pt x="120617" y="58322"/>
                  <a:pt x="120816" y="58188"/>
                  <a:pt x="121033" y="58090"/>
                </a:cubicBezTo>
                <a:cubicBezTo>
                  <a:pt x="121321" y="57979"/>
                  <a:pt x="121581" y="57808"/>
                  <a:pt x="121798" y="57587"/>
                </a:cubicBezTo>
                <a:cubicBezTo>
                  <a:pt x="122030" y="57316"/>
                  <a:pt x="122277" y="57060"/>
                  <a:pt x="122541" y="56822"/>
                </a:cubicBezTo>
                <a:cubicBezTo>
                  <a:pt x="122836" y="56682"/>
                  <a:pt x="123092" y="56472"/>
                  <a:pt x="123285" y="56210"/>
                </a:cubicBezTo>
                <a:cubicBezTo>
                  <a:pt x="123481" y="55926"/>
                  <a:pt x="123919" y="55729"/>
                  <a:pt x="124115" y="55401"/>
                </a:cubicBezTo>
                <a:cubicBezTo>
                  <a:pt x="124312" y="55073"/>
                  <a:pt x="124771" y="54920"/>
                  <a:pt x="124990" y="54505"/>
                </a:cubicBezTo>
                <a:cubicBezTo>
                  <a:pt x="125209" y="54089"/>
                  <a:pt x="125886" y="54045"/>
                  <a:pt x="125886" y="53586"/>
                </a:cubicBezTo>
                <a:cubicBezTo>
                  <a:pt x="126890" y="52428"/>
                  <a:pt x="127972" y="51341"/>
                  <a:pt x="129122" y="50329"/>
                </a:cubicBezTo>
                <a:cubicBezTo>
                  <a:pt x="129564" y="49802"/>
                  <a:pt x="129975" y="49247"/>
                  <a:pt x="130346" y="48667"/>
                </a:cubicBezTo>
                <a:cubicBezTo>
                  <a:pt x="130784" y="48296"/>
                  <a:pt x="131308" y="48230"/>
                  <a:pt x="131505" y="48033"/>
                </a:cubicBezTo>
                <a:cubicBezTo>
                  <a:pt x="131776" y="47633"/>
                  <a:pt x="132084" y="47261"/>
                  <a:pt x="132423" y="46918"/>
                </a:cubicBezTo>
                <a:cubicBezTo>
                  <a:pt x="132642" y="46656"/>
                  <a:pt x="133123" y="46109"/>
                  <a:pt x="133385" y="45869"/>
                </a:cubicBezTo>
                <a:lnTo>
                  <a:pt x="134566" y="44951"/>
                </a:lnTo>
                <a:cubicBezTo>
                  <a:pt x="134784" y="44819"/>
                  <a:pt x="135899" y="44010"/>
                  <a:pt x="136096" y="43857"/>
                </a:cubicBezTo>
                <a:cubicBezTo>
                  <a:pt x="136687" y="43573"/>
                  <a:pt x="137233" y="43792"/>
                  <a:pt x="137233" y="43573"/>
                </a:cubicBezTo>
                <a:cubicBezTo>
                  <a:pt x="137539" y="42939"/>
                  <a:pt x="138304" y="41474"/>
                  <a:pt x="138086" y="41015"/>
                </a:cubicBezTo>
                <a:cubicBezTo>
                  <a:pt x="137867" y="40556"/>
                  <a:pt x="137670" y="40206"/>
                  <a:pt x="137539" y="39988"/>
                </a:cubicBezTo>
                <a:cubicBezTo>
                  <a:pt x="137353" y="39793"/>
                  <a:pt x="137080" y="39710"/>
                  <a:pt x="136818" y="39769"/>
                </a:cubicBezTo>
                <a:cubicBezTo>
                  <a:pt x="136302" y="39935"/>
                  <a:pt x="135738" y="39839"/>
                  <a:pt x="135309" y="39507"/>
                </a:cubicBezTo>
                <a:cubicBezTo>
                  <a:pt x="135090" y="39332"/>
                  <a:pt x="134719" y="39572"/>
                  <a:pt x="134347" y="39725"/>
                </a:cubicBezTo>
                <a:cubicBezTo>
                  <a:pt x="133976" y="39878"/>
                  <a:pt x="133538" y="39725"/>
                  <a:pt x="133341" y="39878"/>
                </a:cubicBezTo>
                <a:cubicBezTo>
                  <a:pt x="132777" y="40340"/>
                  <a:pt x="132251" y="40843"/>
                  <a:pt x="131767" y="41387"/>
                </a:cubicBezTo>
                <a:cubicBezTo>
                  <a:pt x="131352" y="41868"/>
                  <a:pt x="129297" y="43770"/>
                  <a:pt x="129013" y="44054"/>
                </a:cubicBezTo>
                <a:cubicBezTo>
                  <a:pt x="128728" y="44338"/>
                  <a:pt x="128510" y="43967"/>
                  <a:pt x="128510" y="43617"/>
                </a:cubicBezTo>
                <a:cubicBezTo>
                  <a:pt x="128925" y="42677"/>
                  <a:pt x="129209" y="42611"/>
                  <a:pt x="128510" y="41431"/>
                </a:cubicBezTo>
                <a:cubicBezTo>
                  <a:pt x="127810" y="40250"/>
                  <a:pt x="127045" y="40403"/>
                  <a:pt x="126804" y="40250"/>
                </a:cubicBezTo>
                <a:cubicBezTo>
                  <a:pt x="126564" y="40097"/>
                  <a:pt x="126127" y="39441"/>
                  <a:pt x="125843" y="39332"/>
                </a:cubicBezTo>
                <a:close/>
                <a:moveTo>
                  <a:pt x="195028" y="33155"/>
                </a:moveTo>
                <a:cubicBezTo>
                  <a:pt x="195233" y="33162"/>
                  <a:pt x="195395" y="33332"/>
                  <a:pt x="195388" y="33538"/>
                </a:cubicBezTo>
                <a:cubicBezTo>
                  <a:pt x="195434" y="34122"/>
                  <a:pt x="195209" y="34694"/>
                  <a:pt x="194776" y="35090"/>
                </a:cubicBezTo>
                <a:cubicBezTo>
                  <a:pt x="194356" y="35219"/>
                  <a:pt x="193906" y="35219"/>
                  <a:pt x="193486" y="35090"/>
                </a:cubicBezTo>
                <a:cubicBezTo>
                  <a:pt x="193342" y="34887"/>
                  <a:pt x="193274" y="34640"/>
                  <a:pt x="193289" y="34391"/>
                </a:cubicBezTo>
                <a:cubicBezTo>
                  <a:pt x="193276" y="34109"/>
                  <a:pt x="193362" y="33831"/>
                  <a:pt x="193530" y="33603"/>
                </a:cubicBezTo>
                <a:cubicBezTo>
                  <a:pt x="193987" y="33426"/>
                  <a:pt x="194453" y="33280"/>
                  <a:pt x="194929" y="33166"/>
                </a:cubicBezTo>
                <a:cubicBezTo>
                  <a:pt x="194962" y="33157"/>
                  <a:pt x="194995" y="33155"/>
                  <a:pt x="195028" y="33155"/>
                </a:cubicBezTo>
                <a:close/>
                <a:moveTo>
                  <a:pt x="199018" y="31331"/>
                </a:moveTo>
                <a:cubicBezTo>
                  <a:pt x="199214" y="31177"/>
                  <a:pt x="199652" y="31090"/>
                  <a:pt x="199761" y="31484"/>
                </a:cubicBezTo>
                <a:cubicBezTo>
                  <a:pt x="199833" y="31792"/>
                  <a:pt x="199870" y="32107"/>
                  <a:pt x="199870" y="32424"/>
                </a:cubicBezTo>
                <a:cubicBezTo>
                  <a:pt x="199693" y="32957"/>
                  <a:pt x="199269" y="33370"/>
                  <a:pt x="198733" y="33539"/>
                </a:cubicBezTo>
                <a:cubicBezTo>
                  <a:pt x="198580" y="33604"/>
                  <a:pt x="197946" y="33233"/>
                  <a:pt x="197946" y="32992"/>
                </a:cubicBezTo>
                <a:cubicBezTo>
                  <a:pt x="197946" y="32752"/>
                  <a:pt x="197400" y="31877"/>
                  <a:pt x="197946" y="31855"/>
                </a:cubicBezTo>
                <a:cubicBezTo>
                  <a:pt x="198493" y="31833"/>
                  <a:pt x="198690" y="31484"/>
                  <a:pt x="199018" y="31331"/>
                </a:cubicBezTo>
                <a:close/>
                <a:moveTo>
                  <a:pt x="193837" y="28444"/>
                </a:moveTo>
                <a:cubicBezTo>
                  <a:pt x="194602" y="28160"/>
                  <a:pt x="194886" y="28641"/>
                  <a:pt x="194908" y="29362"/>
                </a:cubicBezTo>
                <a:cubicBezTo>
                  <a:pt x="194930" y="30084"/>
                  <a:pt x="194186" y="30368"/>
                  <a:pt x="193662" y="30915"/>
                </a:cubicBezTo>
                <a:cubicBezTo>
                  <a:pt x="193399" y="31177"/>
                  <a:pt x="193399" y="30915"/>
                  <a:pt x="193093" y="30674"/>
                </a:cubicBezTo>
                <a:cubicBezTo>
                  <a:pt x="192787" y="30434"/>
                  <a:pt x="192787" y="29843"/>
                  <a:pt x="192787" y="29472"/>
                </a:cubicBezTo>
                <a:cubicBezTo>
                  <a:pt x="192634" y="28619"/>
                  <a:pt x="193640" y="28794"/>
                  <a:pt x="193837" y="28444"/>
                </a:cubicBezTo>
                <a:close/>
                <a:moveTo>
                  <a:pt x="255270" y="27548"/>
                </a:moveTo>
                <a:cubicBezTo>
                  <a:pt x="254615" y="27701"/>
                  <a:pt x="254024" y="27592"/>
                  <a:pt x="253827" y="28269"/>
                </a:cubicBezTo>
                <a:cubicBezTo>
                  <a:pt x="253762" y="28510"/>
                  <a:pt x="253609" y="29384"/>
                  <a:pt x="253609" y="29647"/>
                </a:cubicBezTo>
                <a:cubicBezTo>
                  <a:pt x="253510" y="30130"/>
                  <a:pt x="253510" y="30628"/>
                  <a:pt x="253609" y="31111"/>
                </a:cubicBezTo>
                <a:cubicBezTo>
                  <a:pt x="253952" y="31710"/>
                  <a:pt x="254131" y="32388"/>
                  <a:pt x="254133" y="33079"/>
                </a:cubicBezTo>
                <a:cubicBezTo>
                  <a:pt x="254046" y="33757"/>
                  <a:pt x="253806" y="34347"/>
                  <a:pt x="254243" y="34653"/>
                </a:cubicBezTo>
                <a:cubicBezTo>
                  <a:pt x="254748" y="34889"/>
                  <a:pt x="255305" y="34988"/>
                  <a:pt x="255861" y="34937"/>
                </a:cubicBezTo>
                <a:cubicBezTo>
                  <a:pt x="256289" y="34911"/>
                  <a:pt x="256722" y="34911"/>
                  <a:pt x="257151" y="34937"/>
                </a:cubicBezTo>
                <a:cubicBezTo>
                  <a:pt x="257391" y="35090"/>
                  <a:pt x="257282" y="35659"/>
                  <a:pt x="257151" y="36140"/>
                </a:cubicBezTo>
                <a:cubicBezTo>
                  <a:pt x="257035" y="36634"/>
                  <a:pt x="256827" y="37102"/>
                  <a:pt x="256538" y="37517"/>
                </a:cubicBezTo>
                <a:cubicBezTo>
                  <a:pt x="255992" y="38392"/>
                  <a:pt x="255161" y="40884"/>
                  <a:pt x="252975" y="41190"/>
                </a:cubicBezTo>
                <a:cubicBezTo>
                  <a:pt x="251882" y="41321"/>
                  <a:pt x="250395" y="41715"/>
                  <a:pt x="249433" y="41715"/>
                </a:cubicBezTo>
                <a:cubicBezTo>
                  <a:pt x="249105" y="41715"/>
                  <a:pt x="248558" y="41715"/>
                  <a:pt x="248209" y="41715"/>
                </a:cubicBezTo>
                <a:cubicBezTo>
                  <a:pt x="247181" y="41802"/>
                  <a:pt x="245476" y="42087"/>
                  <a:pt x="244995" y="42087"/>
                </a:cubicBezTo>
                <a:cubicBezTo>
                  <a:pt x="244514" y="42087"/>
                  <a:pt x="243880" y="41606"/>
                  <a:pt x="243617" y="41606"/>
                </a:cubicBezTo>
                <a:cubicBezTo>
                  <a:pt x="242666" y="41603"/>
                  <a:pt x="241731" y="41853"/>
                  <a:pt x="240906" y="42327"/>
                </a:cubicBezTo>
                <a:cubicBezTo>
                  <a:pt x="240957" y="42850"/>
                  <a:pt x="240874" y="43376"/>
                  <a:pt x="240666" y="43857"/>
                </a:cubicBezTo>
                <a:lnTo>
                  <a:pt x="240666" y="43770"/>
                </a:lnTo>
                <a:cubicBezTo>
                  <a:pt x="240426" y="44185"/>
                  <a:pt x="240277" y="44647"/>
                  <a:pt x="240229" y="45125"/>
                </a:cubicBezTo>
                <a:cubicBezTo>
                  <a:pt x="240885" y="46175"/>
                  <a:pt x="241672" y="47640"/>
                  <a:pt x="241912" y="47749"/>
                </a:cubicBezTo>
                <a:cubicBezTo>
                  <a:pt x="242153" y="47858"/>
                  <a:pt x="246001" y="47181"/>
                  <a:pt x="248187" y="47006"/>
                </a:cubicBezTo>
                <a:cubicBezTo>
                  <a:pt x="249835" y="46888"/>
                  <a:pt x="251492" y="46953"/>
                  <a:pt x="253128" y="47202"/>
                </a:cubicBezTo>
                <a:cubicBezTo>
                  <a:pt x="253893" y="47334"/>
                  <a:pt x="255052" y="47836"/>
                  <a:pt x="255773" y="47924"/>
                </a:cubicBezTo>
                <a:cubicBezTo>
                  <a:pt x="256495" y="48011"/>
                  <a:pt x="257719" y="48164"/>
                  <a:pt x="258178" y="48164"/>
                </a:cubicBezTo>
                <a:cubicBezTo>
                  <a:pt x="259018" y="48171"/>
                  <a:pt x="259853" y="48311"/>
                  <a:pt x="260649" y="48580"/>
                </a:cubicBezTo>
                <a:cubicBezTo>
                  <a:pt x="261108" y="48755"/>
                  <a:pt x="262310" y="48886"/>
                  <a:pt x="263032" y="49170"/>
                </a:cubicBezTo>
                <a:cubicBezTo>
                  <a:pt x="263753" y="49454"/>
                  <a:pt x="264999" y="49892"/>
                  <a:pt x="265590" y="50045"/>
                </a:cubicBezTo>
                <a:cubicBezTo>
                  <a:pt x="266180" y="50198"/>
                  <a:pt x="266683" y="50176"/>
                  <a:pt x="267208" y="50307"/>
                </a:cubicBezTo>
                <a:cubicBezTo>
                  <a:pt x="267715" y="50497"/>
                  <a:pt x="268211" y="50718"/>
                  <a:pt x="268694" y="50963"/>
                </a:cubicBezTo>
                <a:cubicBezTo>
                  <a:pt x="268935" y="51028"/>
                  <a:pt x="269350" y="51050"/>
                  <a:pt x="270137" y="51225"/>
                </a:cubicBezTo>
                <a:cubicBezTo>
                  <a:pt x="270443" y="51291"/>
                  <a:pt x="270793" y="50919"/>
                  <a:pt x="271055" y="50657"/>
                </a:cubicBezTo>
                <a:cubicBezTo>
                  <a:pt x="271307" y="50449"/>
                  <a:pt x="271508" y="50187"/>
                  <a:pt x="271646" y="49892"/>
                </a:cubicBezTo>
                <a:cubicBezTo>
                  <a:pt x="271698" y="49706"/>
                  <a:pt x="271698" y="49509"/>
                  <a:pt x="271646" y="49323"/>
                </a:cubicBezTo>
                <a:cubicBezTo>
                  <a:pt x="271646" y="49279"/>
                  <a:pt x="271646" y="49039"/>
                  <a:pt x="271646" y="48930"/>
                </a:cubicBezTo>
                <a:cubicBezTo>
                  <a:pt x="271700" y="48589"/>
                  <a:pt x="271700" y="48243"/>
                  <a:pt x="271646" y="47902"/>
                </a:cubicBezTo>
                <a:cubicBezTo>
                  <a:pt x="271536" y="47049"/>
                  <a:pt x="270837" y="46700"/>
                  <a:pt x="270465" y="46350"/>
                </a:cubicBezTo>
                <a:cubicBezTo>
                  <a:pt x="270165" y="46028"/>
                  <a:pt x="269844" y="45729"/>
                  <a:pt x="269503" y="45453"/>
                </a:cubicBezTo>
                <a:cubicBezTo>
                  <a:pt x="269164" y="45226"/>
                  <a:pt x="268806" y="45027"/>
                  <a:pt x="268432" y="44863"/>
                </a:cubicBezTo>
                <a:cubicBezTo>
                  <a:pt x="268080" y="44784"/>
                  <a:pt x="267721" y="44734"/>
                  <a:pt x="267360" y="44710"/>
                </a:cubicBezTo>
                <a:cubicBezTo>
                  <a:pt x="266967" y="44710"/>
                  <a:pt x="266683" y="44994"/>
                  <a:pt x="266158" y="44863"/>
                </a:cubicBezTo>
                <a:cubicBezTo>
                  <a:pt x="264763" y="44465"/>
                  <a:pt x="263349" y="44153"/>
                  <a:pt x="261917" y="43923"/>
                </a:cubicBezTo>
                <a:cubicBezTo>
                  <a:pt x="261654" y="43551"/>
                  <a:pt x="262092" y="42633"/>
                  <a:pt x="262376" y="41540"/>
                </a:cubicBezTo>
                <a:cubicBezTo>
                  <a:pt x="262485" y="41234"/>
                  <a:pt x="262551" y="40840"/>
                  <a:pt x="262769" y="40687"/>
                </a:cubicBezTo>
                <a:cubicBezTo>
                  <a:pt x="262986" y="40471"/>
                  <a:pt x="263137" y="40198"/>
                  <a:pt x="263207" y="39900"/>
                </a:cubicBezTo>
                <a:cubicBezTo>
                  <a:pt x="263307" y="39607"/>
                  <a:pt x="263489" y="39349"/>
                  <a:pt x="263731" y="39157"/>
                </a:cubicBezTo>
                <a:cubicBezTo>
                  <a:pt x="263985" y="38958"/>
                  <a:pt x="264182" y="38693"/>
                  <a:pt x="264300" y="38392"/>
                </a:cubicBezTo>
                <a:cubicBezTo>
                  <a:pt x="264628" y="37167"/>
                  <a:pt x="263950" y="37364"/>
                  <a:pt x="264300" y="36337"/>
                </a:cubicBezTo>
                <a:cubicBezTo>
                  <a:pt x="264649" y="35309"/>
                  <a:pt x="265699" y="35528"/>
                  <a:pt x="266989" y="35309"/>
                </a:cubicBezTo>
                <a:cubicBezTo>
                  <a:pt x="267463" y="35250"/>
                  <a:pt x="267918" y="35086"/>
                  <a:pt x="268322" y="34828"/>
                </a:cubicBezTo>
                <a:cubicBezTo>
                  <a:pt x="268858" y="34419"/>
                  <a:pt x="269466" y="34113"/>
                  <a:pt x="270115" y="33932"/>
                </a:cubicBezTo>
                <a:cubicBezTo>
                  <a:pt x="271339" y="33473"/>
                  <a:pt x="272105" y="33669"/>
                  <a:pt x="272433" y="32664"/>
                </a:cubicBezTo>
                <a:cubicBezTo>
                  <a:pt x="272498" y="32511"/>
                  <a:pt x="272170" y="32073"/>
                  <a:pt x="272170" y="31789"/>
                </a:cubicBezTo>
                <a:cubicBezTo>
                  <a:pt x="272242" y="31391"/>
                  <a:pt x="272242" y="30985"/>
                  <a:pt x="272170" y="30587"/>
                </a:cubicBezTo>
                <a:cubicBezTo>
                  <a:pt x="271974" y="30040"/>
                  <a:pt x="271558" y="29690"/>
                  <a:pt x="271296" y="29144"/>
                </a:cubicBezTo>
                <a:cubicBezTo>
                  <a:pt x="271149" y="28846"/>
                  <a:pt x="270902" y="28615"/>
                  <a:pt x="270596" y="28488"/>
                </a:cubicBezTo>
                <a:cubicBezTo>
                  <a:pt x="270334" y="28488"/>
                  <a:pt x="270115" y="28641"/>
                  <a:pt x="269612" y="28488"/>
                </a:cubicBezTo>
                <a:cubicBezTo>
                  <a:pt x="269256" y="28355"/>
                  <a:pt x="268873" y="28309"/>
                  <a:pt x="268497" y="28357"/>
                </a:cubicBezTo>
                <a:cubicBezTo>
                  <a:pt x="267113" y="28735"/>
                  <a:pt x="265690" y="28956"/>
                  <a:pt x="264256" y="29013"/>
                </a:cubicBezTo>
                <a:lnTo>
                  <a:pt x="263578" y="29013"/>
                </a:lnTo>
                <a:lnTo>
                  <a:pt x="262616" y="29013"/>
                </a:lnTo>
                <a:cubicBezTo>
                  <a:pt x="260780" y="28969"/>
                  <a:pt x="257522" y="28597"/>
                  <a:pt x="257282" y="28597"/>
                </a:cubicBezTo>
                <a:cubicBezTo>
                  <a:pt x="256648" y="28335"/>
                  <a:pt x="255533" y="27548"/>
                  <a:pt x="255270" y="27548"/>
                </a:cubicBezTo>
                <a:close/>
                <a:moveTo>
                  <a:pt x="186009" y="26039"/>
                </a:moveTo>
                <a:cubicBezTo>
                  <a:pt x="185659" y="26302"/>
                  <a:pt x="185266" y="26411"/>
                  <a:pt x="184282" y="26411"/>
                </a:cubicBezTo>
                <a:cubicBezTo>
                  <a:pt x="182358" y="26586"/>
                  <a:pt x="180434" y="29122"/>
                  <a:pt x="178554" y="30215"/>
                </a:cubicBezTo>
                <a:cubicBezTo>
                  <a:pt x="178097" y="30366"/>
                  <a:pt x="177629" y="30482"/>
                  <a:pt x="177155" y="30565"/>
                </a:cubicBezTo>
                <a:cubicBezTo>
                  <a:pt x="176761" y="30740"/>
                  <a:pt x="176258" y="31068"/>
                  <a:pt x="176171" y="31374"/>
                </a:cubicBezTo>
                <a:cubicBezTo>
                  <a:pt x="176083" y="31680"/>
                  <a:pt x="176127" y="32030"/>
                  <a:pt x="175777" y="32226"/>
                </a:cubicBezTo>
                <a:cubicBezTo>
                  <a:pt x="175427" y="32423"/>
                  <a:pt x="175143" y="32467"/>
                  <a:pt x="175165" y="32729"/>
                </a:cubicBezTo>
                <a:cubicBezTo>
                  <a:pt x="175187" y="32992"/>
                  <a:pt x="175384" y="34085"/>
                  <a:pt x="175712" y="34150"/>
                </a:cubicBezTo>
                <a:cubicBezTo>
                  <a:pt x="176040" y="34216"/>
                  <a:pt x="176280" y="34150"/>
                  <a:pt x="176411" y="34478"/>
                </a:cubicBezTo>
                <a:cubicBezTo>
                  <a:pt x="176542" y="34806"/>
                  <a:pt x="176980" y="35222"/>
                  <a:pt x="177308" y="35222"/>
                </a:cubicBezTo>
                <a:cubicBezTo>
                  <a:pt x="177747" y="35261"/>
                  <a:pt x="178182" y="35357"/>
                  <a:pt x="178597" y="35506"/>
                </a:cubicBezTo>
                <a:cubicBezTo>
                  <a:pt x="179013" y="35615"/>
                  <a:pt x="179778" y="35659"/>
                  <a:pt x="179778" y="36337"/>
                </a:cubicBezTo>
                <a:cubicBezTo>
                  <a:pt x="179778" y="37014"/>
                  <a:pt x="180019" y="37998"/>
                  <a:pt x="179778" y="38523"/>
                </a:cubicBezTo>
                <a:cubicBezTo>
                  <a:pt x="179538" y="39048"/>
                  <a:pt x="178860" y="39813"/>
                  <a:pt x="178597" y="39813"/>
                </a:cubicBezTo>
                <a:cubicBezTo>
                  <a:pt x="178335" y="39813"/>
                  <a:pt x="177876" y="39813"/>
                  <a:pt x="177614" y="39813"/>
                </a:cubicBezTo>
                <a:cubicBezTo>
                  <a:pt x="176846" y="39977"/>
                  <a:pt x="176326" y="40694"/>
                  <a:pt x="176411" y="41474"/>
                </a:cubicBezTo>
                <a:cubicBezTo>
                  <a:pt x="176477" y="41999"/>
                  <a:pt x="177504" y="42917"/>
                  <a:pt x="177504" y="42917"/>
                </a:cubicBezTo>
                <a:lnTo>
                  <a:pt x="178022" y="43514"/>
                </a:lnTo>
                <a:lnTo>
                  <a:pt x="178401" y="44229"/>
                </a:lnTo>
                <a:cubicBezTo>
                  <a:pt x="178532" y="44535"/>
                  <a:pt x="178401" y="44863"/>
                  <a:pt x="178401" y="45300"/>
                </a:cubicBezTo>
                <a:cubicBezTo>
                  <a:pt x="178444" y="45576"/>
                  <a:pt x="178444" y="45856"/>
                  <a:pt x="178401" y="46131"/>
                </a:cubicBezTo>
                <a:cubicBezTo>
                  <a:pt x="178276" y="46514"/>
                  <a:pt x="178040" y="46848"/>
                  <a:pt x="177723" y="47093"/>
                </a:cubicBezTo>
                <a:cubicBezTo>
                  <a:pt x="177504" y="47268"/>
                  <a:pt x="176936" y="47968"/>
                  <a:pt x="176717" y="48077"/>
                </a:cubicBezTo>
                <a:cubicBezTo>
                  <a:pt x="175871" y="48543"/>
                  <a:pt x="175248" y="49332"/>
                  <a:pt x="174990" y="50263"/>
                </a:cubicBezTo>
                <a:cubicBezTo>
                  <a:pt x="175071" y="50954"/>
                  <a:pt x="175285" y="51623"/>
                  <a:pt x="175624" y="52231"/>
                </a:cubicBezTo>
                <a:cubicBezTo>
                  <a:pt x="175873" y="52616"/>
                  <a:pt x="176193" y="52948"/>
                  <a:pt x="176564" y="53215"/>
                </a:cubicBezTo>
                <a:cubicBezTo>
                  <a:pt x="176914" y="53521"/>
                  <a:pt x="176805" y="54242"/>
                  <a:pt x="177242" y="54242"/>
                </a:cubicBezTo>
                <a:cubicBezTo>
                  <a:pt x="177684" y="54262"/>
                  <a:pt x="178123" y="54321"/>
                  <a:pt x="178554" y="54417"/>
                </a:cubicBezTo>
                <a:cubicBezTo>
                  <a:pt x="178860" y="54570"/>
                  <a:pt x="179450" y="54264"/>
                  <a:pt x="179450" y="54264"/>
                </a:cubicBezTo>
                <a:cubicBezTo>
                  <a:pt x="179931" y="54089"/>
                  <a:pt x="180434" y="52821"/>
                  <a:pt x="181396" y="52078"/>
                </a:cubicBezTo>
                <a:cubicBezTo>
                  <a:pt x="182358" y="51334"/>
                  <a:pt x="184500" y="50110"/>
                  <a:pt x="185637" y="49148"/>
                </a:cubicBezTo>
                <a:cubicBezTo>
                  <a:pt x="186936" y="48317"/>
                  <a:pt x="187789" y="46942"/>
                  <a:pt x="187955" y="45410"/>
                </a:cubicBezTo>
                <a:cubicBezTo>
                  <a:pt x="187889" y="45027"/>
                  <a:pt x="187732" y="44669"/>
                  <a:pt x="187496" y="44360"/>
                </a:cubicBezTo>
                <a:cubicBezTo>
                  <a:pt x="187192" y="44098"/>
                  <a:pt x="186820" y="43923"/>
                  <a:pt x="186424" y="43857"/>
                </a:cubicBezTo>
                <a:lnTo>
                  <a:pt x="185331" y="44010"/>
                </a:lnTo>
                <a:cubicBezTo>
                  <a:pt x="185178" y="43967"/>
                  <a:pt x="185025" y="43158"/>
                  <a:pt x="185025" y="42917"/>
                </a:cubicBezTo>
                <a:cubicBezTo>
                  <a:pt x="185631" y="41682"/>
                  <a:pt x="186494" y="40593"/>
                  <a:pt x="187561" y="39725"/>
                </a:cubicBezTo>
                <a:cubicBezTo>
                  <a:pt x="187692" y="39594"/>
                  <a:pt x="187714" y="39550"/>
                  <a:pt x="187692" y="39113"/>
                </a:cubicBezTo>
                <a:cubicBezTo>
                  <a:pt x="187671" y="38676"/>
                  <a:pt x="187474" y="38567"/>
                  <a:pt x="186883" y="37758"/>
                </a:cubicBezTo>
                <a:cubicBezTo>
                  <a:pt x="186577" y="37320"/>
                  <a:pt x="186752" y="36883"/>
                  <a:pt x="186424" y="36883"/>
                </a:cubicBezTo>
                <a:cubicBezTo>
                  <a:pt x="186096" y="36883"/>
                  <a:pt x="185725" y="37320"/>
                  <a:pt x="185441" y="37058"/>
                </a:cubicBezTo>
                <a:cubicBezTo>
                  <a:pt x="185156" y="36796"/>
                  <a:pt x="185156" y="36031"/>
                  <a:pt x="185156" y="35768"/>
                </a:cubicBezTo>
                <a:cubicBezTo>
                  <a:pt x="184907" y="35165"/>
                  <a:pt x="184868" y="34494"/>
                  <a:pt x="185047" y="33866"/>
                </a:cubicBezTo>
                <a:cubicBezTo>
                  <a:pt x="185430" y="33202"/>
                  <a:pt x="185860" y="32565"/>
                  <a:pt x="186337" y="31964"/>
                </a:cubicBezTo>
                <a:cubicBezTo>
                  <a:pt x="186796" y="31418"/>
                  <a:pt x="187080" y="31046"/>
                  <a:pt x="187080" y="30630"/>
                </a:cubicBezTo>
                <a:cubicBezTo>
                  <a:pt x="186927" y="29669"/>
                  <a:pt x="187343" y="29319"/>
                  <a:pt x="187343" y="28881"/>
                </a:cubicBezTo>
                <a:cubicBezTo>
                  <a:pt x="187343" y="28444"/>
                  <a:pt x="187605" y="27810"/>
                  <a:pt x="187343" y="27351"/>
                </a:cubicBezTo>
                <a:cubicBezTo>
                  <a:pt x="187080" y="26892"/>
                  <a:pt x="186359" y="25777"/>
                  <a:pt x="186009" y="26039"/>
                </a:cubicBezTo>
                <a:close/>
                <a:moveTo>
                  <a:pt x="200548" y="25689"/>
                </a:moveTo>
                <a:cubicBezTo>
                  <a:pt x="200679" y="25777"/>
                  <a:pt x="200811" y="26498"/>
                  <a:pt x="200811" y="26761"/>
                </a:cubicBezTo>
                <a:cubicBezTo>
                  <a:pt x="200715" y="27368"/>
                  <a:pt x="200421" y="27928"/>
                  <a:pt x="199980" y="28357"/>
                </a:cubicBezTo>
                <a:cubicBezTo>
                  <a:pt x="199484" y="28499"/>
                  <a:pt x="198963" y="28542"/>
                  <a:pt x="198449" y="28488"/>
                </a:cubicBezTo>
                <a:cubicBezTo>
                  <a:pt x="197990" y="28378"/>
                  <a:pt x="197881" y="27635"/>
                  <a:pt x="197859" y="27198"/>
                </a:cubicBezTo>
                <a:cubicBezTo>
                  <a:pt x="197815" y="26367"/>
                  <a:pt x="199521" y="26170"/>
                  <a:pt x="200548" y="25689"/>
                </a:cubicBezTo>
                <a:close/>
                <a:moveTo>
                  <a:pt x="201663" y="21339"/>
                </a:moveTo>
                <a:cubicBezTo>
                  <a:pt x="199850" y="22108"/>
                  <a:pt x="198077" y="22970"/>
                  <a:pt x="196350" y="23919"/>
                </a:cubicBezTo>
                <a:cubicBezTo>
                  <a:pt x="195891" y="24137"/>
                  <a:pt x="195388" y="23940"/>
                  <a:pt x="194535" y="24356"/>
                </a:cubicBezTo>
                <a:cubicBezTo>
                  <a:pt x="193683" y="24771"/>
                  <a:pt x="193136" y="25230"/>
                  <a:pt x="192349" y="25646"/>
                </a:cubicBezTo>
                <a:cubicBezTo>
                  <a:pt x="192087" y="25799"/>
                  <a:pt x="191212" y="26170"/>
                  <a:pt x="191037" y="26280"/>
                </a:cubicBezTo>
                <a:cubicBezTo>
                  <a:pt x="190712" y="26424"/>
                  <a:pt x="190364" y="26512"/>
                  <a:pt x="190010" y="26542"/>
                </a:cubicBezTo>
                <a:cubicBezTo>
                  <a:pt x="189420" y="26608"/>
                  <a:pt x="189223" y="25952"/>
                  <a:pt x="188807" y="26017"/>
                </a:cubicBezTo>
                <a:cubicBezTo>
                  <a:pt x="188392" y="26083"/>
                  <a:pt x="188020" y="27132"/>
                  <a:pt x="188195" y="27898"/>
                </a:cubicBezTo>
                <a:cubicBezTo>
                  <a:pt x="188254" y="28501"/>
                  <a:pt x="188254" y="29109"/>
                  <a:pt x="188195" y="29712"/>
                </a:cubicBezTo>
                <a:lnTo>
                  <a:pt x="188130" y="29625"/>
                </a:lnTo>
                <a:cubicBezTo>
                  <a:pt x="188103" y="30027"/>
                  <a:pt x="188125" y="30432"/>
                  <a:pt x="188195" y="30827"/>
                </a:cubicBezTo>
                <a:cubicBezTo>
                  <a:pt x="188305" y="31396"/>
                  <a:pt x="188786" y="31811"/>
                  <a:pt x="188786" y="32117"/>
                </a:cubicBezTo>
                <a:cubicBezTo>
                  <a:pt x="188915" y="33180"/>
                  <a:pt x="189170" y="34223"/>
                  <a:pt x="189551" y="35222"/>
                </a:cubicBezTo>
                <a:cubicBezTo>
                  <a:pt x="189704" y="35703"/>
                  <a:pt x="189157" y="36446"/>
                  <a:pt x="189157" y="37255"/>
                </a:cubicBezTo>
                <a:cubicBezTo>
                  <a:pt x="189245" y="37701"/>
                  <a:pt x="189424" y="38125"/>
                  <a:pt x="189682" y="38501"/>
                </a:cubicBezTo>
                <a:cubicBezTo>
                  <a:pt x="189791" y="38676"/>
                  <a:pt x="190469" y="38851"/>
                  <a:pt x="190469" y="39572"/>
                </a:cubicBezTo>
                <a:cubicBezTo>
                  <a:pt x="190469" y="39835"/>
                  <a:pt x="190709" y="40119"/>
                  <a:pt x="190841" y="40338"/>
                </a:cubicBezTo>
                <a:cubicBezTo>
                  <a:pt x="190972" y="40556"/>
                  <a:pt x="190950" y="40819"/>
                  <a:pt x="191256" y="40819"/>
                </a:cubicBezTo>
                <a:cubicBezTo>
                  <a:pt x="191497" y="40851"/>
                  <a:pt x="191737" y="40851"/>
                  <a:pt x="191978" y="40819"/>
                </a:cubicBezTo>
                <a:cubicBezTo>
                  <a:pt x="192240" y="40775"/>
                  <a:pt x="192633" y="40512"/>
                  <a:pt x="192808" y="40512"/>
                </a:cubicBezTo>
                <a:cubicBezTo>
                  <a:pt x="193117" y="40394"/>
                  <a:pt x="193416" y="40257"/>
                  <a:pt x="193705" y="40097"/>
                </a:cubicBezTo>
                <a:cubicBezTo>
                  <a:pt x="194055" y="39835"/>
                  <a:pt x="194448" y="39769"/>
                  <a:pt x="194448" y="40097"/>
                </a:cubicBezTo>
                <a:cubicBezTo>
                  <a:pt x="194509" y="40504"/>
                  <a:pt x="194509" y="40915"/>
                  <a:pt x="194448" y="41321"/>
                </a:cubicBezTo>
                <a:cubicBezTo>
                  <a:pt x="194343" y="41544"/>
                  <a:pt x="194175" y="41735"/>
                  <a:pt x="193967" y="41868"/>
                </a:cubicBezTo>
                <a:cubicBezTo>
                  <a:pt x="193788" y="41944"/>
                  <a:pt x="193593" y="41982"/>
                  <a:pt x="193399" y="41977"/>
                </a:cubicBezTo>
                <a:cubicBezTo>
                  <a:pt x="193136" y="42021"/>
                  <a:pt x="193049" y="42130"/>
                  <a:pt x="192786" y="42174"/>
                </a:cubicBezTo>
                <a:cubicBezTo>
                  <a:pt x="192524" y="42218"/>
                  <a:pt x="192655" y="41999"/>
                  <a:pt x="192196" y="42065"/>
                </a:cubicBezTo>
                <a:cubicBezTo>
                  <a:pt x="191737" y="42130"/>
                  <a:pt x="191737" y="42393"/>
                  <a:pt x="191737" y="42895"/>
                </a:cubicBezTo>
                <a:cubicBezTo>
                  <a:pt x="191737" y="43398"/>
                  <a:pt x="191737" y="43726"/>
                  <a:pt x="191737" y="43923"/>
                </a:cubicBezTo>
                <a:cubicBezTo>
                  <a:pt x="191737" y="44120"/>
                  <a:pt x="191606" y="44470"/>
                  <a:pt x="191737" y="44776"/>
                </a:cubicBezTo>
                <a:cubicBezTo>
                  <a:pt x="191868" y="45082"/>
                  <a:pt x="192131" y="45082"/>
                  <a:pt x="192655" y="45082"/>
                </a:cubicBezTo>
                <a:cubicBezTo>
                  <a:pt x="192983" y="45224"/>
                  <a:pt x="193355" y="45224"/>
                  <a:pt x="193683" y="45082"/>
                </a:cubicBezTo>
                <a:cubicBezTo>
                  <a:pt x="193880" y="45038"/>
                  <a:pt x="194448" y="45235"/>
                  <a:pt x="194186" y="45738"/>
                </a:cubicBezTo>
                <a:cubicBezTo>
                  <a:pt x="193375" y="46168"/>
                  <a:pt x="192594" y="46649"/>
                  <a:pt x="191846" y="47181"/>
                </a:cubicBezTo>
                <a:cubicBezTo>
                  <a:pt x="191267" y="47568"/>
                  <a:pt x="190642" y="47882"/>
                  <a:pt x="189988" y="48121"/>
                </a:cubicBezTo>
                <a:cubicBezTo>
                  <a:pt x="189616" y="48230"/>
                  <a:pt x="189529" y="47902"/>
                  <a:pt x="189267" y="47902"/>
                </a:cubicBezTo>
                <a:cubicBezTo>
                  <a:pt x="189004" y="47902"/>
                  <a:pt x="188786" y="48405"/>
                  <a:pt x="188786" y="48405"/>
                </a:cubicBezTo>
                <a:cubicBezTo>
                  <a:pt x="188528" y="48707"/>
                  <a:pt x="188409" y="49105"/>
                  <a:pt x="188458" y="49498"/>
                </a:cubicBezTo>
                <a:cubicBezTo>
                  <a:pt x="188458" y="49695"/>
                  <a:pt x="188458" y="50132"/>
                  <a:pt x="188458" y="50394"/>
                </a:cubicBezTo>
                <a:cubicBezTo>
                  <a:pt x="188501" y="51291"/>
                  <a:pt x="188960" y="51728"/>
                  <a:pt x="189048" y="52275"/>
                </a:cubicBezTo>
                <a:cubicBezTo>
                  <a:pt x="189135" y="52821"/>
                  <a:pt x="190185" y="52930"/>
                  <a:pt x="190600" y="52821"/>
                </a:cubicBezTo>
                <a:cubicBezTo>
                  <a:pt x="191359" y="52554"/>
                  <a:pt x="192091" y="52218"/>
                  <a:pt x="192786" y="51815"/>
                </a:cubicBezTo>
                <a:cubicBezTo>
                  <a:pt x="193532" y="51706"/>
                  <a:pt x="194264" y="51523"/>
                  <a:pt x="194973" y="51269"/>
                </a:cubicBezTo>
                <a:cubicBezTo>
                  <a:pt x="195640" y="50871"/>
                  <a:pt x="196387" y="50626"/>
                  <a:pt x="197159" y="50547"/>
                </a:cubicBezTo>
                <a:cubicBezTo>
                  <a:pt x="197751" y="50421"/>
                  <a:pt x="198329" y="50237"/>
                  <a:pt x="198886" y="50001"/>
                </a:cubicBezTo>
                <a:cubicBezTo>
                  <a:pt x="199389" y="49826"/>
                  <a:pt x="199909" y="49701"/>
                  <a:pt x="200438" y="49629"/>
                </a:cubicBezTo>
                <a:cubicBezTo>
                  <a:pt x="201046" y="49629"/>
                  <a:pt x="201654" y="49579"/>
                  <a:pt x="202253" y="49476"/>
                </a:cubicBezTo>
                <a:cubicBezTo>
                  <a:pt x="202515" y="49389"/>
                  <a:pt x="203674" y="49258"/>
                  <a:pt x="205532" y="48886"/>
                </a:cubicBezTo>
                <a:cubicBezTo>
                  <a:pt x="207391" y="48514"/>
                  <a:pt x="207085" y="48886"/>
                  <a:pt x="207609" y="48886"/>
                </a:cubicBezTo>
                <a:cubicBezTo>
                  <a:pt x="208856" y="48602"/>
                  <a:pt x="209555" y="46853"/>
                  <a:pt x="209358" y="45410"/>
                </a:cubicBezTo>
                <a:cubicBezTo>
                  <a:pt x="209205" y="44382"/>
                  <a:pt x="208265" y="43945"/>
                  <a:pt x="207872" y="43617"/>
                </a:cubicBezTo>
                <a:cubicBezTo>
                  <a:pt x="207478" y="43289"/>
                  <a:pt x="206866" y="43901"/>
                  <a:pt x="206385" y="43857"/>
                </a:cubicBezTo>
                <a:cubicBezTo>
                  <a:pt x="205904" y="43814"/>
                  <a:pt x="205030" y="44448"/>
                  <a:pt x="204702" y="44448"/>
                </a:cubicBezTo>
                <a:cubicBezTo>
                  <a:pt x="204238" y="44518"/>
                  <a:pt x="203770" y="44561"/>
                  <a:pt x="203302" y="44579"/>
                </a:cubicBezTo>
                <a:cubicBezTo>
                  <a:pt x="202695" y="44752"/>
                  <a:pt x="202096" y="44957"/>
                  <a:pt x="201510" y="45191"/>
                </a:cubicBezTo>
                <a:cubicBezTo>
                  <a:pt x="201247" y="45235"/>
                  <a:pt x="200766" y="45235"/>
                  <a:pt x="200766" y="44754"/>
                </a:cubicBezTo>
                <a:cubicBezTo>
                  <a:pt x="200740" y="44432"/>
                  <a:pt x="200852" y="44113"/>
                  <a:pt x="201073" y="43879"/>
                </a:cubicBezTo>
                <a:cubicBezTo>
                  <a:pt x="201466" y="43551"/>
                  <a:pt x="202122" y="43398"/>
                  <a:pt x="202406" y="43180"/>
                </a:cubicBezTo>
                <a:cubicBezTo>
                  <a:pt x="202804" y="42882"/>
                  <a:pt x="203163" y="42537"/>
                  <a:pt x="203477" y="42152"/>
                </a:cubicBezTo>
                <a:cubicBezTo>
                  <a:pt x="203598" y="41931"/>
                  <a:pt x="203644" y="41680"/>
                  <a:pt x="203609" y="41431"/>
                </a:cubicBezTo>
                <a:cubicBezTo>
                  <a:pt x="203300" y="40923"/>
                  <a:pt x="203099" y="40357"/>
                  <a:pt x="203018" y="39769"/>
                </a:cubicBezTo>
                <a:cubicBezTo>
                  <a:pt x="202964" y="39463"/>
                  <a:pt x="202697" y="39240"/>
                  <a:pt x="202384" y="39244"/>
                </a:cubicBezTo>
                <a:cubicBezTo>
                  <a:pt x="201910" y="39214"/>
                  <a:pt x="201442" y="39133"/>
                  <a:pt x="200985" y="39004"/>
                </a:cubicBezTo>
                <a:cubicBezTo>
                  <a:pt x="200635" y="38960"/>
                  <a:pt x="200220" y="39354"/>
                  <a:pt x="200089" y="39594"/>
                </a:cubicBezTo>
                <a:cubicBezTo>
                  <a:pt x="199957" y="39835"/>
                  <a:pt x="199302" y="40359"/>
                  <a:pt x="198908" y="39966"/>
                </a:cubicBezTo>
                <a:cubicBezTo>
                  <a:pt x="198687" y="39599"/>
                  <a:pt x="198624" y="39157"/>
                  <a:pt x="198733" y="38742"/>
                </a:cubicBezTo>
                <a:cubicBezTo>
                  <a:pt x="198886" y="38261"/>
                  <a:pt x="199979" y="38392"/>
                  <a:pt x="200242" y="38042"/>
                </a:cubicBezTo>
                <a:cubicBezTo>
                  <a:pt x="200504" y="37692"/>
                  <a:pt x="201138" y="37692"/>
                  <a:pt x="201269" y="37539"/>
                </a:cubicBezTo>
                <a:cubicBezTo>
                  <a:pt x="201564" y="37320"/>
                  <a:pt x="201945" y="37257"/>
                  <a:pt x="202297" y="37364"/>
                </a:cubicBezTo>
                <a:cubicBezTo>
                  <a:pt x="202537" y="37452"/>
                  <a:pt x="202996" y="36730"/>
                  <a:pt x="202996" y="36424"/>
                </a:cubicBezTo>
                <a:cubicBezTo>
                  <a:pt x="203434" y="34391"/>
                  <a:pt x="204177" y="32904"/>
                  <a:pt x="204767" y="30849"/>
                </a:cubicBezTo>
                <a:cubicBezTo>
                  <a:pt x="204855" y="30543"/>
                  <a:pt x="205707" y="29734"/>
                  <a:pt x="205707" y="29406"/>
                </a:cubicBezTo>
                <a:cubicBezTo>
                  <a:pt x="205906" y="28588"/>
                  <a:pt x="206199" y="27795"/>
                  <a:pt x="206582" y="27045"/>
                </a:cubicBezTo>
                <a:cubicBezTo>
                  <a:pt x="206783" y="26599"/>
                  <a:pt x="206829" y="26098"/>
                  <a:pt x="206713" y="25624"/>
                </a:cubicBezTo>
                <a:cubicBezTo>
                  <a:pt x="206691" y="25449"/>
                  <a:pt x="207216" y="24553"/>
                  <a:pt x="207216" y="24050"/>
                </a:cubicBezTo>
                <a:cubicBezTo>
                  <a:pt x="207041" y="23398"/>
                  <a:pt x="206648" y="22828"/>
                  <a:pt x="206101" y="22432"/>
                </a:cubicBezTo>
                <a:cubicBezTo>
                  <a:pt x="205904" y="22301"/>
                  <a:pt x="205707" y="21579"/>
                  <a:pt x="205532" y="21470"/>
                </a:cubicBezTo>
                <a:cubicBezTo>
                  <a:pt x="204691" y="21398"/>
                  <a:pt x="203842" y="21457"/>
                  <a:pt x="203018" y="21645"/>
                </a:cubicBezTo>
                <a:cubicBezTo>
                  <a:pt x="202603" y="21689"/>
                  <a:pt x="202166" y="21339"/>
                  <a:pt x="201663" y="21339"/>
                </a:cubicBezTo>
                <a:close/>
                <a:moveTo>
                  <a:pt x="221864" y="7871"/>
                </a:moveTo>
                <a:cubicBezTo>
                  <a:pt x="340015" y="7919"/>
                  <a:pt x="435770" y="103713"/>
                  <a:pt x="435770" y="221864"/>
                </a:cubicBezTo>
                <a:cubicBezTo>
                  <a:pt x="435770" y="221892"/>
                  <a:pt x="435770" y="221923"/>
                  <a:pt x="435770" y="221951"/>
                </a:cubicBezTo>
                <a:cubicBezTo>
                  <a:pt x="435722" y="340137"/>
                  <a:pt x="339875" y="435905"/>
                  <a:pt x="221689" y="435857"/>
                </a:cubicBezTo>
                <a:cubicBezTo>
                  <a:pt x="103503" y="435809"/>
                  <a:pt x="7735" y="339962"/>
                  <a:pt x="7783" y="221777"/>
                </a:cubicBezTo>
                <a:cubicBezTo>
                  <a:pt x="7831" y="103591"/>
                  <a:pt x="103678" y="7823"/>
                  <a:pt x="221864" y="7871"/>
                </a:cubicBezTo>
                <a:close/>
                <a:moveTo>
                  <a:pt x="221864" y="4963"/>
                </a:moveTo>
                <a:cubicBezTo>
                  <a:pt x="102073" y="4963"/>
                  <a:pt x="4963" y="102073"/>
                  <a:pt x="4963" y="221864"/>
                </a:cubicBezTo>
                <a:cubicBezTo>
                  <a:pt x="4963" y="341654"/>
                  <a:pt x="102073" y="438764"/>
                  <a:pt x="221864" y="438764"/>
                </a:cubicBezTo>
                <a:cubicBezTo>
                  <a:pt x="341596" y="438620"/>
                  <a:pt x="438621" y="341595"/>
                  <a:pt x="438765" y="221864"/>
                </a:cubicBezTo>
                <a:cubicBezTo>
                  <a:pt x="438765" y="102073"/>
                  <a:pt x="341655" y="4963"/>
                  <a:pt x="221864" y="4963"/>
                </a:cubicBezTo>
                <a:close/>
                <a:moveTo>
                  <a:pt x="221864" y="0"/>
                </a:moveTo>
                <a:cubicBezTo>
                  <a:pt x="344335" y="145"/>
                  <a:pt x="443584" y="99393"/>
                  <a:pt x="443728" y="221864"/>
                </a:cubicBezTo>
                <a:cubicBezTo>
                  <a:pt x="443728" y="344396"/>
                  <a:pt x="344396" y="443727"/>
                  <a:pt x="221864" y="443727"/>
                </a:cubicBezTo>
                <a:cubicBezTo>
                  <a:pt x="99332" y="443727"/>
                  <a:pt x="0" y="344396"/>
                  <a:pt x="0" y="221864"/>
                </a:cubicBezTo>
                <a:cubicBezTo>
                  <a:pt x="0" y="99332"/>
                  <a:pt x="99332" y="0"/>
                  <a:pt x="221864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任意多边形: 形状 90"/>
          <p:cNvSpPr/>
          <p:nvPr userDrawn="1"/>
        </p:nvSpPr>
        <p:spPr>
          <a:xfrm>
            <a:off x="7227175" y="1941964"/>
            <a:ext cx="5883342" cy="5883329"/>
          </a:xfrm>
          <a:custGeom>
            <a:avLst/>
            <a:gdLst>
              <a:gd name="connsiteX0" fmla="*/ 3394890 w 5883342"/>
              <a:gd name="connsiteY0" fmla="*/ 5296841 h 5883329"/>
              <a:gd name="connsiteX1" fmla="*/ 3441420 w 5883342"/>
              <a:gd name="connsiteY1" fmla="*/ 5314302 h 5883329"/>
              <a:gd name="connsiteX2" fmla="*/ 3474176 w 5883342"/>
              <a:gd name="connsiteY2" fmla="*/ 5383872 h 5883329"/>
              <a:gd name="connsiteX3" fmla="*/ 3469537 w 5883342"/>
              <a:gd name="connsiteY3" fmla="*/ 5458661 h 5883329"/>
              <a:gd name="connsiteX4" fmla="*/ 3459392 w 5883342"/>
              <a:gd name="connsiteY4" fmla="*/ 5473792 h 5883329"/>
              <a:gd name="connsiteX5" fmla="*/ 3366050 w 5883342"/>
              <a:gd name="connsiteY5" fmla="*/ 5478952 h 5883329"/>
              <a:gd name="connsiteX6" fmla="*/ 3333584 w 5883342"/>
              <a:gd name="connsiteY6" fmla="*/ 5411121 h 5883329"/>
              <a:gd name="connsiteX7" fmla="*/ 3338223 w 5883342"/>
              <a:gd name="connsiteY7" fmla="*/ 5334304 h 5883329"/>
              <a:gd name="connsiteX8" fmla="*/ 3349644 w 5883342"/>
              <a:gd name="connsiteY8" fmla="*/ 5317404 h 5883329"/>
              <a:gd name="connsiteX9" fmla="*/ 3394890 w 5883342"/>
              <a:gd name="connsiteY9" fmla="*/ 5296841 h 5883329"/>
              <a:gd name="connsiteX10" fmla="*/ 3047186 w 5883342"/>
              <a:gd name="connsiteY10" fmla="*/ 5295461 h 5883329"/>
              <a:gd name="connsiteX11" fmla="*/ 2853258 w 5883342"/>
              <a:gd name="connsiteY11" fmla="*/ 5298939 h 5883329"/>
              <a:gd name="connsiteX12" fmla="*/ 2858476 w 5883342"/>
              <a:gd name="connsiteY12" fmla="*/ 5585337 h 5883329"/>
              <a:gd name="connsiteX13" fmla="*/ 3053274 w 5883342"/>
              <a:gd name="connsiteY13" fmla="*/ 5581569 h 5883329"/>
              <a:gd name="connsiteX14" fmla="*/ 3053274 w 5883342"/>
              <a:gd name="connsiteY14" fmla="*/ 5556059 h 5883329"/>
              <a:gd name="connsiteX15" fmla="*/ 3053274 w 5883342"/>
              <a:gd name="connsiteY15" fmla="*/ 5530840 h 5883329"/>
              <a:gd name="connsiteX16" fmla="*/ 2908336 w 5883342"/>
              <a:gd name="connsiteY16" fmla="*/ 5533449 h 5883329"/>
              <a:gd name="connsiteX17" fmla="*/ 2908336 w 5883342"/>
              <a:gd name="connsiteY17" fmla="*/ 5458951 h 5883329"/>
              <a:gd name="connsiteX18" fmla="*/ 3037041 w 5883342"/>
              <a:gd name="connsiteY18" fmla="*/ 5456632 h 5883329"/>
              <a:gd name="connsiteX19" fmla="*/ 3037041 w 5883342"/>
              <a:gd name="connsiteY19" fmla="*/ 5431992 h 5883329"/>
              <a:gd name="connsiteX20" fmla="*/ 3037041 w 5883342"/>
              <a:gd name="connsiteY20" fmla="*/ 5407353 h 5883329"/>
              <a:gd name="connsiteX21" fmla="*/ 2908336 w 5883342"/>
              <a:gd name="connsiteY21" fmla="*/ 5409672 h 5883329"/>
              <a:gd name="connsiteX22" fmla="*/ 2908336 w 5883342"/>
              <a:gd name="connsiteY22" fmla="*/ 5348798 h 5883329"/>
              <a:gd name="connsiteX23" fmla="*/ 3047186 w 5883342"/>
              <a:gd name="connsiteY23" fmla="*/ 5346478 h 5883329"/>
              <a:gd name="connsiteX24" fmla="*/ 3047186 w 5883342"/>
              <a:gd name="connsiteY24" fmla="*/ 5320970 h 5883329"/>
              <a:gd name="connsiteX25" fmla="*/ 2571789 w 5883342"/>
              <a:gd name="connsiteY25" fmla="*/ 5273430 h 5883329"/>
              <a:gd name="connsiteX26" fmla="*/ 2568599 w 5883342"/>
              <a:gd name="connsiteY26" fmla="*/ 5298649 h 5883329"/>
              <a:gd name="connsiteX27" fmla="*/ 2565701 w 5883342"/>
              <a:gd name="connsiteY27" fmla="*/ 5323868 h 5883329"/>
              <a:gd name="connsiteX28" fmla="*/ 2644547 w 5883342"/>
              <a:gd name="connsiteY28" fmla="*/ 5333434 h 5883329"/>
              <a:gd name="connsiteX29" fmla="*/ 2615559 w 5883342"/>
              <a:gd name="connsiteY29" fmla="*/ 5567075 h 5883329"/>
              <a:gd name="connsiteX30" fmla="*/ 2644547 w 5883342"/>
              <a:gd name="connsiteY30" fmla="*/ 5570553 h 5883329"/>
              <a:gd name="connsiteX31" fmla="*/ 2671507 w 5883342"/>
              <a:gd name="connsiteY31" fmla="*/ 5573742 h 5883329"/>
              <a:gd name="connsiteX32" fmla="*/ 2700494 w 5883342"/>
              <a:gd name="connsiteY32" fmla="*/ 5340102 h 5883329"/>
              <a:gd name="connsiteX33" fmla="*/ 2779630 w 5883342"/>
              <a:gd name="connsiteY33" fmla="*/ 5349958 h 5883329"/>
              <a:gd name="connsiteX34" fmla="*/ 2782528 w 5883342"/>
              <a:gd name="connsiteY34" fmla="*/ 5324448 h 5883329"/>
              <a:gd name="connsiteX35" fmla="*/ 2784267 w 5883342"/>
              <a:gd name="connsiteY35" fmla="*/ 5299519 h 5883329"/>
              <a:gd name="connsiteX36" fmla="*/ 3417373 w 5883342"/>
              <a:gd name="connsiteY36" fmla="*/ 5247863 h 5883329"/>
              <a:gd name="connsiteX37" fmla="*/ 3293291 w 5883342"/>
              <a:gd name="connsiteY37" fmla="*/ 5307056 h 5883329"/>
              <a:gd name="connsiteX38" fmla="*/ 3280827 w 5883342"/>
              <a:gd name="connsiteY38" fmla="*/ 5423006 h 5883329"/>
              <a:gd name="connsiteX39" fmla="*/ 3335324 w 5883342"/>
              <a:gd name="connsiteY39" fmla="*/ 5523593 h 5883329"/>
              <a:gd name="connsiteX40" fmla="*/ 3343643 w 5883342"/>
              <a:gd name="connsiteY40" fmla="*/ 5529217 h 5883329"/>
              <a:gd name="connsiteX41" fmla="*/ 3516787 w 5883342"/>
              <a:gd name="connsiteY41" fmla="*/ 5488228 h 5883329"/>
              <a:gd name="connsiteX42" fmla="*/ 3529251 w 5883342"/>
              <a:gd name="connsiteY42" fmla="*/ 5374596 h 5883329"/>
              <a:gd name="connsiteX43" fmla="*/ 3474754 w 5883342"/>
              <a:gd name="connsiteY43" fmla="*/ 5271691 h 5883329"/>
              <a:gd name="connsiteX44" fmla="*/ 3463914 w 5883342"/>
              <a:gd name="connsiteY44" fmla="*/ 5264386 h 5883329"/>
              <a:gd name="connsiteX45" fmla="*/ 3417373 w 5883342"/>
              <a:gd name="connsiteY45" fmla="*/ 5247863 h 5883329"/>
              <a:gd name="connsiteX46" fmla="*/ 2303941 w 5883342"/>
              <a:gd name="connsiteY46" fmla="*/ 5211976 h 5883329"/>
              <a:gd name="connsiteX47" fmla="*/ 2260750 w 5883342"/>
              <a:gd name="connsiteY47" fmla="*/ 5385902 h 5883329"/>
              <a:gd name="connsiteX48" fmla="*/ 2265099 w 5883342"/>
              <a:gd name="connsiteY48" fmla="*/ 5476923 h 5883329"/>
              <a:gd name="connsiteX49" fmla="*/ 2336119 w 5883342"/>
              <a:gd name="connsiteY49" fmla="*/ 5523883 h 5883329"/>
              <a:gd name="connsiteX50" fmla="*/ 2421631 w 5883342"/>
              <a:gd name="connsiteY50" fmla="*/ 5517216 h 5883329"/>
              <a:gd name="connsiteX51" fmla="*/ 2467142 w 5883342"/>
              <a:gd name="connsiteY51" fmla="*/ 5437210 h 5883329"/>
              <a:gd name="connsiteX52" fmla="*/ 2509175 w 5883342"/>
              <a:gd name="connsiteY52" fmla="*/ 5263284 h 5883329"/>
              <a:gd name="connsiteX53" fmla="*/ 2482506 w 5883342"/>
              <a:gd name="connsiteY53" fmla="*/ 5256617 h 5883329"/>
              <a:gd name="connsiteX54" fmla="*/ 2455838 w 5883342"/>
              <a:gd name="connsiteY54" fmla="*/ 5250240 h 5883329"/>
              <a:gd name="connsiteX55" fmla="*/ 2412066 w 5883342"/>
              <a:gd name="connsiteY55" fmla="*/ 5424166 h 5883329"/>
              <a:gd name="connsiteX56" fmla="*/ 2389165 w 5883342"/>
              <a:gd name="connsiteY56" fmla="*/ 5467357 h 5883329"/>
              <a:gd name="connsiteX57" fmla="*/ 2347423 w 5883342"/>
              <a:gd name="connsiteY57" fmla="*/ 5471416 h 5883329"/>
              <a:gd name="connsiteX58" fmla="*/ 2313798 w 5883342"/>
              <a:gd name="connsiteY58" fmla="*/ 5447356 h 5883329"/>
              <a:gd name="connsiteX59" fmla="*/ 2313798 w 5883342"/>
              <a:gd name="connsiteY59" fmla="*/ 5399236 h 5883329"/>
              <a:gd name="connsiteX60" fmla="*/ 2357279 w 5883342"/>
              <a:gd name="connsiteY60" fmla="*/ 5225310 h 5883329"/>
              <a:gd name="connsiteX61" fmla="*/ 2330611 w 5883342"/>
              <a:gd name="connsiteY61" fmla="*/ 5218644 h 5883329"/>
              <a:gd name="connsiteX62" fmla="*/ 3758545 w 5883342"/>
              <a:gd name="connsiteY62" fmla="*/ 5155161 h 5883329"/>
              <a:gd name="connsiteX63" fmla="*/ 3580270 w 5883342"/>
              <a:gd name="connsiteY63" fmla="*/ 5213136 h 5883329"/>
              <a:gd name="connsiteX64" fmla="*/ 3667233 w 5883342"/>
              <a:gd name="connsiteY64" fmla="*/ 5485329 h 5883329"/>
              <a:gd name="connsiteX65" fmla="*/ 3693611 w 5883342"/>
              <a:gd name="connsiteY65" fmla="*/ 5476633 h 5883329"/>
              <a:gd name="connsiteX66" fmla="*/ 3719701 w 5883342"/>
              <a:gd name="connsiteY66" fmla="*/ 5468227 h 5883329"/>
              <a:gd name="connsiteX67" fmla="*/ 3683466 w 5883342"/>
              <a:gd name="connsiteY67" fmla="*/ 5353146 h 5883329"/>
              <a:gd name="connsiteX68" fmla="*/ 3793329 w 5883342"/>
              <a:gd name="connsiteY68" fmla="*/ 5317491 h 5883329"/>
              <a:gd name="connsiteX69" fmla="*/ 3785793 w 5883342"/>
              <a:gd name="connsiteY69" fmla="*/ 5294011 h 5883329"/>
              <a:gd name="connsiteX70" fmla="*/ 3777966 w 5883342"/>
              <a:gd name="connsiteY70" fmla="*/ 5270531 h 5883329"/>
              <a:gd name="connsiteX71" fmla="*/ 3668392 w 5883342"/>
              <a:gd name="connsiteY71" fmla="*/ 5306186 h 5883329"/>
              <a:gd name="connsiteX72" fmla="*/ 3648390 w 5883342"/>
              <a:gd name="connsiteY72" fmla="*/ 5244442 h 5883329"/>
              <a:gd name="connsiteX73" fmla="*/ 3774198 w 5883342"/>
              <a:gd name="connsiteY73" fmla="*/ 5203570 h 5883329"/>
              <a:gd name="connsiteX74" fmla="*/ 3766370 w 5883342"/>
              <a:gd name="connsiteY74" fmla="*/ 5179220 h 5883329"/>
              <a:gd name="connsiteX75" fmla="*/ 2041024 w 5883342"/>
              <a:gd name="connsiteY75" fmla="*/ 5122405 h 5883329"/>
              <a:gd name="connsiteX76" fmla="*/ 2032617 w 5883342"/>
              <a:gd name="connsiteY76" fmla="*/ 5146464 h 5883329"/>
              <a:gd name="connsiteX77" fmla="*/ 2024501 w 5883342"/>
              <a:gd name="connsiteY77" fmla="*/ 5170524 h 5883329"/>
              <a:gd name="connsiteX78" fmla="*/ 2099578 w 5883342"/>
              <a:gd name="connsiteY78" fmla="*/ 5196323 h 5883329"/>
              <a:gd name="connsiteX79" fmla="*/ 2023050 w 5883342"/>
              <a:gd name="connsiteY79" fmla="*/ 5418947 h 5883329"/>
              <a:gd name="connsiteX80" fmla="*/ 2049140 w 5883342"/>
              <a:gd name="connsiteY80" fmla="*/ 5427934 h 5883329"/>
              <a:gd name="connsiteX81" fmla="*/ 2074940 w 5883342"/>
              <a:gd name="connsiteY81" fmla="*/ 5436921 h 5883329"/>
              <a:gd name="connsiteX82" fmla="*/ 2151467 w 5883342"/>
              <a:gd name="connsiteY82" fmla="*/ 5214295 h 5883329"/>
              <a:gd name="connsiteX83" fmla="*/ 2226835 w 5883342"/>
              <a:gd name="connsiteY83" fmla="*/ 5240094 h 5883329"/>
              <a:gd name="connsiteX84" fmla="*/ 2235241 w 5883342"/>
              <a:gd name="connsiteY84" fmla="*/ 5216034 h 5883329"/>
              <a:gd name="connsiteX85" fmla="*/ 2243938 w 5883342"/>
              <a:gd name="connsiteY85" fmla="*/ 5192265 h 5883329"/>
              <a:gd name="connsiteX86" fmla="*/ 1936958 w 5883342"/>
              <a:gd name="connsiteY86" fmla="*/ 5071386 h 5883329"/>
              <a:gd name="connsiteX87" fmla="*/ 1816080 w 5883342"/>
              <a:gd name="connsiteY87" fmla="*/ 5330826 h 5883329"/>
              <a:gd name="connsiteX88" fmla="*/ 1841009 w 5883342"/>
              <a:gd name="connsiteY88" fmla="*/ 5342421 h 5883329"/>
              <a:gd name="connsiteX89" fmla="*/ 1865648 w 5883342"/>
              <a:gd name="connsiteY89" fmla="*/ 5354015 h 5883329"/>
              <a:gd name="connsiteX90" fmla="*/ 1986816 w 5883342"/>
              <a:gd name="connsiteY90" fmla="*/ 5094577 h 5883329"/>
              <a:gd name="connsiteX91" fmla="*/ 1961597 w 5883342"/>
              <a:gd name="connsiteY91" fmla="*/ 5082981 h 5883329"/>
              <a:gd name="connsiteX92" fmla="*/ 4108425 w 5883342"/>
              <a:gd name="connsiteY92" fmla="*/ 4985583 h 5883329"/>
              <a:gd name="connsiteX93" fmla="*/ 3919426 w 5883342"/>
              <a:gd name="connsiteY93" fmla="*/ 5085880 h 5883329"/>
              <a:gd name="connsiteX94" fmla="*/ 3931310 w 5883342"/>
              <a:gd name="connsiteY94" fmla="*/ 5108490 h 5883329"/>
              <a:gd name="connsiteX95" fmla="*/ 3943196 w 5883342"/>
              <a:gd name="connsiteY95" fmla="*/ 5130811 h 5883329"/>
              <a:gd name="connsiteX96" fmla="*/ 4013346 w 5883342"/>
              <a:gd name="connsiteY96" fmla="*/ 5093417 h 5883329"/>
              <a:gd name="connsiteX97" fmla="*/ 4124079 w 5883342"/>
              <a:gd name="connsiteY97" fmla="*/ 5301258 h 5883329"/>
              <a:gd name="connsiteX98" fmla="*/ 4148428 w 5883342"/>
              <a:gd name="connsiteY98" fmla="*/ 5288503 h 5883329"/>
              <a:gd name="connsiteX99" fmla="*/ 4172488 w 5883342"/>
              <a:gd name="connsiteY99" fmla="*/ 5275459 h 5883329"/>
              <a:gd name="connsiteX100" fmla="*/ 4062045 w 5883342"/>
              <a:gd name="connsiteY100" fmla="*/ 5067618 h 5883329"/>
              <a:gd name="connsiteX101" fmla="*/ 4132195 w 5883342"/>
              <a:gd name="connsiteY101" fmla="*/ 5030224 h 5883329"/>
              <a:gd name="connsiteX102" fmla="*/ 4120311 w 5883342"/>
              <a:gd name="connsiteY102" fmla="*/ 5007903 h 5883329"/>
              <a:gd name="connsiteX103" fmla="*/ 1690563 w 5883342"/>
              <a:gd name="connsiteY103" fmla="*/ 4937463 h 5883329"/>
              <a:gd name="connsiteX104" fmla="*/ 1679257 w 5883342"/>
              <a:gd name="connsiteY104" fmla="*/ 4961233 h 5883329"/>
              <a:gd name="connsiteX105" fmla="*/ 1667083 w 5883342"/>
              <a:gd name="connsiteY105" fmla="*/ 4983554 h 5883329"/>
              <a:gd name="connsiteX106" fmla="*/ 1736654 w 5883342"/>
              <a:gd name="connsiteY106" fmla="*/ 5022108 h 5883329"/>
              <a:gd name="connsiteX107" fmla="*/ 1622441 w 5883342"/>
              <a:gd name="connsiteY107" fmla="*/ 5227919 h 5883329"/>
              <a:gd name="connsiteX108" fmla="*/ 1646502 w 5883342"/>
              <a:gd name="connsiteY108" fmla="*/ 5241254 h 5883329"/>
              <a:gd name="connsiteX109" fmla="*/ 1670561 w 5883342"/>
              <a:gd name="connsiteY109" fmla="*/ 5254588 h 5883329"/>
              <a:gd name="connsiteX110" fmla="*/ 1783614 w 5883342"/>
              <a:gd name="connsiteY110" fmla="*/ 5047037 h 5883329"/>
              <a:gd name="connsiteX111" fmla="*/ 1853183 w 5883342"/>
              <a:gd name="connsiteY111" fmla="*/ 5085590 h 5883329"/>
              <a:gd name="connsiteX112" fmla="*/ 1865359 w 5883342"/>
              <a:gd name="connsiteY112" fmla="*/ 5063560 h 5883329"/>
              <a:gd name="connsiteX113" fmla="*/ 1877824 w 5883342"/>
              <a:gd name="connsiteY113" fmla="*/ 5041239 h 5883329"/>
              <a:gd name="connsiteX114" fmla="*/ 3490408 w 5883342"/>
              <a:gd name="connsiteY114" fmla="*/ 4895720 h 5883329"/>
              <a:gd name="connsiteX115" fmla="*/ 3490408 w 5883342"/>
              <a:gd name="connsiteY115" fmla="*/ 4896590 h 5883329"/>
              <a:gd name="connsiteX116" fmla="*/ 3501712 w 5883342"/>
              <a:gd name="connsiteY116" fmla="*/ 4921230 h 5883329"/>
              <a:gd name="connsiteX117" fmla="*/ 3490118 w 5883342"/>
              <a:gd name="connsiteY117" fmla="*/ 4994278 h 5883329"/>
              <a:gd name="connsiteX118" fmla="*/ 3483161 w 5883342"/>
              <a:gd name="connsiteY118" fmla="*/ 4924708 h 5883329"/>
              <a:gd name="connsiteX119" fmla="*/ 3490408 w 5883342"/>
              <a:gd name="connsiteY119" fmla="*/ 4895720 h 5883329"/>
              <a:gd name="connsiteX120" fmla="*/ 3000806 w 5883342"/>
              <a:gd name="connsiteY120" fmla="*/ 4895720 h 5883329"/>
              <a:gd name="connsiteX121" fmla="*/ 3000806 w 5883342"/>
              <a:gd name="connsiteY121" fmla="*/ 4896590 h 5883329"/>
              <a:gd name="connsiteX122" fmla="*/ 3012111 w 5883342"/>
              <a:gd name="connsiteY122" fmla="*/ 4921230 h 5883329"/>
              <a:gd name="connsiteX123" fmla="*/ 3000516 w 5883342"/>
              <a:gd name="connsiteY123" fmla="*/ 4994278 h 5883329"/>
              <a:gd name="connsiteX124" fmla="*/ 2993559 w 5883342"/>
              <a:gd name="connsiteY124" fmla="*/ 4924708 h 5883329"/>
              <a:gd name="connsiteX125" fmla="*/ 3000806 w 5883342"/>
              <a:gd name="connsiteY125" fmla="*/ 4895720 h 5883329"/>
              <a:gd name="connsiteX126" fmla="*/ 3409242 w 5883342"/>
              <a:gd name="connsiteY126" fmla="*/ 4891372 h 5883329"/>
              <a:gd name="connsiteX127" fmla="*/ 3419967 w 5883342"/>
              <a:gd name="connsiteY127" fmla="*/ 4920360 h 5883329"/>
              <a:gd name="connsiteX128" fmla="*/ 3410692 w 5883342"/>
              <a:gd name="connsiteY128" fmla="*/ 4991959 h 5883329"/>
              <a:gd name="connsiteX129" fmla="*/ 3397067 w 5883342"/>
              <a:gd name="connsiteY129" fmla="*/ 4922679 h 5883329"/>
              <a:gd name="connsiteX130" fmla="*/ 3409242 w 5883342"/>
              <a:gd name="connsiteY130" fmla="*/ 4892242 h 5883329"/>
              <a:gd name="connsiteX131" fmla="*/ 2919641 w 5883342"/>
              <a:gd name="connsiteY131" fmla="*/ 4891372 h 5883329"/>
              <a:gd name="connsiteX132" fmla="*/ 2930367 w 5883342"/>
              <a:gd name="connsiteY132" fmla="*/ 4920360 h 5883329"/>
              <a:gd name="connsiteX133" fmla="*/ 2921381 w 5883342"/>
              <a:gd name="connsiteY133" fmla="*/ 4993408 h 5883329"/>
              <a:gd name="connsiteX134" fmla="*/ 2907465 w 5883342"/>
              <a:gd name="connsiteY134" fmla="*/ 4922679 h 5883329"/>
              <a:gd name="connsiteX135" fmla="*/ 2919641 w 5883342"/>
              <a:gd name="connsiteY135" fmla="*/ 4892242 h 5883329"/>
              <a:gd name="connsiteX136" fmla="*/ 2426415 w 5883342"/>
              <a:gd name="connsiteY136" fmla="*/ 4891047 h 5883329"/>
              <a:gd name="connsiteX137" fmla="*/ 2435546 w 5883342"/>
              <a:gd name="connsiteY137" fmla="*/ 4895141 h 5883329"/>
              <a:gd name="connsiteX138" fmla="*/ 2437576 w 5883342"/>
              <a:gd name="connsiteY138" fmla="*/ 4989061 h 5883329"/>
              <a:gd name="connsiteX139" fmla="*/ 2419892 w 5883342"/>
              <a:gd name="connsiteY139" fmla="*/ 4989061 h 5883329"/>
              <a:gd name="connsiteX140" fmla="*/ 2419892 w 5883342"/>
              <a:gd name="connsiteY140" fmla="*/ 4893402 h 5883329"/>
              <a:gd name="connsiteX141" fmla="*/ 2419892 w 5883342"/>
              <a:gd name="connsiteY141" fmla="*/ 4892822 h 5883329"/>
              <a:gd name="connsiteX142" fmla="*/ 2426415 w 5883342"/>
              <a:gd name="connsiteY142" fmla="*/ 4891047 h 5883329"/>
              <a:gd name="connsiteX143" fmla="*/ 2505116 w 5883342"/>
              <a:gd name="connsiteY143" fmla="*/ 4886155 h 5883329"/>
              <a:gd name="connsiteX144" fmla="*/ 2513233 w 5883342"/>
              <a:gd name="connsiteY144" fmla="*/ 4920360 h 5883329"/>
              <a:gd name="connsiteX145" fmla="*/ 2505116 w 5883342"/>
              <a:gd name="connsiteY145" fmla="*/ 4988481 h 5883329"/>
              <a:gd name="connsiteX146" fmla="*/ 2496420 w 5883342"/>
              <a:gd name="connsiteY146" fmla="*/ 4920360 h 5883329"/>
              <a:gd name="connsiteX147" fmla="*/ 2505116 w 5883342"/>
              <a:gd name="connsiteY147" fmla="*/ 4886155 h 5883329"/>
              <a:gd name="connsiteX148" fmla="*/ 2457577 w 5883342"/>
              <a:gd name="connsiteY148" fmla="*/ 4879488 h 5883329"/>
              <a:gd name="connsiteX149" fmla="*/ 2457641 w 5883342"/>
              <a:gd name="connsiteY149" fmla="*/ 4881439 h 5883329"/>
              <a:gd name="connsiteX150" fmla="*/ 2457577 w 5883342"/>
              <a:gd name="connsiteY150" fmla="*/ 4881517 h 5883329"/>
              <a:gd name="connsiteX151" fmla="*/ 2462331 w 5883342"/>
              <a:gd name="connsiteY151" fmla="*/ 4875690 h 5883329"/>
              <a:gd name="connsiteX152" fmla="*/ 2477867 w 5883342"/>
              <a:gd name="connsiteY152" fmla="*/ 4879488 h 5883329"/>
              <a:gd name="connsiteX153" fmla="*/ 2481347 w 5883342"/>
              <a:gd name="connsiteY153" fmla="*/ 4995438 h 5883329"/>
              <a:gd name="connsiteX154" fmla="*/ 2461346 w 5883342"/>
              <a:gd name="connsiteY154" fmla="*/ 4995438 h 5883329"/>
              <a:gd name="connsiteX155" fmla="*/ 2457641 w 5883342"/>
              <a:gd name="connsiteY155" fmla="*/ 4881439 h 5883329"/>
              <a:gd name="connsiteX156" fmla="*/ 3453303 w 5883342"/>
              <a:gd name="connsiteY156" fmla="*/ 4871371 h 5883329"/>
              <a:gd name="connsiteX157" fmla="*/ 3463738 w 5883342"/>
              <a:gd name="connsiteY157" fmla="*/ 4914853 h 5883329"/>
              <a:gd name="connsiteX158" fmla="*/ 3451564 w 5883342"/>
              <a:gd name="connsiteY158" fmla="*/ 4999207 h 5883329"/>
              <a:gd name="connsiteX159" fmla="*/ 3439099 w 5883342"/>
              <a:gd name="connsiteY159" fmla="*/ 4913693 h 5883329"/>
              <a:gd name="connsiteX160" fmla="*/ 3453303 w 5883342"/>
              <a:gd name="connsiteY160" fmla="*/ 4871371 h 5883329"/>
              <a:gd name="connsiteX161" fmla="*/ 2963701 w 5883342"/>
              <a:gd name="connsiteY161" fmla="*/ 4871371 h 5883329"/>
              <a:gd name="connsiteX162" fmla="*/ 2974138 w 5883342"/>
              <a:gd name="connsiteY162" fmla="*/ 4914853 h 5883329"/>
              <a:gd name="connsiteX163" fmla="*/ 2961962 w 5883342"/>
              <a:gd name="connsiteY163" fmla="*/ 4999207 h 5883329"/>
              <a:gd name="connsiteX164" fmla="*/ 2949497 w 5883342"/>
              <a:gd name="connsiteY164" fmla="*/ 4913693 h 5883329"/>
              <a:gd name="connsiteX165" fmla="*/ 2963701 w 5883342"/>
              <a:gd name="connsiteY165" fmla="*/ 4871371 h 5883329"/>
              <a:gd name="connsiteX166" fmla="*/ 2181324 w 5883342"/>
              <a:gd name="connsiteY166" fmla="*/ 4862385 h 5883329"/>
              <a:gd name="connsiteX167" fmla="*/ 2181968 w 5883342"/>
              <a:gd name="connsiteY167" fmla="*/ 4863643 h 5883329"/>
              <a:gd name="connsiteX168" fmla="*/ 2180455 w 5883342"/>
              <a:gd name="connsiteY168" fmla="*/ 4863545 h 5883329"/>
              <a:gd name="connsiteX169" fmla="*/ 4329022 w 5883342"/>
              <a:gd name="connsiteY169" fmla="*/ 4846732 h 5883329"/>
              <a:gd name="connsiteX170" fmla="*/ 4166400 w 5883342"/>
              <a:gd name="connsiteY170" fmla="*/ 4952247 h 5883329"/>
              <a:gd name="connsiteX171" fmla="*/ 4322354 w 5883342"/>
              <a:gd name="connsiteY171" fmla="*/ 5192265 h 5883329"/>
              <a:gd name="connsiteX172" fmla="*/ 4489323 w 5883342"/>
              <a:gd name="connsiteY172" fmla="*/ 5082692 h 5883329"/>
              <a:gd name="connsiteX173" fmla="*/ 4475410 w 5883342"/>
              <a:gd name="connsiteY173" fmla="*/ 5061240 h 5883329"/>
              <a:gd name="connsiteX174" fmla="*/ 4461785 w 5883342"/>
              <a:gd name="connsiteY174" fmla="*/ 5040080 h 5883329"/>
              <a:gd name="connsiteX175" fmla="*/ 4340326 w 5883342"/>
              <a:gd name="connsiteY175" fmla="*/ 5118926 h 5883329"/>
              <a:gd name="connsiteX176" fmla="*/ 4299454 w 5883342"/>
              <a:gd name="connsiteY176" fmla="*/ 5056602 h 5883329"/>
              <a:gd name="connsiteX177" fmla="*/ 4408448 w 5883342"/>
              <a:gd name="connsiteY177" fmla="*/ 4987032 h 5883329"/>
              <a:gd name="connsiteX178" fmla="*/ 4395113 w 5883342"/>
              <a:gd name="connsiteY178" fmla="*/ 4966161 h 5883329"/>
              <a:gd name="connsiteX179" fmla="*/ 4381780 w 5883342"/>
              <a:gd name="connsiteY179" fmla="*/ 4945580 h 5883329"/>
              <a:gd name="connsiteX180" fmla="*/ 4273655 w 5883342"/>
              <a:gd name="connsiteY180" fmla="*/ 5015730 h 5883329"/>
              <a:gd name="connsiteX181" fmla="*/ 4240608 w 5883342"/>
              <a:gd name="connsiteY181" fmla="*/ 4964712 h 5883329"/>
              <a:gd name="connsiteX182" fmla="*/ 4356559 w 5883342"/>
              <a:gd name="connsiteY182" fmla="*/ 4889344 h 5883329"/>
              <a:gd name="connsiteX183" fmla="*/ 4342936 w 5883342"/>
              <a:gd name="connsiteY183" fmla="*/ 4867893 h 5883329"/>
              <a:gd name="connsiteX184" fmla="*/ 1489098 w 5883342"/>
              <a:gd name="connsiteY184" fmla="*/ 4817744 h 5883329"/>
              <a:gd name="connsiteX185" fmla="*/ 1427934 w 5883342"/>
              <a:gd name="connsiteY185" fmla="*/ 4854848 h 5883329"/>
              <a:gd name="connsiteX186" fmla="*/ 1412571 w 5883342"/>
              <a:gd name="connsiteY186" fmla="*/ 4911375 h 5883329"/>
              <a:gd name="connsiteX187" fmla="*/ 1460980 w 5883342"/>
              <a:gd name="connsiteY187" fmla="*/ 4987322 h 5883329"/>
              <a:gd name="connsiteX188" fmla="*/ 1487649 w 5883342"/>
              <a:gd name="connsiteY188" fmla="*/ 5026165 h 5883329"/>
              <a:gd name="connsiteX189" fmla="*/ 1482431 w 5883342"/>
              <a:gd name="connsiteY189" fmla="*/ 5051675 h 5883329"/>
              <a:gd name="connsiteX190" fmla="*/ 1455473 w 5883342"/>
              <a:gd name="connsiteY190" fmla="*/ 5063849 h 5883329"/>
              <a:gd name="connsiteX191" fmla="*/ 1416629 w 5883342"/>
              <a:gd name="connsiteY191" fmla="*/ 5047037 h 5883329"/>
              <a:gd name="connsiteX192" fmla="*/ 1391700 w 5883342"/>
              <a:gd name="connsiteY192" fmla="*/ 5013701 h 5883329"/>
              <a:gd name="connsiteX193" fmla="*/ 1399816 w 5883342"/>
              <a:gd name="connsiteY193" fmla="*/ 4976307 h 5883329"/>
              <a:gd name="connsiteX194" fmla="*/ 1356914 w 5883342"/>
              <a:gd name="connsiteY194" fmla="*/ 4945290 h 5883329"/>
              <a:gd name="connsiteX195" fmla="*/ 1339232 w 5883342"/>
              <a:gd name="connsiteY195" fmla="*/ 5020658 h 5883329"/>
              <a:gd name="connsiteX196" fmla="*/ 1387641 w 5883342"/>
              <a:gd name="connsiteY196" fmla="*/ 5087040 h 5883329"/>
              <a:gd name="connsiteX197" fmla="*/ 1465618 w 5883342"/>
              <a:gd name="connsiteY197" fmla="*/ 5114288 h 5883329"/>
              <a:gd name="connsiteX198" fmla="*/ 1526782 w 5883342"/>
              <a:gd name="connsiteY198" fmla="*/ 5079503 h 5883329"/>
              <a:gd name="connsiteX199" fmla="*/ 1545334 w 5883342"/>
              <a:gd name="connsiteY199" fmla="*/ 5021527 h 5883329"/>
              <a:gd name="connsiteX200" fmla="*/ 1502143 w 5883342"/>
              <a:gd name="connsiteY200" fmla="*/ 4950218 h 5883329"/>
              <a:gd name="connsiteX201" fmla="*/ 1469967 w 5883342"/>
              <a:gd name="connsiteY201" fmla="*/ 4906157 h 5883329"/>
              <a:gd name="connsiteX202" fmla="*/ 1471706 w 5883342"/>
              <a:gd name="connsiteY202" fmla="*/ 4882966 h 5883329"/>
              <a:gd name="connsiteX203" fmla="*/ 1497504 w 5883342"/>
              <a:gd name="connsiteY203" fmla="*/ 4867313 h 5883329"/>
              <a:gd name="connsiteX204" fmla="*/ 1529971 w 5883342"/>
              <a:gd name="connsiteY204" fmla="*/ 4878328 h 5883329"/>
              <a:gd name="connsiteX205" fmla="*/ 1554610 w 5883342"/>
              <a:gd name="connsiteY205" fmla="*/ 4911084 h 5883329"/>
              <a:gd name="connsiteX206" fmla="*/ 1549102 w 5883342"/>
              <a:gd name="connsiteY206" fmla="*/ 4947029 h 5883329"/>
              <a:gd name="connsiteX207" fmla="*/ 1592294 w 5883342"/>
              <a:gd name="connsiteY207" fmla="*/ 4978626 h 5883329"/>
              <a:gd name="connsiteX208" fmla="*/ 1592294 w 5883342"/>
              <a:gd name="connsiteY208" fmla="*/ 4978046 h 5883329"/>
              <a:gd name="connsiteX209" fmla="*/ 1607658 w 5883342"/>
              <a:gd name="connsiteY209" fmla="*/ 4904997 h 5883329"/>
              <a:gd name="connsiteX210" fmla="*/ 1564177 w 5883342"/>
              <a:gd name="connsiteY210" fmla="*/ 4842094 h 5883329"/>
              <a:gd name="connsiteX211" fmla="*/ 1489098 w 5883342"/>
              <a:gd name="connsiteY211" fmla="*/ 4817744 h 5883329"/>
              <a:gd name="connsiteX212" fmla="*/ 4549618 w 5883342"/>
              <a:gd name="connsiteY212" fmla="*/ 4689039 h 5883329"/>
              <a:gd name="connsiteX213" fmla="*/ 4472510 w 5883342"/>
              <a:gd name="connsiteY213" fmla="*/ 4718027 h 5883329"/>
              <a:gd name="connsiteX214" fmla="*/ 4431348 w 5883342"/>
              <a:gd name="connsiteY214" fmla="*/ 4804990 h 5883329"/>
              <a:gd name="connsiteX215" fmla="*/ 4477729 w 5883342"/>
              <a:gd name="connsiteY215" fmla="*/ 4911375 h 5883329"/>
              <a:gd name="connsiteX216" fmla="*/ 4573098 w 5883342"/>
              <a:gd name="connsiteY216" fmla="*/ 4973698 h 5883329"/>
              <a:gd name="connsiteX217" fmla="*/ 4707601 w 5883342"/>
              <a:gd name="connsiteY217" fmla="*/ 4875429 h 5883329"/>
              <a:gd name="connsiteX218" fmla="*/ 4707021 w 5883342"/>
              <a:gd name="connsiteY218" fmla="*/ 4874850 h 5883329"/>
              <a:gd name="connsiteX219" fmla="*/ 4682961 w 5883342"/>
              <a:gd name="connsiteY219" fmla="*/ 4793105 h 5883329"/>
              <a:gd name="connsiteX220" fmla="*/ 4640640 w 5883342"/>
              <a:gd name="connsiteY220" fmla="*/ 4828470 h 5883329"/>
              <a:gd name="connsiteX221" fmla="*/ 4653104 w 5883342"/>
              <a:gd name="connsiteY221" fmla="*/ 4871951 h 5883329"/>
              <a:gd name="connsiteX222" fmla="*/ 4651017 w 5883342"/>
              <a:gd name="connsiteY222" fmla="*/ 4881633 h 5883329"/>
              <a:gd name="connsiteX223" fmla="*/ 4578606 w 5883342"/>
              <a:gd name="connsiteY223" fmla="*/ 4920071 h 5883329"/>
              <a:gd name="connsiteX224" fmla="*/ 4520631 w 5883342"/>
              <a:gd name="connsiteY224" fmla="*/ 4876010 h 5883329"/>
              <a:gd name="connsiteX225" fmla="*/ 4486425 w 5883342"/>
              <a:gd name="connsiteY225" fmla="*/ 4808468 h 5883329"/>
              <a:gd name="connsiteX226" fmla="*/ 4506137 w 5883342"/>
              <a:gd name="connsiteY226" fmla="*/ 4757160 h 5883329"/>
              <a:gd name="connsiteX227" fmla="*/ 4545560 w 5883342"/>
              <a:gd name="connsiteY227" fmla="*/ 4742087 h 5883329"/>
              <a:gd name="connsiteX228" fmla="*/ 4583243 w 5883342"/>
              <a:gd name="connsiteY228" fmla="*/ 4758320 h 5883329"/>
              <a:gd name="connsiteX229" fmla="*/ 4625566 w 5883342"/>
              <a:gd name="connsiteY229" fmla="*/ 4722955 h 5883329"/>
              <a:gd name="connsiteX230" fmla="*/ 4549618 w 5883342"/>
              <a:gd name="connsiteY230" fmla="*/ 4689039 h 5883329"/>
              <a:gd name="connsiteX231" fmla="*/ 3034595 w 5883342"/>
              <a:gd name="connsiteY231" fmla="*/ 4678804 h 5883329"/>
              <a:gd name="connsiteX232" fmla="*/ 3035175 w 5883342"/>
              <a:gd name="connsiteY232" fmla="*/ 4678804 h 5883329"/>
              <a:gd name="connsiteX233" fmla="*/ 3035175 w 5883342"/>
              <a:gd name="connsiteY233" fmla="*/ 4756201 h 5883329"/>
              <a:gd name="connsiteX234" fmla="*/ 2969373 w 5883342"/>
              <a:gd name="connsiteY234" fmla="*/ 4756201 h 5883329"/>
              <a:gd name="connsiteX235" fmla="*/ 3196183 w 5883342"/>
              <a:gd name="connsiteY235" fmla="*/ 4664399 h 5883329"/>
              <a:gd name="connsiteX236" fmla="*/ 3239084 w 5883342"/>
              <a:gd name="connsiteY236" fmla="*/ 4732811 h 5883329"/>
              <a:gd name="connsiteX237" fmla="*/ 3196183 w 5883342"/>
              <a:gd name="connsiteY237" fmla="*/ 4801221 h 5883329"/>
              <a:gd name="connsiteX238" fmla="*/ 3153281 w 5883342"/>
              <a:gd name="connsiteY238" fmla="*/ 4732811 h 5883329"/>
              <a:gd name="connsiteX239" fmla="*/ 3196183 w 5883342"/>
              <a:gd name="connsiteY239" fmla="*/ 4664399 h 5883329"/>
              <a:gd name="connsiteX240" fmla="*/ 2839345 w 5883342"/>
              <a:gd name="connsiteY240" fmla="*/ 4664399 h 5883329"/>
              <a:gd name="connsiteX241" fmla="*/ 2880797 w 5883342"/>
              <a:gd name="connsiteY241" fmla="*/ 4700923 h 5883329"/>
              <a:gd name="connsiteX242" fmla="*/ 2880739 w 5883342"/>
              <a:gd name="connsiteY242" fmla="*/ 4707620 h 5883329"/>
              <a:gd name="connsiteX243" fmla="*/ 2841374 w 5883342"/>
              <a:gd name="connsiteY243" fmla="*/ 4739767 h 5883329"/>
              <a:gd name="connsiteX244" fmla="*/ 2799922 w 5883342"/>
              <a:gd name="connsiteY244" fmla="*/ 4702663 h 5883329"/>
              <a:gd name="connsiteX245" fmla="*/ 2799979 w 5883342"/>
              <a:gd name="connsiteY245" fmla="*/ 4698489 h 5883329"/>
              <a:gd name="connsiteX246" fmla="*/ 2839345 w 5883342"/>
              <a:gd name="connsiteY246" fmla="*/ 4664399 h 5883329"/>
              <a:gd name="connsiteX247" fmla="*/ 2831286 w 5883342"/>
              <a:gd name="connsiteY247" fmla="*/ 4646774 h 5883329"/>
              <a:gd name="connsiteX248" fmla="*/ 2773833 w 5883342"/>
              <a:gd name="connsiteY248" fmla="*/ 4705272 h 5883329"/>
              <a:gd name="connsiteX249" fmla="*/ 2774123 w 5883342"/>
              <a:gd name="connsiteY249" fmla="*/ 4709156 h 5883329"/>
              <a:gd name="connsiteX250" fmla="*/ 2838186 w 5883342"/>
              <a:gd name="connsiteY250" fmla="*/ 4760349 h 5883329"/>
              <a:gd name="connsiteX251" fmla="*/ 2885146 w 5883342"/>
              <a:gd name="connsiteY251" fmla="*/ 4740057 h 5883329"/>
              <a:gd name="connsiteX252" fmla="*/ 2835867 w 5883342"/>
              <a:gd name="connsiteY252" fmla="*/ 4803830 h 5883329"/>
              <a:gd name="connsiteX253" fmla="*/ 2829837 w 5883342"/>
              <a:gd name="connsiteY253" fmla="*/ 4804351 h 5883329"/>
              <a:gd name="connsiteX254" fmla="*/ 2801371 w 5883342"/>
              <a:gd name="connsiteY254" fmla="*/ 4774843 h 5883329"/>
              <a:gd name="connsiteX255" fmla="*/ 2775572 w 5883342"/>
              <a:gd name="connsiteY255" fmla="*/ 4774843 h 5883329"/>
              <a:gd name="connsiteX256" fmla="*/ 2836447 w 5883342"/>
              <a:gd name="connsiteY256" fmla="*/ 4820643 h 5883329"/>
              <a:gd name="connsiteX257" fmla="*/ 2836447 w 5883342"/>
              <a:gd name="connsiteY257" fmla="*/ 4821512 h 5883329"/>
              <a:gd name="connsiteX258" fmla="*/ 2911524 w 5883342"/>
              <a:gd name="connsiteY258" fmla="*/ 4726433 h 5883329"/>
              <a:gd name="connsiteX259" fmla="*/ 2839635 w 5883342"/>
              <a:gd name="connsiteY259" fmla="*/ 4647296 h 5883329"/>
              <a:gd name="connsiteX260" fmla="*/ 2831286 w 5883342"/>
              <a:gd name="connsiteY260" fmla="*/ 4646774 h 5883329"/>
              <a:gd name="connsiteX261" fmla="*/ 3196183 w 5883342"/>
              <a:gd name="connsiteY261" fmla="*/ 4646427 h 5883329"/>
              <a:gd name="connsiteX262" fmla="*/ 3126034 w 5883342"/>
              <a:gd name="connsiteY262" fmla="*/ 4733390 h 5883329"/>
              <a:gd name="connsiteX263" fmla="*/ 3196183 w 5883342"/>
              <a:gd name="connsiteY263" fmla="*/ 4820353 h 5883329"/>
              <a:gd name="connsiteX264" fmla="*/ 3196183 w 5883342"/>
              <a:gd name="connsiteY264" fmla="*/ 4821512 h 5883329"/>
              <a:gd name="connsiteX265" fmla="*/ 3266333 w 5883342"/>
              <a:gd name="connsiteY265" fmla="*/ 4733390 h 5883329"/>
              <a:gd name="connsiteX266" fmla="*/ 3196183 w 5883342"/>
              <a:gd name="connsiteY266" fmla="*/ 4646427 h 5883329"/>
              <a:gd name="connsiteX267" fmla="*/ 3039939 w 5883342"/>
              <a:gd name="connsiteY267" fmla="*/ 4645268 h 5883329"/>
              <a:gd name="connsiteX268" fmla="*/ 2946310 w 5883342"/>
              <a:gd name="connsiteY268" fmla="*/ 4753391 h 5883329"/>
              <a:gd name="connsiteX269" fmla="*/ 2946310 w 5883342"/>
              <a:gd name="connsiteY269" fmla="*/ 4774262 h 5883329"/>
              <a:gd name="connsiteX270" fmla="*/ 3035592 w 5883342"/>
              <a:gd name="connsiteY270" fmla="*/ 4774262 h 5883329"/>
              <a:gd name="connsiteX271" fmla="*/ 3035592 w 5883342"/>
              <a:gd name="connsiteY271" fmla="*/ 4816005 h 5883329"/>
              <a:gd name="connsiteX272" fmla="*/ 3061390 w 5883342"/>
              <a:gd name="connsiteY272" fmla="*/ 4816005 h 5883329"/>
              <a:gd name="connsiteX273" fmla="*/ 3061390 w 5883342"/>
              <a:gd name="connsiteY273" fmla="*/ 4774262 h 5883329"/>
              <a:gd name="connsiteX274" fmla="*/ 3090378 w 5883342"/>
              <a:gd name="connsiteY274" fmla="*/ 4774262 h 5883329"/>
              <a:gd name="connsiteX275" fmla="*/ 3090378 w 5883342"/>
              <a:gd name="connsiteY275" fmla="*/ 4756000 h 5883329"/>
              <a:gd name="connsiteX276" fmla="*/ 3061390 w 5883342"/>
              <a:gd name="connsiteY276" fmla="*/ 4756000 h 5883329"/>
              <a:gd name="connsiteX277" fmla="*/ 3061390 w 5883342"/>
              <a:gd name="connsiteY277" fmla="*/ 4645268 h 5883329"/>
              <a:gd name="connsiteX278" fmla="*/ 2668607 w 5883342"/>
              <a:gd name="connsiteY278" fmla="*/ 4644108 h 5883329"/>
              <a:gd name="connsiteX279" fmla="*/ 2613532 w 5883342"/>
              <a:gd name="connsiteY279" fmla="*/ 4676574 h 5883329"/>
              <a:gd name="connsiteX280" fmla="*/ 2613532 w 5883342"/>
              <a:gd name="connsiteY280" fmla="*/ 4694836 h 5883329"/>
              <a:gd name="connsiteX281" fmla="*/ 2661360 w 5883342"/>
              <a:gd name="connsiteY281" fmla="*/ 4694836 h 5883329"/>
              <a:gd name="connsiteX282" fmla="*/ 2661360 w 5883342"/>
              <a:gd name="connsiteY282" fmla="*/ 4816005 h 5883329"/>
              <a:gd name="connsiteX283" fmla="*/ 2688609 w 5883342"/>
              <a:gd name="connsiteY283" fmla="*/ 4816005 h 5883329"/>
              <a:gd name="connsiteX284" fmla="*/ 2688609 w 5883342"/>
              <a:gd name="connsiteY284" fmla="*/ 4644108 h 5883329"/>
              <a:gd name="connsiteX285" fmla="*/ 1258356 w 5883342"/>
              <a:gd name="connsiteY285" fmla="*/ 4594540 h 5883329"/>
              <a:gd name="connsiteX286" fmla="*/ 1062979 w 5883342"/>
              <a:gd name="connsiteY286" fmla="*/ 4803831 h 5883329"/>
              <a:gd name="connsiteX287" fmla="*/ 1081821 w 5883342"/>
              <a:gd name="connsiteY287" fmla="*/ 4821513 h 5883329"/>
              <a:gd name="connsiteX288" fmla="*/ 1100663 w 5883342"/>
              <a:gd name="connsiteY288" fmla="*/ 4840065 h 5883329"/>
              <a:gd name="connsiteX289" fmla="*/ 1241253 w 5883342"/>
              <a:gd name="connsiteY289" fmla="*/ 4689039 h 5883329"/>
              <a:gd name="connsiteX290" fmla="*/ 1180090 w 5883342"/>
              <a:gd name="connsiteY290" fmla="*/ 4914274 h 5883329"/>
              <a:gd name="connsiteX291" fmla="*/ 1200091 w 5883342"/>
              <a:gd name="connsiteY291" fmla="*/ 4932825 h 5883329"/>
              <a:gd name="connsiteX292" fmla="*/ 1220092 w 5883342"/>
              <a:gd name="connsiteY292" fmla="*/ 4950508 h 5883329"/>
              <a:gd name="connsiteX293" fmla="*/ 1415180 w 5883342"/>
              <a:gd name="connsiteY293" fmla="*/ 4740927 h 5883329"/>
              <a:gd name="connsiteX294" fmla="*/ 1396338 w 5883342"/>
              <a:gd name="connsiteY294" fmla="*/ 4723534 h 5883329"/>
              <a:gd name="connsiteX295" fmla="*/ 1377785 w 5883342"/>
              <a:gd name="connsiteY295" fmla="*/ 4706142 h 5883329"/>
              <a:gd name="connsiteX296" fmla="*/ 1240674 w 5883342"/>
              <a:gd name="connsiteY296" fmla="*/ 4853109 h 5883329"/>
              <a:gd name="connsiteX297" fmla="*/ 1300389 w 5883342"/>
              <a:gd name="connsiteY297" fmla="*/ 4633963 h 5883329"/>
              <a:gd name="connsiteX298" fmla="*/ 1279227 w 5883342"/>
              <a:gd name="connsiteY298" fmla="*/ 4614251 h 5883329"/>
              <a:gd name="connsiteX299" fmla="*/ 1165885 w 5883342"/>
              <a:gd name="connsiteY299" fmla="*/ 4493663 h 5883329"/>
              <a:gd name="connsiteX300" fmla="*/ 953116 w 5883342"/>
              <a:gd name="connsiteY300" fmla="*/ 4685271 h 5883329"/>
              <a:gd name="connsiteX301" fmla="*/ 971668 w 5883342"/>
              <a:gd name="connsiteY301" fmla="*/ 4705562 h 5883329"/>
              <a:gd name="connsiteX302" fmla="*/ 989930 w 5883342"/>
              <a:gd name="connsiteY302" fmla="*/ 4726143 h 5883329"/>
              <a:gd name="connsiteX303" fmla="*/ 1202700 w 5883342"/>
              <a:gd name="connsiteY303" fmla="*/ 4534535 h 5883329"/>
              <a:gd name="connsiteX304" fmla="*/ 1184438 w 5883342"/>
              <a:gd name="connsiteY304" fmla="*/ 4513954 h 5883329"/>
              <a:gd name="connsiteX305" fmla="*/ 4760648 w 5883342"/>
              <a:gd name="connsiteY305" fmla="*/ 4437717 h 5883329"/>
              <a:gd name="connsiteX306" fmla="*/ 4742387 w 5883342"/>
              <a:gd name="connsiteY306" fmla="*/ 4458298 h 5883329"/>
              <a:gd name="connsiteX307" fmla="*/ 4723834 w 5883342"/>
              <a:gd name="connsiteY307" fmla="*/ 4478590 h 5883329"/>
              <a:gd name="connsiteX308" fmla="*/ 4803551 w 5883342"/>
              <a:gd name="connsiteY308" fmla="*/ 4550478 h 5883329"/>
              <a:gd name="connsiteX309" fmla="*/ 4734850 w 5883342"/>
              <a:gd name="connsiteY309" fmla="*/ 4627006 h 5883329"/>
              <a:gd name="connsiteX310" fmla="*/ 4655134 w 5883342"/>
              <a:gd name="connsiteY310" fmla="*/ 4555116 h 5883329"/>
              <a:gd name="connsiteX311" fmla="*/ 4636581 w 5883342"/>
              <a:gd name="connsiteY311" fmla="*/ 4575697 h 5883329"/>
              <a:gd name="connsiteX312" fmla="*/ 4618319 w 5883342"/>
              <a:gd name="connsiteY312" fmla="*/ 4595989 h 5883329"/>
              <a:gd name="connsiteX313" fmla="*/ 4830509 w 5883342"/>
              <a:gd name="connsiteY313" fmla="*/ 4788177 h 5883329"/>
              <a:gd name="connsiteX314" fmla="*/ 4848771 w 5883342"/>
              <a:gd name="connsiteY314" fmla="*/ 4767596 h 5883329"/>
              <a:gd name="connsiteX315" fmla="*/ 4867324 w 5883342"/>
              <a:gd name="connsiteY315" fmla="*/ 4747305 h 5883329"/>
              <a:gd name="connsiteX316" fmla="*/ 4770794 w 5883342"/>
              <a:gd name="connsiteY316" fmla="*/ 4660342 h 5883329"/>
              <a:gd name="connsiteX317" fmla="*/ 4839785 w 5883342"/>
              <a:gd name="connsiteY317" fmla="*/ 4583814 h 5883329"/>
              <a:gd name="connsiteX318" fmla="*/ 4936025 w 5883342"/>
              <a:gd name="connsiteY318" fmla="*/ 4670777 h 5883329"/>
              <a:gd name="connsiteX319" fmla="*/ 4954575 w 5883342"/>
              <a:gd name="connsiteY319" fmla="*/ 4650196 h 5883329"/>
              <a:gd name="connsiteX320" fmla="*/ 4973418 w 5883342"/>
              <a:gd name="connsiteY320" fmla="*/ 4629325 h 5883329"/>
              <a:gd name="connsiteX321" fmla="*/ 2938192 w 5883342"/>
              <a:gd name="connsiteY321" fmla="*/ 4294517 h 5883329"/>
              <a:gd name="connsiteX322" fmla="*/ 2959355 w 5883342"/>
              <a:gd name="connsiteY322" fmla="*/ 4321185 h 5883329"/>
              <a:gd name="connsiteX323" fmla="*/ 2982544 w 5883342"/>
              <a:gd name="connsiteY323" fmla="*/ 4343506 h 5883329"/>
              <a:gd name="connsiteX324" fmla="*/ 2976166 w 5883342"/>
              <a:gd name="connsiteY324" fmla="*/ 4350463 h 5883329"/>
              <a:gd name="connsiteX325" fmla="*/ 2976166 w 5883342"/>
              <a:gd name="connsiteY325" fmla="*/ 4529027 h 5883329"/>
              <a:gd name="connsiteX326" fmla="*/ 3066029 w 5883342"/>
              <a:gd name="connsiteY326" fmla="*/ 4544681 h 5883329"/>
              <a:gd name="connsiteX327" fmla="*/ 3135889 w 5883342"/>
              <a:gd name="connsiteY327" fmla="*/ 4587293 h 5883329"/>
              <a:gd name="connsiteX328" fmla="*/ 3203721 w 5883342"/>
              <a:gd name="connsiteY328" fmla="*/ 4606134 h 5883329"/>
              <a:gd name="connsiteX329" fmla="*/ 3238216 w 5883342"/>
              <a:gd name="connsiteY329" fmla="*/ 4639760 h 5883329"/>
              <a:gd name="connsiteX330" fmla="*/ 3276768 w 5883342"/>
              <a:gd name="connsiteY330" fmla="*/ 4643239 h 5883329"/>
              <a:gd name="connsiteX331" fmla="*/ 3330687 w 5883342"/>
              <a:gd name="connsiteY331" fmla="*/ 4683531 h 5883329"/>
              <a:gd name="connsiteX332" fmla="*/ 3372429 w 5883342"/>
              <a:gd name="connsiteY332" fmla="*/ 4709330 h 5883329"/>
              <a:gd name="connsiteX333" fmla="*/ 3393299 w 5883342"/>
              <a:gd name="connsiteY333" fmla="*/ 4735419 h 5883329"/>
              <a:gd name="connsiteX334" fmla="*/ 3432144 w 5883342"/>
              <a:gd name="connsiteY334" fmla="*/ 4751073 h 5883329"/>
              <a:gd name="connsiteX335" fmla="*/ 3476204 w 5883342"/>
              <a:gd name="connsiteY335" fmla="*/ 4756290 h 5883329"/>
              <a:gd name="connsiteX336" fmla="*/ 3534179 w 5883342"/>
              <a:gd name="connsiteY336" fmla="*/ 4779480 h 5883329"/>
              <a:gd name="connsiteX337" fmla="*/ 3617954 w 5883342"/>
              <a:gd name="connsiteY337" fmla="*/ 4826150 h 5883329"/>
              <a:gd name="connsiteX338" fmla="*/ 3780574 w 5883342"/>
              <a:gd name="connsiteY338" fmla="*/ 4853688 h 5883329"/>
              <a:gd name="connsiteX339" fmla="*/ 2118131 w 5883342"/>
              <a:gd name="connsiteY339" fmla="*/ 4855428 h 5883329"/>
              <a:gd name="connsiteX340" fmla="*/ 2316696 w 5883342"/>
              <a:gd name="connsiteY340" fmla="*/ 4832238 h 5883329"/>
              <a:gd name="connsiteX341" fmla="*/ 2403659 w 5883342"/>
              <a:gd name="connsiteY341" fmla="*/ 4785568 h 5883329"/>
              <a:gd name="connsiteX342" fmla="*/ 2450331 w 5883342"/>
              <a:gd name="connsiteY342" fmla="*/ 4741506 h 5883329"/>
              <a:gd name="connsiteX343" fmla="*/ 2497001 w 5883342"/>
              <a:gd name="connsiteY343" fmla="*/ 4718026 h 5883329"/>
              <a:gd name="connsiteX344" fmla="*/ 2538743 w 5883342"/>
              <a:gd name="connsiteY344" fmla="*/ 4694546 h 5883329"/>
              <a:gd name="connsiteX345" fmla="*/ 2574978 w 5883342"/>
              <a:gd name="connsiteY345" fmla="*/ 4647877 h 5883329"/>
              <a:gd name="connsiteX346" fmla="*/ 2629475 w 5883342"/>
              <a:gd name="connsiteY346" fmla="*/ 4627006 h 5883329"/>
              <a:gd name="connsiteX347" fmla="*/ 2681362 w 5883342"/>
              <a:gd name="connsiteY347" fmla="*/ 4590771 h 5883329"/>
              <a:gd name="connsiteX348" fmla="*/ 2748904 w 5883342"/>
              <a:gd name="connsiteY348" fmla="*/ 4572509 h 5883329"/>
              <a:gd name="connsiteX349" fmla="*/ 2808618 w 5883342"/>
              <a:gd name="connsiteY349" fmla="*/ 4536274 h 5883329"/>
              <a:gd name="connsiteX350" fmla="*/ 2903409 w 5883342"/>
              <a:gd name="connsiteY350" fmla="*/ 4531636 h 5883329"/>
              <a:gd name="connsiteX351" fmla="*/ 2903409 w 5883342"/>
              <a:gd name="connsiteY351" fmla="*/ 4354232 h 5883329"/>
              <a:gd name="connsiteX352" fmla="*/ 2894711 w 5883342"/>
              <a:gd name="connsiteY352" fmla="*/ 4346115 h 5883329"/>
              <a:gd name="connsiteX353" fmla="*/ 2917612 w 5883342"/>
              <a:gd name="connsiteY353" fmla="*/ 4321185 h 5883329"/>
              <a:gd name="connsiteX354" fmla="*/ 2938192 w 5883342"/>
              <a:gd name="connsiteY354" fmla="*/ 4294517 h 5883329"/>
              <a:gd name="connsiteX355" fmla="*/ 4935734 w 5883342"/>
              <a:gd name="connsiteY355" fmla="*/ 4198279 h 5883329"/>
              <a:gd name="connsiteX356" fmla="*/ 4920950 w 5883342"/>
              <a:gd name="connsiteY356" fmla="*/ 4219440 h 5883329"/>
              <a:gd name="connsiteX357" fmla="*/ 4906166 w 5883342"/>
              <a:gd name="connsiteY357" fmla="*/ 4240600 h 5883329"/>
              <a:gd name="connsiteX358" fmla="*/ 5070816 w 5883342"/>
              <a:gd name="connsiteY358" fmla="*/ 4356551 h 5883329"/>
              <a:gd name="connsiteX359" fmla="*/ 4845583 w 5883342"/>
              <a:gd name="connsiteY359" fmla="*/ 4327563 h 5883329"/>
              <a:gd name="connsiteX360" fmla="*/ 4829060 w 5883342"/>
              <a:gd name="connsiteY360" fmla="*/ 4351333 h 5883329"/>
              <a:gd name="connsiteX361" fmla="*/ 4812537 w 5883342"/>
              <a:gd name="connsiteY361" fmla="*/ 4374813 h 5883329"/>
              <a:gd name="connsiteX362" fmla="*/ 5047046 w 5883342"/>
              <a:gd name="connsiteY362" fmla="*/ 4539174 h 5883329"/>
              <a:gd name="connsiteX363" fmla="*/ 5061830 w 5883342"/>
              <a:gd name="connsiteY363" fmla="*/ 4518012 h 5883329"/>
              <a:gd name="connsiteX364" fmla="*/ 5076324 w 5883342"/>
              <a:gd name="connsiteY364" fmla="*/ 4496851 h 5883329"/>
              <a:gd name="connsiteX365" fmla="*/ 4907325 w 5883342"/>
              <a:gd name="connsiteY365" fmla="*/ 4378582 h 5883329"/>
              <a:gd name="connsiteX366" fmla="*/ 5139227 w 5883342"/>
              <a:gd name="connsiteY366" fmla="*/ 4407569 h 5883329"/>
              <a:gd name="connsiteX367" fmla="*/ 5155171 w 5883342"/>
              <a:gd name="connsiteY367" fmla="*/ 4384959 h 5883329"/>
              <a:gd name="connsiteX368" fmla="*/ 5170244 w 5883342"/>
              <a:gd name="connsiteY368" fmla="*/ 4362639 h 5883329"/>
              <a:gd name="connsiteX369" fmla="*/ 891083 w 5883342"/>
              <a:gd name="connsiteY369" fmla="*/ 4173060 h 5883329"/>
              <a:gd name="connsiteX370" fmla="*/ 705561 w 5883342"/>
              <a:gd name="connsiteY370" fmla="*/ 4291909 h 5883329"/>
              <a:gd name="connsiteX371" fmla="*/ 721504 w 5883342"/>
              <a:gd name="connsiteY371" fmla="*/ 4390177 h 5883329"/>
              <a:gd name="connsiteX372" fmla="*/ 796292 w 5883342"/>
              <a:gd name="connsiteY372" fmla="*/ 4431340 h 5883329"/>
              <a:gd name="connsiteX373" fmla="*/ 801800 w 5883342"/>
              <a:gd name="connsiteY373" fmla="*/ 4431340 h 5883329"/>
              <a:gd name="connsiteX374" fmla="*/ 772812 w 5883342"/>
              <a:gd name="connsiteY374" fmla="*/ 4455979 h 5883329"/>
              <a:gd name="connsiteX375" fmla="*/ 792814 w 5883342"/>
              <a:gd name="connsiteY375" fmla="*/ 4486995 h 5883329"/>
              <a:gd name="connsiteX376" fmla="*/ 922389 w 5883342"/>
              <a:gd name="connsiteY376" fmla="*/ 4402931 h 5883329"/>
              <a:gd name="connsiteX377" fmla="*/ 862384 w 5883342"/>
              <a:gd name="connsiteY377" fmla="*/ 4310171 h 5883329"/>
              <a:gd name="connsiteX378" fmla="*/ 820932 w 5883342"/>
              <a:gd name="connsiteY378" fmla="*/ 4337130 h 5883329"/>
              <a:gd name="connsiteX379" fmla="*/ 853108 w 5883342"/>
              <a:gd name="connsiteY379" fmla="*/ 4390177 h 5883329"/>
              <a:gd name="connsiteX380" fmla="*/ 815714 w 5883342"/>
              <a:gd name="connsiteY380" fmla="*/ 4397424 h 5883329"/>
              <a:gd name="connsiteX381" fmla="*/ 766435 w 5883342"/>
              <a:gd name="connsiteY381" fmla="*/ 4370175 h 5883329"/>
              <a:gd name="connsiteX382" fmla="*/ 756869 w 5883342"/>
              <a:gd name="connsiteY382" fmla="*/ 4308431 h 5883329"/>
              <a:gd name="connsiteX383" fmla="*/ 808467 w 5883342"/>
              <a:gd name="connsiteY383" fmla="*/ 4251906 h 5883329"/>
              <a:gd name="connsiteX384" fmla="*/ 882096 w 5883342"/>
              <a:gd name="connsiteY384" fmla="*/ 4228136 h 5883329"/>
              <a:gd name="connsiteX385" fmla="*/ 935434 w 5883342"/>
              <a:gd name="connsiteY385" fmla="*/ 4260602 h 5883329"/>
              <a:gd name="connsiteX386" fmla="*/ 944130 w 5883342"/>
              <a:gd name="connsiteY386" fmla="*/ 4300026 h 5883329"/>
              <a:gd name="connsiteX387" fmla="*/ 927317 w 5883342"/>
              <a:gd name="connsiteY387" fmla="*/ 4334231 h 5883329"/>
              <a:gd name="connsiteX388" fmla="*/ 959783 w 5883342"/>
              <a:gd name="connsiteY388" fmla="*/ 4380321 h 5883329"/>
              <a:gd name="connsiteX389" fmla="*/ 999206 w 5883342"/>
              <a:gd name="connsiteY389" fmla="*/ 4311620 h 5883329"/>
              <a:gd name="connsiteX390" fmla="*/ 978046 w 5883342"/>
              <a:gd name="connsiteY390" fmla="*/ 4231035 h 5883329"/>
              <a:gd name="connsiteX391" fmla="*/ 891083 w 5883342"/>
              <a:gd name="connsiteY391" fmla="*/ 4173060 h 5883329"/>
              <a:gd name="connsiteX392" fmla="*/ 5119227 w 5883342"/>
              <a:gd name="connsiteY392" fmla="*/ 4006380 h 5883329"/>
              <a:gd name="connsiteX393" fmla="*/ 5193724 w 5883342"/>
              <a:gd name="connsiteY393" fmla="*/ 4024643 h 5883329"/>
              <a:gd name="connsiteX394" fmla="*/ 5251411 w 5883342"/>
              <a:gd name="connsiteY394" fmla="*/ 4074501 h 5883329"/>
              <a:gd name="connsiteX395" fmla="*/ 5256542 w 5883342"/>
              <a:gd name="connsiteY395" fmla="*/ 4091256 h 5883329"/>
              <a:gd name="connsiteX396" fmla="*/ 5202132 w 5883342"/>
              <a:gd name="connsiteY396" fmla="*/ 4167261 h 5883329"/>
              <a:gd name="connsiteX397" fmla="*/ 5128792 w 5883342"/>
              <a:gd name="connsiteY397" fmla="*/ 4149869 h 5883329"/>
              <a:gd name="connsiteX398" fmla="*/ 5070816 w 5883342"/>
              <a:gd name="connsiteY398" fmla="*/ 4098271 h 5883329"/>
              <a:gd name="connsiteX399" fmla="*/ 5070816 w 5883342"/>
              <a:gd name="connsiteY399" fmla="*/ 4040295 h 5883329"/>
              <a:gd name="connsiteX400" fmla="*/ 5119227 w 5883342"/>
              <a:gd name="connsiteY400" fmla="*/ 4006380 h 5883329"/>
              <a:gd name="connsiteX401" fmla="*/ 5106472 w 5883342"/>
              <a:gd name="connsiteY401" fmla="*/ 3954783 h 5883329"/>
              <a:gd name="connsiteX402" fmla="*/ 5093891 w 5883342"/>
              <a:gd name="connsiteY402" fmla="*/ 3958609 h 5883329"/>
              <a:gd name="connsiteX403" fmla="*/ 5019509 w 5883342"/>
              <a:gd name="connsiteY403" fmla="*/ 4117983 h 5883329"/>
              <a:gd name="connsiteX404" fmla="*/ 5101543 w 5883342"/>
              <a:gd name="connsiteY404" fmla="*/ 4200308 h 5883329"/>
              <a:gd name="connsiteX405" fmla="*/ 5214015 w 5883342"/>
              <a:gd name="connsiteY405" fmla="*/ 4221179 h 5883329"/>
              <a:gd name="connsiteX406" fmla="*/ 5292863 w 5883342"/>
              <a:gd name="connsiteY406" fmla="*/ 4158856 h 5883329"/>
              <a:gd name="connsiteX407" fmla="*/ 5292283 w 5883342"/>
              <a:gd name="connsiteY407" fmla="*/ 4158276 h 5883329"/>
              <a:gd name="connsiteX408" fmla="*/ 5300978 w 5883342"/>
              <a:gd name="connsiteY408" fmla="*/ 4058269 h 5883329"/>
              <a:gd name="connsiteX409" fmla="*/ 5220684 w 5883342"/>
              <a:gd name="connsiteY409" fmla="*/ 3976813 h 5883329"/>
              <a:gd name="connsiteX410" fmla="*/ 5106472 w 5883342"/>
              <a:gd name="connsiteY410" fmla="*/ 3954783 h 5883329"/>
              <a:gd name="connsiteX411" fmla="*/ 773392 w 5883342"/>
              <a:gd name="connsiteY411" fmla="*/ 3864051 h 5883329"/>
              <a:gd name="connsiteX412" fmla="*/ 513952 w 5883342"/>
              <a:gd name="connsiteY412" fmla="*/ 3985219 h 5883329"/>
              <a:gd name="connsiteX413" fmla="*/ 524678 w 5883342"/>
              <a:gd name="connsiteY413" fmla="*/ 4008410 h 5883329"/>
              <a:gd name="connsiteX414" fmla="*/ 535693 w 5883342"/>
              <a:gd name="connsiteY414" fmla="*/ 4031600 h 5883329"/>
              <a:gd name="connsiteX415" fmla="*/ 722663 w 5883342"/>
              <a:gd name="connsiteY415" fmla="*/ 3944637 h 5883329"/>
              <a:gd name="connsiteX416" fmla="*/ 581493 w 5883342"/>
              <a:gd name="connsiteY416" fmla="*/ 4130448 h 5883329"/>
              <a:gd name="connsiteX417" fmla="*/ 593089 w 5883342"/>
              <a:gd name="connsiteY417" fmla="*/ 4155087 h 5883329"/>
              <a:gd name="connsiteX418" fmla="*/ 604684 w 5883342"/>
              <a:gd name="connsiteY418" fmla="*/ 4179437 h 5883329"/>
              <a:gd name="connsiteX419" fmla="*/ 864123 w 5883342"/>
              <a:gd name="connsiteY419" fmla="*/ 4058558 h 5883329"/>
              <a:gd name="connsiteX420" fmla="*/ 853108 w 5883342"/>
              <a:gd name="connsiteY420" fmla="*/ 4035078 h 5883329"/>
              <a:gd name="connsiteX421" fmla="*/ 842383 w 5883342"/>
              <a:gd name="connsiteY421" fmla="*/ 4011888 h 5883329"/>
              <a:gd name="connsiteX422" fmla="*/ 660340 w 5883342"/>
              <a:gd name="connsiteY422" fmla="*/ 4096822 h 5883329"/>
              <a:gd name="connsiteX423" fmla="*/ 797742 w 5883342"/>
              <a:gd name="connsiteY423" fmla="*/ 3916519 h 5883329"/>
              <a:gd name="connsiteX424" fmla="*/ 785567 w 5883342"/>
              <a:gd name="connsiteY424" fmla="*/ 3890430 h 5883329"/>
              <a:gd name="connsiteX425" fmla="*/ 5403596 w 5883342"/>
              <a:gd name="connsiteY425" fmla="*/ 3746652 h 5883329"/>
              <a:gd name="connsiteX426" fmla="*/ 5356634 w 5883342"/>
              <a:gd name="connsiteY426" fmla="*/ 3868980 h 5883329"/>
              <a:gd name="connsiteX427" fmla="*/ 5136909 w 5883342"/>
              <a:gd name="connsiteY427" fmla="*/ 3784625 h 5883329"/>
              <a:gd name="connsiteX428" fmla="*/ 5127052 w 5883342"/>
              <a:gd name="connsiteY428" fmla="*/ 3810424 h 5883329"/>
              <a:gd name="connsiteX429" fmla="*/ 5117198 w 5883342"/>
              <a:gd name="connsiteY429" fmla="*/ 3835933 h 5883329"/>
              <a:gd name="connsiteX430" fmla="*/ 5385043 w 5883342"/>
              <a:gd name="connsiteY430" fmla="*/ 3938839 h 5883329"/>
              <a:gd name="connsiteX431" fmla="*/ 5451134 w 5883342"/>
              <a:gd name="connsiteY431" fmla="*/ 3764913 h 5883329"/>
              <a:gd name="connsiteX432" fmla="*/ 5427364 w 5883342"/>
              <a:gd name="connsiteY432" fmla="*/ 3755927 h 5883329"/>
              <a:gd name="connsiteX433" fmla="*/ 722953 w 5883342"/>
              <a:gd name="connsiteY433" fmla="*/ 3736795 h 5883329"/>
              <a:gd name="connsiteX434" fmla="*/ 455687 w 5883342"/>
              <a:gd name="connsiteY434" fmla="*/ 3839412 h 5883329"/>
              <a:gd name="connsiteX435" fmla="*/ 465543 w 5883342"/>
              <a:gd name="connsiteY435" fmla="*/ 3865211 h 5883329"/>
              <a:gd name="connsiteX436" fmla="*/ 475398 w 5883342"/>
              <a:gd name="connsiteY436" fmla="*/ 3890720 h 5883329"/>
              <a:gd name="connsiteX437" fmla="*/ 742665 w 5883342"/>
              <a:gd name="connsiteY437" fmla="*/ 3788104 h 5883329"/>
              <a:gd name="connsiteX438" fmla="*/ 732809 w 5883342"/>
              <a:gd name="connsiteY438" fmla="*/ 3762595 h 5883329"/>
              <a:gd name="connsiteX439" fmla="*/ 478008 w 5883342"/>
              <a:gd name="connsiteY439" fmla="*/ 3541709 h 5883329"/>
              <a:gd name="connsiteX440" fmla="*/ 461485 w 5883342"/>
              <a:gd name="connsiteY440" fmla="*/ 3546057 h 5883329"/>
              <a:gd name="connsiteX441" fmla="*/ 393073 w 5883342"/>
              <a:gd name="connsiteY441" fmla="*/ 3584900 h 5883329"/>
              <a:gd name="connsiteX442" fmla="*/ 386407 w 5883342"/>
              <a:gd name="connsiteY442" fmla="*/ 3654470 h 5883329"/>
              <a:gd name="connsiteX443" fmla="*/ 424381 w 5883342"/>
              <a:gd name="connsiteY443" fmla="*/ 3709837 h 5883329"/>
              <a:gd name="connsiteX444" fmla="*/ 424381 w 5883342"/>
              <a:gd name="connsiteY444" fmla="*/ 3709257 h 5883329"/>
              <a:gd name="connsiteX445" fmla="*/ 493661 w 5883342"/>
              <a:gd name="connsiteY445" fmla="*/ 3713896 h 5883329"/>
              <a:gd name="connsiteX446" fmla="*/ 692517 w 5883342"/>
              <a:gd name="connsiteY446" fmla="*/ 3660558 h 5883329"/>
              <a:gd name="connsiteX447" fmla="*/ 685270 w 5883342"/>
              <a:gd name="connsiteY447" fmla="*/ 3633889 h 5883329"/>
              <a:gd name="connsiteX448" fmla="*/ 678312 w 5883342"/>
              <a:gd name="connsiteY448" fmla="*/ 3607511 h 5883329"/>
              <a:gd name="connsiteX449" fmla="*/ 479457 w 5883342"/>
              <a:gd name="connsiteY449" fmla="*/ 3660848 h 5883329"/>
              <a:gd name="connsiteX450" fmla="*/ 448440 w 5883342"/>
              <a:gd name="connsiteY450" fmla="*/ 3660848 h 5883329"/>
              <a:gd name="connsiteX451" fmla="*/ 445484 w 5883342"/>
              <a:gd name="connsiteY451" fmla="*/ 3658819 h 5883329"/>
              <a:gd name="connsiteX452" fmla="*/ 439454 w 5883342"/>
              <a:gd name="connsiteY452" fmla="*/ 3613308 h 5883329"/>
              <a:gd name="connsiteX453" fmla="*/ 474819 w 5883342"/>
              <a:gd name="connsiteY453" fmla="*/ 3596495 h 5883329"/>
              <a:gd name="connsiteX454" fmla="*/ 491342 w 5883342"/>
              <a:gd name="connsiteY454" fmla="*/ 3592147 h 5883329"/>
              <a:gd name="connsiteX455" fmla="*/ 5351272 w 5883342"/>
              <a:gd name="connsiteY455" fmla="*/ 3443702 h 5883329"/>
              <a:gd name="connsiteX456" fmla="*/ 5389680 w 5883342"/>
              <a:gd name="connsiteY456" fmla="*/ 3449528 h 5883329"/>
              <a:gd name="connsiteX457" fmla="*/ 5455773 w 5883342"/>
              <a:gd name="connsiteY457" fmla="*/ 3485763 h 5883329"/>
              <a:gd name="connsiteX458" fmla="*/ 5464818 w 5883342"/>
              <a:gd name="connsiteY458" fmla="*/ 3500807 h 5883329"/>
              <a:gd name="connsiteX459" fmla="*/ 5430264 w 5883342"/>
              <a:gd name="connsiteY459" fmla="*/ 3588089 h 5883329"/>
              <a:gd name="connsiteX460" fmla="*/ 5354895 w 5883342"/>
              <a:gd name="connsiteY460" fmla="*/ 3588089 h 5883329"/>
              <a:gd name="connsiteX461" fmla="*/ 5287355 w 5883342"/>
              <a:gd name="connsiteY461" fmla="*/ 3551564 h 5883329"/>
              <a:gd name="connsiteX462" fmla="*/ 5276803 w 5883342"/>
              <a:gd name="connsiteY462" fmla="*/ 3533969 h 5883329"/>
              <a:gd name="connsiteX463" fmla="*/ 5312864 w 5883342"/>
              <a:gd name="connsiteY463" fmla="*/ 3449528 h 5883329"/>
              <a:gd name="connsiteX464" fmla="*/ 5351272 w 5883342"/>
              <a:gd name="connsiteY464" fmla="*/ 3443702 h 5883329"/>
              <a:gd name="connsiteX465" fmla="*/ 5343895 w 5883342"/>
              <a:gd name="connsiteY465" fmla="*/ 3389031 h 5883329"/>
              <a:gd name="connsiteX466" fmla="*/ 5286485 w 5883342"/>
              <a:gd name="connsiteY466" fmla="*/ 3402568 h 5883329"/>
              <a:gd name="connsiteX467" fmla="*/ 5275064 w 5883342"/>
              <a:gd name="connsiteY467" fmla="*/ 3409438 h 5883329"/>
              <a:gd name="connsiteX468" fmla="*/ 5241844 w 5883342"/>
              <a:gd name="connsiteY468" fmla="*/ 3581712 h 5883329"/>
              <a:gd name="connsiteX469" fmla="*/ 5341562 w 5883342"/>
              <a:gd name="connsiteY469" fmla="*/ 3642006 h 5883329"/>
              <a:gd name="connsiteX470" fmla="*/ 5455774 w 5883342"/>
              <a:gd name="connsiteY470" fmla="*/ 3635049 h 5883329"/>
              <a:gd name="connsiteX471" fmla="*/ 5516937 w 5883342"/>
              <a:gd name="connsiteY471" fmla="*/ 3555333 h 5883329"/>
              <a:gd name="connsiteX472" fmla="*/ 5500124 w 5883342"/>
              <a:gd name="connsiteY472" fmla="*/ 3455906 h 5883329"/>
              <a:gd name="connsiteX473" fmla="*/ 5402435 w 5883342"/>
              <a:gd name="connsiteY473" fmla="*/ 3396191 h 5883329"/>
              <a:gd name="connsiteX474" fmla="*/ 5343895 w 5883342"/>
              <a:gd name="connsiteY474" fmla="*/ 3389031 h 5883329"/>
              <a:gd name="connsiteX475" fmla="*/ 624105 w 5883342"/>
              <a:gd name="connsiteY475" fmla="*/ 3377349 h 5883329"/>
              <a:gd name="connsiteX476" fmla="*/ 343215 w 5883342"/>
              <a:gd name="connsiteY476" fmla="*/ 3432136 h 5883329"/>
              <a:gd name="connsiteX477" fmla="*/ 348433 w 5883342"/>
              <a:gd name="connsiteY477" fmla="*/ 3459094 h 5883329"/>
              <a:gd name="connsiteX478" fmla="*/ 353651 w 5883342"/>
              <a:gd name="connsiteY478" fmla="*/ 3486052 h 5883329"/>
              <a:gd name="connsiteX479" fmla="*/ 634541 w 5883342"/>
              <a:gd name="connsiteY479" fmla="*/ 3431555 h 5883329"/>
              <a:gd name="connsiteX480" fmla="*/ 629324 w 5883342"/>
              <a:gd name="connsiteY480" fmla="*/ 3404307 h 5883329"/>
              <a:gd name="connsiteX481" fmla="*/ 1234006 w 5883342"/>
              <a:gd name="connsiteY481" fmla="*/ 3374449 h 5883329"/>
              <a:gd name="connsiteX482" fmla="*/ 1561278 w 5883342"/>
              <a:gd name="connsiteY482" fmla="*/ 3426337 h 5883329"/>
              <a:gd name="connsiteX483" fmla="*/ 2346844 w 5883342"/>
              <a:gd name="connsiteY483" fmla="*/ 3419960 h 5883329"/>
              <a:gd name="connsiteX484" fmla="*/ 2460765 w 5883342"/>
              <a:gd name="connsiteY484" fmla="*/ 3438513 h 5883329"/>
              <a:gd name="connsiteX485" fmla="*/ 2710929 w 5883342"/>
              <a:gd name="connsiteY485" fmla="*/ 3467500 h 5883329"/>
              <a:gd name="connsiteX486" fmla="*/ 2634111 w 5883342"/>
              <a:gd name="connsiteY486" fmla="*/ 3777958 h 5883329"/>
              <a:gd name="connsiteX487" fmla="*/ 2941670 w 5883342"/>
              <a:gd name="connsiteY487" fmla="*/ 3830135 h 5883329"/>
              <a:gd name="connsiteX488" fmla="*/ 3248941 w 5883342"/>
              <a:gd name="connsiteY488" fmla="*/ 3777958 h 5883329"/>
              <a:gd name="connsiteX489" fmla="*/ 3172123 w 5883342"/>
              <a:gd name="connsiteY489" fmla="*/ 3467790 h 5883329"/>
              <a:gd name="connsiteX490" fmla="*/ 3422286 w 5883342"/>
              <a:gd name="connsiteY490" fmla="*/ 3438802 h 5883329"/>
              <a:gd name="connsiteX491" fmla="*/ 3536498 w 5883342"/>
              <a:gd name="connsiteY491" fmla="*/ 3420250 h 5883329"/>
              <a:gd name="connsiteX492" fmla="*/ 4322065 w 5883342"/>
              <a:gd name="connsiteY492" fmla="*/ 3426628 h 5883329"/>
              <a:gd name="connsiteX493" fmla="*/ 4323224 w 5883342"/>
              <a:gd name="connsiteY493" fmla="*/ 3426337 h 5883329"/>
              <a:gd name="connsiteX494" fmla="*/ 4650204 w 5883342"/>
              <a:gd name="connsiteY494" fmla="*/ 3374449 h 5883329"/>
              <a:gd name="connsiteX495" fmla="*/ 4444393 w 5883342"/>
              <a:gd name="connsiteY495" fmla="*/ 3604032 h 5883329"/>
              <a:gd name="connsiteX496" fmla="*/ 3147484 w 5883342"/>
              <a:gd name="connsiteY496" fmla="*/ 3841731 h 5883329"/>
              <a:gd name="connsiteX497" fmla="*/ 3230678 w 5883342"/>
              <a:gd name="connsiteY497" fmla="*/ 4174508 h 5883329"/>
              <a:gd name="connsiteX498" fmla="*/ 2940801 w 5883342"/>
              <a:gd name="connsiteY498" fmla="*/ 4237122 h 5883329"/>
              <a:gd name="connsiteX499" fmla="*/ 2650925 w 5883342"/>
              <a:gd name="connsiteY499" fmla="*/ 4174508 h 5883329"/>
              <a:gd name="connsiteX500" fmla="*/ 2734119 w 5883342"/>
              <a:gd name="connsiteY500" fmla="*/ 3841731 h 5883329"/>
              <a:gd name="connsiteX501" fmla="*/ 1439819 w 5883342"/>
              <a:gd name="connsiteY501" fmla="*/ 3604032 h 5883329"/>
              <a:gd name="connsiteX502" fmla="*/ 1234006 w 5883342"/>
              <a:gd name="connsiteY502" fmla="*/ 3374449 h 5883329"/>
              <a:gd name="connsiteX503" fmla="*/ 590770 w 5883342"/>
              <a:gd name="connsiteY503" fmla="*/ 3106314 h 5883329"/>
              <a:gd name="connsiteX504" fmla="*/ 306691 w 5883342"/>
              <a:gd name="connsiteY504" fmla="*/ 3141390 h 5883329"/>
              <a:gd name="connsiteX505" fmla="*/ 331040 w 5883342"/>
              <a:gd name="connsiteY505" fmla="*/ 3340825 h 5883329"/>
              <a:gd name="connsiteX506" fmla="*/ 356259 w 5883342"/>
              <a:gd name="connsiteY506" fmla="*/ 3337926 h 5883329"/>
              <a:gd name="connsiteX507" fmla="*/ 381479 w 5883342"/>
              <a:gd name="connsiteY507" fmla="*/ 3334737 h 5883329"/>
              <a:gd name="connsiteX508" fmla="*/ 363796 w 5883342"/>
              <a:gd name="connsiteY508" fmla="*/ 3189799 h 5883329"/>
              <a:gd name="connsiteX509" fmla="*/ 437715 w 5883342"/>
              <a:gd name="connsiteY509" fmla="*/ 3180523 h 5883329"/>
              <a:gd name="connsiteX510" fmla="*/ 453368 w 5883342"/>
              <a:gd name="connsiteY510" fmla="*/ 3308358 h 5883329"/>
              <a:gd name="connsiteX511" fmla="*/ 478008 w 5883342"/>
              <a:gd name="connsiteY511" fmla="*/ 3305460 h 5883329"/>
              <a:gd name="connsiteX512" fmla="*/ 502358 w 5883342"/>
              <a:gd name="connsiteY512" fmla="*/ 3302561 h 5883329"/>
              <a:gd name="connsiteX513" fmla="*/ 486704 w 5883342"/>
              <a:gd name="connsiteY513" fmla="*/ 3174725 h 5883329"/>
              <a:gd name="connsiteX514" fmla="*/ 546998 w 5883342"/>
              <a:gd name="connsiteY514" fmla="*/ 3167188 h 5883329"/>
              <a:gd name="connsiteX515" fmla="*/ 563811 w 5883342"/>
              <a:gd name="connsiteY515" fmla="*/ 3304880 h 5883329"/>
              <a:gd name="connsiteX516" fmla="*/ 589321 w 5883342"/>
              <a:gd name="connsiteY516" fmla="*/ 3301981 h 5883329"/>
              <a:gd name="connsiteX517" fmla="*/ 614250 w 5883342"/>
              <a:gd name="connsiteY517" fmla="*/ 3298792 h 5883329"/>
              <a:gd name="connsiteX518" fmla="*/ 5381565 w 5883342"/>
              <a:gd name="connsiteY518" fmla="*/ 3057905 h 5883329"/>
              <a:gd name="connsiteX519" fmla="*/ 5308225 w 5883342"/>
              <a:gd name="connsiteY519" fmla="*/ 3086893 h 5883329"/>
              <a:gd name="connsiteX520" fmla="*/ 5308225 w 5883342"/>
              <a:gd name="connsiteY520" fmla="*/ 3260819 h 5883329"/>
              <a:gd name="connsiteX521" fmla="*/ 5527372 w 5883342"/>
              <a:gd name="connsiteY521" fmla="*/ 3281400 h 5883329"/>
              <a:gd name="connsiteX522" fmla="*/ 5575493 w 5883342"/>
              <a:gd name="connsiteY522" fmla="*/ 3194437 h 5883329"/>
              <a:gd name="connsiteX523" fmla="*/ 5541866 w 5883342"/>
              <a:gd name="connsiteY523" fmla="*/ 3115881 h 5883329"/>
              <a:gd name="connsiteX524" fmla="*/ 5537519 w 5883342"/>
              <a:gd name="connsiteY524" fmla="*/ 3113561 h 5883329"/>
              <a:gd name="connsiteX525" fmla="*/ 5574912 w 5883342"/>
              <a:gd name="connsiteY525" fmla="*/ 3111242 h 5883329"/>
              <a:gd name="connsiteX526" fmla="*/ 5577522 w 5883342"/>
              <a:gd name="connsiteY526" fmla="*/ 3075008 h 5883329"/>
              <a:gd name="connsiteX527" fmla="*/ 5423598 w 5883342"/>
              <a:gd name="connsiteY527" fmla="*/ 3061674 h 5883329"/>
              <a:gd name="connsiteX528" fmla="*/ 5414031 w 5883342"/>
              <a:gd name="connsiteY528" fmla="*/ 3171536 h 5883329"/>
              <a:gd name="connsiteX529" fmla="*/ 5463311 w 5883342"/>
              <a:gd name="connsiteY529" fmla="*/ 3175885 h 5883329"/>
              <a:gd name="connsiteX530" fmla="*/ 5468528 w 5883342"/>
              <a:gd name="connsiteY530" fmla="*/ 3113851 h 5883329"/>
              <a:gd name="connsiteX531" fmla="*/ 5502443 w 5883342"/>
              <a:gd name="connsiteY531" fmla="*/ 3131244 h 5883329"/>
              <a:gd name="connsiteX532" fmla="*/ 5524474 w 5883342"/>
              <a:gd name="connsiteY532" fmla="*/ 3183132 h 5883329"/>
              <a:gd name="connsiteX533" fmla="*/ 5495486 w 5883342"/>
              <a:gd name="connsiteY533" fmla="*/ 3237628 h 5883329"/>
              <a:gd name="connsiteX534" fmla="*/ 5419829 w 5883342"/>
              <a:gd name="connsiteY534" fmla="*/ 3250383 h 5883329"/>
              <a:gd name="connsiteX535" fmla="*/ 5347070 w 5883342"/>
              <a:gd name="connsiteY535" fmla="*/ 3223715 h 5883329"/>
              <a:gd name="connsiteX536" fmla="*/ 5325039 w 5883342"/>
              <a:gd name="connsiteY536" fmla="*/ 3165739 h 5883329"/>
              <a:gd name="connsiteX537" fmla="*/ 5342431 w 5883342"/>
              <a:gd name="connsiteY537" fmla="*/ 3128925 h 5883329"/>
              <a:gd name="connsiteX538" fmla="*/ 5376926 w 5883342"/>
              <a:gd name="connsiteY538" fmla="*/ 3112692 h 5883329"/>
              <a:gd name="connsiteX539" fmla="*/ 1422136 w 5883342"/>
              <a:gd name="connsiteY539" fmla="*/ 2968913 h 5883329"/>
              <a:gd name="connsiteX540" fmla="*/ 1603600 w 5883342"/>
              <a:gd name="connsiteY540" fmla="*/ 2988625 h 5883329"/>
              <a:gd name="connsiteX541" fmla="*/ 1761002 w 5883342"/>
              <a:gd name="connsiteY541" fmla="*/ 2988625 h 5883329"/>
              <a:gd name="connsiteX542" fmla="*/ 1941307 w 5883342"/>
              <a:gd name="connsiteY542" fmla="*/ 2986886 h 5883329"/>
              <a:gd name="connsiteX543" fmla="*/ 2213500 w 5883342"/>
              <a:gd name="connsiteY543" fmla="*/ 2993843 h 5883329"/>
              <a:gd name="connsiteX544" fmla="*/ 2507726 w 5883342"/>
              <a:gd name="connsiteY544" fmla="*/ 3062254 h 5883329"/>
              <a:gd name="connsiteX545" fmla="*/ 2715567 w 5883342"/>
              <a:gd name="connsiteY545" fmla="*/ 3076457 h 5883329"/>
              <a:gd name="connsiteX546" fmla="*/ 2645417 w 5883342"/>
              <a:gd name="connsiteY546" fmla="*/ 3374740 h 5883329"/>
              <a:gd name="connsiteX547" fmla="*/ 2935294 w 5883342"/>
              <a:gd name="connsiteY547" fmla="*/ 3408945 h 5883329"/>
              <a:gd name="connsiteX548" fmla="*/ 2938482 w 5883342"/>
              <a:gd name="connsiteY548" fmla="*/ 3408945 h 5883329"/>
              <a:gd name="connsiteX549" fmla="*/ 2942251 w 5883342"/>
              <a:gd name="connsiteY549" fmla="*/ 3408945 h 5883329"/>
              <a:gd name="connsiteX550" fmla="*/ 3234157 w 5883342"/>
              <a:gd name="connsiteY550" fmla="*/ 3374161 h 5883329"/>
              <a:gd name="connsiteX551" fmla="*/ 3164007 w 5883342"/>
              <a:gd name="connsiteY551" fmla="*/ 3075878 h 5883329"/>
              <a:gd name="connsiteX552" fmla="*/ 3371848 w 5883342"/>
              <a:gd name="connsiteY552" fmla="*/ 3061674 h 5883329"/>
              <a:gd name="connsiteX553" fmla="*/ 3667233 w 5883342"/>
              <a:gd name="connsiteY553" fmla="*/ 2994132 h 5883329"/>
              <a:gd name="connsiteX554" fmla="*/ 3939428 w 5883342"/>
              <a:gd name="connsiteY554" fmla="*/ 2987176 h 5883329"/>
              <a:gd name="connsiteX555" fmla="*/ 4119730 w 5883342"/>
              <a:gd name="connsiteY555" fmla="*/ 2988915 h 5883329"/>
              <a:gd name="connsiteX556" fmla="*/ 4277133 w 5883342"/>
              <a:gd name="connsiteY556" fmla="*/ 2988915 h 5883329"/>
              <a:gd name="connsiteX557" fmla="*/ 4277133 w 5883342"/>
              <a:gd name="connsiteY557" fmla="*/ 2988625 h 5883329"/>
              <a:gd name="connsiteX558" fmla="*/ 4458596 w 5883342"/>
              <a:gd name="connsiteY558" fmla="*/ 2968913 h 5883329"/>
              <a:gd name="connsiteX559" fmla="*/ 4284670 w 5883342"/>
              <a:gd name="connsiteY559" fmla="*/ 3140230 h 5883329"/>
              <a:gd name="connsiteX560" fmla="*/ 4031608 w 5883342"/>
              <a:gd name="connsiteY560" fmla="*/ 3256181 h 5883329"/>
              <a:gd name="connsiteX561" fmla="*/ 3413881 w 5883342"/>
              <a:gd name="connsiteY561" fmla="*/ 3392712 h 5883329"/>
              <a:gd name="connsiteX562" fmla="*/ 3138208 w 5883342"/>
              <a:gd name="connsiteY562" fmla="*/ 3423729 h 5883329"/>
              <a:gd name="connsiteX563" fmla="*/ 3111540 w 5883342"/>
              <a:gd name="connsiteY563" fmla="*/ 3426338 h 5883329"/>
              <a:gd name="connsiteX564" fmla="*/ 3188936 w 5883342"/>
              <a:gd name="connsiteY564" fmla="*/ 3740275 h 5883329"/>
              <a:gd name="connsiteX565" fmla="*/ 2939353 w 5883342"/>
              <a:gd name="connsiteY565" fmla="*/ 3782596 h 5883329"/>
              <a:gd name="connsiteX566" fmla="*/ 2689479 w 5883342"/>
              <a:gd name="connsiteY566" fmla="*/ 3740275 h 5883329"/>
              <a:gd name="connsiteX567" fmla="*/ 2767166 w 5883342"/>
              <a:gd name="connsiteY567" fmla="*/ 3426338 h 5883329"/>
              <a:gd name="connsiteX568" fmla="*/ 2740207 w 5883342"/>
              <a:gd name="connsiteY568" fmla="*/ 3423729 h 5883329"/>
              <a:gd name="connsiteX569" fmla="*/ 2464534 w 5883342"/>
              <a:gd name="connsiteY569" fmla="*/ 3392712 h 5883329"/>
              <a:gd name="connsiteX570" fmla="*/ 1849124 w 5883342"/>
              <a:gd name="connsiteY570" fmla="*/ 3256181 h 5883329"/>
              <a:gd name="connsiteX571" fmla="*/ 1596062 w 5883342"/>
              <a:gd name="connsiteY571" fmla="*/ 3140230 h 5883329"/>
              <a:gd name="connsiteX572" fmla="*/ 1422136 w 5883342"/>
              <a:gd name="connsiteY572" fmla="*/ 2968913 h 5883329"/>
              <a:gd name="connsiteX573" fmla="*/ 473659 w 5883342"/>
              <a:gd name="connsiteY573" fmla="*/ 2862818 h 5883329"/>
              <a:gd name="connsiteX574" fmla="*/ 536563 w 5883342"/>
              <a:gd name="connsiteY574" fmla="*/ 2862818 h 5883329"/>
              <a:gd name="connsiteX575" fmla="*/ 536563 w 5883342"/>
              <a:gd name="connsiteY575" fmla="*/ 2923693 h 5883329"/>
              <a:gd name="connsiteX576" fmla="*/ 528736 w 5883342"/>
              <a:gd name="connsiteY576" fmla="*/ 2955869 h 5883329"/>
              <a:gd name="connsiteX577" fmla="*/ 506705 w 5883342"/>
              <a:gd name="connsiteY577" fmla="*/ 2966304 h 5883329"/>
              <a:gd name="connsiteX578" fmla="*/ 481486 w 5883342"/>
              <a:gd name="connsiteY578" fmla="*/ 2956739 h 5883329"/>
              <a:gd name="connsiteX579" fmla="*/ 473659 w 5883342"/>
              <a:gd name="connsiteY579" fmla="*/ 2925722 h 5883329"/>
              <a:gd name="connsiteX580" fmla="*/ 349303 w 5883342"/>
              <a:gd name="connsiteY580" fmla="*/ 2859049 h 5883329"/>
              <a:gd name="connsiteX581" fmla="*/ 425540 w 5883342"/>
              <a:gd name="connsiteY581" fmla="*/ 2860499 h 5883329"/>
              <a:gd name="connsiteX582" fmla="*/ 425540 w 5883342"/>
              <a:gd name="connsiteY582" fmla="*/ 2926011 h 5883329"/>
              <a:gd name="connsiteX583" fmla="*/ 416264 w 5883342"/>
              <a:gd name="connsiteY583" fmla="*/ 2959057 h 5883329"/>
              <a:gd name="connsiteX584" fmla="*/ 389305 w 5883342"/>
              <a:gd name="connsiteY584" fmla="*/ 2969492 h 5883329"/>
              <a:gd name="connsiteX585" fmla="*/ 358869 w 5883342"/>
              <a:gd name="connsiteY585" fmla="*/ 2958187 h 5883329"/>
              <a:gd name="connsiteX586" fmla="*/ 349303 w 5883342"/>
              <a:gd name="connsiteY586" fmla="*/ 2925721 h 5883329"/>
              <a:gd name="connsiteX587" fmla="*/ 301472 w 5883342"/>
              <a:gd name="connsiteY587" fmla="*/ 2805423 h 5883329"/>
              <a:gd name="connsiteX588" fmla="*/ 301472 w 5883342"/>
              <a:gd name="connsiteY588" fmla="*/ 2831801 h 5883329"/>
              <a:gd name="connsiteX589" fmla="*/ 301183 w 5883342"/>
              <a:gd name="connsiteY589" fmla="*/ 2924852 h 5883329"/>
              <a:gd name="connsiteX590" fmla="*/ 322634 w 5883342"/>
              <a:gd name="connsiteY590" fmla="*/ 2998480 h 5883329"/>
              <a:gd name="connsiteX591" fmla="*/ 389016 w 5883342"/>
              <a:gd name="connsiteY591" fmla="*/ 3024570 h 5883329"/>
              <a:gd name="connsiteX592" fmla="*/ 444382 w 5883342"/>
              <a:gd name="connsiteY592" fmla="*/ 3000220 h 5883329"/>
              <a:gd name="connsiteX593" fmla="*/ 453948 w 5883342"/>
              <a:gd name="connsiteY593" fmla="*/ 2983986 h 5883329"/>
              <a:gd name="connsiteX594" fmla="*/ 511923 w 5883342"/>
              <a:gd name="connsiteY594" fmla="*/ 3017902 h 5883329"/>
              <a:gd name="connsiteX595" fmla="*/ 565551 w 5883342"/>
              <a:gd name="connsiteY595" fmla="*/ 2997321 h 5883329"/>
              <a:gd name="connsiteX596" fmla="*/ 585552 w 5883342"/>
              <a:gd name="connsiteY596" fmla="*/ 2937896 h 5883329"/>
              <a:gd name="connsiteX597" fmla="*/ 587581 w 5883342"/>
              <a:gd name="connsiteY597" fmla="*/ 2836730 h 5883329"/>
              <a:gd name="connsiteX598" fmla="*/ 587581 w 5883342"/>
              <a:gd name="connsiteY598" fmla="*/ 2810641 h 5883329"/>
              <a:gd name="connsiteX599" fmla="*/ 5295761 w 5883342"/>
              <a:gd name="connsiteY599" fmla="*/ 2754405 h 5883329"/>
              <a:gd name="connsiteX600" fmla="*/ 5295761 w 5883342"/>
              <a:gd name="connsiteY600" fmla="*/ 2785711 h 5883329"/>
              <a:gd name="connsiteX601" fmla="*/ 5295761 w 5883342"/>
              <a:gd name="connsiteY601" fmla="*/ 2816728 h 5883329"/>
              <a:gd name="connsiteX602" fmla="*/ 5421278 w 5883342"/>
              <a:gd name="connsiteY602" fmla="*/ 2863688 h 5883329"/>
              <a:gd name="connsiteX603" fmla="*/ 5299239 w 5883342"/>
              <a:gd name="connsiteY603" fmla="*/ 2921663 h 5883329"/>
              <a:gd name="connsiteX604" fmla="*/ 5299239 w 5883342"/>
              <a:gd name="connsiteY604" fmla="*/ 2954419 h 5883329"/>
              <a:gd name="connsiteX605" fmla="*/ 5299239 w 5883342"/>
              <a:gd name="connsiteY605" fmla="*/ 2987175 h 5883329"/>
              <a:gd name="connsiteX606" fmla="*/ 5473165 w 5883342"/>
              <a:gd name="connsiteY606" fmla="*/ 2888907 h 5883329"/>
              <a:gd name="connsiteX607" fmla="*/ 5580710 w 5883342"/>
              <a:gd name="connsiteY607" fmla="*/ 2885139 h 5883329"/>
              <a:gd name="connsiteX608" fmla="*/ 5580710 w 5883342"/>
              <a:gd name="connsiteY608" fmla="*/ 2857601 h 5883329"/>
              <a:gd name="connsiteX609" fmla="*/ 5580710 w 5883342"/>
              <a:gd name="connsiteY609" fmla="*/ 2830352 h 5883329"/>
              <a:gd name="connsiteX610" fmla="*/ 5472007 w 5883342"/>
              <a:gd name="connsiteY610" fmla="*/ 2834121 h 5883329"/>
              <a:gd name="connsiteX611" fmla="*/ 4283801 w 5883342"/>
              <a:gd name="connsiteY611" fmla="*/ 2516995 h 5883329"/>
              <a:gd name="connsiteX612" fmla="*/ 4112483 w 5883342"/>
              <a:gd name="connsiteY612" fmla="*/ 2705125 h 5883329"/>
              <a:gd name="connsiteX613" fmla="*/ 3860001 w 5883342"/>
              <a:gd name="connsiteY613" fmla="*/ 2868615 h 5883329"/>
              <a:gd name="connsiteX614" fmla="*/ 3362281 w 5883342"/>
              <a:gd name="connsiteY614" fmla="*/ 3015003 h 5883329"/>
              <a:gd name="connsiteX615" fmla="*/ 3147484 w 5883342"/>
              <a:gd name="connsiteY615" fmla="*/ 3028627 h 5883329"/>
              <a:gd name="connsiteX616" fmla="*/ 3103132 w 5883342"/>
              <a:gd name="connsiteY616" fmla="*/ 3028627 h 5883329"/>
              <a:gd name="connsiteX617" fmla="*/ 3175022 w 5883342"/>
              <a:gd name="connsiteY617" fmla="*/ 3333867 h 5883329"/>
              <a:gd name="connsiteX618" fmla="*/ 2943121 w 5883342"/>
              <a:gd name="connsiteY618" fmla="*/ 3362854 h 5883329"/>
              <a:gd name="connsiteX619" fmla="*/ 2940221 w 5883342"/>
              <a:gd name="connsiteY619" fmla="*/ 3362854 h 5883329"/>
              <a:gd name="connsiteX620" fmla="*/ 2937033 w 5883342"/>
              <a:gd name="connsiteY620" fmla="*/ 3362854 h 5883329"/>
              <a:gd name="connsiteX621" fmla="*/ 2705131 w 5883342"/>
              <a:gd name="connsiteY621" fmla="*/ 3333867 h 5883329"/>
              <a:gd name="connsiteX622" fmla="*/ 2777310 w 5883342"/>
              <a:gd name="connsiteY622" fmla="*/ 3029207 h 5883329"/>
              <a:gd name="connsiteX623" fmla="*/ 2732960 w 5883342"/>
              <a:gd name="connsiteY623" fmla="*/ 3029207 h 5883329"/>
              <a:gd name="connsiteX624" fmla="*/ 2518160 w 5883342"/>
              <a:gd name="connsiteY624" fmla="*/ 3015583 h 5883329"/>
              <a:gd name="connsiteX625" fmla="*/ 2020442 w 5883342"/>
              <a:gd name="connsiteY625" fmla="*/ 2869195 h 5883329"/>
              <a:gd name="connsiteX626" fmla="*/ 1767380 w 5883342"/>
              <a:gd name="connsiteY626" fmla="*/ 2705415 h 5883329"/>
              <a:gd name="connsiteX627" fmla="*/ 1596642 w 5883342"/>
              <a:gd name="connsiteY627" fmla="*/ 2517575 h 5883329"/>
              <a:gd name="connsiteX628" fmla="*/ 1775786 w 5883342"/>
              <a:gd name="connsiteY628" fmla="*/ 2537866 h 5883329"/>
              <a:gd name="connsiteX629" fmla="*/ 1845357 w 5883342"/>
              <a:gd name="connsiteY629" fmla="*/ 2541055 h 5883329"/>
              <a:gd name="connsiteX630" fmla="*/ 2172337 w 5883342"/>
              <a:gd name="connsiteY630" fmla="*/ 2558158 h 5883329"/>
              <a:gd name="connsiteX631" fmla="*/ 2208862 w 5883342"/>
              <a:gd name="connsiteY631" fmla="*/ 2577579 h 5883329"/>
              <a:gd name="connsiteX632" fmla="*/ 2578165 w 5883342"/>
              <a:gd name="connsiteY632" fmla="*/ 2695559 h 5883329"/>
              <a:gd name="connsiteX633" fmla="*/ 2644258 w 5883342"/>
              <a:gd name="connsiteY633" fmla="*/ 2699907 h 5883329"/>
              <a:gd name="connsiteX634" fmla="*/ 2725423 w 5883342"/>
              <a:gd name="connsiteY634" fmla="*/ 2695559 h 5883329"/>
              <a:gd name="connsiteX635" fmla="*/ 2661650 w 5883342"/>
              <a:gd name="connsiteY635" fmla="*/ 2960796 h 5883329"/>
              <a:gd name="connsiteX636" fmla="*/ 2941670 w 5883342"/>
              <a:gd name="connsiteY636" fmla="*/ 2978479 h 5883329"/>
              <a:gd name="connsiteX637" fmla="*/ 3221402 w 5883342"/>
              <a:gd name="connsiteY637" fmla="*/ 2960796 h 5883329"/>
              <a:gd name="connsiteX638" fmla="*/ 3157919 w 5883342"/>
              <a:gd name="connsiteY638" fmla="*/ 2695559 h 5883329"/>
              <a:gd name="connsiteX639" fmla="*/ 3238794 w 5883342"/>
              <a:gd name="connsiteY639" fmla="*/ 2699907 h 5883329"/>
              <a:gd name="connsiteX640" fmla="*/ 3304886 w 5883342"/>
              <a:gd name="connsiteY640" fmla="*/ 2695559 h 5883329"/>
              <a:gd name="connsiteX641" fmla="*/ 3674479 w 5883342"/>
              <a:gd name="connsiteY641" fmla="*/ 2577579 h 5883329"/>
              <a:gd name="connsiteX642" fmla="*/ 3711004 w 5883342"/>
              <a:gd name="connsiteY642" fmla="*/ 2558158 h 5883329"/>
              <a:gd name="connsiteX643" fmla="*/ 4037984 w 5883342"/>
              <a:gd name="connsiteY643" fmla="*/ 2541055 h 5883329"/>
              <a:gd name="connsiteX644" fmla="*/ 4107265 w 5883342"/>
              <a:gd name="connsiteY644" fmla="*/ 2537866 h 5883329"/>
              <a:gd name="connsiteX645" fmla="*/ 4104367 w 5883342"/>
              <a:gd name="connsiteY645" fmla="*/ 2537287 h 5883329"/>
              <a:gd name="connsiteX646" fmla="*/ 4283801 w 5883342"/>
              <a:gd name="connsiteY646" fmla="*/ 2516995 h 5883329"/>
              <a:gd name="connsiteX647" fmla="*/ 2938773 w 5883342"/>
              <a:gd name="connsiteY647" fmla="*/ 1364157 h 5883329"/>
              <a:gd name="connsiteX648" fmla="*/ 2880797 w 5883342"/>
              <a:gd name="connsiteY648" fmla="*/ 1446193 h 5883329"/>
              <a:gd name="connsiteX649" fmla="*/ 2880797 w 5883342"/>
              <a:gd name="connsiteY649" fmla="*/ 1450251 h 5883329"/>
              <a:gd name="connsiteX650" fmla="*/ 2831808 w 5883342"/>
              <a:gd name="connsiteY650" fmla="*/ 1703313 h 5883329"/>
              <a:gd name="connsiteX651" fmla="*/ 2828040 w 5883342"/>
              <a:gd name="connsiteY651" fmla="*/ 1722154 h 5883329"/>
              <a:gd name="connsiteX652" fmla="*/ 2792095 w 5883342"/>
              <a:gd name="connsiteY652" fmla="*/ 1722154 h 5883329"/>
              <a:gd name="connsiteX653" fmla="*/ 1910290 w 5883342"/>
              <a:gd name="connsiteY653" fmla="*/ 1594899 h 5883329"/>
              <a:gd name="connsiteX654" fmla="*/ 1987106 w 5883342"/>
              <a:gd name="connsiteY654" fmla="*/ 1784188 h 5883329"/>
              <a:gd name="connsiteX655" fmla="*/ 2196689 w 5883342"/>
              <a:gd name="connsiteY655" fmla="*/ 1915212 h 5883329"/>
              <a:gd name="connsiteX656" fmla="*/ 2214081 w 5883342"/>
              <a:gd name="connsiteY656" fmla="*/ 1918691 h 5883329"/>
              <a:gd name="connsiteX657" fmla="*/ 2214081 w 5883342"/>
              <a:gd name="connsiteY657" fmla="*/ 1936373 h 5883329"/>
              <a:gd name="connsiteX658" fmla="*/ 2215239 w 5883342"/>
              <a:gd name="connsiteY658" fmla="*/ 1936373 h 5883329"/>
              <a:gd name="connsiteX659" fmla="*/ 2292057 w 5883342"/>
              <a:gd name="connsiteY659" fmla="*/ 2091167 h 5883329"/>
              <a:gd name="connsiteX660" fmla="*/ 2454099 w 5883342"/>
              <a:gd name="connsiteY660" fmla="*/ 2142475 h 5883329"/>
              <a:gd name="connsiteX661" fmla="*/ 2475840 w 5883342"/>
              <a:gd name="connsiteY661" fmla="*/ 2142475 h 5883329"/>
              <a:gd name="connsiteX662" fmla="*/ 2494101 w 5883342"/>
              <a:gd name="connsiteY662" fmla="*/ 2140156 h 5883329"/>
              <a:gd name="connsiteX663" fmla="*/ 2500479 w 5883342"/>
              <a:gd name="connsiteY663" fmla="*/ 2157259 h 5883329"/>
              <a:gd name="connsiteX664" fmla="*/ 2621647 w 5883342"/>
              <a:gd name="connsiteY664" fmla="*/ 2257556 h 5883329"/>
              <a:gd name="connsiteX665" fmla="*/ 2683681 w 5883342"/>
              <a:gd name="connsiteY665" fmla="*/ 2266832 h 5883329"/>
              <a:gd name="connsiteX666" fmla="*/ 2763978 w 5883342"/>
              <a:gd name="connsiteY666" fmla="*/ 2252919 h 5883329"/>
              <a:gd name="connsiteX667" fmla="*/ 2806589 w 5883342"/>
              <a:gd name="connsiteY667" fmla="*/ 2235236 h 5883329"/>
              <a:gd name="connsiteX668" fmla="*/ 2743976 w 5883342"/>
              <a:gd name="connsiteY668" fmla="*/ 2491196 h 5883329"/>
              <a:gd name="connsiteX669" fmla="*/ 3138208 w 5883342"/>
              <a:gd name="connsiteY669" fmla="*/ 2491196 h 5883329"/>
              <a:gd name="connsiteX670" fmla="*/ 3075305 w 5883342"/>
              <a:gd name="connsiteY670" fmla="*/ 2234946 h 5883329"/>
              <a:gd name="connsiteX671" fmla="*/ 3118207 w 5883342"/>
              <a:gd name="connsiteY671" fmla="*/ 2252919 h 5883329"/>
              <a:gd name="connsiteX672" fmla="*/ 3198213 w 5883342"/>
              <a:gd name="connsiteY672" fmla="*/ 2266832 h 5883329"/>
              <a:gd name="connsiteX673" fmla="*/ 3260247 w 5883342"/>
              <a:gd name="connsiteY673" fmla="*/ 2257556 h 5883329"/>
              <a:gd name="connsiteX674" fmla="*/ 3381415 w 5883342"/>
              <a:gd name="connsiteY674" fmla="*/ 2157259 h 5883329"/>
              <a:gd name="connsiteX675" fmla="*/ 3387792 w 5883342"/>
              <a:gd name="connsiteY675" fmla="*/ 2140156 h 5883329"/>
              <a:gd name="connsiteX676" fmla="*/ 3406054 w 5883342"/>
              <a:gd name="connsiteY676" fmla="*/ 2142475 h 5883329"/>
              <a:gd name="connsiteX677" fmla="*/ 3427795 w 5883342"/>
              <a:gd name="connsiteY677" fmla="*/ 2142475 h 5883329"/>
              <a:gd name="connsiteX678" fmla="*/ 3589837 w 5883342"/>
              <a:gd name="connsiteY678" fmla="*/ 2091167 h 5883329"/>
              <a:gd name="connsiteX679" fmla="*/ 3666653 w 5883342"/>
              <a:gd name="connsiteY679" fmla="*/ 1936083 h 5883329"/>
              <a:gd name="connsiteX680" fmla="*/ 3666653 w 5883342"/>
              <a:gd name="connsiteY680" fmla="*/ 1918691 h 5883329"/>
              <a:gd name="connsiteX681" fmla="*/ 3684047 w 5883342"/>
              <a:gd name="connsiteY681" fmla="*/ 1915212 h 5883329"/>
              <a:gd name="connsiteX682" fmla="*/ 3893337 w 5883342"/>
              <a:gd name="connsiteY682" fmla="*/ 1784188 h 5883329"/>
              <a:gd name="connsiteX683" fmla="*/ 3970155 w 5883342"/>
              <a:gd name="connsiteY683" fmla="*/ 1594899 h 5883329"/>
              <a:gd name="connsiteX684" fmla="*/ 3089219 w 5883342"/>
              <a:gd name="connsiteY684" fmla="*/ 1722154 h 5883329"/>
              <a:gd name="connsiteX685" fmla="*/ 3053274 w 5883342"/>
              <a:gd name="connsiteY685" fmla="*/ 1722154 h 5883329"/>
              <a:gd name="connsiteX686" fmla="*/ 3049506 w 5883342"/>
              <a:gd name="connsiteY686" fmla="*/ 1703313 h 5883329"/>
              <a:gd name="connsiteX687" fmla="*/ 3000517 w 5883342"/>
              <a:gd name="connsiteY687" fmla="*/ 1450251 h 5883329"/>
              <a:gd name="connsiteX688" fmla="*/ 3000517 w 5883342"/>
              <a:gd name="connsiteY688" fmla="*/ 1446193 h 5883329"/>
              <a:gd name="connsiteX689" fmla="*/ 2942541 w 5883342"/>
              <a:gd name="connsiteY689" fmla="*/ 1364157 h 5883329"/>
              <a:gd name="connsiteX690" fmla="*/ 3333399 w 5883342"/>
              <a:gd name="connsiteY690" fmla="*/ 1347802 h 5883329"/>
              <a:gd name="connsiteX691" fmla="*/ 3394748 w 5883342"/>
              <a:gd name="connsiteY691" fmla="*/ 1354012 h 5883329"/>
              <a:gd name="connsiteX692" fmla="*/ 3508091 w 5883342"/>
              <a:gd name="connsiteY692" fmla="*/ 1427351 h 5883329"/>
              <a:gd name="connsiteX693" fmla="*/ 3373587 w 5883342"/>
              <a:gd name="connsiteY693" fmla="*/ 1434598 h 5883329"/>
              <a:gd name="connsiteX694" fmla="*/ 3273289 w 5883342"/>
              <a:gd name="connsiteY694" fmla="*/ 1361549 h 5883329"/>
              <a:gd name="connsiteX695" fmla="*/ 3333399 w 5883342"/>
              <a:gd name="connsiteY695" fmla="*/ 1347802 h 5883329"/>
              <a:gd name="connsiteX696" fmla="*/ 958333 w 5883342"/>
              <a:gd name="connsiteY696" fmla="*/ 1225887 h 5883329"/>
              <a:gd name="connsiteX697" fmla="*/ 946448 w 5883342"/>
              <a:gd name="connsiteY697" fmla="*/ 1230525 h 5883329"/>
              <a:gd name="connsiteX698" fmla="*/ 935144 w 5883342"/>
              <a:gd name="connsiteY698" fmla="*/ 1237772 h 5883329"/>
              <a:gd name="connsiteX699" fmla="*/ 921809 w 5883342"/>
              <a:gd name="connsiteY699" fmla="*/ 1252845 h 5883329"/>
              <a:gd name="connsiteX700" fmla="*/ 906735 w 5883342"/>
              <a:gd name="connsiteY700" fmla="*/ 1265600 h 5883329"/>
              <a:gd name="connsiteX701" fmla="*/ 893401 w 5883342"/>
              <a:gd name="connsiteY701" fmla="*/ 1269948 h 5883329"/>
              <a:gd name="connsiteX702" fmla="*/ 890502 w 5883342"/>
              <a:gd name="connsiteY702" fmla="*/ 1277775 h 5883329"/>
              <a:gd name="connsiteX703" fmla="*/ 890213 w 5883342"/>
              <a:gd name="connsiteY703" fmla="*/ 1277775 h 5883329"/>
              <a:gd name="connsiteX704" fmla="*/ 888763 w 5883342"/>
              <a:gd name="connsiteY704" fmla="*/ 1292848 h 5883329"/>
              <a:gd name="connsiteX705" fmla="*/ 894561 w 5883342"/>
              <a:gd name="connsiteY705" fmla="*/ 1298646 h 5883329"/>
              <a:gd name="connsiteX706" fmla="*/ 923549 w 5883342"/>
              <a:gd name="connsiteY706" fmla="*/ 1309661 h 5883329"/>
              <a:gd name="connsiteX707" fmla="*/ 950797 w 5883342"/>
              <a:gd name="connsiteY707" fmla="*/ 1344446 h 5883329"/>
              <a:gd name="connsiteX708" fmla="*/ 958333 w 5883342"/>
              <a:gd name="connsiteY708" fmla="*/ 1366187 h 5883329"/>
              <a:gd name="connsiteX709" fmla="*/ 950507 w 5883342"/>
              <a:gd name="connsiteY709" fmla="*/ 1389667 h 5883329"/>
              <a:gd name="connsiteX710" fmla="*/ 940361 w 5883342"/>
              <a:gd name="connsiteY710" fmla="*/ 1402132 h 5883329"/>
              <a:gd name="connsiteX711" fmla="*/ 930215 w 5883342"/>
              <a:gd name="connsiteY711" fmla="*/ 1423293 h 5883329"/>
              <a:gd name="connsiteX712" fmla="*/ 930215 w 5883342"/>
              <a:gd name="connsiteY712" fmla="*/ 1445903 h 5883329"/>
              <a:gd name="connsiteX713" fmla="*/ 949347 w 5883342"/>
              <a:gd name="connsiteY713" fmla="*/ 1465615 h 5883329"/>
              <a:gd name="connsiteX714" fmla="*/ 961232 w 5883342"/>
              <a:gd name="connsiteY714" fmla="*/ 1472282 h 5883329"/>
              <a:gd name="connsiteX715" fmla="*/ 977755 w 5883342"/>
              <a:gd name="connsiteY715" fmla="*/ 1483007 h 5883329"/>
              <a:gd name="connsiteX716" fmla="*/ 987901 w 5883342"/>
              <a:gd name="connsiteY716" fmla="*/ 1483007 h 5883329"/>
              <a:gd name="connsiteX717" fmla="*/ 994858 w 5883342"/>
              <a:gd name="connsiteY717" fmla="*/ 1473152 h 5883329"/>
              <a:gd name="connsiteX718" fmla="*/ 1001235 w 5883342"/>
              <a:gd name="connsiteY718" fmla="*/ 1457788 h 5883329"/>
              <a:gd name="connsiteX719" fmla="*/ 1011091 w 5883342"/>
              <a:gd name="connsiteY719" fmla="*/ 1444164 h 5883329"/>
              <a:gd name="connsiteX720" fmla="*/ 1020947 w 5883342"/>
              <a:gd name="connsiteY720" fmla="*/ 1441265 h 5883329"/>
              <a:gd name="connsiteX721" fmla="*/ 1049934 w 5883342"/>
              <a:gd name="connsiteY721" fmla="*/ 1466194 h 5883329"/>
              <a:gd name="connsiteX722" fmla="*/ 1049934 w 5883342"/>
              <a:gd name="connsiteY722" fmla="*/ 1489385 h 5883329"/>
              <a:gd name="connsiteX723" fmla="*/ 1040369 w 5883342"/>
              <a:gd name="connsiteY723" fmla="*/ 1528808 h 5883329"/>
              <a:gd name="connsiteX724" fmla="*/ 1031962 w 5883342"/>
              <a:gd name="connsiteY724" fmla="*/ 1549099 h 5883329"/>
              <a:gd name="connsiteX725" fmla="*/ 1027034 w 5883342"/>
              <a:gd name="connsiteY725" fmla="*/ 1570840 h 5883329"/>
              <a:gd name="connsiteX726" fmla="*/ 1019498 w 5883342"/>
              <a:gd name="connsiteY726" fmla="*/ 1580695 h 5883329"/>
              <a:gd name="connsiteX727" fmla="*/ 1022397 w 5883342"/>
              <a:gd name="connsiteY727" fmla="*/ 1594030 h 5883329"/>
              <a:gd name="connsiteX728" fmla="*/ 1036021 w 5883342"/>
              <a:gd name="connsiteY728" fmla="*/ 1600407 h 5883329"/>
              <a:gd name="connsiteX729" fmla="*/ 1050515 w 5883342"/>
              <a:gd name="connsiteY729" fmla="*/ 1609103 h 5883329"/>
              <a:gd name="connsiteX730" fmla="*/ 1067037 w 5883342"/>
              <a:gd name="connsiteY730" fmla="*/ 1606204 h 5883329"/>
              <a:gd name="connsiteX731" fmla="*/ 1094576 w 5883342"/>
              <a:gd name="connsiteY731" fmla="*/ 1604176 h 5883329"/>
              <a:gd name="connsiteX732" fmla="*/ 1099503 w 5883342"/>
              <a:gd name="connsiteY732" fmla="*/ 1565042 h 5883329"/>
              <a:gd name="connsiteX733" fmla="*/ 1107040 w 5883342"/>
              <a:gd name="connsiteY733" fmla="*/ 1543881 h 5883329"/>
              <a:gd name="connsiteX734" fmla="*/ 1115737 w 5883342"/>
              <a:gd name="connsiteY734" fmla="*/ 1505907 h 5883329"/>
              <a:gd name="connsiteX735" fmla="*/ 1124723 w 5883342"/>
              <a:gd name="connsiteY735" fmla="*/ 1478659 h 5883329"/>
              <a:gd name="connsiteX736" fmla="*/ 1124723 w 5883342"/>
              <a:gd name="connsiteY736" fmla="*/ 1444454 h 5883329"/>
              <a:gd name="connsiteX737" fmla="*/ 1131390 w 5883342"/>
              <a:gd name="connsiteY737" fmla="*/ 1411988 h 5883329"/>
              <a:gd name="connsiteX738" fmla="*/ 1127042 w 5883342"/>
              <a:gd name="connsiteY738" fmla="*/ 1395175 h 5883329"/>
              <a:gd name="connsiteX739" fmla="*/ 1112548 w 5883342"/>
              <a:gd name="connsiteY739" fmla="*/ 1371115 h 5883329"/>
              <a:gd name="connsiteX740" fmla="*/ 1101823 w 5883342"/>
              <a:gd name="connsiteY740" fmla="*/ 1364738 h 5883329"/>
              <a:gd name="connsiteX741" fmla="*/ 1094866 w 5883342"/>
              <a:gd name="connsiteY741" fmla="*/ 1360100 h 5883329"/>
              <a:gd name="connsiteX742" fmla="*/ 1081821 w 5883342"/>
              <a:gd name="connsiteY742" fmla="*/ 1354012 h 5883329"/>
              <a:gd name="connsiteX743" fmla="*/ 1067907 w 5883342"/>
              <a:gd name="connsiteY743" fmla="*/ 1339228 h 5883329"/>
              <a:gd name="connsiteX744" fmla="*/ 1052833 w 5883342"/>
              <a:gd name="connsiteY744" fmla="*/ 1320387 h 5883329"/>
              <a:gd name="connsiteX745" fmla="*/ 1025585 w 5883342"/>
              <a:gd name="connsiteY745" fmla="*/ 1291399 h 5883329"/>
              <a:gd name="connsiteX746" fmla="*/ 1011381 w 5883342"/>
              <a:gd name="connsiteY746" fmla="*/ 1274586 h 5883329"/>
              <a:gd name="connsiteX747" fmla="*/ 1002975 w 5883342"/>
              <a:gd name="connsiteY747" fmla="*/ 1253135 h 5883329"/>
              <a:gd name="connsiteX748" fmla="*/ 989350 w 5883342"/>
              <a:gd name="connsiteY748" fmla="*/ 1239221 h 5883329"/>
              <a:gd name="connsiteX749" fmla="*/ 980654 w 5883342"/>
              <a:gd name="connsiteY749" fmla="*/ 1229945 h 5883329"/>
              <a:gd name="connsiteX750" fmla="*/ 958333 w 5883342"/>
              <a:gd name="connsiteY750" fmla="*/ 1225887 h 5883329"/>
              <a:gd name="connsiteX751" fmla="*/ 3519269 w 5883342"/>
              <a:gd name="connsiteY751" fmla="*/ 1224750 h 5883329"/>
              <a:gd name="connsiteX752" fmla="*/ 3635057 w 5883342"/>
              <a:gd name="connsiteY752" fmla="*/ 1240671 h 5883329"/>
              <a:gd name="connsiteX753" fmla="*/ 3524904 w 5883342"/>
              <a:gd name="connsiteY753" fmla="*/ 1302704 h 5883329"/>
              <a:gd name="connsiteX754" fmla="*/ 3407212 w 5883342"/>
              <a:gd name="connsiteY754" fmla="*/ 1265600 h 5883329"/>
              <a:gd name="connsiteX755" fmla="*/ 3459684 w 5883342"/>
              <a:gd name="connsiteY755" fmla="*/ 1235239 h 5883329"/>
              <a:gd name="connsiteX756" fmla="*/ 3519106 w 5883342"/>
              <a:gd name="connsiteY756" fmla="*/ 1224727 h 5883329"/>
              <a:gd name="connsiteX757" fmla="*/ 3519396 w 5883342"/>
              <a:gd name="connsiteY757" fmla="*/ 1224727 h 5883329"/>
              <a:gd name="connsiteX758" fmla="*/ 3519269 w 5883342"/>
              <a:gd name="connsiteY758" fmla="*/ 1224750 h 5883329"/>
              <a:gd name="connsiteX759" fmla="*/ 4892869 w 5883342"/>
              <a:gd name="connsiteY759" fmla="*/ 1087942 h 5883329"/>
              <a:gd name="connsiteX760" fmla="*/ 4887325 w 5883342"/>
              <a:gd name="connsiteY760" fmla="*/ 1091964 h 5883329"/>
              <a:gd name="connsiteX761" fmla="*/ 4872251 w 5883342"/>
              <a:gd name="connsiteY761" fmla="*/ 1111096 h 5883329"/>
              <a:gd name="connsiteX762" fmla="*/ 4843264 w 5883342"/>
              <a:gd name="connsiteY762" fmla="*/ 1141823 h 5883329"/>
              <a:gd name="connsiteX763" fmla="*/ 4812537 w 5883342"/>
              <a:gd name="connsiteY763" fmla="*/ 1166752 h 5883329"/>
              <a:gd name="connsiteX764" fmla="*/ 4800362 w 5883342"/>
              <a:gd name="connsiteY764" fmla="*/ 1182406 h 5883329"/>
              <a:gd name="connsiteX765" fmla="*/ 4794274 w 5883342"/>
              <a:gd name="connsiteY765" fmla="*/ 1194870 h 5883329"/>
              <a:gd name="connsiteX766" fmla="*/ 4784998 w 5883342"/>
              <a:gd name="connsiteY766" fmla="*/ 1194870 h 5883329"/>
              <a:gd name="connsiteX767" fmla="*/ 4766446 w 5883342"/>
              <a:gd name="connsiteY767" fmla="*/ 1186174 h 5883329"/>
              <a:gd name="connsiteX768" fmla="*/ 4764301 w 5883342"/>
              <a:gd name="connsiteY768" fmla="*/ 1184029 h 5883329"/>
              <a:gd name="connsiteX769" fmla="*/ 4766446 w 5883342"/>
              <a:gd name="connsiteY769" fmla="*/ 1173999 h 5883329"/>
              <a:gd name="connsiteX770" fmla="*/ 4784128 w 5883342"/>
              <a:gd name="connsiteY770" fmla="*/ 1151099 h 5883329"/>
              <a:gd name="connsiteX771" fmla="*/ 4779490 w 5883342"/>
              <a:gd name="connsiteY771" fmla="*/ 1146751 h 5883329"/>
              <a:gd name="connsiteX772" fmla="*/ 4737168 w 5883342"/>
              <a:gd name="connsiteY772" fmla="*/ 1155737 h 5883329"/>
              <a:gd name="connsiteX773" fmla="*/ 4726733 w 5883342"/>
              <a:gd name="connsiteY773" fmla="*/ 1153128 h 5883329"/>
              <a:gd name="connsiteX774" fmla="*/ 4713688 w 5883342"/>
              <a:gd name="connsiteY774" fmla="*/ 1158346 h 5883329"/>
              <a:gd name="connsiteX775" fmla="*/ 4689918 w 5883342"/>
              <a:gd name="connsiteY775" fmla="*/ 1179796 h 5883329"/>
              <a:gd name="connsiteX776" fmla="*/ 4673685 w 5883342"/>
              <a:gd name="connsiteY776" fmla="*/ 1208784 h 5883329"/>
              <a:gd name="connsiteX777" fmla="*/ 4678904 w 5883342"/>
              <a:gd name="connsiteY777" fmla="*/ 1222408 h 5883329"/>
              <a:gd name="connsiteX778" fmla="*/ 4721805 w 5883342"/>
              <a:gd name="connsiteY778" fmla="*/ 1229655 h 5883329"/>
              <a:gd name="connsiteX779" fmla="*/ 4734270 w 5883342"/>
              <a:gd name="connsiteY779" fmla="*/ 1229655 h 5883329"/>
              <a:gd name="connsiteX780" fmla="*/ 4763257 w 5883342"/>
              <a:gd name="connsiteY780" fmla="*/ 1227046 h 5883329"/>
              <a:gd name="connsiteX781" fmla="*/ 4788476 w 5883342"/>
              <a:gd name="connsiteY781" fmla="*/ 1240671 h 5883329"/>
              <a:gd name="connsiteX782" fmla="*/ 4807319 w 5883342"/>
              <a:gd name="connsiteY782" fmla="*/ 1254295 h 5883329"/>
              <a:gd name="connsiteX783" fmla="*/ 4830509 w 5883342"/>
              <a:gd name="connsiteY783" fmla="*/ 1273427 h 5883329"/>
              <a:gd name="connsiteX784" fmla="*/ 4846162 w 5883342"/>
              <a:gd name="connsiteY784" fmla="*/ 1284442 h 5883329"/>
              <a:gd name="connsiteX785" fmla="*/ 4861816 w 5883342"/>
              <a:gd name="connsiteY785" fmla="*/ 1294877 h 5883329"/>
              <a:gd name="connsiteX786" fmla="*/ 4890804 w 5883342"/>
              <a:gd name="connsiteY786" fmla="*/ 1319227 h 5883329"/>
              <a:gd name="connsiteX787" fmla="*/ 4909066 w 5883342"/>
              <a:gd name="connsiteY787" fmla="*/ 1334011 h 5883329"/>
              <a:gd name="connsiteX788" fmla="*/ 4926168 w 5883342"/>
              <a:gd name="connsiteY788" fmla="*/ 1348505 h 5883329"/>
              <a:gd name="connsiteX789" fmla="*/ 4906747 w 5883342"/>
              <a:gd name="connsiteY789" fmla="*/ 1353722 h 5883329"/>
              <a:gd name="connsiteX790" fmla="*/ 4889065 w 5883342"/>
              <a:gd name="connsiteY790" fmla="*/ 1347055 h 5883329"/>
              <a:gd name="connsiteX791" fmla="*/ 4881528 w 5883342"/>
              <a:gd name="connsiteY791" fmla="*/ 1333141 h 5883329"/>
              <a:gd name="connsiteX792" fmla="*/ 4870802 w 5883342"/>
              <a:gd name="connsiteY792" fmla="*/ 1322995 h 5883329"/>
              <a:gd name="connsiteX793" fmla="*/ 4858626 w 5883342"/>
              <a:gd name="connsiteY793" fmla="*/ 1309661 h 5883329"/>
              <a:gd name="connsiteX794" fmla="*/ 4849350 w 5883342"/>
              <a:gd name="connsiteY794" fmla="*/ 1307632 h 5883329"/>
              <a:gd name="connsiteX795" fmla="*/ 4837176 w 5883342"/>
              <a:gd name="connsiteY795" fmla="*/ 1301255 h 5883329"/>
              <a:gd name="connsiteX796" fmla="*/ 4824421 w 5883342"/>
              <a:gd name="connsiteY796" fmla="*/ 1291979 h 5883329"/>
              <a:gd name="connsiteX797" fmla="*/ 4806739 w 5883342"/>
              <a:gd name="connsiteY797" fmla="*/ 1280094 h 5883329"/>
              <a:gd name="connsiteX798" fmla="*/ 4793115 w 5883342"/>
              <a:gd name="connsiteY798" fmla="*/ 1268209 h 5883329"/>
              <a:gd name="connsiteX799" fmla="*/ 4784708 w 5883342"/>
              <a:gd name="connsiteY799" fmla="*/ 1266180 h 5883329"/>
              <a:gd name="connsiteX800" fmla="*/ 4770214 w 5883342"/>
              <a:gd name="connsiteY800" fmla="*/ 1252556 h 5883329"/>
              <a:gd name="connsiteX801" fmla="*/ 4736589 w 5883342"/>
              <a:gd name="connsiteY801" fmla="*/ 1265020 h 5883329"/>
              <a:gd name="connsiteX802" fmla="*/ 4720935 w 5883342"/>
              <a:gd name="connsiteY802" fmla="*/ 1274586 h 5883329"/>
              <a:gd name="connsiteX803" fmla="*/ 4715427 w 5883342"/>
              <a:gd name="connsiteY803" fmla="*/ 1286471 h 5883329"/>
              <a:gd name="connsiteX804" fmla="*/ 4724413 w 5883342"/>
              <a:gd name="connsiteY804" fmla="*/ 1296327 h 5883329"/>
              <a:gd name="connsiteX805" fmla="*/ 4741226 w 5883342"/>
              <a:gd name="connsiteY805" fmla="*/ 1302414 h 5883329"/>
              <a:gd name="connsiteX806" fmla="*/ 4757459 w 5883342"/>
              <a:gd name="connsiteY806" fmla="*/ 1306183 h 5883329"/>
              <a:gd name="connsiteX807" fmla="*/ 4764996 w 5883342"/>
              <a:gd name="connsiteY807" fmla="*/ 1316328 h 5883329"/>
              <a:gd name="connsiteX808" fmla="*/ 4749344 w 5883342"/>
              <a:gd name="connsiteY808" fmla="*/ 1322706 h 5883329"/>
              <a:gd name="connsiteX809" fmla="*/ 4736009 w 5883342"/>
              <a:gd name="connsiteY809" fmla="*/ 1331982 h 5883329"/>
              <a:gd name="connsiteX810" fmla="*/ 4727313 w 5883342"/>
              <a:gd name="connsiteY810" fmla="*/ 1333721 h 5883329"/>
              <a:gd name="connsiteX811" fmla="*/ 4713399 w 5883342"/>
              <a:gd name="connsiteY811" fmla="*/ 1328793 h 5883329"/>
              <a:gd name="connsiteX812" fmla="*/ 4694266 w 5883342"/>
              <a:gd name="connsiteY812" fmla="*/ 1316908 h 5883329"/>
              <a:gd name="connsiteX813" fmla="*/ 4673975 w 5883342"/>
              <a:gd name="connsiteY813" fmla="*/ 1311401 h 5883329"/>
              <a:gd name="connsiteX814" fmla="*/ 4664989 w 5883342"/>
              <a:gd name="connsiteY814" fmla="*/ 1294877 h 5883329"/>
              <a:gd name="connsiteX815" fmla="*/ 4636001 w 5883342"/>
              <a:gd name="connsiteY815" fmla="*/ 1287341 h 5883329"/>
              <a:gd name="connsiteX816" fmla="*/ 4618319 w 5883342"/>
              <a:gd name="connsiteY816" fmla="*/ 1298356 h 5883329"/>
              <a:gd name="connsiteX817" fmla="*/ 4608752 w 5883342"/>
              <a:gd name="connsiteY817" fmla="*/ 1309951 h 5883329"/>
              <a:gd name="connsiteX818" fmla="*/ 4612231 w 5883342"/>
              <a:gd name="connsiteY818" fmla="*/ 1319807 h 5883329"/>
              <a:gd name="connsiteX819" fmla="*/ 4622378 w 5883342"/>
              <a:gd name="connsiteY819" fmla="*/ 1338069 h 5883329"/>
              <a:gd name="connsiteX820" fmla="*/ 4644118 w 5883342"/>
              <a:gd name="connsiteY820" fmla="*/ 1349085 h 5883329"/>
              <a:gd name="connsiteX821" fmla="*/ 4666438 w 5883342"/>
              <a:gd name="connsiteY821" fmla="*/ 1366187 h 5883329"/>
              <a:gd name="connsiteX822" fmla="*/ 4688469 w 5883342"/>
              <a:gd name="connsiteY822" fmla="*/ 1382710 h 5883329"/>
              <a:gd name="connsiteX823" fmla="*/ 4685571 w 5883342"/>
              <a:gd name="connsiteY823" fmla="*/ 1396334 h 5883329"/>
              <a:gd name="connsiteX824" fmla="*/ 4629624 w 5883342"/>
              <a:gd name="connsiteY824" fmla="*/ 1408799 h 5883329"/>
              <a:gd name="connsiteX825" fmla="*/ 4600637 w 5883342"/>
              <a:gd name="connsiteY825" fmla="*/ 1386768 h 5883329"/>
              <a:gd name="connsiteX826" fmla="*/ 4584982 w 5883342"/>
              <a:gd name="connsiteY826" fmla="*/ 1380681 h 5883329"/>
              <a:gd name="connsiteX827" fmla="*/ 4584982 w 5883342"/>
              <a:gd name="connsiteY827" fmla="*/ 1419814 h 5883329"/>
              <a:gd name="connsiteX828" fmla="*/ 4569330 w 5883342"/>
              <a:gd name="connsiteY828" fmla="*/ 1433728 h 5883329"/>
              <a:gd name="connsiteX829" fmla="*/ 4589331 w 5883342"/>
              <a:gd name="connsiteY829" fmla="*/ 1455469 h 5883329"/>
              <a:gd name="connsiteX830" fmla="*/ 4606435 w 5883342"/>
              <a:gd name="connsiteY830" fmla="*/ 1465905 h 5883329"/>
              <a:gd name="connsiteX831" fmla="*/ 4629624 w 5883342"/>
              <a:gd name="connsiteY831" fmla="*/ 1477789 h 5883329"/>
              <a:gd name="connsiteX832" fmla="*/ 4664410 w 5883342"/>
              <a:gd name="connsiteY832" fmla="*/ 1467934 h 5883329"/>
              <a:gd name="connsiteX833" fmla="*/ 4681222 w 5883342"/>
              <a:gd name="connsiteY833" fmla="*/ 1464165 h 5883329"/>
              <a:gd name="connsiteX834" fmla="*/ 4700933 w 5883342"/>
              <a:gd name="connsiteY834" fmla="*/ 1452280 h 5883329"/>
              <a:gd name="connsiteX835" fmla="*/ 4716878 w 5883342"/>
              <a:gd name="connsiteY835" fmla="*/ 1440685 h 5883329"/>
              <a:gd name="connsiteX836" fmla="*/ 4732530 w 5883342"/>
              <a:gd name="connsiteY836" fmla="*/ 1423872 h 5883329"/>
              <a:gd name="connsiteX837" fmla="*/ 4766155 w 5883342"/>
              <a:gd name="connsiteY837" fmla="*/ 1437787 h 5883329"/>
              <a:gd name="connsiteX838" fmla="*/ 4779490 w 5883342"/>
              <a:gd name="connsiteY838" fmla="*/ 1445034 h 5883329"/>
              <a:gd name="connsiteX839" fmla="*/ 4796882 w 5883342"/>
              <a:gd name="connsiteY839" fmla="*/ 1457788 h 5883329"/>
              <a:gd name="connsiteX840" fmla="*/ 4812537 w 5883342"/>
              <a:gd name="connsiteY840" fmla="*/ 1459527 h 5883329"/>
              <a:gd name="connsiteX841" fmla="*/ 4831378 w 5883342"/>
              <a:gd name="connsiteY841" fmla="*/ 1449092 h 5883329"/>
              <a:gd name="connsiteX842" fmla="*/ 4831378 w 5883342"/>
              <a:gd name="connsiteY842" fmla="*/ 1437787 h 5883329"/>
              <a:gd name="connsiteX843" fmla="*/ 4823552 w 5883342"/>
              <a:gd name="connsiteY843" fmla="*/ 1417205 h 5883329"/>
              <a:gd name="connsiteX844" fmla="*/ 4817174 w 5883342"/>
              <a:gd name="connsiteY844" fmla="*/ 1395175 h 5883329"/>
              <a:gd name="connsiteX845" fmla="*/ 4804709 w 5883342"/>
              <a:gd name="connsiteY845" fmla="*/ 1390826 h 5883329"/>
              <a:gd name="connsiteX846" fmla="*/ 4787027 w 5883342"/>
              <a:gd name="connsiteY846" fmla="*/ 1382420 h 5883329"/>
              <a:gd name="connsiteX847" fmla="*/ 4781520 w 5883342"/>
              <a:gd name="connsiteY847" fmla="*/ 1373724 h 5883329"/>
              <a:gd name="connsiteX848" fmla="*/ 4798333 w 5883342"/>
              <a:gd name="connsiteY848" fmla="*/ 1362708 h 5883329"/>
              <a:gd name="connsiteX849" fmla="*/ 4823842 w 5883342"/>
              <a:gd name="connsiteY849" fmla="*/ 1362708 h 5883329"/>
              <a:gd name="connsiteX850" fmla="*/ 4842683 w 5883342"/>
              <a:gd name="connsiteY850" fmla="*/ 1362708 h 5883329"/>
              <a:gd name="connsiteX851" fmla="*/ 4885875 w 5883342"/>
              <a:gd name="connsiteY851" fmla="*/ 1371695 h 5883329"/>
              <a:gd name="connsiteX852" fmla="*/ 4900368 w 5883342"/>
              <a:gd name="connsiteY852" fmla="*/ 1386768 h 5883329"/>
              <a:gd name="connsiteX853" fmla="*/ 4910225 w 5883342"/>
              <a:gd name="connsiteY853" fmla="*/ 1399523 h 5883329"/>
              <a:gd name="connsiteX854" fmla="*/ 4923270 w 5883342"/>
              <a:gd name="connsiteY854" fmla="*/ 1405320 h 5883329"/>
              <a:gd name="connsiteX855" fmla="*/ 4960083 w 5883342"/>
              <a:gd name="connsiteY855" fmla="*/ 1428510 h 5883329"/>
              <a:gd name="connsiteX856" fmla="*/ 4985592 w 5883342"/>
              <a:gd name="connsiteY856" fmla="*/ 1415176 h 5883329"/>
              <a:gd name="connsiteX857" fmla="*/ 5003276 w 5883342"/>
              <a:gd name="connsiteY857" fmla="*/ 1388797 h 5883329"/>
              <a:gd name="connsiteX858" fmla="*/ 4997478 w 5883342"/>
              <a:gd name="connsiteY858" fmla="*/ 1375753 h 5883329"/>
              <a:gd name="connsiteX859" fmla="*/ 4991971 w 5883342"/>
              <a:gd name="connsiteY859" fmla="*/ 1364738 h 5883329"/>
              <a:gd name="connsiteX860" fmla="*/ 4991971 w 5883342"/>
              <a:gd name="connsiteY860" fmla="*/ 1351693 h 5883329"/>
              <a:gd name="connsiteX861" fmla="*/ 4982694 w 5883342"/>
              <a:gd name="connsiteY861" fmla="*/ 1342707 h 5883329"/>
              <a:gd name="connsiteX862" fmla="*/ 4962112 w 5883342"/>
              <a:gd name="connsiteY862" fmla="*/ 1336040 h 5883329"/>
              <a:gd name="connsiteX863" fmla="*/ 4957765 w 5883342"/>
              <a:gd name="connsiteY863" fmla="*/ 1326764 h 5883329"/>
              <a:gd name="connsiteX864" fmla="*/ 4975447 w 5883342"/>
              <a:gd name="connsiteY864" fmla="*/ 1315169 h 5883329"/>
              <a:gd name="connsiteX865" fmla="*/ 4990231 w 5883342"/>
              <a:gd name="connsiteY865" fmla="*/ 1307052 h 5883329"/>
              <a:gd name="connsiteX866" fmla="*/ 5003855 w 5883342"/>
              <a:gd name="connsiteY866" fmla="*/ 1300965 h 5883329"/>
              <a:gd name="connsiteX867" fmla="*/ 5044728 w 5883342"/>
              <a:gd name="connsiteY867" fmla="*/ 1285891 h 5883329"/>
              <a:gd name="connsiteX868" fmla="*/ 5071977 w 5883342"/>
              <a:gd name="connsiteY868" fmla="*/ 1289370 h 5883329"/>
              <a:gd name="connsiteX869" fmla="*/ 5087920 w 5883342"/>
              <a:gd name="connsiteY869" fmla="*/ 1276905 h 5883329"/>
              <a:gd name="connsiteX870" fmla="*/ 5093718 w 5883342"/>
              <a:gd name="connsiteY870" fmla="*/ 1266180 h 5883329"/>
              <a:gd name="connsiteX871" fmla="*/ 5089949 w 5883342"/>
              <a:gd name="connsiteY871" fmla="*/ 1248207 h 5883329"/>
              <a:gd name="connsiteX872" fmla="*/ 5078934 w 5883342"/>
              <a:gd name="connsiteY872" fmla="*/ 1238641 h 5883329"/>
              <a:gd name="connsiteX873" fmla="*/ 5071397 w 5883342"/>
              <a:gd name="connsiteY873" fmla="*/ 1238641 h 5883329"/>
              <a:gd name="connsiteX874" fmla="*/ 5019798 w 5883342"/>
              <a:gd name="connsiteY874" fmla="*/ 1220669 h 5883329"/>
              <a:gd name="connsiteX875" fmla="*/ 5009362 w 5883342"/>
              <a:gd name="connsiteY875" fmla="*/ 1243570 h 5883329"/>
              <a:gd name="connsiteX876" fmla="*/ 4997768 w 5883342"/>
              <a:gd name="connsiteY876" fmla="*/ 1249657 h 5883329"/>
              <a:gd name="connsiteX877" fmla="*/ 4984143 w 5883342"/>
              <a:gd name="connsiteY877" fmla="*/ 1251976 h 5883329"/>
              <a:gd name="connsiteX878" fmla="*/ 4969940 w 5883342"/>
              <a:gd name="connsiteY878" fmla="*/ 1246468 h 5883329"/>
              <a:gd name="connsiteX879" fmla="*/ 4959214 w 5883342"/>
              <a:gd name="connsiteY879" fmla="*/ 1258353 h 5883329"/>
              <a:gd name="connsiteX880" fmla="*/ 4947328 w 5883342"/>
              <a:gd name="connsiteY880" fmla="*/ 1258353 h 5883329"/>
              <a:gd name="connsiteX881" fmla="*/ 4935444 w 5883342"/>
              <a:gd name="connsiteY881" fmla="*/ 1256614 h 5883329"/>
              <a:gd name="connsiteX882" fmla="*/ 4925878 w 5883342"/>
              <a:gd name="connsiteY882" fmla="*/ 1269948 h 5883329"/>
              <a:gd name="connsiteX883" fmla="*/ 4932256 w 5883342"/>
              <a:gd name="connsiteY883" fmla="*/ 1283862 h 5883329"/>
              <a:gd name="connsiteX884" fmla="*/ 4909066 w 5883342"/>
              <a:gd name="connsiteY884" fmla="*/ 1283862 h 5883329"/>
              <a:gd name="connsiteX885" fmla="*/ 4913703 w 5883342"/>
              <a:gd name="connsiteY885" fmla="*/ 1267629 h 5883329"/>
              <a:gd name="connsiteX886" fmla="*/ 4908196 w 5883342"/>
              <a:gd name="connsiteY886" fmla="*/ 1248207 h 5883329"/>
              <a:gd name="connsiteX887" fmla="*/ 4933995 w 5883342"/>
              <a:gd name="connsiteY887" fmla="*/ 1244439 h 5883329"/>
              <a:gd name="connsiteX888" fmla="*/ 4976606 w 5883342"/>
              <a:gd name="connsiteY888" fmla="*/ 1231685 h 5883329"/>
              <a:gd name="connsiteX889" fmla="*/ 4980085 w 5883342"/>
              <a:gd name="connsiteY889" fmla="*/ 1215741 h 5883329"/>
              <a:gd name="connsiteX890" fmla="*/ 4992549 w 5883342"/>
              <a:gd name="connsiteY890" fmla="*/ 1204146 h 5883329"/>
              <a:gd name="connsiteX891" fmla="*/ 5016319 w 5883342"/>
              <a:gd name="connsiteY891" fmla="*/ 1201827 h 5883329"/>
              <a:gd name="connsiteX892" fmla="*/ 5037191 w 5883342"/>
              <a:gd name="connsiteY892" fmla="*/ 1192551 h 5883329"/>
              <a:gd name="connsiteX893" fmla="*/ 5035162 w 5883342"/>
              <a:gd name="connsiteY893" fmla="*/ 1170230 h 5883329"/>
              <a:gd name="connsiteX894" fmla="*/ 5027625 w 5883342"/>
              <a:gd name="connsiteY894" fmla="*/ 1164723 h 5883329"/>
              <a:gd name="connsiteX895" fmla="*/ 5020668 w 5883342"/>
              <a:gd name="connsiteY895" fmla="*/ 1158636 h 5883329"/>
              <a:gd name="connsiteX896" fmla="*/ 4997188 w 5883342"/>
              <a:gd name="connsiteY896" fmla="*/ 1164723 h 5883329"/>
              <a:gd name="connsiteX897" fmla="*/ 4971679 w 5883342"/>
              <a:gd name="connsiteY897" fmla="*/ 1167332 h 5883329"/>
              <a:gd name="connsiteX898" fmla="*/ 4971679 w 5883342"/>
              <a:gd name="connsiteY898" fmla="*/ 1150809 h 5883329"/>
              <a:gd name="connsiteX899" fmla="*/ 4955156 w 5883342"/>
              <a:gd name="connsiteY899" fmla="*/ 1150809 h 5883329"/>
              <a:gd name="connsiteX900" fmla="*/ 4946460 w 5883342"/>
              <a:gd name="connsiteY900" fmla="*/ 1168491 h 5883329"/>
              <a:gd name="connsiteX901" fmla="*/ 4929356 w 5883342"/>
              <a:gd name="connsiteY901" fmla="*/ 1175738 h 5883329"/>
              <a:gd name="connsiteX902" fmla="*/ 4913994 w 5883342"/>
              <a:gd name="connsiteY902" fmla="*/ 1189942 h 5883329"/>
              <a:gd name="connsiteX903" fmla="*/ 4924719 w 5883342"/>
              <a:gd name="connsiteY903" fmla="*/ 1194290 h 5883329"/>
              <a:gd name="connsiteX904" fmla="*/ 4938923 w 5883342"/>
              <a:gd name="connsiteY904" fmla="*/ 1201247 h 5883329"/>
              <a:gd name="connsiteX905" fmla="*/ 4929646 w 5883342"/>
              <a:gd name="connsiteY905" fmla="*/ 1222119 h 5883329"/>
              <a:gd name="connsiteX906" fmla="*/ 4907325 w 5883342"/>
              <a:gd name="connsiteY906" fmla="*/ 1220669 h 5883329"/>
              <a:gd name="connsiteX907" fmla="*/ 4908776 w 5883342"/>
              <a:gd name="connsiteY907" fmla="*/ 1209944 h 5883329"/>
              <a:gd name="connsiteX908" fmla="*/ 4897180 w 5883342"/>
              <a:gd name="connsiteY908" fmla="*/ 1196029 h 5883329"/>
              <a:gd name="connsiteX909" fmla="*/ 4899790 w 5883342"/>
              <a:gd name="connsiteY909" fmla="*/ 1187334 h 5883329"/>
              <a:gd name="connsiteX910" fmla="*/ 4922109 w 5883342"/>
              <a:gd name="connsiteY910" fmla="*/ 1158346 h 5883329"/>
              <a:gd name="connsiteX911" fmla="*/ 4927327 w 5883342"/>
              <a:gd name="connsiteY911" fmla="*/ 1148780 h 5883329"/>
              <a:gd name="connsiteX912" fmla="*/ 4936313 w 5883342"/>
              <a:gd name="connsiteY912" fmla="*/ 1133416 h 5883329"/>
              <a:gd name="connsiteX913" fmla="*/ 4924719 w 5883342"/>
              <a:gd name="connsiteY913" fmla="*/ 1129648 h 5883329"/>
              <a:gd name="connsiteX914" fmla="*/ 4909355 w 5883342"/>
              <a:gd name="connsiteY914" fmla="*/ 1135156 h 5883329"/>
              <a:gd name="connsiteX915" fmla="*/ 4903268 w 5883342"/>
              <a:gd name="connsiteY915" fmla="*/ 1144142 h 5883329"/>
              <a:gd name="connsiteX916" fmla="*/ 4880657 w 5883342"/>
              <a:gd name="connsiteY916" fmla="*/ 1165593 h 5883329"/>
              <a:gd name="connsiteX917" fmla="*/ 4867034 w 5883342"/>
              <a:gd name="connsiteY917" fmla="*/ 1183275 h 5883329"/>
              <a:gd name="connsiteX918" fmla="*/ 4842683 w 5883342"/>
              <a:gd name="connsiteY918" fmla="*/ 1204436 h 5883329"/>
              <a:gd name="connsiteX919" fmla="*/ 4836885 w 5883342"/>
              <a:gd name="connsiteY919" fmla="*/ 1221249 h 5883329"/>
              <a:gd name="connsiteX920" fmla="*/ 4845583 w 5883342"/>
              <a:gd name="connsiteY920" fmla="*/ 1224147 h 5883329"/>
              <a:gd name="connsiteX921" fmla="*/ 4855438 w 5883342"/>
              <a:gd name="connsiteY921" fmla="*/ 1222698 h 5883329"/>
              <a:gd name="connsiteX922" fmla="*/ 4868773 w 5883342"/>
              <a:gd name="connsiteY922" fmla="*/ 1216901 h 5883329"/>
              <a:gd name="connsiteX923" fmla="*/ 4867034 w 5883342"/>
              <a:gd name="connsiteY923" fmla="*/ 1228496 h 5883329"/>
              <a:gd name="connsiteX924" fmla="*/ 4861526 w 5883342"/>
              <a:gd name="connsiteY924" fmla="*/ 1238641 h 5883329"/>
              <a:gd name="connsiteX925" fmla="*/ 4873120 w 5883342"/>
              <a:gd name="connsiteY925" fmla="*/ 1244149 h 5883329"/>
              <a:gd name="connsiteX926" fmla="*/ 4881528 w 5883342"/>
              <a:gd name="connsiteY926" fmla="*/ 1254875 h 5883329"/>
              <a:gd name="connsiteX927" fmla="*/ 4875149 w 5883342"/>
              <a:gd name="connsiteY927" fmla="*/ 1258933 h 5883329"/>
              <a:gd name="connsiteX928" fmla="*/ 4864134 w 5883342"/>
              <a:gd name="connsiteY928" fmla="*/ 1256034 h 5883329"/>
              <a:gd name="connsiteX929" fmla="*/ 4852830 w 5883342"/>
              <a:gd name="connsiteY929" fmla="*/ 1249946 h 5883329"/>
              <a:gd name="connsiteX930" fmla="*/ 4834856 w 5883342"/>
              <a:gd name="connsiteY930" fmla="*/ 1236612 h 5883329"/>
              <a:gd name="connsiteX931" fmla="*/ 4824711 w 5883342"/>
              <a:gd name="connsiteY931" fmla="*/ 1227336 h 5883329"/>
              <a:gd name="connsiteX932" fmla="*/ 4810798 w 5883342"/>
              <a:gd name="connsiteY932" fmla="*/ 1218350 h 5883329"/>
              <a:gd name="connsiteX933" fmla="*/ 4810798 w 5883342"/>
              <a:gd name="connsiteY933" fmla="*/ 1207045 h 5883329"/>
              <a:gd name="connsiteX934" fmla="*/ 4826740 w 5883342"/>
              <a:gd name="connsiteY934" fmla="*/ 1199798 h 5883329"/>
              <a:gd name="connsiteX935" fmla="*/ 4837176 w 5883342"/>
              <a:gd name="connsiteY935" fmla="*/ 1190522 h 5883329"/>
              <a:gd name="connsiteX936" fmla="*/ 4848481 w 5883342"/>
              <a:gd name="connsiteY936" fmla="*/ 1174869 h 5883329"/>
              <a:gd name="connsiteX937" fmla="*/ 4868193 w 5883342"/>
              <a:gd name="connsiteY937" fmla="*/ 1154288 h 5883329"/>
              <a:gd name="connsiteX938" fmla="*/ 4879208 w 5883342"/>
              <a:gd name="connsiteY938" fmla="*/ 1145011 h 5883329"/>
              <a:gd name="connsiteX939" fmla="*/ 4888194 w 5883342"/>
              <a:gd name="connsiteY939" fmla="*/ 1137764 h 5883329"/>
              <a:gd name="connsiteX940" fmla="*/ 4895441 w 5883342"/>
              <a:gd name="connsiteY940" fmla="*/ 1130518 h 5883329"/>
              <a:gd name="connsiteX941" fmla="*/ 4907037 w 5883342"/>
              <a:gd name="connsiteY941" fmla="*/ 1118053 h 5883329"/>
              <a:gd name="connsiteX942" fmla="*/ 4915443 w 5883342"/>
              <a:gd name="connsiteY942" fmla="*/ 1107038 h 5883329"/>
              <a:gd name="connsiteX943" fmla="*/ 4917472 w 5883342"/>
              <a:gd name="connsiteY943" fmla="*/ 1098341 h 5883329"/>
              <a:gd name="connsiteX944" fmla="*/ 4910805 w 5883342"/>
              <a:gd name="connsiteY944" fmla="*/ 1096602 h 5883329"/>
              <a:gd name="connsiteX945" fmla="*/ 4902978 w 5883342"/>
              <a:gd name="connsiteY945" fmla="*/ 1088486 h 5883329"/>
              <a:gd name="connsiteX946" fmla="*/ 4892869 w 5883342"/>
              <a:gd name="connsiteY946" fmla="*/ 1087942 h 5883329"/>
              <a:gd name="connsiteX947" fmla="*/ 3293581 w 5883342"/>
              <a:gd name="connsiteY947" fmla="*/ 1079789 h 5883329"/>
              <a:gd name="connsiteX948" fmla="*/ 3316771 w 5883342"/>
              <a:gd name="connsiteY948" fmla="*/ 1214872 h 5883329"/>
              <a:gd name="connsiteX949" fmla="*/ 3317641 w 5883342"/>
              <a:gd name="connsiteY949" fmla="*/ 1214872 h 5883329"/>
              <a:gd name="connsiteX950" fmla="*/ 3259666 w 5883342"/>
              <a:gd name="connsiteY950" fmla="*/ 1327344 h 5883329"/>
              <a:gd name="connsiteX951" fmla="*/ 3230678 w 5883342"/>
              <a:gd name="connsiteY951" fmla="*/ 1201827 h 5883329"/>
              <a:gd name="connsiteX952" fmla="*/ 3293581 w 5883342"/>
              <a:gd name="connsiteY952" fmla="*/ 1079789 h 5883329"/>
              <a:gd name="connsiteX953" fmla="*/ 1059501 w 5883342"/>
              <a:gd name="connsiteY953" fmla="*/ 1070513 h 5883329"/>
              <a:gd name="connsiteX954" fmla="*/ 1050804 w 5883342"/>
              <a:gd name="connsiteY954" fmla="*/ 1076601 h 5883329"/>
              <a:gd name="connsiteX955" fmla="*/ 1037180 w 5883342"/>
              <a:gd name="connsiteY955" fmla="*/ 1080369 h 5883329"/>
              <a:gd name="connsiteX956" fmla="*/ 1027904 w 5883342"/>
              <a:gd name="connsiteY956" fmla="*/ 1095153 h 5883329"/>
              <a:gd name="connsiteX957" fmla="*/ 1016889 w 5883342"/>
              <a:gd name="connsiteY957" fmla="*/ 1102979 h 5883329"/>
              <a:gd name="connsiteX958" fmla="*/ 1009352 w 5883342"/>
              <a:gd name="connsiteY958" fmla="*/ 1116024 h 5883329"/>
              <a:gd name="connsiteX959" fmla="*/ 994858 w 5883342"/>
              <a:gd name="connsiteY959" fmla="*/ 1126459 h 5883329"/>
              <a:gd name="connsiteX960" fmla="*/ 991380 w 5883342"/>
              <a:gd name="connsiteY960" fmla="*/ 1141533 h 5883329"/>
              <a:gd name="connsiteX961" fmla="*/ 1007613 w 5883342"/>
              <a:gd name="connsiteY961" fmla="*/ 1157766 h 5883329"/>
              <a:gd name="connsiteX962" fmla="*/ 1027324 w 5883342"/>
              <a:gd name="connsiteY962" fmla="*/ 1186754 h 5883329"/>
              <a:gd name="connsiteX963" fmla="*/ 1039499 w 5883342"/>
              <a:gd name="connsiteY963" fmla="*/ 1204726 h 5883329"/>
              <a:gd name="connsiteX964" fmla="*/ 1063269 w 5883342"/>
              <a:gd name="connsiteY964" fmla="*/ 1229655 h 5883329"/>
              <a:gd name="connsiteX965" fmla="*/ 1076313 w 5883342"/>
              <a:gd name="connsiteY965" fmla="*/ 1247918 h 5883329"/>
              <a:gd name="connsiteX966" fmla="*/ 1088778 w 5883342"/>
              <a:gd name="connsiteY966" fmla="*/ 1266470 h 5883329"/>
              <a:gd name="connsiteX967" fmla="*/ 1094286 w 5883342"/>
              <a:gd name="connsiteY967" fmla="*/ 1279804 h 5883329"/>
              <a:gd name="connsiteX968" fmla="*/ 1120374 w 5883342"/>
              <a:gd name="connsiteY968" fmla="*/ 1313429 h 5883329"/>
              <a:gd name="connsiteX969" fmla="*/ 1141246 w 5883342"/>
              <a:gd name="connsiteY969" fmla="*/ 1329373 h 5883329"/>
              <a:gd name="connsiteX970" fmla="*/ 1155160 w 5883342"/>
              <a:gd name="connsiteY970" fmla="*/ 1339228 h 5883329"/>
              <a:gd name="connsiteX971" fmla="*/ 1168784 w 5883342"/>
              <a:gd name="connsiteY971" fmla="*/ 1350534 h 5883329"/>
              <a:gd name="connsiteX972" fmla="*/ 1193424 w 5883342"/>
              <a:gd name="connsiteY972" fmla="*/ 1365318 h 5883329"/>
              <a:gd name="connsiteX973" fmla="*/ 1211686 w 5883342"/>
              <a:gd name="connsiteY973" fmla="*/ 1380391 h 5883329"/>
              <a:gd name="connsiteX974" fmla="*/ 1235166 w 5883342"/>
              <a:gd name="connsiteY974" fmla="*/ 1384739 h 5883329"/>
              <a:gd name="connsiteX975" fmla="*/ 1249949 w 5883342"/>
              <a:gd name="connsiteY975" fmla="*/ 1380101 h 5883329"/>
              <a:gd name="connsiteX976" fmla="*/ 1269662 w 5883342"/>
              <a:gd name="connsiteY976" fmla="*/ 1361259 h 5883329"/>
              <a:gd name="connsiteX977" fmla="*/ 1285895 w 5883342"/>
              <a:gd name="connsiteY977" fmla="*/ 1351403 h 5883329"/>
              <a:gd name="connsiteX978" fmla="*/ 1301258 w 5883342"/>
              <a:gd name="connsiteY978" fmla="*/ 1335750 h 5883329"/>
              <a:gd name="connsiteX979" fmla="*/ 1317781 w 5883342"/>
              <a:gd name="connsiteY979" fmla="*/ 1320967 h 5883329"/>
              <a:gd name="connsiteX980" fmla="*/ 1331985 w 5883342"/>
              <a:gd name="connsiteY980" fmla="*/ 1314879 h 5883329"/>
              <a:gd name="connsiteX981" fmla="*/ 1342420 w 5883342"/>
              <a:gd name="connsiteY981" fmla="*/ 1296617 h 5883329"/>
              <a:gd name="connsiteX982" fmla="*/ 1354305 w 5883342"/>
              <a:gd name="connsiteY982" fmla="*/ 1279224 h 5883329"/>
              <a:gd name="connsiteX983" fmla="*/ 1346479 w 5883342"/>
              <a:gd name="connsiteY983" fmla="*/ 1260962 h 5883329"/>
              <a:gd name="connsiteX984" fmla="*/ 1332855 w 5883342"/>
              <a:gd name="connsiteY984" fmla="*/ 1235163 h 5883329"/>
              <a:gd name="connsiteX985" fmla="*/ 1307345 w 5883342"/>
              <a:gd name="connsiteY985" fmla="*/ 1226177 h 5883329"/>
              <a:gd name="connsiteX986" fmla="*/ 1292851 w 5883342"/>
              <a:gd name="connsiteY986" fmla="*/ 1238641 h 5883329"/>
              <a:gd name="connsiteX987" fmla="*/ 1280966 w 5883342"/>
              <a:gd name="connsiteY987" fmla="*/ 1244439 h 5883329"/>
              <a:gd name="connsiteX988" fmla="*/ 1270241 w 5883342"/>
              <a:gd name="connsiteY988" fmla="*/ 1251686 h 5883329"/>
              <a:gd name="connsiteX989" fmla="*/ 1256617 w 5883342"/>
              <a:gd name="connsiteY989" fmla="*/ 1262991 h 5883329"/>
              <a:gd name="connsiteX990" fmla="*/ 1231688 w 5883342"/>
              <a:gd name="connsiteY990" fmla="*/ 1273717 h 5883329"/>
              <a:gd name="connsiteX991" fmla="*/ 1204149 w 5883342"/>
              <a:gd name="connsiteY991" fmla="*/ 1260092 h 5883329"/>
              <a:gd name="connsiteX992" fmla="*/ 1190815 w 5883342"/>
              <a:gd name="connsiteY992" fmla="*/ 1249077 h 5883329"/>
              <a:gd name="connsiteX993" fmla="*/ 1172263 w 5883342"/>
              <a:gd name="connsiteY993" fmla="*/ 1216611 h 5883329"/>
              <a:gd name="connsiteX994" fmla="*/ 1182988 w 5883342"/>
              <a:gd name="connsiteY994" fmla="*/ 1182406 h 5883329"/>
              <a:gd name="connsiteX995" fmla="*/ 1188496 w 5883342"/>
              <a:gd name="connsiteY995" fmla="*/ 1160085 h 5883329"/>
              <a:gd name="connsiteX996" fmla="*/ 1190815 w 5883342"/>
              <a:gd name="connsiteY996" fmla="*/ 1142403 h 5883329"/>
              <a:gd name="connsiteX997" fmla="*/ 1199221 w 5883342"/>
              <a:gd name="connsiteY997" fmla="*/ 1127039 h 5883329"/>
              <a:gd name="connsiteX998" fmla="*/ 1199221 w 5883342"/>
              <a:gd name="connsiteY998" fmla="*/ 1114574 h 5883329"/>
              <a:gd name="connsiteX999" fmla="*/ 1184148 w 5883342"/>
              <a:gd name="connsiteY999" fmla="*/ 1104429 h 5883329"/>
              <a:gd name="connsiteX1000" fmla="*/ 1156609 w 5883342"/>
              <a:gd name="connsiteY1000" fmla="*/ 1097182 h 5883329"/>
              <a:gd name="connsiteX1001" fmla="*/ 1133709 w 5883342"/>
              <a:gd name="connsiteY1001" fmla="*/ 1109067 h 5883329"/>
              <a:gd name="connsiteX1002" fmla="*/ 1129941 w 5883342"/>
              <a:gd name="connsiteY1002" fmla="*/ 1125879 h 5883329"/>
              <a:gd name="connsiteX1003" fmla="*/ 1115737 w 5883342"/>
              <a:gd name="connsiteY1003" fmla="*/ 1133126 h 5883329"/>
              <a:gd name="connsiteX1004" fmla="*/ 1105591 w 5883342"/>
              <a:gd name="connsiteY1004" fmla="*/ 1118923 h 5883329"/>
              <a:gd name="connsiteX1005" fmla="*/ 1093416 w 5883342"/>
              <a:gd name="connsiteY1005" fmla="*/ 1082688 h 5883329"/>
              <a:gd name="connsiteX1006" fmla="*/ 1071386 w 5883342"/>
              <a:gd name="connsiteY1006" fmla="*/ 1070513 h 5883329"/>
              <a:gd name="connsiteX1007" fmla="*/ 1059501 w 5883342"/>
              <a:gd name="connsiteY1007" fmla="*/ 1070513 h 5883329"/>
              <a:gd name="connsiteX1008" fmla="*/ 3595054 w 5883342"/>
              <a:gd name="connsiteY1008" fmla="*/ 950504 h 5883329"/>
              <a:gd name="connsiteX1009" fmla="*/ 3572733 w 5883342"/>
              <a:gd name="connsiteY1009" fmla="*/ 1080369 h 5883329"/>
              <a:gd name="connsiteX1010" fmla="*/ 3504612 w 5883342"/>
              <a:gd name="connsiteY1010" fmla="*/ 1151388 h 5883329"/>
              <a:gd name="connsiteX1011" fmla="*/ 3478233 w 5883342"/>
              <a:gd name="connsiteY1011" fmla="*/ 1194870 h 5883329"/>
              <a:gd name="connsiteX1012" fmla="*/ 3135598 w 5883342"/>
              <a:gd name="connsiteY1012" fmla="*/ 1431699 h 5883329"/>
              <a:gd name="connsiteX1013" fmla="*/ 3237055 w 5883342"/>
              <a:gd name="connsiteY1013" fmla="*/ 1438366 h 5883329"/>
              <a:gd name="connsiteX1014" fmla="*/ 3238215 w 5883342"/>
              <a:gd name="connsiteY1014" fmla="*/ 1437496 h 5883329"/>
              <a:gd name="connsiteX1015" fmla="*/ 3349237 w 5883342"/>
              <a:gd name="connsiteY1015" fmla="*/ 1517502 h 5883329"/>
              <a:gd name="connsiteX1016" fmla="*/ 3218214 w 5883342"/>
              <a:gd name="connsiteY1016" fmla="*/ 1519821 h 5883329"/>
              <a:gd name="connsiteX1017" fmla="*/ 3125453 w 5883342"/>
              <a:gd name="connsiteY1017" fmla="*/ 1435467 h 5883329"/>
              <a:gd name="connsiteX1018" fmla="*/ 3052717 w 5883342"/>
              <a:gd name="connsiteY1018" fmla="*/ 1462183 h 5883329"/>
              <a:gd name="connsiteX1019" fmla="*/ 3055295 w 5883342"/>
              <a:gd name="connsiteY1019" fmla="*/ 1475393 h 5883329"/>
              <a:gd name="connsiteX1020" fmla="*/ 3093856 w 5883342"/>
              <a:gd name="connsiteY1020" fmla="*/ 1674036 h 5883329"/>
              <a:gd name="connsiteX1021" fmla="*/ 3989576 w 5883342"/>
              <a:gd name="connsiteY1021" fmla="*/ 1538953 h 5883329"/>
              <a:gd name="connsiteX1022" fmla="*/ 4020593 w 5883342"/>
              <a:gd name="connsiteY1022" fmla="*/ 1528517 h 5883329"/>
              <a:gd name="connsiteX1023" fmla="*/ 4020593 w 5883342"/>
              <a:gd name="connsiteY1023" fmla="*/ 1560984 h 5883329"/>
              <a:gd name="connsiteX1024" fmla="*/ 3931891 w 5883342"/>
              <a:gd name="connsiteY1024" fmla="*/ 1812306 h 5883329"/>
              <a:gd name="connsiteX1025" fmla="*/ 3711584 w 5883342"/>
              <a:gd name="connsiteY1025" fmla="*/ 1955796 h 5883329"/>
              <a:gd name="connsiteX1026" fmla="*/ 3619693 w 5883342"/>
              <a:gd name="connsiteY1026" fmla="*/ 2126242 h 5883329"/>
              <a:gd name="connsiteX1027" fmla="*/ 3577372 w 5883342"/>
              <a:gd name="connsiteY1027" fmla="*/ 2155230 h 5883329"/>
              <a:gd name="connsiteX1028" fmla="*/ 4000592 w 5883342"/>
              <a:gd name="connsiteY1028" fmla="*/ 2090588 h 5883329"/>
              <a:gd name="connsiteX1029" fmla="*/ 4033928 w 5883342"/>
              <a:gd name="connsiteY1029" fmla="*/ 2084211 h 5883329"/>
              <a:gd name="connsiteX1030" fmla="*/ 4032189 w 5883342"/>
              <a:gd name="connsiteY1030" fmla="*/ 2084211 h 5883329"/>
              <a:gd name="connsiteX1031" fmla="*/ 4122919 w 5883342"/>
              <a:gd name="connsiteY1031" fmla="*/ 2065369 h 5883329"/>
              <a:gd name="connsiteX1032" fmla="*/ 3982329 w 5883342"/>
              <a:gd name="connsiteY1032" fmla="*/ 2272340 h 5883329"/>
              <a:gd name="connsiteX1033" fmla="*/ 3651290 w 5883342"/>
              <a:gd name="connsiteY1033" fmla="*/ 2535837 h 5883329"/>
              <a:gd name="connsiteX1034" fmla="*/ 3296191 w 5883342"/>
              <a:gd name="connsiteY1034" fmla="*/ 2649179 h 5883329"/>
              <a:gd name="connsiteX1035" fmla="*/ 3238216 w 5883342"/>
              <a:gd name="connsiteY1035" fmla="*/ 2652948 h 5883329"/>
              <a:gd name="connsiteX1036" fmla="*/ 3130091 w 5883342"/>
              <a:gd name="connsiteY1036" fmla="*/ 2645121 h 5883329"/>
              <a:gd name="connsiteX1037" fmla="*/ 3095885 w 5883342"/>
              <a:gd name="connsiteY1037" fmla="*/ 2640193 h 5883329"/>
              <a:gd name="connsiteX1038" fmla="*/ 3162268 w 5883342"/>
              <a:gd name="connsiteY1038" fmla="*/ 2917605 h 5883329"/>
              <a:gd name="connsiteX1039" fmla="*/ 2941092 w 5883342"/>
              <a:gd name="connsiteY1039" fmla="*/ 2931809 h 5883329"/>
              <a:gd name="connsiteX1040" fmla="*/ 2719626 w 5883342"/>
              <a:gd name="connsiteY1040" fmla="*/ 2917605 h 5883329"/>
              <a:gd name="connsiteX1041" fmla="*/ 2786007 w 5883342"/>
              <a:gd name="connsiteY1041" fmla="*/ 2640193 h 5883329"/>
              <a:gd name="connsiteX1042" fmla="*/ 2751802 w 5883342"/>
              <a:gd name="connsiteY1042" fmla="*/ 2645121 h 5883329"/>
              <a:gd name="connsiteX1043" fmla="*/ 2643678 w 5883342"/>
              <a:gd name="connsiteY1043" fmla="*/ 2652948 h 5883329"/>
              <a:gd name="connsiteX1044" fmla="*/ 2585703 w 5883342"/>
              <a:gd name="connsiteY1044" fmla="*/ 2649179 h 5883329"/>
              <a:gd name="connsiteX1045" fmla="*/ 2230314 w 5883342"/>
              <a:gd name="connsiteY1045" fmla="*/ 2535837 h 5883329"/>
              <a:gd name="connsiteX1046" fmla="*/ 1899275 w 5883342"/>
              <a:gd name="connsiteY1046" fmla="*/ 2272340 h 5883329"/>
              <a:gd name="connsiteX1047" fmla="*/ 1758683 w 5883342"/>
              <a:gd name="connsiteY1047" fmla="*/ 2065369 h 5883329"/>
              <a:gd name="connsiteX1048" fmla="*/ 1849415 w 5883342"/>
              <a:gd name="connsiteY1048" fmla="*/ 2084211 h 5883329"/>
              <a:gd name="connsiteX1049" fmla="*/ 1883042 w 5883342"/>
              <a:gd name="connsiteY1049" fmla="*/ 2090588 h 5883329"/>
              <a:gd name="connsiteX1050" fmla="*/ 2305971 w 5883342"/>
              <a:gd name="connsiteY1050" fmla="*/ 2154940 h 5883329"/>
              <a:gd name="connsiteX1051" fmla="*/ 2263650 w 5883342"/>
              <a:gd name="connsiteY1051" fmla="*/ 2127402 h 5883329"/>
              <a:gd name="connsiteX1052" fmla="*/ 2171758 w 5883342"/>
              <a:gd name="connsiteY1052" fmla="*/ 1956954 h 5883329"/>
              <a:gd name="connsiteX1053" fmla="*/ 1951452 w 5883342"/>
              <a:gd name="connsiteY1053" fmla="*/ 1813466 h 5883329"/>
              <a:gd name="connsiteX1054" fmla="*/ 1862750 w 5883342"/>
              <a:gd name="connsiteY1054" fmla="*/ 1562143 h 5883329"/>
              <a:gd name="connsiteX1055" fmla="*/ 1862750 w 5883342"/>
              <a:gd name="connsiteY1055" fmla="*/ 1529677 h 5883329"/>
              <a:gd name="connsiteX1056" fmla="*/ 1893477 w 5883342"/>
              <a:gd name="connsiteY1056" fmla="*/ 1540113 h 5883329"/>
              <a:gd name="connsiteX1057" fmla="*/ 2790646 w 5883342"/>
              <a:gd name="connsiteY1057" fmla="*/ 1674036 h 5883329"/>
              <a:gd name="connsiteX1058" fmla="*/ 2836157 w 5883342"/>
              <a:gd name="connsiteY1058" fmla="*/ 1439815 h 5883329"/>
              <a:gd name="connsiteX1059" fmla="*/ 2836157 w 5883342"/>
              <a:gd name="connsiteY1059" fmla="*/ 1436047 h 5883329"/>
              <a:gd name="connsiteX1060" fmla="*/ 2940222 w 5883342"/>
              <a:gd name="connsiteY1060" fmla="*/ 1316038 h 5883329"/>
              <a:gd name="connsiteX1061" fmla="*/ 2943990 w 5883342"/>
              <a:gd name="connsiteY1061" fmla="*/ 1316038 h 5883329"/>
              <a:gd name="connsiteX1062" fmla="*/ 3040969 w 5883342"/>
              <a:gd name="connsiteY1062" fmla="*/ 1405067 h 5883329"/>
              <a:gd name="connsiteX1063" fmla="*/ 3045999 w 5883342"/>
              <a:gd name="connsiteY1063" fmla="*/ 1426190 h 5883329"/>
              <a:gd name="connsiteX1064" fmla="*/ 3115018 w 5883342"/>
              <a:gd name="connsiteY1064" fmla="*/ 1400972 h 5883329"/>
              <a:gd name="connsiteX1065" fmla="*/ 3086030 w 5883342"/>
              <a:gd name="connsiteY1065" fmla="*/ 1276905 h 5883329"/>
              <a:gd name="connsiteX1066" fmla="*/ 3154731 w 5883342"/>
              <a:gd name="connsiteY1066" fmla="*/ 1157766 h 5883329"/>
              <a:gd name="connsiteX1067" fmla="*/ 3177052 w 5883342"/>
              <a:gd name="connsiteY1067" fmla="*/ 1291399 h 5883329"/>
              <a:gd name="connsiteX1068" fmla="*/ 3116757 w 5883342"/>
              <a:gd name="connsiteY1068" fmla="*/ 1399813 h 5883329"/>
              <a:gd name="connsiteX1069" fmla="*/ 3387791 w 5883342"/>
              <a:gd name="connsiteY1069" fmla="*/ 1240090 h 5883329"/>
              <a:gd name="connsiteX1070" fmla="*/ 3360543 w 5883342"/>
              <a:gd name="connsiteY1070" fmla="*/ 1119502 h 5883329"/>
              <a:gd name="connsiteX1071" fmla="*/ 3418518 w 5883342"/>
              <a:gd name="connsiteY1071" fmla="*/ 1003551 h 5883329"/>
              <a:gd name="connsiteX1072" fmla="*/ 3439680 w 5883342"/>
              <a:gd name="connsiteY1072" fmla="*/ 1133126 h 5883329"/>
              <a:gd name="connsiteX1073" fmla="*/ 3388662 w 5883342"/>
              <a:gd name="connsiteY1073" fmla="*/ 1239801 h 5883329"/>
              <a:gd name="connsiteX1074" fmla="*/ 3472725 w 5883342"/>
              <a:gd name="connsiteY1074" fmla="*/ 1162694 h 5883329"/>
              <a:gd name="connsiteX1075" fmla="*/ 3491568 w 5883342"/>
              <a:gd name="connsiteY1075" fmla="*/ 1140083 h 5883329"/>
              <a:gd name="connsiteX1076" fmla="*/ 3508091 w 5883342"/>
              <a:gd name="connsiteY1076" fmla="*/ 1036018 h 5883329"/>
              <a:gd name="connsiteX1077" fmla="*/ 3595054 w 5883342"/>
              <a:gd name="connsiteY1077" fmla="*/ 950504 h 5883329"/>
              <a:gd name="connsiteX1078" fmla="*/ 1732848 w 5883342"/>
              <a:gd name="connsiteY1078" fmla="*/ 934453 h 5883329"/>
              <a:gd name="connsiteX1079" fmla="*/ 1729695 w 5883342"/>
              <a:gd name="connsiteY1079" fmla="*/ 935431 h 5883329"/>
              <a:gd name="connsiteX1080" fmla="*/ 1712303 w 5883342"/>
              <a:gd name="connsiteY1080" fmla="*/ 946156 h 5883329"/>
              <a:gd name="connsiteX1081" fmla="*/ 1699258 w 5883342"/>
              <a:gd name="connsiteY1081" fmla="*/ 959201 h 5883329"/>
              <a:gd name="connsiteX1082" fmla="*/ 1674329 w 5883342"/>
              <a:gd name="connsiteY1082" fmla="*/ 949925 h 5883329"/>
              <a:gd name="connsiteX1083" fmla="*/ 1666503 w 5883342"/>
              <a:gd name="connsiteY1083" fmla="*/ 962969 h 5883329"/>
              <a:gd name="connsiteX1084" fmla="*/ 1666503 w 5883342"/>
              <a:gd name="connsiteY1084" fmla="*/ 998914 h 5883329"/>
              <a:gd name="connsiteX1085" fmla="*/ 1666503 w 5883342"/>
              <a:gd name="connsiteY1085" fmla="*/ 1014277 h 5883329"/>
              <a:gd name="connsiteX1086" fmla="*/ 1675489 w 5883342"/>
              <a:gd name="connsiteY1086" fmla="*/ 1022684 h 5883329"/>
              <a:gd name="connsiteX1087" fmla="*/ 1680997 w 5883342"/>
              <a:gd name="connsiteY1087" fmla="*/ 1036308 h 5883329"/>
              <a:gd name="connsiteX1088" fmla="*/ 1709984 w 5883342"/>
              <a:gd name="connsiteY1088" fmla="*/ 1040946 h 5883329"/>
              <a:gd name="connsiteX1089" fmla="*/ 1722738 w 5883342"/>
              <a:gd name="connsiteY1089" fmla="*/ 1023553 h 5883329"/>
              <a:gd name="connsiteX1090" fmla="*/ 1734915 w 5883342"/>
              <a:gd name="connsiteY1090" fmla="*/ 1014857 h 5883329"/>
              <a:gd name="connsiteX1091" fmla="*/ 1741581 w 5883342"/>
              <a:gd name="connsiteY1091" fmla="*/ 1000363 h 5883329"/>
              <a:gd name="connsiteX1092" fmla="*/ 1741581 w 5883342"/>
              <a:gd name="connsiteY1092" fmla="*/ 999204 h 5883329"/>
              <a:gd name="connsiteX1093" fmla="*/ 1740132 w 5883342"/>
              <a:gd name="connsiteY1093" fmla="*/ 982101 h 5883329"/>
              <a:gd name="connsiteX1094" fmla="*/ 1744479 w 5883342"/>
              <a:gd name="connsiteY1094" fmla="*/ 971665 h 5883329"/>
              <a:gd name="connsiteX1095" fmla="*/ 1747089 w 5883342"/>
              <a:gd name="connsiteY1095" fmla="*/ 958621 h 5883329"/>
              <a:gd name="connsiteX1096" fmla="*/ 1742161 w 5883342"/>
              <a:gd name="connsiteY1096" fmla="*/ 946446 h 5883329"/>
              <a:gd name="connsiteX1097" fmla="*/ 1737522 w 5883342"/>
              <a:gd name="connsiteY1097" fmla="*/ 935431 h 5883329"/>
              <a:gd name="connsiteX1098" fmla="*/ 1732848 w 5883342"/>
              <a:gd name="connsiteY1098" fmla="*/ 934453 h 5883329"/>
              <a:gd name="connsiteX1099" fmla="*/ 2860290 w 5883342"/>
              <a:gd name="connsiteY1099" fmla="*/ 791739 h 5883329"/>
              <a:gd name="connsiteX1100" fmla="*/ 1651140 w 5883342"/>
              <a:gd name="connsiteY1100" fmla="*/ 1219800 h 5883329"/>
              <a:gd name="connsiteX1101" fmla="*/ 1650850 w 5883342"/>
              <a:gd name="connsiteY1101" fmla="*/ 1219800 h 5883329"/>
              <a:gd name="connsiteX1102" fmla="*/ 789915 w 5883342"/>
              <a:gd name="connsiteY1102" fmla="*/ 2942245 h 5883329"/>
              <a:gd name="connsiteX1103" fmla="*/ 814555 w 5883342"/>
              <a:gd name="connsiteY1103" fmla="*/ 3269805 h 5883329"/>
              <a:gd name="connsiteX1104" fmla="*/ 819483 w 5883342"/>
              <a:gd name="connsiteY1104" fmla="*/ 3296474 h 5883329"/>
              <a:gd name="connsiteX1105" fmla="*/ 842673 w 5883342"/>
              <a:gd name="connsiteY1105" fmla="*/ 3415903 h 5883329"/>
              <a:gd name="connsiteX1106" fmla="*/ 886154 w 5883342"/>
              <a:gd name="connsiteY1106" fmla="*/ 3580842 h 5883329"/>
              <a:gd name="connsiteX1107" fmla="*/ 949347 w 5883342"/>
              <a:gd name="connsiteY1107" fmla="*/ 3754768 h 5883329"/>
              <a:gd name="connsiteX1108" fmla="*/ 958623 w 5883342"/>
              <a:gd name="connsiteY1108" fmla="*/ 3777958 h 5883329"/>
              <a:gd name="connsiteX1109" fmla="*/ 1214875 w 5883342"/>
              <a:gd name="connsiteY1109" fmla="*/ 4227266 h 5883329"/>
              <a:gd name="connsiteX1110" fmla="*/ 1216324 w 5883342"/>
              <a:gd name="connsiteY1110" fmla="*/ 4229005 h 5883329"/>
              <a:gd name="connsiteX1111" fmla="*/ 1218498 w 5883342"/>
              <a:gd name="connsiteY1111" fmla="*/ 4231934 h 5883329"/>
              <a:gd name="connsiteX1112" fmla="*/ 2233774 w 5883342"/>
              <a:gd name="connsiteY1112" fmla="*/ 4974653 h 5883329"/>
              <a:gd name="connsiteX1113" fmla="*/ 2325863 w 5883342"/>
              <a:gd name="connsiteY1113" fmla="*/ 5001729 h 5883329"/>
              <a:gd name="connsiteX1114" fmla="*/ 2319958 w 5883342"/>
              <a:gd name="connsiteY1114" fmla="*/ 4974096 h 5883329"/>
              <a:gd name="connsiteX1115" fmla="*/ 2276404 w 5883342"/>
              <a:gd name="connsiteY1115" fmla="*/ 4904417 h 5883329"/>
              <a:gd name="connsiteX1116" fmla="*/ 2195528 w 5883342"/>
              <a:gd name="connsiteY1116" fmla="*/ 4875429 h 5883329"/>
              <a:gd name="connsiteX1117" fmla="*/ 2186014 w 5883342"/>
              <a:gd name="connsiteY1117" fmla="*/ 4871549 h 5883329"/>
              <a:gd name="connsiteX1118" fmla="*/ 2181968 w 5883342"/>
              <a:gd name="connsiteY1118" fmla="*/ 4863643 h 5883329"/>
              <a:gd name="connsiteX1119" fmla="*/ 2244902 w 5883342"/>
              <a:gd name="connsiteY1119" fmla="*/ 4867727 h 5883329"/>
              <a:gd name="connsiteX1120" fmla="*/ 2307131 w 5883342"/>
              <a:gd name="connsiteY1120" fmla="*/ 4884996 h 5883329"/>
              <a:gd name="connsiteX1121" fmla="*/ 2388297 w 5883342"/>
              <a:gd name="connsiteY1121" fmla="*/ 5010802 h 5883329"/>
              <a:gd name="connsiteX1122" fmla="*/ 2425111 w 5883342"/>
              <a:gd name="connsiteY1122" fmla="*/ 5010802 h 5883329"/>
              <a:gd name="connsiteX1123" fmla="*/ 2436705 w 5883342"/>
              <a:gd name="connsiteY1123" fmla="*/ 5025586 h 5883329"/>
              <a:gd name="connsiteX1124" fmla="*/ 2534394 w 5883342"/>
              <a:gd name="connsiteY1124" fmla="*/ 5025586 h 5883329"/>
              <a:gd name="connsiteX1125" fmla="*/ 2536641 w 5883342"/>
              <a:gd name="connsiteY1125" fmla="*/ 5041421 h 5883329"/>
              <a:gd name="connsiteX1126" fmla="*/ 2536369 w 5883342"/>
              <a:gd name="connsiteY1126" fmla="*/ 5053068 h 5883329"/>
              <a:gd name="connsiteX1127" fmla="*/ 2634974 w 5883342"/>
              <a:gd name="connsiteY1127" fmla="*/ 5072068 h 5883329"/>
              <a:gd name="connsiteX1128" fmla="*/ 3253987 w 5883342"/>
              <a:gd name="connsiteY1128" fmla="*/ 5071438 h 5883329"/>
              <a:gd name="connsiteX1129" fmla="*/ 3414922 w 5883342"/>
              <a:gd name="connsiteY1129" fmla="*/ 5039848 h 5883329"/>
              <a:gd name="connsiteX1130" fmla="*/ 3404024 w 5883342"/>
              <a:gd name="connsiteY1130" fmla="*/ 5039210 h 5883329"/>
              <a:gd name="connsiteX1131" fmla="*/ 3420547 w 5883342"/>
              <a:gd name="connsiteY1131" fmla="*/ 5033991 h 5883329"/>
              <a:gd name="connsiteX1132" fmla="*/ 3316771 w 5883342"/>
              <a:gd name="connsiteY1132" fmla="*/ 5033991 h 5883329"/>
              <a:gd name="connsiteX1133" fmla="*/ 3258795 w 5883342"/>
              <a:gd name="connsiteY1133" fmla="*/ 4902388 h 5883329"/>
              <a:gd name="connsiteX1134" fmla="*/ 3110959 w 5883342"/>
              <a:gd name="connsiteY1134" fmla="*/ 4896300 h 5883329"/>
              <a:gd name="connsiteX1135" fmla="*/ 3037040 w 5883342"/>
              <a:gd name="connsiteY1135" fmla="*/ 5009352 h 5883329"/>
              <a:gd name="connsiteX1136" fmla="*/ 3030354 w 5883342"/>
              <a:gd name="connsiteY1136" fmla="*/ 5024781 h 5883329"/>
              <a:gd name="connsiteX1137" fmla="*/ 3030372 w 5883342"/>
              <a:gd name="connsiteY1137" fmla="*/ 5024426 h 5883329"/>
              <a:gd name="connsiteX1138" fmla="*/ 3029503 w 5883342"/>
              <a:gd name="connsiteY1138" fmla="*/ 5026744 h 5883329"/>
              <a:gd name="connsiteX1139" fmla="*/ 3030354 w 5883342"/>
              <a:gd name="connsiteY1139" fmla="*/ 5024781 h 5883329"/>
              <a:gd name="connsiteX1140" fmla="*/ 3028054 w 5883342"/>
              <a:gd name="connsiteY1140" fmla="*/ 5069356 h 5883329"/>
              <a:gd name="connsiteX1141" fmla="*/ 2975297 w 5883342"/>
              <a:gd name="connsiteY1141" fmla="*/ 5069356 h 5883329"/>
              <a:gd name="connsiteX1142" fmla="*/ 2997618 w 5883342"/>
              <a:gd name="connsiteY1142" fmla="*/ 5061240 h 5883329"/>
              <a:gd name="connsiteX1143" fmla="*/ 2979065 w 5883342"/>
              <a:gd name="connsiteY1143" fmla="*/ 5058051 h 5883329"/>
              <a:gd name="connsiteX1144" fmla="*/ 2987181 w 5883342"/>
              <a:gd name="connsiteY1144" fmla="*/ 5049355 h 5883329"/>
              <a:gd name="connsiteX1145" fmla="*/ 2958193 w 5883342"/>
              <a:gd name="connsiteY1145" fmla="*/ 5049355 h 5883329"/>
              <a:gd name="connsiteX1146" fmla="*/ 2969499 w 5883342"/>
              <a:gd name="connsiteY1146" fmla="*/ 5041818 h 5883329"/>
              <a:gd name="connsiteX1147" fmla="*/ 2919641 w 5883342"/>
              <a:gd name="connsiteY1147" fmla="*/ 5041818 h 5883329"/>
              <a:gd name="connsiteX1148" fmla="*/ 2929786 w 5883342"/>
              <a:gd name="connsiteY1148" fmla="*/ 5033991 h 5883329"/>
              <a:gd name="connsiteX1149" fmla="*/ 2827458 w 5883342"/>
              <a:gd name="connsiteY1149" fmla="*/ 5033991 h 5883329"/>
              <a:gd name="connsiteX1150" fmla="*/ 2769483 w 5883342"/>
              <a:gd name="connsiteY1150" fmla="*/ 4902388 h 5883329"/>
              <a:gd name="connsiteX1151" fmla="*/ 2621646 w 5883342"/>
              <a:gd name="connsiteY1151" fmla="*/ 4896300 h 5883329"/>
              <a:gd name="connsiteX1152" fmla="*/ 2547728 w 5883342"/>
              <a:gd name="connsiteY1152" fmla="*/ 5009352 h 5883329"/>
              <a:gd name="connsiteX1153" fmla="*/ 2534683 w 5883342"/>
              <a:gd name="connsiteY1153" fmla="*/ 5005294 h 5883329"/>
              <a:gd name="connsiteX1154" fmla="*/ 2567149 w 5883342"/>
              <a:gd name="connsiteY1154" fmla="*/ 4911953 h 5883329"/>
              <a:gd name="connsiteX1155" fmla="*/ 2691218 w 5883342"/>
              <a:gd name="connsiteY1155" fmla="*/ 4862095 h 5883329"/>
              <a:gd name="connsiteX1156" fmla="*/ 2865144 w 5883342"/>
              <a:gd name="connsiteY1156" fmla="*/ 4907605 h 5883329"/>
              <a:gd name="connsiteX1157" fmla="*/ 2898478 w 5883342"/>
              <a:gd name="connsiteY1157" fmla="*/ 5020078 h 5883329"/>
              <a:gd name="connsiteX1158" fmla="*/ 3014429 w 5883342"/>
              <a:gd name="connsiteY1158" fmla="*/ 5017179 h 5883329"/>
              <a:gd name="connsiteX1159" fmla="*/ 3057911 w 5883342"/>
              <a:gd name="connsiteY1159" fmla="*/ 4911953 h 5883329"/>
              <a:gd name="connsiteX1160" fmla="*/ 3181979 w 5883342"/>
              <a:gd name="connsiteY1160" fmla="*/ 4862095 h 5883329"/>
              <a:gd name="connsiteX1161" fmla="*/ 3355905 w 5883342"/>
              <a:gd name="connsiteY1161" fmla="*/ 4907605 h 5883329"/>
              <a:gd name="connsiteX1162" fmla="*/ 3389240 w 5883342"/>
              <a:gd name="connsiteY1162" fmla="*/ 5020078 h 5883329"/>
              <a:gd name="connsiteX1163" fmla="*/ 3505190 w 5883342"/>
              <a:gd name="connsiteY1163" fmla="*/ 5017179 h 5883329"/>
              <a:gd name="connsiteX1164" fmla="*/ 3572152 w 5883342"/>
              <a:gd name="connsiteY1164" fmla="*/ 4883835 h 5883329"/>
              <a:gd name="connsiteX1165" fmla="*/ 3680584 w 5883342"/>
              <a:gd name="connsiteY1165" fmla="*/ 4855832 h 5883329"/>
              <a:gd name="connsiteX1166" fmla="*/ 3693610 w 5883342"/>
              <a:gd name="connsiteY1166" fmla="*/ 4856298 h 5883329"/>
              <a:gd name="connsiteX1167" fmla="*/ 3693610 w 5883342"/>
              <a:gd name="connsiteY1167" fmla="*/ 4899199 h 5883329"/>
              <a:gd name="connsiteX1168" fmla="*/ 3573022 w 5883342"/>
              <a:gd name="connsiteY1168" fmla="*/ 4916592 h 5883329"/>
              <a:gd name="connsiteX1169" fmla="*/ 3527082 w 5883342"/>
              <a:gd name="connsiteY1169" fmla="*/ 5002604 h 5883329"/>
              <a:gd name="connsiteX1170" fmla="*/ 3525492 w 5883342"/>
              <a:gd name="connsiteY1170" fmla="*/ 5011202 h 5883329"/>
              <a:gd name="connsiteX1171" fmla="*/ 3660474 w 5883342"/>
              <a:gd name="connsiteY1171" fmla="*/ 4970644 h 5883329"/>
              <a:gd name="connsiteX1172" fmla="*/ 4230637 w 5883342"/>
              <a:gd name="connsiteY1172" fmla="*/ 4664545 h 5883329"/>
              <a:gd name="connsiteX1173" fmla="*/ 4663280 w 5883342"/>
              <a:gd name="connsiteY1173" fmla="*/ 1652440 h 5883329"/>
              <a:gd name="connsiteX1174" fmla="*/ 3041258 w 5883342"/>
              <a:gd name="connsiteY1174" fmla="*/ 792705 h 5883329"/>
              <a:gd name="connsiteX1175" fmla="*/ 2860290 w 5883342"/>
              <a:gd name="connsiteY1175" fmla="*/ 791739 h 5883329"/>
              <a:gd name="connsiteX1176" fmla="*/ 1904492 w 5883342"/>
              <a:gd name="connsiteY1176" fmla="*/ 779477 h 5883329"/>
              <a:gd name="connsiteX1177" fmla="*/ 1895506 w 5883342"/>
              <a:gd name="connsiteY1177" fmla="*/ 787014 h 5883329"/>
              <a:gd name="connsiteX1178" fmla="*/ 1882171 w 5883342"/>
              <a:gd name="connsiteY1178" fmla="*/ 790203 h 5883329"/>
              <a:gd name="connsiteX1179" fmla="*/ 1869706 w 5883342"/>
              <a:gd name="connsiteY1179" fmla="*/ 796000 h 5883329"/>
              <a:gd name="connsiteX1180" fmla="*/ 1854632 w 5883342"/>
              <a:gd name="connsiteY1180" fmla="*/ 796000 h 5883329"/>
              <a:gd name="connsiteX1181" fmla="*/ 1841877 w 5883342"/>
              <a:gd name="connsiteY1181" fmla="*/ 800059 h 5883329"/>
              <a:gd name="connsiteX1182" fmla="*/ 1841009 w 5883342"/>
              <a:gd name="connsiteY1182" fmla="*/ 798899 h 5883329"/>
              <a:gd name="connsiteX1183" fmla="*/ 1847097 w 5883342"/>
              <a:gd name="connsiteY1183" fmla="*/ 818611 h 5883329"/>
              <a:gd name="connsiteX1184" fmla="*/ 1852314 w 5883342"/>
              <a:gd name="connsiteY1184" fmla="*/ 829626 h 5883329"/>
              <a:gd name="connsiteX1185" fmla="*/ 1866808 w 5883342"/>
              <a:gd name="connsiteY1185" fmla="*/ 843540 h 5883329"/>
              <a:gd name="connsiteX1186" fmla="*/ 1883331 w 5883342"/>
              <a:gd name="connsiteY1186" fmla="*/ 853976 h 5883329"/>
              <a:gd name="connsiteX1187" fmla="*/ 1903043 w 5883342"/>
              <a:gd name="connsiteY1187" fmla="*/ 865571 h 5883329"/>
              <a:gd name="connsiteX1188" fmla="*/ 1911449 w 5883342"/>
              <a:gd name="connsiteY1188" fmla="*/ 878036 h 5883329"/>
              <a:gd name="connsiteX1189" fmla="*/ 1926233 w 5883342"/>
              <a:gd name="connsiteY1189" fmla="*/ 882383 h 5883329"/>
              <a:gd name="connsiteX1190" fmla="*/ 1934638 w 5883342"/>
              <a:gd name="connsiteY1190" fmla="*/ 869629 h 5883329"/>
              <a:gd name="connsiteX1191" fmla="*/ 1945654 w 5883342"/>
              <a:gd name="connsiteY1191" fmla="*/ 862672 h 5883329"/>
              <a:gd name="connsiteX1192" fmla="*/ 1955510 w 5883342"/>
              <a:gd name="connsiteY1192" fmla="*/ 849627 h 5883329"/>
              <a:gd name="connsiteX1193" fmla="*/ 1957828 w 5883342"/>
              <a:gd name="connsiteY1193" fmla="*/ 836293 h 5883329"/>
              <a:gd name="connsiteX1194" fmla="*/ 1956379 w 5883342"/>
              <a:gd name="connsiteY1194" fmla="*/ 819190 h 5883329"/>
              <a:gd name="connsiteX1195" fmla="*/ 1958118 w 5883342"/>
              <a:gd name="connsiteY1195" fmla="*/ 803537 h 5883329"/>
              <a:gd name="connsiteX1196" fmla="*/ 1952032 w 5883342"/>
              <a:gd name="connsiteY1196" fmla="*/ 791362 h 5883329"/>
              <a:gd name="connsiteX1197" fmla="*/ 1940146 w 5883342"/>
              <a:gd name="connsiteY1197" fmla="*/ 785855 h 5883329"/>
              <a:gd name="connsiteX1198" fmla="*/ 1904492 w 5883342"/>
              <a:gd name="connsiteY1198" fmla="*/ 779477 h 5883329"/>
              <a:gd name="connsiteX1199" fmla="*/ 1750857 w 5883342"/>
              <a:gd name="connsiteY1199" fmla="*/ 740344 h 5883329"/>
              <a:gd name="connsiteX1200" fmla="*/ 1753465 w 5883342"/>
              <a:gd name="connsiteY1200" fmla="*/ 754258 h 5883329"/>
              <a:gd name="connsiteX1201" fmla="*/ 1747667 w 5883342"/>
              <a:gd name="connsiteY1201" fmla="*/ 773100 h 5883329"/>
              <a:gd name="connsiteX1202" fmla="*/ 1739552 w 5883342"/>
              <a:gd name="connsiteY1202" fmla="*/ 793971 h 5883329"/>
              <a:gd name="connsiteX1203" fmla="*/ 1726217 w 5883342"/>
              <a:gd name="connsiteY1203" fmla="*/ 808464 h 5883329"/>
              <a:gd name="connsiteX1204" fmla="*/ 1711723 w 5883342"/>
              <a:gd name="connsiteY1204" fmla="*/ 804986 h 5883329"/>
              <a:gd name="connsiteX1205" fmla="*/ 1711723 w 5883342"/>
              <a:gd name="connsiteY1205" fmla="*/ 790202 h 5883329"/>
              <a:gd name="connsiteX1206" fmla="*/ 1727377 w 5883342"/>
              <a:gd name="connsiteY1206" fmla="*/ 768461 h 5883329"/>
              <a:gd name="connsiteX1207" fmla="*/ 1732305 w 5883342"/>
              <a:gd name="connsiteY1207" fmla="*/ 758316 h 5883329"/>
              <a:gd name="connsiteX1208" fmla="*/ 1741001 w 5883342"/>
              <a:gd name="connsiteY1208" fmla="*/ 748170 h 5883329"/>
              <a:gd name="connsiteX1209" fmla="*/ 1750857 w 5883342"/>
              <a:gd name="connsiteY1209" fmla="*/ 740344 h 5883329"/>
              <a:gd name="connsiteX1210" fmla="*/ 1775786 w 5883342"/>
              <a:gd name="connsiteY1210" fmla="*/ 660048 h 5883329"/>
              <a:gd name="connsiteX1211" fmla="*/ 1761583 w 5883342"/>
              <a:gd name="connsiteY1211" fmla="*/ 667875 h 5883329"/>
              <a:gd name="connsiteX1212" fmla="*/ 1746509 w 5883342"/>
              <a:gd name="connsiteY1212" fmla="*/ 670484 h 5883329"/>
              <a:gd name="connsiteX1213" fmla="*/ 1739842 w 5883342"/>
              <a:gd name="connsiteY1213" fmla="*/ 678021 h 5883329"/>
              <a:gd name="connsiteX1214" fmla="*/ 1735203 w 5883342"/>
              <a:gd name="connsiteY1214" fmla="*/ 686137 h 5883329"/>
              <a:gd name="connsiteX1215" fmla="*/ 1730276 w 5883342"/>
              <a:gd name="connsiteY1215" fmla="*/ 696283 h 5883329"/>
              <a:gd name="connsiteX1216" fmla="*/ 1719840 w 5883342"/>
              <a:gd name="connsiteY1216" fmla="*/ 710197 h 5883329"/>
              <a:gd name="connsiteX1217" fmla="*/ 1711144 w 5883342"/>
              <a:gd name="connsiteY1217" fmla="*/ 719183 h 5883329"/>
              <a:gd name="connsiteX1218" fmla="*/ 1700998 w 5883342"/>
              <a:gd name="connsiteY1218" fmla="*/ 731938 h 5883329"/>
              <a:gd name="connsiteX1219" fmla="*/ 1685924 w 5883342"/>
              <a:gd name="connsiteY1219" fmla="*/ 747591 h 5883329"/>
              <a:gd name="connsiteX1220" fmla="*/ 1665923 w 5883342"/>
              <a:gd name="connsiteY1220" fmla="*/ 769042 h 5883329"/>
              <a:gd name="connsiteX1221" fmla="*/ 1656067 w 5883342"/>
              <a:gd name="connsiteY1221" fmla="*/ 765274 h 5883329"/>
              <a:gd name="connsiteX1222" fmla="*/ 1640704 w 5883342"/>
              <a:gd name="connsiteY1222" fmla="*/ 765274 h 5883329"/>
              <a:gd name="connsiteX1223" fmla="*/ 1630848 w 5883342"/>
              <a:gd name="connsiteY1223" fmla="*/ 778897 h 5883329"/>
              <a:gd name="connsiteX1224" fmla="*/ 1632587 w 5883342"/>
              <a:gd name="connsiteY1224" fmla="*/ 812813 h 5883329"/>
              <a:gd name="connsiteX1225" fmla="*/ 1647660 w 5883342"/>
              <a:gd name="connsiteY1225" fmla="*/ 835134 h 5883329"/>
              <a:gd name="connsiteX1226" fmla="*/ 1665053 w 5883342"/>
              <a:gd name="connsiteY1226" fmla="*/ 855425 h 5883329"/>
              <a:gd name="connsiteX1227" fmla="*/ 1679257 w 5883342"/>
              <a:gd name="connsiteY1227" fmla="*/ 870498 h 5883329"/>
              <a:gd name="connsiteX1228" fmla="*/ 1687954 w 5883342"/>
              <a:gd name="connsiteY1228" fmla="*/ 881804 h 5883329"/>
              <a:gd name="connsiteX1229" fmla="*/ 1694331 w 5883342"/>
              <a:gd name="connsiteY1229" fmla="*/ 886152 h 5883329"/>
              <a:gd name="connsiteX1230" fmla="*/ 1704476 w 5883342"/>
              <a:gd name="connsiteY1230" fmla="*/ 895718 h 5883329"/>
              <a:gd name="connsiteX1231" fmla="*/ 1712884 w 5883342"/>
              <a:gd name="connsiteY1231" fmla="*/ 897457 h 5883329"/>
              <a:gd name="connsiteX1232" fmla="*/ 1729407 w 5883342"/>
              <a:gd name="connsiteY1232" fmla="*/ 889630 h 5883329"/>
              <a:gd name="connsiteX1233" fmla="*/ 1737813 w 5883342"/>
              <a:gd name="connsiteY1233" fmla="*/ 882094 h 5883329"/>
              <a:gd name="connsiteX1234" fmla="*/ 1752306 w 5883342"/>
              <a:gd name="connsiteY1234" fmla="*/ 878036 h 5883329"/>
              <a:gd name="connsiteX1235" fmla="*/ 1761002 w 5883342"/>
              <a:gd name="connsiteY1235" fmla="*/ 883253 h 5883329"/>
              <a:gd name="connsiteX1236" fmla="*/ 1772018 w 5883342"/>
              <a:gd name="connsiteY1236" fmla="*/ 907603 h 5883329"/>
              <a:gd name="connsiteX1237" fmla="*/ 1782163 w 5883342"/>
              <a:gd name="connsiteY1237" fmla="*/ 924706 h 5883329"/>
              <a:gd name="connsiteX1238" fmla="*/ 1789410 w 5883342"/>
              <a:gd name="connsiteY1238" fmla="*/ 937170 h 5883329"/>
              <a:gd name="connsiteX1239" fmla="*/ 1784482 w 5883342"/>
              <a:gd name="connsiteY1239" fmla="*/ 963549 h 5883329"/>
              <a:gd name="connsiteX1240" fmla="*/ 1761583 w 5883342"/>
              <a:gd name="connsiteY1240" fmla="*/ 968477 h 5883329"/>
              <a:gd name="connsiteX1241" fmla="*/ 1752016 w 5883342"/>
              <a:gd name="connsiteY1241" fmla="*/ 981521 h 5883329"/>
              <a:gd name="connsiteX1242" fmla="*/ 1784482 w 5883342"/>
              <a:gd name="connsiteY1242" fmla="*/ 989928 h 5883329"/>
              <a:gd name="connsiteX1243" fmla="*/ 1799557 w 5883342"/>
              <a:gd name="connsiteY1243" fmla="*/ 999204 h 5883329"/>
              <a:gd name="connsiteX1244" fmla="*/ 1816658 w 5883342"/>
              <a:gd name="connsiteY1244" fmla="*/ 997464 h 5883329"/>
              <a:gd name="connsiteX1245" fmla="*/ 1828254 w 5883342"/>
              <a:gd name="connsiteY1245" fmla="*/ 998914 h 5883329"/>
              <a:gd name="connsiteX1246" fmla="*/ 1840719 w 5883342"/>
              <a:gd name="connsiteY1246" fmla="*/ 997464 h 5883329"/>
              <a:gd name="connsiteX1247" fmla="*/ 1849705 w 5883342"/>
              <a:gd name="connsiteY1247" fmla="*/ 997464 h 5883329"/>
              <a:gd name="connsiteX1248" fmla="*/ 1859561 w 5883342"/>
              <a:gd name="connsiteY1248" fmla="*/ 981521 h 5883329"/>
              <a:gd name="connsiteX1249" fmla="*/ 1865648 w 5883342"/>
              <a:gd name="connsiteY1249" fmla="*/ 957172 h 5883329"/>
              <a:gd name="connsiteX1250" fmla="*/ 1867098 w 5883342"/>
              <a:gd name="connsiteY1250" fmla="*/ 928184 h 5883329"/>
              <a:gd name="connsiteX1251" fmla="*/ 1821587 w 5883342"/>
              <a:gd name="connsiteY1251" fmla="*/ 852526 h 5883329"/>
              <a:gd name="connsiteX1252" fmla="*/ 1808833 w 5883342"/>
              <a:gd name="connsiteY1252" fmla="*/ 837163 h 5883329"/>
              <a:gd name="connsiteX1253" fmla="*/ 1811441 w 5883342"/>
              <a:gd name="connsiteY1253" fmla="*/ 822959 h 5883329"/>
              <a:gd name="connsiteX1254" fmla="*/ 1819558 w 5883342"/>
              <a:gd name="connsiteY1254" fmla="*/ 816581 h 5883329"/>
              <a:gd name="connsiteX1255" fmla="*/ 1822166 w 5883342"/>
              <a:gd name="connsiteY1255" fmla="*/ 794551 h 5883329"/>
              <a:gd name="connsiteX1256" fmla="*/ 1822166 w 5883342"/>
              <a:gd name="connsiteY1256" fmla="*/ 731938 h 5883329"/>
              <a:gd name="connsiteX1257" fmla="*/ 1822166 w 5883342"/>
              <a:gd name="connsiteY1257" fmla="*/ 713386 h 5883329"/>
              <a:gd name="connsiteX1258" fmla="*/ 1828544 w 5883342"/>
              <a:gd name="connsiteY1258" fmla="*/ 685847 h 5883329"/>
              <a:gd name="connsiteX1259" fmla="*/ 1820427 w 5883342"/>
              <a:gd name="connsiteY1259" fmla="*/ 673382 h 5883329"/>
              <a:gd name="connsiteX1260" fmla="*/ 1804774 w 5883342"/>
              <a:gd name="connsiteY1260" fmla="*/ 660048 h 5883329"/>
              <a:gd name="connsiteX1261" fmla="*/ 1775786 w 5883342"/>
              <a:gd name="connsiteY1261" fmla="*/ 660048 h 5883329"/>
              <a:gd name="connsiteX1262" fmla="*/ 4252023 w 5883342"/>
              <a:gd name="connsiteY1262" fmla="*/ 620915 h 5883329"/>
              <a:gd name="connsiteX1263" fmla="*/ 4247567 w 5883342"/>
              <a:gd name="connsiteY1263" fmla="*/ 624683 h 5883329"/>
              <a:gd name="connsiteX1264" fmla="*/ 4237710 w 5883342"/>
              <a:gd name="connsiteY1264" fmla="*/ 644105 h 5883329"/>
              <a:gd name="connsiteX1265" fmla="*/ 4222926 w 5883342"/>
              <a:gd name="connsiteY1265" fmla="*/ 664396 h 5883329"/>
              <a:gd name="connsiteX1266" fmla="*/ 4195968 w 5883342"/>
              <a:gd name="connsiteY1266" fmla="*/ 693384 h 5883329"/>
              <a:gd name="connsiteX1267" fmla="*/ 4151618 w 5883342"/>
              <a:gd name="connsiteY1267" fmla="*/ 684978 h 5883329"/>
              <a:gd name="connsiteX1268" fmla="*/ 4129297 w 5883342"/>
              <a:gd name="connsiteY1268" fmla="*/ 671354 h 5883329"/>
              <a:gd name="connsiteX1269" fmla="*/ 4116542 w 5883342"/>
              <a:gd name="connsiteY1269" fmla="*/ 671354 h 5883329"/>
              <a:gd name="connsiteX1270" fmla="*/ 4103207 w 5883342"/>
              <a:gd name="connsiteY1270" fmla="*/ 669035 h 5883329"/>
              <a:gd name="connsiteX1271" fmla="*/ 4089584 w 5883342"/>
              <a:gd name="connsiteY1271" fmla="*/ 673093 h 5883329"/>
              <a:gd name="connsiteX1272" fmla="*/ 4076539 w 5883342"/>
              <a:gd name="connsiteY1272" fmla="*/ 684398 h 5883329"/>
              <a:gd name="connsiteX1273" fmla="*/ 4081466 w 5883342"/>
              <a:gd name="connsiteY1273" fmla="*/ 717734 h 5883329"/>
              <a:gd name="connsiteX1274" fmla="*/ 4093062 w 5883342"/>
              <a:gd name="connsiteY1274" fmla="*/ 734257 h 5883329"/>
              <a:gd name="connsiteX1275" fmla="*/ 4103207 w 5883342"/>
              <a:gd name="connsiteY1275" fmla="*/ 740054 h 5883329"/>
              <a:gd name="connsiteX1276" fmla="*/ 4115383 w 5883342"/>
              <a:gd name="connsiteY1276" fmla="*/ 743243 h 5883329"/>
              <a:gd name="connsiteX1277" fmla="*/ 4123499 w 5883342"/>
              <a:gd name="connsiteY1277" fmla="*/ 747881 h 5883329"/>
              <a:gd name="connsiteX1278" fmla="*/ 4134224 w 5883342"/>
              <a:gd name="connsiteY1278" fmla="*/ 753389 h 5883329"/>
              <a:gd name="connsiteX1279" fmla="*/ 4121469 w 5883342"/>
              <a:gd name="connsiteY1279" fmla="*/ 765563 h 5883329"/>
              <a:gd name="connsiteX1280" fmla="*/ 4081176 w 5883342"/>
              <a:gd name="connsiteY1280" fmla="*/ 789333 h 5883329"/>
              <a:gd name="connsiteX1281" fmla="*/ 4000591 w 5883342"/>
              <a:gd name="connsiteY1281" fmla="*/ 809045 h 5883329"/>
              <a:gd name="connsiteX1282" fmla="*/ 3990735 w 5883342"/>
              <a:gd name="connsiteY1282" fmla="*/ 809045 h 5883329"/>
              <a:gd name="connsiteX1283" fmla="*/ 3974792 w 5883342"/>
              <a:gd name="connsiteY1283" fmla="*/ 811074 h 5883329"/>
              <a:gd name="connsiteX1284" fmla="*/ 3953341 w 5883342"/>
              <a:gd name="connsiteY1284" fmla="*/ 811074 h 5883329"/>
              <a:gd name="connsiteX1285" fmla="*/ 3953341 w 5883342"/>
              <a:gd name="connsiteY1285" fmla="*/ 809914 h 5883329"/>
              <a:gd name="connsiteX1286" fmla="*/ 3939138 w 5883342"/>
              <a:gd name="connsiteY1286" fmla="*/ 813393 h 5883329"/>
              <a:gd name="connsiteX1287" fmla="*/ 3947833 w 5883342"/>
              <a:gd name="connsiteY1287" fmla="*/ 823539 h 5883329"/>
              <a:gd name="connsiteX1288" fmla="*/ 3947833 w 5883342"/>
              <a:gd name="connsiteY1288" fmla="*/ 840352 h 5883329"/>
              <a:gd name="connsiteX1289" fmla="*/ 3951892 w 5883342"/>
              <a:gd name="connsiteY1289" fmla="*/ 852526 h 5883329"/>
              <a:gd name="connsiteX1290" fmla="*/ 3966096 w 5883342"/>
              <a:gd name="connsiteY1290" fmla="*/ 857454 h 5883329"/>
              <a:gd name="connsiteX1291" fmla="*/ 3992185 w 5883342"/>
              <a:gd name="connsiteY1291" fmla="*/ 864991 h 5883329"/>
              <a:gd name="connsiteX1292" fmla="*/ 4024942 w 5883342"/>
              <a:gd name="connsiteY1292" fmla="*/ 864991 h 5883329"/>
              <a:gd name="connsiteX1293" fmla="*/ 4070451 w 5883342"/>
              <a:gd name="connsiteY1293" fmla="*/ 864991 h 5883329"/>
              <a:gd name="connsiteX1294" fmla="*/ 4121760 w 5883342"/>
              <a:gd name="connsiteY1294" fmla="*/ 852237 h 5883329"/>
              <a:gd name="connsiteX1295" fmla="*/ 4164082 w 5883342"/>
              <a:gd name="connsiteY1295" fmla="*/ 830786 h 5883329"/>
              <a:gd name="connsiteX1296" fmla="*/ 4180315 w 5883342"/>
              <a:gd name="connsiteY1296" fmla="*/ 878325 h 5883329"/>
              <a:gd name="connsiteX1297" fmla="*/ 4186113 w 5883342"/>
              <a:gd name="connsiteY1297" fmla="*/ 903255 h 5883329"/>
              <a:gd name="connsiteX1298" fmla="*/ 4192199 w 5883342"/>
              <a:gd name="connsiteY1298" fmla="*/ 947026 h 5883329"/>
              <a:gd name="connsiteX1299" fmla="*/ 4192199 w 5883342"/>
              <a:gd name="connsiteY1299" fmla="*/ 995725 h 5883329"/>
              <a:gd name="connsiteX1300" fmla="*/ 4200317 w 5883342"/>
              <a:gd name="connsiteY1300" fmla="*/ 1013118 h 5883329"/>
              <a:gd name="connsiteX1301" fmla="*/ 4222348 w 5883342"/>
              <a:gd name="connsiteY1301" fmla="*/ 1030221 h 5883329"/>
              <a:gd name="connsiteX1302" fmla="*/ 4235971 w 5883342"/>
              <a:gd name="connsiteY1302" fmla="*/ 1041815 h 5883329"/>
              <a:gd name="connsiteX1303" fmla="*/ 4253653 w 5883342"/>
              <a:gd name="connsiteY1303" fmla="*/ 1051671 h 5883329"/>
              <a:gd name="connsiteX1304" fmla="*/ 4269886 w 5883342"/>
              <a:gd name="connsiteY1304" fmla="*/ 1062397 h 5883329"/>
              <a:gd name="connsiteX1305" fmla="*/ 4278294 w 5883342"/>
              <a:gd name="connsiteY1305" fmla="*/ 1065295 h 5883329"/>
              <a:gd name="connsiteX1306" fmla="*/ 4289309 w 5883342"/>
              <a:gd name="connsiteY1306" fmla="*/ 1063266 h 5883329"/>
              <a:gd name="connsiteX1307" fmla="*/ 4313078 w 5883342"/>
              <a:gd name="connsiteY1307" fmla="*/ 1063266 h 5883329"/>
              <a:gd name="connsiteX1308" fmla="*/ 4321485 w 5883342"/>
              <a:gd name="connsiteY1308" fmla="*/ 1052251 h 5883329"/>
              <a:gd name="connsiteX1309" fmla="*/ 4329891 w 5883342"/>
              <a:gd name="connsiteY1309" fmla="*/ 1045874 h 5883329"/>
              <a:gd name="connsiteX1310" fmla="*/ 4321775 w 5883342"/>
              <a:gd name="connsiteY1310" fmla="*/ 1034569 h 5883329"/>
              <a:gd name="connsiteX1311" fmla="*/ 4296845 w 5883342"/>
              <a:gd name="connsiteY1311" fmla="*/ 1005581 h 5883329"/>
              <a:gd name="connsiteX1312" fmla="*/ 4288149 w 5883342"/>
              <a:gd name="connsiteY1312" fmla="*/ 988478 h 5883329"/>
              <a:gd name="connsiteX1313" fmla="*/ 4273945 w 5883342"/>
              <a:gd name="connsiteY1313" fmla="*/ 970506 h 5883329"/>
              <a:gd name="connsiteX1314" fmla="*/ 4254524 w 5883342"/>
              <a:gd name="connsiteY1314" fmla="*/ 929923 h 5883329"/>
              <a:gd name="connsiteX1315" fmla="*/ 4243508 w 5883342"/>
              <a:gd name="connsiteY1315" fmla="*/ 876586 h 5883329"/>
              <a:gd name="connsiteX1316" fmla="*/ 4226115 w 5883342"/>
              <a:gd name="connsiteY1316" fmla="*/ 808755 h 5883329"/>
              <a:gd name="connsiteX1317" fmla="*/ 4234812 w 5883342"/>
              <a:gd name="connsiteY1317" fmla="*/ 787304 h 5883329"/>
              <a:gd name="connsiteX1318" fmla="*/ 4250175 w 5883342"/>
              <a:gd name="connsiteY1318" fmla="*/ 779767 h 5883329"/>
              <a:gd name="connsiteX1319" fmla="*/ 4281482 w 5883342"/>
              <a:gd name="connsiteY1319" fmla="*/ 784695 h 5883329"/>
              <a:gd name="connsiteX1320" fmla="*/ 4299454 w 5883342"/>
              <a:gd name="connsiteY1320" fmla="*/ 792232 h 5883329"/>
              <a:gd name="connsiteX1321" fmla="*/ 4320036 w 5883342"/>
              <a:gd name="connsiteY1321" fmla="*/ 796580 h 5883329"/>
              <a:gd name="connsiteX1322" fmla="*/ 4351342 w 5883342"/>
              <a:gd name="connsiteY1322" fmla="*/ 800348 h 5883329"/>
              <a:gd name="connsiteX1323" fmla="*/ 4366706 w 5883342"/>
              <a:gd name="connsiteY1323" fmla="*/ 798609 h 5883329"/>
              <a:gd name="connsiteX1324" fmla="*/ 4375692 w 5883342"/>
              <a:gd name="connsiteY1324" fmla="*/ 794841 h 5883329"/>
              <a:gd name="connsiteX1325" fmla="*/ 4375692 w 5883342"/>
              <a:gd name="connsiteY1325" fmla="*/ 761215 h 5883329"/>
              <a:gd name="connsiteX1326" fmla="*/ 4359749 w 5883342"/>
              <a:gd name="connsiteY1326" fmla="*/ 743823 h 5883329"/>
              <a:gd name="connsiteX1327" fmla="*/ 4337138 w 5883342"/>
              <a:gd name="connsiteY1327" fmla="*/ 730778 h 5883329"/>
              <a:gd name="connsiteX1328" fmla="*/ 4316268 w 5883342"/>
              <a:gd name="connsiteY1328" fmla="*/ 732518 h 5883329"/>
              <a:gd name="connsiteX1329" fmla="*/ 4301194 w 5883342"/>
              <a:gd name="connsiteY1329" fmla="*/ 729619 h 5883329"/>
              <a:gd name="connsiteX1330" fmla="*/ 4287858 w 5883342"/>
              <a:gd name="connsiteY1330" fmla="*/ 728169 h 5883329"/>
              <a:gd name="connsiteX1331" fmla="*/ 4278004 w 5883342"/>
              <a:gd name="connsiteY1331" fmla="*/ 725560 h 5883329"/>
              <a:gd name="connsiteX1332" fmla="*/ 4285541 w 5883342"/>
              <a:gd name="connsiteY1332" fmla="*/ 713386 h 5883329"/>
              <a:gd name="connsiteX1333" fmla="*/ 4306411 w 5883342"/>
              <a:gd name="connsiteY1333" fmla="*/ 697153 h 5883329"/>
              <a:gd name="connsiteX1334" fmla="*/ 4310760 w 5883342"/>
              <a:gd name="connsiteY1334" fmla="*/ 684398 h 5883329"/>
              <a:gd name="connsiteX1335" fmla="*/ 4313658 w 5883342"/>
              <a:gd name="connsiteY1335" fmla="*/ 670484 h 5883329"/>
              <a:gd name="connsiteX1336" fmla="*/ 4304962 w 5883342"/>
              <a:gd name="connsiteY1336" fmla="*/ 647004 h 5883329"/>
              <a:gd name="connsiteX1337" fmla="*/ 4284380 w 5883342"/>
              <a:gd name="connsiteY1337" fmla="*/ 633959 h 5883329"/>
              <a:gd name="connsiteX1338" fmla="*/ 4271047 w 5883342"/>
              <a:gd name="connsiteY1338" fmla="*/ 631061 h 5883329"/>
              <a:gd name="connsiteX1339" fmla="*/ 4257132 w 5883342"/>
              <a:gd name="connsiteY1339" fmla="*/ 621495 h 5883329"/>
              <a:gd name="connsiteX1340" fmla="*/ 4252023 w 5883342"/>
              <a:gd name="connsiteY1340" fmla="*/ 620915 h 5883329"/>
              <a:gd name="connsiteX1341" fmla="*/ 2360177 w 5883342"/>
              <a:gd name="connsiteY1341" fmla="*/ 576564 h 5883329"/>
              <a:gd name="connsiteX1342" fmla="*/ 2361048 w 5883342"/>
              <a:gd name="connsiteY1342" fmla="*/ 577724 h 5883329"/>
              <a:gd name="connsiteX1343" fmla="*/ 2360388 w 5883342"/>
              <a:gd name="connsiteY1343" fmla="*/ 576963 h 5883329"/>
              <a:gd name="connsiteX1344" fmla="*/ 1668532 w 5883342"/>
              <a:gd name="connsiteY1344" fmla="*/ 521488 h 5883329"/>
              <a:gd name="connsiteX1345" fmla="*/ 1653748 w 5883342"/>
              <a:gd name="connsiteY1345" fmla="*/ 525256 h 5883329"/>
              <a:gd name="connsiteX1346" fmla="*/ 1643312 w 5883342"/>
              <a:gd name="connsiteY1346" fmla="*/ 525256 h 5883329"/>
              <a:gd name="connsiteX1347" fmla="*/ 1629688 w 5883342"/>
              <a:gd name="connsiteY1347" fmla="*/ 533373 h 5883329"/>
              <a:gd name="connsiteX1348" fmla="*/ 1618383 w 5883342"/>
              <a:gd name="connsiteY1348" fmla="*/ 538880 h 5883329"/>
              <a:gd name="connsiteX1349" fmla="*/ 1611426 w 5883342"/>
              <a:gd name="connsiteY1349" fmla="*/ 547576 h 5883329"/>
              <a:gd name="connsiteX1350" fmla="*/ 1602730 w 5883342"/>
              <a:gd name="connsiteY1350" fmla="*/ 553954 h 5883329"/>
              <a:gd name="connsiteX1351" fmla="*/ 1595773 w 5883342"/>
              <a:gd name="connsiteY1351" fmla="*/ 563520 h 5883329"/>
              <a:gd name="connsiteX1352" fmla="*/ 1581279 w 5883342"/>
              <a:gd name="connsiteY1352" fmla="*/ 575694 h 5883329"/>
              <a:gd name="connsiteX1353" fmla="*/ 1583308 w 5883342"/>
              <a:gd name="connsiteY1353" fmla="*/ 586710 h 5883329"/>
              <a:gd name="connsiteX1354" fmla="*/ 1609977 w 5883342"/>
              <a:gd name="connsiteY1354" fmla="*/ 606711 h 5883329"/>
              <a:gd name="connsiteX1355" fmla="*/ 1612876 w 5883342"/>
              <a:gd name="connsiteY1355" fmla="*/ 619176 h 5883329"/>
              <a:gd name="connsiteX1356" fmla="*/ 1614905 w 5883342"/>
              <a:gd name="connsiteY1356" fmla="*/ 629611 h 5883329"/>
              <a:gd name="connsiteX1357" fmla="*/ 1618093 w 5883342"/>
              <a:gd name="connsiteY1357" fmla="*/ 639757 h 5883329"/>
              <a:gd name="connsiteX1358" fmla="*/ 1630269 w 5883342"/>
              <a:gd name="connsiteY1358" fmla="*/ 639757 h 5883329"/>
              <a:gd name="connsiteX1359" fmla="*/ 1640994 w 5883342"/>
              <a:gd name="connsiteY1359" fmla="*/ 637438 h 5883329"/>
              <a:gd name="connsiteX1360" fmla="*/ 1647371 w 5883342"/>
              <a:gd name="connsiteY1360" fmla="*/ 644975 h 5883329"/>
              <a:gd name="connsiteX1361" fmla="*/ 1639255 w 5883342"/>
              <a:gd name="connsiteY1361" fmla="*/ 660048 h 5883329"/>
              <a:gd name="connsiteX1362" fmla="*/ 1614035 w 5883342"/>
              <a:gd name="connsiteY1362" fmla="*/ 689036 h 5883329"/>
              <a:gd name="connsiteX1363" fmla="*/ 1598961 w 5883342"/>
              <a:gd name="connsiteY1363" fmla="*/ 701211 h 5883329"/>
              <a:gd name="connsiteX1364" fmla="*/ 1564466 w 5883342"/>
              <a:gd name="connsiteY1364" fmla="*/ 732807 h 5883329"/>
              <a:gd name="connsiteX1365" fmla="*/ 1551422 w 5883342"/>
              <a:gd name="connsiteY1365" fmla="*/ 748171 h 5883329"/>
              <a:gd name="connsiteX1366" fmla="*/ 1541276 w 5883342"/>
              <a:gd name="connsiteY1366" fmla="*/ 748171 h 5883329"/>
              <a:gd name="connsiteX1367" fmla="*/ 1541276 w 5883342"/>
              <a:gd name="connsiteY1367" fmla="*/ 747011 h 5883329"/>
              <a:gd name="connsiteX1368" fmla="*/ 1520115 w 5883342"/>
              <a:gd name="connsiteY1368" fmla="*/ 779477 h 5883329"/>
              <a:gd name="connsiteX1369" fmla="*/ 1523304 w 5883342"/>
              <a:gd name="connsiteY1369" fmla="*/ 790782 h 5883329"/>
              <a:gd name="connsiteX1370" fmla="*/ 1531710 w 5883342"/>
              <a:gd name="connsiteY1370" fmla="*/ 803247 h 5883329"/>
              <a:gd name="connsiteX1371" fmla="*/ 1544464 w 5883342"/>
              <a:gd name="connsiteY1371" fmla="*/ 816002 h 5883329"/>
              <a:gd name="connsiteX1372" fmla="*/ 1559539 w 5883342"/>
              <a:gd name="connsiteY1372" fmla="*/ 808465 h 5883329"/>
              <a:gd name="connsiteX1373" fmla="*/ 1570553 w 5883342"/>
              <a:gd name="connsiteY1373" fmla="*/ 808465 h 5883329"/>
              <a:gd name="connsiteX1374" fmla="*/ 1576930 w 5883342"/>
              <a:gd name="connsiteY1374" fmla="*/ 797160 h 5883329"/>
              <a:gd name="connsiteX1375" fmla="*/ 1585917 w 5883342"/>
              <a:gd name="connsiteY1375" fmla="*/ 786724 h 5883329"/>
              <a:gd name="connsiteX1376" fmla="*/ 1596932 w 5883342"/>
              <a:gd name="connsiteY1376" fmla="*/ 775419 h 5883329"/>
              <a:gd name="connsiteX1377" fmla="*/ 1604759 w 5883342"/>
              <a:gd name="connsiteY1377" fmla="*/ 770202 h 5883329"/>
              <a:gd name="connsiteX1378" fmla="*/ 1614905 w 5883342"/>
              <a:gd name="connsiteY1378" fmla="*/ 763534 h 5883329"/>
              <a:gd name="connsiteX1379" fmla="*/ 1624761 w 5883342"/>
              <a:gd name="connsiteY1379" fmla="*/ 753389 h 5883329"/>
              <a:gd name="connsiteX1380" fmla="*/ 1634617 w 5883342"/>
              <a:gd name="connsiteY1380" fmla="*/ 745272 h 5883329"/>
              <a:gd name="connsiteX1381" fmla="*/ 1645632 w 5883342"/>
              <a:gd name="connsiteY1381" fmla="*/ 734546 h 5883329"/>
              <a:gd name="connsiteX1382" fmla="*/ 1657227 w 5883342"/>
              <a:gd name="connsiteY1382" fmla="*/ 722662 h 5883329"/>
              <a:gd name="connsiteX1383" fmla="*/ 1669112 w 5883342"/>
              <a:gd name="connsiteY1383" fmla="*/ 710487 h 5883329"/>
              <a:gd name="connsiteX1384" fmla="*/ 1712013 w 5883342"/>
              <a:gd name="connsiteY1384" fmla="*/ 667295 h 5883329"/>
              <a:gd name="connsiteX1385" fmla="*/ 1728246 w 5883342"/>
              <a:gd name="connsiteY1385" fmla="*/ 645264 h 5883329"/>
              <a:gd name="connsiteX1386" fmla="*/ 1743610 w 5883342"/>
              <a:gd name="connsiteY1386" fmla="*/ 636858 h 5883329"/>
              <a:gd name="connsiteX1387" fmla="*/ 1755785 w 5883342"/>
              <a:gd name="connsiteY1387" fmla="*/ 622075 h 5883329"/>
              <a:gd name="connsiteX1388" fmla="*/ 1768539 w 5883342"/>
              <a:gd name="connsiteY1388" fmla="*/ 608160 h 5883329"/>
              <a:gd name="connsiteX1389" fmla="*/ 1784192 w 5883342"/>
              <a:gd name="connsiteY1389" fmla="*/ 595986 h 5883329"/>
              <a:gd name="connsiteX1390" fmla="*/ 1804484 w 5883342"/>
              <a:gd name="connsiteY1390" fmla="*/ 581492 h 5883329"/>
              <a:gd name="connsiteX1391" fmla="*/ 1819558 w 5883342"/>
              <a:gd name="connsiteY1391" fmla="*/ 577724 h 5883329"/>
              <a:gd name="connsiteX1392" fmla="*/ 1830864 w 5883342"/>
              <a:gd name="connsiteY1392" fmla="*/ 543808 h 5883329"/>
              <a:gd name="connsiteX1393" fmla="*/ 1823617 w 5883342"/>
              <a:gd name="connsiteY1393" fmla="*/ 530184 h 5883329"/>
              <a:gd name="connsiteX1394" fmla="*/ 1814050 w 5883342"/>
              <a:gd name="connsiteY1394" fmla="*/ 527285 h 5883329"/>
              <a:gd name="connsiteX1395" fmla="*/ 1794049 w 5883342"/>
              <a:gd name="connsiteY1395" fmla="*/ 523807 h 5883329"/>
              <a:gd name="connsiteX1396" fmla="*/ 1781294 w 5883342"/>
              <a:gd name="connsiteY1396" fmla="*/ 526705 h 5883329"/>
              <a:gd name="connsiteX1397" fmla="*/ 1767959 w 5883342"/>
              <a:gd name="connsiteY1397" fmla="*/ 528734 h 5883329"/>
              <a:gd name="connsiteX1398" fmla="*/ 1747089 w 5883342"/>
              <a:gd name="connsiteY1398" fmla="*/ 548736 h 5883329"/>
              <a:gd name="connsiteX1399" fmla="*/ 1710564 w 5883342"/>
              <a:gd name="connsiteY1399" fmla="*/ 584101 h 5883329"/>
              <a:gd name="connsiteX1400" fmla="*/ 1703898 w 5883342"/>
              <a:gd name="connsiteY1400" fmla="*/ 578303 h 5883329"/>
              <a:gd name="connsiteX1401" fmla="*/ 1703898 w 5883342"/>
              <a:gd name="connsiteY1401" fmla="*/ 549315 h 5883329"/>
              <a:gd name="connsiteX1402" fmla="*/ 1681286 w 5883342"/>
              <a:gd name="connsiteY1402" fmla="*/ 533662 h 5883329"/>
              <a:gd name="connsiteX1403" fmla="*/ 1668532 w 5883342"/>
              <a:gd name="connsiteY1403" fmla="*/ 521488 h 5883329"/>
              <a:gd name="connsiteX1404" fmla="*/ 2585847 w 5883342"/>
              <a:gd name="connsiteY1404" fmla="*/ 439597 h 5883329"/>
              <a:gd name="connsiteX1405" fmla="*/ 2590630 w 5883342"/>
              <a:gd name="connsiteY1405" fmla="*/ 444670 h 5883329"/>
              <a:gd name="connsiteX1406" fmla="*/ 2582514 w 5883342"/>
              <a:gd name="connsiteY1406" fmla="*/ 465251 h 5883329"/>
              <a:gd name="connsiteX1407" fmla="*/ 2565410 w 5883342"/>
              <a:gd name="connsiteY1407" fmla="*/ 465251 h 5883329"/>
              <a:gd name="connsiteX1408" fmla="*/ 2562803 w 5883342"/>
              <a:gd name="connsiteY1408" fmla="*/ 455975 h 5883329"/>
              <a:gd name="connsiteX1409" fmla="*/ 2565991 w 5883342"/>
              <a:gd name="connsiteY1409" fmla="*/ 445539 h 5883329"/>
              <a:gd name="connsiteX1410" fmla="*/ 2584543 w 5883342"/>
              <a:gd name="connsiteY1410" fmla="*/ 439742 h 5883329"/>
              <a:gd name="connsiteX1411" fmla="*/ 2585847 w 5883342"/>
              <a:gd name="connsiteY1411" fmla="*/ 439597 h 5883329"/>
              <a:gd name="connsiteX1412" fmla="*/ 2644113 w 5883342"/>
              <a:gd name="connsiteY1412" fmla="*/ 413690 h 5883329"/>
              <a:gd name="connsiteX1413" fmla="*/ 2648605 w 5883342"/>
              <a:gd name="connsiteY1413" fmla="*/ 417422 h 5883329"/>
              <a:gd name="connsiteX1414" fmla="*/ 2650054 w 5883342"/>
              <a:gd name="connsiteY1414" fmla="*/ 429886 h 5883329"/>
              <a:gd name="connsiteX1415" fmla="*/ 2634982 w 5883342"/>
              <a:gd name="connsiteY1415" fmla="*/ 444670 h 5883329"/>
              <a:gd name="connsiteX1416" fmla="*/ 2624545 w 5883342"/>
              <a:gd name="connsiteY1416" fmla="*/ 437423 h 5883329"/>
              <a:gd name="connsiteX1417" fmla="*/ 2624545 w 5883342"/>
              <a:gd name="connsiteY1417" fmla="*/ 422350 h 5883329"/>
              <a:gd name="connsiteX1418" fmla="*/ 2638751 w 5883342"/>
              <a:gd name="connsiteY1418" fmla="*/ 415392 h 5883329"/>
              <a:gd name="connsiteX1419" fmla="*/ 2644113 w 5883342"/>
              <a:gd name="connsiteY1419" fmla="*/ 413690 h 5883329"/>
              <a:gd name="connsiteX1420" fmla="*/ 2570050 w 5883342"/>
              <a:gd name="connsiteY1420" fmla="*/ 377128 h 5883329"/>
              <a:gd name="connsiteX1421" fmla="*/ 2584254 w 5883342"/>
              <a:gd name="connsiteY1421" fmla="*/ 389304 h 5883329"/>
              <a:gd name="connsiteX1422" fmla="*/ 2567730 w 5883342"/>
              <a:gd name="connsiteY1422" fmla="*/ 409885 h 5883329"/>
              <a:gd name="connsiteX1423" fmla="*/ 2560193 w 5883342"/>
              <a:gd name="connsiteY1423" fmla="*/ 406696 h 5883329"/>
              <a:gd name="connsiteX1424" fmla="*/ 2556135 w 5883342"/>
              <a:gd name="connsiteY1424" fmla="*/ 390753 h 5883329"/>
              <a:gd name="connsiteX1425" fmla="*/ 2570050 w 5883342"/>
              <a:gd name="connsiteY1425" fmla="*/ 377128 h 5883329"/>
              <a:gd name="connsiteX1426" fmla="*/ 3384603 w 5883342"/>
              <a:gd name="connsiteY1426" fmla="*/ 365244 h 5883329"/>
              <a:gd name="connsiteX1427" fmla="*/ 3365472 w 5883342"/>
              <a:gd name="connsiteY1427" fmla="*/ 374810 h 5883329"/>
              <a:gd name="connsiteX1428" fmla="*/ 3362572 w 5883342"/>
              <a:gd name="connsiteY1428" fmla="*/ 393072 h 5883329"/>
              <a:gd name="connsiteX1429" fmla="*/ 3362572 w 5883342"/>
              <a:gd name="connsiteY1429" fmla="*/ 412494 h 5883329"/>
              <a:gd name="connsiteX1430" fmla="*/ 3369529 w 5883342"/>
              <a:gd name="connsiteY1430" fmla="*/ 438583 h 5883329"/>
              <a:gd name="connsiteX1431" fmla="*/ 3370978 w 5883342"/>
              <a:gd name="connsiteY1431" fmla="*/ 459454 h 5883329"/>
              <a:gd name="connsiteX1432" fmla="*/ 3392430 w 5883342"/>
              <a:gd name="connsiteY1432" fmla="*/ 463222 h 5883329"/>
              <a:gd name="connsiteX1433" fmla="*/ 3409532 w 5883342"/>
              <a:gd name="connsiteY1433" fmla="*/ 463222 h 5883329"/>
              <a:gd name="connsiteX1434" fmla="*/ 3409532 w 5883342"/>
              <a:gd name="connsiteY1434" fmla="*/ 479165 h 5883329"/>
              <a:gd name="connsiteX1435" fmla="*/ 3401416 w 5883342"/>
              <a:gd name="connsiteY1435" fmla="*/ 497428 h 5883329"/>
              <a:gd name="connsiteX1436" fmla="*/ 3354166 w 5883342"/>
              <a:gd name="connsiteY1436" fmla="*/ 546127 h 5883329"/>
              <a:gd name="connsiteX1437" fmla="*/ 3307206 w 5883342"/>
              <a:gd name="connsiteY1437" fmla="*/ 553084 h 5883329"/>
              <a:gd name="connsiteX1438" fmla="*/ 3290973 w 5883342"/>
              <a:gd name="connsiteY1438" fmla="*/ 553084 h 5883329"/>
              <a:gd name="connsiteX1439" fmla="*/ 3248360 w 5883342"/>
              <a:gd name="connsiteY1439" fmla="*/ 558012 h 5883329"/>
              <a:gd name="connsiteX1440" fmla="*/ 3230098 w 5883342"/>
              <a:gd name="connsiteY1440" fmla="*/ 551635 h 5883329"/>
              <a:gd name="connsiteX1441" fmla="*/ 3194154 w 5883342"/>
              <a:gd name="connsiteY1441" fmla="*/ 561200 h 5883329"/>
              <a:gd name="connsiteX1442" fmla="*/ 3190965 w 5883342"/>
              <a:gd name="connsiteY1442" fmla="*/ 581492 h 5883329"/>
              <a:gd name="connsiteX1443" fmla="*/ 3190965 w 5883342"/>
              <a:gd name="connsiteY1443" fmla="*/ 580332 h 5883329"/>
              <a:gd name="connsiteX1444" fmla="*/ 3185168 w 5883342"/>
              <a:gd name="connsiteY1444" fmla="*/ 598305 h 5883329"/>
              <a:gd name="connsiteX1445" fmla="*/ 3207489 w 5883342"/>
              <a:gd name="connsiteY1445" fmla="*/ 633090 h 5883329"/>
              <a:gd name="connsiteX1446" fmla="*/ 3290683 w 5883342"/>
              <a:gd name="connsiteY1446" fmla="*/ 623234 h 5883329"/>
              <a:gd name="connsiteX1447" fmla="*/ 3356196 w 5883342"/>
              <a:gd name="connsiteY1447" fmla="*/ 625843 h 5883329"/>
              <a:gd name="connsiteX1448" fmla="*/ 3391270 w 5883342"/>
              <a:gd name="connsiteY1448" fmla="*/ 635409 h 5883329"/>
              <a:gd name="connsiteX1449" fmla="*/ 3423157 w 5883342"/>
              <a:gd name="connsiteY1449" fmla="*/ 638597 h 5883329"/>
              <a:gd name="connsiteX1450" fmla="*/ 3455913 w 5883342"/>
              <a:gd name="connsiteY1450" fmla="*/ 644105 h 5883329"/>
              <a:gd name="connsiteX1451" fmla="*/ 3487509 w 5883342"/>
              <a:gd name="connsiteY1451" fmla="*/ 651932 h 5883329"/>
              <a:gd name="connsiteX1452" fmla="*/ 3521424 w 5883342"/>
              <a:gd name="connsiteY1452" fmla="*/ 663527 h 5883329"/>
              <a:gd name="connsiteX1453" fmla="*/ 3542876 w 5883342"/>
              <a:gd name="connsiteY1453" fmla="*/ 667005 h 5883329"/>
              <a:gd name="connsiteX1454" fmla="*/ 3562588 w 5883342"/>
              <a:gd name="connsiteY1454" fmla="*/ 675702 h 5883329"/>
              <a:gd name="connsiteX1455" fmla="*/ 3581719 w 5883342"/>
              <a:gd name="connsiteY1455" fmla="*/ 679180 h 5883329"/>
              <a:gd name="connsiteX1456" fmla="*/ 3593893 w 5883342"/>
              <a:gd name="connsiteY1456" fmla="*/ 671643 h 5883329"/>
              <a:gd name="connsiteX1457" fmla="*/ 3601720 w 5883342"/>
              <a:gd name="connsiteY1457" fmla="*/ 661498 h 5883329"/>
              <a:gd name="connsiteX1458" fmla="*/ 3601720 w 5883342"/>
              <a:gd name="connsiteY1458" fmla="*/ 653961 h 5883329"/>
              <a:gd name="connsiteX1459" fmla="*/ 3601720 w 5883342"/>
              <a:gd name="connsiteY1459" fmla="*/ 648743 h 5883329"/>
              <a:gd name="connsiteX1460" fmla="*/ 3601720 w 5883342"/>
              <a:gd name="connsiteY1460" fmla="*/ 635119 h 5883329"/>
              <a:gd name="connsiteX1461" fmla="*/ 3586068 w 5883342"/>
              <a:gd name="connsiteY1461" fmla="*/ 614538 h 5883329"/>
              <a:gd name="connsiteX1462" fmla="*/ 3573313 w 5883342"/>
              <a:gd name="connsiteY1462" fmla="*/ 602653 h 5883329"/>
              <a:gd name="connsiteX1463" fmla="*/ 3559109 w 5883342"/>
              <a:gd name="connsiteY1463" fmla="*/ 594826 h 5883329"/>
              <a:gd name="connsiteX1464" fmla="*/ 3544904 w 5883342"/>
              <a:gd name="connsiteY1464" fmla="*/ 592797 h 5883329"/>
              <a:gd name="connsiteX1465" fmla="*/ 3528961 w 5883342"/>
              <a:gd name="connsiteY1465" fmla="*/ 594826 h 5883329"/>
              <a:gd name="connsiteX1466" fmla="*/ 3472725 w 5883342"/>
              <a:gd name="connsiteY1466" fmla="*/ 582361 h 5883329"/>
              <a:gd name="connsiteX1467" fmla="*/ 3478813 w 5883342"/>
              <a:gd name="connsiteY1467" fmla="*/ 550765 h 5883329"/>
              <a:gd name="connsiteX1468" fmla="*/ 3484031 w 5883342"/>
              <a:gd name="connsiteY1468" fmla="*/ 539460 h 5883329"/>
              <a:gd name="connsiteX1469" fmla="*/ 3489828 w 5883342"/>
              <a:gd name="connsiteY1469" fmla="*/ 529024 h 5883329"/>
              <a:gd name="connsiteX1470" fmla="*/ 3496785 w 5883342"/>
              <a:gd name="connsiteY1470" fmla="*/ 519169 h 5883329"/>
              <a:gd name="connsiteX1471" fmla="*/ 3504322 w 5883342"/>
              <a:gd name="connsiteY1471" fmla="*/ 509023 h 5883329"/>
              <a:gd name="connsiteX1472" fmla="*/ 3504322 w 5883342"/>
              <a:gd name="connsiteY1472" fmla="*/ 481774 h 5883329"/>
              <a:gd name="connsiteX1473" fmla="*/ 3539977 w 5883342"/>
              <a:gd name="connsiteY1473" fmla="*/ 468150 h 5883329"/>
              <a:gd name="connsiteX1474" fmla="*/ 3557659 w 5883342"/>
              <a:gd name="connsiteY1474" fmla="*/ 461773 h 5883329"/>
              <a:gd name="connsiteX1475" fmla="*/ 3581429 w 5883342"/>
              <a:gd name="connsiteY1475" fmla="*/ 449888 h 5883329"/>
              <a:gd name="connsiteX1476" fmla="*/ 3612156 w 5883342"/>
              <a:gd name="connsiteY1476" fmla="*/ 433075 h 5883329"/>
              <a:gd name="connsiteX1477" fmla="*/ 3608677 w 5883342"/>
              <a:gd name="connsiteY1477" fmla="*/ 421480 h 5883329"/>
              <a:gd name="connsiteX1478" fmla="*/ 3608677 w 5883342"/>
              <a:gd name="connsiteY1478" fmla="*/ 405537 h 5883329"/>
              <a:gd name="connsiteX1479" fmla="*/ 3597083 w 5883342"/>
              <a:gd name="connsiteY1479" fmla="*/ 386405 h 5883329"/>
              <a:gd name="connsiteX1480" fmla="*/ 3587807 w 5883342"/>
              <a:gd name="connsiteY1480" fmla="*/ 377709 h 5883329"/>
              <a:gd name="connsiteX1481" fmla="*/ 3574762 w 5883342"/>
              <a:gd name="connsiteY1481" fmla="*/ 377709 h 5883329"/>
              <a:gd name="connsiteX1482" fmla="*/ 3559978 w 5883342"/>
              <a:gd name="connsiteY1482" fmla="*/ 375970 h 5883329"/>
              <a:gd name="connsiteX1483" fmla="*/ 3503742 w 5883342"/>
              <a:gd name="connsiteY1483" fmla="*/ 384666 h 5883329"/>
              <a:gd name="connsiteX1484" fmla="*/ 3494756 w 5883342"/>
              <a:gd name="connsiteY1484" fmla="*/ 384666 h 5883329"/>
              <a:gd name="connsiteX1485" fmla="*/ 3482001 w 5883342"/>
              <a:gd name="connsiteY1485" fmla="*/ 384666 h 5883329"/>
              <a:gd name="connsiteX1486" fmla="*/ 3411271 w 5883342"/>
              <a:gd name="connsiteY1486" fmla="*/ 379158 h 5883329"/>
              <a:gd name="connsiteX1487" fmla="*/ 3384603 w 5883342"/>
              <a:gd name="connsiteY1487" fmla="*/ 365244 h 5883329"/>
              <a:gd name="connsiteX1488" fmla="*/ 2466273 w 5883342"/>
              <a:gd name="connsiteY1488" fmla="*/ 345243 h 5883329"/>
              <a:gd name="connsiteX1489" fmla="*/ 2443372 w 5883342"/>
              <a:gd name="connsiteY1489" fmla="*/ 350171 h 5883329"/>
              <a:gd name="connsiteX1490" fmla="*/ 2367424 w 5883342"/>
              <a:gd name="connsiteY1490" fmla="*/ 400609 h 5883329"/>
              <a:gd name="connsiteX1491" fmla="*/ 2348874 w 5883342"/>
              <a:gd name="connsiteY1491" fmla="*/ 405247 h 5883329"/>
              <a:gd name="connsiteX1492" fmla="*/ 2335829 w 5883342"/>
              <a:gd name="connsiteY1492" fmla="*/ 415973 h 5883329"/>
              <a:gd name="connsiteX1493" fmla="*/ 2330611 w 5883342"/>
              <a:gd name="connsiteY1493" fmla="*/ 427278 h 5883329"/>
              <a:gd name="connsiteX1494" fmla="*/ 2322494 w 5883342"/>
              <a:gd name="connsiteY1494" fmla="*/ 433945 h 5883329"/>
              <a:gd name="connsiteX1495" fmla="*/ 2329741 w 5883342"/>
              <a:gd name="connsiteY1495" fmla="*/ 452787 h 5883329"/>
              <a:gd name="connsiteX1496" fmla="*/ 2339017 w 5883342"/>
              <a:gd name="connsiteY1496" fmla="*/ 457135 h 5883329"/>
              <a:gd name="connsiteX1497" fmla="*/ 2350903 w 5883342"/>
              <a:gd name="connsiteY1497" fmla="*/ 466991 h 5883329"/>
              <a:gd name="connsiteX1498" fmla="*/ 2368005 w 5883342"/>
              <a:gd name="connsiteY1498" fmla="*/ 470759 h 5883329"/>
              <a:gd name="connsiteX1499" fmla="*/ 2383657 w 5883342"/>
              <a:gd name="connsiteY1499" fmla="*/ 481774 h 5883329"/>
              <a:gd name="connsiteX1500" fmla="*/ 2383657 w 5883342"/>
              <a:gd name="connsiteY1500" fmla="*/ 510762 h 5883329"/>
              <a:gd name="connsiteX1501" fmla="*/ 2368005 w 5883342"/>
              <a:gd name="connsiteY1501" fmla="*/ 527865 h 5883329"/>
              <a:gd name="connsiteX1502" fmla="*/ 2354960 w 5883342"/>
              <a:gd name="connsiteY1502" fmla="*/ 527865 h 5883329"/>
              <a:gd name="connsiteX1503" fmla="*/ 2339017 w 5883342"/>
              <a:gd name="connsiteY1503" fmla="*/ 549895 h 5883329"/>
              <a:gd name="connsiteX1504" fmla="*/ 2353511 w 5883342"/>
              <a:gd name="connsiteY1504" fmla="*/ 569027 h 5883329"/>
              <a:gd name="connsiteX1505" fmla="*/ 2360388 w 5883342"/>
              <a:gd name="connsiteY1505" fmla="*/ 576963 h 5883329"/>
              <a:gd name="connsiteX1506" fmla="*/ 2365397 w 5883342"/>
              <a:gd name="connsiteY1506" fmla="*/ 586420 h 5883329"/>
              <a:gd name="connsiteX1507" fmla="*/ 2365397 w 5883342"/>
              <a:gd name="connsiteY1507" fmla="*/ 600624 h 5883329"/>
              <a:gd name="connsiteX1508" fmla="*/ 2365397 w 5883342"/>
              <a:gd name="connsiteY1508" fmla="*/ 611639 h 5883329"/>
              <a:gd name="connsiteX1509" fmla="*/ 2356409 w 5883342"/>
              <a:gd name="connsiteY1509" fmla="*/ 624394 h 5883329"/>
              <a:gd name="connsiteX1510" fmla="*/ 2343076 w 5883342"/>
              <a:gd name="connsiteY1510" fmla="*/ 637438 h 5883329"/>
              <a:gd name="connsiteX1511" fmla="*/ 2320174 w 5883342"/>
              <a:gd name="connsiteY1511" fmla="*/ 666426 h 5883329"/>
              <a:gd name="connsiteX1512" fmla="*/ 2328582 w 5883342"/>
              <a:gd name="connsiteY1512" fmla="*/ 692514 h 5883329"/>
              <a:gd name="connsiteX1513" fmla="*/ 2341046 w 5883342"/>
              <a:gd name="connsiteY1513" fmla="*/ 705559 h 5883329"/>
              <a:gd name="connsiteX1514" fmla="*/ 2350032 w 5883342"/>
              <a:gd name="connsiteY1514" fmla="*/ 719183 h 5883329"/>
              <a:gd name="connsiteX1515" fmla="*/ 2367424 w 5883342"/>
              <a:gd name="connsiteY1515" fmla="*/ 721502 h 5883329"/>
              <a:gd name="connsiteX1516" fmla="*/ 2379310 w 5883342"/>
              <a:gd name="connsiteY1516" fmla="*/ 719473 h 5883329"/>
              <a:gd name="connsiteX1517" fmla="*/ 2405110 w 5883342"/>
              <a:gd name="connsiteY1517" fmla="*/ 690486 h 5883329"/>
              <a:gd name="connsiteX1518" fmla="*/ 2461346 w 5883342"/>
              <a:gd name="connsiteY1518" fmla="*/ 651642 h 5883329"/>
              <a:gd name="connsiteX1519" fmla="*/ 2492073 w 5883342"/>
              <a:gd name="connsiteY1519" fmla="*/ 602073 h 5883329"/>
              <a:gd name="connsiteX1520" fmla="*/ 2485985 w 5883342"/>
              <a:gd name="connsiteY1520" fmla="*/ 588159 h 5883329"/>
              <a:gd name="connsiteX1521" fmla="*/ 2471781 w 5883342"/>
              <a:gd name="connsiteY1521" fmla="*/ 581492 h 5883329"/>
              <a:gd name="connsiteX1522" fmla="*/ 2457287 w 5883342"/>
              <a:gd name="connsiteY1522" fmla="*/ 583521 h 5883329"/>
              <a:gd name="connsiteX1523" fmla="*/ 2453229 w 5883342"/>
              <a:gd name="connsiteY1523" fmla="*/ 569027 h 5883329"/>
              <a:gd name="connsiteX1524" fmla="*/ 2486853 w 5883342"/>
              <a:gd name="connsiteY1524" fmla="*/ 526705 h 5883329"/>
              <a:gd name="connsiteX1525" fmla="*/ 2488594 w 5883342"/>
              <a:gd name="connsiteY1525" fmla="*/ 518589 h 5883329"/>
              <a:gd name="connsiteX1526" fmla="*/ 2477867 w 5883342"/>
              <a:gd name="connsiteY1526" fmla="*/ 500616 h 5883329"/>
              <a:gd name="connsiteX1527" fmla="*/ 2471781 w 5883342"/>
              <a:gd name="connsiteY1527" fmla="*/ 489021 h 5883329"/>
              <a:gd name="connsiteX1528" fmla="*/ 2458736 w 5883342"/>
              <a:gd name="connsiteY1528" fmla="*/ 491340 h 5883329"/>
              <a:gd name="connsiteX1529" fmla="*/ 2454968 w 5883342"/>
              <a:gd name="connsiteY1529" fmla="*/ 474238 h 5883329"/>
              <a:gd name="connsiteX1530" fmla="*/ 2453519 w 5883342"/>
              <a:gd name="connsiteY1530" fmla="*/ 449018 h 5883329"/>
              <a:gd name="connsiteX1531" fmla="*/ 2470620 w 5883342"/>
              <a:gd name="connsiteY1531" fmla="*/ 423799 h 5883329"/>
              <a:gd name="connsiteX1532" fmla="*/ 2480477 w 5883342"/>
              <a:gd name="connsiteY1532" fmla="*/ 406116 h 5883329"/>
              <a:gd name="connsiteX1533" fmla="*/ 2483955 w 5883342"/>
              <a:gd name="connsiteY1533" fmla="*/ 382927 h 5883329"/>
              <a:gd name="connsiteX1534" fmla="*/ 2483955 w 5883342"/>
              <a:gd name="connsiteY1534" fmla="*/ 362635 h 5883329"/>
              <a:gd name="connsiteX1535" fmla="*/ 2466273 w 5883342"/>
              <a:gd name="connsiteY1535" fmla="*/ 345243 h 5883329"/>
              <a:gd name="connsiteX1536" fmla="*/ 2659041 w 5883342"/>
              <a:gd name="connsiteY1536" fmla="*/ 340604 h 5883329"/>
              <a:gd name="connsiteX1537" fmla="*/ 2662521 w 5883342"/>
              <a:gd name="connsiteY1537" fmla="*/ 354808 h 5883329"/>
              <a:gd name="connsiteX1538" fmla="*/ 2651505 w 5883342"/>
              <a:gd name="connsiteY1538" fmla="*/ 375969 h 5883329"/>
              <a:gd name="connsiteX1539" fmla="*/ 2631214 w 5883342"/>
              <a:gd name="connsiteY1539" fmla="*/ 377708 h 5883329"/>
              <a:gd name="connsiteX1540" fmla="*/ 2623386 w 5883342"/>
              <a:gd name="connsiteY1540" fmla="*/ 360606 h 5883329"/>
              <a:gd name="connsiteX1541" fmla="*/ 2659041 w 5883342"/>
              <a:gd name="connsiteY1541" fmla="*/ 340604 h 5883329"/>
              <a:gd name="connsiteX1542" fmla="*/ 2673824 w 5883342"/>
              <a:gd name="connsiteY1542" fmla="*/ 282919 h 5883329"/>
              <a:gd name="connsiteX1543" fmla="*/ 2603385 w 5883342"/>
              <a:gd name="connsiteY1543" fmla="*/ 317125 h 5883329"/>
              <a:gd name="connsiteX1544" fmla="*/ 2579324 w 5883342"/>
              <a:gd name="connsiteY1544" fmla="*/ 322922 h 5883329"/>
              <a:gd name="connsiteX1545" fmla="*/ 2550337 w 5883342"/>
              <a:gd name="connsiteY1545" fmla="*/ 340025 h 5883329"/>
              <a:gd name="connsiteX1546" fmla="*/ 2532945 w 5883342"/>
              <a:gd name="connsiteY1546" fmla="*/ 348431 h 5883329"/>
              <a:gd name="connsiteX1547" fmla="*/ 2519321 w 5883342"/>
              <a:gd name="connsiteY1547" fmla="*/ 351910 h 5883329"/>
              <a:gd name="connsiteX1548" fmla="*/ 2503377 w 5883342"/>
              <a:gd name="connsiteY1548" fmla="*/ 344953 h 5883329"/>
              <a:gd name="connsiteX1549" fmla="*/ 2495261 w 5883342"/>
              <a:gd name="connsiteY1549" fmla="*/ 369882 h 5883329"/>
              <a:gd name="connsiteX1550" fmla="*/ 2495261 w 5883342"/>
              <a:gd name="connsiteY1550" fmla="*/ 393942 h 5883329"/>
              <a:gd name="connsiteX1551" fmla="*/ 2494391 w 5883342"/>
              <a:gd name="connsiteY1551" fmla="*/ 392782 h 5883329"/>
              <a:gd name="connsiteX1552" fmla="*/ 2495261 w 5883342"/>
              <a:gd name="connsiteY1552" fmla="*/ 408726 h 5883329"/>
              <a:gd name="connsiteX1553" fmla="*/ 2503088 w 5883342"/>
              <a:gd name="connsiteY1553" fmla="*/ 425828 h 5883329"/>
              <a:gd name="connsiteX1554" fmla="*/ 2513233 w 5883342"/>
              <a:gd name="connsiteY1554" fmla="*/ 466991 h 5883329"/>
              <a:gd name="connsiteX1555" fmla="*/ 2508016 w 5883342"/>
              <a:gd name="connsiteY1555" fmla="*/ 493949 h 5883329"/>
              <a:gd name="connsiteX1556" fmla="*/ 2514972 w 5883342"/>
              <a:gd name="connsiteY1556" fmla="*/ 510472 h 5883329"/>
              <a:gd name="connsiteX1557" fmla="*/ 2525408 w 5883342"/>
              <a:gd name="connsiteY1557" fmla="*/ 524676 h 5883329"/>
              <a:gd name="connsiteX1558" fmla="*/ 2530335 w 5883342"/>
              <a:gd name="connsiteY1558" fmla="*/ 534822 h 5883329"/>
              <a:gd name="connsiteX1559" fmla="*/ 2535843 w 5883342"/>
              <a:gd name="connsiteY1559" fmla="*/ 541199 h 5883329"/>
              <a:gd name="connsiteX1560" fmla="*/ 2545409 w 5883342"/>
              <a:gd name="connsiteY1560" fmla="*/ 541199 h 5883329"/>
              <a:gd name="connsiteX1561" fmla="*/ 2556425 w 5883342"/>
              <a:gd name="connsiteY1561" fmla="*/ 537141 h 5883329"/>
              <a:gd name="connsiteX1562" fmla="*/ 2568311 w 5883342"/>
              <a:gd name="connsiteY1562" fmla="*/ 531633 h 5883329"/>
              <a:gd name="connsiteX1563" fmla="*/ 2578165 w 5883342"/>
              <a:gd name="connsiteY1563" fmla="*/ 531633 h 5883329"/>
              <a:gd name="connsiteX1564" fmla="*/ 2578165 w 5883342"/>
              <a:gd name="connsiteY1564" fmla="*/ 547866 h 5883329"/>
              <a:gd name="connsiteX1565" fmla="*/ 2571789 w 5883342"/>
              <a:gd name="connsiteY1565" fmla="*/ 555113 h 5883329"/>
              <a:gd name="connsiteX1566" fmla="*/ 2564252 w 5883342"/>
              <a:gd name="connsiteY1566" fmla="*/ 556562 h 5883329"/>
              <a:gd name="connsiteX1567" fmla="*/ 2556134 w 5883342"/>
              <a:gd name="connsiteY1567" fmla="*/ 559172 h 5883329"/>
              <a:gd name="connsiteX1568" fmla="*/ 2548309 w 5883342"/>
              <a:gd name="connsiteY1568" fmla="*/ 557722 h 5883329"/>
              <a:gd name="connsiteX1569" fmla="*/ 2542221 w 5883342"/>
              <a:gd name="connsiteY1569" fmla="*/ 568737 h 5883329"/>
              <a:gd name="connsiteX1570" fmla="*/ 2542221 w 5883342"/>
              <a:gd name="connsiteY1570" fmla="*/ 582361 h 5883329"/>
              <a:gd name="connsiteX1571" fmla="*/ 2542221 w 5883342"/>
              <a:gd name="connsiteY1571" fmla="*/ 593666 h 5883329"/>
              <a:gd name="connsiteX1572" fmla="*/ 2554395 w 5883342"/>
              <a:gd name="connsiteY1572" fmla="*/ 597725 h 5883329"/>
              <a:gd name="connsiteX1573" fmla="*/ 2568020 w 5883342"/>
              <a:gd name="connsiteY1573" fmla="*/ 597725 h 5883329"/>
              <a:gd name="connsiteX1574" fmla="*/ 2574687 w 5883342"/>
              <a:gd name="connsiteY1574" fmla="*/ 606421 h 5883329"/>
              <a:gd name="connsiteX1575" fmla="*/ 2543670 w 5883342"/>
              <a:gd name="connsiteY1575" fmla="*/ 625553 h 5883329"/>
              <a:gd name="connsiteX1576" fmla="*/ 2519031 w 5883342"/>
              <a:gd name="connsiteY1576" fmla="*/ 638018 h 5883329"/>
              <a:gd name="connsiteX1577" fmla="*/ 2509465 w 5883342"/>
              <a:gd name="connsiteY1577" fmla="*/ 635119 h 5883329"/>
              <a:gd name="connsiteX1578" fmla="*/ 2503088 w 5883342"/>
              <a:gd name="connsiteY1578" fmla="*/ 641786 h 5883329"/>
              <a:gd name="connsiteX1579" fmla="*/ 2498739 w 5883342"/>
              <a:gd name="connsiteY1579" fmla="*/ 656280 h 5883329"/>
              <a:gd name="connsiteX1580" fmla="*/ 2498739 w 5883342"/>
              <a:gd name="connsiteY1580" fmla="*/ 668165 h 5883329"/>
              <a:gd name="connsiteX1581" fmla="*/ 2506567 w 5883342"/>
              <a:gd name="connsiteY1581" fmla="*/ 693094 h 5883329"/>
              <a:gd name="connsiteX1582" fmla="*/ 2527147 w 5883342"/>
              <a:gd name="connsiteY1582" fmla="*/ 700341 h 5883329"/>
              <a:gd name="connsiteX1583" fmla="*/ 2556134 w 5883342"/>
              <a:gd name="connsiteY1583" fmla="*/ 687007 h 5883329"/>
              <a:gd name="connsiteX1584" fmla="*/ 2585122 w 5883342"/>
              <a:gd name="connsiteY1584" fmla="*/ 679760 h 5883329"/>
              <a:gd name="connsiteX1585" fmla="*/ 2614110 w 5883342"/>
              <a:gd name="connsiteY1585" fmla="*/ 670194 h 5883329"/>
              <a:gd name="connsiteX1586" fmla="*/ 2637011 w 5883342"/>
              <a:gd name="connsiteY1586" fmla="*/ 662947 h 5883329"/>
              <a:gd name="connsiteX1587" fmla="*/ 2657591 w 5883342"/>
              <a:gd name="connsiteY1587" fmla="*/ 658019 h 5883329"/>
              <a:gd name="connsiteX1588" fmla="*/ 2681652 w 5883342"/>
              <a:gd name="connsiteY1588" fmla="*/ 655990 h 5883329"/>
              <a:gd name="connsiteX1589" fmla="*/ 2725133 w 5883342"/>
              <a:gd name="connsiteY1589" fmla="*/ 648163 h 5883329"/>
              <a:gd name="connsiteX1590" fmla="*/ 2752672 w 5883342"/>
              <a:gd name="connsiteY1590" fmla="*/ 648163 h 5883329"/>
              <a:gd name="connsiteX1591" fmla="*/ 2775862 w 5883342"/>
              <a:gd name="connsiteY1591" fmla="*/ 602073 h 5883329"/>
              <a:gd name="connsiteX1592" fmla="*/ 2756150 w 5883342"/>
              <a:gd name="connsiteY1592" fmla="*/ 578303 h 5883329"/>
              <a:gd name="connsiteX1593" fmla="*/ 2736439 w 5883342"/>
              <a:gd name="connsiteY1593" fmla="*/ 581492 h 5883329"/>
              <a:gd name="connsiteX1594" fmla="*/ 2714118 w 5883342"/>
              <a:gd name="connsiteY1594" fmla="*/ 589319 h 5883329"/>
              <a:gd name="connsiteX1595" fmla="*/ 2695565 w 5883342"/>
              <a:gd name="connsiteY1595" fmla="*/ 591058 h 5883329"/>
              <a:gd name="connsiteX1596" fmla="*/ 2671795 w 5883342"/>
              <a:gd name="connsiteY1596" fmla="*/ 599174 h 5883329"/>
              <a:gd name="connsiteX1597" fmla="*/ 2661940 w 5883342"/>
              <a:gd name="connsiteY1597" fmla="*/ 593377 h 5883329"/>
              <a:gd name="connsiteX1598" fmla="*/ 2665999 w 5883342"/>
              <a:gd name="connsiteY1598" fmla="*/ 581782 h 5883329"/>
              <a:gd name="connsiteX1599" fmla="*/ 2683681 w 5883342"/>
              <a:gd name="connsiteY1599" fmla="*/ 572506 h 5883329"/>
              <a:gd name="connsiteX1600" fmla="*/ 2697885 w 5883342"/>
              <a:gd name="connsiteY1600" fmla="*/ 558881 h 5883329"/>
              <a:gd name="connsiteX1601" fmla="*/ 2699624 w 5883342"/>
              <a:gd name="connsiteY1601" fmla="*/ 549315 h 5883329"/>
              <a:gd name="connsiteX1602" fmla="*/ 2691797 w 5883342"/>
              <a:gd name="connsiteY1602" fmla="*/ 527285 h 5883329"/>
              <a:gd name="connsiteX1603" fmla="*/ 2683391 w 5883342"/>
              <a:gd name="connsiteY1603" fmla="*/ 520328 h 5883329"/>
              <a:gd name="connsiteX1604" fmla="*/ 2664838 w 5883342"/>
              <a:gd name="connsiteY1604" fmla="*/ 517139 h 5883329"/>
              <a:gd name="connsiteX1605" fmla="*/ 2652954 w 5883342"/>
              <a:gd name="connsiteY1605" fmla="*/ 524966 h 5883329"/>
              <a:gd name="connsiteX1606" fmla="*/ 2637300 w 5883342"/>
              <a:gd name="connsiteY1606" fmla="*/ 529894 h 5883329"/>
              <a:gd name="connsiteX1607" fmla="*/ 2634982 w 5883342"/>
              <a:gd name="connsiteY1607" fmla="*/ 513661 h 5883329"/>
              <a:gd name="connsiteX1608" fmla="*/ 2654983 w 5883342"/>
              <a:gd name="connsiteY1608" fmla="*/ 504385 h 5883329"/>
              <a:gd name="connsiteX1609" fmla="*/ 2668607 w 5883342"/>
              <a:gd name="connsiteY1609" fmla="*/ 497718 h 5883329"/>
              <a:gd name="connsiteX1610" fmla="*/ 2682232 w 5883342"/>
              <a:gd name="connsiteY1610" fmla="*/ 495398 h 5883329"/>
              <a:gd name="connsiteX1611" fmla="*/ 2691508 w 5883342"/>
              <a:gd name="connsiteY1611" fmla="*/ 482934 h 5883329"/>
              <a:gd name="connsiteX1612" fmla="*/ 2714988 w 5883342"/>
              <a:gd name="connsiteY1612" fmla="*/ 409015 h 5883329"/>
              <a:gd name="connsiteX1613" fmla="*/ 2727453 w 5883342"/>
              <a:gd name="connsiteY1613" fmla="*/ 389883 h 5883329"/>
              <a:gd name="connsiteX1614" fmla="*/ 2739047 w 5883342"/>
              <a:gd name="connsiteY1614" fmla="*/ 358577 h 5883329"/>
              <a:gd name="connsiteX1615" fmla="*/ 2740786 w 5883342"/>
              <a:gd name="connsiteY1615" fmla="*/ 339735 h 5883329"/>
              <a:gd name="connsiteX1616" fmla="*/ 2747454 w 5883342"/>
              <a:gd name="connsiteY1616" fmla="*/ 318864 h 5883329"/>
              <a:gd name="connsiteX1617" fmla="*/ 2732670 w 5883342"/>
              <a:gd name="connsiteY1617" fmla="*/ 297413 h 5883329"/>
              <a:gd name="connsiteX1618" fmla="*/ 2725133 w 5883342"/>
              <a:gd name="connsiteY1618" fmla="*/ 284659 h 5883329"/>
              <a:gd name="connsiteX1619" fmla="*/ 2691797 w 5883342"/>
              <a:gd name="connsiteY1619" fmla="*/ 286978 h 5883329"/>
              <a:gd name="connsiteX1620" fmla="*/ 2673824 w 5883342"/>
              <a:gd name="connsiteY1620" fmla="*/ 282919 h 5883329"/>
              <a:gd name="connsiteX1621" fmla="*/ 2941670 w 5883342"/>
              <a:gd name="connsiteY1621" fmla="*/ 104357 h 5883329"/>
              <a:gd name="connsiteX1622" fmla="*/ 5777826 w 5883342"/>
              <a:gd name="connsiteY1622" fmla="*/ 2941665 h 5883329"/>
              <a:gd name="connsiteX1623" fmla="*/ 5777826 w 5883342"/>
              <a:gd name="connsiteY1623" fmla="*/ 2942824 h 5883329"/>
              <a:gd name="connsiteX1624" fmla="*/ 2939353 w 5883342"/>
              <a:gd name="connsiteY1624" fmla="*/ 5778974 h 5883329"/>
              <a:gd name="connsiteX1625" fmla="*/ 103197 w 5883342"/>
              <a:gd name="connsiteY1625" fmla="*/ 2940505 h 5883329"/>
              <a:gd name="connsiteX1626" fmla="*/ 2941670 w 5883342"/>
              <a:gd name="connsiteY1626" fmla="*/ 104357 h 5883329"/>
              <a:gd name="connsiteX1627" fmla="*/ 2941670 w 5883342"/>
              <a:gd name="connsiteY1627" fmla="*/ 65802 h 5883329"/>
              <a:gd name="connsiteX1628" fmla="*/ 65803 w 5883342"/>
              <a:gd name="connsiteY1628" fmla="*/ 2941664 h 5883329"/>
              <a:gd name="connsiteX1629" fmla="*/ 2941670 w 5883342"/>
              <a:gd name="connsiteY1629" fmla="*/ 5817527 h 5883329"/>
              <a:gd name="connsiteX1630" fmla="*/ 5817539 w 5883342"/>
              <a:gd name="connsiteY1630" fmla="*/ 2941664 h 5883329"/>
              <a:gd name="connsiteX1631" fmla="*/ 2941670 w 5883342"/>
              <a:gd name="connsiteY1631" fmla="*/ 65802 h 5883329"/>
              <a:gd name="connsiteX1632" fmla="*/ 2941670 w 5883342"/>
              <a:gd name="connsiteY1632" fmla="*/ 0 h 5883329"/>
              <a:gd name="connsiteX1633" fmla="*/ 5883342 w 5883342"/>
              <a:gd name="connsiteY1633" fmla="*/ 2941664 h 5883329"/>
              <a:gd name="connsiteX1634" fmla="*/ 2941670 w 5883342"/>
              <a:gd name="connsiteY1634" fmla="*/ 5883329 h 5883329"/>
              <a:gd name="connsiteX1635" fmla="*/ 0 w 5883342"/>
              <a:gd name="connsiteY1635" fmla="*/ 2941664 h 5883329"/>
              <a:gd name="connsiteX1636" fmla="*/ 2941670 w 5883342"/>
              <a:gd name="connsiteY1636" fmla="*/ 0 h 5883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</a:cxnLst>
            <a:rect l="l" t="t" r="r" b="b"/>
            <a:pathLst>
              <a:path w="5883342" h="5883329">
                <a:moveTo>
                  <a:pt x="3394890" y="5296841"/>
                </a:moveTo>
                <a:cubicBezTo>
                  <a:pt x="3411496" y="5296279"/>
                  <a:pt x="3428317" y="5302055"/>
                  <a:pt x="3441420" y="5314302"/>
                </a:cubicBezTo>
                <a:cubicBezTo>
                  <a:pt x="3459217" y="5333579"/>
                  <a:pt x="3470639" y="5357870"/>
                  <a:pt x="3474176" y="5383872"/>
                </a:cubicBezTo>
                <a:cubicBezTo>
                  <a:pt x="3480465" y="5408686"/>
                  <a:pt x="3478841" y="5434832"/>
                  <a:pt x="3469537" y="5458661"/>
                </a:cubicBezTo>
                <a:cubicBezTo>
                  <a:pt x="3466870" y="5464139"/>
                  <a:pt x="3463449" y="5469241"/>
                  <a:pt x="3459392" y="5473792"/>
                </a:cubicBezTo>
                <a:cubicBezTo>
                  <a:pt x="3435041" y="5500982"/>
                  <a:pt x="3393241" y="5503301"/>
                  <a:pt x="3366050" y="5478952"/>
                </a:cubicBezTo>
                <a:cubicBezTo>
                  <a:pt x="3348483" y="5460226"/>
                  <a:pt x="3337149" y="5436543"/>
                  <a:pt x="3333584" y="5411121"/>
                </a:cubicBezTo>
                <a:cubicBezTo>
                  <a:pt x="3327178" y="5385641"/>
                  <a:pt x="3328802" y="5358827"/>
                  <a:pt x="3338223" y="5334304"/>
                </a:cubicBezTo>
                <a:cubicBezTo>
                  <a:pt x="3341121" y="5328101"/>
                  <a:pt x="3344977" y="5322389"/>
                  <a:pt x="3349644" y="5317404"/>
                </a:cubicBezTo>
                <a:cubicBezTo>
                  <a:pt x="3361891" y="5304302"/>
                  <a:pt x="3378283" y="5297402"/>
                  <a:pt x="3394890" y="5296841"/>
                </a:cubicBezTo>
                <a:close/>
                <a:moveTo>
                  <a:pt x="3047186" y="5295461"/>
                </a:moveTo>
                <a:lnTo>
                  <a:pt x="2853258" y="5298939"/>
                </a:lnTo>
                <a:lnTo>
                  <a:pt x="2858476" y="5585337"/>
                </a:lnTo>
                <a:lnTo>
                  <a:pt x="3053274" y="5581569"/>
                </a:lnTo>
                <a:lnTo>
                  <a:pt x="3053274" y="5556059"/>
                </a:lnTo>
                <a:lnTo>
                  <a:pt x="3053274" y="5530840"/>
                </a:lnTo>
                <a:lnTo>
                  <a:pt x="2908336" y="5533449"/>
                </a:lnTo>
                <a:lnTo>
                  <a:pt x="2908336" y="5458951"/>
                </a:lnTo>
                <a:lnTo>
                  <a:pt x="3037041" y="5456632"/>
                </a:lnTo>
                <a:lnTo>
                  <a:pt x="3037041" y="5431992"/>
                </a:lnTo>
                <a:lnTo>
                  <a:pt x="3037041" y="5407353"/>
                </a:lnTo>
                <a:lnTo>
                  <a:pt x="2908336" y="5409672"/>
                </a:lnTo>
                <a:lnTo>
                  <a:pt x="2908336" y="5348798"/>
                </a:lnTo>
                <a:lnTo>
                  <a:pt x="3047186" y="5346478"/>
                </a:lnTo>
                <a:lnTo>
                  <a:pt x="3047186" y="5320970"/>
                </a:lnTo>
                <a:close/>
                <a:moveTo>
                  <a:pt x="2571789" y="5273430"/>
                </a:moveTo>
                <a:lnTo>
                  <a:pt x="2568599" y="5298649"/>
                </a:lnTo>
                <a:lnTo>
                  <a:pt x="2565701" y="5323868"/>
                </a:lnTo>
                <a:lnTo>
                  <a:pt x="2644547" y="5333434"/>
                </a:lnTo>
                <a:lnTo>
                  <a:pt x="2615559" y="5567075"/>
                </a:lnTo>
                <a:lnTo>
                  <a:pt x="2644547" y="5570553"/>
                </a:lnTo>
                <a:lnTo>
                  <a:pt x="2671507" y="5573742"/>
                </a:lnTo>
                <a:lnTo>
                  <a:pt x="2700494" y="5340102"/>
                </a:lnTo>
                <a:lnTo>
                  <a:pt x="2779630" y="5349958"/>
                </a:lnTo>
                <a:lnTo>
                  <a:pt x="2782528" y="5324448"/>
                </a:lnTo>
                <a:lnTo>
                  <a:pt x="2784267" y="5299519"/>
                </a:lnTo>
                <a:close/>
                <a:moveTo>
                  <a:pt x="3417373" y="5247863"/>
                </a:moveTo>
                <a:cubicBezTo>
                  <a:pt x="3369384" y="5241089"/>
                  <a:pt x="3319793" y="5262878"/>
                  <a:pt x="3293291" y="5307056"/>
                </a:cubicBezTo>
                <a:cubicBezTo>
                  <a:pt x="3275609" y="5343029"/>
                  <a:pt x="3271204" y="5384104"/>
                  <a:pt x="3280827" y="5423006"/>
                </a:cubicBezTo>
                <a:cubicBezTo>
                  <a:pt x="3286306" y="5461995"/>
                  <a:pt x="3305669" y="5497707"/>
                  <a:pt x="3335324" y="5523593"/>
                </a:cubicBezTo>
                <a:cubicBezTo>
                  <a:pt x="3338020" y="5525564"/>
                  <a:pt x="3340803" y="5527448"/>
                  <a:pt x="3343643" y="5529217"/>
                </a:cubicBezTo>
                <a:cubicBezTo>
                  <a:pt x="3402779" y="5565712"/>
                  <a:pt x="3480292" y="5547363"/>
                  <a:pt x="3516787" y="5488228"/>
                </a:cubicBezTo>
                <a:cubicBezTo>
                  <a:pt x="3534614" y="5453124"/>
                  <a:pt x="3539049" y="5412744"/>
                  <a:pt x="3529251" y="5374596"/>
                </a:cubicBezTo>
                <a:cubicBezTo>
                  <a:pt x="3523947" y="5334884"/>
                  <a:pt x="3504612" y="5298388"/>
                  <a:pt x="3474754" y="5271691"/>
                </a:cubicBezTo>
                <a:cubicBezTo>
                  <a:pt x="3471276" y="5269053"/>
                  <a:pt x="3467652" y="5266618"/>
                  <a:pt x="3463914" y="5264386"/>
                </a:cubicBezTo>
                <a:cubicBezTo>
                  <a:pt x="3449188" y="5255552"/>
                  <a:pt x="3433370" y="5250121"/>
                  <a:pt x="3417373" y="5247863"/>
                </a:cubicBezTo>
                <a:close/>
                <a:moveTo>
                  <a:pt x="2303941" y="5211976"/>
                </a:moveTo>
                <a:lnTo>
                  <a:pt x="2260750" y="5385902"/>
                </a:lnTo>
                <a:cubicBezTo>
                  <a:pt x="2250923" y="5415730"/>
                  <a:pt x="2252459" y="5448168"/>
                  <a:pt x="2265099" y="5476923"/>
                </a:cubicBezTo>
                <a:cubicBezTo>
                  <a:pt x="2280983" y="5501998"/>
                  <a:pt x="2306841" y="5519071"/>
                  <a:pt x="2336119" y="5523883"/>
                </a:cubicBezTo>
                <a:cubicBezTo>
                  <a:pt x="2364294" y="5533797"/>
                  <a:pt x="2395340" y="5531362"/>
                  <a:pt x="2421631" y="5517216"/>
                </a:cubicBezTo>
                <a:cubicBezTo>
                  <a:pt x="2446127" y="5497040"/>
                  <a:pt x="2462331" y="5468574"/>
                  <a:pt x="2467142" y="5437210"/>
                </a:cubicBezTo>
                <a:lnTo>
                  <a:pt x="2509175" y="5263284"/>
                </a:lnTo>
                <a:lnTo>
                  <a:pt x="2482506" y="5256617"/>
                </a:lnTo>
                <a:lnTo>
                  <a:pt x="2455838" y="5250240"/>
                </a:lnTo>
                <a:lnTo>
                  <a:pt x="2412066" y="5424166"/>
                </a:lnTo>
                <a:cubicBezTo>
                  <a:pt x="2409515" y="5440747"/>
                  <a:pt x="2401456" y="5455965"/>
                  <a:pt x="2389165" y="5467357"/>
                </a:cubicBezTo>
                <a:cubicBezTo>
                  <a:pt x="2376614" y="5475010"/>
                  <a:pt x="2361221" y="5476518"/>
                  <a:pt x="2347423" y="5471416"/>
                </a:cubicBezTo>
                <a:cubicBezTo>
                  <a:pt x="2333104" y="5468980"/>
                  <a:pt x="2320726" y="5460110"/>
                  <a:pt x="2313798" y="5447356"/>
                </a:cubicBezTo>
                <a:cubicBezTo>
                  <a:pt x="2308262" y="5431790"/>
                  <a:pt x="2308262" y="5414803"/>
                  <a:pt x="2313798" y="5399236"/>
                </a:cubicBezTo>
                <a:lnTo>
                  <a:pt x="2357279" y="5225310"/>
                </a:lnTo>
                <a:lnTo>
                  <a:pt x="2330611" y="5218644"/>
                </a:lnTo>
                <a:close/>
                <a:moveTo>
                  <a:pt x="3758545" y="5155161"/>
                </a:moveTo>
                <a:lnTo>
                  <a:pt x="3580270" y="5213136"/>
                </a:lnTo>
                <a:lnTo>
                  <a:pt x="3667233" y="5485329"/>
                </a:lnTo>
                <a:lnTo>
                  <a:pt x="3693611" y="5476633"/>
                </a:lnTo>
                <a:lnTo>
                  <a:pt x="3719701" y="5468227"/>
                </a:lnTo>
                <a:lnTo>
                  <a:pt x="3683466" y="5353146"/>
                </a:lnTo>
                <a:lnTo>
                  <a:pt x="3793329" y="5317491"/>
                </a:lnTo>
                <a:lnTo>
                  <a:pt x="3785793" y="5294011"/>
                </a:lnTo>
                <a:lnTo>
                  <a:pt x="3777966" y="5270531"/>
                </a:lnTo>
                <a:lnTo>
                  <a:pt x="3668392" y="5306186"/>
                </a:lnTo>
                <a:lnTo>
                  <a:pt x="3648390" y="5244442"/>
                </a:lnTo>
                <a:lnTo>
                  <a:pt x="3774198" y="5203570"/>
                </a:lnTo>
                <a:lnTo>
                  <a:pt x="3766370" y="5179220"/>
                </a:lnTo>
                <a:close/>
                <a:moveTo>
                  <a:pt x="2041024" y="5122405"/>
                </a:moveTo>
                <a:lnTo>
                  <a:pt x="2032617" y="5146464"/>
                </a:lnTo>
                <a:lnTo>
                  <a:pt x="2024501" y="5170524"/>
                </a:lnTo>
                <a:lnTo>
                  <a:pt x="2099578" y="5196323"/>
                </a:lnTo>
                <a:lnTo>
                  <a:pt x="2023050" y="5418947"/>
                </a:lnTo>
                <a:lnTo>
                  <a:pt x="2049140" y="5427934"/>
                </a:lnTo>
                <a:lnTo>
                  <a:pt x="2074940" y="5436921"/>
                </a:lnTo>
                <a:lnTo>
                  <a:pt x="2151467" y="5214295"/>
                </a:lnTo>
                <a:lnTo>
                  <a:pt x="2226835" y="5240094"/>
                </a:lnTo>
                <a:lnTo>
                  <a:pt x="2235241" y="5216034"/>
                </a:lnTo>
                <a:lnTo>
                  <a:pt x="2243938" y="5192265"/>
                </a:lnTo>
                <a:close/>
                <a:moveTo>
                  <a:pt x="1936958" y="5071386"/>
                </a:moveTo>
                <a:lnTo>
                  <a:pt x="1816080" y="5330826"/>
                </a:lnTo>
                <a:lnTo>
                  <a:pt x="1841009" y="5342421"/>
                </a:lnTo>
                <a:lnTo>
                  <a:pt x="1865648" y="5354015"/>
                </a:lnTo>
                <a:lnTo>
                  <a:pt x="1986816" y="5094577"/>
                </a:lnTo>
                <a:lnTo>
                  <a:pt x="1961597" y="5082981"/>
                </a:lnTo>
                <a:close/>
                <a:moveTo>
                  <a:pt x="4108425" y="4985583"/>
                </a:moveTo>
                <a:lnTo>
                  <a:pt x="3919426" y="5085880"/>
                </a:lnTo>
                <a:lnTo>
                  <a:pt x="3931310" y="5108490"/>
                </a:lnTo>
                <a:lnTo>
                  <a:pt x="3943196" y="5130811"/>
                </a:lnTo>
                <a:lnTo>
                  <a:pt x="4013346" y="5093417"/>
                </a:lnTo>
                <a:lnTo>
                  <a:pt x="4124079" y="5301258"/>
                </a:lnTo>
                <a:lnTo>
                  <a:pt x="4148428" y="5288503"/>
                </a:lnTo>
                <a:lnTo>
                  <a:pt x="4172488" y="5275459"/>
                </a:lnTo>
                <a:lnTo>
                  <a:pt x="4062045" y="5067618"/>
                </a:lnTo>
                <a:lnTo>
                  <a:pt x="4132195" y="5030224"/>
                </a:lnTo>
                <a:lnTo>
                  <a:pt x="4120311" y="5007903"/>
                </a:lnTo>
                <a:close/>
                <a:moveTo>
                  <a:pt x="1690563" y="4937463"/>
                </a:moveTo>
                <a:lnTo>
                  <a:pt x="1679257" y="4961233"/>
                </a:lnTo>
                <a:lnTo>
                  <a:pt x="1667083" y="4983554"/>
                </a:lnTo>
                <a:lnTo>
                  <a:pt x="1736654" y="5022108"/>
                </a:lnTo>
                <a:lnTo>
                  <a:pt x="1622441" y="5227919"/>
                </a:lnTo>
                <a:lnTo>
                  <a:pt x="1646502" y="5241254"/>
                </a:lnTo>
                <a:lnTo>
                  <a:pt x="1670561" y="5254588"/>
                </a:lnTo>
                <a:lnTo>
                  <a:pt x="1783614" y="5047037"/>
                </a:lnTo>
                <a:lnTo>
                  <a:pt x="1853183" y="5085590"/>
                </a:lnTo>
                <a:lnTo>
                  <a:pt x="1865359" y="5063560"/>
                </a:lnTo>
                <a:lnTo>
                  <a:pt x="1877824" y="5041239"/>
                </a:lnTo>
                <a:close/>
                <a:moveTo>
                  <a:pt x="3490408" y="4895720"/>
                </a:moveTo>
                <a:lnTo>
                  <a:pt x="3490408" y="4896590"/>
                </a:lnTo>
                <a:cubicBezTo>
                  <a:pt x="3501712" y="4896590"/>
                  <a:pt x="3503451" y="4907605"/>
                  <a:pt x="3501712" y="4921230"/>
                </a:cubicBezTo>
                <a:cubicBezTo>
                  <a:pt x="3499973" y="4934854"/>
                  <a:pt x="3500553" y="4994278"/>
                  <a:pt x="3490118" y="4994278"/>
                </a:cubicBezTo>
                <a:cubicBezTo>
                  <a:pt x="3479681" y="4994278"/>
                  <a:pt x="3483161" y="4947028"/>
                  <a:pt x="3483161" y="4924708"/>
                </a:cubicBezTo>
                <a:cubicBezTo>
                  <a:pt x="3483161" y="4902388"/>
                  <a:pt x="3483161" y="4895720"/>
                  <a:pt x="3490408" y="4895720"/>
                </a:cubicBezTo>
                <a:close/>
                <a:moveTo>
                  <a:pt x="3000806" y="4895720"/>
                </a:moveTo>
                <a:lnTo>
                  <a:pt x="3000806" y="4896590"/>
                </a:lnTo>
                <a:cubicBezTo>
                  <a:pt x="3012111" y="4896590"/>
                  <a:pt x="3013851" y="4907605"/>
                  <a:pt x="3012111" y="4921230"/>
                </a:cubicBezTo>
                <a:cubicBezTo>
                  <a:pt x="3010372" y="4934854"/>
                  <a:pt x="3010951" y="4994278"/>
                  <a:pt x="3000516" y="4994278"/>
                </a:cubicBezTo>
                <a:cubicBezTo>
                  <a:pt x="2990080" y="4994278"/>
                  <a:pt x="2993559" y="4947028"/>
                  <a:pt x="2993559" y="4924708"/>
                </a:cubicBezTo>
                <a:cubicBezTo>
                  <a:pt x="2993559" y="4902388"/>
                  <a:pt x="2993559" y="4895720"/>
                  <a:pt x="3000806" y="4895720"/>
                </a:cubicBezTo>
                <a:close/>
                <a:moveTo>
                  <a:pt x="3409242" y="4891372"/>
                </a:moveTo>
                <a:cubicBezTo>
                  <a:pt x="3416489" y="4891372"/>
                  <a:pt x="3419967" y="4906736"/>
                  <a:pt x="3419967" y="4920360"/>
                </a:cubicBezTo>
                <a:cubicBezTo>
                  <a:pt x="3419967" y="4933984"/>
                  <a:pt x="3419388" y="4991959"/>
                  <a:pt x="3410692" y="4991959"/>
                </a:cubicBezTo>
                <a:cubicBezTo>
                  <a:pt x="3401995" y="4991959"/>
                  <a:pt x="3397067" y="4944130"/>
                  <a:pt x="3397067" y="4922679"/>
                </a:cubicBezTo>
                <a:cubicBezTo>
                  <a:pt x="3397067" y="4901228"/>
                  <a:pt x="3397067" y="4892242"/>
                  <a:pt x="3409242" y="4892242"/>
                </a:cubicBezTo>
                <a:close/>
                <a:moveTo>
                  <a:pt x="2919641" y="4891372"/>
                </a:moveTo>
                <a:cubicBezTo>
                  <a:pt x="2926888" y="4891372"/>
                  <a:pt x="2930367" y="4907895"/>
                  <a:pt x="2930367" y="4920360"/>
                </a:cubicBezTo>
                <a:cubicBezTo>
                  <a:pt x="2930367" y="4932824"/>
                  <a:pt x="2930077" y="4993408"/>
                  <a:pt x="2921381" y="4993408"/>
                </a:cubicBezTo>
                <a:cubicBezTo>
                  <a:pt x="2912683" y="4993408"/>
                  <a:pt x="2907465" y="4944130"/>
                  <a:pt x="2907465" y="4922679"/>
                </a:cubicBezTo>
                <a:cubicBezTo>
                  <a:pt x="2907465" y="4901228"/>
                  <a:pt x="2907465" y="4892242"/>
                  <a:pt x="2919641" y="4892242"/>
                </a:cubicBezTo>
                <a:close/>
                <a:moveTo>
                  <a:pt x="2426415" y="4891047"/>
                </a:moveTo>
                <a:cubicBezTo>
                  <a:pt x="2429894" y="4890648"/>
                  <a:pt x="2433807" y="4891228"/>
                  <a:pt x="2435546" y="4895141"/>
                </a:cubicBezTo>
                <a:cubicBezTo>
                  <a:pt x="2438097" y="4926390"/>
                  <a:pt x="2438763" y="4957755"/>
                  <a:pt x="2437576" y="4989061"/>
                </a:cubicBezTo>
                <a:cubicBezTo>
                  <a:pt x="2437576" y="4996308"/>
                  <a:pt x="2423372" y="4999207"/>
                  <a:pt x="2419892" y="4989061"/>
                </a:cubicBezTo>
                <a:cubicBezTo>
                  <a:pt x="2418153" y="4957203"/>
                  <a:pt x="2418153" y="4925259"/>
                  <a:pt x="2419892" y="4893402"/>
                </a:cubicBezTo>
                <a:lnTo>
                  <a:pt x="2419892" y="4892822"/>
                </a:lnTo>
                <a:cubicBezTo>
                  <a:pt x="2419892" y="4892822"/>
                  <a:pt x="2422936" y="4891445"/>
                  <a:pt x="2426415" y="4891047"/>
                </a:cubicBezTo>
                <a:close/>
                <a:moveTo>
                  <a:pt x="2505116" y="4886155"/>
                </a:moveTo>
                <a:cubicBezTo>
                  <a:pt x="2515841" y="4884995"/>
                  <a:pt x="2513233" y="4912534"/>
                  <a:pt x="2513233" y="4920360"/>
                </a:cubicBezTo>
                <a:cubicBezTo>
                  <a:pt x="2513233" y="4928186"/>
                  <a:pt x="2513814" y="4988481"/>
                  <a:pt x="2505116" y="4988481"/>
                </a:cubicBezTo>
                <a:cubicBezTo>
                  <a:pt x="2496420" y="4988481"/>
                  <a:pt x="2496420" y="4937173"/>
                  <a:pt x="2496420" y="4920360"/>
                </a:cubicBezTo>
                <a:cubicBezTo>
                  <a:pt x="2496420" y="4903547"/>
                  <a:pt x="2494681" y="4886155"/>
                  <a:pt x="2505116" y="4886155"/>
                </a:cubicBezTo>
                <a:close/>
                <a:moveTo>
                  <a:pt x="2457577" y="4879488"/>
                </a:moveTo>
                <a:lnTo>
                  <a:pt x="2457641" y="4881439"/>
                </a:lnTo>
                <a:lnTo>
                  <a:pt x="2457577" y="4881517"/>
                </a:lnTo>
                <a:close/>
                <a:moveTo>
                  <a:pt x="2462331" y="4875690"/>
                </a:moveTo>
                <a:cubicBezTo>
                  <a:pt x="2467664" y="4872444"/>
                  <a:pt x="2474621" y="4874155"/>
                  <a:pt x="2477867" y="4879488"/>
                </a:cubicBezTo>
                <a:cubicBezTo>
                  <a:pt x="2481347" y="4884126"/>
                  <a:pt x="2481347" y="4988771"/>
                  <a:pt x="2481347" y="4995438"/>
                </a:cubicBezTo>
                <a:cubicBezTo>
                  <a:pt x="2481347" y="5002106"/>
                  <a:pt x="2464824" y="5000946"/>
                  <a:pt x="2461346" y="4995438"/>
                </a:cubicBezTo>
                <a:lnTo>
                  <a:pt x="2457641" y="4881439"/>
                </a:lnTo>
                <a:close/>
                <a:moveTo>
                  <a:pt x="3453303" y="4871371"/>
                </a:moveTo>
                <a:cubicBezTo>
                  <a:pt x="3468087" y="4871371"/>
                  <a:pt x="3463738" y="4892533"/>
                  <a:pt x="3463738" y="4914853"/>
                </a:cubicBezTo>
                <a:cubicBezTo>
                  <a:pt x="3463738" y="4937173"/>
                  <a:pt x="3467507" y="4999207"/>
                  <a:pt x="3451564" y="4999207"/>
                </a:cubicBezTo>
                <a:cubicBezTo>
                  <a:pt x="3435621" y="4999207"/>
                  <a:pt x="3439099" y="4933985"/>
                  <a:pt x="3439099" y="4913693"/>
                </a:cubicBezTo>
                <a:cubicBezTo>
                  <a:pt x="3439099" y="4893402"/>
                  <a:pt x="3435621" y="4871371"/>
                  <a:pt x="3453303" y="4871371"/>
                </a:cubicBezTo>
                <a:close/>
                <a:moveTo>
                  <a:pt x="2963701" y="4871371"/>
                </a:moveTo>
                <a:cubicBezTo>
                  <a:pt x="2978775" y="4871371"/>
                  <a:pt x="2974138" y="4892533"/>
                  <a:pt x="2974138" y="4914853"/>
                </a:cubicBezTo>
                <a:cubicBezTo>
                  <a:pt x="2974138" y="4937173"/>
                  <a:pt x="2977905" y="4999207"/>
                  <a:pt x="2961962" y="4999207"/>
                </a:cubicBezTo>
                <a:cubicBezTo>
                  <a:pt x="2946019" y="4999207"/>
                  <a:pt x="2949497" y="4933985"/>
                  <a:pt x="2949497" y="4913693"/>
                </a:cubicBezTo>
                <a:cubicBezTo>
                  <a:pt x="2949497" y="4893402"/>
                  <a:pt x="2946019" y="4871371"/>
                  <a:pt x="2963701" y="4871371"/>
                </a:cubicBezTo>
                <a:close/>
                <a:moveTo>
                  <a:pt x="2181324" y="4862385"/>
                </a:moveTo>
                <a:lnTo>
                  <a:pt x="2181968" y="4863643"/>
                </a:lnTo>
                <a:lnTo>
                  <a:pt x="2180455" y="4863545"/>
                </a:lnTo>
                <a:close/>
                <a:moveTo>
                  <a:pt x="4329022" y="4846732"/>
                </a:moveTo>
                <a:lnTo>
                  <a:pt x="4166400" y="4952247"/>
                </a:lnTo>
                <a:lnTo>
                  <a:pt x="4322354" y="5192265"/>
                </a:lnTo>
                <a:lnTo>
                  <a:pt x="4489323" y="5082692"/>
                </a:lnTo>
                <a:lnTo>
                  <a:pt x="4475410" y="5061240"/>
                </a:lnTo>
                <a:lnTo>
                  <a:pt x="4461785" y="5040080"/>
                </a:lnTo>
                <a:lnTo>
                  <a:pt x="4340326" y="5118926"/>
                </a:lnTo>
                <a:lnTo>
                  <a:pt x="4299454" y="5056602"/>
                </a:lnTo>
                <a:lnTo>
                  <a:pt x="4408448" y="4987032"/>
                </a:lnTo>
                <a:lnTo>
                  <a:pt x="4395113" y="4966161"/>
                </a:lnTo>
                <a:lnTo>
                  <a:pt x="4381780" y="4945580"/>
                </a:lnTo>
                <a:lnTo>
                  <a:pt x="4273655" y="5015730"/>
                </a:lnTo>
                <a:lnTo>
                  <a:pt x="4240608" y="4964712"/>
                </a:lnTo>
                <a:lnTo>
                  <a:pt x="4356559" y="4889344"/>
                </a:lnTo>
                <a:lnTo>
                  <a:pt x="4342936" y="4867893"/>
                </a:lnTo>
                <a:close/>
                <a:moveTo>
                  <a:pt x="1489098" y="4817744"/>
                </a:moveTo>
                <a:cubicBezTo>
                  <a:pt x="1464169" y="4820296"/>
                  <a:pt x="1441732" y="4833920"/>
                  <a:pt x="1427934" y="4854848"/>
                </a:cubicBezTo>
                <a:cubicBezTo>
                  <a:pt x="1414397" y="4870328"/>
                  <a:pt x="1408745" y="4891171"/>
                  <a:pt x="1412571" y="4911375"/>
                </a:cubicBezTo>
                <a:cubicBezTo>
                  <a:pt x="1423441" y="4939695"/>
                  <a:pt x="1439906" y="4965523"/>
                  <a:pt x="1460980" y="4987322"/>
                </a:cubicBezTo>
                <a:cubicBezTo>
                  <a:pt x="1472024" y="4998627"/>
                  <a:pt x="1481069" y="5011787"/>
                  <a:pt x="1487649" y="5026165"/>
                </a:cubicBezTo>
                <a:cubicBezTo>
                  <a:pt x="1490460" y="5035006"/>
                  <a:pt x="1488489" y="5044660"/>
                  <a:pt x="1482431" y="5051675"/>
                </a:cubicBezTo>
                <a:cubicBezTo>
                  <a:pt x="1476343" y="5060371"/>
                  <a:pt x="1465995" y="5065038"/>
                  <a:pt x="1455473" y="5063849"/>
                </a:cubicBezTo>
                <a:cubicBezTo>
                  <a:pt x="1441211" y="5061936"/>
                  <a:pt x="1427760" y="5056139"/>
                  <a:pt x="1416629" y="5047037"/>
                </a:cubicBezTo>
                <a:cubicBezTo>
                  <a:pt x="1404483" y="5039384"/>
                  <a:pt x="1395584" y="5027528"/>
                  <a:pt x="1391700" y="5013701"/>
                </a:cubicBezTo>
                <a:cubicBezTo>
                  <a:pt x="1388771" y="5000656"/>
                  <a:pt x="1391757" y="4986974"/>
                  <a:pt x="1399816" y="4976307"/>
                </a:cubicBezTo>
                <a:lnTo>
                  <a:pt x="1356914" y="4945290"/>
                </a:lnTo>
                <a:cubicBezTo>
                  <a:pt x="1340797" y="4966857"/>
                  <a:pt x="1334391" y="4994163"/>
                  <a:pt x="1339232" y="5020658"/>
                </a:cubicBezTo>
                <a:cubicBezTo>
                  <a:pt x="1346566" y="5048022"/>
                  <a:pt x="1363842" y="5071676"/>
                  <a:pt x="1387641" y="5087040"/>
                </a:cubicBezTo>
                <a:cubicBezTo>
                  <a:pt x="1409730" y="5104809"/>
                  <a:pt x="1437268" y="5114433"/>
                  <a:pt x="1465618" y="5114288"/>
                </a:cubicBezTo>
                <a:cubicBezTo>
                  <a:pt x="1490344" y="5112926"/>
                  <a:pt x="1512984" y="5100055"/>
                  <a:pt x="1526782" y="5079503"/>
                </a:cubicBezTo>
                <a:cubicBezTo>
                  <a:pt x="1540668" y="5063531"/>
                  <a:pt x="1547363" y="5042573"/>
                  <a:pt x="1545334" y="5021527"/>
                </a:cubicBezTo>
                <a:cubicBezTo>
                  <a:pt x="1536812" y="4994656"/>
                  <a:pt x="1522028" y="4970190"/>
                  <a:pt x="1502143" y="4950218"/>
                </a:cubicBezTo>
                <a:cubicBezTo>
                  <a:pt x="1489707" y="4936855"/>
                  <a:pt x="1478924" y="4922071"/>
                  <a:pt x="1469967" y="4906157"/>
                </a:cubicBezTo>
                <a:cubicBezTo>
                  <a:pt x="1465792" y="4898793"/>
                  <a:pt x="1466487" y="4889634"/>
                  <a:pt x="1471706" y="4882966"/>
                </a:cubicBezTo>
                <a:cubicBezTo>
                  <a:pt x="1477503" y="4874125"/>
                  <a:pt x="1486982" y="4868386"/>
                  <a:pt x="1497504" y="4867313"/>
                </a:cubicBezTo>
                <a:cubicBezTo>
                  <a:pt x="1509303" y="4866965"/>
                  <a:pt x="1520839" y="4870879"/>
                  <a:pt x="1529971" y="4878328"/>
                </a:cubicBezTo>
                <a:cubicBezTo>
                  <a:pt x="1541710" y="4886068"/>
                  <a:pt x="1550436" y="4897635"/>
                  <a:pt x="1554610" y="4911084"/>
                </a:cubicBezTo>
                <a:cubicBezTo>
                  <a:pt x="1558147" y="4923288"/>
                  <a:pt x="1556147" y="4936449"/>
                  <a:pt x="1549102" y="4947029"/>
                </a:cubicBezTo>
                <a:lnTo>
                  <a:pt x="1592294" y="4978626"/>
                </a:lnTo>
                <a:lnTo>
                  <a:pt x="1592294" y="4978046"/>
                </a:lnTo>
                <a:cubicBezTo>
                  <a:pt x="1606875" y="4956682"/>
                  <a:pt x="1612411" y="4930419"/>
                  <a:pt x="1607658" y="4904997"/>
                </a:cubicBezTo>
                <a:cubicBezTo>
                  <a:pt x="1601658" y="4879256"/>
                  <a:pt x="1586120" y="4856791"/>
                  <a:pt x="1564177" y="4842094"/>
                </a:cubicBezTo>
                <a:cubicBezTo>
                  <a:pt x="1543045" y="4824904"/>
                  <a:pt x="1516289" y="4816237"/>
                  <a:pt x="1489098" y="4817744"/>
                </a:cubicBezTo>
                <a:close/>
                <a:moveTo>
                  <a:pt x="4549618" y="4689039"/>
                </a:moveTo>
                <a:cubicBezTo>
                  <a:pt x="4521152" y="4688489"/>
                  <a:pt x="4493555" y="4698867"/>
                  <a:pt x="4472510" y="4718027"/>
                </a:cubicBezTo>
                <a:cubicBezTo>
                  <a:pt x="4445755" y="4738840"/>
                  <a:pt x="4430479" y="4771103"/>
                  <a:pt x="4431348" y="4804990"/>
                </a:cubicBezTo>
                <a:cubicBezTo>
                  <a:pt x="4434159" y="4844703"/>
                  <a:pt x="4450537" y="4882271"/>
                  <a:pt x="4477729" y="4911375"/>
                </a:cubicBezTo>
                <a:cubicBezTo>
                  <a:pt x="4501266" y="4942623"/>
                  <a:pt x="4535008" y="4964683"/>
                  <a:pt x="4573098" y="4973698"/>
                </a:cubicBezTo>
                <a:cubicBezTo>
                  <a:pt x="4637335" y="4983583"/>
                  <a:pt x="4697485" y="4939638"/>
                  <a:pt x="4707601" y="4875429"/>
                </a:cubicBezTo>
                <a:lnTo>
                  <a:pt x="4707021" y="4874850"/>
                </a:lnTo>
                <a:cubicBezTo>
                  <a:pt x="4709050" y="4845601"/>
                  <a:pt x="4700528" y="4816585"/>
                  <a:pt x="4682961" y="4793105"/>
                </a:cubicBezTo>
                <a:lnTo>
                  <a:pt x="4640640" y="4828470"/>
                </a:lnTo>
                <a:cubicBezTo>
                  <a:pt x="4649886" y="4840992"/>
                  <a:pt x="4654322" y="4856414"/>
                  <a:pt x="4653104" y="4871951"/>
                </a:cubicBezTo>
                <a:cubicBezTo>
                  <a:pt x="4652698" y="4875227"/>
                  <a:pt x="4652002" y="4878473"/>
                  <a:pt x="4651017" y="4881633"/>
                </a:cubicBezTo>
                <a:cubicBezTo>
                  <a:pt x="4641654" y="4912244"/>
                  <a:pt x="4609216" y="4929463"/>
                  <a:pt x="4578606" y="4920071"/>
                </a:cubicBezTo>
                <a:cubicBezTo>
                  <a:pt x="4555416" y="4911287"/>
                  <a:pt x="4535298" y="4895982"/>
                  <a:pt x="4520631" y="4876010"/>
                </a:cubicBezTo>
                <a:cubicBezTo>
                  <a:pt x="4502948" y="4857284"/>
                  <a:pt x="4491063" y="4833804"/>
                  <a:pt x="4486425" y="4808468"/>
                </a:cubicBezTo>
                <a:cubicBezTo>
                  <a:pt x="4483439" y="4789076"/>
                  <a:pt x="4490948" y="4769567"/>
                  <a:pt x="4506137" y="4757160"/>
                </a:cubicBezTo>
                <a:cubicBezTo>
                  <a:pt x="4516920" y="4747362"/>
                  <a:pt x="4530979" y="4741971"/>
                  <a:pt x="4545560" y="4742087"/>
                </a:cubicBezTo>
                <a:cubicBezTo>
                  <a:pt x="4559735" y="4742405"/>
                  <a:pt x="4573272" y="4748232"/>
                  <a:pt x="4583243" y="4758320"/>
                </a:cubicBezTo>
                <a:lnTo>
                  <a:pt x="4625566" y="4722955"/>
                </a:lnTo>
                <a:cubicBezTo>
                  <a:pt x="4605478" y="4702432"/>
                  <a:pt x="4578316" y="4690315"/>
                  <a:pt x="4549618" y="4689039"/>
                </a:cubicBezTo>
                <a:close/>
                <a:moveTo>
                  <a:pt x="3034595" y="4678804"/>
                </a:moveTo>
                <a:lnTo>
                  <a:pt x="3035175" y="4678804"/>
                </a:lnTo>
                <a:lnTo>
                  <a:pt x="3035175" y="4756201"/>
                </a:lnTo>
                <a:lnTo>
                  <a:pt x="2969373" y="4756201"/>
                </a:lnTo>
                <a:close/>
                <a:moveTo>
                  <a:pt x="3196183" y="4664399"/>
                </a:moveTo>
                <a:cubicBezTo>
                  <a:pt x="3226909" y="4664399"/>
                  <a:pt x="3239084" y="4689909"/>
                  <a:pt x="3239084" y="4732811"/>
                </a:cubicBezTo>
                <a:cubicBezTo>
                  <a:pt x="3239084" y="4775713"/>
                  <a:pt x="3225751" y="4801221"/>
                  <a:pt x="3196183" y="4801221"/>
                </a:cubicBezTo>
                <a:cubicBezTo>
                  <a:pt x="3166615" y="4801221"/>
                  <a:pt x="3153281" y="4775422"/>
                  <a:pt x="3153281" y="4732811"/>
                </a:cubicBezTo>
                <a:cubicBezTo>
                  <a:pt x="3153281" y="4690199"/>
                  <a:pt x="3167195" y="4664399"/>
                  <a:pt x="3196183" y="4664399"/>
                </a:cubicBezTo>
                <a:close/>
                <a:moveTo>
                  <a:pt x="2839345" y="4664399"/>
                </a:moveTo>
                <a:cubicBezTo>
                  <a:pt x="2868913" y="4664399"/>
                  <a:pt x="2880797" y="4681502"/>
                  <a:pt x="2880797" y="4700923"/>
                </a:cubicBezTo>
                <a:cubicBezTo>
                  <a:pt x="2881000" y="4703155"/>
                  <a:pt x="2880970" y="4705387"/>
                  <a:pt x="2880739" y="4707620"/>
                </a:cubicBezTo>
                <a:cubicBezTo>
                  <a:pt x="2878768" y="4727361"/>
                  <a:pt x="2861114" y="4741767"/>
                  <a:pt x="2841374" y="4739767"/>
                </a:cubicBezTo>
                <a:cubicBezTo>
                  <a:pt x="2824271" y="4739767"/>
                  <a:pt x="2799922" y="4735709"/>
                  <a:pt x="2799922" y="4702663"/>
                </a:cubicBezTo>
                <a:cubicBezTo>
                  <a:pt x="2799864" y="4701271"/>
                  <a:pt x="2799892" y="4699879"/>
                  <a:pt x="2799979" y="4698489"/>
                </a:cubicBezTo>
                <a:cubicBezTo>
                  <a:pt x="2801458" y="4678197"/>
                  <a:pt x="2819053" y="4662950"/>
                  <a:pt x="2839345" y="4664399"/>
                </a:cubicBezTo>
                <a:close/>
                <a:moveTo>
                  <a:pt x="2831286" y="4646774"/>
                </a:moveTo>
                <a:cubicBezTo>
                  <a:pt x="2799255" y="4647065"/>
                  <a:pt x="2773542" y="4673241"/>
                  <a:pt x="2773833" y="4705272"/>
                </a:cubicBezTo>
                <a:cubicBezTo>
                  <a:pt x="2773891" y="4706576"/>
                  <a:pt x="2773978" y="4707880"/>
                  <a:pt x="2774123" y="4709156"/>
                </a:cubicBezTo>
                <a:cubicBezTo>
                  <a:pt x="2777688" y="4740984"/>
                  <a:pt x="2806357" y="4763914"/>
                  <a:pt x="2838186" y="4760349"/>
                </a:cubicBezTo>
                <a:cubicBezTo>
                  <a:pt x="2856215" y="4761653"/>
                  <a:pt x="2873754" y="4754087"/>
                  <a:pt x="2885146" y="4740057"/>
                </a:cubicBezTo>
                <a:cubicBezTo>
                  <a:pt x="2878768" y="4784408"/>
                  <a:pt x="2864854" y="4803830"/>
                  <a:pt x="2835867" y="4803830"/>
                </a:cubicBezTo>
                <a:cubicBezTo>
                  <a:pt x="2833866" y="4804207"/>
                  <a:pt x="2831836" y="4804380"/>
                  <a:pt x="2829837" y="4804351"/>
                </a:cubicBezTo>
                <a:cubicBezTo>
                  <a:pt x="2813807" y="4804062"/>
                  <a:pt x="2801081" y="4790843"/>
                  <a:pt x="2801371" y="4774843"/>
                </a:cubicBezTo>
                <a:lnTo>
                  <a:pt x="2775572" y="4774843"/>
                </a:lnTo>
                <a:cubicBezTo>
                  <a:pt x="2775572" y="4791655"/>
                  <a:pt x="2788617" y="4820643"/>
                  <a:pt x="2836447" y="4820643"/>
                </a:cubicBezTo>
                <a:lnTo>
                  <a:pt x="2836447" y="4821512"/>
                </a:lnTo>
                <a:cubicBezTo>
                  <a:pt x="2908046" y="4821512"/>
                  <a:pt x="2910944" y="4742666"/>
                  <a:pt x="2911524" y="4726433"/>
                </a:cubicBezTo>
                <a:cubicBezTo>
                  <a:pt x="2911524" y="4698894"/>
                  <a:pt x="2904858" y="4647296"/>
                  <a:pt x="2839635" y="4647296"/>
                </a:cubicBezTo>
                <a:cubicBezTo>
                  <a:pt x="2836852" y="4646919"/>
                  <a:pt x="2834069" y="4646746"/>
                  <a:pt x="2831286" y="4646774"/>
                </a:cubicBezTo>
                <a:close/>
                <a:moveTo>
                  <a:pt x="3196183" y="4646427"/>
                </a:moveTo>
                <a:cubicBezTo>
                  <a:pt x="3137338" y="4646427"/>
                  <a:pt x="3126034" y="4698605"/>
                  <a:pt x="3126034" y="4733390"/>
                </a:cubicBezTo>
                <a:cubicBezTo>
                  <a:pt x="3126034" y="4768175"/>
                  <a:pt x="3138208" y="4820353"/>
                  <a:pt x="3196183" y="4820353"/>
                </a:cubicBezTo>
                <a:lnTo>
                  <a:pt x="3196183" y="4821512"/>
                </a:lnTo>
                <a:cubicBezTo>
                  <a:pt x="3255898" y="4821512"/>
                  <a:pt x="3266333" y="4768175"/>
                  <a:pt x="3266333" y="4733390"/>
                </a:cubicBezTo>
                <a:cubicBezTo>
                  <a:pt x="3266333" y="4698605"/>
                  <a:pt x="3255028" y="4646427"/>
                  <a:pt x="3196183" y="4646427"/>
                </a:cubicBezTo>
                <a:close/>
                <a:moveTo>
                  <a:pt x="3039939" y="4645268"/>
                </a:moveTo>
                <a:lnTo>
                  <a:pt x="2946310" y="4753391"/>
                </a:lnTo>
                <a:lnTo>
                  <a:pt x="2946310" y="4774262"/>
                </a:lnTo>
                <a:lnTo>
                  <a:pt x="3035592" y="4774262"/>
                </a:lnTo>
                <a:lnTo>
                  <a:pt x="3035592" y="4816005"/>
                </a:lnTo>
                <a:lnTo>
                  <a:pt x="3061390" y="4816005"/>
                </a:lnTo>
                <a:lnTo>
                  <a:pt x="3061390" y="4774262"/>
                </a:lnTo>
                <a:lnTo>
                  <a:pt x="3090378" y="4774262"/>
                </a:lnTo>
                <a:lnTo>
                  <a:pt x="3090378" y="4756000"/>
                </a:lnTo>
                <a:lnTo>
                  <a:pt x="3061390" y="4756000"/>
                </a:lnTo>
                <a:lnTo>
                  <a:pt x="3061390" y="4645268"/>
                </a:lnTo>
                <a:close/>
                <a:moveTo>
                  <a:pt x="2668607" y="4644108"/>
                </a:moveTo>
                <a:cubicBezTo>
                  <a:pt x="2660492" y="4671936"/>
                  <a:pt x="2646576" y="4674835"/>
                  <a:pt x="2613532" y="4676574"/>
                </a:cubicBezTo>
                <a:lnTo>
                  <a:pt x="2613532" y="4694836"/>
                </a:lnTo>
                <a:lnTo>
                  <a:pt x="2661360" y="4694836"/>
                </a:lnTo>
                <a:lnTo>
                  <a:pt x="2661360" y="4816005"/>
                </a:lnTo>
                <a:lnTo>
                  <a:pt x="2688609" y="4816005"/>
                </a:lnTo>
                <a:lnTo>
                  <a:pt x="2688609" y="4644108"/>
                </a:lnTo>
                <a:close/>
                <a:moveTo>
                  <a:pt x="1258356" y="4594540"/>
                </a:moveTo>
                <a:lnTo>
                  <a:pt x="1062979" y="4803831"/>
                </a:lnTo>
                <a:lnTo>
                  <a:pt x="1081821" y="4821513"/>
                </a:lnTo>
                <a:lnTo>
                  <a:pt x="1100663" y="4840065"/>
                </a:lnTo>
                <a:lnTo>
                  <a:pt x="1241253" y="4689039"/>
                </a:lnTo>
                <a:lnTo>
                  <a:pt x="1180090" y="4914274"/>
                </a:lnTo>
                <a:lnTo>
                  <a:pt x="1200091" y="4932825"/>
                </a:lnTo>
                <a:lnTo>
                  <a:pt x="1220092" y="4950508"/>
                </a:lnTo>
                <a:lnTo>
                  <a:pt x="1415180" y="4740927"/>
                </a:lnTo>
                <a:lnTo>
                  <a:pt x="1396338" y="4723534"/>
                </a:lnTo>
                <a:lnTo>
                  <a:pt x="1377785" y="4706142"/>
                </a:lnTo>
                <a:lnTo>
                  <a:pt x="1240674" y="4853109"/>
                </a:lnTo>
                <a:lnTo>
                  <a:pt x="1300389" y="4633963"/>
                </a:lnTo>
                <a:lnTo>
                  <a:pt x="1279227" y="4614251"/>
                </a:lnTo>
                <a:close/>
                <a:moveTo>
                  <a:pt x="1165885" y="4493663"/>
                </a:moveTo>
                <a:lnTo>
                  <a:pt x="953116" y="4685271"/>
                </a:lnTo>
                <a:lnTo>
                  <a:pt x="971668" y="4705562"/>
                </a:lnTo>
                <a:lnTo>
                  <a:pt x="989930" y="4726143"/>
                </a:lnTo>
                <a:lnTo>
                  <a:pt x="1202700" y="4534535"/>
                </a:lnTo>
                <a:lnTo>
                  <a:pt x="1184438" y="4513954"/>
                </a:lnTo>
                <a:close/>
                <a:moveTo>
                  <a:pt x="4760648" y="4437717"/>
                </a:moveTo>
                <a:lnTo>
                  <a:pt x="4742387" y="4458298"/>
                </a:lnTo>
                <a:lnTo>
                  <a:pt x="4723834" y="4478590"/>
                </a:lnTo>
                <a:lnTo>
                  <a:pt x="4803551" y="4550478"/>
                </a:lnTo>
                <a:lnTo>
                  <a:pt x="4734850" y="4627006"/>
                </a:lnTo>
                <a:lnTo>
                  <a:pt x="4655134" y="4555116"/>
                </a:lnTo>
                <a:lnTo>
                  <a:pt x="4636581" y="4575697"/>
                </a:lnTo>
                <a:lnTo>
                  <a:pt x="4618319" y="4595989"/>
                </a:lnTo>
                <a:lnTo>
                  <a:pt x="4830509" y="4788177"/>
                </a:lnTo>
                <a:lnTo>
                  <a:pt x="4848771" y="4767596"/>
                </a:lnTo>
                <a:lnTo>
                  <a:pt x="4867324" y="4747305"/>
                </a:lnTo>
                <a:lnTo>
                  <a:pt x="4770794" y="4660342"/>
                </a:lnTo>
                <a:lnTo>
                  <a:pt x="4839785" y="4583814"/>
                </a:lnTo>
                <a:lnTo>
                  <a:pt x="4936025" y="4670777"/>
                </a:lnTo>
                <a:lnTo>
                  <a:pt x="4954575" y="4650196"/>
                </a:lnTo>
                <a:lnTo>
                  <a:pt x="4973418" y="4629325"/>
                </a:lnTo>
                <a:close/>
                <a:moveTo>
                  <a:pt x="2938192" y="4294517"/>
                </a:moveTo>
                <a:cubicBezTo>
                  <a:pt x="2944540" y="4303938"/>
                  <a:pt x="2951614" y="4312866"/>
                  <a:pt x="2959355" y="4321185"/>
                </a:cubicBezTo>
                <a:cubicBezTo>
                  <a:pt x="2968341" y="4330172"/>
                  <a:pt x="2981674" y="4338288"/>
                  <a:pt x="2982544" y="4343506"/>
                </a:cubicBezTo>
                <a:cubicBezTo>
                  <a:pt x="2983413" y="4348724"/>
                  <a:pt x="2976166" y="4350463"/>
                  <a:pt x="2976166" y="4350463"/>
                </a:cubicBezTo>
                <a:lnTo>
                  <a:pt x="2976166" y="4529027"/>
                </a:lnTo>
                <a:cubicBezTo>
                  <a:pt x="2976166" y="4529027"/>
                  <a:pt x="3043998" y="4527867"/>
                  <a:pt x="3066029" y="4544681"/>
                </a:cubicBezTo>
                <a:cubicBezTo>
                  <a:pt x="3088060" y="4561493"/>
                  <a:pt x="3126034" y="4575697"/>
                  <a:pt x="3135889" y="4587293"/>
                </a:cubicBezTo>
                <a:cubicBezTo>
                  <a:pt x="3145745" y="4598887"/>
                  <a:pt x="3186907" y="4601496"/>
                  <a:pt x="3203721" y="4606134"/>
                </a:cubicBezTo>
                <a:cubicBezTo>
                  <a:pt x="3220534" y="4610773"/>
                  <a:pt x="3228650" y="4632513"/>
                  <a:pt x="3238216" y="4639760"/>
                </a:cubicBezTo>
                <a:cubicBezTo>
                  <a:pt x="3247781" y="4647007"/>
                  <a:pt x="3262565" y="4638891"/>
                  <a:pt x="3276768" y="4643239"/>
                </a:cubicBezTo>
                <a:cubicBezTo>
                  <a:pt x="3290974" y="4647586"/>
                  <a:pt x="3315032" y="4675995"/>
                  <a:pt x="3330687" y="4683531"/>
                </a:cubicBezTo>
                <a:cubicBezTo>
                  <a:pt x="3346339" y="4691068"/>
                  <a:pt x="3365472" y="4692517"/>
                  <a:pt x="3372429" y="4709330"/>
                </a:cubicBezTo>
                <a:cubicBezTo>
                  <a:pt x="3379386" y="4726143"/>
                  <a:pt x="3375327" y="4735419"/>
                  <a:pt x="3393299" y="4735419"/>
                </a:cubicBezTo>
                <a:cubicBezTo>
                  <a:pt x="3407910" y="4734810"/>
                  <a:pt x="3422055" y="4740491"/>
                  <a:pt x="3432144" y="4751073"/>
                </a:cubicBezTo>
                <a:cubicBezTo>
                  <a:pt x="3438230" y="4756290"/>
                  <a:pt x="3457941" y="4749913"/>
                  <a:pt x="3476204" y="4756290"/>
                </a:cubicBezTo>
                <a:cubicBezTo>
                  <a:pt x="3485480" y="4758899"/>
                  <a:pt x="3515628" y="4774262"/>
                  <a:pt x="3534179" y="4779480"/>
                </a:cubicBezTo>
                <a:cubicBezTo>
                  <a:pt x="3563602" y="4792148"/>
                  <a:pt x="3591691" y="4807801"/>
                  <a:pt x="3617954" y="4826150"/>
                </a:cubicBezTo>
                <a:cubicBezTo>
                  <a:pt x="3672945" y="4829919"/>
                  <a:pt x="3727411" y="4839137"/>
                  <a:pt x="3780574" y="4853688"/>
                </a:cubicBezTo>
                <a:lnTo>
                  <a:pt x="2118131" y="4855428"/>
                </a:lnTo>
                <a:cubicBezTo>
                  <a:pt x="2118131" y="4855428"/>
                  <a:pt x="2171758" y="4844702"/>
                  <a:pt x="2316696" y="4832238"/>
                </a:cubicBezTo>
                <a:cubicBezTo>
                  <a:pt x="2342236" y="4810990"/>
                  <a:pt x="2371832" y="4795104"/>
                  <a:pt x="2403659" y="4785568"/>
                </a:cubicBezTo>
                <a:cubicBezTo>
                  <a:pt x="2414096" y="4784698"/>
                  <a:pt x="2446272" y="4747594"/>
                  <a:pt x="2450331" y="4741506"/>
                </a:cubicBezTo>
                <a:cubicBezTo>
                  <a:pt x="2454388" y="4735419"/>
                  <a:pt x="2489173" y="4740057"/>
                  <a:pt x="2497001" y="4718026"/>
                </a:cubicBezTo>
                <a:cubicBezTo>
                  <a:pt x="2504828" y="4695996"/>
                  <a:pt x="2526569" y="4698894"/>
                  <a:pt x="2538743" y="4694546"/>
                </a:cubicBezTo>
                <a:cubicBezTo>
                  <a:pt x="2550917" y="4690198"/>
                  <a:pt x="2552656" y="4659472"/>
                  <a:pt x="2574978" y="4647877"/>
                </a:cubicBezTo>
                <a:cubicBezTo>
                  <a:pt x="2585123" y="4642658"/>
                  <a:pt x="2610922" y="4634252"/>
                  <a:pt x="2629475" y="4627006"/>
                </a:cubicBezTo>
                <a:cubicBezTo>
                  <a:pt x="2648027" y="4619759"/>
                  <a:pt x="2667739" y="4592799"/>
                  <a:pt x="2681362" y="4590771"/>
                </a:cubicBezTo>
                <a:cubicBezTo>
                  <a:pt x="2704929" y="4589611"/>
                  <a:pt x="2727975" y="4583379"/>
                  <a:pt x="2748904" y="4572509"/>
                </a:cubicBezTo>
                <a:cubicBezTo>
                  <a:pt x="2768615" y="4559175"/>
                  <a:pt x="2791515" y="4546130"/>
                  <a:pt x="2808618" y="4536274"/>
                </a:cubicBezTo>
                <a:cubicBezTo>
                  <a:pt x="2825720" y="4526418"/>
                  <a:pt x="2903409" y="4531636"/>
                  <a:pt x="2903409" y="4531636"/>
                </a:cubicBezTo>
                <a:lnTo>
                  <a:pt x="2903409" y="4354232"/>
                </a:lnTo>
                <a:lnTo>
                  <a:pt x="2894711" y="4346115"/>
                </a:lnTo>
                <a:cubicBezTo>
                  <a:pt x="2890942" y="4342637"/>
                  <a:pt x="2906887" y="4331911"/>
                  <a:pt x="2917612" y="4321185"/>
                </a:cubicBezTo>
                <a:cubicBezTo>
                  <a:pt x="2925381" y="4313041"/>
                  <a:pt x="2932279" y="4304112"/>
                  <a:pt x="2938192" y="4294517"/>
                </a:cubicBezTo>
                <a:close/>
                <a:moveTo>
                  <a:pt x="4935734" y="4198279"/>
                </a:moveTo>
                <a:lnTo>
                  <a:pt x="4920950" y="4219440"/>
                </a:lnTo>
                <a:lnTo>
                  <a:pt x="4906166" y="4240600"/>
                </a:lnTo>
                <a:lnTo>
                  <a:pt x="5070816" y="4356551"/>
                </a:lnTo>
                <a:lnTo>
                  <a:pt x="4845583" y="4327563"/>
                </a:lnTo>
                <a:lnTo>
                  <a:pt x="4829060" y="4351333"/>
                </a:lnTo>
                <a:lnTo>
                  <a:pt x="4812537" y="4374813"/>
                </a:lnTo>
                <a:lnTo>
                  <a:pt x="5047046" y="4539174"/>
                </a:lnTo>
                <a:lnTo>
                  <a:pt x="5061830" y="4518012"/>
                </a:lnTo>
                <a:lnTo>
                  <a:pt x="5076324" y="4496851"/>
                </a:lnTo>
                <a:lnTo>
                  <a:pt x="4907325" y="4378582"/>
                </a:lnTo>
                <a:lnTo>
                  <a:pt x="5139227" y="4407569"/>
                </a:lnTo>
                <a:lnTo>
                  <a:pt x="5155171" y="4384959"/>
                </a:lnTo>
                <a:lnTo>
                  <a:pt x="5170244" y="4362639"/>
                </a:lnTo>
                <a:close/>
                <a:moveTo>
                  <a:pt x="891083" y="4173060"/>
                </a:moveTo>
                <a:cubicBezTo>
                  <a:pt x="810468" y="4169958"/>
                  <a:pt x="736433" y="4217381"/>
                  <a:pt x="705561" y="4291909"/>
                </a:cubicBezTo>
                <a:cubicBezTo>
                  <a:pt x="695386" y="4325361"/>
                  <a:pt x="701271" y="4361653"/>
                  <a:pt x="721504" y="4390177"/>
                </a:cubicBezTo>
                <a:cubicBezTo>
                  <a:pt x="737534" y="4416034"/>
                  <a:pt x="765885" y="4431629"/>
                  <a:pt x="796292" y="4431340"/>
                </a:cubicBezTo>
                <a:lnTo>
                  <a:pt x="801800" y="4431340"/>
                </a:lnTo>
                <a:lnTo>
                  <a:pt x="772812" y="4455979"/>
                </a:lnTo>
                <a:lnTo>
                  <a:pt x="792814" y="4486995"/>
                </a:lnTo>
                <a:lnTo>
                  <a:pt x="922389" y="4402931"/>
                </a:lnTo>
                <a:lnTo>
                  <a:pt x="862384" y="4310171"/>
                </a:lnTo>
                <a:lnTo>
                  <a:pt x="820932" y="4337130"/>
                </a:lnTo>
                <a:lnTo>
                  <a:pt x="853108" y="4390177"/>
                </a:lnTo>
                <a:cubicBezTo>
                  <a:pt x="841194" y="4394844"/>
                  <a:pt x="828527" y="4397308"/>
                  <a:pt x="815714" y="4397424"/>
                </a:cubicBezTo>
                <a:cubicBezTo>
                  <a:pt x="795684" y="4397453"/>
                  <a:pt x="777044" y="4387162"/>
                  <a:pt x="766435" y="4370175"/>
                </a:cubicBezTo>
                <a:cubicBezTo>
                  <a:pt x="753246" y="4352435"/>
                  <a:pt x="749680" y="4329332"/>
                  <a:pt x="756869" y="4308431"/>
                </a:cubicBezTo>
                <a:cubicBezTo>
                  <a:pt x="767392" y="4284429"/>
                  <a:pt x="785538" y="4264573"/>
                  <a:pt x="808467" y="4251906"/>
                </a:cubicBezTo>
                <a:cubicBezTo>
                  <a:pt x="829802" y="4236223"/>
                  <a:pt x="855630" y="4227875"/>
                  <a:pt x="882096" y="4228136"/>
                </a:cubicBezTo>
                <a:cubicBezTo>
                  <a:pt x="904213" y="4229237"/>
                  <a:pt x="924273" y="4241470"/>
                  <a:pt x="935434" y="4260602"/>
                </a:cubicBezTo>
                <a:cubicBezTo>
                  <a:pt x="942970" y="4272284"/>
                  <a:pt x="946043" y="4286256"/>
                  <a:pt x="944130" y="4300026"/>
                </a:cubicBezTo>
                <a:cubicBezTo>
                  <a:pt x="943347" y="4313215"/>
                  <a:pt x="937289" y="4325535"/>
                  <a:pt x="927317" y="4334231"/>
                </a:cubicBezTo>
                <a:lnTo>
                  <a:pt x="959783" y="4380321"/>
                </a:lnTo>
                <a:cubicBezTo>
                  <a:pt x="981379" y="4363421"/>
                  <a:pt x="995525" y="4338781"/>
                  <a:pt x="999206" y="4311620"/>
                </a:cubicBezTo>
                <a:cubicBezTo>
                  <a:pt x="1002047" y="4283096"/>
                  <a:pt x="994540" y="4254486"/>
                  <a:pt x="978046" y="4231035"/>
                </a:cubicBezTo>
                <a:cubicBezTo>
                  <a:pt x="959696" y="4199177"/>
                  <a:pt x="927520" y="4177755"/>
                  <a:pt x="891083" y="4173060"/>
                </a:cubicBezTo>
                <a:close/>
                <a:moveTo>
                  <a:pt x="5119227" y="4006380"/>
                </a:moveTo>
                <a:cubicBezTo>
                  <a:pt x="5145345" y="4004757"/>
                  <a:pt x="5171318" y="4011134"/>
                  <a:pt x="5193724" y="4024643"/>
                </a:cubicBezTo>
                <a:cubicBezTo>
                  <a:pt x="5217814" y="4034643"/>
                  <a:pt x="5238048" y="4052123"/>
                  <a:pt x="5251411" y="4074501"/>
                </a:cubicBezTo>
                <a:cubicBezTo>
                  <a:pt x="5253845" y="4079835"/>
                  <a:pt x="5255585" y="4085488"/>
                  <a:pt x="5256542" y="4091256"/>
                </a:cubicBezTo>
                <a:cubicBezTo>
                  <a:pt x="5262513" y="4127287"/>
                  <a:pt x="5238134" y="4161290"/>
                  <a:pt x="5202132" y="4167261"/>
                </a:cubicBezTo>
                <a:cubicBezTo>
                  <a:pt x="5176477" y="4169232"/>
                  <a:pt x="5150823" y="4163145"/>
                  <a:pt x="5128792" y="4149869"/>
                </a:cubicBezTo>
                <a:cubicBezTo>
                  <a:pt x="5104588" y="4139086"/>
                  <a:pt x="5084355" y="4121055"/>
                  <a:pt x="5070816" y="4098271"/>
                </a:cubicBezTo>
                <a:cubicBezTo>
                  <a:pt x="5060962" y="4080212"/>
                  <a:pt x="5060962" y="4058355"/>
                  <a:pt x="5070816" y="4040295"/>
                </a:cubicBezTo>
                <a:cubicBezTo>
                  <a:pt x="5080064" y="4021424"/>
                  <a:pt x="5098327" y="4008612"/>
                  <a:pt x="5119227" y="4006380"/>
                </a:cubicBezTo>
                <a:close/>
                <a:moveTo>
                  <a:pt x="5106472" y="3954783"/>
                </a:moveTo>
                <a:cubicBezTo>
                  <a:pt x="5102210" y="3955826"/>
                  <a:pt x="5098006" y="3957131"/>
                  <a:pt x="5093891" y="3958609"/>
                </a:cubicBezTo>
                <a:cubicBezTo>
                  <a:pt x="5029336" y="3982089"/>
                  <a:pt x="4996029" y="4053427"/>
                  <a:pt x="5019509" y="4117983"/>
                </a:cubicBezTo>
                <a:cubicBezTo>
                  <a:pt x="5036292" y="4154246"/>
                  <a:pt x="5065339" y="4183408"/>
                  <a:pt x="5101543" y="4200308"/>
                </a:cubicBezTo>
                <a:cubicBezTo>
                  <a:pt x="5135285" y="4220570"/>
                  <a:pt x="5175230" y="4227991"/>
                  <a:pt x="5214015" y="4221179"/>
                </a:cubicBezTo>
                <a:cubicBezTo>
                  <a:pt x="5248541" y="4213758"/>
                  <a:pt x="5277672" y="4190742"/>
                  <a:pt x="5292863" y="4158856"/>
                </a:cubicBezTo>
                <a:lnTo>
                  <a:pt x="5292283" y="4158276"/>
                </a:lnTo>
                <a:cubicBezTo>
                  <a:pt x="5310196" y="4127984"/>
                  <a:pt x="5313415" y="4091198"/>
                  <a:pt x="5300978" y="4058269"/>
                </a:cubicBezTo>
                <a:cubicBezTo>
                  <a:pt x="5284949" y="4022294"/>
                  <a:pt x="5256425" y="3993336"/>
                  <a:pt x="5220684" y="3976813"/>
                </a:cubicBezTo>
                <a:cubicBezTo>
                  <a:pt x="5186448" y="3956087"/>
                  <a:pt x="5145953" y="3948290"/>
                  <a:pt x="5106472" y="3954783"/>
                </a:cubicBezTo>
                <a:close/>
                <a:moveTo>
                  <a:pt x="773392" y="3864051"/>
                </a:moveTo>
                <a:lnTo>
                  <a:pt x="513952" y="3985219"/>
                </a:lnTo>
                <a:lnTo>
                  <a:pt x="524678" y="4008410"/>
                </a:lnTo>
                <a:lnTo>
                  <a:pt x="535693" y="4031600"/>
                </a:lnTo>
                <a:lnTo>
                  <a:pt x="722663" y="3944637"/>
                </a:lnTo>
                <a:lnTo>
                  <a:pt x="581493" y="4130448"/>
                </a:lnTo>
                <a:lnTo>
                  <a:pt x="593089" y="4155087"/>
                </a:lnTo>
                <a:lnTo>
                  <a:pt x="604684" y="4179437"/>
                </a:lnTo>
                <a:lnTo>
                  <a:pt x="864123" y="4058558"/>
                </a:lnTo>
                <a:lnTo>
                  <a:pt x="853108" y="4035078"/>
                </a:lnTo>
                <a:lnTo>
                  <a:pt x="842383" y="4011888"/>
                </a:lnTo>
                <a:lnTo>
                  <a:pt x="660340" y="4096822"/>
                </a:lnTo>
                <a:lnTo>
                  <a:pt x="797742" y="3916519"/>
                </a:lnTo>
                <a:lnTo>
                  <a:pt x="785567" y="3890430"/>
                </a:lnTo>
                <a:close/>
                <a:moveTo>
                  <a:pt x="5403596" y="3746652"/>
                </a:moveTo>
                <a:lnTo>
                  <a:pt x="5356634" y="3868980"/>
                </a:lnTo>
                <a:lnTo>
                  <a:pt x="5136909" y="3784625"/>
                </a:lnTo>
                <a:lnTo>
                  <a:pt x="5127052" y="3810424"/>
                </a:lnTo>
                <a:lnTo>
                  <a:pt x="5117198" y="3835933"/>
                </a:lnTo>
                <a:lnTo>
                  <a:pt x="5385043" y="3938839"/>
                </a:lnTo>
                <a:lnTo>
                  <a:pt x="5451134" y="3764913"/>
                </a:lnTo>
                <a:lnTo>
                  <a:pt x="5427364" y="3755927"/>
                </a:lnTo>
                <a:close/>
                <a:moveTo>
                  <a:pt x="722953" y="3736795"/>
                </a:moveTo>
                <a:lnTo>
                  <a:pt x="455687" y="3839412"/>
                </a:lnTo>
                <a:lnTo>
                  <a:pt x="465543" y="3865211"/>
                </a:lnTo>
                <a:lnTo>
                  <a:pt x="475398" y="3890720"/>
                </a:lnTo>
                <a:lnTo>
                  <a:pt x="742665" y="3788104"/>
                </a:lnTo>
                <a:lnTo>
                  <a:pt x="732809" y="3762595"/>
                </a:lnTo>
                <a:close/>
                <a:moveTo>
                  <a:pt x="478008" y="3541709"/>
                </a:moveTo>
                <a:lnTo>
                  <a:pt x="461485" y="3546057"/>
                </a:lnTo>
                <a:cubicBezTo>
                  <a:pt x="434700" y="3550202"/>
                  <a:pt x="410350" y="3564029"/>
                  <a:pt x="393073" y="3584900"/>
                </a:cubicBezTo>
                <a:cubicBezTo>
                  <a:pt x="380580" y="3605946"/>
                  <a:pt x="378145" y="3631455"/>
                  <a:pt x="386407" y="3654470"/>
                </a:cubicBezTo>
                <a:cubicBezTo>
                  <a:pt x="390812" y="3677400"/>
                  <a:pt x="404582" y="3697459"/>
                  <a:pt x="424381" y="3709837"/>
                </a:cubicBezTo>
                <a:lnTo>
                  <a:pt x="424381" y="3709257"/>
                </a:lnTo>
                <a:cubicBezTo>
                  <a:pt x="445947" y="3719924"/>
                  <a:pt x="470877" y="3721606"/>
                  <a:pt x="493661" y="3713896"/>
                </a:cubicBezTo>
                <a:lnTo>
                  <a:pt x="692517" y="3660558"/>
                </a:lnTo>
                <a:lnTo>
                  <a:pt x="685270" y="3633889"/>
                </a:lnTo>
                <a:lnTo>
                  <a:pt x="678312" y="3607511"/>
                </a:lnTo>
                <a:lnTo>
                  <a:pt x="479457" y="3660848"/>
                </a:lnTo>
                <a:cubicBezTo>
                  <a:pt x="469370" y="3664037"/>
                  <a:pt x="458527" y="3664037"/>
                  <a:pt x="448440" y="3660848"/>
                </a:cubicBezTo>
                <a:cubicBezTo>
                  <a:pt x="447425" y="3660239"/>
                  <a:pt x="446440" y="3659544"/>
                  <a:pt x="445484" y="3658819"/>
                </a:cubicBezTo>
                <a:cubicBezTo>
                  <a:pt x="431251" y="3647920"/>
                  <a:pt x="428554" y="3627541"/>
                  <a:pt x="439454" y="3613308"/>
                </a:cubicBezTo>
                <a:cubicBezTo>
                  <a:pt x="449484" y="3604583"/>
                  <a:pt x="461717" y="3598785"/>
                  <a:pt x="474819" y="3596495"/>
                </a:cubicBezTo>
                <a:lnTo>
                  <a:pt x="491342" y="3592147"/>
                </a:lnTo>
                <a:close/>
                <a:moveTo>
                  <a:pt x="5351272" y="3443702"/>
                </a:moveTo>
                <a:cubicBezTo>
                  <a:pt x="5364223" y="3443701"/>
                  <a:pt x="5377173" y="3445644"/>
                  <a:pt x="5389680" y="3449528"/>
                </a:cubicBezTo>
                <a:cubicBezTo>
                  <a:pt x="5414986" y="3454339"/>
                  <a:pt x="5438091" y="3467036"/>
                  <a:pt x="5455773" y="3485763"/>
                </a:cubicBezTo>
                <a:cubicBezTo>
                  <a:pt x="5459425" y="3490342"/>
                  <a:pt x="5462468" y="3495415"/>
                  <a:pt x="5464818" y="3500807"/>
                </a:cubicBezTo>
                <a:cubicBezTo>
                  <a:pt x="5479368" y="3534432"/>
                  <a:pt x="5463919" y="3573537"/>
                  <a:pt x="5430264" y="3588089"/>
                </a:cubicBezTo>
                <a:cubicBezTo>
                  <a:pt x="5405740" y="3595886"/>
                  <a:pt x="5379419" y="3595886"/>
                  <a:pt x="5354895" y="3588089"/>
                </a:cubicBezTo>
                <a:cubicBezTo>
                  <a:pt x="5329154" y="3583190"/>
                  <a:pt x="5305559" y="3570435"/>
                  <a:pt x="5287355" y="3551564"/>
                </a:cubicBezTo>
                <a:cubicBezTo>
                  <a:pt x="5282919" y="3546288"/>
                  <a:pt x="5279354" y="3540374"/>
                  <a:pt x="5276803" y="3533969"/>
                </a:cubicBezTo>
                <a:cubicBezTo>
                  <a:pt x="5263440" y="3500691"/>
                  <a:pt x="5279586" y="3462891"/>
                  <a:pt x="5312864" y="3449528"/>
                </a:cubicBezTo>
                <a:cubicBezTo>
                  <a:pt x="5325372" y="3445644"/>
                  <a:pt x="5338322" y="3443701"/>
                  <a:pt x="5351272" y="3443702"/>
                </a:cubicBezTo>
                <a:close/>
                <a:moveTo>
                  <a:pt x="5343895" y="3389031"/>
                </a:moveTo>
                <a:cubicBezTo>
                  <a:pt x="5324263" y="3390111"/>
                  <a:pt x="5304820" y="3394640"/>
                  <a:pt x="5286485" y="3402568"/>
                </a:cubicBezTo>
                <a:cubicBezTo>
                  <a:pt x="5282571" y="3404656"/>
                  <a:pt x="5278746" y="3406945"/>
                  <a:pt x="5275064" y="3409438"/>
                </a:cubicBezTo>
                <a:cubicBezTo>
                  <a:pt x="5218306" y="3447818"/>
                  <a:pt x="5203435" y="3524954"/>
                  <a:pt x="5241844" y="3581712"/>
                </a:cubicBezTo>
                <a:cubicBezTo>
                  <a:pt x="5267005" y="3612844"/>
                  <a:pt x="5302313" y="3634180"/>
                  <a:pt x="5341562" y="3642006"/>
                </a:cubicBezTo>
                <a:cubicBezTo>
                  <a:pt x="5379246" y="3653485"/>
                  <a:pt x="5419771" y="3651021"/>
                  <a:pt x="5455774" y="3635049"/>
                </a:cubicBezTo>
                <a:cubicBezTo>
                  <a:pt x="5487224" y="3619164"/>
                  <a:pt x="5509718" y="3589829"/>
                  <a:pt x="5516937" y="3555333"/>
                </a:cubicBezTo>
                <a:cubicBezTo>
                  <a:pt x="5527054" y="3521388"/>
                  <a:pt x="5520851" y="3484633"/>
                  <a:pt x="5500124" y="3455906"/>
                </a:cubicBezTo>
                <a:cubicBezTo>
                  <a:pt x="5475862" y="3424830"/>
                  <a:pt x="5441163" y="3403582"/>
                  <a:pt x="5402435" y="3396191"/>
                </a:cubicBezTo>
                <a:cubicBezTo>
                  <a:pt x="5383347" y="3390321"/>
                  <a:pt x="5363526" y="3387952"/>
                  <a:pt x="5343895" y="3389031"/>
                </a:cubicBezTo>
                <a:close/>
                <a:moveTo>
                  <a:pt x="624105" y="3377349"/>
                </a:moveTo>
                <a:lnTo>
                  <a:pt x="343215" y="3432136"/>
                </a:lnTo>
                <a:lnTo>
                  <a:pt x="348433" y="3459094"/>
                </a:lnTo>
                <a:lnTo>
                  <a:pt x="353651" y="3486052"/>
                </a:lnTo>
                <a:lnTo>
                  <a:pt x="634541" y="3431555"/>
                </a:lnTo>
                <a:lnTo>
                  <a:pt x="629324" y="3404307"/>
                </a:lnTo>
                <a:close/>
                <a:moveTo>
                  <a:pt x="1234006" y="3374449"/>
                </a:moveTo>
                <a:cubicBezTo>
                  <a:pt x="1341464" y="3400741"/>
                  <a:pt x="1450950" y="3418105"/>
                  <a:pt x="1561278" y="3426337"/>
                </a:cubicBezTo>
                <a:cubicBezTo>
                  <a:pt x="1772888" y="3434744"/>
                  <a:pt x="2072620" y="3416772"/>
                  <a:pt x="2346844" y="3419960"/>
                </a:cubicBezTo>
                <a:cubicBezTo>
                  <a:pt x="2390616" y="3428077"/>
                  <a:pt x="2430039" y="3434744"/>
                  <a:pt x="2460765" y="3438513"/>
                </a:cubicBezTo>
                <a:cubicBezTo>
                  <a:pt x="2534394" y="3448658"/>
                  <a:pt x="2657013" y="3461702"/>
                  <a:pt x="2710929" y="3467500"/>
                </a:cubicBezTo>
                <a:lnTo>
                  <a:pt x="2634111" y="3777958"/>
                </a:lnTo>
                <a:lnTo>
                  <a:pt x="2941670" y="3830135"/>
                </a:lnTo>
                <a:lnTo>
                  <a:pt x="3248941" y="3777958"/>
                </a:lnTo>
                <a:lnTo>
                  <a:pt x="3172123" y="3467790"/>
                </a:lnTo>
                <a:cubicBezTo>
                  <a:pt x="3226039" y="3461412"/>
                  <a:pt x="3348658" y="3448368"/>
                  <a:pt x="3422286" y="3438802"/>
                </a:cubicBezTo>
                <a:cubicBezTo>
                  <a:pt x="3453013" y="3435034"/>
                  <a:pt x="3492436" y="3428367"/>
                  <a:pt x="3536498" y="3420250"/>
                </a:cubicBezTo>
                <a:cubicBezTo>
                  <a:pt x="3810722" y="3417061"/>
                  <a:pt x="4110164" y="3435034"/>
                  <a:pt x="4322065" y="3426628"/>
                </a:cubicBezTo>
                <a:lnTo>
                  <a:pt x="4323224" y="3426337"/>
                </a:lnTo>
                <a:cubicBezTo>
                  <a:pt x="4433464" y="3418076"/>
                  <a:pt x="4542835" y="3400741"/>
                  <a:pt x="4650204" y="3374449"/>
                </a:cubicBezTo>
                <a:cubicBezTo>
                  <a:pt x="4650204" y="3374449"/>
                  <a:pt x="4554255" y="3528664"/>
                  <a:pt x="4444393" y="3604032"/>
                </a:cubicBezTo>
                <a:cubicBezTo>
                  <a:pt x="4021115" y="3726389"/>
                  <a:pt x="3586646" y="3806017"/>
                  <a:pt x="3147484" y="3841731"/>
                </a:cubicBezTo>
                <a:lnTo>
                  <a:pt x="3230678" y="4174508"/>
                </a:lnTo>
                <a:lnTo>
                  <a:pt x="2940801" y="4237122"/>
                </a:lnTo>
                <a:lnTo>
                  <a:pt x="2650925" y="4174508"/>
                </a:lnTo>
                <a:lnTo>
                  <a:pt x="2734119" y="3841731"/>
                </a:lnTo>
                <a:cubicBezTo>
                  <a:pt x="2295825" y="3805844"/>
                  <a:pt x="1862256" y="3726215"/>
                  <a:pt x="1439819" y="3604032"/>
                </a:cubicBezTo>
                <a:cubicBezTo>
                  <a:pt x="1329955" y="3528664"/>
                  <a:pt x="1234006" y="3374449"/>
                  <a:pt x="1234006" y="3374449"/>
                </a:cubicBezTo>
                <a:close/>
                <a:moveTo>
                  <a:pt x="590770" y="3106314"/>
                </a:moveTo>
                <a:lnTo>
                  <a:pt x="306691" y="3141390"/>
                </a:lnTo>
                <a:lnTo>
                  <a:pt x="331040" y="3340825"/>
                </a:lnTo>
                <a:lnTo>
                  <a:pt x="356259" y="3337926"/>
                </a:lnTo>
                <a:lnTo>
                  <a:pt x="381479" y="3334737"/>
                </a:lnTo>
                <a:lnTo>
                  <a:pt x="363796" y="3189799"/>
                </a:lnTo>
                <a:lnTo>
                  <a:pt x="437715" y="3180523"/>
                </a:lnTo>
                <a:lnTo>
                  <a:pt x="453368" y="3308358"/>
                </a:lnTo>
                <a:lnTo>
                  <a:pt x="478008" y="3305460"/>
                </a:lnTo>
                <a:lnTo>
                  <a:pt x="502358" y="3302561"/>
                </a:lnTo>
                <a:lnTo>
                  <a:pt x="486704" y="3174725"/>
                </a:lnTo>
                <a:lnTo>
                  <a:pt x="546998" y="3167188"/>
                </a:lnTo>
                <a:lnTo>
                  <a:pt x="563811" y="3304880"/>
                </a:lnTo>
                <a:lnTo>
                  <a:pt x="589321" y="3301981"/>
                </a:lnTo>
                <a:lnTo>
                  <a:pt x="614250" y="3298792"/>
                </a:lnTo>
                <a:close/>
                <a:moveTo>
                  <a:pt x="5381565" y="3057905"/>
                </a:moveTo>
                <a:cubicBezTo>
                  <a:pt x="5354258" y="3057499"/>
                  <a:pt x="5327880" y="3067935"/>
                  <a:pt x="5308225" y="3086893"/>
                </a:cubicBezTo>
                <a:cubicBezTo>
                  <a:pt x="5264454" y="3136607"/>
                  <a:pt x="5264454" y="3211105"/>
                  <a:pt x="5308225" y="3260819"/>
                </a:cubicBezTo>
                <a:cubicBezTo>
                  <a:pt x="5369854" y="3312648"/>
                  <a:pt x="5457164" y="3320852"/>
                  <a:pt x="5527372" y="3281400"/>
                </a:cubicBezTo>
                <a:cubicBezTo>
                  <a:pt x="5556070" y="3261486"/>
                  <a:pt x="5573869" y="3229338"/>
                  <a:pt x="5575493" y="3194437"/>
                </a:cubicBezTo>
                <a:cubicBezTo>
                  <a:pt x="5578796" y="3164174"/>
                  <a:pt x="5566041" y="3134375"/>
                  <a:pt x="5541866" y="3115881"/>
                </a:cubicBezTo>
                <a:lnTo>
                  <a:pt x="5537519" y="3113561"/>
                </a:lnTo>
                <a:lnTo>
                  <a:pt x="5574912" y="3111242"/>
                </a:lnTo>
                <a:lnTo>
                  <a:pt x="5577522" y="3075008"/>
                </a:lnTo>
                <a:lnTo>
                  <a:pt x="5423598" y="3061674"/>
                </a:lnTo>
                <a:lnTo>
                  <a:pt x="5414031" y="3171536"/>
                </a:lnTo>
                <a:lnTo>
                  <a:pt x="5463311" y="3175885"/>
                </a:lnTo>
                <a:lnTo>
                  <a:pt x="5468528" y="3113851"/>
                </a:lnTo>
                <a:cubicBezTo>
                  <a:pt x="5480819" y="3117504"/>
                  <a:pt x="5492298" y="3123418"/>
                  <a:pt x="5502443" y="3131244"/>
                </a:cubicBezTo>
                <a:cubicBezTo>
                  <a:pt x="5518271" y="3143563"/>
                  <a:pt x="5526590" y="3163188"/>
                  <a:pt x="5524474" y="3183132"/>
                </a:cubicBezTo>
                <a:cubicBezTo>
                  <a:pt x="5524156" y="3204901"/>
                  <a:pt x="5513372" y="3225193"/>
                  <a:pt x="5495486" y="3237628"/>
                </a:cubicBezTo>
                <a:cubicBezTo>
                  <a:pt x="5472325" y="3249948"/>
                  <a:pt x="5445772" y="3254441"/>
                  <a:pt x="5419829" y="3250383"/>
                </a:cubicBezTo>
                <a:cubicBezTo>
                  <a:pt x="5393334" y="3249601"/>
                  <a:pt x="5367795" y="3240238"/>
                  <a:pt x="5347070" y="3223715"/>
                </a:cubicBezTo>
                <a:cubicBezTo>
                  <a:pt x="5330605" y="3209221"/>
                  <a:pt x="5322342" y="3187509"/>
                  <a:pt x="5325039" y="3165739"/>
                </a:cubicBezTo>
                <a:cubicBezTo>
                  <a:pt x="5326198" y="3151767"/>
                  <a:pt x="5332372" y="3138694"/>
                  <a:pt x="5342431" y="3128925"/>
                </a:cubicBezTo>
                <a:cubicBezTo>
                  <a:pt x="5351302" y="3119127"/>
                  <a:pt x="5363738" y="3113301"/>
                  <a:pt x="5376926" y="3112692"/>
                </a:cubicBezTo>
                <a:close/>
                <a:moveTo>
                  <a:pt x="1422136" y="2968913"/>
                </a:moveTo>
                <a:cubicBezTo>
                  <a:pt x="1482025" y="2980074"/>
                  <a:pt x="1542696" y="2986654"/>
                  <a:pt x="1603600" y="2988625"/>
                </a:cubicBezTo>
                <a:cubicBezTo>
                  <a:pt x="1646791" y="2990364"/>
                  <a:pt x="1700129" y="2988625"/>
                  <a:pt x="1761002" y="2988625"/>
                </a:cubicBezTo>
                <a:cubicBezTo>
                  <a:pt x="1815209" y="2986886"/>
                  <a:pt x="1876663" y="2986886"/>
                  <a:pt x="1941307" y="2986886"/>
                </a:cubicBezTo>
                <a:cubicBezTo>
                  <a:pt x="2016384" y="2986886"/>
                  <a:pt x="2111174" y="2987755"/>
                  <a:pt x="2213500" y="2993843"/>
                </a:cubicBezTo>
                <a:cubicBezTo>
                  <a:pt x="2310088" y="3022686"/>
                  <a:pt x="2408326" y="3045528"/>
                  <a:pt x="2507726" y="3062254"/>
                </a:cubicBezTo>
                <a:cubicBezTo>
                  <a:pt x="2576571" y="3072023"/>
                  <a:pt x="2646026" y="3076777"/>
                  <a:pt x="2715567" y="3076457"/>
                </a:cubicBezTo>
                <a:lnTo>
                  <a:pt x="2645417" y="3374740"/>
                </a:lnTo>
                <a:lnTo>
                  <a:pt x="2935294" y="3408945"/>
                </a:lnTo>
                <a:lnTo>
                  <a:pt x="2938482" y="3408945"/>
                </a:lnTo>
                <a:lnTo>
                  <a:pt x="2942251" y="3408945"/>
                </a:lnTo>
                <a:lnTo>
                  <a:pt x="3234157" y="3374161"/>
                </a:lnTo>
                <a:lnTo>
                  <a:pt x="3164007" y="3075878"/>
                </a:lnTo>
                <a:cubicBezTo>
                  <a:pt x="3233548" y="3076196"/>
                  <a:pt x="3303003" y="3071443"/>
                  <a:pt x="3371848" y="3061674"/>
                </a:cubicBezTo>
                <a:cubicBezTo>
                  <a:pt x="3471624" y="3045296"/>
                  <a:pt x="3570268" y="3022715"/>
                  <a:pt x="3667233" y="2994132"/>
                </a:cubicBezTo>
                <a:cubicBezTo>
                  <a:pt x="3769559" y="2987176"/>
                  <a:pt x="3864349" y="2987176"/>
                  <a:pt x="3939428" y="2987176"/>
                </a:cubicBezTo>
                <a:cubicBezTo>
                  <a:pt x="4003780" y="2987176"/>
                  <a:pt x="4065523" y="2988915"/>
                  <a:pt x="4119730" y="2988915"/>
                </a:cubicBezTo>
                <a:cubicBezTo>
                  <a:pt x="4180894" y="2988915"/>
                  <a:pt x="4234232" y="2988915"/>
                  <a:pt x="4277133" y="2988915"/>
                </a:cubicBezTo>
                <a:lnTo>
                  <a:pt x="4277133" y="2988625"/>
                </a:lnTo>
                <a:cubicBezTo>
                  <a:pt x="4338037" y="2986654"/>
                  <a:pt x="4398708" y="2980074"/>
                  <a:pt x="4458596" y="2968913"/>
                </a:cubicBezTo>
                <a:cubicBezTo>
                  <a:pt x="4409434" y="3034310"/>
                  <a:pt x="4350820" y="3092053"/>
                  <a:pt x="4284670" y="3140230"/>
                </a:cubicBezTo>
                <a:cubicBezTo>
                  <a:pt x="4203882" y="3186263"/>
                  <a:pt x="4119208" y="3225048"/>
                  <a:pt x="4031608" y="3256181"/>
                </a:cubicBezTo>
                <a:cubicBezTo>
                  <a:pt x="3828810" y="3314765"/>
                  <a:pt x="3622476" y="3360362"/>
                  <a:pt x="3413881" y="3392712"/>
                </a:cubicBezTo>
                <a:cubicBezTo>
                  <a:pt x="3318800" y="3404888"/>
                  <a:pt x="3139947" y="3423729"/>
                  <a:pt x="3138208" y="3423729"/>
                </a:cubicBezTo>
                <a:lnTo>
                  <a:pt x="3111540" y="3426338"/>
                </a:lnTo>
                <a:lnTo>
                  <a:pt x="3188936" y="3740275"/>
                </a:lnTo>
                <a:lnTo>
                  <a:pt x="2939353" y="3782596"/>
                </a:lnTo>
                <a:lnTo>
                  <a:pt x="2689479" y="3740275"/>
                </a:lnTo>
                <a:lnTo>
                  <a:pt x="2767166" y="3426338"/>
                </a:lnTo>
                <a:lnTo>
                  <a:pt x="2740207" y="3423729"/>
                </a:lnTo>
                <a:cubicBezTo>
                  <a:pt x="2738468" y="3423439"/>
                  <a:pt x="2559613" y="3404888"/>
                  <a:pt x="2464534" y="3392712"/>
                </a:cubicBezTo>
                <a:cubicBezTo>
                  <a:pt x="2256721" y="3360217"/>
                  <a:pt x="2051169" y="3314620"/>
                  <a:pt x="1849124" y="3256181"/>
                </a:cubicBezTo>
                <a:cubicBezTo>
                  <a:pt x="1761524" y="3225048"/>
                  <a:pt x="1676852" y="3186263"/>
                  <a:pt x="1596062" y="3140230"/>
                </a:cubicBezTo>
                <a:cubicBezTo>
                  <a:pt x="1529913" y="3092053"/>
                  <a:pt x="1471300" y="3034310"/>
                  <a:pt x="1422136" y="2968913"/>
                </a:cubicBezTo>
                <a:close/>
                <a:moveTo>
                  <a:pt x="473659" y="2862818"/>
                </a:moveTo>
                <a:lnTo>
                  <a:pt x="536563" y="2862818"/>
                </a:lnTo>
                <a:lnTo>
                  <a:pt x="536563" y="2923693"/>
                </a:lnTo>
                <a:cubicBezTo>
                  <a:pt x="537142" y="2934940"/>
                  <a:pt x="534417" y="2946129"/>
                  <a:pt x="528736" y="2955869"/>
                </a:cubicBezTo>
                <a:cubicBezTo>
                  <a:pt x="523779" y="2963029"/>
                  <a:pt x="515401" y="2967029"/>
                  <a:pt x="506705" y="2966304"/>
                </a:cubicBezTo>
                <a:cubicBezTo>
                  <a:pt x="497284" y="2967087"/>
                  <a:pt x="488009" y="2963580"/>
                  <a:pt x="481486" y="2956739"/>
                </a:cubicBezTo>
                <a:cubicBezTo>
                  <a:pt x="475341" y="2947636"/>
                  <a:pt x="472587" y="2936650"/>
                  <a:pt x="473659" y="2925722"/>
                </a:cubicBezTo>
                <a:close/>
                <a:moveTo>
                  <a:pt x="349303" y="2859049"/>
                </a:moveTo>
                <a:lnTo>
                  <a:pt x="425540" y="2860499"/>
                </a:lnTo>
                <a:lnTo>
                  <a:pt x="425540" y="2926011"/>
                </a:lnTo>
                <a:cubicBezTo>
                  <a:pt x="426120" y="2937752"/>
                  <a:pt x="422844" y="2949346"/>
                  <a:pt x="416264" y="2959057"/>
                </a:cubicBezTo>
                <a:cubicBezTo>
                  <a:pt x="409423" y="2966594"/>
                  <a:pt x="399423" y="2970479"/>
                  <a:pt x="389305" y="2969492"/>
                </a:cubicBezTo>
                <a:cubicBezTo>
                  <a:pt x="378030" y="2970130"/>
                  <a:pt x="366985" y="2966014"/>
                  <a:pt x="358869" y="2958187"/>
                </a:cubicBezTo>
                <a:cubicBezTo>
                  <a:pt x="351564" y="2949027"/>
                  <a:pt x="348143" y="2937375"/>
                  <a:pt x="349303" y="2925721"/>
                </a:cubicBezTo>
                <a:close/>
                <a:moveTo>
                  <a:pt x="301472" y="2805423"/>
                </a:moveTo>
                <a:lnTo>
                  <a:pt x="301472" y="2831801"/>
                </a:lnTo>
                <a:lnTo>
                  <a:pt x="301183" y="2924852"/>
                </a:lnTo>
                <a:cubicBezTo>
                  <a:pt x="298748" y="2951231"/>
                  <a:pt x="306430" y="2977522"/>
                  <a:pt x="322634" y="2998480"/>
                </a:cubicBezTo>
                <a:cubicBezTo>
                  <a:pt x="340026" y="3016279"/>
                  <a:pt x="364173" y="3025758"/>
                  <a:pt x="389016" y="3024570"/>
                </a:cubicBezTo>
                <a:cubicBezTo>
                  <a:pt x="410350" y="3026105"/>
                  <a:pt x="431106" y="3017003"/>
                  <a:pt x="444382" y="3000220"/>
                </a:cubicBezTo>
                <a:cubicBezTo>
                  <a:pt x="448295" y="2995263"/>
                  <a:pt x="451513" y="2989813"/>
                  <a:pt x="453948" y="2983986"/>
                </a:cubicBezTo>
                <a:cubicBezTo>
                  <a:pt x="465224" y="3005438"/>
                  <a:pt x="487719" y="3018569"/>
                  <a:pt x="511923" y="3017902"/>
                </a:cubicBezTo>
                <a:cubicBezTo>
                  <a:pt x="531954" y="3019323"/>
                  <a:pt x="551608" y="3011786"/>
                  <a:pt x="565551" y="2997321"/>
                </a:cubicBezTo>
                <a:cubicBezTo>
                  <a:pt x="579377" y="2980682"/>
                  <a:pt x="586508" y="2959493"/>
                  <a:pt x="585552" y="2937896"/>
                </a:cubicBezTo>
                <a:lnTo>
                  <a:pt x="587581" y="2836730"/>
                </a:lnTo>
                <a:lnTo>
                  <a:pt x="587581" y="2810641"/>
                </a:lnTo>
                <a:close/>
                <a:moveTo>
                  <a:pt x="5295761" y="2754405"/>
                </a:moveTo>
                <a:lnTo>
                  <a:pt x="5295761" y="2785711"/>
                </a:lnTo>
                <a:lnTo>
                  <a:pt x="5295761" y="2816728"/>
                </a:lnTo>
                <a:lnTo>
                  <a:pt x="5421278" y="2863688"/>
                </a:lnTo>
                <a:lnTo>
                  <a:pt x="5299239" y="2921663"/>
                </a:lnTo>
                <a:lnTo>
                  <a:pt x="5299239" y="2954419"/>
                </a:lnTo>
                <a:lnTo>
                  <a:pt x="5299239" y="2987175"/>
                </a:lnTo>
                <a:lnTo>
                  <a:pt x="5473165" y="2888907"/>
                </a:lnTo>
                <a:lnTo>
                  <a:pt x="5580710" y="2885139"/>
                </a:lnTo>
                <a:lnTo>
                  <a:pt x="5580710" y="2857601"/>
                </a:lnTo>
                <a:lnTo>
                  <a:pt x="5580710" y="2830352"/>
                </a:lnTo>
                <a:lnTo>
                  <a:pt x="5472007" y="2834121"/>
                </a:lnTo>
                <a:close/>
                <a:moveTo>
                  <a:pt x="4283801" y="2516995"/>
                </a:moveTo>
                <a:cubicBezTo>
                  <a:pt x="4236231" y="2587754"/>
                  <a:pt x="4178517" y="2651150"/>
                  <a:pt x="4112483" y="2705125"/>
                </a:cubicBezTo>
                <a:cubicBezTo>
                  <a:pt x="4035840" y="2770435"/>
                  <a:pt x="3950935" y="2825395"/>
                  <a:pt x="3860001" y="2868615"/>
                </a:cubicBezTo>
                <a:cubicBezTo>
                  <a:pt x="3701323" y="2939316"/>
                  <a:pt x="3533946" y="2988537"/>
                  <a:pt x="3362281" y="3015003"/>
                </a:cubicBezTo>
                <a:cubicBezTo>
                  <a:pt x="3291118" y="3024714"/>
                  <a:pt x="3219314" y="3029265"/>
                  <a:pt x="3147484" y="3028627"/>
                </a:cubicBezTo>
                <a:lnTo>
                  <a:pt x="3103132" y="3028627"/>
                </a:lnTo>
                <a:lnTo>
                  <a:pt x="3175022" y="3333867"/>
                </a:lnTo>
                <a:lnTo>
                  <a:pt x="2943121" y="3362854"/>
                </a:lnTo>
                <a:lnTo>
                  <a:pt x="2940221" y="3362854"/>
                </a:lnTo>
                <a:lnTo>
                  <a:pt x="2937033" y="3362854"/>
                </a:lnTo>
                <a:lnTo>
                  <a:pt x="2705131" y="3333867"/>
                </a:lnTo>
                <a:lnTo>
                  <a:pt x="2777310" y="3029207"/>
                </a:lnTo>
                <a:lnTo>
                  <a:pt x="2732960" y="3029207"/>
                </a:lnTo>
                <a:cubicBezTo>
                  <a:pt x="2661128" y="3029873"/>
                  <a:pt x="2589325" y="3025323"/>
                  <a:pt x="2518160" y="3015583"/>
                </a:cubicBezTo>
                <a:cubicBezTo>
                  <a:pt x="2346467" y="2989204"/>
                  <a:pt x="2179092" y="2939954"/>
                  <a:pt x="2020442" y="2869195"/>
                </a:cubicBezTo>
                <a:cubicBezTo>
                  <a:pt x="1929247" y="2825974"/>
                  <a:pt x="1844168" y="2770898"/>
                  <a:pt x="1767380" y="2705415"/>
                </a:cubicBezTo>
                <a:cubicBezTo>
                  <a:pt x="1701461" y="2651614"/>
                  <a:pt x="1643921" y="2588305"/>
                  <a:pt x="1596642" y="2517575"/>
                </a:cubicBezTo>
                <a:cubicBezTo>
                  <a:pt x="1659835" y="2527141"/>
                  <a:pt x="1752886" y="2537866"/>
                  <a:pt x="1775786" y="2537866"/>
                </a:cubicBezTo>
                <a:lnTo>
                  <a:pt x="1845357" y="2541055"/>
                </a:lnTo>
                <a:cubicBezTo>
                  <a:pt x="1929711" y="2544823"/>
                  <a:pt x="2039285" y="2550042"/>
                  <a:pt x="2172337" y="2558158"/>
                </a:cubicBezTo>
                <a:cubicBezTo>
                  <a:pt x="2184223" y="2564825"/>
                  <a:pt x="2196398" y="2571202"/>
                  <a:pt x="2208862" y="2577579"/>
                </a:cubicBezTo>
                <a:cubicBezTo>
                  <a:pt x="2324900" y="2636338"/>
                  <a:pt x="2449576" y="2676166"/>
                  <a:pt x="2578165" y="2695559"/>
                </a:cubicBezTo>
                <a:cubicBezTo>
                  <a:pt x="2600051" y="2698632"/>
                  <a:pt x="2622140" y="2700081"/>
                  <a:pt x="2644258" y="2699907"/>
                </a:cubicBezTo>
                <a:cubicBezTo>
                  <a:pt x="2674694" y="2699907"/>
                  <a:pt x="2703972" y="2697589"/>
                  <a:pt x="2725423" y="2695559"/>
                </a:cubicBezTo>
                <a:lnTo>
                  <a:pt x="2661650" y="2960796"/>
                </a:lnTo>
                <a:lnTo>
                  <a:pt x="2941670" y="2978479"/>
                </a:lnTo>
                <a:lnTo>
                  <a:pt x="3221402" y="2960796"/>
                </a:lnTo>
                <a:lnTo>
                  <a:pt x="3157919" y="2695559"/>
                </a:lnTo>
                <a:cubicBezTo>
                  <a:pt x="3179079" y="2697589"/>
                  <a:pt x="3209806" y="2699907"/>
                  <a:pt x="3238794" y="2699907"/>
                </a:cubicBezTo>
                <a:cubicBezTo>
                  <a:pt x="3260911" y="2700110"/>
                  <a:pt x="3283001" y="2698661"/>
                  <a:pt x="3304886" y="2695559"/>
                </a:cubicBezTo>
                <a:cubicBezTo>
                  <a:pt x="3433564" y="2676109"/>
                  <a:pt x="3558325" y="2636279"/>
                  <a:pt x="3674479" y="2577579"/>
                </a:cubicBezTo>
                <a:lnTo>
                  <a:pt x="3711004" y="2558158"/>
                </a:lnTo>
                <a:cubicBezTo>
                  <a:pt x="3844057" y="2550042"/>
                  <a:pt x="3953341" y="2544823"/>
                  <a:pt x="4037984" y="2541055"/>
                </a:cubicBezTo>
                <a:lnTo>
                  <a:pt x="4107265" y="2537866"/>
                </a:lnTo>
                <a:lnTo>
                  <a:pt x="4104367" y="2537287"/>
                </a:lnTo>
                <a:cubicBezTo>
                  <a:pt x="4127557" y="2536127"/>
                  <a:pt x="4220318" y="2526561"/>
                  <a:pt x="4283801" y="2516995"/>
                </a:cubicBezTo>
                <a:close/>
                <a:moveTo>
                  <a:pt x="2938773" y="1364157"/>
                </a:moveTo>
                <a:cubicBezTo>
                  <a:pt x="2901958" y="1364157"/>
                  <a:pt x="2888625" y="1405610"/>
                  <a:pt x="2880797" y="1446193"/>
                </a:cubicBezTo>
                <a:lnTo>
                  <a:pt x="2880797" y="1450251"/>
                </a:lnTo>
                <a:cubicBezTo>
                  <a:pt x="2877029" y="1471412"/>
                  <a:pt x="2831808" y="1703313"/>
                  <a:pt x="2831808" y="1703313"/>
                </a:cubicBezTo>
                <a:lnTo>
                  <a:pt x="2828040" y="1722154"/>
                </a:lnTo>
                <a:lnTo>
                  <a:pt x="2792095" y="1722154"/>
                </a:lnTo>
                <a:cubicBezTo>
                  <a:pt x="2493492" y="1723373"/>
                  <a:pt x="2196368" y="1680500"/>
                  <a:pt x="1910290" y="1594899"/>
                </a:cubicBezTo>
                <a:cubicBezTo>
                  <a:pt x="1916870" y="1664151"/>
                  <a:pt x="1943568" y="1729952"/>
                  <a:pt x="1987106" y="1784188"/>
                </a:cubicBezTo>
                <a:cubicBezTo>
                  <a:pt x="2041372" y="1848918"/>
                  <a:pt x="2114740" y="1894776"/>
                  <a:pt x="2196689" y="1915212"/>
                </a:cubicBezTo>
                <a:lnTo>
                  <a:pt x="2214081" y="1918691"/>
                </a:lnTo>
                <a:lnTo>
                  <a:pt x="2214081" y="1936373"/>
                </a:lnTo>
                <a:lnTo>
                  <a:pt x="2215239" y="1936373"/>
                </a:lnTo>
                <a:cubicBezTo>
                  <a:pt x="2221646" y="1995450"/>
                  <a:pt x="2248866" y="2050324"/>
                  <a:pt x="2292057" y="2091167"/>
                </a:cubicBezTo>
                <a:cubicBezTo>
                  <a:pt x="2338902" y="2125749"/>
                  <a:pt x="2395890" y="2143780"/>
                  <a:pt x="2454099" y="2142475"/>
                </a:cubicBezTo>
                <a:cubicBezTo>
                  <a:pt x="2467433" y="2142475"/>
                  <a:pt x="2475840" y="2142475"/>
                  <a:pt x="2475840" y="2142475"/>
                </a:cubicBezTo>
                <a:lnTo>
                  <a:pt x="2494101" y="2140156"/>
                </a:lnTo>
                <a:lnTo>
                  <a:pt x="2500479" y="2157259"/>
                </a:lnTo>
                <a:cubicBezTo>
                  <a:pt x="2524654" y="2206480"/>
                  <a:pt x="2568775" y="2243005"/>
                  <a:pt x="2621647" y="2257556"/>
                </a:cubicBezTo>
                <a:cubicBezTo>
                  <a:pt x="2641736" y="2263789"/>
                  <a:pt x="2662664" y="2266919"/>
                  <a:pt x="2683681" y="2266832"/>
                </a:cubicBezTo>
                <a:cubicBezTo>
                  <a:pt x="2711045" y="2266803"/>
                  <a:pt x="2738207" y="2262078"/>
                  <a:pt x="2763978" y="2252919"/>
                </a:cubicBezTo>
                <a:lnTo>
                  <a:pt x="2806589" y="2235236"/>
                </a:lnTo>
                <a:lnTo>
                  <a:pt x="2743976" y="2491196"/>
                </a:lnTo>
                <a:lnTo>
                  <a:pt x="3138208" y="2491196"/>
                </a:lnTo>
                <a:lnTo>
                  <a:pt x="3075305" y="2234946"/>
                </a:lnTo>
                <a:lnTo>
                  <a:pt x="3118207" y="2252919"/>
                </a:lnTo>
                <a:cubicBezTo>
                  <a:pt x="3143889" y="2262107"/>
                  <a:pt x="3170934" y="2266832"/>
                  <a:pt x="3198213" y="2266832"/>
                </a:cubicBezTo>
                <a:cubicBezTo>
                  <a:pt x="3219228" y="2266891"/>
                  <a:pt x="3240157" y="2263789"/>
                  <a:pt x="3260247" y="2257556"/>
                </a:cubicBezTo>
                <a:cubicBezTo>
                  <a:pt x="3313148" y="2243034"/>
                  <a:pt x="3357268" y="2206509"/>
                  <a:pt x="3381415" y="2157259"/>
                </a:cubicBezTo>
                <a:lnTo>
                  <a:pt x="3387792" y="2140156"/>
                </a:lnTo>
                <a:lnTo>
                  <a:pt x="3406054" y="2142475"/>
                </a:lnTo>
                <a:cubicBezTo>
                  <a:pt x="3406054" y="2142475"/>
                  <a:pt x="3414460" y="2142475"/>
                  <a:pt x="3427795" y="2142475"/>
                </a:cubicBezTo>
                <a:cubicBezTo>
                  <a:pt x="3486002" y="2143780"/>
                  <a:pt x="3542992" y="2125749"/>
                  <a:pt x="3589837" y="2091167"/>
                </a:cubicBezTo>
                <a:cubicBezTo>
                  <a:pt x="3633318" y="2050440"/>
                  <a:pt x="3660623" y="1995363"/>
                  <a:pt x="3666653" y="1936083"/>
                </a:cubicBezTo>
                <a:lnTo>
                  <a:pt x="3666653" y="1918691"/>
                </a:lnTo>
                <a:lnTo>
                  <a:pt x="3684047" y="1915212"/>
                </a:lnTo>
                <a:cubicBezTo>
                  <a:pt x="3765762" y="1894457"/>
                  <a:pt x="3838957" y="1848628"/>
                  <a:pt x="3893337" y="1784188"/>
                </a:cubicBezTo>
                <a:cubicBezTo>
                  <a:pt x="3936877" y="1729952"/>
                  <a:pt x="3963575" y="1664151"/>
                  <a:pt x="3970155" y="1594899"/>
                </a:cubicBezTo>
                <a:cubicBezTo>
                  <a:pt x="3684365" y="1680413"/>
                  <a:pt x="3387532" y="1723285"/>
                  <a:pt x="3089219" y="1722154"/>
                </a:cubicBezTo>
                <a:lnTo>
                  <a:pt x="3053274" y="1722154"/>
                </a:lnTo>
                <a:lnTo>
                  <a:pt x="3049506" y="1703313"/>
                </a:lnTo>
                <a:cubicBezTo>
                  <a:pt x="3049506" y="1703313"/>
                  <a:pt x="3004575" y="1470252"/>
                  <a:pt x="3000517" y="1450251"/>
                </a:cubicBezTo>
                <a:lnTo>
                  <a:pt x="3000517" y="1446193"/>
                </a:lnTo>
                <a:cubicBezTo>
                  <a:pt x="2992980" y="1405610"/>
                  <a:pt x="2979935" y="1364157"/>
                  <a:pt x="2942541" y="1364157"/>
                </a:cubicBezTo>
                <a:close/>
                <a:moveTo>
                  <a:pt x="3333399" y="1347802"/>
                </a:moveTo>
                <a:cubicBezTo>
                  <a:pt x="3353919" y="1346526"/>
                  <a:pt x="3374645" y="1348577"/>
                  <a:pt x="3394748" y="1354012"/>
                </a:cubicBezTo>
                <a:cubicBezTo>
                  <a:pt x="3437883" y="1368999"/>
                  <a:pt x="3476755" y="1394160"/>
                  <a:pt x="3508091" y="1427351"/>
                </a:cubicBezTo>
                <a:cubicBezTo>
                  <a:pt x="3463942" y="1436917"/>
                  <a:pt x="3418518" y="1439381"/>
                  <a:pt x="3373587" y="1434598"/>
                </a:cubicBezTo>
                <a:cubicBezTo>
                  <a:pt x="3317931" y="1428801"/>
                  <a:pt x="3273289" y="1361549"/>
                  <a:pt x="3273289" y="1361549"/>
                </a:cubicBezTo>
                <a:cubicBezTo>
                  <a:pt x="3292566" y="1353679"/>
                  <a:pt x="3312879" y="1349077"/>
                  <a:pt x="3333399" y="1347802"/>
                </a:cubicBezTo>
                <a:close/>
                <a:moveTo>
                  <a:pt x="958333" y="1225887"/>
                </a:moveTo>
                <a:cubicBezTo>
                  <a:pt x="954565" y="1225887"/>
                  <a:pt x="948768" y="1230525"/>
                  <a:pt x="946448" y="1230525"/>
                </a:cubicBezTo>
                <a:cubicBezTo>
                  <a:pt x="942275" y="1232264"/>
                  <a:pt x="938448" y="1234699"/>
                  <a:pt x="935144" y="1237772"/>
                </a:cubicBezTo>
                <a:cubicBezTo>
                  <a:pt x="932824" y="1240381"/>
                  <a:pt x="927027" y="1249077"/>
                  <a:pt x="921809" y="1252845"/>
                </a:cubicBezTo>
                <a:cubicBezTo>
                  <a:pt x="916591" y="1256614"/>
                  <a:pt x="910214" y="1262991"/>
                  <a:pt x="906735" y="1265600"/>
                </a:cubicBezTo>
                <a:cubicBezTo>
                  <a:pt x="903257" y="1268209"/>
                  <a:pt x="895720" y="1267919"/>
                  <a:pt x="893401" y="1269948"/>
                </a:cubicBezTo>
                <a:cubicBezTo>
                  <a:pt x="891053" y="1271832"/>
                  <a:pt x="889952" y="1274818"/>
                  <a:pt x="890502" y="1277775"/>
                </a:cubicBezTo>
                <a:lnTo>
                  <a:pt x="890213" y="1277775"/>
                </a:lnTo>
                <a:cubicBezTo>
                  <a:pt x="890473" y="1282848"/>
                  <a:pt x="889980" y="1287921"/>
                  <a:pt x="888763" y="1292848"/>
                </a:cubicBezTo>
                <a:cubicBezTo>
                  <a:pt x="889459" y="1295718"/>
                  <a:pt x="891691" y="1297950"/>
                  <a:pt x="894561" y="1298646"/>
                </a:cubicBezTo>
                <a:cubicBezTo>
                  <a:pt x="905402" y="1297573"/>
                  <a:pt x="916157" y="1301661"/>
                  <a:pt x="923549" y="1309661"/>
                </a:cubicBezTo>
                <a:cubicBezTo>
                  <a:pt x="934853" y="1321256"/>
                  <a:pt x="937752" y="1330822"/>
                  <a:pt x="950797" y="1344446"/>
                </a:cubicBezTo>
                <a:cubicBezTo>
                  <a:pt x="958333" y="1351693"/>
                  <a:pt x="956594" y="1358940"/>
                  <a:pt x="958333" y="1366187"/>
                </a:cubicBezTo>
                <a:cubicBezTo>
                  <a:pt x="956739" y="1374304"/>
                  <a:pt x="954101" y="1382217"/>
                  <a:pt x="950507" y="1389667"/>
                </a:cubicBezTo>
                <a:cubicBezTo>
                  <a:pt x="947405" y="1394044"/>
                  <a:pt x="944014" y="1398218"/>
                  <a:pt x="940361" y="1402132"/>
                </a:cubicBezTo>
                <a:cubicBezTo>
                  <a:pt x="935144" y="1407929"/>
                  <a:pt x="934564" y="1416625"/>
                  <a:pt x="930215" y="1423293"/>
                </a:cubicBezTo>
                <a:cubicBezTo>
                  <a:pt x="924244" y="1429641"/>
                  <a:pt x="924244" y="1439555"/>
                  <a:pt x="930215" y="1445903"/>
                </a:cubicBezTo>
                <a:cubicBezTo>
                  <a:pt x="937260" y="1451788"/>
                  <a:pt x="943694" y="1458397"/>
                  <a:pt x="949347" y="1465615"/>
                </a:cubicBezTo>
                <a:cubicBezTo>
                  <a:pt x="954275" y="1470542"/>
                  <a:pt x="955435" y="1468803"/>
                  <a:pt x="961232" y="1472282"/>
                </a:cubicBezTo>
                <a:cubicBezTo>
                  <a:pt x="967030" y="1475760"/>
                  <a:pt x="970218" y="1480688"/>
                  <a:pt x="977755" y="1483007"/>
                </a:cubicBezTo>
                <a:cubicBezTo>
                  <a:pt x="980973" y="1484485"/>
                  <a:pt x="984683" y="1484485"/>
                  <a:pt x="987901" y="1483007"/>
                </a:cubicBezTo>
                <a:cubicBezTo>
                  <a:pt x="991090" y="1481558"/>
                  <a:pt x="993119" y="1476050"/>
                  <a:pt x="994858" y="1473152"/>
                </a:cubicBezTo>
                <a:cubicBezTo>
                  <a:pt x="996626" y="1467876"/>
                  <a:pt x="998742" y="1462745"/>
                  <a:pt x="1001235" y="1457788"/>
                </a:cubicBezTo>
                <a:cubicBezTo>
                  <a:pt x="1005293" y="1453846"/>
                  <a:pt x="1008627" y="1449236"/>
                  <a:pt x="1011091" y="1444164"/>
                </a:cubicBezTo>
                <a:cubicBezTo>
                  <a:pt x="1011091" y="1444164"/>
                  <a:pt x="1016889" y="1441265"/>
                  <a:pt x="1020947" y="1441265"/>
                </a:cubicBezTo>
                <a:cubicBezTo>
                  <a:pt x="1031063" y="1449034"/>
                  <a:pt x="1040746" y="1457353"/>
                  <a:pt x="1049934" y="1466194"/>
                </a:cubicBezTo>
                <a:cubicBezTo>
                  <a:pt x="1054863" y="1471992"/>
                  <a:pt x="1051674" y="1483587"/>
                  <a:pt x="1049934" y="1489385"/>
                </a:cubicBezTo>
                <a:cubicBezTo>
                  <a:pt x="1047761" y="1502748"/>
                  <a:pt x="1044543" y="1515937"/>
                  <a:pt x="1040369" y="1528808"/>
                </a:cubicBezTo>
                <a:cubicBezTo>
                  <a:pt x="1036426" y="1535040"/>
                  <a:pt x="1033586" y="1541910"/>
                  <a:pt x="1031962" y="1549099"/>
                </a:cubicBezTo>
                <a:cubicBezTo>
                  <a:pt x="1030948" y="1556462"/>
                  <a:pt x="1029295" y="1563738"/>
                  <a:pt x="1027034" y="1570840"/>
                </a:cubicBezTo>
                <a:cubicBezTo>
                  <a:pt x="1025875" y="1574608"/>
                  <a:pt x="1021237" y="1576927"/>
                  <a:pt x="1019498" y="1580695"/>
                </a:cubicBezTo>
                <a:cubicBezTo>
                  <a:pt x="1017874" y="1585334"/>
                  <a:pt x="1019005" y="1590493"/>
                  <a:pt x="1022397" y="1594030"/>
                </a:cubicBezTo>
                <a:cubicBezTo>
                  <a:pt x="1023846" y="1595479"/>
                  <a:pt x="1031962" y="1598088"/>
                  <a:pt x="1036021" y="1600407"/>
                </a:cubicBezTo>
                <a:cubicBezTo>
                  <a:pt x="1040079" y="1602726"/>
                  <a:pt x="1045877" y="1609103"/>
                  <a:pt x="1050515" y="1609103"/>
                </a:cubicBezTo>
                <a:cubicBezTo>
                  <a:pt x="1055964" y="1607799"/>
                  <a:pt x="1061472" y="1606814"/>
                  <a:pt x="1067037" y="1606204"/>
                </a:cubicBezTo>
                <a:cubicBezTo>
                  <a:pt x="1076023" y="1606204"/>
                  <a:pt x="1092256" y="1610553"/>
                  <a:pt x="1094576" y="1604176"/>
                </a:cubicBezTo>
                <a:cubicBezTo>
                  <a:pt x="1097271" y="1591276"/>
                  <a:pt x="1098924" y="1578203"/>
                  <a:pt x="1099503" y="1565042"/>
                </a:cubicBezTo>
                <a:cubicBezTo>
                  <a:pt x="1102663" y="1558230"/>
                  <a:pt x="1105185" y="1551157"/>
                  <a:pt x="1107040" y="1543881"/>
                </a:cubicBezTo>
                <a:cubicBezTo>
                  <a:pt x="1108316" y="1530895"/>
                  <a:pt x="1111244" y="1518140"/>
                  <a:pt x="1115737" y="1505907"/>
                </a:cubicBezTo>
                <a:cubicBezTo>
                  <a:pt x="1119331" y="1497037"/>
                  <a:pt x="1122346" y="1487935"/>
                  <a:pt x="1124723" y="1478659"/>
                </a:cubicBezTo>
                <a:cubicBezTo>
                  <a:pt x="1126462" y="1471122"/>
                  <a:pt x="1119795" y="1455469"/>
                  <a:pt x="1124723" y="1444454"/>
                </a:cubicBezTo>
                <a:cubicBezTo>
                  <a:pt x="1128810" y="1434105"/>
                  <a:pt x="1131071" y="1423119"/>
                  <a:pt x="1131390" y="1411988"/>
                </a:cubicBezTo>
                <a:cubicBezTo>
                  <a:pt x="1132231" y="1406016"/>
                  <a:pt x="1130665" y="1399987"/>
                  <a:pt x="1127042" y="1395175"/>
                </a:cubicBezTo>
                <a:cubicBezTo>
                  <a:pt x="1119215" y="1384449"/>
                  <a:pt x="1114577" y="1373724"/>
                  <a:pt x="1112548" y="1371115"/>
                </a:cubicBezTo>
                <a:cubicBezTo>
                  <a:pt x="1110519" y="1368506"/>
                  <a:pt x="1105881" y="1367637"/>
                  <a:pt x="1101823" y="1364738"/>
                </a:cubicBezTo>
                <a:lnTo>
                  <a:pt x="1094866" y="1360100"/>
                </a:lnTo>
                <a:cubicBezTo>
                  <a:pt x="1092837" y="1358650"/>
                  <a:pt x="1088489" y="1360679"/>
                  <a:pt x="1081821" y="1354012"/>
                </a:cubicBezTo>
                <a:cubicBezTo>
                  <a:pt x="1076922" y="1349345"/>
                  <a:pt x="1072284" y="1344388"/>
                  <a:pt x="1067907" y="1339228"/>
                </a:cubicBezTo>
                <a:cubicBezTo>
                  <a:pt x="1061529" y="1331692"/>
                  <a:pt x="1057472" y="1325314"/>
                  <a:pt x="1052833" y="1320387"/>
                </a:cubicBezTo>
                <a:cubicBezTo>
                  <a:pt x="1037760" y="1303863"/>
                  <a:pt x="1032832" y="1298356"/>
                  <a:pt x="1025585" y="1291399"/>
                </a:cubicBezTo>
                <a:cubicBezTo>
                  <a:pt x="1020512" y="1286094"/>
                  <a:pt x="1015758" y="1280471"/>
                  <a:pt x="1011381" y="1274586"/>
                </a:cubicBezTo>
                <a:cubicBezTo>
                  <a:pt x="1007323" y="1265020"/>
                  <a:pt x="1004714" y="1256034"/>
                  <a:pt x="1002975" y="1253135"/>
                </a:cubicBezTo>
                <a:cubicBezTo>
                  <a:pt x="998888" y="1248091"/>
                  <a:pt x="994307" y="1243425"/>
                  <a:pt x="989350" y="1239221"/>
                </a:cubicBezTo>
                <a:cubicBezTo>
                  <a:pt x="985582" y="1236323"/>
                  <a:pt x="985582" y="1233424"/>
                  <a:pt x="980654" y="1229945"/>
                </a:cubicBezTo>
                <a:cubicBezTo>
                  <a:pt x="973639" y="1226843"/>
                  <a:pt x="965986" y="1225452"/>
                  <a:pt x="958333" y="1225887"/>
                </a:cubicBezTo>
                <a:close/>
                <a:moveTo>
                  <a:pt x="3519269" y="1224750"/>
                </a:moveTo>
                <a:lnTo>
                  <a:pt x="3635057" y="1240671"/>
                </a:lnTo>
                <a:cubicBezTo>
                  <a:pt x="3605112" y="1271571"/>
                  <a:pt x="3566848" y="1293109"/>
                  <a:pt x="3524904" y="1302704"/>
                </a:cubicBezTo>
                <a:cubicBezTo>
                  <a:pt x="3473305" y="1313720"/>
                  <a:pt x="3407212" y="1265600"/>
                  <a:pt x="3407212" y="1265600"/>
                </a:cubicBezTo>
                <a:cubicBezTo>
                  <a:pt x="3422909" y="1252382"/>
                  <a:pt x="3440693" y="1242156"/>
                  <a:pt x="3459684" y="1235239"/>
                </a:cubicBezTo>
                <a:close/>
                <a:moveTo>
                  <a:pt x="3519106" y="1224727"/>
                </a:moveTo>
                <a:lnTo>
                  <a:pt x="3519396" y="1224727"/>
                </a:lnTo>
                <a:lnTo>
                  <a:pt x="3519269" y="1224750"/>
                </a:lnTo>
                <a:close/>
                <a:moveTo>
                  <a:pt x="4892869" y="1087942"/>
                </a:moveTo>
                <a:cubicBezTo>
                  <a:pt x="4889571" y="1088993"/>
                  <a:pt x="4887035" y="1090805"/>
                  <a:pt x="4887325" y="1091964"/>
                </a:cubicBezTo>
                <a:cubicBezTo>
                  <a:pt x="4887904" y="1094283"/>
                  <a:pt x="4877469" y="1106458"/>
                  <a:pt x="4872251" y="1111096"/>
                </a:cubicBezTo>
                <a:cubicBezTo>
                  <a:pt x="4854858" y="1126170"/>
                  <a:pt x="4850801" y="1136315"/>
                  <a:pt x="4843264" y="1141823"/>
                </a:cubicBezTo>
                <a:cubicBezTo>
                  <a:pt x="4831089" y="1151389"/>
                  <a:pt x="4814856" y="1164143"/>
                  <a:pt x="4812537" y="1166752"/>
                </a:cubicBezTo>
                <a:cubicBezTo>
                  <a:pt x="4807869" y="1171448"/>
                  <a:pt x="4803782" y="1176724"/>
                  <a:pt x="4800362" y="1182406"/>
                </a:cubicBezTo>
                <a:cubicBezTo>
                  <a:pt x="4798855" y="1186812"/>
                  <a:pt x="4796826" y="1190986"/>
                  <a:pt x="4794274" y="1194870"/>
                </a:cubicBezTo>
                <a:cubicBezTo>
                  <a:pt x="4791955" y="1197769"/>
                  <a:pt x="4784998" y="1194870"/>
                  <a:pt x="4784998" y="1194870"/>
                </a:cubicBezTo>
                <a:cubicBezTo>
                  <a:pt x="4778360" y="1193044"/>
                  <a:pt x="4772098" y="1190116"/>
                  <a:pt x="4766446" y="1186174"/>
                </a:cubicBezTo>
                <a:cubicBezTo>
                  <a:pt x="4765577" y="1185623"/>
                  <a:pt x="4764851" y="1184869"/>
                  <a:pt x="4764301" y="1184029"/>
                </a:cubicBezTo>
                <a:cubicBezTo>
                  <a:pt x="4762127" y="1180666"/>
                  <a:pt x="4763084" y="1176173"/>
                  <a:pt x="4766446" y="1173999"/>
                </a:cubicBezTo>
                <a:cubicBezTo>
                  <a:pt x="4773316" y="1167158"/>
                  <a:pt x="4779259" y="1159476"/>
                  <a:pt x="4784128" y="1151099"/>
                </a:cubicBezTo>
                <a:cubicBezTo>
                  <a:pt x="4783839" y="1146751"/>
                  <a:pt x="4779490" y="1146751"/>
                  <a:pt x="4779490" y="1146751"/>
                </a:cubicBezTo>
                <a:cubicBezTo>
                  <a:pt x="4765577" y="1150577"/>
                  <a:pt x="4751430" y="1153592"/>
                  <a:pt x="4737168" y="1155737"/>
                </a:cubicBezTo>
                <a:cubicBezTo>
                  <a:pt x="4733544" y="1155534"/>
                  <a:pt x="4730009" y="1154635"/>
                  <a:pt x="4726733" y="1153128"/>
                </a:cubicBezTo>
                <a:cubicBezTo>
                  <a:pt x="4721747" y="1152374"/>
                  <a:pt x="4716761" y="1154374"/>
                  <a:pt x="4713688" y="1158346"/>
                </a:cubicBezTo>
                <a:cubicBezTo>
                  <a:pt x="4703543" y="1175738"/>
                  <a:pt x="4697455" y="1172550"/>
                  <a:pt x="4689918" y="1179796"/>
                </a:cubicBezTo>
                <a:cubicBezTo>
                  <a:pt x="4682324" y="1188058"/>
                  <a:pt x="4676788" y="1198001"/>
                  <a:pt x="4673685" y="1208784"/>
                </a:cubicBezTo>
                <a:cubicBezTo>
                  <a:pt x="4671859" y="1214002"/>
                  <a:pt x="4674061" y="1219742"/>
                  <a:pt x="4678904" y="1222408"/>
                </a:cubicBezTo>
                <a:cubicBezTo>
                  <a:pt x="4689339" y="1229655"/>
                  <a:pt x="4704702" y="1227046"/>
                  <a:pt x="4721805" y="1229655"/>
                </a:cubicBezTo>
                <a:cubicBezTo>
                  <a:pt x="4725951" y="1230090"/>
                  <a:pt x="4730124" y="1230090"/>
                  <a:pt x="4734270" y="1229655"/>
                </a:cubicBezTo>
                <a:cubicBezTo>
                  <a:pt x="4743749" y="1227307"/>
                  <a:pt x="4753517" y="1226438"/>
                  <a:pt x="4763257" y="1227046"/>
                </a:cubicBezTo>
                <a:cubicBezTo>
                  <a:pt x="4772272" y="1230351"/>
                  <a:pt x="4780766" y="1234931"/>
                  <a:pt x="4788476" y="1240671"/>
                </a:cubicBezTo>
                <a:cubicBezTo>
                  <a:pt x="4794274" y="1244439"/>
                  <a:pt x="4802970" y="1251106"/>
                  <a:pt x="4807319" y="1254295"/>
                </a:cubicBezTo>
                <a:cubicBezTo>
                  <a:pt x="4815406" y="1260208"/>
                  <a:pt x="4823175" y="1266586"/>
                  <a:pt x="4830509" y="1273427"/>
                </a:cubicBezTo>
                <a:cubicBezTo>
                  <a:pt x="4835378" y="1277572"/>
                  <a:pt x="4840626" y="1281253"/>
                  <a:pt x="4846162" y="1284442"/>
                </a:cubicBezTo>
                <a:cubicBezTo>
                  <a:pt x="4851988" y="1286906"/>
                  <a:pt x="4857294" y="1290471"/>
                  <a:pt x="4861816" y="1294877"/>
                </a:cubicBezTo>
                <a:cubicBezTo>
                  <a:pt x="4869351" y="1305226"/>
                  <a:pt x="4879295" y="1313603"/>
                  <a:pt x="4890804" y="1319227"/>
                </a:cubicBezTo>
                <a:cubicBezTo>
                  <a:pt x="4894282" y="1320387"/>
                  <a:pt x="4904137" y="1331692"/>
                  <a:pt x="4909066" y="1334011"/>
                </a:cubicBezTo>
                <a:cubicBezTo>
                  <a:pt x="4915471" y="1337953"/>
                  <a:pt x="4921241" y="1342823"/>
                  <a:pt x="4926168" y="1348505"/>
                </a:cubicBezTo>
                <a:cubicBezTo>
                  <a:pt x="4921559" y="1354360"/>
                  <a:pt x="4913675" y="1356476"/>
                  <a:pt x="4906747" y="1353722"/>
                </a:cubicBezTo>
                <a:cubicBezTo>
                  <a:pt x="4903558" y="1351693"/>
                  <a:pt x="4891673" y="1349664"/>
                  <a:pt x="4889065" y="1347055"/>
                </a:cubicBezTo>
                <a:cubicBezTo>
                  <a:pt x="4885905" y="1342794"/>
                  <a:pt x="4883353" y="1338127"/>
                  <a:pt x="4881528" y="1333141"/>
                </a:cubicBezTo>
                <a:cubicBezTo>
                  <a:pt x="4880079" y="1330822"/>
                  <a:pt x="4874281" y="1327344"/>
                  <a:pt x="4870802" y="1322995"/>
                </a:cubicBezTo>
                <a:cubicBezTo>
                  <a:pt x="4867584" y="1317836"/>
                  <a:pt x="4863467" y="1313314"/>
                  <a:pt x="4858626" y="1309661"/>
                </a:cubicBezTo>
                <a:cubicBezTo>
                  <a:pt x="4855148" y="1307632"/>
                  <a:pt x="4849350" y="1307632"/>
                  <a:pt x="4849350" y="1307632"/>
                </a:cubicBezTo>
                <a:cubicBezTo>
                  <a:pt x="4839495" y="1301255"/>
                  <a:pt x="4841815" y="1302414"/>
                  <a:pt x="4837176" y="1301255"/>
                </a:cubicBezTo>
                <a:cubicBezTo>
                  <a:pt x="4832538" y="1300095"/>
                  <a:pt x="4826740" y="1291979"/>
                  <a:pt x="4824421" y="1291979"/>
                </a:cubicBezTo>
                <a:cubicBezTo>
                  <a:pt x="4818246" y="1288442"/>
                  <a:pt x="4812333" y="1284471"/>
                  <a:pt x="4806739" y="1280094"/>
                </a:cubicBezTo>
                <a:cubicBezTo>
                  <a:pt x="4802680" y="1277485"/>
                  <a:pt x="4796594" y="1270238"/>
                  <a:pt x="4793115" y="1268209"/>
                </a:cubicBezTo>
                <a:cubicBezTo>
                  <a:pt x="4790361" y="1267339"/>
                  <a:pt x="4787549" y="1266643"/>
                  <a:pt x="4784708" y="1266180"/>
                </a:cubicBezTo>
                <a:cubicBezTo>
                  <a:pt x="4779780" y="1264730"/>
                  <a:pt x="4775722" y="1252556"/>
                  <a:pt x="4770214" y="1252556"/>
                </a:cubicBezTo>
                <a:cubicBezTo>
                  <a:pt x="4753981" y="1251396"/>
                  <a:pt x="4740936" y="1265020"/>
                  <a:pt x="4736589" y="1265020"/>
                </a:cubicBezTo>
                <a:cubicBezTo>
                  <a:pt x="4730529" y="1266586"/>
                  <a:pt x="4725080" y="1269919"/>
                  <a:pt x="4720935" y="1274586"/>
                </a:cubicBezTo>
                <a:cubicBezTo>
                  <a:pt x="4715427" y="1278644"/>
                  <a:pt x="4713399" y="1280674"/>
                  <a:pt x="4715427" y="1286471"/>
                </a:cubicBezTo>
                <a:cubicBezTo>
                  <a:pt x="4717196" y="1290675"/>
                  <a:pt x="4720384" y="1294153"/>
                  <a:pt x="4724413" y="1296327"/>
                </a:cubicBezTo>
                <a:cubicBezTo>
                  <a:pt x="4729429" y="1299719"/>
                  <a:pt x="4735197" y="1301835"/>
                  <a:pt x="4741226" y="1302414"/>
                </a:cubicBezTo>
                <a:cubicBezTo>
                  <a:pt x="4746879" y="1302066"/>
                  <a:pt x="4752532" y="1303371"/>
                  <a:pt x="4757459" y="1306183"/>
                </a:cubicBezTo>
                <a:cubicBezTo>
                  <a:pt x="4759779" y="1308792"/>
                  <a:pt x="4769055" y="1313720"/>
                  <a:pt x="4764996" y="1316328"/>
                </a:cubicBezTo>
                <a:cubicBezTo>
                  <a:pt x="4760011" y="1318995"/>
                  <a:pt x="4754763" y="1321140"/>
                  <a:pt x="4749344" y="1322706"/>
                </a:cubicBezTo>
                <a:cubicBezTo>
                  <a:pt x="4745575" y="1323865"/>
                  <a:pt x="4738618" y="1330242"/>
                  <a:pt x="4736009" y="1331982"/>
                </a:cubicBezTo>
                <a:cubicBezTo>
                  <a:pt x="4733399" y="1333721"/>
                  <a:pt x="4731372" y="1333721"/>
                  <a:pt x="4727313" y="1333721"/>
                </a:cubicBezTo>
                <a:cubicBezTo>
                  <a:pt x="4722442" y="1332880"/>
                  <a:pt x="4717718" y="1331199"/>
                  <a:pt x="4713399" y="1328793"/>
                </a:cubicBezTo>
                <a:cubicBezTo>
                  <a:pt x="4707370" y="1324300"/>
                  <a:pt x="4700963" y="1320329"/>
                  <a:pt x="4694266" y="1316908"/>
                </a:cubicBezTo>
                <a:cubicBezTo>
                  <a:pt x="4687890" y="1314589"/>
                  <a:pt x="4676294" y="1314009"/>
                  <a:pt x="4673975" y="1311401"/>
                </a:cubicBezTo>
                <a:cubicBezTo>
                  <a:pt x="4671657" y="1308792"/>
                  <a:pt x="4667598" y="1297486"/>
                  <a:pt x="4664989" y="1294877"/>
                </a:cubicBezTo>
                <a:cubicBezTo>
                  <a:pt x="4656843" y="1288326"/>
                  <a:pt x="4646293" y="1285602"/>
                  <a:pt x="4636001" y="1287341"/>
                </a:cubicBezTo>
                <a:cubicBezTo>
                  <a:pt x="4629594" y="1290123"/>
                  <a:pt x="4623653" y="1293834"/>
                  <a:pt x="4618319" y="1298356"/>
                </a:cubicBezTo>
                <a:cubicBezTo>
                  <a:pt x="4615709" y="1300675"/>
                  <a:pt x="4608174" y="1307052"/>
                  <a:pt x="4608752" y="1309951"/>
                </a:cubicBezTo>
                <a:cubicBezTo>
                  <a:pt x="4609333" y="1312850"/>
                  <a:pt x="4612231" y="1316908"/>
                  <a:pt x="4612231" y="1319807"/>
                </a:cubicBezTo>
                <a:cubicBezTo>
                  <a:pt x="4611942" y="1330822"/>
                  <a:pt x="4619768" y="1335460"/>
                  <a:pt x="4622378" y="1338069"/>
                </a:cubicBezTo>
                <a:cubicBezTo>
                  <a:pt x="4624985" y="1340678"/>
                  <a:pt x="4639479" y="1344736"/>
                  <a:pt x="4644118" y="1349085"/>
                </a:cubicBezTo>
                <a:cubicBezTo>
                  <a:pt x="4650988" y="1355491"/>
                  <a:pt x="4658467" y="1361230"/>
                  <a:pt x="4666438" y="1366187"/>
                </a:cubicBezTo>
                <a:cubicBezTo>
                  <a:pt x="4674295" y="1370970"/>
                  <a:pt x="4681657" y="1376507"/>
                  <a:pt x="4688469" y="1382710"/>
                </a:cubicBezTo>
                <a:cubicBezTo>
                  <a:pt x="4694266" y="1390247"/>
                  <a:pt x="4690208" y="1394885"/>
                  <a:pt x="4685571" y="1396334"/>
                </a:cubicBezTo>
                <a:cubicBezTo>
                  <a:pt x="4670206" y="1400103"/>
                  <a:pt x="4643538" y="1416625"/>
                  <a:pt x="4629624" y="1408799"/>
                </a:cubicBezTo>
                <a:cubicBezTo>
                  <a:pt x="4624117" y="1405320"/>
                  <a:pt x="4613101" y="1395755"/>
                  <a:pt x="4600637" y="1386768"/>
                </a:cubicBezTo>
                <a:cubicBezTo>
                  <a:pt x="4593680" y="1380681"/>
                  <a:pt x="4586722" y="1376043"/>
                  <a:pt x="4584982" y="1380681"/>
                </a:cubicBezTo>
                <a:cubicBezTo>
                  <a:pt x="4583243" y="1385319"/>
                  <a:pt x="4592810" y="1411988"/>
                  <a:pt x="4584982" y="1419814"/>
                </a:cubicBezTo>
                <a:cubicBezTo>
                  <a:pt x="4580925" y="1423583"/>
                  <a:pt x="4573098" y="1429960"/>
                  <a:pt x="4569330" y="1433728"/>
                </a:cubicBezTo>
                <a:cubicBezTo>
                  <a:pt x="4573824" y="1442714"/>
                  <a:pt x="4580750" y="1450251"/>
                  <a:pt x="4589331" y="1455469"/>
                </a:cubicBezTo>
                <a:cubicBezTo>
                  <a:pt x="4595564" y="1458020"/>
                  <a:pt x="4601332" y="1461556"/>
                  <a:pt x="4606435" y="1465905"/>
                </a:cubicBezTo>
                <a:cubicBezTo>
                  <a:pt x="4613855" y="1470456"/>
                  <a:pt x="4621594" y="1474427"/>
                  <a:pt x="4629624" y="1477789"/>
                </a:cubicBezTo>
                <a:cubicBezTo>
                  <a:pt x="4640640" y="1484167"/>
                  <a:pt x="4652234" y="1471992"/>
                  <a:pt x="4664410" y="1467934"/>
                </a:cubicBezTo>
                <a:cubicBezTo>
                  <a:pt x="4666149" y="1467644"/>
                  <a:pt x="4676294" y="1469093"/>
                  <a:pt x="4681222" y="1464165"/>
                </a:cubicBezTo>
                <a:cubicBezTo>
                  <a:pt x="4686933" y="1458918"/>
                  <a:pt x="4693630" y="1454889"/>
                  <a:pt x="4700933" y="1452280"/>
                </a:cubicBezTo>
                <a:cubicBezTo>
                  <a:pt x="4707021" y="1448802"/>
                  <a:pt x="4711370" y="1444743"/>
                  <a:pt x="4716878" y="1440685"/>
                </a:cubicBezTo>
                <a:cubicBezTo>
                  <a:pt x="4722385" y="1436627"/>
                  <a:pt x="4725574" y="1429670"/>
                  <a:pt x="4732530" y="1423872"/>
                </a:cubicBezTo>
                <a:cubicBezTo>
                  <a:pt x="4739487" y="1418075"/>
                  <a:pt x="4762677" y="1435177"/>
                  <a:pt x="4766155" y="1437787"/>
                </a:cubicBezTo>
                <a:cubicBezTo>
                  <a:pt x="4769634" y="1440395"/>
                  <a:pt x="4771953" y="1440395"/>
                  <a:pt x="4779490" y="1445034"/>
                </a:cubicBezTo>
                <a:cubicBezTo>
                  <a:pt x="4787027" y="1449671"/>
                  <a:pt x="4790216" y="1453150"/>
                  <a:pt x="4796882" y="1457788"/>
                </a:cubicBezTo>
                <a:cubicBezTo>
                  <a:pt x="4801811" y="1459904"/>
                  <a:pt x="4807261" y="1460513"/>
                  <a:pt x="4812537" y="1459527"/>
                </a:cubicBezTo>
                <a:cubicBezTo>
                  <a:pt x="4818623" y="1459237"/>
                  <a:pt x="4826450" y="1452280"/>
                  <a:pt x="4831378" y="1449092"/>
                </a:cubicBezTo>
                <a:cubicBezTo>
                  <a:pt x="4836307" y="1445903"/>
                  <a:pt x="4831378" y="1437787"/>
                  <a:pt x="4831378" y="1437787"/>
                </a:cubicBezTo>
                <a:cubicBezTo>
                  <a:pt x="4826740" y="1428221"/>
                  <a:pt x="4825582" y="1420974"/>
                  <a:pt x="4823552" y="1417205"/>
                </a:cubicBezTo>
                <a:cubicBezTo>
                  <a:pt x="4817174" y="1407350"/>
                  <a:pt x="4819493" y="1397784"/>
                  <a:pt x="4817174" y="1395175"/>
                </a:cubicBezTo>
                <a:cubicBezTo>
                  <a:pt x="4814856" y="1392566"/>
                  <a:pt x="4809348" y="1394595"/>
                  <a:pt x="4804709" y="1390826"/>
                </a:cubicBezTo>
                <a:cubicBezTo>
                  <a:pt x="4800072" y="1387058"/>
                  <a:pt x="4791086" y="1385029"/>
                  <a:pt x="4787027" y="1382420"/>
                </a:cubicBezTo>
                <a:cubicBezTo>
                  <a:pt x="4782969" y="1379811"/>
                  <a:pt x="4781520" y="1376043"/>
                  <a:pt x="4781520" y="1373724"/>
                </a:cubicBezTo>
                <a:cubicBezTo>
                  <a:pt x="4785635" y="1368158"/>
                  <a:pt x="4791578" y="1364245"/>
                  <a:pt x="4798333" y="1362708"/>
                </a:cubicBezTo>
                <a:cubicBezTo>
                  <a:pt x="4806797" y="1361781"/>
                  <a:pt x="4815348" y="1361781"/>
                  <a:pt x="4823842" y="1362708"/>
                </a:cubicBezTo>
                <a:cubicBezTo>
                  <a:pt x="4830015" y="1364303"/>
                  <a:pt x="4836509" y="1364303"/>
                  <a:pt x="4842683" y="1362708"/>
                </a:cubicBezTo>
                <a:cubicBezTo>
                  <a:pt x="4857699" y="1360592"/>
                  <a:pt x="4872947" y="1363781"/>
                  <a:pt x="4885875" y="1371695"/>
                </a:cubicBezTo>
                <a:cubicBezTo>
                  <a:pt x="4891963" y="1376333"/>
                  <a:pt x="4899790" y="1381840"/>
                  <a:pt x="4900368" y="1386768"/>
                </a:cubicBezTo>
                <a:cubicBezTo>
                  <a:pt x="4900949" y="1391696"/>
                  <a:pt x="4908196" y="1399523"/>
                  <a:pt x="4910225" y="1399523"/>
                </a:cubicBezTo>
                <a:cubicBezTo>
                  <a:pt x="4915152" y="1399726"/>
                  <a:pt x="4919820" y="1401813"/>
                  <a:pt x="4923270" y="1405320"/>
                </a:cubicBezTo>
                <a:cubicBezTo>
                  <a:pt x="4933125" y="1416365"/>
                  <a:pt x="4945879" y="1424394"/>
                  <a:pt x="4960083" y="1428510"/>
                </a:cubicBezTo>
                <a:cubicBezTo>
                  <a:pt x="4969476" y="1425989"/>
                  <a:pt x="4978172" y="1421437"/>
                  <a:pt x="4985592" y="1415176"/>
                </a:cubicBezTo>
                <a:cubicBezTo>
                  <a:pt x="4994028" y="1408393"/>
                  <a:pt x="5000203" y="1399175"/>
                  <a:pt x="5003276" y="1388797"/>
                </a:cubicBezTo>
                <a:cubicBezTo>
                  <a:pt x="5003855" y="1382710"/>
                  <a:pt x="4998347" y="1382420"/>
                  <a:pt x="4997478" y="1375753"/>
                </a:cubicBezTo>
                <a:cubicBezTo>
                  <a:pt x="4996608" y="1369086"/>
                  <a:pt x="4991971" y="1367637"/>
                  <a:pt x="4991971" y="1364738"/>
                </a:cubicBezTo>
                <a:cubicBezTo>
                  <a:pt x="4991971" y="1361839"/>
                  <a:pt x="4991971" y="1354882"/>
                  <a:pt x="4991971" y="1351693"/>
                </a:cubicBezTo>
                <a:cubicBezTo>
                  <a:pt x="4989333" y="1348273"/>
                  <a:pt x="4986201" y="1345258"/>
                  <a:pt x="4982694" y="1342707"/>
                </a:cubicBezTo>
                <a:cubicBezTo>
                  <a:pt x="4975361" y="1342359"/>
                  <a:pt x="4968259" y="1340069"/>
                  <a:pt x="4962112" y="1336040"/>
                </a:cubicBezTo>
                <a:cubicBezTo>
                  <a:pt x="4959795" y="1333431"/>
                  <a:pt x="4954865" y="1330242"/>
                  <a:pt x="4957765" y="1326764"/>
                </a:cubicBezTo>
                <a:cubicBezTo>
                  <a:pt x="4962983" y="1321952"/>
                  <a:pt x="4968954" y="1318039"/>
                  <a:pt x="4975447" y="1315169"/>
                </a:cubicBezTo>
                <a:lnTo>
                  <a:pt x="4990231" y="1307052"/>
                </a:lnTo>
                <a:cubicBezTo>
                  <a:pt x="4992549" y="1305603"/>
                  <a:pt x="5003855" y="1300965"/>
                  <a:pt x="5003855" y="1300965"/>
                </a:cubicBezTo>
                <a:cubicBezTo>
                  <a:pt x="5015827" y="1292269"/>
                  <a:pt x="5029973" y="1287051"/>
                  <a:pt x="5044728" y="1285891"/>
                </a:cubicBezTo>
                <a:cubicBezTo>
                  <a:pt x="5054583" y="1286181"/>
                  <a:pt x="5071106" y="1294877"/>
                  <a:pt x="5071977" y="1289370"/>
                </a:cubicBezTo>
                <a:cubicBezTo>
                  <a:pt x="5072846" y="1283862"/>
                  <a:pt x="5083861" y="1279804"/>
                  <a:pt x="5087920" y="1276905"/>
                </a:cubicBezTo>
                <a:cubicBezTo>
                  <a:pt x="5091602" y="1274586"/>
                  <a:pt x="5093774" y="1270528"/>
                  <a:pt x="5093718" y="1266180"/>
                </a:cubicBezTo>
                <a:cubicBezTo>
                  <a:pt x="5093137" y="1260064"/>
                  <a:pt x="5091862" y="1254034"/>
                  <a:pt x="5089949" y="1248207"/>
                </a:cubicBezTo>
                <a:cubicBezTo>
                  <a:pt x="5088210" y="1243309"/>
                  <a:pt x="5084034" y="1239656"/>
                  <a:pt x="5078934" y="1238641"/>
                </a:cubicBezTo>
                <a:cubicBezTo>
                  <a:pt x="5076324" y="1237192"/>
                  <a:pt x="5076324" y="1239801"/>
                  <a:pt x="5071397" y="1238641"/>
                </a:cubicBezTo>
                <a:cubicBezTo>
                  <a:pt x="5066469" y="1237482"/>
                  <a:pt x="5034582" y="1212263"/>
                  <a:pt x="5019798" y="1220669"/>
                </a:cubicBezTo>
                <a:cubicBezTo>
                  <a:pt x="5012551" y="1224727"/>
                  <a:pt x="5017190" y="1236612"/>
                  <a:pt x="5009362" y="1243570"/>
                </a:cubicBezTo>
                <a:cubicBezTo>
                  <a:pt x="5005912" y="1246294"/>
                  <a:pt x="5001970" y="1248352"/>
                  <a:pt x="4997768" y="1249657"/>
                </a:cubicBezTo>
                <a:cubicBezTo>
                  <a:pt x="4993710" y="1251976"/>
                  <a:pt x="4987332" y="1254005"/>
                  <a:pt x="4984143" y="1251976"/>
                </a:cubicBezTo>
                <a:cubicBezTo>
                  <a:pt x="4980955" y="1249946"/>
                  <a:pt x="4978055" y="1246468"/>
                  <a:pt x="4969940" y="1246468"/>
                </a:cubicBezTo>
                <a:cubicBezTo>
                  <a:pt x="4957185" y="1248497"/>
                  <a:pt x="4962693" y="1255454"/>
                  <a:pt x="4959214" y="1258353"/>
                </a:cubicBezTo>
                <a:cubicBezTo>
                  <a:pt x="4955736" y="1261252"/>
                  <a:pt x="4949938" y="1258353"/>
                  <a:pt x="4947328" y="1258353"/>
                </a:cubicBezTo>
                <a:cubicBezTo>
                  <a:pt x="4943271" y="1258962"/>
                  <a:pt x="4939154" y="1258353"/>
                  <a:pt x="4935444" y="1256614"/>
                </a:cubicBezTo>
                <a:cubicBezTo>
                  <a:pt x="4933705" y="1255164"/>
                  <a:pt x="4925299" y="1265890"/>
                  <a:pt x="4925878" y="1269948"/>
                </a:cubicBezTo>
                <a:cubicBezTo>
                  <a:pt x="4926458" y="1274006"/>
                  <a:pt x="4936025" y="1275166"/>
                  <a:pt x="4932256" y="1283862"/>
                </a:cubicBezTo>
                <a:cubicBezTo>
                  <a:pt x="4928487" y="1292558"/>
                  <a:pt x="4917182" y="1292558"/>
                  <a:pt x="4909066" y="1283862"/>
                </a:cubicBezTo>
                <a:cubicBezTo>
                  <a:pt x="4900949" y="1275166"/>
                  <a:pt x="4922690" y="1273137"/>
                  <a:pt x="4913703" y="1267629"/>
                </a:cubicBezTo>
                <a:cubicBezTo>
                  <a:pt x="4904717" y="1262122"/>
                  <a:pt x="4905008" y="1248787"/>
                  <a:pt x="4908196" y="1248207"/>
                </a:cubicBezTo>
                <a:cubicBezTo>
                  <a:pt x="4911384" y="1247628"/>
                  <a:pt x="4933995" y="1244439"/>
                  <a:pt x="4933995" y="1244439"/>
                </a:cubicBezTo>
                <a:cubicBezTo>
                  <a:pt x="4962112" y="1235743"/>
                  <a:pt x="4971389" y="1237192"/>
                  <a:pt x="4976606" y="1231685"/>
                </a:cubicBezTo>
                <a:cubicBezTo>
                  <a:pt x="4979766" y="1227017"/>
                  <a:pt x="4981013" y="1221307"/>
                  <a:pt x="4980085" y="1215741"/>
                </a:cubicBezTo>
                <a:cubicBezTo>
                  <a:pt x="4980085" y="1211683"/>
                  <a:pt x="4990231" y="1204146"/>
                  <a:pt x="4992549" y="1204146"/>
                </a:cubicBezTo>
                <a:cubicBezTo>
                  <a:pt x="5000203" y="1201624"/>
                  <a:pt x="5008319" y="1200841"/>
                  <a:pt x="5016319" y="1201827"/>
                </a:cubicBezTo>
                <a:cubicBezTo>
                  <a:pt x="5024146" y="1202697"/>
                  <a:pt x="5037191" y="1199798"/>
                  <a:pt x="5037191" y="1192551"/>
                </a:cubicBezTo>
                <a:cubicBezTo>
                  <a:pt x="5039539" y="1185130"/>
                  <a:pt x="5038814" y="1177101"/>
                  <a:pt x="5035162" y="1170230"/>
                </a:cubicBezTo>
                <a:cubicBezTo>
                  <a:pt x="5033161" y="1167796"/>
                  <a:pt x="5030553" y="1165912"/>
                  <a:pt x="5027625" y="1164723"/>
                </a:cubicBezTo>
                <a:cubicBezTo>
                  <a:pt x="5025017" y="1164143"/>
                  <a:pt x="5023566" y="1158636"/>
                  <a:pt x="5020668" y="1158636"/>
                </a:cubicBezTo>
                <a:cubicBezTo>
                  <a:pt x="5012841" y="1155447"/>
                  <a:pt x="5005594" y="1162114"/>
                  <a:pt x="4997188" y="1164723"/>
                </a:cubicBezTo>
                <a:cubicBezTo>
                  <a:pt x="4988782" y="1167332"/>
                  <a:pt x="4971679" y="1170810"/>
                  <a:pt x="4971679" y="1167332"/>
                </a:cubicBezTo>
                <a:cubicBezTo>
                  <a:pt x="4971679" y="1163854"/>
                  <a:pt x="4974288" y="1153418"/>
                  <a:pt x="4971679" y="1150809"/>
                </a:cubicBezTo>
                <a:cubicBezTo>
                  <a:pt x="4966375" y="1148635"/>
                  <a:pt x="4960460" y="1148635"/>
                  <a:pt x="4955156" y="1150809"/>
                </a:cubicBezTo>
                <a:cubicBezTo>
                  <a:pt x="4952836" y="1153128"/>
                  <a:pt x="4951097" y="1163274"/>
                  <a:pt x="4946460" y="1168491"/>
                </a:cubicBezTo>
                <a:cubicBezTo>
                  <a:pt x="4941532" y="1172434"/>
                  <a:pt x="4935618" y="1174927"/>
                  <a:pt x="4929356" y="1175738"/>
                </a:cubicBezTo>
                <a:cubicBezTo>
                  <a:pt x="4922690" y="1177477"/>
                  <a:pt x="4911674" y="1185594"/>
                  <a:pt x="4913994" y="1189942"/>
                </a:cubicBezTo>
                <a:cubicBezTo>
                  <a:pt x="4916313" y="1194290"/>
                  <a:pt x="4919792" y="1190522"/>
                  <a:pt x="4924719" y="1194290"/>
                </a:cubicBezTo>
                <a:cubicBezTo>
                  <a:pt x="4929646" y="1198059"/>
                  <a:pt x="4936893" y="1198059"/>
                  <a:pt x="4938923" y="1201247"/>
                </a:cubicBezTo>
                <a:cubicBezTo>
                  <a:pt x="4940952" y="1204436"/>
                  <a:pt x="4940081" y="1220669"/>
                  <a:pt x="4929646" y="1222119"/>
                </a:cubicBezTo>
                <a:cubicBezTo>
                  <a:pt x="4925588" y="1222698"/>
                  <a:pt x="4911384" y="1227626"/>
                  <a:pt x="4907325" y="1220669"/>
                </a:cubicBezTo>
                <a:cubicBezTo>
                  <a:pt x="4905876" y="1218350"/>
                  <a:pt x="4909066" y="1215161"/>
                  <a:pt x="4908776" y="1209944"/>
                </a:cubicBezTo>
                <a:cubicBezTo>
                  <a:pt x="4908486" y="1204726"/>
                  <a:pt x="4897470" y="1199218"/>
                  <a:pt x="4897180" y="1196029"/>
                </a:cubicBezTo>
                <a:cubicBezTo>
                  <a:pt x="4896890" y="1192841"/>
                  <a:pt x="4895151" y="1191392"/>
                  <a:pt x="4899790" y="1187334"/>
                </a:cubicBezTo>
                <a:cubicBezTo>
                  <a:pt x="4908544" y="1178753"/>
                  <a:pt x="4916051" y="1168984"/>
                  <a:pt x="4922109" y="1158346"/>
                </a:cubicBezTo>
                <a:cubicBezTo>
                  <a:pt x="4922603" y="1154607"/>
                  <a:pt x="4924457" y="1151215"/>
                  <a:pt x="4927327" y="1148780"/>
                </a:cubicBezTo>
                <a:cubicBezTo>
                  <a:pt x="4932835" y="1143852"/>
                  <a:pt x="4939503" y="1136025"/>
                  <a:pt x="4936313" y="1133416"/>
                </a:cubicBezTo>
                <a:cubicBezTo>
                  <a:pt x="4933125" y="1130605"/>
                  <a:pt x="4928951" y="1129242"/>
                  <a:pt x="4924719" y="1129648"/>
                </a:cubicBezTo>
                <a:cubicBezTo>
                  <a:pt x="4919183" y="1129967"/>
                  <a:pt x="4913849" y="1131880"/>
                  <a:pt x="4909355" y="1135156"/>
                </a:cubicBezTo>
                <a:cubicBezTo>
                  <a:pt x="4907587" y="1138315"/>
                  <a:pt x="4905558" y="1141330"/>
                  <a:pt x="4903268" y="1144142"/>
                </a:cubicBezTo>
                <a:cubicBezTo>
                  <a:pt x="4896108" y="1151678"/>
                  <a:pt x="4888543" y="1158839"/>
                  <a:pt x="4880657" y="1165593"/>
                </a:cubicBezTo>
                <a:cubicBezTo>
                  <a:pt x="4876310" y="1169361"/>
                  <a:pt x="4869642" y="1181246"/>
                  <a:pt x="4867034" y="1183275"/>
                </a:cubicBezTo>
                <a:cubicBezTo>
                  <a:pt x="4864424" y="1185304"/>
                  <a:pt x="4845003" y="1201827"/>
                  <a:pt x="4842683" y="1204436"/>
                </a:cubicBezTo>
                <a:cubicBezTo>
                  <a:pt x="4837524" y="1208349"/>
                  <a:pt x="4835233" y="1214988"/>
                  <a:pt x="4836885" y="1221249"/>
                </a:cubicBezTo>
                <a:cubicBezTo>
                  <a:pt x="4838336" y="1224147"/>
                  <a:pt x="4842683" y="1223858"/>
                  <a:pt x="4845583" y="1224147"/>
                </a:cubicBezTo>
                <a:cubicBezTo>
                  <a:pt x="4848481" y="1224438"/>
                  <a:pt x="4852830" y="1225597"/>
                  <a:pt x="4855438" y="1222698"/>
                </a:cubicBezTo>
                <a:cubicBezTo>
                  <a:pt x="4858048" y="1219800"/>
                  <a:pt x="4863265" y="1214002"/>
                  <a:pt x="4868773" y="1216901"/>
                </a:cubicBezTo>
                <a:cubicBezTo>
                  <a:pt x="4874281" y="1219800"/>
                  <a:pt x="4872541" y="1225597"/>
                  <a:pt x="4867034" y="1228496"/>
                </a:cubicBezTo>
                <a:cubicBezTo>
                  <a:pt x="4861526" y="1231394"/>
                  <a:pt x="4861816" y="1235453"/>
                  <a:pt x="4861526" y="1238641"/>
                </a:cubicBezTo>
                <a:cubicBezTo>
                  <a:pt x="4861236" y="1241830"/>
                  <a:pt x="4867034" y="1240960"/>
                  <a:pt x="4873120" y="1244149"/>
                </a:cubicBezTo>
                <a:cubicBezTo>
                  <a:pt x="4879208" y="1247338"/>
                  <a:pt x="4884135" y="1249367"/>
                  <a:pt x="4881528" y="1254875"/>
                </a:cubicBezTo>
                <a:cubicBezTo>
                  <a:pt x="4880512" y="1257484"/>
                  <a:pt x="4877932" y="1259136"/>
                  <a:pt x="4875149" y="1258933"/>
                </a:cubicBezTo>
                <a:cubicBezTo>
                  <a:pt x="4871352" y="1258556"/>
                  <a:pt x="4867642" y="1257570"/>
                  <a:pt x="4864134" y="1256034"/>
                </a:cubicBezTo>
                <a:cubicBezTo>
                  <a:pt x="4860220" y="1254295"/>
                  <a:pt x="4856453" y="1252266"/>
                  <a:pt x="4852830" y="1249946"/>
                </a:cubicBezTo>
                <a:cubicBezTo>
                  <a:pt x="4847292" y="1244903"/>
                  <a:pt x="4841293" y="1240439"/>
                  <a:pt x="4834856" y="1236612"/>
                </a:cubicBezTo>
                <a:cubicBezTo>
                  <a:pt x="4831291" y="1233743"/>
                  <a:pt x="4827899" y="1230641"/>
                  <a:pt x="4824711" y="1227336"/>
                </a:cubicBezTo>
                <a:cubicBezTo>
                  <a:pt x="4821813" y="1224727"/>
                  <a:pt x="4813115" y="1222408"/>
                  <a:pt x="4810798" y="1218350"/>
                </a:cubicBezTo>
                <a:cubicBezTo>
                  <a:pt x="4809377" y="1214727"/>
                  <a:pt x="4809377" y="1210668"/>
                  <a:pt x="4810798" y="1207045"/>
                </a:cubicBezTo>
                <a:cubicBezTo>
                  <a:pt x="4812537" y="1203276"/>
                  <a:pt x="4823842" y="1201537"/>
                  <a:pt x="4826740" y="1199798"/>
                </a:cubicBezTo>
                <a:cubicBezTo>
                  <a:pt x="4829638" y="1198059"/>
                  <a:pt x="4830219" y="1195740"/>
                  <a:pt x="4837176" y="1190522"/>
                </a:cubicBezTo>
                <a:cubicBezTo>
                  <a:pt x="4844132" y="1185304"/>
                  <a:pt x="4845583" y="1177768"/>
                  <a:pt x="4848481" y="1174869"/>
                </a:cubicBezTo>
                <a:cubicBezTo>
                  <a:pt x="4851379" y="1171970"/>
                  <a:pt x="4864424" y="1158346"/>
                  <a:pt x="4868193" y="1154288"/>
                </a:cubicBezTo>
                <a:cubicBezTo>
                  <a:pt x="4871961" y="1150229"/>
                  <a:pt x="4877469" y="1146751"/>
                  <a:pt x="4879208" y="1145011"/>
                </a:cubicBezTo>
                <a:cubicBezTo>
                  <a:pt x="4880947" y="1143272"/>
                  <a:pt x="4886165" y="1137764"/>
                  <a:pt x="4888194" y="1137764"/>
                </a:cubicBezTo>
                <a:cubicBezTo>
                  <a:pt x="4891527" y="1136489"/>
                  <a:pt x="4894165" y="1133851"/>
                  <a:pt x="4895441" y="1130518"/>
                </a:cubicBezTo>
                <a:cubicBezTo>
                  <a:pt x="4896312" y="1126459"/>
                  <a:pt x="4904137" y="1122981"/>
                  <a:pt x="4907037" y="1118053"/>
                </a:cubicBezTo>
                <a:cubicBezTo>
                  <a:pt x="4909935" y="1113125"/>
                  <a:pt x="4913413" y="1111386"/>
                  <a:pt x="4915443" y="1107038"/>
                </a:cubicBezTo>
                <a:cubicBezTo>
                  <a:pt x="4917472" y="1102690"/>
                  <a:pt x="4918631" y="1100080"/>
                  <a:pt x="4917472" y="1098341"/>
                </a:cubicBezTo>
                <a:cubicBezTo>
                  <a:pt x="4916313" y="1096602"/>
                  <a:pt x="4912545" y="1098631"/>
                  <a:pt x="4910805" y="1096602"/>
                </a:cubicBezTo>
                <a:cubicBezTo>
                  <a:pt x="4908341" y="1093761"/>
                  <a:pt x="4905731" y="1091036"/>
                  <a:pt x="4902978" y="1088486"/>
                </a:cubicBezTo>
                <a:cubicBezTo>
                  <a:pt x="4900224" y="1086602"/>
                  <a:pt x="4896166" y="1086891"/>
                  <a:pt x="4892869" y="1087942"/>
                </a:cubicBezTo>
                <a:close/>
                <a:moveTo>
                  <a:pt x="3293581" y="1079789"/>
                </a:moveTo>
                <a:cubicBezTo>
                  <a:pt x="3306568" y="1123764"/>
                  <a:pt x="3314336" y="1169100"/>
                  <a:pt x="3316771" y="1214872"/>
                </a:cubicBezTo>
                <a:lnTo>
                  <a:pt x="3317641" y="1214872"/>
                </a:lnTo>
                <a:cubicBezTo>
                  <a:pt x="3319090" y="1271687"/>
                  <a:pt x="3259666" y="1327344"/>
                  <a:pt x="3259666" y="1327344"/>
                </a:cubicBezTo>
                <a:cubicBezTo>
                  <a:pt x="3236910" y="1289660"/>
                  <a:pt x="3226765" y="1245686"/>
                  <a:pt x="3230678" y="1201827"/>
                </a:cubicBezTo>
                <a:cubicBezTo>
                  <a:pt x="3239491" y="1155940"/>
                  <a:pt x="3261319" y="1113589"/>
                  <a:pt x="3293581" y="1079789"/>
                </a:cubicBezTo>
                <a:close/>
                <a:moveTo>
                  <a:pt x="1059501" y="1070513"/>
                </a:moveTo>
                <a:cubicBezTo>
                  <a:pt x="1057066" y="1073151"/>
                  <a:pt x="1054109" y="1075209"/>
                  <a:pt x="1050804" y="1076601"/>
                </a:cubicBezTo>
                <a:cubicBezTo>
                  <a:pt x="1046456" y="1077470"/>
                  <a:pt x="1042688" y="1075151"/>
                  <a:pt x="1037180" y="1080369"/>
                </a:cubicBezTo>
                <a:cubicBezTo>
                  <a:pt x="1033788" y="1085094"/>
                  <a:pt x="1030687" y="1090051"/>
                  <a:pt x="1027904" y="1095153"/>
                </a:cubicBezTo>
                <a:cubicBezTo>
                  <a:pt x="1025585" y="1097472"/>
                  <a:pt x="1019208" y="1100371"/>
                  <a:pt x="1016889" y="1102979"/>
                </a:cubicBezTo>
                <a:cubicBezTo>
                  <a:pt x="1014569" y="1105588"/>
                  <a:pt x="1013411" y="1112255"/>
                  <a:pt x="1009352" y="1116024"/>
                </a:cubicBezTo>
                <a:cubicBezTo>
                  <a:pt x="1005293" y="1119792"/>
                  <a:pt x="997177" y="1123560"/>
                  <a:pt x="994858" y="1126459"/>
                </a:cubicBezTo>
                <a:cubicBezTo>
                  <a:pt x="990220" y="1131677"/>
                  <a:pt x="987901" y="1135156"/>
                  <a:pt x="991380" y="1141533"/>
                </a:cubicBezTo>
                <a:cubicBezTo>
                  <a:pt x="996250" y="1147476"/>
                  <a:pt x="1001699" y="1152896"/>
                  <a:pt x="1007613" y="1157766"/>
                </a:cubicBezTo>
                <a:cubicBezTo>
                  <a:pt x="1014830" y="1166955"/>
                  <a:pt x="1021440" y="1176637"/>
                  <a:pt x="1027324" y="1186754"/>
                </a:cubicBezTo>
                <a:cubicBezTo>
                  <a:pt x="1030542" y="1193276"/>
                  <a:pt x="1034629" y="1199334"/>
                  <a:pt x="1039499" y="1204726"/>
                </a:cubicBezTo>
                <a:cubicBezTo>
                  <a:pt x="1041818" y="1207045"/>
                  <a:pt x="1054282" y="1219510"/>
                  <a:pt x="1063269" y="1229655"/>
                </a:cubicBezTo>
                <a:cubicBezTo>
                  <a:pt x="1065009" y="1231685"/>
                  <a:pt x="1069936" y="1240091"/>
                  <a:pt x="1076313" y="1247918"/>
                </a:cubicBezTo>
                <a:cubicBezTo>
                  <a:pt x="1082691" y="1255744"/>
                  <a:pt x="1079792" y="1256904"/>
                  <a:pt x="1088778" y="1266470"/>
                </a:cubicBezTo>
                <a:cubicBezTo>
                  <a:pt x="1090517" y="1268209"/>
                  <a:pt x="1092546" y="1277485"/>
                  <a:pt x="1094286" y="1279804"/>
                </a:cubicBezTo>
                <a:cubicBezTo>
                  <a:pt x="1111388" y="1300095"/>
                  <a:pt x="1110229" y="1304154"/>
                  <a:pt x="1120374" y="1313429"/>
                </a:cubicBezTo>
                <a:cubicBezTo>
                  <a:pt x="1126549" y="1319691"/>
                  <a:pt x="1133564" y="1325083"/>
                  <a:pt x="1141246" y="1329373"/>
                </a:cubicBezTo>
                <a:cubicBezTo>
                  <a:pt x="1146203" y="1332156"/>
                  <a:pt x="1150869" y="1335460"/>
                  <a:pt x="1155160" y="1339228"/>
                </a:cubicBezTo>
                <a:lnTo>
                  <a:pt x="1168784" y="1350534"/>
                </a:lnTo>
                <a:cubicBezTo>
                  <a:pt x="1171103" y="1352853"/>
                  <a:pt x="1189655" y="1362708"/>
                  <a:pt x="1193424" y="1365318"/>
                </a:cubicBezTo>
                <a:cubicBezTo>
                  <a:pt x="1198989" y="1370941"/>
                  <a:pt x="1205106" y="1375985"/>
                  <a:pt x="1211686" y="1380391"/>
                </a:cubicBezTo>
                <a:cubicBezTo>
                  <a:pt x="1219252" y="1383029"/>
                  <a:pt x="1227166" y="1384478"/>
                  <a:pt x="1235166" y="1384739"/>
                </a:cubicBezTo>
                <a:cubicBezTo>
                  <a:pt x="1240325" y="1384043"/>
                  <a:pt x="1245312" y="1382478"/>
                  <a:pt x="1249949" y="1380101"/>
                </a:cubicBezTo>
                <a:cubicBezTo>
                  <a:pt x="1255457" y="1376912"/>
                  <a:pt x="1264154" y="1365318"/>
                  <a:pt x="1269662" y="1361259"/>
                </a:cubicBezTo>
                <a:cubicBezTo>
                  <a:pt x="1275169" y="1357201"/>
                  <a:pt x="1285895" y="1351403"/>
                  <a:pt x="1285895" y="1351403"/>
                </a:cubicBezTo>
                <a:cubicBezTo>
                  <a:pt x="1285895" y="1351403"/>
                  <a:pt x="1297199" y="1340388"/>
                  <a:pt x="1301258" y="1335750"/>
                </a:cubicBezTo>
                <a:cubicBezTo>
                  <a:pt x="1305751" y="1329808"/>
                  <a:pt x="1311375" y="1324793"/>
                  <a:pt x="1317781" y="1320967"/>
                </a:cubicBezTo>
                <a:cubicBezTo>
                  <a:pt x="1320970" y="1319517"/>
                  <a:pt x="1328796" y="1318357"/>
                  <a:pt x="1331985" y="1314879"/>
                </a:cubicBezTo>
                <a:cubicBezTo>
                  <a:pt x="1336449" y="1309400"/>
                  <a:pt x="1339956" y="1303226"/>
                  <a:pt x="1342420" y="1296617"/>
                </a:cubicBezTo>
                <a:cubicBezTo>
                  <a:pt x="1344740" y="1290529"/>
                  <a:pt x="1353726" y="1285602"/>
                  <a:pt x="1354305" y="1279224"/>
                </a:cubicBezTo>
                <a:cubicBezTo>
                  <a:pt x="1354886" y="1272847"/>
                  <a:pt x="1350537" y="1267629"/>
                  <a:pt x="1346479" y="1260962"/>
                </a:cubicBezTo>
                <a:cubicBezTo>
                  <a:pt x="1342594" y="1252034"/>
                  <a:pt x="1338043" y="1243395"/>
                  <a:pt x="1332855" y="1235163"/>
                </a:cubicBezTo>
                <a:cubicBezTo>
                  <a:pt x="1327288" y="1226843"/>
                  <a:pt x="1316911" y="1223191"/>
                  <a:pt x="1307345" y="1226177"/>
                </a:cubicBezTo>
                <a:cubicBezTo>
                  <a:pt x="1301867" y="1229511"/>
                  <a:pt x="1296968" y="1233713"/>
                  <a:pt x="1292851" y="1238641"/>
                </a:cubicBezTo>
                <a:cubicBezTo>
                  <a:pt x="1289402" y="1241453"/>
                  <a:pt x="1285314" y="1243453"/>
                  <a:pt x="1280966" y="1244439"/>
                </a:cubicBezTo>
                <a:cubicBezTo>
                  <a:pt x="1279517" y="1244729"/>
                  <a:pt x="1274589" y="1251686"/>
                  <a:pt x="1270241" y="1251686"/>
                </a:cubicBezTo>
                <a:cubicBezTo>
                  <a:pt x="1265371" y="1255049"/>
                  <a:pt x="1260820" y="1258817"/>
                  <a:pt x="1256617" y="1262991"/>
                </a:cubicBezTo>
                <a:cubicBezTo>
                  <a:pt x="1249805" y="1269339"/>
                  <a:pt x="1240992" y="1273137"/>
                  <a:pt x="1231688" y="1273717"/>
                </a:cubicBezTo>
                <a:cubicBezTo>
                  <a:pt x="1218353" y="1273137"/>
                  <a:pt x="1213425" y="1264730"/>
                  <a:pt x="1204149" y="1260092"/>
                </a:cubicBezTo>
                <a:cubicBezTo>
                  <a:pt x="1198989" y="1257396"/>
                  <a:pt x="1194439" y="1253628"/>
                  <a:pt x="1190815" y="1249077"/>
                </a:cubicBezTo>
                <a:cubicBezTo>
                  <a:pt x="1182611" y="1239540"/>
                  <a:pt x="1176292" y="1228525"/>
                  <a:pt x="1172263" y="1216611"/>
                </a:cubicBezTo>
                <a:cubicBezTo>
                  <a:pt x="1178176" y="1206088"/>
                  <a:pt x="1181829" y="1194435"/>
                  <a:pt x="1182988" y="1182406"/>
                </a:cubicBezTo>
                <a:cubicBezTo>
                  <a:pt x="1184409" y="1174869"/>
                  <a:pt x="1186264" y="1167419"/>
                  <a:pt x="1188496" y="1160085"/>
                </a:cubicBezTo>
                <a:cubicBezTo>
                  <a:pt x="1188061" y="1154085"/>
                  <a:pt x="1188843" y="1148084"/>
                  <a:pt x="1190815" y="1142403"/>
                </a:cubicBezTo>
                <a:cubicBezTo>
                  <a:pt x="1194294" y="1135736"/>
                  <a:pt x="1196033" y="1132547"/>
                  <a:pt x="1199221" y="1127039"/>
                </a:cubicBezTo>
                <a:cubicBezTo>
                  <a:pt x="1202294" y="1123444"/>
                  <a:pt x="1202294" y="1118169"/>
                  <a:pt x="1199221" y="1114574"/>
                </a:cubicBezTo>
                <a:cubicBezTo>
                  <a:pt x="1194757" y="1110429"/>
                  <a:pt x="1189685" y="1107008"/>
                  <a:pt x="1184148" y="1104429"/>
                </a:cubicBezTo>
                <a:cubicBezTo>
                  <a:pt x="1175741" y="1102690"/>
                  <a:pt x="1166466" y="1090514"/>
                  <a:pt x="1156609" y="1097182"/>
                </a:cubicBezTo>
                <a:cubicBezTo>
                  <a:pt x="1146753" y="1103849"/>
                  <a:pt x="1135449" y="1103559"/>
                  <a:pt x="1133709" y="1109067"/>
                </a:cubicBezTo>
                <a:cubicBezTo>
                  <a:pt x="1133506" y="1114864"/>
                  <a:pt x="1132231" y="1120546"/>
                  <a:pt x="1129941" y="1125879"/>
                </a:cubicBezTo>
                <a:cubicBezTo>
                  <a:pt x="1131970" y="1133126"/>
                  <a:pt x="1123563" y="1138344"/>
                  <a:pt x="1115737" y="1133126"/>
                </a:cubicBezTo>
                <a:cubicBezTo>
                  <a:pt x="1111765" y="1128836"/>
                  <a:pt x="1108373" y="1124054"/>
                  <a:pt x="1105591" y="1118923"/>
                </a:cubicBezTo>
                <a:cubicBezTo>
                  <a:pt x="1100663" y="1107907"/>
                  <a:pt x="1106461" y="1096022"/>
                  <a:pt x="1093416" y="1082688"/>
                </a:cubicBezTo>
                <a:cubicBezTo>
                  <a:pt x="1086865" y="1077325"/>
                  <a:pt x="1079415" y="1073180"/>
                  <a:pt x="1071386" y="1070513"/>
                </a:cubicBezTo>
                <a:cubicBezTo>
                  <a:pt x="1067327" y="1070513"/>
                  <a:pt x="1061820" y="1068774"/>
                  <a:pt x="1059501" y="1070513"/>
                </a:cubicBezTo>
                <a:close/>
                <a:moveTo>
                  <a:pt x="3595054" y="950504"/>
                </a:moveTo>
                <a:cubicBezTo>
                  <a:pt x="3594183" y="994681"/>
                  <a:pt x="3586646" y="1038453"/>
                  <a:pt x="3572733" y="1080369"/>
                </a:cubicBezTo>
                <a:cubicBezTo>
                  <a:pt x="3562616" y="1113531"/>
                  <a:pt x="3537310" y="1139909"/>
                  <a:pt x="3504612" y="1151388"/>
                </a:cubicBezTo>
                <a:cubicBezTo>
                  <a:pt x="3498409" y="1167302"/>
                  <a:pt x="3489480" y="1181999"/>
                  <a:pt x="3478233" y="1194870"/>
                </a:cubicBezTo>
                <a:cubicBezTo>
                  <a:pt x="3408083" y="1278354"/>
                  <a:pt x="3280536" y="1369085"/>
                  <a:pt x="3135598" y="1431699"/>
                </a:cubicBezTo>
                <a:cubicBezTo>
                  <a:pt x="3169108" y="1421611"/>
                  <a:pt x="3205141" y="1423959"/>
                  <a:pt x="3237055" y="1438366"/>
                </a:cubicBezTo>
                <a:lnTo>
                  <a:pt x="3238215" y="1437496"/>
                </a:lnTo>
                <a:cubicBezTo>
                  <a:pt x="3279494" y="1457701"/>
                  <a:pt x="3317033" y="1484746"/>
                  <a:pt x="3349237" y="1517502"/>
                </a:cubicBezTo>
                <a:cubicBezTo>
                  <a:pt x="3349237" y="1517502"/>
                  <a:pt x="3306916" y="1539823"/>
                  <a:pt x="3218214" y="1519821"/>
                </a:cubicBezTo>
                <a:cubicBezTo>
                  <a:pt x="3175573" y="1508197"/>
                  <a:pt x="3141077" y="1476833"/>
                  <a:pt x="3125453" y="1435467"/>
                </a:cubicBezTo>
                <a:lnTo>
                  <a:pt x="3052717" y="1462183"/>
                </a:lnTo>
                <a:lnTo>
                  <a:pt x="3055295" y="1475393"/>
                </a:lnTo>
                <a:cubicBezTo>
                  <a:pt x="3066029" y="1530438"/>
                  <a:pt x="3085812" y="1632076"/>
                  <a:pt x="3093856" y="1674036"/>
                </a:cubicBezTo>
                <a:cubicBezTo>
                  <a:pt x="3397618" y="1675746"/>
                  <a:pt x="3699816" y="1630177"/>
                  <a:pt x="3989576" y="1538953"/>
                </a:cubicBezTo>
                <a:lnTo>
                  <a:pt x="4020593" y="1528517"/>
                </a:lnTo>
                <a:lnTo>
                  <a:pt x="4020593" y="1560984"/>
                </a:lnTo>
                <a:cubicBezTo>
                  <a:pt x="4020390" y="1652382"/>
                  <a:pt x="3989113" y="1741025"/>
                  <a:pt x="3931891" y="1812306"/>
                </a:cubicBezTo>
                <a:cubicBezTo>
                  <a:pt x="3874611" y="1881239"/>
                  <a:pt x="3797793" y="1931272"/>
                  <a:pt x="3711584" y="1955796"/>
                </a:cubicBezTo>
                <a:cubicBezTo>
                  <a:pt x="3702164" y="2021713"/>
                  <a:pt x="3669609" y="2082152"/>
                  <a:pt x="3619693" y="2126242"/>
                </a:cubicBezTo>
                <a:cubicBezTo>
                  <a:pt x="3606592" y="2137316"/>
                  <a:pt x="3592416" y="2147027"/>
                  <a:pt x="3577372" y="2155230"/>
                </a:cubicBezTo>
                <a:cubicBezTo>
                  <a:pt x="3776517" y="2132619"/>
                  <a:pt x="3928123" y="2104212"/>
                  <a:pt x="4000592" y="2090588"/>
                </a:cubicBezTo>
                <a:lnTo>
                  <a:pt x="4033928" y="2084211"/>
                </a:lnTo>
                <a:lnTo>
                  <a:pt x="4032189" y="2084211"/>
                </a:lnTo>
                <a:cubicBezTo>
                  <a:pt x="4064944" y="2078703"/>
                  <a:pt x="4096831" y="2071746"/>
                  <a:pt x="4122919" y="2065369"/>
                </a:cubicBezTo>
                <a:cubicBezTo>
                  <a:pt x="4083786" y="2139316"/>
                  <a:pt x="4036653" y="2208712"/>
                  <a:pt x="3982329" y="2272340"/>
                </a:cubicBezTo>
                <a:cubicBezTo>
                  <a:pt x="3890641" y="2381363"/>
                  <a:pt x="3778082" y="2470935"/>
                  <a:pt x="3651290" y="2535837"/>
                </a:cubicBezTo>
                <a:cubicBezTo>
                  <a:pt x="3539717" y="2592305"/>
                  <a:pt x="3419853" y="2630569"/>
                  <a:pt x="3296191" y="2649179"/>
                </a:cubicBezTo>
                <a:cubicBezTo>
                  <a:pt x="3276972" y="2651876"/>
                  <a:pt x="3257609" y="2653122"/>
                  <a:pt x="3238216" y="2652948"/>
                </a:cubicBezTo>
                <a:cubicBezTo>
                  <a:pt x="3202040" y="2652803"/>
                  <a:pt x="3165920" y="2650194"/>
                  <a:pt x="3130091" y="2645121"/>
                </a:cubicBezTo>
                <a:lnTo>
                  <a:pt x="3095885" y="2640193"/>
                </a:lnTo>
                <a:lnTo>
                  <a:pt x="3162268" y="2917605"/>
                </a:lnTo>
                <a:lnTo>
                  <a:pt x="2941092" y="2931809"/>
                </a:lnTo>
                <a:lnTo>
                  <a:pt x="2719626" y="2917605"/>
                </a:lnTo>
                <a:lnTo>
                  <a:pt x="2786007" y="2640193"/>
                </a:lnTo>
                <a:lnTo>
                  <a:pt x="2751802" y="2645121"/>
                </a:lnTo>
                <a:cubicBezTo>
                  <a:pt x="2715974" y="2650194"/>
                  <a:pt x="2679854" y="2652803"/>
                  <a:pt x="2643678" y="2652948"/>
                </a:cubicBezTo>
                <a:cubicBezTo>
                  <a:pt x="2624285" y="2653150"/>
                  <a:pt x="2604892" y="2651876"/>
                  <a:pt x="2585703" y="2649179"/>
                </a:cubicBezTo>
                <a:cubicBezTo>
                  <a:pt x="2461955" y="2630628"/>
                  <a:pt x="2341974" y="2592364"/>
                  <a:pt x="2230314" y="2535837"/>
                </a:cubicBezTo>
                <a:cubicBezTo>
                  <a:pt x="2103492" y="2470963"/>
                  <a:pt x="1990962" y="2381363"/>
                  <a:pt x="1899275" y="2272340"/>
                </a:cubicBezTo>
                <a:cubicBezTo>
                  <a:pt x="1844951" y="2208712"/>
                  <a:pt x="1797818" y="2139316"/>
                  <a:pt x="1758683" y="2065369"/>
                </a:cubicBezTo>
                <a:cubicBezTo>
                  <a:pt x="1785063" y="2071746"/>
                  <a:pt x="1817529" y="2078703"/>
                  <a:pt x="1849415" y="2084211"/>
                </a:cubicBezTo>
                <a:lnTo>
                  <a:pt x="1883042" y="2090588"/>
                </a:lnTo>
                <a:cubicBezTo>
                  <a:pt x="1955221" y="2104212"/>
                  <a:pt x="2106536" y="2132619"/>
                  <a:pt x="2305971" y="2154940"/>
                </a:cubicBezTo>
                <a:cubicBezTo>
                  <a:pt x="2290927" y="2147317"/>
                  <a:pt x="2276723" y="2138070"/>
                  <a:pt x="2263650" y="2127402"/>
                </a:cubicBezTo>
                <a:cubicBezTo>
                  <a:pt x="2213877" y="2083225"/>
                  <a:pt x="2181324" y="2022844"/>
                  <a:pt x="2171758" y="1956954"/>
                </a:cubicBezTo>
                <a:cubicBezTo>
                  <a:pt x="2085579" y="1932344"/>
                  <a:pt x="2008791" y="1882340"/>
                  <a:pt x="1951452" y="1813466"/>
                </a:cubicBezTo>
                <a:cubicBezTo>
                  <a:pt x="1894434" y="1742069"/>
                  <a:pt x="1863185" y="1653512"/>
                  <a:pt x="1862750" y="1562143"/>
                </a:cubicBezTo>
                <a:lnTo>
                  <a:pt x="1862750" y="1529677"/>
                </a:lnTo>
                <a:lnTo>
                  <a:pt x="1893477" y="1540113"/>
                </a:lnTo>
                <a:cubicBezTo>
                  <a:pt x="2183759" y="1631105"/>
                  <a:pt x="2486449" y="1676268"/>
                  <a:pt x="2790646" y="1674036"/>
                </a:cubicBezTo>
                <a:cubicBezTo>
                  <a:pt x="2801371" y="1618089"/>
                  <a:pt x="2832967" y="1456048"/>
                  <a:pt x="2836157" y="1439815"/>
                </a:cubicBezTo>
                <a:lnTo>
                  <a:pt x="2836157" y="1436047"/>
                </a:lnTo>
                <a:cubicBezTo>
                  <a:pt x="2841953" y="1406189"/>
                  <a:pt x="2859347" y="1316038"/>
                  <a:pt x="2940222" y="1316038"/>
                </a:cubicBezTo>
                <a:lnTo>
                  <a:pt x="2943990" y="1316038"/>
                </a:lnTo>
                <a:cubicBezTo>
                  <a:pt x="3004648" y="1316038"/>
                  <a:pt x="3029758" y="1367238"/>
                  <a:pt x="3040969" y="1405067"/>
                </a:cubicBezTo>
                <a:lnTo>
                  <a:pt x="3045999" y="1426190"/>
                </a:lnTo>
                <a:lnTo>
                  <a:pt x="3115018" y="1400972"/>
                </a:lnTo>
                <a:cubicBezTo>
                  <a:pt x="3091566" y="1364100"/>
                  <a:pt x="3081363" y="1320357"/>
                  <a:pt x="3086030" y="1276905"/>
                </a:cubicBezTo>
                <a:cubicBezTo>
                  <a:pt x="3096610" y="1231278"/>
                  <a:pt x="3120525" y="1189797"/>
                  <a:pt x="3154731" y="1157766"/>
                </a:cubicBezTo>
                <a:cubicBezTo>
                  <a:pt x="3167804" y="1201189"/>
                  <a:pt x="3175311" y="1246091"/>
                  <a:pt x="3177052" y="1291399"/>
                </a:cubicBezTo>
                <a:cubicBezTo>
                  <a:pt x="3178791" y="1341837"/>
                  <a:pt x="3126902" y="1390826"/>
                  <a:pt x="3116757" y="1399813"/>
                </a:cubicBezTo>
                <a:cubicBezTo>
                  <a:pt x="3213750" y="1358766"/>
                  <a:pt x="3304887" y="1305081"/>
                  <a:pt x="3387791" y="1240090"/>
                </a:cubicBezTo>
                <a:cubicBezTo>
                  <a:pt x="3366399" y="1203711"/>
                  <a:pt x="3356861" y="1161563"/>
                  <a:pt x="3360543" y="1119502"/>
                </a:cubicBezTo>
                <a:cubicBezTo>
                  <a:pt x="3368602" y="1076165"/>
                  <a:pt x="3388690" y="1035989"/>
                  <a:pt x="3418518" y="1003551"/>
                </a:cubicBezTo>
                <a:cubicBezTo>
                  <a:pt x="3430549" y="1045786"/>
                  <a:pt x="3437651" y="1089268"/>
                  <a:pt x="3439680" y="1133126"/>
                </a:cubicBezTo>
                <a:cubicBezTo>
                  <a:pt x="3442288" y="1181826"/>
                  <a:pt x="3396487" y="1231684"/>
                  <a:pt x="3388662" y="1239801"/>
                </a:cubicBezTo>
                <a:cubicBezTo>
                  <a:pt x="3418460" y="1216089"/>
                  <a:pt x="3446550" y="1190348"/>
                  <a:pt x="3472725" y="1162694"/>
                </a:cubicBezTo>
                <a:cubicBezTo>
                  <a:pt x="3479103" y="1155736"/>
                  <a:pt x="3486350" y="1146750"/>
                  <a:pt x="3491568" y="1140083"/>
                </a:cubicBezTo>
                <a:cubicBezTo>
                  <a:pt x="3484581" y="1104544"/>
                  <a:pt x="3490437" y="1067643"/>
                  <a:pt x="3508091" y="1036018"/>
                </a:cubicBezTo>
                <a:cubicBezTo>
                  <a:pt x="3527629" y="999261"/>
                  <a:pt x="3557979" y="969404"/>
                  <a:pt x="3595054" y="950504"/>
                </a:cubicBezTo>
                <a:close/>
                <a:moveTo>
                  <a:pt x="1732848" y="934453"/>
                </a:moveTo>
                <a:cubicBezTo>
                  <a:pt x="1731145" y="934779"/>
                  <a:pt x="1729695" y="935431"/>
                  <a:pt x="1729695" y="935431"/>
                </a:cubicBezTo>
                <a:cubicBezTo>
                  <a:pt x="1729695" y="935431"/>
                  <a:pt x="1712303" y="946156"/>
                  <a:pt x="1712303" y="946156"/>
                </a:cubicBezTo>
                <a:cubicBezTo>
                  <a:pt x="1708708" y="951200"/>
                  <a:pt x="1704303" y="955606"/>
                  <a:pt x="1699258" y="959201"/>
                </a:cubicBezTo>
                <a:cubicBezTo>
                  <a:pt x="1695780" y="961230"/>
                  <a:pt x="1684475" y="943837"/>
                  <a:pt x="1674329" y="949925"/>
                </a:cubicBezTo>
                <a:cubicBezTo>
                  <a:pt x="1671431" y="951664"/>
                  <a:pt x="1669112" y="958621"/>
                  <a:pt x="1666503" y="962969"/>
                </a:cubicBezTo>
                <a:cubicBezTo>
                  <a:pt x="1662010" y="974535"/>
                  <a:pt x="1662010" y="987348"/>
                  <a:pt x="1666503" y="998914"/>
                </a:cubicBezTo>
                <a:cubicBezTo>
                  <a:pt x="1666503" y="1002972"/>
                  <a:pt x="1664763" y="1011378"/>
                  <a:pt x="1666503" y="1014277"/>
                </a:cubicBezTo>
                <a:cubicBezTo>
                  <a:pt x="1668242" y="1017176"/>
                  <a:pt x="1674039" y="1020075"/>
                  <a:pt x="1675489" y="1022684"/>
                </a:cubicBezTo>
                <a:cubicBezTo>
                  <a:pt x="1676938" y="1025292"/>
                  <a:pt x="1679257" y="1033409"/>
                  <a:pt x="1680997" y="1036308"/>
                </a:cubicBezTo>
                <a:cubicBezTo>
                  <a:pt x="1687084" y="1048482"/>
                  <a:pt x="1699549" y="1047033"/>
                  <a:pt x="1709984" y="1040946"/>
                </a:cubicBezTo>
                <a:cubicBezTo>
                  <a:pt x="1714913" y="1037757"/>
                  <a:pt x="1720131" y="1026162"/>
                  <a:pt x="1722738" y="1023553"/>
                </a:cubicBezTo>
                <a:cubicBezTo>
                  <a:pt x="1725348" y="1020944"/>
                  <a:pt x="1732015" y="1020655"/>
                  <a:pt x="1734915" y="1014857"/>
                </a:cubicBezTo>
                <a:cubicBezTo>
                  <a:pt x="1737928" y="1010422"/>
                  <a:pt x="1740189" y="1005523"/>
                  <a:pt x="1741581" y="1000363"/>
                </a:cubicBezTo>
                <a:lnTo>
                  <a:pt x="1741581" y="999204"/>
                </a:lnTo>
                <a:cubicBezTo>
                  <a:pt x="1742450" y="992246"/>
                  <a:pt x="1738681" y="988188"/>
                  <a:pt x="1740132" y="982101"/>
                </a:cubicBezTo>
                <a:cubicBezTo>
                  <a:pt x="1739552" y="978912"/>
                  <a:pt x="1744479" y="973985"/>
                  <a:pt x="1744479" y="971665"/>
                </a:cubicBezTo>
                <a:cubicBezTo>
                  <a:pt x="1745001" y="967259"/>
                  <a:pt x="1745900" y="962882"/>
                  <a:pt x="1747089" y="958621"/>
                </a:cubicBezTo>
                <a:cubicBezTo>
                  <a:pt x="1746335" y="954244"/>
                  <a:pt x="1744654" y="950099"/>
                  <a:pt x="1742161" y="946446"/>
                </a:cubicBezTo>
                <a:cubicBezTo>
                  <a:pt x="1741668" y="942417"/>
                  <a:pt x="1740074" y="938590"/>
                  <a:pt x="1737522" y="935431"/>
                </a:cubicBezTo>
                <a:cubicBezTo>
                  <a:pt x="1736508" y="934127"/>
                  <a:pt x="1734551" y="934127"/>
                  <a:pt x="1732848" y="934453"/>
                </a:cubicBezTo>
                <a:close/>
                <a:moveTo>
                  <a:pt x="2860290" y="791739"/>
                </a:moveTo>
                <a:cubicBezTo>
                  <a:pt x="2437672" y="807206"/>
                  <a:pt x="2015294" y="947118"/>
                  <a:pt x="1651140" y="1219800"/>
                </a:cubicBezTo>
                <a:lnTo>
                  <a:pt x="1650850" y="1219800"/>
                </a:lnTo>
                <a:cubicBezTo>
                  <a:pt x="1108200" y="1625974"/>
                  <a:pt x="789104" y="2264426"/>
                  <a:pt x="789915" y="2942245"/>
                </a:cubicBezTo>
                <a:cubicBezTo>
                  <a:pt x="789857" y="3051905"/>
                  <a:pt x="798119" y="3161391"/>
                  <a:pt x="814555" y="3269805"/>
                </a:cubicBezTo>
                <a:cubicBezTo>
                  <a:pt x="816004" y="3278791"/>
                  <a:pt x="818033" y="3287487"/>
                  <a:pt x="819483" y="3296474"/>
                </a:cubicBezTo>
                <a:cubicBezTo>
                  <a:pt x="826150" y="3336766"/>
                  <a:pt x="833977" y="3376479"/>
                  <a:pt x="842673" y="3415903"/>
                </a:cubicBezTo>
                <a:cubicBezTo>
                  <a:pt x="855427" y="3471559"/>
                  <a:pt x="869342" y="3526925"/>
                  <a:pt x="886154" y="3580842"/>
                </a:cubicBezTo>
                <a:cubicBezTo>
                  <a:pt x="904707" y="3638818"/>
                  <a:pt x="926157" y="3696793"/>
                  <a:pt x="949347" y="3754768"/>
                </a:cubicBezTo>
                <a:cubicBezTo>
                  <a:pt x="952536" y="3762304"/>
                  <a:pt x="955435" y="3770421"/>
                  <a:pt x="958623" y="3777958"/>
                </a:cubicBezTo>
                <a:cubicBezTo>
                  <a:pt x="1025701" y="3937477"/>
                  <a:pt x="1111737" y="4088329"/>
                  <a:pt x="1214875" y="4227266"/>
                </a:cubicBezTo>
                <a:lnTo>
                  <a:pt x="1216324" y="4229005"/>
                </a:lnTo>
                <a:cubicBezTo>
                  <a:pt x="1217049" y="4229991"/>
                  <a:pt x="1217773" y="4230948"/>
                  <a:pt x="1218498" y="4231934"/>
                </a:cubicBezTo>
                <a:cubicBezTo>
                  <a:pt x="1485616" y="4588645"/>
                  <a:pt x="1842211" y="4838828"/>
                  <a:pt x="2233774" y="4974653"/>
                </a:cubicBezTo>
                <a:lnTo>
                  <a:pt x="2325863" y="5001729"/>
                </a:lnTo>
                <a:lnTo>
                  <a:pt x="2319958" y="4974096"/>
                </a:lnTo>
                <a:cubicBezTo>
                  <a:pt x="2312494" y="4947682"/>
                  <a:pt x="2299304" y="4917897"/>
                  <a:pt x="2276404" y="4904417"/>
                </a:cubicBezTo>
                <a:cubicBezTo>
                  <a:pt x="2250952" y="4890938"/>
                  <a:pt x="2223733" y="4881198"/>
                  <a:pt x="2195528" y="4875429"/>
                </a:cubicBezTo>
                <a:cubicBezTo>
                  <a:pt x="2191876" y="4875313"/>
                  <a:pt x="2188543" y="4873871"/>
                  <a:pt x="2186014" y="4871549"/>
                </a:cubicBezTo>
                <a:lnTo>
                  <a:pt x="2181968" y="4863643"/>
                </a:lnTo>
                <a:lnTo>
                  <a:pt x="2244902" y="4867727"/>
                </a:lnTo>
                <a:cubicBezTo>
                  <a:pt x="2266128" y="4871321"/>
                  <a:pt x="2286985" y="4877097"/>
                  <a:pt x="2307131" y="4884996"/>
                </a:cubicBezTo>
                <a:cubicBezTo>
                  <a:pt x="2368875" y="4910794"/>
                  <a:pt x="2388297" y="5010802"/>
                  <a:pt x="2388297" y="5010802"/>
                </a:cubicBezTo>
                <a:cubicBezTo>
                  <a:pt x="2388297" y="5010802"/>
                  <a:pt x="2413516" y="5009642"/>
                  <a:pt x="2425111" y="5010802"/>
                </a:cubicBezTo>
                <a:cubicBezTo>
                  <a:pt x="2436705" y="5011962"/>
                  <a:pt x="2436705" y="5025586"/>
                  <a:pt x="2436705" y="5025586"/>
                </a:cubicBezTo>
                <a:lnTo>
                  <a:pt x="2534394" y="5025586"/>
                </a:lnTo>
                <a:cubicBezTo>
                  <a:pt x="2534394" y="5025586"/>
                  <a:pt x="2536061" y="5033051"/>
                  <a:pt x="2536641" y="5041421"/>
                </a:cubicBezTo>
                <a:lnTo>
                  <a:pt x="2536369" y="5053068"/>
                </a:lnTo>
                <a:lnTo>
                  <a:pt x="2634974" y="5072068"/>
                </a:lnTo>
                <a:cubicBezTo>
                  <a:pt x="2839383" y="5101426"/>
                  <a:pt x="3047992" y="5101542"/>
                  <a:pt x="3253987" y="5071438"/>
                </a:cubicBezTo>
                <a:lnTo>
                  <a:pt x="3414922" y="5039848"/>
                </a:lnTo>
                <a:lnTo>
                  <a:pt x="3404024" y="5039210"/>
                </a:lnTo>
                <a:lnTo>
                  <a:pt x="3420547" y="5033991"/>
                </a:lnTo>
                <a:lnTo>
                  <a:pt x="3316771" y="5033991"/>
                </a:lnTo>
                <a:cubicBezTo>
                  <a:pt x="3316771" y="5033991"/>
                  <a:pt x="3321990" y="4926737"/>
                  <a:pt x="3258795" y="4902388"/>
                </a:cubicBezTo>
                <a:cubicBezTo>
                  <a:pt x="3211720" y="4883198"/>
                  <a:pt x="3159426" y="4881024"/>
                  <a:pt x="3110959" y="4896300"/>
                </a:cubicBezTo>
                <a:cubicBezTo>
                  <a:pt x="3058201" y="4914273"/>
                  <a:pt x="3044866" y="5004134"/>
                  <a:pt x="3037040" y="5009352"/>
                </a:cubicBezTo>
                <a:lnTo>
                  <a:pt x="3030354" y="5024781"/>
                </a:lnTo>
                <a:lnTo>
                  <a:pt x="3030372" y="5024426"/>
                </a:lnTo>
                <a:lnTo>
                  <a:pt x="3029503" y="5026744"/>
                </a:lnTo>
                <a:lnTo>
                  <a:pt x="3030354" y="5024781"/>
                </a:lnTo>
                <a:lnTo>
                  <a:pt x="3028054" y="5069356"/>
                </a:lnTo>
                <a:cubicBezTo>
                  <a:pt x="3010546" y="5071705"/>
                  <a:pt x="2992805" y="5071705"/>
                  <a:pt x="2975297" y="5069356"/>
                </a:cubicBezTo>
                <a:cubicBezTo>
                  <a:pt x="2967759" y="5066747"/>
                  <a:pt x="3004284" y="5065008"/>
                  <a:pt x="2997618" y="5061240"/>
                </a:cubicBezTo>
                <a:cubicBezTo>
                  <a:pt x="2990949" y="5057472"/>
                  <a:pt x="2981963" y="5059500"/>
                  <a:pt x="2979065" y="5058051"/>
                </a:cubicBezTo>
                <a:cubicBezTo>
                  <a:pt x="2971238" y="5053993"/>
                  <a:pt x="2986602" y="5053993"/>
                  <a:pt x="2987181" y="5049355"/>
                </a:cubicBezTo>
                <a:cubicBezTo>
                  <a:pt x="2987761" y="5044717"/>
                  <a:pt x="2961671" y="5049355"/>
                  <a:pt x="2958193" y="5049355"/>
                </a:cubicBezTo>
                <a:cubicBezTo>
                  <a:pt x="2954715" y="5049355"/>
                  <a:pt x="2969499" y="5041818"/>
                  <a:pt x="2969499" y="5041818"/>
                </a:cubicBezTo>
                <a:lnTo>
                  <a:pt x="2919641" y="5041818"/>
                </a:lnTo>
                <a:lnTo>
                  <a:pt x="2929786" y="5033991"/>
                </a:lnTo>
                <a:lnTo>
                  <a:pt x="2827458" y="5033991"/>
                </a:lnTo>
                <a:cubicBezTo>
                  <a:pt x="2827458" y="5033991"/>
                  <a:pt x="2832966" y="4926737"/>
                  <a:pt x="2769483" y="4902388"/>
                </a:cubicBezTo>
                <a:cubicBezTo>
                  <a:pt x="2722408" y="4883198"/>
                  <a:pt x="2670114" y="4881024"/>
                  <a:pt x="2621646" y="4896300"/>
                </a:cubicBezTo>
                <a:cubicBezTo>
                  <a:pt x="2568889" y="4914273"/>
                  <a:pt x="2555555" y="5004134"/>
                  <a:pt x="2547728" y="5009352"/>
                </a:cubicBezTo>
                <a:cubicBezTo>
                  <a:pt x="2539901" y="5014570"/>
                  <a:pt x="2534683" y="5005294"/>
                  <a:pt x="2534683" y="5005294"/>
                </a:cubicBezTo>
                <a:cubicBezTo>
                  <a:pt x="2534683" y="5005294"/>
                  <a:pt x="2545989" y="4933404"/>
                  <a:pt x="2567149" y="4911953"/>
                </a:cubicBezTo>
                <a:cubicBezTo>
                  <a:pt x="2599819" y="4878908"/>
                  <a:pt x="2644749" y="4860848"/>
                  <a:pt x="2691218" y="4862095"/>
                </a:cubicBezTo>
                <a:cubicBezTo>
                  <a:pt x="2766004" y="4856877"/>
                  <a:pt x="2833836" y="4876009"/>
                  <a:pt x="2865144" y="4907605"/>
                </a:cubicBezTo>
                <a:cubicBezTo>
                  <a:pt x="2896449" y="4939202"/>
                  <a:pt x="2898478" y="5020078"/>
                  <a:pt x="2898478" y="5020078"/>
                </a:cubicBezTo>
                <a:lnTo>
                  <a:pt x="3014429" y="5017179"/>
                </a:lnTo>
                <a:cubicBezTo>
                  <a:pt x="3014429" y="5017179"/>
                  <a:pt x="3036750" y="4933404"/>
                  <a:pt x="3057911" y="4911953"/>
                </a:cubicBezTo>
                <a:cubicBezTo>
                  <a:pt x="3090552" y="4878850"/>
                  <a:pt x="3135482" y="4860791"/>
                  <a:pt x="3181979" y="4862095"/>
                </a:cubicBezTo>
                <a:cubicBezTo>
                  <a:pt x="3256768" y="4856877"/>
                  <a:pt x="3324598" y="4876009"/>
                  <a:pt x="3355905" y="4907605"/>
                </a:cubicBezTo>
                <a:cubicBezTo>
                  <a:pt x="3387212" y="4939202"/>
                  <a:pt x="3389240" y="5020078"/>
                  <a:pt x="3389240" y="5020078"/>
                </a:cubicBezTo>
                <a:lnTo>
                  <a:pt x="3505190" y="5017179"/>
                </a:lnTo>
                <a:cubicBezTo>
                  <a:pt x="3505190" y="5017179"/>
                  <a:pt x="3529831" y="4917751"/>
                  <a:pt x="3572152" y="4883835"/>
                </a:cubicBezTo>
                <a:cubicBezTo>
                  <a:pt x="3603894" y="4858399"/>
                  <a:pt x="3656343" y="4855628"/>
                  <a:pt x="3680584" y="4855832"/>
                </a:cubicBezTo>
                <a:cubicBezTo>
                  <a:pt x="3688664" y="4855900"/>
                  <a:pt x="3693610" y="4856298"/>
                  <a:pt x="3693610" y="4856298"/>
                </a:cubicBezTo>
                <a:lnTo>
                  <a:pt x="3693610" y="4899199"/>
                </a:lnTo>
                <a:cubicBezTo>
                  <a:pt x="3693610" y="4899199"/>
                  <a:pt x="3606647" y="4891952"/>
                  <a:pt x="3573022" y="4916592"/>
                </a:cubicBezTo>
                <a:cubicBezTo>
                  <a:pt x="3547804" y="4935072"/>
                  <a:pt x="3533183" y="4977357"/>
                  <a:pt x="3527082" y="5002604"/>
                </a:cubicBezTo>
                <a:lnTo>
                  <a:pt x="3525492" y="5011202"/>
                </a:lnTo>
                <a:lnTo>
                  <a:pt x="3660474" y="4970644"/>
                </a:lnTo>
                <a:cubicBezTo>
                  <a:pt x="3859956" y="4899811"/>
                  <a:pt x="4052281" y="4798104"/>
                  <a:pt x="4230637" y="4664545"/>
                </a:cubicBezTo>
                <a:cubicBezTo>
                  <a:pt x="5181898" y="3952261"/>
                  <a:pt x="5375594" y="2603669"/>
                  <a:pt x="4663280" y="1652440"/>
                </a:cubicBezTo>
                <a:cubicBezTo>
                  <a:pt x="4262603" y="1117358"/>
                  <a:pt x="3660612" y="821972"/>
                  <a:pt x="3041258" y="792705"/>
                </a:cubicBezTo>
                <a:cubicBezTo>
                  <a:pt x="2981043" y="789859"/>
                  <a:pt x="2920664" y="789529"/>
                  <a:pt x="2860290" y="791739"/>
                </a:cubicBezTo>
                <a:close/>
                <a:moveTo>
                  <a:pt x="1904492" y="779477"/>
                </a:moveTo>
                <a:cubicBezTo>
                  <a:pt x="1901680" y="782202"/>
                  <a:pt x="1898694" y="784724"/>
                  <a:pt x="1895506" y="787014"/>
                </a:cubicBezTo>
                <a:cubicBezTo>
                  <a:pt x="1892896" y="788463"/>
                  <a:pt x="1885071" y="787594"/>
                  <a:pt x="1882171" y="790203"/>
                </a:cubicBezTo>
                <a:cubicBezTo>
                  <a:pt x="1878374" y="792812"/>
                  <a:pt x="1874142" y="794783"/>
                  <a:pt x="1869706" y="796000"/>
                </a:cubicBezTo>
                <a:cubicBezTo>
                  <a:pt x="1866518" y="796000"/>
                  <a:pt x="1859851" y="791942"/>
                  <a:pt x="1854632" y="796000"/>
                </a:cubicBezTo>
                <a:cubicBezTo>
                  <a:pt x="1849414" y="800059"/>
                  <a:pt x="1845067" y="797450"/>
                  <a:pt x="1841877" y="800059"/>
                </a:cubicBezTo>
                <a:lnTo>
                  <a:pt x="1841009" y="798899"/>
                </a:lnTo>
                <a:cubicBezTo>
                  <a:pt x="1838399" y="805276"/>
                  <a:pt x="1846516" y="811943"/>
                  <a:pt x="1847097" y="818611"/>
                </a:cubicBezTo>
                <a:cubicBezTo>
                  <a:pt x="1847212" y="822843"/>
                  <a:pt x="1849096" y="826843"/>
                  <a:pt x="1852314" y="829626"/>
                </a:cubicBezTo>
                <a:cubicBezTo>
                  <a:pt x="1858286" y="832902"/>
                  <a:pt x="1863300" y="837684"/>
                  <a:pt x="1866808" y="843540"/>
                </a:cubicBezTo>
                <a:cubicBezTo>
                  <a:pt x="1869706" y="847888"/>
                  <a:pt x="1881592" y="851077"/>
                  <a:pt x="1883331" y="853976"/>
                </a:cubicBezTo>
                <a:cubicBezTo>
                  <a:pt x="1885071" y="856874"/>
                  <a:pt x="1898984" y="862672"/>
                  <a:pt x="1903043" y="865571"/>
                </a:cubicBezTo>
                <a:cubicBezTo>
                  <a:pt x="1907100" y="868470"/>
                  <a:pt x="1908841" y="875426"/>
                  <a:pt x="1911449" y="878036"/>
                </a:cubicBezTo>
                <a:cubicBezTo>
                  <a:pt x="1914723" y="882818"/>
                  <a:pt x="1920898" y="884645"/>
                  <a:pt x="1926233" y="882383"/>
                </a:cubicBezTo>
                <a:cubicBezTo>
                  <a:pt x="1929131" y="880644"/>
                  <a:pt x="1932030" y="872238"/>
                  <a:pt x="1934638" y="869629"/>
                </a:cubicBezTo>
                <a:cubicBezTo>
                  <a:pt x="1937248" y="867020"/>
                  <a:pt x="1942756" y="865281"/>
                  <a:pt x="1945654" y="862672"/>
                </a:cubicBezTo>
                <a:cubicBezTo>
                  <a:pt x="1949886" y="859135"/>
                  <a:pt x="1953249" y="854672"/>
                  <a:pt x="1955510" y="849627"/>
                </a:cubicBezTo>
                <a:cubicBezTo>
                  <a:pt x="1956728" y="845279"/>
                  <a:pt x="1957510" y="840815"/>
                  <a:pt x="1957828" y="836293"/>
                </a:cubicBezTo>
                <a:cubicBezTo>
                  <a:pt x="1958699" y="831075"/>
                  <a:pt x="1956379" y="823828"/>
                  <a:pt x="1956379" y="819190"/>
                </a:cubicBezTo>
                <a:cubicBezTo>
                  <a:pt x="1958380" y="814234"/>
                  <a:pt x="1958989" y="808813"/>
                  <a:pt x="1958118" y="803537"/>
                </a:cubicBezTo>
                <a:cubicBezTo>
                  <a:pt x="1957074" y="799044"/>
                  <a:pt x="1954988" y="794870"/>
                  <a:pt x="1952032" y="791362"/>
                </a:cubicBezTo>
                <a:cubicBezTo>
                  <a:pt x="1948263" y="789130"/>
                  <a:pt x="1944291" y="787304"/>
                  <a:pt x="1940146" y="785855"/>
                </a:cubicBezTo>
                <a:cubicBezTo>
                  <a:pt x="1933479" y="782666"/>
                  <a:pt x="1909709" y="774839"/>
                  <a:pt x="1904492" y="779477"/>
                </a:cubicBezTo>
                <a:close/>
                <a:moveTo>
                  <a:pt x="1750857" y="740344"/>
                </a:moveTo>
                <a:cubicBezTo>
                  <a:pt x="1753175" y="739764"/>
                  <a:pt x="1753175" y="748170"/>
                  <a:pt x="1753465" y="754258"/>
                </a:cubicBezTo>
                <a:cubicBezTo>
                  <a:pt x="1752393" y="760780"/>
                  <a:pt x="1750450" y="767099"/>
                  <a:pt x="1747667" y="773100"/>
                </a:cubicBezTo>
                <a:cubicBezTo>
                  <a:pt x="1743320" y="781506"/>
                  <a:pt x="1743030" y="787304"/>
                  <a:pt x="1739552" y="793971"/>
                </a:cubicBezTo>
                <a:cubicBezTo>
                  <a:pt x="1735957" y="799536"/>
                  <a:pt x="1731464" y="804435"/>
                  <a:pt x="1726217" y="808464"/>
                </a:cubicBezTo>
                <a:cubicBezTo>
                  <a:pt x="1721231" y="811392"/>
                  <a:pt x="1714824" y="809856"/>
                  <a:pt x="1711723" y="804986"/>
                </a:cubicBezTo>
                <a:cubicBezTo>
                  <a:pt x="1708825" y="800493"/>
                  <a:pt x="1708825" y="794696"/>
                  <a:pt x="1711723" y="790202"/>
                </a:cubicBezTo>
                <a:cubicBezTo>
                  <a:pt x="1716390" y="782579"/>
                  <a:pt x="1721638" y="775303"/>
                  <a:pt x="1727377" y="768461"/>
                </a:cubicBezTo>
                <a:cubicBezTo>
                  <a:pt x="1729522" y="765360"/>
                  <a:pt x="1731203" y="761939"/>
                  <a:pt x="1732305" y="758316"/>
                </a:cubicBezTo>
                <a:cubicBezTo>
                  <a:pt x="1733464" y="754258"/>
                  <a:pt x="1738393" y="753098"/>
                  <a:pt x="1741001" y="748170"/>
                </a:cubicBezTo>
                <a:cubicBezTo>
                  <a:pt x="1743725" y="744924"/>
                  <a:pt x="1747089" y="742286"/>
                  <a:pt x="1750857" y="740344"/>
                </a:cubicBezTo>
                <a:close/>
                <a:moveTo>
                  <a:pt x="1775786" y="660048"/>
                </a:moveTo>
                <a:cubicBezTo>
                  <a:pt x="1771728" y="660048"/>
                  <a:pt x="1764481" y="667875"/>
                  <a:pt x="1761583" y="667875"/>
                </a:cubicBezTo>
                <a:cubicBezTo>
                  <a:pt x="1756480" y="668194"/>
                  <a:pt x="1751436" y="669092"/>
                  <a:pt x="1746509" y="670484"/>
                </a:cubicBezTo>
                <a:cubicBezTo>
                  <a:pt x="1743349" y="671962"/>
                  <a:pt x="1740942" y="674687"/>
                  <a:pt x="1739842" y="678021"/>
                </a:cubicBezTo>
                <a:cubicBezTo>
                  <a:pt x="1738103" y="680629"/>
                  <a:pt x="1736565" y="683325"/>
                  <a:pt x="1735203" y="686137"/>
                </a:cubicBezTo>
                <a:cubicBezTo>
                  <a:pt x="1733262" y="689384"/>
                  <a:pt x="1731638" y="692775"/>
                  <a:pt x="1730276" y="696283"/>
                </a:cubicBezTo>
                <a:cubicBezTo>
                  <a:pt x="1727724" y="701558"/>
                  <a:pt x="1724187" y="706284"/>
                  <a:pt x="1719840" y="710197"/>
                </a:cubicBezTo>
                <a:cubicBezTo>
                  <a:pt x="1714333" y="715705"/>
                  <a:pt x="1714042" y="717444"/>
                  <a:pt x="1711144" y="719183"/>
                </a:cubicBezTo>
                <a:cubicBezTo>
                  <a:pt x="1707231" y="722980"/>
                  <a:pt x="1703809" y="727271"/>
                  <a:pt x="1700998" y="731938"/>
                </a:cubicBezTo>
                <a:cubicBezTo>
                  <a:pt x="1696360" y="738605"/>
                  <a:pt x="1688823" y="743243"/>
                  <a:pt x="1685924" y="747591"/>
                </a:cubicBezTo>
                <a:cubicBezTo>
                  <a:pt x="1680968" y="756142"/>
                  <a:pt x="1674127" y="763476"/>
                  <a:pt x="1665923" y="769042"/>
                </a:cubicBezTo>
                <a:cubicBezTo>
                  <a:pt x="1662735" y="767564"/>
                  <a:pt x="1659430" y="766288"/>
                  <a:pt x="1656067" y="765274"/>
                </a:cubicBezTo>
                <a:cubicBezTo>
                  <a:pt x="1648530" y="763824"/>
                  <a:pt x="1645921" y="762664"/>
                  <a:pt x="1640704" y="765274"/>
                </a:cubicBezTo>
                <a:cubicBezTo>
                  <a:pt x="1637167" y="769622"/>
                  <a:pt x="1633892" y="774173"/>
                  <a:pt x="1630848" y="778897"/>
                </a:cubicBezTo>
                <a:cubicBezTo>
                  <a:pt x="1630848" y="787304"/>
                  <a:pt x="1623311" y="796580"/>
                  <a:pt x="1632587" y="812813"/>
                </a:cubicBezTo>
                <a:cubicBezTo>
                  <a:pt x="1634326" y="815712"/>
                  <a:pt x="1638964" y="821799"/>
                  <a:pt x="1647660" y="835134"/>
                </a:cubicBezTo>
                <a:cubicBezTo>
                  <a:pt x="1653081" y="842207"/>
                  <a:pt x="1658908" y="848961"/>
                  <a:pt x="1665053" y="855425"/>
                </a:cubicBezTo>
                <a:cubicBezTo>
                  <a:pt x="1669982" y="861512"/>
                  <a:pt x="1677518" y="867600"/>
                  <a:pt x="1679257" y="870498"/>
                </a:cubicBezTo>
                <a:cubicBezTo>
                  <a:pt x="1680997" y="873397"/>
                  <a:pt x="1686504" y="881804"/>
                  <a:pt x="1687954" y="881804"/>
                </a:cubicBezTo>
                <a:cubicBezTo>
                  <a:pt x="1689403" y="881804"/>
                  <a:pt x="1690272" y="882673"/>
                  <a:pt x="1694331" y="886152"/>
                </a:cubicBezTo>
                <a:cubicBezTo>
                  <a:pt x="1698390" y="889630"/>
                  <a:pt x="1699549" y="893109"/>
                  <a:pt x="1704476" y="895718"/>
                </a:cubicBezTo>
                <a:cubicBezTo>
                  <a:pt x="1707114" y="896906"/>
                  <a:pt x="1709984" y="897515"/>
                  <a:pt x="1712884" y="897457"/>
                </a:cubicBezTo>
                <a:cubicBezTo>
                  <a:pt x="1718623" y="895370"/>
                  <a:pt x="1724159" y="892732"/>
                  <a:pt x="1729407" y="889630"/>
                </a:cubicBezTo>
                <a:cubicBezTo>
                  <a:pt x="1732015" y="887891"/>
                  <a:pt x="1733754" y="884703"/>
                  <a:pt x="1737813" y="882094"/>
                </a:cubicBezTo>
                <a:cubicBezTo>
                  <a:pt x="1741871" y="879485"/>
                  <a:pt x="1749987" y="878615"/>
                  <a:pt x="1752306" y="878036"/>
                </a:cubicBezTo>
                <a:cubicBezTo>
                  <a:pt x="1754626" y="877456"/>
                  <a:pt x="1761002" y="880934"/>
                  <a:pt x="1761002" y="883253"/>
                </a:cubicBezTo>
                <a:cubicBezTo>
                  <a:pt x="1764162" y="891601"/>
                  <a:pt x="1767844" y="899718"/>
                  <a:pt x="1772018" y="907603"/>
                </a:cubicBezTo>
                <a:cubicBezTo>
                  <a:pt x="1774829" y="913632"/>
                  <a:pt x="1778221" y="919343"/>
                  <a:pt x="1782163" y="924706"/>
                </a:cubicBezTo>
                <a:cubicBezTo>
                  <a:pt x="1783902" y="927314"/>
                  <a:pt x="1789410" y="934271"/>
                  <a:pt x="1789410" y="937170"/>
                </a:cubicBezTo>
                <a:cubicBezTo>
                  <a:pt x="1796947" y="950505"/>
                  <a:pt x="1794629" y="957172"/>
                  <a:pt x="1784482" y="963549"/>
                </a:cubicBezTo>
                <a:cubicBezTo>
                  <a:pt x="1781584" y="965288"/>
                  <a:pt x="1771149" y="962389"/>
                  <a:pt x="1761583" y="968477"/>
                </a:cubicBezTo>
                <a:cubicBezTo>
                  <a:pt x="1760134" y="969346"/>
                  <a:pt x="1748538" y="978622"/>
                  <a:pt x="1752016" y="981521"/>
                </a:cubicBezTo>
                <a:cubicBezTo>
                  <a:pt x="1755495" y="984420"/>
                  <a:pt x="1777816" y="986159"/>
                  <a:pt x="1784482" y="989928"/>
                </a:cubicBezTo>
                <a:cubicBezTo>
                  <a:pt x="1791149" y="993696"/>
                  <a:pt x="1794339" y="997754"/>
                  <a:pt x="1799557" y="999204"/>
                </a:cubicBezTo>
                <a:cubicBezTo>
                  <a:pt x="1805324" y="999696"/>
                  <a:pt x="1811122" y="999116"/>
                  <a:pt x="1816658" y="997464"/>
                </a:cubicBezTo>
                <a:cubicBezTo>
                  <a:pt x="1821007" y="997175"/>
                  <a:pt x="1825356" y="998914"/>
                  <a:pt x="1828254" y="998914"/>
                </a:cubicBezTo>
                <a:cubicBezTo>
                  <a:pt x="1831152" y="998914"/>
                  <a:pt x="1838399" y="997464"/>
                  <a:pt x="1840719" y="997464"/>
                </a:cubicBezTo>
                <a:cubicBezTo>
                  <a:pt x="1843588" y="998740"/>
                  <a:pt x="1846835" y="998740"/>
                  <a:pt x="1849705" y="997464"/>
                </a:cubicBezTo>
                <a:cubicBezTo>
                  <a:pt x="1852604" y="995725"/>
                  <a:pt x="1853473" y="989058"/>
                  <a:pt x="1859561" y="981521"/>
                </a:cubicBezTo>
                <a:cubicBezTo>
                  <a:pt x="1865648" y="973985"/>
                  <a:pt x="1862459" y="961520"/>
                  <a:pt x="1865648" y="957172"/>
                </a:cubicBezTo>
                <a:cubicBezTo>
                  <a:pt x="1870287" y="948186"/>
                  <a:pt x="1870837" y="937605"/>
                  <a:pt x="1867098" y="928184"/>
                </a:cubicBezTo>
                <a:cubicBezTo>
                  <a:pt x="1853763" y="901892"/>
                  <a:pt x="1838544" y="876615"/>
                  <a:pt x="1821587" y="852526"/>
                </a:cubicBezTo>
                <a:cubicBezTo>
                  <a:pt x="1816340" y="848323"/>
                  <a:pt x="1811993" y="843105"/>
                  <a:pt x="1808833" y="837163"/>
                </a:cubicBezTo>
                <a:cubicBezTo>
                  <a:pt x="1805354" y="831365"/>
                  <a:pt x="1808833" y="822959"/>
                  <a:pt x="1811441" y="822959"/>
                </a:cubicBezTo>
                <a:cubicBezTo>
                  <a:pt x="1815064" y="822350"/>
                  <a:pt x="1818109" y="819944"/>
                  <a:pt x="1819558" y="816581"/>
                </a:cubicBezTo>
                <a:cubicBezTo>
                  <a:pt x="1820920" y="809306"/>
                  <a:pt x="1821789" y="801943"/>
                  <a:pt x="1822166" y="794551"/>
                </a:cubicBezTo>
                <a:cubicBezTo>
                  <a:pt x="1821007" y="773709"/>
                  <a:pt x="1821007" y="752780"/>
                  <a:pt x="1822166" y="731938"/>
                </a:cubicBezTo>
                <a:cubicBezTo>
                  <a:pt x="1822486" y="725763"/>
                  <a:pt x="1822486" y="719560"/>
                  <a:pt x="1822166" y="713386"/>
                </a:cubicBezTo>
                <a:cubicBezTo>
                  <a:pt x="1823617" y="704051"/>
                  <a:pt x="1825761" y="694863"/>
                  <a:pt x="1828544" y="685847"/>
                </a:cubicBezTo>
                <a:cubicBezTo>
                  <a:pt x="1827355" y="680890"/>
                  <a:pt x="1824485" y="676484"/>
                  <a:pt x="1820427" y="673382"/>
                </a:cubicBezTo>
                <a:cubicBezTo>
                  <a:pt x="1817529" y="671643"/>
                  <a:pt x="1810572" y="662657"/>
                  <a:pt x="1804774" y="660048"/>
                </a:cubicBezTo>
                <a:cubicBezTo>
                  <a:pt x="1795121" y="659092"/>
                  <a:pt x="1785440" y="659092"/>
                  <a:pt x="1775786" y="660048"/>
                </a:cubicBezTo>
                <a:close/>
                <a:moveTo>
                  <a:pt x="4252023" y="620915"/>
                </a:moveTo>
                <a:cubicBezTo>
                  <a:pt x="4250392" y="621205"/>
                  <a:pt x="4248871" y="622220"/>
                  <a:pt x="4247567" y="624683"/>
                </a:cubicBezTo>
                <a:cubicBezTo>
                  <a:pt x="4245421" y="631669"/>
                  <a:pt x="4242087" y="638250"/>
                  <a:pt x="4237710" y="644105"/>
                </a:cubicBezTo>
                <a:cubicBezTo>
                  <a:pt x="4233623" y="651439"/>
                  <a:pt x="4228638" y="658251"/>
                  <a:pt x="4222926" y="664396"/>
                </a:cubicBezTo>
                <a:cubicBezTo>
                  <a:pt x="4211679" y="671672"/>
                  <a:pt x="4202433" y="681644"/>
                  <a:pt x="4195968" y="693384"/>
                </a:cubicBezTo>
                <a:cubicBezTo>
                  <a:pt x="4180750" y="693703"/>
                  <a:pt x="4165646" y="690833"/>
                  <a:pt x="4151618" y="684978"/>
                </a:cubicBezTo>
                <a:cubicBezTo>
                  <a:pt x="4143500" y="680920"/>
                  <a:pt x="4133934" y="671354"/>
                  <a:pt x="4129297" y="671354"/>
                </a:cubicBezTo>
                <a:cubicBezTo>
                  <a:pt x="4125093" y="670397"/>
                  <a:pt x="4120746" y="670397"/>
                  <a:pt x="4116542" y="671354"/>
                </a:cubicBezTo>
                <a:cubicBezTo>
                  <a:pt x="4111615" y="671643"/>
                  <a:pt x="4107556" y="669035"/>
                  <a:pt x="4103207" y="669035"/>
                </a:cubicBezTo>
                <a:cubicBezTo>
                  <a:pt x="4098743" y="670629"/>
                  <a:pt x="4094193" y="671991"/>
                  <a:pt x="4089584" y="673093"/>
                </a:cubicBezTo>
                <a:cubicBezTo>
                  <a:pt x="4083294" y="673759"/>
                  <a:pt x="4078075" y="678252"/>
                  <a:pt x="4076539" y="684398"/>
                </a:cubicBezTo>
                <a:cubicBezTo>
                  <a:pt x="4071611" y="695529"/>
                  <a:pt x="4073552" y="708486"/>
                  <a:pt x="4081466" y="717734"/>
                </a:cubicBezTo>
                <a:cubicBezTo>
                  <a:pt x="4088135" y="722952"/>
                  <a:pt x="4088423" y="729039"/>
                  <a:pt x="4093062" y="734257"/>
                </a:cubicBezTo>
                <a:cubicBezTo>
                  <a:pt x="4095728" y="737242"/>
                  <a:pt x="4099293" y="739272"/>
                  <a:pt x="4103207" y="740054"/>
                </a:cubicBezTo>
                <a:cubicBezTo>
                  <a:pt x="4107324" y="740866"/>
                  <a:pt x="4111383" y="741938"/>
                  <a:pt x="4115383" y="743243"/>
                </a:cubicBezTo>
                <a:lnTo>
                  <a:pt x="4123499" y="747881"/>
                </a:lnTo>
                <a:cubicBezTo>
                  <a:pt x="4126399" y="749620"/>
                  <a:pt x="4135385" y="749620"/>
                  <a:pt x="4134224" y="753389"/>
                </a:cubicBezTo>
                <a:cubicBezTo>
                  <a:pt x="4133065" y="757157"/>
                  <a:pt x="4125238" y="762955"/>
                  <a:pt x="4121469" y="765563"/>
                </a:cubicBezTo>
                <a:cubicBezTo>
                  <a:pt x="4110049" y="776492"/>
                  <a:pt x="4096280" y="784637"/>
                  <a:pt x="4081176" y="789333"/>
                </a:cubicBezTo>
                <a:cubicBezTo>
                  <a:pt x="4054683" y="797334"/>
                  <a:pt x="4027781" y="803914"/>
                  <a:pt x="4000591" y="809045"/>
                </a:cubicBezTo>
                <a:cubicBezTo>
                  <a:pt x="3997982" y="809045"/>
                  <a:pt x="3993054" y="809045"/>
                  <a:pt x="3990735" y="809045"/>
                </a:cubicBezTo>
                <a:cubicBezTo>
                  <a:pt x="3985460" y="810030"/>
                  <a:pt x="3980126" y="810697"/>
                  <a:pt x="3974792" y="811074"/>
                </a:cubicBezTo>
                <a:cubicBezTo>
                  <a:pt x="3967720" y="812523"/>
                  <a:pt x="3960415" y="812523"/>
                  <a:pt x="3953341" y="811074"/>
                </a:cubicBezTo>
                <a:lnTo>
                  <a:pt x="3953341" y="809914"/>
                </a:lnTo>
                <a:cubicBezTo>
                  <a:pt x="3944355" y="808175"/>
                  <a:pt x="3938267" y="810784"/>
                  <a:pt x="3939138" y="813393"/>
                </a:cubicBezTo>
                <a:cubicBezTo>
                  <a:pt x="3940006" y="816002"/>
                  <a:pt x="3944065" y="819480"/>
                  <a:pt x="3947833" y="823539"/>
                </a:cubicBezTo>
                <a:cubicBezTo>
                  <a:pt x="3951602" y="827597"/>
                  <a:pt x="3946094" y="836003"/>
                  <a:pt x="3947833" y="840352"/>
                </a:cubicBezTo>
                <a:cubicBezTo>
                  <a:pt x="3949573" y="844699"/>
                  <a:pt x="3948992" y="849917"/>
                  <a:pt x="3951892" y="852526"/>
                </a:cubicBezTo>
                <a:cubicBezTo>
                  <a:pt x="3956269" y="855019"/>
                  <a:pt x="3961110" y="856700"/>
                  <a:pt x="3966096" y="857454"/>
                </a:cubicBezTo>
                <a:cubicBezTo>
                  <a:pt x="3974618" y="860556"/>
                  <a:pt x="3983343" y="863078"/>
                  <a:pt x="3992185" y="864991"/>
                </a:cubicBezTo>
                <a:cubicBezTo>
                  <a:pt x="3999142" y="864991"/>
                  <a:pt x="4017405" y="864991"/>
                  <a:pt x="4024942" y="864991"/>
                </a:cubicBezTo>
                <a:cubicBezTo>
                  <a:pt x="4039986" y="867832"/>
                  <a:pt x="4055407" y="867832"/>
                  <a:pt x="4070451" y="864991"/>
                </a:cubicBezTo>
                <a:cubicBezTo>
                  <a:pt x="4092772" y="858034"/>
                  <a:pt x="4105817" y="857164"/>
                  <a:pt x="4121760" y="852237"/>
                </a:cubicBezTo>
                <a:cubicBezTo>
                  <a:pt x="4137702" y="847308"/>
                  <a:pt x="4160892" y="824988"/>
                  <a:pt x="4164082" y="830786"/>
                </a:cubicBezTo>
                <a:cubicBezTo>
                  <a:pt x="4167270" y="836583"/>
                  <a:pt x="4171619" y="859193"/>
                  <a:pt x="4180315" y="878325"/>
                </a:cubicBezTo>
                <a:cubicBezTo>
                  <a:pt x="4182750" y="886500"/>
                  <a:pt x="4184692" y="894848"/>
                  <a:pt x="4186113" y="903255"/>
                </a:cubicBezTo>
                <a:cubicBezTo>
                  <a:pt x="4187214" y="917951"/>
                  <a:pt x="4189243" y="932590"/>
                  <a:pt x="4192199" y="947026"/>
                </a:cubicBezTo>
                <a:cubicBezTo>
                  <a:pt x="4199360" y="962476"/>
                  <a:pt x="4199360" y="980275"/>
                  <a:pt x="4192199" y="995725"/>
                </a:cubicBezTo>
                <a:cubicBezTo>
                  <a:pt x="4192316" y="1002421"/>
                  <a:pt x="4195244" y="1008740"/>
                  <a:pt x="4200317" y="1013118"/>
                </a:cubicBezTo>
                <a:cubicBezTo>
                  <a:pt x="4206403" y="1019205"/>
                  <a:pt x="4216550" y="1019495"/>
                  <a:pt x="4222348" y="1030221"/>
                </a:cubicBezTo>
                <a:cubicBezTo>
                  <a:pt x="4226145" y="1034887"/>
                  <a:pt x="4230754" y="1038801"/>
                  <a:pt x="4235971" y="1041815"/>
                </a:cubicBezTo>
                <a:cubicBezTo>
                  <a:pt x="4242349" y="1046743"/>
                  <a:pt x="4249885" y="1048773"/>
                  <a:pt x="4253653" y="1051671"/>
                </a:cubicBezTo>
                <a:cubicBezTo>
                  <a:pt x="4258842" y="1055585"/>
                  <a:pt x="4264263" y="1059179"/>
                  <a:pt x="4269886" y="1062397"/>
                </a:cubicBezTo>
                <a:cubicBezTo>
                  <a:pt x="4272206" y="1063266"/>
                  <a:pt x="4275104" y="1065875"/>
                  <a:pt x="4278294" y="1065295"/>
                </a:cubicBezTo>
                <a:cubicBezTo>
                  <a:pt x="4281482" y="1064716"/>
                  <a:pt x="4286119" y="1063266"/>
                  <a:pt x="4289309" y="1063266"/>
                </a:cubicBezTo>
                <a:cubicBezTo>
                  <a:pt x="4296875" y="1066658"/>
                  <a:pt x="4305512" y="1066658"/>
                  <a:pt x="4313078" y="1063266"/>
                </a:cubicBezTo>
                <a:cubicBezTo>
                  <a:pt x="4317717" y="1061527"/>
                  <a:pt x="4319746" y="1054860"/>
                  <a:pt x="4321485" y="1052251"/>
                </a:cubicBezTo>
                <a:cubicBezTo>
                  <a:pt x="4323224" y="1049642"/>
                  <a:pt x="4329891" y="1049932"/>
                  <a:pt x="4329891" y="1045874"/>
                </a:cubicBezTo>
                <a:cubicBezTo>
                  <a:pt x="4329891" y="1041815"/>
                  <a:pt x="4324383" y="1038047"/>
                  <a:pt x="4321775" y="1034569"/>
                </a:cubicBezTo>
                <a:cubicBezTo>
                  <a:pt x="4311050" y="1021814"/>
                  <a:pt x="4304382" y="1013987"/>
                  <a:pt x="4296845" y="1005581"/>
                </a:cubicBezTo>
                <a:cubicBezTo>
                  <a:pt x="4293946" y="1002103"/>
                  <a:pt x="4291917" y="993696"/>
                  <a:pt x="4288149" y="988478"/>
                </a:cubicBezTo>
                <a:cubicBezTo>
                  <a:pt x="4282816" y="982971"/>
                  <a:pt x="4278062" y="976970"/>
                  <a:pt x="4273945" y="970506"/>
                </a:cubicBezTo>
                <a:cubicBezTo>
                  <a:pt x="4268756" y="956389"/>
                  <a:pt x="4262262" y="942794"/>
                  <a:pt x="4254524" y="929923"/>
                </a:cubicBezTo>
                <a:cubicBezTo>
                  <a:pt x="4245247" y="916009"/>
                  <a:pt x="4247567" y="887022"/>
                  <a:pt x="4243508" y="876586"/>
                </a:cubicBezTo>
                <a:cubicBezTo>
                  <a:pt x="4234550" y="854903"/>
                  <a:pt x="4228696" y="832061"/>
                  <a:pt x="4226115" y="808755"/>
                </a:cubicBezTo>
                <a:cubicBezTo>
                  <a:pt x="4225651" y="800667"/>
                  <a:pt x="4228841" y="792783"/>
                  <a:pt x="4234812" y="787304"/>
                </a:cubicBezTo>
                <a:cubicBezTo>
                  <a:pt x="4239449" y="783912"/>
                  <a:pt x="4244667" y="781362"/>
                  <a:pt x="4250175" y="779767"/>
                </a:cubicBezTo>
                <a:cubicBezTo>
                  <a:pt x="4260785" y="780057"/>
                  <a:pt x="4271307" y="781709"/>
                  <a:pt x="4281482" y="784695"/>
                </a:cubicBezTo>
                <a:cubicBezTo>
                  <a:pt x="4286990" y="786435"/>
                  <a:pt x="4292788" y="789333"/>
                  <a:pt x="4299454" y="792232"/>
                </a:cubicBezTo>
                <a:cubicBezTo>
                  <a:pt x="4305919" y="795160"/>
                  <a:pt x="4312934" y="796638"/>
                  <a:pt x="4320036" y="796580"/>
                </a:cubicBezTo>
                <a:cubicBezTo>
                  <a:pt x="4330298" y="798928"/>
                  <a:pt x="4340792" y="800203"/>
                  <a:pt x="4351342" y="800348"/>
                </a:cubicBezTo>
                <a:cubicBezTo>
                  <a:pt x="4358300" y="798609"/>
                  <a:pt x="4361488" y="796000"/>
                  <a:pt x="4366706" y="798609"/>
                </a:cubicBezTo>
                <a:cubicBezTo>
                  <a:pt x="4371924" y="801218"/>
                  <a:pt x="4373082" y="799479"/>
                  <a:pt x="4375692" y="794841"/>
                </a:cubicBezTo>
                <a:cubicBezTo>
                  <a:pt x="4380329" y="783536"/>
                  <a:pt x="4384098" y="767882"/>
                  <a:pt x="4375692" y="761215"/>
                </a:cubicBezTo>
                <a:cubicBezTo>
                  <a:pt x="4367286" y="754548"/>
                  <a:pt x="4360039" y="749620"/>
                  <a:pt x="4359749" y="743823"/>
                </a:cubicBezTo>
                <a:cubicBezTo>
                  <a:pt x="4359459" y="738025"/>
                  <a:pt x="4340326" y="732518"/>
                  <a:pt x="4337138" y="730778"/>
                </a:cubicBezTo>
                <a:cubicBezTo>
                  <a:pt x="4333950" y="729039"/>
                  <a:pt x="4323515" y="732518"/>
                  <a:pt x="4316268" y="732518"/>
                </a:cubicBezTo>
                <a:cubicBezTo>
                  <a:pt x="4311137" y="732169"/>
                  <a:pt x="4306093" y="731184"/>
                  <a:pt x="4301194" y="729619"/>
                </a:cubicBezTo>
                <a:cubicBezTo>
                  <a:pt x="4296845" y="728169"/>
                  <a:pt x="4287858" y="728169"/>
                  <a:pt x="4287858" y="728169"/>
                </a:cubicBezTo>
                <a:cubicBezTo>
                  <a:pt x="4284380" y="728372"/>
                  <a:pt x="4280932" y="727445"/>
                  <a:pt x="4278004" y="725560"/>
                </a:cubicBezTo>
                <a:cubicBezTo>
                  <a:pt x="4275684" y="723531"/>
                  <a:pt x="4285541" y="715125"/>
                  <a:pt x="4285541" y="713386"/>
                </a:cubicBezTo>
                <a:cubicBezTo>
                  <a:pt x="4294237" y="706139"/>
                  <a:pt x="4302064" y="700341"/>
                  <a:pt x="4306411" y="697153"/>
                </a:cubicBezTo>
                <a:cubicBezTo>
                  <a:pt x="4310760" y="693964"/>
                  <a:pt x="4307860" y="690486"/>
                  <a:pt x="4310760" y="684398"/>
                </a:cubicBezTo>
                <a:cubicBezTo>
                  <a:pt x="4313658" y="678311"/>
                  <a:pt x="4317717" y="676571"/>
                  <a:pt x="4313658" y="670484"/>
                </a:cubicBezTo>
                <a:cubicBezTo>
                  <a:pt x="4308527" y="663672"/>
                  <a:pt x="4305484" y="655526"/>
                  <a:pt x="4304962" y="647004"/>
                </a:cubicBezTo>
                <a:cubicBezTo>
                  <a:pt x="4304962" y="643815"/>
                  <a:pt x="4287280" y="636858"/>
                  <a:pt x="4284380" y="633959"/>
                </a:cubicBezTo>
                <a:cubicBezTo>
                  <a:pt x="4281482" y="631061"/>
                  <a:pt x="4274525" y="633090"/>
                  <a:pt x="4271047" y="631061"/>
                </a:cubicBezTo>
                <a:cubicBezTo>
                  <a:pt x="4267568" y="629031"/>
                  <a:pt x="4268437" y="624683"/>
                  <a:pt x="4257132" y="621495"/>
                </a:cubicBezTo>
                <a:cubicBezTo>
                  <a:pt x="4255393" y="621060"/>
                  <a:pt x="4253653" y="620625"/>
                  <a:pt x="4252023" y="620915"/>
                </a:cubicBezTo>
                <a:close/>
                <a:moveTo>
                  <a:pt x="2360177" y="576564"/>
                </a:moveTo>
                <a:lnTo>
                  <a:pt x="2361048" y="577724"/>
                </a:lnTo>
                <a:lnTo>
                  <a:pt x="2360388" y="576963"/>
                </a:lnTo>
                <a:close/>
                <a:moveTo>
                  <a:pt x="1668532" y="521488"/>
                </a:moveTo>
                <a:cubicBezTo>
                  <a:pt x="1664763" y="520038"/>
                  <a:pt x="1658966" y="525256"/>
                  <a:pt x="1653748" y="525256"/>
                </a:cubicBezTo>
                <a:cubicBezTo>
                  <a:pt x="1648530" y="525256"/>
                  <a:pt x="1646791" y="523227"/>
                  <a:pt x="1643312" y="525256"/>
                </a:cubicBezTo>
                <a:cubicBezTo>
                  <a:pt x="1638994" y="528300"/>
                  <a:pt x="1634442" y="531024"/>
                  <a:pt x="1629688" y="533373"/>
                </a:cubicBezTo>
                <a:cubicBezTo>
                  <a:pt x="1625775" y="534909"/>
                  <a:pt x="1622007" y="536764"/>
                  <a:pt x="1618383" y="538880"/>
                </a:cubicBezTo>
                <a:cubicBezTo>
                  <a:pt x="1613455" y="542069"/>
                  <a:pt x="1613455" y="545257"/>
                  <a:pt x="1611426" y="547576"/>
                </a:cubicBezTo>
                <a:cubicBezTo>
                  <a:pt x="1609397" y="549895"/>
                  <a:pt x="1604179" y="552214"/>
                  <a:pt x="1602730" y="553954"/>
                </a:cubicBezTo>
                <a:cubicBezTo>
                  <a:pt x="1601281" y="555693"/>
                  <a:pt x="1601281" y="560041"/>
                  <a:pt x="1595773" y="563520"/>
                </a:cubicBezTo>
                <a:cubicBezTo>
                  <a:pt x="1590265" y="566998"/>
                  <a:pt x="1583018" y="567868"/>
                  <a:pt x="1581279" y="575694"/>
                </a:cubicBezTo>
                <a:cubicBezTo>
                  <a:pt x="1580033" y="579463"/>
                  <a:pt x="1580787" y="583637"/>
                  <a:pt x="1583308" y="586710"/>
                </a:cubicBezTo>
                <a:cubicBezTo>
                  <a:pt x="1587657" y="590188"/>
                  <a:pt x="1608238" y="599754"/>
                  <a:pt x="1609977" y="606711"/>
                </a:cubicBezTo>
                <a:cubicBezTo>
                  <a:pt x="1611282" y="610770"/>
                  <a:pt x="1612238" y="614944"/>
                  <a:pt x="1612876" y="619176"/>
                </a:cubicBezTo>
                <a:cubicBezTo>
                  <a:pt x="1614905" y="624104"/>
                  <a:pt x="1614905" y="625843"/>
                  <a:pt x="1614905" y="629611"/>
                </a:cubicBezTo>
                <a:cubicBezTo>
                  <a:pt x="1614760" y="633264"/>
                  <a:pt x="1615891" y="636858"/>
                  <a:pt x="1618093" y="639757"/>
                </a:cubicBezTo>
                <a:cubicBezTo>
                  <a:pt x="1621949" y="641583"/>
                  <a:pt x="1626412" y="641583"/>
                  <a:pt x="1630269" y="639757"/>
                </a:cubicBezTo>
                <a:cubicBezTo>
                  <a:pt x="1634326" y="637438"/>
                  <a:pt x="1639255" y="635989"/>
                  <a:pt x="1640994" y="637438"/>
                </a:cubicBezTo>
                <a:cubicBezTo>
                  <a:pt x="1642733" y="638888"/>
                  <a:pt x="1646502" y="638888"/>
                  <a:pt x="1647371" y="644975"/>
                </a:cubicBezTo>
                <a:cubicBezTo>
                  <a:pt x="1648241" y="651062"/>
                  <a:pt x="1644472" y="653671"/>
                  <a:pt x="1639255" y="660048"/>
                </a:cubicBezTo>
                <a:cubicBezTo>
                  <a:pt x="1634036" y="666426"/>
                  <a:pt x="1615775" y="683528"/>
                  <a:pt x="1614035" y="689036"/>
                </a:cubicBezTo>
                <a:cubicBezTo>
                  <a:pt x="1612295" y="694544"/>
                  <a:pt x="1604469" y="695413"/>
                  <a:pt x="1598961" y="701211"/>
                </a:cubicBezTo>
                <a:cubicBezTo>
                  <a:pt x="1588236" y="712574"/>
                  <a:pt x="1576728" y="723125"/>
                  <a:pt x="1564466" y="732807"/>
                </a:cubicBezTo>
                <a:cubicBezTo>
                  <a:pt x="1560408" y="735706"/>
                  <a:pt x="1554320" y="746721"/>
                  <a:pt x="1551422" y="748171"/>
                </a:cubicBezTo>
                <a:cubicBezTo>
                  <a:pt x="1548523" y="749620"/>
                  <a:pt x="1543595" y="745852"/>
                  <a:pt x="1541276" y="748171"/>
                </a:cubicBezTo>
                <a:lnTo>
                  <a:pt x="1541276" y="747011"/>
                </a:lnTo>
                <a:cubicBezTo>
                  <a:pt x="1532232" y="756403"/>
                  <a:pt x="1525043" y="767418"/>
                  <a:pt x="1520115" y="779477"/>
                </a:cubicBezTo>
                <a:cubicBezTo>
                  <a:pt x="1519506" y="783536"/>
                  <a:pt x="1520666" y="787652"/>
                  <a:pt x="1523304" y="790782"/>
                </a:cubicBezTo>
                <a:cubicBezTo>
                  <a:pt x="1527362" y="796580"/>
                  <a:pt x="1531710" y="801798"/>
                  <a:pt x="1531710" y="803247"/>
                </a:cubicBezTo>
                <a:cubicBezTo>
                  <a:pt x="1534318" y="809625"/>
                  <a:pt x="1539247" y="816581"/>
                  <a:pt x="1544464" y="816002"/>
                </a:cubicBezTo>
                <a:cubicBezTo>
                  <a:pt x="1549683" y="815422"/>
                  <a:pt x="1551711" y="809914"/>
                  <a:pt x="1559539" y="808465"/>
                </a:cubicBezTo>
                <a:cubicBezTo>
                  <a:pt x="1567365" y="807015"/>
                  <a:pt x="1566205" y="811943"/>
                  <a:pt x="1570553" y="808465"/>
                </a:cubicBezTo>
                <a:cubicBezTo>
                  <a:pt x="1574902" y="804987"/>
                  <a:pt x="1576930" y="800348"/>
                  <a:pt x="1576930" y="797160"/>
                </a:cubicBezTo>
                <a:cubicBezTo>
                  <a:pt x="1579395" y="793247"/>
                  <a:pt x="1582410" y="789739"/>
                  <a:pt x="1585917" y="786724"/>
                </a:cubicBezTo>
                <a:cubicBezTo>
                  <a:pt x="1590845" y="783246"/>
                  <a:pt x="1596932" y="780057"/>
                  <a:pt x="1596932" y="775419"/>
                </a:cubicBezTo>
                <a:cubicBezTo>
                  <a:pt x="1599252" y="773274"/>
                  <a:pt x="1601889" y="771506"/>
                  <a:pt x="1604759" y="770202"/>
                </a:cubicBezTo>
                <a:cubicBezTo>
                  <a:pt x="1608585" y="768723"/>
                  <a:pt x="1612034" y="766462"/>
                  <a:pt x="1614905" y="763534"/>
                </a:cubicBezTo>
                <a:cubicBezTo>
                  <a:pt x="1617977" y="759940"/>
                  <a:pt x="1621253" y="756548"/>
                  <a:pt x="1624761" y="753389"/>
                </a:cubicBezTo>
                <a:cubicBezTo>
                  <a:pt x="1628674" y="751533"/>
                  <a:pt x="1632065" y="748751"/>
                  <a:pt x="1634617" y="745272"/>
                </a:cubicBezTo>
                <a:cubicBezTo>
                  <a:pt x="1637225" y="741504"/>
                  <a:pt x="1643022" y="738895"/>
                  <a:pt x="1645632" y="734546"/>
                </a:cubicBezTo>
                <a:cubicBezTo>
                  <a:pt x="1648241" y="730198"/>
                  <a:pt x="1654328" y="728169"/>
                  <a:pt x="1657227" y="722662"/>
                </a:cubicBezTo>
                <a:cubicBezTo>
                  <a:pt x="1660126" y="717154"/>
                  <a:pt x="1669112" y="716574"/>
                  <a:pt x="1669112" y="710487"/>
                </a:cubicBezTo>
                <a:cubicBezTo>
                  <a:pt x="1682417" y="695123"/>
                  <a:pt x="1696766" y="680717"/>
                  <a:pt x="1712013" y="667295"/>
                </a:cubicBezTo>
                <a:cubicBezTo>
                  <a:pt x="1717869" y="660309"/>
                  <a:pt x="1723319" y="652947"/>
                  <a:pt x="1728246" y="645264"/>
                </a:cubicBezTo>
                <a:cubicBezTo>
                  <a:pt x="1734044" y="640337"/>
                  <a:pt x="1741001" y="639467"/>
                  <a:pt x="1743610" y="636858"/>
                </a:cubicBezTo>
                <a:cubicBezTo>
                  <a:pt x="1747204" y="631554"/>
                  <a:pt x="1751291" y="626626"/>
                  <a:pt x="1755785" y="622075"/>
                </a:cubicBezTo>
                <a:cubicBezTo>
                  <a:pt x="1758683" y="618596"/>
                  <a:pt x="1765061" y="611349"/>
                  <a:pt x="1768539" y="608160"/>
                </a:cubicBezTo>
                <a:lnTo>
                  <a:pt x="1784192" y="595986"/>
                </a:lnTo>
                <a:cubicBezTo>
                  <a:pt x="1787092" y="594246"/>
                  <a:pt x="1801876" y="583521"/>
                  <a:pt x="1804484" y="581492"/>
                </a:cubicBezTo>
                <a:cubicBezTo>
                  <a:pt x="1812311" y="577724"/>
                  <a:pt x="1819558" y="580622"/>
                  <a:pt x="1819558" y="577724"/>
                </a:cubicBezTo>
                <a:cubicBezTo>
                  <a:pt x="1823617" y="569317"/>
                  <a:pt x="1833762" y="549895"/>
                  <a:pt x="1830864" y="543808"/>
                </a:cubicBezTo>
                <a:cubicBezTo>
                  <a:pt x="1827964" y="537721"/>
                  <a:pt x="1825356" y="533082"/>
                  <a:pt x="1823617" y="530184"/>
                </a:cubicBezTo>
                <a:cubicBezTo>
                  <a:pt x="1821152" y="527604"/>
                  <a:pt x="1817529" y="526502"/>
                  <a:pt x="1814050" y="527285"/>
                </a:cubicBezTo>
                <a:cubicBezTo>
                  <a:pt x="1807209" y="529488"/>
                  <a:pt x="1799730" y="528213"/>
                  <a:pt x="1794049" y="523807"/>
                </a:cubicBezTo>
                <a:cubicBezTo>
                  <a:pt x="1791149" y="521488"/>
                  <a:pt x="1786222" y="524676"/>
                  <a:pt x="1781294" y="526705"/>
                </a:cubicBezTo>
                <a:cubicBezTo>
                  <a:pt x="1776367" y="528734"/>
                  <a:pt x="1770569" y="526705"/>
                  <a:pt x="1767959" y="528734"/>
                </a:cubicBezTo>
                <a:cubicBezTo>
                  <a:pt x="1760480" y="534851"/>
                  <a:pt x="1753495" y="541518"/>
                  <a:pt x="1747089" y="548736"/>
                </a:cubicBezTo>
                <a:cubicBezTo>
                  <a:pt x="1741581" y="555113"/>
                  <a:pt x="1714333" y="580332"/>
                  <a:pt x="1710564" y="584101"/>
                </a:cubicBezTo>
                <a:cubicBezTo>
                  <a:pt x="1706796" y="587869"/>
                  <a:pt x="1703898" y="582941"/>
                  <a:pt x="1703898" y="578303"/>
                </a:cubicBezTo>
                <a:cubicBezTo>
                  <a:pt x="1709405" y="565839"/>
                  <a:pt x="1713174" y="564969"/>
                  <a:pt x="1703898" y="549315"/>
                </a:cubicBezTo>
                <a:cubicBezTo>
                  <a:pt x="1694621" y="533662"/>
                  <a:pt x="1684475" y="535691"/>
                  <a:pt x="1681286" y="533662"/>
                </a:cubicBezTo>
                <a:cubicBezTo>
                  <a:pt x="1678098" y="531633"/>
                  <a:pt x="1672300" y="522937"/>
                  <a:pt x="1668532" y="521488"/>
                </a:cubicBezTo>
                <a:close/>
                <a:moveTo>
                  <a:pt x="2585847" y="439597"/>
                </a:moveTo>
                <a:cubicBezTo>
                  <a:pt x="2588572" y="439684"/>
                  <a:pt x="2590716" y="441945"/>
                  <a:pt x="2590630" y="444670"/>
                </a:cubicBezTo>
                <a:cubicBezTo>
                  <a:pt x="2591238" y="452409"/>
                  <a:pt x="2588253" y="460004"/>
                  <a:pt x="2582514" y="465251"/>
                </a:cubicBezTo>
                <a:cubicBezTo>
                  <a:pt x="2576948" y="466962"/>
                  <a:pt x="2570977" y="466962"/>
                  <a:pt x="2565410" y="465251"/>
                </a:cubicBezTo>
                <a:cubicBezTo>
                  <a:pt x="2563498" y="462555"/>
                  <a:pt x="2562599" y="459280"/>
                  <a:pt x="2562803" y="455975"/>
                </a:cubicBezTo>
                <a:cubicBezTo>
                  <a:pt x="2562627" y="452236"/>
                  <a:pt x="2563758" y="448554"/>
                  <a:pt x="2565991" y="445539"/>
                </a:cubicBezTo>
                <a:cubicBezTo>
                  <a:pt x="2572049" y="443192"/>
                  <a:pt x="2578224" y="441249"/>
                  <a:pt x="2584543" y="439742"/>
                </a:cubicBezTo>
                <a:cubicBezTo>
                  <a:pt x="2584977" y="439626"/>
                  <a:pt x="2585412" y="439597"/>
                  <a:pt x="2585847" y="439597"/>
                </a:cubicBezTo>
                <a:close/>
                <a:moveTo>
                  <a:pt x="2644113" y="413690"/>
                </a:moveTo>
                <a:cubicBezTo>
                  <a:pt x="2646069" y="413798"/>
                  <a:pt x="2647881" y="414813"/>
                  <a:pt x="2648605" y="417422"/>
                </a:cubicBezTo>
                <a:cubicBezTo>
                  <a:pt x="2649563" y="421509"/>
                  <a:pt x="2650054" y="425683"/>
                  <a:pt x="2650054" y="429886"/>
                </a:cubicBezTo>
                <a:cubicBezTo>
                  <a:pt x="2647707" y="436959"/>
                  <a:pt x="2642084" y="442438"/>
                  <a:pt x="2634982" y="444670"/>
                </a:cubicBezTo>
                <a:cubicBezTo>
                  <a:pt x="2632953" y="445539"/>
                  <a:pt x="2624545" y="440611"/>
                  <a:pt x="2624545" y="437423"/>
                </a:cubicBezTo>
                <a:cubicBezTo>
                  <a:pt x="2624545" y="434234"/>
                  <a:pt x="2617298" y="422639"/>
                  <a:pt x="2624545" y="422350"/>
                </a:cubicBezTo>
                <a:cubicBezTo>
                  <a:pt x="2631792" y="422059"/>
                  <a:pt x="2634402" y="417422"/>
                  <a:pt x="2638751" y="415392"/>
                </a:cubicBezTo>
                <a:cubicBezTo>
                  <a:pt x="2640055" y="414378"/>
                  <a:pt x="2642156" y="413581"/>
                  <a:pt x="2644113" y="413690"/>
                </a:cubicBezTo>
                <a:close/>
                <a:moveTo>
                  <a:pt x="2570050" y="377128"/>
                </a:moveTo>
                <a:cubicBezTo>
                  <a:pt x="2580195" y="373360"/>
                  <a:pt x="2583963" y="379738"/>
                  <a:pt x="2584254" y="389304"/>
                </a:cubicBezTo>
                <a:cubicBezTo>
                  <a:pt x="2584544" y="398869"/>
                  <a:pt x="2574687" y="402638"/>
                  <a:pt x="2567730" y="409885"/>
                </a:cubicBezTo>
                <a:cubicBezTo>
                  <a:pt x="2564252" y="413363"/>
                  <a:pt x="2564252" y="409885"/>
                  <a:pt x="2560193" y="406696"/>
                </a:cubicBezTo>
                <a:cubicBezTo>
                  <a:pt x="2556135" y="403507"/>
                  <a:pt x="2556135" y="395681"/>
                  <a:pt x="2556135" y="390753"/>
                </a:cubicBezTo>
                <a:cubicBezTo>
                  <a:pt x="2554105" y="379447"/>
                  <a:pt x="2567440" y="381767"/>
                  <a:pt x="2570050" y="377128"/>
                </a:cubicBezTo>
                <a:close/>
                <a:moveTo>
                  <a:pt x="3384603" y="365244"/>
                </a:moveTo>
                <a:cubicBezTo>
                  <a:pt x="3375907" y="367273"/>
                  <a:pt x="3368080" y="365824"/>
                  <a:pt x="3365472" y="374810"/>
                </a:cubicBezTo>
                <a:cubicBezTo>
                  <a:pt x="3364601" y="377999"/>
                  <a:pt x="3362572" y="389594"/>
                  <a:pt x="3362572" y="393072"/>
                </a:cubicBezTo>
                <a:cubicBezTo>
                  <a:pt x="3361268" y="399479"/>
                  <a:pt x="3361268" y="406088"/>
                  <a:pt x="3362572" y="412494"/>
                </a:cubicBezTo>
                <a:cubicBezTo>
                  <a:pt x="3367123" y="420436"/>
                  <a:pt x="3369500" y="429423"/>
                  <a:pt x="3369529" y="438583"/>
                </a:cubicBezTo>
                <a:cubicBezTo>
                  <a:pt x="3368370" y="447569"/>
                  <a:pt x="3365182" y="455396"/>
                  <a:pt x="3370978" y="459454"/>
                </a:cubicBezTo>
                <a:cubicBezTo>
                  <a:pt x="3377675" y="462585"/>
                  <a:pt x="3385067" y="463889"/>
                  <a:pt x="3392430" y="463222"/>
                </a:cubicBezTo>
                <a:cubicBezTo>
                  <a:pt x="3398111" y="462874"/>
                  <a:pt x="3403851" y="462874"/>
                  <a:pt x="3409532" y="463222"/>
                </a:cubicBezTo>
                <a:cubicBezTo>
                  <a:pt x="3412720" y="465251"/>
                  <a:pt x="3411271" y="472788"/>
                  <a:pt x="3409532" y="479165"/>
                </a:cubicBezTo>
                <a:cubicBezTo>
                  <a:pt x="3407996" y="485717"/>
                  <a:pt x="3405241" y="491920"/>
                  <a:pt x="3401416" y="497428"/>
                </a:cubicBezTo>
                <a:cubicBezTo>
                  <a:pt x="3394169" y="509023"/>
                  <a:pt x="3383154" y="542069"/>
                  <a:pt x="3354166" y="546127"/>
                </a:cubicBezTo>
                <a:cubicBezTo>
                  <a:pt x="3339672" y="547866"/>
                  <a:pt x="3319961" y="553084"/>
                  <a:pt x="3307206" y="553084"/>
                </a:cubicBezTo>
                <a:cubicBezTo>
                  <a:pt x="3302857" y="553084"/>
                  <a:pt x="3295611" y="553084"/>
                  <a:pt x="3290973" y="553084"/>
                </a:cubicBezTo>
                <a:cubicBezTo>
                  <a:pt x="3277348" y="554243"/>
                  <a:pt x="3254739" y="558012"/>
                  <a:pt x="3248360" y="558012"/>
                </a:cubicBezTo>
                <a:cubicBezTo>
                  <a:pt x="3241984" y="558012"/>
                  <a:pt x="3233576" y="551635"/>
                  <a:pt x="3230098" y="551635"/>
                </a:cubicBezTo>
                <a:cubicBezTo>
                  <a:pt x="3217489" y="551606"/>
                  <a:pt x="3205082" y="554910"/>
                  <a:pt x="3194154" y="561200"/>
                </a:cubicBezTo>
                <a:cubicBezTo>
                  <a:pt x="3194821" y="568128"/>
                  <a:pt x="3193718" y="575114"/>
                  <a:pt x="3190965" y="581492"/>
                </a:cubicBezTo>
                <a:lnTo>
                  <a:pt x="3190965" y="580332"/>
                </a:lnTo>
                <a:cubicBezTo>
                  <a:pt x="3187777" y="585840"/>
                  <a:pt x="3185804" y="591956"/>
                  <a:pt x="3185168" y="598305"/>
                </a:cubicBezTo>
                <a:cubicBezTo>
                  <a:pt x="3193863" y="612219"/>
                  <a:pt x="3204299" y="631641"/>
                  <a:pt x="3207489" y="633090"/>
                </a:cubicBezTo>
                <a:cubicBezTo>
                  <a:pt x="3210677" y="634539"/>
                  <a:pt x="3261695" y="625553"/>
                  <a:pt x="3290683" y="623234"/>
                </a:cubicBezTo>
                <a:cubicBezTo>
                  <a:pt x="3312539" y="621669"/>
                  <a:pt x="3334511" y="622538"/>
                  <a:pt x="3356196" y="625843"/>
                </a:cubicBezTo>
                <a:cubicBezTo>
                  <a:pt x="3366341" y="627582"/>
                  <a:pt x="3381705" y="634249"/>
                  <a:pt x="3391270" y="635409"/>
                </a:cubicBezTo>
                <a:cubicBezTo>
                  <a:pt x="3400836" y="636569"/>
                  <a:pt x="3417069" y="638597"/>
                  <a:pt x="3423157" y="638597"/>
                </a:cubicBezTo>
                <a:cubicBezTo>
                  <a:pt x="3434288" y="638685"/>
                  <a:pt x="3445361" y="640540"/>
                  <a:pt x="3455913" y="644105"/>
                </a:cubicBezTo>
                <a:cubicBezTo>
                  <a:pt x="3462000" y="646424"/>
                  <a:pt x="3477942" y="648163"/>
                  <a:pt x="3487509" y="651932"/>
                </a:cubicBezTo>
                <a:cubicBezTo>
                  <a:pt x="3497075" y="655700"/>
                  <a:pt x="3513599" y="661498"/>
                  <a:pt x="3521424" y="663527"/>
                </a:cubicBezTo>
                <a:cubicBezTo>
                  <a:pt x="3529251" y="665556"/>
                  <a:pt x="3535918" y="665266"/>
                  <a:pt x="3542876" y="667005"/>
                </a:cubicBezTo>
                <a:cubicBezTo>
                  <a:pt x="3549601" y="669527"/>
                  <a:pt x="3556181" y="672455"/>
                  <a:pt x="3562588" y="675702"/>
                </a:cubicBezTo>
                <a:cubicBezTo>
                  <a:pt x="3565776" y="676571"/>
                  <a:pt x="3571284" y="676861"/>
                  <a:pt x="3581719" y="679180"/>
                </a:cubicBezTo>
                <a:cubicBezTo>
                  <a:pt x="3585778" y="680050"/>
                  <a:pt x="3590415" y="675122"/>
                  <a:pt x="3593893" y="671643"/>
                </a:cubicBezTo>
                <a:cubicBezTo>
                  <a:pt x="3597228" y="668889"/>
                  <a:pt x="3599895" y="665411"/>
                  <a:pt x="3601720" y="661498"/>
                </a:cubicBezTo>
                <a:cubicBezTo>
                  <a:pt x="3602416" y="659034"/>
                  <a:pt x="3602416" y="656425"/>
                  <a:pt x="3601720" y="653961"/>
                </a:cubicBezTo>
                <a:cubicBezTo>
                  <a:pt x="3601720" y="653381"/>
                  <a:pt x="3601720" y="650193"/>
                  <a:pt x="3601720" y="648743"/>
                </a:cubicBezTo>
                <a:cubicBezTo>
                  <a:pt x="3602446" y="644221"/>
                  <a:pt x="3602446" y="639641"/>
                  <a:pt x="3601720" y="635119"/>
                </a:cubicBezTo>
                <a:cubicBezTo>
                  <a:pt x="3600271" y="623814"/>
                  <a:pt x="3590995" y="619176"/>
                  <a:pt x="3586068" y="614538"/>
                </a:cubicBezTo>
                <a:cubicBezTo>
                  <a:pt x="3582096" y="610277"/>
                  <a:pt x="3577835" y="606305"/>
                  <a:pt x="3573313" y="602653"/>
                </a:cubicBezTo>
                <a:cubicBezTo>
                  <a:pt x="3568819" y="599638"/>
                  <a:pt x="3564065" y="597000"/>
                  <a:pt x="3559109" y="594826"/>
                </a:cubicBezTo>
                <a:cubicBezTo>
                  <a:pt x="3554442" y="593783"/>
                  <a:pt x="3549688" y="593116"/>
                  <a:pt x="3544904" y="592797"/>
                </a:cubicBezTo>
                <a:cubicBezTo>
                  <a:pt x="3539686" y="592797"/>
                  <a:pt x="3535918" y="596565"/>
                  <a:pt x="3528961" y="594826"/>
                </a:cubicBezTo>
                <a:cubicBezTo>
                  <a:pt x="3510467" y="589550"/>
                  <a:pt x="3491713" y="585405"/>
                  <a:pt x="3472725" y="582361"/>
                </a:cubicBezTo>
                <a:cubicBezTo>
                  <a:pt x="3469247" y="577433"/>
                  <a:pt x="3475044" y="565259"/>
                  <a:pt x="3478813" y="550765"/>
                </a:cubicBezTo>
                <a:cubicBezTo>
                  <a:pt x="3480262" y="546707"/>
                  <a:pt x="3481132" y="541489"/>
                  <a:pt x="3484031" y="539460"/>
                </a:cubicBezTo>
                <a:cubicBezTo>
                  <a:pt x="3486900" y="536590"/>
                  <a:pt x="3488901" y="532967"/>
                  <a:pt x="3489828" y="529024"/>
                </a:cubicBezTo>
                <a:cubicBezTo>
                  <a:pt x="3491162" y="525140"/>
                  <a:pt x="3493567" y="521719"/>
                  <a:pt x="3496785" y="519169"/>
                </a:cubicBezTo>
                <a:cubicBezTo>
                  <a:pt x="3500149" y="516531"/>
                  <a:pt x="3502756" y="513023"/>
                  <a:pt x="3504322" y="509023"/>
                </a:cubicBezTo>
                <a:cubicBezTo>
                  <a:pt x="3508669" y="492790"/>
                  <a:pt x="3499683" y="495398"/>
                  <a:pt x="3504322" y="481774"/>
                </a:cubicBezTo>
                <a:cubicBezTo>
                  <a:pt x="3508959" y="468150"/>
                  <a:pt x="3522875" y="471049"/>
                  <a:pt x="3539977" y="468150"/>
                </a:cubicBezTo>
                <a:cubicBezTo>
                  <a:pt x="3546268" y="467368"/>
                  <a:pt x="3552296" y="465194"/>
                  <a:pt x="3557659" y="461773"/>
                </a:cubicBezTo>
                <a:cubicBezTo>
                  <a:pt x="3564762" y="456352"/>
                  <a:pt x="3572819" y="452294"/>
                  <a:pt x="3581429" y="449888"/>
                </a:cubicBezTo>
                <a:cubicBezTo>
                  <a:pt x="3597662" y="443800"/>
                  <a:pt x="3607808" y="446410"/>
                  <a:pt x="3612156" y="433075"/>
                </a:cubicBezTo>
                <a:cubicBezTo>
                  <a:pt x="3613026" y="431046"/>
                  <a:pt x="3608677" y="425248"/>
                  <a:pt x="3608677" y="421480"/>
                </a:cubicBezTo>
                <a:cubicBezTo>
                  <a:pt x="3609634" y="416204"/>
                  <a:pt x="3609634" y="410813"/>
                  <a:pt x="3608677" y="405537"/>
                </a:cubicBezTo>
                <a:cubicBezTo>
                  <a:pt x="3606069" y="398290"/>
                  <a:pt x="3600562" y="393652"/>
                  <a:pt x="3597083" y="386405"/>
                </a:cubicBezTo>
                <a:cubicBezTo>
                  <a:pt x="3595141" y="382463"/>
                  <a:pt x="3591866" y="379390"/>
                  <a:pt x="3587807" y="377709"/>
                </a:cubicBezTo>
                <a:cubicBezTo>
                  <a:pt x="3584329" y="377709"/>
                  <a:pt x="3581429" y="379738"/>
                  <a:pt x="3574762" y="377709"/>
                </a:cubicBezTo>
                <a:cubicBezTo>
                  <a:pt x="3570036" y="375941"/>
                  <a:pt x="3564964" y="375332"/>
                  <a:pt x="3559978" y="375970"/>
                </a:cubicBezTo>
                <a:cubicBezTo>
                  <a:pt x="3541629" y="380985"/>
                  <a:pt x="3522758" y="383912"/>
                  <a:pt x="3503742" y="384666"/>
                </a:cubicBezTo>
                <a:lnTo>
                  <a:pt x="3494756" y="384666"/>
                </a:lnTo>
                <a:lnTo>
                  <a:pt x="3482001" y="384666"/>
                </a:lnTo>
                <a:cubicBezTo>
                  <a:pt x="3457652" y="384086"/>
                  <a:pt x="3414459" y="379158"/>
                  <a:pt x="3411271" y="379158"/>
                </a:cubicBezTo>
                <a:cubicBezTo>
                  <a:pt x="3402865" y="375680"/>
                  <a:pt x="3388081" y="365244"/>
                  <a:pt x="3384603" y="365244"/>
                </a:cubicBezTo>
                <a:close/>
                <a:moveTo>
                  <a:pt x="2466273" y="345243"/>
                </a:moveTo>
                <a:cubicBezTo>
                  <a:pt x="2461634" y="348721"/>
                  <a:pt x="2456417" y="350171"/>
                  <a:pt x="2443372" y="350171"/>
                </a:cubicBezTo>
                <a:cubicBezTo>
                  <a:pt x="2417864" y="352490"/>
                  <a:pt x="2392355" y="386115"/>
                  <a:pt x="2367424" y="400609"/>
                </a:cubicBezTo>
                <a:cubicBezTo>
                  <a:pt x="2361366" y="402609"/>
                  <a:pt x="2355163" y="404146"/>
                  <a:pt x="2348874" y="405247"/>
                </a:cubicBezTo>
                <a:cubicBezTo>
                  <a:pt x="2343656" y="407566"/>
                  <a:pt x="2336988" y="411914"/>
                  <a:pt x="2335829" y="415973"/>
                </a:cubicBezTo>
                <a:cubicBezTo>
                  <a:pt x="2334668" y="420031"/>
                  <a:pt x="2335248" y="424669"/>
                  <a:pt x="2330611" y="427278"/>
                </a:cubicBezTo>
                <a:cubicBezTo>
                  <a:pt x="2325972" y="429887"/>
                  <a:pt x="2322204" y="430466"/>
                  <a:pt x="2322494" y="433945"/>
                </a:cubicBezTo>
                <a:cubicBezTo>
                  <a:pt x="2322784" y="437423"/>
                  <a:pt x="2325394" y="451917"/>
                  <a:pt x="2329741" y="452787"/>
                </a:cubicBezTo>
                <a:cubicBezTo>
                  <a:pt x="2334090" y="453657"/>
                  <a:pt x="2337278" y="452787"/>
                  <a:pt x="2339017" y="457135"/>
                </a:cubicBezTo>
                <a:cubicBezTo>
                  <a:pt x="2340756" y="461483"/>
                  <a:pt x="2346554" y="466991"/>
                  <a:pt x="2350903" y="466991"/>
                </a:cubicBezTo>
                <a:cubicBezTo>
                  <a:pt x="2356729" y="467513"/>
                  <a:pt x="2362497" y="468788"/>
                  <a:pt x="2368005" y="470759"/>
                </a:cubicBezTo>
                <a:cubicBezTo>
                  <a:pt x="2373512" y="472209"/>
                  <a:pt x="2383657" y="472788"/>
                  <a:pt x="2383657" y="481774"/>
                </a:cubicBezTo>
                <a:cubicBezTo>
                  <a:pt x="2383657" y="490761"/>
                  <a:pt x="2386847" y="503805"/>
                  <a:pt x="2383657" y="510762"/>
                </a:cubicBezTo>
                <a:cubicBezTo>
                  <a:pt x="2380469" y="517719"/>
                  <a:pt x="2371483" y="527865"/>
                  <a:pt x="2368005" y="527865"/>
                </a:cubicBezTo>
                <a:cubicBezTo>
                  <a:pt x="2364526" y="527865"/>
                  <a:pt x="2358438" y="527865"/>
                  <a:pt x="2354960" y="527865"/>
                </a:cubicBezTo>
                <a:cubicBezTo>
                  <a:pt x="2344785" y="530039"/>
                  <a:pt x="2337886" y="539547"/>
                  <a:pt x="2339017" y="549895"/>
                </a:cubicBezTo>
                <a:cubicBezTo>
                  <a:pt x="2339887" y="556853"/>
                  <a:pt x="2353511" y="569027"/>
                  <a:pt x="2353511" y="569027"/>
                </a:cubicBezTo>
                <a:lnTo>
                  <a:pt x="2360388" y="576963"/>
                </a:lnTo>
                <a:lnTo>
                  <a:pt x="2365397" y="586420"/>
                </a:lnTo>
                <a:cubicBezTo>
                  <a:pt x="2367136" y="590478"/>
                  <a:pt x="2365397" y="594826"/>
                  <a:pt x="2365397" y="600624"/>
                </a:cubicBezTo>
                <a:cubicBezTo>
                  <a:pt x="2365975" y="604276"/>
                  <a:pt x="2365975" y="607986"/>
                  <a:pt x="2365397" y="611639"/>
                </a:cubicBezTo>
                <a:cubicBezTo>
                  <a:pt x="2363744" y="616712"/>
                  <a:pt x="2360613" y="621147"/>
                  <a:pt x="2356409" y="624394"/>
                </a:cubicBezTo>
                <a:cubicBezTo>
                  <a:pt x="2353511" y="626712"/>
                  <a:pt x="2345974" y="635989"/>
                  <a:pt x="2343076" y="637438"/>
                </a:cubicBezTo>
                <a:cubicBezTo>
                  <a:pt x="2331857" y="643612"/>
                  <a:pt x="2323596" y="654077"/>
                  <a:pt x="2320174" y="666426"/>
                </a:cubicBezTo>
                <a:cubicBezTo>
                  <a:pt x="2321248" y="675586"/>
                  <a:pt x="2324088" y="684456"/>
                  <a:pt x="2328582" y="692514"/>
                </a:cubicBezTo>
                <a:cubicBezTo>
                  <a:pt x="2331887" y="697616"/>
                  <a:pt x="2336119" y="702022"/>
                  <a:pt x="2341046" y="705559"/>
                </a:cubicBezTo>
                <a:cubicBezTo>
                  <a:pt x="2345684" y="709617"/>
                  <a:pt x="2344235" y="719183"/>
                  <a:pt x="2350032" y="719183"/>
                </a:cubicBezTo>
                <a:cubicBezTo>
                  <a:pt x="2355889" y="719444"/>
                  <a:pt x="2361715" y="720227"/>
                  <a:pt x="2367424" y="721502"/>
                </a:cubicBezTo>
                <a:cubicBezTo>
                  <a:pt x="2371483" y="723531"/>
                  <a:pt x="2379310" y="719473"/>
                  <a:pt x="2379310" y="719473"/>
                </a:cubicBezTo>
                <a:cubicBezTo>
                  <a:pt x="2385687" y="717154"/>
                  <a:pt x="2392355" y="700341"/>
                  <a:pt x="2405110" y="690486"/>
                </a:cubicBezTo>
                <a:cubicBezTo>
                  <a:pt x="2417864" y="680629"/>
                  <a:pt x="2446272" y="664396"/>
                  <a:pt x="2461346" y="651642"/>
                </a:cubicBezTo>
                <a:cubicBezTo>
                  <a:pt x="2478564" y="640627"/>
                  <a:pt x="2489868" y="622394"/>
                  <a:pt x="2492073" y="602073"/>
                </a:cubicBezTo>
                <a:cubicBezTo>
                  <a:pt x="2491202" y="597000"/>
                  <a:pt x="2489115" y="592246"/>
                  <a:pt x="2485985" y="588159"/>
                </a:cubicBezTo>
                <a:cubicBezTo>
                  <a:pt x="2481956" y="584680"/>
                  <a:pt x="2477027" y="582361"/>
                  <a:pt x="2471781" y="581492"/>
                </a:cubicBezTo>
                <a:lnTo>
                  <a:pt x="2457287" y="583521"/>
                </a:lnTo>
                <a:cubicBezTo>
                  <a:pt x="2455258" y="582941"/>
                  <a:pt x="2453229" y="572216"/>
                  <a:pt x="2453229" y="569027"/>
                </a:cubicBezTo>
                <a:cubicBezTo>
                  <a:pt x="2461257" y="552649"/>
                  <a:pt x="2472708" y="538213"/>
                  <a:pt x="2486853" y="526705"/>
                </a:cubicBezTo>
                <a:cubicBezTo>
                  <a:pt x="2488594" y="524966"/>
                  <a:pt x="2488883" y="524386"/>
                  <a:pt x="2488594" y="518589"/>
                </a:cubicBezTo>
                <a:cubicBezTo>
                  <a:pt x="2488304" y="512791"/>
                  <a:pt x="2485695" y="511342"/>
                  <a:pt x="2477867" y="500616"/>
                </a:cubicBezTo>
                <a:cubicBezTo>
                  <a:pt x="2473810" y="494819"/>
                  <a:pt x="2476128" y="489021"/>
                  <a:pt x="2471781" y="489021"/>
                </a:cubicBezTo>
                <a:cubicBezTo>
                  <a:pt x="2467432" y="489021"/>
                  <a:pt x="2462505" y="494819"/>
                  <a:pt x="2458736" y="491340"/>
                </a:cubicBezTo>
                <a:cubicBezTo>
                  <a:pt x="2454968" y="487862"/>
                  <a:pt x="2454968" y="477716"/>
                  <a:pt x="2454968" y="474238"/>
                </a:cubicBezTo>
                <a:cubicBezTo>
                  <a:pt x="2451663" y="466237"/>
                  <a:pt x="2451141" y="457338"/>
                  <a:pt x="2453519" y="449018"/>
                </a:cubicBezTo>
                <a:cubicBezTo>
                  <a:pt x="2458591" y="440206"/>
                  <a:pt x="2464302" y="431771"/>
                  <a:pt x="2470620" y="423799"/>
                </a:cubicBezTo>
                <a:cubicBezTo>
                  <a:pt x="2476708" y="416552"/>
                  <a:pt x="2480477" y="411624"/>
                  <a:pt x="2480477" y="406116"/>
                </a:cubicBezTo>
                <a:cubicBezTo>
                  <a:pt x="2478448" y="393362"/>
                  <a:pt x="2483955" y="388724"/>
                  <a:pt x="2483955" y="382927"/>
                </a:cubicBezTo>
                <a:cubicBezTo>
                  <a:pt x="2483955" y="377129"/>
                  <a:pt x="2487434" y="368723"/>
                  <a:pt x="2483955" y="362635"/>
                </a:cubicBezTo>
                <a:cubicBezTo>
                  <a:pt x="2480477" y="356548"/>
                  <a:pt x="2470911" y="341764"/>
                  <a:pt x="2466273" y="345243"/>
                </a:cubicBezTo>
                <a:close/>
                <a:moveTo>
                  <a:pt x="2659041" y="340604"/>
                </a:moveTo>
                <a:cubicBezTo>
                  <a:pt x="2660780" y="341764"/>
                  <a:pt x="2662521" y="351330"/>
                  <a:pt x="2662521" y="354808"/>
                </a:cubicBezTo>
                <a:cubicBezTo>
                  <a:pt x="2661245" y="362867"/>
                  <a:pt x="2657360" y="370288"/>
                  <a:pt x="2651505" y="375969"/>
                </a:cubicBezTo>
                <a:cubicBezTo>
                  <a:pt x="2644924" y="377854"/>
                  <a:pt x="2638025" y="378433"/>
                  <a:pt x="2631214" y="377708"/>
                </a:cubicBezTo>
                <a:cubicBezTo>
                  <a:pt x="2625125" y="376259"/>
                  <a:pt x="2623676" y="366403"/>
                  <a:pt x="2623386" y="360606"/>
                </a:cubicBezTo>
                <a:cubicBezTo>
                  <a:pt x="2622806" y="349590"/>
                  <a:pt x="2645417" y="346982"/>
                  <a:pt x="2659041" y="340604"/>
                </a:cubicBezTo>
                <a:close/>
                <a:moveTo>
                  <a:pt x="2673824" y="282919"/>
                </a:moveTo>
                <a:cubicBezTo>
                  <a:pt x="2649794" y="293123"/>
                  <a:pt x="2626286" y="304544"/>
                  <a:pt x="2603385" y="317125"/>
                </a:cubicBezTo>
                <a:cubicBezTo>
                  <a:pt x="2597298" y="320024"/>
                  <a:pt x="2590630" y="317414"/>
                  <a:pt x="2579324" y="322922"/>
                </a:cubicBezTo>
                <a:cubicBezTo>
                  <a:pt x="2568020" y="328430"/>
                  <a:pt x="2560773" y="334517"/>
                  <a:pt x="2550337" y="340025"/>
                </a:cubicBezTo>
                <a:cubicBezTo>
                  <a:pt x="2546858" y="342054"/>
                  <a:pt x="2535264" y="346982"/>
                  <a:pt x="2532945" y="348431"/>
                </a:cubicBezTo>
                <a:cubicBezTo>
                  <a:pt x="2528626" y="350344"/>
                  <a:pt x="2524017" y="351504"/>
                  <a:pt x="2519321" y="351910"/>
                </a:cubicBezTo>
                <a:cubicBezTo>
                  <a:pt x="2511494" y="352779"/>
                  <a:pt x="2508884" y="344083"/>
                  <a:pt x="2503377" y="344953"/>
                </a:cubicBezTo>
                <a:cubicBezTo>
                  <a:pt x="2497869" y="345823"/>
                  <a:pt x="2492941" y="359737"/>
                  <a:pt x="2495261" y="369882"/>
                </a:cubicBezTo>
                <a:cubicBezTo>
                  <a:pt x="2496043" y="377883"/>
                  <a:pt x="2496043" y="385941"/>
                  <a:pt x="2495261" y="393942"/>
                </a:cubicBezTo>
                <a:lnTo>
                  <a:pt x="2494391" y="392782"/>
                </a:lnTo>
                <a:cubicBezTo>
                  <a:pt x="2494044" y="398116"/>
                  <a:pt x="2494334" y="403479"/>
                  <a:pt x="2495261" y="408726"/>
                </a:cubicBezTo>
                <a:cubicBezTo>
                  <a:pt x="2496710" y="416262"/>
                  <a:pt x="2503088" y="421770"/>
                  <a:pt x="2503088" y="425828"/>
                </a:cubicBezTo>
                <a:cubicBezTo>
                  <a:pt x="2504797" y="439916"/>
                  <a:pt x="2508189" y="453743"/>
                  <a:pt x="2513233" y="466991"/>
                </a:cubicBezTo>
                <a:cubicBezTo>
                  <a:pt x="2515263" y="473368"/>
                  <a:pt x="2508016" y="483224"/>
                  <a:pt x="2508016" y="493949"/>
                </a:cubicBezTo>
                <a:cubicBezTo>
                  <a:pt x="2509175" y="499863"/>
                  <a:pt x="2511552" y="505486"/>
                  <a:pt x="2514972" y="510472"/>
                </a:cubicBezTo>
                <a:cubicBezTo>
                  <a:pt x="2516421" y="512791"/>
                  <a:pt x="2525408" y="515110"/>
                  <a:pt x="2525408" y="524676"/>
                </a:cubicBezTo>
                <a:cubicBezTo>
                  <a:pt x="2525408" y="528155"/>
                  <a:pt x="2528596" y="531923"/>
                  <a:pt x="2530335" y="534822"/>
                </a:cubicBezTo>
                <a:cubicBezTo>
                  <a:pt x="2532076" y="537721"/>
                  <a:pt x="2531786" y="541199"/>
                  <a:pt x="2535843" y="541199"/>
                </a:cubicBezTo>
                <a:cubicBezTo>
                  <a:pt x="2539033" y="541634"/>
                  <a:pt x="2542221" y="541634"/>
                  <a:pt x="2545409" y="541199"/>
                </a:cubicBezTo>
                <a:cubicBezTo>
                  <a:pt x="2548888" y="540620"/>
                  <a:pt x="2554105" y="537141"/>
                  <a:pt x="2556425" y="537141"/>
                </a:cubicBezTo>
                <a:cubicBezTo>
                  <a:pt x="2560512" y="535575"/>
                  <a:pt x="2564484" y="533749"/>
                  <a:pt x="2568311" y="531633"/>
                </a:cubicBezTo>
                <a:cubicBezTo>
                  <a:pt x="2572948" y="528155"/>
                  <a:pt x="2578165" y="527285"/>
                  <a:pt x="2578165" y="531633"/>
                </a:cubicBezTo>
                <a:cubicBezTo>
                  <a:pt x="2578977" y="537025"/>
                  <a:pt x="2578977" y="542475"/>
                  <a:pt x="2578165" y="547866"/>
                </a:cubicBezTo>
                <a:cubicBezTo>
                  <a:pt x="2576775" y="550823"/>
                  <a:pt x="2574542" y="553345"/>
                  <a:pt x="2571789" y="555113"/>
                </a:cubicBezTo>
                <a:cubicBezTo>
                  <a:pt x="2569411" y="556128"/>
                  <a:pt x="2566831" y="556620"/>
                  <a:pt x="2564252" y="556562"/>
                </a:cubicBezTo>
                <a:cubicBezTo>
                  <a:pt x="2560773" y="557142"/>
                  <a:pt x="2559613" y="558592"/>
                  <a:pt x="2556134" y="559172"/>
                </a:cubicBezTo>
                <a:cubicBezTo>
                  <a:pt x="2552656" y="559751"/>
                  <a:pt x="2554395" y="556853"/>
                  <a:pt x="2548309" y="557722"/>
                </a:cubicBezTo>
                <a:cubicBezTo>
                  <a:pt x="2542221" y="558592"/>
                  <a:pt x="2542221" y="562070"/>
                  <a:pt x="2542221" y="568737"/>
                </a:cubicBezTo>
                <a:cubicBezTo>
                  <a:pt x="2542221" y="575405"/>
                  <a:pt x="2542221" y="579753"/>
                  <a:pt x="2542221" y="582361"/>
                </a:cubicBezTo>
                <a:cubicBezTo>
                  <a:pt x="2542221" y="584971"/>
                  <a:pt x="2540482" y="589608"/>
                  <a:pt x="2542221" y="593666"/>
                </a:cubicBezTo>
                <a:cubicBezTo>
                  <a:pt x="2543960" y="597725"/>
                  <a:pt x="2547438" y="597725"/>
                  <a:pt x="2554395" y="597725"/>
                </a:cubicBezTo>
                <a:cubicBezTo>
                  <a:pt x="2558744" y="599609"/>
                  <a:pt x="2563672" y="599609"/>
                  <a:pt x="2568020" y="597725"/>
                </a:cubicBezTo>
                <a:cubicBezTo>
                  <a:pt x="2570628" y="597145"/>
                  <a:pt x="2578165" y="599754"/>
                  <a:pt x="2574687" y="606421"/>
                </a:cubicBezTo>
                <a:cubicBezTo>
                  <a:pt x="2563933" y="612132"/>
                  <a:pt x="2553583" y="618509"/>
                  <a:pt x="2543670" y="625553"/>
                </a:cubicBezTo>
                <a:cubicBezTo>
                  <a:pt x="2535988" y="630684"/>
                  <a:pt x="2527699" y="634858"/>
                  <a:pt x="2519031" y="638018"/>
                </a:cubicBezTo>
                <a:cubicBezTo>
                  <a:pt x="2514102" y="639467"/>
                  <a:pt x="2512943" y="635119"/>
                  <a:pt x="2509465" y="635119"/>
                </a:cubicBezTo>
                <a:cubicBezTo>
                  <a:pt x="2505986" y="635119"/>
                  <a:pt x="2503088" y="641786"/>
                  <a:pt x="2503088" y="641786"/>
                </a:cubicBezTo>
                <a:cubicBezTo>
                  <a:pt x="2499666" y="645786"/>
                  <a:pt x="2498101" y="651062"/>
                  <a:pt x="2498739" y="656280"/>
                </a:cubicBezTo>
                <a:cubicBezTo>
                  <a:pt x="2498739" y="658889"/>
                  <a:pt x="2498739" y="664687"/>
                  <a:pt x="2498739" y="668165"/>
                </a:cubicBezTo>
                <a:cubicBezTo>
                  <a:pt x="2499320" y="680050"/>
                  <a:pt x="2505406" y="685847"/>
                  <a:pt x="2506567" y="693094"/>
                </a:cubicBezTo>
                <a:cubicBezTo>
                  <a:pt x="2507725" y="700341"/>
                  <a:pt x="2521639" y="701791"/>
                  <a:pt x="2527147" y="700341"/>
                </a:cubicBezTo>
                <a:cubicBezTo>
                  <a:pt x="2537205" y="696804"/>
                  <a:pt x="2546917" y="692341"/>
                  <a:pt x="2556134" y="687007"/>
                </a:cubicBezTo>
                <a:cubicBezTo>
                  <a:pt x="2566019" y="685558"/>
                  <a:pt x="2575731" y="683122"/>
                  <a:pt x="2585122" y="679760"/>
                </a:cubicBezTo>
                <a:cubicBezTo>
                  <a:pt x="2593963" y="674484"/>
                  <a:pt x="2603878" y="671238"/>
                  <a:pt x="2614110" y="670194"/>
                </a:cubicBezTo>
                <a:cubicBezTo>
                  <a:pt x="2621965" y="668513"/>
                  <a:pt x="2629619" y="666078"/>
                  <a:pt x="2637011" y="662947"/>
                </a:cubicBezTo>
                <a:cubicBezTo>
                  <a:pt x="2643678" y="660628"/>
                  <a:pt x="2650576" y="658976"/>
                  <a:pt x="2657591" y="658019"/>
                </a:cubicBezTo>
                <a:cubicBezTo>
                  <a:pt x="2665650" y="658019"/>
                  <a:pt x="2673709" y="657353"/>
                  <a:pt x="2681652" y="655990"/>
                </a:cubicBezTo>
                <a:cubicBezTo>
                  <a:pt x="2685130" y="654830"/>
                  <a:pt x="2700494" y="653091"/>
                  <a:pt x="2725133" y="648163"/>
                </a:cubicBezTo>
                <a:cubicBezTo>
                  <a:pt x="2749772" y="643236"/>
                  <a:pt x="2745715" y="648163"/>
                  <a:pt x="2752672" y="648163"/>
                </a:cubicBezTo>
                <a:cubicBezTo>
                  <a:pt x="2769195" y="644395"/>
                  <a:pt x="2778471" y="621205"/>
                  <a:pt x="2775862" y="602073"/>
                </a:cubicBezTo>
                <a:cubicBezTo>
                  <a:pt x="2773832" y="588449"/>
                  <a:pt x="2761368" y="582651"/>
                  <a:pt x="2756150" y="578303"/>
                </a:cubicBezTo>
                <a:cubicBezTo>
                  <a:pt x="2750933" y="573955"/>
                  <a:pt x="2742815" y="582072"/>
                  <a:pt x="2736439" y="581492"/>
                </a:cubicBezTo>
                <a:cubicBezTo>
                  <a:pt x="2730061" y="580912"/>
                  <a:pt x="2718467" y="589319"/>
                  <a:pt x="2714118" y="589319"/>
                </a:cubicBezTo>
                <a:cubicBezTo>
                  <a:pt x="2707973" y="590246"/>
                  <a:pt x="2701768" y="590826"/>
                  <a:pt x="2695565" y="591058"/>
                </a:cubicBezTo>
                <a:cubicBezTo>
                  <a:pt x="2687508" y="593348"/>
                  <a:pt x="2679564" y="596073"/>
                  <a:pt x="2671795" y="599174"/>
                </a:cubicBezTo>
                <a:cubicBezTo>
                  <a:pt x="2668317" y="599754"/>
                  <a:pt x="2661940" y="599754"/>
                  <a:pt x="2661940" y="593377"/>
                </a:cubicBezTo>
                <a:cubicBezTo>
                  <a:pt x="2661592" y="589115"/>
                  <a:pt x="2663071" y="584883"/>
                  <a:pt x="2665999" y="581782"/>
                </a:cubicBezTo>
                <a:cubicBezTo>
                  <a:pt x="2671216" y="577433"/>
                  <a:pt x="2679912" y="575405"/>
                  <a:pt x="2683681" y="572506"/>
                </a:cubicBezTo>
                <a:cubicBezTo>
                  <a:pt x="2688957" y="568563"/>
                  <a:pt x="2693711" y="563984"/>
                  <a:pt x="2697885" y="558881"/>
                </a:cubicBezTo>
                <a:cubicBezTo>
                  <a:pt x="2699479" y="555954"/>
                  <a:pt x="2700087" y="552620"/>
                  <a:pt x="2699624" y="549315"/>
                </a:cubicBezTo>
                <a:cubicBezTo>
                  <a:pt x="2695537" y="542590"/>
                  <a:pt x="2692871" y="535083"/>
                  <a:pt x="2691797" y="527285"/>
                </a:cubicBezTo>
                <a:cubicBezTo>
                  <a:pt x="2691073" y="523227"/>
                  <a:pt x="2687536" y="520270"/>
                  <a:pt x="2683391" y="520328"/>
                </a:cubicBezTo>
                <a:cubicBezTo>
                  <a:pt x="2677101" y="519922"/>
                  <a:pt x="2670896" y="518850"/>
                  <a:pt x="2664838" y="517139"/>
                </a:cubicBezTo>
                <a:cubicBezTo>
                  <a:pt x="2660201" y="516560"/>
                  <a:pt x="2654693" y="521777"/>
                  <a:pt x="2652954" y="524966"/>
                </a:cubicBezTo>
                <a:cubicBezTo>
                  <a:pt x="2651215" y="528155"/>
                  <a:pt x="2642519" y="535112"/>
                  <a:pt x="2637300" y="529894"/>
                </a:cubicBezTo>
                <a:cubicBezTo>
                  <a:pt x="2634373" y="525024"/>
                  <a:pt x="2633533" y="519169"/>
                  <a:pt x="2634982" y="513661"/>
                </a:cubicBezTo>
                <a:cubicBezTo>
                  <a:pt x="2637011" y="507283"/>
                  <a:pt x="2651505" y="509023"/>
                  <a:pt x="2654983" y="504385"/>
                </a:cubicBezTo>
                <a:cubicBezTo>
                  <a:pt x="2658462" y="499747"/>
                  <a:pt x="2666868" y="499747"/>
                  <a:pt x="2668607" y="497718"/>
                </a:cubicBezTo>
                <a:cubicBezTo>
                  <a:pt x="2672520" y="494819"/>
                  <a:pt x="2677565" y="493978"/>
                  <a:pt x="2682232" y="495398"/>
                </a:cubicBezTo>
                <a:cubicBezTo>
                  <a:pt x="2685420" y="496558"/>
                  <a:pt x="2691508" y="486992"/>
                  <a:pt x="2691508" y="482934"/>
                </a:cubicBezTo>
                <a:cubicBezTo>
                  <a:pt x="2697304" y="455975"/>
                  <a:pt x="2707161" y="436264"/>
                  <a:pt x="2714988" y="409015"/>
                </a:cubicBezTo>
                <a:cubicBezTo>
                  <a:pt x="2716147" y="404957"/>
                  <a:pt x="2727453" y="394232"/>
                  <a:pt x="2727453" y="389883"/>
                </a:cubicBezTo>
                <a:cubicBezTo>
                  <a:pt x="2730091" y="379042"/>
                  <a:pt x="2733974" y="368520"/>
                  <a:pt x="2739047" y="358577"/>
                </a:cubicBezTo>
                <a:cubicBezTo>
                  <a:pt x="2741715" y="352663"/>
                  <a:pt x="2742323" y="346025"/>
                  <a:pt x="2740786" y="339735"/>
                </a:cubicBezTo>
                <a:cubicBezTo>
                  <a:pt x="2740496" y="337416"/>
                  <a:pt x="2747454" y="325531"/>
                  <a:pt x="2747454" y="318864"/>
                </a:cubicBezTo>
                <a:cubicBezTo>
                  <a:pt x="2745135" y="310225"/>
                  <a:pt x="2739917" y="302660"/>
                  <a:pt x="2732670" y="297413"/>
                </a:cubicBezTo>
                <a:cubicBezTo>
                  <a:pt x="2730061" y="295674"/>
                  <a:pt x="2727453" y="286108"/>
                  <a:pt x="2725133" y="284659"/>
                </a:cubicBezTo>
                <a:cubicBezTo>
                  <a:pt x="2713973" y="283702"/>
                  <a:pt x="2702725" y="284484"/>
                  <a:pt x="2691797" y="286978"/>
                </a:cubicBezTo>
                <a:cubicBezTo>
                  <a:pt x="2686289" y="287557"/>
                  <a:pt x="2680493" y="282919"/>
                  <a:pt x="2673824" y="282919"/>
                </a:cubicBezTo>
                <a:close/>
                <a:moveTo>
                  <a:pt x="2941670" y="104357"/>
                </a:moveTo>
                <a:cubicBezTo>
                  <a:pt x="4508224" y="104994"/>
                  <a:pt x="5777826" y="1375115"/>
                  <a:pt x="5777826" y="2941665"/>
                </a:cubicBezTo>
                <a:cubicBezTo>
                  <a:pt x="5777826" y="2942042"/>
                  <a:pt x="5777826" y="2942448"/>
                  <a:pt x="5777826" y="2942824"/>
                </a:cubicBezTo>
                <a:cubicBezTo>
                  <a:pt x="5777189" y="4509837"/>
                  <a:pt x="4506368" y="5779612"/>
                  <a:pt x="2939353" y="5778974"/>
                </a:cubicBezTo>
                <a:cubicBezTo>
                  <a:pt x="1372336" y="5778336"/>
                  <a:pt x="102559" y="4507519"/>
                  <a:pt x="103197" y="2940505"/>
                </a:cubicBezTo>
                <a:cubicBezTo>
                  <a:pt x="103834" y="1373492"/>
                  <a:pt x="1374654" y="103719"/>
                  <a:pt x="2941670" y="104357"/>
                </a:cubicBezTo>
                <a:close/>
                <a:moveTo>
                  <a:pt x="2941670" y="65802"/>
                </a:moveTo>
                <a:cubicBezTo>
                  <a:pt x="1353378" y="65802"/>
                  <a:pt x="65803" y="1353374"/>
                  <a:pt x="65803" y="2941664"/>
                </a:cubicBezTo>
                <a:cubicBezTo>
                  <a:pt x="65803" y="4529954"/>
                  <a:pt x="1353378" y="5817527"/>
                  <a:pt x="2941670" y="5817527"/>
                </a:cubicBezTo>
                <a:cubicBezTo>
                  <a:pt x="4529181" y="5815614"/>
                  <a:pt x="5815627" y="4529172"/>
                  <a:pt x="5817539" y="2941664"/>
                </a:cubicBezTo>
                <a:cubicBezTo>
                  <a:pt x="5817539" y="1353374"/>
                  <a:pt x="4529965" y="65802"/>
                  <a:pt x="2941670" y="65802"/>
                </a:cubicBezTo>
                <a:close/>
                <a:moveTo>
                  <a:pt x="2941670" y="0"/>
                </a:moveTo>
                <a:cubicBezTo>
                  <a:pt x="4565503" y="1913"/>
                  <a:pt x="5881427" y="1317835"/>
                  <a:pt x="5883342" y="2941664"/>
                </a:cubicBezTo>
                <a:cubicBezTo>
                  <a:pt x="5883342" y="4566306"/>
                  <a:pt x="4566315" y="5883329"/>
                  <a:pt x="2941670" y="5883329"/>
                </a:cubicBezTo>
                <a:cubicBezTo>
                  <a:pt x="1317027" y="5883329"/>
                  <a:pt x="0" y="4566306"/>
                  <a:pt x="0" y="2941664"/>
                </a:cubicBezTo>
                <a:cubicBezTo>
                  <a:pt x="0" y="1317024"/>
                  <a:pt x="1317027" y="0"/>
                  <a:pt x="2941670" y="0"/>
                </a:cubicBezTo>
                <a:close/>
              </a:path>
            </a:pathLst>
          </a:custGeom>
          <a:solidFill>
            <a:schemeClr val="tx1">
              <a:alpha val="4000"/>
            </a:schemeClr>
          </a:solidFill>
          <a:ln w="28950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pic>
        <p:nvPicPr>
          <p:cNvPr id="59" name="图片 58"/>
          <p:cNvPicPr>
            <a:picLocks noChangeAspect="1"/>
          </p:cNvPicPr>
          <p:nvPr userDrawn="1"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3914774" cy="6868222"/>
          </a:xfrm>
          <a:custGeom>
            <a:avLst/>
            <a:gdLst>
              <a:gd name="connsiteX0" fmla="*/ 0 w 3914774"/>
              <a:gd name="connsiteY0" fmla="*/ 0 h 6868222"/>
              <a:gd name="connsiteX1" fmla="*/ 3914774 w 3914774"/>
              <a:gd name="connsiteY1" fmla="*/ 0 h 6868222"/>
              <a:gd name="connsiteX2" fmla="*/ 3914774 w 3914774"/>
              <a:gd name="connsiteY2" fmla="*/ 6868222 h 6868222"/>
              <a:gd name="connsiteX3" fmla="*/ 0 w 3914774"/>
              <a:gd name="connsiteY3" fmla="*/ 6868222 h 6868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14774" h="6868222">
                <a:moveTo>
                  <a:pt x="0" y="0"/>
                </a:moveTo>
                <a:lnTo>
                  <a:pt x="3914774" y="0"/>
                </a:lnTo>
                <a:lnTo>
                  <a:pt x="3914774" y="6868222"/>
                </a:lnTo>
                <a:lnTo>
                  <a:pt x="0" y="6868222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gradFill>
            <a:gsLst>
              <a:gs pos="0">
                <a:schemeClr val="accent1">
                  <a:alpha val="79000"/>
                  <a:lumMod val="85000"/>
                </a:schemeClr>
              </a:gs>
              <a:gs pos="100000">
                <a:schemeClr val="accent1">
                  <a:lumMod val="79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3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  <a:lumMod val="95000"/>
                </a:schemeClr>
              </a:gs>
              <a:gs pos="100000">
                <a:schemeClr val="accent1">
                  <a:lumMod val="9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5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/>
        </p:nvSpPr>
        <p:spPr>
          <a:xfrm>
            <a:off x="846867" y="2752385"/>
            <a:ext cx="213628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0" i="0" u="none" strike="noStrike" kern="1200" cap="none" spc="6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目录</a:t>
            </a:r>
            <a:endParaRPr kumimoji="0" lang="zh-CN" altLang="en-US" sz="5400" b="0" i="0" u="none" strike="noStrike" kern="1200" cap="none" spc="6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charset="-122"/>
                <a:cs typeface="+mn-cs"/>
              </a:rPr>
              <a:t>CONTENTS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charset="-122"/>
              <a:cs typeface="+mn-cs"/>
            </a:endParaRPr>
          </a:p>
        </p:txBody>
      </p:sp>
      <p:cxnSp>
        <p:nvCxnSpPr>
          <p:cNvPr id="45" name="直接连接符 44"/>
          <p:cNvCxnSpPr/>
          <p:nvPr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任意多边形: 形状 127"/>
          <p:cNvSpPr/>
          <p:nvPr userDrawn="1"/>
        </p:nvSpPr>
        <p:spPr>
          <a:xfrm>
            <a:off x="1076550" y="2298763"/>
            <a:ext cx="1661833" cy="373823"/>
          </a:xfrm>
          <a:custGeom>
            <a:avLst/>
            <a:gdLst>
              <a:gd name="connsiteX0" fmla="*/ 218665 w 1661833"/>
              <a:gd name="connsiteY0" fmla="*/ 337667 h 373823"/>
              <a:gd name="connsiteX1" fmla="*/ 220746 w 1661833"/>
              <a:gd name="connsiteY1" fmla="*/ 342088 h 373823"/>
              <a:gd name="connsiteX2" fmla="*/ 220451 w 1661833"/>
              <a:gd name="connsiteY2" fmla="*/ 346840 h 373823"/>
              <a:gd name="connsiteX3" fmla="*/ 219807 w 1661833"/>
              <a:gd name="connsiteY3" fmla="*/ 347801 h 373823"/>
              <a:gd name="connsiteX4" fmla="*/ 213876 w 1661833"/>
              <a:gd name="connsiteY4" fmla="*/ 348129 h 373823"/>
              <a:gd name="connsiteX5" fmla="*/ 211813 w 1661833"/>
              <a:gd name="connsiteY5" fmla="*/ 343819 h 373823"/>
              <a:gd name="connsiteX6" fmla="*/ 212108 w 1661833"/>
              <a:gd name="connsiteY6" fmla="*/ 338938 h 373823"/>
              <a:gd name="connsiteX7" fmla="*/ 212833 w 1661833"/>
              <a:gd name="connsiteY7" fmla="*/ 337864 h 373823"/>
              <a:gd name="connsiteX8" fmla="*/ 218665 w 1661833"/>
              <a:gd name="connsiteY8" fmla="*/ 337667 h 373823"/>
              <a:gd name="connsiteX9" fmla="*/ 193616 w 1661833"/>
              <a:gd name="connsiteY9" fmla="*/ 336470 h 373823"/>
              <a:gd name="connsiteX10" fmla="*/ 181294 w 1661833"/>
              <a:gd name="connsiteY10" fmla="*/ 336691 h 373823"/>
              <a:gd name="connsiteX11" fmla="*/ 181625 w 1661833"/>
              <a:gd name="connsiteY11" fmla="*/ 354889 h 373823"/>
              <a:gd name="connsiteX12" fmla="*/ 194003 w 1661833"/>
              <a:gd name="connsiteY12" fmla="*/ 354649 h 373823"/>
              <a:gd name="connsiteX13" fmla="*/ 194003 w 1661833"/>
              <a:gd name="connsiteY13" fmla="*/ 353028 h 373823"/>
              <a:gd name="connsiteX14" fmla="*/ 194003 w 1661833"/>
              <a:gd name="connsiteY14" fmla="*/ 351426 h 373823"/>
              <a:gd name="connsiteX15" fmla="*/ 184793 w 1661833"/>
              <a:gd name="connsiteY15" fmla="*/ 351592 h 373823"/>
              <a:gd name="connsiteX16" fmla="*/ 184793 w 1661833"/>
              <a:gd name="connsiteY16" fmla="*/ 346858 h 373823"/>
              <a:gd name="connsiteX17" fmla="*/ 192971 w 1661833"/>
              <a:gd name="connsiteY17" fmla="*/ 346711 h 373823"/>
              <a:gd name="connsiteX18" fmla="*/ 192971 w 1661833"/>
              <a:gd name="connsiteY18" fmla="*/ 345145 h 373823"/>
              <a:gd name="connsiteX19" fmla="*/ 192971 w 1661833"/>
              <a:gd name="connsiteY19" fmla="*/ 343580 h 373823"/>
              <a:gd name="connsiteX20" fmla="*/ 184793 w 1661833"/>
              <a:gd name="connsiteY20" fmla="*/ 343727 h 373823"/>
              <a:gd name="connsiteX21" fmla="*/ 184793 w 1661833"/>
              <a:gd name="connsiteY21" fmla="*/ 339859 h 373823"/>
              <a:gd name="connsiteX22" fmla="*/ 193616 w 1661833"/>
              <a:gd name="connsiteY22" fmla="*/ 339712 h 373823"/>
              <a:gd name="connsiteX23" fmla="*/ 193616 w 1661833"/>
              <a:gd name="connsiteY23" fmla="*/ 338091 h 373823"/>
              <a:gd name="connsiteX24" fmla="*/ 163410 w 1661833"/>
              <a:gd name="connsiteY24" fmla="*/ 335070 h 373823"/>
              <a:gd name="connsiteX25" fmla="*/ 163207 w 1661833"/>
              <a:gd name="connsiteY25" fmla="*/ 336673 h 373823"/>
              <a:gd name="connsiteX26" fmla="*/ 163023 w 1661833"/>
              <a:gd name="connsiteY26" fmla="*/ 338275 h 373823"/>
              <a:gd name="connsiteX27" fmla="*/ 168033 w 1661833"/>
              <a:gd name="connsiteY27" fmla="*/ 338883 h 373823"/>
              <a:gd name="connsiteX28" fmla="*/ 166191 w 1661833"/>
              <a:gd name="connsiteY28" fmla="*/ 353728 h 373823"/>
              <a:gd name="connsiteX29" fmla="*/ 168033 w 1661833"/>
              <a:gd name="connsiteY29" fmla="*/ 353949 h 373823"/>
              <a:gd name="connsiteX30" fmla="*/ 169746 w 1661833"/>
              <a:gd name="connsiteY30" fmla="*/ 354152 h 373823"/>
              <a:gd name="connsiteX31" fmla="*/ 171587 w 1661833"/>
              <a:gd name="connsiteY31" fmla="*/ 339307 h 373823"/>
              <a:gd name="connsiteX32" fmla="*/ 176616 w 1661833"/>
              <a:gd name="connsiteY32" fmla="*/ 339933 h 373823"/>
              <a:gd name="connsiteX33" fmla="*/ 176800 w 1661833"/>
              <a:gd name="connsiteY33" fmla="*/ 338312 h 373823"/>
              <a:gd name="connsiteX34" fmla="*/ 176910 w 1661833"/>
              <a:gd name="connsiteY34" fmla="*/ 336728 h 373823"/>
              <a:gd name="connsiteX35" fmla="*/ 220094 w 1661833"/>
              <a:gd name="connsiteY35" fmla="*/ 334496 h 373823"/>
              <a:gd name="connsiteX36" fmla="*/ 209253 w 1661833"/>
              <a:gd name="connsiteY36" fmla="*/ 337207 h 373823"/>
              <a:gd name="connsiteX37" fmla="*/ 208461 w 1661833"/>
              <a:gd name="connsiteY37" fmla="*/ 344574 h 373823"/>
              <a:gd name="connsiteX38" fmla="*/ 211924 w 1661833"/>
              <a:gd name="connsiteY38" fmla="*/ 350966 h 373823"/>
              <a:gd name="connsiteX39" fmla="*/ 212452 w 1661833"/>
              <a:gd name="connsiteY39" fmla="*/ 351323 h 373823"/>
              <a:gd name="connsiteX40" fmla="*/ 223454 w 1661833"/>
              <a:gd name="connsiteY40" fmla="*/ 348719 h 373823"/>
              <a:gd name="connsiteX41" fmla="*/ 224246 w 1661833"/>
              <a:gd name="connsiteY41" fmla="*/ 341498 h 373823"/>
              <a:gd name="connsiteX42" fmla="*/ 220783 w 1661833"/>
              <a:gd name="connsiteY42" fmla="*/ 334960 h 373823"/>
              <a:gd name="connsiteX43" fmla="*/ 220094 w 1661833"/>
              <a:gd name="connsiteY43" fmla="*/ 334496 h 373823"/>
              <a:gd name="connsiteX44" fmla="*/ 684713 w 1661833"/>
              <a:gd name="connsiteY44" fmla="*/ 332591 h 373823"/>
              <a:gd name="connsiteX45" fmla="*/ 685089 w 1661833"/>
              <a:gd name="connsiteY45" fmla="*/ 332758 h 373823"/>
              <a:gd name="connsiteX46" fmla="*/ 684640 w 1661833"/>
              <a:gd name="connsiteY46" fmla="*/ 332630 h 373823"/>
              <a:gd name="connsiteX47" fmla="*/ 146391 w 1661833"/>
              <a:gd name="connsiteY47" fmla="*/ 331166 h 373823"/>
              <a:gd name="connsiteX48" fmla="*/ 143646 w 1661833"/>
              <a:gd name="connsiteY48" fmla="*/ 342217 h 373823"/>
              <a:gd name="connsiteX49" fmla="*/ 143923 w 1661833"/>
              <a:gd name="connsiteY49" fmla="*/ 348000 h 373823"/>
              <a:gd name="connsiteX50" fmla="*/ 148435 w 1661833"/>
              <a:gd name="connsiteY50" fmla="*/ 350984 h 373823"/>
              <a:gd name="connsiteX51" fmla="*/ 153869 w 1661833"/>
              <a:gd name="connsiteY51" fmla="*/ 350560 h 373823"/>
              <a:gd name="connsiteX52" fmla="*/ 156760 w 1661833"/>
              <a:gd name="connsiteY52" fmla="*/ 345477 h 373823"/>
              <a:gd name="connsiteX53" fmla="*/ 159431 w 1661833"/>
              <a:gd name="connsiteY53" fmla="*/ 334426 h 373823"/>
              <a:gd name="connsiteX54" fmla="*/ 157737 w 1661833"/>
              <a:gd name="connsiteY54" fmla="*/ 334002 h 373823"/>
              <a:gd name="connsiteX55" fmla="*/ 156042 w 1661833"/>
              <a:gd name="connsiteY55" fmla="*/ 333597 h 373823"/>
              <a:gd name="connsiteX56" fmla="*/ 153261 w 1661833"/>
              <a:gd name="connsiteY56" fmla="*/ 344648 h 373823"/>
              <a:gd name="connsiteX57" fmla="*/ 151806 w 1661833"/>
              <a:gd name="connsiteY57" fmla="*/ 347392 h 373823"/>
              <a:gd name="connsiteX58" fmla="*/ 149154 w 1661833"/>
              <a:gd name="connsiteY58" fmla="*/ 347650 h 373823"/>
              <a:gd name="connsiteX59" fmla="*/ 147017 w 1661833"/>
              <a:gd name="connsiteY59" fmla="*/ 346122 h 373823"/>
              <a:gd name="connsiteX60" fmla="*/ 147017 w 1661833"/>
              <a:gd name="connsiteY60" fmla="*/ 343064 h 373823"/>
              <a:gd name="connsiteX61" fmla="*/ 149780 w 1661833"/>
              <a:gd name="connsiteY61" fmla="*/ 332013 h 373823"/>
              <a:gd name="connsiteX62" fmla="*/ 148085 w 1661833"/>
              <a:gd name="connsiteY62" fmla="*/ 331589 h 373823"/>
              <a:gd name="connsiteX63" fmla="*/ 238815 w 1661833"/>
              <a:gd name="connsiteY63" fmla="*/ 327556 h 373823"/>
              <a:gd name="connsiteX64" fmla="*/ 227488 w 1661833"/>
              <a:gd name="connsiteY64" fmla="*/ 331239 h 373823"/>
              <a:gd name="connsiteX65" fmla="*/ 233013 w 1661833"/>
              <a:gd name="connsiteY65" fmla="*/ 348534 h 373823"/>
              <a:gd name="connsiteX66" fmla="*/ 234689 w 1661833"/>
              <a:gd name="connsiteY66" fmla="*/ 347982 h 373823"/>
              <a:gd name="connsiteX67" fmla="*/ 236347 w 1661833"/>
              <a:gd name="connsiteY67" fmla="*/ 347448 h 373823"/>
              <a:gd name="connsiteX68" fmla="*/ 234045 w 1661833"/>
              <a:gd name="connsiteY68" fmla="*/ 340136 h 373823"/>
              <a:gd name="connsiteX69" fmla="*/ 241025 w 1661833"/>
              <a:gd name="connsiteY69" fmla="*/ 337870 h 373823"/>
              <a:gd name="connsiteX70" fmla="*/ 240546 w 1661833"/>
              <a:gd name="connsiteY70" fmla="*/ 336378 h 373823"/>
              <a:gd name="connsiteX71" fmla="*/ 240049 w 1661833"/>
              <a:gd name="connsiteY71" fmla="*/ 334886 h 373823"/>
              <a:gd name="connsiteX72" fmla="*/ 233087 w 1661833"/>
              <a:gd name="connsiteY72" fmla="*/ 337152 h 373823"/>
              <a:gd name="connsiteX73" fmla="*/ 231816 w 1661833"/>
              <a:gd name="connsiteY73" fmla="*/ 333229 h 373823"/>
              <a:gd name="connsiteX74" fmla="*/ 239810 w 1661833"/>
              <a:gd name="connsiteY74" fmla="*/ 330632 h 373823"/>
              <a:gd name="connsiteX75" fmla="*/ 239312 w 1661833"/>
              <a:gd name="connsiteY75" fmla="*/ 329084 h 373823"/>
              <a:gd name="connsiteX76" fmla="*/ 129685 w 1661833"/>
              <a:gd name="connsiteY76" fmla="*/ 325474 h 373823"/>
              <a:gd name="connsiteX77" fmla="*/ 129151 w 1661833"/>
              <a:gd name="connsiteY77" fmla="*/ 327003 h 373823"/>
              <a:gd name="connsiteX78" fmla="*/ 128635 w 1661833"/>
              <a:gd name="connsiteY78" fmla="*/ 328532 h 373823"/>
              <a:gd name="connsiteX79" fmla="*/ 133406 w 1661833"/>
              <a:gd name="connsiteY79" fmla="*/ 330171 h 373823"/>
              <a:gd name="connsiteX80" fmla="*/ 128543 w 1661833"/>
              <a:gd name="connsiteY80" fmla="*/ 344317 h 373823"/>
              <a:gd name="connsiteX81" fmla="*/ 130201 w 1661833"/>
              <a:gd name="connsiteY81" fmla="*/ 344888 h 373823"/>
              <a:gd name="connsiteX82" fmla="*/ 131840 w 1661833"/>
              <a:gd name="connsiteY82" fmla="*/ 345459 h 373823"/>
              <a:gd name="connsiteX83" fmla="*/ 136703 w 1661833"/>
              <a:gd name="connsiteY83" fmla="*/ 331313 h 373823"/>
              <a:gd name="connsiteX84" fmla="*/ 141491 w 1661833"/>
              <a:gd name="connsiteY84" fmla="*/ 332952 h 373823"/>
              <a:gd name="connsiteX85" fmla="*/ 142026 w 1661833"/>
              <a:gd name="connsiteY85" fmla="*/ 331424 h 373823"/>
              <a:gd name="connsiteX86" fmla="*/ 142578 w 1661833"/>
              <a:gd name="connsiteY86" fmla="*/ 329913 h 373823"/>
              <a:gd name="connsiteX87" fmla="*/ 123073 w 1661833"/>
              <a:gd name="connsiteY87" fmla="*/ 322233 h 373823"/>
              <a:gd name="connsiteX88" fmla="*/ 115392 w 1661833"/>
              <a:gd name="connsiteY88" fmla="*/ 338717 h 373823"/>
              <a:gd name="connsiteX89" fmla="*/ 116976 w 1661833"/>
              <a:gd name="connsiteY89" fmla="*/ 339454 h 373823"/>
              <a:gd name="connsiteX90" fmla="*/ 118542 w 1661833"/>
              <a:gd name="connsiteY90" fmla="*/ 340191 h 373823"/>
              <a:gd name="connsiteX91" fmla="*/ 126241 w 1661833"/>
              <a:gd name="connsiteY91" fmla="*/ 323706 h 373823"/>
              <a:gd name="connsiteX92" fmla="*/ 124638 w 1661833"/>
              <a:gd name="connsiteY92" fmla="*/ 322969 h 373823"/>
              <a:gd name="connsiteX93" fmla="*/ 261046 w 1661833"/>
              <a:gd name="connsiteY93" fmla="*/ 316781 h 373823"/>
              <a:gd name="connsiteX94" fmla="*/ 249037 w 1661833"/>
              <a:gd name="connsiteY94" fmla="*/ 323154 h 373823"/>
              <a:gd name="connsiteX95" fmla="*/ 249792 w 1661833"/>
              <a:gd name="connsiteY95" fmla="*/ 324590 h 373823"/>
              <a:gd name="connsiteX96" fmla="*/ 250548 w 1661833"/>
              <a:gd name="connsiteY96" fmla="*/ 326009 h 373823"/>
              <a:gd name="connsiteX97" fmla="*/ 255005 w 1661833"/>
              <a:gd name="connsiteY97" fmla="*/ 323633 h 373823"/>
              <a:gd name="connsiteX98" fmla="*/ 262041 w 1661833"/>
              <a:gd name="connsiteY98" fmla="*/ 336839 h 373823"/>
              <a:gd name="connsiteX99" fmla="*/ 263588 w 1661833"/>
              <a:gd name="connsiteY99" fmla="*/ 336028 h 373823"/>
              <a:gd name="connsiteX100" fmla="*/ 265117 w 1661833"/>
              <a:gd name="connsiteY100" fmla="*/ 335199 h 373823"/>
              <a:gd name="connsiteX101" fmla="*/ 258099 w 1661833"/>
              <a:gd name="connsiteY101" fmla="*/ 321993 h 373823"/>
              <a:gd name="connsiteX102" fmla="*/ 262556 w 1661833"/>
              <a:gd name="connsiteY102" fmla="*/ 319617 h 373823"/>
              <a:gd name="connsiteX103" fmla="*/ 261801 w 1661833"/>
              <a:gd name="connsiteY103" fmla="*/ 318199 h 373823"/>
              <a:gd name="connsiteX104" fmla="*/ 107417 w 1661833"/>
              <a:gd name="connsiteY104" fmla="*/ 313723 h 373823"/>
              <a:gd name="connsiteX105" fmla="*/ 106699 w 1661833"/>
              <a:gd name="connsiteY105" fmla="*/ 315234 h 373823"/>
              <a:gd name="connsiteX106" fmla="*/ 105925 w 1661833"/>
              <a:gd name="connsiteY106" fmla="*/ 316652 h 373823"/>
              <a:gd name="connsiteX107" fmla="*/ 110346 w 1661833"/>
              <a:gd name="connsiteY107" fmla="*/ 319102 h 373823"/>
              <a:gd name="connsiteX108" fmla="*/ 103089 w 1661833"/>
              <a:gd name="connsiteY108" fmla="*/ 332179 h 373823"/>
              <a:gd name="connsiteX109" fmla="*/ 104618 w 1661833"/>
              <a:gd name="connsiteY109" fmla="*/ 333026 h 373823"/>
              <a:gd name="connsiteX110" fmla="*/ 106146 w 1661833"/>
              <a:gd name="connsiteY110" fmla="*/ 333873 h 373823"/>
              <a:gd name="connsiteX111" fmla="*/ 113330 w 1661833"/>
              <a:gd name="connsiteY111" fmla="*/ 320686 h 373823"/>
              <a:gd name="connsiteX112" fmla="*/ 117750 w 1661833"/>
              <a:gd name="connsiteY112" fmla="*/ 323135 h 373823"/>
              <a:gd name="connsiteX113" fmla="*/ 118524 w 1661833"/>
              <a:gd name="connsiteY113" fmla="*/ 321735 h 373823"/>
              <a:gd name="connsiteX114" fmla="*/ 119316 w 1661833"/>
              <a:gd name="connsiteY114" fmla="*/ 320317 h 373823"/>
              <a:gd name="connsiteX115" fmla="*/ 197667 w 1661833"/>
              <a:gd name="connsiteY115" fmla="*/ 311108 h 373823"/>
              <a:gd name="connsiteX116" fmla="*/ 192971 w 1661833"/>
              <a:gd name="connsiteY116" fmla="*/ 318292 h 373823"/>
              <a:gd name="connsiteX117" fmla="*/ 192546 w 1661833"/>
              <a:gd name="connsiteY117" fmla="*/ 319273 h 373823"/>
              <a:gd name="connsiteX118" fmla="*/ 192547 w 1661833"/>
              <a:gd name="connsiteY118" fmla="*/ 319249 h 373823"/>
              <a:gd name="connsiteX119" fmla="*/ 192492 w 1661833"/>
              <a:gd name="connsiteY119" fmla="*/ 319397 h 373823"/>
              <a:gd name="connsiteX120" fmla="*/ 192546 w 1661833"/>
              <a:gd name="connsiteY120" fmla="*/ 319273 h 373823"/>
              <a:gd name="connsiteX121" fmla="*/ 192455 w 1661833"/>
              <a:gd name="connsiteY121" fmla="*/ 321035 h 373823"/>
              <a:gd name="connsiteX122" fmla="*/ 216215 w 1661833"/>
              <a:gd name="connsiteY122" fmla="*/ 319857 h 373823"/>
              <a:gd name="connsiteX123" fmla="*/ 210744 w 1661833"/>
              <a:gd name="connsiteY123" fmla="*/ 319857 h 373823"/>
              <a:gd name="connsiteX124" fmla="*/ 207061 w 1661833"/>
              <a:gd name="connsiteY124" fmla="*/ 311495 h 373823"/>
              <a:gd name="connsiteX125" fmla="*/ 197667 w 1661833"/>
              <a:gd name="connsiteY125" fmla="*/ 311108 h 373823"/>
              <a:gd name="connsiteX126" fmla="*/ 221778 w 1661833"/>
              <a:gd name="connsiteY126" fmla="*/ 311071 h 373823"/>
              <a:gd name="connsiteX127" fmla="*/ 221778 w 1661833"/>
              <a:gd name="connsiteY127" fmla="*/ 311127 h 373823"/>
              <a:gd name="connsiteX128" fmla="*/ 222496 w 1661833"/>
              <a:gd name="connsiteY128" fmla="*/ 312692 h 373823"/>
              <a:gd name="connsiteX129" fmla="*/ 221760 w 1661833"/>
              <a:gd name="connsiteY129" fmla="*/ 317334 h 373823"/>
              <a:gd name="connsiteX130" fmla="*/ 221318 w 1661833"/>
              <a:gd name="connsiteY130" fmla="*/ 312913 h 373823"/>
              <a:gd name="connsiteX131" fmla="*/ 221778 w 1661833"/>
              <a:gd name="connsiteY131" fmla="*/ 311071 h 373823"/>
              <a:gd name="connsiteX132" fmla="*/ 190669 w 1661833"/>
              <a:gd name="connsiteY132" fmla="*/ 311071 h 373823"/>
              <a:gd name="connsiteX133" fmla="*/ 190669 w 1661833"/>
              <a:gd name="connsiteY133" fmla="*/ 311127 h 373823"/>
              <a:gd name="connsiteX134" fmla="*/ 191388 w 1661833"/>
              <a:gd name="connsiteY134" fmla="*/ 312692 h 373823"/>
              <a:gd name="connsiteX135" fmla="*/ 190651 w 1661833"/>
              <a:gd name="connsiteY135" fmla="*/ 317334 h 373823"/>
              <a:gd name="connsiteX136" fmla="*/ 190209 w 1661833"/>
              <a:gd name="connsiteY136" fmla="*/ 312913 h 373823"/>
              <a:gd name="connsiteX137" fmla="*/ 190669 w 1661833"/>
              <a:gd name="connsiteY137" fmla="*/ 311071 h 373823"/>
              <a:gd name="connsiteX138" fmla="*/ 153758 w 1661833"/>
              <a:gd name="connsiteY138" fmla="*/ 310887 h 373823"/>
              <a:gd name="connsiteX139" fmla="*/ 154753 w 1661833"/>
              <a:gd name="connsiteY139" fmla="*/ 311034 h 373823"/>
              <a:gd name="connsiteX140" fmla="*/ 154882 w 1661833"/>
              <a:gd name="connsiteY140" fmla="*/ 317002 h 373823"/>
              <a:gd name="connsiteX141" fmla="*/ 153758 w 1661833"/>
              <a:gd name="connsiteY141" fmla="*/ 317002 h 373823"/>
              <a:gd name="connsiteX142" fmla="*/ 153758 w 1661833"/>
              <a:gd name="connsiteY142" fmla="*/ 310924 h 373823"/>
              <a:gd name="connsiteX143" fmla="*/ 216621 w 1661833"/>
              <a:gd name="connsiteY143" fmla="*/ 310795 h 373823"/>
              <a:gd name="connsiteX144" fmla="*/ 217302 w 1661833"/>
              <a:gd name="connsiteY144" fmla="*/ 312637 h 373823"/>
              <a:gd name="connsiteX145" fmla="*/ 216713 w 1661833"/>
              <a:gd name="connsiteY145" fmla="*/ 317187 h 373823"/>
              <a:gd name="connsiteX146" fmla="*/ 215847 w 1661833"/>
              <a:gd name="connsiteY146" fmla="*/ 312785 h 373823"/>
              <a:gd name="connsiteX147" fmla="*/ 216621 w 1661833"/>
              <a:gd name="connsiteY147" fmla="*/ 310851 h 373823"/>
              <a:gd name="connsiteX148" fmla="*/ 185512 w 1661833"/>
              <a:gd name="connsiteY148" fmla="*/ 310795 h 373823"/>
              <a:gd name="connsiteX149" fmla="*/ 186193 w 1661833"/>
              <a:gd name="connsiteY149" fmla="*/ 312637 h 373823"/>
              <a:gd name="connsiteX150" fmla="*/ 185622 w 1661833"/>
              <a:gd name="connsiteY150" fmla="*/ 317279 h 373823"/>
              <a:gd name="connsiteX151" fmla="*/ 184738 w 1661833"/>
              <a:gd name="connsiteY151" fmla="*/ 312785 h 373823"/>
              <a:gd name="connsiteX152" fmla="*/ 185512 w 1661833"/>
              <a:gd name="connsiteY152" fmla="*/ 310851 h 373823"/>
              <a:gd name="connsiteX153" fmla="*/ 461307 w 1661833"/>
              <a:gd name="connsiteY153" fmla="*/ 310541 h 373823"/>
              <a:gd name="connsiteX154" fmla="*/ 461372 w 1661833"/>
              <a:gd name="connsiteY154" fmla="*/ 323319 h 373823"/>
              <a:gd name="connsiteX155" fmla="*/ 472608 w 1661833"/>
              <a:gd name="connsiteY155" fmla="*/ 323319 h 373823"/>
              <a:gd name="connsiteX156" fmla="*/ 478067 w 1661833"/>
              <a:gd name="connsiteY156" fmla="*/ 321649 h 373823"/>
              <a:gd name="connsiteX157" fmla="*/ 479865 w 1661833"/>
              <a:gd name="connsiteY157" fmla="*/ 316512 h 373823"/>
              <a:gd name="connsiteX158" fmla="*/ 478002 w 1661833"/>
              <a:gd name="connsiteY158" fmla="*/ 312017 h 373823"/>
              <a:gd name="connsiteX159" fmla="*/ 472416 w 1661833"/>
              <a:gd name="connsiteY159" fmla="*/ 310541 h 373823"/>
              <a:gd name="connsiteX160" fmla="*/ 159173 w 1661833"/>
              <a:gd name="connsiteY160" fmla="*/ 310464 h 373823"/>
              <a:gd name="connsiteX161" fmla="*/ 159689 w 1661833"/>
              <a:gd name="connsiteY161" fmla="*/ 312637 h 373823"/>
              <a:gd name="connsiteX162" fmla="*/ 159173 w 1661833"/>
              <a:gd name="connsiteY162" fmla="*/ 316965 h 373823"/>
              <a:gd name="connsiteX163" fmla="*/ 158620 w 1661833"/>
              <a:gd name="connsiteY163" fmla="*/ 312637 h 373823"/>
              <a:gd name="connsiteX164" fmla="*/ 159173 w 1661833"/>
              <a:gd name="connsiteY164" fmla="*/ 310464 h 373823"/>
              <a:gd name="connsiteX165" fmla="*/ 156153 w 1661833"/>
              <a:gd name="connsiteY165" fmla="*/ 310040 h 373823"/>
              <a:gd name="connsiteX166" fmla="*/ 156157 w 1661833"/>
              <a:gd name="connsiteY166" fmla="*/ 310164 h 373823"/>
              <a:gd name="connsiteX167" fmla="*/ 156153 w 1661833"/>
              <a:gd name="connsiteY167" fmla="*/ 310169 h 373823"/>
              <a:gd name="connsiteX168" fmla="*/ 156455 w 1661833"/>
              <a:gd name="connsiteY168" fmla="*/ 309799 h 373823"/>
              <a:gd name="connsiteX169" fmla="*/ 157442 w 1661833"/>
              <a:gd name="connsiteY169" fmla="*/ 310040 h 373823"/>
              <a:gd name="connsiteX170" fmla="*/ 157663 w 1661833"/>
              <a:gd name="connsiteY170" fmla="*/ 317408 h 373823"/>
              <a:gd name="connsiteX171" fmla="*/ 156392 w 1661833"/>
              <a:gd name="connsiteY171" fmla="*/ 317408 h 373823"/>
              <a:gd name="connsiteX172" fmla="*/ 156157 w 1661833"/>
              <a:gd name="connsiteY172" fmla="*/ 310164 h 373823"/>
              <a:gd name="connsiteX173" fmla="*/ 219420 w 1661833"/>
              <a:gd name="connsiteY173" fmla="*/ 309524 h 373823"/>
              <a:gd name="connsiteX174" fmla="*/ 220083 w 1661833"/>
              <a:gd name="connsiteY174" fmla="*/ 312287 h 373823"/>
              <a:gd name="connsiteX175" fmla="*/ 219310 w 1661833"/>
              <a:gd name="connsiteY175" fmla="*/ 317647 h 373823"/>
              <a:gd name="connsiteX176" fmla="*/ 218518 w 1661833"/>
              <a:gd name="connsiteY176" fmla="*/ 312213 h 373823"/>
              <a:gd name="connsiteX177" fmla="*/ 219420 w 1661833"/>
              <a:gd name="connsiteY177" fmla="*/ 309524 h 373823"/>
              <a:gd name="connsiteX178" fmla="*/ 188311 w 1661833"/>
              <a:gd name="connsiteY178" fmla="*/ 309524 h 373823"/>
              <a:gd name="connsiteX179" fmla="*/ 188974 w 1661833"/>
              <a:gd name="connsiteY179" fmla="*/ 312287 h 373823"/>
              <a:gd name="connsiteX180" fmla="*/ 188201 w 1661833"/>
              <a:gd name="connsiteY180" fmla="*/ 317647 h 373823"/>
              <a:gd name="connsiteX181" fmla="*/ 187409 w 1661833"/>
              <a:gd name="connsiteY181" fmla="*/ 312213 h 373823"/>
              <a:gd name="connsiteX182" fmla="*/ 188311 w 1661833"/>
              <a:gd name="connsiteY182" fmla="*/ 309524 h 373823"/>
              <a:gd name="connsiteX183" fmla="*/ 138600 w 1661833"/>
              <a:gd name="connsiteY183" fmla="*/ 308953 h 373823"/>
              <a:gd name="connsiteX184" fmla="*/ 138711 w 1661833"/>
              <a:gd name="connsiteY184" fmla="*/ 309055 h 373823"/>
              <a:gd name="connsiteX185" fmla="*/ 138544 w 1661833"/>
              <a:gd name="connsiteY185" fmla="*/ 309027 h 373823"/>
              <a:gd name="connsiteX186" fmla="*/ 275063 w 1661833"/>
              <a:gd name="connsiteY186" fmla="*/ 307958 h 373823"/>
              <a:gd name="connsiteX187" fmla="*/ 264730 w 1661833"/>
              <a:gd name="connsiteY187" fmla="*/ 314663 h 373823"/>
              <a:gd name="connsiteX188" fmla="*/ 274639 w 1661833"/>
              <a:gd name="connsiteY188" fmla="*/ 329913 h 373823"/>
              <a:gd name="connsiteX189" fmla="*/ 285248 w 1661833"/>
              <a:gd name="connsiteY189" fmla="*/ 322951 h 373823"/>
              <a:gd name="connsiteX190" fmla="*/ 284364 w 1661833"/>
              <a:gd name="connsiteY190" fmla="*/ 321588 h 373823"/>
              <a:gd name="connsiteX191" fmla="*/ 283498 w 1661833"/>
              <a:gd name="connsiteY191" fmla="*/ 320244 h 373823"/>
              <a:gd name="connsiteX192" fmla="*/ 275781 w 1661833"/>
              <a:gd name="connsiteY192" fmla="*/ 325253 h 373823"/>
              <a:gd name="connsiteX193" fmla="*/ 273184 w 1661833"/>
              <a:gd name="connsiteY193" fmla="*/ 321293 h 373823"/>
              <a:gd name="connsiteX194" fmla="*/ 280109 w 1661833"/>
              <a:gd name="connsiteY194" fmla="*/ 316873 h 373823"/>
              <a:gd name="connsiteX195" fmla="*/ 279262 w 1661833"/>
              <a:gd name="connsiteY195" fmla="*/ 315547 h 373823"/>
              <a:gd name="connsiteX196" fmla="*/ 278415 w 1661833"/>
              <a:gd name="connsiteY196" fmla="*/ 314239 h 373823"/>
              <a:gd name="connsiteX197" fmla="*/ 271545 w 1661833"/>
              <a:gd name="connsiteY197" fmla="*/ 318696 h 373823"/>
              <a:gd name="connsiteX198" fmla="*/ 269445 w 1661833"/>
              <a:gd name="connsiteY198" fmla="*/ 315455 h 373823"/>
              <a:gd name="connsiteX199" fmla="*/ 276812 w 1661833"/>
              <a:gd name="connsiteY199" fmla="*/ 310666 h 373823"/>
              <a:gd name="connsiteX200" fmla="*/ 275947 w 1661833"/>
              <a:gd name="connsiteY200" fmla="*/ 309303 h 373823"/>
              <a:gd name="connsiteX201" fmla="*/ 94616 w 1661833"/>
              <a:gd name="connsiteY201" fmla="*/ 306117 h 373823"/>
              <a:gd name="connsiteX202" fmla="*/ 90730 w 1661833"/>
              <a:gd name="connsiteY202" fmla="*/ 308474 h 373823"/>
              <a:gd name="connsiteX203" fmla="*/ 89754 w 1661833"/>
              <a:gd name="connsiteY203" fmla="*/ 312066 h 373823"/>
              <a:gd name="connsiteX204" fmla="*/ 92830 w 1661833"/>
              <a:gd name="connsiteY204" fmla="*/ 316891 h 373823"/>
              <a:gd name="connsiteX205" fmla="*/ 94524 w 1661833"/>
              <a:gd name="connsiteY205" fmla="*/ 319359 h 373823"/>
              <a:gd name="connsiteX206" fmla="*/ 94193 w 1661833"/>
              <a:gd name="connsiteY206" fmla="*/ 320980 h 373823"/>
              <a:gd name="connsiteX207" fmla="*/ 92480 w 1661833"/>
              <a:gd name="connsiteY207" fmla="*/ 321754 h 373823"/>
              <a:gd name="connsiteX208" fmla="*/ 90012 w 1661833"/>
              <a:gd name="connsiteY208" fmla="*/ 320686 h 373823"/>
              <a:gd name="connsiteX209" fmla="*/ 88428 w 1661833"/>
              <a:gd name="connsiteY209" fmla="*/ 318567 h 373823"/>
              <a:gd name="connsiteX210" fmla="*/ 88943 w 1661833"/>
              <a:gd name="connsiteY210" fmla="*/ 316191 h 373823"/>
              <a:gd name="connsiteX211" fmla="*/ 86217 w 1661833"/>
              <a:gd name="connsiteY211" fmla="*/ 314221 h 373823"/>
              <a:gd name="connsiteX212" fmla="*/ 85094 w 1661833"/>
              <a:gd name="connsiteY212" fmla="*/ 319009 h 373823"/>
              <a:gd name="connsiteX213" fmla="*/ 88170 w 1661833"/>
              <a:gd name="connsiteY213" fmla="*/ 323227 h 373823"/>
              <a:gd name="connsiteX214" fmla="*/ 93124 w 1661833"/>
              <a:gd name="connsiteY214" fmla="*/ 324959 h 373823"/>
              <a:gd name="connsiteX215" fmla="*/ 97011 w 1661833"/>
              <a:gd name="connsiteY215" fmla="*/ 322748 h 373823"/>
              <a:gd name="connsiteX216" fmla="*/ 98189 w 1661833"/>
              <a:gd name="connsiteY216" fmla="*/ 319065 h 373823"/>
              <a:gd name="connsiteX217" fmla="*/ 95445 w 1661833"/>
              <a:gd name="connsiteY217" fmla="*/ 314534 h 373823"/>
              <a:gd name="connsiteX218" fmla="*/ 93401 w 1661833"/>
              <a:gd name="connsiteY218" fmla="*/ 311734 h 373823"/>
              <a:gd name="connsiteX219" fmla="*/ 93511 w 1661833"/>
              <a:gd name="connsiteY219" fmla="*/ 310261 h 373823"/>
              <a:gd name="connsiteX220" fmla="*/ 95150 w 1661833"/>
              <a:gd name="connsiteY220" fmla="*/ 309266 h 373823"/>
              <a:gd name="connsiteX221" fmla="*/ 97213 w 1661833"/>
              <a:gd name="connsiteY221" fmla="*/ 309966 h 373823"/>
              <a:gd name="connsiteX222" fmla="*/ 98779 w 1661833"/>
              <a:gd name="connsiteY222" fmla="*/ 312047 h 373823"/>
              <a:gd name="connsiteX223" fmla="*/ 98429 w 1661833"/>
              <a:gd name="connsiteY223" fmla="*/ 314331 h 373823"/>
              <a:gd name="connsiteX224" fmla="*/ 101173 w 1661833"/>
              <a:gd name="connsiteY224" fmla="*/ 316339 h 373823"/>
              <a:gd name="connsiteX225" fmla="*/ 101173 w 1661833"/>
              <a:gd name="connsiteY225" fmla="*/ 316302 h 373823"/>
              <a:gd name="connsiteX226" fmla="*/ 102150 w 1661833"/>
              <a:gd name="connsiteY226" fmla="*/ 311661 h 373823"/>
              <a:gd name="connsiteX227" fmla="*/ 99387 w 1661833"/>
              <a:gd name="connsiteY227" fmla="*/ 307664 h 373823"/>
              <a:gd name="connsiteX228" fmla="*/ 94616 w 1661833"/>
              <a:gd name="connsiteY228" fmla="*/ 306117 h 373823"/>
              <a:gd name="connsiteX229" fmla="*/ 289079 w 1661833"/>
              <a:gd name="connsiteY229" fmla="*/ 297939 h 373823"/>
              <a:gd name="connsiteX230" fmla="*/ 284180 w 1661833"/>
              <a:gd name="connsiteY230" fmla="*/ 299781 h 373823"/>
              <a:gd name="connsiteX231" fmla="*/ 281564 w 1661833"/>
              <a:gd name="connsiteY231" fmla="*/ 305306 h 373823"/>
              <a:gd name="connsiteX232" fmla="*/ 284511 w 1661833"/>
              <a:gd name="connsiteY232" fmla="*/ 312066 h 373823"/>
              <a:gd name="connsiteX233" fmla="*/ 290571 w 1661833"/>
              <a:gd name="connsiteY233" fmla="*/ 316026 h 373823"/>
              <a:gd name="connsiteX234" fmla="*/ 299117 w 1661833"/>
              <a:gd name="connsiteY234" fmla="*/ 309782 h 373823"/>
              <a:gd name="connsiteX235" fmla="*/ 299080 w 1661833"/>
              <a:gd name="connsiteY235" fmla="*/ 309745 h 373823"/>
              <a:gd name="connsiteX236" fmla="*/ 297552 w 1661833"/>
              <a:gd name="connsiteY236" fmla="*/ 304551 h 373823"/>
              <a:gd name="connsiteX237" fmla="*/ 294863 w 1661833"/>
              <a:gd name="connsiteY237" fmla="*/ 306798 h 373823"/>
              <a:gd name="connsiteX238" fmla="*/ 295655 w 1661833"/>
              <a:gd name="connsiteY238" fmla="*/ 309561 h 373823"/>
              <a:gd name="connsiteX239" fmla="*/ 295522 w 1661833"/>
              <a:gd name="connsiteY239" fmla="*/ 310176 h 373823"/>
              <a:gd name="connsiteX240" fmla="*/ 290921 w 1661833"/>
              <a:gd name="connsiteY240" fmla="*/ 312618 h 373823"/>
              <a:gd name="connsiteX241" fmla="*/ 287237 w 1661833"/>
              <a:gd name="connsiteY241" fmla="*/ 309819 h 373823"/>
              <a:gd name="connsiteX242" fmla="*/ 285064 w 1661833"/>
              <a:gd name="connsiteY242" fmla="*/ 305527 h 373823"/>
              <a:gd name="connsiteX243" fmla="*/ 286316 w 1661833"/>
              <a:gd name="connsiteY243" fmla="*/ 302267 h 373823"/>
              <a:gd name="connsiteX244" fmla="*/ 288821 w 1661833"/>
              <a:gd name="connsiteY244" fmla="*/ 301309 h 373823"/>
              <a:gd name="connsiteX245" fmla="*/ 291216 w 1661833"/>
              <a:gd name="connsiteY245" fmla="*/ 302341 h 373823"/>
              <a:gd name="connsiteX246" fmla="*/ 293905 w 1661833"/>
              <a:gd name="connsiteY246" fmla="*/ 300094 h 373823"/>
              <a:gd name="connsiteX247" fmla="*/ 289079 w 1661833"/>
              <a:gd name="connsiteY247" fmla="*/ 297939 h 373823"/>
              <a:gd name="connsiteX248" fmla="*/ 193240 w 1661833"/>
              <a:gd name="connsiteY248" fmla="*/ 297476 h 373823"/>
              <a:gd name="connsiteX249" fmla="*/ 193277 w 1661833"/>
              <a:gd name="connsiteY249" fmla="*/ 297476 h 373823"/>
              <a:gd name="connsiteX250" fmla="*/ 193277 w 1661833"/>
              <a:gd name="connsiteY250" fmla="*/ 302394 h 373823"/>
              <a:gd name="connsiteX251" fmla="*/ 189096 w 1661833"/>
              <a:gd name="connsiteY251" fmla="*/ 302394 h 373823"/>
              <a:gd name="connsiteX252" fmla="*/ 203083 w 1661833"/>
              <a:gd name="connsiteY252" fmla="*/ 296373 h 373823"/>
              <a:gd name="connsiteX253" fmla="*/ 205809 w 1661833"/>
              <a:gd name="connsiteY253" fmla="*/ 300720 h 373823"/>
              <a:gd name="connsiteX254" fmla="*/ 203083 w 1661833"/>
              <a:gd name="connsiteY254" fmla="*/ 305067 h 373823"/>
              <a:gd name="connsiteX255" fmla="*/ 200357 w 1661833"/>
              <a:gd name="connsiteY255" fmla="*/ 300720 h 373823"/>
              <a:gd name="connsiteX256" fmla="*/ 203083 w 1661833"/>
              <a:gd name="connsiteY256" fmla="*/ 296373 h 373823"/>
              <a:gd name="connsiteX257" fmla="*/ 180410 w 1661833"/>
              <a:gd name="connsiteY257" fmla="*/ 296373 h 373823"/>
              <a:gd name="connsiteX258" fmla="*/ 183044 w 1661833"/>
              <a:gd name="connsiteY258" fmla="*/ 298694 h 373823"/>
              <a:gd name="connsiteX259" fmla="*/ 183040 w 1661833"/>
              <a:gd name="connsiteY259" fmla="*/ 299120 h 373823"/>
              <a:gd name="connsiteX260" fmla="*/ 180539 w 1661833"/>
              <a:gd name="connsiteY260" fmla="*/ 301162 h 373823"/>
              <a:gd name="connsiteX261" fmla="*/ 177905 w 1661833"/>
              <a:gd name="connsiteY261" fmla="*/ 298805 h 373823"/>
              <a:gd name="connsiteX262" fmla="*/ 177909 w 1661833"/>
              <a:gd name="connsiteY262" fmla="*/ 298539 h 373823"/>
              <a:gd name="connsiteX263" fmla="*/ 180410 w 1661833"/>
              <a:gd name="connsiteY263" fmla="*/ 296373 h 373823"/>
              <a:gd name="connsiteX264" fmla="*/ 179898 w 1661833"/>
              <a:gd name="connsiteY264" fmla="*/ 295253 h 373823"/>
              <a:gd name="connsiteX265" fmla="*/ 176247 w 1661833"/>
              <a:gd name="connsiteY265" fmla="*/ 298970 h 373823"/>
              <a:gd name="connsiteX266" fmla="*/ 176265 w 1661833"/>
              <a:gd name="connsiteY266" fmla="*/ 299217 h 373823"/>
              <a:gd name="connsiteX267" fmla="*/ 180336 w 1661833"/>
              <a:gd name="connsiteY267" fmla="*/ 302470 h 373823"/>
              <a:gd name="connsiteX268" fmla="*/ 183320 w 1661833"/>
              <a:gd name="connsiteY268" fmla="*/ 301181 h 373823"/>
              <a:gd name="connsiteX269" fmla="*/ 180189 w 1661833"/>
              <a:gd name="connsiteY269" fmla="*/ 305233 h 373823"/>
              <a:gd name="connsiteX270" fmla="*/ 179805 w 1661833"/>
              <a:gd name="connsiteY270" fmla="*/ 305266 h 373823"/>
              <a:gd name="connsiteX271" fmla="*/ 177997 w 1661833"/>
              <a:gd name="connsiteY271" fmla="*/ 303391 h 373823"/>
              <a:gd name="connsiteX272" fmla="*/ 176358 w 1661833"/>
              <a:gd name="connsiteY272" fmla="*/ 303391 h 373823"/>
              <a:gd name="connsiteX273" fmla="*/ 180225 w 1661833"/>
              <a:gd name="connsiteY273" fmla="*/ 306301 h 373823"/>
              <a:gd name="connsiteX274" fmla="*/ 180225 w 1661833"/>
              <a:gd name="connsiteY274" fmla="*/ 306356 h 373823"/>
              <a:gd name="connsiteX275" fmla="*/ 184996 w 1661833"/>
              <a:gd name="connsiteY275" fmla="*/ 300315 h 373823"/>
              <a:gd name="connsiteX276" fmla="*/ 180428 w 1661833"/>
              <a:gd name="connsiteY276" fmla="*/ 295287 h 373823"/>
              <a:gd name="connsiteX277" fmla="*/ 179898 w 1661833"/>
              <a:gd name="connsiteY277" fmla="*/ 295253 h 373823"/>
              <a:gd name="connsiteX278" fmla="*/ 203083 w 1661833"/>
              <a:gd name="connsiteY278" fmla="*/ 295231 h 373823"/>
              <a:gd name="connsiteX279" fmla="*/ 198626 w 1661833"/>
              <a:gd name="connsiteY279" fmla="*/ 300757 h 373823"/>
              <a:gd name="connsiteX280" fmla="*/ 203083 w 1661833"/>
              <a:gd name="connsiteY280" fmla="*/ 306283 h 373823"/>
              <a:gd name="connsiteX281" fmla="*/ 203083 w 1661833"/>
              <a:gd name="connsiteY281" fmla="*/ 306356 h 373823"/>
              <a:gd name="connsiteX282" fmla="*/ 207540 w 1661833"/>
              <a:gd name="connsiteY282" fmla="*/ 300757 h 373823"/>
              <a:gd name="connsiteX283" fmla="*/ 203083 w 1661833"/>
              <a:gd name="connsiteY283" fmla="*/ 295231 h 373823"/>
              <a:gd name="connsiteX284" fmla="*/ 193155 w 1661833"/>
              <a:gd name="connsiteY284" fmla="*/ 295158 h 373823"/>
              <a:gd name="connsiteX285" fmla="*/ 187206 w 1661833"/>
              <a:gd name="connsiteY285" fmla="*/ 302028 h 373823"/>
              <a:gd name="connsiteX286" fmla="*/ 187206 w 1661833"/>
              <a:gd name="connsiteY286" fmla="*/ 303354 h 373823"/>
              <a:gd name="connsiteX287" fmla="*/ 192879 w 1661833"/>
              <a:gd name="connsiteY287" fmla="*/ 303354 h 373823"/>
              <a:gd name="connsiteX288" fmla="*/ 192879 w 1661833"/>
              <a:gd name="connsiteY288" fmla="*/ 306006 h 373823"/>
              <a:gd name="connsiteX289" fmla="*/ 194518 w 1661833"/>
              <a:gd name="connsiteY289" fmla="*/ 306006 h 373823"/>
              <a:gd name="connsiteX290" fmla="*/ 194518 w 1661833"/>
              <a:gd name="connsiteY290" fmla="*/ 303354 h 373823"/>
              <a:gd name="connsiteX291" fmla="*/ 196360 w 1661833"/>
              <a:gd name="connsiteY291" fmla="*/ 303354 h 373823"/>
              <a:gd name="connsiteX292" fmla="*/ 196360 w 1661833"/>
              <a:gd name="connsiteY292" fmla="*/ 302194 h 373823"/>
              <a:gd name="connsiteX293" fmla="*/ 194518 w 1661833"/>
              <a:gd name="connsiteY293" fmla="*/ 302194 h 373823"/>
              <a:gd name="connsiteX294" fmla="*/ 194518 w 1661833"/>
              <a:gd name="connsiteY294" fmla="*/ 295158 h 373823"/>
              <a:gd name="connsiteX295" fmla="*/ 169561 w 1661833"/>
              <a:gd name="connsiteY295" fmla="*/ 295084 h 373823"/>
              <a:gd name="connsiteX296" fmla="*/ 166062 w 1661833"/>
              <a:gd name="connsiteY296" fmla="*/ 297147 h 373823"/>
              <a:gd name="connsiteX297" fmla="*/ 166062 w 1661833"/>
              <a:gd name="connsiteY297" fmla="*/ 298307 h 373823"/>
              <a:gd name="connsiteX298" fmla="*/ 169101 w 1661833"/>
              <a:gd name="connsiteY298" fmla="*/ 298307 h 373823"/>
              <a:gd name="connsiteX299" fmla="*/ 169101 w 1661833"/>
              <a:gd name="connsiteY299" fmla="*/ 306006 h 373823"/>
              <a:gd name="connsiteX300" fmla="*/ 170832 w 1661833"/>
              <a:gd name="connsiteY300" fmla="*/ 306006 h 373823"/>
              <a:gd name="connsiteX301" fmla="*/ 170832 w 1661833"/>
              <a:gd name="connsiteY301" fmla="*/ 295084 h 373823"/>
              <a:gd name="connsiteX302" fmla="*/ 1444150 w 1661833"/>
              <a:gd name="connsiteY302" fmla="*/ 292495 h 373823"/>
              <a:gd name="connsiteX303" fmla="*/ 1441772 w 1661833"/>
              <a:gd name="connsiteY303" fmla="*/ 294872 h 373823"/>
              <a:gd name="connsiteX304" fmla="*/ 1438626 w 1661833"/>
              <a:gd name="connsiteY304" fmla="*/ 307715 h 373823"/>
              <a:gd name="connsiteX305" fmla="*/ 1441772 w 1661833"/>
              <a:gd name="connsiteY305" fmla="*/ 319916 h 373823"/>
              <a:gd name="connsiteX306" fmla="*/ 1457226 w 1661833"/>
              <a:gd name="connsiteY306" fmla="*/ 322184 h 373823"/>
              <a:gd name="connsiteX307" fmla="*/ 1459495 w 1661833"/>
              <a:gd name="connsiteY307" fmla="*/ 319916 h 373823"/>
              <a:gd name="connsiteX308" fmla="*/ 1462642 w 1661833"/>
              <a:gd name="connsiteY308" fmla="*/ 307715 h 373823"/>
              <a:gd name="connsiteX309" fmla="*/ 1459495 w 1661833"/>
              <a:gd name="connsiteY309" fmla="*/ 294872 h 373823"/>
              <a:gd name="connsiteX310" fmla="*/ 1444150 w 1661833"/>
              <a:gd name="connsiteY310" fmla="*/ 292495 h 373823"/>
              <a:gd name="connsiteX311" fmla="*/ 1109280 w 1661833"/>
              <a:gd name="connsiteY311" fmla="*/ 292495 h 373823"/>
              <a:gd name="connsiteX312" fmla="*/ 1106902 w 1661833"/>
              <a:gd name="connsiteY312" fmla="*/ 294872 h 373823"/>
              <a:gd name="connsiteX313" fmla="*/ 1103756 w 1661833"/>
              <a:gd name="connsiteY313" fmla="*/ 307715 h 373823"/>
              <a:gd name="connsiteX314" fmla="*/ 1106902 w 1661833"/>
              <a:gd name="connsiteY314" fmla="*/ 319916 h 373823"/>
              <a:gd name="connsiteX315" fmla="*/ 1122356 w 1661833"/>
              <a:gd name="connsiteY315" fmla="*/ 322184 h 373823"/>
              <a:gd name="connsiteX316" fmla="*/ 1124625 w 1661833"/>
              <a:gd name="connsiteY316" fmla="*/ 319916 h 373823"/>
              <a:gd name="connsiteX317" fmla="*/ 1127772 w 1661833"/>
              <a:gd name="connsiteY317" fmla="*/ 307715 h 373823"/>
              <a:gd name="connsiteX318" fmla="*/ 1124625 w 1661833"/>
              <a:gd name="connsiteY318" fmla="*/ 294872 h 373823"/>
              <a:gd name="connsiteX319" fmla="*/ 1109280 w 1661833"/>
              <a:gd name="connsiteY319" fmla="*/ 292495 h 373823"/>
              <a:gd name="connsiteX320" fmla="*/ 1534788 w 1661833"/>
              <a:gd name="connsiteY320" fmla="*/ 292463 h 373823"/>
              <a:gd name="connsiteX321" fmla="*/ 1532378 w 1661833"/>
              <a:gd name="connsiteY321" fmla="*/ 294872 h 373823"/>
              <a:gd name="connsiteX322" fmla="*/ 1529167 w 1661833"/>
              <a:gd name="connsiteY322" fmla="*/ 307715 h 373823"/>
              <a:gd name="connsiteX323" fmla="*/ 1532314 w 1661833"/>
              <a:gd name="connsiteY323" fmla="*/ 319916 h 373823"/>
              <a:gd name="connsiteX324" fmla="*/ 1547767 w 1661833"/>
              <a:gd name="connsiteY324" fmla="*/ 322185 h 373823"/>
              <a:gd name="connsiteX325" fmla="*/ 1550036 w 1661833"/>
              <a:gd name="connsiteY325" fmla="*/ 319916 h 373823"/>
              <a:gd name="connsiteX326" fmla="*/ 1550036 w 1661833"/>
              <a:gd name="connsiteY326" fmla="*/ 319916 h 373823"/>
              <a:gd name="connsiteX327" fmla="*/ 1553247 w 1661833"/>
              <a:gd name="connsiteY327" fmla="*/ 307715 h 373823"/>
              <a:gd name="connsiteX328" fmla="*/ 1550036 w 1661833"/>
              <a:gd name="connsiteY328" fmla="*/ 294872 h 373823"/>
              <a:gd name="connsiteX329" fmla="*/ 1534788 w 1661833"/>
              <a:gd name="connsiteY329" fmla="*/ 292463 h 373823"/>
              <a:gd name="connsiteX330" fmla="*/ 79955 w 1661833"/>
              <a:gd name="connsiteY330" fmla="*/ 291934 h 373823"/>
              <a:gd name="connsiteX331" fmla="*/ 67541 w 1661833"/>
              <a:gd name="connsiteY331" fmla="*/ 305232 h 373823"/>
              <a:gd name="connsiteX332" fmla="*/ 68738 w 1661833"/>
              <a:gd name="connsiteY332" fmla="*/ 306356 h 373823"/>
              <a:gd name="connsiteX333" fmla="*/ 69935 w 1661833"/>
              <a:gd name="connsiteY333" fmla="*/ 307535 h 373823"/>
              <a:gd name="connsiteX334" fmla="*/ 78868 w 1661833"/>
              <a:gd name="connsiteY334" fmla="*/ 297939 h 373823"/>
              <a:gd name="connsiteX335" fmla="*/ 74982 w 1661833"/>
              <a:gd name="connsiteY335" fmla="*/ 312250 h 373823"/>
              <a:gd name="connsiteX336" fmla="*/ 76253 w 1661833"/>
              <a:gd name="connsiteY336" fmla="*/ 313429 h 373823"/>
              <a:gd name="connsiteX337" fmla="*/ 77524 w 1661833"/>
              <a:gd name="connsiteY337" fmla="*/ 314552 h 373823"/>
              <a:gd name="connsiteX338" fmla="*/ 89920 w 1661833"/>
              <a:gd name="connsiteY338" fmla="*/ 301236 h 373823"/>
              <a:gd name="connsiteX339" fmla="*/ 88722 w 1661833"/>
              <a:gd name="connsiteY339" fmla="*/ 300130 h 373823"/>
              <a:gd name="connsiteX340" fmla="*/ 87544 w 1661833"/>
              <a:gd name="connsiteY340" fmla="*/ 299025 h 373823"/>
              <a:gd name="connsiteX341" fmla="*/ 78832 w 1661833"/>
              <a:gd name="connsiteY341" fmla="*/ 308364 h 373823"/>
              <a:gd name="connsiteX342" fmla="*/ 82626 w 1661833"/>
              <a:gd name="connsiteY342" fmla="*/ 294439 h 373823"/>
              <a:gd name="connsiteX343" fmla="*/ 81281 w 1661833"/>
              <a:gd name="connsiteY343" fmla="*/ 293187 h 373823"/>
              <a:gd name="connsiteX344" fmla="*/ 461307 w 1661833"/>
              <a:gd name="connsiteY344" fmla="*/ 291854 h 373823"/>
              <a:gd name="connsiteX345" fmla="*/ 461372 w 1661833"/>
              <a:gd name="connsiteY345" fmla="*/ 302449 h 373823"/>
              <a:gd name="connsiteX346" fmla="*/ 471967 w 1661833"/>
              <a:gd name="connsiteY346" fmla="*/ 302449 h 373823"/>
              <a:gd name="connsiteX347" fmla="*/ 477168 w 1661833"/>
              <a:gd name="connsiteY347" fmla="*/ 301037 h 373823"/>
              <a:gd name="connsiteX348" fmla="*/ 478837 w 1661833"/>
              <a:gd name="connsiteY348" fmla="*/ 296735 h 373823"/>
              <a:gd name="connsiteX349" fmla="*/ 477040 w 1661833"/>
              <a:gd name="connsiteY349" fmla="*/ 293075 h 373823"/>
              <a:gd name="connsiteX350" fmla="*/ 471581 w 1661833"/>
              <a:gd name="connsiteY350" fmla="*/ 291854 h 373823"/>
              <a:gd name="connsiteX351" fmla="*/ 74080 w 1661833"/>
              <a:gd name="connsiteY351" fmla="*/ 285525 h 373823"/>
              <a:gd name="connsiteX352" fmla="*/ 60560 w 1661833"/>
              <a:gd name="connsiteY352" fmla="*/ 297699 h 373823"/>
              <a:gd name="connsiteX353" fmla="*/ 61739 w 1661833"/>
              <a:gd name="connsiteY353" fmla="*/ 298989 h 373823"/>
              <a:gd name="connsiteX354" fmla="*/ 62900 w 1661833"/>
              <a:gd name="connsiteY354" fmla="*/ 300296 h 373823"/>
              <a:gd name="connsiteX355" fmla="*/ 76419 w 1661833"/>
              <a:gd name="connsiteY355" fmla="*/ 288122 h 373823"/>
              <a:gd name="connsiteX356" fmla="*/ 75258 w 1661833"/>
              <a:gd name="connsiteY356" fmla="*/ 286814 h 373823"/>
              <a:gd name="connsiteX357" fmla="*/ 1619246 w 1661833"/>
              <a:gd name="connsiteY357" fmla="*/ 283662 h 373823"/>
              <a:gd name="connsiteX358" fmla="*/ 1624704 w 1661833"/>
              <a:gd name="connsiteY358" fmla="*/ 283662 h 373823"/>
              <a:gd name="connsiteX359" fmla="*/ 1630227 w 1661833"/>
              <a:gd name="connsiteY359" fmla="*/ 283662 h 373823"/>
              <a:gd name="connsiteX360" fmla="*/ 1639440 w 1661833"/>
              <a:gd name="connsiteY360" fmla="*/ 304457 h 373823"/>
              <a:gd name="connsiteX361" fmla="*/ 1639409 w 1661833"/>
              <a:gd name="connsiteY361" fmla="*/ 304531 h 373823"/>
              <a:gd name="connsiteX362" fmla="*/ 1639473 w 1661833"/>
              <a:gd name="connsiteY362" fmla="*/ 304531 h 373823"/>
              <a:gd name="connsiteX363" fmla="*/ 1639440 w 1661833"/>
              <a:gd name="connsiteY363" fmla="*/ 304457 h 373823"/>
              <a:gd name="connsiteX364" fmla="*/ 1648077 w 1661833"/>
              <a:gd name="connsiteY364" fmla="*/ 283662 h 373823"/>
              <a:gd name="connsiteX365" fmla="*/ 1653343 w 1661833"/>
              <a:gd name="connsiteY365" fmla="*/ 283662 h 373823"/>
              <a:gd name="connsiteX366" fmla="*/ 1658544 w 1661833"/>
              <a:gd name="connsiteY366" fmla="*/ 283662 h 373823"/>
              <a:gd name="connsiteX367" fmla="*/ 1643904 w 1661833"/>
              <a:gd name="connsiteY367" fmla="*/ 313521 h 373823"/>
              <a:gd name="connsiteX368" fmla="*/ 1643904 w 1661833"/>
              <a:gd name="connsiteY368" fmla="*/ 331822 h 373823"/>
              <a:gd name="connsiteX369" fmla="*/ 1639344 w 1661833"/>
              <a:gd name="connsiteY369" fmla="*/ 331822 h 373823"/>
              <a:gd name="connsiteX370" fmla="*/ 1634657 w 1661833"/>
              <a:gd name="connsiteY370" fmla="*/ 331822 h 373823"/>
              <a:gd name="connsiteX371" fmla="*/ 1634657 w 1661833"/>
              <a:gd name="connsiteY371" fmla="*/ 313714 h 373823"/>
              <a:gd name="connsiteX372" fmla="*/ 1482024 w 1661833"/>
              <a:gd name="connsiteY372" fmla="*/ 283662 h 373823"/>
              <a:gd name="connsiteX373" fmla="*/ 1486647 w 1661833"/>
              <a:gd name="connsiteY373" fmla="*/ 283662 h 373823"/>
              <a:gd name="connsiteX374" fmla="*/ 1491271 w 1661833"/>
              <a:gd name="connsiteY374" fmla="*/ 283662 h 373823"/>
              <a:gd name="connsiteX375" fmla="*/ 1491271 w 1661833"/>
              <a:gd name="connsiteY375" fmla="*/ 323217 h 373823"/>
              <a:gd name="connsiteX376" fmla="*/ 1513232 w 1661833"/>
              <a:gd name="connsiteY376" fmla="*/ 323217 h 373823"/>
              <a:gd name="connsiteX377" fmla="*/ 1513232 w 1661833"/>
              <a:gd name="connsiteY377" fmla="*/ 327519 h 373823"/>
              <a:gd name="connsiteX378" fmla="*/ 1513232 w 1661833"/>
              <a:gd name="connsiteY378" fmla="*/ 331757 h 373823"/>
              <a:gd name="connsiteX379" fmla="*/ 1482024 w 1661833"/>
              <a:gd name="connsiteY379" fmla="*/ 331757 h 373823"/>
              <a:gd name="connsiteX380" fmla="*/ 1384163 w 1661833"/>
              <a:gd name="connsiteY380" fmla="*/ 283662 h 373823"/>
              <a:gd name="connsiteX381" fmla="*/ 1388979 w 1661833"/>
              <a:gd name="connsiteY381" fmla="*/ 283662 h 373823"/>
              <a:gd name="connsiteX382" fmla="*/ 1393795 w 1661833"/>
              <a:gd name="connsiteY382" fmla="*/ 283662 h 373823"/>
              <a:gd name="connsiteX383" fmla="*/ 1411582 w 1661833"/>
              <a:gd name="connsiteY383" fmla="*/ 317438 h 373823"/>
              <a:gd name="connsiteX384" fmla="*/ 1411582 w 1661833"/>
              <a:gd name="connsiteY384" fmla="*/ 283662 h 373823"/>
              <a:gd name="connsiteX385" fmla="*/ 1415884 w 1661833"/>
              <a:gd name="connsiteY385" fmla="*/ 283662 h 373823"/>
              <a:gd name="connsiteX386" fmla="*/ 1420250 w 1661833"/>
              <a:gd name="connsiteY386" fmla="*/ 283662 h 373823"/>
              <a:gd name="connsiteX387" fmla="*/ 1420250 w 1661833"/>
              <a:gd name="connsiteY387" fmla="*/ 331757 h 373823"/>
              <a:gd name="connsiteX388" fmla="*/ 1415627 w 1661833"/>
              <a:gd name="connsiteY388" fmla="*/ 331757 h 373823"/>
              <a:gd name="connsiteX389" fmla="*/ 1411004 w 1661833"/>
              <a:gd name="connsiteY389" fmla="*/ 331757 h 373823"/>
              <a:gd name="connsiteX390" fmla="*/ 1392767 w 1661833"/>
              <a:gd name="connsiteY390" fmla="*/ 297082 h 373823"/>
              <a:gd name="connsiteX391" fmla="*/ 1392767 w 1661833"/>
              <a:gd name="connsiteY391" fmla="*/ 331757 h 373823"/>
              <a:gd name="connsiteX392" fmla="*/ 1388466 w 1661833"/>
              <a:gd name="connsiteY392" fmla="*/ 331757 h 373823"/>
              <a:gd name="connsiteX393" fmla="*/ 1384163 w 1661833"/>
              <a:gd name="connsiteY393" fmla="*/ 331757 h 373823"/>
              <a:gd name="connsiteX394" fmla="*/ 1337287 w 1661833"/>
              <a:gd name="connsiteY394" fmla="*/ 283662 h 373823"/>
              <a:gd name="connsiteX395" fmla="*/ 1341846 w 1661833"/>
              <a:gd name="connsiteY395" fmla="*/ 283662 h 373823"/>
              <a:gd name="connsiteX396" fmla="*/ 1346470 w 1661833"/>
              <a:gd name="connsiteY396" fmla="*/ 283662 h 373823"/>
              <a:gd name="connsiteX397" fmla="*/ 1346470 w 1661833"/>
              <a:gd name="connsiteY397" fmla="*/ 301706 h 373823"/>
              <a:gd name="connsiteX398" fmla="*/ 1363807 w 1661833"/>
              <a:gd name="connsiteY398" fmla="*/ 301706 h 373823"/>
              <a:gd name="connsiteX399" fmla="*/ 1363807 w 1661833"/>
              <a:gd name="connsiteY399" fmla="*/ 283662 h 373823"/>
              <a:gd name="connsiteX400" fmla="*/ 1368430 w 1661833"/>
              <a:gd name="connsiteY400" fmla="*/ 283662 h 373823"/>
              <a:gd name="connsiteX401" fmla="*/ 1373053 w 1661833"/>
              <a:gd name="connsiteY401" fmla="*/ 283662 h 373823"/>
              <a:gd name="connsiteX402" fmla="*/ 1373053 w 1661833"/>
              <a:gd name="connsiteY402" fmla="*/ 331757 h 373823"/>
              <a:gd name="connsiteX403" fmla="*/ 1368430 w 1661833"/>
              <a:gd name="connsiteY403" fmla="*/ 331757 h 373823"/>
              <a:gd name="connsiteX404" fmla="*/ 1363807 w 1661833"/>
              <a:gd name="connsiteY404" fmla="*/ 331757 h 373823"/>
              <a:gd name="connsiteX405" fmla="*/ 1363807 w 1661833"/>
              <a:gd name="connsiteY405" fmla="*/ 309990 h 373823"/>
              <a:gd name="connsiteX406" fmla="*/ 1346470 w 1661833"/>
              <a:gd name="connsiteY406" fmla="*/ 309990 h 373823"/>
              <a:gd name="connsiteX407" fmla="*/ 1346470 w 1661833"/>
              <a:gd name="connsiteY407" fmla="*/ 331757 h 373823"/>
              <a:gd name="connsiteX408" fmla="*/ 1341910 w 1661833"/>
              <a:gd name="connsiteY408" fmla="*/ 331757 h 373823"/>
              <a:gd name="connsiteX409" fmla="*/ 1337287 w 1661833"/>
              <a:gd name="connsiteY409" fmla="*/ 331757 h 373823"/>
              <a:gd name="connsiteX410" fmla="*/ 1247005 w 1661833"/>
              <a:gd name="connsiteY410" fmla="*/ 283662 h 373823"/>
              <a:gd name="connsiteX411" fmla="*/ 1279561 w 1661833"/>
              <a:gd name="connsiteY411" fmla="*/ 283662 h 373823"/>
              <a:gd name="connsiteX412" fmla="*/ 1279561 w 1661833"/>
              <a:gd name="connsiteY412" fmla="*/ 287900 h 373823"/>
              <a:gd name="connsiteX413" fmla="*/ 1279561 w 1661833"/>
              <a:gd name="connsiteY413" fmla="*/ 292202 h 373823"/>
              <a:gd name="connsiteX414" fmla="*/ 1256252 w 1661833"/>
              <a:gd name="connsiteY414" fmla="*/ 292202 h 373823"/>
              <a:gd name="connsiteX415" fmla="*/ 1256252 w 1661833"/>
              <a:gd name="connsiteY415" fmla="*/ 302412 h 373823"/>
              <a:gd name="connsiteX416" fmla="*/ 1277892 w 1661833"/>
              <a:gd name="connsiteY416" fmla="*/ 302412 h 373823"/>
              <a:gd name="connsiteX417" fmla="*/ 1277892 w 1661833"/>
              <a:gd name="connsiteY417" fmla="*/ 306522 h 373823"/>
              <a:gd name="connsiteX418" fmla="*/ 1277892 w 1661833"/>
              <a:gd name="connsiteY418" fmla="*/ 310695 h 373823"/>
              <a:gd name="connsiteX419" fmla="*/ 1256252 w 1661833"/>
              <a:gd name="connsiteY419" fmla="*/ 310695 h 373823"/>
              <a:gd name="connsiteX420" fmla="*/ 1256252 w 1661833"/>
              <a:gd name="connsiteY420" fmla="*/ 323217 h 373823"/>
              <a:gd name="connsiteX421" fmla="*/ 1280589 w 1661833"/>
              <a:gd name="connsiteY421" fmla="*/ 323217 h 373823"/>
              <a:gd name="connsiteX422" fmla="*/ 1280589 w 1661833"/>
              <a:gd name="connsiteY422" fmla="*/ 327519 h 373823"/>
              <a:gd name="connsiteX423" fmla="*/ 1280589 w 1661833"/>
              <a:gd name="connsiteY423" fmla="*/ 331757 h 373823"/>
              <a:gd name="connsiteX424" fmla="*/ 1247005 w 1661833"/>
              <a:gd name="connsiteY424" fmla="*/ 331757 h 373823"/>
              <a:gd name="connsiteX425" fmla="*/ 1203018 w 1661833"/>
              <a:gd name="connsiteY425" fmla="*/ 283662 h 373823"/>
              <a:gd name="connsiteX426" fmla="*/ 1239041 w 1661833"/>
              <a:gd name="connsiteY426" fmla="*/ 283662 h 373823"/>
              <a:gd name="connsiteX427" fmla="*/ 1239041 w 1661833"/>
              <a:gd name="connsiteY427" fmla="*/ 287900 h 373823"/>
              <a:gd name="connsiteX428" fmla="*/ 1239041 w 1661833"/>
              <a:gd name="connsiteY428" fmla="*/ 292202 h 373823"/>
              <a:gd name="connsiteX429" fmla="*/ 1225621 w 1661833"/>
              <a:gd name="connsiteY429" fmla="*/ 292202 h 373823"/>
              <a:gd name="connsiteX430" fmla="*/ 1225621 w 1661833"/>
              <a:gd name="connsiteY430" fmla="*/ 331757 h 373823"/>
              <a:gd name="connsiteX431" fmla="*/ 1221062 w 1661833"/>
              <a:gd name="connsiteY431" fmla="*/ 331757 h 373823"/>
              <a:gd name="connsiteX432" fmla="*/ 1216438 w 1661833"/>
              <a:gd name="connsiteY432" fmla="*/ 331757 h 373823"/>
              <a:gd name="connsiteX433" fmla="*/ 1216438 w 1661833"/>
              <a:gd name="connsiteY433" fmla="*/ 292202 h 373823"/>
              <a:gd name="connsiteX434" fmla="*/ 1203018 w 1661833"/>
              <a:gd name="connsiteY434" fmla="*/ 292202 h 373823"/>
              <a:gd name="connsiteX435" fmla="*/ 1203018 w 1661833"/>
              <a:gd name="connsiteY435" fmla="*/ 287965 h 373823"/>
              <a:gd name="connsiteX436" fmla="*/ 1147154 w 1661833"/>
              <a:gd name="connsiteY436" fmla="*/ 283662 h 373823"/>
              <a:gd name="connsiteX437" fmla="*/ 1178618 w 1661833"/>
              <a:gd name="connsiteY437" fmla="*/ 283662 h 373823"/>
              <a:gd name="connsiteX438" fmla="*/ 1178618 w 1661833"/>
              <a:gd name="connsiteY438" fmla="*/ 287900 h 373823"/>
              <a:gd name="connsiteX439" fmla="*/ 1178618 w 1661833"/>
              <a:gd name="connsiteY439" fmla="*/ 292202 h 373823"/>
              <a:gd name="connsiteX440" fmla="*/ 1156401 w 1661833"/>
              <a:gd name="connsiteY440" fmla="*/ 292202 h 373823"/>
              <a:gd name="connsiteX441" fmla="*/ 1156401 w 1661833"/>
              <a:gd name="connsiteY441" fmla="*/ 303119 h 373823"/>
              <a:gd name="connsiteX442" fmla="*/ 1175793 w 1661833"/>
              <a:gd name="connsiteY442" fmla="*/ 303119 h 373823"/>
              <a:gd name="connsiteX443" fmla="*/ 1175793 w 1661833"/>
              <a:gd name="connsiteY443" fmla="*/ 307292 h 373823"/>
              <a:gd name="connsiteX444" fmla="*/ 1175793 w 1661833"/>
              <a:gd name="connsiteY444" fmla="*/ 311402 h 373823"/>
              <a:gd name="connsiteX445" fmla="*/ 1156401 w 1661833"/>
              <a:gd name="connsiteY445" fmla="*/ 311402 h 373823"/>
              <a:gd name="connsiteX446" fmla="*/ 1156401 w 1661833"/>
              <a:gd name="connsiteY446" fmla="*/ 331757 h 373823"/>
              <a:gd name="connsiteX447" fmla="*/ 1151777 w 1661833"/>
              <a:gd name="connsiteY447" fmla="*/ 331757 h 373823"/>
              <a:gd name="connsiteX448" fmla="*/ 1147154 w 1661833"/>
              <a:gd name="connsiteY448" fmla="*/ 331757 h 373823"/>
              <a:gd name="connsiteX449" fmla="*/ 1033497 w 1661833"/>
              <a:gd name="connsiteY449" fmla="*/ 283662 h 373823"/>
              <a:gd name="connsiteX450" fmla="*/ 1066118 w 1661833"/>
              <a:gd name="connsiteY450" fmla="*/ 283662 h 373823"/>
              <a:gd name="connsiteX451" fmla="*/ 1066118 w 1661833"/>
              <a:gd name="connsiteY451" fmla="*/ 287900 h 373823"/>
              <a:gd name="connsiteX452" fmla="*/ 1066118 w 1661833"/>
              <a:gd name="connsiteY452" fmla="*/ 292202 h 373823"/>
              <a:gd name="connsiteX453" fmla="*/ 1042744 w 1661833"/>
              <a:gd name="connsiteY453" fmla="*/ 292202 h 373823"/>
              <a:gd name="connsiteX454" fmla="*/ 1042744 w 1661833"/>
              <a:gd name="connsiteY454" fmla="*/ 302412 h 373823"/>
              <a:gd name="connsiteX455" fmla="*/ 1064384 w 1661833"/>
              <a:gd name="connsiteY455" fmla="*/ 302412 h 373823"/>
              <a:gd name="connsiteX456" fmla="*/ 1064384 w 1661833"/>
              <a:gd name="connsiteY456" fmla="*/ 306522 h 373823"/>
              <a:gd name="connsiteX457" fmla="*/ 1064384 w 1661833"/>
              <a:gd name="connsiteY457" fmla="*/ 310695 h 373823"/>
              <a:gd name="connsiteX458" fmla="*/ 1042744 w 1661833"/>
              <a:gd name="connsiteY458" fmla="*/ 310695 h 373823"/>
              <a:gd name="connsiteX459" fmla="*/ 1042744 w 1661833"/>
              <a:gd name="connsiteY459" fmla="*/ 323217 h 373823"/>
              <a:gd name="connsiteX460" fmla="*/ 1067145 w 1661833"/>
              <a:gd name="connsiteY460" fmla="*/ 323217 h 373823"/>
              <a:gd name="connsiteX461" fmla="*/ 1067145 w 1661833"/>
              <a:gd name="connsiteY461" fmla="*/ 327519 h 373823"/>
              <a:gd name="connsiteX462" fmla="*/ 1067145 w 1661833"/>
              <a:gd name="connsiteY462" fmla="*/ 331757 h 373823"/>
              <a:gd name="connsiteX463" fmla="*/ 1033497 w 1661833"/>
              <a:gd name="connsiteY463" fmla="*/ 331757 h 373823"/>
              <a:gd name="connsiteX464" fmla="*/ 989576 w 1661833"/>
              <a:gd name="connsiteY464" fmla="*/ 283662 h 373823"/>
              <a:gd name="connsiteX465" fmla="*/ 1025536 w 1661833"/>
              <a:gd name="connsiteY465" fmla="*/ 283662 h 373823"/>
              <a:gd name="connsiteX466" fmla="*/ 1025536 w 1661833"/>
              <a:gd name="connsiteY466" fmla="*/ 287900 h 373823"/>
              <a:gd name="connsiteX467" fmla="*/ 1025536 w 1661833"/>
              <a:gd name="connsiteY467" fmla="*/ 292202 h 373823"/>
              <a:gd name="connsiteX468" fmla="*/ 1012179 w 1661833"/>
              <a:gd name="connsiteY468" fmla="*/ 292202 h 373823"/>
              <a:gd name="connsiteX469" fmla="*/ 1012179 w 1661833"/>
              <a:gd name="connsiteY469" fmla="*/ 331757 h 373823"/>
              <a:gd name="connsiteX470" fmla="*/ 1007556 w 1661833"/>
              <a:gd name="connsiteY470" fmla="*/ 331757 h 373823"/>
              <a:gd name="connsiteX471" fmla="*/ 1002933 w 1661833"/>
              <a:gd name="connsiteY471" fmla="*/ 331757 h 373823"/>
              <a:gd name="connsiteX472" fmla="*/ 1002933 w 1661833"/>
              <a:gd name="connsiteY472" fmla="*/ 292202 h 373823"/>
              <a:gd name="connsiteX473" fmla="*/ 989576 w 1661833"/>
              <a:gd name="connsiteY473" fmla="*/ 292202 h 373823"/>
              <a:gd name="connsiteX474" fmla="*/ 989576 w 1661833"/>
              <a:gd name="connsiteY474" fmla="*/ 287965 h 373823"/>
              <a:gd name="connsiteX475" fmla="*/ 902438 w 1661833"/>
              <a:gd name="connsiteY475" fmla="*/ 283662 h 373823"/>
              <a:gd name="connsiteX476" fmla="*/ 938397 w 1661833"/>
              <a:gd name="connsiteY476" fmla="*/ 283662 h 373823"/>
              <a:gd name="connsiteX477" fmla="*/ 938397 w 1661833"/>
              <a:gd name="connsiteY477" fmla="*/ 287900 h 373823"/>
              <a:gd name="connsiteX478" fmla="*/ 938397 w 1661833"/>
              <a:gd name="connsiteY478" fmla="*/ 292202 h 373823"/>
              <a:gd name="connsiteX479" fmla="*/ 925041 w 1661833"/>
              <a:gd name="connsiteY479" fmla="*/ 292202 h 373823"/>
              <a:gd name="connsiteX480" fmla="*/ 925041 w 1661833"/>
              <a:gd name="connsiteY480" fmla="*/ 331757 h 373823"/>
              <a:gd name="connsiteX481" fmla="*/ 920418 w 1661833"/>
              <a:gd name="connsiteY481" fmla="*/ 331757 h 373823"/>
              <a:gd name="connsiteX482" fmla="*/ 915794 w 1661833"/>
              <a:gd name="connsiteY482" fmla="*/ 331757 h 373823"/>
              <a:gd name="connsiteX483" fmla="*/ 915794 w 1661833"/>
              <a:gd name="connsiteY483" fmla="*/ 292202 h 373823"/>
              <a:gd name="connsiteX484" fmla="*/ 902438 w 1661833"/>
              <a:gd name="connsiteY484" fmla="*/ 292202 h 373823"/>
              <a:gd name="connsiteX485" fmla="*/ 902438 w 1661833"/>
              <a:gd name="connsiteY485" fmla="*/ 287965 h 373823"/>
              <a:gd name="connsiteX486" fmla="*/ 885872 w 1661833"/>
              <a:gd name="connsiteY486" fmla="*/ 283662 h 373823"/>
              <a:gd name="connsiteX487" fmla="*/ 890496 w 1661833"/>
              <a:gd name="connsiteY487" fmla="*/ 283662 h 373823"/>
              <a:gd name="connsiteX488" fmla="*/ 895119 w 1661833"/>
              <a:gd name="connsiteY488" fmla="*/ 283662 h 373823"/>
              <a:gd name="connsiteX489" fmla="*/ 895119 w 1661833"/>
              <a:gd name="connsiteY489" fmla="*/ 331757 h 373823"/>
              <a:gd name="connsiteX490" fmla="*/ 890560 w 1661833"/>
              <a:gd name="connsiteY490" fmla="*/ 331757 h 373823"/>
              <a:gd name="connsiteX491" fmla="*/ 885872 w 1661833"/>
              <a:gd name="connsiteY491" fmla="*/ 331757 h 373823"/>
              <a:gd name="connsiteX492" fmla="*/ 842721 w 1661833"/>
              <a:gd name="connsiteY492" fmla="*/ 283662 h 373823"/>
              <a:gd name="connsiteX493" fmla="*/ 878680 w 1661833"/>
              <a:gd name="connsiteY493" fmla="*/ 283662 h 373823"/>
              <a:gd name="connsiteX494" fmla="*/ 878680 w 1661833"/>
              <a:gd name="connsiteY494" fmla="*/ 287900 h 373823"/>
              <a:gd name="connsiteX495" fmla="*/ 878680 w 1661833"/>
              <a:gd name="connsiteY495" fmla="*/ 292202 h 373823"/>
              <a:gd name="connsiteX496" fmla="*/ 865324 w 1661833"/>
              <a:gd name="connsiteY496" fmla="*/ 292202 h 373823"/>
              <a:gd name="connsiteX497" fmla="*/ 865324 w 1661833"/>
              <a:gd name="connsiteY497" fmla="*/ 331757 h 373823"/>
              <a:gd name="connsiteX498" fmla="*/ 860701 w 1661833"/>
              <a:gd name="connsiteY498" fmla="*/ 331757 h 373823"/>
              <a:gd name="connsiteX499" fmla="*/ 856077 w 1661833"/>
              <a:gd name="connsiteY499" fmla="*/ 331757 h 373823"/>
              <a:gd name="connsiteX500" fmla="*/ 856077 w 1661833"/>
              <a:gd name="connsiteY500" fmla="*/ 292202 h 373823"/>
              <a:gd name="connsiteX501" fmla="*/ 842721 w 1661833"/>
              <a:gd name="connsiteY501" fmla="*/ 292202 h 373823"/>
              <a:gd name="connsiteX502" fmla="*/ 842721 w 1661833"/>
              <a:gd name="connsiteY502" fmla="*/ 287965 h 373823"/>
              <a:gd name="connsiteX503" fmla="*/ 755455 w 1661833"/>
              <a:gd name="connsiteY503" fmla="*/ 283662 h 373823"/>
              <a:gd name="connsiteX504" fmla="*/ 760335 w 1661833"/>
              <a:gd name="connsiteY504" fmla="*/ 283662 h 373823"/>
              <a:gd name="connsiteX505" fmla="*/ 765151 w 1661833"/>
              <a:gd name="connsiteY505" fmla="*/ 283662 h 373823"/>
              <a:gd name="connsiteX506" fmla="*/ 782938 w 1661833"/>
              <a:gd name="connsiteY506" fmla="*/ 317438 h 373823"/>
              <a:gd name="connsiteX507" fmla="*/ 782938 w 1661833"/>
              <a:gd name="connsiteY507" fmla="*/ 283662 h 373823"/>
              <a:gd name="connsiteX508" fmla="*/ 787240 w 1661833"/>
              <a:gd name="connsiteY508" fmla="*/ 283662 h 373823"/>
              <a:gd name="connsiteX509" fmla="*/ 791607 w 1661833"/>
              <a:gd name="connsiteY509" fmla="*/ 283662 h 373823"/>
              <a:gd name="connsiteX510" fmla="*/ 791607 w 1661833"/>
              <a:gd name="connsiteY510" fmla="*/ 331757 h 373823"/>
              <a:gd name="connsiteX511" fmla="*/ 786983 w 1661833"/>
              <a:gd name="connsiteY511" fmla="*/ 331757 h 373823"/>
              <a:gd name="connsiteX512" fmla="*/ 782360 w 1661833"/>
              <a:gd name="connsiteY512" fmla="*/ 331757 h 373823"/>
              <a:gd name="connsiteX513" fmla="*/ 764124 w 1661833"/>
              <a:gd name="connsiteY513" fmla="*/ 297082 h 373823"/>
              <a:gd name="connsiteX514" fmla="*/ 764124 w 1661833"/>
              <a:gd name="connsiteY514" fmla="*/ 331757 h 373823"/>
              <a:gd name="connsiteX515" fmla="*/ 759821 w 1661833"/>
              <a:gd name="connsiteY515" fmla="*/ 331757 h 373823"/>
              <a:gd name="connsiteX516" fmla="*/ 755455 w 1661833"/>
              <a:gd name="connsiteY516" fmla="*/ 331757 h 373823"/>
              <a:gd name="connsiteX517" fmla="*/ 735614 w 1661833"/>
              <a:gd name="connsiteY517" fmla="*/ 283662 h 373823"/>
              <a:gd name="connsiteX518" fmla="*/ 740173 w 1661833"/>
              <a:gd name="connsiteY518" fmla="*/ 283662 h 373823"/>
              <a:gd name="connsiteX519" fmla="*/ 744861 w 1661833"/>
              <a:gd name="connsiteY519" fmla="*/ 283662 h 373823"/>
              <a:gd name="connsiteX520" fmla="*/ 744861 w 1661833"/>
              <a:gd name="connsiteY520" fmla="*/ 331757 h 373823"/>
              <a:gd name="connsiteX521" fmla="*/ 740237 w 1661833"/>
              <a:gd name="connsiteY521" fmla="*/ 331757 h 373823"/>
              <a:gd name="connsiteX522" fmla="*/ 735614 w 1661833"/>
              <a:gd name="connsiteY522" fmla="*/ 331757 h 373823"/>
              <a:gd name="connsiteX523" fmla="*/ 618874 w 1661833"/>
              <a:gd name="connsiteY523" fmla="*/ 283662 h 373823"/>
              <a:gd name="connsiteX524" fmla="*/ 623690 w 1661833"/>
              <a:gd name="connsiteY524" fmla="*/ 283662 h 373823"/>
              <a:gd name="connsiteX525" fmla="*/ 628570 w 1661833"/>
              <a:gd name="connsiteY525" fmla="*/ 283662 h 373823"/>
              <a:gd name="connsiteX526" fmla="*/ 646293 w 1661833"/>
              <a:gd name="connsiteY526" fmla="*/ 317438 h 373823"/>
              <a:gd name="connsiteX527" fmla="*/ 646293 w 1661833"/>
              <a:gd name="connsiteY527" fmla="*/ 283662 h 373823"/>
              <a:gd name="connsiteX528" fmla="*/ 650595 w 1661833"/>
              <a:gd name="connsiteY528" fmla="*/ 283662 h 373823"/>
              <a:gd name="connsiteX529" fmla="*/ 654961 w 1661833"/>
              <a:gd name="connsiteY529" fmla="*/ 283662 h 373823"/>
              <a:gd name="connsiteX530" fmla="*/ 654961 w 1661833"/>
              <a:gd name="connsiteY530" fmla="*/ 331757 h 373823"/>
              <a:gd name="connsiteX531" fmla="*/ 650338 w 1661833"/>
              <a:gd name="connsiteY531" fmla="*/ 331757 h 373823"/>
              <a:gd name="connsiteX532" fmla="*/ 645715 w 1661833"/>
              <a:gd name="connsiteY532" fmla="*/ 331757 h 373823"/>
              <a:gd name="connsiteX533" fmla="*/ 627478 w 1661833"/>
              <a:gd name="connsiteY533" fmla="*/ 297082 h 373823"/>
              <a:gd name="connsiteX534" fmla="*/ 627478 w 1661833"/>
              <a:gd name="connsiteY534" fmla="*/ 331757 h 373823"/>
              <a:gd name="connsiteX535" fmla="*/ 623176 w 1661833"/>
              <a:gd name="connsiteY535" fmla="*/ 331757 h 373823"/>
              <a:gd name="connsiteX536" fmla="*/ 618874 w 1661833"/>
              <a:gd name="connsiteY536" fmla="*/ 331757 h 373823"/>
              <a:gd name="connsiteX537" fmla="*/ 598969 w 1661833"/>
              <a:gd name="connsiteY537" fmla="*/ 283662 h 373823"/>
              <a:gd name="connsiteX538" fmla="*/ 603592 w 1661833"/>
              <a:gd name="connsiteY538" fmla="*/ 283662 h 373823"/>
              <a:gd name="connsiteX539" fmla="*/ 608216 w 1661833"/>
              <a:gd name="connsiteY539" fmla="*/ 283662 h 373823"/>
              <a:gd name="connsiteX540" fmla="*/ 608216 w 1661833"/>
              <a:gd name="connsiteY540" fmla="*/ 331757 h 373823"/>
              <a:gd name="connsiteX541" fmla="*/ 603592 w 1661833"/>
              <a:gd name="connsiteY541" fmla="*/ 331757 h 373823"/>
              <a:gd name="connsiteX542" fmla="*/ 598969 w 1661833"/>
              <a:gd name="connsiteY542" fmla="*/ 331757 h 373823"/>
              <a:gd name="connsiteX543" fmla="*/ 542590 w 1661833"/>
              <a:gd name="connsiteY543" fmla="*/ 283662 h 373823"/>
              <a:gd name="connsiteX544" fmla="*/ 547214 w 1661833"/>
              <a:gd name="connsiteY544" fmla="*/ 283662 h 373823"/>
              <a:gd name="connsiteX545" fmla="*/ 551837 w 1661833"/>
              <a:gd name="connsiteY545" fmla="*/ 283662 h 373823"/>
              <a:gd name="connsiteX546" fmla="*/ 551837 w 1661833"/>
              <a:gd name="connsiteY546" fmla="*/ 331757 h 373823"/>
              <a:gd name="connsiteX547" fmla="*/ 547278 w 1661833"/>
              <a:gd name="connsiteY547" fmla="*/ 331757 h 373823"/>
              <a:gd name="connsiteX548" fmla="*/ 542590 w 1661833"/>
              <a:gd name="connsiteY548" fmla="*/ 331757 h 373823"/>
              <a:gd name="connsiteX549" fmla="*/ 499760 w 1661833"/>
              <a:gd name="connsiteY549" fmla="*/ 283662 h 373823"/>
              <a:gd name="connsiteX550" fmla="*/ 532316 w 1661833"/>
              <a:gd name="connsiteY550" fmla="*/ 283662 h 373823"/>
              <a:gd name="connsiteX551" fmla="*/ 532316 w 1661833"/>
              <a:gd name="connsiteY551" fmla="*/ 287900 h 373823"/>
              <a:gd name="connsiteX552" fmla="*/ 532316 w 1661833"/>
              <a:gd name="connsiteY552" fmla="*/ 292202 h 373823"/>
              <a:gd name="connsiteX553" fmla="*/ 509007 w 1661833"/>
              <a:gd name="connsiteY553" fmla="*/ 292202 h 373823"/>
              <a:gd name="connsiteX554" fmla="*/ 509007 w 1661833"/>
              <a:gd name="connsiteY554" fmla="*/ 302412 h 373823"/>
              <a:gd name="connsiteX555" fmla="*/ 530646 w 1661833"/>
              <a:gd name="connsiteY555" fmla="*/ 302412 h 373823"/>
              <a:gd name="connsiteX556" fmla="*/ 530646 w 1661833"/>
              <a:gd name="connsiteY556" fmla="*/ 306522 h 373823"/>
              <a:gd name="connsiteX557" fmla="*/ 530646 w 1661833"/>
              <a:gd name="connsiteY557" fmla="*/ 310695 h 373823"/>
              <a:gd name="connsiteX558" fmla="*/ 509007 w 1661833"/>
              <a:gd name="connsiteY558" fmla="*/ 310695 h 373823"/>
              <a:gd name="connsiteX559" fmla="*/ 509007 w 1661833"/>
              <a:gd name="connsiteY559" fmla="*/ 323217 h 373823"/>
              <a:gd name="connsiteX560" fmla="*/ 533344 w 1661833"/>
              <a:gd name="connsiteY560" fmla="*/ 323217 h 373823"/>
              <a:gd name="connsiteX561" fmla="*/ 533344 w 1661833"/>
              <a:gd name="connsiteY561" fmla="*/ 327519 h 373823"/>
              <a:gd name="connsiteX562" fmla="*/ 533344 w 1661833"/>
              <a:gd name="connsiteY562" fmla="*/ 331757 h 373823"/>
              <a:gd name="connsiteX563" fmla="*/ 499760 w 1661833"/>
              <a:gd name="connsiteY563" fmla="*/ 331757 h 373823"/>
              <a:gd name="connsiteX564" fmla="*/ 452510 w 1661833"/>
              <a:gd name="connsiteY564" fmla="*/ 283571 h 373823"/>
              <a:gd name="connsiteX565" fmla="*/ 474149 w 1661833"/>
              <a:gd name="connsiteY565" fmla="*/ 283571 h 373823"/>
              <a:gd name="connsiteX566" fmla="*/ 484167 w 1661833"/>
              <a:gd name="connsiteY566" fmla="*/ 286781 h 373823"/>
              <a:gd name="connsiteX567" fmla="*/ 487827 w 1661833"/>
              <a:gd name="connsiteY567" fmla="*/ 295771 h 373823"/>
              <a:gd name="connsiteX568" fmla="*/ 483717 w 1661833"/>
              <a:gd name="connsiteY568" fmla="*/ 304825 h 373823"/>
              <a:gd name="connsiteX569" fmla="*/ 482241 w 1661833"/>
              <a:gd name="connsiteY569" fmla="*/ 305788 h 373823"/>
              <a:gd name="connsiteX570" fmla="*/ 485066 w 1661833"/>
              <a:gd name="connsiteY570" fmla="*/ 307394 h 373823"/>
              <a:gd name="connsiteX571" fmla="*/ 489304 w 1661833"/>
              <a:gd name="connsiteY571" fmla="*/ 316640 h 373823"/>
              <a:gd name="connsiteX572" fmla="*/ 485066 w 1661833"/>
              <a:gd name="connsiteY572" fmla="*/ 327814 h 373823"/>
              <a:gd name="connsiteX573" fmla="*/ 472801 w 1661833"/>
              <a:gd name="connsiteY573" fmla="*/ 331667 h 373823"/>
              <a:gd name="connsiteX574" fmla="*/ 452703 w 1661833"/>
              <a:gd name="connsiteY574" fmla="*/ 331667 h 373823"/>
              <a:gd name="connsiteX575" fmla="*/ 578688 w 1661833"/>
              <a:gd name="connsiteY575" fmla="*/ 283570 h 373823"/>
              <a:gd name="connsiteX576" fmla="*/ 587870 w 1661833"/>
              <a:gd name="connsiteY576" fmla="*/ 283570 h 373823"/>
              <a:gd name="connsiteX577" fmla="*/ 587870 w 1661833"/>
              <a:gd name="connsiteY577" fmla="*/ 318181 h 373823"/>
              <a:gd name="connsiteX578" fmla="*/ 584275 w 1661833"/>
              <a:gd name="connsiteY578" fmla="*/ 329226 h 373823"/>
              <a:gd name="connsiteX579" fmla="*/ 573615 w 1661833"/>
              <a:gd name="connsiteY579" fmla="*/ 333015 h 373823"/>
              <a:gd name="connsiteX580" fmla="*/ 562635 w 1661833"/>
              <a:gd name="connsiteY580" fmla="*/ 328841 h 373823"/>
              <a:gd name="connsiteX581" fmla="*/ 559360 w 1661833"/>
              <a:gd name="connsiteY581" fmla="*/ 315998 h 373823"/>
              <a:gd name="connsiteX582" fmla="*/ 559360 w 1661833"/>
              <a:gd name="connsiteY582" fmla="*/ 313494 h 373823"/>
              <a:gd name="connsiteX583" fmla="*/ 568157 w 1661833"/>
              <a:gd name="connsiteY583" fmla="*/ 313494 h 373823"/>
              <a:gd name="connsiteX584" fmla="*/ 568157 w 1661833"/>
              <a:gd name="connsiteY584" fmla="*/ 316384 h 373823"/>
              <a:gd name="connsiteX585" fmla="*/ 569377 w 1661833"/>
              <a:gd name="connsiteY585" fmla="*/ 322805 h 373823"/>
              <a:gd name="connsiteX586" fmla="*/ 573551 w 1661833"/>
              <a:gd name="connsiteY586" fmla="*/ 324924 h 373823"/>
              <a:gd name="connsiteX587" fmla="*/ 577468 w 1661833"/>
              <a:gd name="connsiteY587" fmla="*/ 323383 h 373823"/>
              <a:gd name="connsiteX588" fmla="*/ 578688 w 1661833"/>
              <a:gd name="connsiteY588" fmla="*/ 318374 h 373823"/>
              <a:gd name="connsiteX589" fmla="*/ 945665 w 1661833"/>
              <a:gd name="connsiteY589" fmla="*/ 283506 h 373823"/>
              <a:gd name="connsiteX590" fmla="*/ 954912 w 1661833"/>
              <a:gd name="connsiteY590" fmla="*/ 283506 h 373823"/>
              <a:gd name="connsiteX591" fmla="*/ 954912 w 1661833"/>
              <a:gd name="connsiteY591" fmla="*/ 313815 h 373823"/>
              <a:gd name="connsiteX592" fmla="*/ 957094 w 1661833"/>
              <a:gd name="connsiteY592" fmla="*/ 321585 h 373823"/>
              <a:gd name="connsiteX593" fmla="*/ 963516 w 1661833"/>
              <a:gd name="connsiteY593" fmla="*/ 324153 h 373823"/>
              <a:gd name="connsiteX594" fmla="*/ 969937 w 1661833"/>
              <a:gd name="connsiteY594" fmla="*/ 321778 h 373823"/>
              <a:gd name="connsiteX595" fmla="*/ 971928 w 1661833"/>
              <a:gd name="connsiteY595" fmla="*/ 313815 h 373823"/>
              <a:gd name="connsiteX596" fmla="*/ 971928 w 1661833"/>
              <a:gd name="connsiteY596" fmla="*/ 283506 h 373823"/>
              <a:gd name="connsiteX597" fmla="*/ 981431 w 1661833"/>
              <a:gd name="connsiteY597" fmla="*/ 283506 h 373823"/>
              <a:gd name="connsiteX598" fmla="*/ 981431 w 1661833"/>
              <a:gd name="connsiteY598" fmla="*/ 313494 h 373823"/>
              <a:gd name="connsiteX599" fmla="*/ 977257 w 1661833"/>
              <a:gd name="connsiteY599" fmla="*/ 328392 h 373823"/>
              <a:gd name="connsiteX600" fmla="*/ 963580 w 1661833"/>
              <a:gd name="connsiteY600" fmla="*/ 332951 h 373823"/>
              <a:gd name="connsiteX601" fmla="*/ 950095 w 1661833"/>
              <a:gd name="connsiteY601" fmla="*/ 328199 h 373823"/>
              <a:gd name="connsiteX602" fmla="*/ 945665 w 1661833"/>
              <a:gd name="connsiteY602" fmla="*/ 313494 h 373823"/>
              <a:gd name="connsiteX603" fmla="*/ 1540049 w 1661833"/>
              <a:gd name="connsiteY603" fmla="*/ 282447 h 373823"/>
              <a:gd name="connsiteX604" fmla="*/ 1555077 w 1661833"/>
              <a:gd name="connsiteY604" fmla="*/ 287712 h 373823"/>
              <a:gd name="connsiteX605" fmla="*/ 1556715 w 1661833"/>
              <a:gd name="connsiteY605" fmla="*/ 289350 h 373823"/>
              <a:gd name="connsiteX606" fmla="*/ 1562494 w 1661833"/>
              <a:gd name="connsiteY606" fmla="*/ 308036 h 373823"/>
              <a:gd name="connsiteX607" fmla="*/ 1556715 w 1661833"/>
              <a:gd name="connsiteY607" fmla="*/ 326337 h 373823"/>
              <a:gd name="connsiteX608" fmla="*/ 1526955 w 1661833"/>
              <a:gd name="connsiteY608" fmla="*/ 327592 h 373823"/>
              <a:gd name="connsiteX609" fmla="*/ 1525699 w 1661833"/>
              <a:gd name="connsiteY609" fmla="*/ 326337 h 373823"/>
              <a:gd name="connsiteX610" fmla="*/ 1519920 w 1661833"/>
              <a:gd name="connsiteY610" fmla="*/ 308036 h 373823"/>
              <a:gd name="connsiteX611" fmla="*/ 1525699 w 1661833"/>
              <a:gd name="connsiteY611" fmla="*/ 289350 h 373823"/>
              <a:gd name="connsiteX612" fmla="*/ 1540049 w 1661833"/>
              <a:gd name="connsiteY612" fmla="*/ 282447 h 373823"/>
              <a:gd name="connsiteX613" fmla="*/ 1449496 w 1661833"/>
              <a:gd name="connsiteY613" fmla="*/ 282442 h 373823"/>
              <a:gd name="connsiteX614" fmla="*/ 1464564 w 1661833"/>
              <a:gd name="connsiteY614" fmla="*/ 287740 h 373823"/>
              <a:gd name="connsiteX615" fmla="*/ 1466173 w 1661833"/>
              <a:gd name="connsiteY615" fmla="*/ 289349 h 373823"/>
              <a:gd name="connsiteX616" fmla="*/ 1471889 w 1661833"/>
              <a:gd name="connsiteY616" fmla="*/ 308036 h 373823"/>
              <a:gd name="connsiteX617" fmla="*/ 1466173 w 1661833"/>
              <a:gd name="connsiteY617" fmla="*/ 326337 h 373823"/>
              <a:gd name="connsiteX618" fmla="*/ 1436323 w 1661833"/>
              <a:gd name="connsiteY618" fmla="*/ 327564 h 373823"/>
              <a:gd name="connsiteX619" fmla="*/ 1435095 w 1661833"/>
              <a:gd name="connsiteY619" fmla="*/ 326337 h 373823"/>
              <a:gd name="connsiteX620" fmla="*/ 1435094 w 1661833"/>
              <a:gd name="connsiteY620" fmla="*/ 326337 h 373823"/>
              <a:gd name="connsiteX621" fmla="*/ 1429380 w 1661833"/>
              <a:gd name="connsiteY621" fmla="*/ 308036 h 373823"/>
              <a:gd name="connsiteX622" fmla="*/ 1435094 w 1661833"/>
              <a:gd name="connsiteY622" fmla="*/ 289349 h 373823"/>
              <a:gd name="connsiteX623" fmla="*/ 1449496 w 1661833"/>
              <a:gd name="connsiteY623" fmla="*/ 282442 h 373823"/>
              <a:gd name="connsiteX624" fmla="*/ 1114626 w 1661833"/>
              <a:gd name="connsiteY624" fmla="*/ 282442 h 373823"/>
              <a:gd name="connsiteX625" fmla="*/ 1129694 w 1661833"/>
              <a:gd name="connsiteY625" fmla="*/ 287740 h 373823"/>
              <a:gd name="connsiteX626" fmla="*/ 1131303 w 1661833"/>
              <a:gd name="connsiteY626" fmla="*/ 289349 h 373823"/>
              <a:gd name="connsiteX627" fmla="*/ 1137019 w 1661833"/>
              <a:gd name="connsiteY627" fmla="*/ 308036 h 373823"/>
              <a:gd name="connsiteX628" fmla="*/ 1131303 w 1661833"/>
              <a:gd name="connsiteY628" fmla="*/ 326337 h 373823"/>
              <a:gd name="connsiteX629" fmla="*/ 1101453 w 1661833"/>
              <a:gd name="connsiteY629" fmla="*/ 327564 h 373823"/>
              <a:gd name="connsiteX630" fmla="*/ 1100225 w 1661833"/>
              <a:gd name="connsiteY630" fmla="*/ 326337 h 373823"/>
              <a:gd name="connsiteX631" fmla="*/ 1100224 w 1661833"/>
              <a:gd name="connsiteY631" fmla="*/ 326337 h 373823"/>
              <a:gd name="connsiteX632" fmla="*/ 1094510 w 1661833"/>
              <a:gd name="connsiteY632" fmla="*/ 308036 h 373823"/>
              <a:gd name="connsiteX633" fmla="*/ 1100224 w 1661833"/>
              <a:gd name="connsiteY633" fmla="*/ 289349 h 373823"/>
              <a:gd name="connsiteX634" fmla="*/ 1114626 w 1661833"/>
              <a:gd name="connsiteY634" fmla="*/ 282442 h 373823"/>
              <a:gd name="connsiteX635" fmla="*/ 1592031 w 1661833"/>
              <a:gd name="connsiteY635" fmla="*/ 282415 h 373823"/>
              <a:gd name="connsiteX636" fmla="*/ 1605323 w 1661833"/>
              <a:gd name="connsiteY636" fmla="*/ 286781 h 373823"/>
              <a:gd name="connsiteX637" fmla="*/ 1611424 w 1661833"/>
              <a:gd name="connsiteY637" fmla="*/ 298596 h 373823"/>
              <a:gd name="connsiteX638" fmla="*/ 1602370 w 1661833"/>
              <a:gd name="connsiteY638" fmla="*/ 298596 h 373823"/>
              <a:gd name="connsiteX639" fmla="*/ 1599095 w 1661833"/>
              <a:gd name="connsiteY639" fmla="*/ 293138 h 373823"/>
              <a:gd name="connsiteX640" fmla="*/ 1592674 w 1661833"/>
              <a:gd name="connsiteY640" fmla="*/ 290763 h 373823"/>
              <a:gd name="connsiteX641" fmla="*/ 1583234 w 1661833"/>
              <a:gd name="connsiteY641" fmla="*/ 295257 h 373823"/>
              <a:gd name="connsiteX642" fmla="*/ 1583234 w 1661833"/>
              <a:gd name="connsiteY642" fmla="*/ 320300 h 373823"/>
              <a:gd name="connsiteX643" fmla="*/ 1592802 w 1661833"/>
              <a:gd name="connsiteY643" fmla="*/ 324602 h 373823"/>
              <a:gd name="connsiteX644" fmla="*/ 1601150 w 1661833"/>
              <a:gd name="connsiteY644" fmla="*/ 320107 h 373823"/>
              <a:gd name="connsiteX645" fmla="*/ 1603589 w 1661833"/>
              <a:gd name="connsiteY645" fmla="*/ 314200 h 373823"/>
              <a:gd name="connsiteX646" fmla="*/ 1593187 w 1661833"/>
              <a:gd name="connsiteY646" fmla="*/ 314200 h 373823"/>
              <a:gd name="connsiteX647" fmla="*/ 1593187 w 1661833"/>
              <a:gd name="connsiteY647" fmla="*/ 305917 h 373823"/>
              <a:gd name="connsiteX648" fmla="*/ 1611745 w 1661833"/>
              <a:gd name="connsiteY648" fmla="*/ 305917 h 373823"/>
              <a:gd name="connsiteX649" fmla="*/ 1611745 w 1661833"/>
              <a:gd name="connsiteY649" fmla="*/ 331602 h 373823"/>
              <a:gd name="connsiteX650" fmla="*/ 1605323 w 1661833"/>
              <a:gd name="connsiteY650" fmla="*/ 331602 h 373823"/>
              <a:gd name="connsiteX651" fmla="*/ 1604425 w 1661833"/>
              <a:gd name="connsiteY651" fmla="*/ 325180 h 373823"/>
              <a:gd name="connsiteX652" fmla="*/ 1604296 w 1661833"/>
              <a:gd name="connsiteY652" fmla="*/ 326336 h 373823"/>
              <a:gd name="connsiteX653" fmla="*/ 1591453 w 1661833"/>
              <a:gd name="connsiteY653" fmla="*/ 333143 h 373823"/>
              <a:gd name="connsiteX654" fmla="*/ 1591453 w 1661833"/>
              <a:gd name="connsiteY654" fmla="*/ 332757 h 373823"/>
              <a:gd name="connsiteX655" fmla="*/ 1576042 w 1661833"/>
              <a:gd name="connsiteY655" fmla="*/ 326336 h 373823"/>
              <a:gd name="connsiteX656" fmla="*/ 1576042 w 1661833"/>
              <a:gd name="connsiteY656" fmla="*/ 289350 h 373823"/>
              <a:gd name="connsiteX657" fmla="*/ 1592031 w 1661833"/>
              <a:gd name="connsiteY657" fmla="*/ 282415 h 373823"/>
              <a:gd name="connsiteX658" fmla="*/ 1309302 w 1661833"/>
              <a:gd name="connsiteY658" fmla="*/ 282286 h 373823"/>
              <a:gd name="connsiteX659" fmla="*/ 1322145 w 1661833"/>
              <a:gd name="connsiteY659" fmla="*/ 286910 h 373823"/>
              <a:gd name="connsiteX660" fmla="*/ 1328566 w 1661833"/>
              <a:gd name="connsiteY660" fmla="*/ 299430 h 373823"/>
              <a:gd name="connsiteX661" fmla="*/ 1319319 w 1661833"/>
              <a:gd name="connsiteY661" fmla="*/ 299430 h 373823"/>
              <a:gd name="connsiteX662" fmla="*/ 1316237 w 1661833"/>
              <a:gd name="connsiteY662" fmla="*/ 293009 h 373823"/>
              <a:gd name="connsiteX663" fmla="*/ 1309816 w 1661833"/>
              <a:gd name="connsiteY663" fmla="*/ 290698 h 373823"/>
              <a:gd name="connsiteX664" fmla="*/ 1301725 w 1661833"/>
              <a:gd name="connsiteY664" fmla="*/ 295193 h 373823"/>
              <a:gd name="connsiteX665" fmla="*/ 1298835 w 1661833"/>
              <a:gd name="connsiteY665" fmla="*/ 307586 h 373823"/>
              <a:gd name="connsiteX666" fmla="*/ 1301725 w 1661833"/>
              <a:gd name="connsiteY666" fmla="*/ 319657 h 373823"/>
              <a:gd name="connsiteX667" fmla="*/ 1315454 w 1661833"/>
              <a:gd name="connsiteY667" fmla="*/ 322321 h 373823"/>
              <a:gd name="connsiteX668" fmla="*/ 1316558 w 1661833"/>
              <a:gd name="connsiteY668" fmla="*/ 321455 h 373823"/>
              <a:gd name="connsiteX669" fmla="*/ 1319640 w 1661833"/>
              <a:gd name="connsiteY669" fmla="*/ 314585 h 373823"/>
              <a:gd name="connsiteX670" fmla="*/ 1328181 w 1661833"/>
              <a:gd name="connsiteY670" fmla="*/ 314841 h 373823"/>
              <a:gd name="connsiteX671" fmla="*/ 1322145 w 1661833"/>
              <a:gd name="connsiteY671" fmla="*/ 328069 h 373823"/>
              <a:gd name="connsiteX672" fmla="*/ 1309302 w 1661833"/>
              <a:gd name="connsiteY672" fmla="*/ 333014 h 373823"/>
              <a:gd name="connsiteX673" fmla="*/ 1294469 w 1661833"/>
              <a:gd name="connsiteY673" fmla="*/ 326207 h 373823"/>
              <a:gd name="connsiteX674" fmla="*/ 1288947 w 1661833"/>
              <a:gd name="connsiteY674" fmla="*/ 307906 h 373823"/>
              <a:gd name="connsiteX675" fmla="*/ 1294469 w 1661833"/>
              <a:gd name="connsiteY675" fmla="*/ 289221 h 373823"/>
              <a:gd name="connsiteX676" fmla="*/ 1309302 w 1661833"/>
              <a:gd name="connsiteY676" fmla="*/ 282286 h 373823"/>
              <a:gd name="connsiteX677" fmla="*/ 818779 w 1661833"/>
              <a:gd name="connsiteY677" fmla="*/ 282286 h 373823"/>
              <a:gd name="connsiteX678" fmla="*/ 830916 w 1661833"/>
              <a:gd name="connsiteY678" fmla="*/ 286524 h 373823"/>
              <a:gd name="connsiteX679" fmla="*/ 836053 w 1661833"/>
              <a:gd name="connsiteY679" fmla="*/ 298018 h 373823"/>
              <a:gd name="connsiteX680" fmla="*/ 826678 w 1661833"/>
              <a:gd name="connsiteY680" fmla="*/ 298018 h 373823"/>
              <a:gd name="connsiteX681" fmla="*/ 823917 w 1661833"/>
              <a:gd name="connsiteY681" fmla="*/ 292560 h 373823"/>
              <a:gd name="connsiteX682" fmla="*/ 817495 w 1661833"/>
              <a:gd name="connsiteY682" fmla="*/ 290570 h 373823"/>
              <a:gd name="connsiteX683" fmla="*/ 812037 w 1661833"/>
              <a:gd name="connsiteY683" fmla="*/ 292239 h 373823"/>
              <a:gd name="connsiteX684" fmla="*/ 810046 w 1661833"/>
              <a:gd name="connsiteY684" fmla="*/ 296926 h 373823"/>
              <a:gd name="connsiteX685" fmla="*/ 812101 w 1661833"/>
              <a:gd name="connsiteY685" fmla="*/ 300265 h 373823"/>
              <a:gd name="connsiteX686" fmla="*/ 820834 w 1661833"/>
              <a:gd name="connsiteY686" fmla="*/ 303026 h 373823"/>
              <a:gd name="connsiteX687" fmla="*/ 833677 w 1661833"/>
              <a:gd name="connsiteY687" fmla="*/ 308484 h 373823"/>
              <a:gd name="connsiteX688" fmla="*/ 836888 w 1661833"/>
              <a:gd name="connsiteY688" fmla="*/ 318245 h 373823"/>
              <a:gd name="connsiteX689" fmla="*/ 832007 w 1661833"/>
              <a:gd name="connsiteY689" fmla="*/ 329032 h 373823"/>
              <a:gd name="connsiteX690" fmla="*/ 818715 w 1661833"/>
              <a:gd name="connsiteY690" fmla="*/ 333014 h 373823"/>
              <a:gd name="connsiteX691" fmla="*/ 805873 w 1661833"/>
              <a:gd name="connsiteY691" fmla="*/ 328775 h 373823"/>
              <a:gd name="connsiteX692" fmla="*/ 800800 w 1661833"/>
              <a:gd name="connsiteY692" fmla="*/ 316768 h 373823"/>
              <a:gd name="connsiteX693" fmla="*/ 809726 w 1661833"/>
              <a:gd name="connsiteY693" fmla="*/ 316768 h 373823"/>
              <a:gd name="connsiteX694" fmla="*/ 812294 w 1661833"/>
              <a:gd name="connsiteY694" fmla="*/ 322676 h 373823"/>
              <a:gd name="connsiteX695" fmla="*/ 818715 w 1661833"/>
              <a:gd name="connsiteY695" fmla="*/ 324731 h 373823"/>
              <a:gd name="connsiteX696" fmla="*/ 825650 w 1661833"/>
              <a:gd name="connsiteY696" fmla="*/ 323189 h 373823"/>
              <a:gd name="connsiteX697" fmla="*/ 828155 w 1661833"/>
              <a:gd name="connsiteY697" fmla="*/ 318887 h 373823"/>
              <a:gd name="connsiteX698" fmla="*/ 826357 w 1661833"/>
              <a:gd name="connsiteY698" fmla="*/ 314841 h 373823"/>
              <a:gd name="connsiteX699" fmla="*/ 818844 w 1661833"/>
              <a:gd name="connsiteY699" fmla="*/ 312209 h 373823"/>
              <a:gd name="connsiteX700" fmla="*/ 804781 w 1661833"/>
              <a:gd name="connsiteY700" fmla="*/ 306686 h 373823"/>
              <a:gd name="connsiteX701" fmla="*/ 801249 w 1661833"/>
              <a:gd name="connsiteY701" fmla="*/ 297504 h 373823"/>
              <a:gd name="connsiteX702" fmla="*/ 805937 w 1661833"/>
              <a:gd name="connsiteY702" fmla="*/ 286395 h 373823"/>
              <a:gd name="connsiteX703" fmla="*/ 818779 w 1661833"/>
              <a:gd name="connsiteY703" fmla="*/ 282286 h 373823"/>
              <a:gd name="connsiteX704" fmla="*/ 683861 w 1661833"/>
              <a:gd name="connsiteY704" fmla="*/ 282110 h 373823"/>
              <a:gd name="connsiteX705" fmla="*/ 698959 w 1661833"/>
              <a:gd name="connsiteY705" fmla="*/ 286397 h 373823"/>
              <a:gd name="connsiteX706" fmla="*/ 705059 w 1661833"/>
              <a:gd name="connsiteY706" fmla="*/ 298212 h 373823"/>
              <a:gd name="connsiteX707" fmla="*/ 695813 w 1661833"/>
              <a:gd name="connsiteY707" fmla="*/ 298212 h 373823"/>
              <a:gd name="connsiteX708" fmla="*/ 692602 w 1661833"/>
              <a:gd name="connsiteY708" fmla="*/ 292754 h 373823"/>
              <a:gd name="connsiteX709" fmla="*/ 686180 w 1661833"/>
              <a:gd name="connsiteY709" fmla="*/ 290377 h 373823"/>
              <a:gd name="connsiteX710" fmla="*/ 676742 w 1661833"/>
              <a:gd name="connsiteY710" fmla="*/ 294873 h 373823"/>
              <a:gd name="connsiteX711" fmla="*/ 673338 w 1661833"/>
              <a:gd name="connsiteY711" fmla="*/ 307715 h 373823"/>
              <a:gd name="connsiteX712" fmla="*/ 676613 w 1661833"/>
              <a:gd name="connsiteY712" fmla="*/ 320172 h 373823"/>
              <a:gd name="connsiteX713" fmla="*/ 686180 w 1661833"/>
              <a:gd name="connsiteY713" fmla="*/ 324474 h 373823"/>
              <a:gd name="connsiteX714" fmla="*/ 694528 w 1661833"/>
              <a:gd name="connsiteY714" fmla="*/ 319980 h 373823"/>
              <a:gd name="connsiteX715" fmla="*/ 696968 w 1661833"/>
              <a:gd name="connsiteY715" fmla="*/ 314072 h 373823"/>
              <a:gd name="connsiteX716" fmla="*/ 686566 w 1661833"/>
              <a:gd name="connsiteY716" fmla="*/ 314072 h 373823"/>
              <a:gd name="connsiteX717" fmla="*/ 686566 w 1661833"/>
              <a:gd name="connsiteY717" fmla="*/ 305788 h 373823"/>
              <a:gd name="connsiteX718" fmla="*/ 705316 w 1661833"/>
              <a:gd name="connsiteY718" fmla="*/ 305788 h 373823"/>
              <a:gd name="connsiteX719" fmla="*/ 705316 w 1661833"/>
              <a:gd name="connsiteY719" fmla="*/ 331473 h 373823"/>
              <a:gd name="connsiteX720" fmla="*/ 698895 w 1661833"/>
              <a:gd name="connsiteY720" fmla="*/ 331473 h 373823"/>
              <a:gd name="connsiteX721" fmla="*/ 697995 w 1661833"/>
              <a:gd name="connsiteY721" fmla="*/ 325052 h 373823"/>
              <a:gd name="connsiteX722" fmla="*/ 697482 w 1661833"/>
              <a:gd name="connsiteY722" fmla="*/ 325823 h 373823"/>
              <a:gd name="connsiteX723" fmla="*/ 684713 w 1661833"/>
              <a:gd name="connsiteY723" fmla="*/ 332591 h 373823"/>
              <a:gd name="connsiteX724" fmla="*/ 669742 w 1661833"/>
              <a:gd name="connsiteY724" fmla="*/ 325951 h 373823"/>
              <a:gd name="connsiteX725" fmla="*/ 669742 w 1661833"/>
              <a:gd name="connsiteY725" fmla="*/ 288965 h 373823"/>
              <a:gd name="connsiteX726" fmla="*/ 683861 w 1661833"/>
              <a:gd name="connsiteY726" fmla="*/ 282110 h 373823"/>
              <a:gd name="connsiteX727" fmla="*/ 302488 w 1661833"/>
              <a:gd name="connsiteY727" fmla="*/ 281970 h 373823"/>
              <a:gd name="connsiteX728" fmla="*/ 301327 w 1661833"/>
              <a:gd name="connsiteY728" fmla="*/ 283278 h 373823"/>
              <a:gd name="connsiteX729" fmla="*/ 300149 w 1661833"/>
              <a:gd name="connsiteY729" fmla="*/ 284567 h 373823"/>
              <a:gd name="connsiteX730" fmla="*/ 305214 w 1661833"/>
              <a:gd name="connsiteY730" fmla="*/ 289135 h 373823"/>
              <a:gd name="connsiteX731" fmla="*/ 300849 w 1661833"/>
              <a:gd name="connsiteY731" fmla="*/ 293997 h 373823"/>
              <a:gd name="connsiteX732" fmla="*/ 295783 w 1661833"/>
              <a:gd name="connsiteY732" fmla="*/ 289429 h 373823"/>
              <a:gd name="connsiteX733" fmla="*/ 294605 w 1661833"/>
              <a:gd name="connsiteY733" fmla="*/ 290737 h 373823"/>
              <a:gd name="connsiteX734" fmla="*/ 293444 w 1661833"/>
              <a:gd name="connsiteY734" fmla="*/ 292026 h 373823"/>
              <a:gd name="connsiteX735" fmla="*/ 306927 w 1661833"/>
              <a:gd name="connsiteY735" fmla="*/ 304238 h 373823"/>
              <a:gd name="connsiteX736" fmla="*/ 308087 w 1661833"/>
              <a:gd name="connsiteY736" fmla="*/ 302930 h 373823"/>
              <a:gd name="connsiteX737" fmla="*/ 309266 w 1661833"/>
              <a:gd name="connsiteY737" fmla="*/ 301641 h 373823"/>
              <a:gd name="connsiteX738" fmla="*/ 303132 w 1661833"/>
              <a:gd name="connsiteY738" fmla="*/ 296115 h 373823"/>
              <a:gd name="connsiteX739" fmla="*/ 307516 w 1661833"/>
              <a:gd name="connsiteY739" fmla="*/ 291253 h 373823"/>
              <a:gd name="connsiteX740" fmla="*/ 313631 w 1661833"/>
              <a:gd name="connsiteY740" fmla="*/ 296778 h 373823"/>
              <a:gd name="connsiteX741" fmla="*/ 314810 w 1661833"/>
              <a:gd name="connsiteY741" fmla="*/ 295471 h 373823"/>
              <a:gd name="connsiteX742" fmla="*/ 316007 w 1661833"/>
              <a:gd name="connsiteY742" fmla="*/ 294144 h 373823"/>
              <a:gd name="connsiteX743" fmla="*/ 186690 w 1661833"/>
              <a:gd name="connsiteY743" fmla="*/ 272871 h 373823"/>
              <a:gd name="connsiteX744" fmla="*/ 188035 w 1661833"/>
              <a:gd name="connsiteY744" fmla="*/ 274566 h 373823"/>
              <a:gd name="connsiteX745" fmla="*/ 189508 w 1661833"/>
              <a:gd name="connsiteY745" fmla="*/ 275984 h 373823"/>
              <a:gd name="connsiteX746" fmla="*/ 189103 w 1661833"/>
              <a:gd name="connsiteY746" fmla="*/ 276426 h 373823"/>
              <a:gd name="connsiteX747" fmla="*/ 189103 w 1661833"/>
              <a:gd name="connsiteY747" fmla="*/ 287772 h 373823"/>
              <a:gd name="connsiteX748" fmla="*/ 194813 w 1661833"/>
              <a:gd name="connsiteY748" fmla="*/ 288767 h 373823"/>
              <a:gd name="connsiteX749" fmla="*/ 199252 w 1661833"/>
              <a:gd name="connsiteY749" fmla="*/ 291474 h 373823"/>
              <a:gd name="connsiteX750" fmla="*/ 203562 w 1661833"/>
              <a:gd name="connsiteY750" fmla="*/ 292671 h 373823"/>
              <a:gd name="connsiteX751" fmla="*/ 205754 w 1661833"/>
              <a:gd name="connsiteY751" fmla="*/ 294808 h 373823"/>
              <a:gd name="connsiteX752" fmla="*/ 208203 w 1661833"/>
              <a:gd name="connsiteY752" fmla="*/ 295029 h 373823"/>
              <a:gd name="connsiteX753" fmla="*/ 211629 w 1661833"/>
              <a:gd name="connsiteY753" fmla="*/ 297589 h 373823"/>
              <a:gd name="connsiteX754" fmla="*/ 214281 w 1661833"/>
              <a:gd name="connsiteY754" fmla="*/ 299228 h 373823"/>
              <a:gd name="connsiteX755" fmla="*/ 215607 w 1661833"/>
              <a:gd name="connsiteY755" fmla="*/ 300886 h 373823"/>
              <a:gd name="connsiteX756" fmla="*/ 218076 w 1661833"/>
              <a:gd name="connsiteY756" fmla="*/ 301881 h 373823"/>
              <a:gd name="connsiteX757" fmla="*/ 220875 w 1661833"/>
              <a:gd name="connsiteY757" fmla="*/ 302212 h 373823"/>
              <a:gd name="connsiteX758" fmla="*/ 224559 w 1661833"/>
              <a:gd name="connsiteY758" fmla="*/ 303685 h 373823"/>
              <a:gd name="connsiteX759" fmla="*/ 229882 w 1661833"/>
              <a:gd name="connsiteY759" fmla="*/ 306651 h 373823"/>
              <a:gd name="connsiteX760" fmla="*/ 240215 w 1661833"/>
              <a:gd name="connsiteY760" fmla="*/ 308401 h 373823"/>
              <a:gd name="connsiteX761" fmla="*/ 134584 w 1661833"/>
              <a:gd name="connsiteY761" fmla="*/ 308511 h 373823"/>
              <a:gd name="connsiteX762" fmla="*/ 147201 w 1661833"/>
              <a:gd name="connsiteY762" fmla="*/ 307038 h 373823"/>
              <a:gd name="connsiteX763" fmla="*/ 152727 w 1661833"/>
              <a:gd name="connsiteY763" fmla="*/ 304072 h 373823"/>
              <a:gd name="connsiteX764" fmla="*/ 155692 w 1661833"/>
              <a:gd name="connsiteY764" fmla="*/ 301273 h 373823"/>
              <a:gd name="connsiteX765" fmla="*/ 158657 w 1661833"/>
              <a:gd name="connsiteY765" fmla="*/ 299781 h 373823"/>
              <a:gd name="connsiteX766" fmla="*/ 161310 w 1661833"/>
              <a:gd name="connsiteY766" fmla="*/ 298289 h 373823"/>
              <a:gd name="connsiteX767" fmla="*/ 163612 w 1661833"/>
              <a:gd name="connsiteY767" fmla="*/ 295324 h 373823"/>
              <a:gd name="connsiteX768" fmla="*/ 167075 w 1661833"/>
              <a:gd name="connsiteY768" fmla="*/ 293997 h 373823"/>
              <a:gd name="connsiteX769" fmla="*/ 170372 w 1661833"/>
              <a:gd name="connsiteY769" fmla="*/ 291695 h 373823"/>
              <a:gd name="connsiteX770" fmla="*/ 174663 w 1661833"/>
              <a:gd name="connsiteY770" fmla="*/ 290535 h 373823"/>
              <a:gd name="connsiteX771" fmla="*/ 178457 w 1661833"/>
              <a:gd name="connsiteY771" fmla="*/ 288232 h 373823"/>
              <a:gd name="connsiteX772" fmla="*/ 184480 w 1661833"/>
              <a:gd name="connsiteY772" fmla="*/ 287938 h 373823"/>
              <a:gd name="connsiteX773" fmla="*/ 184480 w 1661833"/>
              <a:gd name="connsiteY773" fmla="*/ 276666 h 373823"/>
              <a:gd name="connsiteX774" fmla="*/ 183928 w 1661833"/>
              <a:gd name="connsiteY774" fmla="*/ 276150 h 373823"/>
              <a:gd name="connsiteX775" fmla="*/ 185383 w 1661833"/>
              <a:gd name="connsiteY775" fmla="*/ 274566 h 373823"/>
              <a:gd name="connsiteX776" fmla="*/ 186690 w 1661833"/>
              <a:gd name="connsiteY776" fmla="*/ 272871 h 373823"/>
              <a:gd name="connsiteX777" fmla="*/ 313613 w 1661833"/>
              <a:gd name="connsiteY777" fmla="*/ 266756 h 373823"/>
              <a:gd name="connsiteX778" fmla="*/ 312673 w 1661833"/>
              <a:gd name="connsiteY778" fmla="*/ 268101 h 373823"/>
              <a:gd name="connsiteX779" fmla="*/ 311734 w 1661833"/>
              <a:gd name="connsiteY779" fmla="*/ 269445 h 373823"/>
              <a:gd name="connsiteX780" fmla="*/ 322196 w 1661833"/>
              <a:gd name="connsiteY780" fmla="*/ 276813 h 373823"/>
              <a:gd name="connsiteX781" fmla="*/ 307884 w 1661833"/>
              <a:gd name="connsiteY781" fmla="*/ 274971 h 373823"/>
              <a:gd name="connsiteX782" fmla="*/ 306835 w 1661833"/>
              <a:gd name="connsiteY782" fmla="*/ 276481 h 373823"/>
              <a:gd name="connsiteX783" fmla="*/ 305785 w 1661833"/>
              <a:gd name="connsiteY783" fmla="*/ 277973 h 373823"/>
              <a:gd name="connsiteX784" fmla="*/ 320685 w 1661833"/>
              <a:gd name="connsiteY784" fmla="*/ 288416 h 373823"/>
              <a:gd name="connsiteX785" fmla="*/ 321625 w 1661833"/>
              <a:gd name="connsiteY785" fmla="*/ 287072 h 373823"/>
              <a:gd name="connsiteX786" fmla="*/ 322546 w 1661833"/>
              <a:gd name="connsiteY786" fmla="*/ 285727 h 373823"/>
              <a:gd name="connsiteX787" fmla="*/ 311807 w 1661833"/>
              <a:gd name="connsiteY787" fmla="*/ 278212 h 373823"/>
              <a:gd name="connsiteX788" fmla="*/ 326542 w 1661833"/>
              <a:gd name="connsiteY788" fmla="*/ 280054 h 373823"/>
              <a:gd name="connsiteX789" fmla="*/ 327555 w 1661833"/>
              <a:gd name="connsiteY789" fmla="*/ 278618 h 373823"/>
              <a:gd name="connsiteX790" fmla="*/ 328513 w 1661833"/>
              <a:gd name="connsiteY790" fmla="*/ 277199 h 373823"/>
              <a:gd name="connsiteX791" fmla="*/ 56619 w 1661833"/>
              <a:gd name="connsiteY791" fmla="*/ 265154 h 373823"/>
              <a:gd name="connsiteX792" fmla="*/ 44831 w 1661833"/>
              <a:gd name="connsiteY792" fmla="*/ 272705 h 373823"/>
              <a:gd name="connsiteX793" fmla="*/ 45844 w 1661833"/>
              <a:gd name="connsiteY793" fmla="*/ 278949 h 373823"/>
              <a:gd name="connsiteX794" fmla="*/ 50596 w 1661833"/>
              <a:gd name="connsiteY794" fmla="*/ 281565 h 373823"/>
              <a:gd name="connsiteX795" fmla="*/ 50946 w 1661833"/>
              <a:gd name="connsiteY795" fmla="*/ 281565 h 373823"/>
              <a:gd name="connsiteX796" fmla="*/ 49104 w 1661833"/>
              <a:gd name="connsiteY796" fmla="*/ 283130 h 373823"/>
              <a:gd name="connsiteX797" fmla="*/ 50375 w 1661833"/>
              <a:gd name="connsiteY797" fmla="*/ 285101 h 373823"/>
              <a:gd name="connsiteX798" fmla="*/ 58608 w 1661833"/>
              <a:gd name="connsiteY798" fmla="*/ 279760 h 373823"/>
              <a:gd name="connsiteX799" fmla="*/ 54795 w 1661833"/>
              <a:gd name="connsiteY799" fmla="*/ 273866 h 373823"/>
              <a:gd name="connsiteX800" fmla="*/ 52162 w 1661833"/>
              <a:gd name="connsiteY800" fmla="*/ 275579 h 373823"/>
              <a:gd name="connsiteX801" fmla="*/ 54206 w 1661833"/>
              <a:gd name="connsiteY801" fmla="*/ 278949 h 373823"/>
              <a:gd name="connsiteX802" fmla="*/ 51830 w 1661833"/>
              <a:gd name="connsiteY802" fmla="*/ 279410 h 373823"/>
              <a:gd name="connsiteX803" fmla="*/ 48699 w 1661833"/>
              <a:gd name="connsiteY803" fmla="*/ 277678 h 373823"/>
              <a:gd name="connsiteX804" fmla="*/ 48091 w 1661833"/>
              <a:gd name="connsiteY804" fmla="*/ 273755 h 373823"/>
              <a:gd name="connsiteX805" fmla="*/ 51370 w 1661833"/>
              <a:gd name="connsiteY805" fmla="*/ 270164 h 373823"/>
              <a:gd name="connsiteX806" fmla="*/ 56048 w 1661833"/>
              <a:gd name="connsiteY806" fmla="*/ 268653 h 373823"/>
              <a:gd name="connsiteX807" fmla="*/ 59437 w 1661833"/>
              <a:gd name="connsiteY807" fmla="*/ 270716 h 373823"/>
              <a:gd name="connsiteX808" fmla="*/ 59989 w 1661833"/>
              <a:gd name="connsiteY808" fmla="*/ 273221 h 373823"/>
              <a:gd name="connsiteX809" fmla="*/ 58921 w 1661833"/>
              <a:gd name="connsiteY809" fmla="*/ 275394 h 373823"/>
              <a:gd name="connsiteX810" fmla="*/ 60984 w 1661833"/>
              <a:gd name="connsiteY810" fmla="*/ 278323 h 373823"/>
              <a:gd name="connsiteX811" fmla="*/ 63489 w 1661833"/>
              <a:gd name="connsiteY811" fmla="*/ 273958 h 373823"/>
              <a:gd name="connsiteX812" fmla="*/ 62144 w 1661833"/>
              <a:gd name="connsiteY812" fmla="*/ 268837 h 373823"/>
              <a:gd name="connsiteX813" fmla="*/ 56619 w 1661833"/>
              <a:gd name="connsiteY813" fmla="*/ 265154 h 373823"/>
              <a:gd name="connsiteX814" fmla="*/ 325271 w 1661833"/>
              <a:gd name="connsiteY814" fmla="*/ 254563 h 373823"/>
              <a:gd name="connsiteX815" fmla="*/ 330004 w 1661833"/>
              <a:gd name="connsiteY815" fmla="*/ 255723 h 373823"/>
              <a:gd name="connsiteX816" fmla="*/ 333670 w 1661833"/>
              <a:gd name="connsiteY816" fmla="*/ 258891 h 373823"/>
              <a:gd name="connsiteX817" fmla="*/ 333996 w 1661833"/>
              <a:gd name="connsiteY817" fmla="*/ 259956 h 373823"/>
              <a:gd name="connsiteX818" fmla="*/ 330539 w 1661833"/>
              <a:gd name="connsiteY818" fmla="*/ 264785 h 373823"/>
              <a:gd name="connsiteX819" fmla="*/ 325879 w 1661833"/>
              <a:gd name="connsiteY819" fmla="*/ 263680 h 373823"/>
              <a:gd name="connsiteX820" fmla="*/ 322195 w 1661833"/>
              <a:gd name="connsiteY820" fmla="*/ 260402 h 373823"/>
              <a:gd name="connsiteX821" fmla="*/ 322195 w 1661833"/>
              <a:gd name="connsiteY821" fmla="*/ 256718 h 373823"/>
              <a:gd name="connsiteX822" fmla="*/ 325271 w 1661833"/>
              <a:gd name="connsiteY822" fmla="*/ 254563 h 373823"/>
              <a:gd name="connsiteX823" fmla="*/ 324461 w 1661833"/>
              <a:gd name="connsiteY823" fmla="*/ 251285 h 373823"/>
              <a:gd name="connsiteX824" fmla="*/ 323662 w 1661833"/>
              <a:gd name="connsiteY824" fmla="*/ 251528 h 373823"/>
              <a:gd name="connsiteX825" fmla="*/ 318936 w 1661833"/>
              <a:gd name="connsiteY825" fmla="*/ 261654 h 373823"/>
              <a:gd name="connsiteX826" fmla="*/ 324148 w 1661833"/>
              <a:gd name="connsiteY826" fmla="*/ 266885 h 373823"/>
              <a:gd name="connsiteX827" fmla="*/ 331294 w 1661833"/>
              <a:gd name="connsiteY827" fmla="*/ 268211 h 373823"/>
              <a:gd name="connsiteX828" fmla="*/ 336304 w 1661833"/>
              <a:gd name="connsiteY828" fmla="*/ 264251 h 373823"/>
              <a:gd name="connsiteX829" fmla="*/ 336267 w 1661833"/>
              <a:gd name="connsiteY829" fmla="*/ 264214 h 373823"/>
              <a:gd name="connsiteX830" fmla="*/ 336820 w 1661833"/>
              <a:gd name="connsiteY830" fmla="*/ 257860 h 373823"/>
              <a:gd name="connsiteX831" fmla="*/ 331718 w 1661833"/>
              <a:gd name="connsiteY831" fmla="*/ 252684 h 373823"/>
              <a:gd name="connsiteX832" fmla="*/ 324461 w 1661833"/>
              <a:gd name="connsiteY832" fmla="*/ 251285 h 373823"/>
              <a:gd name="connsiteX833" fmla="*/ 49141 w 1661833"/>
              <a:gd name="connsiteY833" fmla="*/ 245520 h 373823"/>
              <a:gd name="connsiteX834" fmla="*/ 32656 w 1661833"/>
              <a:gd name="connsiteY834" fmla="*/ 253219 h 373823"/>
              <a:gd name="connsiteX835" fmla="*/ 33338 w 1661833"/>
              <a:gd name="connsiteY835" fmla="*/ 254692 h 373823"/>
              <a:gd name="connsiteX836" fmla="*/ 34038 w 1661833"/>
              <a:gd name="connsiteY836" fmla="*/ 256165 h 373823"/>
              <a:gd name="connsiteX837" fmla="*/ 45918 w 1661833"/>
              <a:gd name="connsiteY837" fmla="*/ 250640 h 373823"/>
              <a:gd name="connsiteX838" fmla="*/ 36948 w 1661833"/>
              <a:gd name="connsiteY838" fmla="*/ 262446 h 373823"/>
              <a:gd name="connsiteX839" fmla="*/ 37685 w 1661833"/>
              <a:gd name="connsiteY839" fmla="*/ 264012 h 373823"/>
              <a:gd name="connsiteX840" fmla="*/ 38421 w 1661833"/>
              <a:gd name="connsiteY840" fmla="*/ 265559 h 373823"/>
              <a:gd name="connsiteX841" fmla="*/ 54906 w 1661833"/>
              <a:gd name="connsiteY841" fmla="*/ 257878 h 373823"/>
              <a:gd name="connsiteX842" fmla="*/ 54206 w 1661833"/>
              <a:gd name="connsiteY842" fmla="*/ 256386 h 373823"/>
              <a:gd name="connsiteX843" fmla="*/ 53525 w 1661833"/>
              <a:gd name="connsiteY843" fmla="*/ 254913 h 373823"/>
              <a:gd name="connsiteX844" fmla="*/ 41958 w 1661833"/>
              <a:gd name="connsiteY844" fmla="*/ 260310 h 373823"/>
              <a:gd name="connsiteX845" fmla="*/ 50688 w 1661833"/>
              <a:gd name="connsiteY845" fmla="*/ 248853 h 373823"/>
              <a:gd name="connsiteX846" fmla="*/ 49915 w 1661833"/>
              <a:gd name="connsiteY846" fmla="*/ 247196 h 373823"/>
              <a:gd name="connsiteX847" fmla="*/ 343340 w 1661833"/>
              <a:gd name="connsiteY847" fmla="*/ 238060 h 373823"/>
              <a:gd name="connsiteX848" fmla="*/ 340356 w 1661833"/>
              <a:gd name="connsiteY848" fmla="*/ 245833 h 373823"/>
              <a:gd name="connsiteX849" fmla="*/ 326395 w 1661833"/>
              <a:gd name="connsiteY849" fmla="*/ 240473 h 373823"/>
              <a:gd name="connsiteX850" fmla="*/ 325769 w 1661833"/>
              <a:gd name="connsiteY850" fmla="*/ 242112 h 373823"/>
              <a:gd name="connsiteX851" fmla="*/ 325143 w 1661833"/>
              <a:gd name="connsiteY851" fmla="*/ 243733 h 373823"/>
              <a:gd name="connsiteX852" fmla="*/ 342161 w 1661833"/>
              <a:gd name="connsiteY852" fmla="*/ 250272 h 373823"/>
              <a:gd name="connsiteX853" fmla="*/ 346361 w 1661833"/>
              <a:gd name="connsiteY853" fmla="*/ 239220 h 373823"/>
              <a:gd name="connsiteX854" fmla="*/ 344850 w 1661833"/>
              <a:gd name="connsiteY854" fmla="*/ 238649 h 373823"/>
              <a:gd name="connsiteX855" fmla="*/ 45936 w 1661833"/>
              <a:gd name="connsiteY855" fmla="*/ 237434 h 373823"/>
              <a:gd name="connsiteX856" fmla="*/ 28954 w 1661833"/>
              <a:gd name="connsiteY856" fmla="*/ 243954 h 373823"/>
              <a:gd name="connsiteX857" fmla="*/ 29580 w 1661833"/>
              <a:gd name="connsiteY857" fmla="*/ 245593 h 373823"/>
              <a:gd name="connsiteX858" fmla="*/ 30207 w 1661833"/>
              <a:gd name="connsiteY858" fmla="*/ 247214 h 373823"/>
              <a:gd name="connsiteX859" fmla="*/ 47189 w 1661833"/>
              <a:gd name="connsiteY859" fmla="*/ 240694 h 373823"/>
              <a:gd name="connsiteX860" fmla="*/ 46562 w 1661833"/>
              <a:gd name="connsiteY860" fmla="*/ 239073 h 373823"/>
              <a:gd name="connsiteX861" fmla="*/ 30373 w 1661833"/>
              <a:gd name="connsiteY861" fmla="*/ 225038 h 373823"/>
              <a:gd name="connsiteX862" fmla="*/ 29323 w 1661833"/>
              <a:gd name="connsiteY862" fmla="*/ 225314 h 373823"/>
              <a:gd name="connsiteX863" fmla="*/ 24976 w 1661833"/>
              <a:gd name="connsiteY863" fmla="*/ 227783 h 373823"/>
              <a:gd name="connsiteX864" fmla="*/ 24552 w 1661833"/>
              <a:gd name="connsiteY864" fmla="*/ 232203 h 373823"/>
              <a:gd name="connsiteX865" fmla="*/ 26965 w 1661833"/>
              <a:gd name="connsiteY865" fmla="*/ 235721 h 373823"/>
              <a:gd name="connsiteX866" fmla="*/ 26965 w 1661833"/>
              <a:gd name="connsiteY866" fmla="*/ 235684 h 373823"/>
              <a:gd name="connsiteX867" fmla="*/ 31367 w 1661833"/>
              <a:gd name="connsiteY867" fmla="*/ 235979 h 373823"/>
              <a:gd name="connsiteX868" fmla="*/ 44002 w 1661833"/>
              <a:gd name="connsiteY868" fmla="*/ 232590 h 373823"/>
              <a:gd name="connsiteX869" fmla="*/ 43542 w 1661833"/>
              <a:gd name="connsiteY869" fmla="*/ 230895 h 373823"/>
              <a:gd name="connsiteX870" fmla="*/ 43100 w 1661833"/>
              <a:gd name="connsiteY870" fmla="*/ 229219 h 373823"/>
              <a:gd name="connsiteX871" fmla="*/ 30465 w 1661833"/>
              <a:gd name="connsiteY871" fmla="*/ 232608 h 373823"/>
              <a:gd name="connsiteX872" fmla="*/ 28494 w 1661833"/>
              <a:gd name="connsiteY872" fmla="*/ 232608 h 373823"/>
              <a:gd name="connsiteX873" fmla="*/ 28306 w 1661833"/>
              <a:gd name="connsiteY873" fmla="*/ 232479 h 373823"/>
              <a:gd name="connsiteX874" fmla="*/ 27923 w 1661833"/>
              <a:gd name="connsiteY874" fmla="*/ 229588 h 373823"/>
              <a:gd name="connsiteX875" fmla="*/ 30170 w 1661833"/>
              <a:gd name="connsiteY875" fmla="*/ 228519 h 373823"/>
              <a:gd name="connsiteX876" fmla="*/ 31220 w 1661833"/>
              <a:gd name="connsiteY876" fmla="*/ 228243 h 373823"/>
              <a:gd name="connsiteX877" fmla="*/ 716361 w 1661833"/>
              <a:gd name="connsiteY877" fmla="*/ 221283 h 373823"/>
              <a:gd name="connsiteX878" fmla="*/ 716296 w 1661833"/>
              <a:gd name="connsiteY878" fmla="*/ 221412 h 373823"/>
              <a:gd name="connsiteX879" fmla="*/ 716307 w 1661833"/>
              <a:gd name="connsiteY879" fmla="*/ 221342 h 373823"/>
              <a:gd name="connsiteX880" fmla="*/ 337575 w 1661833"/>
              <a:gd name="connsiteY880" fmla="*/ 219182 h 373823"/>
              <a:gd name="connsiteX881" fmla="*/ 342456 w 1661833"/>
              <a:gd name="connsiteY881" fmla="*/ 219182 h 373823"/>
              <a:gd name="connsiteX882" fmla="*/ 346655 w 1661833"/>
              <a:gd name="connsiteY882" fmla="*/ 221484 h 373823"/>
              <a:gd name="connsiteX883" fmla="*/ 347230 w 1661833"/>
              <a:gd name="connsiteY883" fmla="*/ 222440 h 373823"/>
              <a:gd name="connsiteX884" fmla="*/ 345034 w 1661833"/>
              <a:gd name="connsiteY884" fmla="*/ 227986 h 373823"/>
              <a:gd name="connsiteX885" fmla="*/ 340245 w 1661833"/>
              <a:gd name="connsiteY885" fmla="*/ 227986 h 373823"/>
              <a:gd name="connsiteX886" fmla="*/ 335954 w 1661833"/>
              <a:gd name="connsiteY886" fmla="*/ 225665 h 373823"/>
              <a:gd name="connsiteX887" fmla="*/ 335284 w 1661833"/>
              <a:gd name="connsiteY887" fmla="*/ 224547 h 373823"/>
              <a:gd name="connsiteX888" fmla="*/ 337575 w 1661833"/>
              <a:gd name="connsiteY888" fmla="*/ 219182 h 373823"/>
              <a:gd name="connsiteX889" fmla="*/ 343266 w 1661833"/>
              <a:gd name="connsiteY889" fmla="*/ 215792 h 373823"/>
              <a:gd name="connsiteX890" fmla="*/ 335899 w 1661833"/>
              <a:gd name="connsiteY890" fmla="*/ 216197 h 373823"/>
              <a:gd name="connsiteX891" fmla="*/ 335173 w 1661833"/>
              <a:gd name="connsiteY891" fmla="*/ 216634 h 373823"/>
              <a:gd name="connsiteX892" fmla="*/ 333063 w 1661833"/>
              <a:gd name="connsiteY892" fmla="*/ 227580 h 373823"/>
              <a:gd name="connsiteX893" fmla="*/ 339399 w 1661833"/>
              <a:gd name="connsiteY893" fmla="*/ 231411 h 373823"/>
              <a:gd name="connsiteX894" fmla="*/ 346655 w 1661833"/>
              <a:gd name="connsiteY894" fmla="*/ 230969 h 373823"/>
              <a:gd name="connsiteX895" fmla="*/ 350542 w 1661833"/>
              <a:gd name="connsiteY895" fmla="*/ 225904 h 373823"/>
              <a:gd name="connsiteX896" fmla="*/ 349473 w 1661833"/>
              <a:gd name="connsiteY896" fmla="*/ 219586 h 373823"/>
              <a:gd name="connsiteX897" fmla="*/ 343266 w 1661833"/>
              <a:gd name="connsiteY897" fmla="*/ 215792 h 373823"/>
              <a:gd name="connsiteX898" fmla="*/ 39655 w 1661833"/>
              <a:gd name="connsiteY898" fmla="*/ 214595 h 373823"/>
              <a:gd name="connsiteX899" fmla="*/ 21808 w 1661833"/>
              <a:gd name="connsiteY899" fmla="*/ 218076 h 373823"/>
              <a:gd name="connsiteX900" fmla="*/ 22139 w 1661833"/>
              <a:gd name="connsiteY900" fmla="*/ 219789 h 373823"/>
              <a:gd name="connsiteX901" fmla="*/ 22471 w 1661833"/>
              <a:gd name="connsiteY901" fmla="*/ 221502 h 373823"/>
              <a:gd name="connsiteX902" fmla="*/ 40319 w 1661833"/>
              <a:gd name="connsiteY902" fmla="*/ 218039 h 373823"/>
              <a:gd name="connsiteX903" fmla="*/ 39987 w 1661833"/>
              <a:gd name="connsiteY903" fmla="*/ 216308 h 373823"/>
              <a:gd name="connsiteX904" fmla="*/ 78408 w 1661833"/>
              <a:gd name="connsiteY904" fmla="*/ 214410 h 373823"/>
              <a:gd name="connsiteX905" fmla="*/ 99203 w 1661833"/>
              <a:gd name="connsiteY905" fmla="*/ 217707 h 373823"/>
              <a:gd name="connsiteX906" fmla="*/ 149117 w 1661833"/>
              <a:gd name="connsiteY906" fmla="*/ 217302 h 373823"/>
              <a:gd name="connsiteX907" fmla="*/ 156356 w 1661833"/>
              <a:gd name="connsiteY907" fmla="*/ 218481 h 373823"/>
              <a:gd name="connsiteX908" fmla="*/ 172251 w 1661833"/>
              <a:gd name="connsiteY908" fmla="*/ 220323 h 373823"/>
              <a:gd name="connsiteX909" fmla="*/ 167370 w 1661833"/>
              <a:gd name="connsiteY909" fmla="*/ 240049 h 373823"/>
              <a:gd name="connsiteX910" fmla="*/ 186912 w 1661833"/>
              <a:gd name="connsiteY910" fmla="*/ 243364 h 373823"/>
              <a:gd name="connsiteX911" fmla="*/ 206435 w 1661833"/>
              <a:gd name="connsiteY911" fmla="*/ 240049 h 373823"/>
              <a:gd name="connsiteX912" fmla="*/ 201555 w 1661833"/>
              <a:gd name="connsiteY912" fmla="*/ 220341 h 373823"/>
              <a:gd name="connsiteX913" fmla="*/ 217450 w 1661833"/>
              <a:gd name="connsiteY913" fmla="*/ 218499 h 373823"/>
              <a:gd name="connsiteX914" fmla="*/ 224707 w 1661833"/>
              <a:gd name="connsiteY914" fmla="*/ 217320 h 373823"/>
              <a:gd name="connsiteX915" fmla="*/ 274621 w 1661833"/>
              <a:gd name="connsiteY915" fmla="*/ 217726 h 373823"/>
              <a:gd name="connsiteX916" fmla="*/ 274695 w 1661833"/>
              <a:gd name="connsiteY916" fmla="*/ 217707 h 373823"/>
              <a:gd name="connsiteX917" fmla="*/ 295471 w 1661833"/>
              <a:gd name="connsiteY917" fmla="*/ 214410 h 373823"/>
              <a:gd name="connsiteX918" fmla="*/ 282393 w 1661833"/>
              <a:gd name="connsiteY918" fmla="*/ 228998 h 373823"/>
              <a:gd name="connsiteX919" fmla="*/ 199989 w 1661833"/>
              <a:gd name="connsiteY919" fmla="*/ 244101 h 373823"/>
              <a:gd name="connsiteX920" fmla="*/ 205275 w 1661833"/>
              <a:gd name="connsiteY920" fmla="*/ 265245 h 373823"/>
              <a:gd name="connsiteX921" fmla="*/ 186857 w 1661833"/>
              <a:gd name="connsiteY921" fmla="*/ 269224 h 373823"/>
              <a:gd name="connsiteX922" fmla="*/ 168438 w 1661833"/>
              <a:gd name="connsiteY922" fmla="*/ 265245 h 373823"/>
              <a:gd name="connsiteX923" fmla="*/ 173724 w 1661833"/>
              <a:gd name="connsiteY923" fmla="*/ 244101 h 373823"/>
              <a:gd name="connsiteX924" fmla="*/ 91485 w 1661833"/>
              <a:gd name="connsiteY924" fmla="*/ 228998 h 373823"/>
              <a:gd name="connsiteX925" fmla="*/ 78408 w 1661833"/>
              <a:gd name="connsiteY925" fmla="*/ 214410 h 373823"/>
              <a:gd name="connsiteX926" fmla="*/ 693822 w 1661833"/>
              <a:gd name="connsiteY926" fmla="*/ 204267 h 373823"/>
              <a:gd name="connsiteX927" fmla="*/ 700243 w 1661833"/>
              <a:gd name="connsiteY927" fmla="*/ 212294 h 373823"/>
              <a:gd name="connsiteX928" fmla="*/ 707050 w 1661833"/>
              <a:gd name="connsiteY928" fmla="*/ 210625 h 373823"/>
              <a:gd name="connsiteX929" fmla="*/ 714948 w 1661833"/>
              <a:gd name="connsiteY929" fmla="*/ 210625 h 373823"/>
              <a:gd name="connsiteX930" fmla="*/ 717709 w 1661833"/>
              <a:gd name="connsiteY930" fmla="*/ 211909 h 373823"/>
              <a:gd name="connsiteX931" fmla="*/ 717067 w 1661833"/>
              <a:gd name="connsiteY931" fmla="*/ 216403 h 373823"/>
              <a:gd name="connsiteX932" fmla="*/ 716307 w 1661833"/>
              <a:gd name="connsiteY932" fmla="*/ 221342 h 373823"/>
              <a:gd name="connsiteX933" fmla="*/ 712893 w 1661833"/>
              <a:gd name="connsiteY933" fmla="*/ 225072 h 373823"/>
              <a:gd name="connsiteX934" fmla="*/ 709361 w 1661833"/>
              <a:gd name="connsiteY934" fmla="*/ 227705 h 373823"/>
              <a:gd name="connsiteX935" fmla="*/ 706857 w 1661833"/>
              <a:gd name="connsiteY935" fmla="*/ 234832 h 373823"/>
              <a:gd name="connsiteX936" fmla="*/ 701849 w 1661833"/>
              <a:gd name="connsiteY936" fmla="*/ 238235 h 373823"/>
              <a:gd name="connsiteX937" fmla="*/ 696070 w 1661833"/>
              <a:gd name="connsiteY937" fmla="*/ 238749 h 373823"/>
              <a:gd name="connsiteX938" fmla="*/ 688428 w 1661833"/>
              <a:gd name="connsiteY938" fmla="*/ 241960 h 373823"/>
              <a:gd name="connsiteX939" fmla="*/ 679310 w 1661833"/>
              <a:gd name="connsiteY939" fmla="*/ 234447 h 373823"/>
              <a:gd name="connsiteX940" fmla="*/ 680273 w 1661833"/>
              <a:gd name="connsiteY940" fmla="*/ 228796 h 373823"/>
              <a:gd name="connsiteX941" fmla="*/ 678925 w 1661833"/>
              <a:gd name="connsiteY941" fmla="*/ 224302 h 373823"/>
              <a:gd name="connsiteX942" fmla="*/ 681686 w 1661833"/>
              <a:gd name="connsiteY942" fmla="*/ 219036 h 373823"/>
              <a:gd name="connsiteX943" fmla="*/ 688685 w 1661833"/>
              <a:gd name="connsiteY943" fmla="*/ 207029 h 373823"/>
              <a:gd name="connsiteX944" fmla="*/ 693822 w 1661833"/>
              <a:gd name="connsiteY944" fmla="*/ 204267 h 373823"/>
              <a:gd name="connsiteX945" fmla="*/ 37537 w 1661833"/>
              <a:gd name="connsiteY945" fmla="*/ 197374 h 373823"/>
              <a:gd name="connsiteX946" fmla="*/ 19487 w 1661833"/>
              <a:gd name="connsiteY946" fmla="*/ 199602 h 373823"/>
              <a:gd name="connsiteX947" fmla="*/ 21034 w 1661833"/>
              <a:gd name="connsiteY947" fmla="*/ 212274 h 373823"/>
              <a:gd name="connsiteX948" fmla="*/ 22637 w 1661833"/>
              <a:gd name="connsiteY948" fmla="*/ 212090 h 373823"/>
              <a:gd name="connsiteX949" fmla="*/ 24239 w 1661833"/>
              <a:gd name="connsiteY949" fmla="*/ 211887 h 373823"/>
              <a:gd name="connsiteX950" fmla="*/ 23116 w 1661833"/>
              <a:gd name="connsiteY950" fmla="*/ 202678 h 373823"/>
              <a:gd name="connsiteX951" fmla="*/ 27812 w 1661833"/>
              <a:gd name="connsiteY951" fmla="*/ 202089 h 373823"/>
              <a:gd name="connsiteX952" fmla="*/ 28807 w 1661833"/>
              <a:gd name="connsiteY952" fmla="*/ 210211 h 373823"/>
              <a:gd name="connsiteX953" fmla="*/ 30373 w 1661833"/>
              <a:gd name="connsiteY953" fmla="*/ 210027 h 373823"/>
              <a:gd name="connsiteX954" fmla="*/ 31920 w 1661833"/>
              <a:gd name="connsiteY954" fmla="*/ 209843 h 373823"/>
              <a:gd name="connsiteX955" fmla="*/ 30925 w 1661833"/>
              <a:gd name="connsiteY955" fmla="*/ 201720 h 373823"/>
              <a:gd name="connsiteX956" fmla="*/ 34756 w 1661833"/>
              <a:gd name="connsiteY956" fmla="*/ 201241 h 373823"/>
              <a:gd name="connsiteX957" fmla="*/ 35824 w 1661833"/>
              <a:gd name="connsiteY957" fmla="*/ 209990 h 373823"/>
              <a:gd name="connsiteX958" fmla="*/ 37445 w 1661833"/>
              <a:gd name="connsiteY958" fmla="*/ 209806 h 373823"/>
              <a:gd name="connsiteX959" fmla="*/ 39029 w 1661833"/>
              <a:gd name="connsiteY959" fmla="*/ 209603 h 373823"/>
              <a:gd name="connsiteX960" fmla="*/ 341940 w 1661833"/>
              <a:gd name="connsiteY960" fmla="*/ 194298 h 373823"/>
              <a:gd name="connsiteX961" fmla="*/ 337280 w 1661833"/>
              <a:gd name="connsiteY961" fmla="*/ 196140 h 373823"/>
              <a:gd name="connsiteX962" fmla="*/ 337280 w 1661833"/>
              <a:gd name="connsiteY962" fmla="*/ 207191 h 373823"/>
              <a:gd name="connsiteX963" fmla="*/ 351205 w 1661833"/>
              <a:gd name="connsiteY963" fmla="*/ 208498 h 373823"/>
              <a:gd name="connsiteX964" fmla="*/ 354262 w 1661833"/>
              <a:gd name="connsiteY964" fmla="*/ 202973 h 373823"/>
              <a:gd name="connsiteX965" fmla="*/ 352126 w 1661833"/>
              <a:gd name="connsiteY965" fmla="*/ 197981 h 373823"/>
              <a:gd name="connsiteX966" fmla="*/ 351849 w 1661833"/>
              <a:gd name="connsiteY966" fmla="*/ 197834 h 373823"/>
              <a:gd name="connsiteX967" fmla="*/ 354225 w 1661833"/>
              <a:gd name="connsiteY967" fmla="*/ 197687 h 373823"/>
              <a:gd name="connsiteX968" fmla="*/ 354391 w 1661833"/>
              <a:gd name="connsiteY968" fmla="*/ 195384 h 373823"/>
              <a:gd name="connsiteX969" fmla="*/ 344611 w 1661833"/>
              <a:gd name="connsiteY969" fmla="*/ 194537 h 373823"/>
              <a:gd name="connsiteX970" fmla="*/ 344003 w 1661833"/>
              <a:gd name="connsiteY970" fmla="*/ 201518 h 373823"/>
              <a:gd name="connsiteX971" fmla="*/ 347134 w 1661833"/>
              <a:gd name="connsiteY971" fmla="*/ 201794 h 373823"/>
              <a:gd name="connsiteX972" fmla="*/ 347466 w 1661833"/>
              <a:gd name="connsiteY972" fmla="*/ 197852 h 373823"/>
              <a:gd name="connsiteX973" fmla="*/ 349621 w 1661833"/>
              <a:gd name="connsiteY973" fmla="*/ 198958 h 373823"/>
              <a:gd name="connsiteX974" fmla="*/ 351021 w 1661833"/>
              <a:gd name="connsiteY974" fmla="*/ 202254 h 373823"/>
              <a:gd name="connsiteX975" fmla="*/ 349179 w 1661833"/>
              <a:gd name="connsiteY975" fmla="*/ 205717 h 373823"/>
              <a:gd name="connsiteX976" fmla="*/ 344372 w 1661833"/>
              <a:gd name="connsiteY976" fmla="*/ 206528 h 373823"/>
              <a:gd name="connsiteX977" fmla="*/ 339748 w 1661833"/>
              <a:gd name="connsiteY977" fmla="*/ 204833 h 373823"/>
              <a:gd name="connsiteX978" fmla="*/ 338349 w 1661833"/>
              <a:gd name="connsiteY978" fmla="*/ 201149 h 373823"/>
              <a:gd name="connsiteX979" fmla="*/ 339454 w 1661833"/>
              <a:gd name="connsiteY979" fmla="*/ 198810 h 373823"/>
              <a:gd name="connsiteX980" fmla="*/ 341646 w 1661833"/>
              <a:gd name="connsiteY980" fmla="*/ 197779 h 373823"/>
              <a:gd name="connsiteX981" fmla="*/ 90361 w 1661833"/>
              <a:gd name="connsiteY981" fmla="*/ 188643 h 373823"/>
              <a:gd name="connsiteX982" fmla="*/ 101891 w 1661833"/>
              <a:gd name="connsiteY982" fmla="*/ 189896 h 373823"/>
              <a:gd name="connsiteX983" fmla="*/ 111893 w 1661833"/>
              <a:gd name="connsiteY983" fmla="*/ 189896 h 373823"/>
              <a:gd name="connsiteX984" fmla="*/ 123349 w 1661833"/>
              <a:gd name="connsiteY984" fmla="*/ 189785 h 373823"/>
              <a:gd name="connsiteX985" fmla="*/ 140644 w 1661833"/>
              <a:gd name="connsiteY985" fmla="*/ 190227 h 373823"/>
              <a:gd name="connsiteX986" fmla="*/ 159339 w 1661833"/>
              <a:gd name="connsiteY986" fmla="*/ 194574 h 373823"/>
              <a:gd name="connsiteX987" fmla="*/ 172545 w 1661833"/>
              <a:gd name="connsiteY987" fmla="*/ 195477 h 373823"/>
              <a:gd name="connsiteX988" fmla="*/ 168088 w 1661833"/>
              <a:gd name="connsiteY988" fmla="*/ 214429 h 373823"/>
              <a:gd name="connsiteX989" fmla="*/ 186506 w 1661833"/>
              <a:gd name="connsiteY989" fmla="*/ 216603 h 373823"/>
              <a:gd name="connsiteX990" fmla="*/ 186709 w 1661833"/>
              <a:gd name="connsiteY990" fmla="*/ 216603 h 373823"/>
              <a:gd name="connsiteX991" fmla="*/ 186948 w 1661833"/>
              <a:gd name="connsiteY991" fmla="*/ 216603 h 373823"/>
              <a:gd name="connsiteX992" fmla="*/ 205496 w 1661833"/>
              <a:gd name="connsiteY992" fmla="*/ 214392 h 373823"/>
              <a:gd name="connsiteX993" fmla="*/ 201038 w 1661833"/>
              <a:gd name="connsiteY993" fmla="*/ 195440 h 373823"/>
              <a:gd name="connsiteX994" fmla="*/ 214244 w 1661833"/>
              <a:gd name="connsiteY994" fmla="*/ 194537 h 373823"/>
              <a:gd name="connsiteX995" fmla="*/ 233013 w 1661833"/>
              <a:gd name="connsiteY995" fmla="*/ 190246 h 373823"/>
              <a:gd name="connsiteX996" fmla="*/ 250308 w 1661833"/>
              <a:gd name="connsiteY996" fmla="*/ 189804 h 373823"/>
              <a:gd name="connsiteX997" fmla="*/ 261764 w 1661833"/>
              <a:gd name="connsiteY997" fmla="*/ 189914 h 373823"/>
              <a:gd name="connsiteX998" fmla="*/ 271765 w 1661833"/>
              <a:gd name="connsiteY998" fmla="*/ 189914 h 373823"/>
              <a:gd name="connsiteX999" fmla="*/ 271765 w 1661833"/>
              <a:gd name="connsiteY999" fmla="*/ 189896 h 373823"/>
              <a:gd name="connsiteX1000" fmla="*/ 283295 w 1661833"/>
              <a:gd name="connsiteY1000" fmla="*/ 188643 h 373823"/>
              <a:gd name="connsiteX1001" fmla="*/ 272244 w 1661833"/>
              <a:gd name="connsiteY1001" fmla="*/ 199529 h 373823"/>
              <a:gd name="connsiteX1002" fmla="*/ 256165 w 1661833"/>
              <a:gd name="connsiteY1002" fmla="*/ 206896 h 373823"/>
              <a:gd name="connsiteX1003" fmla="*/ 216915 w 1661833"/>
              <a:gd name="connsiteY1003" fmla="*/ 215571 h 373823"/>
              <a:gd name="connsiteX1004" fmla="*/ 199399 w 1661833"/>
              <a:gd name="connsiteY1004" fmla="*/ 217542 h 373823"/>
              <a:gd name="connsiteX1005" fmla="*/ 197705 w 1661833"/>
              <a:gd name="connsiteY1005" fmla="*/ 217708 h 373823"/>
              <a:gd name="connsiteX1006" fmla="*/ 202622 w 1661833"/>
              <a:gd name="connsiteY1006" fmla="*/ 237655 h 373823"/>
              <a:gd name="connsiteX1007" fmla="*/ 186764 w 1661833"/>
              <a:gd name="connsiteY1007" fmla="*/ 240344 h 373823"/>
              <a:gd name="connsiteX1008" fmla="*/ 170887 w 1661833"/>
              <a:gd name="connsiteY1008" fmla="*/ 237655 h 373823"/>
              <a:gd name="connsiteX1009" fmla="*/ 175823 w 1661833"/>
              <a:gd name="connsiteY1009" fmla="*/ 217708 h 373823"/>
              <a:gd name="connsiteX1010" fmla="*/ 174110 w 1661833"/>
              <a:gd name="connsiteY1010" fmla="*/ 217542 h 373823"/>
              <a:gd name="connsiteX1011" fmla="*/ 156594 w 1661833"/>
              <a:gd name="connsiteY1011" fmla="*/ 215571 h 373823"/>
              <a:gd name="connsiteX1012" fmla="*/ 117492 w 1661833"/>
              <a:gd name="connsiteY1012" fmla="*/ 206896 h 373823"/>
              <a:gd name="connsiteX1013" fmla="*/ 101412 w 1661833"/>
              <a:gd name="connsiteY1013" fmla="*/ 199529 h 373823"/>
              <a:gd name="connsiteX1014" fmla="*/ 90361 w 1661833"/>
              <a:gd name="connsiteY1014" fmla="*/ 188643 h 373823"/>
              <a:gd name="connsiteX1015" fmla="*/ 779481 w 1661833"/>
              <a:gd name="connsiteY1015" fmla="*/ 188472 h 373823"/>
              <a:gd name="connsiteX1016" fmla="*/ 784619 w 1661833"/>
              <a:gd name="connsiteY1016" fmla="*/ 189628 h 373823"/>
              <a:gd name="connsiteX1017" fmla="*/ 789820 w 1661833"/>
              <a:gd name="connsiteY1017" fmla="*/ 192324 h 373823"/>
              <a:gd name="connsiteX1018" fmla="*/ 795021 w 1661833"/>
              <a:gd name="connsiteY1018" fmla="*/ 192774 h 373823"/>
              <a:gd name="connsiteX1019" fmla="*/ 800158 w 1661833"/>
              <a:gd name="connsiteY1019" fmla="*/ 194379 h 373823"/>
              <a:gd name="connsiteX1020" fmla="*/ 804589 w 1661833"/>
              <a:gd name="connsiteY1020" fmla="*/ 193673 h 373823"/>
              <a:gd name="connsiteX1021" fmla="*/ 815119 w 1661833"/>
              <a:gd name="connsiteY1021" fmla="*/ 202984 h 373823"/>
              <a:gd name="connsiteX1022" fmla="*/ 814542 w 1661833"/>
              <a:gd name="connsiteY1022" fmla="*/ 203112 h 373823"/>
              <a:gd name="connsiteX1023" fmla="*/ 817303 w 1661833"/>
              <a:gd name="connsiteY1023" fmla="*/ 207158 h 373823"/>
              <a:gd name="connsiteX1024" fmla="*/ 817303 w 1661833"/>
              <a:gd name="connsiteY1024" fmla="*/ 212423 h 373823"/>
              <a:gd name="connsiteX1025" fmla="*/ 813578 w 1661833"/>
              <a:gd name="connsiteY1025" fmla="*/ 217304 h 373823"/>
              <a:gd name="connsiteX1026" fmla="*/ 810689 w 1661833"/>
              <a:gd name="connsiteY1026" fmla="*/ 223211 h 373823"/>
              <a:gd name="connsiteX1027" fmla="*/ 807286 w 1661833"/>
              <a:gd name="connsiteY1027" fmla="*/ 227192 h 373823"/>
              <a:gd name="connsiteX1028" fmla="*/ 801378 w 1661833"/>
              <a:gd name="connsiteY1028" fmla="*/ 229568 h 373823"/>
              <a:gd name="connsiteX1029" fmla="*/ 796369 w 1661833"/>
              <a:gd name="connsiteY1029" fmla="*/ 229568 h 373823"/>
              <a:gd name="connsiteX1030" fmla="*/ 791104 w 1661833"/>
              <a:gd name="connsiteY1030" fmla="*/ 232072 h 373823"/>
              <a:gd name="connsiteX1031" fmla="*/ 786995 w 1661833"/>
              <a:gd name="connsiteY1031" fmla="*/ 227706 h 373823"/>
              <a:gd name="connsiteX1032" fmla="*/ 786995 w 1661833"/>
              <a:gd name="connsiteY1032" fmla="*/ 221927 h 373823"/>
              <a:gd name="connsiteX1033" fmla="*/ 782756 w 1661833"/>
              <a:gd name="connsiteY1033" fmla="*/ 214157 h 373823"/>
              <a:gd name="connsiteX1034" fmla="*/ 779353 w 1661833"/>
              <a:gd name="connsiteY1034" fmla="*/ 207415 h 373823"/>
              <a:gd name="connsiteX1035" fmla="*/ 777363 w 1661833"/>
              <a:gd name="connsiteY1035" fmla="*/ 199902 h 373823"/>
              <a:gd name="connsiteX1036" fmla="*/ 777748 w 1661833"/>
              <a:gd name="connsiteY1036" fmla="*/ 195279 h 373823"/>
              <a:gd name="connsiteX1037" fmla="*/ 779481 w 1661833"/>
              <a:gd name="connsiteY1037" fmla="*/ 188472 h 373823"/>
              <a:gd name="connsiteX1038" fmla="*/ 30096 w 1661833"/>
              <a:gd name="connsiteY1038" fmla="*/ 181902 h 373823"/>
              <a:gd name="connsiteX1039" fmla="*/ 34093 w 1661833"/>
              <a:gd name="connsiteY1039" fmla="*/ 181902 h 373823"/>
              <a:gd name="connsiteX1040" fmla="*/ 34093 w 1661833"/>
              <a:gd name="connsiteY1040" fmla="*/ 185770 h 373823"/>
              <a:gd name="connsiteX1041" fmla="*/ 33595 w 1661833"/>
              <a:gd name="connsiteY1041" fmla="*/ 187815 h 373823"/>
              <a:gd name="connsiteX1042" fmla="*/ 32195 w 1661833"/>
              <a:gd name="connsiteY1042" fmla="*/ 188478 h 373823"/>
              <a:gd name="connsiteX1043" fmla="*/ 30593 w 1661833"/>
              <a:gd name="connsiteY1043" fmla="*/ 187870 h 373823"/>
              <a:gd name="connsiteX1044" fmla="*/ 30096 w 1661833"/>
              <a:gd name="connsiteY1044" fmla="*/ 185899 h 373823"/>
              <a:gd name="connsiteX1045" fmla="*/ 22194 w 1661833"/>
              <a:gd name="connsiteY1045" fmla="*/ 181662 h 373823"/>
              <a:gd name="connsiteX1046" fmla="*/ 27038 w 1661833"/>
              <a:gd name="connsiteY1046" fmla="*/ 181754 h 373823"/>
              <a:gd name="connsiteX1047" fmla="*/ 27038 w 1661833"/>
              <a:gd name="connsiteY1047" fmla="*/ 185917 h 373823"/>
              <a:gd name="connsiteX1048" fmla="*/ 26449 w 1661833"/>
              <a:gd name="connsiteY1048" fmla="*/ 188017 h 373823"/>
              <a:gd name="connsiteX1049" fmla="*/ 24736 w 1661833"/>
              <a:gd name="connsiteY1049" fmla="*/ 188680 h 373823"/>
              <a:gd name="connsiteX1050" fmla="*/ 22802 w 1661833"/>
              <a:gd name="connsiteY1050" fmla="*/ 187961 h 373823"/>
              <a:gd name="connsiteX1051" fmla="*/ 22194 w 1661833"/>
              <a:gd name="connsiteY1051" fmla="*/ 185899 h 373823"/>
              <a:gd name="connsiteX1052" fmla="*/ 19156 w 1661833"/>
              <a:gd name="connsiteY1052" fmla="*/ 178255 h 373823"/>
              <a:gd name="connsiteX1053" fmla="*/ 19156 w 1661833"/>
              <a:gd name="connsiteY1053" fmla="*/ 179931 h 373823"/>
              <a:gd name="connsiteX1054" fmla="*/ 19137 w 1661833"/>
              <a:gd name="connsiteY1054" fmla="*/ 185844 h 373823"/>
              <a:gd name="connsiteX1055" fmla="*/ 20500 w 1661833"/>
              <a:gd name="connsiteY1055" fmla="*/ 190522 h 373823"/>
              <a:gd name="connsiteX1056" fmla="*/ 24718 w 1661833"/>
              <a:gd name="connsiteY1056" fmla="*/ 192180 h 373823"/>
              <a:gd name="connsiteX1057" fmla="*/ 28236 w 1661833"/>
              <a:gd name="connsiteY1057" fmla="*/ 190632 h 373823"/>
              <a:gd name="connsiteX1058" fmla="*/ 28844 w 1661833"/>
              <a:gd name="connsiteY1058" fmla="*/ 189601 h 373823"/>
              <a:gd name="connsiteX1059" fmla="*/ 32527 w 1661833"/>
              <a:gd name="connsiteY1059" fmla="*/ 191756 h 373823"/>
              <a:gd name="connsiteX1060" fmla="*/ 35935 w 1661833"/>
              <a:gd name="connsiteY1060" fmla="*/ 190448 h 373823"/>
              <a:gd name="connsiteX1061" fmla="*/ 37206 w 1661833"/>
              <a:gd name="connsiteY1061" fmla="*/ 186672 h 373823"/>
              <a:gd name="connsiteX1062" fmla="*/ 37335 w 1661833"/>
              <a:gd name="connsiteY1062" fmla="*/ 180244 h 373823"/>
              <a:gd name="connsiteX1063" fmla="*/ 37335 w 1661833"/>
              <a:gd name="connsiteY1063" fmla="*/ 178587 h 373823"/>
              <a:gd name="connsiteX1064" fmla="*/ 336488 w 1661833"/>
              <a:gd name="connsiteY1064" fmla="*/ 175013 h 373823"/>
              <a:gd name="connsiteX1065" fmla="*/ 336488 w 1661833"/>
              <a:gd name="connsiteY1065" fmla="*/ 177003 h 373823"/>
              <a:gd name="connsiteX1066" fmla="*/ 336488 w 1661833"/>
              <a:gd name="connsiteY1066" fmla="*/ 178973 h 373823"/>
              <a:gd name="connsiteX1067" fmla="*/ 344464 w 1661833"/>
              <a:gd name="connsiteY1067" fmla="*/ 181957 h 373823"/>
              <a:gd name="connsiteX1068" fmla="*/ 336709 w 1661833"/>
              <a:gd name="connsiteY1068" fmla="*/ 185641 h 373823"/>
              <a:gd name="connsiteX1069" fmla="*/ 336709 w 1661833"/>
              <a:gd name="connsiteY1069" fmla="*/ 187722 h 373823"/>
              <a:gd name="connsiteX1070" fmla="*/ 336709 w 1661833"/>
              <a:gd name="connsiteY1070" fmla="*/ 189804 h 373823"/>
              <a:gd name="connsiteX1071" fmla="*/ 347760 w 1661833"/>
              <a:gd name="connsiteY1071" fmla="*/ 183560 h 373823"/>
              <a:gd name="connsiteX1072" fmla="*/ 354594 w 1661833"/>
              <a:gd name="connsiteY1072" fmla="*/ 183320 h 373823"/>
              <a:gd name="connsiteX1073" fmla="*/ 354594 w 1661833"/>
              <a:gd name="connsiteY1073" fmla="*/ 181570 h 373823"/>
              <a:gd name="connsiteX1074" fmla="*/ 354594 w 1661833"/>
              <a:gd name="connsiteY1074" fmla="*/ 179839 h 373823"/>
              <a:gd name="connsiteX1075" fmla="*/ 347687 w 1661833"/>
              <a:gd name="connsiteY1075" fmla="*/ 180079 h 373823"/>
              <a:gd name="connsiteX1076" fmla="*/ 272189 w 1661833"/>
              <a:gd name="connsiteY1076" fmla="*/ 159929 h 373823"/>
              <a:gd name="connsiteX1077" fmla="*/ 261304 w 1661833"/>
              <a:gd name="connsiteY1077" fmla="*/ 171883 h 373823"/>
              <a:gd name="connsiteX1078" fmla="*/ 245261 w 1661833"/>
              <a:gd name="connsiteY1078" fmla="*/ 182271 h 373823"/>
              <a:gd name="connsiteX1079" fmla="*/ 213637 w 1661833"/>
              <a:gd name="connsiteY1079" fmla="*/ 191572 h 373823"/>
              <a:gd name="connsiteX1080" fmla="*/ 199988 w 1661833"/>
              <a:gd name="connsiteY1080" fmla="*/ 192438 h 373823"/>
              <a:gd name="connsiteX1081" fmla="*/ 197170 w 1661833"/>
              <a:gd name="connsiteY1081" fmla="*/ 192438 h 373823"/>
              <a:gd name="connsiteX1082" fmla="*/ 201738 w 1661833"/>
              <a:gd name="connsiteY1082" fmla="*/ 211833 h 373823"/>
              <a:gd name="connsiteX1083" fmla="*/ 187003 w 1661833"/>
              <a:gd name="connsiteY1083" fmla="*/ 213675 h 373823"/>
              <a:gd name="connsiteX1084" fmla="*/ 186819 w 1661833"/>
              <a:gd name="connsiteY1084" fmla="*/ 213675 h 373823"/>
              <a:gd name="connsiteX1085" fmla="*/ 186617 w 1661833"/>
              <a:gd name="connsiteY1085" fmla="*/ 213675 h 373823"/>
              <a:gd name="connsiteX1086" fmla="*/ 171882 w 1661833"/>
              <a:gd name="connsiteY1086" fmla="*/ 211833 h 373823"/>
              <a:gd name="connsiteX1087" fmla="*/ 176468 w 1661833"/>
              <a:gd name="connsiteY1087" fmla="*/ 192475 h 373823"/>
              <a:gd name="connsiteX1088" fmla="*/ 173650 w 1661833"/>
              <a:gd name="connsiteY1088" fmla="*/ 192475 h 373823"/>
              <a:gd name="connsiteX1089" fmla="*/ 160002 w 1661833"/>
              <a:gd name="connsiteY1089" fmla="*/ 191609 h 373823"/>
              <a:gd name="connsiteX1090" fmla="*/ 128377 w 1661833"/>
              <a:gd name="connsiteY1090" fmla="*/ 182308 h 373823"/>
              <a:gd name="connsiteX1091" fmla="*/ 112298 w 1661833"/>
              <a:gd name="connsiteY1091" fmla="*/ 171901 h 373823"/>
              <a:gd name="connsiteX1092" fmla="*/ 101449 w 1661833"/>
              <a:gd name="connsiteY1092" fmla="*/ 159966 h 373823"/>
              <a:gd name="connsiteX1093" fmla="*/ 112832 w 1661833"/>
              <a:gd name="connsiteY1093" fmla="*/ 161255 h 373823"/>
              <a:gd name="connsiteX1094" fmla="*/ 117252 w 1661833"/>
              <a:gd name="connsiteY1094" fmla="*/ 161458 h 373823"/>
              <a:gd name="connsiteX1095" fmla="*/ 138028 w 1661833"/>
              <a:gd name="connsiteY1095" fmla="*/ 162545 h 373823"/>
              <a:gd name="connsiteX1096" fmla="*/ 140349 w 1661833"/>
              <a:gd name="connsiteY1096" fmla="*/ 163779 h 373823"/>
              <a:gd name="connsiteX1097" fmla="*/ 163814 w 1661833"/>
              <a:gd name="connsiteY1097" fmla="*/ 171275 h 373823"/>
              <a:gd name="connsiteX1098" fmla="*/ 168014 w 1661833"/>
              <a:gd name="connsiteY1098" fmla="*/ 171551 h 373823"/>
              <a:gd name="connsiteX1099" fmla="*/ 173171 w 1661833"/>
              <a:gd name="connsiteY1099" fmla="*/ 171275 h 373823"/>
              <a:gd name="connsiteX1100" fmla="*/ 169119 w 1661833"/>
              <a:gd name="connsiteY1100" fmla="*/ 188128 h 373823"/>
              <a:gd name="connsiteX1101" fmla="*/ 186911 w 1661833"/>
              <a:gd name="connsiteY1101" fmla="*/ 189252 h 373823"/>
              <a:gd name="connsiteX1102" fmla="*/ 204685 w 1661833"/>
              <a:gd name="connsiteY1102" fmla="*/ 188128 h 373823"/>
              <a:gd name="connsiteX1103" fmla="*/ 200651 w 1661833"/>
              <a:gd name="connsiteY1103" fmla="*/ 171275 h 373823"/>
              <a:gd name="connsiteX1104" fmla="*/ 205790 w 1661833"/>
              <a:gd name="connsiteY1104" fmla="*/ 171551 h 373823"/>
              <a:gd name="connsiteX1105" fmla="*/ 209990 w 1661833"/>
              <a:gd name="connsiteY1105" fmla="*/ 171275 h 373823"/>
              <a:gd name="connsiteX1106" fmla="*/ 233473 w 1661833"/>
              <a:gd name="connsiteY1106" fmla="*/ 163779 h 373823"/>
              <a:gd name="connsiteX1107" fmla="*/ 235794 w 1661833"/>
              <a:gd name="connsiteY1107" fmla="*/ 162545 h 373823"/>
              <a:gd name="connsiteX1108" fmla="*/ 256570 w 1661833"/>
              <a:gd name="connsiteY1108" fmla="*/ 161458 h 373823"/>
              <a:gd name="connsiteX1109" fmla="*/ 260972 w 1661833"/>
              <a:gd name="connsiteY1109" fmla="*/ 161255 h 373823"/>
              <a:gd name="connsiteX1110" fmla="*/ 260788 w 1661833"/>
              <a:gd name="connsiteY1110" fmla="*/ 161219 h 373823"/>
              <a:gd name="connsiteX1111" fmla="*/ 272189 w 1661833"/>
              <a:gd name="connsiteY1111" fmla="*/ 159929 h 373823"/>
              <a:gd name="connsiteX1112" fmla="*/ 761053 w 1661833"/>
              <a:gd name="connsiteY1112" fmla="*/ 151229 h 373823"/>
              <a:gd name="connsiteX1113" fmla="*/ 756301 w 1661833"/>
              <a:gd name="connsiteY1113" fmla="*/ 151871 h 373823"/>
              <a:gd name="connsiteX1114" fmla="*/ 751421 w 1661833"/>
              <a:gd name="connsiteY1114" fmla="*/ 153476 h 373823"/>
              <a:gd name="connsiteX1115" fmla="*/ 747761 w 1661833"/>
              <a:gd name="connsiteY1115" fmla="*/ 155788 h 373823"/>
              <a:gd name="connsiteX1116" fmla="*/ 738257 w 1661833"/>
              <a:gd name="connsiteY1116" fmla="*/ 159897 h 373823"/>
              <a:gd name="connsiteX1117" fmla="*/ 735368 w 1661833"/>
              <a:gd name="connsiteY1117" fmla="*/ 164777 h 373823"/>
              <a:gd name="connsiteX1118" fmla="*/ 739477 w 1661833"/>
              <a:gd name="connsiteY1118" fmla="*/ 168887 h 373823"/>
              <a:gd name="connsiteX1119" fmla="*/ 746733 w 1661833"/>
              <a:gd name="connsiteY1119" fmla="*/ 166640 h 373823"/>
              <a:gd name="connsiteX1120" fmla="*/ 753540 w 1661833"/>
              <a:gd name="connsiteY1120" fmla="*/ 161374 h 373823"/>
              <a:gd name="connsiteX1121" fmla="*/ 759191 w 1661833"/>
              <a:gd name="connsiteY1121" fmla="*/ 156366 h 373823"/>
              <a:gd name="connsiteX1122" fmla="*/ 761053 w 1661833"/>
              <a:gd name="connsiteY1122" fmla="*/ 151229 h 373823"/>
              <a:gd name="connsiteX1123" fmla="*/ 986632 w 1661833"/>
              <a:gd name="connsiteY1123" fmla="*/ 140890 h 373823"/>
              <a:gd name="connsiteX1124" fmla="*/ 979119 w 1661833"/>
              <a:gd name="connsiteY1124" fmla="*/ 142174 h 373823"/>
              <a:gd name="connsiteX1125" fmla="*/ 977321 w 1661833"/>
              <a:gd name="connsiteY1125" fmla="*/ 146155 h 373823"/>
              <a:gd name="connsiteX1126" fmla="*/ 977899 w 1661833"/>
              <a:gd name="connsiteY1126" fmla="*/ 149880 h 373823"/>
              <a:gd name="connsiteX1127" fmla="*/ 984321 w 1661833"/>
              <a:gd name="connsiteY1127" fmla="*/ 150586 h 373823"/>
              <a:gd name="connsiteX1128" fmla="*/ 984385 w 1661833"/>
              <a:gd name="connsiteY1128" fmla="*/ 150586 h 373823"/>
              <a:gd name="connsiteX1129" fmla="*/ 988687 w 1661833"/>
              <a:gd name="connsiteY1129" fmla="*/ 143137 h 373823"/>
              <a:gd name="connsiteX1130" fmla="*/ 988702 w 1661833"/>
              <a:gd name="connsiteY1130" fmla="*/ 142798 h 373823"/>
              <a:gd name="connsiteX1131" fmla="*/ 986632 w 1661833"/>
              <a:gd name="connsiteY1131" fmla="*/ 140890 h 373823"/>
              <a:gd name="connsiteX1132" fmla="*/ 1009107 w 1661833"/>
              <a:gd name="connsiteY1132" fmla="*/ 134211 h 373823"/>
              <a:gd name="connsiteX1133" fmla="*/ 1003264 w 1661833"/>
              <a:gd name="connsiteY1133" fmla="*/ 136138 h 373823"/>
              <a:gd name="connsiteX1134" fmla="*/ 1002556 w 1661833"/>
              <a:gd name="connsiteY1134" fmla="*/ 141981 h 373823"/>
              <a:gd name="connsiteX1135" fmla="*/ 1006152 w 1661833"/>
              <a:gd name="connsiteY1135" fmla="*/ 145256 h 373823"/>
              <a:gd name="connsiteX1136" fmla="*/ 1012574 w 1661833"/>
              <a:gd name="connsiteY1136" fmla="*/ 140440 h 373823"/>
              <a:gd name="connsiteX1137" fmla="*/ 1012831 w 1661833"/>
              <a:gd name="connsiteY1137" fmla="*/ 140440 h 373823"/>
              <a:gd name="connsiteX1138" fmla="*/ 1012831 w 1661833"/>
              <a:gd name="connsiteY1138" fmla="*/ 135560 h 373823"/>
              <a:gd name="connsiteX1139" fmla="*/ 1009107 w 1661833"/>
              <a:gd name="connsiteY1139" fmla="*/ 134211 h 373823"/>
              <a:gd name="connsiteX1140" fmla="*/ 774281 w 1661833"/>
              <a:gd name="connsiteY1140" fmla="*/ 126827 h 373823"/>
              <a:gd name="connsiteX1141" fmla="*/ 779803 w 1661833"/>
              <a:gd name="connsiteY1141" fmla="*/ 128947 h 373823"/>
              <a:gd name="connsiteX1142" fmla="*/ 786224 w 1661833"/>
              <a:gd name="connsiteY1142" fmla="*/ 128947 h 373823"/>
              <a:gd name="connsiteX1143" fmla="*/ 795278 w 1661833"/>
              <a:gd name="connsiteY1143" fmla="*/ 134854 h 373823"/>
              <a:gd name="connsiteX1144" fmla="*/ 797783 w 1661833"/>
              <a:gd name="connsiteY1144" fmla="*/ 142367 h 373823"/>
              <a:gd name="connsiteX1145" fmla="*/ 797783 w 1661833"/>
              <a:gd name="connsiteY1145" fmla="*/ 148211 h 373823"/>
              <a:gd name="connsiteX1146" fmla="*/ 790141 w 1661833"/>
              <a:gd name="connsiteY1146" fmla="*/ 155980 h 373823"/>
              <a:gd name="connsiteX1147" fmla="*/ 789884 w 1661833"/>
              <a:gd name="connsiteY1147" fmla="*/ 155980 h 373823"/>
              <a:gd name="connsiteX1148" fmla="*/ 786224 w 1661833"/>
              <a:gd name="connsiteY1148" fmla="*/ 162402 h 373823"/>
              <a:gd name="connsiteX1149" fmla="*/ 774216 w 1661833"/>
              <a:gd name="connsiteY1149" fmla="*/ 183335 h 373823"/>
              <a:gd name="connsiteX1150" fmla="*/ 768951 w 1661833"/>
              <a:gd name="connsiteY1150" fmla="*/ 190077 h 373823"/>
              <a:gd name="connsiteX1151" fmla="*/ 765034 w 1661833"/>
              <a:gd name="connsiteY1151" fmla="*/ 190591 h 373823"/>
              <a:gd name="connsiteX1152" fmla="*/ 761310 w 1661833"/>
              <a:gd name="connsiteY1152" fmla="*/ 194765 h 373823"/>
              <a:gd name="connsiteX1153" fmla="*/ 762530 w 1661833"/>
              <a:gd name="connsiteY1153" fmla="*/ 202406 h 373823"/>
              <a:gd name="connsiteX1154" fmla="*/ 762530 w 1661833"/>
              <a:gd name="connsiteY1154" fmla="*/ 236375 h 373823"/>
              <a:gd name="connsiteX1155" fmla="*/ 756109 w 1661833"/>
              <a:gd name="connsiteY1155" fmla="*/ 246007 h 373823"/>
              <a:gd name="connsiteX1156" fmla="*/ 749238 w 1661833"/>
              <a:gd name="connsiteY1156" fmla="*/ 252877 h 373823"/>
              <a:gd name="connsiteX1157" fmla="*/ 742816 w 1661833"/>
              <a:gd name="connsiteY1157" fmla="*/ 256152 h 373823"/>
              <a:gd name="connsiteX1158" fmla="*/ 739927 w 1661833"/>
              <a:gd name="connsiteY1158" fmla="*/ 254161 h 373823"/>
              <a:gd name="connsiteX1159" fmla="*/ 735432 w 1661833"/>
              <a:gd name="connsiteY1159" fmla="*/ 252171 h 373823"/>
              <a:gd name="connsiteX1160" fmla="*/ 731900 w 1661833"/>
              <a:gd name="connsiteY1160" fmla="*/ 249410 h 373823"/>
              <a:gd name="connsiteX1161" fmla="*/ 725992 w 1661833"/>
              <a:gd name="connsiteY1161" fmla="*/ 246521 h 373823"/>
              <a:gd name="connsiteX1162" fmla="*/ 722782 w 1661833"/>
              <a:gd name="connsiteY1162" fmla="*/ 240484 h 373823"/>
              <a:gd name="connsiteX1163" fmla="*/ 713728 w 1661833"/>
              <a:gd name="connsiteY1163" fmla="*/ 231238 h 373823"/>
              <a:gd name="connsiteX1164" fmla="*/ 719507 w 1661833"/>
              <a:gd name="connsiteY1164" fmla="*/ 228862 h 373823"/>
              <a:gd name="connsiteX1165" fmla="*/ 728047 w 1661833"/>
              <a:gd name="connsiteY1165" fmla="*/ 231815 h 373823"/>
              <a:gd name="connsiteX1166" fmla="*/ 734918 w 1661833"/>
              <a:gd name="connsiteY1166" fmla="*/ 223789 h 373823"/>
              <a:gd name="connsiteX1167" fmla="*/ 734918 w 1661833"/>
              <a:gd name="connsiteY1167" fmla="*/ 218202 h 373823"/>
              <a:gd name="connsiteX1168" fmla="*/ 734918 w 1661833"/>
              <a:gd name="connsiteY1168" fmla="*/ 210561 h 373823"/>
              <a:gd name="connsiteX1169" fmla="*/ 736138 w 1661833"/>
              <a:gd name="connsiteY1169" fmla="*/ 200351 h 373823"/>
              <a:gd name="connsiteX1170" fmla="*/ 734276 w 1661833"/>
              <a:gd name="connsiteY1170" fmla="*/ 196884 h 373823"/>
              <a:gd name="connsiteX1171" fmla="*/ 728754 w 1661833"/>
              <a:gd name="connsiteY1171" fmla="*/ 195343 h 373823"/>
              <a:gd name="connsiteX1172" fmla="*/ 724387 w 1661833"/>
              <a:gd name="connsiteY1172" fmla="*/ 196113 h 373823"/>
              <a:gd name="connsiteX1173" fmla="*/ 717388 w 1661833"/>
              <a:gd name="connsiteY1173" fmla="*/ 195471 h 373823"/>
              <a:gd name="connsiteX1174" fmla="*/ 714884 w 1661833"/>
              <a:gd name="connsiteY1174" fmla="*/ 193224 h 373823"/>
              <a:gd name="connsiteX1175" fmla="*/ 713471 w 1661833"/>
              <a:gd name="connsiteY1175" fmla="*/ 188087 h 373823"/>
              <a:gd name="connsiteX1176" fmla="*/ 712251 w 1661833"/>
              <a:gd name="connsiteY1176" fmla="*/ 185325 h 373823"/>
              <a:gd name="connsiteX1177" fmla="*/ 711609 w 1661833"/>
              <a:gd name="connsiteY1177" fmla="*/ 179931 h 373823"/>
              <a:gd name="connsiteX1178" fmla="*/ 709875 w 1661833"/>
              <a:gd name="connsiteY1178" fmla="*/ 172034 h 373823"/>
              <a:gd name="connsiteX1179" fmla="*/ 708206 w 1661833"/>
              <a:gd name="connsiteY1179" fmla="*/ 161888 h 373823"/>
              <a:gd name="connsiteX1180" fmla="*/ 707692 w 1661833"/>
              <a:gd name="connsiteY1180" fmla="*/ 151614 h 373823"/>
              <a:gd name="connsiteX1181" fmla="*/ 714113 w 1661833"/>
              <a:gd name="connsiteY1181" fmla="*/ 139992 h 373823"/>
              <a:gd name="connsiteX1182" fmla="*/ 720021 w 1661833"/>
              <a:gd name="connsiteY1182" fmla="*/ 137359 h 373823"/>
              <a:gd name="connsiteX1183" fmla="*/ 725286 w 1661833"/>
              <a:gd name="connsiteY1183" fmla="*/ 140120 h 373823"/>
              <a:gd name="connsiteX1184" fmla="*/ 727790 w 1661833"/>
              <a:gd name="connsiteY1184" fmla="*/ 143459 h 373823"/>
              <a:gd name="connsiteX1185" fmla="*/ 738707 w 1661833"/>
              <a:gd name="connsiteY1185" fmla="*/ 140248 h 373823"/>
              <a:gd name="connsiteX1186" fmla="*/ 746797 w 1661833"/>
              <a:gd name="connsiteY1186" fmla="*/ 138065 h 373823"/>
              <a:gd name="connsiteX1187" fmla="*/ 752705 w 1661833"/>
              <a:gd name="connsiteY1187" fmla="*/ 135946 h 373823"/>
              <a:gd name="connsiteX1188" fmla="*/ 757328 w 1661833"/>
              <a:gd name="connsiteY1188" fmla="*/ 134598 h 373823"/>
              <a:gd name="connsiteX1189" fmla="*/ 763749 w 1661833"/>
              <a:gd name="connsiteY1189" fmla="*/ 132093 h 373823"/>
              <a:gd name="connsiteX1190" fmla="*/ 767410 w 1661833"/>
              <a:gd name="connsiteY1190" fmla="*/ 129717 h 373823"/>
              <a:gd name="connsiteX1191" fmla="*/ 770620 w 1661833"/>
              <a:gd name="connsiteY1191" fmla="*/ 128048 h 373823"/>
              <a:gd name="connsiteX1192" fmla="*/ 774281 w 1661833"/>
              <a:gd name="connsiteY1192" fmla="*/ 126827 h 373823"/>
              <a:gd name="connsiteX1193" fmla="*/ 984706 w 1661833"/>
              <a:gd name="connsiteY1193" fmla="*/ 116296 h 373823"/>
              <a:gd name="connsiteX1194" fmla="*/ 978284 w 1661833"/>
              <a:gd name="connsiteY1194" fmla="*/ 120727 h 373823"/>
              <a:gd name="connsiteX1195" fmla="*/ 978991 w 1661833"/>
              <a:gd name="connsiteY1195" fmla="*/ 127148 h 373823"/>
              <a:gd name="connsiteX1196" fmla="*/ 981751 w 1661833"/>
              <a:gd name="connsiteY1196" fmla="*/ 128818 h 373823"/>
              <a:gd name="connsiteX1197" fmla="*/ 989072 w 1661833"/>
              <a:gd name="connsiteY1197" fmla="*/ 121883 h 373823"/>
              <a:gd name="connsiteX1198" fmla="*/ 989393 w 1661833"/>
              <a:gd name="connsiteY1198" fmla="*/ 121690 h 373823"/>
              <a:gd name="connsiteX1199" fmla="*/ 984706 w 1661833"/>
              <a:gd name="connsiteY1199" fmla="*/ 116296 h 373823"/>
              <a:gd name="connsiteX1200" fmla="*/ 1019381 w 1661833"/>
              <a:gd name="connsiteY1200" fmla="*/ 106857 h 373823"/>
              <a:gd name="connsiteX1201" fmla="*/ 1004676 w 1661833"/>
              <a:gd name="connsiteY1201" fmla="*/ 112636 h 373823"/>
              <a:gd name="connsiteX1202" fmla="*/ 1006795 w 1661833"/>
              <a:gd name="connsiteY1202" fmla="*/ 119571 h 373823"/>
              <a:gd name="connsiteX1203" fmla="*/ 1014693 w 1661833"/>
              <a:gd name="connsiteY1203" fmla="*/ 120020 h 373823"/>
              <a:gd name="connsiteX1204" fmla="*/ 1019958 w 1661833"/>
              <a:gd name="connsiteY1204" fmla="*/ 112508 h 373823"/>
              <a:gd name="connsiteX1205" fmla="*/ 1019381 w 1661833"/>
              <a:gd name="connsiteY1205" fmla="*/ 106857 h 373823"/>
              <a:gd name="connsiteX1206" fmla="*/ 1229228 w 1661833"/>
              <a:gd name="connsiteY1206" fmla="*/ 105380 h 373823"/>
              <a:gd name="connsiteX1207" fmla="*/ 1233530 w 1661833"/>
              <a:gd name="connsiteY1207" fmla="*/ 107885 h 373823"/>
              <a:gd name="connsiteX1208" fmla="*/ 1239951 w 1661833"/>
              <a:gd name="connsiteY1208" fmla="*/ 113857 h 373823"/>
              <a:gd name="connsiteX1209" fmla="*/ 1241878 w 1661833"/>
              <a:gd name="connsiteY1209" fmla="*/ 119764 h 373823"/>
              <a:gd name="connsiteX1210" fmla="*/ 1244382 w 1661833"/>
              <a:gd name="connsiteY1210" fmla="*/ 123681 h 373823"/>
              <a:gd name="connsiteX1211" fmla="*/ 1234429 w 1661833"/>
              <a:gd name="connsiteY1211" fmla="*/ 132928 h 373823"/>
              <a:gd name="connsiteX1212" fmla="*/ 1226595 w 1661833"/>
              <a:gd name="connsiteY1212" fmla="*/ 139349 h 373823"/>
              <a:gd name="connsiteX1213" fmla="*/ 1220559 w 1661833"/>
              <a:gd name="connsiteY1213" fmla="*/ 143394 h 373823"/>
              <a:gd name="connsiteX1214" fmla="*/ 1208552 w 1661833"/>
              <a:gd name="connsiteY1214" fmla="*/ 151806 h 373823"/>
              <a:gd name="connsiteX1215" fmla="*/ 1211441 w 1661833"/>
              <a:gd name="connsiteY1215" fmla="*/ 161824 h 373823"/>
              <a:gd name="connsiteX1216" fmla="*/ 1209450 w 1661833"/>
              <a:gd name="connsiteY1216" fmla="*/ 166447 h 373823"/>
              <a:gd name="connsiteX1217" fmla="*/ 1207845 w 1661833"/>
              <a:gd name="connsiteY1217" fmla="*/ 170685 h 373823"/>
              <a:gd name="connsiteX1218" fmla="*/ 1206625 w 1661833"/>
              <a:gd name="connsiteY1218" fmla="*/ 175180 h 373823"/>
              <a:gd name="connsiteX1219" fmla="*/ 1205790 w 1661833"/>
              <a:gd name="connsiteY1219" fmla="*/ 179931 h 373823"/>
              <a:gd name="connsiteX1220" fmla="*/ 1206432 w 1661833"/>
              <a:gd name="connsiteY1220" fmla="*/ 192260 h 373823"/>
              <a:gd name="connsiteX1221" fmla="*/ 1228650 w 1661833"/>
              <a:gd name="connsiteY1221" fmla="*/ 191746 h 373823"/>
              <a:gd name="connsiteX1222" fmla="*/ 1234430 w 1661833"/>
              <a:gd name="connsiteY1222" fmla="*/ 189499 h 373823"/>
              <a:gd name="connsiteX1223" fmla="*/ 1239951 w 1661833"/>
              <a:gd name="connsiteY1223" fmla="*/ 188921 h 373823"/>
              <a:gd name="connsiteX1224" fmla="*/ 1245988 w 1661833"/>
              <a:gd name="connsiteY1224" fmla="*/ 190527 h 373823"/>
              <a:gd name="connsiteX1225" fmla="*/ 1251895 w 1661833"/>
              <a:gd name="connsiteY1225" fmla="*/ 193801 h 373823"/>
              <a:gd name="connsiteX1226" fmla="*/ 1259600 w 1661833"/>
              <a:gd name="connsiteY1226" fmla="*/ 200222 h 373823"/>
              <a:gd name="connsiteX1227" fmla="*/ 1260307 w 1661833"/>
              <a:gd name="connsiteY1227" fmla="*/ 205488 h 373823"/>
              <a:gd name="connsiteX1228" fmla="*/ 1259215 w 1661833"/>
              <a:gd name="connsiteY1228" fmla="*/ 205616 h 373823"/>
              <a:gd name="connsiteX1229" fmla="*/ 1259985 w 1661833"/>
              <a:gd name="connsiteY1229" fmla="*/ 207543 h 373823"/>
              <a:gd name="connsiteX1230" fmla="*/ 1260500 w 1661833"/>
              <a:gd name="connsiteY1230" fmla="*/ 210368 h 373823"/>
              <a:gd name="connsiteX1231" fmla="*/ 1258573 w 1661833"/>
              <a:gd name="connsiteY1231" fmla="*/ 214928 h 373823"/>
              <a:gd name="connsiteX1232" fmla="*/ 1254720 w 1661833"/>
              <a:gd name="connsiteY1232" fmla="*/ 218844 h 373823"/>
              <a:gd name="connsiteX1233" fmla="*/ 1247207 w 1661833"/>
              <a:gd name="connsiteY1233" fmla="*/ 219294 h 373823"/>
              <a:gd name="connsiteX1234" fmla="*/ 1239052 w 1661833"/>
              <a:gd name="connsiteY1234" fmla="*/ 217881 h 373823"/>
              <a:gd name="connsiteX1235" fmla="*/ 1230705 w 1661833"/>
              <a:gd name="connsiteY1235" fmla="*/ 218588 h 373823"/>
              <a:gd name="connsiteX1236" fmla="*/ 1216899 w 1661833"/>
              <a:gd name="connsiteY1236" fmla="*/ 217431 h 373823"/>
              <a:gd name="connsiteX1237" fmla="*/ 1204056 w 1661833"/>
              <a:gd name="connsiteY1237" fmla="*/ 217431 h 373823"/>
              <a:gd name="connsiteX1238" fmla="*/ 1191214 w 1661833"/>
              <a:gd name="connsiteY1238" fmla="*/ 218459 h 373823"/>
              <a:gd name="connsiteX1239" fmla="*/ 1178949 w 1661833"/>
              <a:gd name="connsiteY1239" fmla="*/ 220193 h 373823"/>
              <a:gd name="connsiteX1240" fmla="*/ 1165015 w 1661833"/>
              <a:gd name="connsiteY1240" fmla="*/ 219872 h 373823"/>
              <a:gd name="connsiteX1241" fmla="*/ 1140293 w 1661833"/>
              <a:gd name="connsiteY1241" fmla="*/ 224945 h 373823"/>
              <a:gd name="connsiteX1242" fmla="*/ 1109985 w 1661833"/>
              <a:gd name="connsiteY1242" fmla="*/ 236503 h 373823"/>
              <a:gd name="connsiteX1243" fmla="*/ 1098427 w 1661833"/>
              <a:gd name="connsiteY1243" fmla="*/ 225587 h 373823"/>
              <a:gd name="connsiteX1244" fmla="*/ 1098427 w 1661833"/>
              <a:gd name="connsiteY1244" fmla="*/ 219165 h 373823"/>
              <a:gd name="connsiteX1245" fmla="*/ 1097720 w 1661833"/>
              <a:gd name="connsiteY1245" fmla="*/ 211332 h 373823"/>
              <a:gd name="connsiteX1246" fmla="*/ 1110563 w 1661833"/>
              <a:gd name="connsiteY1246" fmla="*/ 204332 h 373823"/>
              <a:gd name="connsiteX1247" fmla="*/ 1118011 w 1661833"/>
              <a:gd name="connsiteY1247" fmla="*/ 205039 h 373823"/>
              <a:gd name="connsiteX1248" fmla="*/ 1133422 w 1661833"/>
              <a:gd name="connsiteY1248" fmla="*/ 199195 h 373823"/>
              <a:gd name="connsiteX1249" fmla="*/ 1139844 w 1661833"/>
              <a:gd name="connsiteY1249" fmla="*/ 197975 h 373823"/>
              <a:gd name="connsiteX1250" fmla="*/ 1156732 w 1661833"/>
              <a:gd name="connsiteY1250" fmla="*/ 190912 h 373823"/>
              <a:gd name="connsiteX1251" fmla="*/ 1169959 w 1661833"/>
              <a:gd name="connsiteY1251" fmla="*/ 168309 h 373823"/>
              <a:gd name="connsiteX1252" fmla="*/ 1171308 w 1661833"/>
              <a:gd name="connsiteY1252" fmla="*/ 160732 h 373823"/>
              <a:gd name="connsiteX1253" fmla="*/ 1169959 w 1661833"/>
              <a:gd name="connsiteY1253" fmla="*/ 154760 h 373823"/>
              <a:gd name="connsiteX1254" fmla="*/ 1163538 w 1661833"/>
              <a:gd name="connsiteY1254" fmla="*/ 155787 h 373823"/>
              <a:gd name="connsiteX1255" fmla="*/ 1155127 w 1661833"/>
              <a:gd name="connsiteY1255" fmla="*/ 156366 h 373823"/>
              <a:gd name="connsiteX1256" fmla="*/ 1152558 w 1661833"/>
              <a:gd name="connsiteY1256" fmla="*/ 148724 h 373823"/>
              <a:gd name="connsiteX1257" fmla="*/ 1147549 w 1661833"/>
              <a:gd name="connsiteY1257" fmla="*/ 139542 h 373823"/>
              <a:gd name="connsiteX1258" fmla="*/ 1146265 w 1661833"/>
              <a:gd name="connsiteY1258" fmla="*/ 132157 h 373823"/>
              <a:gd name="connsiteX1259" fmla="*/ 1145623 w 1661833"/>
              <a:gd name="connsiteY1259" fmla="*/ 125030 h 373823"/>
              <a:gd name="connsiteX1260" fmla="*/ 1152044 w 1661833"/>
              <a:gd name="connsiteY1260" fmla="*/ 119700 h 373823"/>
              <a:gd name="connsiteX1261" fmla="*/ 1163346 w 1661833"/>
              <a:gd name="connsiteY1261" fmla="*/ 122397 h 373823"/>
              <a:gd name="connsiteX1262" fmla="*/ 1190315 w 1661833"/>
              <a:gd name="connsiteY1262" fmla="*/ 117902 h 373823"/>
              <a:gd name="connsiteX1263" fmla="*/ 1195003 w 1661833"/>
              <a:gd name="connsiteY1263" fmla="*/ 116618 h 373823"/>
              <a:gd name="connsiteX1264" fmla="*/ 1198342 w 1661833"/>
              <a:gd name="connsiteY1264" fmla="*/ 115334 h 373823"/>
              <a:gd name="connsiteX1265" fmla="*/ 1218569 w 1661833"/>
              <a:gd name="connsiteY1265" fmla="*/ 106793 h 373823"/>
              <a:gd name="connsiteX1266" fmla="*/ 1224284 w 1661833"/>
              <a:gd name="connsiteY1266" fmla="*/ 106087 h 373823"/>
              <a:gd name="connsiteX1267" fmla="*/ 1229228 w 1661833"/>
              <a:gd name="connsiteY1267" fmla="*/ 105380 h 373823"/>
              <a:gd name="connsiteX1268" fmla="*/ 945150 w 1661833"/>
              <a:gd name="connsiteY1268" fmla="*/ 97932 h 373823"/>
              <a:gd name="connsiteX1269" fmla="*/ 950930 w 1661833"/>
              <a:gd name="connsiteY1269" fmla="*/ 105509 h 373823"/>
              <a:gd name="connsiteX1270" fmla="*/ 949581 w 1661833"/>
              <a:gd name="connsiteY1270" fmla="*/ 113150 h 373823"/>
              <a:gd name="connsiteX1271" fmla="*/ 946948 w 1661833"/>
              <a:gd name="connsiteY1271" fmla="*/ 121883 h 373823"/>
              <a:gd name="connsiteX1272" fmla="*/ 942197 w 1661833"/>
              <a:gd name="connsiteY1272" fmla="*/ 128304 h 373823"/>
              <a:gd name="connsiteX1273" fmla="*/ 934299 w 1661833"/>
              <a:gd name="connsiteY1273" fmla="*/ 137037 h 373823"/>
              <a:gd name="connsiteX1274" fmla="*/ 933464 w 1661833"/>
              <a:gd name="connsiteY1274" fmla="*/ 146734 h 373823"/>
              <a:gd name="connsiteX1275" fmla="*/ 934042 w 1661833"/>
              <a:gd name="connsiteY1275" fmla="*/ 153155 h 373823"/>
              <a:gd name="connsiteX1276" fmla="*/ 939179 w 1661833"/>
              <a:gd name="connsiteY1276" fmla="*/ 153155 h 373823"/>
              <a:gd name="connsiteX1277" fmla="*/ 940848 w 1661833"/>
              <a:gd name="connsiteY1277" fmla="*/ 157842 h 373823"/>
              <a:gd name="connsiteX1278" fmla="*/ 943995 w 1661833"/>
              <a:gd name="connsiteY1278" fmla="*/ 165356 h 373823"/>
              <a:gd name="connsiteX1279" fmla="*/ 942903 w 1661833"/>
              <a:gd name="connsiteY1279" fmla="*/ 168373 h 373823"/>
              <a:gd name="connsiteX1280" fmla="*/ 928070 w 1661833"/>
              <a:gd name="connsiteY1280" fmla="*/ 182629 h 373823"/>
              <a:gd name="connsiteX1281" fmla="*/ 928776 w 1661833"/>
              <a:gd name="connsiteY1281" fmla="*/ 188472 h 373823"/>
              <a:gd name="connsiteX1282" fmla="*/ 934427 w 1661833"/>
              <a:gd name="connsiteY1282" fmla="*/ 188472 h 373823"/>
              <a:gd name="connsiteX1283" fmla="*/ 934234 w 1661833"/>
              <a:gd name="connsiteY1283" fmla="*/ 188857 h 373823"/>
              <a:gd name="connsiteX1284" fmla="*/ 939371 w 1661833"/>
              <a:gd name="connsiteY1284" fmla="*/ 192196 h 373823"/>
              <a:gd name="connsiteX1285" fmla="*/ 940913 w 1661833"/>
              <a:gd name="connsiteY1285" fmla="*/ 197719 h 373823"/>
              <a:gd name="connsiteX1286" fmla="*/ 926465 w 1661833"/>
              <a:gd name="connsiteY1286" fmla="*/ 215056 h 373823"/>
              <a:gd name="connsiteX1287" fmla="*/ 902899 w 1661833"/>
              <a:gd name="connsiteY1287" fmla="*/ 226807 h 373823"/>
              <a:gd name="connsiteX1288" fmla="*/ 891404 w 1661833"/>
              <a:gd name="connsiteY1288" fmla="*/ 237081 h 373823"/>
              <a:gd name="connsiteX1289" fmla="*/ 886846 w 1661833"/>
              <a:gd name="connsiteY1289" fmla="*/ 237081 h 373823"/>
              <a:gd name="connsiteX1290" fmla="*/ 880424 w 1661833"/>
              <a:gd name="connsiteY1290" fmla="*/ 235283 h 373823"/>
              <a:gd name="connsiteX1291" fmla="*/ 877663 w 1661833"/>
              <a:gd name="connsiteY1291" fmla="*/ 229632 h 373823"/>
              <a:gd name="connsiteX1292" fmla="*/ 873682 w 1661833"/>
              <a:gd name="connsiteY1292" fmla="*/ 223918 h 373823"/>
              <a:gd name="connsiteX1293" fmla="*/ 871884 w 1661833"/>
              <a:gd name="connsiteY1293" fmla="*/ 213515 h 373823"/>
              <a:gd name="connsiteX1294" fmla="*/ 882094 w 1661833"/>
              <a:gd name="connsiteY1294" fmla="*/ 203690 h 373823"/>
              <a:gd name="connsiteX1295" fmla="*/ 887937 w 1661833"/>
              <a:gd name="connsiteY1295" fmla="*/ 199388 h 373823"/>
              <a:gd name="connsiteX1296" fmla="*/ 892111 w 1661833"/>
              <a:gd name="connsiteY1296" fmla="*/ 195086 h 373823"/>
              <a:gd name="connsiteX1297" fmla="*/ 893202 w 1661833"/>
              <a:gd name="connsiteY1297" fmla="*/ 190912 h 373823"/>
              <a:gd name="connsiteX1298" fmla="*/ 894422 w 1661833"/>
              <a:gd name="connsiteY1298" fmla="*/ 185518 h 373823"/>
              <a:gd name="connsiteX1299" fmla="*/ 892496 w 1661833"/>
              <a:gd name="connsiteY1299" fmla="*/ 181216 h 373823"/>
              <a:gd name="connsiteX1300" fmla="*/ 890184 w 1661833"/>
              <a:gd name="connsiteY1300" fmla="*/ 177492 h 373823"/>
              <a:gd name="connsiteX1301" fmla="*/ 885561 w 1661833"/>
              <a:gd name="connsiteY1301" fmla="*/ 169465 h 373823"/>
              <a:gd name="connsiteX1302" fmla="*/ 892945 w 1661833"/>
              <a:gd name="connsiteY1302" fmla="*/ 161824 h 373823"/>
              <a:gd name="connsiteX1303" fmla="*/ 897890 w 1661833"/>
              <a:gd name="connsiteY1303" fmla="*/ 161824 h 373823"/>
              <a:gd name="connsiteX1304" fmla="*/ 904825 w 1661833"/>
              <a:gd name="connsiteY1304" fmla="*/ 156109 h 373823"/>
              <a:gd name="connsiteX1305" fmla="*/ 906366 w 1661833"/>
              <a:gd name="connsiteY1305" fmla="*/ 145578 h 373823"/>
              <a:gd name="connsiteX1306" fmla="*/ 900972 w 1661833"/>
              <a:gd name="connsiteY1306" fmla="*/ 140569 h 373823"/>
              <a:gd name="connsiteX1307" fmla="*/ 894551 w 1661833"/>
              <a:gd name="connsiteY1307" fmla="*/ 138258 h 373823"/>
              <a:gd name="connsiteX1308" fmla="*/ 890506 w 1661833"/>
              <a:gd name="connsiteY1308" fmla="*/ 133827 h 373823"/>
              <a:gd name="connsiteX1309" fmla="*/ 887167 w 1661833"/>
              <a:gd name="connsiteY1309" fmla="*/ 131579 h 373823"/>
              <a:gd name="connsiteX1310" fmla="*/ 885368 w 1661833"/>
              <a:gd name="connsiteY1310" fmla="*/ 124067 h 373823"/>
              <a:gd name="connsiteX1311" fmla="*/ 888836 w 1661833"/>
              <a:gd name="connsiteY1311" fmla="*/ 121883 h 373823"/>
              <a:gd name="connsiteX1312" fmla="*/ 891468 w 1661833"/>
              <a:gd name="connsiteY1312" fmla="*/ 117838 h 373823"/>
              <a:gd name="connsiteX1313" fmla="*/ 897055 w 1661833"/>
              <a:gd name="connsiteY1313" fmla="*/ 114563 h 373823"/>
              <a:gd name="connsiteX1314" fmla="*/ 904376 w 1661833"/>
              <a:gd name="connsiteY1314" fmla="*/ 113729 h 373823"/>
              <a:gd name="connsiteX1315" fmla="*/ 936096 w 1661833"/>
              <a:gd name="connsiteY1315" fmla="*/ 98574 h 373823"/>
              <a:gd name="connsiteX1316" fmla="*/ 945150 w 1661833"/>
              <a:gd name="connsiteY1316" fmla="*/ 97932 h 373823"/>
              <a:gd name="connsiteX1317" fmla="*/ 1388347 w 1661833"/>
              <a:gd name="connsiteY1317" fmla="*/ 97674 h 373823"/>
              <a:gd name="connsiteX1318" fmla="*/ 1397658 w 1661833"/>
              <a:gd name="connsiteY1318" fmla="*/ 98059 h 373823"/>
              <a:gd name="connsiteX1319" fmla="*/ 1405107 w 1661833"/>
              <a:gd name="connsiteY1319" fmla="*/ 104160 h 373823"/>
              <a:gd name="connsiteX1320" fmla="*/ 1406841 w 1661833"/>
              <a:gd name="connsiteY1320" fmla="*/ 109425 h 373823"/>
              <a:gd name="connsiteX1321" fmla="*/ 1407868 w 1661833"/>
              <a:gd name="connsiteY1321" fmla="*/ 114498 h 373823"/>
              <a:gd name="connsiteX1322" fmla="*/ 1403951 w 1661833"/>
              <a:gd name="connsiteY1322" fmla="*/ 123937 h 373823"/>
              <a:gd name="connsiteX1323" fmla="*/ 1403951 w 1661833"/>
              <a:gd name="connsiteY1323" fmla="*/ 129459 h 373823"/>
              <a:gd name="connsiteX1324" fmla="*/ 1407740 w 1661833"/>
              <a:gd name="connsiteY1324" fmla="*/ 128497 h 373823"/>
              <a:gd name="connsiteX1325" fmla="*/ 1412491 w 1661833"/>
              <a:gd name="connsiteY1325" fmla="*/ 126377 h 373823"/>
              <a:gd name="connsiteX1326" fmla="*/ 1418078 w 1661833"/>
              <a:gd name="connsiteY1326" fmla="*/ 124451 h 373823"/>
              <a:gd name="connsiteX1327" fmla="*/ 1424499 w 1661833"/>
              <a:gd name="connsiteY1327" fmla="*/ 119828 h 373823"/>
              <a:gd name="connsiteX1328" fmla="*/ 1434517 w 1661833"/>
              <a:gd name="connsiteY1328" fmla="*/ 119828 h 373823"/>
              <a:gd name="connsiteX1329" fmla="*/ 1443249 w 1661833"/>
              <a:gd name="connsiteY1329" fmla="*/ 122653 h 373823"/>
              <a:gd name="connsiteX1330" fmla="*/ 1449285 w 1661833"/>
              <a:gd name="connsiteY1330" fmla="*/ 134147 h 373823"/>
              <a:gd name="connsiteX1331" fmla="*/ 1446973 w 1661833"/>
              <a:gd name="connsiteY1331" fmla="*/ 137037 h 373823"/>
              <a:gd name="connsiteX1332" fmla="*/ 1442158 w 1661833"/>
              <a:gd name="connsiteY1332" fmla="*/ 140633 h 373823"/>
              <a:gd name="connsiteX1333" fmla="*/ 1431049 w 1661833"/>
              <a:gd name="connsiteY1333" fmla="*/ 145384 h 373823"/>
              <a:gd name="connsiteX1334" fmla="*/ 1424627 w 1661833"/>
              <a:gd name="connsiteY1334" fmla="*/ 148145 h 373823"/>
              <a:gd name="connsiteX1335" fmla="*/ 1417179 w 1661833"/>
              <a:gd name="connsiteY1335" fmla="*/ 149109 h 373823"/>
              <a:gd name="connsiteX1336" fmla="*/ 1405749 w 1661833"/>
              <a:gd name="connsiteY1336" fmla="*/ 153475 h 373823"/>
              <a:gd name="connsiteX1337" fmla="*/ 1401961 w 1661833"/>
              <a:gd name="connsiteY1337" fmla="*/ 158997 h 373823"/>
              <a:gd name="connsiteX1338" fmla="*/ 1403309 w 1661833"/>
              <a:gd name="connsiteY1338" fmla="*/ 167859 h 373823"/>
              <a:gd name="connsiteX1339" fmla="*/ 1422188 w 1661833"/>
              <a:gd name="connsiteY1339" fmla="*/ 187123 h 373823"/>
              <a:gd name="connsiteX1340" fmla="*/ 1436122 w 1661833"/>
              <a:gd name="connsiteY1340" fmla="*/ 202855 h 373823"/>
              <a:gd name="connsiteX1341" fmla="*/ 1450441 w 1661833"/>
              <a:gd name="connsiteY1341" fmla="*/ 212679 h 373823"/>
              <a:gd name="connsiteX1342" fmla="*/ 1458660 w 1661833"/>
              <a:gd name="connsiteY1342" fmla="*/ 215890 h 373823"/>
              <a:gd name="connsiteX1343" fmla="*/ 1465082 w 1661833"/>
              <a:gd name="connsiteY1343" fmla="*/ 219936 h 373823"/>
              <a:gd name="connsiteX1344" fmla="*/ 1479273 w 1661833"/>
              <a:gd name="connsiteY1344" fmla="*/ 225201 h 373823"/>
              <a:gd name="connsiteX1345" fmla="*/ 1484153 w 1661833"/>
              <a:gd name="connsiteY1345" fmla="*/ 227449 h 373823"/>
              <a:gd name="connsiteX1346" fmla="*/ 1483639 w 1661833"/>
              <a:gd name="connsiteY1346" fmla="*/ 228090 h 373823"/>
              <a:gd name="connsiteX1347" fmla="*/ 1482098 w 1661833"/>
              <a:gd name="connsiteY1347" fmla="*/ 231815 h 373823"/>
              <a:gd name="connsiteX1348" fmla="*/ 1481392 w 1661833"/>
              <a:gd name="connsiteY1348" fmla="*/ 237080 h 373823"/>
              <a:gd name="connsiteX1349" fmla="*/ 1473237 w 1661833"/>
              <a:gd name="connsiteY1349" fmla="*/ 241319 h 373823"/>
              <a:gd name="connsiteX1350" fmla="*/ 1469898 w 1661833"/>
              <a:gd name="connsiteY1350" fmla="*/ 244080 h 373823"/>
              <a:gd name="connsiteX1351" fmla="*/ 1466558 w 1661833"/>
              <a:gd name="connsiteY1351" fmla="*/ 244786 h 373823"/>
              <a:gd name="connsiteX1352" fmla="*/ 1459045 w 1661833"/>
              <a:gd name="connsiteY1352" fmla="*/ 244337 h 373823"/>
              <a:gd name="connsiteX1353" fmla="*/ 1451276 w 1661833"/>
              <a:gd name="connsiteY1353" fmla="*/ 244337 h 373823"/>
              <a:gd name="connsiteX1354" fmla="*/ 1444469 w 1661833"/>
              <a:gd name="connsiteY1354" fmla="*/ 243053 h 373823"/>
              <a:gd name="connsiteX1355" fmla="*/ 1433810 w 1661833"/>
              <a:gd name="connsiteY1355" fmla="*/ 241575 h 373823"/>
              <a:gd name="connsiteX1356" fmla="*/ 1427774 w 1661833"/>
              <a:gd name="connsiteY1356" fmla="*/ 237402 h 373823"/>
              <a:gd name="connsiteX1357" fmla="*/ 1418528 w 1661833"/>
              <a:gd name="connsiteY1357" fmla="*/ 220899 h 373823"/>
              <a:gd name="connsiteX1358" fmla="*/ 1408061 w 1661833"/>
              <a:gd name="connsiteY1358" fmla="*/ 207607 h 373823"/>
              <a:gd name="connsiteX1359" fmla="*/ 1401640 w 1661833"/>
              <a:gd name="connsiteY1359" fmla="*/ 200350 h 373823"/>
              <a:gd name="connsiteX1360" fmla="*/ 1387063 w 1661833"/>
              <a:gd name="connsiteY1360" fmla="*/ 187508 h 373823"/>
              <a:gd name="connsiteX1361" fmla="*/ 1376982 w 1661833"/>
              <a:gd name="connsiteY1361" fmla="*/ 202791 h 373823"/>
              <a:gd name="connsiteX1362" fmla="*/ 1362406 w 1661833"/>
              <a:gd name="connsiteY1362" fmla="*/ 217046 h 373823"/>
              <a:gd name="connsiteX1363" fmla="*/ 1347444 w 1661833"/>
              <a:gd name="connsiteY1363" fmla="*/ 226164 h 373823"/>
              <a:gd name="connsiteX1364" fmla="*/ 1336336 w 1661833"/>
              <a:gd name="connsiteY1364" fmla="*/ 232200 h 373823"/>
              <a:gd name="connsiteX1365" fmla="*/ 1326126 w 1661833"/>
              <a:gd name="connsiteY1365" fmla="*/ 234833 h 373823"/>
              <a:gd name="connsiteX1366" fmla="*/ 1320539 w 1661833"/>
              <a:gd name="connsiteY1366" fmla="*/ 235861 h 373823"/>
              <a:gd name="connsiteX1367" fmla="*/ 1316750 w 1661833"/>
              <a:gd name="connsiteY1367" fmla="*/ 232586 h 373823"/>
              <a:gd name="connsiteX1368" fmla="*/ 1313861 w 1661833"/>
              <a:gd name="connsiteY1368" fmla="*/ 226806 h 373823"/>
              <a:gd name="connsiteX1369" fmla="*/ 1308981 w 1661833"/>
              <a:gd name="connsiteY1369" fmla="*/ 225137 h 373823"/>
              <a:gd name="connsiteX1370" fmla="*/ 1312127 w 1661833"/>
              <a:gd name="connsiteY1370" fmla="*/ 221477 h 373823"/>
              <a:gd name="connsiteX1371" fmla="*/ 1319319 w 1661833"/>
              <a:gd name="connsiteY1371" fmla="*/ 217239 h 373823"/>
              <a:gd name="connsiteX1372" fmla="*/ 1324264 w 1661833"/>
              <a:gd name="connsiteY1372" fmla="*/ 213579 h 373823"/>
              <a:gd name="connsiteX1373" fmla="*/ 1327731 w 1661833"/>
              <a:gd name="connsiteY1373" fmla="*/ 212038 h 373823"/>
              <a:gd name="connsiteX1374" fmla="*/ 1350847 w 1661833"/>
              <a:gd name="connsiteY1374" fmla="*/ 189884 h 373823"/>
              <a:gd name="connsiteX1375" fmla="*/ 1359773 w 1661833"/>
              <a:gd name="connsiteY1375" fmla="*/ 174216 h 373823"/>
              <a:gd name="connsiteX1376" fmla="*/ 1361635 w 1661833"/>
              <a:gd name="connsiteY1376" fmla="*/ 167795 h 373823"/>
              <a:gd name="connsiteX1377" fmla="*/ 1357012 w 1661833"/>
              <a:gd name="connsiteY1377" fmla="*/ 167795 h 373823"/>
              <a:gd name="connsiteX1378" fmla="*/ 1353480 w 1661833"/>
              <a:gd name="connsiteY1378" fmla="*/ 167795 h 373823"/>
              <a:gd name="connsiteX1379" fmla="*/ 1348728 w 1661833"/>
              <a:gd name="connsiteY1379" fmla="*/ 169079 h 373823"/>
              <a:gd name="connsiteX1380" fmla="*/ 1344169 w 1661833"/>
              <a:gd name="connsiteY1380" fmla="*/ 169079 h 373823"/>
              <a:gd name="connsiteX1381" fmla="*/ 1337169 w 1661833"/>
              <a:gd name="connsiteY1381" fmla="*/ 165804 h 373823"/>
              <a:gd name="connsiteX1382" fmla="*/ 1329014 w 1661833"/>
              <a:gd name="connsiteY1382" fmla="*/ 155658 h 373823"/>
              <a:gd name="connsiteX1383" fmla="*/ 1331198 w 1661833"/>
              <a:gd name="connsiteY1383" fmla="*/ 149237 h 373823"/>
              <a:gd name="connsiteX1384" fmla="*/ 1335051 w 1661833"/>
              <a:gd name="connsiteY1384" fmla="*/ 145256 h 373823"/>
              <a:gd name="connsiteX1385" fmla="*/ 1339931 w 1661833"/>
              <a:gd name="connsiteY1385" fmla="*/ 143394 h 373823"/>
              <a:gd name="connsiteX1386" fmla="*/ 1344040 w 1661833"/>
              <a:gd name="connsiteY1386" fmla="*/ 140697 h 373823"/>
              <a:gd name="connsiteX1387" fmla="*/ 1354058 w 1661833"/>
              <a:gd name="connsiteY1387" fmla="*/ 140697 h 373823"/>
              <a:gd name="connsiteX1388" fmla="*/ 1370561 w 1661833"/>
              <a:gd name="connsiteY1388" fmla="*/ 134853 h 373823"/>
              <a:gd name="connsiteX1389" fmla="*/ 1373707 w 1661833"/>
              <a:gd name="connsiteY1389" fmla="*/ 119635 h 373823"/>
              <a:gd name="connsiteX1390" fmla="*/ 1374798 w 1661833"/>
              <a:gd name="connsiteY1390" fmla="*/ 110003 h 373823"/>
              <a:gd name="connsiteX1391" fmla="*/ 1374349 w 1661833"/>
              <a:gd name="connsiteY1391" fmla="*/ 101719 h 373823"/>
              <a:gd name="connsiteX1392" fmla="*/ 1376918 w 1661833"/>
              <a:gd name="connsiteY1392" fmla="*/ 98766 h 373823"/>
              <a:gd name="connsiteX1393" fmla="*/ 1383339 w 1661833"/>
              <a:gd name="connsiteY1393" fmla="*/ 99280 h 373823"/>
              <a:gd name="connsiteX1394" fmla="*/ 1388347 w 1661833"/>
              <a:gd name="connsiteY1394" fmla="*/ 97674 h 373823"/>
              <a:gd name="connsiteX1395" fmla="*/ 499514 w 1661833"/>
              <a:gd name="connsiteY1395" fmla="*/ 95619 h 373823"/>
              <a:gd name="connsiteX1396" fmla="*/ 504266 w 1661833"/>
              <a:gd name="connsiteY1396" fmla="*/ 98252 h 373823"/>
              <a:gd name="connsiteX1397" fmla="*/ 511843 w 1661833"/>
              <a:gd name="connsiteY1397" fmla="*/ 99087 h 373823"/>
              <a:gd name="connsiteX1398" fmla="*/ 519549 w 1661833"/>
              <a:gd name="connsiteY1398" fmla="*/ 99087 h 373823"/>
              <a:gd name="connsiteX1399" fmla="*/ 524557 w 1661833"/>
              <a:gd name="connsiteY1399" fmla="*/ 100372 h 373823"/>
              <a:gd name="connsiteX1400" fmla="*/ 528988 w 1661833"/>
              <a:gd name="connsiteY1400" fmla="*/ 102490 h 373823"/>
              <a:gd name="connsiteX1401" fmla="*/ 533740 w 1661833"/>
              <a:gd name="connsiteY1401" fmla="*/ 109875 h 373823"/>
              <a:gd name="connsiteX1402" fmla="*/ 532904 w 1661833"/>
              <a:gd name="connsiteY1402" fmla="*/ 110196 h 373823"/>
              <a:gd name="connsiteX1403" fmla="*/ 532519 w 1661833"/>
              <a:gd name="connsiteY1403" fmla="*/ 115076 h 373823"/>
              <a:gd name="connsiteX1404" fmla="*/ 532519 w 1661833"/>
              <a:gd name="connsiteY1404" fmla="*/ 122525 h 373823"/>
              <a:gd name="connsiteX1405" fmla="*/ 528731 w 1661833"/>
              <a:gd name="connsiteY1405" fmla="*/ 130616 h 373823"/>
              <a:gd name="connsiteX1406" fmla="*/ 527639 w 1661833"/>
              <a:gd name="connsiteY1406" fmla="*/ 138963 h 373823"/>
              <a:gd name="connsiteX1407" fmla="*/ 526805 w 1661833"/>
              <a:gd name="connsiteY1407" fmla="*/ 154117 h 373823"/>
              <a:gd name="connsiteX1408" fmla="*/ 525456 w 1661833"/>
              <a:gd name="connsiteY1408" fmla="*/ 163364 h 373823"/>
              <a:gd name="connsiteX1409" fmla="*/ 524878 w 1661833"/>
              <a:gd name="connsiteY1409" fmla="*/ 171198 h 373823"/>
              <a:gd name="connsiteX1410" fmla="*/ 526676 w 1661833"/>
              <a:gd name="connsiteY1410" fmla="*/ 176528 h 373823"/>
              <a:gd name="connsiteX1411" fmla="*/ 527190 w 1661833"/>
              <a:gd name="connsiteY1411" fmla="*/ 179610 h 373823"/>
              <a:gd name="connsiteX1412" fmla="*/ 528217 w 1661833"/>
              <a:gd name="connsiteY1412" fmla="*/ 184426 h 373823"/>
              <a:gd name="connsiteX1413" fmla="*/ 525328 w 1661833"/>
              <a:gd name="connsiteY1413" fmla="*/ 194764 h 373823"/>
              <a:gd name="connsiteX1414" fmla="*/ 521668 w 1661833"/>
              <a:gd name="connsiteY1414" fmla="*/ 200415 h 373823"/>
              <a:gd name="connsiteX1415" fmla="*/ 510751 w 1661833"/>
              <a:gd name="connsiteY1415" fmla="*/ 206836 h 373823"/>
              <a:gd name="connsiteX1416" fmla="*/ 501184 w 1661833"/>
              <a:gd name="connsiteY1416" fmla="*/ 215890 h 373823"/>
              <a:gd name="connsiteX1417" fmla="*/ 491102 w 1661833"/>
              <a:gd name="connsiteY1417" fmla="*/ 220449 h 373823"/>
              <a:gd name="connsiteX1418" fmla="*/ 478260 w 1661833"/>
              <a:gd name="connsiteY1418" fmla="*/ 228091 h 373823"/>
              <a:gd name="connsiteX1419" fmla="*/ 470361 w 1661833"/>
              <a:gd name="connsiteY1419" fmla="*/ 231430 h 373823"/>
              <a:gd name="connsiteX1420" fmla="*/ 458033 w 1661833"/>
              <a:gd name="connsiteY1420" fmla="*/ 240291 h 373823"/>
              <a:gd name="connsiteX1421" fmla="*/ 450134 w 1661833"/>
              <a:gd name="connsiteY1421" fmla="*/ 233163 h 373823"/>
              <a:gd name="connsiteX1422" fmla="*/ 445062 w 1661833"/>
              <a:gd name="connsiteY1422" fmla="*/ 229247 h 373823"/>
              <a:gd name="connsiteX1423" fmla="*/ 443649 w 1661833"/>
              <a:gd name="connsiteY1423" fmla="*/ 222825 h 373823"/>
              <a:gd name="connsiteX1424" fmla="*/ 441851 w 1661833"/>
              <a:gd name="connsiteY1424" fmla="*/ 217239 h 373823"/>
              <a:gd name="connsiteX1425" fmla="*/ 444933 w 1661833"/>
              <a:gd name="connsiteY1425" fmla="*/ 213000 h 373823"/>
              <a:gd name="connsiteX1426" fmla="*/ 449685 w 1661833"/>
              <a:gd name="connsiteY1426" fmla="*/ 212551 h 373823"/>
              <a:gd name="connsiteX1427" fmla="*/ 457069 w 1661833"/>
              <a:gd name="connsiteY1427" fmla="*/ 208184 h 373823"/>
              <a:gd name="connsiteX1428" fmla="*/ 464968 w 1661833"/>
              <a:gd name="connsiteY1428" fmla="*/ 205167 h 373823"/>
              <a:gd name="connsiteX1429" fmla="*/ 478645 w 1661833"/>
              <a:gd name="connsiteY1429" fmla="*/ 197589 h 373823"/>
              <a:gd name="connsiteX1430" fmla="*/ 485066 w 1661833"/>
              <a:gd name="connsiteY1430" fmla="*/ 191168 h 373823"/>
              <a:gd name="connsiteX1431" fmla="*/ 484681 w 1661833"/>
              <a:gd name="connsiteY1431" fmla="*/ 176656 h 373823"/>
              <a:gd name="connsiteX1432" fmla="*/ 481278 w 1661833"/>
              <a:gd name="connsiteY1432" fmla="*/ 174601 h 373823"/>
              <a:gd name="connsiteX1433" fmla="*/ 474857 w 1661833"/>
              <a:gd name="connsiteY1433" fmla="*/ 175436 h 373823"/>
              <a:gd name="connsiteX1434" fmla="*/ 468820 w 1661833"/>
              <a:gd name="connsiteY1434" fmla="*/ 177619 h 373823"/>
              <a:gd name="connsiteX1435" fmla="*/ 464261 w 1661833"/>
              <a:gd name="connsiteY1435" fmla="*/ 178197 h 373823"/>
              <a:gd name="connsiteX1436" fmla="*/ 461308 w 1661833"/>
              <a:gd name="connsiteY1436" fmla="*/ 175693 h 373823"/>
              <a:gd name="connsiteX1437" fmla="*/ 459959 w 1661833"/>
              <a:gd name="connsiteY1437" fmla="*/ 168244 h 373823"/>
              <a:gd name="connsiteX1438" fmla="*/ 458674 w 1661833"/>
              <a:gd name="connsiteY1438" fmla="*/ 163043 h 373823"/>
              <a:gd name="connsiteX1439" fmla="*/ 459253 w 1661833"/>
              <a:gd name="connsiteY1439" fmla="*/ 152512 h 373823"/>
              <a:gd name="connsiteX1440" fmla="*/ 465674 w 1661833"/>
              <a:gd name="connsiteY1440" fmla="*/ 146412 h 373823"/>
              <a:gd name="connsiteX1441" fmla="*/ 474214 w 1661833"/>
              <a:gd name="connsiteY1441" fmla="*/ 143715 h 373823"/>
              <a:gd name="connsiteX1442" fmla="*/ 480636 w 1661833"/>
              <a:gd name="connsiteY1442" fmla="*/ 143266 h 373823"/>
              <a:gd name="connsiteX1443" fmla="*/ 489240 w 1661833"/>
              <a:gd name="connsiteY1443" fmla="*/ 139349 h 373823"/>
              <a:gd name="connsiteX1444" fmla="*/ 493414 w 1661833"/>
              <a:gd name="connsiteY1444" fmla="*/ 131515 h 373823"/>
              <a:gd name="connsiteX1445" fmla="*/ 496047 w 1661833"/>
              <a:gd name="connsiteY1445" fmla="*/ 114626 h 373823"/>
              <a:gd name="connsiteX1446" fmla="*/ 491744 w 1661833"/>
              <a:gd name="connsiteY1446" fmla="*/ 103711 h 373823"/>
              <a:gd name="connsiteX1447" fmla="*/ 491744 w 1661833"/>
              <a:gd name="connsiteY1447" fmla="*/ 100628 h 373823"/>
              <a:gd name="connsiteX1448" fmla="*/ 496560 w 1661833"/>
              <a:gd name="connsiteY1448" fmla="*/ 96904 h 373823"/>
              <a:gd name="connsiteX1449" fmla="*/ 499514 w 1661833"/>
              <a:gd name="connsiteY1449" fmla="*/ 95619 h 373823"/>
              <a:gd name="connsiteX1450" fmla="*/ 590696 w 1661833"/>
              <a:gd name="connsiteY1450" fmla="*/ 87079 h 373823"/>
              <a:gd name="connsiteX1451" fmla="*/ 595383 w 1661833"/>
              <a:gd name="connsiteY1451" fmla="*/ 89841 h 373823"/>
              <a:gd name="connsiteX1452" fmla="*/ 599300 w 1661833"/>
              <a:gd name="connsiteY1452" fmla="*/ 90739 h 373823"/>
              <a:gd name="connsiteX1453" fmla="*/ 602318 w 1661833"/>
              <a:gd name="connsiteY1453" fmla="*/ 94142 h 373823"/>
              <a:gd name="connsiteX1454" fmla="*/ 604758 w 1661833"/>
              <a:gd name="connsiteY1454" fmla="*/ 103582 h 373823"/>
              <a:gd name="connsiteX1455" fmla="*/ 597759 w 1661833"/>
              <a:gd name="connsiteY1455" fmla="*/ 116424 h 373823"/>
              <a:gd name="connsiteX1456" fmla="*/ 596411 w 1661833"/>
              <a:gd name="connsiteY1456" fmla="*/ 122846 h 373823"/>
              <a:gd name="connsiteX1457" fmla="*/ 602190 w 1661833"/>
              <a:gd name="connsiteY1457" fmla="*/ 124836 h 373823"/>
              <a:gd name="connsiteX1458" fmla="*/ 607969 w 1661833"/>
              <a:gd name="connsiteY1458" fmla="*/ 121561 h 373823"/>
              <a:gd name="connsiteX1459" fmla="*/ 617280 w 1661833"/>
              <a:gd name="connsiteY1459" fmla="*/ 124836 h 373823"/>
              <a:gd name="connsiteX1460" fmla="*/ 622481 w 1661833"/>
              <a:gd name="connsiteY1460" fmla="*/ 134533 h 373823"/>
              <a:gd name="connsiteX1461" fmla="*/ 623572 w 1661833"/>
              <a:gd name="connsiteY1461" fmla="*/ 141468 h 373823"/>
              <a:gd name="connsiteX1462" fmla="*/ 620426 w 1661833"/>
              <a:gd name="connsiteY1462" fmla="*/ 145064 h 373823"/>
              <a:gd name="connsiteX1463" fmla="*/ 614005 w 1661833"/>
              <a:gd name="connsiteY1463" fmla="*/ 146733 h 373823"/>
              <a:gd name="connsiteX1464" fmla="*/ 608419 w 1661833"/>
              <a:gd name="connsiteY1464" fmla="*/ 150650 h 373823"/>
              <a:gd name="connsiteX1465" fmla="*/ 600584 w 1661833"/>
              <a:gd name="connsiteY1465" fmla="*/ 155016 h 373823"/>
              <a:gd name="connsiteX1466" fmla="*/ 588128 w 1661833"/>
              <a:gd name="connsiteY1466" fmla="*/ 161052 h 373823"/>
              <a:gd name="connsiteX1467" fmla="*/ 583825 w 1661833"/>
              <a:gd name="connsiteY1467" fmla="*/ 174794 h 373823"/>
              <a:gd name="connsiteX1468" fmla="*/ 584275 w 1661833"/>
              <a:gd name="connsiteY1468" fmla="*/ 181215 h 373823"/>
              <a:gd name="connsiteX1469" fmla="*/ 587742 w 1661833"/>
              <a:gd name="connsiteY1469" fmla="*/ 192581 h 373823"/>
              <a:gd name="connsiteX1470" fmla="*/ 597245 w 1661833"/>
              <a:gd name="connsiteY1470" fmla="*/ 196819 h 373823"/>
              <a:gd name="connsiteX1471" fmla="*/ 604052 w 1661833"/>
              <a:gd name="connsiteY1471" fmla="*/ 197718 h 373823"/>
              <a:gd name="connsiteX1472" fmla="*/ 608868 w 1661833"/>
              <a:gd name="connsiteY1472" fmla="*/ 198745 h 373823"/>
              <a:gd name="connsiteX1473" fmla="*/ 613620 w 1661833"/>
              <a:gd name="connsiteY1473" fmla="*/ 200607 h 373823"/>
              <a:gd name="connsiteX1474" fmla="*/ 621068 w 1661833"/>
              <a:gd name="connsiteY1474" fmla="*/ 201378 h 373823"/>
              <a:gd name="connsiteX1475" fmla="*/ 621389 w 1661833"/>
              <a:gd name="connsiteY1475" fmla="*/ 201506 h 373823"/>
              <a:gd name="connsiteX1476" fmla="*/ 625563 w 1661833"/>
              <a:gd name="connsiteY1476" fmla="*/ 211074 h 373823"/>
              <a:gd name="connsiteX1477" fmla="*/ 621839 w 1661833"/>
              <a:gd name="connsiteY1477" fmla="*/ 221733 h 373823"/>
              <a:gd name="connsiteX1478" fmla="*/ 618757 w 1661833"/>
              <a:gd name="connsiteY1478" fmla="*/ 228733 h 373823"/>
              <a:gd name="connsiteX1479" fmla="*/ 610730 w 1661833"/>
              <a:gd name="connsiteY1479" fmla="*/ 229952 h 373823"/>
              <a:gd name="connsiteX1480" fmla="*/ 602832 w 1661833"/>
              <a:gd name="connsiteY1480" fmla="*/ 231814 h 373823"/>
              <a:gd name="connsiteX1481" fmla="*/ 597309 w 1661833"/>
              <a:gd name="connsiteY1481" fmla="*/ 229439 h 373823"/>
              <a:gd name="connsiteX1482" fmla="*/ 588769 w 1661833"/>
              <a:gd name="connsiteY1482" fmla="*/ 228604 h 373823"/>
              <a:gd name="connsiteX1483" fmla="*/ 580357 w 1661833"/>
              <a:gd name="connsiteY1483" fmla="*/ 228604 h 373823"/>
              <a:gd name="connsiteX1484" fmla="*/ 573230 w 1661833"/>
              <a:gd name="connsiteY1484" fmla="*/ 226549 h 373823"/>
              <a:gd name="connsiteX1485" fmla="*/ 562828 w 1661833"/>
              <a:gd name="connsiteY1485" fmla="*/ 225972 h 373823"/>
              <a:gd name="connsiteX1486" fmla="*/ 557562 w 1661833"/>
              <a:gd name="connsiteY1486" fmla="*/ 223082 h 373823"/>
              <a:gd name="connsiteX1487" fmla="*/ 552682 w 1661833"/>
              <a:gd name="connsiteY1487" fmla="*/ 215248 h 373823"/>
              <a:gd name="connsiteX1488" fmla="*/ 552040 w 1661833"/>
              <a:gd name="connsiteY1488" fmla="*/ 206129 h 373823"/>
              <a:gd name="connsiteX1489" fmla="*/ 549792 w 1661833"/>
              <a:gd name="connsiteY1489" fmla="*/ 195278 h 373823"/>
              <a:gd name="connsiteX1490" fmla="*/ 549343 w 1661833"/>
              <a:gd name="connsiteY1490" fmla="*/ 188471 h 373823"/>
              <a:gd name="connsiteX1491" fmla="*/ 548509 w 1661833"/>
              <a:gd name="connsiteY1491" fmla="*/ 182050 h 373823"/>
              <a:gd name="connsiteX1492" fmla="*/ 547481 w 1661833"/>
              <a:gd name="connsiteY1492" fmla="*/ 171969 h 373823"/>
              <a:gd name="connsiteX1493" fmla="*/ 550178 w 1661833"/>
              <a:gd name="connsiteY1493" fmla="*/ 155723 h 373823"/>
              <a:gd name="connsiteX1494" fmla="*/ 552425 w 1661833"/>
              <a:gd name="connsiteY1494" fmla="*/ 150650 h 373823"/>
              <a:gd name="connsiteX1495" fmla="*/ 554351 w 1661833"/>
              <a:gd name="connsiteY1495" fmla="*/ 142302 h 373823"/>
              <a:gd name="connsiteX1496" fmla="*/ 556149 w 1661833"/>
              <a:gd name="connsiteY1496" fmla="*/ 133762 h 373823"/>
              <a:gd name="connsiteX1497" fmla="*/ 556921 w 1661833"/>
              <a:gd name="connsiteY1497" fmla="*/ 120470 h 373823"/>
              <a:gd name="connsiteX1498" fmla="*/ 558847 w 1661833"/>
              <a:gd name="connsiteY1498" fmla="*/ 112379 h 373823"/>
              <a:gd name="connsiteX1499" fmla="*/ 561608 w 1661833"/>
              <a:gd name="connsiteY1499" fmla="*/ 99536 h 373823"/>
              <a:gd name="connsiteX1500" fmla="*/ 561929 w 1661833"/>
              <a:gd name="connsiteY1500" fmla="*/ 90739 h 373823"/>
              <a:gd name="connsiteX1501" fmla="*/ 567001 w 1661833"/>
              <a:gd name="connsiteY1501" fmla="*/ 87143 h 373823"/>
              <a:gd name="connsiteX1502" fmla="*/ 573422 w 1661833"/>
              <a:gd name="connsiteY1502" fmla="*/ 88492 h 373823"/>
              <a:gd name="connsiteX1503" fmla="*/ 579138 w 1661833"/>
              <a:gd name="connsiteY1503" fmla="*/ 87272 h 373823"/>
              <a:gd name="connsiteX1504" fmla="*/ 584275 w 1661833"/>
              <a:gd name="connsiteY1504" fmla="*/ 88300 h 373823"/>
              <a:gd name="connsiteX1505" fmla="*/ 590696 w 1661833"/>
              <a:gd name="connsiteY1505" fmla="*/ 87079 h 373823"/>
              <a:gd name="connsiteX1506" fmla="*/ 186727 w 1661833"/>
              <a:gd name="connsiteY1506" fmla="*/ 86679 h 373823"/>
              <a:gd name="connsiteX1507" fmla="*/ 183043 w 1661833"/>
              <a:gd name="connsiteY1507" fmla="*/ 91891 h 373823"/>
              <a:gd name="connsiteX1508" fmla="*/ 183043 w 1661833"/>
              <a:gd name="connsiteY1508" fmla="*/ 92149 h 373823"/>
              <a:gd name="connsiteX1509" fmla="*/ 179931 w 1661833"/>
              <a:gd name="connsiteY1509" fmla="*/ 108228 h 373823"/>
              <a:gd name="connsiteX1510" fmla="*/ 179691 w 1661833"/>
              <a:gd name="connsiteY1510" fmla="*/ 109426 h 373823"/>
              <a:gd name="connsiteX1511" fmla="*/ 177407 w 1661833"/>
              <a:gd name="connsiteY1511" fmla="*/ 109426 h 373823"/>
              <a:gd name="connsiteX1512" fmla="*/ 121378 w 1661833"/>
              <a:gd name="connsiteY1512" fmla="*/ 101340 h 373823"/>
              <a:gd name="connsiteX1513" fmla="*/ 126259 w 1661833"/>
              <a:gd name="connsiteY1513" fmla="*/ 113367 h 373823"/>
              <a:gd name="connsiteX1514" fmla="*/ 139576 w 1661833"/>
              <a:gd name="connsiteY1514" fmla="*/ 121692 h 373823"/>
              <a:gd name="connsiteX1515" fmla="*/ 140681 w 1661833"/>
              <a:gd name="connsiteY1515" fmla="*/ 121913 h 373823"/>
              <a:gd name="connsiteX1516" fmla="*/ 140681 w 1661833"/>
              <a:gd name="connsiteY1516" fmla="*/ 123037 h 373823"/>
              <a:gd name="connsiteX1517" fmla="*/ 140755 w 1661833"/>
              <a:gd name="connsiteY1517" fmla="*/ 123037 h 373823"/>
              <a:gd name="connsiteX1518" fmla="*/ 145635 w 1661833"/>
              <a:gd name="connsiteY1518" fmla="*/ 132872 h 373823"/>
              <a:gd name="connsiteX1519" fmla="*/ 155931 w 1661833"/>
              <a:gd name="connsiteY1519" fmla="*/ 136133 h 373823"/>
              <a:gd name="connsiteX1520" fmla="*/ 157313 w 1661833"/>
              <a:gd name="connsiteY1520" fmla="*/ 136133 h 373823"/>
              <a:gd name="connsiteX1521" fmla="*/ 158473 w 1661833"/>
              <a:gd name="connsiteY1521" fmla="*/ 135985 h 373823"/>
              <a:gd name="connsiteX1522" fmla="*/ 158878 w 1661833"/>
              <a:gd name="connsiteY1522" fmla="*/ 137072 h 373823"/>
              <a:gd name="connsiteX1523" fmla="*/ 166577 w 1661833"/>
              <a:gd name="connsiteY1523" fmla="*/ 143445 h 373823"/>
              <a:gd name="connsiteX1524" fmla="*/ 170519 w 1661833"/>
              <a:gd name="connsiteY1524" fmla="*/ 144034 h 373823"/>
              <a:gd name="connsiteX1525" fmla="*/ 175621 w 1661833"/>
              <a:gd name="connsiteY1525" fmla="*/ 143150 h 373823"/>
              <a:gd name="connsiteX1526" fmla="*/ 178328 w 1661833"/>
              <a:gd name="connsiteY1526" fmla="*/ 142026 h 373823"/>
              <a:gd name="connsiteX1527" fmla="*/ 174350 w 1661833"/>
              <a:gd name="connsiteY1527" fmla="*/ 158290 h 373823"/>
              <a:gd name="connsiteX1528" fmla="*/ 199399 w 1661833"/>
              <a:gd name="connsiteY1528" fmla="*/ 158290 h 373823"/>
              <a:gd name="connsiteX1529" fmla="*/ 195402 w 1661833"/>
              <a:gd name="connsiteY1529" fmla="*/ 142008 h 373823"/>
              <a:gd name="connsiteX1530" fmla="*/ 198128 w 1661833"/>
              <a:gd name="connsiteY1530" fmla="*/ 143150 h 373823"/>
              <a:gd name="connsiteX1531" fmla="*/ 203212 w 1661833"/>
              <a:gd name="connsiteY1531" fmla="*/ 144034 h 373823"/>
              <a:gd name="connsiteX1532" fmla="*/ 207153 w 1661833"/>
              <a:gd name="connsiteY1532" fmla="*/ 143445 h 373823"/>
              <a:gd name="connsiteX1533" fmla="*/ 214852 w 1661833"/>
              <a:gd name="connsiteY1533" fmla="*/ 137072 h 373823"/>
              <a:gd name="connsiteX1534" fmla="*/ 215257 w 1661833"/>
              <a:gd name="connsiteY1534" fmla="*/ 135985 h 373823"/>
              <a:gd name="connsiteX1535" fmla="*/ 216418 w 1661833"/>
              <a:gd name="connsiteY1535" fmla="*/ 136133 h 373823"/>
              <a:gd name="connsiteX1536" fmla="*/ 217799 w 1661833"/>
              <a:gd name="connsiteY1536" fmla="*/ 136133 h 373823"/>
              <a:gd name="connsiteX1537" fmla="*/ 228095 w 1661833"/>
              <a:gd name="connsiteY1537" fmla="*/ 132872 h 373823"/>
              <a:gd name="connsiteX1538" fmla="*/ 232976 w 1661833"/>
              <a:gd name="connsiteY1538" fmla="*/ 123019 h 373823"/>
              <a:gd name="connsiteX1539" fmla="*/ 232976 w 1661833"/>
              <a:gd name="connsiteY1539" fmla="*/ 121913 h 373823"/>
              <a:gd name="connsiteX1540" fmla="*/ 234081 w 1661833"/>
              <a:gd name="connsiteY1540" fmla="*/ 121692 h 373823"/>
              <a:gd name="connsiteX1541" fmla="*/ 247379 w 1661833"/>
              <a:gd name="connsiteY1541" fmla="*/ 113367 h 373823"/>
              <a:gd name="connsiteX1542" fmla="*/ 252260 w 1661833"/>
              <a:gd name="connsiteY1542" fmla="*/ 101340 h 373823"/>
              <a:gd name="connsiteX1543" fmla="*/ 196286 w 1661833"/>
              <a:gd name="connsiteY1543" fmla="*/ 109426 h 373823"/>
              <a:gd name="connsiteX1544" fmla="*/ 194003 w 1661833"/>
              <a:gd name="connsiteY1544" fmla="*/ 109426 h 373823"/>
              <a:gd name="connsiteX1545" fmla="*/ 193763 w 1661833"/>
              <a:gd name="connsiteY1545" fmla="*/ 108228 h 373823"/>
              <a:gd name="connsiteX1546" fmla="*/ 190650 w 1661833"/>
              <a:gd name="connsiteY1546" fmla="*/ 92149 h 373823"/>
              <a:gd name="connsiteX1547" fmla="*/ 190650 w 1661833"/>
              <a:gd name="connsiteY1547" fmla="*/ 91891 h 373823"/>
              <a:gd name="connsiteX1548" fmla="*/ 186967 w 1661833"/>
              <a:gd name="connsiteY1548" fmla="*/ 86679 h 373823"/>
              <a:gd name="connsiteX1549" fmla="*/ 215700 w 1661833"/>
              <a:gd name="connsiteY1549" fmla="*/ 86034 h 373823"/>
              <a:gd name="connsiteX1550" fmla="*/ 222901 w 1661833"/>
              <a:gd name="connsiteY1550" fmla="*/ 90694 h 373823"/>
              <a:gd name="connsiteX1551" fmla="*/ 214355 w 1661833"/>
              <a:gd name="connsiteY1551" fmla="*/ 91155 h 373823"/>
              <a:gd name="connsiteX1552" fmla="*/ 207982 w 1661833"/>
              <a:gd name="connsiteY1552" fmla="*/ 86513 h 373823"/>
              <a:gd name="connsiteX1553" fmla="*/ 215700 w 1661833"/>
              <a:gd name="connsiteY1553" fmla="*/ 86034 h 373823"/>
              <a:gd name="connsiteX1554" fmla="*/ 1028691 w 1661833"/>
              <a:gd name="connsiteY1554" fmla="*/ 85281 h 373823"/>
              <a:gd name="connsiteX1555" fmla="*/ 1035113 w 1661833"/>
              <a:gd name="connsiteY1555" fmla="*/ 87786 h 373823"/>
              <a:gd name="connsiteX1556" fmla="*/ 1047955 w 1661833"/>
              <a:gd name="connsiteY1556" fmla="*/ 88749 h 373823"/>
              <a:gd name="connsiteX1557" fmla="*/ 1048534 w 1661833"/>
              <a:gd name="connsiteY1557" fmla="*/ 89070 h 373823"/>
              <a:gd name="connsiteX1558" fmla="*/ 1050717 w 1661833"/>
              <a:gd name="connsiteY1558" fmla="*/ 94335 h 373823"/>
              <a:gd name="connsiteX1559" fmla="*/ 1055147 w 1661833"/>
              <a:gd name="connsiteY1559" fmla="*/ 103325 h 373823"/>
              <a:gd name="connsiteX1560" fmla="*/ 1051551 w 1661833"/>
              <a:gd name="connsiteY1560" fmla="*/ 110967 h 373823"/>
              <a:gd name="connsiteX1561" fmla="*/ 1049882 w 1661833"/>
              <a:gd name="connsiteY1561" fmla="*/ 118030 h 373823"/>
              <a:gd name="connsiteX1562" fmla="*/ 1043461 w 1661833"/>
              <a:gd name="connsiteY1562" fmla="*/ 129396 h 373823"/>
              <a:gd name="connsiteX1563" fmla="*/ 1037681 w 1661833"/>
              <a:gd name="connsiteY1563" fmla="*/ 135817 h 373823"/>
              <a:gd name="connsiteX1564" fmla="*/ 1024839 w 1661833"/>
              <a:gd name="connsiteY1564" fmla="*/ 162658 h 373823"/>
              <a:gd name="connsiteX1565" fmla="*/ 1020537 w 1661833"/>
              <a:gd name="connsiteY1565" fmla="*/ 166960 h 373823"/>
              <a:gd name="connsiteX1566" fmla="*/ 1015271 w 1661833"/>
              <a:gd name="connsiteY1566" fmla="*/ 166960 h 373823"/>
              <a:gd name="connsiteX1567" fmla="*/ 1009748 w 1661833"/>
              <a:gd name="connsiteY1567" fmla="*/ 168758 h 373823"/>
              <a:gd name="connsiteX1568" fmla="*/ 1001530 w 1661833"/>
              <a:gd name="connsiteY1568" fmla="*/ 171262 h 373823"/>
              <a:gd name="connsiteX1569" fmla="*/ 1001530 w 1661833"/>
              <a:gd name="connsiteY1569" fmla="*/ 177684 h 373823"/>
              <a:gd name="connsiteX1570" fmla="*/ 1007950 w 1661833"/>
              <a:gd name="connsiteY1570" fmla="*/ 176528 h 373823"/>
              <a:gd name="connsiteX1571" fmla="*/ 1012959 w 1661833"/>
              <a:gd name="connsiteY1571" fmla="*/ 174216 h 373823"/>
              <a:gd name="connsiteX1572" fmla="*/ 1019894 w 1661833"/>
              <a:gd name="connsiteY1572" fmla="*/ 176399 h 373823"/>
              <a:gd name="connsiteX1573" fmla="*/ 1022656 w 1661833"/>
              <a:gd name="connsiteY1573" fmla="*/ 179610 h 373823"/>
              <a:gd name="connsiteX1574" fmla="*/ 1024454 w 1661833"/>
              <a:gd name="connsiteY1574" fmla="*/ 188343 h 373823"/>
              <a:gd name="connsiteX1575" fmla="*/ 1023362 w 1661833"/>
              <a:gd name="connsiteY1575" fmla="*/ 191939 h 373823"/>
              <a:gd name="connsiteX1576" fmla="*/ 1016941 w 1661833"/>
              <a:gd name="connsiteY1576" fmla="*/ 196369 h 373823"/>
              <a:gd name="connsiteX1577" fmla="*/ 1009748 w 1661833"/>
              <a:gd name="connsiteY1577" fmla="*/ 199002 h 373823"/>
              <a:gd name="connsiteX1578" fmla="*/ 1007501 w 1661833"/>
              <a:gd name="connsiteY1578" fmla="*/ 203176 h 373823"/>
              <a:gd name="connsiteX1579" fmla="*/ 1010969 w 1661833"/>
              <a:gd name="connsiteY1579" fmla="*/ 205937 h 373823"/>
              <a:gd name="connsiteX1580" fmla="*/ 1020537 w 1661833"/>
              <a:gd name="connsiteY1580" fmla="*/ 204139 h 373823"/>
              <a:gd name="connsiteX1581" fmla="*/ 1027729 w 1661833"/>
              <a:gd name="connsiteY1581" fmla="*/ 204139 h 373823"/>
              <a:gd name="connsiteX1582" fmla="*/ 1036590 w 1661833"/>
              <a:gd name="connsiteY1582" fmla="*/ 202341 h 373823"/>
              <a:gd name="connsiteX1583" fmla="*/ 1044359 w 1661833"/>
              <a:gd name="connsiteY1583" fmla="*/ 202341 h 373823"/>
              <a:gd name="connsiteX1584" fmla="*/ 1050781 w 1661833"/>
              <a:gd name="connsiteY1584" fmla="*/ 212423 h 373823"/>
              <a:gd name="connsiteX1585" fmla="*/ 1039415 w 1661833"/>
              <a:gd name="connsiteY1585" fmla="*/ 228797 h 373823"/>
              <a:gd name="connsiteX1586" fmla="*/ 1029077 w 1661833"/>
              <a:gd name="connsiteY1586" fmla="*/ 226999 h 373823"/>
              <a:gd name="connsiteX1587" fmla="*/ 1011996 w 1661833"/>
              <a:gd name="connsiteY1587" fmla="*/ 227705 h 373823"/>
              <a:gd name="connsiteX1588" fmla="*/ 1002685 w 1661833"/>
              <a:gd name="connsiteY1588" fmla="*/ 227127 h 373823"/>
              <a:gd name="connsiteX1589" fmla="*/ 994530 w 1661833"/>
              <a:gd name="connsiteY1589" fmla="*/ 227962 h 373823"/>
              <a:gd name="connsiteX1590" fmla="*/ 985412 w 1661833"/>
              <a:gd name="connsiteY1590" fmla="*/ 229504 h 373823"/>
              <a:gd name="connsiteX1591" fmla="*/ 974303 w 1661833"/>
              <a:gd name="connsiteY1591" fmla="*/ 231686 h 373823"/>
              <a:gd name="connsiteX1592" fmla="*/ 962809 w 1661833"/>
              <a:gd name="connsiteY1592" fmla="*/ 232842 h 373823"/>
              <a:gd name="connsiteX1593" fmla="*/ 950994 w 1661833"/>
              <a:gd name="connsiteY1593" fmla="*/ 236438 h 373823"/>
              <a:gd name="connsiteX1594" fmla="*/ 943545 w 1661833"/>
              <a:gd name="connsiteY1594" fmla="*/ 232521 h 373823"/>
              <a:gd name="connsiteX1595" fmla="*/ 941876 w 1661833"/>
              <a:gd name="connsiteY1595" fmla="*/ 222568 h 373823"/>
              <a:gd name="connsiteX1596" fmla="*/ 942260 w 1661833"/>
              <a:gd name="connsiteY1596" fmla="*/ 218009 h 373823"/>
              <a:gd name="connsiteX1597" fmla="*/ 944765 w 1661833"/>
              <a:gd name="connsiteY1597" fmla="*/ 212744 h 373823"/>
              <a:gd name="connsiteX1598" fmla="*/ 947526 w 1661833"/>
              <a:gd name="connsiteY1598" fmla="*/ 210497 h 373823"/>
              <a:gd name="connsiteX1599" fmla="*/ 950994 w 1661833"/>
              <a:gd name="connsiteY1599" fmla="*/ 212166 h 373823"/>
              <a:gd name="connsiteX1600" fmla="*/ 961140 w 1661833"/>
              <a:gd name="connsiteY1600" fmla="*/ 208699 h 373823"/>
              <a:gd name="connsiteX1601" fmla="*/ 973983 w 1661833"/>
              <a:gd name="connsiteY1601" fmla="*/ 203048 h 373823"/>
              <a:gd name="connsiteX1602" fmla="*/ 971863 w 1661833"/>
              <a:gd name="connsiteY1602" fmla="*/ 199452 h 373823"/>
              <a:gd name="connsiteX1603" fmla="*/ 966598 w 1661833"/>
              <a:gd name="connsiteY1603" fmla="*/ 198746 h 373823"/>
              <a:gd name="connsiteX1604" fmla="*/ 962167 w 1661833"/>
              <a:gd name="connsiteY1604" fmla="*/ 196498 h 373823"/>
              <a:gd name="connsiteX1605" fmla="*/ 962167 w 1661833"/>
              <a:gd name="connsiteY1605" fmla="*/ 192195 h 373823"/>
              <a:gd name="connsiteX1606" fmla="*/ 962745 w 1661833"/>
              <a:gd name="connsiteY1606" fmla="*/ 186930 h 373823"/>
              <a:gd name="connsiteX1607" fmla="*/ 965635 w 1661833"/>
              <a:gd name="connsiteY1607" fmla="*/ 183078 h 373823"/>
              <a:gd name="connsiteX1608" fmla="*/ 968588 w 1661833"/>
              <a:gd name="connsiteY1608" fmla="*/ 184040 h 373823"/>
              <a:gd name="connsiteX1609" fmla="*/ 971735 w 1661833"/>
              <a:gd name="connsiteY1609" fmla="*/ 183463 h 373823"/>
              <a:gd name="connsiteX1610" fmla="*/ 974817 w 1661833"/>
              <a:gd name="connsiteY1610" fmla="*/ 183463 h 373823"/>
              <a:gd name="connsiteX1611" fmla="*/ 977578 w 1661833"/>
              <a:gd name="connsiteY1611" fmla="*/ 180958 h 373823"/>
              <a:gd name="connsiteX1612" fmla="*/ 978284 w 1661833"/>
              <a:gd name="connsiteY1612" fmla="*/ 174537 h 373823"/>
              <a:gd name="connsiteX1613" fmla="*/ 974496 w 1661833"/>
              <a:gd name="connsiteY1613" fmla="*/ 174023 h 373823"/>
              <a:gd name="connsiteX1614" fmla="*/ 969679 w 1661833"/>
              <a:gd name="connsiteY1614" fmla="*/ 175372 h 373823"/>
              <a:gd name="connsiteX1615" fmla="*/ 965249 w 1661833"/>
              <a:gd name="connsiteY1615" fmla="*/ 176335 h 373823"/>
              <a:gd name="connsiteX1616" fmla="*/ 961653 w 1661833"/>
              <a:gd name="connsiteY1616" fmla="*/ 175821 h 373823"/>
              <a:gd name="connsiteX1617" fmla="*/ 959855 w 1661833"/>
              <a:gd name="connsiteY1617" fmla="*/ 172996 h 373823"/>
              <a:gd name="connsiteX1618" fmla="*/ 958443 w 1661833"/>
              <a:gd name="connsiteY1618" fmla="*/ 168886 h 373823"/>
              <a:gd name="connsiteX1619" fmla="*/ 955232 w 1661833"/>
              <a:gd name="connsiteY1619" fmla="*/ 162914 h 373823"/>
              <a:gd name="connsiteX1620" fmla="*/ 953434 w 1661833"/>
              <a:gd name="connsiteY1620" fmla="*/ 156493 h 373823"/>
              <a:gd name="connsiteX1621" fmla="*/ 956902 w 1661833"/>
              <a:gd name="connsiteY1621" fmla="*/ 146412 h 373823"/>
              <a:gd name="connsiteX1622" fmla="*/ 955232 w 1661833"/>
              <a:gd name="connsiteY1622" fmla="*/ 130166 h 373823"/>
              <a:gd name="connsiteX1623" fmla="*/ 953177 w 1661833"/>
              <a:gd name="connsiteY1623" fmla="*/ 123231 h 373823"/>
              <a:gd name="connsiteX1624" fmla="*/ 954011 w 1661833"/>
              <a:gd name="connsiteY1624" fmla="*/ 117966 h 373823"/>
              <a:gd name="connsiteX1625" fmla="*/ 955810 w 1661833"/>
              <a:gd name="connsiteY1625" fmla="*/ 108976 h 373823"/>
              <a:gd name="connsiteX1626" fmla="*/ 960241 w 1661833"/>
              <a:gd name="connsiteY1626" fmla="*/ 99858 h 373823"/>
              <a:gd name="connsiteX1627" fmla="*/ 965955 w 1661833"/>
              <a:gd name="connsiteY1627" fmla="*/ 103325 h 373823"/>
              <a:gd name="connsiteX1628" fmla="*/ 971349 w 1661833"/>
              <a:gd name="connsiteY1628" fmla="*/ 102747 h 373823"/>
              <a:gd name="connsiteX1629" fmla="*/ 978413 w 1661833"/>
              <a:gd name="connsiteY1629" fmla="*/ 100500 h 373823"/>
              <a:gd name="connsiteX1630" fmla="*/ 990484 w 1661833"/>
              <a:gd name="connsiteY1630" fmla="*/ 95555 h 373823"/>
              <a:gd name="connsiteX1631" fmla="*/ 1000053 w 1661833"/>
              <a:gd name="connsiteY1631" fmla="*/ 94592 h 373823"/>
              <a:gd name="connsiteX1632" fmla="*/ 1028691 w 1661833"/>
              <a:gd name="connsiteY1632" fmla="*/ 85281 h 373823"/>
              <a:gd name="connsiteX1633" fmla="*/ 60892 w 1661833"/>
              <a:gd name="connsiteY1633" fmla="*/ 77893 h 373823"/>
              <a:gd name="connsiteX1634" fmla="*/ 60137 w 1661833"/>
              <a:gd name="connsiteY1634" fmla="*/ 78187 h 373823"/>
              <a:gd name="connsiteX1635" fmla="*/ 59419 w 1661833"/>
              <a:gd name="connsiteY1635" fmla="*/ 78648 h 373823"/>
              <a:gd name="connsiteX1636" fmla="*/ 58571 w 1661833"/>
              <a:gd name="connsiteY1636" fmla="*/ 79606 h 373823"/>
              <a:gd name="connsiteX1637" fmla="*/ 57613 w 1661833"/>
              <a:gd name="connsiteY1637" fmla="*/ 80416 h 373823"/>
              <a:gd name="connsiteX1638" fmla="*/ 56766 w 1661833"/>
              <a:gd name="connsiteY1638" fmla="*/ 80692 h 373823"/>
              <a:gd name="connsiteX1639" fmla="*/ 56582 w 1661833"/>
              <a:gd name="connsiteY1639" fmla="*/ 81190 h 373823"/>
              <a:gd name="connsiteX1640" fmla="*/ 56564 w 1661833"/>
              <a:gd name="connsiteY1640" fmla="*/ 81190 h 373823"/>
              <a:gd name="connsiteX1641" fmla="*/ 56472 w 1661833"/>
              <a:gd name="connsiteY1641" fmla="*/ 82147 h 373823"/>
              <a:gd name="connsiteX1642" fmla="*/ 56840 w 1661833"/>
              <a:gd name="connsiteY1642" fmla="*/ 82516 h 373823"/>
              <a:gd name="connsiteX1643" fmla="*/ 58682 w 1661833"/>
              <a:gd name="connsiteY1643" fmla="*/ 83216 h 373823"/>
              <a:gd name="connsiteX1644" fmla="*/ 60413 w 1661833"/>
              <a:gd name="connsiteY1644" fmla="*/ 85426 h 373823"/>
              <a:gd name="connsiteX1645" fmla="*/ 60892 w 1661833"/>
              <a:gd name="connsiteY1645" fmla="*/ 86807 h 373823"/>
              <a:gd name="connsiteX1646" fmla="*/ 60395 w 1661833"/>
              <a:gd name="connsiteY1646" fmla="*/ 88299 h 373823"/>
              <a:gd name="connsiteX1647" fmla="*/ 59750 w 1661833"/>
              <a:gd name="connsiteY1647" fmla="*/ 89091 h 373823"/>
              <a:gd name="connsiteX1648" fmla="*/ 59105 w 1661833"/>
              <a:gd name="connsiteY1648" fmla="*/ 90436 h 373823"/>
              <a:gd name="connsiteX1649" fmla="*/ 59105 w 1661833"/>
              <a:gd name="connsiteY1649" fmla="*/ 91872 h 373823"/>
              <a:gd name="connsiteX1650" fmla="*/ 60321 w 1661833"/>
              <a:gd name="connsiteY1650" fmla="*/ 93125 h 373823"/>
              <a:gd name="connsiteX1651" fmla="*/ 61076 w 1661833"/>
              <a:gd name="connsiteY1651" fmla="*/ 93548 h 373823"/>
              <a:gd name="connsiteX1652" fmla="*/ 62126 w 1661833"/>
              <a:gd name="connsiteY1652" fmla="*/ 94230 h 373823"/>
              <a:gd name="connsiteX1653" fmla="*/ 62771 w 1661833"/>
              <a:gd name="connsiteY1653" fmla="*/ 94230 h 373823"/>
              <a:gd name="connsiteX1654" fmla="*/ 63213 w 1661833"/>
              <a:gd name="connsiteY1654" fmla="*/ 93604 h 373823"/>
              <a:gd name="connsiteX1655" fmla="*/ 63618 w 1661833"/>
              <a:gd name="connsiteY1655" fmla="*/ 92627 h 373823"/>
              <a:gd name="connsiteX1656" fmla="*/ 64244 w 1661833"/>
              <a:gd name="connsiteY1656" fmla="*/ 91762 h 373823"/>
              <a:gd name="connsiteX1657" fmla="*/ 64870 w 1661833"/>
              <a:gd name="connsiteY1657" fmla="*/ 91578 h 373823"/>
              <a:gd name="connsiteX1658" fmla="*/ 66712 w 1661833"/>
              <a:gd name="connsiteY1658" fmla="*/ 93162 h 373823"/>
              <a:gd name="connsiteX1659" fmla="*/ 66712 w 1661833"/>
              <a:gd name="connsiteY1659" fmla="*/ 94635 h 373823"/>
              <a:gd name="connsiteX1660" fmla="*/ 66104 w 1661833"/>
              <a:gd name="connsiteY1660" fmla="*/ 97140 h 373823"/>
              <a:gd name="connsiteX1661" fmla="*/ 65570 w 1661833"/>
              <a:gd name="connsiteY1661" fmla="*/ 98429 h 373823"/>
              <a:gd name="connsiteX1662" fmla="*/ 65257 w 1661833"/>
              <a:gd name="connsiteY1662" fmla="*/ 99811 h 373823"/>
              <a:gd name="connsiteX1663" fmla="*/ 64778 w 1661833"/>
              <a:gd name="connsiteY1663" fmla="*/ 100437 h 373823"/>
              <a:gd name="connsiteX1664" fmla="*/ 64963 w 1661833"/>
              <a:gd name="connsiteY1664" fmla="*/ 101284 h 373823"/>
              <a:gd name="connsiteX1665" fmla="*/ 65828 w 1661833"/>
              <a:gd name="connsiteY1665" fmla="*/ 101689 h 373823"/>
              <a:gd name="connsiteX1666" fmla="*/ 66749 w 1661833"/>
              <a:gd name="connsiteY1666" fmla="*/ 102242 h 373823"/>
              <a:gd name="connsiteX1667" fmla="*/ 67799 w 1661833"/>
              <a:gd name="connsiteY1667" fmla="*/ 102058 h 373823"/>
              <a:gd name="connsiteX1668" fmla="*/ 69549 w 1661833"/>
              <a:gd name="connsiteY1668" fmla="*/ 101929 h 373823"/>
              <a:gd name="connsiteX1669" fmla="*/ 69862 w 1661833"/>
              <a:gd name="connsiteY1669" fmla="*/ 99442 h 373823"/>
              <a:gd name="connsiteX1670" fmla="*/ 70341 w 1661833"/>
              <a:gd name="connsiteY1670" fmla="*/ 98098 h 373823"/>
              <a:gd name="connsiteX1671" fmla="*/ 70893 w 1661833"/>
              <a:gd name="connsiteY1671" fmla="*/ 95685 h 373823"/>
              <a:gd name="connsiteX1672" fmla="*/ 71464 w 1661833"/>
              <a:gd name="connsiteY1672" fmla="*/ 93954 h 373823"/>
              <a:gd name="connsiteX1673" fmla="*/ 71464 w 1661833"/>
              <a:gd name="connsiteY1673" fmla="*/ 91780 h 373823"/>
              <a:gd name="connsiteX1674" fmla="*/ 71888 w 1661833"/>
              <a:gd name="connsiteY1674" fmla="*/ 89717 h 373823"/>
              <a:gd name="connsiteX1675" fmla="*/ 71612 w 1661833"/>
              <a:gd name="connsiteY1675" fmla="*/ 88649 h 373823"/>
              <a:gd name="connsiteX1676" fmla="*/ 70691 w 1661833"/>
              <a:gd name="connsiteY1676" fmla="*/ 87120 h 373823"/>
              <a:gd name="connsiteX1677" fmla="*/ 70009 w 1661833"/>
              <a:gd name="connsiteY1677" fmla="*/ 86715 h 373823"/>
              <a:gd name="connsiteX1678" fmla="*/ 69567 w 1661833"/>
              <a:gd name="connsiteY1678" fmla="*/ 86420 h 373823"/>
              <a:gd name="connsiteX1679" fmla="*/ 68738 w 1661833"/>
              <a:gd name="connsiteY1679" fmla="*/ 86034 h 373823"/>
              <a:gd name="connsiteX1680" fmla="*/ 67854 w 1661833"/>
              <a:gd name="connsiteY1680" fmla="*/ 85094 h 373823"/>
              <a:gd name="connsiteX1681" fmla="*/ 66896 w 1661833"/>
              <a:gd name="connsiteY1681" fmla="*/ 83897 h 373823"/>
              <a:gd name="connsiteX1682" fmla="*/ 65165 w 1661833"/>
              <a:gd name="connsiteY1682" fmla="*/ 82055 h 373823"/>
              <a:gd name="connsiteX1683" fmla="*/ 64263 w 1661833"/>
              <a:gd name="connsiteY1683" fmla="*/ 80987 h 373823"/>
              <a:gd name="connsiteX1684" fmla="*/ 63728 w 1661833"/>
              <a:gd name="connsiteY1684" fmla="*/ 79624 h 373823"/>
              <a:gd name="connsiteX1685" fmla="*/ 62863 w 1661833"/>
              <a:gd name="connsiteY1685" fmla="*/ 78740 h 373823"/>
              <a:gd name="connsiteX1686" fmla="*/ 62310 w 1661833"/>
              <a:gd name="connsiteY1686" fmla="*/ 78150 h 373823"/>
              <a:gd name="connsiteX1687" fmla="*/ 60892 w 1661833"/>
              <a:gd name="connsiteY1687" fmla="*/ 77893 h 373823"/>
              <a:gd name="connsiteX1688" fmla="*/ 223614 w 1661833"/>
              <a:gd name="connsiteY1688" fmla="*/ 77821 h 373823"/>
              <a:gd name="connsiteX1689" fmla="*/ 230968 w 1661833"/>
              <a:gd name="connsiteY1689" fmla="*/ 78832 h 373823"/>
              <a:gd name="connsiteX1690" fmla="*/ 223969 w 1661833"/>
              <a:gd name="connsiteY1690" fmla="*/ 82774 h 373823"/>
              <a:gd name="connsiteX1691" fmla="*/ 216491 w 1661833"/>
              <a:gd name="connsiteY1691" fmla="*/ 80416 h 373823"/>
              <a:gd name="connsiteX1692" fmla="*/ 223601 w 1661833"/>
              <a:gd name="connsiteY1692" fmla="*/ 77819 h 373823"/>
              <a:gd name="connsiteX1693" fmla="*/ 223619 w 1661833"/>
              <a:gd name="connsiteY1693" fmla="*/ 77819 h 373823"/>
              <a:gd name="connsiteX1694" fmla="*/ 223614 w 1661833"/>
              <a:gd name="connsiteY1694" fmla="*/ 77821 h 373823"/>
              <a:gd name="connsiteX1695" fmla="*/ 311531 w 1661833"/>
              <a:gd name="connsiteY1695" fmla="*/ 69162 h 373823"/>
              <a:gd name="connsiteX1696" fmla="*/ 310537 w 1661833"/>
              <a:gd name="connsiteY1696" fmla="*/ 69383 h 373823"/>
              <a:gd name="connsiteX1697" fmla="*/ 309579 w 1661833"/>
              <a:gd name="connsiteY1697" fmla="*/ 70599 h 373823"/>
              <a:gd name="connsiteX1698" fmla="*/ 307737 w 1661833"/>
              <a:gd name="connsiteY1698" fmla="*/ 72551 h 373823"/>
              <a:gd name="connsiteX1699" fmla="*/ 305785 w 1661833"/>
              <a:gd name="connsiteY1699" fmla="*/ 74135 h 373823"/>
              <a:gd name="connsiteX1700" fmla="*/ 305011 w 1661833"/>
              <a:gd name="connsiteY1700" fmla="*/ 75130 h 373823"/>
              <a:gd name="connsiteX1701" fmla="*/ 304624 w 1661833"/>
              <a:gd name="connsiteY1701" fmla="*/ 75922 h 373823"/>
              <a:gd name="connsiteX1702" fmla="*/ 304035 w 1661833"/>
              <a:gd name="connsiteY1702" fmla="*/ 75922 h 373823"/>
              <a:gd name="connsiteX1703" fmla="*/ 302856 w 1661833"/>
              <a:gd name="connsiteY1703" fmla="*/ 75369 h 373823"/>
              <a:gd name="connsiteX1704" fmla="*/ 302720 w 1661833"/>
              <a:gd name="connsiteY1704" fmla="*/ 75233 h 373823"/>
              <a:gd name="connsiteX1705" fmla="*/ 302856 w 1661833"/>
              <a:gd name="connsiteY1705" fmla="*/ 74596 h 373823"/>
              <a:gd name="connsiteX1706" fmla="*/ 303980 w 1661833"/>
              <a:gd name="connsiteY1706" fmla="*/ 73141 h 373823"/>
              <a:gd name="connsiteX1707" fmla="*/ 303685 w 1661833"/>
              <a:gd name="connsiteY1707" fmla="*/ 72864 h 373823"/>
              <a:gd name="connsiteX1708" fmla="*/ 300996 w 1661833"/>
              <a:gd name="connsiteY1708" fmla="*/ 73435 h 373823"/>
              <a:gd name="connsiteX1709" fmla="*/ 300333 w 1661833"/>
              <a:gd name="connsiteY1709" fmla="*/ 73270 h 373823"/>
              <a:gd name="connsiteX1710" fmla="*/ 299504 w 1661833"/>
              <a:gd name="connsiteY1710" fmla="*/ 73601 h 373823"/>
              <a:gd name="connsiteX1711" fmla="*/ 297994 w 1661833"/>
              <a:gd name="connsiteY1711" fmla="*/ 74964 h 373823"/>
              <a:gd name="connsiteX1712" fmla="*/ 296962 w 1661833"/>
              <a:gd name="connsiteY1712" fmla="*/ 76806 h 373823"/>
              <a:gd name="connsiteX1713" fmla="*/ 297294 w 1661833"/>
              <a:gd name="connsiteY1713" fmla="*/ 77672 h 373823"/>
              <a:gd name="connsiteX1714" fmla="*/ 300020 w 1661833"/>
              <a:gd name="connsiteY1714" fmla="*/ 78132 h 373823"/>
              <a:gd name="connsiteX1715" fmla="*/ 300812 w 1661833"/>
              <a:gd name="connsiteY1715" fmla="*/ 78132 h 373823"/>
              <a:gd name="connsiteX1716" fmla="*/ 302654 w 1661833"/>
              <a:gd name="connsiteY1716" fmla="*/ 77966 h 373823"/>
              <a:gd name="connsiteX1717" fmla="*/ 304256 w 1661833"/>
              <a:gd name="connsiteY1717" fmla="*/ 78832 h 373823"/>
              <a:gd name="connsiteX1718" fmla="*/ 305453 w 1661833"/>
              <a:gd name="connsiteY1718" fmla="*/ 79698 h 373823"/>
              <a:gd name="connsiteX1719" fmla="*/ 306927 w 1661833"/>
              <a:gd name="connsiteY1719" fmla="*/ 80913 h 373823"/>
              <a:gd name="connsiteX1720" fmla="*/ 307921 w 1661833"/>
              <a:gd name="connsiteY1720" fmla="*/ 81613 h 373823"/>
              <a:gd name="connsiteX1721" fmla="*/ 308916 w 1661833"/>
              <a:gd name="connsiteY1721" fmla="*/ 82276 h 373823"/>
              <a:gd name="connsiteX1722" fmla="*/ 310758 w 1661833"/>
              <a:gd name="connsiteY1722" fmla="*/ 83823 h 373823"/>
              <a:gd name="connsiteX1723" fmla="*/ 311918 w 1661833"/>
              <a:gd name="connsiteY1723" fmla="*/ 84763 h 373823"/>
              <a:gd name="connsiteX1724" fmla="*/ 313005 w 1661833"/>
              <a:gd name="connsiteY1724" fmla="*/ 85684 h 373823"/>
              <a:gd name="connsiteX1725" fmla="*/ 311771 w 1661833"/>
              <a:gd name="connsiteY1725" fmla="*/ 86015 h 373823"/>
              <a:gd name="connsiteX1726" fmla="*/ 310647 w 1661833"/>
              <a:gd name="connsiteY1726" fmla="*/ 85592 h 373823"/>
              <a:gd name="connsiteX1727" fmla="*/ 310168 w 1661833"/>
              <a:gd name="connsiteY1727" fmla="*/ 84707 h 373823"/>
              <a:gd name="connsiteX1728" fmla="*/ 309487 w 1661833"/>
              <a:gd name="connsiteY1728" fmla="*/ 84063 h 373823"/>
              <a:gd name="connsiteX1729" fmla="*/ 308713 w 1661833"/>
              <a:gd name="connsiteY1729" fmla="*/ 83216 h 373823"/>
              <a:gd name="connsiteX1730" fmla="*/ 308124 w 1661833"/>
              <a:gd name="connsiteY1730" fmla="*/ 83087 h 373823"/>
              <a:gd name="connsiteX1731" fmla="*/ 307350 w 1661833"/>
              <a:gd name="connsiteY1731" fmla="*/ 82681 h 373823"/>
              <a:gd name="connsiteX1732" fmla="*/ 306540 w 1661833"/>
              <a:gd name="connsiteY1732" fmla="*/ 82092 h 373823"/>
              <a:gd name="connsiteX1733" fmla="*/ 305416 w 1661833"/>
              <a:gd name="connsiteY1733" fmla="*/ 81337 h 373823"/>
              <a:gd name="connsiteX1734" fmla="*/ 304551 w 1661833"/>
              <a:gd name="connsiteY1734" fmla="*/ 80582 h 373823"/>
              <a:gd name="connsiteX1735" fmla="*/ 304016 w 1661833"/>
              <a:gd name="connsiteY1735" fmla="*/ 80453 h 373823"/>
              <a:gd name="connsiteX1736" fmla="*/ 303096 w 1661833"/>
              <a:gd name="connsiteY1736" fmla="*/ 79587 h 373823"/>
              <a:gd name="connsiteX1737" fmla="*/ 300959 w 1661833"/>
              <a:gd name="connsiteY1737" fmla="*/ 80379 h 373823"/>
              <a:gd name="connsiteX1738" fmla="*/ 299964 w 1661833"/>
              <a:gd name="connsiteY1738" fmla="*/ 80987 h 373823"/>
              <a:gd name="connsiteX1739" fmla="*/ 299614 w 1661833"/>
              <a:gd name="connsiteY1739" fmla="*/ 81742 h 373823"/>
              <a:gd name="connsiteX1740" fmla="*/ 300185 w 1661833"/>
              <a:gd name="connsiteY1740" fmla="*/ 82368 h 373823"/>
              <a:gd name="connsiteX1741" fmla="*/ 301254 w 1661833"/>
              <a:gd name="connsiteY1741" fmla="*/ 82755 h 373823"/>
              <a:gd name="connsiteX1742" fmla="*/ 302285 w 1661833"/>
              <a:gd name="connsiteY1742" fmla="*/ 82995 h 373823"/>
              <a:gd name="connsiteX1743" fmla="*/ 302764 w 1661833"/>
              <a:gd name="connsiteY1743" fmla="*/ 83639 h 373823"/>
              <a:gd name="connsiteX1744" fmla="*/ 301769 w 1661833"/>
              <a:gd name="connsiteY1744" fmla="*/ 84044 h 373823"/>
              <a:gd name="connsiteX1745" fmla="*/ 300922 w 1661833"/>
              <a:gd name="connsiteY1745" fmla="*/ 84634 h 373823"/>
              <a:gd name="connsiteX1746" fmla="*/ 300370 w 1661833"/>
              <a:gd name="connsiteY1746" fmla="*/ 84744 h 373823"/>
              <a:gd name="connsiteX1747" fmla="*/ 299486 w 1661833"/>
              <a:gd name="connsiteY1747" fmla="*/ 84431 h 373823"/>
              <a:gd name="connsiteX1748" fmla="*/ 298270 w 1661833"/>
              <a:gd name="connsiteY1748" fmla="*/ 83676 h 373823"/>
              <a:gd name="connsiteX1749" fmla="*/ 296981 w 1661833"/>
              <a:gd name="connsiteY1749" fmla="*/ 83326 h 373823"/>
              <a:gd name="connsiteX1750" fmla="*/ 296410 w 1661833"/>
              <a:gd name="connsiteY1750" fmla="*/ 82276 h 373823"/>
              <a:gd name="connsiteX1751" fmla="*/ 294568 w 1661833"/>
              <a:gd name="connsiteY1751" fmla="*/ 81797 h 373823"/>
              <a:gd name="connsiteX1752" fmla="*/ 293444 w 1661833"/>
              <a:gd name="connsiteY1752" fmla="*/ 82497 h 373823"/>
              <a:gd name="connsiteX1753" fmla="*/ 292836 w 1661833"/>
              <a:gd name="connsiteY1753" fmla="*/ 83234 h 373823"/>
              <a:gd name="connsiteX1754" fmla="*/ 293057 w 1661833"/>
              <a:gd name="connsiteY1754" fmla="*/ 83860 h 373823"/>
              <a:gd name="connsiteX1755" fmla="*/ 293702 w 1661833"/>
              <a:gd name="connsiteY1755" fmla="*/ 85021 h 373823"/>
              <a:gd name="connsiteX1756" fmla="*/ 295084 w 1661833"/>
              <a:gd name="connsiteY1756" fmla="*/ 85720 h 373823"/>
              <a:gd name="connsiteX1757" fmla="*/ 296502 w 1661833"/>
              <a:gd name="connsiteY1757" fmla="*/ 86807 h 373823"/>
              <a:gd name="connsiteX1758" fmla="*/ 297902 w 1661833"/>
              <a:gd name="connsiteY1758" fmla="*/ 87857 h 373823"/>
              <a:gd name="connsiteX1759" fmla="*/ 297717 w 1661833"/>
              <a:gd name="connsiteY1759" fmla="*/ 88723 h 373823"/>
              <a:gd name="connsiteX1760" fmla="*/ 294163 w 1661833"/>
              <a:gd name="connsiteY1760" fmla="*/ 89515 h 373823"/>
              <a:gd name="connsiteX1761" fmla="*/ 292321 w 1661833"/>
              <a:gd name="connsiteY1761" fmla="*/ 88115 h 373823"/>
              <a:gd name="connsiteX1762" fmla="*/ 291326 w 1661833"/>
              <a:gd name="connsiteY1762" fmla="*/ 87728 h 373823"/>
              <a:gd name="connsiteX1763" fmla="*/ 291326 w 1661833"/>
              <a:gd name="connsiteY1763" fmla="*/ 90215 h 373823"/>
              <a:gd name="connsiteX1764" fmla="*/ 290332 w 1661833"/>
              <a:gd name="connsiteY1764" fmla="*/ 91099 h 373823"/>
              <a:gd name="connsiteX1765" fmla="*/ 291602 w 1661833"/>
              <a:gd name="connsiteY1765" fmla="*/ 92480 h 373823"/>
              <a:gd name="connsiteX1766" fmla="*/ 292689 w 1661833"/>
              <a:gd name="connsiteY1766" fmla="*/ 93143 h 373823"/>
              <a:gd name="connsiteX1767" fmla="*/ 294163 w 1661833"/>
              <a:gd name="connsiteY1767" fmla="*/ 93898 h 373823"/>
              <a:gd name="connsiteX1768" fmla="*/ 296373 w 1661833"/>
              <a:gd name="connsiteY1768" fmla="*/ 93272 h 373823"/>
              <a:gd name="connsiteX1769" fmla="*/ 297441 w 1661833"/>
              <a:gd name="connsiteY1769" fmla="*/ 93033 h 373823"/>
              <a:gd name="connsiteX1770" fmla="*/ 298694 w 1661833"/>
              <a:gd name="connsiteY1770" fmla="*/ 92277 h 373823"/>
              <a:gd name="connsiteX1771" fmla="*/ 299707 w 1661833"/>
              <a:gd name="connsiteY1771" fmla="*/ 91541 h 373823"/>
              <a:gd name="connsiteX1772" fmla="*/ 300701 w 1661833"/>
              <a:gd name="connsiteY1772" fmla="*/ 90472 h 373823"/>
              <a:gd name="connsiteX1773" fmla="*/ 302838 w 1661833"/>
              <a:gd name="connsiteY1773" fmla="*/ 91357 h 373823"/>
              <a:gd name="connsiteX1774" fmla="*/ 303685 w 1661833"/>
              <a:gd name="connsiteY1774" fmla="*/ 91817 h 373823"/>
              <a:gd name="connsiteX1775" fmla="*/ 304790 w 1661833"/>
              <a:gd name="connsiteY1775" fmla="*/ 92627 h 373823"/>
              <a:gd name="connsiteX1776" fmla="*/ 305785 w 1661833"/>
              <a:gd name="connsiteY1776" fmla="*/ 92738 h 373823"/>
              <a:gd name="connsiteX1777" fmla="*/ 306982 w 1661833"/>
              <a:gd name="connsiteY1777" fmla="*/ 92075 h 373823"/>
              <a:gd name="connsiteX1778" fmla="*/ 306982 w 1661833"/>
              <a:gd name="connsiteY1778" fmla="*/ 91357 h 373823"/>
              <a:gd name="connsiteX1779" fmla="*/ 306485 w 1661833"/>
              <a:gd name="connsiteY1779" fmla="*/ 90049 h 373823"/>
              <a:gd name="connsiteX1780" fmla="*/ 306079 w 1661833"/>
              <a:gd name="connsiteY1780" fmla="*/ 88649 h 373823"/>
              <a:gd name="connsiteX1781" fmla="*/ 305287 w 1661833"/>
              <a:gd name="connsiteY1781" fmla="*/ 88373 h 373823"/>
              <a:gd name="connsiteX1782" fmla="*/ 304164 w 1661833"/>
              <a:gd name="connsiteY1782" fmla="*/ 87839 h 373823"/>
              <a:gd name="connsiteX1783" fmla="*/ 303814 w 1661833"/>
              <a:gd name="connsiteY1783" fmla="*/ 87286 h 373823"/>
              <a:gd name="connsiteX1784" fmla="*/ 304882 w 1661833"/>
              <a:gd name="connsiteY1784" fmla="*/ 86586 h 373823"/>
              <a:gd name="connsiteX1785" fmla="*/ 306503 w 1661833"/>
              <a:gd name="connsiteY1785" fmla="*/ 86586 h 373823"/>
              <a:gd name="connsiteX1786" fmla="*/ 307700 w 1661833"/>
              <a:gd name="connsiteY1786" fmla="*/ 86586 h 373823"/>
              <a:gd name="connsiteX1787" fmla="*/ 310445 w 1661833"/>
              <a:gd name="connsiteY1787" fmla="*/ 87157 h 373823"/>
              <a:gd name="connsiteX1788" fmla="*/ 311365 w 1661833"/>
              <a:gd name="connsiteY1788" fmla="*/ 88115 h 373823"/>
              <a:gd name="connsiteX1789" fmla="*/ 311992 w 1661833"/>
              <a:gd name="connsiteY1789" fmla="*/ 88925 h 373823"/>
              <a:gd name="connsiteX1790" fmla="*/ 312821 w 1661833"/>
              <a:gd name="connsiteY1790" fmla="*/ 89294 h 373823"/>
              <a:gd name="connsiteX1791" fmla="*/ 315160 w 1661833"/>
              <a:gd name="connsiteY1791" fmla="*/ 90767 h 373823"/>
              <a:gd name="connsiteX1792" fmla="*/ 316781 w 1661833"/>
              <a:gd name="connsiteY1792" fmla="*/ 89920 h 373823"/>
              <a:gd name="connsiteX1793" fmla="*/ 317904 w 1661833"/>
              <a:gd name="connsiteY1793" fmla="*/ 88244 h 373823"/>
              <a:gd name="connsiteX1794" fmla="*/ 317536 w 1661833"/>
              <a:gd name="connsiteY1794" fmla="*/ 87415 h 373823"/>
              <a:gd name="connsiteX1795" fmla="*/ 317186 w 1661833"/>
              <a:gd name="connsiteY1795" fmla="*/ 86715 h 373823"/>
              <a:gd name="connsiteX1796" fmla="*/ 317186 w 1661833"/>
              <a:gd name="connsiteY1796" fmla="*/ 85886 h 373823"/>
              <a:gd name="connsiteX1797" fmla="*/ 316596 w 1661833"/>
              <a:gd name="connsiteY1797" fmla="*/ 85315 h 373823"/>
              <a:gd name="connsiteX1798" fmla="*/ 315289 w 1661833"/>
              <a:gd name="connsiteY1798" fmla="*/ 84892 h 373823"/>
              <a:gd name="connsiteX1799" fmla="*/ 315012 w 1661833"/>
              <a:gd name="connsiteY1799" fmla="*/ 84302 h 373823"/>
              <a:gd name="connsiteX1800" fmla="*/ 316136 w 1661833"/>
              <a:gd name="connsiteY1800" fmla="*/ 83565 h 373823"/>
              <a:gd name="connsiteX1801" fmla="*/ 317075 w 1661833"/>
              <a:gd name="connsiteY1801" fmla="*/ 83050 h 373823"/>
              <a:gd name="connsiteX1802" fmla="*/ 317941 w 1661833"/>
              <a:gd name="connsiteY1802" fmla="*/ 82663 h 373823"/>
              <a:gd name="connsiteX1803" fmla="*/ 320538 w 1661833"/>
              <a:gd name="connsiteY1803" fmla="*/ 81705 h 373823"/>
              <a:gd name="connsiteX1804" fmla="*/ 322269 w 1661833"/>
              <a:gd name="connsiteY1804" fmla="*/ 81926 h 373823"/>
              <a:gd name="connsiteX1805" fmla="*/ 323282 w 1661833"/>
              <a:gd name="connsiteY1805" fmla="*/ 81134 h 373823"/>
              <a:gd name="connsiteX1806" fmla="*/ 323651 w 1661833"/>
              <a:gd name="connsiteY1806" fmla="*/ 80453 h 373823"/>
              <a:gd name="connsiteX1807" fmla="*/ 323411 w 1661833"/>
              <a:gd name="connsiteY1807" fmla="*/ 79311 h 373823"/>
              <a:gd name="connsiteX1808" fmla="*/ 322711 w 1661833"/>
              <a:gd name="connsiteY1808" fmla="*/ 78703 h 373823"/>
              <a:gd name="connsiteX1809" fmla="*/ 322232 w 1661833"/>
              <a:gd name="connsiteY1809" fmla="*/ 78703 h 373823"/>
              <a:gd name="connsiteX1810" fmla="*/ 318954 w 1661833"/>
              <a:gd name="connsiteY1810" fmla="*/ 77561 h 373823"/>
              <a:gd name="connsiteX1811" fmla="*/ 318291 w 1661833"/>
              <a:gd name="connsiteY1811" fmla="*/ 79016 h 373823"/>
              <a:gd name="connsiteX1812" fmla="*/ 317554 w 1661833"/>
              <a:gd name="connsiteY1812" fmla="*/ 79403 h 373823"/>
              <a:gd name="connsiteX1813" fmla="*/ 316688 w 1661833"/>
              <a:gd name="connsiteY1813" fmla="*/ 79550 h 373823"/>
              <a:gd name="connsiteX1814" fmla="*/ 315786 w 1661833"/>
              <a:gd name="connsiteY1814" fmla="*/ 79200 h 373823"/>
              <a:gd name="connsiteX1815" fmla="*/ 315104 w 1661833"/>
              <a:gd name="connsiteY1815" fmla="*/ 79955 h 373823"/>
              <a:gd name="connsiteX1816" fmla="*/ 314349 w 1661833"/>
              <a:gd name="connsiteY1816" fmla="*/ 79955 h 373823"/>
              <a:gd name="connsiteX1817" fmla="*/ 313594 w 1661833"/>
              <a:gd name="connsiteY1817" fmla="*/ 79845 h 373823"/>
              <a:gd name="connsiteX1818" fmla="*/ 312986 w 1661833"/>
              <a:gd name="connsiteY1818" fmla="*/ 80692 h 373823"/>
              <a:gd name="connsiteX1819" fmla="*/ 313392 w 1661833"/>
              <a:gd name="connsiteY1819" fmla="*/ 81576 h 373823"/>
              <a:gd name="connsiteX1820" fmla="*/ 311918 w 1661833"/>
              <a:gd name="connsiteY1820" fmla="*/ 81576 h 373823"/>
              <a:gd name="connsiteX1821" fmla="*/ 312213 w 1661833"/>
              <a:gd name="connsiteY1821" fmla="*/ 80545 h 373823"/>
              <a:gd name="connsiteX1822" fmla="*/ 311863 w 1661833"/>
              <a:gd name="connsiteY1822" fmla="*/ 79311 h 373823"/>
              <a:gd name="connsiteX1823" fmla="*/ 313502 w 1661833"/>
              <a:gd name="connsiteY1823" fmla="*/ 79071 h 373823"/>
              <a:gd name="connsiteX1824" fmla="*/ 316210 w 1661833"/>
              <a:gd name="connsiteY1824" fmla="*/ 78261 h 373823"/>
              <a:gd name="connsiteX1825" fmla="*/ 316431 w 1661833"/>
              <a:gd name="connsiteY1825" fmla="*/ 77248 h 373823"/>
              <a:gd name="connsiteX1826" fmla="*/ 317223 w 1661833"/>
              <a:gd name="connsiteY1826" fmla="*/ 76511 h 373823"/>
              <a:gd name="connsiteX1827" fmla="*/ 318733 w 1661833"/>
              <a:gd name="connsiteY1827" fmla="*/ 76364 h 373823"/>
              <a:gd name="connsiteX1828" fmla="*/ 320059 w 1661833"/>
              <a:gd name="connsiteY1828" fmla="*/ 75774 h 373823"/>
              <a:gd name="connsiteX1829" fmla="*/ 319930 w 1661833"/>
              <a:gd name="connsiteY1829" fmla="*/ 74356 h 373823"/>
              <a:gd name="connsiteX1830" fmla="*/ 319451 w 1661833"/>
              <a:gd name="connsiteY1830" fmla="*/ 74006 h 373823"/>
              <a:gd name="connsiteX1831" fmla="*/ 319009 w 1661833"/>
              <a:gd name="connsiteY1831" fmla="*/ 73620 h 373823"/>
              <a:gd name="connsiteX1832" fmla="*/ 317517 w 1661833"/>
              <a:gd name="connsiteY1832" fmla="*/ 74006 h 373823"/>
              <a:gd name="connsiteX1833" fmla="*/ 315896 w 1661833"/>
              <a:gd name="connsiteY1833" fmla="*/ 74172 h 373823"/>
              <a:gd name="connsiteX1834" fmla="*/ 315896 w 1661833"/>
              <a:gd name="connsiteY1834" fmla="*/ 73122 h 373823"/>
              <a:gd name="connsiteX1835" fmla="*/ 314847 w 1661833"/>
              <a:gd name="connsiteY1835" fmla="*/ 73122 h 373823"/>
              <a:gd name="connsiteX1836" fmla="*/ 314294 w 1661833"/>
              <a:gd name="connsiteY1836" fmla="*/ 74246 h 373823"/>
              <a:gd name="connsiteX1837" fmla="*/ 313207 w 1661833"/>
              <a:gd name="connsiteY1837" fmla="*/ 74706 h 373823"/>
              <a:gd name="connsiteX1838" fmla="*/ 312231 w 1661833"/>
              <a:gd name="connsiteY1838" fmla="*/ 75609 h 373823"/>
              <a:gd name="connsiteX1839" fmla="*/ 312913 w 1661833"/>
              <a:gd name="connsiteY1839" fmla="*/ 75885 h 373823"/>
              <a:gd name="connsiteX1840" fmla="*/ 313815 w 1661833"/>
              <a:gd name="connsiteY1840" fmla="*/ 76327 h 373823"/>
              <a:gd name="connsiteX1841" fmla="*/ 313226 w 1661833"/>
              <a:gd name="connsiteY1841" fmla="*/ 77653 h 373823"/>
              <a:gd name="connsiteX1842" fmla="*/ 311807 w 1661833"/>
              <a:gd name="connsiteY1842" fmla="*/ 77561 h 373823"/>
              <a:gd name="connsiteX1843" fmla="*/ 311900 w 1661833"/>
              <a:gd name="connsiteY1843" fmla="*/ 76880 h 373823"/>
              <a:gd name="connsiteX1844" fmla="*/ 311163 w 1661833"/>
              <a:gd name="connsiteY1844" fmla="*/ 75995 h 373823"/>
              <a:gd name="connsiteX1845" fmla="*/ 311329 w 1661833"/>
              <a:gd name="connsiteY1845" fmla="*/ 75443 h 373823"/>
              <a:gd name="connsiteX1846" fmla="*/ 312747 w 1661833"/>
              <a:gd name="connsiteY1846" fmla="*/ 73601 h 373823"/>
              <a:gd name="connsiteX1847" fmla="*/ 313078 w 1661833"/>
              <a:gd name="connsiteY1847" fmla="*/ 72993 h 373823"/>
              <a:gd name="connsiteX1848" fmla="*/ 313649 w 1661833"/>
              <a:gd name="connsiteY1848" fmla="*/ 72017 h 373823"/>
              <a:gd name="connsiteX1849" fmla="*/ 312913 w 1661833"/>
              <a:gd name="connsiteY1849" fmla="*/ 71778 h 373823"/>
              <a:gd name="connsiteX1850" fmla="*/ 311936 w 1661833"/>
              <a:gd name="connsiteY1850" fmla="*/ 72128 h 373823"/>
              <a:gd name="connsiteX1851" fmla="*/ 311550 w 1661833"/>
              <a:gd name="connsiteY1851" fmla="*/ 72699 h 373823"/>
              <a:gd name="connsiteX1852" fmla="*/ 310113 w 1661833"/>
              <a:gd name="connsiteY1852" fmla="*/ 74062 h 373823"/>
              <a:gd name="connsiteX1853" fmla="*/ 309247 w 1661833"/>
              <a:gd name="connsiteY1853" fmla="*/ 75185 h 373823"/>
              <a:gd name="connsiteX1854" fmla="*/ 307700 w 1661833"/>
              <a:gd name="connsiteY1854" fmla="*/ 76530 h 373823"/>
              <a:gd name="connsiteX1855" fmla="*/ 307332 w 1661833"/>
              <a:gd name="connsiteY1855" fmla="*/ 77598 h 373823"/>
              <a:gd name="connsiteX1856" fmla="*/ 307884 w 1661833"/>
              <a:gd name="connsiteY1856" fmla="*/ 77782 h 373823"/>
              <a:gd name="connsiteX1857" fmla="*/ 308511 w 1661833"/>
              <a:gd name="connsiteY1857" fmla="*/ 77690 h 373823"/>
              <a:gd name="connsiteX1858" fmla="*/ 309358 w 1661833"/>
              <a:gd name="connsiteY1858" fmla="*/ 77322 h 373823"/>
              <a:gd name="connsiteX1859" fmla="*/ 309247 w 1661833"/>
              <a:gd name="connsiteY1859" fmla="*/ 78058 h 373823"/>
              <a:gd name="connsiteX1860" fmla="*/ 308897 w 1661833"/>
              <a:gd name="connsiteY1860" fmla="*/ 78703 h 373823"/>
              <a:gd name="connsiteX1861" fmla="*/ 309634 w 1661833"/>
              <a:gd name="connsiteY1861" fmla="*/ 79053 h 373823"/>
              <a:gd name="connsiteX1862" fmla="*/ 310168 w 1661833"/>
              <a:gd name="connsiteY1862" fmla="*/ 79734 h 373823"/>
              <a:gd name="connsiteX1863" fmla="*/ 309763 w 1661833"/>
              <a:gd name="connsiteY1863" fmla="*/ 79992 h 373823"/>
              <a:gd name="connsiteX1864" fmla="*/ 309063 w 1661833"/>
              <a:gd name="connsiteY1864" fmla="*/ 79808 h 373823"/>
              <a:gd name="connsiteX1865" fmla="*/ 308345 w 1661833"/>
              <a:gd name="connsiteY1865" fmla="*/ 79421 h 373823"/>
              <a:gd name="connsiteX1866" fmla="*/ 307203 w 1661833"/>
              <a:gd name="connsiteY1866" fmla="*/ 78574 h 373823"/>
              <a:gd name="connsiteX1867" fmla="*/ 306558 w 1661833"/>
              <a:gd name="connsiteY1867" fmla="*/ 77985 h 373823"/>
              <a:gd name="connsiteX1868" fmla="*/ 305674 w 1661833"/>
              <a:gd name="connsiteY1868" fmla="*/ 77414 h 373823"/>
              <a:gd name="connsiteX1869" fmla="*/ 305674 w 1661833"/>
              <a:gd name="connsiteY1869" fmla="*/ 76695 h 373823"/>
              <a:gd name="connsiteX1870" fmla="*/ 306687 w 1661833"/>
              <a:gd name="connsiteY1870" fmla="*/ 76235 h 373823"/>
              <a:gd name="connsiteX1871" fmla="*/ 307350 w 1661833"/>
              <a:gd name="connsiteY1871" fmla="*/ 75646 h 373823"/>
              <a:gd name="connsiteX1872" fmla="*/ 308069 w 1661833"/>
              <a:gd name="connsiteY1872" fmla="*/ 74651 h 373823"/>
              <a:gd name="connsiteX1873" fmla="*/ 309321 w 1661833"/>
              <a:gd name="connsiteY1873" fmla="*/ 73343 h 373823"/>
              <a:gd name="connsiteX1874" fmla="*/ 310021 w 1661833"/>
              <a:gd name="connsiteY1874" fmla="*/ 72754 h 373823"/>
              <a:gd name="connsiteX1875" fmla="*/ 310592 w 1661833"/>
              <a:gd name="connsiteY1875" fmla="*/ 72293 h 373823"/>
              <a:gd name="connsiteX1876" fmla="*/ 311052 w 1661833"/>
              <a:gd name="connsiteY1876" fmla="*/ 71833 h 373823"/>
              <a:gd name="connsiteX1877" fmla="*/ 311789 w 1661833"/>
              <a:gd name="connsiteY1877" fmla="*/ 71041 h 373823"/>
              <a:gd name="connsiteX1878" fmla="*/ 312323 w 1661833"/>
              <a:gd name="connsiteY1878" fmla="*/ 70341 h 373823"/>
              <a:gd name="connsiteX1879" fmla="*/ 312452 w 1661833"/>
              <a:gd name="connsiteY1879" fmla="*/ 69788 h 373823"/>
              <a:gd name="connsiteX1880" fmla="*/ 312029 w 1661833"/>
              <a:gd name="connsiteY1880" fmla="*/ 69678 h 373823"/>
              <a:gd name="connsiteX1881" fmla="*/ 311531 w 1661833"/>
              <a:gd name="connsiteY1881" fmla="*/ 69162 h 373823"/>
              <a:gd name="connsiteX1882" fmla="*/ 67320 w 1661833"/>
              <a:gd name="connsiteY1882" fmla="*/ 68020 h 373823"/>
              <a:gd name="connsiteX1883" fmla="*/ 66768 w 1661833"/>
              <a:gd name="connsiteY1883" fmla="*/ 68407 h 373823"/>
              <a:gd name="connsiteX1884" fmla="*/ 65902 w 1661833"/>
              <a:gd name="connsiteY1884" fmla="*/ 68647 h 373823"/>
              <a:gd name="connsiteX1885" fmla="*/ 65312 w 1661833"/>
              <a:gd name="connsiteY1885" fmla="*/ 69586 h 373823"/>
              <a:gd name="connsiteX1886" fmla="*/ 64613 w 1661833"/>
              <a:gd name="connsiteY1886" fmla="*/ 70083 h 373823"/>
              <a:gd name="connsiteX1887" fmla="*/ 64134 w 1661833"/>
              <a:gd name="connsiteY1887" fmla="*/ 70912 h 373823"/>
              <a:gd name="connsiteX1888" fmla="*/ 63213 w 1661833"/>
              <a:gd name="connsiteY1888" fmla="*/ 71575 h 373823"/>
              <a:gd name="connsiteX1889" fmla="*/ 62992 w 1661833"/>
              <a:gd name="connsiteY1889" fmla="*/ 72533 h 373823"/>
              <a:gd name="connsiteX1890" fmla="*/ 64023 w 1661833"/>
              <a:gd name="connsiteY1890" fmla="*/ 73564 h 373823"/>
              <a:gd name="connsiteX1891" fmla="*/ 65276 w 1661833"/>
              <a:gd name="connsiteY1891" fmla="*/ 75406 h 373823"/>
              <a:gd name="connsiteX1892" fmla="*/ 66049 w 1661833"/>
              <a:gd name="connsiteY1892" fmla="*/ 76548 h 373823"/>
              <a:gd name="connsiteX1893" fmla="*/ 67559 w 1661833"/>
              <a:gd name="connsiteY1893" fmla="*/ 78132 h 373823"/>
              <a:gd name="connsiteX1894" fmla="*/ 68388 w 1661833"/>
              <a:gd name="connsiteY1894" fmla="*/ 79292 h 373823"/>
              <a:gd name="connsiteX1895" fmla="*/ 69180 w 1661833"/>
              <a:gd name="connsiteY1895" fmla="*/ 80471 h 373823"/>
              <a:gd name="connsiteX1896" fmla="*/ 69530 w 1661833"/>
              <a:gd name="connsiteY1896" fmla="*/ 81318 h 373823"/>
              <a:gd name="connsiteX1897" fmla="*/ 71188 w 1661833"/>
              <a:gd name="connsiteY1897" fmla="*/ 83455 h 373823"/>
              <a:gd name="connsiteX1898" fmla="*/ 72514 w 1661833"/>
              <a:gd name="connsiteY1898" fmla="*/ 84468 h 373823"/>
              <a:gd name="connsiteX1899" fmla="*/ 73398 w 1661833"/>
              <a:gd name="connsiteY1899" fmla="*/ 85094 h 373823"/>
              <a:gd name="connsiteX1900" fmla="*/ 74264 w 1661833"/>
              <a:gd name="connsiteY1900" fmla="*/ 85813 h 373823"/>
              <a:gd name="connsiteX1901" fmla="*/ 75829 w 1661833"/>
              <a:gd name="connsiteY1901" fmla="*/ 86752 h 373823"/>
              <a:gd name="connsiteX1902" fmla="*/ 76990 w 1661833"/>
              <a:gd name="connsiteY1902" fmla="*/ 87710 h 373823"/>
              <a:gd name="connsiteX1903" fmla="*/ 78482 w 1661833"/>
              <a:gd name="connsiteY1903" fmla="*/ 87986 h 373823"/>
              <a:gd name="connsiteX1904" fmla="*/ 79421 w 1661833"/>
              <a:gd name="connsiteY1904" fmla="*/ 87691 h 373823"/>
              <a:gd name="connsiteX1905" fmla="*/ 80674 w 1661833"/>
              <a:gd name="connsiteY1905" fmla="*/ 86494 h 373823"/>
              <a:gd name="connsiteX1906" fmla="*/ 81705 w 1661833"/>
              <a:gd name="connsiteY1906" fmla="*/ 85868 h 373823"/>
              <a:gd name="connsiteX1907" fmla="*/ 82681 w 1661833"/>
              <a:gd name="connsiteY1907" fmla="*/ 84873 h 373823"/>
              <a:gd name="connsiteX1908" fmla="*/ 83731 w 1661833"/>
              <a:gd name="connsiteY1908" fmla="*/ 83934 h 373823"/>
              <a:gd name="connsiteX1909" fmla="*/ 84633 w 1661833"/>
              <a:gd name="connsiteY1909" fmla="*/ 83547 h 373823"/>
              <a:gd name="connsiteX1910" fmla="*/ 85297 w 1661833"/>
              <a:gd name="connsiteY1910" fmla="*/ 82387 h 373823"/>
              <a:gd name="connsiteX1911" fmla="*/ 86052 w 1661833"/>
              <a:gd name="connsiteY1911" fmla="*/ 81282 h 373823"/>
              <a:gd name="connsiteX1912" fmla="*/ 85554 w 1661833"/>
              <a:gd name="connsiteY1912" fmla="*/ 80121 h 373823"/>
              <a:gd name="connsiteX1913" fmla="*/ 84689 w 1661833"/>
              <a:gd name="connsiteY1913" fmla="*/ 78482 h 373823"/>
              <a:gd name="connsiteX1914" fmla="*/ 83068 w 1661833"/>
              <a:gd name="connsiteY1914" fmla="*/ 77911 h 373823"/>
              <a:gd name="connsiteX1915" fmla="*/ 82147 w 1661833"/>
              <a:gd name="connsiteY1915" fmla="*/ 78703 h 373823"/>
              <a:gd name="connsiteX1916" fmla="*/ 81392 w 1661833"/>
              <a:gd name="connsiteY1916" fmla="*/ 79071 h 373823"/>
              <a:gd name="connsiteX1917" fmla="*/ 80710 w 1661833"/>
              <a:gd name="connsiteY1917" fmla="*/ 79532 h 373823"/>
              <a:gd name="connsiteX1918" fmla="*/ 79845 w 1661833"/>
              <a:gd name="connsiteY1918" fmla="*/ 80250 h 373823"/>
              <a:gd name="connsiteX1919" fmla="*/ 78261 w 1661833"/>
              <a:gd name="connsiteY1919" fmla="*/ 80932 h 373823"/>
              <a:gd name="connsiteX1920" fmla="*/ 76511 w 1661833"/>
              <a:gd name="connsiteY1920" fmla="*/ 80066 h 373823"/>
              <a:gd name="connsiteX1921" fmla="*/ 75664 w 1661833"/>
              <a:gd name="connsiteY1921" fmla="*/ 79366 h 373823"/>
              <a:gd name="connsiteX1922" fmla="*/ 74485 w 1661833"/>
              <a:gd name="connsiteY1922" fmla="*/ 77303 h 373823"/>
              <a:gd name="connsiteX1923" fmla="*/ 75166 w 1661833"/>
              <a:gd name="connsiteY1923" fmla="*/ 75130 h 373823"/>
              <a:gd name="connsiteX1924" fmla="*/ 75516 w 1661833"/>
              <a:gd name="connsiteY1924" fmla="*/ 73712 h 373823"/>
              <a:gd name="connsiteX1925" fmla="*/ 75664 w 1661833"/>
              <a:gd name="connsiteY1925" fmla="*/ 72588 h 373823"/>
              <a:gd name="connsiteX1926" fmla="*/ 76198 w 1661833"/>
              <a:gd name="connsiteY1926" fmla="*/ 71612 h 373823"/>
              <a:gd name="connsiteX1927" fmla="*/ 76198 w 1661833"/>
              <a:gd name="connsiteY1927" fmla="*/ 70820 h 373823"/>
              <a:gd name="connsiteX1928" fmla="*/ 75240 w 1661833"/>
              <a:gd name="connsiteY1928" fmla="*/ 70175 h 373823"/>
              <a:gd name="connsiteX1929" fmla="*/ 73490 w 1661833"/>
              <a:gd name="connsiteY1929" fmla="*/ 69715 h 373823"/>
              <a:gd name="connsiteX1930" fmla="*/ 72035 w 1661833"/>
              <a:gd name="connsiteY1930" fmla="*/ 70470 h 373823"/>
              <a:gd name="connsiteX1931" fmla="*/ 71796 w 1661833"/>
              <a:gd name="connsiteY1931" fmla="*/ 71538 h 373823"/>
              <a:gd name="connsiteX1932" fmla="*/ 70893 w 1661833"/>
              <a:gd name="connsiteY1932" fmla="*/ 71999 h 373823"/>
              <a:gd name="connsiteX1933" fmla="*/ 70249 w 1661833"/>
              <a:gd name="connsiteY1933" fmla="*/ 71096 h 373823"/>
              <a:gd name="connsiteX1934" fmla="*/ 69475 w 1661833"/>
              <a:gd name="connsiteY1934" fmla="*/ 68794 h 373823"/>
              <a:gd name="connsiteX1935" fmla="*/ 68075 w 1661833"/>
              <a:gd name="connsiteY1935" fmla="*/ 68020 h 373823"/>
              <a:gd name="connsiteX1936" fmla="*/ 67320 w 1661833"/>
              <a:gd name="connsiteY1936" fmla="*/ 68020 h 373823"/>
              <a:gd name="connsiteX1937" fmla="*/ 228427 w 1661833"/>
              <a:gd name="connsiteY1937" fmla="*/ 60395 h 373823"/>
              <a:gd name="connsiteX1938" fmla="*/ 227009 w 1661833"/>
              <a:gd name="connsiteY1938" fmla="*/ 68647 h 373823"/>
              <a:gd name="connsiteX1939" fmla="*/ 222680 w 1661833"/>
              <a:gd name="connsiteY1939" fmla="*/ 73159 h 373823"/>
              <a:gd name="connsiteX1940" fmla="*/ 221004 w 1661833"/>
              <a:gd name="connsiteY1940" fmla="*/ 75922 h 373823"/>
              <a:gd name="connsiteX1941" fmla="*/ 199234 w 1661833"/>
              <a:gd name="connsiteY1941" fmla="*/ 90970 h 373823"/>
              <a:gd name="connsiteX1942" fmla="*/ 205680 w 1661833"/>
              <a:gd name="connsiteY1942" fmla="*/ 91394 h 373823"/>
              <a:gd name="connsiteX1943" fmla="*/ 205754 w 1661833"/>
              <a:gd name="connsiteY1943" fmla="*/ 91338 h 373823"/>
              <a:gd name="connsiteX1944" fmla="*/ 212808 w 1661833"/>
              <a:gd name="connsiteY1944" fmla="*/ 96422 h 373823"/>
              <a:gd name="connsiteX1945" fmla="*/ 204483 w 1661833"/>
              <a:gd name="connsiteY1945" fmla="*/ 96569 h 373823"/>
              <a:gd name="connsiteX1946" fmla="*/ 198589 w 1661833"/>
              <a:gd name="connsiteY1946" fmla="*/ 91210 h 373823"/>
              <a:gd name="connsiteX1947" fmla="*/ 193966 w 1661833"/>
              <a:gd name="connsiteY1947" fmla="*/ 92907 h 373823"/>
              <a:gd name="connsiteX1948" fmla="*/ 194956 w 1661833"/>
              <a:gd name="connsiteY1948" fmla="*/ 97981 h 373823"/>
              <a:gd name="connsiteX1949" fmla="*/ 196581 w 1661833"/>
              <a:gd name="connsiteY1949" fmla="*/ 106368 h 373823"/>
              <a:gd name="connsiteX1950" fmla="*/ 253494 w 1661833"/>
              <a:gd name="connsiteY1950" fmla="*/ 97785 h 373823"/>
              <a:gd name="connsiteX1951" fmla="*/ 255465 w 1661833"/>
              <a:gd name="connsiteY1951" fmla="*/ 97122 h 373823"/>
              <a:gd name="connsiteX1952" fmla="*/ 255465 w 1661833"/>
              <a:gd name="connsiteY1952" fmla="*/ 99185 h 373823"/>
              <a:gd name="connsiteX1953" fmla="*/ 249829 w 1661833"/>
              <a:gd name="connsiteY1953" fmla="*/ 115154 h 373823"/>
              <a:gd name="connsiteX1954" fmla="*/ 235831 w 1661833"/>
              <a:gd name="connsiteY1954" fmla="*/ 124271 h 373823"/>
              <a:gd name="connsiteX1955" fmla="*/ 229992 w 1661833"/>
              <a:gd name="connsiteY1955" fmla="*/ 135101 h 373823"/>
              <a:gd name="connsiteX1956" fmla="*/ 227303 w 1661833"/>
              <a:gd name="connsiteY1956" fmla="*/ 136943 h 373823"/>
              <a:gd name="connsiteX1957" fmla="*/ 254194 w 1661833"/>
              <a:gd name="connsiteY1957" fmla="*/ 132836 h 373823"/>
              <a:gd name="connsiteX1958" fmla="*/ 256312 w 1661833"/>
              <a:gd name="connsiteY1958" fmla="*/ 132430 h 373823"/>
              <a:gd name="connsiteX1959" fmla="*/ 256202 w 1661833"/>
              <a:gd name="connsiteY1959" fmla="*/ 132430 h 373823"/>
              <a:gd name="connsiteX1960" fmla="*/ 261967 w 1661833"/>
              <a:gd name="connsiteY1960" fmla="*/ 131233 h 373823"/>
              <a:gd name="connsiteX1961" fmla="*/ 253034 w 1661833"/>
              <a:gd name="connsiteY1961" fmla="*/ 144384 h 373823"/>
              <a:gd name="connsiteX1962" fmla="*/ 232000 w 1661833"/>
              <a:gd name="connsiteY1962" fmla="*/ 161126 h 373823"/>
              <a:gd name="connsiteX1963" fmla="*/ 209437 w 1661833"/>
              <a:gd name="connsiteY1963" fmla="*/ 168328 h 373823"/>
              <a:gd name="connsiteX1964" fmla="*/ 205754 w 1661833"/>
              <a:gd name="connsiteY1964" fmla="*/ 168568 h 373823"/>
              <a:gd name="connsiteX1965" fmla="*/ 198883 w 1661833"/>
              <a:gd name="connsiteY1965" fmla="*/ 168070 h 373823"/>
              <a:gd name="connsiteX1966" fmla="*/ 196710 w 1661833"/>
              <a:gd name="connsiteY1966" fmla="*/ 167757 h 373823"/>
              <a:gd name="connsiteX1967" fmla="*/ 200928 w 1661833"/>
              <a:gd name="connsiteY1967" fmla="*/ 185384 h 373823"/>
              <a:gd name="connsiteX1968" fmla="*/ 186875 w 1661833"/>
              <a:gd name="connsiteY1968" fmla="*/ 186286 h 373823"/>
              <a:gd name="connsiteX1969" fmla="*/ 172803 w 1661833"/>
              <a:gd name="connsiteY1969" fmla="*/ 185384 h 373823"/>
              <a:gd name="connsiteX1970" fmla="*/ 177021 w 1661833"/>
              <a:gd name="connsiteY1970" fmla="*/ 167757 h 373823"/>
              <a:gd name="connsiteX1971" fmla="*/ 174847 w 1661833"/>
              <a:gd name="connsiteY1971" fmla="*/ 168070 h 373823"/>
              <a:gd name="connsiteX1972" fmla="*/ 167977 w 1661833"/>
              <a:gd name="connsiteY1972" fmla="*/ 168568 h 373823"/>
              <a:gd name="connsiteX1973" fmla="*/ 164293 w 1661833"/>
              <a:gd name="connsiteY1973" fmla="*/ 168328 h 373823"/>
              <a:gd name="connsiteX1974" fmla="*/ 141712 w 1661833"/>
              <a:gd name="connsiteY1974" fmla="*/ 161126 h 373823"/>
              <a:gd name="connsiteX1975" fmla="*/ 120678 w 1661833"/>
              <a:gd name="connsiteY1975" fmla="*/ 144384 h 373823"/>
              <a:gd name="connsiteX1976" fmla="*/ 111745 w 1661833"/>
              <a:gd name="connsiteY1976" fmla="*/ 131233 h 373823"/>
              <a:gd name="connsiteX1977" fmla="*/ 117510 w 1661833"/>
              <a:gd name="connsiteY1977" fmla="*/ 132430 h 373823"/>
              <a:gd name="connsiteX1978" fmla="*/ 119647 w 1661833"/>
              <a:gd name="connsiteY1978" fmla="*/ 132836 h 373823"/>
              <a:gd name="connsiteX1979" fmla="*/ 146520 w 1661833"/>
              <a:gd name="connsiteY1979" fmla="*/ 136925 h 373823"/>
              <a:gd name="connsiteX1980" fmla="*/ 143830 w 1661833"/>
              <a:gd name="connsiteY1980" fmla="*/ 135175 h 373823"/>
              <a:gd name="connsiteX1981" fmla="*/ 137992 w 1661833"/>
              <a:gd name="connsiteY1981" fmla="*/ 124345 h 373823"/>
              <a:gd name="connsiteX1982" fmla="*/ 123994 w 1661833"/>
              <a:gd name="connsiteY1982" fmla="*/ 115228 h 373823"/>
              <a:gd name="connsiteX1983" fmla="*/ 118358 w 1661833"/>
              <a:gd name="connsiteY1983" fmla="*/ 99259 h 373823"/>
              <a:gd name="connsiteX1984" fmla="*/ 118358 w 1661833"/>
              <a:gd name="connsiteY1984" fmla="*/ 97196 h 373823"/>
              <a:gd name="connsiteX1985" fmla="*/ 120310 w 1661833"/>
              <a:gd name="connsiteY1985" fmla="*/ 97859 h 373823"/>
              <a:gd name="connsiteX1986" fmla="*/ 177315 w 1661833"/>
              <a:gd name="connsiteY1986" fmla="*/ 106368 h 373823"/>
              <a:gd name="connsiteX1987" fmla="*/ 180207 w 1661833"/>
              <a:gd name="connsiteY1987" fmla="*/ 91486 h 373823"/>
              <a:gd name="connsiteX1988" fmla="*/ 180207 w 1661833"/>
              <a:gd name="connsiteY1988" fmla="*/ 91247 h 373823"/>
              <a:gd name="connsiteX1989" fmla="*/ 186819 w 1661833"/>
              <a:gd name="connsiteY1989" fmla="*/ 83621 h 373823"/>
              <a:gd name="connsiteX1990" fmla="*/ 187059 w 1661833"/>
              <a:gd name="connsiteY1990" fmla="*/ 83621 h 373823"/>
              <a:gd name="connsiteX1991" fmla="*/ 192163 w 1661833"/>
              <a:gd name="connsiteY1991" fmla="*/ 86743 h 373823"/>
              <a:gd name="connsiteX1992" fmla="*/ 193483 w 1661833"/>
              <a:gd name="connsiteY1992" fmla="*/ 90641 h 373823"/>
              <a:gd name="connsiteX1993" fmla="*/ 197926 w 1661833"/>
              <a:gd name="connsiteY1993" fmla="*/ 89018 h 373823"/>
              <a:gd name="connsiteX1994" fmla="*/ 196084 w 1661833"/>
              <a:gd name="connsiteY1994" fmla="*/ 81135 h 373823"/>
              <a:gd name="connsiteX1995" fmla="*/ 200449 w 1661833"/>
              <a:gd name="connsiteY1995" fmla="*/ 73565 h 373823"/>
              <a:gd name="connsiteX1996" fmla="*/ 201867 w 1661833"/>
              <a:gd name="connsiteY1996" fmla="*/ 82056 h 373823"/>
              <a:gd name="connsiteX1997" fmla="*/ 198036 w 1661833"/>
              <a:gd name="connsiteY1997" fmla="*/ 88944 h 373823"/>
              <a:gd name="connsiteX1998" fmla="*/ 206964 w 1661833"/>
              <a:gd name="connsiteY1998" fmla="*/ 83683 h 373823"/>
              <a:gd name="connsiteX1999" fmla="*/ 205274 w 1661833"/>
              <a:gd name="connsiteY1999" fmla="*/ 76364 h 373823"/>
              <a:gd name="connsiteX2000" fmla="*/ 209271 w 1661833"/>
              <a:gd name="connsiteY2000" fmla="*/ 68609 h 373823"/>
              <a:gd name="connsiteX2001" fmla="*/ 210745 w 1661833"/>
              <a:gd name="connsiteY2001" fmla="*/ 77192 h 373823"/>
              <a:gd name="connsiteX2002" fmla="*/ 210800 w 1661833"/>
              <a:gd name="connsiteY2002" fmla="*/ 77192 h 373823"/>
              <a:gd name="connsiteX2003" fmla="*/ 207668 w 1661833"/>
              <a:gd name="connsiteY2003" fmla="*/ 83268 h 373823"/>
              <a:gd name="connsiteX2004" fmla="*/ 215258 w 1661833"/>
              <a:gd name="connsiteY2004" fmla="*/ 78795 h 373823"/>
              <a:gd name="connsiteX2005" fmla="*/ 213526 w 1661833"/>
              <a:gd name="connsiteY2005" fmla="*/ 71133 h 373823"/>
              <a:gd name="connsiteX2006" fmla="*/ 217210 w 1661833"/>
              <a:gd name="connsiteY2006" fmla="*/ 63766 h 373823"/>
              <a:gd name="connsiteX2007" fmla="*/ 218555 w 1661833"/>
              <a:gd name="connsiteY2007" fmla="*/ 71999 h 373823"/>
              <a:gd name="connsiteX2008" fmla="*/ 215313 w 1661833"/>
              <a:gd name="connsiteY2008" fmla="*/ 78777 h 373823"/>
              <a:gd name="connsiteX2009" fmla="*/ 220654 w 1661833"/>
              <a:gd name="connsiteY2009" fmla="*/ 73878 h 373823"/>
              <a:gd name="connsiteX2010" fmla="*/ 221852 w 1661833"/>
              <a:gd name="connsiteY2010" fmla="*/ 72441 h 373823"/>
              <a:gd name="connsiteX2011" fmla="*/ 222901 w 1661833"/>
              <a:gd name="connsiteY2011" fmla="*/ 65829 h 373823"/>
              <a:gd name="connsiteX2012" fmla="*/ 228427 w 1661833"/>
              <a:gd name="connsiteY2012" fmla="*/ 60395 h 373823"/>
              <a:gd name="connsiteX2013" fmla="*/ 109904 w 1661833"/>
              <a:gd name="connsiteY2013" fmla="*/ 59437 h 373823"/>
              <a:gd name="connsiteX2014" fmla="*/ 108799 w 1661833"/>
              <a:gd name="connsiteY2014" fmla="*/ 60119 h 373823"/>
              <a:gd name="connsiteX2015" fmla="*/ 107970 w 1661833"/>
              <a:gd name="connsiteY2015" fmla="*/ 60948 h 373823"/>
              <a:gd name="connsiteX2016" fmla="*/ 106386 w 1661833"/>
              <a:gd name="connsiteY2016" fmla="*/ 60358 h 373823"/>
              <a:gd name="connsiteX2017" fmla="*/ 105888 w 1661833"/>
              <a:gd name="connsiteY2017" fmla="*/ 61187 h 373823"/>
              <a:gd name="connsiteX2018" fmla="*/ 105888 w 1661833"/>
              <a:gd name="connsiteY2018" fmla="*/ 63471 h 373823"/>
              <a:gd name="connsiteX2019" fmla="*/ 105888 w 1661833"/>
              <a:gd name="connsiteY2019" fmla="*/ 64447 h 373823"/>
              <a:gd name="connsiteX2020" fmla="*/ 106459 w 1661833"/>
              <a:gd name="connsiteY2020" fmla="*/ 64981 h 373823"/>
              <a:gd name="connsiteX2021" fmla="*/ 106809 w 1661833"/>
              <a:gd name="connsiteY2021" fmla="*/ 65847 h 373823"/>
              <a:gd name="connsiteX2022" fmla="*/ 108651 w 1661833"/>
              <a:gd name="connsiteY2022" fmla="*/ 66142 h 373823"/>
              <a:gd name="connsiteX2023" fmla="*/ 109462 w 1661833"/>
              <a:gd name="connsiteY2023" fmla="*/ 65036 h 373823"/>
              <a:gd name="connsiteX2024" fmla="*/ 110235 w 1661833"/>
              <a:gd name="connsiteY2024" fmla="*/ 64484 h 373823"/>
              <a:gd name="connsiteX2025" fmla="*/ 110659 w 1661833"/>
              <a:gd name="connsiteY2025" fmla="*/ 63563 h 373823"/>
              <a:gd name="connsiteX2026" fmla="*/ 110659 w 1661833"/>
              <a:gd name="connsiteY2026" fmla="*/ 63489 h 373823"/>
              <a:gd name="connsiteX2027" fmla="*/ 110567 w 1661833"/>
              <a:gd name="connsiteY2027" fmla="*/ 62403 h 373823"/>
              <a:gd name="connsiteX2028" fmla="*/ 110843 w 1661833"/>
              <a:gd name="connsiteY2028" fmla="*/ 61740 h 373823"/>
              <a:gd name="connsiteX2029" fmla="*/ 111009 w 1661833"/>
              <a:gd name="connsiteY2029" fmla="*/ 60911 h 373823"/>
              <a:gd name="connsiteX2030" fmla="*/ 110696 w 1661833"/>
              <a:gd name="connsiteY2030" fmla="*/ 60137 h 373823"/>
              <a:gd name="connsiteX2031" fmla="*/ 110401 w 1661833"/>
              <a:gd name="connsiteY2031" fmla="*/ 59437 h 373823"/>
              <a:gd name="connsiteX2032" fmla="*/ 109904 w 1661833"/>
              <a:gd name="connsiteY2032" fmla="*/ 59437 h 373823"/>
              <a:gd name="connsiteX2033" fmla="*/ 757714 w 1661833"/>
              <a:gd name="connsiteY2033" fmla="*/ 57862 h 373823"/>
              <a:gd name="connsiteX2034" fmla="*/ 762594 w 1661833"/>
              <a:gd name="connsiteY2034" fmla="*/ 58376 h 373823"/>
              <a:gd name="connsiteX2035" fmla="*/ 768630 w 1661833"/>
              <a:gd name="connsiteY2035" fmla="*/ 58376 h 373823"/>
              <a:gd name="connsiteX2036" fmla="*/ 771776 w 1661833"/>
              <a:gd name="connsiteY2036" fmla="*/ 60880 h 373823"/>
              <a:gd name="connsiteX2037" fmla="*/ 777428 w 1661833"/>
              <a:gd name="connsiteY2037" fmla="*/ 62614 h 373823"/>
              <a:gd name="connsiteX2038" fmla="*/ 779290 w 1661833"/>
              <a:gd name="connsiteY2038" fmla="*/ 69035 h 373823"/>
              <a:gd name="connsiteX2039" fmla="*/ 783656 w 1661833"/>
              <a:gd name="connsiteY2039" fmla="*/ 78667 h 373823"/>
              <a:gd name="connsiteX2040" fmla="*/ 778262 w 1661833"/>
              <a:gd name="connsiteY2040" fmla="*/ 88557 h 373823"/>
              <a:gd name="connsiteX2041" fmla="*/ 779290 w 1661833"/>
              <a:gd name="connsiteY2041" fmla="*/ 91831 h 373823"/>
              <a:gd name="connsiteX2042" fmla="*/ 798554 w 1661833"/>
              <a:gd name="connsiteY2042" fmla="*/ 87336 h 373823"/>
              <a:gd name="connsiteX2043" fmla="*/ 809534 w 1661833"/>
              <a:gd name="connsiteY2043" fmla="*/ 84832 h 373823"/>
              <a:gd name="connsiteX2044" fmla="*/ 814222 w 1661833"/>
              <a:gd name="connsiteY2044" fmla="*/ 86823 h 373823"/>
              <a:gd name="connsiteX2045" fmla="*/ 819102 w 1661833"/>
              <a:gd name="connsiteY2045" fmla="*/ 88428 h 373823"/>
              <a:gd name="connsiteX2046" fmla="*/ 824945 w 1661833"/>
              <a:gd name="connsiteY2046" fmla="*/ 93565 h 373823"/>
              <a:gd name="connsiteX2047" fmla="*/ 824816 w 1661833"/>
              <a:gd name="connsiteY2047" fmla="*/ 93565 h 373823"/>
              <a:gd name="connsiteX2048" fmla="*/ 827449 w 1661833"/>
              <a:gd name="connsiteY2048" fmla="*/ 96454 h 373823"/>
              <a:gd name="connsiteX2049" fmla="*/ 827128 w 1661833"/>
              <a:gd name="connsiteY2049" fmla="*/ 102362 h 373823"/>
              <a:gd name="connsiteX2050" fmla="*/ 816597 w 1661833"/>
              <a:gd name="connsiteY2050" fmla="*/ 111288 h 373823"/>
              <a:gd name="connsiteX2051" fmla="*/ 810946 w 1661833"/>
              <a:gd name="connsiteY2051" fmla="*/ 109618 h 373823"/>
              <a:gd name="connsiteX2052" fmla="*/ 801379 w 1661833"/>
              <a:gd name="connsiteY2052" fmla="*/ 110260 h 373823"/>
              <a:gd name="connsiteX2053" fmla="*/ 793737 w 1661833"/>
              <a:gd name="connsiteY2053" fmla="*/ 111160 h 373823"/>
              <a:gd name="connsiteX2054" fmla="*/ 786738 w 1661833"/>
              <a:gd name="connsiteY2054" fmla="*/ 113278 h 373823"/>
              <a:gd name="connsiteX2055" fmla="*/ 779739 w 1661833"/>
              <a:gd name="connsiteY2055" fmla="*/ 115783 h 373823"/>
              <a:gd name="connsiteX2056" fmla="*/ 773317 w 1661833"/>
              <a:gd name="connsiteY2056" fmla="*/ 115783 h 373823"/>
              <a:gd name="connsiteX2057" fmla="*/ 763557 w 1661833"/>
              <a:gd name="connsiteY2057" fmla="*/ 119892 h 373823"/>
              <a:gd name="connsiteX2058" fmla="*/ 740762 w 1661833"/>
              <a:gd name="connsiteY2058" fmla="*/ 125543 h 373823"/>
              <a:gd name="connsiteX2059" fmla="*/ 734341 w 1661833"/>
              <a:gd name="connsiteY2059" fmla="*/ 127212 h 373823"/>
              <a:gd name="connsiteX2060" fmla="*/ 727920 w 1661833"/>
              <a:gd name="connsiteY2060" fmla="*/ 128818 h 373823"/>
              <a:gd name="connsiteX2061" fmla="*/ 722140 w 1661833"/>
              <a:gd name="connsiteY2061" fmla="*/ 130295 h 373823"/>
              <a:gd name="connsiteX2062" fmla="*/ 717260 w 1661833"/>
              <a:gd name="connsiteY2062" fmla="*/ 130936 h 373823"/>
              <a:gd name="connsiteX2063" fmla="*/ 711995 w 1661833"/>
              <a:gd name="connsiteY2063" fmla="*/ 132349 h 373823"/>
              <a:gd name="connsiteX2064" fmla="*/ 707371 w 1661833"/>
              <a:gd name="connsiteY2064" fmla="*/ 132349 h 373823"/>
              <a:gd name="connsiteX2065" fmla="*/ 703711 w 1661833"/>
              <a:gd name="connsiteY2065" fmla="*/ 132349 h 373823"/>
              <a:gd name="connsiteX2066" fmla="*/ 697803 w 1661833"/>
              <a:gd name="connsiteY2066" fmla="*/ 133955 h 373823"/>
              <a:gd name="connsiteX2067" fmla="*/ 692795 w 1661833"/>
              <a:gd name="connsiteY2067" fmla="*/ 135689 h 373823"/>
              <a:gd name="connsiteX2068" fmla="*/ 688428 w 1661833"/>
              <a:gd name="connsiteY2068" fmla="*/ 138193 h 373823"/>
              <a:gd name="connsiteX2069" fmla="*/ 684897 w 1661833"/>
              <a:gd name="connsiteY2069" fmla="*/ 135689 h 373823"/>
              <a:gd name="connsiteX2070" fmla="*/ 678475 w 1661833"/>
              <a:gd name="connsiteY2070" fmla="*/ 135304 h 373823"/>
              <a:gd name="connsiteX2071" fmla="*/ 676806 w 1661833"/>
              <a:gd name="connsiteY2071" fmla="*/ 128433 h 373823"/>
              <a:gd name="connsiteX2072" fmla="*/ 676485 w 1661833"/>
              <a:gd name="connsiteY2072" fmla="*/ 122782 h 373823"/>
              <a:gd name="connsiteX2073" fmla="*/ 677705 w 1661833"/>
              <a:gd name="connsiteY2073" fmla="*/ 118287 h 373823"/>
              <a:gd name="connsiteX2074" fmla="*/ 690547 w 1661833"/>
              <a:gd name="connsiteY2074" fmla="*/ 111865 h 373823"/>
              <a:gd name="connsiteX2075" fmla="*/ 693951 w 1661833"/>
              <a:gd name="connsiteY2075" fmla="*/ 113792 h 373823"/>
              <a:gd name="connsiteX2076" fmla="*/ 701335 w 1661833"/>
              <a:gd name="connsiteY2076" fmla="*/ 111288 h 373823"/>
              <a:gd name="connsiteX2077" fmla="*/ 718994 w 1661833"/>
              <a:gd name="connsiteY2077" fmla="*/ 107756 h 373823"/>
              <a:gd name="connsiteX2078" fmla="*/ 726506 w 1661833"/>
              <a:gd name="connsiteY2078" fmla="*/ 106728 h 373823"/>
              <a:gd name="connsiteX2079" fmla="*/ 740312 w 1661833"/>
              <a:gd name="connsiteY2079" fmla="*/ 102491 h 373823"/>
              <a:gd name="connsiteX2080" fmla="*/ 745963 w 1661833"/>
              <a:gd name="connsiteY2080" fmla="*/ 99216 h 373823"/>
              <a:gd name="connsiteX2081" fmla="*/ 745321 w 1661833"/>
              <a:gd name="connsiteY2081" fmla="*/ 95363 h 373823"/>
              <a:gd name="connsiteX2082" fmla="*/ 741340 w 1661833"/>
              <a:gd name="connsiteY2082" fmla="*/ 94079 h 373823"/>
              <a:gd name="connsiteX2083" fmla="*/ 737551 w 1661833"/>
              <a:gd name="connsiteY2083" fmla="*/ 91189 h 373823"/>
              <a:gd name="connsiteX2084" fmla="*/ 738450 w 1661833"/>
              <a:gd name="connsiteY2084" fmla="*/ 87208 h 373823"/>
              <a:gd name="connsiteX2085" fmla="*/ 739927 w 1661833"/>
              <a:gd name="connsiteY2085" fmla="*/ 83419 h 373823"/>
              <a:gd name="connsiteX2086" fmla="*/ 741468 w 1661833"/>
              <a:gd name="connsiteY2086" fmla="*/ 78667 h 373823"/>
              <a:gd name="connsiteX2087" fmla="*/ 736652 w 1661833"/>
              <a:gd name="connsiteY2087" fmla="*/ 66788 h 373823"/>
              <a:gd name="connsiteX2088" fmla="*/ 738065 w 1661833"/>
              <a:gd name="connsiteY2088" fmla="*/ 62742 h 373823"/>
              <a:gd name="connsiteX2089" fmla="*/ 745321 w 1661833"/>
              <a:gd name="connsiteY2089" fmla="*/ 61522 h 373823"/>
              <a:gd name="connsiteX2090" fmla="*/ 749559 w 1661833"/>
              <a:gd name="connsiteY2090" fmla="*/ 59853 h 373823"/>
              <a:gd name="connsiteX2091" fmla="*/ 753605 w 1661833"/>
              <a:gd name="connsiteY2091" fmla="*/ 59403 h 373823"/>
              <a:gd name="connsiteX2092" fmla="*/ 757714 w 1661833"/>
              <a:gd name="connsiteY2092" fmla="*/ 57862 h 373823"/>
              <a:gd name="connsiteX2093" fmla="*/ 1605194 w 1661833"/>
              <a:gd name="connsiteY2093" fmla="*/ 56707 h 373823"/>
              <a:gd name="connsiteX2094" fmla="*/ 1612001 w 1661833"/>
              <a:gd name="connsiteY2094" fmla="*/ 61972 h 373823"/>
              <a:gd name="connsiteX2095" fmla="*/ 1609111 w 1661833"/>
              <a:gd name="connsiteY2095" fmla="*/ 70320 h 373823"/>
              <a:gd name="connsiteX2096" fmla="*/ 1603525 w 1661833"/>
              <a:gd name="connsiteY2096" fmla="*/ 77640 h 373823"/>
              <a:gd name="connsiteX2097" fmla="*/ 1603525 w 1661833"/>
              <a:gd name="connsiteY2097" fmla="*/ 84062 h 373823"/>
              <a:gd name="connsiteX2098" fmla="*/ 1606992 w 1661833"/>
              <a:gd name="connsiteY2098" fmla="*/ 89263 h 373823"/>
              <a:gd name="connsiteX2099" fmla="*/ 1599415 w 1661833"/>
              <a:gd name="connsiteY2099" fmla="*/ 104610 h 373823"/>
              <a:gd name="connsiteX2100" fmla="*/ 1593700 w 1661833"/>
              <a:gd name="connsiteY2100" fmla="*/ 112893 h 373823"/>
              <a:gd name="connsiteX2101" fmla="*/ 1600635 w 1661833"/>
              <a:gd name="connsiteY2101" fmla="*/ 116553 h 373823"/>
              <a:gd name="connsiteX2102" fmla="*/ 1604039 w 1661833"/>
              <a:gd name="connsiteY2102" fmla="*/ 122011 h 373823"/>
              <a:gd name="connsiteX2103" fmla="*/ 1610460 w 1661833"/>
              <a:gd name="connsiteY2103" fmla="*/ 115590 h 373823"/>
              <a:gd name="connsiteX2104" fmla="*/ 1604873 w 1661833"/>
              <a:gd name="connsiteY2104" fmla="*/ 113728 h 373823"/>
              <a:gd name="connsiteX2105" fmla="*/ 1603589 w 1661833"/>
              <a:gd name="connsiteY2105" fmla="*/ 107306 h 373823"/>
              <a:gd name="connsiteX2106" fmla="*/ 1607249 w 1661833"/>
              <a:gd name="connsiteY2106" fmla="*/ 104417 h 373823"/>
              <a:gd name="connsiteX2107" fmla="*/ 1610202 w 1661833"/>
              <a:gd name="connsiteY2107" fmla="*/ 100949 h 373823"/>
              <a:gd name="connsiteX2108" fmla="*/ 1609689 w 1661833"/>
              <a:gd name="connsiteY2108" fmla="*/ 94849 h 373823"/>
              <a:gd name="connsiteX2109" fmla="*/ 1614891 w 1661833"/>
              <a:gd name="connsiteY2109" fmla="*/ 92216 h 373823"/>
              <a:gd name="connsiteX2110" fmla="*/ 1617844 w 1661833"/>
              <a:gd name="connsiteY2110" fmla="*/ 87786 h 373823"/>
              <a:gd name="connsiteX2111" fmla="*/ 1619193 w 1661833"/>
              <a:gd name="connsiteY2111" fmla="*/ 82906 h 373823"/>
              <a:gd name="connsiteX2112" fmla="*/ 1615468 w 1661833"/>
              <a:gd name="connsiteY2112" fmla="*/ 73916 h 373823"/>
              <a:gd name="connsiteX2113" fmla="*/ 1634154 w 1661833"/>
              <a:gd name="connsiteY2113" fmla="*/ 64027 h 373823"/>
              <a:gd name="connsiteX2114" fmla="*/ 1635824 w 1661833"/>
              <a:gd name="connsiteY2114" fmla="*/ 61651 h 373823"/>
              <a:gd name="connsiteX2115" fmla="*/ 1641410 w 1661833"/>
              <a:gd name="connsiteY2115" fmla="*/ 61009 h 373823"/>
              <a:gd name="connsiteX2116" fmla="*/ 1647447 w 1661833"/>
              <a:gd name="connsiteY2116" fmla="*/ 64798 h 373823"/>
              <a:gd name="connsiteX2117" fmla="*/ 1648988 w 1661833"/>
              <a:gd name="connsiteY2117" fmla="*/ 69228 h 373823"/>
              <a:gd name="connsiteX2118" fmla="*/ 1648281 w 1661833"/>
              <a:gd name="connsiteY2118" fmla="*/ 76998 h 373823"/>
              <a:gd name="connsiteX2119" fmla="*/ 1640062 w 1661833"/>
              <a:gd name="connsiteY2119" fmla="*/ 83419 h 373823"/>
              <a:gd name="connsiteX2120" fmla="*/ 1633641 w 1661833"/>
              <a:gd name="connsiteY2120" fmla="*/ 98959 h 373823"/>
              <a:gd name="connsiteX2121" fmla="*/ 1631714 w 1661833"/>
              <a:gd name="connsiteY2121" fmla="*/ 104353 h 373823"/>
              <a:gd name="connsiteX2122" fmla="*/ 1630109 w 1661833"/>
              <a:gd name="connsiteY2122" fmla="*/ 110774 h 373823"/>
              <a:gd name="connsiteX2123" fmla="*/ 1628825 w 1661833"/>
              <a:gd name="connsiteY2123" fmla="*/ 118865 h 373823"/>
              <a:gd name="connsiteX2124" fmla="*/ 1632549 w 1661833"/>
              <a:gd name="connsiteY2124" fmla="*/ 120021 h 373823"/>
              <a:gd name="connsiteX2125" fmla="*/ 1639805 w 1661833"/>
              <a:gd name="connsiteY2125" fmla="*/ 116039 h 373823"/>
              <a:gd name="connsiteX2126" fmla="*/ 1644813 w 1661833"/>
              <a:gd name="connsiteY2126" fmla="*/ 116039 h 373823"/>
              <a:gd name="connsiteX2127" fmla="*/ 1648859 w 1661833"/>
              <a:gd name="connsiteY2127" fmla="*/ 118993 h 373823"/>
              <a:gd name="connsiteX2128" fmla="*/ 1653418 w 1661833"/>
              <a:gd name="connsiteY2128" fmla="*/ 120342 h 373823"/>
              <a:gd name="connsiteX2129" fmla="*/ 1658619 w 1661833"/>
              <a:gd name="connsiteY2129" fmla="*/ 122204 h 373823"/>
              <a:gd name="connsiteX2130" fmla="*/ 1659005 w 1661833"/>
              <a:gd name="connsiteY2130" fmla="*/ 122140 h 373823"/>
              <a:gd name="connsiteX2131" fmla="*/ 1661766 w 1661833"/>
              <a:gd name="connsiteY2131" fmla="*/ 134019 h 373823"/>
              <a:gd name="connsiteX2132" fmla="*/ 1658812 w 1661833"/>
              <a:gd name="connsiteY2132" fmla="*/ 144743 h 373823"/>
              <a:gd name="connsiteX2133" fmla="*/ 1642631 w 1661833"/>
              <a:gd name="connsiteY2133" fmla="*/ 149045 h 373823"/>
              <a:gd name="connsiteX2134" fmla="*/ 1637622 w 1661833"/>
              <a:gd name="connsiteY2134" fmla="*/ 151164 h 373823"/>
              <a:gd name="connsiteX2135" fmla="*/ 1631200 w 1661833"/>
              <a:gd name="connsiteY2135" fmla="*/ 150586 h 373823"/>
              <a:gd name="connsiteX2136" fmla="*/ 1623174 w 1661833"/>
              <a:gd name="connsiteY2136" fmla="*/ 150586 h 373823"/>
              <a:gd name="connsiteX2137" fmla="*/ 1609368 w 1661833"/>
              <a:gd name="connsiteY2137" fmla="*/ 160410 h 373823"/>
              <a:gd name="connsiteX2138" fmla="*/ 1604296 w 1661833"/>
              <a:gd name="connsiteY2138" fmla="*/ 165804 h 373823"/>
              <a:gd name="connsiteX2139" fmla="*/ 1596204 w 1661833"/>
              <a:gd name="connsiteY2139" fmla="*/ 173253 h 373823"/>
              <a:gd name="connsiteX2140" fmla="*/ 1594920 w 1661833"/>
              <a:gd name="connsiteY2140" fmla="*/ 180894 h 373823"/>
              <a:gd name="connsiteX2141" fmla="*/ 1598773 w 1661833"/>
              <a:gd name="connsiteY2141" fmla="*/ 181665 h 373823"/>
              <a:gd name="connsiteX2142" fmla="*/ 1605708 w 1661833"/>
              <a:gd name="connsiteY2142" fmla="*/ 178904 h 373823"/>
              <a:gd name="connsiteX2143" fmla="*/ 1610267 w 1661833"/>
              <a:gd name="connsiteY2143" fmla="*/ 176463 h 373823"/>
              <a:gd name="connsiteX2144" fmla="*/ 1618230 w 1661833"/>
              <a:gd name="connsiteY2144" fmla="*/ 180509 h 373823"/>
              <a:gd name="connsiteX2145" fmla="*/ 1625999 w 1661833"/>
              <a:gd name="connsiteY2145" fmla="*/ 183720 h 373823"/>
              <a:gd name="connsiteX2146" fmla="*/ 1629017 w 1661833"/>
              <a:gd name="connsiteY2146" fmla="*/ 186802 h 373823"/>
              <a:gd name="connsiteX2147" fmla="*/ 1627027 w 1661833"/>
              <a:gd name="connsiteY2147" fmla="*/ 194893 h 373823"/>
              <a:gd name="connsiteX2148" fmla="*/ 1622403 w 1661833"/>
              <a:gd name="connsiteY2148" fmla="*/ 198874 h 373823"/>
              <a:gd name="connsiteX2149" fmla="*/ 1614248 w 1661833"/>
              <a:gd name="connsiteY2149" fmla="*/ 200415 h 373823"/>
              <a:gd name="connsiteX2150" fmla="*/ 1608726 w 1661833"/>
              <a:gd name="connsiteY2150" fmla="*/ 202277 h 373823"/>
              <a:gd name="connsiteX2151" fmla="*/ 1595884 w 1661833"/>
              <a:gd name="connsiteY2151" fmla="*/ 208056 h 373823"/>
              <a:gd name="connsiteX2152" fmla="*/ 1596461 w 1661833"/>
              <a:gd name="connsiteY2152" fmla="*/ 216918 h 373823"/>
              <a:gd name="connsiteX2153" fmla="*/ 1595498 w 1661833"/>
              <a:gd name="connsiteY2153" fmla="*/ 224494 h 373823"/>
              <a:gd name="connsiteX2154" fmla="*/ 1593700 w 1661833"/>
              <a:gd name="connsiteY2154" fmla="*/ 233163 h 373823"/>
              <a:gd name="connsiteX2155" fmla="*/ 1590361 w 1661833"/>
              <a:gd name="connsiteY2155" fmla="*/ 238943 h 373823"/>
              <a:gd name="connsiteX2156" fmla="*/ 1583940 w 1661833"/>
              <a:gd name="connsiteY2156" fmla="*/ 251400 h 373823"/>
              <a:gd name="connsiteX2157" fmla="*/ 1574565 w 1661833"/>
              <a:gd name="connsiteY2157" fmla="*/ 254739 h 373823"/>
              <a:gd name="connsiteX2158" fmla="*/ 1567052 w 1661833"/>
              <a:gd name="connsiteY2158" fmla="*/ 256794 h 373823"/>
              <a:gd name="connsiteX2159" fmla="*/ 1555751 w 1661833"/>
              <a:gd name="connsiteY2159" fmla="*/ 256794 h 373823"/>
              <a:gd name="connsiteX2160" fmla="*/ 1555044 w 1661833"/>
              <a:gd name="connsiteY2160" fmla="*/ 249987 h 373823"/>
              <a:gd name="connsiteX2161" fmla="*/ 1544128 w 1661833"/>
              <a:gd name="connsiteY2161" fmla="*/ 239649 h 373823"/>
              <a:gd name="connsiteX2162" fmla="*/ 1549971 w 1661833"/>
              <a:gd name="connsiteY2162" fmla="*/ 236759 h 373823"/>
              <a:gd name="connsiteX2163" fmla="*/ 1564098 w 1661833"/>
              <a:gd name="connsiteY2163" fmla="*/ 234191 h 373823"/>
              <a:gd name="connsiteX2164" fmla="*/ 1575207 w 1661833"/>
              <a:gd name="connsiteY2164" fmla="*/ 214927 h 373823"/>
              <a:gd name="connsiteX2165" fmla="*/ 1572124 w 1661833"/>
              <a:gd name="connsiteY2165" fmla="*/ 210560 h 373823"/>
              <a:gd name="connsiteX2166" fmla="*/ 1561722 w 1661833"/>
              <a:gd name="connsiteY2166" fmla="*/ 212423 h 373823"/>
              <a:gd name="connsiteX2167" fmla="*/ 1550998 w 1661833"/>
              <a:gd name="connsiteY2167" fmla="*/ 214285 h 373823"/>
              <a:gd name="connsiteX2168" fmla="*/ 1542201 w 1661833"/>
              <a:gd name="connsiteY2168" fmla="*/ 217431 h 373823"/>
              <a:gd name="connsiteX2169" fmla="*/ 1534303 w 1661833"/>
              <a:gd name="connsiteY2169" fmla="*/ 215505 h 373823"/>
              <a:gd name="connsiteX2170" fmla="*/ 1530707 w 1661833"/>
              <a:gd name="connsiteY2170" fmla="*/ 213899 h 373823"/>
              <a:gd name="connsiteX2171" fmla="*/ 1529873 w 1661833"/>
              <a:gd name="connsiteY2171" fmla="*/ 208121 h 373823"/>
              <a:gd name="connsiteX2172" fmla="*/ 1531478 w 1661833"/>
              <a:gd name="connsiteY2172" fmla="*/ 200158 h 373823"/>
              <a:gd name="connsiteX2173" fmla="*/ 1541109 w 1661833"/>
              <a:gd name="connsiteY2173" fmla="*/ 194186 h 373823"/>
              <a:gd name="connsiteX2174" fmla="*/ 1548109 w 1661833"/>
              <a:gd name="connsiteY2174" fmla="*/ 195984 h 373823"/>
              <a:gd name="connsiteX2175" fmla="*/ 1554915 w 1661833"/>
              <a:gd name="connsiteY2175" fmla="*/ 191746 h 373823"/>
              <a:gd name="connsiteX2176" fmla="*/ 1563327 w 1661833"/>
              <a:gd name="connsiteY2176" fmla="*/ 189499 h 373823"/>
              <a:gd name="connsiteX2177" fmla="*/ 1568400 w 1661833"/>
              <a:gd name="connsiteY2177" fmla="*/ 186930 h 373823"/>
              <a:gd name="connsiteX2178" fmla="*/ 1570198 w 1661833"/>
              <a:gd name="connsiteY2178" fmla="*/ 183977 h 373823"/>
              <a:gd name="connsiteX2179" fmla="*/ 1571097 w 1661833"/>
              <a:gd name="connsiteY2179" fmla="*/ 177555 h 373823"/>
              <a:gd name="connsiteX2180" fmla="*/ 1573473 w 1661833"/>
              <a:gd name="connsiteY2180" fmla="*/ 171134 h 373823"/>
              <a:gd name="connsiteX2181" fmla="*/ 1568593 w 1661833"/>
              <a:gd name="connsiteY2181" fmla="*/ 170684 h 373823"/>
              <a:gd name="connsiteX2182" fmla="*/ 1563199 w 1661833"/>
              <a:gd name="connsiteY2182" fmla="*/ 174216 h 373823"/>
              <a:gd name="connsiteX2183" fmla="*/ 1557098 w 1661833"/>
              <a:gd name="connsiteY2183" fmla="*/ 177363 h 373823"/>
              <a:gd name="connsiteX2184" fmla="*/ 1551962 w 1661833"/>
              <a:gd name="connsiteY2184" fmla="*/ 177363 h 373823"/>
              <a:gd name="connsiteX2185" fmla="*/ 1550036 w 1661833"/>
              <a:gd name="connsiteY2185" fmla="*/ 172675 h 373823"/>
              <a:gd name="connsiteX2186" fmla="*/ 1551448 w 1661833"/>
              <a:gd name="connsiteY2186" fmla="*/ 165676 h 373823"/>
              <a:gd name="connsiteX2187" fmla="*/ 1556842 w 1661833"/>
              <a:gd name="connsiteY2187" fmla="*/ 152833 h 373823"/>
              <a:gd name="connsiteX2188" fmla="*/ 1564419 w 1661833"/>
              <a:gd name="connsiteY2188" fmla="*/ 152319 h 373823"/>
              <a:gd name="connsiteX2189" fmla="*/ 1567244 w 1661833"/>
              <a:gd name="connsiteY2189" fmla="*/ 150457 h 373823"/>
              <a:gd name="connsiteX2190" fmla="*/ 1574244 w 1661833"/>
              <a:gd name="connsiteY2190" fmla="*/ 149816 h 373823"/>
              <a:gd name="connsiteX2191" fmla="*/ 1582206 w 1661833"/>
              <a:gd name="connsiteY2191" fmla="*/ 147825 h 373823"/>
              <a:gd name="connsiteX2192" fmla="*/ 1588178 w 1661833"/>
              <a:gd name="connsiteY2192" fmla="*/ 146797 h 373823"/>
              <a:gd name="connsiteX2193" fmla="*/ 1593186 w 1661833"/>
              <a:gd name="connsiteY2193" fmla="*/ 144999 h 373823"/>
              <a:gd name="connsiteX2194" fmla="*/ 1596140 w 1661833"/>
              <a:gd name="connsiteY2194" fmla="*/ 142881 h 373823"/>
              <a:gd name="connsiteX2195" fmla="*/ 1603139 w 1661833"/>
              <a:gd name="connsiteY2195" fmla="*/ 142881 h 373823"/>
              <a:gd name="connsiteX2196" fmla="*/ 1608855 w 1661833"/>
              <a:gd name="connsiteY2196" fmla="*/ 142881 h 373823"/>
              <a:gd name="connsiteX2197" fmla="*/ 1614762 w 1661833"/>
              <a:gd name="connsiteY2197" fmla="*/ 144293 h 373823"/>
              <a:gd name="connsiteX2198" fmla="*/ 1621183 w 1661833"/>
              <a:gd name="connsiteY2198" fmla="*/ 141147 h 373823"/>
              <a:gd name="connsiteX2199" fmla="*/ 1624779 w 1661833"/>
              <a:gd name="connsiteY2199" fmla="*/ 134276 h 373823"/>
              <a:gd name="connsiteX2200" fmla="*/ 1616239 w 1661833"/>
              <a:gd name="connsiteY2200" fmla="*/ 135239 h 373823"/>
              <a:gd name="connsiteX2201" fmla="*/ 1607249 w 1661833"/>
              <a:gd name="connsiteY2201" fmla="*/ 136523 h 373823"/>
              <a:gd name="connsiteX2202" fmla="*/ 1593122 w 1661833"/>
              <a:gd name="connsiteY2202" fmla="*/ 138000 h 373823"/>
              <a:gd name="connsiteX2203" fmla="*/ 1585994 w 1661833"/>
              <a:gd name="connsiteY2203" fmla="*/ 139670 h 373823"/>
              <a:gd name="connsiteX2204" fmla="*/ 1578867 w 1661833"/>
              <a:gd name="connsiteY2204" fmla="*/ 141147 h 373823"/>
              <a:gd name="connsiteX2205" fmla="*/ 1567308 w 1661833"/>
              <a:gd name="connsiteY2205" fmla="*/ 142624 h 373823"/>
              <a:gd name="connsiteX2206" fmla="*/ 1558447 w 1661833"/>
              <a:gd name="connsiteY2206" fmla="*/ 144422 h 373823"/>
              <a:gd name="connsiteX2207" fmla="*/ 1547980 w 1661833"/>
              <a:gd name="connsiteY2207" fmla="*/ 148659 h 373823"/>
              <a:gd name="connsiteX2208" fmla="*/ 1541559 w 1661833"/>
              <a:gd name="connsiteY2208" fmla="*/ 157199 h 373823"/>
              <a:gd name="connsiteX2209" fmla="*/ 1538477 w 1661833"/>
              <a:gd name="connsiteY2209" fmla="*/ 160860 h 373823"/>
              <a:gd name="connsiteX2210" fmla="*/ 1525121 w 1661833"/>
              <a:gd name="connsiteY2210" fmla="*/ 171070 h 373823"/>
              <a:gd name="connsiteX2211" fmla="*/ 1519919 w 1661833"/>
              <a:gd name="connsiteY2211" fmla="*/ 168951 h 373823"/>
              <a:gd name="connsiteX2212" fmla="*/ 1516003 w 1661833"/>
              <a:gd name="connsiteY2212" fmla="*/ 156686 h 373823"/>
              <a:gd name="connsiteX2213" fmla="*/ 1516003 w 1661833"/>
              <a:gd name="connsiteY2213" fmla="*/ 144357 h 373823"/>
              <a:gd name="connsiteX2214" fmla="*/ 1517929 w 1661833"/>
              <a:gd name="connsiteY2214" fmla="*/ 139349 h 373823"/>
              <a:gd name="connsiteX2215" fmla="*/ 1521461 w 1661833"/>
              <a:gd name="connsiteY2215" fmla="*/ 137037 h 373823"/>
              <a:gd name="connsiteX2216" fmla="*/ 1530065 w 1661833"/>
              <a:gd name="connsiteY2216" fmla="*/ 122782 h 373823"/>
              <a:gd name="connsiteX2217" fmla="*/ 1532505 w 1661833"/>
              <a:gd name="connsiteY2217" fmla="*/ 122782 h 373823"/>
              <a:gd name="connsiteX2218" fmla="*/ 1534239 w 1661833"/>
              <a:gd name="connsiteY2218" fmla="*/ 133826 h 373823"/>
              <a:gd name="connsiteX2219" fmla="*/ 1534405 w 1661833"/>
              <a:gd name="connsiteY2219" fmla="*/ 134966 h 373823"/>
              <a:gd name="connsiteX2220" fmla="*/ 1538027 w 1661833"/>
              <a:gd name="connsiteY2220" fmla="*/ 136651 h 373823"/>
              <a:gd name="connsiteX2221" fmla="*/ 1545412 w 1661833"/>
              <a:gd name="connsiteY2221" fmla="*/ 133762 h 373823"/>
              <a:gd name="connsiteX2222" fmla="*/ 1547916 w 1661833"/>
              <a:gd name="connsiteY2222" fmla="*/ 131258 h 373823"/>
              <a:gd name="connsiteX2223" fmla="*/ 1545990 w 1661833"/>
              <a:gd name="connsiteY2223" fmla="*/ 126121 h 373823"/>
              <a:gd name="connsiteX2224" fmla="*/ 1544705 w 1661833"/>
              <a:gd name="connsiteY2224" fmla="*/ 118672 h 373823"/>
              <a:gd name="connsiteX2225" fmla="*/ 1545861 w 1661833"/>
              <a:gd name="connsiteY2225" fmla="*/ 103390 h 373823"/>
              <a:gd name="connsiteX2226" fmla="*/ 1544770 w 1661833"/>
              <a:gd name="connsiteY2226" fmla="*/ 87208 h 373823"/>
              <a:gd name="connsiteX2227" fmla="*/ 1543293 w 1661833"/>
              <a:gd name="connsiteY2227" fmla="*/ 77961 h 373823"/>
              <a:gd name="connsiteX2228" fmla="*/ 1546375 w 1661833"/>
              <a:gd name="connsiteY2228" fmla="*/ 72631 h 373823"/>
              <a:gd name="connsiteX2229" fmla="*/ 1550806 w 1661833"/>
              <a:gd name="connsiteY2229" fmla="*/ 72631 h 373823"/>
              <a:gd name="connsiteX2230" fmla="*/ 1553053 w 1661833"/>
              <a:gd name="connsiteY2230" fmla="*/ 71154 h 373823"/>
              <a:gd name="connsiteX2231" fmla="*/ 1554980 w 1661833"/>
              <a:gd name="connsiteY2231" fmla="*/ 74044 h 373823"/>
              <a:gd name="connsiteX2232" fmla="*/ 1555751 w 1661833"/>
              <a:gd name="connsiteY2232" fmla="*/ 79310 h 373823"/>
              <a:gd name="connsiteX2233" fmla="*/ 1556328 w 1661833"/>
              <a:gd name="connsiteY2233" fmla="*/ 85731 h 373823"/>
              <a:gd name="connsiteX2234" fmla="*/ 1556328 w 1661833"/>
              <a:gd name="connsiteY2234" fmla="*/ 89777 h 373823"/>
              <a:gd name="connsiteX2235" fmla="*/ 1556328 w 1661833"/>
              <a:gd name="connsiteY2235" fmla="*/ 94207 h 373823"/>
              <a:gd name="connsiteX2236" fmla="*/ 1556328 w 1661833"/>
              <a:gd name="connsiteY2236" fmla="*/ 99794 h 373823"/>
              <a:gd name="connsiteX2237" fmla="*/ 1556970 w 1661833"/>
              <a:gd name="connsiteY2237" fmla="*/ 110710 h 373823"/>
              <a:gd name="connsiteX2238" fmla="*/ 1558383 w 1661833"/>
              <a:gd name="connsiteY2238" fmla="*/ 118030 h 373823"/>
              <a:gd name="connsiteX2239" fmla="*/ 1558383 w 1661833"/>
              <a:gd name="connsiteY2239" fmla="*/ 123424 h 373823"/>
              <a:gd name="connsiteX2240" fmla="*/ 1556200 w 1661833"/>
              <a:gd name="connsiteY2240" fmla="*/ 129845 h 373823"/>
              <a:gd name="connsiteX2241" fmla="*/ 1559282 w 1661833"/>
              <a:gd name="connsiteY2241" fmla="*/ 132991 h 373823"/>
              <a:gd name="connsiteX2242" fmla="*/ 1565382 w 1661833"/>
              <a:gd name="connsiteY2242" fmla="*/ 131322 h 373823"/>
              <a:gd name="connsiteX2243" fmla="*/ 1570647 w 1661833"/>
              <a:gd name="connsiteY2243" fmla="*/ 131001 h 373823"/>
              <a:gd name="connsiteX2244" fmla="*/ 1579252 w 1661833"/>
              <a:gd name="connsiteY2244" fmla="*/ 129460 h 373823"/>
              <a:gd name="connsiteX2245" fmla="*/ 1583940 w 1661833"/>
              <a:gd name="connsiteY2245" fmla="*/ 127854 h 373823"/>
              <a:gd name="connsiteX2246" fmla="*/ 1587600 w 1661833"/>
              <a:gd name="connsiteY2246" fmla="*/ 125415 h 373823"/>
              <a:gd name="connsiteX2247" fmla="*/ 1588113 w 1661833"/>
              <a:gd name="connsiteY2247" fmla="*/ 122653 h 373823"/>
              <a:gd name="connsiteX2248" fmla="*/ 1582976 w 1661833"/>
              <a:gd name="connsiteY2248" fmla="*/ 122140 h 373823"/>
              <a:gd name="connsiteX2249" fmla="*/ 1578289 w 1661833"/>
              <a:gd name="connsiteY2249" fmla="*/ 124066 h 373823"/>
              <a:gd name="connsiteX2250" fmla="*/ 1576941 w 1661833"/>
              <a:gd name="connsiteY2250" fmla="*/ 119764 h 373823"/>
              <a:gd name="connsiteX2251" fmla="*/ 1574115 w 1661833"/>
              <a:gd name="connsiteY2251" fmla="*/ 116232 h 373823"/>
              <a:gd name="connsiteX2252" fmla="*/ 1572253 w 1661833"/>
              <a:gd name="connsiteY2252" fmla="*/ 121498 h 373823"/>
              <a:gd name="connsiteX2253" fmla="*/ 1570006 w 1661833"/>
              <a:gd name="connsiteY2253" fmla="*/ 124644 h 373823"/>
              <a:gd name="connsiteX2254" fmla="*/ 1566859 w 1661833"/>
              <a:gd name="connsiteY2254" fmla="*/ 126313 h 373823"/>
              <a:gd name="connsiteX2255" fmla="*/ 1563648 w 1661833"/>
              <a:gd name="connsiteY2255" fmla="*/ 120278 h 373823"/>
              <a:gd name="connsiteX2256" fmla="*/ 1564098 w 1661833"/>
              <a:gd name="connsiteY2256" fmla="*/ 107820 h 373823"/>
              <a:gd name="connsiteX2257" fmla="*/ 1562686 w 1661833"/>
              <a:gd name="connsiteY2257" fmla="*/ 99344 h 373823"/>
              <a:gd name="connsiteX2258" fmla="*/ 1562686 w 1661833"/>
              <a:gd name="connsiteY2258" fmla="*/ 87337 h 373823"/>
              <a:gd name="connsiteX2259" fmla="*/ 1561786 w 1661833"/>
              <a:gd name="connsiteY2259" fmla="*/ 83291 h 373823"/>
              <a:gd name="connsiteX2260" fmla="*/ 1564227 w 1661833"/>
              <a:gd name="connsiteY2260" fmla="*/ 77447 h 373823"/>
              <a:gd name="connsiteX2261" fmla="*/ 1568336 w 1661833"/>
              <a:gd name="connsiteY2261" fmla="*/ 75136 h 373823"/>
              <a:gd name="connsiteX2262" fmla="*/ 1570326 w 1661833"/>
              <a:gd name="connsiteY2262" fmla="*/ 81557 h 373823"/>
              <a:gd name="connsiteX2263" fmla="*/ 1571675 w 1661833"/>
              <a:gd name="connsiteY2263" fmla="*/ 85603 h 373823"/>
              <a:gd name="connsiteX2264" fmla="*/ 1573601 w 1661833"/>
              <a:gd name="connsiteY2264" fmla="*/ 99151 h 373823"/>
              <a:gd name="connsiteX2265" fmla="*/ 1575399 w 1661833"/>
              <a:gd name="connsiteY2265" fmla="*/ 102298 h 373823"/>
              <a:gd name="connsiteX2266" fmla="*/ 1582399 w 1661833"/>
              <a:gd name="connsiteY2266" fmla="*/ 102298 h 373823"/>
              <a:gd name="connsiteX2267" fmla="*/ 1585032 w 1661833"/>
              <a:gd name="connsiteY2267" fmla="*/ 105637 h 373823"/>
              <a:gd name="connsiteX2268" fmla="*/ 1591453 w 1661833"/>
              <a:gd name="connsiteY2268" fmla="*/ 99665 h 373823"/>
              <a:gd name="connsiteX2269" fmla="*/ 1588049 w 1661833"/>
              <a:gd name="connsiteY2269" fmla="*/ 91574 h 373823"/>
              <a:gd name="connsiteX2270" fmla="*/ 1582399 w 1661833"/>
              <a:gd name="connsiteY2270" fmla="*/ 93757 h 373823"/>
              <a:gd name="connsiteX2271" fmla="*/ 1578418 w 1661833"/>
              <a:gd name="connsiteY2271" fmla="*/ 95620 h 373823"/>
              <a:gd name="connsiteX2272" fmla="*/ 1578418 w 1661833"/>
              <a:gd name="connsiteY2272" fmla="*/ 87594 h 373823"/>
              <a:gd name="connsiteX2273" fmla="*/ 1580857 w 1661833"/>
              <a:gd name="connsiteY2273" fmla="*/ 81172 h 373823"/>
              <a:gd name="connsiteX2274" fmla="*/ 1578161 w 1661833"/>
              <a:gd name="connsiteY2274" fmla="*/ 74044 h 373823"/>
              <a:gd name="connsiteX2275" fmla="*/ 1582655 w 1661833"/>
              <a:gd name="connsiteY2275" fmla="*/ 69549 h 373823"/>
              <a:gd name="connsiteX2276" fmla="*/ 1587600 w 1661833"/>
              <a:gd name="connsiteY2276" fmla="*/ 73595 h 373823"/>
              <a:gd name="connsiteX2277" fmla="*/ 1593572 w 1661833"/>
              <a:gd name="connsiteY2277" fmla="*/ 65696 h 373823"/>
              <a:gd name="connsiteX2278" fmla="*/ 1598002 w 1661833"/>
              <a:gd name="connsiteY2278" fmla="*/ 57477 h 373823"/>
              <a:gd name="connsiteX2279" fmla="*/ 1601598 w 1661833"/>
              <a:gd name="connsiteY2279" fmla="*/ 57477 h 373823"/>
              <a:gd name="connsiteX2280" fmla="*/ 1605194 w 1661833"/>
              <a:gd name="connsiteY2280" fmla="*/ 56707 h 373823"/>
              <a:gd name="connsiteX2281" fmla="*/ 206300 w 1661833"/>
              <a:gd name="connsiteY2281" fmla="*/ 51612 h 373823"/>
              <a:gd name="connsiteX2282" fmla="*/ 104912 w 1661833"/>
              <a:gd name="connsiteY2282" fmla="*/ 77506 h 373823"/>
              <a:gd name="connsiteX2283" fmla="*/ 104894 w 1661833"/>
              <a:gd name="connsiteY2283" fmla="*/ 77506 h 373823"/>
              <a:gd name="connsiteX2284" fmla="*/ 50191 w 1661833"/>
              <a:gd name="connsiteY2284" fmla="*/ 186949 h 373823"/>
              <a:gd name="connsiteX2285" fmla="*/ 51756 w 1661833"/>
              <a:gd name="connsiteY2285" fmla="*/ 207762 h 373823"/>
              <a:gd name="connsiteX2286" fmla="*/ 52070 w 1661833"/>
              <a:gd name="connsiteY2286" fmla="*/ 209456 h 373823"/>
              <a:gd name="connsiteX2287" fmla="*/ 53543 w 1661833"/>
              <a:gd name="connsiteY2287" fmla="*/ 217045 h 373823"/>
              <a:gd name="connsiteX2288" fmla="*/ 56306 w 1661833"/>
              <a:gd name="connsiteY2288" fmla="*/ 227525 h 373823"/>
              <a:gd name="connsiteX2289" fmla="*/ 60321 w 1661833"/>
              <a:gd name="connsiteY2289" fmla="*/ 238576 h 373823"/>
              <a:gd name="connsiteX2290" fmla="*/ 60910 w 1661833"/>
              <a:gd name="connsiteY2290" fmla="*/ 240049 h 373823"/>
              <a:gd name="connsiteX2291" fmla="*/ 77192 w 1661833"/>
              <a:gd name="connsiteY2291" fmla="*/ 268598 h 373823"/>
              <a:gd name="connsiteX2292" fmla="*/ 77285 w 1661833"/>
              <a:gd name="connsiteY2292" fmla="*/ 268708 h 373823"/>
              <a:gd name="connsiteX2293" fmla="*/ 77423 w 1661833"/>
              <a:gd name="connsiteY2293" fmla="*/ 268895 h 373823"/>
              <a:gd name="connsiteX2294" fmla="*/ 117922 w 1661833"/>
              <a:gd name="connsiteY2294" fmla="*/ 305053 h 373823"/>
              <a:gd name="connsiteX2295" fmla="*/ 146817 w 1661833"/>
              <a:gd name="connsiteY2295" fmla="*/ 315106 h 373823"/>
              <a:gd name="connsiteX2296" fmla="*/ 144641 w 1661833"/>
              <a:gd name="connsiteY2296" fmla="*/ 311624 h 373823"/>
              <a:gd name="connsiteX2297" fmla="*/ 139502 w 1661833"/>
              <a:gd name="connsiteY2297" fmla="*/ 309782 h 373823"/>
              <a:gd name="connsiteX2298" fmla="*/ 138711 w 1661833"/>
              <a:gd name="connsiteY2298" fmla="*/ 309055 h 373823"/>
              <a:gd name="connsiteX2299" fmla="*/ 146593 w 1661833"/>
              <a:gd name="connsiteY2299" fmla="*/ 310390 h 373823"/>
              <a:gd name="connsiteX2300" fmla="*/ 150643 w 1661833"/>
              <a:gd name="connsiteY2300" fmla="*/ 315002 h 373823"/>
              <a:gd name="connsiteX2301" fmla="*/ 151173 w 1661833"/>
              <a:gd name="connsiteY2301" fmla="*/ 316622 h 373823"/>
              <a:gd name="connsiteX2302" fmla="*/ 158937 w 1661833"/>
              <a:gd name="connsiteY2302" fmla="*/ 319323 h 373823"/>
              <a:gd name="connsiteX2303" fmla="*/ 161033 w 1661833"/>
              <a:gd name="connsiteY2303" fmla="*/ 319323 h 373823"/>
              <a:gd name="connsiteX2304" fmla="*/ 160994 w 1661833"/>
              <a:gd name="connsiteY2304" fmla="*/ 320039 h 373823"/>
              <a:gd name="connsiteX2305" fmla="*/ 167424 w 1661833"/>
              <a:gd name="connsiteY2305" fmla="*/ 322276 h 373823"/>
              <a:gd name="connsiteX2306" fmla="*/ 189477 w 1661833"/>
              <a:gd name="connsiteY2306" fmla="*/ 321183 h 373823"/>
              <a:gd name="connsiteX2307" fmla="*/ 189803 w 1661833"/>
              <a:gd name="connsiteY2307" fmla="*/ 320833 h 373823"/>
              <a:gd name="connsiteX2308" fmla="*/ 187961 w 1661833"/>
              <a:gd name="connsiteY2308" fmla="*/ 320833 h 373823"/>
              <a:gd name="connsiteX2309" fmla="*/ 188679 w 1661833"/>
              <a:gd name="connsiteY2309" fmla="*/ 320354 h 373823"/>
              <a:gd name="connsiteX2310" fmla="*/ 185511 w 1661833"/>
              <a:gd name="connsiteY2310" fmla="*/ 320354 h 373823"/>
              <a:gd name="connsiteX2311" fmla="*/ 186156 w 1661833"/>
              <a:gd name="connsiteY2311" fmla="*/ 319857 h 373823"/>
              <a:gd name="connsiteX2312" fmla="*/ 179654 w 1661833"/>
              <a:gd name="connsiteY2312" fmla="*/ 319857 h 373823"/>
              <a:gd name="connsiteX2313" fmla="*/ 175970 w 1661833"/>
              <a:gd name="connsiteY2313" fmla="*/ 311495 h 373823"/>
              <a:gd name="connsiteX2314" fmla="*/ 166577 w 1661833"/>
              <a:gd name="connsiteY2314" fmla="*/ 311108 h 373823"/>
              <a:gd name="connsiteX2315" fmla="*/ 161880 w 1661833"/>
              <a:gd name="connsiteY2315" fmla="*/ 318292 h 373823"/>
              <a:gd name="connsiteX2316" fmla="*/ 161051 w 1661833"/>
              <a:gd name="connsiteY2316" fmla="*/ 318034 h 373823"/>
              <a:gd name="connsiteX2317" fmla="*/ 163114 w 1661833"/>
              <a:gd name="connsiteY2317" fmla="*/ 312103 h 373823"/>
              <a:gd name="connsiteX2318" fmla="*/ 170997 w 1661833"/>
              <a:gd name="connsiteY2318" fmla="*/ 308935 h 373823"/>
              <a:gd name="connsiteX2319" fmla="*/ 182048 w 1661833"/>
              <a:gd name="connsiteY2319" fmla="*/ 311827 h 373823"/>
              <a:gd name="connsiteX2320" fmla="*/ 184167 w 1661833"/>
              <a:gd name="connsiteY2320" fmla="*/ 318973 h 373823"/>
              <a:gd name="connsiteX2321" fmla="*/ 191534 w 1661833"/>
              <a:gd name="connsiteY2321" fmla="*/ 318789 h 373823"/>
              <a:gd name="connsiteX2322" fmla="*/ 194297 w 1661833"/>
              <a:gd name="connsiteY2322" fmla="*/ 312103 h 373823"/>
              <a:gd name="connsiteX2323" fmla="*/ 202180 w 1661833"/>
              <a:gd name="connsiteY2323" fmla="*/ 308935 h 373823"/>
              <a:gd name="connsiteX2324" fmla="*/ 213231 w 1661833"/>
              <a:gd name="connsiteY2324" fmla="*/ 311827 h 373823"/>
              <a:gd name="connsiteX2325" fmla="*/ 215349 w 1661833"/>
              <a:gd name="connsiteY2325" fmla="*/ 318973 h 373823"/>
              <a:gd name="connsiteX2326" fmla="*/ 221591 w 1661833"/>
              <a:gd name="connsiteY2326" fmla="*/ 318817 h 373823"/>
              <a:gd name="connsiteX2327" fmla="*/ 222913 w 1661833"/>
              <a:gd name="connsiteY2327" fmla="*/ 318189 h 373823"/>
              <a:gd name="connsiteX2328" fmla="*/ 223836 w 1661833"/>
              <a:gd name="connsiteY2328" fmla="*/ 315361 h 373823"/>
              <a:gd name="connsiteX2329" fmla="*/ 226971 w 1661833"/>
              <a:gd name="connsiteY2329" fmla="*/ 310316 h 373823"/>
              <a:gd name="connsiteX2330" fmla="*/ 234689 w 1661833"/>
              <a:gd name="connsiteY2330" fmla="*/ 308567 h 373823"/>
              <a:gd name="connsiteX2331" fmla="*/ 234689 w 1661833"/>
              <a:gd name="connsiteY2331" fmla="*/ 311293 h 373823"/>
              <a:gd name="connsiteX2332" fmla="*/ 227026 w 1661833"/>
              <a:gd name="connsiteY2332" fmla="*/ 312398 h 373823"/>
              <a:gd name="connsiteX2333" fmla="*/ 224682 w 1661833"/>
              <a:gd name="connsiteY2333" fmla="*/ 317349 h 373823"/>
              <a:gd name="connsiteX2334" fmla="*/ 268811 w 1661833"/>
              <a:gd name="connsiteY2334" fmla="*/ 296382 h 373823"/>
              <a:gd name="connsiteX2335" fmla="*/ 296301 w 1661833"/>
              <a:gd name="connsiteY2335" fmla="*/ 104995 h 373823"/>
              <a:gd name="connsiteX2336" fmla="*/ 206300 w 1661833"/>
              <a:gd name="connsiteY2336" fmla="*/ 51612 h 373823"/>
              <a:gd name="connsiteX2337" fmla="*/ 121010 w 1661833"/>
              <a:gd name="connsiteY2337" fmla="*/ 49528 h 373823"/>
              <a:gd name="connsiteX2338" fmla="*/ 120439 w 1661833"/>
              <a:gd name="connsiteY2338" fmla="*/ 50007 h 373823"/>
              <a:gd name="connsiteX2339" fmla="*/ 119592 w 1661833"/>
              <a:gd name="connsiteY2339" fmla="*/ 50210 h 373823"/>
              <a:gd name="connsiteX2340" fmla="*/ 118800 w 1661833"/>
              <a:gd name="connsiteY2340" fmla="*/ 50578 h 373823"/>
              <a:gd name="connsiteX2341" fmla="*/ 117842 w 1661833"/>
              <a:gd name="connsiteY2341" fmla="*/ 50578 h 373823"/>
              <a:gd name="connsiteX2342" fmla="*/ 117032 w 1661833"/>
              <a:gd name="connsiteY2342" fmla="*/ 50836 h 373823"/>
              <a:gd name="connsiteX2343" fmla="*/ 116976 w 1661833"/>
              <a:gd name="connsiteY2343" fmla="*/ 50762 h 373823"/>
              <a:gd name="connsiteX2344" fmla="*/ 117363 w 1661833"/>
              <a:gd name="connsiteY2344" fmla="*/ 52015 h 373823"/>
              <a:gd name="connsiteX2345" fmla="*/ 117695 w 1661833"/>
              <a:gd name="connsiteY2345" fmla="*/ 52714 h 373823"/>
              <a:gd name="connsiteX2346" fmla="*/ 118616 w 1661833"/>
              <a:gd name="connsiteY2346" fmla="*/ 53599 h 373823"/>
              <a:gd name="connsiteX2347" fmla="*/ 119666 w 1661833"/>
              <a:gd name="connsiteY2347" fmla="*/ 54262 h 373823"/>
              <a:gd name="connsiteX2348" fmla="*/ 120918 w 1661833"/>
              <a:gd name="connsiteY2348" fmla="*/ 54998 h 373823"/>
              <a:gd name="connsiteX2349" fmla="*/ 121452 w 1661833"/>
              <a:gd name="connsiteY2349" fmla="*/ 55790 h 373823"/>
              <a:gd name="connsiteX2350" fmla="*/ 122391 w 1661833"/>
              <a:gd name="connsiteY2350" fmla="*/ 56067 h 373823"/>
              <a:gd name="connsiteX2351" fmla="*/ 122926 w 1661833"/>
              <a:gd name="connsiteY2351" fmla="*/ 55256 h 373823"/>
              <a:gd name="connsiteX2352" fmla="*/ 123625 w 1661833"/>
              <a:gd name="connsiteY2352" fmla="*/ 54814 h 373823"/>
              <a:gd name="connsiteX2353" fmla="*/ 124252 w 1661833"/>
              <a:gd name="connsiteY2353" fmla="*/ 53985 h 373823"/>
              <a:gd name="connsiteX2354" fmla="*/ 124399 w 1661833"/>
              <a:gd name="connsiteY2354" fmla="*/ 53138 h 373823"/>
              <a:gd name="connsiteX2355" fmla="*/ 124307 w 1661833"/>
              <a:gd name="connsiteY2355" fmla="*/ 52051 h 373823"/>
              <a:gd name="connsiteX2356" fmla="*/ 124417 w 1661833"/>
              <a:gd name="connsiteY2356" fmla="*/ 51057 h 373823"/>
              <a:gd name="connsiteX2357" fmla="*/ 124031 w 1661833"/>
              <a:gd name="connsiteY2357" fmla="*/ 50283 h 373823"/>
              <a:gd name="connsiteX2358" fmla="*/ 123276 w 1661833"/>
              <a:gd name="connsiteY2358" fmla="*/ 49933 h 373823"/>
              <a:gd name="connsiteX2359" fmla="*/ 121010 w 1661833"/>
              <a:gd name="connsiteY2359" fmla="*/ 49528 h 373823"/>
              <a:gd name="connsiteX2360" fmla="*/ 111248 w 1661833"/>
              <a:gd name="connsiteY2360" fmla="*/ 47042 h 373823"/>
              <a:gd name="connsiteX2361" fmla="*/ 111414 w 1661833"/>
              <a:gd name="connsiteY2361" fmla="*/ 47926 h 373823"/>
              <a:gd name="connsiteX2362" fmla="*/ 111045 w 1661833"/>
              <a:gd name="connsiteY2362" fmla="*/ 49123 h 373823"/>
              <a:gd name="connsiteX2363" fmla="*/ 110530 w 1661833"/>
              <a:gd name="connsiteY2363" fmla="*/ 50450 h 373823"/>
              <a:gd name="connsiteX2364" fmla="*/ 109682 w 1661833"/>
              <a:gd name="connsiteY2364" fmla="*/ 51370 h 373823"/>
              <a:gd name="connsiteX2365" fmla="*/ 108761 w 1661833"/>
              <a:gd name="connsiteY2365" fmla="*/ 51149 h 373823"/>
              <a:gd name="connsiteX2366" fmla="*/ 108761 w 1661833"/>
              <a:gd name="connsiteY2366" fmla="*/ 50210 h 373823"/>
              <a:gd name="connsiteX2367" fmla="*/ 109756 w 1661833"/>
              <a:gd name="connsiteY2367" fmla="*/ 48829 h 373823"/>
              <a:gd name="connsiteX2368" fmla="*/ 110069 w 1661833"/>
              <a:gd name="connsiteY2368" fmla="*/ 48184 h 373823"/>
              <a:gd name="connsiteX2369" fmla="*/ 110622 w 1661833"/>
              <a:gd name="connsiteY2369" fmla="*/ 47539 h 373823"/>
              <a:gd name="connsiteX2370" fmla="*/ 111248 w 1661833"/>
              <a:gd name="connsiteY2370" fmla="*/ 47042 h 373823"/>
              <a:gd name="connsiteX2371" fmla="*/ 112832 w 1661833"/>
              <a:gd name="connsiteY2371" fmla="*/ 41940 h 373823"/>
              <a:gd name="connsiteX2372" fmla="*/ 111930 w 1661833"/>
              <a:gd name="connsiteY2372" fmla="*/ 42437 h 373823"/>
              <a:gd name="connsiteX2373" fmla="*/ 110972 w 1661833"/>
              <a:gd name="connsiteY2373" fmla="*/ 42603 h 373823"/>
              <a:gd name="connsiteX2374" fmla="*/ 110548 w 1661833"/>
              <a:gd name="connsiteY2374" fmla="*/ 43082 h 373823"/>
              <a:gd name="connsiteX2375" fmla="*/ 110254 w 1661833"/>
              <a:gd name="connsiteY2375" fmla="*/ 43597 h 373823"/>
              <a:gd name="connsiteX2376" fmla="*/ 109941 w 1661833"/>
              <a:gd name="connsiteY2376" fmla="*/ 44242 h 373823"/>
              <a:gd name="connsiteX2377" fmla="*/ 109277 w 1661833"/>
              <a:gd name="connsiteY2377" fmla="*/ 45126 h 373823"/>
              <a:gd name="connsiteX2378" fmla="*/ 108725 w 1661833"/>
              <a:gd name="connsiteY2378" fmla="*/ 45697 h 373823"/>
              <a:gd name="connsiteX2379" fmla="*/ 108080 w 1661833"/>
              <a:gd name="connsiteY2379" fmla="*/ 46507 h 373823"/>
              <a:gd name="connsiteX2380" fmla="*/ 107122 w 1661833"/>
              <a:gd name="connsiteY2380" fmla="*/ 47502 h 373823"/>
              <a:gd name="connsiteX2381" fmla="*/ 105852 w 1661833"/>
              <a:gd name="connsiteY2381" fmla="*/ 48865 h 373823"/>
              <a:gd name="connsiteX2382" fmla="*/ 105225 w 1661833"/>
              <a:gd name="connsiteY2382" fmla="*/ 48626 h 373823"/>
              <a:gd name="connsiteX2383" fmla="*/ 104249 w 1661833"/>
              <a:gd name="connsiteY2383" fmla="*/ 48626 h 373823"/>
              <a:gd name="connsiteX2384" fmla="*/ 103623 w 1661833"/>
              <a:gd name="connsiteY2384" fmla="*/ 49491 h 373823"/>
              <a:gd name="connsiteX2385" fmla="*/ 103733 w 1661833"/>
              <a:gd name="connsiteY2385" fmla="*/ 51646 h 373823"/>
              <a:gd name="connsiteX2386" fmla="*/ 104691 w 1661833"/>
              <a:gd name="connsiteY2386" fmla="*/ 53064 h 373823"/>
              <a:gd name="connsiteX2387" fmla="*/ 105796 w 1661833"/>
              <a:gd name="connsiteY2387" fmla="*/ 54354 h 373823"/>
              <a:gd name="connsiteX2388" fmla="*/ 106699 w 1661833"/>
              <a:gd name="connsiteY2388" fmla="*/ 55311 h 373823"/>
              <a:gd name="connsiteX2389" fmla="*/ 107251 w 1661833"/>
              <a:gd name="connsiteY2389" fmla="*/ 56030 h 373823"/>
              <a:gd name="connsiteX2390" fmla="*/ 107657 w 1661833"/>
              <a:gd name="connsiteY2390" fmla="*/ 56306 h 373823"/>
              <a:gd name="connsiteX2391" fmla="*/ 108301 w 1661833"/>
              <a:gd name="connsiteY2391" fmla="*/ 56914 h 373823"/>
              <a:gd name="connsiteX2392" fmla="*/ 108835 w 1661833"/>
              <a:gd name="connsiteY2392" fmla="*/ 57024 h 373823"/>
              <a:gd name="connsiteX2393" fmla="*/ 109885 w 1661833"/>
              <a:gd name="connsiteY2393" fmla="*/ 56527 h 373823"/>
              <a:gd name="connsiteX2394" fmla="*/ 110419 w 1661833"/>
              <a:gd name="connsiteY2394" fmla="*/ 56048 h 373823"/>
              <a:gd name="connsiteX2395" fmla="*/ 111340 w 1661833"/>
              <a:gd name="connsiteY2395" fmla="*/ 55790 h 373823"/>
              <a:gd name="connsiteX2396" fmla="*/ 111893 w 1661833"/>
              <a:gd name="connsiteY2396" fmla="*/ 56122 h 373823"/>
              <a:gd name="connsiteX2397" fmla="*/ 112593 w 1661833"/>
              <a:gd name="connsiteY2397" fmla="*/ 57669 h 373823"/>
              <a:gd name="connsiteX2398" fmla="*/ 113237 w 1661833"/>
              <a:gd name="connsiteY2398" fmla="*/ 58756 h 373823"/>
              <a:gd name="connsiteX2399" fmla="*/ 113698 w 1661833"/>
              <a:gd name="connsiteY2399" fmla="*/ 59548 h 373823"/>
              <a:gd name="connsiteX2400" fmla="*/ 113385 w 1661833"/>
              <a:gd name="connsiteY2400" fmla="*/ 61224 h 373823"/>
              <a:gd name="connsiteX2401" fmla="*/ 111930 w 1661833"/>
              <a:gd name="connsiteY2401" fmla="*/ 61537 h 373823"/>
              <a:gd name="connsiteX2402" fmla="*/ 111322 w 1661833"/>
              <a:gd name="connsiteY2402" fmla="*/ 62366 h 373823"/>
              <a:gd name="connsiteX2403" fmla="*/ 113385 w 1661833"/>
              <a:gd name="connsiteY2403" fmla="*/ 62900 h 373823"/>
              <a:gd name="connsiteX2404" fmla="*/ 114343 w 1661833"/>
              <a:gd name="connsiteY2404" fmla="*/ 63489 h 373823"/>
              <a:gd name="connsiteX2405" fmla="*/ 115429 w 1661833"/>
              <a:gd name="connsiteY2405" fmla="*/ 63379 h 373823"/>
              <a:gd name="connsiteX2406" fmla="*/ 116166 w 1661833"/>
              <a:gd name="connsiteY2406" fmla="*/ 63471 h 373823"/>
              <a:gd name="connsiteX2407" fmla="*/ 116958 w 1661833"/>
              <a:gd name="connsiteY2407" fmla="*/ 63379 h 373823"/>
              <a:gd name="connsiteX2408" fmla="*/ 117529 w 1661833"/>
              <a:gd name="connsiteY2408" fmla="*/ 63379 h 373823"/>
              <a:gd name="connsiteX2409" fmla="*/ 118155 w 1661833"/>
              <a:gd name="connsiteY2409" fmla="*/ 62366 h 373823"/>
              <a:gd name="connsiteX2410" fmla="*/ 118542 w 1661833"/>
              <a:gd name="connsiteY2410" fmla="*/ 60819 h 373823"/>
              <a:gd name="connsiteX2411" fmla="*/ 118634 w 1661833"/>
              <a:gd name="connsiteY2411" fmla="*/ 58977 h 373823"/>
              <a:gd name="connsiteX2412" fmla="*/ 115742 w 1661833"/>
              <a:gd name="connsiteY2412" fmla="*/ 54170 h 373823"/>
              <a:gd name="connsiteX2413" fmla="*/ 114932 w 1661833"/>
              <a:gd name="connsiteY2413" fmla="*/ 53193 h 373823"/>
              <a:gd name="connsiteX2414" fmla="*/ 115098 w 1661833"/>
              <a:gd name="connsiteY2414" fmla="*/ 52291 h 373823"/>
              <a:gd name="connsiteX2415" fmla="*/ 115613 w 1661833"/>
              <a:gd name="connsiteY2415" fmla="*/ 51886 h 373823"/>
              <a:gd name="connsiteX2416" fmla="*/ 115779 w 1661833"/>
              <a:gd name="connsiteY2416" fmla="*/ 50486 h 373823"/>
              <a:gd name="connsiteX2417" fmla="*/ 115779 w 1661833"/>
              <a:gd name="connsiteY2417" fmla="*/ 46507 h 373823"/>
              <a:gd name="connsiteX2418" fmla="*/ 115779 w 1661833"/>
              <a:gd name="connsiteY2418" fmla="*/ 45329 h 373823"/>
              <a:gd name="connsiteX2419" fmla="*/ 116184 w 1661833"/>
              <a:gd name="connsiteY2419" fmla="*/ 43579 h 373823"/>
              <a:gd name="connsiteX2420" fmla="*/ 115669 w 1661833"/>
              <a:gd name="connsiteY2420" fmla="*/ 42787 h 373823"/>
              <a:gd name="connsiteX2421" fmla="*/ 114674 w 1661833"/>
              <a:gd name="connsiteY2421" fmla="*/ 41940 h 373823"/>
              <a:gd name="connsiteX2422" fmla="*/ 112832 w 1661833"/>
              <a:gd name="connsiteY2422" fmla="*/ 41940 h 373823"/>
              <a:gd name="connsiteX2423" fmla="*/ 270495 w 1661833"/>
              <a:gd name="connsiteY2423" fmla="*/ 39490 h 373823"/>
              <a:gd name="connsiteX2424" fmla="*/ 269887 w 1661833"/>
              <a:gd name="connsiteY2424" fmla="*/ 39693 h 373823"/>
              <a:gd name="connsiteX2425" fmla="*/ 269261 w 1661833"/>
              <a:gd name="connsiteY2425" fmla="*/ 40927 h 373823"/>
              <a:gd name="connsiteX2426" fmla="*/ 268321 w 1661833"/>
              <a:gd name="connsiteY2426" fmla="*/ 42216 h 373823"/>
              <a:gd name="connsiteX2427" fmla="*/ 266608 w 1661833"/>
              <a:gd name="connsiteY2427" fmla="*/ 44058 h 373823"/>
              <a:gd name="connsiteX2428" fmla="*/ 263790 w 1661833"/>
              <a:gd name="connsiteY2428" fmla="*/ 43524 h 373823"/>
              <a:gd name="connsiteX2429" fmla="*/ 262372 w 1661833"/>
              <a:gd name="connsiteY2429" fmla="*/ 42658 h 373823"/>
              <a:gd name="connsiteX2430" fmla="*/ 261562 w 1661833"/>
              <a:gd name="connsiteY2430" fmla="*/ 42658 h 373823"/>
              <a:gd name="connsiteX2431" fmla="*/ 260715 w 1661833"/>
              <a:gd name="connsiteY2431" fmla="*/ 42511 h 373823"/>
              <a:gd name="connsiteX2432" fmla="*/ 259849 w 1661833"/>
              <a:gd name="connsiteY2432" fmla="*/ 42768 h 373823"/>
              <a:gd name="connsiteX2433" fmla="*/ 259020 w 1661833"/>
              <a:gd name="connsiteY2433" fmla="*/ 43487 h 373823"/>
              <a:gd name="connsiteX2434" fmla="*/ 259333 w 1661833"/>
              <a:gd name="connsiteY2434" fmla="*/ 45605 h 373823"/>
              <a:gd name="connsiteX2435" fmla="*/ 260070 w 1661833"/>
              <a:gd name="connsiteY2435" fmla="*/ 46655 h 373823"/>
              <a:gd name="connsiteX2436" fmla="*/ 260715 w 1661833"/>
              <a:gd name="connsiteY2436" fmla="*/ 47023 h 373823"/>
              <a:gd name="connsiteX2437" fmla="*/ 261488 w 1661833"/>
              <a:gd name="connsiteY2437" fmla="*/ 47226 h 373823"/>
              <a:gd name="connsiteX2438" fmla="*/ 262004 w 1661833"/>
              <a:gd name="connsiteY2438" fmla="*/ 47520 h 373823"/>
              <a:gd name="connsiteX2439" fmla="*/ 262685 w 1661833"/>
              <a:gd name="connsiteY2439" fmla="*/ 47870 h 373823"/>
              <a:gd name="connsiteX2440" fmla="*/ 261875 w 1661833"/>
              <a:gd name="connsiteY2440" fmla="*/ 48644 h 373823"/>
              <a:gd name="connsiteX2441" fmla="*/ 259315 w 1661833"/>
              <a:gd name="connsiteY2441" fmla="*/ 50154 h 373823"/>
              <a:gd name="connsiteX2442" fmla="*/ 254194 w 1661833"/>
              <a:gd name="connsiteY2442" fmla="*/ 51407 h 373823"/>
              <a:gd name="connsiteX2443" fmla="*/ 253568 w 1661833"/>
              <a:gd name="connsiteY2443" fmla="*/ 51407 h 373823"/>
              <a:gd name="connsiteX2444" fmla="*/ 252555 w 1661833"/>
              <a:gd name="connsiteY2444" fmla="*/ 51536 h 373823"/>
              <a:gd name="connsiteX2445" fmla="*/ 251192 w 1661833"/>
              <a:gd name="connsiteY2445" fmla="*/ 51536 h 373823"/>
              <a:gd name="connsiteX2446" fmla="*/ 251192 w 1661833"/>
              <a:gd name="connsiteY2446" fmla="*/ 51462 h 373823"/>
              <a:gd name="connsiteX2447" fmla="*/ 250290 w 1661833"/>
              <a:gd name="connsiteY2447" fmla="*/ 51683 h 373823"/>
              <a:gd name="connsiteX2448" fmla="*/ 250842 w 1661833"/>
              <a:gd name="connsiteY2448" fmla="*/ 52328 h 373823"/>
              <a:gd name="connsiteX2449" fmla="*/ 250842 w 1661833"/>
              <a:gd name="connsiteY2449" fmla="*/ 53396 h 373823"/>
              <a:gd name="connsiteX2450" fmla="*/ 251100 w 1661833"/>
              <a:gd name="connsiteY2450" fmla="*/ 54170 h 373823"/>
              <a:gd name="connsiteX2451" fmla="*/ 252003 w 1661833"/>
              <a:gd name="connsiteY2451" fmla="*/ 54483 h 373823"/>
              <a:gd name="connsiteX2452" fmla="*/ 253660 w 1661833"/>
              <a:gd name="connsiteY2452" fmla="*/ 54962 h 373823"/>
              <a:gd name="connsiteX2453" fmla="*/ 255742 w 1661833"/>
              <a:gd name="connsiteY2453" fmla="*/ 54962 h 373823"/>
              <a:gd name="connsiteX2454" fmla="*/ 258633 w 1661833"/>
              <a:gd name="connsiteY2454" fmla="*/ 54962 h 373823"/>
              <a:gd name="connsiteX2455" fmla="*/ 261893 w 1661833"/>
              <a:gd name="connsiteY2455" fmla="*/ 54151 h 373823"/>
              <a:gd name="connsiteX2456" fmla="*/ 264582 w 1661833"/>
              <a:gd name="connsiteY2456" fmla="*/ 52788 h 373823"/>
              <a:gd name="connsiteX2457" fmla="*/ 265614 w 1661833"/>
              <a:gd name="connsiteY2457" fmla="*/ 55809 h 373823"/>
              <a:gd name="connsiteX2458" fmla="*/ 265982 w 1661833"/>
              <a:gd name="connsiteY2458" fmla="*/ 57393 h 373823"/>
              <a:gd name="connsiteX2459" fmla="*/ 266369 w 1661833"/>
              <a:gd name="connsiteY2459" fmla="*/ 60174 h 373823"/>
              <a:gd name="connsiteX2460" fmla="*/ 266369 w 1661833"/>
              <a:gd name="connsiteY2460" fmla="*/ 63268 h 373823"/>
              <a:gd name="connsiteX2461" fmla="*/ 266885 w 1661833"/>
              <a:gd name="connsiteY2461" fmla="*/ 64373 h 373823"/>
              <a:gd name="connsiteX2462" fmla="*/ 268285 w 1661833"/>
              <a:gd name="connsiteY2462" fmla="*/ 65460 h 373823"/>
              <a:gd name="connsiteX2463" fmla="*/ 269150 w 1661833"/>
              <a:gd name="connsiteY2463" fmla="*/ 66197 h 373823"/>
              <a:gd name="connsiteX2464" fmla="*/ 270274 w 1661833"/>
              <a:gd name="connsiteY2464" fmla="*/ 66823 h 373823"/>
              <a:gd name="connsiteX2465" fmla="*/ 271305 w 1661833"/>
              <a:gd name="connsiteY2465" fmla="*/ 67505 h 373823"/>
              <a:gd name="connsiteX2466" fmla="*/ 271839 w 1661833"/>
              <a:gd name="connsiteY2466" fmla="*/ 67689 h 373823"/>
              <a:gd name="connsiteX2467" fmla="*/ 272539 w 1661833"/>
              <a:gd name="connsiteY2467" fmla="*/ 67560 h 373823"/>
              <a:gd name="connsiteX2468" fmla="*/ 274050 w 1661833"/>
              <a:gd name="connsiteY2468" fmla="*/ 67560 h 373823"/>
              <a:gd name="connsiteX2469" fmla="*/ 274584 w 1661833"/>
              <a:gd name="connsiteY2469" fmla="*/ 66860 h 373823"/>
              <a:gd name="connsiteX2470" fmla="*/ 275118 w 1661833"/>
              <a:gd name="connsiteY2470" fmla="*/ 66455 h 373823"/>
              <a:gd name="connsiteX2471" fmla="*/ 274602 w 1661833"/>
              <a:gd name="connsiteY2471" fmla="*/ 65736 h 373823"/>
              <a:gd name="connsiteX2472" fmla="*/ 273018 w 1661833"/>
              <a:gd name="connsiteY2472" fmla="*/ 63895 h 373823"/>
              <a:gd name="connsiteX2473" fmla="*/ 272466 w 1661833"/>
              <a:gd name="connsiteY2473" fmla="*/ 62808 h 373823"/>
              <a:gd name="connsiteX2474" fmla="*/ 271563 w 1661833"/>
              <a:gd name="connsiteY2474" fmla="*/ 61666 h 373823"/>
              <a:gd name="connsiteX2475" fmla="*/ 270329 w 1661833"/>
              <a:gd name="connsiteY2475" fmla="*/ 59087 h 373823"/>
              <a:gd name="connsiteX2476" fmla="*/ 269629 w 1661833"/>
              <a:gd name="connsiteY2476" fmla="*/ 55698 h 373823"/>
              <a:gd name="connsiteX2477" fmla="*/ 268524 w 1661833"/>
              <a:gd name="connsiteY2477" fmla="*/ 51388 h 373823"/>
              <a:gd name="connsiteX2478" fmla="*/ 269077 w 1661833"/>
              <a:gd name="connsiteY2478" fmla="*/ 50025 h 373823"/>
              <a:gd name="connsiteX2479" fmla="*/ 270053 w 1661833"/>
              <a:gd name="connsiteY2479" fmla="*/ 49547 h 373823"/>
              <a:gd name="connsiteX2480" fmla="*/ 272042 w 1661833"/>
              <a:gd name="connsiteY2480" fmla="*/ 49860 h 373823"/>
              <a:gd name="connsiteX2481" fmla="*/ 273184 w 1661833"/>
              <a:gd name="connsiteY2481" fmla="*/ 50338 h 373823"/>
              <a:gd name="connsiteX2482" fmla="*/ 274492 w 1661833"/>
              <a:gd name="connsiteY2482" fmla="*/ 50615 h 373823"/>
              <a:gd name="connsiteX2483" fmla="*/ 276481 w 1661833"/>
              <a:gd name="connsiteY2483" fmla="*/ 50854 h 373823"/>
              <a:gd name="connsiteX2484" fmla="*/ 277457 w 1661833"/>
              <a:gd name="connsiteY2484" fmla="*/ 50744 h 373823"/>
              <a:gd name="connsiteX2485" fmla="*/ 278028 w 1661833"/>
              <a:gd name="connsiteY2485" fmla="*/ 50504 h 373823"/>
              <a:gd name="connsiteX2486" fmla="*/ 278028 w 1661833"/>
              <a:gd name="connsiteY2486" fmla="*/ 48368 h 373823"/>
              <a:gd name="connsiteX2487" fmla="*/ 277015 w 1661833"/>
              <a:gd name="connsiteY2487" fmla="*/ 47263 h 373823"/>
              <a:gd name="connsiteX2488" fmla="*/ 275578 w 1661833"/>
              <a:gd name="connsiteY2488" fmla="*/ 46434 h 373823"/>
              <a:gd name="connsiteX2489" fmla="*/ 274252 w 1661833"/>
              <a:gd name="connsiteY2489" fmla="*/ 46544 h 373823"/>
              <a:gd name="connsiteX2490" fmla="*/ 273294 w 1661833"/>
              <a:gd name="connsiteY2490" fmla="*/ 46360 h 373823"/>
              <a:gd name="connsiteX2491" fmla="*/ 272447 w 1661833"/>
              <a:gd name="connsiteY2491" fmla="*/ 46268 h 373823"/>
              <a:gd name="connsiteX2492" fmla="*/ 271821 w 1661833"/>
              <a:gd name="connsiteY2492" fmla="*/ 46102 h 373823"/>
              <a:gd name="connsiteX2493" fmla="*/ 272300 w 1661833"/>
              <a:gd name="connsiteY2493" fmla="*/ 45329 h 373823"/>
              <a:gd name="connsiteX2494" fmla="*/ 273626 w 1661833"/>
              <a:gd name="connsiteY2494" fmla="*/ 44297 h 373823"/>
              <a:gd name="connsiteX2495" fmla="*/ 273902 w 1661833"/>
              <a:gd name="connsiteY2495" fmla="*/ 43487 h 373823"/>
              <a:gd name="connsiteX2496" fmla="*/ 274086 w 1661833"/>
              <a:gd name="connsiteY2496" fmla="*/ 42603 h 373823"/>
              <a:gd name="connsiteX2497" fmla="*/ 273534 w 1661833"/>
              <a:gd name="connsiteY2497" fmla="*/ 41111 h 373823"/>
              <a:gd name="connsiteX2498" fmla="*/ 272226 w 1661833"/>
              <a:gd name="connsiteY2498" fmla="*/ 40282 h 373823"/>
              <a:gd name="connsiteX2499" fmla="*/ 271379 w 1661833"/>
              <a:gd name="connsiteY2499" fmla="*/ 40098 h 373823"/>
              <a:gd name="connsiteX2500" fmla="*/ 270495 w 1661833"/>
              <a:gd name="connsiteY2500" fmla="*/ 39490 h 373823"/>
              <a:gd name="connsiteX2501" fmla="*/ 149964 w 1661833"/>
              <a:gd name="connsiteY2501" fmla="*/ 36635 h 373823"/>
              <a:gd name="connsiteX2502" fmla="*/ 150019 w 1661833"/>
              <a:gd name="connsiteY2502" fmla="*/ 36709 h 373823"/>
              <a:gd name="connsiteX2503" fmla="*/ 149978 w 1661833"/>
              <a:gd name="connsiteY2503" fmla="*/ 36662 h 373823"/>
              <a:gd name="connsiteX2504" fmla="*/ 106017 w 1661833"/>
              <a:gd name="connsiteY2504" fmla="*/ 33136 h 373823"/>
              <a:gd name="connsiteX2505" fmla="*/ 105078 w 1661833"/>
              <a:gd name="connsiteY2505" fmla="*/ 33375 h 373823"/>
              <a:gd name="connsiteX2506" fmla="*/ 104415 w 1661833"/>
              <a:gd name="connsiteY2506" fmla="*/ 33375 h 373823"/>
              <a:gd name="connsiteX2507" fmla="*/ 103549 w 1661833"/>
              <a:gd name="connsiteY2507" fmla="*/ 33891 h 373823"/>
              <a:gd name="connsiteX2508" fmla="*/ 102831 w 1661833"/>
              <a:gd name="connsiteY2508" fmla="*/ 34241 h 373823"/>
              <a:gd name="connsiteX2509" fmla="*/ 102389 w 1661833"/>
              <a:gd name="connsiteY2509" fmla="*/ 34793 h 373823"/>
              <a:gd name="connsiteX2510" fmla="*/ 101836 w 1661833"/>
              <a:gd name="connsiteY2510" fmla="*/ 35198 h 373823"/>
              <a:gd name="connsiteX2511" fmla="*/ 101394 w 1661833"/>
              <a:gd name="connsiteY2511" fmla="*/ 35806 h 373823"/>
              <a:gd name="connsiteX2512" fmla="*/ 100473 w 1661833"/>
              <a:gd name="connsiteY2512" fmla="*/ 36580 h 373823"/>
              <a:gd name="connsiteX2513" fmla="*/ 100602 w 1661833"/>
              <a:gd name="connsiteY2513" fmla="*/ 37280 h 373823"/>
              <a:gd name="connsiteX2514" fmla="*/ 102297 w 1661833"/>
              <a:gd name="connsiteY2514" fmla="*/ 38551 h 373823"/>
              <a:gd name="connsiteX2515" fmla="*/ 102481 w 1661833"/>
              <a:gd name="connsiteY2515" fmla="*/ 39343 h 373823"/>
              <a:gd name="connsiteX2516" fmla="*/ 102610 w 1661833"/>
              <a:gd name="connsiteY2516" fmla="*/ 40006 h 373823"/>
              <a:gd name="connsiteX2517" fmla="*/ 102813 w 1661833"/>
              <a:gd name="connsiteY2517" fmla="*/ 40650 h 373823"/>
              <a:gd name="connsiteX2518" fmla="*/ 103586 w 1661833"/>
              <a:gd name="connsiteY2518" fmla="*/ 40650 h 373823"/>
              <a:gd name="connsiteX2519" fmla="*/ 104268 w 1661833"/>
              <a:gd name="connsiteY2519" fmla="*/ 40503 h 373823"/>
              <a:gd name="connsiteX2520" fmla="*/ 104673 w 1661833"/>
              <a:gd name="connsiteY2520" fmla="*/ 40982 h 373823"/>
              <a:gd name="connsiteX2521" fmla="*/ 104157 w 1661833"/>
              <a:gd name="connsiteY2521" fmla="*/ 41940 h 373823"/>
              <a:gd name="connsiteX2522" fmla="*/ 102555 w 1661833"/>
              <a:gd name="connsiteY2522" fmla="*/ 43782 h 373823"/>
              <a:gd name="connsiteX2523" fmla="*/ 101597 w 1661833"/>
              <a:gd name="connsiteY2523" fmla="*/ 44555 h 373823"/>
              <a:gd name="connsiteX2524" fmla="*/ 99405 w 1661833"/>
              <a:gd name="connsiteY2524" fmla="*/ 46563 h 373823"/>
              <a:gd name="connsiteX2525" fmla="*/ 98576 w 1661833"/>
              <a:gd name="connsiteY2525" fmla="*/ 47539 h 373823"/>
              <a:gd name="connsiteX2526" fmla="*/ 97932 w 1661833"/>
              <a:gd name="connsiteY2526" fmla="*/ 47539 h 373823"/>
              <a:gd name="connsiteX2527" fmla="*/ 97932 w 1661833"/>
              <a:gd name="connsiteY2527" fmla="*/ 47465 h 373823"/>
              <a:gd name="connsiteX2528" fmla="*/ 96587 w 1661833"/>
              <a:gd name="connsiteY2528" fmla="*/ 49528 h 373823"/>
              <a:gd name="connsiteX2529" fmla="*/ 96790 w 1661833"/>
              <a:gd name="connsiteY2529" fmla="*/ 50246 h 373823"/>
              <a:gd name="connsiteX2530" fmla="*/ 97324 w 1661833"/>
              <a:gd name="connsiteY2530" fmla="*/ 51038 h 373823"/>
              <a:gd name="connsiteX2531" fmla="*/ 98134 w 1661833"/>
              <a:gd name="connsiteY2531" fmla="*/ 51849 h 373823"/>
              <a:gd name="connsiteX2532" fmla="*/ 99092 w 1661833"/>
              <a:gd name="connsiteY2532" fmla="*/ 51370 h 373823"/>
              <a:gd name="connsiteX2533" fmla="*/ 99792 w 1661833"/>
              <a:gd name="connsiteY2533" fmla="*/ 51370 h 373823"/>
              <a:gd name="connsiteX2534" fmla="*/ 100197 w 1661833"/>
              <a:gd name="connsiteY2534" fmla="*/ 50652 h 373823"/>
              <a:gd name="connsiteX2535" fmla="*/ 100768 w 1661833"/>
              <a:gd name="connsiteY2535" fmla="*/ 49989 h 373823"/>
              <a:gd name="connsiteX2536" fmla="*/ 101468 w 1661833"/>
              <a:gd name="connsiteY2536" fmla="*/ 49270 h 373823"/>
              <a:gd name="connsiteX2537" fmla="*/ 101965 w 1661833"/>
              <a:gd name="connsiteY2537" fmla="*/ 48939 h 373823"/>
              <a:gd name="connsiteX2538" fmla="*/ 102610 w 1661833"/>
              <a:gd name="connsiteY2538" fmla="*/ 48515 h 373823"/>
              <a:gd name="connsiteX2539" fmla="*/ 103236 w 1661833"/>
              <a:gd name="connsiteY2539" fmla="*/ 47870 h 373823"/>
              <a:gd name="connsiteX2540" fmla="*/ 103862 w 1661833"/>
              <a:gd name="connsiteY2540" fmla="*/ 47355 h 373823"/>
              <a:gd name="connsiteX2541" fmla="*/ 104562 w 1661833"/>
              <a:gd name="connsiteY2541" fmla="*/ 46673 h 373823"/>
              <a:gd name="connsiteX2542" fmla="*/ 105299 w 1661833"/>
              <a:gd name="connsiteY2542" fmla="*/ 45918 h 373823"/>
              <a:gd name="connsiteX2543" fmla="*/ 106054 w 1661833"/>
              <a:gd name="connsiteY2543" fmla="*/ 45144 h 373823"/>
              <a:gd name="connsiteX2544" fmla="*/ 108780 w 1661833"/>
              <a:gd name="connsiteY2544" fmla="*/ 42400 h 373823"/>
              <a:gd name="connsiteX2545" fmla="*/ 109812 w 1661833"/>
              <a:gd name="connsiteY2545" fmla="*/ 41000 h 373823"/>
              <a:gd name="connsiteX2546" fmla="*/ 110788 w 1661833"/>
              <a:gd name="connsiteY2546" fmla="*/ 40466 h 373823"/>
              <a:gd name="connsiteX2547" fmla="*/ 111561 w 1661833"/>
              <a:gd name="connsiteY2547" fmla="*/ 39527 h 373823"/>
              <a:gd name="connsiteX2548" fmla="*/ 112372 w 1661833"/>
              <a:gd name="connsiteY2548" fmla="*/ 38643 h 373823"/>
              <a:gd name="connsiteX2549" fmla="*/ 113366 w 1661833"/>
              <a:gd name="connsiteY2549" fmla="*/ 37869 h 373823"/>
              <a:gd name="connsiteX2550" fmla="*/ 114656 w 1661833"/>
              <a:gd name="connsiteY2550" fmla="*/ 36948 h 373823"/>
              <a:gd name="connsiteX2551" fmla="*/ 115613 w 1661833"/>
              <a:gd name="connsiteY2551" fmla="*/ 36709 h 373823"/>
              <a:gd name="connsiteX2552" fmla="*/ 116332 w 1661833"/>
              <a:gd name="connsiteY2552" fmla="*/ 34554 h 373823"/>
              <a:gd name="connsiteX2553" fmla="*/ 115871 w 1661833"/>
              <a:gd name="connsiteY2553" fmla="*/ 33688 h 373823"/>
              <a:gd name="connsiteX2554" fmla="*/ 115264 w 1661833"/>
              <a:gd name="connsiteY2554" fmla="*/ 33504 h 373823"/>
              <a:gd name="connsiteX2555" fmla="*/ 113993 w 1661833"/>
              <a:gd name="connsiteY2555" fmla="*/ 33283 h 373823"/>
              <a:gd name="connsiteX2556" fmla="*/ 113182 w 1661833"/>
              <a:gd name="connsiteY2556" fmla="*/ 33467 h 373823"/>
              <a:gd name="connsiteX2557" fmla="*/ 112335 w 1661833"/>
              <a:gd name="connsiteY2557" fmla="*/ 33596 h 373823"/>
              <a:gd name="connsiteX2558" fmla="*/ 111009 w 1661833"/>
              <a:gd name="connsiteY2558" fmla="*/ 34867 h 373823"/>
              <a:gd name="connsiteX2559" fmla="*/ 108688 w 1661833"/>
              <a:gd name="connsiteY2559" fmla="*/ 37114 h 373823"/>
              <a:gd name="connsiteX2560" fmla="*/ 108264 w 1661833"/>
              <a:gd name="connsiteY2560" fmla="*/ 36746 h 373823"/>
              <a:gd name="connsiteX2561" fmla="*/ 108264 w 1661833"/>
              <a:gd name="connsiteY2561" fmla="*/ 34904 h 373823"/>
              <a:gd name="connsiteX2562" fmla="*/ 106828 w 1661833"/>
              <a:gd name="connsiteY2562" fmla="*/ 33909 h 373823"/>
              <a:gd name="connsiteX2563" fmla="*/ 106017 w 1661833"/>
              <a:gd name="connsiteY2563" fmla="*/ 33136 h 373823"/>
              <a:gd name="connsiteX2564" fmla="*/ 164302 w 1661833"/>
              <a:gd name="connsiteY2564" fmla="*/ 27932 h 373823"/>
              <a:gd name="connsiteX2565" fmla="*/ 164606 w 1661833"/>
              <a:gd name="connsiteY2565" fmla="*/ 28255 h 373823"/>
              <a:gd name="connsiteX2566" fmla="*/ 164091 w 1661833"/>
              <a:gd name="connsiteY2566" fmla="*/ 29562 h 373823"/>
              <a:gd name="connsiteX2567" fmla="*/ 163004 w 1661833"/>
              <a:gd name="connsiteY2567" fmla="*/ 29562 h 373823"/>
              <a:gd name="connsiteX2568" fmla="*/ 162838 w 1661833"/>
              <a:gd name="connsiteY2568" fmla="*/ 28973 h 373823"/>
              <a:gd name="connsiteX2569" fmla="*/ 163041 w 1661833"/>
              <a:gd name="connsiteY2569" fmla="*/ 28310 h 373823"/>
              <a:gd name="connsiteX2570" fmla="*/ 164220 w 1661833"/>
              <a:gd name="connsiteY2570" fmla="*/ 27942 h 373823"/>
              <a:gd name="connsiteX2571" fmla="*/ 164302 w 1661833"/>
              <a:gd name="connsiteY2571" fmla="*/ 27932 h 373823"/>
              <a:gd name="connsiteX2572" fmla="*/ 167665 w 1661833"/>
              <a:gd name="connsiteY2572" fmla="*/ 26394 h 373823"/>
              <a:gd name="connsiteX2573" fmla="*/ 168291 w 1661833"/>
              <a:gd name="connsiteY2573" fmla="*/ 26523 h 373823"/>
              <a:gd name="connsiteX2574" fmla="*/ 168383 w 1661833"/>
              <a:gd name="connsiteY2574" fmla="*/ 27315 h 373823"/>
              <a:gd name="connsiteX2575" fmla="*/ 167425 w 1661833"/>
              <a:gd name="connsiteY2575" fmla="*/ 28254 h 373823"/>
              <a:gd name="connsiteX2576" fmla="*/ 166762 w 1661833"/>
              <a:gd name="connsiteY2576" fmla="*/ 27794 h 373823"/>
              <a:gd name="connsiteX2577" fmla="*/ 166762 w 1661833"/>
              <a:gd name="connsiteY2577" fmla="*/ 26836 h 373823"/>
              <a:gd name="connsiteX2578" fmla="*/ 167665 w 1661833"/>
              <a:gd name="connsiteY2578" fmla="*/ 26394 h 373823"/>
              <a:gd name="connsiteX2579" fmla="*/ 163299 w 1661833"/>
              <a:gd name="connsiteY2579" fmla="*/ 23963 h 373823"/>
              <a:gd name="connsiteX2580" fmla="*/ 164201 w 1661833"/>
              <a:gd name="connsiteY2580" fmla="*/ 24737 h 373823"/>
              <a:gd name="connsiteX2581" fmla="*/ 163151 w 1661833"/>
              <a:gd name="connsiteY2581" fmla="*/ 26044 h 373823"/>
              <a:gd name="connsiteX2582" fmla="*/ 162673 w 1661833"/>
              <a:gd name="connsiteY2582" fmla="*/ 25842 h 373823"/>
              <a:gd name="connsiteX2583" fmla="*/ 162415 w 1661833"/>
              <a:gd name="connsiteY2583" fmla="*/ 24829 h 373823"/>
              <a:gd name="connsiteX2584" fmla="*/ 163299 w 1661833"/>
              <a:gd name="connsiteY2584" fmla="*/ 23963 h 373823"/>
              <a:gd name="connsiteX2585" fmla="*/ 215055 w 1661833"/>
              <a:gd name="connsiteY2585" fmla="*/ 23208 h 373823"/>
              <a:gd name="connsiteX2586" fmla="*/ 213839 w 1661833"/>
              <a:gd name="connsiteY2586" fmla="*/ 23816 h 373823"/>
              <a:gd name="connsiteX2587" fmla="*/ 213655 w 1661833"/>
              <a:gd name="connsiteY2587" fmla="*/ 24976 h 373823"/>
              <a:gd name="connsiteX2588" fmla="*/ 213655 w 1661833"/>
              <a:gd name="connsiteY2588" fmla="*/ 26210 h 373823"/>
              <a:gd name="connsiteX2589" fmla="*/ 214097 w 1661833"/>
              <a:gd name="connsiteY2589" fmla="*/ 27868 h 373823"/>
              <a:gd name="connsiteX2590" fmla="*/ 214189 w 1661833"/>
              <a:gd name="connsiteY2590" fmla="*/ 29194 h 373823"/>
              <a:gd name="connsiteX2591" fmla="*/ 215552 w 1661833"/>
              <a:gd name="connsiteY2591" fmla="*/ 29433 h 373823"/>
              <a:gd name="connsiteX2592" fmla="*/ 216639 w 1661833"/>
              <a:gd name="connsiteY2592" fmla="*/ 29433 h 373823"/>
              <a:gd name="connsiteX2593" fmla="*/ 216639 w 1661833"/>
              <a:gd name="connsiteY2593" fmla="*/ 30446 h 373823"/>
              <a:gd name="connsiteX2594" fmla="*/ 216123 w 1661833"/>
              <a:gd name="connsiteY2594" fmla="*/ 31607 h 373823"/>
              <a:gd name="connsiteX2595" fmla="*/ 213121 w 1661833"/>
              <a:gd name="connsiteY2595" fmla="*/ 34701 h 373823"/>
              <a:gd name="connsiteX2596" fmla="*/ 210137 w 1661833"/>
              <a:gd name="connsiteY2596" fmla="*/ 35143 h 373823"/>
              <a:gd name="connsiteX2597" fmla="*/ 209106 w 1661833"/>
              <a:gd name="connsiteY2597" fmla="*/ 35143 h 373823"/>
              <a:gd name="connsiteX2598" fmla="*/ 206398 w 1661833"/>
              <a:gd name="connsiteY2598" fmla="*/ 35456 h 373823"/>
              <a:gd name="connsiteX2599" fmla="*/ 205238 w 1661833"/>
              <a:gd name="connsiteY2599" fmla="*/ 35051 h 373823"/>
              <a:gd name="connsiteX2600" fmla="*/ 202954 w 1661833"/>
              <a:gd name="connsiteY2600" fmla="*/ 35659 h 373823"/>
              <a:gd name="connsiteX2601" fmla="*/ 202751 w 1661833"/>
              <a:gd name="connsiteY2601" fmla="*/ 36948 h 373823"/>
              <a:gd name="connsiteX2602" fmla="*/ 202751 w 1661833"/>
              <a:gd name="connsiteY2602" fmla="*/ 36875 h 373823"/>
              <a:gd name="connsiteX2603" fmla="*/ 202383 w 1661833"/>
              <a:gd name="connsiteY2603" fmla="*/ 38016 h 373823"/>
              <a:gd name="connsiteX2604" fmla="*/ 203801 w 1661833"/>
              <a:gd name="connsiteY2604" fmla="*/ 40227 h 373823"/>
              <a:gd name="connsiteX2605" fmla="*/ 209087 w 1661833"/>
              <a:gd name="connsiteY2605" fmla="*/ 39600 h 373823"/>
              <a:gd name="connsiteX2606" fmla="*/ 213250 w 1661833"/>
              <a:gd name="connsiteY2606" fmla="*/ 39766 h 373823"/>
              <a:gd name="connsiteX2607" fmla="*/ 215479 w 1661833"/>
              <a:gd name="connsiteY2607" fmla="*/ 40374 h 373823"/>
              <a:gd name="connsiteX2608" fmla="*/ 217505 w 1661833"/>
              <a:gd name="connsiteY2608" fmla="*/ 40577 h 373823"/>
              <a:gd name="connsiteX2609" fmla="*/ 219586 w 1661833"/>
              <a:gd name="connsiteY2609" fmla="*/ 40927 h 373823"/>
              <a:gd name="connsiteX2610" fmla="*/ 221594 w 1661833"/>
              <a:gd name="connsiteY2610" fmla="*/ 41424 h 373823"/>
              <a:gd name="connsiteX2611" fmla="*/ 223749 w 1661833"/>
              <a:gd name="connsiteY2611" fmla="*/ 42161 h 373823"/>
              <a:gd name="connsiteX2612" fmla="*/ 225112 w 1661833"/>
              <a:gd name="connsiteY2612" fmla="*/ 42382 h 373823"/>
              <a:gd name="connsiteX2613" fmla="*/ 226364 w 1661833"/>
              <a:gd name="connsiteY2613" fmla="*/ 42934 h 373823"/>
              <a:gd name="connsiteX2614" fmla="*/ 227580 w 1661833"/>
              <a:gd name="connsiteY2614" fmla="*/ 43155 h 373823"/>
              <a:gd name="connsiteX2615" fmla="*/ 228353 w 1661833"/>
              <a:gd name="connsiteY2615" fmla="*/ 42676 h 373823"/>
              <a:gd name="connsiteX2616" fmla="*/ 228851 w 1661833"/>
              <a:gd name="connsiteY2616" fmla="*/ 42032 h 373823"/>
              <a:gd name="connsiteX2617" fmla="*/ 228851 w 1661833"/>
              <a:gd name="connsiteY2617" fmla="*/ 41553 h 373823"/>
              <a:gd name="connsiteX2618" fmla="*/ 228851 w 1661833"/>
              <a:gd name="connsiteY2618" fmla="*/ 41221 h 373823"/>
              <a:gd name="connsiteX2619" fmla="*/ 228851 w 1661833"/>
              <a:gd name="connsiteY2619" fmla="*/ 40356 h 373823"/>
              <a:gd name="connsiteX2620" fmla="*/ 227856 w 1661833"/>
              <a:gd name="connsiteY2620" fmla="*/ 39048 h 373823"/>
              <a:gd name="connsiteX2621" fmla="*/ 227046 w 1661833"/>
              <a:gd name="connsiteY2621" fmla="*/ 38293 h 373823"/>
              <a:gd name="connsiteX2622" fmla="*/ 226143 w 1661833"/>
              <a:gd name="connsiteY2622" fmla="*/ 37795 h 373823"/>
              <a:gd name="connsiteX2623" fmla="*/ 225240 w 1661833"/>
              <a:gd name="connsiteY2623" fmla="*/ 37667 h 373823"/>
              <a:gd name="connsiteX2624" fmla="*/ 224227 w 1661833"/>
              <a:gd name="connsiteY2624" fmla="*/ 37795 h 373823"/>
              <a:gd name="connsiteX2625" fmla="*/ 220654 w 1661833"/>
              <a:gd name="connsiteY2625" fmla="*/ 37003 h 373823"/>
              <a:gd name="connsiteX2626" fmla="*/ 221041 w 1661833"/>
              <a:gd name="connsiteY2626" fmla="*/ 34996 h 373823"/>
              <a:gd name="connsiteX2627" fmla="*/ 221373 w 1661833"/>
              <a:gd name="connsiteY2627" fmla="*/ 34278 h 373823"/>
              <a:gd name="connsiteX2628" fmla="*/ 221741 w 1661833"/>
              <a:gd name="connsiteY2628" fmla="*/ 33614 h 373823"/>
              <a:gd name="connsiteX2629" fmla="*/ 222183 w 1661833"/>
              <a:gd name="connsiteY2629" fmla="*/ 32988 h 373823"/>
              <a:gd name="connsiteX2630" fmla="*/ 222662 w 1661833"/>
              <a:gd name="connsiteY2630" fmla="*/ 32344 h 373823"/>
              <a:gd name="connsiteX2631" fmla="*/ 222662 w 1661833"/>
              <a:gd name="connsiteY2631" fmla="*/ 30612 h 373823"/>
              <a:gd name="connsiteX2632" fmla="*/ 224927 w 1661833"/>
              <a:gd name="connsiteY2632" fmla="*/ 29747 h 373823"/>
              <a:gd name="connsiteX2633" fmla="*/ 226051 w 1661833"/>
              <a:gd name="connsiteY2633" fmla="*/ 29341 h 373823"/>
              <a:gd name="connsiteX2634" fmla="*/ 227561 w 1661833"/>
              <a:gd name="connsiteY2634" fmla="*/ 28586 h 373823"/>
              <a:gd name="connsiteX2635" fmla="*/ 229514 w 1661833"/>
              <a:gd name="connsiteY2635" fmla="*/ 27518 h 373823"/>
              <a:gd name="connsiteX2636" fmla="*/ 229293 w 1661833"/>
              <a:gd name="connsiteY2636" fmla="*/ 26781 h 373823"/>
              <a:gd name="connsiteX2637" fmla="*/ 229293 w 1661833"/>
              <a:gd name="connsiteY2637" fmla="*/ 25768 h 373823"/>
              <a:gd name="connsiteX2638" fmla="*/ 228556 w 1661833"/>
              <a:gd name="connsiteY2638" fmla="*/ 24553 h 373823"/>
              <a:gd name="connsiteX2639" fmla="*/ 227966 w 1661833"/>
              <a:gd name="connsiteY2639" fmla="*/ 24000 h 373823"/>
              <a:gd name="connsiteX2640" fmla="*/ 227138 w 1661833"/>
              <a:gd name="connsiteY2640" fmla="*/ 24000 h 373823"/>
              <a:gd name="connsiteX2641" fmla="*/ 226198 w 1661833"/>
              <a:gd name="connsiteY2641" fmla="*/ 23889 h 373823"/>
              <a:gd name="connsiteX2642" fmla="*/ 222625 w 1661833"/>
              <a:gd name="connsiteY2642" fmla="*/ 24442 h 373823"/>
              <a:gd name="connsiteX2643" fmla="*/ 222054 w 1661833"/>
              <a:gd name="connsiteY2643" fmla="*/ 24442 h 373823"/>
              <a:gd name="connsiteX2644" fmla="*/ 221244 w 1661833"/>
              <a:gd name="connsiteY2644" fmla="*/ 24442 h 373823"/>
              <a:gd name="connsiteX2645" fmla="*/ 216750 w 1661833"/>
              <a:gd name="connsiteY2645" fmla="*/ 24092 h 373823"/>
              <a:gd name="connsiteX2646" fmla="*/ 215055 w 1661833"/>
              <a:gd name="connsiteY2646" fmla="*/ 23208 h 373823"/>
              <a:gd name="connsiteX2647" fmla="*/ 156705 w 1661833"/>
              <a:gd name="connsiteY2647" fmla="*/ 21937 h 373823"/>
              <a:gd name="connsiteX2648" fmla="*/ 155250 w 1661833"/>
              <a:gd name="connsiteY2648" fmla="*/ 22250 h 373823"/>
              <a:gd name="connsiteX2649" fmla="*/ 150424 w 1661833"/>
              <a:gd name="connsiteY2649" fmla="*/ 25455 h 373823"/>
              <a:gd name="connsiteX2650" fmla="*/ 149246 w 1661833"/>
              <a:gd name="connsiteY2650" fmla="*/ 25750 h 373823"/>
              <a:gd name="connsiteX2651" fmla="*/ 148417 w 1661833"/>
              <a:gd name="connsiteY2651" fmla="*/ 26431 h 373823"/>
              <a:gd name="connsiteX2652" fmla="*/ 148085 w 1661833"/>
              <a:gd name="connsiteY2652" fmla="*/ 27150 h 373823"/>
              <a:gd name="connsiteX2653" fmla="*/ 147570 w 1661833"/>
              <a:gd name="connsiteY2653" fmla="*/ 27573 h 373823"/>
              <a:gd name="connsiteX2654" fmla="*/ 148030 w 1661833"/>
              <a:gd name="connsiteY2654" fmla="*/ 28770 h 373823"/>
              <a:gd name="connsiteX2655" fmla="*/ 148619 w 1661833"/>
              <a:gd name="connsiteY2655" fmla="*/ 29047 h 373823"/>
              <a:gd name="connsiteX2656" fmla="*/ 149375 w 1661833"/>
              <a:gd name="connsiteY2656" fmla="*/ 29673 h 373823"/>
              <a:gd name="connsiteX2657" fmla="*/ 150461 w 1661833"/>
              <a:gd name="connsiteY2657" fmla="*/ 29912 h 373823"/>
              <a:gd name="connsiteX2658" fmla="*/ 151456 w 1661833"/>
              <a:gd name="connsiteY2658" fmla="*/ 30612 h 373823"/>
              <a:gd name="connsiteX2659" fmla="*/ 151456 w 1661833"/>
              <a:gd name="connsiteY2659" fmla="*/ 32454 h 373823"/>
              <a:gd name="connsiteX2660" fmla="*/ 150461 w 1661833"/>
              <a:gd name="connsiteY2660" fmla="*/ 33541 h 373823"/>
              <a:gd name="connsiteX2661" fmla="*/ 149632 w 1661833"/>
              <a:gd name="connsiteY2661" fmla="*/ 33541 h 373823"/>
              <a:gd name="connsiteX2662" fmla="*/ 148619 w 1661833"/>
              <a:gd name="connsiteY2662" fmla="*/ 34941 h 373823"/>
              <a:gd name="connsiteX2663" fmla="*/ 149540 w 1661833"/>
              <a:gd name="connsiteY2663" fmla="*/ 36156 h 373823"/>
              <a:gd name="connsiteX2664" fmla="*/ 149978 w 1661833"/>
              <a:gd name="connsiteY2664" fmla="*/ 36662 h 373823"/>
              <a:gd name="connsiteX2665" fmla="*/ 150296 w 1661833"/>
              <a:gd name="connsiteY2665" fmla="*/ 37261 h 373823"/>
              <a:gd name="connsiteX2666" fmla="*/ 150296 w 1661833"/>
              <a:gd name="connsiteY2666" fmla="*/ 38164 h 373823"/>
              <a:gd name="connsiteX2667" fmla="*/ 150296 w 1661833"/>
              <a:gd name="connsiteY2667" fmla="*/ 38864 h 373823"/>
              <a:gd name="connsiteX2668" fmla="*/ 149724 w 1661833"/>
              <a:gd name="connsiteY2668" fmla="*/ 39674 h 373823"/>
              <a:gd name="connsiteX2669" fmla="*/ 148877 w 1661833"/>
              <a:gd name="connsiteY2669" fmla="*/ 40503 h 373823"/>
              <a:gd name="connsiteX2670" fmla="*/ 147422 w 1661833"/>
              <a:gd name="connsiteY2670" fmla="*/ 42345 h 373823"/>
              <a:gd name="connsiteX2671" fmla="*/ 147956 w 1661833"/>
              <a:gd name="connsiteY2671" fmla="*/ 44003 h 373823"/>
              <a:gd name="connsiteX2672" fmla="*/ 148748 w 1661833"/>
              <a:gd name="connsiteY2672" fmla="*/ 44831 h 373823"/>
              <a:gd name="connsiteX2673" fmla="*/ 149319 w 1661833"/>
              <a:gd name="connsiteY2673" fmla="*/ 45697 h 373823"/>
              <a:gd name="connsiteX2674" fmla="*/ 150424 w 1661833"/>
              <a:gd name="connsiteY2674" fmla="*/ 45844 h 373823"/>
              <a:gd name="connsiteX2675" fmla="*/ 151180 w 1661833"/>
              <a:gd name="connsiteY2675" fmla="*/ 45715 h 373823"/>
              <a:gd name="connsiteX2676" fmla="*/ 152819 w 1661833"/>
              <a:gd name="connsiteY2676" fmla="*/ 43874 h 373823"/>
              <a:gd name="connsiteX2677" fmla="*/ 156392 w 1661833"/>
              <a:gd name="connsiteY2677" fmla="*/ 41405 h 373823"/>
              <a:gd name="connsiteX2678" fmla="*/ 158344 w 1661833"/>
              <a:gd name="connsiteY2678" fmla="*/ 38256 h 373823"/>
              <a:gd name="connsiteX2679" fmla="*/ 157958 w 1661833"/>
              <a:gd name="connsiteY2679" fmla="*/ 37372 h 373823"/>
              <a:gd name="connsiteX2680" fmla="*/ 157055 w 1661833"/>
              <a:gd name="connsiteY2680" fmla="*/ 36948 h 373823"/>
              <a:gd name="connsiteX2681" fmla="*/ 156134 w 1661833"/>
              <a:gd name="connsiteY2681" fmla="*/ 37077 h 373823"/>
              <a:gd name="connsiteX2682" fmla="*/ 155876 w 1661833"/>
              <a:gd name="connsiteY2682" fmla="*/ 36156 h 373823"/>
              <a:gd name="connsiteX2683" fmla="*/ 158013 w 1661833"/>
              <a:gd name="connsiteY2683" fmla="*/ 33467 h 373823"/>
              <a:gd name="connsiteX2684" fmla="*/ 158123 w 1661833"/>
              <a:gd name="connsiteY2684" fmla="*/ 32951 h 373823"/>
              <a:gd name="connsiteX2685" fmla="*/ 157442 w 1661833"/>
              <a:gd name="connsiteY2685" fmla="*/ 31809 h 373823"/>
              <a:gd name="connsiteX2686" fmla="*/ 157055 w 1661833"/>
              <a:gd name="connsiteY2686" fmla="*/ 31073 h 373823"/>
              <a:gd name="connsiteX2687" fmla="*/ 156226 w 1661833"/>
              <a:gd name="connsiteY2687" fmla="*/ 31220 h 373823"/>
              <a:gd name="connsiteX2688" fmla="*/ 155987 w 1661833"/>
              <a:gd name="connsiteY2688" fmla="*/ 30133 h 373823"/>
              <a:gd name="connsiteX2689" fmla="*/ 155895 w 1661833"/>
              <a:gd name="connsiteY2689" fmla="*/ 28531 h 373823"/>
              <a:gd name="connsiteX2690" fmla="*/ 156981 w 1661833"/>
              <a:gd name="connsiteY2690" fmla="*/ 26929 h 373823"/>
              <a:gd name="connsiteX2691" fmla="*/ 157608 w 1661833"/>
              <a:gd name="connsiteY2691" fmla="*/ 25805 h 373823"/>
              <a:gd name="connsiteX2692" fmla="*/ 157829 w 1661833"/>
              <a:gd name="connsiteY2692" fmla="*/ 24332 h 373823"/>
              <a:gd name="connsiteX2693" fmla="*/ 157829 w 1661833"/>
              <a:gd name="connsiteY2693" fmla="*/ 23042 h 373823"/>
              <a:gd name="connsiteX2694" fmla="*/ 156705 w 1661833"/>
              <a:gd name="connsiteY2694" fmla="*/ 21937 h 373823"/>
              <a:gd name="connsiteX2695" fmla="*/ 168953 w 1661833"/>
              <a:gd name="connsiteY2695" fmla="*/ 21642 h 373823"/>
              <a:gd name="connsiteX2696" fmla="*/ 169175 w 1661833"/>
              <a:gd name="connsiteY2696" fmla="*/ 22545 h 373823"/>
              <a:gd name="connsiteX2697" fmla="*/ 168475 w 1661833"/>
              <a:gd name="connsiteY2697" fmla="*/ 23889 h 373823"/>
              <a:gd name="connsiteX2698" fmla="*/ 167185 w 1661833"/>
              <a:gd name="connsiteY2698" fmla="*/ 24000 h 373823"/>
              <a:gd name="connsiteX2699" fmla="*/ 166688 w 1661833"/>
              <a:gd name="connsiteY2699" fmla="*/ 22913 h 373823"/>
              <a:gd name="connsiteX2700" fmla="*/ 168953 w 1661833"/>
              <a:gd name="connsiteY2700" fmla="*/ 21642 h 373823"/>
              <a:gd name="connsiteX2701" fmla="*/ 169893 w 1661833"/>
              <a:gd name="connsiteY2701" fmla="*/ 17977 h 373823"/>
              <a:gd name="connsiteX2702" fmla="*/ 165417 w 1661833"/>
              <a:gd name="connsiteY2702" fmla="*/ 20151 h 373823"/>
              <a:gd name="connsiteX2703" fmla="*/ 163888 w 1661833"/>
              <a:gd name="connsiteY2703" fmla="*/ 20519 h 373823"/>
              <a:gd name="connsiteX2704" fmla="*/ 162046 w 1661833"/>
              <a:gd name="connsiteY2704" fmla="*/ 21606 h 373823"/>
              <a:gd name="connsiteX2705" fmla="*/ 160941 w 1661833"/>
              <a:gd name="connsiteY2705" fmla="*/ 22140 h 373823"/>
              <a:gd name="connsiteX2706" fmla="*/ 160076 w 1661833"/>
              <a:gd name="connsiteY2706" fmla="*/ 22361 h 373823"/>
              <a:gd name="connsiteX2707" fmla="*/ 159063 w 1661833"/>
              <a:gd name="connsiteY2707" fmla="*/ 21919 h 373823"/>
              <a:gd name="connsiteX2708" fmla="*/ 158547 w 1661833"/>
              <a:gd name="connsiteY2708" fmla="*/ 23503 h 373823"/>
              <a:gd name="connsiteX2709" fmla="*/ 158547 w 1661833"/>
              <a:gd name="connsiteY2709" fmla="*/ 25031 h 373823"/>
              <a:gd name="connsiteX2710" fmla="*/ 158492 w 1661833"/>
              <a:gd name="connsiteY2710" fmla="*/ 24958 h 373823"/>
              <a:gd name="connsiteX2711" fmla="*/ 158547 w 1661833"/>
              <a:gd name="connsiteY2711" fmla="*/ 25971 h 373823"/>
              <a:gd name="connsiteX2712" fmla="*/ 159044 w 1661833"/>
              <a:gd name="connsiteY2712" fmla="*/ 27057 h 373823"/>
              <a:gd name="connsiteX2713" fmla="*/ 159689 w 1661833"/>
              <a:gd name="connsiteY2713" fmla="*/ 29673 h 373823"/>
              <a:gd name="connsiteX2714" fmla="*/ 159357 w 1661833"/>
              <a:gd name="connsiteY2714" fmla="*/ 31386 h 373823"/>
              <a:gd name="connsiteX2715" fmla="*/ 159799 w 1661833"/>
              <a:gd name="connsiteY2715" fmla="*/ 32436 h 373823"/>
              <a:gd name="connsiteX2716" fmla="*/ 160463 w 1661833"/>
              <a:gd name="connsiteY2716" fmla="*/ 33338 h 373823"/>
              <a:gd name="connsiteX2717" fmla="*/ 160776 w 1661833"/>
              <a:gd name="connsiteY2717" fmla="*/ 33983 h 373823"/>
              <a:gd name="connsiteX2718" fmla="*/ 161126 w 1661833"/>
              <a:gd name="connsiteY2718" fmla="*/ 34388 h 373823"/>
              <a:gd name="connsiteX2719" fmla="*/ 161733 w 1661833"/>
              <a:gd name="connsiteY2719" fmla="*/ 34388 h 373823"/>
              <a:gd name="connsiteX2720" fmla="*/ 162433 w 1661833"/>
              <a:gd name="connsiteY2720" fmla="*/ 34130 h 373823"/>
              <a:gd name="connsiteX2721" fmla="*/ 163189 w 1661833"/>
              <a:gd name="connsiteY2721" fmla="*/ 33780 h 373823"/>
              <a:gd name="connsiteX2722" fmla="*/ 163815 w 1661833"/>
              <a:gd name="connsiteY2722" fmla="*/ 33780 h 373823"/>
              <a:gd name="connsiteX2723" fmla="*/ 163815 w 1661833"/>
              <a:gd name="connsiteY2723" fmla="*/ 34812 h 373823"/>
              <a:gd name="connsiteX2724" fmla="*/ 163410 w 1661833"/>
              <a:gd name="connsiteY2724" fmla="*/ 35272 h 373823"/>
              <a:gd name="connsiteX2725" fmla="*/ 162931 w 1661833"/>
              <a:gd name="connsiteY2725" fmla="*/ 35364 h 373823"/>
              <a:gd name="connsiteX2726" fmla="*/ 162415 w 1661833"/>
              <a:gd name="connsiteY2726" fmla="*/ 35530 h 373823"/>
              <a:gd name="connsiteX2727" fmla="*/ 161918 w 1661833"/>
              <a:gd name="connsiteY2727" fmla="*/ 35438 h 373823"/>
              <a:gd name="connsiteX2728" fmla="*/ 161531 w 1661833"/>
              <a:gd name="connsiteY2728" fmla="*/ 36138 h 373823"/>
              <a:gd name="connsiteX2729" fmla="*/ 161531 w 1661833"/>
              <a:gd name="connsiteY2729" fmla="*/ 37003 h 373823"/>
              <a:gd name="connsiteX2730" fmla="*/ 161531 w 1661833"/>
              <a:gd name="connsiteY2730" fmla="*/ 37722 h 373823"/>
              <a:gd name="connsiteX2731" fmla="*/ 162304 w 1661833"/>
              <a:gd name="connsiteY2731" fmla="*/ 37980 h 373823"/>
              <a:gd name="connsiteX2732" fmla="*/ 163170 w 1661833"/>
              <a:gd name="connsiteY2732" fmla="*/ 37980 h 373823"/>
              <a:gd name="connsiteX2733" fmla="*/ 163594 w 1661833"/>
              <a:gd name="connsiteY2733" fmla="*/ 38532 h 373823"/>
              <a:gd name="connsiteX2734" fmla="*/ 161623 w 1661833"/>
              <a:gd name="connsiteY2734" fmla="*/ 39748 h 373823"/>
              <a:gd name="connsiteX2735" fmla="*/ 160057 w 1661833"/>
              <a:gd name="connsiteY2735" fmla="*/ 40540 h 373823"/>
              <a:gd name="connsiteX2736" fmla="*/ 159450 w 1661833"/>
              <a:gd name="connsiteY2736" fmla="*/ 40356 h 373823"/>
              <a:gd name="connsiteX2737" fmla="*/ 159044 w 1661833"/>
              <a:gd name="connsiteY2737" fmla="*/ 40779 h 373823"/>
              <a:gd name="connsiteX2738" fmla="*/ 158768 w 1661833"/>
              <a:gd name="connsiteY2738" fmla="*/ 41700 h 373823"/>
              <a:gd name="connsiteX2739" fmla="*/ 158768 w 1661833"/>
              <a:gd name="connsiteY2739" fmla="*/ 42455 h 373823"/>
              <a:gd name="connsiteX2740" fmla="*/ 159265 w 1661833"/>
              <a:gd name="connsiteY2740" fmla="*/ 44039 h 373823"/>
              <a:gd name="connsiteX2741" fmla="*/ 160573 w 1661833"/>
              <a:gd name="connsiteY2741" fmla="*/ 44500 h 373823"/>
              <a:gd name="connsiteX2742" fmla="*/ 162415 w 1661833"/>
              <a:gd name="connsiteY2742" fmla="*/ 43653 h 373823"/>
              <a:gd name="connsiteX2743" fmla="*/ 164257 w 1661833"/>
              <a:gd name="connsiteY2743" fmla="*/ 43192 h 373823"/>
              <a:gd name="connsiteX2744" fmla="*/ 166099 w 1661833"/>
              <a:gd name="connsiteY2744" fmla="*/ 42584 h 373823"/>
              <a:gd name="connsiteX2745" fmla="*/ 167554 w 1661833"/>
              <a:gd name="connsiteY2745" fmla="*/ 42124 h 373823"/>
              <a:gd name="connsiteX2746" fmla="*/ 168861 w 1661833"/>
              <a:gd name="connsiteY2746" fmla="*/ 41811 h 373823"/>
              <a:gd name="connsiteX2747" fmla="*/ 170390 w 1661833"/>
              <a:gd name="connsiteY2747" fmla="*/ 41682 h 373823"/>
              <a:gd name="connsiteX2748" fmla="*/ 173153 w 1661833"/>
              <a:gd name="connsiteY2748" fmla="*/ 41184 h 373823"/>
              <a:gd name="connsiteX2749" fmla="*/ 174903 w 1661833"/>
              <a:gd name="connsiteY2749" fmla="*/ 41184 h 373823"/>
              <a:gd name="connsiteX2750" fmla="*/ 176376 w 1661833"/>
              <a:gd name="connsiteY2750" fmla="*/ 38256 h 373823"/>
              <a:gd name="connsiteX2751" fmla="*/ 175124 w 1661833"/>
              <a:gd name="connsiteY2751" fmla="*/ 36746 h 373823"/>
              <a:gd name="connsiteX2752" fmla="*/ 173871 w 1661833"/>
              <a:gd name="connsiteY2752" fmla="*/ 36948 h 373823"/>
              <a:gd name="connsiteX2753" fmla="*/ 172453 w 1661833"/>
              <a:gd name="connsiteY2753" fmla="*/ 37446 h 373823"/>
              <a:gd name="connsiteX2754" fmla="*/ 171274 w 1661833"/>
              <a:gd name="connsiteY2754" fmla="*/ 37556 h 373823"/>
              <a:gd name="connsiteX2755" fmla="*/ 169764 w 1661833"/>
              <a:gd name="connsiteY2755" fmla="*/ 38072 h 373823"/>
              <a:gd name="connsiteX2756" fmla="*/ 169138 w 1661833"/>
              <a:gd name="connsiteY2756" fmla="*/ 37703 h 373823"/>
              <a:gd name="connsiteX2757" fmla="*/ 169396 w 1661833"/>
              <a:gd name="connsiteY2757" fmla="*/ 36967 h 373823"/>
              <a:gd name="connsiteX2758" fmla="*/ 170519 w 1661833"/>
              <a:gd name="connsiteY2758" fmla="*/ 36377 h 373823"/>
              <a:gd name="connsiteX2759" fmla="*/ 171422 w 1661833"/>
              <a:gd name="connsiteY2759" fmla="*/ 35512 h 373823"/>
              <a:gd name="connsiteX2760" fmla="*/ 171532 w 1661833"/>
              <a:gd name="connsiteY2760" fmla="*/ 34904 h 373823"/>
              <a:gd name="connsiteX2761" fmla="*/ 171035 w 1661833"/>
              <a:gd name="connsiteY2761" fmla="*/ 33504 h 373823"/>
              <a:gd name="connsiteX2762" fmla="*/ 170501 w 1661833"/>
              <a:gd name="connsiteY2762" fmla="*/ 33062 h 373823"/>
              <a:gd name="connsiteX2763" fmla="*/ 169322 w 1661833"/>
              <a:gd name="connsiteY2763" fmla="*/ 32859 h 373823"/>
              <a:gd name="connsiteX2764" fmla="*/ 168567 w 1661833"/>
              <a:gd name="connsiteY2764" fmla="*/ 33357 h 373823"/>
              <a:gd name="connsiteX2765" fmla="*/ 167572 w 1661833"/>
              <a:gd name="connsiteY2765" fmla="*/ 33670 h 373823"/>
              <a:gd name="connsiteX2766" fmla="*/ 167425 w 1661833"/>
              <a:gd name="connsiteY2766" fmla="*/ 32638 h 373823"/>
              <a:gd name="connsiteX2767" fmla="*/ 168696 w 1661833"/>
              <a:gd name="connsiteY2767" fmla="*/ 32049 h 373823"/>
              <a:gd name="connsiteX2768" fmla="*/ 169561 w 1661833"/>
              <a:gd name="connsiteY2768" fmla="*/ 31625 h 373823"/>
              <a:gd name="connsiteX2769" fmla="*/ 170427 w 1661833"/>
              <a:gd name="connsiteY2769" fmla="*/ 31478 h 373823"/>
              <a:gd name="connsiteX2770" fmla="*/ 171016 w 1661833"/>
              <a:gd name="connsiteY2770" fmla="*/ 30686 h 373823"/>
              <a:gd name="connsiteX2771" fmla="*/ 172508 w 1661833"/>
              <a:gd name="connsiteY2771" fmla="*/ 25989 h 373823"/>
              <a:gd name="connsiteX2772" fmla="*/ 173300 w 1661833"/>
              <a:gd name="connsiteY2772" fmla="*/ 24774 h 373823"/>
              <a:gd name="connsiteX2773" fmla="*/ 174037 w 1661833"/>
              <a:gd name="connsiteY2773" fmla="*/ 22784 h 373823"/>
              <a:gd name="connsiteX2774" fmla="*/ 174147 w 1661833"/>
              <a:gd name="connsiteY2774" fmla="*/ 21587 h 373823"/>
              <a:gd name="connsiteX2775" fmla="*/ 174571 w 1661833"/>
              <a:gd name="connsiteY2775" fmla="*/ 20261 h 373823"/>
              <a:gd name="connsiteX2776" fmla="*/ 173632 w 1661833"/>
              <a:gd name="connsiteY2776" fmla="*/ 18898 h 373823"/>
              <a:gd name="connsiteX2777" fmla="*/ 173153 w 1661833"/>
              <a:gd name="connsiteY2777" fmla="*/ 18088 h 373823"/>
              <a:gd name="connsiteX2778" fmla="*/ 171035 w 1661833"/>
              <a:gd name="connsiteY2778" fmla="*/ 18235 h 373823"/>
              <a:gd name="connsiteX2779" fmla="*/ 169893 w 1661833"/>
              <a:gd name="connsiteY2779" fmla="*/ 17977 h 373823"/>
              <a:gd name="connsiteX2780" fmla="*/ 186911 w 1661833"/>
              <a:gd name="connsiteY2780" fmla="*/ 6631 h 373823"/>
              <a:gd name="connsiteX2781" fmla="*/ 367118 w 1661833"/>
              <a:gd name="connsiteY2781" fmla="*/ 186912 h 373823"/>
              <a:gd name="connsiteX2782" fmla="*/ 367118 w 1661833"/>
              <a:gd name="connsiteY2782" fmla="*/ 186986 h 373823"/>
              <a:gd name="connsiteX2783" fmla="*/ 186764 w 1661833"/>
              <a:gd name="connsiteY2783" fmla="*/ 367192 h 373823"/>
              <a:gd name="connsiteX2784" fmla="*/ 6557 w 1661833"/>
              <a:gd name="connsiteY2784" fmla="*/ 186838 h 373823"/>
              <a:gd name="connsiteX2785" fmla="*/ 186911 w 1661833"/>
              <a:gd name="connsiteY2785" fmla="*/ 6631 h 373823"/>
              <a:gd name="connsiteX2786" fmla="*/ 186911 w 1661833"/>
              <a:gd name="connsiteY2786" fmla="*/ 4181 h 373823"/>
              <a:gd name="connsiteX2787" fmla="*/ 4181 w 1661833"/>
              <a:gd name="connsiteY2787" fmla="*/ 186911 h 373823"/>
              <a:gd name="connsiteX2788" fmla="*/ 186911 w 1661833"/>
              <a:gd name="connsiteY2788" fmla="*/ 369642 h 373823"/>
              <a:gd name="connsiteX2789" fmla="*/ 369642 w 1661833"/>
              <a:gd name="connsiteY2789" fmla="*/ 186911 h 373823"/>
              <a:gd name="connsiteX2790" fmla="*/ 186911 w 1661833"/>
              <a:gd name="connsiteY2790" fmla="*/ 4181 h 373823"/>
              <a:gd name="connsiteX2791" fmla="*/ 186911 w 1661833"/>
              <a:gd name="connsiteY2791" fmla="*/ 0 h 373823"/>
              <a:gd name="connsiteX2792" fmla="*/ 373823 w 1661833"/>
              <a:gd name="connsiteY2792" fmla="*/ 186911 h 373823"/>
              <a:gd name="connsiteX2793" fmla="*/ 186911 w 1661833"/>
              <a:gd name="connsiteY2793" fmla="*/ 373823 h 373823"/>
              <a:gd name="connsiteX2794" fmla="*/ 0 w 1661833"/>
              <a:gd name="connsiteY2794" fmla="*/ 186911 h 373823"/>
              <a:gd name="connsiteX2795" fmla="*/ 186911 w 1661833"/>
              <a:gd name="connsiteY2795" fmla="*/ 0 h 373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</a:cxnLst>
            <a:rect l="l" t="t" r="r" b="b"/>
            <a:pathLst>
              <a:path w="1661833" h="373823">
                <a:moveTo>
                  <a:pt x="218665" y="337667"/>
                </a:moveTo>
                <a:cubicBezTo>
                  <a:pt x="219795" y="338892"/>
                  <a:pt x="220521" y="340435"/>
                  <a:pt x="220746" y="342088"/>
                </a:cubicBezTo>
                <a:cubicBezTo>
                  <a:pt x="221146" y="343664"/>
                  <a:pt x="221042" y="345326"/>
                  <a:pt x="220451" y="346840"/>
                </a:cubicBezTo>
                <a:cubicBezTo>
                  <a:pt x="220282" y="347188"/>
                  <a:pt x="220064" y="347512"/>
                  <a:pt x="219807" y="347801"/>
                </a:cubicBezTo>
                <a:cubicBezTo>
                  <a:pt x="218259" y="349529"/>
                  <a:pt x="215603" y="349676"/>
                  <a:pt x="213876" y="348129"/>
                </a:cubicBezTo>
                <a:cubicBezTo>
                  <a:pt x="212760" y="346939"/>
                  <a:pt x="212039" y="345434"/>
                  <a:pt x="211813" y="343819"/>
                </a:cubicBezTo>
                <a:cubicBezTo>
                  <a:pt x="211406" y="342200"/>
                  <a:pt x="211509" y="340496"/>
                  <a:pt x="212108" y="338938"/>
                </a:cubicBezTo>
                <a:cubicBezTo>
                  <a:pt x="212292" y="338544"/>
                  <a:pt x="212537" y="338181"/>
                  <a:pt x="212833" y="337864"/>
                </a:cubicBezTo>
                <a:cubicBezTo>
                  <a:pt x="214390" y="336199"/>
                  <a:pt x="216999" y="336111"/>
                  <a:pt x="218665" y="337667"/>
                </a:cubicBezTo>
                <a:close/>
                <a:moveTo>
                  <a:pt x="193616" y="336470"/>
                </a:moveTo>
                <a:lnTo>
                  <a:pt x="181294" y="336691"/>
                </a:lnTo>
                <a:lnTo>
                  <a:pt x="181625" y="354889"/>
                </a:lnTo>
                <a:lnTo>
                  <a:pt x="194003" y="354649"/>
                </a:lnTo>
                <a:lnTo>
                  <a:pt x="194003" y="353028"/>
                </a:lnTo>
                <a:lnTo>
                  <a:pt x="194003" y="351426"/>
                </a:lnTo>
                <a:lnTo>
                  <a:pt x="184793" y="351592"/>
                </a:lnTo>
                <a:lnTo>
                  <a:pt x="184793" y="346858"/>
                </a:lnTo>
                <a:lnTo>
                  <a:pt x="192971" y="346711"/>
                </a:lnTo>
                <a:lnTo>
                  <a:pt x="192971" y="345145"/>
                </a:lnTo>
                <a:lnTo>
                  <a:pt x="192971" y="343580"/>
                </a:lnTo>
                <a:lnTo>
                  <a:pt x="184793" y="343727"/>
                </a:lnTo>
                <a:lnTo>
                  <a:pt x="184793" y="339859"/>
                </a:lnTo>
                <a:lnTo>
                  <a:pt x="193616" y="339712"/>
                </a:lnTo>
                <a:lnTo>
                  <a:pt x="193616" y="338091"/>
                </a:lnTo>
                <a:close/>
                <a:moveTo>
                  <a:pt x="163410" y="335070"/>
                </a:moveTo>
                <a:lnTo>
                  <a:pt x="163207" y="336673"/>
                </a:lnTo>
                <a:lnTo>
                  <a:pt x="163023" y="338275"/>
                </a:lnTo>
                <a:lnTo>
                  <a:pt x="168033" y="338883"/>
                </a:lnTo>
                <a:lnTo>
                  <a:pt x="166191" y="353728"/>
                </a:lnTo>
                <a:lnTo>
                  <a:pt x="168033" y="353949"/>
                </a:lnTo>
                <a:lnTo>
                  <a:pt x="169746" y="354152"/>
                </a:lnTo>
                <a:lnTo>
                  <a:pt x="171587" y="339307"/>
                </a:lnTo>
                <a:lnTo>
                  <a:pt x="176616" y="339933"/>
                </a:lnTo>
                <a:lnTo>
                  <a:pt x="176800" y="338312"/>
                </a:lnTo>
                <a:lnTo>
                  <a:pt x="176910" y="336728"/>
                </a:lnTo>
                <a:close/>
                <a:moveTo>
                  <a:pt x="220094" y="334496"/>
                </a:moveTo>
                <a:cubicBezTo>
                  <a:pt x="216352" y="332251"/>
                  <a:pt x="211498" y="333464"/>
                  <a:pt x="209253" y="337207"/>
                </a:cubicBezTo>
                <a:cubicBezTo>
                  <a:pt x="208130" y="339493"/>
                  <a:pt x="207850" y="342103"/>
                  <a:pt x="208461" y="344574"/>
                </a:cubicBezTo>
                <a:cubicBezTo>
                  <a:pt x="208809" y="347052"/>
                  <a:pt x="210040" y="349321"/>
                  <a:pt x="211924" y="350966"/>
                </a:cubicBezTo>
                <a:cubicBezTo>
                  <a:pt x="212095" y="351091"/>
                  <a:pt x="212272" y="351211"/>
                  <a:pt x="212452" y="351323"/>
                </a:cubicBezTo>
                <a:cubicBezTo>
                  <a:pt x="216210" y="353642"/>
                  <a:pt x="221135" y="352476"/>
                  <a:pt x="223454" y="348719"/>
                </a:cubicBezTo>
                <a:cubicBezTo>
                  <a:pt x="224587" y="346488"/>
                  <a:pt x="224868" y="343922"/>
                  <a:pt x="224246" y="341498"/>
                </a:cubicBezTo>
                <a:cubicBezTo>
                  <a:pt x="223909" y="338975"/>
                  <a:pt x="222680" y="336656"/>
                  <a:pt x="220783" y="334960"/>
                </a:cubicBezTo>
                <a:cubicBezTo>
                  <a:pt x="220562" y="334792"/>
                  <a:pt x="220332" y="334638"/>
                  <a:pt x="220094" y="334496"/>
                </a:cubicBezTo>
                <a:close/>
                <a:moveTo>
                  <a:pt x="684713" y="332591"/>
                </a:moveTo>
                <a:lnTo>
                  <a:pt x="685089" y="332758"/>
                </a:lnTo>
                <a:lnTo>
                  <a:pt x="684640" y="332630"/>
                </a:lnTo>
                <a:close/>
                <a:moveTo>
                  <a:pt x="146391" y="331166"/>
                </a:moveTo>
                <a:lnTo>
                  <a:pt x="143646" y="342217"/>
                </a:lnTo>
                <a:cubicBezTo>
                  <a:pt x="143022" y="344112"/>
                  <a:pt x="143120" y="346173"/>
                  <a:pt x="143923" y="348000"/>
                </a:cubicBezTo>
                <a:cubicBezTo>
                  <a:pt x="144932" y="349593"/>
                  <a:pt x="146575" y="350678"/>
                  <a:pt x="148435" y="350984"/>
                </a:cubicBezTo>
                <a:cubicBezTo>
                  <a:pt x="150226" y="351614"/>
                  <a:pt x="152198" y="351459"/>
                  <a:pt x="153869" y="350560"/>
                </a:cubicBezTo>
                <a:cubicBezTo>
                  <a:pt x="155425" y="349278"/>
                  <a:pt x="156455" y="347470"/>
                  <a:pt x="156760" y="345477"/>
                </a:cubicBezTo>
                <a:lnTo>
                  <a:pt x="159431" y="334426"/>
                </a:lnTo>
                <a:lnTo>
                  <a:pt x="157737" y="334002"/>
                </a:lnTo>
                <a:lnTo>
                  <a:pt x="156042" y="333597"/>
                </a:lnTo>
                <a:lnTo>
                  <a:pt x="153261" y="344648"/>
                </a:lnTo>
                <a:cubicBezTo>
                  <a:pt x="153099" y="345702"/>
                  <a:pt x="152587" y="346669"/>
                  <a:pt x="151806" y="347392"/>
                </a:cubicBezTo>
                <a:cubicBezTo>
                  <a:pt x="151008" y="347879"/>
                  <a:pt x="150030" y="347974"/>
                  <a:pt x="149154" y="347650"/>
                </a:cubicBezTo>
                <a:cubicBezTo>
                  <a:pt x="148244" y="347496"/>
                  <a:pt x="147457" y="346932"/>
                  <a:pt x="147017" y="346122"/>
                </a:cubicBezTo>
                <a:cubicBezTo>
                  <a:pt x="146665" y="345132"/>
                  <a:pt x="146665" y="344053"/>
                  <a:pt x="147017" y="343064"/>
                </a:cubicBezTo>
                <a:lnTo>
                  <a:pt x="149780" y="332013"/>
                </a:lnTo>
                <a:lnTo>
                  <a:pt x="148085" y="331589"/>
                </a:lnTo>
                <a:close/>
                <a:moveTo>
                  <a:pt x="238815" y="327556"/>
                </a:moveTo>
                <a:lnTo>
                  <a:pt x="227488" y="331239"/>
                </a:lnTo>
                <a:lnTo>
                  <a:pt x="233013" y="348534"/>
                </a:lnTo>
                <a:lnTo>
                  <a:pt x="234689" y="347982"/>
                </a:lnTo>
                <a:lnTo>
                  <a:pt x="236347" y="347448"/>
                </a:lnTo>
                <a:lnTo>
                  <a:pt x="234045" y="340136"/>
                </a:lnTo>
                <a:lnTo>
                  <a:pt x="241025" y="337870"/>
                </a:lnTo>
                <a:lnTo>
                  <a:pt x="240546" y="336378"/>
                </a:lnTo>
                <a:lnTo>
                  <a:pt x="240049" y="334886"/>
                </a:lnTo>
                <a:lnTo>
                  <a:pt x="233087" y="337152"/>
                </a:lnTo>
                <a:lnTo>
                  <a:pt x="231816" y="333229"/>
                </a:lnTo>
                <a:lnTo>
                  <a:pt x="239810" y="330632"/>
                </a:lnTo>
                <a:lnTo>
                  <a:pt x="239312" y="329084"/>
                </a:lnTo>
                <a:close/>
                <a:moveTo>
                  <a:pt x="129685" y="325474"/>
                </a:moveTo>
                <a:lnTo>
                  <a:pt x="129151" y="327003"/>
                </a:lnTo>
                <a:lnTo>
                  <a:pt x="128635" y="328532"/>
                </a:lnTo>
                <a:lnTo>
                  <a:pt x="133406" y="330171"/>
                </a:lnTo>
                <a:lnTo>
                  <a:pt x="128543" y="344317"/>
                </a:lnTo>
                <a:lnTo>
                  <a:pt x="130201" y="344888"/>
                </a:lnTo>
                <a:lnTo>
                  <a:pt x="131840" y="345459"/>
                </a:lnTo>
                <a:lnTo>
                  <a:pt x="136703" y="331313"/>
                </a:lnTo>
                <a:lnTo>
                  <a:pt x="141491" y="332952"/>
                </a:lnTo>
                <a:lnTo>
                  <a:pt x="142026" y="331424"/>
                </a:lnTo>
                <a:lnTo>
                  <a:pt x="142578" y="329913"/>
                </a:lnTo>
                <a:close/>
                <a:moveTo>
                  <a:pt x="123073" y="322233"/>
                </a:moveTo>
                <a:lnTo>
                  <a:pt x="115392" y="338717"/>
                </a:lnTo>
                <a:lnTo>
                  <a:pt x="116976" y="339454"/>
                </a:lnTo>
                <a:lnTo>
                  <a:pt x="118542" y="340191"/>
                </a:lnTo>
                <a:lnTo>
                  <a:pt x="126241" y="323706"/>
                </a:lnTo>
                <a:lnTo>
                  <a:pt x="124638" y="322969"/>
                </a:lnTo>
                <a:close/>
                <a:moveTo>
                  <a:pt x="261046" y="316781"/>
                </a:moveTo>
                <a:lnTo>
                  <a:pt x="249037" y="323154"/>
                </a:lnTo>
                <a:lnTo>
                  <a:pt x="249792" y="324590"/>
                </a:lnTo>
                <a:lnTo>
                  <a:pt x="250548" y="326009"/>
                </a:lnTo>
                <a:lnTo>
                  <a:pt x="255005" y="323633"/>
                </a:lnTo>
                <a:lnTo>
                  <a:pt x="262041" y="336839"/>
                </a:lnTo>
                <a:lnTo>
                  <a:pt x="263588" y="336028"/>
                </a:lnTo>
                <a:lnTo>
                  <a:pt x="265117" y="335199"/>
                </a:lnTo>
                <a:lnTo>
                  <a:pt x="258099" y="321993"/>
                </a:lnTo>
                <a:lnTo>
                  <a:pt x="262556" y="319617"/>
                </a:lnTo>
                <a:lnTo>
                  <a:pt x="261801" y="318199"/>
                </a:lnTo>
                <a:close/>
                <a:moveTo>
                  <a:pt x="107417" y="313723"/>
                </a:moveTo>
                <a:lnTo>
                  <a:pt x="106699" y="315234"/>
                </a:lnTo>
                <a:lnTo>
                  <a:pt x="105925" y="316652"/>
                </a:lnTo>
                <a:lnTo>
                  <a:pt x="110346" y="319102"/>
                </a:lnTo>
                <a:lnTo>
                  <a:pt x="103089" y="332179"/>
                </a:lnTo>
                <a:lnTo>
                  <a:pt x="104618" y="333026"/>
                </a:lnTo>
                <a:lnTo>
                  <a:pt x="106146" y="333873"/>
                </a:lnTo>
                <a:lnTo>
                  <a:pt x="113330" y="320686"/>
                </a:lnTo>
                <a:lnTo>
                  <a:pt x="117750" y="323135"/>
                </a:lnTo>
                <a:lnTo>
                  <a:pt x="118524" y="321735"/>
                </a:lnTo>
                <a:lnTo>
                  <a:pt x="119316" y="320317"/>
                </a:lnTo>
                <a:close/>
                <a:moveTo>
                  <a:pt x="197667" y="311108"/>
                </a:moveTo>
                <a:cubicBezTo>
                  <a:pt x="194315" y="312250"/>
                  <a:pt x="193468" y="317960"/>
                  <a:pt x="192971" y="318292"/>
                </a:cubicBezTo>
                <a:lnTo>
                  <a:pt x="192546" y="319273"/>
                </a:lnTo>
                <a:lnTo>
                  <a:pt x="192547" y="319249"/>
                </a:lnTo>
                <a:lnTo>
                  <a:pt x="192492" y="319397"/>
                </a:lnTo>
                <a:lnTo>
                  <a:pt x="192546" y="319273"/>
                </a:lnTo>
                <a:lnTo>
                  <a:pt x="192455" y="321035"/>
                </a:lnTo>
                <a:lnTo>
                  <a:pt x="216215" y="319857"/>
                </a:lnTo>
                <a:lnTo>
                  <a:pt x="210744" y="319857"/>
                </a:lnTo>
                <a:cubicBezTo>
                  <a:pt x="210744" y="319857"/>
                  <a:pt x="211076" y="313042"/>
                  <a:pt x="207061" y="311495"/>
                </a:cubicBezTo>
                <a:cubicBezTo>
                  <a:pt x="204070" y="310276"/>
                  <a:pt x="200747" y="310138"/>
                  <a:pt x="197667" y="311108"/>
                </a:cubicBezTo>
                <a:close/>
                <a:moveTo>
                  <a:pt x="221778" y="311071"/>
                </a:moveTo>
                <a:lnTo>
                  <a:pt x="221778" y="311127"/>
                </a:lnTo>
                <a:cubicBezTo>
                  <a:pt x="222496" y="311127"/>
                  <a:pt x="222607" y="311826"/>
                  <a:pt x="222496" y="312692"/>
                </a:cubicBezTo>
                <a:cubicBezTo>
                  <a:pt x="222386" y="313558"/>
                  <a:pt x="222423" y="317334"/>
                  <a:pt x="221760" y="317334"/>
                </a:cubicBezTo>
                <a:cubicBezTo>
                  <a:pt x="221097" y="317334"/>
                  <a:pt x="221318" y="314331"/>
                  <a:pt x="221318" y="312913"/>
                </a:cubicBezTo>
                <a:cubicBezTo>
                  <a:pt x="221318" y="311495"/>
                  <a:pt x="221318" y="311071"/>
                  <a:pt x="221778" y="311071"/>
                </a:cubicBezTo>
                <a:close/>
                <a:moveTo>
                  <a:pt x="190669" y="311071"/>
                </a:moveTo>
                <a:lnTo>
                  <a:pt x="190669" y="311127"/>
                </a:lnTo>
                <a:cubicBezTo>
                  <a:pt x="191388" y="311127"/>
                  <a:pt x="191498" y="311826"/>
                  <a:pt x="191388" y="312692"/>
                </a:cubicBezTo>
                <a:cubicBezTo>
                  <a:pt x="191277" y="313558"/>
                  <a:pt x="191314" y="317334"/>
                  <a:pt x="190651" y="317334"/>
                </a:cubicBezTo>
                <a:cubicBezTo>
                  <a:pt x="189988" y="317334"/>
                  <a:pt x="190209" y="314331"/>
                  <a:pt x="190209" y="312913"/>
                </a:cubicBezTo>
                <a:cubicBezTo>
                  <a:pt x="190209" y="311495"/>
                  <a:pt x="190209" y="311071"/>
                  <a:pt x="190669" y="311071"/>
                </a:cubicBezTo>
                <a:close/>
                <a:moveTo>
                  <a:pt x="153758" y="310887"/>
                </a:moveTo>
                <a:cubicBezTo>
                  <a:pt x="153758" y="310887"/>
                  <a:pt x="154532" y="310537"/>
                  <a:pt x="154753" y="311034"/>
                </a:cubicBezTo>
                <a:cubicBezTo>
                  <a:pt x="154915" y="313020"/>
                  <a:pt x="154957" y="315013"/>
                  <a:pt x="154882" y="317002"/>
                </a:cubicBezTo>
                <a:cubicBezTo>
                  <a:pt x="154882" y="317462"/>
                  <a:pt x="153979" y="317647"/>
                  <a:pt x="153758" y="317002"/>
                </a:cubicBezTo>
                <a:cubicBezTo>
                  <a:pt x="153648" y="314978"/>
                  <a:pt x="153648" y="312948"/>
                  <a:pt x="153758" y="310924"/>
                </a:cubicBezTo>
                <a:close/>
                <a:moveTo>
                  <a:pt x="216621" y="310795"/>
                </a:moveTo>
                <a:cubicBezTo>
                  <a:pt x="217081" y="310795"/>
                  <a:pt x="217302" y="311772"/>
                  <a:pt x="217302" y="312637"/>
                </a:cubicBezTo>
                <a:cubicBezTo>
                  <a:pt x="217302" y="313503"/>
                  <a:pt x="217266" y="317187"/>
                  <a:pt x="216713" y="317187"/>
                </a:cubicBezTo>
                <a:cubicBezTo>
                  <a:pt x="216160" y="317187"/>
                  <a:pt x="215847" y="314148"/>
                  <a:pt x="215847" y="312785"/>
                </a:cubicBezTo>
                <a:cubicBezTo>
                  <a:pt x="215847" y="311422"/>
                  <a:pt x="215847" y="310851"/>
                  <a:pt x="216621" y="310851"/>
                </a:cubicBezTo>
                <a:close/>
                <a:moveTo>
                  <a:pt x="185512" y="310795"/>
                </a:moveTo>
                <a:cubicBezTo>
                  <a:pt x="185972" y="310795"/>
                  <a:pt x="186193" y="311845"/>
                  <a:pt x="186193" y="312637"/>
                </a:cubicBezTo>
                <a:cubicBezTo>
                  <a:pt x="186193" y="313429"/>
                  <a:pt x="186175" y="317279"/>
                  <a:pt x="185622" y="317279"/>
                </a:cubicBezTo>
                <a:cubicBezTo>
                  <a:pt x="185070" y="317279"/>
                  <a:pt x="184738" y="314148"/>
                  <a:pt x="184738" y="312785"/>
                </a:cubicBezTo>
                <a:cubicBezTo>
                  <a:pt x="184738" y="311422"/>
                  <a:pt x="184738" y="310851"/>
                  <a:pt x="185512" y="310851"/>
                </a:cubicBezTo>
                <a:close/>
                <a:moveTo>
                  <a:pt x="461307" y="310541"/>
                </a:moveTo>
                <a:lnTo>
                  <a:pt x="461372" y="323319"/>
                </a:lnTo>
                <a:lnTo>
                  <a:pt x="472608" y="323319"/>
                </a:lnTo>
                <a:cubicBezTo>
                  <a:pt x="474576" y="323488"/>
                  <a:pt x="476531" y="322890"/>
                  <a:pt x="478067" y="321649"/>
                </a:cubicBezTo>
                <a:cubicBezTo>
                  <a:pt x="479341" y="320253"/>
                  <a:pt x="479990" y="318398"/>
                  <a:pt x="479865" y="316512"/>
                </a:cubicBezTo>
                <a:cubicBezTo>
                  <a:pt x="479983" y="314805"/>
                  <a:pt x="479294" y="313141"/>
                  <a:pt x="478002" y="312017"/>
                </a:cubicBezTo>
                <a:cubicBezTo>
                  <a:pt x="476369" y="310891"/>
                  <a:pt x="474393" y="310369"/>
                  <a:pt x="472416" y="310541"/>
                </a:cubicBezTo>
                <a:close/>
                <a:moveTo>
                  <a:pt x="159173" y="310464"/>
                </a:moveTo>
                <a:cubicBezTo>
                  <a:pt x="159854" y="310390"/>
                  <a:pt x="159689" y="312140"/>
                  <a:pt x="159689" y="312637"/>
                </a:cubicBezTo>
                <a:cubicBezTo>
                  <a:pt x="159689" y="313134"/>
                  <a:pt x="159725" y="316965"/>
                  <a:pt x="159173" y="316965"/>
                </a:cubicBezTo>
                <a:cubicBezTo>
                  <a:pt x="158620" y="316965"/>
                  <a:pt x="158620" y="313705"/>
                  <a:pt x="158620" y="312637"/>
                </a:cubicBezTo>
                <a:cubicBezTo>
                  <a:pt x="158620" y="311569"/>
                  <a:pt x="158510" y="310464"/>
                  <a:pt x="159173" y="310464"/>
                </a:cubicBezTo>
                <a:close/>
                <a:moveTo>
                  <a:pt x="156153" y="310040"/>
                </a:moveTo>
                <a:lnTo>
                  <a:pt x="156157" y="310164"/>
                </a:lnTo>
                <a:lnTo>
                  <a:pt x="156153" y="310169"/>
                </a:lnTo>
                <a:close/>
                <a:moveTo>
                  <a:pt x="156455" y="309799"/>
                </a:moveTo>
                <a:cubicBezTo>
                  <a:pt x="156793" y="309593"/>
                  <a:pt x="157235" y="309701"/>
                  <a:pt x="157442" y="310040"/>
                </a:cubicBezTo>
                <a:cubicBezTo>
                  <a:pt x="157663" y="310335"/>
                  <a:pt x="157663" y="316984"/>
                  <a:pt x="157663" y="317408"/>
                </a:cubicBezTo>
                <a:cubicBezTo>
                  <a:pt x="157663" y="317831"/>
                  <a:pt x="156613" y="317758"/>
                  <a:pt x="156392" y="317408"/>
                </a:cubicBezTo>
                <a:lnTo>
                  <a:pt x="156157" y="310164"/>
                </a:lnTo>
                <a:close/>
                <a:moveTo>
                  <a:pt x="219420" y="309524"/>
                </a:moveTo>
                <a:cubicBezTo>
                  <a:pt x="220360" y="309524"/>
                  <a:pt x="220083" y="310869"/>
                  <a:pt x="220083" y="312287"/>
                </a:cubicBezTo>
                <a:cubicBezTo>
                  <a:pt x="220083" y="313705"/>
                  <a:pt x="220323" y="317647"/>
                  <a:pt x="219310" y="317647"/>
                </a:cubicBezTo>
                <a:cubicBezTo>
                  <a:pt x="218297" y="317647"/>
                  <a:pt x="218518" y="313503"/>
                  <a:pt x="218518" y="312213"/>
                </a:cubicBezTo>
                <a:cubicBezTo>
                  <a:pt x="218518" y="310924"/>
                  <a:pt x="218297" y="309524"/>
                  <a:pt x="219420" y="309524"/>
                </a:cubicBezTo>
                <a:close/>
                <a:moveTo>
                  <a:pt x="188311" y="309524"/>
                </a:moveTo>
                <a:cubicBezTo>
                  <a:pt x="189269" y="309524"/>
                  <a:pt x="188974" y="310869"/>
                  <a:pt x="188974" y="312287"/>
                </a:cubicBezTo>
                <a:cubicBezTo>
                  <a:pt x="188974" y="313705"/>
                  <a:pt x="189214" y="317647"/>
                  <a:pt x="188201" y="317647"/>
                </a:cubicBezTo>
                <a:cubicBezTo>
                  <a:pt x="187188" y="317647"/>
                  <a:pt x="187409" y="313503"/>
                  <a:pt x="187409" y="312213"/>
                </a:cubicBezTo>
                <a:cubicBezTo>
                  <a:pt x="187409" y="310924"/>
                  <a:pt x="187188" y="309524"/>
                  <a:pt x="188311" y="309524"/>
                </a:cubicBezTo>
                <a:close/>
                <a:moveTo>
                  <a:pt x="138600" y="308953"/>
                </a:moveTo>
                <a:lnTo>
                  <a:pt x="138711" y="309055"/>
                </a:lnTo>
                <a:lnTo>
                  <a:pt x="138544" y="309027"/>
                </a:lnTo>
                <a:close/>
                <a:moveTo>
                  <a:pt x="275063" y="307958"/>
                </a:moveTo>
                <a:lnTo>
                  <a:pt x="264730" y="314663"/>
                </a:lnTo>
                <a:lnTo>
                  <a:pt x="274639" y="329913"/>
                </a:lnTo>
                <a:lnTo>
                  <a:pt x="285248" y="322951"/>
                </a:lnTo>
                <a:lnTo>
                  <a:pt x="284364" y="321588"/>
                </a:lnTo>
                <a:lnTo>
                  <a:pt x="283498" y="320244"/>
                </a:lnTo>
                <a:lnTo>
                  <a:pt x="275781" y="325253"/>
                </a:lnTo>
                <a:lnTo>
                  <a:pt x="273184" y="321293"/>
                </a:lnTo>
                <a:lnTo>
                  <a:pt x="280109" y="316873"/>
                </a:lnTo>
                <a:lnTo>
                  <a:pt x="279262" y="315547"/>
                </a:lnTo>
                <a:lnTo>
                  <a:pt x="278415" y="314239"/>
                </a:lnTo>
                <a:lnTo>
                  <a:pt x="271545" y="318696"/>
                </a:lnTo>
                <a:lnTo>
                  <a:pt x="269445" y="315455"/>
                </a:lnTo>
                <a:lnTo>
                  <a:pt x="276812" y="310666"/>
                </a:lnTo>
                <a:lnTo>
                  <a:pt x="275947" y="309303"/>
                </a:lnTo>
                <a:close/>
                <a:moveTo>
                  <a:pt x="94616" y="306117"/>
                </a:moveTo>
                <a:cubicBezTo>
                  <a:pt x="93032" y="306279"/>
                  <a:pt x="91607" y="307144"/>
                  <a:pt x="90730" y="308474"/>
                </a:cubicBezTo>
                <a:cubicBezTo>
                  <a:pt x="89870" y="309458"/>
                  <a:pt x="89511" y="310782"/>
                  <a:pt x="89754" y="312066"/>
                </a:cubicBezTo>
                <a:cubicBezTo>
                  <a:pt x="90445" y="313865"/>
                  <a:pt x="91491" y="315506"/>
                  <a:pt x="92830" y="316891"/>
                </a:cubicBezTo>
                <a:cubicBezTo>
                  <a:pt x="93531" y="317610"/>
                  <a:pt x="94106" y="318446"/>
                  <a:pt x="94524" y="319359"/>
                </a:cubicBezTo>
                <a:cubicBezTo>
                  <a:pt x="94703" y="319921"/>
                  <a:pt x="94578" y="320535"/>
                  <a:pt x="94193" y="320980"/>
                </a:cubicBezTo>
                <a:cubicBezTo>
                  <a:pt x="93806" y="321533"/>
                  <a:pt x="93148" y="321829"/>
                  <a:pt x="92480" y="321754"/>
                </a:cubicBezTo>
                <a:cubicBezTo>
                  <a:pt x="91574" y="321632"/>
                  <a:pt x="90719" y="321264"/>
                  <a:pt x="90012" y="320686"/>
                </a:cubicBezTo>
                <a:cubicBezTo>
                  <a:pt x="89240" y="320199"/>
                  <a:pt x="88675" y="319446"/>
                  <a:pt x="88428" y="318567"/>
                </a:cubicBezTo>
                <a:cubicBezTo>
                  <a:pt x="88242" y="317739"/>
                  <a:pt x="88431" y="316869"/>
                  <a:pt x="88943" y="316191"/>
                </a:cubicBezTo>
                <a:lnTo>
                  <a:pt x="86217" y="314221"/>
                </a:lnTo>
                <a:cubicBezTo>
                  <a:pt x="85193" y="315591"/>
                  <a:pt x="84786" y="317326"/>
                  <a:pt x="85094" y="319009"/>
                </a:cubicBezTo>
                <a:cubicBezTo>
                  <a:pt x="85560" y="320748"/>
                  <a:pt x="86658" y="322251"/>
                  <a:pt x="88170" y="323227"/>
                </a:cubicBezTo>
                <a:cubicBezTo>
                  <a:pt x="89573" y="324356"/>
                  <a:pt x="91323" y="324968"/>
                  <a:pt x="93124" y="324959"/>
                </a:cubicBezTo>
                <a:cubicBezTo>
                  <a:pt x="94695" y="324872"/>
                  <a:pt x="96134" y="324054"/>
                  <a:pt x="97011" y="322748"/>
                </a:cubicBezTo>
                <a:cubicBezTo>
                  <a:pt x="97893" y="321734"/>
                  <a:pt x="98318" y="320402"/>
                  <a:pt x="98189" y="319065"/>
                </a:cubicBezTo>
                <a:cubicBezTo>
                  <a:pt x="97648" y="317357"/>
                  <a:pt x="96709" y="315803"/>
                  <a:pt x="95445" y="314534"/>
                </a:cubicBezTo>
                <a:cubicBezTo>
                  <a:pt x="94655" y="313685"/>
                  <a:pt x="93970" y="312745"/>
                  <a:pt x="93401" y="311734"/>
                </a:cubicBezTo>
                <a:cubicBezTo>
                  <a:pt x="93135" y="311266"/>
                  <a:pt x="93180" y="310684"/>
                  <a:pt x="93511" y="310261"/>
                </a:cubicBezTo>
                <a:cubicBezTo>
                  <a:pt x="93880" y="309699"/>
                  <a:pt x="94482" y="309334"/>
                  <a:pt x="95150" y="309266"/>
                </a:cubicBezTo>
                <a:cubicBezTo>
                  <a:pt x="95900" y="309244"/>
                  <a:pt x="96633" y="309493"/>
                  <a:pt x="97213" y="309966"/>
                </a:cubicBezTo>
                <a:cubicBezTo>
                  <a:pt x="97959" y="310458"/>
                  <a:pt x="98514" y="311193"/>
                  <a:pt x="98779" y="312047"/>
                </a:cubicBezTo>
                <a:cubicBezTo>
                  <a:pt x="99004" y="312823"/>
                  <a:pt x="98877" y="313659"/>
                  <a:pt x="98429" y="314331"/>
                </a:cubicBezTo>
                <a:lnTo>
                  <a:pt x="101173" y="316339"/>
                </a:lnTo>
                <a:lnTo>
                  <a:pt x="101173" y="316302"/>
                </a:lnTo>
                <a:cubicBezTo>
                  <a:pt x="102100" y="314945"/>
                  <a:pt x="102452" y="313276"/>
                  <a:pt x="102150" y="311661"/>
                </a:cubicBezTo>
                <a:cubicBezTo>
                  <a:pt x="101768" y="310025"/>
                  <a:pt x="100781" y="308598"/>
                  <a:pt x="99387" y="307664"/>
                </a:cubicBezTo>
                <a:cubicBezTo>
                  <a:pt x="98044" y="306571"/>
                  <a:pt x="96344" y="306021"/>
                  <a:pt x="94616" y="306117"/>
                </a:cubicBezTo>
                <a:close/>
                <a:moveTo>
                  <a:pt x="289079" y="297939"/>
                </a:moveTo>
                <a:cubicBezTo>
                  <a:pt x="287270" y="297904"/>
                  <a:pt x="285517" y="298563"/>
                  <a:pt x="284180" y="299781"/>
                </a:cubicBezTo>
                <a:cubicBezTo>
                  <a:pt x="282480" y="301103"/>
                  <a:pt x="281509" y="303153"/>
                  <a:pt x="281564" y="305306"/>
                </a:cubicBezTo>
                <a:cubicBezTo>
                  <a:pt x="281743" y="307829"/>
                  <a:pt x="282784" y="310217"/>
                  <a:pt x="284511" y="312066"/>
                </a:cubicBezTo>
                <a:cubicBezTo>
                  <a:pt x="286007" y="314051"/>
                  <a:pt x="288151" y="315453"/>
                  <a:pt x="290571" y="316026"/>
                </a:cubicBezTo>
                <a:cubicBezTo>
                  <a:pt x="294653" y="316654"/>
                  <a:pt x="298474" y="313862"/>
                  <a:pt x="299117" y="309782"/>
                </a:cubicBezTo>
                <a:lnTo>
                  <a:pt x="299080" y="309745"/>
                </a:lnTo>
                <a:cubicBezTo>
                  <a:pt x="299209" y="307887"/>
                  <a:pt x="298668" y="306043"/>
                  <a:pt x="297552" y="304551"/>
                </a:cubicBezTo>
                <a:lnTo>
                  <a:pt x="294863" y="306798"/>
                </a:lnTo>
                <a:cubicBezTo>
                  <a:pt x="295450" y="307594"/>
                  <a:pt x="295732" y="308574"/>
                  <a:pt x="295655" y="309561"/>
                </a:cubicBezTo>
                <a:cubicBezTo>
                  <a:pt x="295629" y="309769"/>
                  <a:pt x="295584" y="309975"/>
                  <a:pt x="295522" y="310176"/>
                </a:cubicBezTo>
                <a:cubicBezTo>
                  <a:pt x="294927" y="312121"/>
                  <a:pt x="292866" y="313215"/>
                  <a:pt x="290921" y="312618"/>
                </a:cubicBezTo>
                <a:cubicBezTo>
                  <a:pt x="289447" y="312060"/>
                  <a:pt x="288169" y="311088"/>
                  <a:pt x="287237" y="309819"/>
                </a:cubicBezTo>
                <a:cubicBezTo>
                  <a:pt x="286114" y="308629"/>
                  <a:pt x="285359" y="307137"/>
                  <a:pt x="285064" y="305527"/>
                </a:cubicBezTo>
                <a:cubicBezTo>
                  <a:pt x="284874" y="304295"/>
                  <a:pt x="285351" y="303055"/>
                  <a:pt x="286316" y="302267"/>
                </a:cubicBezTo>
                <a:cubicBezTo>
                  <a:pt x="287002" y="301644"/>
                  <a:pt x="287895" y="301302"/>
                  <a:pt x="288821" y="301309"/>
                </a:cubicBezTo>
                <a:cubicBezTo>
                  <a:pt x="289722" y="301330"/>
                  <a:pt x="290582" y="301700"/>
                  <a:pt x="291216" y="302341"/>
                </a:cubicBezTo>
                <a:lnTo>
                  <a:pt x="293905" y="300094"/>
                </a:lnTo>
                <a:cubicBezTo>
                  <a:pt x="292628" y="298790"/>
                  <a:pt x="290903" y="298020"/>
                  <a:pt x="289079" y="297939"/>
                </a:cubicBezTo>
                <a:close/>
                <a:moveTo>
                  <a:pt x="193240" y="297476"/>
                </a:moveTo>
                <a:lnTo>
                  <a:pt x="193277" y="297476"/>
                </a:lnTo>
                <a:lnTo>
                  <a:pt x="193277" y="302394"/>
                </a:lnTo>
                <a:lnTo>
                  <a:pt x="189096" y="302394"/>
                </a:lnTo>
                <a:close/>
                <a:moveTo>
                  <a:pt x="203083" y="296373"/>
                </a:moveTo>
                <a:cubicBezTo>
                  <a:pt x="205036" y="296373"/>
                  <a:pt x="205809" y="297994"/>
                  <a:pt x="205809" y="300720"/>
                </a:cubicBezTo>
                <a:cubicBezTo>
                  <a:pt x="205809" y="303446"/>
                  <a:pt x="204962" y="305067"/>
                  <a:pt x="203083" y="305067"/>
                </a:cubicBezTo>
                <a:cubicBezTo>
                  <a:pt x="201205" y="305067"/>
                  <a:pt x="200357" y="303428"/>
                  <a:pt x="200357" y="300720"/>
                </a:cubicBezTo>
                <a:cubicBezTo>
                  <a:pt x="200357" y="298013"/>
                  <a:pt x="201241" y="296373"/>
                  <a:pt x="203083" y="296373"/>
                </a:cubicBezTo>
                <a:close/>
                <a:moveTo>
                  <a:pt x="180410" y="296373"/>
                </a:moveTo>
                <a:cubicBezTo>
                  <a:pt x="182289" y="296373"/>
                  <a:pt x="183044" y="297460"/>
                  <a:pt x="183044" y="298694"/>
                </a:cubicBezTo>
                <a:cubicBezTo>
                  <a:pt x="183057" y="298836"/>
                  <a:pt x="183055" y="298978"/>
                  <a:pt x="183040" y="299120"/>
                </a:cubicBezTo>
                <a:cubicBezTo>
                  <a:pt x="182915" y="300374"/>
                  <a:pt x="181793" y="301289"/>
                  <a:pt x="180539" y="301162"/>
                </a:cubicBezTo>
                <a:cubicBezTo>
                  <a:pt x="179452" y="301162"/>
                  <a:pt x="177905" y="300904"/>
                  <a:pt x="177905" y="298805"/>
                </a:cubicBezTo>
                <a:cubicBezTo>
                  <a:pt x="177902" y="298716"/>
                  <a:pt x="177903" y="298628"/>
                  <a:pt x="177909" y="298539"/>
                </a:cubicBezTo>
                <a:cubicBezTo>
                  <a:pt x="178003" y="297250"/>
                  <a:pt x="179121" y="296281"/>
                  <a:pt x="180410" y="296373"/>
                </a:cubicBezTo>
                <a:close/>
                <a:moveTo>
                  <a:pt x="179898" y="295253"/>
                </a:moveTo>
                <a:cubicBezTo>
                  <a:pt x="177862" y="295272"/>
                  <a:pt x="176229" y="296935"/>
                  <a:pt x="176247" y="298970"/>
                </a:cubicBezTo>
                <a:cubicBezTo>
                  <a:pt x="176251" y="299053"/>
                  <a:pt x="176256" y="299136"/>
                  <a:pt x="176265" y="299217"/>
                </a:cubicBezTo>
                <a:cubicBezTo>
                  <a:pt x="176492" y="301239"/>
                  <a:pt x="178314" y="302696"/>
                  <a:pt x="180336" y="302470"/>
                </a:cubicBezTo>
                <a:cubicBezTo>
                  <a:pt x="181482" y="302553"/>
                  <a:pt x="182596" y="302072"/>
                  <a:pt x="183320" y="301181"/>
                </a:cubicBezTo>
                <a:cubicBezTo>
                  <a:pt x="182915" y="303999"/>
                  <a:pt x="182030" y="305233"/>
                  <a:pt x="180189" y="305233"/>
                </a:cubicBezTo>
                <a:cubicBezTo>
                  <a:pt x="180061" y="305257"/>
                  <a:pt x="179933" y="305268"/>
                  <a:pt x="179805" y="305266"/>
                </a:cubicBezTo>
                <a:cubicBezTo>
                  <a:pt x="178787" y="305247"/>
                  <a:pt x="177978" y="304407"/>
                  <a:pt x="177997" y="303391"/>
                </a:cubicBezTo>
                <a:lnTo>
                  <a:pt x="176358" y="303391"/>
                </a:lnTo>
                <a:cubicBezTo>
                  <a:pt x="176358" y="304459"/>
                  <a:pt x="177186" y="306301"/>
                  <a:pt x="180225" y="306301"/>
                </a:cubicBezTo>
                <a:lnTo>
                  <a:pt x="180225" y="306356"/>
                </a:lnTo>
                <a:cubicBezTo>
                  <a:pt x="184775" y="306356"/>
                  <a:pt x="184959" y="301346"/>
                  <a:pt x="184996" y="300315"/>
                </a:cubicBezTo>
                <a:cubicBezTo>
                  <a:pt x="184996" y="298565"/>
                  <a:pt x="184572" y="295287"/>
                  <a:pt x="180428" y="295287"/>
                </a:cubicBezTo>
                <a:cubicBezTo>
                  <a:pt x="180251" y="295263"/>
                  <a:pt x="180074" y="295252"/>
                  <a:pt x="179898" y="295253"/>
                </a:cubicBezTo>
                <a:close/>
                <a:moveTo>
                  <a:pt x="203083" y="295231"/>
                </a:moveTo>
                <a:cubicBezTo>
                  <a:pt x="199344" y="295231"/>
                  <a:pt x="198626" y="298547"/>
                  <a:pt x="198626" y="300757"/>
                </a:cubicBezTo>
                <a:cubicBezTo>
                  <a:pt x="198626" y="302967"/>
                  <a:pt x="199399" y="306283"/>
                  <a:pt x="203083" y="306283"/>
                </a:cubicBezTo>
                <a:lnTo>
                  <a:pt x="203083" y="306356"/>
                </a:lnTo>
                <a:cubicBezTo>
                  <a:pt x="206877" y="306356"/>
                  <a:pt x="207540" y="302967"/>
                  <a:pt x="207540" y="300757"/>
                </a:cubicBezTo>
                <a:cubicBezTo>
                  <a:pt x="207540" y="298547"/>
                  <a:pt x="206822" y="295231"/>
                  <a:pt x="203083" y="295231"/>
                </a:cubicBezTo>
                <a:close/>
                <a:moveTo>
                  <a:pt x="193155" y="295158"/>
                </a:moveTo>
                <a:lnTo>
                  <a:pt x="187206" y="302028"/>
                </a:lnTo>
                <a:lnTo>
                  <a:pt x="187206" y="303354"/>
                </a:lnTo>
                <a:lnTo>
                  <a:pt x="192879" y="303354"/>
                </a:lnTo>
                <a:lnTo>
                  <a:pt x="192879" y="306006"/>
                </a:lnTo>
                <a:lnTo>
                  <a:pt x="194518" y="306006"/>
                </a:lnTo>
                <a:lnTo>
                  <a:pt x="194518" y="303354"/>
                </a:lnTo>
                <a:lnTo>
                  <a:pt x="196360" y="303354"/>
                </a:lnTo>
                <a:lnTo>
                  <a:pt x="196360" y="302194"/>
                </a:lnTo>
                <a:lnTo>
                  <a:pt x="194518" y="302194"/>
                </a:lnTo>
                <a:lnTo>
                  <a:pt x="194518" y="295158"/>
                </a:lnTo>
                <a:close/>
                <a:moveTo>
                  <a:pt x="169561" y="295084"/>
                </a:moveTo>
                <a:cubicBezTo>
                  <a:pt x="169045" y="296852"/>
                  <a:pt x="168161" y="297036"/>
                  <a:pt x="166062" y="297147"/>
                </a:cubicBezTo>
                <a:lnTo>
                  <a:pt x="166062" y="298307"/>
                </a:lnTo>
                <a:lnTo>
                  <a:pt x="169101" y="298307"/>
                </a:lnTo>
                <a:lnTo>
                  <a:pt x="169101" y="306006"/>
                </a:lnTo>
                <a:lnTo>
                  <a:pt x="170832" y="306006"/>
                </a:lnTo>
                <a:lnTo>
                  <a:pt x="170832" y="295084"/>
                </a:lnTo>
                <a:close/>
                <a:moveTo>
                  <a:pt x="1444150" y="292495"/>
                </a:moveTo>
                <a:cubicBezTo>
                  <a:pt x="1443240" y="293160"/>
                  <a:pt x="1442438" y="293963"/>
                  <a:pt x="1441772" y="294872"/>
                </a:cubicBezTo>
                <a:cubicBezTo>
                  <a:pt x="1439401" y="298717"/>
                  <a:pt x="1438301" y="303210"/>
                  <a:pt x="1438626" y="307715"/>
                </a:cubicBezTo>
                <a:cubicBezTo>
                  <a:pt x="1438371" y="312011"/>
                  <a:pt x="1439472" y="316278"/>
                  <a:pt x="1441772" y="319916"/>
                </a:cubicBezTo>
                <a:cubicBezTo>
                  <a:pt x="1445414" y="324809"/>
                  <a:pt x="1452332" y="325825"/>
                  <a:pt x="1457226" y="322184"/>
                </a:cubicBezTo>
                <a:cubicBezTo>
                  <a:pt x="1458089" y="321542"/>
                  <a:pt x="1458853" y="320778"/>
                  <a:pt x="1459495" y="319916"/>
                </a:cubicBezTo>
                <a:cubicBezTo>
                  <a:pt x="1461796" y="316278"/>
                  <a:pt x="1462896" y="312010"/>
                  <a:pt x="1462642" y="307715"/>
                </a:cubicBezTo>
                <a:cubicBezTo>
                  <a:pt x="1462967" y="303210"/>
                  <a:pt x="1461866" y="298717"/>
                  <a:pt x="1459495" y="294872"/>
                </a:cubicBezTo>
                <a:cubicBezTo>
                  <a:pt x="1455914" y="289978"/>
                  <a:pt x="1449044" y="288914"/>
                  <a:pt x="1444150" y="292495"/>
                </a:cubicBezTo>
                <a:close/>
                <a:moveTo>
                  <a:pt x="1109280" y="292495"/>
                </a:moveTo>
                <a:cubicBezTo>
                  <a:pt x="1108370" y="293160"/>
                  <a:pt x="1107568" y="293963"/>
                  <a:pt x="1106902" y="294872"/>
                </a:cubicBezTo>
                <a:cubicBezTo>
                  <a:pt x="1104531" y="298717"/>
                  <a:pt x="1103431" y="303210"/>
                  <a:pt x="1103756" y="307715"/>
                </a:cubicBezTo>
                <a:cubicBezTo>
                  <a:pt x="1103501" y="312011"/>
                  <a:pt x="1104602" y="316278"/>
                  <a:pt x="1106902" y="319916"/>
                </a:cubicBezTo>
                <a:cubicBezTo>
                  <a:pt x="1110544" y="324809"/>
                  <a:pt x="1117462" y="325825"/>
                  <a:pt x="1122356" y="322184"/>
                </a:cubicBezTo>
                <a:cubicBezTo>
                  <a:pt x="1123219" y="321542"/>
                  <a:pt x="1123983" y="320778"/>
                  <a:pt x="1124625" y="319916"/>
                </a:cubicBezTo>
                <a:cubicBezTo>
                  <a:pt x="1126926" y="316278"/>
                  <a:pt x="1128026" y="312010"/>
                  <a:pt x="1127772" y="307715"/>
                </a:cubicBezTo>
                <a:cubicBezTo>
                  <a:pt x="1128097" y="303210"/>
                  <a:pt x="1126996" y="298717"/>
                  <a:pt x="1124625" y="294872"/>
                </a:cubicBezTo>
                <a:cubicBezTo>
                  <a:pt x="1121044" y="289978"/>
                  <a:pt x="1114174" y="288914"/>
                  <a:pt x="1109280" y="292495"/>
                </a:cubicBezTo>
                <a:close/>
                <a:moveTo>
                  <a:pt x="1534788" y="292463"/>
                </a:moveTo>
                <a:cubicBezTo>
                  <a:pt x="1533863" y="293135"/>
                  <a:pt x="1533050" y="293948"/>
                  <a:pt x="1532378" y="294872"/>
                </a:cubicBezTo>
                <a:cubicBezTo>
                  <a:pt x="1529984" y="298709"/>
                  <a:pt x="1528861" y="303203"/>
                  <a:pt x="1529167" y="307715"/>
                </a:cubicBezTo>
                <a:cubicBezTo>
                  <a:pt x="1528942" y="312008"/>
                  <a:pt x="1530040" y="316266"/>
                  <a:pt x="1532314" y="319916"/>
                </a:cubicBezTo>
                <a:cubicBezTo>
                  <a:pt x="1535954" y="324809"/>
                  <a:pt x="1542873" y="325825"/>
                  <a:pt x="1547767" y="322185"/>
                </a:cubicBezTo>
                <a:cubicBezTo>
                  <a:pt x="1548630" y="321542"/>
                  <a:pt x="1549394" y="320778"/>
                  <a:pt x="1550036" y="319916"/>
                </a:cubicBezTo>
                <a:lnTo>
                  <a:pt x="1550036" y="319916"/>
                </a:lnTo>
                <a:cubicBezTo>
                  <a:pt x="1552359" y="316286"/>
                  <a:pt x="1553483" y="312018"/>
                  <a:pt x="1553247" y="307715"/>
                </a:cubicBezTo>
                <a:cubicBezTo>
                  <a:pt x="1553554" y="303203"/>
                  <a:pt x="1552430" y="298709"/>
                  <a:pt x="1550036" y="294872"/>
                </a:cubicBezTo>
                <a:cubicBezTo>
                  <a:pt x="1546491" y="289996"/>
                  <a:pt x="1539664" y="288917"/>
                  <a:pt x="1534788" y="292463"/>
                </a:cubicBezTo>
                <a:close/>
                <a:moveTo>
                  <a:pt x="79955" y="291934"/>
                </a:moveTo>
                <a:lnTo>
                  <a:pt x="67541" y="305232"/>
                </a:lnTo>
                <a:lnTo>
                  <a:pt x="68738" y="306356"/>
                </a:lnTo>
                <a:lnTo>
                  <a:pt x="69935" y="307535"/>
                </a:lnTo>
                <a:lnTo>
                  <a:pt x="78868" y="297939"/>
                </a:lnTo>
                <a:lnTo>
                  <a:pt x="74982" y="312250"/>
                </a:lnTo>
                <a:lnTo>
                  <a:pt x="76253" y="313429"/>
                </a:lnTo>
                <a:lnTo>
                  <a:pt x="77524" y="314552"/>
                </a:lnTo>
                <a:lnTo>
                  <a:pt x="89920" y="301236"/>
                </a:lnTo>
                <a:lnTo>
                  <a:pt x="88722" y="300130"/>
                </a:lnTo>
                <a:lnTo>
                  <a:pt x="87544" y="299025"/>
                </a:lnTo>
                <a:lnTo>
                  <a:pt x="78832" y="308364"/>
                </a:lnTo>
                <a:lnTo>
                  <a:pt x="82626" y="294439"/>
                </a:lnTo>
                <a:lnTo>
                  <a:pt x="81281" y="293187"/>
                </a:lnTo>
                <a:close/>
                <a:moveTo>
                  <a:pt x="461307" y="291854"/>
                </a:moveTo>
                <a:lnTo>
                  <a:pt x="461372" y="302449"/>
                </a:lnTo>
                <a:lnTo>
                  <a:pt x="471967" y="302449"/>
                </a:lnTo>
                <a:cubicBezTo>
                  <a:pt x="473808" y="302567"/>
                  <a:pt x="475638" y="302070"/>
                  <a:pt x="477168" y="301037"/>
                </a:cubicBezTo>
                <a:cubicBezTo>
                  <a:pt x="478341" y="299925"/>
                  <a:pt x="478953" y="298347"/>
                  <a:pt x="478837" y="296735"/>
                </a:cubicBezTo>
                <a:cubicBezTo>
                  <a:pt x="478928" y="295282"/>
                  <a:pt x="478244" y="293890"/>
                  <a:pt x="477040" y="293075"/>
                </a:cubicBezTo>
                <a:cubicBezTo>
                  <a:pt x="475379" y="292140"/>
                  <a:pt x="473481" y="291716"/>
                  <a:pt x="471581" y="291854"/>
                </a:cubicBezTo>
                <a:close/>
                <a:moveTo>
                  <a:pt x="74080" y="285525"/>
                </a:moveTo>
                <a:lnTo>
                  <a:pt x="60560" y="297699"/>
                </a:lnTo>
                <a:lnTo>
                  <a:pt x="61739" y="298989"/>
                </a:lnTo>
                <a:lnTo>
                  <a:pt x="62900" y="300296"/>
                </a:lnTo>
                <a:lnTo>
                  <a:pt x="76419" y="288122"/>
                </a:lnTo>
                <a:lnTo>
                  <a:pt x="75258" y="286814"/>
                </a:lnTo>
                <a:close/>
                <a:moveTo>
                  <a:pt x="1619246" y="283662"/>
                </a:moveTo>
                <a:lnTo>
                  <a:pt x="1624704" y="283662"/>
                </a:lnTo>
                <a:lnTo>
                  <a:pt x="1630227" y="283662"/>
                </a:lnTo>
                <a:lnTo>
                  <a:pt x="1639440" y="304457"/>
                </a:lnTo>
                <a:lnTo>
                  <a:pt x="1639409" y="304531"/>
                </a:lnTo>
                <a:lnTo>
                  <a:pt x="1639473" y="304531"/>
                </a:lnTo>
                <a:lnTo>
                  <a:pt x="1639440" y="304457"/>
                </a:lnTo>
                <a:lnTo>
                  <a:pt x="1648077" y="283662"/>
                </a:lnTo>
                <a:lnTo>
                  <a:pt x="1653343" y="283662"/>
                </a:lnTo>
                <a:lnTo>
                  <a:pt x="1658544" y="283662"/>
                </a:lnTo>
                <a:lnTo>
                  <a:pt x="1643904" y="313521"/>
                </a:lnTo>
                <a:lnTo>
                  <a:pt x="1643904" y="331822"/>
                </a:lnTo>
                <a:lnTo>
                  <a:pt x="1639344" y="331822"/>
                </a:lnTo>
                <a:lnTo>
                  <a:pt x="1634657" y="331822"/>
                </a:lnTo>
                <a:lnTo>
                  <a:pt x="1634657" y="313714"/>
                </a:lnTo>
                <a:close/>
                <a:moveTo>
                  <a:pt x="1482024" y="283662"/>
                </a:moveTo>
                <a:lnTo>
                  <a:pt x="1486647" y="283662"/>
                </a:lnTo>
                <a:lnTo>
                  <a:pt x="1491271" y="283662"/>
                </a:lnTo>
                <a:lnTo>
                  <a:pt x="1491271" y="323217"/>
                </a:lnTo>
                <a:lnTo>
                  <a:pt x="1513232" y="323217"/>
                </a:lnTo>
                <a:lnTo>
                  <a:pt x="1513232" y="327519"/>
                </a:lnTo>
                <a:lnTo>
                  <a:pt x="1513232" y="331757"/>
                </a:lnTo>
                <a:lnTo>
                  <a:pt x="1482024" y="331757"/>
                </a:lnTo>
                <a:close/>
                <a:moveTo>
                  <a:pt x="1384163" y="283662"/>
                </a:moveTo>
                <a:lnTo>
                  <a:pt x="1388979" y="283662"/>
                </a:lnTo>
                <a:lnTo>
                  <a:pt x="1393795" y="283662"/>
                </a:lnTo>
                <a:lnTo>
                  <a:pt x="1411582" y="317438"/>
                </a:lnTo>
                <a:lnTo>
                  <a:pt x="1411582" y="283662"/>
                </a:lnTo>
                <a:lnTo>
                  <a:pt x="1415884" y="283662"/>
                </a:lnTo>
                <a:lnTo>
                  <a:pt x="1420250" y="283662"/>
                </a:lnTo>
                <a:lnTo>
                  <a:pt x="1420250" y="331757"/>
                </a:lnTo>
                <a:lnTo>
                  <a:pt x="1415627" y="331757"/>
                </a:lnTo>
                <a:lnTo>
                  <a:pt x="1411004" y="331757"/>
                </a:lnTo>
                <a:lnTo>
                  <a:pt x="1392767" y="297082"/>
                </a:lnTo>
                <a:lnTo>
                  <a:pt x="1392767" y="331757"/>
                </a:lnTo>
                <a:lnTo>
                  <a:pt x="1388466" y="331757"/>
                </a:lnTo>
                <a:lnTo>
                  <a:pt x="1384163" y="331757"/>
                </a:lnTo>
                <a:close/>
                <a:moveTo>
                  <a:pt x="1337287" y="283662"/>
                </a:moveTo>
                <a:lnTo>
                  <a:pt x="1341846" y="283662"/>
                </a:lnTo>
                <a:lnTo>
                  <a:pt x="1346470" y="283662"/>
                </a:lnTo>
                <a:lnTo>
                  <a:pt x="1346470" y="301706"/>
                </a:lnTo>
                <a:lnTo>
                  <a:pt x="1363807" y="301706"/>
                </a:lnTo>
                <a:lnTo>
                  <a:pt x="1363807" y="283662"/>
                </a:lnTo>
                <a:lnTo>
                  <a:pt x="1368430" y="283662"/>
                </a:lnTo>
                <a:lnTo>
                  <a:pt x="1373053" y="283662"/>
                </a:lnTo>
                <a:lnTo>
                  <a:pt x="1373053" y="331757"/>
                </a:lnTo>
                <a:lnTo>
                  <a:pt x="1368430" y="331757"/>
                </a:lnTo>
                <a:lnTo>
                  <a:pt x="1363807" y="331757"/>
                </a:lnTo>
                <a:lnTo>
                  <a:pt x="1363807" y="309990"/>
                </a:lnTo>
                <a:lnTo>
                  <a:pt x="1346470" y="309990"/>
                </a:lnTo>
                <a:lnTo>
                  <a:pt x="1346470" y="331757"/>
                </a:lnTo>
                <a:lnTo>
                  <a:pt x="1341910" y="331757"/>
                </a:lnTo>
                <a:lnTo>
                  <a:pt x="1337287" y="331757"/>
                </a:lnTo>
                <a:close/>
                <a:moveTo>
                  <a:pt x="1247005" y="283662"/>
                </a:moveTo>
                <a:lnTo>
                  <a:pt x="1279561" y="283662"/>
                </a:lnTo>
                <a:lnTo>
                  <a:pt x="1279561" y="287900"/>
                </a:lnTo>
                <a:lnTo>
                  <a:pt x="1279561" y="292202"/>
                </a:lnTo>
                <a:lnTo>
                  <a:pt x="1256252" y="292202"/>
                </a:lnTo>
                <a:lnTo>
                  <a:pt x="1256252" y="302412"/>
                </a:lnTo>
                <a:lnTo>
                  <a:pt x="1277892" y="302412"/>
                </a:lnTo>
                <a:lnTo>
                  <a:pt x="1277892" y="306522"/>
                </a:lnTo>
                <a:lnTo>
                  <a:pt x="1277892" y="310695"/>
                </a:lnTo>
                <a:lnTo>
                  <a:pt x="1256252" y="310695"/>
                </a:lnTo>
                <a:lnTo>
                  <a:pt x="1256252" y="323217"/>
                </a:lnTo>
                <a:lnTo>
                  <a:pt x="1280589" y="323217"/>
                </a:lnTo>
                <a:lnTo>
                  <a:pt x="1280589" y="327519"/>
                </a:lnTo>
                <a:lnTo>
                  <a:pt x="1280589" y="331757"/>
                </a:lnTo>
                <a:lnTo>
                  <a:pt x="1247005" y="331757"/>
                </a:lnTo>
                <a:close/>
                <a:moveTo>
                  <a:pt x="1203018" y="283662"/>
                </a:moveTo>
                <a:lnTo>
                  <a:pt x="1239041" y="283662"/>
                </a:lnTo>
                <a:lnTo>
                  <a:pt x="1239041" y="287900"/>
                </a:lnTo>
                <a:lnTo>
                  <a:pt x="1239041" y="292202"/>
                </a:lnTo>
                <a:lnTo>
                  <a:pt x="1225621" y="292202"/>
                </a:lnTo>
                <a:lnTo>
                  <a:pt x="1225621" y="331757"/>
                </a:lnTo>
                <a:lnTo>
                  <a:pt x="1221062" y="331757"/>
                </a:lnTo>
                <a:lnTo>
                  <a:pt x="1216438" y="331757"/>
                </a:lnTo>
                <a:lnTo>
                  <a:pt x="1216438" y="292202"/>
                </a:lnTo>
                <a:lnTo>
                  <a:pt x="1203018" y="292202"/>
                </a:lnTo>
                <a:lnTo>
                  <a:pt x="1203018" y="287965"/>
                </a:lnTo>
                <a:close/>
                <a:moveTo>
                  <a:pt x="1147154" y="283662"/>
                </a:moveTo>
                <a:lnTo>
                  <a:pt x="1178618" y="283662"/>
                </a:lnTo>
                <a:lnTo>
                  <a:pt x="1178618" y="287900"/>
                </a:lnTo>
                <a:lnTo>
                  <a:pt x="1178618" y="292202"/>
                </a:lnTo>
                <a:lnTo>
                  <a:pt x="1156401" y="292202"/>
                </a:lnTo>
                <a:lnTo>
                  <a:pt x="1156401" y="303119"/>
                </a:lnTo>
                <a:lnTo>
                  <a:pt x="1175793" y="303119"/>
                </a:lnTo>
                <a:lnTo>
                  <a:pt x="1175793" y="307292"/>
                </a:lnTo>
                <a:lnTo>
                  <a:pt x="1175793" y="311402"/>
                </a:lnTo>
                <a:lnTo>
                  <a:pt x="1156401" y="311402"/>
                </a:lnTo>
                <a:lnTo>
                  <a:pt x="1156401" y="331757"/>
                </a:lnTo>
                <a:lnTo>
                  <a:pt x="1151777" y="331757"/>
                </a:lnTo>
                <a:lnTo>
                  <a:pt x="1147154" y="331757"/>
                </a:lnTo>
                <a:close/>
                <a:moveTo>
                  <a:pt x="1033497" y="283662"/>
                </a:moveTo>
                <a:lnTo>
                  <a:pt x="1066118" y="283662"/>
                </a:lnTo>
                <a:lnTo>
                  <a:pt x="1066118" y="287900"/>
                </a:lnTo>
                <a:lnTo>
                  <a:pt x="1066118" y="292202"/>
                </a:lnTo>
                <a:lnTo>
                  <a:pt x="1042744" y="292202"/>
                </a:lnTo>
                <a:lnTo>
                  <a:pt x="1042744" y="302412"/>
                </a:lnTo>
                <a:lnTo>
                  <a:pt x="1064384" y="302412"/>
                </a:lnTo>
                <a:lnTo>
                  <a:pt x="1064384" y="306522"/>
                </a:lnTo>
                <a:lnTo>
                  <a:pt x="1064384" y="310695"/>
                </a:lnTo>
                <a:lnTo>
                  <a:pt x="1042744" y="310695"/>
                </a:lnTo>
                <a:lnTo>
                  <a:pt x="1042744" y="323217"/>
                </a:lnTo>
                <a:lnTo>
                  <a:pt x="1067145" y="323217"/>
                </a:lnTo>
                <a:lnTo>
                  <a:pt x="1067145" y="327519"/>
                </a:lnTo>
                <a:lnTo>
                  <a:pt x="1067145" y="331757"/>
                </a:lnTo>
                <a:lnTo>
                  <a:pt x="1033497" y="331757"/>
                </a:lnTo>
                <a:close/>
                <a:moveTo>
                  <a:pt x="989576" y="283662"/>
                </a:moveTo>
                <a:lnTo>
                  <a:pt x="1025536" y="283662"/>
                </a:lnTo>
                <a:lnTo>
                  <a:pt x="1025536" y="287900"/>
                </a:lnTo>
                <a:lnTo>
                  <a:pt x="1025536" y="292202"/>
                </a:lnTo>
                <a:lnTo>
                  <a:pt x="1012179" y="292202"/>
                </a:lnTo>
                <a:lnTo>
                  <a:pt x="1012179" y="331757"/>
                </a:lnTo>
                <a:lnTo>
                  <a:pt x="1007556" y="331757"/>
                </a:lnTo>
                <a:lnTo>
                  <a:pt x="1002933" y="331757"/>
                </a:lnTo>
                <a:lnTo>
                  <a:pt x="1002933" y="292202"/>
                </a:lnTo>
                <a:lnTo>
                  <a:pt x="989576" y="292202"/>
                </a:lnTo>
                <a:lnTo>
                  <a:pt x="989576" y="287965"/>
                </a:lnTo>
                <a:close/>
                <a:moveTo>
                  <a:pt x="902438" y="283662"/>
                </a:moveTo>
                <a:lnTo>
                  <a:pt x="938397" y="283662"/>
                </a:lnTo>
                <a:lnTo>
                  <a:pt x="938397" y="287900"/>
                </a:lnTo>
                <a:lnTo>
                  <a:pt x="938397" y="292202"/>
                </a:lnTo>
                <a:lnTo>
                  <a:pt x="925041" y="292202"/>
                </a:lnTo>
                <a:lnTo>
                  <a:pt x="925041" y="331757"/>
                </a:lnTo>
                <a:lnTo>
                  <a:pt x="920418" y="331757"/>
                </a:lnTo>
                <a:lnTo>
                  <a:pt x="915794" y="331757"/>
                </a:lnTo>
                <a:lnTo>
                  <a:pt x="915794" y="292202"/>
                </a:lnTo>
                <a:lnTo>
                  <a:pt x="902438" y="292202"/>
                </a:lnTo>
                <a:lnTo>
                  <a:pt x="902438" y="287965"/>
                </a:lnTo>
                <a:close/>
                <a:moveTo>
                  <a:pt x="885872" y="283662"/>
                </a:moveTo>
                <a:lnTo>
                  <a:pt x="890496" y="283662"/>
                </a:lnTo>
                <a:lnTo>
                  <a:pt x="895119" y="283662"/>
                </a:lnTo>
                <a:lnTo>
                  <a:pt x="895119" y="331757"/>
                </a:lnTo>
                <a:lnTo>
                  <a:pt x="890560" y="331757"/>
                </a:lnTo>
                <a:lnTo>
                  <a:pt x="885872" y="331757"/>
                </a:lnTo>
                <a:close/>
                <a:moveTo>
                  <a:pt x="842721" y="283662"/>
                </a:moveTo>
                <a:lnTo>
                  <a:pt x="878680" y="283662"/>
                </a:lnTo>
                <a:lnTo>
                  <a:pt x="878680" y="287900"/>
                </a:lnTo>
                <a:lnTo>
                  <a:pt x="878680" y="292202"/>
                </a:lnTo>
                <a:lnTo>
                  <a:pt x="865324" y="292202"/>
                </a:lnTo>
                <a:lnTo>
                  <a:pt x="865324" y="331757"/>
                </a:lnTo>
                <a:lnTo>
                  <a:pt x="860701" y="331757"/>
                </a:lnTo>
                <a:lnTo>
                  <a:pt x="856077" y="331757"/>
                </a:lnTo>
                <a:lnTo>
                  <a:pt x="856077" y="292202"/>
                </a:lnTo>
                <a:lnTo>
                  <a:pt x="842721" y="292202"/>
                </a:lnTo>
                <a:lnTo>
                  <a:pt x="842721" y="287965"/>
                </a:lnTo>
                <a:close/>
                <a:moveTo>
                  <a:pt x="755455" y="283662"/>
                </a:moveTo>
                <a:lnTo>
                  <a:pt x="760335" y="283662"/>
                </a:lnTo>
                <a:lnTo>
                  <a:pt x="765151" y="283662"/>
                </a:lnTo>
                <a:lnTo>
                  <a:pt x="782938" y="317438"/>
                </a:lnTo>
                <a:lnTo>
                  <a:pt x="782938" y="283662"/>
                </a:lnTo>
                <a:lnTo>
                  <a:pt x="787240" y="283662"/>
                </a:lnTo>
                <a:lnTo>
                  <a:pt x="791607" y="283662"/>
                </a:lnTo>
                <a:lnTo>
                  <a:pt x="791607" y="331757"/>
                </a:lnTo>
                <a:lnTo>
                  <a:pt x="786983" y="331757"/>
                </a:lnTo>
                <a:lnTo>
                  <a:pt x="782360" y="331757"/>
                </a:lnTo>
                <a:lnTo>
                  <a:pt x="764124" y="297082"/>
                </a:lnTo>
                <a:lnTo>
                  <a:pt x="764124" y="331757"/>
                </a:lnTo>
                <a:lnTo>
                  <a:pt x="759821" y="331757"/>
                </a:lnTo>
                <a:lnTo>
                  <a:pt x="755455" y="331757"/>
                </a:lnTo>
                <a:close/>
                <a:moveTo>
                  <a:pt x="735614" y="283662"/>
                </a:moveTo>
                <a:lnTo>
                  <a:pt x="740173" y="283662"/>
                </a:lnTo>
                <a:lnTo>
                  <a:pt x="744861" y="283662"/>
                </a:lnTo>
                <a:lnTo>
                  <a:pt x="744861" y="331757"/>
                </a:lnTo>
                <a:lnTo>
                  <a:pt x="740237" y="331757"/>
                </a:lnTo>
                <a:lnTo>
                  <a:pt x="735614" y="331757"/>
                </a:lnTo>
                <a:close/>
                <a:moveTo>
                  <a:pt x="618874" y="283662"/>
                </a:moveTo>
                <a:lnTo>
                  <a:pt x="623690" y="283662"/>
                </a:lnTo>
                <a:lnTo>
                  <a:pt x="628570" y="283662"/>
                </a:lnTo>
                <a:lnTo>
                  <a:pt x="646293" y="317438"/>
                </a:lnTo>
                <a:lnTo>
                  <a:pt x="646293" y="283662"/>
                </a:lnTo>
                <a:lnTo>
                  <a:pt x="650595" y="283662"/>
                </a:lnTo>
                <a:lnTo>
                  <a:pt x="654961" y="283662"/>
                </a:lnTo>
                <a:lnTo>
                  <a:pt x="654961" y="331757"/>
                </a:lnTo>
                <a:lnTo>
                  <a:pt x="650338" y="331757"/>
                </a:lnTo>
                <a:lnTo>
                  <a:pt x="645715" y="331757"/>
                </a:lnTo>
                <a:lnTo>
                  <a:pt x="627478" y="297082"/>
                </a:lnTo>
                <a:lnTo>
                  <a:pt x="627478" y="331757"/>
                </a:lnTo>
                <a:lnTo>
                  <a:pt x="623176" y="331757"/>
                </a:lnTo>
                <a:lnTo>
                  <a:pt x="618874" y="331757"/>
                </a:lnTo>
                <a:close/>
                <a:moveTo>
                  <a:pt x="598969" y="283662"/>
                </a:moveTo>
                <a:lnTo>
                  <a:pt x="603592" y="283662"/>
                </a:lnTo>
                <a:lnTo>
                  <a:pt x="608216" y="283662"/>
                </a:lnTo>
                <a:lnTo>
                  <a:pt x="608216" y="331757"/>
                </a:lnTo>
                <a:lnTo>
                  <a:pt x="603592" y="331757"/>
                </a:lnTo>
                <a:lnTo>
                  <a:pt x="598969" y="331757"/>
                </a:lnTo>
                <a:close/>
                <a:moveTo>
                  <a:pt x="542590" y="283662"/>
                </a:moveTo>
                <a:lnTo>
                  <a:pt x="547214" y="283662"/>
                </a:lnTo>
                <a:lnTo>
                  <a:pt x="551837" y="283662"/>
                </a:lnTo>
                <a:lnTo>
                  <a:pt x="551837" y="331757"/>
                </a:lnTo>
                <a:lnTo>
                  <a:pt x="547278" y="331757"/>
                </a:lnTo>
                <a:lnTo>
                  <a:pt x="542590" y="331757"/>
                </a:lnTo>
                <a:close/>
                <a:moveTo>
                  <a:pt x="499760" y="283662"/>
                </a:moveTo>
                <a:lnTo>
                  <a:pt x="532316" y="283662"/>
                </a:lnTo>
                <a:lnTo>
                  <a:pt x="532316" y="287900"/>
                </a:lnTo>
                <a:lnTo>
                  <a:pt x="532316" y="292202"/>
                </a:lnTo>
                <a:lnTo>
                  <a:pt x="509007" y="292202"/>
                </a:lnTo>
                <a:lnTo>
                  <a:pt x="509007" y="302412"/>
                </a:lnTo>
                <a:lnTo>
                  <a:pt x="530646" y="302412"/>
                </a:lnTo>
                <a:lnTo>
                  <a:pt x="530646" y="306522"/>
                </a:lnTo>
                <a:lnTo>
                  <a:pt x="530646" y="310695"/>
                </a:lnTo>
                <a:lnTo>
                  <a:pt x="509007" y="310695"/>
                </a:lnTo>
                <a:lnTo>
                  <a:pt x="509007" y="323217"/>
                </a:lnTo>
                <a:lnTo>
                  <a:pt x="533344" y="323217"/>
                </a:lnTo>
                <a:lnTo>
                  <a:pt x="533344" y="327519"/>
                </a:lnTo>
                <a:lnTo>
                  <a:pt x="533344" y="331757"/>
                </a:lnTo>
                <a:lnTo>
                  <a:pt x="499760" y="331757"/>
                </a:lnTo>
                <a:close/>
                <a:moveTo>
                  <a:pt x="452510" y="283571"/>
                </a:moveTo>
                <a:lnTo>
                  <a:pt x="474149" y="283571"/>
                </a:lnTo>
                <a:cubicBezTo>
                  <a:pt x="477772" y="283357"/>
                  <a:pt x="481344" y="284502"/>
                  <a:pt x="484167" y="286781"/>
                </a:cubicBezTo>
                <a:cubicBezTo>
                  <a:pt x="486669" y="289080"/>
                  <a:pt x="488012" y="292378"/>
                  <a:pt x="487827" y="295771"/>
                </a:cubicBezTo>
                <a:cubicBezTo>
                  <a:pt x="488058" y="299287"/>
                  <a:pt x="486515" y="302685"/>
                  <a:pt x="483717" y="304825"/>
                </a:cubicBezTo>
                <a:cubicBezTo>
                  <a:pt x="483288" y="305234"/>
                  <a:pt x="482787" y="305560"/>
                  <a:pt x="482241" y="305788"/>
                </a:cubicBezTo>
                <a:cubicBezTo>
                  <a:pt x="483250" y="306193"/>
                  <a:pt x="484201" y="306733"/>
                  <a:pt x="485066" y="307394"/>
                </a:cubicBezTo>
                <a:cubicBezTo>
                  <a:pt x="487925" y="309582"/>
                  <a:pt x="489513" y="313046"/>
                  <a:pt x="489304" y="316640"/>
                </a:cubicBezTo>
                <a:cubicBezTo>
                  <a:pt x="489596" y="320806"/>
                  <a:pt x="488046" y="324890"/>
                  <a:pt x="485066" y="327814"/>
                </a:cubicBezTo>
                <a:cubicBezTo>
                  <a:pt x="481616" y="330610"/>
                  <a:pt x="477230" y="331988"/>
                  <a:pt x="472801" y="331667"/>
                </a:cubicBezTo>
                <a:lnTo>
                  <a:pt x="452703" y="331667"/>
                </a:lnTo>
                <a:close/>
                <a:moveTo>
                  <a:pt x="578688" y="283570"/>
                </a:moveTo>
                <a:lnTo>
                  <a:pt x="587870" y="283570"/>
                </a:lnTo>
                <a:lnTo>
                  <a:pt x="587870" y="318181"/>
                </a:lnTo>
                <a:cubicBezTo>
                  <a:pt x="588186" y="322194"/>
                  <a:pt x="586892" y="326168"/>
                  <a:pt x="584275" y="329226"/>
                </a:cubicBezTo>
                <a:cubicBezTo>
                  <a:pt x="581404" y="331919"/>
                  <a:pt x="577541" y="333292"/>
                  <a:pt x="573615" y="333015"/>
                </a:cubicBezTo>
                <a:cubicBezTo>
                  <a:pt x="569511" y="333365"/>
                  <a:pt x="565471" y="331829"/>
                  <a:pt x="562635" y="328841"/>
                </a:cubicBezTo>
                <a:cubicBezTo>
                  <a:pt x="560006" y="325106"/>
                  <a:pt x="558840" y="320536"/>
                  <a:pt x="559360" y="315998"/>
                </a:cubicBezTo>
                <a:lnTo>
                  <a:pt x="559360" y="313494"/>
                </a:lnTo>
                <a:lnTo>
                  <a:pt x="568157" y="313494"/>
                </a:lnTo>
                <a:lnTo>
                  <a:pt x="568157" y="316384"/>
                </a:lnTo>
                <a:cubicBezTo>
                  <a:pt x="567949" y="318596"/>
                  <a:pt x="568372" y="320823"/>
                  <a:pt x="569377" y="322805"/>
                </a:cubicBezTo>
                <a:cubicBezTo>
                  <a:pt x="570263" y="324237"/>
                  <a:pt x="571873" y="325054"/>
                  <a:pt x="573551" y="324924"/>
                </a:cubicBezTo>
                <a:cubicBezTo>
                  <a:pt x="575029" y="325069"/>
                  <a:pt x="576486" y="324496"/>
                  <a:pt x="577468" y="323383"/>
                </a:cubicBezTo>
                <a:cubicBezTo>
                  <a:pt x="578389" y="321882"/>
                  <a:pt x="578815" y="320130"/>
                  <a:pt x="578688" y="318374"/>
                </a:cubicBezTo>
                <a:close/>
                <a:moveTo>
                  <a:pt x="945665" y="283506"/>
                </a:moveTo>
                <a:lnTo>
                  <a:pt x="954912" y="283506"/>
                </a:lnTo>
                <a:lnTo>
                  <a:pt x="954912" y="313815"/>
                </a:lnTo>
                <a:cubicBezTo>
                  <a:pt x="954726" y="316579"/>
                  <a:pt x="955497" y="319322"/>
                  <a:pt x="957094" y="321585"/>
                </a:cubicBezTo>
                <a:cubicBezTo>
                  <a:pt x="958727" y="323383"/>
                  <a:pt x="961095" y="324330"/>
                  <a:pt x="963516" y="324153"/>
                </a:cubicBezTo>
                <a:cubicBezTo>
                  <a:pt x="965902" y="324351"/>
                  <a:pt x="968254" y="323481"/>
                  <a:pt x="969937" y="321778"/>
                </a:cubicBezTo>
                <a:cubicBezTo>
                  <a:pt x="971496" y="319431"/>
                  <a:pt x="972198" y="316619"/>
                  <a:pt x="971928" y="313815"/>
                </a:cubicBezTo>
                <a:lnTo>
                  <a:pt x="971928" y="283506"/>
                </a:lnTo>
                <a:lnTo>
                  <a:pt x="981431" y="283506"/>
                </a:lnTo>
                <a:lnTo>
                  <a:pt x="981431" y="313494"/>
                </a:lnTo>
                <a:cubicBezTo>
                  <a:pt x="981923" y="318805"/>
                  <a:pt x="980437" y="324109"/>
                  <a:pt x="977257" y="328392"/>
                </a:cubicBezTo>
                <a:cubicBezTo>
                  <a:pt x="973534" y="331752"/>
                  <a:pt x="968575" y="333405"/>
                  <a:pt x="963580" y="332951"/>
                </a:cubicBezTo>
                <a:cubicBezTo>
                  <a:pt x="958616" y="333339"/>
                  <a:pt x="953719" y="331613"/>
                  <a:pt x="950095" y="328199"/>
                </a:cubicBezTo>
                <a:cubicBezTo>
                  <a:pt x="946876" y="324001"/>
                  <a:pt x="945300" y="318772"/>
                  <a:pt x="945665" y="313494"/>
                </a:cubicBezTo>
                <a:close/>
                <a:moveTo>
                  <a:pt x="1540049" y="282447"/>
                </a:moveTo>
                <a:cubicBezTo>
                  <a:pt x="1545365" y="282150"/>
                  <a:pt x="1550794" y="283882"/>
                  <a:pt x="1555077" y="287712"/>
                </a:cubicBezTo>
                <a:cubicBezTo>
                  <a:pt x="1555653" y="288228"/>
                  <a:pt x="1556200" y="288774"/>
                  <a:pt x="1556715" y="289350"/>
                </a:cubicBezTo>
                <a:cubicBezTo>
                  <a:pt x="1560820" y="294684"/>
                  <a:pt x="1562870" y="301316"/>
                  <a:pt x="1562494" y="308036"/>
                </a:cubicBezTo>
                <a:cubicBezTo>
                  <a:pt x="1562858" y="314636"/>
                  <a:pt x="1560804" y="321143"/>
                  <a:pt x="1556715" y="326337"/>
                </a:cubicBezTo>
                <a:cubicBezTo>
                  <a:pt x="1548844" y="334901"/>
                  <a:pt x="1535520" y="335464"/>
                  <a:pt x="1526955" y="327592"/>
                </a:cubicBezTo>
                <a:cubicBezTo>
                  <a:pt x="1526519" y="327192"/>
                  <a:pt x="1526100" y="326773"/>
                  <a:pt x="1525699" y="326337"/>
                </a:cubicBezTo>
                <a:cubicBezTo>
                  <a:pt x="1521611" y="321143"/>
                  <a:pt x="1519556" y="314636"/>
                  <a:pt x="1519920" y="308036"/>
                </a:cubicBezTo>
                <a:cubicBezTo>
                  <a:pt x="1519543" y="301316"/>
                  <a:pt x="1521594" y="294684"/>
                  <a:pt x="1525699" y="289350"/>
                </a:cubicBezTo>
                <a:cubicBezTo>
                  <a:pt x="1529530" y="285068"/>
                  <a:pt x="1534733" y="282743"/>
                  <a:pt x="1540049" y="282447"/>
                </a:cubicBezTo>
                <a:close/>
                <a:moveTo>
                  <a:pt x="1449496" y="282442"/>
                </a:moveTo>
                <a:cubicBezTo>
                  <a:pt x="1454829" y="282150"/>
                  <a:pt x="1460273" y="283894"/>
                  <a:pt x="1464564" y="287740"/>
                </a:cubicBezTo>
                <a:cubicBezTo>
                  <a:pt x="1465130" y="288247"/>
                  <a:pt x="1465666" y="288785"/>
                  <a:pt x="1466173" y="289349"/>
                </a:cubicBezTo>
                <a:cubicBezTo>
                  <a:pt x="1470261" y="294690"/>
                  <a:pt x="1472290" y="301323"/>
                  <a:pt x="1471889" y="308036"/>
                </a:cubicBezTo>
                <a:cubicBezTo>
                  <a:pt x="1472272" y="314628"/>
                  <a:pt x="1470240" y="321134"/>
                  <a:pt x="1466173" y="326337"/>
                </a:cubicBezTo>
                <a:cubicBezTo>
                  <a:pt x="1458270" y="334919"/>
                  <a:pt x="1444905" y="335468"/>
                  <a:pt x="1436323" y="327564"/>
                </a:cubicBezTo>
                <a:cubicBezTo>
                  <a:pt x="1435897" y="327172"/>
                  <a:pt x="1435487" y="326762"/>
                  <a:pt x="1435095" y="326337"/>
                </a:cubicBezTo>
                <a:lnTo>
                  <a:pt x="1435094" y="326337"/>
                </a:lnTo>
                <a:cubicBezTo>
                  <a:pt x="1431055" y="321120"/>
                  <a:pt x="1429026" y="314624"/>
                  <a:pt x="1429380" y="308036"/>
                </a:cubicBezTo>
                <a:cubicBezTo>
                  <a:pt x="1429013" y="301327"/>
                  <a:pt x="1431038" y="294706"/>
                  <a:pt x="1435094" y="289349"/>
                </a:cubicBezTo>
                <a:cubicBezTo>
                  <a:pt x="1438941" y="285058"/>
                  <a:pt x="1444163" y="282733"/>
                  <a:pt x="1449496" y="282442"/>
                </a:cubicBezTo>
                <a:close/>
                <a:moveTo>
                  <a:pt x="1114626" y="282442"/>
                </a:moveTo>
                <a:cubicBezTo>
                  <a:pt x="1119959" y="282150"/>
                  <a:pt x="1125403" y="283894"/>
                  <a:pt x="1129694" y="287740"/>
                </a:cubicBezTo>
                <a:cubicBezTo>
                  <a:pt x="1130260" y="288247"/>
                  <a:pt x="1130796" y="288785"/>
                  <a:pt x="1131303" y="289349"/>
                </a:cubicBezTo>
                <a:cubicBezTo>
                  <a:pt x="1135391" y="294690"/>
                  <a:pt x="1137420" y="301323"/>
                  <a:pt x="1137019" y="308036"/>
                </a:cubicBezTo>
                <a:cubicBezTo>
                  <a:pt x="1137402" y="314628"/>
                  <a:pt x="1135370" y="321134"/>
                  <a:pt x="1131303" y="326337"/>
                </a:cubicBezTo>
                <a:cubicBezTo>
                  <a:pt x="1123400" y="334919"/>
                  <a:pt x="1110035" y="335468"/>
                  <a:pt x="1101453" y="327564"/>
                </a:cubicBezTo>
                <a:cubicBezTo>
                  <a:pt x="1101027" y="327172"/>
                  <a:pt x="1100617" y="326762"/>
                  <a:pt x="1100225" y="326337"/>
                </a:cubicBezTo>
                <a:lnTo>
                  <a:pt x="1100224" y="326337"/>
                </a:lnTo>
                <a:cubicBezTo>
                  <a:pt x="1096185" y="321120"/>
                  <a:pt x="1094156" y="314624"/>
                  <a:pt x="1094510" y="308036"/>
                </a:cubicBezTo>
                <a:cubicBezTo>
                  <a:pt x="1094143" y="301327"/>
                  <a:pt x="1096168" y="294706"/>
                  <a:pt x="1100224" y="289349"/>
                </a:cubicBezTo>
                <a:cubicBezTo>
                  <a:pt x="1104071" y="285058"/>
                  <a:pt x="1109293" y="282733"/>
                  <a:pt x="1114626" y="282442"/>
                </a:cubicBezTo>
                <a:close/>
                <a:moveTo>
                  <a:pt x="1592031" y="282415"/>
                </a:moveTo>
                <a:cubicBezTo>
                  <a:pt x="1596847" y="282196"/>
                  <a:pt x="1601575" y="283749"/>
                  <a:pt x="1605323" y="286781"/>
                </a:cubicBezTo>
                <a:cubicBezTo>
                  <a:pt x="1608835" y="289761"/>
                  <a:pt x="1611027" y="294007"/>
                  <a:pt x="1611424" y="298596"/>
                </a:cubicBezTo>
                <a:lnTo>
                  <a:pt x="1602370" y="298596"/>
                </a:lnTo>
                <a:cubicBezTo>
                  <a:pt x="1602049" y="296413"/>
                  <a:pt x="1600870" y="294449"/>
                  <a:pt x="1599095" y="293138"/>
                </a:cubicBezTo>
                <a:cubicBezTo>
                  <a:pt x="1597314" y="291592"/>
                  <a:pt x="1595032" y="290747"/>
                  <a:pt x="1592674" y="290763"/>
                </a:cubicBezTo>
                <a:cubicBezTo>
                  <a:pt x="1588972" y="290582"/>
                  <a:pt x="1585427" y="292270"/>
                  <a:pt x="1583234" y="295257"/>
                </a:cubicBezTo>
                <a:cubicBezTo>
                  <a:pt x="1578787" y="303012"/>
                  <a:pt x="1578787" y="312545"/>
                  <a:pt x="1583234" y="320300"/>
                </a:cubicBezTo>
                <a:cubicBezTo>
                  <a:pt x="1585532" y="323208"/>
                  <a:pt x="1589102" y="324814"/>
                  <a:pt x="1592802" y="324602"/>
                </a:cubicBezTo>
                <a:cubicBezTo>
                  <a:pt x="1596193" y="324725"/>
                  <a:pt x="1599385" y="323006"/>
                  <a:pt x="1601150" y="320107"/>
                </a:cubicBezTo>
                <a:cubicBezTo>
                  <a:pt x="1602332" y="318312"/>
                  <a:pt x="1603160" y="316307"/>
                  <a:pt x="1603589" y="314200"/>
                </a:cubicBezTo>
                <a:lnTo>
                  <a:pt x="1593187" y="314200"/>
                </a:lnTo>
                <a:lnTo>
                  <a:pt x="1593187" y="305917"/>
                </a:lnTo>
                <a:lnTo>
                  <a:pt x="1611745" y="305917"/>
                </a:lnTo>
                <a:lnTo>
                  <a:pt x="1611745" y="331602"/>
                </a:lnTo>
                <a:lnTo>
                  <a:pt x="1605323" y="331602"/>
                </a:lnTo>
                <a:lnTo>
                  <a:pt x="1604425" y="325180"/>
                </a:lnTo>
                <a:lnTo>
                  <a:pt x="1604296" y="326336"/>
                </a:lnTo>
                <a:cubicBezTo>
                  <a:pt x="1601523" y="330720"/>
                  <a:pt x="1596638" y="333309"/>
                  <a:pt x="1591453" y="333143"/>
                </a:cubicBezTo>
                <a:lnTo>
                  <a:pt x="1591453" y="332757"/>
                </a:lnTo>
                <a:cubicBezTo>
                  <a:pt x="1585607" y="333070"/>
                  <a:pt x="1579937" y="330707"/>
                  <a:pt x="1576042" y="326336"/>
                </a:cubicBezTo>
                <a:cubicBezTo>
                  <a:pt x="1568227" y="315246"/>
                  <a:pt x="1568227" y="300440"/>
                  <a:pt x="1576042" y="289350"/>
                </a:cubicBezTo>
                <a:cubicBezTo>
                  <a:pt x="1580028" y="284711"/>
                  <a:pt x="1585921" y="282156"/>
                  <a:pt x="1592031" y="282415"/>
                </a:cubicBezTo>
                <a:close/>
                <a:moveTo>
                  <a:pt x="1309302" y="282286"/>
                </a:moveTo>
                <a:cubicBezTo>
                  <a:pt x="1314011" y="282165"/>
                  <a:pt x="1318593" y="283815"/>
                  <a:pt x="1322145" y="286910"/>
                </a:cubicBezTo>
                <a:cubicBezTo>
                  <a:pt x="1325788" y="290124"/>
                  <a:pt x="1328081" y="294596"/>
                  <a:pt x="1328566" y="299430"/>
                </a:cubicBezTo>
                <a:lnTo>
                  <a:pt x="1319319" y="299430"/>
                </a:lnTo>
                <a:cubicBezTo>
                  <a:pt x="1319164" y="296972"/>
                  <a:pt x="1318058" y="294669"/>
                  <a:pt x="1316237" y="293009"/>
                </a:cubicBezTo>
                <a:cubicBezTo>
                  <a:pt x="1314439" y="291501"/>
                  <a:pt x="1312163" y="290682"/>
                  <a:pt x="1309816" y="290698"/>
                </a:cubicBezTo>
                <a:cubicBezTo>
                  <a:pt x="1306506" y="290628"/>
                  <a:pt x="1303415" y="292345"/>
                  <a:pt x="1301725" y="295193"/>
                </a:cubicBezTo>
                <a:cubicBezTo>
                  <a:pt x="1299598" y="298963"/>
                  <a:pt x="1298596" y="303264"/>
                  <a:pt x="1298835" y="307586"/>
                </a:cubicBezTo>
                <a:cubicBezTo>
                  <a:pt x="1298599" y="311805"/>
                  <a:pt x="1299604" y="316002"/>
                  <a:pt x="1301725" y="319657"/>
                </a:cubicBezTo>
                <a:cubicBezTo>
                  <a:pt x="1304781" y="324184"/>
                  <a:pt x="1310928" y="325376"/>
                  <a:pt x="1315454" y="322321"/>
                </a:cubicBezTo>
                <a:cubicBezTo>
                  <a:pt x="1315842" y="322059"/>
                  <a:pt x="1316211" y="321770"/>
                  <a:pt x="1316558" y="321455"/>
                </a:cubicBezTo>
                <a:cubicBezTo>
                  <a:pt x="1318373" y="319606"/>
                  <a:pt x="1319466" y="317169"/>
                  <a:pt x="1319640" y="314585"/>
                </a:cubicBezTo>
                <a:lnTo>
                  <a:pt x="1328181" y="314841"/>
                </a:lnTo>
                <a:cubicBezTo>
                  <a:pt x="1327860" y="319842"/>
                  <a:pt x="1325712" y="324550"/>
                  <a:pt x="1322145" y="328069"/>
                </a:cubicBezTo>
                <a:cubicBezTo>
                  <a:pt x="1318674" y="331332"/>
                  <a:pt x="1314064" y="333106"/>
                  <a:pt x="1309302" y="333014"/>
                </a:cubicBezTo>
                <a:cubicBezTo>
                  <a:pt x="1303554" y="333249"/>
                  <a:pt x="1298040" y="330719"/>
                  <a:pt x="1294469" y="326207"/>
                </a:cubicBezTo>
                <a:cubicBezTo>
                  <a:pt x="1290549" y="320939"/>
                  <a:pt x="1288594" y="314465"/>
                  <a:pt x="1288947" y="307906"/>
                </a:cubicBezTo>
                <a:cubicBezTo>
                  <a:pt x="1288579" y="301228"/>
                  <a:pt x="1290530" y="294627"/>
                  <a:pt x="1294469" y="289221"/>
                </a:cubicBezTo>
                <a:cubicBezTo>
                  <a:pt x="1298006" y="284652"/>
                  <a:pt x="1303529" y="282071"/>
                  <a:pt x="1309302" y="282286"/>
                </a:cubicBezTo>
                <a:close/>
                <a:moveTo>
                  <a:pt x="818779" y="282286"/>
                </a:moveTo>
                <a:cubicBezTo>
                  <a:pt x="823219" y="282091"/>
                  <a:pt x="827563" y="283608"/>
                  <a:pt x="830916" y="286524"/>
                </a:cubicBezTo>
                <a:cubicBezTo>
                  <a:pt x="834086" y="289522"/>
                  <a:pt x="835934" y="293656"/>
                  <a:pt x="836053" y="298018"/>
                </a:cubicBezTo>
                <a:lnTo>
                  <a:pt x="826678" y="298018"/>
                </a:lnTo>
                <a:cubicBezTo>
                  <a:pt x="826606" y="295880"/>
                  <a:pt x="825597" y="293884"/>
                  <a:pt x="823917" y="292560"/>
                </a:cubicBezTo>
                <a:cubicBezTo>
                  <a:pt x="822065" y="291186"/>
                  <a:pt x="819800" y="290484"/>
                  <a:pt x="817495" y="290570"/>
                </a:cubicBezTo>
                <a:cubicBezTo>
                  <a:pt x="815532" y="290432"/>
                  <a:pt x="813588" y="291027"/>
                  <a:pt x="812037" y="292239"/>
                </a:cubicBezTo>
                <a:cubicBezTo>
                  <a:pt x="810675" y="293403"/>
                  <a:pt x="809939" y="295138"/>
                  <a:pt x="810046" y="296926"/>
                </a:cubicBezTo>
                <a:cubicBezTo>
                  <a:pt x="810043" y="298339"/>
                  <a:pt x="810839" y="299632"/>
                  <a:pt x="812101" y="300265"/>
                </a:cubicBezTo>
                <a:cubicBezTo>
                  <a:pt x="814888" y="301540"/>
                  <a:pt x="817821" y="302468"/>
                  <a:pt x="820834" y="303026"/>
                </a:cubicBezTo>
                <a:cubicBezTo>
                  <a:pt x="825475" y="303842"/>
                  <a:pt x="829869" y="305709"/>
                  <a:pt x="833677" y="308484"/>
                </a:cubicBezTo>
                <a:cubicBezTo>
                  <a:pt x="836059" y="311149"/>
                  <a:pt x="837222" y="314686"/>
                  <a:pt x="836888" y="318245"/>
                </a:cubicBezTo>
                <a:cubicBezTo>
                  <a:pt x="837115" y="322421"/>
                  <a:pt x="835294" y="326446"/>
                  <a:pt x="832007" y="329032"/>
                </a:cubicBezTo>
                <a:cubicBezTo>
                  <a:pt x="828170" y="331856"/>
                  <a:pt x="823473" y="333263"/>
                  <a:pt x="818715" y="333014"/>
                </a:cubicBezTo>
                <a:cubicBezTo>
                  <a:pt x="814058" y="333236"/>
                  <a:pt x="809483" y="331726"/>
                  <a:pt x="805873" y="328775"/>
                </a:cubicBezTo>
                <a:cubicBezTo>
                  <a:pt x="802599" y="325643"/>
                  <a:pt x="800763" y="321298"/>
                  <a:pt x="800800" y="316768"/>
                </a:cubicBezTo>
                <a:lnTo>
                  <a:pt x="809726" y="316768"/>
                </a:lnTo>
                <a:cubicBezTo>
                  <a:pt x="809678" y="319018"/>
                  <a:pt x="810616" y="321176"/>
                  <a:pt x="812294" y="322676"/>
                </a:cubicBezTo>
                <a:cubicBezTo>
                  <a:pt x="814138" y="324073"/>
                  <a:pt x="816403" y="324797"/>
                  <a:pt x="818715" y="324731"/>
                </a:cubicBezTo>
                <a:cubicBezTo>
                  <a:pt x="821124" y="324859"/>
                  <a:pt x="823523" y="324325"/>
                  <a:pt x="825650" y="323189"/>
                </a:cubicBezTo>
                <a:cubicBezTo>
                  <a:pt x="827199" y="322310"/>
                  <a:pt x="828156" y="320667"/>
                  <a:pt x="828155" y="318887"/>
                </a:cubicBezTo>
                <a:cubicBezTo>
                  <a:pt x="828259" y="317324"/>
                  <a:pt x="827586" y="315812"/>
                  <a:pt x="826357" y="314841"/>
                </a:cubicBezTo>
                <a:cubicBezTo>
                  <a:pt x="824016" y="313553"/>
                  <a:pt x="821477" y="312663"/>
                  <a:pt x="818844" y="312209"/>
                </a:cubicBezTo>
                <a:cubicBezTo>
                  <a:pt x="813826" y="311355"/>
                  <a:pt x="809039" y="309475"/>
                  <a:pt x="804781" y="306686"/>
                </a:cubicBezTo>
                <a:cubicBezTo>
                  <a:pt x="802279" y="304315"/>
                  <a:pt x="800982" y="300941"/>
                  <a:pt x="801249" y="297504"/>
                </a:cubicBezTo>
                <a:cubicBezTo>
                  <a:pt x="801036" y="293280"/>
                  <a:pt x="802762" y="289190"/>
                  <a:pt x="805937" y="286395"/>
                </a:cubicBezTo>
                <a:cubicBezTo>
                  <a:pt x="809535" y="283435"/>
                  <a:pt x="814131" y="281965"/>
                  <a:pt x="818779" y="282286"/>
                </a:cubicBezTo>
                <a:close/>
                <a:moveTo>
                  <a:pt x="683861" y="282110"/>
                </a:moveTo>
                <a:cubicBezTo>
                  <a:pt x="689084" y="281651"/>
                  <a:pt x="694471" y="283049"/>
                  <a:pt x="698959" y="286397"/>
                </a:cubicBezTo>
                <a:cubicBezTo>
                  <a:pt x="702493" y="289359"/>
                  <a:pt x="704690" y="293615"/>
                  <a:pt x="705059" y="298212"/>
                </a:cubicBezTo>
                <a:lnTo>
                  <a:pt x="695813" y="298212"/>
                </a:lnTo>
                <a:cubicBezTo>
                  <a:pt x="695550" y="296024"/>
                  <a:pt x="694387" y="294045"/>
                  <a:pt x="692602" y="292754"/>
                </a:cubicBezTo>
                <a:cubicBezTo>
                  <a:pt x="690822" y="291207"/>
                  <a:pt x="688539" y="290363"/>
                  <a:pt x="686180" y="290377"/>
                </a:cubicBezTo>
                <a:cubicBezTo>
                  <a:pt x="682487" y="290232"/>
                  <a:pt x="678957" y="291912"/>
                  <a:pt x="676742" y="294873"/>
                </a:cubicBezTo>
                <a:cubicBezTo>
                  <a:pt x="674234" y="298666"/>
                  <a:pt x="673039" y="303177"/>
                  <a:pt x="673338" y="307715"/>
                </a:cubicBezTo>
                <a:cubicBezTo>
                  <a:pt x="673039" y="312114"/>
                  <a:pt x="674189" y="316490"/>
                  <a:pt x="676613" y="320172"/>
                </a:cubicBezTo>
                <a:cubicBezTo>
                  <a:pt x="678917" y="323072"/>
                  <a:pt x="682483" y="324675"/>
                  <a:pt x="686180" y="324474"/>
                </a:cubicBezTo>
                <a:cubicBezTo>
                  <a:pt x="689565" y="324570"/>
                  <a:pt x="692745" y="322858"/>
                  <a:pt x="694528" y="319980"/>
                </a:cubicBezTo>
                <a:cubicBezTo>
                  <a:pt x="695684" y="318170"/>
                  <a:pt x="696510" y="316170"/>
                  <a:pt x="696968" y="314072"/>
                </a:cubicBezTo>
                <a:lnTo>
                  <a:pt x="686566" y="314072"/>
                </a:lnTo>
                <a:lnTo>
                  <a:pt x="686566" y="305788"/>
                </a:lnTo>
                <a:lnTo>
                  <a:pt x="705316" y="305788"/>
                </a:lnTo>
                <a:lnTo>
                  <a:pt x="705316" y="331473"/>
                </a:lnTo>
                <a:lnTo>
                  <a:pt x="698895" y="331473"/>
                </a:lnTo>
                <a:lnTo>
                  <a:pt x="697995" y="325052"/>
                </a:lnTo>
                <a:lnTo>
                  <a:pt x="697482" y="325823"/>
                </a:lnTo>
                <a:lnTo>
                  <a:pt x="684713" y="332591"/>
                </a:lnTo>
                <a:lnTo>
                  <a:pt x="669742" y="325951"/>
                </a:lnTo>
                <a:cubicBezTo>
                  <a:pt x="662041" y="314825"/>
                  <a:pt x="662041" y="300091"/>
                  <a:pt x="669742" y="288965"/>
                </a:cubicBezTo>
                <a:cubicBezTo>
                  <a:pt x="673577" y="284886"/>
                  <a:pt x="678638" y="282569"/>
                  <a:pt x="683861" y="282110"/>
                </a:cubicBezTo>
                <a:close/>
                <a:moveTo>
                  <a:pt x="302488" y="281970"/>
                </a:moveTo>
                <a:lnTo>
                  <a:pt x="301327" y="283278"/>
                </a:lnTo>
                <a:lnTo>
                  <a:pt x="300149" y="284567"/>
                </a:lnTo>
                <a:lnTo>
                  <a:pt x="305214" y="289135"/>
                </a:lnTo>
                <a:lnTo>
                  <a:pt x="300849" y="293997"/>
                </a:lnTo>
                <a:lnTo>
                  <a:pt x="295783" y="289429"/>
                </a:lnTo>
                <a:lnTo>
                  <a:pt x="294605" y="290737"/>
                </a:lnTo>
                <a:lnTo>
                  <a:pt x="293444" y="292026"/>
                </a:lnTo>
                <a:lnTo>
                  <a:pt x="306927" y="304238"/>
                </a:lnTo>
                <a:lnTo>
                  <a:pt x="308087" y="302930"/>
                </a:lnTo>
                <a:lnTo>
                  <a:pt x="309266" y="301641"/>
                </a:lnTo>
                <a:lnTo>
                  <a:pt x="303132" y="296115"/>
                </a:lnTo>
                <a:lnTo>
                  <a:pt x="307516" y="291253"/>
                </a:lnTo>
                <a:lnTo>
                  <a:pt x="313631" y="296778"/>
                </a:lnTo>
                <a:lnTo>
                  <a:pt x="314810" y="295471"/>
                </a:lnTo>
                <a:lnTo>
                  <a:pt x="316007" y="294144"/>
                </a:lnTo>
                <a:close/>
                <a:moveTo>
                  <a:pt x="186690" y="272871"/>
                </a:moveTo>
                <a:cubicBezTo>
                  <a:pt x="187094" y="273470"/>
                  <a:pt x="187543" y="274037"/>
                  <a:pt x="188035" y="274566"/>
                </a:cubicBezTo>
                <a:cubicBezTo>
                  <a:pt x="188606" y="275137"/>
                  <a:pt x="189453" y="275652"/>
                  <a:pt x="189508" y="275984"/>
                </a:cubicBezTo>
                <a:cubicBezTo>
                  <a:pt x="189564" y="276316"/>
                  <a:pt x="189103" y="276426"/>
                  <a:pt x="189103" y="276426"/>
                </a:cubicBezTo>
                <a:lnTo>
                  <a:pt x="189103" y="287772"/>
                </a:lnTo>
                <a:cubicBezTo>
                  <a:pt x="189103" y="287772"/>
                  <a:pt x="193413" y="287698"/>
                  <a:pt x="194813" y="288767"/>
                </a:cubicBezTo>
                <a:cubicBezTo>
                  <a:pt x="196213" y="289835"/>
                  <a:pt x="198626" y="290737"/>
                  <a:pt x="199252" y="291474"/>
                </a:cubicBezTo>
                <a:cubicBezTo>
                  <a:pt x="199878" y="292211"/>
                  <a:pt x="202493" y="292377"/>
                  <a:pt x="203562" y="292671"/>
                </a:cubicBezTo>
                <a:cubicBezTo>
                  <a:pt x="204630" y="292966"/>
                  <a:pt x="205146" y="294347"/>
                  <a:pt x="205754" y="294808"/>
                </a:cubicBezTo>
                <a:cubicBezTo>
                  <a:pt x="206361" y="295268"/>
                  <a:pt x="207301" y="294753"/>
                  <a:pt x="208203" y="295029"/>
                </a:cubicBezTo>
                <a:cubicBezTo>
                  <a:pt x="209106" y="295305"/>
                  <a:pt x="210634" y="297110"/>
                  <a:pt x="211629" y="297589"/>
                </a:cubicBezTo>
                <a:cubicBezTo>
                  <a:pt x="212624" y="298068"/>
                  <a:pt x="213839" y="298160"/>
                  <a:pt x="214281" y="299228"/>
                </a:cubicBezTo>
                <a:cubicBezTo>
                  <a:pt x="214723" y="300296"/>
                  <a:pt x="214465" y="300886"/>
                  <a:pt x="215607" y="300886"/>
                </a:cubicBezTo>
                <a:cubicBezTo>
                  <a:pt x="216536" y="300847"/>
                  <a:pt x="217435" y="301208"/>
                  <a:pt x="218076" y="301881"/>
                </a:cubicBezTo>
                <a:cubicBezTo>
                  <a:pt x="218462" y="302212"/>
                  <a:pt x="219715" y="301807"/>
                  <a:pt x="220875" y="302212"/>
                </a:cubicBezTo>
                <a:cubicBezTo>
                  <a:pt x="221464" y="302378"/>
                  <a:pt x="223380" y="303354"/>
                  <a:pt x="224559" y="303685"/>
                </a:cubicBezTo>
                <a:cubicBezTo>
                  <a:pt x="226428" y="304490"/>
                  <a:pt x="228213" y="305485"/>
                  <a:pt x="229882" y="306651"/>
                </a:cubicBezTo>
                <a:cubicBezTo>
                  <a:pt x="233376" y="306890"/>
                  <a:pt x="236837" y="307476"/>
                  <a:pt x="240215" y="308401"/>
                </a:cubicBezTo>
                <a:lnTo>
                  <a:pt x="134584" y="308511"/>
                </a:lnTo>
                <a:cubicBezTo>
                  <a:pt x="134584" y="308511"/>
                  <a:pt x="137992" y="307830"/>
                  <a:pt x="147201" y="307038"/>
                </a:cubicBezTo>
                <a:cubicBezTo>
                  <a:pt x="148824" y="305688"/>
                  <a:pt x="150704" y="304678"/>
                  <a:pt x="152727" y="304072"/>
                </a:cubicBezTo>
                <a:cubicBezTo>
                  <a:pt x="153390" y="304017"/>
                  <a:pt x="155434" y="301659"/>
                  <a:pt x="155692" y="301273"/>
                </a:cubicBezTo>
                <a:cubicBezTo>
                  <a:pt x="155950" y="300886"/>
                  <a:pt x="158160" y="301181"/>
                  <a:pt x="158657" y="299781"/>
                </a:cubicBezTo>
                <a:cubicBezTo>
                  <a:pt x="159155" y="298381"/>
                  <a:pt x="160536" y="298565"/>
                  <a:pt x="161310" y="298289"/>
                </a:cubicBezTo>
                <a:cubicBezTo>
                  <a:pt x="162083" y="298013"/>
                  <a:pt x="162194" y="296060"/>
                  <a:pt x="163612" y="295324"/>
                </a:cubicBezTo>
                <a:cubicBezTo>
                  <a:pt x="164257" y="294992"/>
                  <a:pt x="165896" y="294458"/>
                  <a:pt x="167075" y="293997"/>
                </a:cubicBezTo>
                <a:cubicBezTo>
                  <a:pt x="168253" y="293537"/>
                  <a:pt x="169506" y="291824"/>
                  <a:pt x="170372" y="291695"/>
                </a:cubicBezTo>
                <a:cubicBezTo>
                  <a:pt x="171869" y="291621"/>
                  <a:pt x="173333" y="291225"/>
                  <a:pt x="174663" y="290535"/>
                </a:cubicBezTo>
                <a:cubicBezTo>
                  <a:pt x="175916" y="289687"/>
                  <a:pt x="177371" y="288859"/>
                  <a:pt x="178457" y="288232"/>
                </a:cubicBezTo>
                <a:cubicBezTo>
                  <a:pt x="179544" y="287606"/>
                  <a:pt x="184480" y="287938"/>
                  <a:pt x="184480" y="287938"/>
                </a:cubicBezTo>
                <a:lnTo>
                  <a:pt x="184480" y="276666"/>
                </a:lnTo>
                <a:lnTo>
                  <a:pt x="183928" y="276150"/>
                </a:lnTo>
                <a:cubicBezTo>
                  <a:pt x="183688" y="275929"/>
                  <a:pt x="184701" y="275247"/>
                  <a:pt x="185383" y="274566"/>
                </a:cubicBezTo>
                <a:cubicBezTo>
                  <a:pt x="185876" y="274048"/>
                  <a:pt x="186315" y="273481"/>
                  <a:pt x="186690" y="272871"/>
                </a:cubicBezTo>
                <a:close/>
                <a:moveTo>
                  <a:pt x="313613" y="266756"/>
                </a:moveTo>
                <a:lnTo>
                  <a:pt x="312673" y="268101"/>
                </a:lnTo>
                <a:lnTo>
                  <a:pt x="311734" y="269445"/>
                </a:lnTo>
                <a:lnTo>
                  <a:pt x="322196" y="276813"/>
                </a:lnTo>
                <a:lnTo>
                  <a:pt x="307884" y="274971"/>
                </a:lnTo>
                <a:lnTo>
                  <a:pt x="306835" y="276481"/>
                </a:lnTo>
                <a:lnTo>
                  <a:pt x="305785" y="277973"/>
                </a:lnTo>
                <a:lnTo>
                  <a:pt x="320685" y="288416"/>
                </a:lnTo>
                <a:lnTo>
                  <a:pt x="321625" y="287072"/>
                </a:lnTo>
                <a:lnTo>
                  <a:pt x="322546" y="285727"/>
                </a:lnTo>
                <a:lnTo>
                  <a:pt x="311807" y="278212"/>
                </a:lnTo>
                <a:lnTo>
                  <a:pt x="326542" y="280054"/>
                </a:lnTo>
                <a:lnTo>
                  <a:pt x="327555" y="278618"/>
                </a:lnTo>
                <a:lnTo>
                  <a:pt x="328513" y="277199"/>
                </a:lnTo>
                <a:close/>
                <a:moveTo>
                  <a:pt x="56619" y="265154"/>
                </a:moveTo>
                <a:cubicBezTo>
                  <a:pt x="51497" y="264957"/>
                  <a:pt x="46793" y="267970"/>
                  <a:pt x="44831" y="272705"/>
                </a:cubicBezTo>
                <a:cubicBezTo>
                  <a:pt x="44185" y="274831"/>
                  <a:pt x="44558" y="277137"/>
                  <a:pt x="45844" y="278949"/>
                </a:cubicBezTo>
                <a:cubicBezTo>
                  <a:pt x="46863" y="280592"/>
                  <a:pt x="48664" y="281583"/>
                  <a:pt x="50596" y="281565"/>
                </a:cubicBezTo>
                <a:lnTo>
                  <a:pt x="50946" y="281565"/>
                </a:lnTo>
                <a:lnTo>
                  <a:pt x="49104" y="283130"/>
                </a:lnTo>
                <a:lnTo>
                  <a:pt x="50375" y="285101"/>
                </a:lnTo>
                <a:lnTo>
                  <a:pt x="58608" y="279760"/>
                </a:lnTo>
                <a:lnTo>
                  <a:pt x="54795" y="273866"/>
                </a:lnTo>
                <a:lnTo>
                  <a:pt x="52162" y="275579"/>
                </a:lnTo>
                <a:lnTo>
                  <a:pt x="54206" y="278949"/>
                </a:lnTo>
                <a:cubicBezTo>
                  <a:pt x="53449" y="279246"/>
                  <a:pt x="52644" y="279402"/>
                  <a:pt x="51830" y="279410"/>
                </a:cubicBezTo>
                <a:cubicBezTo>
                  <a:pt x="50557" y="279412"/>
                  <a:pt x="49373" y="278758"/>
                  <a:pt x="48699" y="277678"/>
                </a:cubicBezTo>
                <a:cubicBezTo>
                  <a:pt x="47861" y="276551"/>
                  <a:pt x="47634" y="275083"/>
                  <a:pt x="48091" y="273755"/>
                </a:cubicBezTo>
                <a:cubicBezTo>
                  <a:pt x="48760" y="272230"/>
                  <a:pt x="49913" y="270968"/>
                  <a:pt x="51370" y="270164"/>
                </a:cubicBezTo>
                <a:cubicBezTo>
                  <a:pt x="52725" y="269167"/>
                  <a:pt x="54366" y="268637"/>
                  <a:pt x="56048" y="268653"/>
                </a:cubicBezTo>
                <a:cubicBezTo>
                  <a:pt x="57453" y="268723"/>
                  <a:pt x="58728" y="269500"/>
                  <a:pt x="59437" y="270716"/>
                </a:cubicBezTo>
                <a:cubicBezTo>
                  <a:pt x="59916" y="271458"/>
                  <a:pt x="60111" y="272346"/>
                  <a:pt x="59989" y="273221"/>
                </a:cubicBezTo>
                <a:cubicBezTo>
                  <a:pt x="59940" y="274059"/>
                  <a:pt x="59555" y="274842"/>
                  <a:pt x="58921" y="275394"/>
                </a:cubicBezTo>
                <a:lnTo>
                  <a:pt x="60984" y="278323"/>
                </a:lnTo>
                <a:cubicBezTo>
                  <a:pt x="62356" y="277249"/>
                  <a:pt x="63255" y="275684"/>
                  <a:pt x="63489" y="273958"/>
                </a:cubicBezTo>
                <a:cubicBezTo>
                  <a:pt x="63669" y="272145"/>
                  <a:pt x="63193" y="270327"/>
                  <a:pt x="62144" y="268837"/>
                </a:cubicBezTo>
                <a:cubicBezTo>
                  <a:pt x="60979" y="266813"/>
                  <a:pt x="58934" y="265452"/>
                  <a:pt x="56619" y="265154"/>
                </a:cubicBezTo>
                <a:close/>
                <a:moveTo>
                  <a:pt x="325271" y="254563"/>
                </a:moveTo>
                <a:cubicBezTo>
                  <a:pt x="326930" y="254460"/>
                  <a:pt x="328581" y="254865"/>
                  <a:pt x="330004" y="255723"/>
                </a:cubicBezTo>
                <a:cubicBezTo>
                  <a:pt x="331535" y="256359"/>
                  <a:pt x="332821" y="257470"/>
                  <a:pt x="333670" y="258891"/>
                </a:cubicBezTo>
                <a:cubicBezTo>
                  <a:pt x="333824" y="259230"/>
                  <a:pt x="333935" y="259590"/>
                  <a:pt x="333996" y="259956"/>
                </a:cubicBezTo>
                <a:cubicBezTo>
                  <a:pt x="334375" y="262245"/>
                  <a:pt x="332826" y="264406"/>
                  <a:pt x="330539" y="264785"/>
                </a:cubicBezTo>
                <a:cubicBezTo>
                  <a:pt x="328909" y="264911"/>
                  <a:pt x="327278" y="264524"/>
                  <a:pt x="325879" y="263680"/>
                </a:cubicBezTo>
                <a:cubicBezTo>
                  <a:pt x="324341" y="262995"/>
                  <a:pt x="323055" y="261849"/>
                  <a:pt x="322195" y="260402"/>
                </a:cubicBezTo>
                <a:cubicBezTo>
                  <a:pt x="321569" y="259254"/>
                  <a:pt x="321569" y="257866"/>
                  <a:pt x="322195" y="256718"/>
                </a:cubicBezTo>
                <a:cubicBezTo>
                  <a:pt x="322783" y="255519"/>
                  <a:pt x="323943" y="254705"/>
                  <a:pt x="325271" y="254563"/>
                </a:cubicBezTo>
                <a:close/>
                <a:moveTo>
                  <a:pt x="324461" y="251285"/>
                </a:moveTo>
                <a:cubicBezTo>
                  <a:pt x="324190" y="251351"/>
                  <a:pt x="323923" y="251434"/>
                  <a:pt x="323662" y="251528"/>
                </a:cubicBezTo>
                <a:cubicBezTo>
                  <a:pt x="319560" y="253020"/>
                  <a:pt x="317444" y="257552"/>
                  <a:pt x="318936" y="261654"/>
                </a:cubicBezTo>
                <a:cubicBezTo>
                  <a:pt x="320002" y="263958"/>
                  <a:pt x="321848" y="265811"/>
                  <a:pt x="324148" y="266885"/>
                </a:cubicBezTo>
                <a:cubicBezTo>
                  <a:pt x="326292" y="268173"/>
                  <a:pt x="328830" y="268644"/>
                  <a:pt x="331294" y="268211"/>
                </a:cubicBezTo>
                <a:cubicBezTo>
                  <a:pt x="333488" y="267740"/>
                  <a:pt x="335339" y="266277"/>
                  <a:pt x="336304" y="264251"/>
                </a:cubicBezTo>
                <a:lnTo>
                  <a:pt x="336267" y="264214"/>
                </a:lnTo>
                <a:cubicBezTo>
                  <a:pt x="337406" y="262290"/>
                  <a:pt x="337610" y="259952"/>
                  <a:pt x="336820" y="257860"/>
                </a:cubicBezTo>
                <a:cubicBezTo>
                  <a:pt x="335801" y="255574"/>
                  <a:pt x="333989" y="253734"/>
                  <a:pt x="331718" y="252684"/>
                </a:cubicBezTo>
                <a:cubicBezTo>
                  <a:pt x="329543" y="251367"/>
                  <a:pt x="326970" y="250872"/>
                  <a:pt x="324461" y="251285"/>
                </a:cubicBezTo>
                <a:close/>
                <a:moveTo>
                  <a:pt x="49141" y="245520"/>
                </a:moveTo>
                <a:lnTo>
                  <a:pt x="32656" y="253219"/>
                </a:lnTo>
                <a:lnTo>
                  <a:pt x="33338" y="254692"/>
                </a:lnTo>
                <a:lnTo>
                  <a:pt x="34038" y="256165"/>
                </a:lnTo>
                <a:lnTo>
                  <a:pt x="45918" y="250640"/>
                </a:lnTo>
                <a:lnTo>
                  <a:pt x="36948" y="262446"/>
                </a:lnTo>
                <a:lnTo>
                  <a:pt x="37685" y="264012"/>
                </a:lnTo>
                <a:lnTo>
                  <a:pt x="38421" y="265559"/>
                </a:lnTo>
                <a:lnTo>
                  <a:pt x="54906" y="257878"/>
                </a:lnTo>
                <a:lnTo>
                  <a:pt x="54206" y="256386"/>
                </a:lnTo>
                <a:lnTo>
                  <a:pt x="53525" y="254913"/>
                </a:lnTo>
                <a:lnTo>
                  <a:pt x="41958" y="260310"/>
                </a:lnTo>
                <a:lnTo>
                  <a:pt x="50688" y="248853"/>
                </a:lnTo>
                <a:lnTo>
                  <a:pt x="49915" y="247196"/>
                </a:lnTo>
                <a:close/>
                <a:moveTo>
                  <a:pt x="343340" y="238060"/>
                </a:moveTo>
                <a:lnTo>
                  <a:pt x="340356" y="245833"/>
                </a:lnTo>
                <a:lnTo>
                  <a:pt x="326395" y="240473"/>
                </a:lnTo>
                <a:lnTo>
                  <a:pt x="325769" y="242112"/>
                </a:lnTo>
                <a:lnTo>
                  <a:pt x="325143" y="243733"/>
                </a:lnTo>
                <a:lnTo>
                  <a:pt x="342161" y="250272"/>
                </a:lnTo>
                <a:lnTo>
                  <a:pt x="346361" y="239220"/>
                </a:lnTo>
                <a:lnTo>
                  <a:pt x="344850" y="238649"/>
                </a:lnTo>
                <a:close/>
                <a:moveTo>
                  <a:pt x="45936" y="237434"/>
                </a:moveTo>
                <a:lnTo>
                  <a:pt x="28954" y="243954"/>
                </a:lnTo>
                <a:lnTo>
                  <a:pt x="29580" y="245593"/>
                </a:lnTo>
                <a:lnTo>
                  <a:pt x="30207" y="247214"/>
                </a:lnTo>
                <a:lnTo>
                  <a:pt x="47189" y="240694"/>
                </a:lnTo>
                <a:lnTo>
                  <a:pt x="46562" y="239073"/>
                </a:lnTo>
                <a:close/>
                <a:moveTo>
                  <a:pt x="30373" y="225038"/>
                </a:moveTo>
                <a:lnTo>
                  <a:pt x="29323" y="225314"/>
                </a:lnTo>
                <a:cubicBezTo>
                  <a:pt x="27621" y="225578"/>
                  <a:pt x="26074" y="226456"/>
                  <a:pt x="24976" y="227783"/>
                </a:cubicBezTo>
                <a:cubicBezTo>
                  <a:pt x="24182" y="229120"/>
                  <a:pt x="24027" y="230741"/>
                  <a:pt x="24552" y="232203"/>
                </a:cubicBezTo>
                <a:cubicBezTo>
                  <a:pt x="24832" y="233660"/>
                  <a:pt x="25707" y="234934"/>
                  <a:pt x="26965" y="235721"/>
                </a:cubicBezTo>
                <a:lnTo>
                  <a:pt x="26965" y="235684"/>
                </a:lnTo>
                <a:cubicBezTo>
                  <a:pt x="28335" y="236362"/>
                  <a:pt x="29919" y="236469"/>
                  <a:pt x="31367" y="235979"/>
                </a:cubicBezTo>
                <a:lnTo>
                  <a:pt x="44002" y="232590"/>
                </a:lnTo>
                <a:lnTo>
                  <a:pt x="43542" y="230895"/>
                </a:lnTo>
                <a:lnTo>
                  <a:pt x="43100" y="229219"/>
                </a:lnTo>
                <a:lnTo>
                  <a:pt x="30465" y="232608"/>
                </a:lnTo>
                <a:cubicBezTo>
                  <a:pt x="29824" y="232811"/>
                  <a:pt x="29135" y="232811"/>
                  <a:pt x="28494" y="232608"/>
                </a:cubicBezTo>
                <a:cubicBezTo>
                  <a:pt x="28429" y="232570"/>
                  <a:pt x="28367" y="232525"/>
                  <a:pt x="28306" y="232479"/>
                </a:cubicBezTo>
                <a:cubicBezTo>
                  <a:pt x="27402" y="231787"/>
                  <a:pt x="27230" y="230492"/>
                  <a:pt x="27923" y="229588"/>
                </a:cubicBezTo>
                <a:cubicBezTo>
                  <a:pt x="28560" y="229033"/>
                  <a:pt x="29337" y="228665"/>
                  <a:pt x="30170" y="228519"/>
                </a:cubicBezTo>
                <a:lnTo>
                  <a:pt x="31220" y="228243"/>
                </a:lnTo>
                <a:close/>
                <a:moveTo>
                  <a:pt x="716361" y="221283"/>
                </a:moveTo>
                <a:lnTo>
                  <a:pt x="716296" y="221412"/>
                </a:lnTo>
                <a:lnTo>
                  <a:pt x="716307" y="221342"/>
                </a:lnTo>
                <a:close/>
                <a:moveTo>
                  <a:pt x="337575" y="219182"/>
                </a:moveTo>
                <a:cubicBezTo>
                  <a:pt x="339164" y="218688"/>
                  <a:pt x="340866" y="218688"/>
                  <a:pt x="342456" y="219182"/>
                </a:cubicBezTo>
                <a:cubicBezTo>
                  <a:pt x="344064" y="219487"/>
                  <a:pt x="345532" y="220294"/>
                  <a:pt x="346655" y="221484"/>
                </a:cubicBezTo>
                <a:cubicBezTo>
                  <a:pt x="346887" y="221775"/>
                  <a:pt x="347081" y="222097"/>
                  <a:pt x="347230" y="222440"/>
                </a:cubicBezTo>
                <a:cubicBezTo>
                  <a:pt x="348154" y="224576"/>
                  <a:pt x="347173" y="227061"/>
                  <a:pt x="345034" y="227986"/>
                </a:cubicBezTo>
                <a:cubicBezTo>
                  <a:pt x="343476" y="228481"/>
                  <a:pt x="341804" y="228481"/>
                  <a:pt x="340245" y="227986"/>
                </a:cubicBezTo>
                <a:cubicBezTo>
                  <a:pt x="338610" y="227674"/>
                  <a:pt x="337111" y="226864"/>
                  <a:pt x="335954" y="225665"/>
                </a:cubicBezTo>
                <a:cubicBezTo>
                  <a:pt x="335672" y="225330"/>
                  <a:pt x="335446" y="224954"/>
                  <a:pt x="335284" y="224547"/>
                </a:cubicBezTo>
                <a:cubicBezTo>
                  <a:pt x="334434" y="222432"/>
                  <a:pt x="335460" y="220031"/>
                  <a:pt x="337575" y="219182"/>
                </a:cubicBezTo>
                <a:close/>
                <a:moveTo>
                  <a:pt x="343266" y="215792"/>
                </a:moveTo>
                <a:cubicBezTo>
                  <a:pt x="340841" y="215046"/>
                  <a:pt x="338229" y="215190"/>
                  <a:pt x="335899" y="216197"/>
                </a:cubicBezTo>
                <a:cubicBezTo>
                  <a:pt x="335650" y="216330"/>
                  <a:pt x="335407" y="216475"/>
                  <a:pt x="335173" y="216634"/>
                </a:cubicBezTo>
                <a:cubicBezTo>
                  <a:pt x="331567" y="219072"/>
                  <a:pt x="330622" y="223974"/>
                  <a:pt x="333063" y="227580"/>
                </a:cubicBezTo>
                <a:cubicBezTo>
                  <a:pt x="334661" y="229558"/>
                  <a:pt x="336905" y="230914"/>
                  <a:pt x="339399" y="231411"/>
                </a:cubicBezTo>
                <a:cubicBezTo>
                  <a:pt x="341793" y="232140"/>
                  <a:pt x="344368" y="231984"/>
                  <a:pt x="346655" y="230969"/>
                </a:cubicBezTo>
                <a:cubicBezTo>
                  <a:pt x="348654" y="229960"/>
                  <a:pt x="350083" y="228096"/>
                  <a:pt x="350542" y="225904"/>
                </a:cubicBezTo>
                <a:cubicBezTo>
                  <a:pt x="351185" y="223747"/>
                  <a:pt x="350790" y="221412"/>
                  <a:pt x="349473" y="219586"/>
                </a:cubicBezTo>
                <a:cubicBezTo>
                  <a:pt x="347932" y="217612"/>
                  <a:pt x="345727" y="216262"/>
                  <a:pt x="343266" y="215792"/>
                </a:cubicBezTo>
                <a:close/>
                <a:moveTo>
                  <a:pt x="39655" y="214595"/>
                </a:moveTo>
                <a:lnTo>
                  <a:pt x="21808" y="218076"/>
                </a:lnTo>
                <a:lnTo>
                  <a:pt x="22139" y="219789"/>
                </a:lnTo>
                <a:lnTo>
                  <a:pt x="22471" y="221502"/>
                </a:lnTo>
                <a:lnTo>
                  <a:pt x="40319" y="218039"/>
                </a:lnTo>
                <a:lnTo>
                  <a:pt x="39987" y="216308"/>
                </a:lnTo>
                <a:close/>
                <a:moveTo>
                  <a:pt x="78408" y="214410"/>
                </a:moveTo>
                <a:cubicBezTo>
                  <a:pt x="85236" y="216081"/>
                  <a:pt x="92193" y="217184"/>
                  <a:pt x="99203" y="217707"/>
                </a:cubicBezTo>
                <a:cubicBezTo>
                  <a:pt x="112648" y="218241"/>
                  <a:pt x="131693" y="217099"/>
                  <a:pt x="149117" y="217302"/>
                </a:cubicBezTo>
                <a:cubicBezTo>
                  <a:pt x="151898" y="217818"/>
                  <a:pt x="154403" y="218241"/>
                  <a:pt x="156356" y="218481"/>
                </a:cubicBezTo>
                <a:cubicBezTo>
                  <a:pt x="161034" y="219126"/>
                  <a:pt x="168825" y="219954"/>
                  <a:pt x="172251" y="220323"/>
                </a:cubicBezTo>
                <a:lnTo>
                  <a:pt x="167370" y="240049"/>
                </a:lnTo>
                <a:lnTo>
                  <a:pt x="186912" y="243364"/>
                </a:lnTo>
                <a:lnTo>
                  <a:pt x="206435" y="240049"/>
                </a:lnTo>
                <a:lnTo>
                  <a:pt x="201555" y="220341"/>
                </a:lnTo>
                <a:cubicBezTo>
                  <a:pt x="204980" y="219936"/>
                  <a:pt x="212771" y="219107"/>
                  <a:pt x="217450" y="218499"/>
                </a:cubicBezTo>
                <a:cubicBezTo>
                  <a:pt x="219402" y="218260"/>
                  <a:pt x="221907" y="217836"/>
                  <a:pt x="224707" y="217320"/>
                </a:cubicBezTo>
                <a:cubicBezTo>
                  <a:pt x="242131" y="217118"/>
                  <a:pt x="261157" y="218260"/>
                  <a:pt x="274621" y="217726"/>
                </a:cubicBezTo>
                <a:lnTo>
                  <a:pt x="274695" y="217707"/>
                </a:lnTo>
                <a:cubicBezTo>
                  <a:pt x="281699" y="217182"/>
                  <a:pt x="288648" y="216081"/>
                  <a:pt x="295471" y="214410"/>
                </a:cubicBezTo>
                <a:cubicBezTo>
                  <a:pt x="295471" y="214410"/>
                  <a:pt x="289374" y="224209"/>
                  <a:pt x="282393" y="228998"/>
                </a:cubicBezTo>
                <a:cubicBezTo>
                  <a:pt x="255499" y="236772"/>
                  <a:pt x="227893" y="241832"/>
                  <a:pt x="199989" y="244101"/>
                </a:cubicBezTo>
                <a:lnTo>
                  <a:pt x="205275" y="265245"/>
                </a:lnTo>
                <a:lnTo>
                  <a:pt x="186857" y="269224"/>
                </a:lnTo>
                <a:lnTo>
                  <a:pt x="168438" y="265245"/>
                </a:lnTo>
                <a:lnTo>
                  <a:pt x="173724" y="244101"/>
                </a:lnTo>
                <a:cubicBezTo>
                  <a:pt x="145875" y="241821"/>
                  <a:pt x="118327" y="236761"/>
                  <a:pt x="91485" y="228998"/>
                </a:cubicBezTo>
                <a:cubicBezTo>
                  <a:pt x="84505" y="224209"/>
                  <a:pt x="78408" y="214410"/>
                  <a:pt x="78408" y="214410"/>
                </a:cubicBezTo>
                <a:close/>
                <a:moveTo>
                  <a:pt x="693822" y="204267"/>
                </a:moveTo>
                <a:cubicBezTo>
                  <a:pt x="698381" y="204267"/>
                  <a:pt x="698638" y="212294"/>
                  <a:pt x="700243" y="212294"/>
                </a:cubicBezTo>
                <a:cubicBezTo>
                  <a:pt x="702587" y="212104"/>
                  <a:pt x="704885" y="211541"/>
                  <a:pt x="707050" y="210625"/>
                </a:cubicBezTo>
                <a:cubicBezTo>
                  <a:pt x="709680" y="210469"/>
                  <a:pt x="712317" y="210469"/>
                  <a:pt x="714948" y="210625"/>
                </a:cubicBezTo>
                <a:cubicBezTo>
                  <a:pt x="716232" y="210625"/>
                  <a:pt x="717709" y="210881"/>
                  <a:pt x="717709" y="211909"/>
                </a:cubicBezTo>
                <a:cubicBezTo>
                  <a:pt x="717968" y="213437"/>
                  <a:pt x="717744" y="215009"/>
                  <a:pt x="717067" y="216403"/>
                </a:cubicBezTo>
                <a:lnTo>
                  <a:pt x="716307" y="221342"/>
                </a:lnTo>
                <a:lnTo>
                  <a:pt x="712893" y="225072"/>
                </a:lnTo>
                <a:cubicBezTo>
                  <a:pt x="712379" y="225907"/>
                  <a:pt x="709875" y="226484"/>
                  <a:pt x="709361" y="227705"/>
                </a:cubicBezTo>
                <a:cubicBezTo>
                  <a:pt x="708206" y="230594"/>
                  <a:pt x="708206" y="233227"/>
                  <a:pt x="706857" y="234832"/>
                </a:cubicBezTo>
                <a:cubicBezTo>
                  <a:pt x="705509" y="236438"/>
                  <a:pt x="703967" y="236887"/>
                  <a:pt x="701849" y="238235"/>
                </a:cubicBezTo>
                <a:cubicBezTo>
                  <a:pt x="699730" y="239584"/>
                  <a:pt x="697482" y="238364"/>
                  <a:pt x="696070" y="238749"/>
                </a:cubicBezTo>
                <a:cubicBezTo>
                  <a:pt x="693681" y="240164"/>
                  <a:pt x="691110" y="241244"/>
                  <a:pt x="688428" y="241960"/>
                </a:cubicBezTo>
                <a:cubicBezTo>
                  <a:pt x="683741" y="241960"/>
                  <a:pt x="679310" y="239841"/>
                  <a:pt x="679310" y="234447"/>
                </a:cubicBezTo>
                <a:cubicBezTo>
                  <a:pt x="679310" y="233163"/>
                  <a:pt x="680273" y="230080"/>
                  <a:pt x="680273" y="228796"/>
                </a:cubicBezTo>
                <a:cubicBezTo>
                  <a:pt x="680273" y="227512"/>
                  <a:pt x="678925" y="225586"/>
                  <a:pt x="678925" y="224302"/>
                </a:cubicBezTo>
                <a:cubicBezTo>
                  <a:pt x="678925" y="223017"/>
                  <a:pt x="681301" y="220577"/>
                  <a:pt x="681686" y="219036"/>
                </a:cubicBezTo>
                <a:cubicBezTo>
                  <a:pt x="682443" y="214302"/>
                  <a:pt x="684939" y="210021"/>
                  <a:pt x="688685" y="207029"/>
                </a:cubicBezTo>
                <a:cubicBezTo>
                  <a:pt x="690419" y="206129"/>
                  <a:pt x="692538" y="204267"/>
                  <a:pt x="693822" y="204267"/>
                </a:cubicBezTo>
                <a:close/>
                <a:moveTo>
                  <a:pt x="37537" y="197374"/>
                </a:moveTo>
                <a:lnTo>
                  <a:pt x="19487" y="199602"/>
                </a:lnTo>
                <a:lnTo>
                  <a:pt x="21034" y="212274"/>
                </a:lnTo>
                <a:lnTo>
                  <a:pt x="22637" y="212090"/>
                </a:lnTo>
                <a:lnTo>
                  <a:pt x="24239" y="211887"/>
                </a:lnTo>
                <a:lnTo>
                  <a:pt x="23116" y="202678"/>
                </a:lnTo>
                <a:lnTo>
                  <a:pt x="27812" y="202089"/>
                </a:lnTo>
                <a:lnTo>
                  <a:pt x="28807" y="210211"/>
                </a:lnTo>
                <a:lnTo>
                  <a:pt x="30373" y="210027"/>
                </a:lnTo>
                <a:lnTo>
                  <a:pt x="31920" y="209843"/>
                </a:lnTo>
                <a:lnTo>
                  <a:pt x="30925" y="201720"/>
                </a:lnTo>
                <a:lnTo>
                  <a:pt x="34756" y="201241"/>
                </a:lnTo>
                <a:lnTo>
                  <a:pt x="35824" y="209990"/>
                </a:lnTo>
                <a:lnTo>
                  <a:pt x="37445" y="209806"/>
                </a:lnTo>
                <a:lnTo>
                  <a:pt x="39029" y="209603"/>
                </a:lnTo>
                <a:close/>
                <a:moveTo>
                  <a:pt x="341940" y="194298"/>
                </a:moveTo>
                <a:cubicBezTo>
                  <a:pt x="340205" y="194272"/>
                  <a:pt x="338529" y="194935"/>
                  <a:pt x="337280" y="196140"/>
                </a:cubicBezTo>
                <a:cubicBezTo>
                  <a:pt x="334499" y="199298"/>
                  <a:pt x="334499" y="204032"/>
                  <a:pt x="337280" y="207191"/>
                </a:cubicBezTo>
                <a:cubicBezTo>
                  <a:pt x="341196" y="210484"/>
                  <a:pt x="346744" y="211005"/>
                  <a:pt x="351205" y="208498"/>
                </a:cubicBezTo>
                <a:cubicBezTo>
                  <a:pt x="353028" y="207233"/>
                  <a:pt x="354159" y="205190"/>
                  <a:pt x="354262" y="202973"/>
                </a:cubicBezTo>
                <a:cubicBezTo>
                  <a:pt x="354472" y="201050"/>
                  <a:pt x="353662" y="199156"/>
                  <a:pt x="352126" y="197981"/>
                </a:cubicBezTo>
                <a:lnTo>
                  <a:pt x="351849" y="197834"/>
                </a:lnTo>
                <a:lnTo>
                  <a:pt x="354225" y="197687"/>
                </a:lnTo>
                <a:lnTo>
                  <a:pt x="354391" y="195384"/>
                </a:lnTo>
                <a:lnTo>
                  <a:pt x="344611" y="194537"/>
                </a:lnTo>
                <a:lnTo>
                  <a:pt x="344003" y="201518"/>
                </a:lnTo>
                <a:lnTo>
                  <a:pt x="347134" y="201794"/>
                </a:lnTo>
                <a:lnTo>
                  <a:pt x="347466" y="197852"/>
                </a:lnTo>
                <a:cubicBezTo>
                  <a:pt x="348247" y="198085"/>
                  <a:pt x="348976" y="198460"/>
                  <a:pt x="349621" y="198958"/>
                </a:cubicBezTo>
                <a:cubicBezTo>
                  <a:pt x="350626" y="199740"/>
                  <a:pt x="351155" y="200987"/>
                  <a:pt x="351021" y="202254"/>
                </a:cubicBezTo>
                <a:cubicBezTo>
                  <a:pt x="351000" y="203638"/>
                  <a:pt x="350315" y="204927"/>
                  <a:pt x="349179" y="205717"/>
                </a:cubicBezTo>
                <a:cubicBezTo>
                  <a:pt x="347707" y="206500"/>
                  <a:pt x="346020" y="206785"/>
                  <a:pt x="344372" y="206528"/>
                </a:cubicBezTo>
                <a:cubicBezTo>
                  <a:pt x="342688" y="206478"/>
                  <a:pt x="341065" y="205883"/>
                  <a:pt x="339748" y="204833"/>
                </a:cubicBezTo>
                <a:cubicBezTo>
                  <a:pt x="338702" y="203912"/>
                  <a:pt x="338177" y="202533"/>
                  <a:pt x="338349" y="201149"/>
                </a:cubicBezTo>
                <a:cubicBezTo>
                  <a:pt x="338422" y="200262"/>
                  <a:pt x="338815" y="199431"/>
                  <a:pt x="339454" y="198810"/>
                </a:cubicBezTo>
                <a:cubicBezTo>
                  <a:pt x="340017" y="198188"/>
                  <a:pt x="340808" y="197817"/>
                  <a:pt x="341646" y="197779"/>
                </a:cubicBezTo>
                <a:close/>
                <a:moveTo>
                  <a:pt x="90361" y="188643"/>
                </a:moveTo>
                <a:cubicBezTo>
                  <a:pt x="94167" y="189352"/>
                  <a:pt x="98022" y="189771"/>
                  <a:pt x="101891" y="189896"/>
                </a:cubicBezTo>
                <a:cubicBezTo>
                  <a:pt x="104636" y="190006"/>
                  <a:pt x="108025" y="189896"/>
                  <a:pt x="111893" y="189896"/>
                </a:cubicBezTo>
                <a:cubicBezTo>
                  <a:pt x="115337" y="189785"/>
                  <a:pt x="119242" y="189785"/>
                  <a:pt x="123349" y="189785"/>
                </a:cubicBezTo>
                <a:cubicBezTo>
                  <a:pt x="128119" y="189785"/>
                  <a:pt x="134142" y="189841"/>
                  <a:pt x="140644" y="190227"/>
                </a:cubicBezTo>
                <a:cubicBezTo>
                  <a:pt x="146781" y="192060"/>
                  <a:pt x="153023" y="193511"/>
                  <a:pt x="159339" y="194574"/>
                </a:cubicBezTo>
                <a:cubicBezTo>
                  <a:pt x="163713" y="195195"/>
                  <a:pt x="168126" y="195497"/>
                  <a:pt x="172545" y="195477"/>
                </a:cubicBezTo>
                <a:lnTo>
                  <a:pt x="168088" y="214429"/>
                </a:lnTo>
                <a:lnTo>
                  <a:pt x="186506" y="216603"/>
                </a:lnTo>
                <a:lnTo>
                  <a:pt x="186709" y="216603"/>
                </a:lnTo>
                <a:lnTo>
                  <a:pt x="186948" y="216603"/>
                </a:lnTo>
                <a:lnTo>
                  <a:pt x="205496" y="214392"/>
                </a:lnTo>
                <a:lnTo>
                  <a:pt x="201038" y="195440"/>
                </a:lnTo>
                <a:cubicBezTo>
                  <a:pt x="205457" y="195460"/>
                  <a:pt x="209870" y="195158"/>
                  <a:pt x="214244" y="194537"/>
                </a:cubicBezTo>
                <a:cubicBezTo>
                  <a:pt x="220584" y="193497"/>
                  <a:pt x="226852" y="192062"/>
                  <a:pt x="233013" y="190246"/>
                </a:cubicBezTo>
                <a:cubicBezTo>
                  <a:pt x="239514" y="189804"/>
                  <a:pt x="245537" y="189804"/>
                  <a:pt x="250308" y="189804"/>
                </a:cubicBezTo>
                <a:cubicBezTo>
                  <a:pt x="254397" y="189804"/>
                  <a:pt x="258320" y="189914"/>
                  <a:pt x="261764" y="189914"/>
                </a:cubicBezTo>
                <a:cubicBezTo>
                  <a:pt x="265650" y="189914"/>
                  <a:pt x="269039" y="189914"/>
                  <a:pt x="271765" y="189914"/>
                </a:cubicBezTo>
                <a:lnTo>
                  <a:pt x="271765" y="189896"/>
                </a:lnTo>
                <a:cubicBezTo>
                  <a:pt x="275635" y="189771"/>
                  <a:pt x="279490" y="189352"/>
                  <a:pt x="283295" y="188643"/>
                </a:cubicBezTo>
                <a:cubicBezTo>
                  <a:pt x="280172" y="192799"/>
                  <a:pt x="276447" y="196468"/>
                  <a:pt x="272244" y="199529"/>
                </a:cubicBezTo>
                <a:cubicBezTo>
                  <a:pt x="267111" y="202454"/>
                  <a:pt x="261731" y="204918"/>
                  <a:pt x="256165" y="206896"/>
                </a:cubicBezTo>
                <a:cubicBezTo>
                  <a:pt x="243279" y="210618"/>
                  <a:pt x="230169" y="213516"/>
                  <a:pt x="216915" y="215571"/>
                </a:cubicBezTo>
                <a:cubicBezTo>
                  <a:pt x="210874" y="216345"/>
                  <a:pt x="199510" y="217542"/>
                  <a:pt x="199399" y="217542"/>
                </a:cubicBezTo>
                <a:lnTo>
                  <a:pt x="197705" y="217708"/>
                </a:lnTo>
                <a:lnTo>
                  <a:pt x="202622" y="237655"/>
                </a:lnTo>
                <a:lnTo>
                  <a:pt x="186764" y="240344"/>
                </a:lnTo>
                <a:lnTo>
                  <a:pt x="170887" y="237655"/>
                </a:lnTo>
                <a:lnTo>
                  <a:pt x="175823" y="217708"/>
                </a:lnTo>
                <a:lnTo>
                  <a:pt x="174110" y="217542"/>
                </a:lnTo>
                <a:cubicBezTo>
                  <a:pt x="174000" y="217524"/>
                  <a:pt x="162636" y="216345"/>
                  <a:pt x="156594" y="215571"/>
                </a:cubicBezTo>
                <a:cubicBezTo>
                  <a:pt x="143390" y="213506"/>
                  <a:pt x="130330" y="210609"/>
                  <a:pt x="117492" y="206896"/>
                </a:cubicBezTo>
                <a:cubicBezTo>
                  <a:pt x="111926" y="204918"/>
                  <a:pt x="106546" y="202454"/>
                  <a:pt x="101412" y="199529"/>
                </a:cubicBezTo>
                <a:cubicBezTo>
                  <a:pt x="97209" y="196468"/>
                  <a:pt x="93485" y="192799"/>
                  <a:pt x="90361" y="188643"/>
                </a:cubicBezTo>
                <a:close/>
                <a:moveTo>
                  <a:pt x="779481" y="188472"/>
                </a:moveTo>
                <a:cubicBezTo>
                  <a:pt x="781151" y="188215"/>
                  <a:pt x="781986" y="190078"/>
                  <a:pt x="784619" y="189628"/>
                </a:cubicBezTo>
                <a:cubicBezTo>
                  <a:pt x="785454" y="189564"/>
                  <a:pt x="788600" y="192324"/>
                  <a:pt x="789820" y="192324"/>
                </a:cubicBezTo>
                <a:cubicBezTo>
                  <a:pt x="791508" y="192810"/>
                  <a:pt x="793274" y="192963"/>
                  <a:pt x="795021" y="192774"/>
                </a:cubicBezTo>
                <a:cubicBezTo>
                  <a:pt x="796562" y="192581"/>
                  <a:pt x="798938" y="194379"/>
                  <a:pt x="800158" y="194379"/>
                </a:cubicBezTo>
                <a:cubicBezTo>
                  <a:pt x="801652" y="194269"/>
                  <a:pt x="803134" y="194033"/>
                  <a:pt x="804589" y="193673"/>
                </a:cubicBezTo>
                <a:cubicBezTo>
                  <a:pt x="807221" y="193159"/>
                  <a:pt x="813129" y="200287"/>
                  <a:pt x="815119" y="202984"/>
                </a:cubicBezTo>
                <a:lnTo>
                  <a:pt x="814542" y="203112"/>
                </a:lnTo>
                <a:cubicBezTo>
                  <a:pt x="815605" y="204357"/>
                  <a:pt x="816531" y="205714"/>
                  <a:pt x="817303" y="207158"/>
                </a:cubicBezTo>
                <a:cubicBezTo>
                  <a:pt x="817678" y="208893"/>
                  <a:pt x="817678" y="210688"/>
                  <a:pt x="817303" y="212423"/>
                </a:cubicBezTo>
                <a:cubicBezTo>
                  <a:pt x="816404" y="215249"/>
                  <a:pt x="814734" y="216020"/>
                  <a:pt x="813578" y="217304"/>
                </a:cubicBezTo>
                <a:cubicBezTo>
                  <a:pt x="812423" y="218588"/>
                  <a:pt x="811973" y="221670"/>
                  <a:pt x="810689" y="223211"/>
                </a:cubicBezTo>
                <a:cubicBezTo>
                  <a:pt x="809699" y="224655"/>
                  <a:pt x="808559" y="225990"/>
                  <a:pt x="807286" y="227192"/>
                </a:cubicBezTo>
                <a:cubicBezTo>
                  <a:pt x="805515" y="228408"/>
                  <a:pt x="803498" y="229219"/>
                  <a:pt x="801378" y="229568"/>
                </a:cubicBezTo>
                <a:cubicBezTo>
                  <a:pt x="799965" y="229568"/>
                  <a:pt x="797782" y="229183"/>
                  <a:pt x="796369" y="229568"/>
                </a:cubicBezTo>
                <a:cubicBezTo>
                  <a:pt x="793930" y="230210"/>
                  <a:pt x="792838" y="232072"/>
                  <a:pt x="791104" y="232072"/>
                </a:cubicBezTo>
                <a:cubicBezTo>
                  <a:pt x="789370" y="232072"/>
                  <a:pt x="787637" y="230467"/>
                  <a:pt x="786995" y="227706"/>
                </a:cubicBezTo>
                <a:cubicBezTo>
                  <a:pt x="786995" y="226294"/>
                  <a:pt x="787701" y="223660"/>
                  <a:pt x="786995" y="221927"/>
                </a:cubicBezTo>
                <a:cubicBezTo>
                  <a:pt x="785437" y="219419"/>
                  <a:pt x="784022" y="216824"/>
                  <a:pt x="782756" y="214157"/>
                </a:cubicBezTo>
                <a:cubicBezTo>
                  <a:pt x="782628" y="211011"/>
                  <a:pt x="779353" y="209469"/>
                  <a:pt x="779353" y="207415"/>
                </a:cubicBezTo>
                <a:cubicBezTo>
                  <a:pt x="779363" y="204779"/>
                  <a:pt x="778676" y="202187"/>
                  <a:pt x="777363" y="199902"/>
                </a:cubicBezTo>
                <a:cubicBezTo>
                  <a:pt x="776910" y="198366"/>
                  <a:pt x="777048" y="196718"/>
                  <a:pt x="777748" y="195279"/>
                </a:cubicBezTo>
                <a:cubicBezTo>
                  <a:pt x="778776" y="193866"/>
                  <a:pt x="777363" y="190078"/>
                  <a:pt x="779481" y="188472"/>
                </a:cubicBezTo>
                <a:close/>
                <a:moveTo>
                  <a:pt x="30096" y="181902"/>
                </a:moveTo>
                <a:lnTo>
                  <a:pt x="34093" y="181902"/>
                </a:lnTo>
                <a:lnTo>
                  <a:pt x="34093" y="185770"/>
                </a:lnTo>
                <a:cubicBezTo>
                  <a:pt x="34129" y="186485"/>
                  <a:pt x="33956" y="187196"/>
                  <a:pt x="33595" y="187815"/>
                </a:cubicBezTo>
                <a:cubicBezTo>
                  <a:pt x="33280" y="188270"/>
                  <a:pt x="32748" y="188524"/>
                  <a:pt x="32195" y="188478"/>
                </a:cubicBezTo>
                <a:cubicBezTo>
                  <a:pt x="31597" y="188528"/>
                  <a:pt x="31007" y="188305"/>
                  <a:pt x="30593" y="187870"/>
                </a:cubicBezTo>
                <a:cubicBezTo>
                  <a:pt x="30203" y="187292"/>
                  <a:pt x="30028" y="186594"/>
                  <a:pt x="30096" y="185899"/>
                </a:cubicBezTo>
                <a:close/>
                <a:moveTo>
                  <a:pt x="22194" y="181662"/>
                </a:moveTo>
                <a:lnTo>
                  <a:pt x="27038" y="181754"/>
                </a:lnTo>
                <a:lnTo>
                  <a:pt x="27038" y="185917"/>
                </a:lnTo>
                <a:cubicBezTo>
                  <a:pt x="27075" y="186663"/>
                  <a:pt x="26867" y="187400"/>
                  <a:pt x="26449" y="188017"/>
                </a:cubicBezTo>
                <a:cubicBezTo>
                  <a:pt x="26014" y="188496"/>
                  <a:pt x="25379" y="188742"/>
                  <a:pt x="24736" y="188680"/>
                </a:cubicBezTo>
                <a:cubicBezTo>
                  <a:pt x="24020" y="188720"/>
                  <a:pt x="23318" y="188459"/>
                  <a:pt x="22802" y="187961"/>
                </a:cubicBezTo>
                <a:cubicBezTo>
                  <a:pt x="22338" y="187379"/>
                  <a:pt x="22121" y="186639"/>
                  <a:pt x="22194" y="185899"/>
                </a:cubicBezTo>
                <a:close/>
                <a:moveTo>
                  <a:pt x="19156" y="178255"/>
                </a:moveTo>
                <a:lnTo>
                  <a:pt x="19156" y="179931"/>
                </a:lnTo>
                <a:lnTo>
                  <a:pt x="19137" y="185844"/>
                </a:lnTo>
                <a:cubicBezTo>
                  <a:pt x="18982" y="187520"/>
                  <a:pt x="19471" y="189190"/>
                  <a:pt x="20500" y="190522"/>
                </a:cubicBezTo>
                <a:cubicBezTo>
                  <a:pt x="21605" y="191653"/>
                  <a:pt x="23140" y="192255"/>
                  <a:pt x="24718" y="192180"/>
                </a:cubicBezTo>
                <a:cubicBezTo>
                  <a:pt x="26074" y="192277"/>
                  <a:pt x="27392" y="191699"/>
                  <a:pt x="28236" y="190632"/>
                </a:cubicBezTo>
                <a:cubicBezTo>
                  <a:pt x="28485" y="190317"/>
                  <a:pt x="28689" y="189971"/>
                  <a:pt x="28844" y="189601"/>
                </a:cubicBezTo>
                <a:cubicBezTo>
                  <a:pt x="29560" y="190964"/>
                  <a:pt x="30990" y="191798"/>
                  <a:pt x="32527" y="191756"/>
                </a:cubicBezTo>
                <a:cubicBezTo>
                  <a:pt x="33800" y="191846"/>
                  <a:pt x="35049" y="191367"/>
                  <a:pt x="35935" y="190448"/>
                </a:cubicBezTo>
                <a:cubicBezTo>
                  <a:pt x="36813" y="189391"/>
                  <a:pt x="37267" y="188045"/>
                  <a:pt x="37206" y="186672"/>
                </a:cubicBezTo>
                <a:lnTo>
                  <a:pt x="37335" y="180244"/>
                </a:lnTo>
                <a:lnTo>
                  <a:pt x="37335" y="178587"/>
                </a:lnTo>
                <a:close/>
                <a:moveTo>
                  <a:pt x="336488" y="175013"/>
                </a:moveTo>
                <a:lnTo>
                  <a:pt x="336488" y="177003"/>
                </a:lnTo>
                <a:lnTo>
                  <a:pt x="336488" y="178973"/>
                </a:lnTo>
                <a:lnTo>
                  <a:pt x="344464" y="181957"/>
                </a:lnTo>
                <a:lnTo>
                  <a:pt x="336709" y="185641"/>
                </a:lnTo>
                <a:lnTo>
                  <a:pt x="336709" y="187722"/>
                </a:lnTo>
                <a:lnTo>
                  <a:pt x="336709" y="189804"/>
                </a:lnTo>
                <a:lnTo>
                  <a:pt x="347760" y="183560"/>
                </a:lnTo>
                <a:lnTo>
                  <a:pt x="354594" y="183320"/>
                </a:lnTo>
                <a:lnTo>
                  <a:pt x="354594" y="181570"/>
                </a:lnTo>
                <a:lnTo>
                  <a:pt x="354594" y="179839"/>
                </a:lnTo>
                <a:lnTo>
                  <a:pt x="347687" y="180079"/>
                </a:lnTo>
                <a:close/>
                <a:moveTo>
                  <a:pt x="272189" y="159929"/>
                </a:moveTo>
                <a:cubicBezTo>
                  <a:pt x="269166" y="164425"/>
                  <a:pt x="265499" y="168453"/>
                  <a:pt x="261304" y="171883"/>
                </a:cubicBezTo>
                <a:cubicBezTo>
                  <a:pt x="256434" y="176033"/>
                  <a:pt x="251039" y="179525"/>
                  <a:pt x="245261" y="182271"/>
                </a:cubicBezTo>
                <a:cubicBezTo>
                  <a:pt x="235179" y="186763"/>
                  <a:pt x="224544" y="189891"/>
                  <a:pt x="213637" y="191572"/>
                </a:cubicBezTo>
                <a:cubicBezTo>
                  <a:pt x="209115" y="192189"/>
                  <a:pt x="204552" y="192479"/>
                  <a:pt x="199988" y="192438"/>
                </a:cubicBezTo>
                <a:lnTo>
                  <a:pt x="197170" y="192438"/>
                </a:lnTo>
                <a:lnTo>
                  <a:pt x="201738" y="211833"/>
                </a:lnTo>
                <a:lnTo>
                  <a:pt x="187003" y="213675"/>
                </a:lnTo>
                <a:lnTo>
                  <a:pt x="186819" y="213675"/>
                </a:lnTo>
                <a:lnTo>
                  <a:pt x="186617" y="213675"/>
                </a:lnTo>
                <a:lnTo>
                  <a:pt x="171882" y="211833"/>
                </a:lnTo>
                <a:lnTo>
                  <a:pt x="176468" y="192475"/>
                </a:lnTo>
                <a:lnTo>
                  <a:pt x="173650" y="192475"/>
                </a:lnTo>
                <a:cubicBezTo>
                  <a:pt x="169086" y="192517"/>
                  <a:pt x="164524" y="192228"/>
                  <a:pt x="160002" y="191609"/>
                </a:cubicBezTo>
                <a:cubicBezTo>
                  <a:pt x="149093" y="189933"/>
                  <a:pt x="138458" y="186804"/>
                  <a:pt x="128377" y="182308"/>
                </a:cubicBezTo>
                <a:cubicBezTo>
                  <a:pt x="122583" y="179562"/>
                  <a:pt x="117177" y="176062"/>
                  <a:pt x="112298" y="171901"/>
                </a:cubicBezTo>
                <a:cubicBezTo>
                  <a:pt x="108109" y="168483"/>
                  <a:pt x="104453" y="164460"/>
                  <a:pt x="101449" y="159966"/>
                </a:cubicBezTo>
                <a:cubicBezTo>
                  <a:pt x="105465" y="160574"/>
                  <a:pt x="111377" y="161255"/>
                  <a:pt x="112832" y="161255"/>
                </a:cubicBezTo>
                <a:lnTo>
                  <a:pt x="117252" y="161458"/>
                </a:lnTo>
                <a:cubicBezTo>
                  <a:pt x="122612" y="161697"/>
                  <a:pt x="129574" y="162029"/>
                  <a:pt x="138028" y="162545"/>
                </a:cubicBezTo>
                <a:cubicBezTo>
                  <a:pt x="138784" y="162968"/>
                  <a:pt x="139557" y="163374"/>
                  <a:pt x="140349" y="163779"/>
                </a:cubicBezTo>
                <a:cubicBezTo>
                  <a:pt x="147722" y="167512"/>
                  <a:pt x="155644" y="170043"/>
                  <a:pt x="163814" y="171275"/>
                </a:cubicBezTo>
                <a:cubicBezTo>
                  <a:pt x="165205" y="171470"/>
                  <a:pt x="166609" y="171562"/>
                  <a:pt x="168014" y="171551"/>
                </a:cubicBezTo>
                <a:cubicBezTo>
                  <a:pt x="169948" y="171551"/>
                  <a:pt x="171808" y="171404"/>
                  <a:pt x="173171" y="171275"/>
                </a:cubicBezTo>
                <a:lnTo>
                  <a:pt x="169119" y="188128"/>
                </a:lnTo>
                <a:lnTo>
                  <a:pt x="186911" y="189252"/>
                </a:lnTo>
                <a:lnTo>
                  <a:pt x="204685" y="188128"/>
                </a:lnTo>
                <a:lnTo>
                  <a:pt x="200651" y="171275"/>
                </a:lnTo>
                <a:cubicBezTo>
                  <a:pt x="201996" y="171404"/>
                  <a:pt x="203948" y="171551"/>
                  <a:pt x="205790" y="171551"/>
                </a:cubicBezTo>
                <a:cubicBezTo>
                  <a:pt x="207196" y="171564"/>
                  <a:pt x="208599" y="171472"/>
                  <a:pt x="209990" y="171275"/>
                </a:cubicBezTo>
                <a:cubicBezTo>
                  <a:pt x="218166" y="170039"/>
                  <a:pt x="226093" y="167509"/>
                  <a:pt x="233473" y="163779"/>
                </a:cubicBezTo>
                <a:lnTo>
                  <a:pt x="235794" y="162545"/>
                </a:lnTo>
                <a:cubicBezTo>
                  <a:pt x="244248" y="162029"/>
                  <a:pt x="251192" y="161697"/>
                  <a:pt x="256570" y="161458"/>
                </a:cubicBezTo>
                <a:lnTo>
                  <a:pt x="260972" y="161255"/>
                </a:lnTo>
                <a:lnTo>
                  <a:pt x="260788" y="161219"/>
                </a:lnTo>
                <a:cubicBezTo>
                  <a:pt x="262261" y="161145"/>
                  <a:pt x="268155" y="160537"/>
                  <a:pt x="272189" y="159929"/>
                </a:cubicBezTo>
                <a:close/>
                <a:moveTo>
                  <a:pt x="761053" y="151229"/>
                </a:moveTo>
                <a:cubicBezTo>
                  <a:pt x="759442" y="151114"/>
                  <a:pt x="757824" y="151332"/>
                  <a:pt x="756301" y="151871"/>
                </a:cubicBezTo>
                <a:cubicBezTo>
                  <a:pt x="754439" y="153027"/>
                  <a:pt x="752641" y="152384"/>
                  <a:pt x="751421" y="153476"/>
                </a:cubicBezTo>
                <a:cubicBezTo>
                  <a:pt x="750306" y="154402"/>
                  <a:pt x="749076" y="155179"/>
                  <a:pt x="747761" y="155788"/>
                </a:cubicBezTo>
                <a:cubicBezTo>
                  <a:pt x="744502" y="156938"/>
                  <a:pt x="741327" y="158311"/>
                  <a:pt x="738257" y="159897"/>
                </a:cubicBezTo>
                <a:cubicBezTo>
                  <a:pt x="736426" y="160822"/>
                  <a:pt x="735298" y="162727"/>
                  <a:pt x="735368" y="164777"/>
                </a:cubicBezTo>
                <a:cubicBezTo>
                  <a:pt x="735435" y="167019"/>
                  <a:pt x="737236" y="168820"/>
                  <a:pt x="739477" y="168887"/>
                </a:cubicBezTo>
                <a:cubicBezTo>
                  <a:pt x="742001" y="168536"/>
                  <a:pt x="744452" y="167777"/>
                  <a:pt x="746733" y="166640"/>
                </a:cubicBezTo>
                <a:cubicBezTo>
                  <a:pt x="749173" y="165163"/>
                  <a:pt x="750393" y="163301"/>
                  <a:pt x="753540" y="161374"/>
                </a:cubicBezTo>
                <a:cubicBezTo>
                  <a:pt x="755660" y="159992"/>
                  <a:pt x="757564" y="158304"/>
                  <a:pt x="759191" y="156366"/>
                </a:cubicBezTo>
                <a:cubicBezTo>
                  <a:pt x="760410" y="154246"/>
                  <a:pt x="762016" y="151229"/>
                  <a:pt x="761053" y="151229"/>
                </a:cubicBezTo>
                <a:close/>
                <a:moveTo>
                  <a:pt x="986632" y="140890"/>
                </a:moveTo>
                <a:cubicBezTo>
                  <a:pt x="984098" y="141122"/>
                  <a:pt x="981586" y="141551"/>
                  <a:pt x="979119" y="142174"/>
                </a:cubicBezTo>
                <a:cubicBezTo>
                  <a:pt x="978073" y="143250"/>
                  <a:pt x="977437" y="144659"/>
                  <a:pt x="977321" y="146155"/>
                </a:cubicBezTo>
                <a:cubicBezTo>
                  <a:pt x="977137" y="147427"/>
                  <a:pt x="977338" y="148724"/>
                  <a:pt x="977899" y="149880"/>
                </a:cubicBezTo>
                <a:cubicBezTo>
                  <a:pt x="980018" y="150586"/>
                  <a:pt x="983036" y="151292"/>
                  <a:pt x="984321" y="150586"/>
                </a:cubicBezTo>
                <a:lnTo>
                  <a:pt x="984385" y="150586"/>
                </a:lnTo>
                <a:cubicBezTo>
                  <a:pt x="986866" y="148877"/>
                  <a:pt x="988446" y="146141"/>
                  <a:pt x="988687" y="143137"/>
                </a:cubicBezTo>
                <a:cubicBezTo>
                  <a:pt x="988702" y="143024"/>
                  <a:pt x="988707" y="142911"/>
                  <a:pt x="988702" y="142798"/>
                </a:cubicBezTo>
                <a:cubicBezTo>
                  <a:pt x="988657" y="141699"/>
                  <a:pt x="987731" y="140845"/>
                  <a:pt x="986632" y="140890"/>
                </a:cubicBezTo>
                <a:close/>
                <a:moveTo>
                  <a:pt x="1009107" y="134211"/>
                </a:moveTo>
                <a:cubicBezTo>
                  <a:pt x="1007309" y="134726"/>
                  <a:pt x="1006024" y="136138"/>
                  <a:pt x="1003264" y="136138"/>
                </a:cubicBezTo>
                <a:cubicBezTo>
                  <a:pt x="1001915" y="137679"/>
                  <a:pt x="1002493" y="140632"/>
                  <a:pt x="1002556" y="141981"/>
                </a:cubicBezTo>
                <a:cubicBezTo>
                  <a:pt x="1002621" y="143330"/>
                  <a:pt x="1005318" y="145256"/>
                  <a:pt x="1006152" y="145256"/>
                </a:cubicBezTo>
                <a:cubicBezTo>
                  <a:pt x="1008939" y="144768"/>
                  <a:pt x="1011325" y="142979"/>
                  <a:pt x="1012574" y="140440"/>
                </a:cubicBezTo>
                <a:lnTo>
                  <a:pt x="1012831" y="140440"/>
                </a:lnTo>
                <a:cubicBezTo>
                  <a:pt x="1012995" y="138818"/>
                  <a:pt x="1012995" y="137182"/>
                  <a:pt x="1012831" y="135560"/>
                </a:cubicBezTo>
                <a:cubicBezTo>
                  <a:pt x="1012574" y="133890"/>
                  <a:pt x="1010904" y="133698"/>
                  <a:pt x="1009107" y="134211"/>
                </a:cubicBezTo>
                <a:close/>
                <a:moveTo>
                  <a:pt x="774281" y="126827"/>
                </a:moveTo>
                <a:cubicBezTo>
                  <a:pt x="776202" y="127303"/>
                  <a:pt x="778057" y="128015"/>
                  <a:pt x="779803" y="128947"/>
                </a:cubicBezTo>
                <a:cubicBezTo>
                  <a:pt x="781087" y="128947"/>
                  <a:pt x="784940" y="128112"/>
                  <a:pt x="786224" y="128947"/>
                </a:cubicBezTo>
                <a:cubicBezTo>
                  <a:pt x="789433" y="130608"/>
                  <a:pt x="792466" y="132587"/>
                  <a:pt x="795278" y="134854"/>
                </a:cubicBezTo>
                <a:cubicBezTo>
                  <a:pt x="796326" y="137283"/>
                  <a:pt x="797163" y="139796"/>
                  <a:pt x="797783" y="142367"/>
                </a:cubicBezTo>
                <a:cubicBezTo>
                  <a:pt x="798438" y="144260"/>
                  <a:pt x="798438" y="146318"/>
                  <a:pt x="797783" y="148211"/>
                </a:cubicBezTo>
                <a:cubicBezTo>
                  <a:pt x="795095" y="150659"/>
                  <a:pt x="792544" y="153252"/>
                  <a:pt x="790141" y="155980"/>
                </a:cubicBezTo>
                <a:lnTo>
                  <a:pt x="789884" y="155980"/>
                </a:lnTo>
                <a:cubicBezTo>
                  <a:pt x="788802" y="158197"/>
                  <a:pt x="787580" y="160341"/>
                  <a:pt x="786224" y="162402"/>
                </a:cubicBezTo>
                <a:cubicBezTo>
                  <a:pt x="781831" y="169148"/>
                  <a:pt x="777822" y="176137"/>
                  <a:pt x="774216" y="183335"/>
                </a:cubicBezTo>
                <a:cubicBezTo>
                  <a:pt x="772600" y="185687"/>
                  <a:pt x="770842" y="187939"/>
                  <a:pt x="768951" y="190077"/>
                </a:cubicBezTo>
                <a:cubicBezTo>
                  <a:pt x="767839" y="190956"/>
                  <a:pt x="766335" y="191153"/>
                  <a:pt x="765034" y="190591"/>
                </a:cubicBezTo>
                <a:cubicBezTo>
                  <a:pt x="764071" y="190206"/>
                  <a:pt x="761310" y="192132"/>
                  <a:pt x="761310" y="194765"/>
                </a:cubicBezTo>
                <a:cubicBezTo>
                  <a:pt x="761195" y="197368"/>
                  <a:pt x="761610" y="199968"/>
                  <a:pt x="762530" y="202406"/>
                </a:cubicBezTo>
                <a:cubicBezTo>
                  <a:pt x="763301" y="213716"/>
                  <a:pt x="763301" y="225065"/>
                  <a:pt x="762530" y="236375"/>
                </a:cubicBezTo>
                <a:cubicBezTo>
                  <a:pt x="761973" y="240398"/>
                  <a:pt x="759608" y="243945"/>
                  <a:pt x="756109" y="246007"/>
                </a:cubicBezTo>
                <a:cubicBezTo>
                  <a:pt x="754246" y="246905"/>
                  <a:pt x="751613" y="251786"/>
                  <a:pt x="749238" y="252877"/>
                </a:cubicBezTo>
                <a:cubicBezTo>
                  <a:pt x="746862" y="253969"/>
                  <a:pt x="744101" y="256152"/>
                  <a:pt x="742816" y="256152"/>
                </a:cubicBezTo>
                <a:cubicBezTo>
                  <a:pt x="741577" y="256023"/>
                  <a:pt x="740489" y="255274"/>
                  <a:pt x="739927" y="254161"/>
                </a:cubicBezTo>
                <a:cubicBezTo>
                  <a:pt x="739349" y="253391"/>
                  <a:pt x="736845" y="253006"/>
                  <a:pt x="735432" y="252171"/>
                </a:cubicBezTo>
                <a:cubicBezTo>
                  <a:pt x="734020" y="251336"/>
                  <a:pt x="733377" y="250181"/>
                  <a:pt x="731900" y="249410"/>
                </a:cubicBezTo>
                <a:cubicBezTo>
                  <a:pt x="729760" y="248846"/>
                  <a:pt x="727751" y="247864"/>
                  <a:pt x="725992" y="246521"/>
                </a:cubicBezTo>
                <a:cubicBezTo>
                  <a:pt x="724515" y="245108"/>
                  <a:pt x="724259" y="243053"/>
                  <a:pt x="722782" y="240484"/>
                </a:cubicBezTo>
                <a:cubicBezTo>
                  <a:pt x="720727" y="236824"/>
                  <a:pt x="713856" y="233292"/>
                  <a:pt x="713728" y="231238"/>
                </a:cubicBezTo>
                <a:cubicBezTo>
                  <a:pt x="713600" y="229183"/>
                  <a:pt x="718865" y="228862"/>
                  <a:pt x="719507" y="228862"/>
                </a:cubicBezTo>
                <a:cubicBezTo>
                  <a:pt x="723874" y="228733"/>
                  <a:pt x="726828" y="231815"/>
                  <a:pt x="728047" y="231815"/>
                </a:cubicBezTo>
                <a:cubicBezTo>
                  <a:pt x="732414" y="231815"/>
                  <a:pt x="734533" y="230210"/>
                  <a:pt x="734918" y="223789"/>
                </a:cubicBezTo>
                <a:cubicBezTo>
                  <a:pt x="734918" y="222505"/>
                  <a:pt x="734918" y="219487"/>
                  <a:pt x="734918" y="218202"/>
                </a:cubicBezTo>
                <a:cubicBezTo>
                  <a:pt x="734657" y="215662"/>
                  <a:pt x="734657" y="213102"/>
                  <a:pt x="734918" y="210561"/>
                </a:cubicBezTo>
                <a:cubicBezTo>
                  <a:pt x="735041" y="207130"/>
                  <a:pt x="735449" y="203715"/>
                  <a:pt x="736138" y="200351"/>
                </a:cubicBezTo>
                <a:cubicBezTo>
                  <a:pt x="736138" y="199324"/>
                  <a:pt x="735175" y="196884"/>
                  <a:pt x="734276" y="196884"/>
                </a:cubicBezTo>
                <a:cubicBezTo>
                  <a:pt x="732157" y="197397"/>
                  <a:pt x="730038" y="195343"/>
                  <a:pt x="728754" y="195343"/>
                </a:cubicBezTo>
                <a:cubicBezTo>
                  <a:pt x="727470" y="195343"/>
                  <a:pt x="725672" y="196113"/>
                  <a:pt x="724387" y="196113"/>
                </a:cubicBezTo>
                <a:cubicBezTo>
                  <a:pt x="722038" y="196163"/>
                  <a:pt x="719690" y="195948"/>
                  <a:pt x="717388" y="195471"/>
                </a:cubicBezTo>
                <a:cubicBezTo>
                  <a:pt x="716413" y="194896"/>
                  <a:pt x="715561" y="194132"/>
                  <a:pt x="714884" y="193224"/>
                </a:cubicBezTo>
                <a:cubicBezTo>
                  <a:pt x="714211" y="191573"/>
                  <a:pt x="713736" y="189849"/>
                  <a:pt x="713471" y="188087"/>
                </a:cubicBezTo>
                <a:cubicBezTo>
                  <a:pt x="713150" y="187637"/>
                  <a:pt x="712765" y="185325"/>
                  <a:pt x="712251" y="185325"/>
                </a:cubicBezTo>
                <a:cubicBezTo>
                  <a:pt x="712123" y="183849"/>
                  <a:pt x="711609" y="181409"/>
                  <a:pt x="711609" y="179931"/>
                </a:cubicBezTo>
                <a:cubicBezTo>
                  <a:pt x="711609" y="178455"/>
                  <a:pt x="710325" y="175758"/>
                  <a:pt x="709875" y="172034"/>
                </a:cubicBezTo>
                <a:cubicBezTo>
                  <a:pt x="709426" y="168309"/>
                  <a:pt x="708206" y="165933"/>
                  <a:pt x="708206" y="161888"/>
                </a:cubicBezTo>
                <a:cubicBezTo>
                  <a:pt x="707692" y="155788"/>
                  <a:pt x="707692" y="152834"/>
                  <a:pt x="707692" y="151614"/>
                </a:cubicBezTo>
                <a:cubicBezTo>
                  <a:pt x="708077" y="144358"/>
                  <a:pt x="712379" y="142753"/>
                  <a:pt x="714113" y="139992"/>
                </a:cubicBezTo>
                <a:cubicBezTo>
                  <a:pt x="715975" y="138964"/>
                  <a:pt x="717773" y="137102"/>
                  <a:pt x="720021" y="137359"/>
                </a:cubicBezTo>
                <a:cubicBezTo>
                  <a:pt x="722268" y="137616"/>
                  <a:pt x="722910" y="138450"/>
                  <a:pt x="725286" y="140120"/>
                </a:cubicBezTo>
                <a:cubicBezTo>
                  <a:pt x="726183" y="141185"/>
                  <a:pt x="727018" y="142300"/>
                  <a:pt x="727790" y="143459"/>
                </a:cubicBezTo>
                <a:cubicBezTo>
                  <a:pt x="731617" y="143179"/>
                  <a:pt x="735339" y="142085"/>
                  <a:pt x="738707" y="140248"/>
                </a:cubicBezTo>
                <a:cubicBezTo>
                  <a:pt x="740376" y="139349"/>
                  <a:pt x="743972" y="139349"/>
                  <a:pt x="746797" y="138065"/>
                </a:cubicBezTo>
                <a:cubicBezTo>
                  <a:pt x="748652" y="137072"/>
                  <a:pt x="750643" y="136358"/>
                  <a:pt x="752705" y="135946"/>
                </a:cubicBezTo>
                <a:cubicBezTo>
                  <a:pt x="753989" y="135946"/>
                  <a:pt x="754375" y="135432"/>
                  <a:pt x="757328" y="134598"/>
                </a:cubicBezTo>
                <a:cubicBezTo>
                  <a:pt x="759628" y="134250"/>
                  <a:pt x="761821" y="133394"/>
                  <a:pt x="763749" y="132093"/>
                </a:cubicBezTo>
                <a:cubicBezTo>
                  <a:pt x="765098" y="131130"/>
                  <a:pt x="766318" y="130359"/>
                  <a:pt x="767410" y="129717"/>
                </a:cubicBezTo>
                <a:cubicBezTo>
                  <a:pt x="768440" y="129086"/>
                  <a:pt x="769512" y="128528"/>
                  <a:pt x="770620" y="128048"/>
                </a:cubicBezTo>
                <a:cubicBezTo>
                  <a:pt x="771605" y="127127"/>
                  <a:pt x="772941" y="126682"/>
                  <a:pt x="774281" y="126827"/>
                </a:cubicBezTo>
                <a:close/>
                <a:moveTo>
                  <a:pt x="984706" y="116296"/>
                </a:moveTo>
                <a:cubicBezTo>
                  <a:pt x="983164" y="117837"/>
                  <a:pt x="978284" y="116296"/>
                  <a:pt x="978284" y="120727"/>
                </a:cubicBezTo>
                <a:cubicBezTo>
                  <a:pt x="978348" y="122910"/>
                  <a:pt x="977450" y="125800"/>
                  <a:pt x="978991" y="127148"/>
                </a:cubicBezTo>
                <a:cubicBezTo>
                  <a:pt x="978991" y="127148"/>
                  <a:pt x="980211" y="130038"/>
                  <a:pt x="981751" y="128818"/>
                </a:cubicBezTo>
                <a:cubicBezTo>
                  <a:pt x="984834" y="126506"/>
                  <a:pt x="988687" y="125543"/>
                  <a:pt x="989072" y="121883"/>
                </a:cubicBezTo>
                <a:lnTo>
                  <a:pt x="989393" y="121690"/>
                </a:lnTo>
                <a:cubicBezTo>
                  <a:pt x="989971" y="116745"/>
                  <a:pt x="988751" y="115333"/>
                  <a:pt x="984706" y="116296"/>
                </a:cubicBezTo>
                <a:close/>
                <a:moveTo>
                  <a:pt x="1019381" y="106857"/>
                </a:moveTo>
                <a:cubicBezTo>
                  <a:pt x="1013923" y="108591"/>
                  <a:pt x="1005126" y="108334"/>
                  <a:pt x="1004676" y="112636"/>
                </a:cubicBezTo>
                <a:cubicBezTo>
                  <a:pt x="1004483" y="114883"/>
                  <a:pt x="1004483" y="118736"/>
                  <a:pt x="1006795" y="119571"/>
                </a:cubicBezTo>
                <a:cubicBezTo>
                  <a:pt x="1009375" y="120220"/>
                  <a:pt x="1012056" y="120372"/>
                  <a:pt x="1014693" y="120020"/>
                </a:cubicBezTo>
                <a:cubicBezTo>
                  <a:pt x="1017188" y="118126"/>
                  <a:pt x="1019029" y="115500"/>
                  <a:pt x="1019958" y="112508"/>
                </a:cubicBezTo>
                <a:cubicBezTo>
                  <a:pt x="1019958" y="111159"/>
                  <a:pt x="1020023" y="107435"/>
                  <a:pt x="1019381" y="106857"/>
                </a:cubicBezTo>
                <a:close/>
                <a:moveTo>
                  <a:pt x="1229228" y="105380"/>
                </a:moveTo>
                <a:cubicBezTo>
                  <a:pt x="1230906" y="105697"/>
                  <a:pt x="1232426" y="106581"/>
                  <a:pt x="1233530" y="107885"/>
                </a:cubicBezTo>
                <a:cubicBezTo>
                  <a:pt x="1235778" y="110261"/>
                  <a:pt x="1238218" y="111417"/>
                  <a:pt x="1239951" y="113857"/>
                </a:cubicBezTo>
                <a:cubicBezTo>
                  <a:pt x="1240945" y="115693"/>
                  <a:pt x="1241598" y="117694"/>
                  <a:pt x="1241878" y="119764"/>
                </a:cubicBezTo>
                <a:cubicBezTo>
                  <a:pt x="1242263" y="121177"/>
                  <a:pt x="1244382" y="122910"/>
                  <a:pt x="1244382" y="123681"/>
                </a:cubicBezTo>
                <a:cubicBezTo>
                  <a:pt x="1243932" y="129204"/>
                  <a:pt x="1239887" y="129075"/>
                  <a:pt x="1234429" y="132928"/>
                </a:cubicBezTo>
                <a:cubicBezTo>
                  <a:pt x="1231438" y="134557"/>
                  <a:pt x="1228779" y="136735"/>
                  <a:pt x="1226595" y="139349"/>
                </a:cubicBezTo>
                <a:cubicBezTo>
                  <a:pt x="1224877" y="141091"/>
                  <a:pt x="1222823" y="142467"/>
                  <a:pt x="1220559" y="143394"/>
                </a:cubicBezTo>
                <a:cubicBezTo>
                  <a:pt x="1214459" y="146027"/>
                  <a:pt x="1209001" y="145770"/>
                  <a:pt x="1208552" y="151806"/>
                </a:cubicBezTo>
                <a:cubicBezTo>
                  <a:pt x="1208102" y="157842"/>
                  <a:pt x="1211441" y="155402"/>
                  <a:pt x="1211441" y="161824"/>
                </a:cubicBezTo>
                <a:cubicBezTo>
                  <a:pt x="1211154" y="163501"/>
                  <a:pt x="1210472" y="165085"/>
                  <a:pt x="1209450" y="166447"/>
                </a:cubicBezTo>
                <a:cubicBezTo>
                  <a:pt x="1208499" y="167664"/>
                  <a:pt x="1207939" y="169142"/>
                  <a:pt x="1207845" y="170685"/>
                </a:cubicBezTo>
                <a:cubicBezTo>
                  <a:pt x="1207829" y="172263"/>
                  <a:pt x="1207408" y="173810"/>
                  <a:pt x="1206625" y="175180"/>
                </a:cubicBezTo>
                <a:cubicBezTo>
                  <a:pt x="1205922" y="176659"/>
                  <a:pt x="1205633" y="178301"/>
                  <a:pt x="1205790" y="179931"/>
                </a:cubicBezTo>
                <a:cubicBezTo>
                  <a:pt x="1205662" y="185839"/>
                  <a:pt x="1204699" y="190784"/>
                  <a:pt x="1206432" y="192260"/>
                </a:cubicBezTo>
                <a:cubicBezTo>
                  <a:pt x="1213822" y="191663"/>
                  <a:pt x="1221240" y="191492"/>
                  <a:pt x="1228650" y="191746"/>
                </a:cubicBezTo>
                <a:cubicBezTo>
                  <a:pt x="1231347" y="191746"/>
                  <a:pt x="1232439" y="189948"/>
                  <a:pt x="1234430" y="189499"/>
                </a:cubicBezTo>
                <a:cubicBezTo>
                  <a:pt x="1236242" y="189098"/>
                  <a:pt x="1238095" y="188903"/>
                  <a:pt x="1239951" y="188921"/>
                </a:cubicBezTo>
                <a:cubicBezTo>
                  <a:pt x="1242008" y="189272"/>
                  <a:pt x="1244029" y="189809"/>
                  <a:pt x="1245988" y="190527"/>
                </a:cubicBezTo>
                <a:cubicBezTo>
                  <a:pt x="1248041" y="191458"/>
                  <a:pt x="1250017" y="192553"/>
                  <a:pt x="1251895" y="193801"/>
                </a:cubicBezTo>
                <a:cubicBezTo>
                  <a:pt x="1254078" y="195342"/>
                  <a:pt x="1257995" y="196177"/>
                  <a:pt x="1259600" y="200222"/>
                </a:cubicBezTo>
                <a:cubicBezTo>
                  <a:pt x="1260091" y="201934"/>
                  <a:pt x="1260329" y="203708"/>
                  <a:pt x="1260307" y="205488"/>
                </a:cubicBezTo>
                <a:lnTo>
                  <a:pt x="1259215" y="205616"/>
                </a:lnTo>
                <a:cubicBezTo>
                  <a:pt x="1259218" y="206333"/>
                  <a:pt x="1259494" y="207022"/>
                  <a:pt x="1259985" y="207543"/>
                </a:cubicBezTo>
                <a:cubicBezTo>
                  <a:pt x="1260461" y="208403"/>
                  <a:pt x="1260642" y="209396"/>
                  <a:pt x="1260500" y="210368"/>
                </a:cubicBezTo>
                <a:cubicBezTo>
                  <a:pt x="1260200" y="212011"/>
                  <a:pt x="1259542" y="213567"/>
                  <a:pt x="1258573" y="214928"/>
                </a:cubicBezTo>
                <a:cubicBezTo>
                  <a:pt x="1257545" y="216533"/>
                  <a:pt x="1256261" y="218844"/>
                  <a:pt x="1254720" y="218844"/>
                </a:cubicBezTo>
                <a:cubicBezTo>
                  <a:pt x="1250610" y="218972"/>
                  <a:pt x="1248556" y="219358"/>
                  <a:pt x="1247207" y="219294"/>
                </a:cubicBezTo>
                <a:cubicBezTo>
                  <a:pt x="1245859" y="219229"/>
                  <a:pt x="1241878" y="217881"/>
                  <a:pt x="1239052" y="217881"/>
                </a:cubicBezTo>
                <a:cubicBezTo>
                  <a:pt x="1236227" y="217881"/>
                  <a:pt x="1234237" y="218652"/>
                  <a:pt x="1230705" y="218588"/>
                </a:cubicBezTo>
                <a:cubicBezTo>
                  <a:pt x="1227173" y="218524"/>
                  <a:pt x="1220816" y="217881"/>
                  <a:pt x="1216899" y="217431"/>
                </a:cubicBezTo>
                <a:cubicBezTo>
                  <a:pt x="1214395" y="217110"/>
                  <a:pt x="1206561" y="217753"/>
                  <a:pt x="1204056" y="217431"/>
                </a:cubicBezTo>
                <a:cubicBezTo>
                  <a:pt x="1199749" y="217028"/>
                  <a:pt x="1195403" y="217375"/>
                  <a:pt x="1191214" y="218459"/>
                </a:cubicBezTo>
                <a:lnTo>
                  <a:pt x="1178949" y="220193"/>
                </a:lnTo>
                <a:cubicBezTo>
                  <a:pt x="1174583" y="220835"/>
                  <a:pt x="1168933" y="219872"/>
                  <a:pt x="1165015" y="219872"/>
                </a:cubicBezTo>
                <a:cubicBezTo>
                  <a:pt x="1156614" y="220655"/>
                  <a:pt x="1148324" y="222356"/>
                  <a:pt x="1140293" y="224945"/>
                </a:cubicBezTo>
                <a:cubicBezTo>
                  <a:pt x="1130083" y="228476"/>
                  <a:pt x="1112232" y="236760"/>
                  <a:pt x="1109985" y="236503"/>
                </a:cubicBezTo>
                <a:cubicBezTo>
                  <a:pt x="1107737" y="236246"/>
                  <a:pt x="1102986" y="229889"/>
                  <a:pt x="1098427" y="225587"/>
                </a:cubicBezTo>
                <a:cubicBezTo>
                  <a:pt x="1098041" y="223464"/>
                  <a:pt x="1098041" y="221288"/>
                  <a:pt x="1098427" y="219165"/>
                </a:cubicBezTo>
                <a:cubicBezTo>
                  <a:pt x="1098849" y="216536"/>
                  <a:pt x="1098607" y="213842"/>
                  <a:pt x="1097720" y="211332"/>
                </a:cubicBezTo>
                <a:cubicBezTo>
                  <a:pt x="1099454" y="208314"/>
                  <a:pt x="1109535" y="204589"/>
                  <a:pt x="1110563" y="204332"/>
                </a:cubicBezTo>
                <a:cubicBezTo>
                  <a:pt x="1111590" y="204075"/>
                  <a:pt x="1115572" y="205616"/>
                  <a:pt x="1118011" y="205039"/>
                </a:cubicBezTo>
                <a:cubicBezTo>
                  <a:pt x="1119296" y="204718"/>
                  <a:pt x="1128414" y="200993"/>
                  <a:pt x="1133422" y="199195"/>
                </a:cubicBezTo>
                <a:cubicBezTo>
                  <a:pt x="1135413" y="198553"/>
                  <a:pt x="1138303" y="198424"/>
                  <a:pt x="1139844" y="197975"/>
                </a:cubicBezTo>
                <a:cubicBezTo>
                  <a:pt x="1144595" y="196498"/>
                  <a:pt x="1151595" y="192967"/>
                  <a:pt x="1156732" y="190912"/>
                </a:cubicBezTo>
                <a:cubicBezTo>
                  <a:pt x="1167712" y="186545"/>
                  <a:pt x="1168290" y="173318"/>
                  <a:pt x="1169959" y="168309"/>
                </a:cubicBezTo>
                <a:cubicBezTo>
                  <a:pt x="1170840" y="165879"/>
                  <a:pt x="1171296" y="163316"/>
                  <a:pt x="1171308" y="160732"/>
                </a:cubicBezTo>
                <a:cubicBezTo>
                  <a:pt x="1171372" y="158228"/>
                  <a:pt x="1171179" y="155209"/>
                  <a:pt x="1169959" y="154760"/>
                </a:cubicBezTo>
                <a:cubicBezTo>
                  <a:pt x="1167797" y="154944"/>
                  <a:pt x="1165650" y="155288"/>
                  <a:pt x="1163538" y="155787"/>
                </a:cubicBezTo>
                <a:cubicBezTo>
                  <a:pt x="1160834" y="156717"/>
                  <a:pt x="1157932" y="156916"/>
                  <a:pt x="1155127" y="156366"/>
                </a:cubicBezTo>
                <a:cubicBezTo>
                  <a:pt x="1152558" y="155145"/>
                  <a:pt x="1152943" y="152127"/>
                  <a:pt x="1152558" y="148724"/>
                </a:cubicBezTo>
                <a:cubicBezTo>
                  <a:pt x="1151736" y="145271"/>
                  <a:pt x="1150007" y="142101"/>
                  <a:pt x="1147549" y="139542"/>
                </a:cubicBezTo>
                <a:cubicBezTo>
                  <a:pt x="1146586" y="137204"/>
                  <a:pt x="1146148" y="134683"/>
                  <a:pt x="1146265" y="132157"/>
                </a:cubicBezTo>
                <a:cubicBezTo>
                  <a:pt x="1146329" y="130809"/>
                  <a:pt x="1145623" y="126378"/>
                  <a:pt x="1145623" y="125030"/>
                </a:cubicBezTo>
                <a:cubicBezTo>
                  <a:pt x="1145623" y="121498"/>
                  <a:pt x="1148962" y="121241"/>
                  <a:pt x="1152044" y="119700"/>
                </a:cubicBezTo>
                <a:cubicBezTo>
                  <a:pt x="1155863" y="120367"/>
                  <a:pt x="1159637" y="121267"/>
                  <a:pt x="1163346" y="122397"/>
                </a:cubicBezTo>
                <a:cubicBezTo>
                  <a:pt x="1172414" y="121414"/>
                  <a:pt x="1181418" y="119914"/>
                  <a:pt x="1190315" y="117902"/>
                </a:cubicBezTo>
                <a:cubicBezTo>
                  <a:pt x="1192306" y="117452"/>
                  <a:pt x="1194489" y="116746"/>
                  <a:pt x="1195003" y="116618"/>
                </a:cubicBezTo>
                <a:cubicBezTo>
                  <a:pt x="1195516" y="116489"/>
                  <a:pt x="1197378" y="115654"/>
                  <a:pt x="1198342" y="115334"/>
                </a:cubicBezTo>
                <a:cubicBezTo>
                  <a:pt x="1205387" y="113267"/>
                  <a:pt x="1212174" y="110402"/>
                  <a:pt x="1218569" y="106793"/>
                </a:cubicBezTo>
                <a:cubicBezTo>
                  <a:pt x="1220404" y="106162"/>
                  <a:pt x="1222350" y="105922"/>
                  <a:pt x="1224284" y="106087"/>
                </a:cubicBezTo>
                <a:cubicBezTo>
                  <a:pt x="1225944" y="105945"/>
                  <a:pt x="1227594" y="105709"/>
                  <a:pt x="1229228" y="105380"/>
                </a:cubicBezTo>
                <a:close/>
                <a:moveTo>
                  <a:pt x="945150" y="97932"/>
                </a:moveTo>
                <a:cubicBezTo>
                  <a:pt x="948297" y="96070"/>
                  <a:pt x="949902" y="103005"/>
                  <a:pt x="950930" y="105509"/>
                </a:cubicBezTo>
                <a:cubicBezTo>
                  <a:pt x="951507" y="106729"/>
                  <a:pt x="949774" y="111481"/>
                  <a:pt x="949581" y="113150"/>
                </a:cubicBezTo>
                <a:cubicBezTo>
                  <a:pt x="949389" y="114820"/>
                  <a:pt x="946948" y="116875"/>
                  <a:pt x="946948" y="121883"/>
                </a:cubicBezTo>
                <a:cubicBezTo>
                  <a:pt x="947013" y="124131"/>
                  <a:pt x="944958" y="125801"/>
                  <a:pt x="942197" y="128304"/>
                </a:cubicBezTo>
                <a:cubicBezTo>
                  <a:pt x="939372" y="131036"/>
                  <a:pt x="936734" y="133954"/>
                  <a:pt x="934299" y="137037"/>
                </a:cubicBezTo>
                <a:cubicBezTo>
                  <a:pt x="933011" y="140102"/>
                  <a:pt x="932720" y="143494"/>
                  <a:pt x="933464" y="146734"/>
                </a:cubicBezTo>
                <a:cubicBezTo>
                  <a:pt x="933464" y="147825"/>
                  <a:pt x="932116" y="151293"/>
                  <a:pt x="934042" y="153155"/>
                </a:cubicBezTo>
                <a:cubicBezTo>
                  <a:pt x="935968" y="155018"/>
                  <a:pt x="938087" y="153027"/>
                  <a:pt x="939179" y="153155"/>
                </a:cubicBezTo>
                <a:cubicBezTo>
                  <a:pt x="940271" y="153284"/>
                  <a:pt x="939564" y="155467"/>
                  <a:pt x="940848" y="157842"/>
                </a:cubicBezTo>
                <a:cubicBezTo>
                  <a:pt x="943224" y="162401"/>
                  <a:pt x="943995" y="163108"/>
                  <a:pt x="943995" y="165356"/>
                </a:cubicBezTo>
                <a:cubicBezTo>
                  <a:pt x="943930" y="166640"/>
                  <a:pt x="943930" y="167731"/>
                  <a:pt x="942903" y="168373"/>
                </a:cubicBezTo>
                <a:cubicBezTo>
                  <a:pt x="936956" y="171958"/>
                  <a:pt x="931888" y="176829"/>
                  <a:pt x="928070" y="182629"/>
                </a:cubicBezTo>
                <a:cubicBezTo>
                  <a:pt x="927648" y="184601"/>
                  <a:pt x="927897" y="186657"/>
                  <a:pt x="928776" y="188472"/>
                </a:cubicBezTo>
                <a:cubicBezTo>
                  <a:pt x="929996" y="188472"/>
                  <a:pt x="933078" y="188472"/>
                  <a:pt x="934427" y="188472"/>
                </a:cubicBezTo>
                <a:lnTo>
                  <a:pt x="934234" y="188857"/>
                </a:lnTo>
                <a:cubicBezTo>
                  <a:pt x="936250" y="189414"/>
                  <a:pt x="938044" y="190580"/>
                  <a:pt x="939371" y="192196"/>
                </a:cubicBezTo>
                <a:cubicBezTo>
                  <a:pt x="940295" y="193898"/>
                  <a:pt x="940821" y="195785"/>
                  <a:pt x="940913" y="197719"/>
                </a:cubicBezTo>
                <a:cubicBezTo>
                  <a:pt x="939949" y="205874"/>
                  <a:pt x="932886" y="210946"/>
                  <a:pt x="926465" y="215056"/>
                </a:cubicBezTo>
                <a:cubicBezTo>
                  <a:pt x="920044" y="219166"/>
                  <a:pt x="908420" y="223661"/>
                  <a:pt x="902899" y="226807"/>
                </a:cubicBezTo>
                <a:cubicBezTo>
                  <a:pt x="898339" y="229440"/>
                  <a:pt x="894038" y="235990"/>
                  <a:pt x="891404" y="237081"/>
                </a:cubicBezTo>
                <a:cubicBezTo>
                  <a:pt x="891404" y="237081"/>
                  <a:pt x="888258" y="238108"/>
                  <a:pt x="886846" y="237081"/>
                </a:cubicBezTo>
                <a:cubicBezTo>
                  <a:pt x="884752" y="236325"/>
                  <a:pt x="882605" y="235724"/>
                  <a:pt x="880424" y="235283"/>
                </a:cubicBezTo>
                <a:cubicBezTo>
                  <a:pt x="878241" y="234577"/>
                  <a:pt x="879268" y="231494"/>
                  <a:pt x="877663" y="229632"/>
                </a:cubicBezTo>
                <a:cubicBezTo>
                  <a:pt x="875985" y="227998"/>
                  <a:pt x="874633" y="226058"/>
                  <a:pt x="873682" y="223918"/>
                </a:cubicBezTo>
                <a:cubicBezTo>
                  <a:pt x="872341" y="220620"/>
                  <a:pt x="871727" y="217072"/>
                  <a:pt x="871884" y="213515"/>
                </a:cubicBezTo>
                <a:cubicBezTo>
                  <a:pt x="873799" y="208980"/>
                  <a:pt x="877489" y="205430"/>
                  <a:pt x="882094" y="203690"/>
                </a:cubicBezTo>
                <a:cubicBezTo>
                  <a:pt x="884121" y="202368"/>
                  <a:pt x="886072" y="200931"/>
                  <a:pt x="887937" y="199388"/>
                </a:cubicBezTo>
                <a:cubicBezTo>
                  <a:pt x="889722" y="198398"/>
                  <a:pt x="891175" y="196900"/>
                  <a:pt x="892111" y="195086"/>
                </a:cubicBezTo>
                <a:cubicBezTo>
                  <a:pt x="892668" y="193753"/>
                  <a:pt x="893036" y="192348"/>
                  <a:pt x="893202" y="190912"/>
                </a:cubicBezTo>
                <a:cubicBezTo>
                  <a:pt x="893331" y="188729"/>
                  <a:pt x="894422" y="187124"/>
                  <a:pt x="894422" y="185518"/>
                </a:cubicBezTo>
                <a:cubicBezTo>
                  <a:pt x="894245" y="183918"/>
                  <a:pt x="893572" y="182414"/>
                  <a:pt x="892496" y="181216"/>
                </a:cubicBezTo>
                <a:cubicBezTo>
                  <a:pt x="891458" y="180162"/>
                  <a:pt x="890668" y="178889"/>
                  <a:pt x="890184" y="177492"/>
                </a:cubicBezTo>
                <a:cubicBezTo>
                  <a:pt x="890184" y="177428"/>
                  <a:pt x="885561" y="172098"/>
                  <a:pt x="885561" y="169465"/>
                </a:cubicBezTo>
                <a:cubicBezTo>
                  <a:pt x="885714" y="165408"/>
                  <a:pt x="888896" y="162116"/>
                  <a:pt x="892945" y="161824"/>
                </a:cubicBezTo>
                <a:cubicBezTo>
                  <a:pt x="894230" y="161310"/>
                  <a:pt x="896605" y="161824"/>
                  <a:pt x="897890" y="161824"/>
                </a:cubicBezTo>
                <a:cubicBezTo>
                  <a:pt x="900972" y="161567"/>
                  <a:pt x="903155" y="158613"/>
                  <a:pt x="904825" y="156109"/>
                </a:cubicBezTo>
                <a:cubicBezTo>
                  <a:pt x="905717" y="152664"/>
                  <a:pt x="906234" y="149134"/>
                  <a:pt x="906366" y="145578"/>
                </a:cubicBezTo>
                <a:cubicBezTo>
                  <a:pt x="907393" y="141982"/>
                  <a:pt x="903091" y="141404"/>
                  <a:pt x="900972" y="140569"/>
                </a:cubicBezTo>
                <a:cubicBezTo>
                  <a:pt x="898934" y="139540"/>
                  <a:pt x="896777" y="138764"/>
                  <a:pt x="894551" y="138258"/>
                </a:cubicBezTo>
                <a:cubicBezTo>
                  <a:pt x="892817" y="138129"/>
                  <a:pt x="891340" y="136075"/>
                  <a:pt x="890506" y="133827"/>
                </a:cubicBezTo>
                <a:cubicBezTo>
                  <a:pt x="889671" y="131579"/>
                  <a:pt x="888964" y="132286"/>
                  <a:pt x="887167" y="131579"/>
                </a:cubicBezTo>
                <a:cubicBezTo>
                  <a:pt x="885368" y="130873"/>
                  <a:pt x="885368" y="124773"/>
                  <a:pt x="885368" y="124067"/>
                </a:cubicBezTo>
                <a:cubicBezTo>
                  <a:pt x="885368" y="123360"/>
                  <a:pt x="887231" y="122590"/>
                  <a:pt x="888836" y="121883"/>
                </a:cubicBezTo>
                <a:cubicBezTo>
                  <a:pt x="890442" y="121177"/>
                  <a:pt x="890442" y="120021"/>
                  <a:pt x="891468" y="117838"/>
                </a:cubicBezTo>
                <a:cubicBezTo>
                  <a:pt x="892496" y="115655"/>
                  <a:pt x="894872" y="115141"/>
                  <a:pt x="897055" y="114563"/>
                </a:cubicBezTo>
                <a:cubicBezTo>
                  <a:pt x="899508" y="114419"/>
                  <a:pt x="901953" y="114140"/>
                  <a:pt x="904376" y="113729"/>
                </a:cubicBezTo>
                <a:cubicBezTo>
                  <a:pt x="914649" y="109555"/>
                  <a:pt x="926272" y="98061"/>
                  <a:pt x="936096" y="98574"/>
                </a:cubicBezTo>
                <a:cubicBezTo>
                  <a:pt x="941105" y="98895"/>
                  <a:pt x="943159" y="99024"/>
                  <a:pt x="945150" y="97932"/>
                </a:cubicBezTo>
                <a:close/>
                <a:moveTo>
                  <a:pt x="1388347" y="97674"/>
                </a:moveTo>
                <a:cubicBezTo>
                  <a:pt x="1390723" y="98059"/>
                  <a:pt x="1397080" y="96968"/>
                  <a:pt x="1397658" y="98059"/>
                </a:cubicBezTo>
                <a:cubicBezTo>
                  <a:pt x="1399505" y="100765"/>
                  <a:pt x="1402090" y="102882"/>
                  <a:pt x="1405107" y="104160"/>
                </a:cubicBezTo>
                <a:cubicBezTo>
                  <a:pt x="1407611" y="105444"/>
                  <a:pt x="1406520" y="107178"/>
                  <a:pt x="1406841" y="109425"/>
                </a:cubicBezTo>
                <a:cubicBezTo>
                  <a:pt x="1407162" y="111672"/>
                  <a:pt x="1408575" y="112572"/>
                  <a:pt x="1407868" y="114498"/>
                </a:cubicBezTo>
                <a:cubicBezTo>
                  <a:pt x="1407162" y="116425"/>
                  <a:pt x="1405428" y="119828"/>
                  <a:pt x="1403951" y="123937"/>
                </a:cubicBezTo>
                <a:cubicBezTo>
                  <a:pt x="1403951" y="124836"/>
                  <a:pt x="1402795" y="129459"/>
                  <a:pt x="1403951" y="129459"/>
                </a:cubicBezTo>
                <a:cubicBezTo>
                  <a:pt x="1405283" y="129540"/>
                  <a:pt x="1406608" y="129203"/>
                  <a:pt x="1407740" y="128497"/>
                </a:cubicBezTo>
                <a:cubicBezTo>
                  <a:pt x="1408318" y="128240"/>
                  <a:pt x="1410886" y="126956"/>
                  <a:pt x="1412491" y="126377"/>
                </a:cubicBezTo>
                <a:cubicBezTo>
                  <a:pt x="1414420" y="125948"/>
                  <a:pt x="1416294" y="125302"/>
                  <a:pt x="1418078" y="124451"/>
                </a:cubicBezTo>
                <a:cubicBezTo>
                  <a:pt x="1420262" y="122910"/>
                  <a:pt x="1423150" y="119828"/>
                  <a:pt x="1424499" y="119828"/>
                </a:cubicBezTo>
                <a:cubicBezTo>
                  <a:pt x="1424499" y="119828"/>
                  <a:pt x="1433039" y="117323"/>
                  <a:pt x="1434517" y="119828"/>
                </a:cubicBezTo>
                <a:cubicBezTo>
                  <a:pt x="1435993" y="122332"/>
                  <a:pt x="1439589" y="122075"/>
                  <a:pt x="1443249" y="122653"/>
                </a:cubicBezTo>
                <a:cubicBezTo>
                  <a:pt x="1446909" y="123231"/>
                  <a:pt x="1449285" y="129138"/>
                  <a:pt x="1449285" y="134147"/>
                </a:cubicBezTo>
                <a:cubicBezTo>
                  <a:pt x="1449349" y="136202"/>
                  <a:pt x="1449221" y="137037"/>
                  <a:pt x="1446973" y="137037"/>
                </a:cubicBezTo>
                <a:cubicBezTo>
                  <a:pt x="1445754" y="137101"/>
                  <a:pt x="1444405" y="139156"/>
                  <a:pt x="1442158" y="140633"/>
                </a:cubicBezTo>
                <a:cubicBezTo>
                  <a:pt x="1438654" y="142648"/>
                  <a:pt x="1434926" y="144243"/>
                  <a:pt x="1431049" y="145384"/>
                </a:cubicBezTo>
                <a:cubicBezTo>
                  <a:pt x="1429095" y="146689"/>
                  <a:pt x="1426919" y="147624"/>
                  <a:pt x="1424627" y="148145"/>
                </a:cubicBezTo>
                <a:cubicBezTo>
                  <a:pt x="1421802" y="148531"/>
                  <a:pt x="1419298" y="148659"/>
                  <a:pt x="1417179" y="149109"/>
                </a:cubicBezTo>
                <a:cubicBezTo>
                  <a:pt x="1413203" y="150085"/>
                  <a:pt x="1409363" y="151551"/>
                  <a:pt x="1405749" y="153475"/>
                </a:cubicBezTo>
                <a:cubicBezTo>
                  <a:pt x="1404208" y="155109"/>
                  <a:pt x="1402930" y="156972"/>
                  <a:pt x="1401961" y="158997"/>
                </a:cubicBezTo>
                <a:cubicBezTo>
                  <a:pt x="1401068" y="162005"/>
                  <a:pt x="1401562" y="165253"/>
                  <a:pt x="1403309" y="167859"/>
                </a:cubicBezTo>
                <a:cubicBezTo>
                  <a:pt x="1408657" y="175143"/>
                  <a:pt x="1415013" y="181629"/>
                  <a:pt x="1422188" y="187123"/>
                </a:cubicBezTo>
                <a:cubicBezTo>
                  <a:pt x="1425591" y="190012"/>
                  <a:pt x="1430407" y="199965"/>
                  <a:pt x="1436122" y="202855"/>
                </a:cubicBezTo>
                <a:cubicBezTo>
                  <a:pt x="1441220" y="205628"/>
                  <a:pt x="1446019" y="208921"/>
                  <a:pt x="1450441" y="212679"/>
                </a:cubicBezTo>
                <a:cubicBezTo>
                  <a:pt x="1453049" y="214061"/>
                  <a:pt x="1455807" y="215139"/>
                  <a:pt x="1458660" y="215890"/>
                </a:cubicBezTo>
                <a:cubicBezTo>
                  <a:pt x="1461229" y="216982"/>
                  <a:pt x="1463477" y="219357"/>
                  <a:pt x="1465082" y="219936"/>
                </a:cubicBezTo>
                <a:cubicBezTo>
                  <a:pt x="1469255" y="221348"/>
                  <a:pt x="1472851" y="222632"/>
                  <a:pt x="1479273" y="225201"/>
                </a:cubicBezTo>
                <a:cubicBezTo>
                  <a:pt x="1480814" y="225843"/>
                  <a:pt x="1483382" y="226036"/>
                  <a:pt x="1484153" y="227449"/>
                </a:cubicBezTo>
                <a:lnTo>
                  <a:pt x="1483639" y="228090"/>
                </a:lnTo>
                <a:cubicBezTo>
                  <a:pt x="1484282" y="229311"/>
                  <a:pt x="1482226" y="230402"/>
                  <a:pt x="1482098" y="231815"/>
                </a:cubicBezTo>
                <a:cubicBezTo>
                  <a:pt x="1481970" y="233227"/>
                  <a:pt x="1482612" y="235604"/>
                  <a:pt x="1481392" y="237080"/>
                </a:cubicBezTo>
                <a:cubicBezTo>
                  <a:pt x="1479418" y="239611"/>
                  <a:pt x="1476442" y="241157"/>
                  <a:pt x="1473237" y="241319"/>
                </a:cubicBezTo>
                <a:cubicBezTo>
                  <a:pt x="1471888" y="241447"/>
                  <a:pt x="1470861" y="243373"/>
                  <a:pt x="1469898" y="244080"/>
                </a:cubicBezTo>
                <a:cubicBezTo>
                  <a:pt x="1468935" y="244786"/>
                  <a:pt x="1467521" y="244786"/>
                  <a:pt x="1466558" y="244786"/>
                </a:cubicBezTo>
                <a:cubicBezTo>
                  <a:pt x="1464048" y="244796"/>
                  <a:pt x="1461538" y="244646"/>
                  <a:pt x="1459045" y="244337"/>
                </a:cubicBezTo>
                <a:cubicBezTo>
                  <a:pt x="1456457" y="244478"/>
                  <a:pt x="1453864" y="244478"/>
                  <a:pt x="1451276" y="244337"/>
                </a:cubicBezTo>
                <a:cubicBezTo>
                  <a:pt x="1448949" y="244316"/>
                  <a:pt x="1446644" y="243881"/>
                  <a:pt x="1444469" y="243053"/>
                </a:cubicBezTo>
                <a:cubicBezTo>
                  <a:pt x="1440231" y="240612"/>
                  <a:pt x="1437021" y="242410"/>
                  <a:pt x="1433810" y="241575"/>
                </a:cubicBezTo>
                <a:cubicBezTo>
                  <a:pt x="1431289" y="241122"/>
                  <a:pt x="1429088" y="239600"/>
                  <a:pt x="1427774" y="237402"/>
                </a:cubicBezTo>
                <a:cubicBezTo>
                  <a:pt x="1425720" y="231686"/>
                  <a:pt x="1428480" y="230017"/>
                  <a:pt x="1418528" y="220899"/>
                </a:cubicBezTo>
                <a:cubicBezTo>
                  <a:pt x="1414773" y="216684"/>
                  <a:pt x="1411277" y="212245"/>
                  <a:pt x="1408061" y="207607"/>
                </a:cubicBezTo>
                <a:cubicBezTo>
                  <a:pt x="1406103" y="205032"/>
                  <a:pt x="1403957" y="202607"/>
                  <a:pt x="1401640" y="200350"/>
                </a:cubicBezTo>
                <a:cubicBezTo>
                  <a:pt x="1395090" y="195535"/>
                  <a:pt x="1389247" y="188857"/>
                  <a:pt x="1387063" y="187508"/>
                </a:cubicBezTo>
                <a:cubicBezTo>
                  <a:pt x="1386293" y="187059"/>
                  <a:pt x="1381926" y="197461"/>
                  <a:pt x="1376982" y="202791"/>
                </a:cubicBezTo>
                <a:cubicBezTo>
                  <a:pt x="1372038" y="208121"/>
                  <a:pt x="1368442" y="210624"/>
                  <a:pt x="1362406" y="217046"/>
                </a:cubicBezTo>
                <a:cubicBezTo>
                  <a:pt x="1358000" y="220950"/>
                  <a:pt x="1352934" y="224039"/>
                  <a:pt x="1347444" y="226164"/>
                </a:cubicBezTo>
                <a:cubicBezTo>
                  <a:pt x="1344940" y="227834"/>
                  <a:pt x="1339225" y="230402"/>
                  <a:pt x="1336336" y="232200"/>
                </a:cubicBezTo>
                <a:cubicBezTo>
                  <a:pt x="1333445" y="233998"/>
                  <a:pt x="1328373" y="233741"/>
                  <a:pt x="1326126" y="234833"/>
                </a:cubicBezTo>
                <a:cubicBezTo>
                  <a:pt x="1324346" y="235529"/>
                  <a:pt x="1322449" y="235878"/>
                  <a:pt x="1320539" y="235861"/>
                </a:cubicBezTo>
                <a:cubicBezTo>
                  <a:pt x="1318998" y="235604"/>
                  <a:pt x="1317906" y="233420"/>
                  <a:pt x="1316750" y="232586"/>
                </a:cubicBezTo>
                <a:cubicBezTo>
                  <a:pt x="1315595" y="231751"/>
                  <a:pt x="1315595" y="227577"/>
                  <a:pt x="1313861" y="226806"/>
                </a:cubicBezTo>
                <a:cubicBezTo>
                  <a:pt x="1312188" y="226396"/>
                  <a:pt x="1310555" y="225837"/>
                  <a:pt x="1308981" y="225137"/>
                </a:cubicBezTo>
                <a:cubicBezTo>
                  <a:pt x="1307953" y="224174"/>
                  <a:pt x="1308788" y="222568"/>
                  <a:pt x="1312127" y="221477"/>
                </a:cubicBezTo>
                <a:cubicBezTo>
                  <a:pt x="1314790" y="220573"/>
                  <a:pt x="1317238" y="219130"/>
                  <a:pt x="1319319" y="217239"/>
                </a:cubicBezTo>
                <a:cubicBezTo>
                  <a:pt x="1321084" y="216186"/>
                  <a:pt x="1322741" y="214959"/>
                  <a:pt x="1324264" y="213579"/>
                </a:cubicBezTo>
                <a:cubicBezTo>
                  <a:pt x="1324841" y="212872"/>
                  <a:pt x="1326896" y="212551"/>
                  <a:pt x="1327731" y="212038"/>
                </a:cubicBezTo>
                <a:cubicBezTo>
                  <a:pt x="1335881" y="205130"/>
                  <a:pt x="1343600" y="197732"/>
                  <a:pt x="1350847" y="189884"/>
                </a:cubicBezTo>
                <a:cubicBezTo>
                  <a:pt x="1354991" y="185419"/>
                  <a:pt x="1358046" y="180057"/>
                  <a:pt x="1359773" y="174216"/>
                </a:cubicBezTo>
                <a:cubicBezTo>
                  <a:pt x="1360866" y="172242"/>
                  <a:pt x="1361502" y="170047"/>
                  <a:pt x="1361635" y="167795"/>
                </a:cubicBezTo>
                <a:cubicBezTo>
                  <a:pt x="1361442" y="166768"/>
                  <a:pt x="1358360" y="167795"/>
                  <a:pt x="1357012" y="167795"/>
                </a:cubicBezTo>
                <a:cubicBezTo>
                  <a:pt x="1355663" y="167795"/>
                  <a:pt x="1354829" y="167730"/>
                  <a:pt x="1353480" y="167795"/>
                </a:cubicBezTo>
                <a:cubicBezTo>
                  <a:pt x="1352132" y="167859"/>
                  <a:pt x="1350270" y="169079"/>
                  <a:pt x="1348728" y="169079"/>
                </a:cubicBezTo>
                <a:cubicBezTo>
                  <a:pt x="1347252" y="169593"/>
                  <a:pt x="1345646" y="169593"/>
                  <a:pt x="1344169" y="169079"/>
                </a:cubicBezTo>
                <a:cubicBezTo>
                  <a:pt x="1341729" y="168309"/>
                  <a:pt x="1340444" y="166254"/>
                  <a:pt x="1337169" y="165804"/>
                </a:cubicBezTo>
                <a:cubicBezTo>
                  <a:pt x="1332751" y="164237"/>
                  <a:pt x="1329595" y="160311"/>
                  <a:pt x="1329014" y="155658"/>
                </a:cubicBezTo>
                <a:cubicBezTo>
                  <a:pt x="1328460" y="153277"/>
                  <a:pt x="1329307" y="150787"/>
                  <a:pt x="1331198" y="149237"/>
                </a:cubicBezTo>
                <a:cubicBezTo>
                  <a:pt x="1332868" y="148017"/>
                  <a:pt x="1333702" y="146283"/>
                  <a:pt x="1335051" y="145256"/>
                </a:cubicBezTo>
                <a:cubicBezTo>
                  <a:pt x="1336400" y="144229"/>
                  <a:pt x="1338839" y="144100"/>
                  <a:pt x="1339931" y="143394"/>
                </a:cubicBezTo>
                <a:cubicBezTo>
                  <a:pt x="1341023" y="142688"/>
                  <a:pt x="1342178" y="141403"/>
                  <a:pt x="1344040" y="140697"/>
                </a:cubicBezTo>
                <a:cubicBezTo>
                  <a:pt x="1345903" y="139990"/>
                  <a:pt x="1350654" y="140697"/>
                  <a:pt x="1354058" y="140697"/>
                </a:cubicBezTo>
                <a:cubicBezTo>
                  <a:pt x="1359908" y="139928"/>
                  <a:pt x="1365530" y="137937"/>
                  <a:pt x="1370561" y="134853"/>
                </a:cubicBezTo>
                <a:cubicBezTo>
                  <a:pt x="1370386" y="129603"/>
                  <a:pt x="1371465" y="124386"/>
                  <a:pt x="1373707" y="119635"/>
                </a:cubicBezTo>
                <a:cubicBezTo>
                  <a:pt x="1374466" y="116481"/>
                  <a:pt x="1374833" y="113247"/>
                  <a:pt x="1374798" y="110003"/>
                </a:cubicBezTo>
                <a:cubicBezTo>
                  <a:pt x="1375151" y="107237"/>
                  <a:pt x="1374999" y="104431"/>
                  <a:pt x="1374349" y="101719"/>
                </a:cubicBezTo>
                <a:cubicBezTo>
                  <a:pt x="1374285" y="99408"/>
                  <a:pt x="1375569" y="99151"/>
                  <a:pt x="1376918" y="98766"/>
                </a:cubicBezTo>
                <a:cubicBezTo>
                  <a:pt x="1381156" y="97610"/>
                  <a:pt x="1381092" y="99216"/>
                  <a:pt x="1383339" y="99280"/>
                </a:cubicBezTo>
                <a:cubicBezTo>
                  <a:pt x="1385586" y="99344"/>
                  <a:pt x="1385972" y="97289"/>
                  <a:pt x="1388347" y="97674"/>
                </a:cubicBezTo>
                <a:close/>
                <a:moveTo>
                  <a:pt x="499514" y="95619"/>
                </a:moveTo>
                <a:cubicBezTo>
                  <a:pt x="500734" y="95748"/>
                  <a:pt x="502147" y="97803"/>
                  <a:pt x="504266" y="98252"/>
                </a:cubicBezTo>
                <a:cubicBezTo>
                  <a:pt x="506385" y="98702"/>
                  <a:pt x="509403" y="98638"/>
                  <a:pt x="511843" y="99087"/>
                </a:cubicBezTo>
                <a:cubicBezTo>
                  <a:pt x="513128" y="99087"/>
                  <a:pt x="518264" y="99087"/>
                  <a:pt x="519549" y="99087"/>
                </a:cubicBezTo>
                <a:cubicBezTo>
                  <a:pt x="521285" y="99193"/>
                  <a:pt x="522984" y="99629"/>
                  <a:pt x="524557" y="100372"/>
                </a:cubicBezTo>
                <a:cubicBezTo>
                  <a:pt x="525328" y="100821"/>
                  <a:pt x="528025" y="101399"/>
                  <a:pt x="528988" y="102490"/>
                </a:cubicBezTo>
                <a:cubicBezTo>
                  <a:pt x="531168" y="104512"/>
                  <a:pt x="532803" y="107052"/>
                  <a:pt x="533740" y="109875"/>
                </a:cubicBezTo>
                <a:lnTo>
                  <a:pt x="532904" y="110196"/>
                </a:lnTo>
                <a:cubicBezTo>
                  <a:pt x="533226" y="112508"/>
                  <a:pt x="532519" y="113278"/>
                  <a:pt x="532519" y="115076"/>
                </a:cubicBezTo>
                <a:cubicBezTo>
                  <a:pt x="532803" y="117551"/>
                  <a:pt x="532803" y="120050"/>
                  <a:pt x="532519" y="122525"/>
                </a:cubicBezTo>
                <a:cubicBezTo>
                  <a:pt x="532199" y="123809"/>
                  <a:pt x="530272" y="126955"/>
                  <a:pt x="528731" y="130616"/>
                </a:cubicBezTo>
                <a:cubicBezTo>
                  <a:pt x="528183" y="133371"/>
                  <a:pt x="527819" y="136159"/>
                  <a:pt x="527639" y="138963"/>
                </a:cubicBezTo>
                <a:cubicBezTo>
                  <a:pt x="527575" y="142880"/>
                  <a:pt x="527382" y="145770"/>
                  <a:pt x="526805" y="154117"/>
                </a:cubicBezTo>
                <a:cubicBezTo>
                  <a:pt x="526676" y="156943"/>
                  <a:pt x="525905" y="159575"/>
                  <a:pt x="525456" y="163364"/>
                </a:cubicBezTo>
                <a:cubicBezTo>
                  <a:pt x="525264" y="164776"/>
                  <a:pt x="524878" y="168758"/>
                  <a:pt x="524878" y="171198"/>
                </a:cubicBezTo>
                <a:cubicBezTo>
                  <a:pt x="524814" y="174858"/>
                  <a:pt x="526483" y="175565"/>
                  <a:pt x="526676" y="176528"/>
                </a:cubicBezTo>
                <a:cubicBezTo>
                  <a:pt x="526869" y="177491"/>
                  <a:pt x="526933" y="177684"/>
                  <a:pt x="527190" y="179610"/>
                </a:cubicBezTo>
                <a:cubicBezTo>
                  <a:pt x="527446" y="181536"/>
                  <a:pt x="528539" y="182435"/>
                  <a:pt x="528217" y="184426"/>
                </a:cubicBezTo>
                <a:cubicBezTo>
                  <a:pt x="527896" y="186417"/>
                  <a:pt x="526226" y="189756"/>
                  <a:pt x="525328" y="194764"/>
                </a:cubicBezTo>
                <a:cubicBezTo>
                  <a:pt x="524861" y="197041"/>
                  <a:pt x="523555" y="199058"/>
                  <a:pt x="521668" y="200415"/>
                </a:cubicBezTo>
                <a:cubicBezTo>
                  <a:pt x="518408" y="203143"/>
                  <a:pt x="514719" y="205312"/>
                  <a:pt x="510751" y="206836"/>
                </a:cubicBezTo>
                <a:cubicBezTo>
                  <a:pt x="506385" y="208249"/>
                  <a:pt x="503688" y="214285"/>
                  <a:pt x="501184" y="215890"/>
                </a:cubicBezTo>
                <a:cubicBezTo>
                  <a:pt x="497916" y="217607"/>
                  <a:pt x="494549" y="219129"/>
                  <a:pt x="491102" y="220449"/>
                </a:cubicBezTo>
                <a:cubicBezTo>
                  <a:pt x="486509" y="222430"/>
                  <a:pt x="482192" y="224998"/>
                  <a:pt x="478260" y="228091"/>
                </a:cubicBezTo>
                <a:cubicBezTo>
                  <a:pt x="475736" y="229446"/>
                  <a:pt x="473092" y="230563"/>
                  <a:pt x="470361" y="231430"/>
                </a:cubicBezTo>
                <a:cubicBezTo>
                  <a:pt x="466497" y="234710"/>
                  <a:pt x="462373" y="237673"/>
                  <a:pt x="458033" y="240291"/>
                </a:cubicBezTo>
                <a:cubicBezTo>
                  <a:pt x="455528" y="241383"/>
                  <a:pt x="452511" y="235668"/>
                  <a:pt x="450134" y="233163"/>
                </a:cubicBezTo>
                <a:cubicBezTo>
                  <a:pt x="448546" y="231730"/>
                  <a:pt x="446850" y="230420"/>
                  <a:pt x="445062" y="229247"/>
                </a:cubicBezTo>
                <a:cubicBezTo>
                  <a:pt x="443649" y="228091"/>
                  <a:pt x="444163" y="224815"/>
                  <a:pt x="443649" y="222825"/>
                </a:cubicBezTo>
                <a:cubicBezTo>
                  <a:pt x="443135" y="220835"/>
                  <a:pt x="441851" y="218137"/>
                  <a:pt x="441851" y="217239"/>
                </a:cubicBezTo>
                <a:cubicBezTo>
                  <a:pt x="441984" y="215353"/>
                  <a:pt x="443180" y="213708"/>
                  <a:pt x="444933" y="213000"/>
                </a:cubicBezTo>
                <a:cubicBezTo>
                  <a:pt x="446346" y="212551"/>
                  <a:pt x="448336" y="213193"/>
                  <a:pt x="449685" y="212551"/>
                </a:cubicBezTo>
                <a:cubicBezTo>
                  <a:pt x="452263" y="211302"/>
                  <a:pt x="454733" y="209842"/>
                  <a:pt x="457069" y="208184"/>
                </a:cubicBezTo>
                <a:cubicBezTo>
                  <a:pt x="459528" y="206771"/>
                  <a:pt x="462193" y="205753"/>
                  <a:pt x="464968" y="205167"/>
                </a:cubicBezTo>
                <a:cubicBezTo>
                  <a:pt x="469699" y="202966"/>
                  <a:pt x="474270" y="200434"/>
                  <a:pt x="478645" y="197589"/>
                </a:cubicBezTo>
                <a:cubicBezTo>
                  <a:pt x="480892" y="196369"/>
                  <a:pt x="485066" y="194315"/>
                  <a:pt x="485066" y="191168"/>
                </a:cubicBezTo>
                <a:cubicBezTo>
                  <a:pt x="485242" y="186328"/>
                  <a:pt x="485113" y="181481"/>
                  <a:pt x="484681" y="176656"/>
                </a:cubicBezTo>
                <a:cubicBezTo>
                  <a:pt x="483975" y="175179"/>
                  <a:pt x="481277" y="174601"/>
                  <a:pt x="481278" y="174601"/>
                </a:cubicBezTo>
                <a:cubicBezTo>
                  <a:pt x="479193" y="175208"/>
                  <a:pt x="477027" y="175489"/>
                  <a:pt x="474857" y="175436"/>
                </a:cubicBezTo>
                <a:cubicBezTo>
                  <a:pt x="472792" y="176008"/>
                  <a:pt x="470774" y="176739"/>
                  <a:pt x="468820" y="177619"/>
                </a:cubicBezTo>
                <a:cubicBezTo>
                  <a:pt x="467600" y="178197"/>
                  <a:pt x="465417" y="178775"/>
                  <a:pt x="464261" y="178197"/>
                </a:cubicBezTo>
                <a:cubicBezTo>
                  <a:pt x="462949" y="177851"/>
                  <a:pt x="461864" y="176931"/>
                  <a:pt x="461308" y="175693"/>
                </a:cubicBezTo>
                <a:cubicBezTo>
                  <a:pt x="460468" y="173296"/>
                  <a:pt x="460013" y="170782"/>
                  <a:pt x="459959" y="168244"/>
                </a:cubicBezTo>
                <a:cubicBezTo>
                  <a:pt x="459191" y="166613"/>
                  <a:pt x="458754" y="164845"/>
                  <a:pt x="458674" y="163043"/>
                </a:cubicBezTo>
                <a:cubicBezTo>
                  <a:pt x="459263" y="159566"/>
                  <a:pt x="459457" y="156033"/>
                  <a:pt x="459253" y="152512"/>
                </a:cubicBezTo>
                <a:cubicBezTo>
                  <a:pt x="459253" y="148338"/>
                  <a:pt x="462720" y="146926"/>
                  <a:pt x="465674" y="146412"/>
                </a:cubicBezTo>
                <a:cubicBezTo>
                  <a:pt x="468628" y="145898"/>
                  <a:pt x="471260" y="143715"/>
                  <a:pt x="474214" y="143715"/>
                </a:cubicBezTo>
                <a:cubicBezTo>
                  <a:pt x="476364" y="143781"/>
                  <a:pt x="478516" y="143630"/>
                  <a:pt x="480636" y="143266"/>
                </a:cubicBezTo>
                <a:cubicBezTo>
                  <a:pt x="483679" y="142385"/>
                  <a:pt x="486577" y="141066"/>
                  <a:pt x="489240" y="139349"/>
                </a:cubicBezTo>
                <a:cubicBezTo>
                  <a:pt x="490910" y="136908"/>
                  <a:pt x="493414" y="135367"/>
                  <a:pt x="493414" y="131515"/>
                </a:cubicBezTo>
                <a:cubicBezTo>
                  <a:pt x="493799" y="124259"/>
                  <a:pt x="496047" y="121048"/>
                  <a:pt x="496047" y="114626"/>
                </a:cubicBezTo>
                <a:cubicBezTo>
                  <a:pt x="496335" y="110525"/>
                  <a:pt x="494754" y="106512"/>
                  <a:pt x="491744" y="103711"/>
                </a:cubicBezTo>
                <a:cubicBezTo>
                  <a:pt x="491135" y="102774"/>
                  <a:pt x="491135" y="101565"/>
                  <a:pt x="491744" y="100628"/>
                </a:cubicBezTo>
                <a:cubicBezTo>
                  <a:pt x="493528" y="99636"/>
                  <a:pt x="495151" y="98381"/>
                  <a:pt x="496560" y="96904"/>
                </a:cubicBezTo>
                <a:cubicBezTo>
                  <a:pt x="497215" y="95942"/>
                  <a:pt x="498364" y="95443"/>
                  <a:pt x="499514" y="95619"/>
                </a:cubicBezTo>
                <a:close/>
                <a:moveTo>
                  <a:pt x="590696" y="87079"/>
                </a:moveTo>
                <a:cubicBezTo>
                  <a:pt x="593650" y="87208"/>
                  <a:pt x="594035" y="88877"/>
                  <a:pt x="595383" y="89841"/>
                </a:cubicBezTo>
                <a:cubicBezTo>
                  <a:pt x="596615" y="90402"/>
                  <a:pt x="597947" y="90708"/>
                  <a:pt x="599300" y="90739"/>
                </a:cubicBezTo>
                <a:cubicBezTo>
                  <a:pt x="600520" y="90932"/>
                  <a:pt x="601676" y="92666"/>
                  <a:pt x="602318" y="94142"/>
                </a:cubicBezTo>
                <a:cubicBezTo>
                  <a:pt x="603747" y="97097"/>
                  <a:pt x="604576" y="100306"/>
                  <a:pt x="604758" y="103582"/>
                </a:cubicBezTo>
                <a:cubicBezTo>
                  <a:pt x="604501" y="110581"/>
                  <a:pt x="599557" y="112122"/>
                  <a:pt x="597759" y="116424"/>
                </a:cubicBezTo>
                <a:cubicBezTo>
                  <a:pt x="597053" y="118503"/>
                  <a:pt x="596600" y="120659"/>
                  <a:pt x="596411" y="122846"/>
                </a:cubicBezTo>
                <a:cubicBezTo>
                  <a:pt x="597053" y="126378"/>
                  <a:pt x="600648" y="127341"/>
                  <a:pt x="602190" y="124836"/>
                </a:cubicBezTo>
                <a:cubicBezTo>
                  <a:pt x="605080" y="124195"/>
                  <a:pt x="605978" y="122525"/>
                  <a:pt x="607969" y="121561"/>
                </a:cubicBezTo>
                <a:cubicBezTo>
                  <a:pt x="609960" y="120599"/>
                  <a:pt x="612785" y="123809"/>
                  <a:pt x="617280" y="124836"/>
                </a:cubicBezTo>
                <a:cubicBezTo>
                  <a:pt x="619784" y="125414"/>
                  <a:pt x="620812" y="131643"/>
                  <a:pt x="622481" y="134533"/>
                </a:cubicBezTo>
                <a:cubicBezTo>
                  <a:pt x="623235" y="136766"/>
                  <a:pt x="623604" y="139111"/>
                  <a:pt x="623572" y="141468"/>
                </a:cubicBezTo>
                <a:cubicBezTo>
                  <a:pt x="623483" y="143250"/>
                  <a:pt x="622181" y="144739"/>
                  <a:pt x="620426" y="145064"/>
                </a:cubicBezTo>
                <a:cubicBezTo>
                  <a:pt x="618179" y="145577"/>
                  <a:pt x="616830" y="145898"/>
                  <a:pt x="614005" y="146733"/>
                </a:cubicBezTo>
                <a:cubicBezTo>
                  <a:pt x="611895" y="147644"/>
                  <a:pt x="609994" y="148976"/>
                  <a:pt x="608419" y="150650"/>
                </a:cubicBezTo>
                <a:cubicBezTo>
                  <a:pt x="605914" y="152448"/>
                  <a:pt x="603281" y="152833"/>
                  <a:pt x="600584" y="155016"/>
                </a:cubicBezTo>
                <a:cubicBezTo>
                  <a:pt x="596875" y="157837"/>
                  <a:pt x="592640" y="159890"/>
                  <a:pt x="588128" y="161052"/>
                </a:cubicBezTo>
                <a:cubicBezTo>
                  <a:pt x="585822" y="165313"/>
                  <a:pt x="584361" y="169979"/>
                  <a:pt x="583825" y="174794"/>
                </a:cubicBezTo>
                <a:cubicBezTo>
                  <a:pt x="583536" y="176943"/>
                  <a:pt x="583689" y="179128"/>
                  <a:pt x="584275" y="181215"/>
                </a:cubicBezTo>
                <a:cubicBezTo>
                  <a:pt x="585366" y="185068"/>
                  <a:pt x="584403" y="188728"/>
                  <a:pt x="587742" y="192581"/>
                </a:cubicBezTo>
                <a:cubicBezTo>
                  <a:pt x="590337" y="195031"/>
                  <a:pt x="593689" y="196525"/>
                  <a:pt x="597245" y="196819"/>
                </a:cubicBezTo>
                <a:cubicBezTo>
                  <a:pt x="599542" y="196858"/>
                  <a:pt x="601825" y="197161"/>
                  <a:pt x="604052" y="197718"/>
                </a:cubicBezTo>
                <a:cubicBezTo>
                  <a:pt x="605615" y="198236"/>
                  <a:pt x="607230" y="198581"/>
                  <a:pt x="608868" y="198745"/>
                </a:cubicBezTo>
                <a:cubicBezTo>
                  <a:pt x="610294" y="199710"/>
                  <a:pt x="611918" y="200347"/>
                  <a:pt x="613620" y="200607"/>
                </a:cubicBezTo>
                <a:cubicBezTo>
                  <a:pt x="616127" y="200504"/>
                  <a:pt x="618635" y="200763"/>
                  <a:pt x="621068" y="201378"/>
                </a:cubicBezTo>
                <a:lnTo>
                  <a:pt x="621389" y="201506"/>
                </a:lnTo>
                <a:cubicBezTo>
                  <a:pt x="624664" y="203492"/>
                  <a:pt x="626336" y="207323"/>
                  <a:pt x="625563" y="211074"/>
                </a:cubicBezTo>
                <a:cubicBezTo>
                  <a:pt x="624521" y="214694"/>
                  <a:pt x="623277" y="218252"/>
                  <a:pt x="621839" y="221733"/>
                </a:cubicBezTo>
                <a:cubicBezTo>
                  <a:pt x="620940" y="224559"/>
                  <a:pt x="620362" y="227513"/>
                  <a:pt x="618757" y="228733"/>
                </a:cubicBezTo>
                <a:cubicBezTo>
                  <a:pt x="617151" y="229952"/>
                  <a:pt x="613042" y="229054"/>
                  <a:pt x="610730" y="229952"/>
                </a:cubicBezTo>
                <a:cubicBezTo>
                  <a:pt x="608225" y="231025"/>
                  <a:pt x="605552" y="231655"/>
                  <a:pt x="602832" y="231814"/>
                </a:cubicBezTo>
                <a:cubicBezTo>
                  <a:pt x="600905" y="231814"/>
                  <a:pt x="598530" y="229952"/>
                  <a:pt x="597309" y="229439"/>
                </a:cubicBezTo>
                <a:cubicBezTo>
                  <a:pt x="594543" y="228615"/>
                  <a:pt x="591643" y="228331"/>
                  <a:pt x="588769" y="228604"/>
                </a:cubicBezTo>
                <a:cubicBezTo>
                  <a:pt x="586458" y="228604"/>
                  <a:pt x="580357" y="228604"/>
                  <a:pt x="580357" y="228604"/>
                </a:cubicBezTo>
                <a:cubicBezTo>
                  <a:pt x="579073" y="228604"/>
                  <a:pt x="576312" y="227127"/>
                  <a:pt x="573230" y="226549"/>
                </a:cubicBezTo>
                <a:cubicBezTo>
                  <a:pt x="570148" y="225972"/>
                  <a:pt x="565075" y="226677"/>
                  <a:pt x="562828" y="225972"/>
                </a:cubicBezTo>
                <a:cubicBezTo>
                  <a:pt x="560932" y="225289"/>
                  <a:pt x="559155" y="224315"/>
                  <a:pt x="557562" y="223082"/>
                </a:cubicBezTo>
                <a:cubicBezTo>
                  <a:pt x="555567" y="220719"/>
                  <a:pt x="553923" y="218081"/>
                  <a:pt x="552682" y="215248"/>
                </a:cubicBezTo>
                <a:cubicBezTo>
                  <a:pt x="552215" y="212232"/>
                  <a:pt x="552000" y="209182"/>
                  <a:pt x="552040" y="206129"/>
                </a:cubicBezTo>
                <a:cubicBezTo>
                  <a:pt x="551783" y="204396"/>
                  <a:pt x="549792" y="196562"/>
                  <a:pt x="549792" y="195278"/>
                </a:cubicBezTo>
                <a:lnTo>
                  <a:pt x="549343" y="188471"/>
                </a:lnTo>
                <a:cubicBezTo>
                  <a:pt x="549336" y="186304"/>
                  <a:pt x="549057" y="184147"/>
                  <a:pt x="548509" y="182050"/>
                </a:cubicBezTo>
                <a:cubicBezTo>
                  <a:pt x="547710" y="178752"/>
                  <a:pt x="547365" y="175360"/>
                  <a:pt x="547481" y="171969"/>
                </a:cubicBezTo>
                <a:cubicBezTo>
                  <a:pt x="547417" y="166703"/>
                  <a:pt x="548958" y="165869"/>
                  <a:pt x="550178" y="155723"/>
                </a:cubicBezTo>
                <a:cubicBezTo>
                  <a:pt x="550306" y="154695"/>
                  <a:pt x="552425" y="151613"/>
                  <a:pt x="552425" y="150650"/>
                </a:cubicBezTo>
                <a:cubicBezTo>
                  <a:pt x="552810" y="145641"/>
                  <a:pt x="553902" y="145705"/>
                  <a:pt x="554351" y="142302"/>
                </a:cubicBezTo>
                <a:cubicBezTo>
                  <a:pt x="554801" y="138899"/>
                  <a:pt x="556149" y="134790"/>
                  <a:pt x="556149" y="133762"/>
                </a:cubicBezTo>
                <a:cubicBezTo>
                  <a:pt x="556920" y="128560"/>
                  <a:pt x="556920" y="121818"/>
                  <a:pt x="556921" y="120470"/>
                </a:cubicBezTo>
                <a:cubicBezTo>
                  <a:pt x="557178" y="117696"/>
                  <a:pt x="557827" y="114972"/>
                  <a:pt x="558847" y="112379"/>
                </a:cubicBezTo>
                <a:cubicBezTo>
                  <a:pt x="560039" y="108161"/>
                  <a:pt x="560960" y="103872"/>
                  <a:pt x="561608" y="99536"/>
                </a:cubicBezTo>
                <a:cubicBezTo>
                  <a:pt x="561392" y="96601"/>
                  <a:pt x="561499" y="93651"/>
                  <a:pt x="561929" y="90739"/>
                </a:cubicBezTo>
                <a:cubicBezTo>
                  <a:pt x="562828" y="87657"/>
                  <a:pt x="564433" y="87143"/>
                  <a:pt x="567001" y="87143"/>
                </a:cubicBezTo>
                <a:cubicBezTo>
                  <a:pt x="568157" y="87079"/>
                  <a:pt x="571560" y="88428"/>
                  <a:pt x="573422" y="88492"/>
                </a:cubicBezTo>
                <a:cubicBezTo>
                  <a:pt x="575285" y="88557"/>
                  <a:pt x="577854" y="87272"/>
                  <a:pt x="579138" y="87272"/>
                </a:cubicBezTo>
                <a:cubicBezTo>
                  <a:pt x="580870" y="87508"/>
                  <a:pt x="582585" y="87851"/>
                  <a:pt x="584275" y="88300"/>
                </a:cubicBezTo>
                <a:cubicBezTo>
                  <a:pt x="586380" y="87725"/>
                  <a:pt x="588527" y="87317"/>
                  <a:pt x="590696" y="87079"/>
                </a:cubicBezTo>
                <a:close/>
                <a:moveTo>
                  <a:pt x="186727" y="86679"/>
                </a:moveTo>
                <a:cubicBezTo>
                  <a:pt x="184388" y="86679"/>
                  <a:pt x="183541" y="89313"/>
                  <a:pt x="183043" y="91891"/>
                </a:cubicBezTo>
                <a:lnTo>
                  <a:pt x="183043" y="92149"/>
                </a:lnTo>
                <a:cubicBezTo>
                  <a:pt x="182804" y="93494"/>
                  <a:pt x="179931" y="108228"/>
                  <a:pt x="179931" y="108228"/>
                </a:cubicBezTo>
                <a:lnTo>
                  <a:pt x="179691" y="109426"/>
                </a:lnTo>
                <a:lnTo>
                  <a:pt x="177407" y="109426"/>
                </a:lnTo>
                <a:cubicBezTo>
                  <a:pt x="158434" y="109503"/>
                  <a:pt x="139555" y="106779"/>
                  <a:pt x="121378" y="101340"/>
                </a:cubicBezTo>
                <a:cubicBezTo>
                  <a:pt x="121796" y="105740"/>
                  <a:pt x="123493" y="109921"/>
                  <a:pt x="126259" y="113367"/>
                </a:cubicBezTo>
                <a:cubicBezTo>
                  <a:pt x="129707" y="117480"/>
                  <a:pt x="134369" y="120394"/>
                  <a:pt x="139576" y="121692"/>
                </a:cubicBezTo>
                <a:lnTo>
                  <a:pt x="140681" y="121913"/>
                </a:lnTo>
                <a:lnTo>
                  <a:pt x="140681" y="123037"/>
                </a:lnTo>
                <a:lnTo>
                  <a:pt x="140755" y="123037"/>
                </a:lnTo>
                <a:cubicBezTo>
                  <a:pt x="141162" y="126791"/>
                  <a:pt x="142891" y="130277"/>
                  <a:pt x="145635" y="132872"/>
                </a:cubicBezTo>
                <a:cubicBezTo>
                  <a:pt x="148612" y="135070"/>
                  <a:pt x="152233" y="136215"/>
                  <a:pt x="155931" y="136133"/>
                </a:cubicBezTo>
                <a:cubicBezTo>
                  <a:pt x="156779" y="136133"/>
                  <a:pt x="157313" y="136133"/>
                  <a:pt x="157313" y="136133"/>
                </a:cubicBezTo>
                <a:lnTo>
                  <a:pt x="158473" y="135985"/>
                </a:lnTo>
                <a:lnTo>
                  <a:pt x="158878" y="137072"/>
                </a:lnTo>
                <a:cubicBezTo>
                  <a:pt x="160414" y="140199"/>
                  <a:pt x="163218" y="142520"/>
                  <a:pt x="166577" y="143445"/>
                </a:cubicBezTo>
                <a:cubicBezTo>
                  <a:pt x="167854" y="143841"/>
                  <a:pt x="169183" y="144040"/>
                  <a:pt x="170519" y="144034"/>
                </a:cubicBezTo>
                <a:cubicBezTo>
                  <a:pt x="172258" y="144032"/>
                  <a:pt x="173983" y="143732"/>
                  <a:pt x="175621" y="143150"/>
                </a:cubicBezTo>
                <a:lnTo>
                  <a:pt x="178328" y="142026"/>
                </a:lnTo>
                <a:lnTo>
                  <a:pt x="174350" y="158290"/>
                </a:lnTo>
                <a:lnTo>
                  <a:pt x="199399" y="158290"/>
                </a:lnTo>
                <a:lnTo>
                  <a:pt x="195402" y="142008"/>
                </a:lnTo>
                <a:lnTo>
                  <a:pt x="198128" y="143150"/>
                </a:lnTo>
                <a:cubicBezTo>
                  <a:pt x="199760" y="143734"/>
                  <a:pt x="201479" y="144034"/>
                  <a:pt x="203212" y="144034"/>
                </a:cubicBezTo>
                <a:cubicBezTo>
                  <a:pt x="204547" y="144038"/>
                  <a:pt x="205877" y="143841"/>
                  <a:pt x="207153" y="143445"/>
                </a:cubicBezTo>
                <a:cubicBezTo>
                  <a:pt x="210515" y="142522"/>
                  <a:pt x="213318" y="140201"/>
                  <a:pt x="214852" y="137072"/>
                </a:cubicBezTo>
                <a:lnTo>
                  <a:pt x="215257" y="135985"/>
                </a:lnTo>
                <a:lnTo>
                  <a:pt x="216418" y="136133"/>
                </a:lnTo>
                <a:cubicBezTo>
                  <a:pt x="216418" y="136133"/>
                  <a:pt x="216952" y="136133"/>
                  <a:pt x="217799" y="136133"/>
                </a:cubicBezTo>
                <a:cubicBezTo>
                  <a:pt x="221498" y="136215"/>
                  <a:pt x="225119" y="135070"/>
                  <a:pt x="228095" y="132872"/>
                </a:cubicBezTo>
                <a:cubicBezTo>
                  <a:pt x="230858" y="130285"/>
                  <a:pt x="232593" y="126785"/>
                  <a:pt x="232976" y="123019"/>
                </a:cubicBezTo>
                <a:lnTo>
                  <a:pt x="232976" y="121913"/>
                </a:lnTo>
                <a:lnTo>
                  <a:pt x="234081" y="121692"/>
                </a:lnTo>
                <a:cubicBezTo>
                  <a:pt x="239273" y="120374"/>
                  <a:pt x="243924" y="117462"/>
                  <a:pt x="247379" y="113367"/>
                </a:cubicBezTo>
                <a:cubicBezTo>
                  <a:pt x="250146" y="109921"/>
                  <a:pt x="251842" y="105740"/>
                  <a:pt x="252260" y="101340"/>
                </a:cubicBezTo>
                <a:cubicBezTo>
                  <a:pt x="234101" y="106773"/>
                  <a:pt x="215241" y="109497"/>
                  <a:pt x="196286" y="109426"/>
                </a:cubicBezTo>
                <a:lnTo>
                  <a:pt x="194003" y="109426"/>
                </a:lnTo>
                <a:lnTo>
                  <a:pt x="193763" y="108228"/>
                </a:lnTo>
                <a:cubicBezTo>
                  <a:pt x="193763" y="108228"/>
                  <a:pt x="190908" y="93420"/>
                  <a:pt x="190650" y="92149"/>
                </a:cubicBezTo>
                <a:lnTo>
                  <a:pt x="190650" y="91891"/>
                </a:lnTo>
                <a:cubicBezTo>
                  <a:pt x="190171" y="89313"/>
                  <a:pt x="189343" y="86679"/>
                  <a:pt x="186967" y="86679"/>
                </a:cubicBezTo>
                <a:close/>
                <a:moveTo>
                  <a:pt x="215700" y="86034"/>
                </a:moveTo>
                <a:cubicBezTo>
                  <a:pt x="218440" y="86986"/>
                  <a:pt x="220910" y="88585"/>
                  <a:pt x="222901" y="90694"/>
                </a:cubicBezTo>
                <a:cubicBezTo>
                  <a:pt x="220096" y="91302"/>
                  <a:pt x="217210" y="91458"/>
                  <a:pt x="214355" y="91155"/>
                </a:cubicBezTo>
                <a:cubicBezTo>
                  <a:pt x="210819" y="90786"/>
                  <a:pt x="207982" y="86513"/>
                  <a:pt x="207982" y="86513"/>
                </a:cubicBezTo>
                <a:cubicBezTo>
                  <a:pt x="210432" y="85513"/>
                  <a:pt x="213145" y="85344"/>
                  <a:pt x="215700" y="86034"/>
                </a:cubicBezTo>
                <a:close/>
                <a:moveTo>
                  <a:pt x="1028691" y="85281"/>
                </a:moveTo>
                <a:cubicBezTo>
                  <a:pt x="1031067" y="85281"/>
                  <a:pt x="1032994" y="87786"/>
                  <a:pt x="1035113" y="87786"/>
                </a:cubicBezTo>
                <a:cubicBezTo>
                  <a:pt x="1039418" y="87472"/>
                  <a:pt x="1043745" y="87797"/>
                  <a:pt x="1047955" y="88749"/>
                </a:cubicBezTo>
                <a:lnTo>
                  <a:pt x="1048534" y="89070"/>
                </a:lnTo>
                <a:cubicBezTo>
                  <a:pt x="1049304" y="89712"/>
                  <a:pt x="1049818" y="93501"/>
                  <a:pt x="1050717" y="94335"/>
                </a:cubicBezTo>
                <a:cubicBezTo>
                  <a:pt x="1053228" y="96700"/>
                  <a:pt x="1054801" y="99893"/>
                  <a:pt x="1055147" y="103325"/>
                </a:cubicBezTo>
                <a:cubicBezTo>
                  <a:pt x="1054955" y="105894"/>
                  <a:pt x="1051551" y="110003"/>
                  <a:pt x="1051551" y="110967"/>
                </a:cubicBezTo>
                <a:cubicBezTo>
                  <a:pt x="1051741" y="113437"/>
                  <a:pt x="1051157" y="115905"/>
                  <a:pt x="1049882" y="118030"/>
                </a:cubicBezTo>
                <a:cubicBezTo>
                  <a:pt x="1047299" y="121551"/>
                  <a:pt x="1045144" y="125366"/>
                  <a:pt x="1043461" y="129396"/>
                </a:cubicBezTo>
                <a:cubicBezTo>
                  <a:pt x="1042754" y="130744"/>
                  <a:pt x="1038388" y="134211"/>
                  <a:pt x="1037681" y="135817"/>
                </a:cubicBezTo>
                <a:cubicBezTo>
                  <a:pt x="1033315" y="145770"/>
                  <a:pt x="1028434" y="152705"/>
                  <a:pt x="1024839" y="162658"/>
                </a:cubicBezTo>
                <a:cubicBezTo>
                  <a:pt x="1024261" y="164263"/>
                  <a:pt x="1021757" y="167538"/>
                  <a:pt x="1020537" y="166960"/>
                </a:cubicBezTo>
                <a:cubicBezTo>
                  <a:pt x="1018862" y="166207"/>
                  <a:pt x="1016946" y="166207"/>
                  <a:pt x="1015271" y="166960"/>
                </a:cubicBezTo>
                <a:cubicBezTo>
                  <a:pt x="1014436" y="167667"/>
                  <a:pt x="1010904" y="167602"/>
                  <a:pt x="1009748" y="168758"/>
                </a:cubicBezTo>
                <a:cubicBezTo>
                  <a:pt x="1008593" y="169913"/>
                  <a:pt x="1002685" y="169015"/>
                  <a:pt x="1001530" y="171262"/>
                </a:cubicBezTo>
                <a:cubicBezTo>
                  <a:pt x="1000694" y="173321"/>
                  <a:pt x="1000694" y="175625"/>
                  <a:pt x="1001530" y="177684"/>
                </a:cubicBezTo>
                <a:cubicBezTo>
                  <a:pt x="1003392" y="179867"/>
                  <a:pt x="1007180" y="177684"/>
                  <a:pt x="1007950" y="176528"/>
                </a:cubicBezTo>
                <a:cubicBezTo>
                  <a:pt x="1009187" y="175042"/>
                  <a:pt x="1011027" y="174194"/>
                  <a:pt x="1012959" y="174216"/>
                </a:cubicBezTo>
                <a:cubicBezTo>
                  <a:pt x="1015187" y="175189"/>
                  <a:pt x="1017511" y="175921"/>
                  <a:pt x="1019894" y="176399"/>
                </a:cubicBezTo>
                <a:cubicBezTo>
                  <a:pt x="1021476" y="176650"/>
                  <a:pt x="1022644" y="178009"/>
                  <a:pt x="1022656" y="179610"/>
                </a:cubicBezTo>
                <a:cubicBezTo>
                  <a:pt x="1022695" y="182608"/>
                  <a:pt x="1023306" y="185573"/>
                  <a:pt x="1024454" y="188343"/>
                </a:cubicBezTo>
                <a:cubicBezTo>
                  <a:pt x="1024506" y="189630"/>
                  <a:pt x="1024121" y="190897"/>
                  <a:pt x="1023362" y="191939"/>
                </a:cubicBezTo>
                <a:cubicBezTo>
                  <a:pt x="1021417" y="193681"/>
                  <a:pt x="1019260" y="195170"/>
                  <a:pt x="1016941" y="196369"/>
                </a:cubicBezTo>
                <a:cubicBezTo>
                  <a:pt x="1015399" y="197332"/>
                  <a:pt x="1011932" y="197589"/>
                  <a:pt x="1009748" y="199002"/>
                </a:cubicBezTo>
                <a:cubicBezTo>
                  <a:pt x="1008424" y="199997"/>
                  <a:pt x="1007602" y="201522"/>
                  <a:pt x="1007501" y="203176"/>
                </a:cubicBezTo>
                <a:cubicBezTo>
                  <a:pt x="1007501" y="205937"/>
                  <a:pt x="1009620" y="205937"/>
                  <a:pt x="1010969" y="205937"/>
                </a:cubicBezTo>
                <a:cubicBezTo>
                  <a:pt x="1012317" y="205937"/>
                  <a:pt x="1017904" y="204139"/>
                  <a:pt x="1020537" y="204139"/>
                </a:cubicBezTo>
                <a:cubicBezTo>
                  <a:pt x="1022933" y="204260"/>
                  <a:pt x="1025333" y="204260"/>
                  <a:pt x="1027729" y="204139"/>
                </a:cubicBezTo>
                <a:cubicBezTo>
                  <a:pt x="1030595" y="203171"/>
                  <a:pt x="1033572" y="202567"/>
                  <a:pt x="1036590" y="202341"/>
                </a:cubicBezTo>
                <a:cubicBezTo>
                  <a:pt x="1039415" y="203048"/>
                  <a:pt x="1042561" y="200415"/>
                  <a:pt x="1044359" y="202341"/>
                </a:cubicBezTo>
                <a:cubicBezTo>
                  <a:pt x="1044359" y="205680"/>
                  <a:pt x="1050781" y="207222"/>
                  <a:pt x="1050781" y="212423"/>
                </a:cubicBezTo>
                <a:cubicBezTo>
                  <a:pt x="1050781" y="219871"/>
                  <a:pt x="1045836" y="228283"/>
                  <a:pt x="1039415" y="228797"/>
                </a:cubicBezTo>
                <a:cubicBezTo>
                  <a:pt x="1036718" y="229054"/>
                  <a:pt x="1038580" y="226999"/>
                  <a:pt x="1029077" y="226999"/>
                </a:cubicBezTo>
                <a:cubicBezTo>
                  <a:pt x="1020601" y="227127"/>
                  <a:pt x="1013344" y="227705"/>
                  <a:pt x="1011996" y="227705"/>
                </a:cubicBezTo>
                <a:cubicBezTo>
                  <a:pt x="1008882" y="227744"/>
                  <a:pt x="1005770" y="227551"/>
                  <a:pt x="1002685" y="227127"/>
                </a:cubicBezTo>
                <a:cubicBezTo>
                  <a:pt x="999949" y="227185"/>
                  <a:pt x="997221" y="227464"/>
                  <a:pt x="994530" y="227962"/>
                </a:cubicBezTo>
                <a:cubicBezTo>
                  <a:pt x="991539" y="228732"/>
                  <a:pt x="988490" y="229247"/>
                  <a:pt x="985412" y="229504"/>
                </a:cubicBezTo>
                <a:cubicBezTo>
                  <a:pt x="981597" y="229448"/>
                  <a:pt x="977813" y="230192"/>
                  <a:pt x="974303" y="231686"/>
                </a:cubicBezTo>
                <a:cubicBezTo>
                  <a:pt x="970521" y="232460"/>
                  <a:pt x="966670" y="232847"/>
                  <a:pt x="962809" y="232842"/>
                </a:cubicBezTo>
                <a:cubicBezTo>
                  <a:pt x="959010" y="234459"/>
                  <a:pt x="955050" y="235665"/>
                  <a:pt x="950994" y="236438"/>
                </a:cubicBezTo>
                <a:cubicBezTo>
                  <a:pt x="948810" y="236695"/>
                  <a:pt x="943738" y="236053"/>
                  <a:pt x="943545" y="232521"/>
                </a:cubicBezTo>
                <a:cubicBezTo>
                  <a:pt x="943352" y="228989"/>
                  <a:pt x="941426" y="227127"/>
                  <a:pt x="941876" y="222568"/>
                </a:cubicBezTo>
                <a:cubicBezTo>
                  <a:pt x="942261" y="221220"/>
                  <a:pt x="942261" y="219037"/>
                  <a:pt x="942260" y="218009"/>
                </a:cubicBezTo>
                <a:cubicBezTo>
                  <a:pt x="942272" y="215969"/>
                  <a:pt x="943190" y="214040"/>
                  <a:pt x="944765" y="212744"/>
                </a:cubicBezTo>
                <a:cubicBezTo>
                  <a:pt x="945214" y="212615"/>
                  <a:pt x="946242" y="210368"/>
                  <a:pt x="947526" y="210497"/>
                </a:cubicBezTo>
                <a:cubicBezTo>
                  <a:pt x="948810" y="210625"/>
                  <a:pt x="949068" y="212166"/>
                  <a:pt x="950994" y="212166"/>
                </a:cubicBezTo>
                <a:cubicBezTo>
                  <a:pt x="954499" y="211407"/>
                  <a:pt x="957903" y="210244"/>
                  <a:pt x="961140" y="208699"/>
                </a:cubicBezTo>
                <a:cubicBezTo>
                  <a:pt x="965308" y="206569"/>
                  <a:pt x="969597" y="204683"/>
                  <a:pt x="973983" y="203048"/>
                </a:cubicBezTo>
                <a:cubicBezTo>
                  <a:pt x="975652" y="200672"/>
                  <a:pt x="972890" y="199452"/>
                  <a:pt x="971863" y="199452"/>
                </a:cubicBezTo>
                <a:cubicBezTo>
                  <a:pt x="970084" y="199932"/>
                  <a:pt x="968187" y="199677"/>
                  <a:pt x="966598" y="198746"/>
                </a:cubicBezTo>
                <a:cubicBezTo>
                  <a:pt x="963965" y="198296"/>
                  <a:pt x="962873" y="197654"/>
                  <a:pt x="962167" y="196498"/>
                </a:cubicBezTo>
                <a:cubicBezTo>
                  <a:pt x="961461" y="195342"/>
                  <a:pt x="961974" y="193993"/>
                  <a:pt x="962167" y="192195"/>
                </a:cubicBezTo>
                <a:cubicBezTo>
                  <a:pt x="962360" y="190398"/>
                  <a:pt x="962488" y="188471"/>
                  <a:pt x="962745" y="186930"/>
                </a:cubicBezTo>
                <a:cubicBezTo>
                  <a:pt x="963002" y="185389"/>
                  <a:pt x="963194" y="183078"/>
                  <a:pt x="965635" y="183078"/>
                </a:cubicBezTo>
                <a:cubicBezTo>
                  <a:pt x="966983" y="183078"/>
                  <a:pt x="967304" y="184040"/>
                  <a:pt x="968588" y="184040"/>
                </a:cubicBezTo>
                <a:cubicBezTo>
                  <a:pt x="969872" y="184040"/>
                  <a:pt x="970450" y="183463"/>
                  <a:pt x="971735" y="183463"/>
                </a:cubicBezTo>
                <a:cubicBezTo>
                  <a:pt x="972755" y="183632"/>
                  <a:pt x="973797" y="183632"/>
                  <a:pt x="974817" y="183463"/>
                </a:cubicBezTo>
                <a:cubicBezTo>
                  <a:pt x="975954" y="182904"/>
                  <a:pt x="976912" y="182036"/>
                  <a:pt x="977578" y="180958"/>
                </a:cubicBezTo>
                <a:cubicBezTo>
                  <a:pt x="978156" y="178870"/>
                  <a:pt x="978395" y="176702"/>
                  <a:pt x="978284" y="174537"/>
                </a:cubicBezTo>
                <a:cubicBezTo>
                  <a:pt x="978027" y="172804"/>
                  <a:pt x="976486" y="173060"/>
                  <a:pt x="974496" y="174023"/>
                </a:cubicBezTo>
                <a:cubicBezTo>
                  <a:pt x="972927" y="174595"/>
                  <a:pt x="971317" y="175046"/>
                  <a:pt x="969679" y="175372"/>
                </a:cubicBezTo>
                <a:cubicBezTo>
                  <a:pt x="968221" y="175771"/>
                  <a:pt x="966742" y="176092"/>
                  <a:pt x="965249" y="176335"/>
                </a:cubicBezTo>
                <a:cubicBezTo>
                  <a:pt x="964031" y="176340"/>
                  <a:pt x="962820" y="176168"/>
                  <a:pt x="961653" y="175821"/>
                </a:cubicBezTo>
                <a:cubicBezTo>
                  <a:pt x="959855" y="175372"/>
                  <a:pt x="960305" y="174281"/>
                  <a:pt x="959855" y="172996"/>
                </a:cubicBezTo>
                <a:cubicBezTo>
                  <a:pt x="959129" y="171728"/>
                  <a:pt x="958650" y="170333"/>
                  <a:pt x="958443" y="168886"/>
                </a:cubicBezTo>
                <a:cubicBezTo>
                  <a:pt x="958700" y="165226"/>
                  <a:pt x="955745" y="163878"/>
                  <a:pt x="955232" y="162914"/>
                </a:cubicBezTo>
                <a:cubicBezTo>
                  <a:pt x="954264" y="160895"/>
                  <a:pt x="953656" y="158722"/>
                  <a:pt x="953434" y="156493"/>
                </a:cubicBezTo>
                <a:cubicBezTo>
                  <a:pt x="953434" y="152320"/>
                  <a:pt x="957351" y="149045"/>
                  <a:pt x="956902" y="146412"/>
                </a:cubicBezTo>
                <a:cubicBezTo>
                  <a:pt x="955735" y="141077"/>
                  <a:pt x="955175" y="135627"/>
                  <a:pt x="955232" y="130166"/>
                </a:cubicBezTo>
                <a:cubicBezTo>
                  <a:pt x="955425" y="128689"/>
                  <a:pt x="953177" y="126185"/>
                  <a:pt x="953177" y="123231"/>
                </a:cubicBezTo>
                <a:cubicBezTo>
                  <a:pt x="953272" y="121452"/>
                  <a:pt x="953552" y="119687"/>
                  <a:pt x="954011" y="117966"/>
                </a:cubicBezTo>
                <a:cubicBezTo>
                  <a:pt x="954933" y="115042"/>
                  <a:pt x="955536" y="112028"/>
                  <a:pt x="955810" y="108976"/>
                </a:cubicBezTo>
                <a:cubicBezTo>
                  <a:pt x="955425" y="104931"/>
                  <a:pt x="957479" y="99858"/>
                  <a:pt x="960241" y="99858"/>
                </a:cubicBezTo>
                <a:cubicBezTo>
                  <a:pt x="963002" y="99858"/>
                  <a:pt x="962937" y="103325"/>
                  <a:pt x="965955" y="103325"/>
                </a:cubicBezTo>
                <a:cubicBezTo>
                  <a:pt x="967772" y="103419"/>
                  <a:pt x="969593" y="103224"/>
                  <a:pt x="971349" y="102747"/>
                </a:cubicBezTo>
                <a:cubicBezTo>
                  <a:pt x="971992" y="102298"/>
                  <a:pt x="976936" y="101077"/>
                  <a:pt x="978413" y="100500"/>
                </a:cubicBezTo>
                <a:cubicBezTo>
                  <a:pt x="982715" y="98959"/>
                  <a:pt x="985797" y="97033"/>
                  <a:pt x="990484" y="95555"/>
                </a:cubicBezTo>
                <a:cubicBezTo>
                  <a:pt x="993631" y="94592"/>
                  <a:pt x="997548" y="95427"/>
                  <a:pt x="1000053" y="94592"/>
                </a:cubicBezTo>
                <a:cubicBezTo>
                  <a:pt x="1006988" y="92216"/>
                  <a:pt x="1026316" y="85281"/>
                  <a:pt x="1028691" y="85281"/>
                </a:cubicBezTo>
                <a:close/>
                <a:moveTo>
                  <a:pt x="60892" y="77893"/>
                </a:moveTo>
                <a:cubicBezTo>
                  <a:pt x="60653" y="77893"/>
                  <a:pt x="60284" y="78187"/>
                  <a:pt x="60137" y="78187"/>
                </a:cubicBezTo>
                <a:cubicBezTo>
                  <a:pt x="59872" y="78298"/>
                  <a:pt x="59628" y="78453"/>
                  <a:pt x="59419" y="78648"/>
                </a:cubicBezTo>
                <a:cubicBezTo>
                  <a:pt x="59271" y="78814"/>
                  <a:pt x="58903" y="79366"/>
                  <a:pt x="58571" y="79606"/>
                </a:cubicBezTo>
                <a:cubicBezTo>
                  <a:pt x="58240" y="79845"/>
                  <a:pt x="57835" y="80250"/>
                  <a:pt x="57613" y="80416"/>
                </a:cubicBezTo>
                <a:cubicBezTo>
                  <a:pt x="57392" y="80582"/>
                  <a:pt x="56914" y="80563"/>
                  <a:pt x="56766" y="80692"/>
                </a:cubicBezTo>
                <a:cubicBezTo>
                  <a:pt x="56617" y="80812"/>
                  <a:pt x="56547" y="81002"/>
                  <a:pt x="56582" y="81190"/>
                </a:cubicBezTo>
                <a:lnTo>
                  <a:pt x="56564" y="81190"/>
                </a:lnTo>
                <a:cubicBezTo>
                  <a:pt x="56580" y="81512"/>
                  <a:pt x="56549" y="81834"/>
                  <a:pt x="56472" y="82147"/>
                </a:cubicBezTo>
                <a:cubicBezTo>
                  <a:pt x="56516" y="82330"/>
                  <a:pt x="56658" y="82471"/>
                  <a:pt x="56840" y="82516"/>
                </a:cubicBezTo>
                <a:cubicBezTo>
                  <a:pt x="57529" y="82448"/>
                  <a:pt x="58212" y="82707"/>
                  <a:pt x="58682" y="83216"/>
                </a:cubicBezTo>
                <a:cubicBezTo>
                  <a:pt x="59400" y="83952"/>
                  <a:pt x="59584" y="84560"/>
                  <a:pt x="60413" y="85426"/>
                </a:cubicBezTo>
                <a:cubicBezTo>
                  <a:pt x="60892" y="85886"/>
                  <a:pt x="60781" y="86347"/>
                  <a:pt x="60892" y="86807"/>
                </a:cubicBezTo>
                <a:cubicBezTo>
                  <a:pt x="60791" y="87323"/>
                  <a:pt x="60623" y="87826"/>
                  <a:pt x="60395" y="88299"/>
                </a:cubicBezTo>
                <a:cubicBezTo>
                  <a:pt x="60198" y="88577"/>
                  <a:pt x="59982" y="88842"/>
                  <a:pt x="59750" y="89091"/>
                </a:cubicBezTo>
                <a:cubicBezTo>
                  <a:pt x="59419" y="89459"/>
                  <a:pt x="59382" y="90012"/>
                  <a:pt x="59105" y="90436"/>
                </a:cubicBezTo>
                <a:cubicBezTo>
                  <a:pt x="58726" y="90839"/>
                  <a:pt x="58726" y="91469"/>
                  <a:pt x="59105" y="91872"/>
                </a:cubicBezTo>
                <a:cubicBezTo>
                  <a:pt x="59553" y="92246"/>
                  <a:pt x="59962" y="92666"/>
                  <a:pt x="60321" y="93125"/>
                </a:cubicBezTo>
                <a:cubicBezTo>
                  <a:pt x="60634" y="93438"/>
                  <a:pt x="60708" y="93327"/>
                  <a:pt x="61076" y="93548"/>
                </a:cubicBezTo>
                <a:cubicBezTo>
                  <a:pt x="61445" y="93769"/>
                  <a:pt x="61647" y="94082"/>
                  <a:pt x="62126" y="94230"/>
                </a:cubicBezTo>
                <a:cubicBezTo>
                  <a:pt x="62330" y="94324"/>
                  <a:pt x="62566" y="94324"/>
                  <a:pt x="62771" y="94230"/>
                </a:cubicBezTo>
                <a:cubicBezTo>
                  <a:pt x="62973" y="94138"/>
                  <a:pt x="63102" y="93788"/>
                  <a:pt x="63213" y="93604"/>
                </a:cubicBezTo>
                <a:cubicBezTo>
                  <a:pt x="63325" y="93268"/>
                  <a:pt x="63460" y="92942"/>
                  <a:pt x="63618" y="92627"/>
                </a:cubicBezTo>
                <a:cubicBezTo>
                  <a:pt x="63876" y="92377"/>
                  <a:pt x="64088" y="92084"/>
                  <a:pt x="64244" y="91762"/>
                </a:cubicBezTo>
                <a:cubicBezTo>
                  <a:pt x="64244" y="91762"/>
                  <a:pt x="64613" y="91578"/>
                  <a:pt x="64870" y="91578"/>
                </a:cubicBezTo>
                <a:cubicBezTo>
                  <a:pt x="65513" y="92071"/>
                  <a:pt x="66128" y="92600"/>
                  <a:pt x="66712" y="93162"/>
                </a:cubicBezTo>
                <a:cubicBezTo>
                  <a:pt x="67025" y="93530"/>
                  <a:pt x="66823" y="94267"/>
                  <a:pt x="66712" y="94635"/>
                </a:cubicBezTo>
                <a:cubicBezTo>
                  <a:pt x="66574" y="95484"/>
                  <a:pt x="66370" y="96322"/>
                  <a:pt x="66104" y="97140"/>
                </a:cubicBezTo>
                <a:cubicBezTo>
                  <a:pt x="65854" y="97536"/>
                  <a:pt x="65673" y="97972"/>
                  <a:pt x="65570" y="98429"/>
                </a:cubicBezTo>
                <a:cubicBezTo>
                  <a:pt x="65506" y="98897"/>
                  <a:pt x="65401" y="99359"/>
                  <a:pt x="65257" y="99811"/>
                </a:cubicBezTo>
                <a:cubicBezTo>
                  <a:pt x="65184" y="100050"/>
                  <a:pt x="64889" y="100197"/>
                  <a:pt x="64778" y="100437"/>
                </a:cubicBezTo>
                <a:cubicBezTo>
                  <a:pt x="64675" y="100732"/>
                  <a:pt x="64747" y="101059"/>
                  <a:pt x="64963" y="101284"/>
                </a:cubicBezTo>
                <a:cubicBezTo>
                  <a:pt x="65055" y="101376"/>
                  <a:pt x="65570" y="101542"/>
                  <a:pt x="65828" y="101689"/>
                </a:cubicBezTo>
                <a:cubicBezTo>
                  <a:pt x="66086" y="101837"/>
                  <a:pt x="66454" y="102242"/>
                  <a:pt x="66749" y="102242"/>
                </a:cubicBezTo>
                <a:cubicBezTo>
                  <a:pt x="67095" y="102159"/>
                  <a:pt x="67445" y="102096"/>
                  <a:pt x="67799" y="102058"/>
                </a:cubicBezTo>
                <a:cubicBezTo>
                  <a:pt x="68370" y="102058"/>
                  <a:pt x="69401" y="102334"/>
                  <a:pt x="69549" y="101929"/>
                </a:cubicBezTo>
                <a:cubicBezTo>
                  <a:pt x="69720" y="101109"/>
                  <a:pt x="69825" y="100278"/>
                  <a:pt x="69862" y="99442"/>
                </a:cubicBezTo>
                <a:cubicBezTo>
                  <a:pt x="70063" y="99009"/>
                  <a:pt x="70223" y="98560"/>
                  <a:pt x="70341" y="98098"/>
                </a:cubicBezTo>
                <a:cubicBezTo>
                  <a:pt x="70422" y="97273"/>
                  <a:pt x="70608" y="96462"/>
                  <a:pt x="70893" y="95685"/>
                </a:cubicBezTo>
                <a:cubicBezTo>
                  <a:pt x="71122" y="95121"/>
                  <a:pt x="71313" y="94543"/>
                  <a:pt x="71464" y="93954"/>
                </a:cubicBezTo>
                <a:cubicBezTo>
                  <a:pt x="71575" y="93475"/>
                  <a:pt x="71151" y="92480"/>
                  <a:pt x="71464" y="91780"/>
                </a:cubicBezTo>
                <a:cubicBezTo>
                  <a:pt x="71724" y="91123"/>
                  <a:pt x="71868" y="90425"/>
                  <a:pt x="71888" y="89717"/>
                </a:cubicBezTo>
                <a:cubicBezTo>
                  <a:pt x="71941" y="89338"/>
                  <a:pt x="71842" y="88955"/>
                  <a:pt x="71612" y="88649"/>
                </a:cubicBezTo>
                <a:cubicBezTo>
                  <a:pt x="71114" y="87968"/>
                  <a:pt x="70820" y="87286"/>
                  <a:pt x="70691" y="87120"/>
                </a:cubicBezTo>
                <a:cubicBezTo>
                  <a:pt x="70562" y="86955"/>
                  <a:pt x="70267" y="86899"/>
                  <a:pt x="70009" y="86715"/>
                </a:cubicBezTo>
                <a:lnTo>
                  <a:pt x="69567" y="86420"/>
                </a:lnTo>
                <a:cubicBezTo>
                  <a:pt x="69438" y="86328"/>
                  <a:pt x="69162" y="86457"/>
                  <a:pt x="68738" y="86034"/>
                </a:cubicBezTo>
                <a:cubicBezTo>
                  <a:pt x="68427" y="85737"/>
                  <a:pt x="68132" y="85422"/>
                  <a:pt x="67854" y="85094"/>
                </a:cubicBezTo>
                <a:cubicBezTo>
                  <a:pt x="67449" y="84615"/>
                  <a:pt x="67191" y="84210"/>
                  <a:pt x="66896" y="83897"/>
                </a:cubicBezTo>
                <a:cubicBezTo>
                  <a:pt x="65939" y="82847"/>
                  <a:pt x="65626" y="82497"/>
                  <a:pt x="65165" y="82055"/>
                </a:cubicBezTo>
                <a:cubicBezTo>
                  <a:pt x="64843" y="81718"/>
                  <a:pt x="64541" y="81361"/>
                  <a:pt x="64263" y="80987"/>
                </a:cubicBezTo>
                <a:cubicBezTo>
                  <a:pt x="64005" y="80379"/>
                  <a:pt x="63839" y="79808"/>
                  <a:pt x="63728" y="79624"/>
                </a:cubicBezTo>
                <a:cubicBezTo>
                  <a:pt x="63469" y="79303"/>
                  <a:pt x="63178" y="79007"/>
                  <a:pt x="62863" y="78740"/>
                </a:cubicBezTo>
                <a:cubicBezTo>
                  <a:pt x="62623" y="78556"/>
                  <a:pt x="62623" y="78371"/>
                  <a:pt x="62310" y="78150"/>
                </a:cubicBezTo>
                <a:cubicBezTo>
                  <a:pt x="61865" y="77953"/>
                  <a:pt x="61378" y="77865"/>
                  <a:pt x="60892" y="77893"/>
                </a:cubicBezTo>
                <a:close/>
                <a:moveTo>
                  <a:pt x="223614" y="77821"/>
                </a:moveTo>
                <a:lnTo>
                  <a:pt x="230968" y="78832"/>
                </a:lnTo>
                <a:cubicBezTo>
                  <a:pt x="229066" y="80796"/>
                  <a:pt x="226634" y="82164"/>
                  <a:pt x="223969" y="82774"/>
                </a:cubicBezTo>
                <a:cubicBezTo>
                  <a:pt x="220691" y="83474"/>
                  <a:pt x="216491" y="80416"/>
                  <a:pt x="216491" y="80416"/>
                </a:cubicBezTo>
                <a:close/>
                <a:moveTo>
                  <a:pt x="223601" y="77819"/>
                </a:moveTo>
                <a:lnTo>
                  <a:pt x="223619" y="77819"/>
                </a:lnTo>
                <a:lnTo>
                  <a:pt x="223614" y="77821"/>
                </a:lnTo>
                <a:close/>
                <a:moveTo>
                  <a:pt x="311531" y="69162"/>
                </a:moveTo>
                <a:cubicBezTo>
                  <a:pt x="311181" y="68923"/>
                  <a:pt x="310500" y="69236"/>
                  <a:pt x="310537" y="69383"/>
                </a:cubicBezTo>
                <a:cubicBezTo>
                  <a:pt x="310573" y="69531"/>
                  <a:pt x="309910" y="70304"/>
                  <a:pt x="309579" y="70599"/>
                </a:cubicBezTo>
                <a:cubicBezTo>
                  <a:pt x="308474" y="71557"/>
                  <a:pt x="308216" y="72201"/>
                  <a:pt x="307737" y="72551"/>
                </a:cubicBezTo>
                <a:cubicBezTo>
                  <a:pt x="306964" y="73159"/>
                  <a:pt x="305932" y="73969"/>
                  <a:pt x="305785" y="74135"/>
                </a:cubicBezTo>
                <a:cubicBezTo>
                  <a:pt x="305488" y="74434"/>
                  <a:pt x="305228" y="74769"/>
                  <a:pt x="305011" y="75130"/>
                </a:cubicBezTo>
                <a:cubicBezTo>
                  <a:pt x="304915" y="75410"/>
                  <a:pt x="304786" y="75675"/>
                  <a:pt x="304624" y="75922"/>
                </a:cubicBezTo>
                <a:cubicBezTo>
                  <a:pt x="304477" y="76106"/>
                  <a:pt x="304035" y="75922"/>
                  <a:pt x="304035" y="75922"/>
                </a:cubicBezTo>
                <a:cubicBezTo>
                  <a:pt x="303613" y="75806"/>
                  <a:pt x="303215" y="75620"/>
                  <a:pt x="302856" y="75369"/>
                </a:cubicBezTo>
                <a:cubicBezTo>
                  <a:pt x="302801" y="75334"/>
                  <a:pt x="302755" y="75286"/>
                  <a:pt x="302720" y="75233"/>
                </a:cubicBezTo>
                <a:cubicBezTo>
                  <a:pt x="302582" y="75019"/>
                  <a:pt x="302643" y="74734"/>
                  <a:pt x="302856" y="74596"/>
                </a:cubicBezTo>
                <a:cubicBezTo>
                  <a:pt x="303293" y="74161"/>
                  <a:pt x="303670" y="73673"/>
                  <a:pt x="303980" y="73141"/>
                </a:cubicBezTo>
                <a:cubicBezTo>
                  <a:pt x="303961" y="72864"/>
                  <a:pt x="303685" y="72864"/>
                  <a:pt x="303685" y="72864"/>
                </a:cubicBezTo>
                <a:cubicBezTo>
                  <a:pt x="302801" y="73107"/>
                  <a:pt x="301902" y="73299"/>
                  <a:pt x="300996" y="73435"/>
                </a:cubicBezTo>
                <a:cubicBezTo>
                  <a:pt x="300766" y="73422"/>
                  <a:pt x="300541" y="73365"/>
                  <a:pt x="300333" y="73270"/>
                </a:cubicBezTo>
                <a:cubicBezTo>
                  <a:pt x="300016" y="73222"/>
                  <a:pt x="299699" y="73349"/>
                  <a:pt x="299504" y="73601"/>
                </a:cubicBezTo>
                <a:cubicBezTo>
                  <a:pt x="298859" y="74706"/>
                  <a:pt x="298473" y="74504"/>
                  <a:pt x="297994" y="74964"/>
                </a:cubicBezTo>
                <a:cubicBezTo>
                  <a:pt x="297511" y="75489"/>
                  <a:pt x="297159" y="76121"/>
                  <a:pt x="296962" y="76806"/>
                </a:cubicBezTo>
                <a:cubicBezTo>
                  <a:pt x="296846" y="77137"/>
                  <a:pt x="296986" y="77502"/>
                  <a:pt x="297294" y="77672"/>
                </a:cubicBezTo>
                <a:cubicBezTo>
                  <a:pt x="297957" y="78132"/>
                  <a:pt x="298933" y="77966"/>
                  <a:pt x="300020" y="78132"/>
                </a:cubicBezTo>
                <a:cubicBezTo>
                  <a:pt x="300283" y="78160"/>
                  <a:pt x="300548" y="78160"/>
                  <a:pt x="300812" y="78132"/>
                </a:cubicBezTo>
                <a:cubicBezTo>
                  <a:pt x="301414" y="77983"/>
                  <a:pt x="302035" y="77928"/>
                  <a:pt x="302654" y="77966"/>
                </a:cubicBezTo>
                <a:cubicBezTo>
                  <a:pt x="303226" y="78176"/>
                  <a:pt x="303766" y="78467"/>
                  <a:pt x="304256" y="78832"/>
                </a:cubicBezTo>
                <a:cubicBezTo>
                  <a:pt x="304624" y="79071"/>
                  <a:pt x="305177" y="79495"/>
                  <a:pt x="305453" y="79698"/>
                </a:cubicBezTo>
                <a:cubicBezTo>
                  <a:pt x="305967" y="80073"/>
                  <a:pt x="306461" y="80479"/>
                  <a:pt x="306927" y="80913"/>
                </a:cubicBezTo>
                <a:cubicBezTo>
                  <a:pt x="307236" y="81177"/>
                  <a:pt x="307569" y="81411"/>
                  <a:pt x="307921" y="81613"/>
                </a:cubicBezTo>
                <a:cubicBezTo>
                  <a:pt x="308291" y="81770"/>
                  <a:pt x="308629" y="81996"/>
                  <a:pt x="308916" y="82276"/>
                </a:cubicBezTo>
                <a:cubicBezTo>
                  <a:pt x="309395" y="82934"/>
                  <a:pt x="310026" y="83466"/>
                  <a:pt x="310758" y="83823"/>
                </a:cubicBezTo>
                <a:cubicBezTo>
                  <a:pt x="310979" y="83897"/>
                  <a:pt x="311605" y="84615"/>
                  <a:pt x="311918" y="84763"/>
                </a:cubicBezTo>
                <a:cubicBezTo>
                  <a:pt x="312325" y="85013"/>
                  <a:pt x="312692" y="85323"/>
                  <a:pt x="313005" y="85684"/>
                </a:cubicBezTo>
                <a:cubicBezTo>
                  <a:pt x="312712" y="86056"/>
                  <a:pt x="312211" y="86190"/>
                  <a:pt x="311771" y="86015"/>
                </a:cubicBezTo>
                <a:cubicBezTo>
                  <a:pt x="311568" y="85886"/>
                  <a:pt x="310813" y="85757"/>
                  <a:pt x="310647" y="85592"/>
                </a:cubicBezTo>
                <a:cubicBezTo>
                  <a:pt x="310446" y="85321"/>
                  <a:pt x="310284" y="85024"/>
                  <a:pt x="310168" y="84707"/>
                </a:cubicBezTo>
                <a:cubicBezTo>
                  <a:pt x="310076" y="84560"/>
                  <a:pt x="309708" y="84339"/>
                  <a:pt x="309487" y="84063"/>
                </a:cubicBezTo>
                <a:cubicBezTo>
                  <a:pt x="309282" y="83735"/>
                  <a:pt x="309021" y="83448"/>
                  <a:pt x="308713" y="83216"/>
                </a:cubicBezTo>
                <a:cubicBezTo>
                  <a:pt x="308492" y="83087"/>
                  <a:pt x="308124" y="83087"/>
                  <a:pt x="308124" y="83087"/>
                </a:cubicBezTo>
                <a:cubicBezTo>
                  <a:pt x="307498" y="82681"/>
                  <a:pt x="307645" y="82755"/>
                  <a:pt x="307350" y="82681"/>
                </a:cubicBezTo>
                <a:cubicBezTo>
                  <a:pt x="307056" y="82608"/>
                  <a:pt x="306687" y="82092"/>
                  <a:pt x="306540" y="82092"/>
                </a:cubicBezTo>
                <a:cubicBezTo>
                  <a:pt x="306147" y="81867"/>
                  <a:pt x="305772" y="81615"/>
                  <a:pt x="305416" y="81337"/>
                </a:cubicBezTo>
                <a:cubicBezTo>
                  <a:pt x="305158" y="81171"/>
                  <a:pt x="304772" y="80711"/>
                  <a:pt x="304551" y="80582"/>
                </a:cubicBezTo>
                <a:cubicBezTo>
                  <a:pt x="304376" y="80526"/>
                  <a:pt x="304197" y="80482"/>
                  <a:pt x="304016" y="80453"/>
                </a:cubicBezTo>
                <a:cubicBezTo>
                  <a:pt x="303703" y="80361"/>
                  <a:pt x="303446" y="79587"/>
                  <a:pt x="303096" y="79587"/>
                </a:cubicBezTo>
                <a:cubicBezTo>
                  <a:pt x="302064" y="79513"/>
                  <a:pt x="301235" y="80379"/>
                  <a:pt x="300959" y="80379"/>
                </a:cubicBezTo>
                <a:cubicBezTo>
                  <a:pt x="300574" y="80479"/>
                  <a:pt x="300228" y="80690"/>
                  <a:pt x="299964" y="80987"/>
                </a:cubicBezTo>
                <a:cubicBezTo>
                  <a:pt x="299614" y="81245"/>
                  <a:pt x="299486" y="81374"/>
                  <a:pt x="299614" y="81742"/>
                </a:cubicBezTo>
                <a:cubicBezTo>
                  <a:pt x="299727" y="82009"/>
                  <a:pt x="299929" y="82230"/>
                  <a:pt x="300185" y="82368"/>
                </a:cubicBezTo>
                <a:cubicBezTo>
                  <a:pt x="300504" y="82584"/>
                  <a:pt x="300871" y="82718"/>
                  <a:pt x="301254" y="82755"/>
                </a:cubicBezTo>
                <a:cubicBezTo>
                  <a:pt x="301613" y="82733"/>
                  <a:pt x="301972" y="82816"/>
                  <a:pt x="302285" y="82995"/>
                </a:cubicBezTo>
                <a:cubicBezTo>
                  <a:pt x="302433" y="83160"/>
                  <a:pt x="303022" y="83473"/>
                  <a:pt x="302764" y="83639"/>
                </a:cubicBezTo>
                <a:cubicBezTo>
                  <a:pt x="302447" y="83809"/>
                  <a:pt x="302114" y="83945"/>
                  <a:pt x="301769" y="84044"/>
                </a:cubicBezTo>
                <a:cubicBezTo>
                  <a:pt x="301530" y="84118"/>
                  <a:pt x="301088" y="84523"/>
                  <a:pt x="300922" y="84634"/>
                </a:cubicBezTo>
                <a:cubicBezTo>
                  <a:pt x="300756" y="84744"/>
                  <a:pt x="300628" y="84744"/>
                  <a:pt x="300370" y="84744"/>
                </a:cubicBezTo>
                <a:cubicBezTo>
                  <a:pt x="300060" y="84691"/>
                  <a:pt x="299760" y="84584"/>
                  <a:pt x="299486" y="84431"/>
                </a:cubicBezTo>
                <a:cubicBezTo>
                  <a:pt x="299102" y="84146"/>
                  <a:pt x="298695" y="83893"/>
                  <a:pt x="298270" y="83676"/>
                </a:cubicBezTo>
                <a:cubicBezTo>
                  <a:pt x="297865" y="83529"/>
                  <a:pt x="297128" y="83492"/>
                  <a:pt x="296981" y="83326"/>
                </a:cubicBezTo>
                <a:cubicBezTo>
                  <a:pt x="296833" y="83160"/>
                  <a:pt x="296575" y="82442"/>
                  <a:pt x="296410" y="82276"/>
                </a:cubicBezTo>
                <a:cubicBezTo>
                  <a:pt x="295892" y="81860"/>
                  <a:pt x="295222" y="81687"/>
                  <a:pt x="294568" y="81797"/>
                </a:cubicBezTo>
                <a:cubicBezTo>
                  <a:pt x="294161" y="81974"/>
                  <a:pt x="293783" y="82210"/>
                  <a:pt x="293444" y="82497"/>
                </a:cubicBezTo>
                <a:cubicBezTo>
                  <a:pt x="293278" y="82645"/>
                  <a:pt x="292800" y="83050"/>
                  <a:pt x="292836" y="83234"/>
                </a:cubicBezTo>
                <a:cubicBezTo>
                  <a:pt x="292873" y="83418"/>
                  <a:pt x="293057" y="83676"/>
                  <a:pt x="293057" y="83860"/>
                </a:cubicBezTo>
                <a:cubicBezTo>
                  <a:pt x="293039" y="84560"/>
                  <a:pt x="293536" y="84855"/>
                  <a:pt x="293702" y="85021"/>
                </a:cubicBezTo>
                <a:cubicBezTo>
                  <a:pt x="293868" y="85186"/>
                  <a:pt x="294789" y="85444"/>
                  <a:pt x="295084" y="85720"/>
                </a:cubicBezTo>
                <a:cubicBezTo>
                  <a:pt x="295520" y="86128"/>
                  <a:pt x="295995" y="86492"/>
                  <a:pt x="296502" y="86807"/>
                </a:cubicBezTo>
                <a:cubicBezTo>
                  <a:pt x="297001" y="87111"/>
                  <a:pt x="297469" y="87463"/>
                  <a:pt x="297902" y="87857"/>
                </a:cubicBezTo>
                <a:cubicBezTo>
                  <a:pt x="298270" y="88336"/>
                  <a:pt x="298012" y="88631"/>
                  <a:pt x="297717" y="88723"/>
                </a:cubicBezTo>
                <a:cubicBezTo>
                  <a:pt x="296741" y="88962"/>
                  <a:pt x="295047" y="90012"/>
                  <a:pt x="294163" y="89515"/>
                </a:cubicBezTo>
                <a:cubicBezTo>
                  <a:pt x="293813" y="89294"/>
                  <a:pt x="293113" y="88686"/>
                  <a:pt x="292321" y="88115"/>
                </a:cubicBezTo>
                <a:cubicBezTo>
                  <a:pt x="291879" y="87728"/>
                  <a:pt x="291437" y="87433"/>
                  <a:pt x="291326" y="87728"/>
                </a:cubicBezTo>
                <a:cubicBezTo>
                  <a:pt x="291216" y="88023"/>
                  <a:pt x="291823" y="89717"/>
                  <a:pt x="291326" y="90215"/>
                </a:cubicBezTo>
                <a:cubicBezTo>
                  <a:pt x="291068" y="90454"/>
                  <a:pt x="290571" y="90859"/>
                  <a:pt x="290332" y="91099"/>
                </a:cubicBezTo>
                <a:cubicBezTo>
                  <a:pt x="290617" y="91670"/>
                  <a:pt x="291057" y="92149"/>
                  <a:pt x="291602" y="92480"/>
                </a:cubicBezTo>
                <a:cubicBezTo>
                  <a:pt x="291998" y="92642"/>
                  <a:pt x="292365" y="92867"/>
                  <a:pt x="292689" y="93143"/>
                </a:cubicBezTo>
                <a:cubicBezTo>
                  <a:pt x="293161" y="93432"/>
                  <a:pt x="293652" y="93685"/>
                  <a:pt x="294163" y="93898"/>
                </a:cubicBezTo>
                <a:cubicBezTo>
                  <a:pt x="294863" y="94303"/>
                  <a:pt x="295599" y="93530"/>
                  <a:pt x="296373" y="93272"/>
                </a:cubicBezTo>
                <a:cubicBezTo>
                  <a:pt x="296483" y="93254"/>
                  <a:pt x="297128" y="93346"/>
                  <a:pt x="297441" y="93033"/>
                </a:cubicBezTo>
                <a:cubicBezTo>
                  <a:pt x="297804" y="92699"/>
                  <a:pt x="298229" y="92443"/>
                  <a:pt x="298694" y="92277"/>
                </a:cubicBezTo>
                <a:cubicBezTo>
                  <a:pt x="299080" y="92056"/>
                  <a:pt x="299357" y="91799"/>
                  <a:pt x="299707" y="91541"/>
                </a:cubicBezTo>
                <a:cubicBezTo>
                  <a:pt x="300057" y="91283"/>
                  <a:pt x="300259" y="90841"/>
                  <a:pt x="300701" y="90472"/>
                </a:cubicBezTo>
                <a:cubicBezTo>
                  <a:pt x="301143" y="90104"/>
                  <a:pt x="302617" y="91191"/>
                  <a:pt x="302838" y="91357"/>
                </a:cubicBezTo>
                <a:cubicBezTo>
                  <a:pt x="303059" y="91522"/>
                  <a:pt x="303206" y="91522"/>
                  <a:pt x="303685" y="91817"/>
                </a:cubicBezTo>
                <a:cubicBezTo>
                  <a:pt x="304164" y="92112"/>
                  <a:pt x="304366" y="92333"/>
                  <a:pt x="304790" y="92627"/>
                </a:cubicBezTo>
                <a:cubicBezTo>
                  <a:pt x="305103" y="92762"/>
                  <a:pt x="305449" y="92801"/>
                  <a:pt x="305785" y="92738"/>
                </a:cubicBezTo>
                <a:cubicBezTo>
                  <a:pt x="306171" y="92720"/>
                  <a:pt x="306669" y="92277"/>
                  <a:pt x="306982" y="92075"/>
                </a:cubicBezTo>
                <a:cubicBezTo>
                  <a:pt x="307295" y="91872"/>
                  <a:pt x="306982" y="91357"/>
                  <a:pt x="306982" y="91357"/>
                </a:cubicBezTo>
                <a:cubicBezTo>
                  <a:pt x="306687" y="90749"/>
                  <a:pt x="306614" y="90288"/>
                  <a:pt x="306485" y="90049"/>
                </a:cubicBezTo>
                <a:cubicBezTo>
                  <a:pt x="306079" y="89423"/>
                  <a:pt x="306227" y="88815"/>
                  <a:pt x="306079" y="88649"/>
                </a:cubicBezTo>
                <a:cubicBezTo>
                  <a:pt x="305932" y="88483"/>
                  <a:pt x="305582" y="88612"/>
                  <a:pt x="305287" y="88373"/>
                </a:cubicBezTo>
                <a:cubicBezTo>
                  <a:pt x="304993" y="88133"/>
                  <a:pt x="304422" y="88004"/>
                  <a:pt x="304164" y="87839"/>
                </a:cubicBezTo>
                <a:cubicBezTo>
                  <a:pt x="303906" y="87673"/>
                  <a:pt x="303814" y="87433"/>
                  <a:pt x="303814" y="87286"/>
                </a:cubicBezTo>
                <a:cubicBezTo>
                  <a:pt x="304075" y="86932"/>
                  <a:pt x="304453" y="86684"/>
                  <a:pt x="304882" y="86586"/>
                </a:cubicBezTo>
                <a:cubicBezTo>
                  <a:pt x="305420" y="86527"/>
                  <a:pt x="305963" y="86527"/>
                  <a:pt x="306503" y="86586"/>
                </a:cubicBezTo>
                <a:cubicBezTo>
                  <a:pt x="306895" y="86687"/>
                  <a:pt x="307308" y="86687"/>
                  <a:pt x="307700" y="86586"/>
                </a:cubicBezTo>
                <a:cubicBezTo>
                  <a:pt x="308654" y="86452"/>
                  <a:pt x="309623" y="86654"/>
                  <a:pt x="310445" y="87157"/>
                </a:cubicBezTo>
                <a:cubicBezTo>
                  <a:pt x="310831" y="87452"/>
                  <a:pt x="311329" y="87802"/>
                  <a:pt x="311365" y="88115"/>
                </a:cubicBezTo>
                <a:cubicBezTo>
                  <a:pt x="311402" y="88428"/>
                  <a:pt x="311863" y="88925"/>
                  <a:pt x="311992" y="88925"/>
                </a:cubicBezTo>
                <a:cubicBezTo>
                  <a:pt x="312305" y="88938"/>
                  <a:pt x="312601" y="89071"/>
                  <a:pt x="312821" y="89294"/>
                </a:cubicBezTo>
                <a:cubicBezTo>
                  <a:pt x="313447" y="89995"/>
                  <a:pt x="314257" y="90506"/>
                  <a:pt x="315160" y="90767"/>
                </a:cubicBezTo>
                <a:cubicBezTo>
                  <a:pt x="315757" y="90607"/>
                  <a:pt x="316309" y="90318"/>
                  <a:pt x="316781" y="89920"/>
                </a:cubicBezTo>
                <a:cubicBezTo>
                  <a:pt x="317317" y="89489"/>
                  <a:pt x="317709" y="88903"/>
                  <a:pt x="317904" y="88244"/>
                </a:cubicBezTo>
                <a:cubicBezTo>
                  <a:pt x="317941" y="87857"/>
                  <a:pt x="317591" y="87839"/>
                  <a:pt x="317536" y="87415"/>
                </a:cubicBezTo>
                <a:cubicBezTo>
                  <a:pt x="317480" y="86991"/>
                  <a:pt x="317186" y="86899"/>
                  <a:pt x="317186" y="86715"/>
                </a:cubicBezTo>
                <a:cubicBezTo>
                  <a:pt x="317186" y="86531"/>
                  <a:pt x="317186" y="86089"/>
                  <a:pt x="317186" y="85886"/>
                </a:cubicBezTo>
                <a:cubicBezTo>
                  <a:pt x="317018" y="85669"/>
                  <a:pt x="316819" y="85477"/>
                  <a:pt x="316596" y="85315"/>
                </a:cubicBezTo>
                <a:cubicBezTo>
                  <a:pt x="316130" y="85293"/>
                  <a:pt x="315679" y="85148"/>
                  <a:pt x="315289" y="84892"/>
                </a:cubicBezTo>
                <a:cubicBezTo>
                  <a:pt x="315141" y="84726"/>
                  <a:pt x="314828" y="84523"/>
                  <a:pt x="315012" y="84302"/>
                </a:cubicBezTo>
                <a:cubicBezTo>
                  <a:pt x="315344" y="83997"/>
                  <a:pt x="315723" y="83748"/>
                  <a:pt x="316136" y="83565"/>
                </a:cubicBezTo>
                <a:lnTo>
                  <a:pt x="317075" y="83050"/>
                </a:lnTo>
                <a:cubicBezTo>
                  <a:pt x="317223" y="82958"/>
                  <a:pt x="317941" y="82663"/>
                  <a:pt x="317941" y="82663"/>
                </a:cubicBezTo>
                <a:cubicBezTo>
                  <a:pt x="318702" y="82110"/>
                  <a:pt x="319600" y="81779"/>
                  <a:pt x="320538" y="81705"/>
                </a:cubicBezTo>
                <a:cubicBezTo>
                  <a:pt x="321164" y="81724"/>
                  <a:pt x="322214" y="82276"/>
                  <a:pt x="322269" y="81926"/>
                </a:cubicBezTo>
                <a:cubicBezTo>
                  <a:pt x="322325" y="81576"/>
                  <a:pt x="323024" y="81318"/>
                  <a:pt x="323282" y="81134"/>
                </a:cubicBezTo>
                <a:cubicBezTo>
                  <a:pt x="323516" y="80987"/>
                  <a:pt x="323654" y="80729"/>
                  <a:pt x="323651" y="80453"/>
                </a:cubicBezTo>
                <a:cubicBezTo>
                  <a:pt x="323614" y="80064"/>
                  <a:pt x="323533" y="79681"/>
                  <a:pt x="323411" y="79311"/>
                </a:cubicBezTo>
                <a:cubicBezTo>
                  <a:pt x="323301" y="79000"/>
                  <a:pt x="323035" y="78767"/>
                  <a:pt x="322711" y="78703"/>
                </a:cubicBezTo>
                <a:cubicBezTo>
                  <a:pt x="322546" y="78611"/>
                  <a:pt x="322546" y="78777"/>
                  <a:pt x="322232" y="78703"/>
                </a:cubicBezTo>
                <a:cubicBezTo>
                  <a:pt x="321919" y="78629"/>
                  <a:pt x="319893" y="77027"/>
                  <a:pt x="318954" y="77561"/>
                </a:cubicBezTo>
                <a:cubicBezTo>
                  <a:pt x="318493" y="77819"/>
                  <a:pt x="318788" y="78574"/>
                  <a:pt x="318291" y="79016"/>
                </a:cubicBezTo>
                <a:cubicBezTo>
                  <a:pt x="318072" y="79189"/>
                  <a:pt x="317821" y="79320"/>
                  <a:pt x="317554" y="79403"/>
                </a:cubicBezTo>
                <a:cubicBezTo>
                  <a:pt x="317296" y="79550"/>
                  <a:pt x="316891" y="79679"/>
                  <a:pt x="316688" y="79550"/>
                </a:cubicBezTo>
                <a:cubicBezTo>
                  <a:pt x="316486" y="79421"/>
                  <a:pt x="316302" y="79200"/>
                  <a:pt x="315786" y="79200"/>
                </a:cubicBezTo>
                <a:cubicBezTo>
                  <a:pt x="314976" y="79329"/>
                  <a:pt x="315325" y="79771"/>
                  <a:pt x="315104" y="79955"/>
                </a:cubicBezTo>
                <a:cubicBezTo>
                  <a:pt x="314883" y="80140"/>
                  <a:pt x="314515" y="79955"/>
                  <a:pt x="314349" y="79955"/>
                </a:cubicBezTo>
                <a:cubicBezTo>
                  <a:pt x="314091" y="79994"/>
                  <a:pt x="313830" y="79955"/>
                  <a:pt x="313594" y="79845"/>
                </a:cubicBezTo>
                <a:cubicBezTo>
                  <a:pt x="313484" y="79753"/>
                  <a:pt x="312950" y="80434"/>
                  <a:pt x="312986" y="80692"/>
                </a:cubicBezTo>
                <a:cubicBezTo>
                  <a:pt x="313023" y="80950"/>
                  <a:pt x="313631" y="81024"/>
                  <a:pt x="313392" y="81576"/>
                </a:cubicBezTo>
                <a:cubicBezTo>
                  <a:pt x="313152" y="82129"/>
                  <a:pt x="312434" y="82129"/>
                  <a:pt x="311918" y="81576"/>
                </a:cubicBezTo>
                <a:cubicBezTo>
                  <a:pt x="311402" y="81024"/>
                  <a:pt x="312784" y="80895"/>
                  <a:pt x="312213" y="80545"/>
                </a:cubicBezTo>
                <a:cubicBezTo>
                  <a:pt x="311642" y="80195"/>
                  <a:pt x="311660" y="79348"/>
                  <a:pt x="311863" y="79311"/>
                </a:cubicBezTo>
                <a:cubicBezTo>
                  <a:pt x="312065" y="79274"/>
                  <a:pt x="313502" y="79071"/>
                  <a:pt x="313502" y="79071"/>
                </a:cubicBezTo>
                <a:cubicBezTo>
                  <a:pt x="315289" y="78519"/>
                  <a:pt x="315878" y="78611"/>
                  <a:pt x="316210" y="78261"/>
                </a:cubicBezTo>
                <a:cubicBezTo>
                  <a:pt x="316410" y="77964"/>
                  <a:pt x="316490" y="77602"/>
                  <a:pt x="316431" y="77248"/>
                </a:cubicBezTo>
                <a:cubicBezTo>
                  <a:pt x="316431" y="76990"/>
                  <a:pt x="317075" y="76511"/>
                  <a:pt x="317223" y="76511"/>
                </a:cubicBezTo>
                <a:cubicBezTo>
                  <a:pt x="317709" y="76351"/>
                  <a:pt x="318225" y="76301"/>
                  <a:pt x="318733" y="76364"/>
                </a:cubicBezTo>
                <a:cubicBezTo>
                  <a:pt x="319230" y="76419"/>
                  <a:pt x="320059" y="76235"/>
                  <a:pt x="320059" y="75774"/>
                </a:cubicBezTo>
                <a:cubicBezTo>
                  <a:pt x="320208" y="75303"/>
                  <a:pt x="320162" y="74793"/>
                  <a:pt x="319930" y="74356"/>
                </a:cubicBezTo>
                <a:cubicBezTo>
                  <a:pt x="319803" y="74202"/>
                  <a:pt x="319637" y="74082"/>
                  <a:pt x="319451" y="74006"/>
                </a:cubicBezTo>
                <a:cubicBezTo>
                  <a:pt x="319286" y="73969"/>
                  <a:pt x="319193" y="73620"/>
                  <a:pt x="319009" y="73620"/>
                </a:cubicBezTo>
                <a:cubicBezTo>
                  <a:pt x="318512" y="73417"/>
                  <a:pt x="318051" y="73841"/>
                  <a:pt x="317517" y="74006"/>
                </a:cubicBezTo>
                <a:cubicBezTo>
                  <a:pt x="316983" y="74172"/>
                  <a:pt x="315896" y="74393"/>
                  <a:pt x="315896" y="74172"/>
                </a:cubicBezTo>
                <a:cubicBezTo>
                  <a:pt x="315896" y="73951"/>
                  <a:pt x="316062" y="73288"/>
                  <a:pt x="315896" y="73122"/>
                </a:cubicBezTo>
                <a:cubicBezTo>
                  <a:pt x="315559" y="72984"/>
                  <a:pt x="315184" y="72984"/>
                  <a:pt x="314847" y="73122"/>
                </a:cubicBezTo>
                <a:cubicBezTo>
                  <a:pt x="314699" y="73270"/>
                  <a:pt x="314589" y="73914"/>
                  <a:pt x="314294" y="74246"/>
                </a:cubicBezTo>
                <a:cubicBezTo>
                  <a:pt x="313981" y="74496"/>
                  <a:pt x="313605" y="74655"/>
                  <a:pt x="313207" y="74706"/>
                </a:cubicBezTo>
                <a:cubicBezTo>
                  <a:pt x="312784" y="74817"/>
                  <a:pt x="312084" y="75332"/>
                  <a:pt x="312231" y="75609"/>
                </a:cubicBezTo>
                <a:cubicBezTo>
                  <a:pt x="312379" y="75885"/>
                  <a:pt x="312600" y="75646"/>
                  <a:pt x="312913" y="75885"/>
                </a:cubicBezTo>
                <a:cubicBezTo>
                  <a:pt x="313226" y="76124"/>
                  <a:pt x="313686" y="76124"/>
                  <a:pt x="313815" y="76327"/>
                </a:cubicBezTo>
                <a:cubicBezTo>
                  <a:pt x="313944" y="76530"/>
                  <a:pt x="313889" y="77561"/>
                  <a:pt x="313226" y="77653"/>
                </a:cubicBezTo>
                <a:cubicBezTo>
                  <a:pt x="312968" y="77690"/>
                  <a:pt x="312065" y="78003"/>
                  <a:pt x="311807" y="77561"/>
                </a:cubicBezTo>
                <a:cubicBezTo>
                  <a:pt x="311715" y="77414"/>
                  <a:pt x="311918" y="77211"/>
                  <a:pt x="311900" y="76880"/>
                </a:cubicBezTo>
                <a:cubicBezTo>
                  <a:pt x="311881" y="76548"/>
                  <a:pt x="311181" y="76198"/>
                  <a:pt x="311163" y="75995"/>
                </a:cubicBezTo>
                <a:cubicBezTo>
                  <a:pt x="311144" y="75793"/>
                  <a:pt x="311034" y="75701"/>
                  <a:pt x="311329" y="75443"/>
                </a:cubicBezTo>
                <a:cubicBezTo>
                  <a:pt x="311885" y="74898"/>
                  <a:pt x="312362" y="74277"/>
                  <a:pt x="312747" y="73601"/>
                </a:cubicBezTo>
                <a:cubicBezTo>
                  <a:pt x="312778" y="73364"/>
                  <a:pt x="312896" y="73148"/>
                  <a:pt x="313078" y="72993"/>
                </a:cubicBezTo>
                <a:cubicBezTo>
                  <a:pt x="313428" y="72680"/>
                  <a:pt x="313852" y="72183"/>
                  <a:pt x="313649" y="72017"/>
                </a:cubicBezTo>
                <a:cubicBezTo>
                  <a:pt x="313447" y="71838"/>
                  <a:pt x="313182" y="71752"/>
                  <a:pt x="312913" y="71778"/>
                </a:cubicBezTo>
                <a:cubicBezTo>
                  <a:pt x="312561" y="71798"/>
                  <a:pt x="312222" y="71919"/>
                  <a:pt x="311936" y="72128"/>
                </a:cubicBezTo>
                <a:cubicBezTo>
                  <a:pt x="311824" y="72328"/>
                  <a:pt x="311695" y="72520"/>
                  <a:pt x="311550" y="72699"/>
                </a:cubicBezTo>
                <a:cubicBezTo>
                  <a:pt x="311095" y="73177"/>
                  <a:pt x="310614" y="73632"/>
                  <a:pt x="310113" y="74062"/>
                </a:cubicBezTo>
                <a:cubicBezTo>
                  <a:pt x="309837" y="74301"/>
                  <a:pt x="309413" y="75056"/>
                  <a:pt x="309247" y="75185"/>
                </a:cubicBezTo>
                <a:cubicBezTo>
                  <a:pt x="309082" y="75314"/>
                  <a:pt x="307848" y="76364"/>
                  <a:pt x="307700" y="76530"/>
                </a:cubicBezTo>
                <a:cubicBezTo>
                  <a:pt x="307372" y="76778"/>
                  <a:pt x="307227" y="77200"/>
                  <a:pt x="307332" y="77598"/>
                </a:cubicBezTo>
                <a:cubicBezTo>
                  <a:pt x="307424" y="77782"/>
                  <a:pt x="307700" y="77764"/>
                  <a:pt x="307884" y="77782"/>
                </a:cubicBezTo>
                <a:cubicBezTo>
                  <a:pt x="308069" y="77801"/>
                  <a:pt x="308345" y="77874"/>
                  <a:pt x="308511" y="77690"/>
                </a:cubicBezTo>
                <a:cubicBezTo>
                  <a:pt x="308676" y="77506"/>
                  <a:pt x="309008" y="77137"/>
                  <a:pt x="309358" y="77322"/>
                </a:cubicBezTo>
                <a:cubicBezTo>
                  <a:pt x="309708" y="77506"/>
                  <a:pt x="309597" y="77874"/>
                  <a:pt x="309247" y="78058"/>
                </a:cubicBezTo>
                <a:cubicBezTo>
                  <a:pt x="308897" y="78243"/>
                  <a:pt x="308916" y="78500"/>
                  <a:pt x="308897" y="78703"/>
                </a:cubicBezTo>
                <a:cubicBezTo>
                  <a:pt x="308879" y="78906"/>
                  <a:pt x="309247" y="78850"/>
                  <a:pt x="309634" y="79053"/>
                </a:cubicBezTo>
                <a:cubicBezTo>
                  <a:pt x="310021" y="79256"/>
                  <a:pt x="310334" y="79385"/>
                  <a:pt x="310168" y="79734"/>
                </a:cubicBezTo>
                <a:cubicBezTo>
                  <a:pt x="310104" y="79900"/>
                  <a:pt x="309940" y="80005"/>
                  <a:pt x="309763" y="79992"/>
                </a:cubicBezTo>
                <a:cubicBezTo>
                  <a:pt x="309522" y="79968"/>
                  <a:pt x="309286" y="79906"/>
                  <a:pt x="309063" y="79808"/>
                </a:cubicBezTo>
                <a:cubicBezTo>
                  <a:pt x="308814" y="79698"/>
                  <a:pt x="308575" y="79569"/>
                  <a:pt x="308345" y="79421"/>
                </a:cubicBezTo>
                <a:cubicBezTo>
                  <a:pt x="307993" y="79101"/>
                  <a:pt x="307612" y="78817"/>
                  <a:pt x="307203" y="78574"/>
                </a:cubicBezTo>
                <a:cubicBezTo>
                  <a:pt x="306976" y="78392"/>
                  <a:pt x="306761" y="78195"/>
                  <a:pt x="306558" y="77985"/>
                </a:cubicBezTo>
                <a:cubicBezTo>
                  <a:pt x="306374" y="77819"/>
                  <a:pt x="305821" y="77672"/>
                  <a:pt x="305674" y="77414"/>
                </a:cubicBezTo>
                <a:cubicBezTo>
                  <a:pt x="305584" y="77183"/>
                  <a:pt x="305584" y="76926"/>
                  <a:pt x="305674" y="76695"/>
                </a:cubicBezTo>
                <a:cubicBezTo>
                  <a:pt x="305785" y="76456"/>
                  <a:pt x="306503" y="76345"/>
                  <a:pt x="306687" y="76235"/>
                </a:cubicBezTo>
                <a:cubicBezTo>
                  <a:pt x="306871" y="76124"/>
                  <a:pt x="306908" y="75977"/>
                  <a:pt x="307350" y="75646"/>
                </a:cubicBezTo>
                <a:cubicBezTo>
                  <a:pt x="307792" y="75314"/>
                  <a:pt x="307884" y="74835"/>
                  <a:pt x="308069" y="74651"/>
                </a:cubicBezTo>
                <a:cubicBezTo>
                  <a:pt x="308253" y="74467"/>
                  <a:pt x="309082" y="73601"/>
                  <a:pt x="309321" y="73343"/>
                </a:cubicBezTo>
                <a:cubicBezTo>
                  <a:pt x="309560" y="73085"/>
                  <a:pt x="309910" y="72864"/>
                  <a:pt x="310021" y="72754"/>
                </a:cubicBezTo>
                <a:cubicBezTo>
                  <a:pt x="310131" y="72643"/>
                  <a:pt x="310463" y="72293"/>
                  <a:pt x="310592" y="72293"/>
                </a:cubicBezTo>
                <a:cubicBezTo>
                  <a:pt x="310804" y="72212"/>
                  <a:pt x="310971" y="72045"/>
                  <a:pt x="311052" y="71833"/>
                </a:cubicBezTo>
                <a:cubicBezTo>
                  <a:pt x="311108" y="71575"/>
                  <a:pt x="311605" y="71354"/>
                  <a:pt x="311789" y="71041"/>
                </a:cubicBezTo>
                <a:cubicBezTo>
                  <a:pt x="311973" y="70728"/>
                  <a:pt x="312194" y="70617"/>
                  <a:pt x="312323" y="70341"/>
                </a:cubicBezTo>
                <a:cubicBezTo>
                  <a:pt x="312452" y="70065"/>
                  <a:pt x="312526" y="69899"/>
                  <a:pt x="312452" y="69788"/>
                </a:cubicBezTo>
                <a:cubicBezTo>
                  <a:pt x="312379" y="69678"/>
                  <a:pt x="312139" y="69807"/>
                  <a:pt x="312029" y="69678"/>
                </a:cubicBezTo>
                <a:cubicBezTo>
                  <a:pt x="311872" y="69497"/>
                  <a:pt x="311706" y="69324"/>
                  <a:pt x="311531" y="69162"/>
                </a:cubicBezTo>
                <a:close/>
                <a:moveTo>
                  <a:pt x="67320" y="68020"/>
                </a:moveTo>
                <a:cubicBezTo>
                  <a:pt x="67165" y="68188"/>
                  <a:pt x="66977" y="68319"/>
                  <a:pt x="66768" y="68407"/>
                </a:cubicBezTo>
                <a:cubicBezTo>
                  <a:pt x="66491" y="68462"/>
                  <a:pt x="66252" y="68315"/>
                  <a:pt x="65902" y="68647"/>
                </a:cubicBezTo>
                <a:cubicBezTo>
                  <a:pt x="65686" y="68947"/>
                  <a:pt x="65489" y="69262"/>
                  <a:pt x="65312" y="69586"/>
                </a:cubicBezTo>
                <a:cubicBezTo>
                  <a:pt x="65165" y="69733"/>
                  <a:pt x="64760" y="69917"/>
                  <a:pt x="64613" y="70083"/>
                </a:cubicBezTo>
                <a:cubicBezTo>
                  <a:pt x="64465" y="70249"/>
                  <a:pt x="64392" y="70673"/>
                  <a:pt x="64134" y="70912"/>
                </a:cubicBezTo>
                <a:cubicBezTo>
                  <a:pt x="63876" y="71151"/>
                  <a:pt x="63360" y="71391"/>
                  <a:pt x="63213" y="71575"/>
                </a:cubicBezTo>
                <a:cubicBezTo>
                  <a:pt x="62918" y="71907"/>
                  <a:pt x="62771" y="72128"/>
                  <a:pt x="62992" y="72533"/>
                </a:cubicBezTo>
                <a:cubicBezTo>
                  <a:pt x="63301" y="72910"/>
                  <a:pt x="63647" y="73255"/>
                  <a:pt x="64023" y="73564"/>
                </a:cubicBezTo>
                <a:cubicBezTo>
                  <a:pt x="64482" y="74148"/>
                  <a:pt x="64902" y="74763"/>
                  <a:pt x="65276" y="75406"/>
                </a:cubicBezTo>
                <a:cubicBezTo>
                  <a:pt x="65480" y="75821"/>
                  <a:pt x="65740" y="76205"/>
                  <a:pt x="66049" y="76548"/>
                </a:cubicBezTo>
                <a:cubicBezTo>
                  <a:pt x="66197" y="76695"/>
                  <a:pt x="66989" y="77487"/>
                  <a:pt x="67559" y="78132"/>
                </a:cubicBezTo>
                <a:cubicBezTo>
                  <a:pt x="67670" y="78261"/>
                  <a:pt x="67983" y="78795"/>
                  <a:pt x="68388" y="79292"/>
                </a:cubicBezTo>
                <a:cubicBezTo>
                  <a:pt x="68794" y="79790"/>
                  <a:pt x="68609" y="79863"/>
                  <a:pt x="69180" y="80471"/>
                </a:cubicBezTo>
                <a:cubicBezTo>
                  <a:pt x="69291" y="80582"/>
                  <a:pt x="69420" y="81171"/>
                  <a:pt x="69530" y="81318"/>
                </a:cubicBezTo>
                <a:cubicBezTo>
                  <a:pt x="70617" y="82608"/>
                  <a:pt x="70543" y="82866"/>
                  <a:pt x="71188" y="83455"/>
                </a:cubicBezTo>
                <a:cubicBezTo>
                  <a:pt x="71580" y="83853"/>
                  <a:pt x="72026" y="84195"/>
                  <a:pt x="72514" y="84468"/>
                </a:cubicBezTo>
                <a:cubicBezTo>
                  <a:pt x="72829" y="84645"/>
                  <a:pt x="73126" y="84855"/>
                  <a:pt x="73398" y="85094"/>
                </a:cubicBezTo>
                <a:lnTo>
                  <a:pt x="74264" y="85813"/>
                </a:lnTo>
                <a:cubicBezTo>
                  <a:pt x="74411" y="85960"/>
                  <a:pt x="75590" y="86586"/>
                  <a:pt x="75829" y="86752"/>
                </a:cubicBezTo>
                <a:cubicBezTo>
                  <a:pt x="76183" y="87109"/>
                  <a:pt x="76572" y="87430"/>
                  <a:pt x="76990" y="87710"/>
                </a:cubicBezTo>
                <a:cubicBezTo>
                  <a:pt x="77471" y="87877"/>
                  <a:pt x="77973" y="87969"/>
                  <a:pt x="78482" y="87986"/>
                </a:cubicBezTo>
                <a:cubicBezTo>
                  <a:pt x="78810" y="87942"/>
                  <a:pt x="79126" y="87842"/>
                  <a:pt x="79421" y="87691"/>
                </a:cubicBezTo>
                <a:cubicBezTo>
                  <a:pt x="79771" y="87489"/>
                  <a:pt x="80324" y="86752"/>
                  <a:pt x="80674" y="86494"/>
                </a:cubicBezTo>
                <a:cubicBezTo>
                  <a:pt x="81023" y="86236"/>
                  <a:pt x="81705" y="85868"/>
                  <a:pt x="81705" y="85868"/>
                </a:cubicBezTo>
                <a:cubicBezTo>
                  <a:pt x="81705" y="85868"/>
                  <a:pt x="82423" y="85168"/>
                  <a:pt x="82681" y="84873"/>
                </a:cubicBezTo>
                <a:cubicBezTo>
                  <a:pt x="82967" y="84496"/>
                  <a:pt x="83324" y="84177"/>
                  <a:pt x="83731" y="83934"/>
                </a:cubicBezTo>
                <a:cubicBezTo>
                  <a:pt x="83934" y="83842"/>
                  <a:pt x="84431" y="83768"/>
                  <a:pt x="84633" y="83547"/>
                </a:cubicBezTo>
                <a:cubicBezTo>
                  <a:pt x="84917" y="83199"/>
                  <a:pt x="85140" y="82807"/>
                  <a:pt x="85297" y="82387"/>
                </a:cubicBezTo>
                <a:cubicBezTo>
                  <a:pt x="85444" y="82000"/>
                  <a:pt x="86015" y="81687"/>
                  <a:pt x="86052" y="81282"/>
                </a:cubicBezTo>
                <a:cubicBezTo>
                  <a:pt x="86089" y="80876"/>
                  <a:pt x="85812" y="80545"/>
                  <a:pt x="85554" y="80121"/>
                </a:cubicBezTo>
                <a:cubicBezTo>
                  <a:pt x="85308" y="79554"/>
                  <a:pt x="85018" y="79005"/>
                  <a:pt x="84689" y="78482"/>
                </a:cubicBezTo>
                <a:cubicBezTo>
                  <a:pt x="84335" y="77953"/>
                  <a:pt x="83676" y="77721"/>
                  <a:pt x="83068" y="77911"/>
                </a:cubicBezTo>
                <a:cubicBezTo>
                  <a:pt x="82720" y="78123"/>
                  <a:pt x="82409" y="78390"/>
                  <a:pt x="82147" y="78703"/>
                </a:cubicBezTo>
                <a:cubicBezTo>
                  <a:pt x="81928" y="78882"/>
                  <a:pt x="81668" y="79009"/>
                  <a:pt x="81392" y="79071"/>
                </a:cubicBezTo>
                <a:cubicBezTo>
                  <a:pt x="81300" y="79090"/>
                  <a:pt x="80987" y="79532"/>
                  <a:pt x="80710" y="79532"/>
                </a:cubicBezTo>
                <a:cubicBezTo>
                  <a:pt x="80401" y="79746"/>
                  <a:pt x="80112" y="79985"/>
                  <a:pt x="79845" y="80250"/>
                </a:cubicBezTo>
                <a:cubicBezTo>
                  <a:pt x="79412" y="80654"/>
                  <a:pt x="78852" y="80895"/>
                  <a:pt x="78261" y="80932"/>
                </a:cubicBezTo>
                <a:cubicBezTo>
                  <a:pt x="77413" y="80895"/>
                  <a:pt x="77100" y="80361"/>
                  <a:pt x="76511" y="80066"/>
                </a:cubicBezTo>
                <a:cubicBezTo>
                  <a:pt x="76183" y="79895"/>
                  <a:pt x="75894" y="79655"/>
                  <a:pt x="75664" y="79366"/>
                </a:cubicBezTo>
                <a:cubicBezTo>
                  <a:pt x="75142" y="78760"/>
                  <a:pt x="74741" y="78060"/>
                  <a:pt x="74485" y="77303"/>
                </a:cubicBezTo>
                <a:cubicBezTo>
                  <a:pt x="74861" y="76635"/>
                  <a:pt x="75093" y="75894"/>
                  <a:pt x="75166" y="75130"/>
                </a:cubicBezTo>
                <a:cubicBezTo>
                  <a:pt x="75257" y="74651"/>
                  <a:pt x="75374" y="74178"/>
                  <a:pt x="75516" y="73712"/>
                </a:cubicBezTo>
                <a:cubicBezTo>
                  <a:pt x="75489" y="73330"/>
                  <a:pt x="75538" y="72949"/>
                  <a:pt x="75664" y="72588"/>
                </a:cubicBezTo>
                <a:cubicBezTo>
                  <a:pt x="75885" y="72164"/>
                  <a:pt x="75995" y="71962"/>
                  <a:pt x="76198" y="71612"/>
                </a:cubicBezTo>
                <a:cubicBezTo>
                  <a:pt x="76393" y="71383"/>
                  <a:pt x="76393" y="71048"/>
                  <a:pt x="76198" y="70820"/>
                </a:cubicBezTo>
                <a:cubicBezTo>
                  <a:pt x="75914" y="70557"/>
                  <a:pt x="75592" y="70339"/>
                  <a:pt x="75240" y="70175"/>
                </a:cubicBezTo>
                <a:cubicBezTo>
                  <a:pt x="74706" y="70065"/>
                  <a:pt x="74117" y="69291"/>
                  <a:pt x="73490" y="69715"/>
                </a:cubicBezTo>
                <a:cubicBezTo>
                  <a:pt x="72864" y="70138"/>
                  <a:pt x="72146" y="70120"/>
                  <a:pt x="72035" y="70470"/>
                </a:cubicBezTo>
                <a:cubicBezTo>
                  <a:pt x="72022" y="70838"/>
                  <a:pt x="71941" y="71199"/>
                  <a:pt x="71796" y="71538"/>
                </a:cubicBezTo>
                <a:cubicBezTo>
                  <a:pt x="71925" y="71999"/>
                  <a:pt x="71391" y="72330"/>
                  <a:pt x="70893" y="71999"/>
                </a:cubicBezTo>
                <a:cubicBezTo>
                  <a:pt x="70641" y="71726"/>
                  <a:pt x="70425" y="71422"/>
                  <a:pt x="70249" y="71096"/>
                </a:cubicBezTo>
                <a:cubicBezTo>
                  <a:pt x="69935" y="70396"/>
                  <a:pt x="70304" y="69641"/>
                  <a:pt x="69475" y="68794"/>
                </a:cubicBezTo>
                <a:cubicBezTo>
                  <a:pt x="69059" y="68453"/>
                  <a:pt x="68585" y="68190"/>
                  <a:pt x="68075" y="68020"/>
                </a:cubicBezTo>
                <a:cubicBezTo>
                  <a:pt x="67817" y="68020"/>
                  <a:pt x="67467" y="67910"/>
                  <a:pt x="67320" y="68020"/>
                </a:cubicBezTo>
                <a:close/>
                <a:moveTo>
                  <a:pt x="228427" y="60395"/>
                </a:moveTo>
                <a:cubicBezTo>
                  <a:pt x="228372" y="63202"/>
                  <a:pt x="227893" y="65984"/>
                  <a:pt x="227009" y="68647"/>
                </a:cubicBezTo>
                <a:cubicBezTo>
                  <a:pt x="226366" y="70754"/>
                  <a:pt x="224758" y="72430"/>
                  <a:pt x="222680" y="73159"/>
                </a:cubicBezTo>
                <a:cubicBezTo>
                  <a:pt x="222286" y="74171"/>
                  <a:pt x="221719" y="75104"/>
                  <a:pt x="221004" y="75922"/>
                </a:cubicBezTo>
                <a:cubicBezTo>
                  <a:pt x="216547" y="81227"/>
                  <a:pt x="208443" y="86992"/>
                  <a:pt x="199234" y="90970"/>
                </a:cubicBezTo>
                <a:cubicBezTo>
                  <a:pt x="201363" y="90329"/>
                  <a:pt x="203652" y="90478"/>
                  <a:pt x="205680" y="91394"/>
                </a:cubicBezTo>
                <a:lnTo>
                  <a:pt x="205754" y="91338"/>
                </a:lnTo>
                <a:cubicBezTo>
                  <a:pt x="208377" y="92622"/>
                  <a:pt x="210762" y="94341"/>
                  <a:pt x="212808" y="96422"/>
                </a:cubicBezTo>
                <a:cubicBezTo>
                  <a:pt x="212808" y="96422"/>
                  <a:pt x="210119" y="97840"/>
                  <a:pt x="204483" y="96569"/>
                </a:cubicBezTo>
                <a:cubicBezTo>
                  <a:pt x="201774" y="95831"/>
                  <a:pt x="199582" y="93838"/>
                  <a:pt x="198589" y="91210"/>
                </a:cubicBezTo>
                <a:lnTo>
                  <a:pt x="193966" y="92907"/>
                </a:lnTo>
                <a:lnTo>
                  <a:pt x="194956" y="97981"/>
                </a:lnTo>
                <a:cubicBezTo>
                  <a:pt x="195568" y="101128"/>
                  <a:pt x="196240" y="104591"/>
                  <a:pt x="196581" y="106368"/>
                </a:cubicBezTo>
                <a:cubicBezTo>
                  <a:pt x="215882" y="106477"/>
                  <a:pt x="235083" y="103581"/>
                  <a:pt x="253494" y="97785"/>
                </a:cubicBezTo>
                <a:lnTo>
                  <a:pt x="255465" y="97122"/>
                </a:lnTo>
                <a:lnTo>
                  <a:pt x="255465" y="99185"/>
                </a:lnTo>
                <a:cubicBezTo>
                  <a:pt x="255452" y="104992"/>
                  <a:pt x="253465" y="110625"/>
                  <a:pt x="249829" y="115154"/>
                </a:cubicBezTo>
                <a:cubicBezTo>
                  <a:pt x="246190" y="119534"/>
                  <a:pt x="241309" y="122713"/>
                  <a:pt x="235831" y="124271"/>
                </a:cubicBezTo>
                <a:cubicBezTo>
                  <a:pt x="235232" y="128459"/>
                  <a:pt x="233164" y="132300"/>
                  <a:pt x="229992" y="135101"/>
                </a:cubicBezTo>
                <a:cubicBezTo>
                  <a:pt x="229160" y="135805"/>
                  <a:pt x="228259" y="136422"/>
                  <a:pt x="227303" y="136943"/>
                </a:cubicBezTo>
                <a:cubicBezTo>
                  <a:pt x="239957" y="135506"/>
                  <a:pt x="249590" y="133701"/>
                  <a:pt x="254194" y="132836"/>
                </a:cubicBezTo>
                <a:lnTo>
                  <a:pt x="256312" y="132430"/>
                </a:lnTo>
                <a:lnTo>
                  <a:pt x="256202" y="132430"/>
                </a:lnTo>
                <a:cubicBezTo>
                  <a:pt x="258283" y="132080"/>
                  <a:pt x="260309" y="131638"/>
                  <a:pt x="261967" y="131233"/>
                </a:cubicBezTo>
                <a:cubicBezTo>
                  <a:pt x="259480" y="135932"/>
                  <a:pt x="256486" y="140341"/>
                  <a:pt x="253034" y="144384"/>
                </a:cubicBezTo>
                <a:cubicBezTo>
                  <a:pt x="247208" y="151311"/>
                  <a:pt x="240056" y="157003"/>
                  <a:pt x="232000" y="161126"/>
                </a:cubicBezTo>
                <a:cubicBezTo>
                  <a:pt x="224911" y="164714"/>
                  <a:pt x="217295" y="167146"/>
                  <a:pt x="209437" y="168328"/>
                </a:cubicBezTo>
                <a:cubicBezTo>
                  <a:pt x="208216" y="168499"/>
                  <a:pt x="206986" y="168579"/>
                  <a:pt x="205754" y="168568"/>
                </a:cubicBezTo>
                <a:cubicBezTo>
                  <a:pt x="203455" y="168558"/>
                  <a:pt x="201160" y="168393"/>
                  <a:pt x="198883" y="168070"/>
                </a:cubicBezTo>
                <a:lnTo>
                  <a:pt x="196710" y="167757"/>
                </a:lnTo>
                <a:lnTo>
                  <a:pt x="200928" y="185384"/>
                </a:lnTo>
                <a:lnTo>
                  <a:pt x="186875" y="186286"/>
                </a:lnTo>
                <a:lnTo>
                  <a:pt x="172803" y="185384"/>
                </a:lnTo>
                <a:lnTo>
                  <a:pt x="177021" y="167757"/>
                </a:lnTo>
                <a:lnTo>
                  <a:pt x="174847" y="168070"/>
                </a:lnTo>
                <a:cubicBezTo>
                  <a:pt x="172571" y="168393"/>
                  <a:pt x="170276" y="168558"/>
                  <a:pt x="167977" y="168568"/>
                </a:cubicBezTo>
                <a:cubicBezTo>
                  <a:pt x="166745" y="168580"/>
                  <a:pt x="165513" y="168499"/>
                  <a:pt x="164293" y="168328"/>
                </a:cubicBezTo>
                <a:cubicBezTo>
                  <a:pt x="156431" y="167149"/>
                  <a:pt x="148807" y="164718"/>
                  <a:pt x="141712" y="161126"/>
                </a:cubicBezTo>
                <a:cubicBezTo>
                  <a:pt x="133654" y="157004"/>
                  <a:pt x="126504" y="151311"/>
                  <a:pt x="120678" y="144384"/>
                </a:cubicBezTo>
                <a:cubicBezTo>
                  <a:pt x="117227" y="140341"/>
                  <a:pt x="114232" y="135932"/>
                  <a:pt x="111745" y="131233"/>
                </a:cubicBezTo>
                <a:cubicBezTo>
                  <a:pt x="113421" y="131638"/>
                  <a:pt x="115484" y="132080"/>
                  <a:pt x="117510" y="132430"/>
                </a:cubicBezTo>
                <a:lnTo>
                  <a:pt x="119647" y="132836"/>
                </a:lnTo>
                <a:cubicBezTo>
                  <a:pt x="124233" y="133701"/>
                  <a:pt x="133848" y="135506"/>
                  <a:pt x="146520" y="136925"/>
                </a:cubicBezTo>
                <a:cubicBezTo>
                  <a:pt x="145564" y="136440"/>
                  <a:pt x="144661" y="135853"/>
                  <a:pt x="143830" y="135175"/>
                </a:cubicBezTo>
                <a:cubicBezTo>
                  <a:pt x="140668" y="132368"/>
                  <a:pt x="138600" y="128531"/>
                  <a:pt x="137992" y="124345"/>
                </a:cubicBezTo>
                <a:cubicBezTo>
                  <a:pt x="132516" y="122781"/>
                  <a:pt x="127637" y="119604"/>
                  <a:pt x="123994" y="115228"/>
                </a:cubicBezTo>
                <a:cubicBezTo>
                  <a:pt x="120371" y="110691"/>
                  <a:pt x="118385" y="105064"/>
                  <a:pt x="118358" y="99259"/>
                </a:cubicBezTo>
                <a:lnTo>
                  <a:pt x="118358" y="97196"/>
                </a:lnTo>
                <a:lnTo>
                  <a:pt x="120310" y="97859"/>
                </a:lnTo>
                <a:cubicBezTo>
                  <a:pt x="138754" y="103640"/>
                  <a:pt x="157987" y="106510"/>
                  <a:pt x="177315" y="106368"/>
                </a:cubicBezTo>
                <a:cubicBezTo>
                  <a:pt x="177997" y="102813"/>
                  <a:pt x="180004" y="92517"/>
                  <a:pt x="180207" y="91486"/>
                </a:cubicBezTo>
                <a:lnTo>
                  <a:pt x="180207" y="91247"/>
                </a:lnTo>
                <a:cubicBezTo>
                  <a:pt x="180575" y="89349"/>
                  <a:pt x="181681" y="83621"/>
                  <a:pt x="186819" y="83621"/>
                </a:cubicBezTo>
                <a:lnTo>
                  <a:pt x="187059" y="83621"/>
                </a:lnTo>
                <a:cubicBezTo>
                  <a:pt x="189628" y="83621"/>
                  <a:pt x="191194" y="85067"/>
                  <a:pt x="192163" y="86743"/>
                </a:cubicBezTo>
                <a:lnTo>
                  <a:pt x="193483" y="90641"/>
                </a:lnTo>
                <a:lnTo>
                  <a:pt x="197926" y="89018"/>
                </a:lnTo>
                <a:cubicBezTo>
                  <a:pt x="196436" y="86675"/>
                  <a:pt x="195787" y="83896"/>
                  <a:pt x="196084" y="81135"/>
                </a:cubicBezTo>
                <a:cubicBezTo>
                  <a:pt x="196756" y="78235"/>
                  <a:pt x="198276" y="75600"/>
                  <a:pt x="200449" y="73565"/>
                </a:cubicBezTo>
                <a:cubicBezTo>
                  <a:pt x="201280" y="76324"/>
                  <a:pt x="201757" y="79177"/>
                  <a:pt x="201867" y="82056"/>
                </a:cubicBezTo>
                <a:cubicBezTo>
                  <a:pt x="201978" y="85260"/>
                  <a:pt x="198681" y="88373"/>
                  <a:pt x="198036" y="88944"/>
                </a:cubicBezTo>
                <a:lnTo>
                  <a:pt x="206964" y="83683"/>
                </a:lnTo>
                <a:lnTo>
                  <a:pt x="205274" y="76364"/>
                </a:lnTo>
                <a:cubicBezTo>
                  <a:pt x="205834" y="73448"/>
                  <a:pt x="207221" y="70757"/>
                  <a:pt x="209271" y="68609"/>
                </a:cubicBezTo>
                <a:cubicBezTo>
                  <a:pt x="210096" y="71403"/>
                  <a:pt x="210590" y="74284"/>
                  <a:pt x="210745" y="77192"/>
                </a:cubicBezTo>
                <a:lnTo>
                  <a:pt x="210800" y="77192"/>
                </a:lnTo>
                <a:lnTo>
                  <a:pt x="207668" y="83268"/>
                </a:lnTo>
                <a:lnTo>
                  <a:pt x="215258" y="78795"/>
                </a:lnTo>
                <a:cubicBezTo>
                  <a:pt x="213898" y="76484"/>
                  <a:pt x="213292" y="73806"/>
                  <a:pt x="213526" y="71133"/>
                </a:cubicBezTo>
                <a:cubicBezTo>
                  <a:pt x="214038" y="68380"/>
                  <a:pt x="215315" y="65827"/>
                  <a:pt x="217210" y="63766"/>
                </a:cubicBezTo>
                <a:cubicBezTo>
                  <a:pt x="217974" y="66449"/>
                  <a:pt x="218426" y="69212"/>
                  <a:pt x="218555" y="71999"/>
                </a:cubicBezTo>
                <a:cubicBezTo>
                  <a:pt x="218720" y="75093"/>
                  <a:pt x="215810" y="78261"/>
                  <a:pt x="215313" y="78777"/>
                </a:cubicBezTo>
                <a:cubicBezTo>
                  <a:pt x="217206" y="77270"/>
                  <a:pt x="218991" y="75635"/>
                  <a:pt x="220654" y="73878"/>
                </a:cubicBezTo>
                <a:cubicBezTo>
                  <a:pt x="221060" y="73436"/>
                  <a:pt x="221520" y="72865"/>
                  <a:pt x="221852" y="72441"/>
                </a:cubicBezTo>
                <a:cubicBezTo>
                  <a:pt x="221408" y="70183"/>
                  <a:pt x="221780" y="67838"/>
                  <a:pt x="222901" y="65829"/>
                </a:cubicBezTo>
                <a:cubicBezTo>
                  <a:pt x="224143" y="63493"/>
                  <a:pt x="226071" y="61596"/>
                  <a:pt x="228427" y="60395"/>
                </a:cubicBezTo>
                <a:close/>
                <a:moveTo>
                  <a:pt x="109904" y="59437"/>
                </a:moveTo>
                <a:cubicBezTo>
                  <a:pt x="109904" y="59437"/>
                  <a:pt x="108799" y="60119"/>
                  <a:pt x="108799" y="60119"/>
                </a:cubicBezTo>
                <a:cubicBezTo>
                  <a:pt x="108570" y="60439"/>
                  <a:pt x="108290" y="60719"/>
                  <a:pt x="107970" y="60948"/>
                </a:cubicBezTo>
                <a:cubicBezTo>
                  <a:pt x="107749" y="61076"/>
                  <a:pt x="107030" y="59971"/>
                  <a:pt x="106386" y="60358"/>
                </a:cubicBezTo>
                <a:cubicBezTo>
                  <a:pt x="106202" y="60469"/>
                  <a:pt x="106054" y="60911"/>
                  <a:pt x="105888" y="61187"/>
                </a:cubicBezTo>
                <a:cubicBezTo>
                  <a:pt x="105603" y="61922"/>
                  <a:pt x="105603" y="62736"/>
                  <a:pt x="105888" y="63471"/>
                </a:cubicBezTo>
                <a:cubicBezTo>
                  <a:pt x="105888" y="63729"/>
                  <a:pt x="105778" y="64263"/>
                  <a:pt x="105888" y="64447"/>
                </a:cubicBezTo>
                <a:cubicBezTo>
                  <a:pt x="105999" y="64631"/>
                  <a:pt x="106367" y="64815"/>
                  <a:pt x="106459" y="64981"/>
                </a:cubicBezTo>
                <a:cubicBezTo>
                  <a:pt x="106552" y="65147"/>
                  <a:pt x="106699" y="65663"/>
                  <a:pt x="106809" y="65847"/>
                </a:cubicBezTo>
                <a:cubicBezTo>
                  <a:pt x="107196" y="66620"/>
                  <a:pt x="107988" y="66528"/>
                  <a:pt x="108651" y="66142"/>
                </a:cubicBezTo>
                <a:cubicBezTo>
                  <a:pt x="108964" y="65939"/>
                  <a:pt x="109296" y="65202"/>
                  <a:pt x="109462" y="65036"/>
                </a:cubicBezTo>
                <a:cubicBezTo>
                  <a:pt x="109627" y="64871"/>
                  <a:pt x="110051" y="64852"/>
                  <a:pt x="110235" y="64484"/>
                </a:cubicBezTo>
                <a:cubicBezTo>
                  <a:pt x="110427" y="64202"/>
                  <a:pt x="110570" y="63891"/>
                  <a:pt x="110659" y="63563"/>
                </a:cubicBezTo>
                <a:lnTo>
                  <a:pt x="110659" y="63489"/>
                </a:lnTo>
                <a:cubicBezTo>
                  <a:pt x="110714" y="63047"/>
                  <a:pt x="110475" y="62789"/>
                  <a:pt x="110567" y="62403"/>
                </a:cubicBezTo>
                <a:cubicBezTo>
                  <a:pt x="110530" y="62200"/>
                  <a:pt x="110843" y="61887"/>
                  <a:pt x="110843" y="61740"/>
                </a:cubicBezTo>
                <a:cubicBezTo>
                  <a:pt x="110876" y="61460"/>
                  <a:pt x="110933" y="61181"/>
                  <a:pt x="111009" y="60911"/>
                </a:cubicBezTo>
                <a:cubicBezTo>
                  <a:pt x="110961" y="60633"/>
                  <a:pt x="110854" y="60369"/>
                  <a:pt x="110696" y="60137"/>
                </a:cubicBezTo>
                <a:cubicBezTo>
                  <a:pt x="110664" y="59881"/>
                  <a:pt x="110563" y="59638"/>
                  <a:pt x="110401" y="59437"/>
                </a:cubicBezTo>
                <a:cubicBezTo>
                  <a:pt x="110272" y="59271"/>
                  <a:pt x="109904" y="59437"/>
                  <a:pt x="109904" y="59437"/>
                </a:cubicBezTo>
                <a:close/>
                <a:moveTo>
                  <a:pt x="757714" y="57862"/>
                </a:moveTo>
                <a:cubicBezTo>
                  <a:pt x="759350" y="57923"/>
                  <a:pt x="760981" y="58094"/>
                  <a:pt x="762594" y="58376"/>
                </a:cubicBezTo>
                <a:cubicBezTo>
                  <a:pt x="764604" y="58505"/>
                  <a:pt x="766620" y="58505"/>
                  <a:pt x="768630" y="58376"/>
                </a:cubicBezTo>
                <a:cubicBezTo>
                  <a:pt x="770171" y="58376"/>
                  <a:pt x="771135" y="60367"/>
                  <a:pt x="771776" y="60880"/>
                </a:cubicBezTo>
                <a:cubicBezTo>
                  <a:pt x="772419" y="61394"/>
                  <a:pt x="776464" y="61587"/>
                  <a:pt x="777428" y="62614"/>
                </a:cubicBezTo>
                <a:cubicBezTo>
                  <a:pt x="778390" y="63641"/>
                  <a:pt x="778262" y="66916"/>
                  <a:pt x="779290" y="69035"/>
                </a:cubicBezTo>
                <a:cubicBezTo>
                  <a:pt x="780317" y="71154"/>
                  <a:pt x="783399" y="72246"/>
                  <a:pt x="783656" y="78667"/>
                </a:cubicBezTo>
                <a:cubicBezTo>
                  <a:pt x="783913" y="85089"/>
                  <a:pt x="782179" y="85217"/>
                  <a:pt x="778262" y="88557"/>
                </a:cubicBezTo>
                <a:cubicBezTo>
                  <a:pt x="777170" y="89969"/>
                  <a:pt x="777299" y="92217"/>
                  <a:pt x="779290" y="91831"/>
                </a:cubicBezTo>
                <a:cubicBezTo>
                  <a:pt x="782822" y="91124"/>
                  <a:pt x="795535" y="88299"/>
                  <a:pt x="798554" y="87336"/>
                </a:cubicBezTo>
                <a:cubicBezTo>
                  <a:pt x="802141" y="86212"/>
                  <a:pt x="805813" y="85375"/>
                  <a:pt x="809534" y="84832"/>
                </a:cubicBezTo>
                <a:cubicBezTo>
                  <a:pt x="810754" y="84703"/>
                  <a:pt x="812744" y="86437"/>
                  <a:pt x="814222" y="86823"/>
                </a:cubicBezTo>
                <a:cubicBezTo>
                  <a:pt x="815698" y="87208"/>
                  <a:pt x="818588" y="87079"/>
                  <a:pt x="819102" y="88428"/>
                </a:cubicBezTo>
                <a:cubicBezTo>
                  <a:pt x="820102" y="90986"/>
                  <a:pt x="822280" y="92900"/>
                  <a:pt x="824945" y="93565"/>
                </a:cubicBezTo>
                <a:lnTo>
                  <a:pt x="824816" y="93565"/>
                </a:lnTo>
                <a:cubicBezTo>
                  <a:pt x="826196" y="93910"/>
                  <a:pt x="827233" y="95049"/>
                  <a:pt x="827449" y="96454"/>
                </a:cubicBezTo>
                <a:cubicBezTo>
                  <a:pt x="827449" y="97674"/>
                  <a:pt x="827128" y="99729"/>
                  <a:pt x="827128" y="102362"/>
                </a:cubicBezTo>
                <a:cubicBezTo>
                  <a:pt x="826742" y="106471"/>
                  <a:pt x="819679" y="109362"/>
                  <a:pt x="816597" y="111288"/>
                </a:cubicBezTo>
                <a:cubicBezTo>
                  <a:pt x="815570" y="111994"/>
                  <a:pt x="814542" y="109618"/>
                  <a:pt x="810946" y="109618"/>
                </a:cubicBezTo>
                <a:cubicBezTo>
                  <a:pt x="809726" y="109682"/>
                  <a:pt x="802598" y="110260"/>
                  <a:pt x="801379" y="110260"/>
                </a:cubicBezTo>
                <a:lnTo>
                  <a:pt x="793737" y="111160"/>
                </a:lnTo>
                <a:cubicBezTo>
                  <a:pt x="792004" y="111544"/>
                  <a:pt x="788408" y="112765"/>
                  <a:pt x="786738" y="113278"/>
                </a:cubicBezTo>
                <a:cubicBezTo>
                  <a:pt x="784351" y="113951"/>
                  <a:pt x="782012" y="114788"/>
                  <a:pt x="779739" y="115783"/>
                </a:cubicBezTo>
                <a:cubicBezTo>
                  <a:pt x="778711" y="116425"/>
                  <a:pt x="776208" y="115269"/>
                  <a:pt x="773317" y="115783"/>
                </a:cubicBezTo>
                <a:cubicBezTo>
                  <a:pt x="772034" y="116040"/>
                  <a:pt x="767475" y="118800"/>
                  <a:pt x="763557" y="119892"/>
                </a:cubicBezTo>
                <a:cubicBezTo>
                  <a:pt x="755837" y="121243"/>
                  <a:pt x="748220" y="123131"/>
                  <a:pt x="740762" y="125543"/>
                </a:cubicBezTo>
                <a:cubicBezTo>
                  <a:pt x="739092" y="127212"/>
                  <a:pt x="735625" y="126506"/>
                  <a:pt x="734341" y="127212"/>
                </a:cubicBezTo>
                <a:cubicBezTo>
                  <a:pt x="733057" y="127919"/>
                  <a:pt x="729653" y="127919"/>
                  <a:pt x="727920" y="128818"/>
                </a:cubicBezTo>
                <a:cubicBezTo>
                  <a:pt x="725030" y="130295"/>
                  <a:pt x="723745" y="129460"/>
                  <a:pt x="722140" y="130295"/>
                </a:cubicBezTo>
                <a:cubicBezTo>
                  <a:pt x="720583" y="130875"/>
                  <a:pt x="718914" y="131095"/>
                  <a:pt x="717260" y="130936"/>
                </a:cubicBezTo>
                <a:cubicBezTo>
                  <a:pt x="715476" y="131292"/>
                  <a:pt x="713717" y="131764"/>
                  <a:pt x="711995" y="132349"/>
                </a:cubicBezTo>
                <a:cubicBezTo>
                  <a:pt x="710474" y="132701"/>
                  <a:pt x="708892" y="132701"/>
                  <a:pt x="707371" y="132349"/>
                </a:cubicBezTo>
                <a:cubicBezTo>
                  <a:pt x="706158" y="132169"/>
                  <a:pt x="704924" y="132169"/>
                  <a:pt x="703711" y="132349"/>
                </a:cubicBezTo>
                <a:cubicBezTo>
                  <a:pt x="702491" y="133955"/>
                  <a:pt x="700180" y="133955"/>
                  <a:pt x="697803" y="133955"/>
                </a:cubicBezTo>
                <a:cubicBezTo>
                  <a:pt x="696061" y="134294"/>
                  <a:pt x="694374" y="134878"/>
                  <a:pt x="692795" y="135689"/>
                </a:cubicBezTo>
                <a:cubicBezTo>
                  <a:pt x="692409" y="136845"/>
                  <a:pt x="690355" y="137871"/>
                  <a:pt x="688428" y="138193"/>
                </a:cubicBezTo>
                <a:cubicBezTo>
                  <a:pt x="686502" y="138514"/>
                  <a:pt x="687658" y="136973"/>
                  <a:pt x="684897" y="135689"/>
                </a:cubicBezTo>
                <a:cubicBezTo>
                  <a:pt x="683612" y="135304"/>
                  <a:pt x="680723" y="136395"/>
                  <a:pt x="678475" y="135304"/>
                </a:cubicBezTo>
                <a:cubicBezTo>
                  <a:pt x="676228" y="134211"/>
                  <a:pt x="676356" y="131065"/>
                  <a:pt x="676806" y="128433"/>
                </a:cubicBezTo>
                <a:cubicBezTo>
                  <a:pt x="676870" y="127854"/>
                  <a:pt x="676485" y="125414"/>
                  <a:pt x="676485" y="122782"/>
                </a:cubicBezTo>
                <a:cubicBezTo>
                  <a:pt x="676209" y="121177"/>
                  <a:pt x="676655" y="119532"/>
                  <a:pt x="677705" y="118287"/>
                </a:cubicBezTo>
                <a:cubicBezTo>
                  <a:pt x="681580" y="115416"/>
                  <a:pt x="685926" y="113243"/>
                  <a:pt x="690547" y="111865"/>
                </a:cubicBezTo>
                <a:cubicBezTo>
                  <a:pt x="691768" y="111608"/>
                  <a:pt x="692988" y="113792"/>
                  <a:pt x="693951" y="113792"/>
                </a:cubicBezTo>
                <a:cubicBezTo>
                  <a:pt x="694914" y="113792"/>
                  <a:pt x="699409" y="111288"/>
                  <a:pt x="701335" y="111288"/>
                </a:cubicBezTo>
                <a:cubicBezTo>
                  <a:pt x="707304" y="110569"/>
                  <a:pt x="713208" y="109389"/>
                  <a:pt x="718994" y="107756"/>
                </a:cubicBezTo>
                <a:cubicBezTo>
                  <a:pt x="722012" y="106728"/>
                  <a:pt x="724773" y="108141"/>
                  <a:pt x="726506" y="106728"/>
                </a:cubicBezTo>
                <a:cubicBezTo>
                  <a:pt x="731025" y="105057"/>
                  <a:pt x="735634" y="103642"/>
                  <a:pt x="740312" y="102491"/>
                </a:cubicBezTo>
                <a:cubicBezTo>
                  <a:pt x="741982" y="102105"/>
                  <a:pt x="745064" y="101270"/>
                  <a:pt x="745963" y="99216"/>
                </a:cubicBezTo>
                <a:cubicBezTo>
                  <a:pt x="746060" y="97898"/>
                  <a:pt x="745839" y="96578"/>
                  <a:pt x="745321" y="95363"/>
                </a:cubicBezTo>
                <a:cubicBezTo>
                  <a:pt x="744550" y="93372"/>
                  <a:pt x="743009" y="94079"/>
                  <a:pt x="741340" y="94079"/>
                </a:cubicBezTo>
                <a:cubicBezTo>
                  <a:pt x="739753" y="93637"/>
                  <a:pt x="738396" y="92602"/>
                  <a:pt x="737551" y="91189"/>
                </a:cubicBezTo>
                <a:cubicBezTo>
                  <a:pt x="737471" y="89804"/>
                  <a:pt x="737782" y="88424"/>
                  <a:pt x="738450" y="87208"/>
                </a:cubicBezTo>
                <a:cubicBezTo>
                  <a:pt x="738964" y="85795"/>
                  <a:pt x="739285" y="85217"/>
                  <a:pt x="739927" y="83419"/>
                </a:cubicBezTo>
                <a:cubicBezTo>
                  <a:pt x="740525" y="81864"/>
                  <a:pt x="741040" y="80278"/>
                  <a:pt x="741468" y="78667"/>
                </a:cubicBezTo>
                <a:cubicBezTo>
                  <a:pt x="742303" y="76035"/>
                  <a:pt x="737294" y="68779"/>
                  <a:pt x="736652" y="66788"/>
                </a:cubicBezTo>
                <a:cubicBezTo>
                  <a:pt x="736342" y="65282"/>
                  <a:pt x="736885" y="63728"/>
                  <a:pt x="738065" y="62742"/>
                </a:cubicBezTo>
                <a:cubicBezTo>
                  <a:pt x="740248" y="60495"/>
                  <a:pt x="742752" y="61522"/>
                  <a:pt x="745321" y="61522"/>
                </a:cubicBezTo>
                <a:cubicBezTo>
                  <a:pt x="746833" y="61259"/>
                  <a:pt x="748274" y="60691"/>
                  <a:pt x="749559" y="59853"/>
                </a:cubicBezTo>
                <a:cubicBezTo>
                  <a:pt x="750394" y="59403"/>
                  <a:pt x="751743" y="60045"/>
                  <a:pt x="753605" y="59403"/>
                </a:cubicBezTo>
                <a:cubicBezTo>
                  <a:pt x="755467" y="58762"/>
                  <a:pt x="755467" y="57862"/>
                  <a:pt x="757714" y="57862"/>
                </a:cubicBezTo>
                <a:close/>
                <a:moveTo>
                  <a:pt x="1605194" y="56707"/>
                </a:moveTo>
                <a:cubicBezTo>
                  <a:pt x="1608148" y="56899"/>
                  <a:pt x="1610267" y="59661"/>
                  <a:pt x="1612001" y="61972"/>
                </a:cubicBezTo>
                <a:cubicBezTo>
                  <a:pt x="1613734" y="64284"/>
                  <a:pt x="1611359" y="68330"/>
                  <a:pt x="1609111" y="70320"/>
                </a:cubicBezTo>
                <a:cubicBezTo>
                  <a:pt x="1606716" y="72303"/>
                  <a:pt x="1604805" y="74807"/>
                  <a:pt x="1603525" y="77640"/>
                </a:cubicBezTo>
                <a:cubicBezTo>
                  <a:pt x="1603139" y="78475"/>
                  <a:pt x="1603139" y="83740"/>
                  <a:pt x="1603525" y="84062"/>
                </a:cubicBezTo>
                <a:cubicBezTo>
                  <a:pt x="1603910" y="84383"/>
                  <a:pt x="1606799" y="86373"/>
                  <a:pt x="1606992" y="89263"/>
                </a:cubicBezTo>
                <a:cubicBezTo>
                  <a:pt x="1607185" y="92152"/>
                  <a:pt x="1604424" y="94400"/>
                  <a:pt x="1599415" y="104610"/>
                </a:cubicBezTo>
                <a:cubicBezTo>
                  <a:pt x="1599608" y="104738"/>
                  <a:pt x="1594920" y="111159"/>
                  <a:pt x="1593700" y="112893"/>
                </a:cubicBezTo>
                <a:cubicBezTo>
                  <a:pt x="1592480" y="114627"/>
                  <a:pt x="1596782" y="117580"/>
                  <a:pt x="1600635" y="116553"/>
                </a:cubicBezTo>
                <a:cubicBezTo>
                  <a:pt x="1602690" y="115975"/>
                  <a:pt x="1599415" y="122011"/>
                  <a:pt x="1604039" y="122011"/>
                </a:cubicBezTo>
                <a:cubicBezTo>
                  <a:pt x="1607570" y="122011"/>
                  <a:pt x="1611808" y="118865"/>
                  <a:pt x="1610460" y="115590"/>
                </a:cubicBezTo>
                <a:cubicBezTo>
                  <a:pt x="1609304" y="114498"/>
                  <a:pt x="1607056" y="115590"/>
                  <a:pt x="1604873" y="113728"/>
                </a:cubicBezTo>
                <a:cubicBezTo>
                  <a:pt x="1602690" y="111866"/>
                  <a:pt x="1602754" y="107306"/>
                  <a:pt x="1603589" y="107306"/>
                </a:cubicBezTo>
                <a:cubicBezTo>
                  <a:pt x="1605070" y="106730"/>
                  <a:pt x="1606345" y="105724"/>
                  <a:pt x="1607249" y="104417"/>
                </a:cubicBezTo>
                <a:cubicBezTo>
                  <a:pt x="1607956" y="103711"/>
                  <a:pt x="1610202" y="102105"/>
                  <a:pt x="1610202" y="100949"/>
                </a:cubicBezTo>
                <a:cubicBezTo>
                  <a:pt x="1610202" y="99794"/>
                  <a:pt x="1606864" y="98959"/>
                  <a:pt x="1609689" y="94849"/>
                </a:cubicBezTo>
                <a:cubicBezTo>
                  <a:pt x="1611487" y="92216"/>
                  <a:pt x="1613734" y="92473"/>
                  <a:pt x="1614891" y="92216"/>
                </a:cubicBezTo>
                <a:cubicBezTo>
                  <a:pt x="1616046" y="91959"/>
                  <a:pt x="1617202" y="89199"/>
                  <a:pt x="1617844" y="87786"/>
                </a:cubicBezTo>
                <a:cubicBezTo>
                  <a:pt x="1618577" y="86251"/>
                  <a:pt x="1619034" y="84599"/>
                  <a:pt x="1619193" y="82906"/>
                </a:cubicBezTo>
                <a:cubicBezTo>
                  <a:pt x="1619257" y="78861"/>
                  <a:pt x="1614698" y="77062"/>
                  <a:pt x="1615468" y="73916"/>
                </a:cubicBezTo>
                <a:cubicBezTo>
                  <a:pt x="1617073" y="67558"/>
                  <a:pt x="1632549" y="65119"/>
                  <a:pt x="1634154" y="64027"/>
                </a:cubicBezTo>
                <a:cubicBezTo>
                  <a:pt x="1634603" y="63706"/>
                  <a:pt x="1634989" y="62293"/>
                  <a:pt x="1635824" y="61651"/>
                </a:cubicBezTo>
                <a:cubicBezTo>
                  <a:pt x="1637429" y="60434"/>
                  <a:pt x="1639571" y="60188"/>
                  <a:pt x="1641410" y="61009"/>
                </a:cubicBezTo>
                <a:cubicBezTo>
                  <a:pt x="1643544" y="62067"/>
                  <a:pt x="1645566" y="63336"/>
                  <a:pt x="1647447" y="64798"/>
                </a:cubicBezTo>
                <a:cubicBezTo>
                  <a:pt x="1648673" y="65922"/>
                  <a:pt x="1649252" y="67586"/>
                  <a:pt x="1648988" y="69228"/>
                </a:cubicBezTo>
                <a:cubicBezTo>
                  <a:pt x="1648730" y="71154"/>
                  <a:pt x="1647704" y="76549"/>
                  <a:pt x="1648281" y="76998"/>
                </a:cubicBezTo>
                <a:cubicBezTo>
                  <a:pt x="1648859" y="77447"/>
                  <a:pt x="1642823" y="80723"/>
                  <a:pt x="1640062" y="83419"/>
                </a:cubicBezTo>
                <a:cubicBezTo>
                  <a:pt x="1636557" y="87924"/>
                  <a:pt x="1634338" y="93294"/>
                  <a:pt x="1633641" y="98959"/>
                </a:cubicBezTo>
                <a:cubicBezTo>
                  <a:pt x="1633512" y="99473"/>
                  <a:pt x="1631907" y="103326"/>
                  <a:pt x="1631714" y="104353"/>
                </a:cubicBezTo>
                <a:cubicBezTo>
                  <a:pt x="1631521" y="105380"/>
                  <a:pt x="1630815" y="108270"/>
                  <a:pt x="1630109" y="110774"/>
                </a:cubicBezTo>
                <a:cubicBezTo>
                  <a:pt x="1629229" y="113380"/>
                  <a:pt x="1628795" y="116115"/>
                  <a:pt x="1628825" y="118865"/>
                </a:cubicBezTo>
                <a:cubicBezTo>
                  <a:pt x="1629017" y="120470"/>
                  <a:pt x="1631200" y="120021"/>
                  <a:pt x="1632549" y="120021"/>
                </a:cubicBezTo>
                <a:cubicBezTo>
                  <a:pt x="1635291" y="119396"/>
                  <a:pt x="1637804" y="118017"/>
                  <a:pt x="1639805" y="116039"/>
                </a:cubicBezTo>
                <a:cubicBezTo>
                  <a:pt x="1641463" y="115760"/>
                  <a:pt x="1643156" y="115760"/>
                  <a:pt x="1644813" y="116039"/>
                </a:cubicBezTo>
                <a:cubicBezTo>
                  <a:pt x="1646098" y="116425"/>
                  <a:pt x="1647446" y="118544"/>
                  <a:pt x="1648859" y="118993"/>
                </a:cubicBezTo>
                <a:cubicBezTo>
                  <a:pt x="1650271" y="119442"/>
                  <a:pt x="1652262" y="119571"/>
                  <a:pt x="1653418" y="120342"/>
                </a:cubicBezTo>
                <a:cubicBezTo>
                  <a:pt x="1654574" y="121112"/>
                  <a:pt x="1657078" y="120342"/>
                  <a:pt x="1658619" y="122204"/>
                </a:cubicBezTo>
                <a:lnTo>
                  <a:pt x="1659005" y="122140"/>
                </a:lnTo>
                <a:cubicBezTo>
                  <a:pt x="1661141" y="125715"/>
                  <a:pt x="1662107" y="129868"/>
                  <a:pt x="1661766" y="134019"/>
                </a:cubicBezTo>
                <a:cubicBezTo>
                  <a:pt x="1661661" y="137779"/>
                  <a:pt x="1660648" y="141459"/>
                  <a:pt x="1658812" y="144743"/>
                </a:cubicBezTo>
                <a:cubicBezTo>
                  <a:pt x="1653946" y="147707"/>
                  <a:pt x="1648326" y="149201"/>
                  <a:pt x="1642631" y="149045"/>
                </a:cubicBezTo>
                <a:cubicBezTo>
                  <a:pt x="1640742" y="149040"/>
                  <a:pt x="1638933" y="149805"/>
                  <a:pt x="1637622" y="151164"/>
                </a:cubicBezTo>
                <a:cubicBezTo>
                  <a:pt x="1635491" y="151839"/>
                  <a:pt x="1633177" y="151631"/>
                  <a:pt x="1631200" y="150586"/>
                </a:cubicBezTo>
                <a:cubicBezTo>
                  <a:pt x="1628564" y="149941"/>
                  <a:pt x="1625810" y="149941"/>
                  <a:pt x="1623174" y="150586"/>
                </a:cubicBezTo>
                <a:cubicBezTo>
                  <a:pt x="1617551" y="152117"/>
                  <a:pt x="1612656" y="155600"/>
                  <a:pt x="1609368" y="160410"/>
                </a:cubicBezTo>
                <a:cubicBezTo>
                  <a:pt x="1608147" y="162599"/>
                  <a:pt x="1606404" y="164451"/>
                  <a:pt x="1604296" y="165804"/>
                </a:cubicBezTo>
                <a:cubicBezTo>
                  <a:pt x="1601236" y="167863"/>
                  <a:pt x="1598508" y="170374"/>
                  <a:pt x="1596204" y="173253"/>
                </a:cubicBezTo>
                <a:cubicBezTo>
                  <a:pt x="1594833" y="175548"/>
                  <a:pt x="1594375" y="178276"/>
                  <a:pt x="1594920" y="180894"/>
                </a:cubicBezTo>
                <a:cubicBezTo>
                  <a:pt x="1595177" y="181665"/>
                  <a:pt x="1596911" y="182114"/>
                  <a:pt x="1598773" y="181665"/>
                </a:cubicBezTo>
                <a:cubicBezTo>
                  <a:pt x="1601034" y="180623"/>
                  <a:pt x="1603349" y="179701"/>
                  <a:pt x="1605708" y="178904"/>
                </a:cubicBezTo>
                <a:cubicBezTo>
                  <a:pt x="1607570" y="178647"/>
                  <a:pt x="1608726" y="176335"/>
                  <a:pt x="1610267" y="176463"/>
                </a:cubicBezTo>
                <a:cubicBezTo>
                  <a:pt x="1611808" y="176592"/>
                  <a:pt x="1613863" y="179481"/>
                  <a:pt x="1618230" y="180509"/>
                </a:cubicBezTo>
                <a:cubicBezTo>
                  <a:pt x="1619578" y="180894"/>
                  <a:pt x="1622082" y="182500"/>
                  <a:pt x="1625999" y="183720"/>
                </a:cubicBezTo>
                <a:cubicBezTo>
                  <a:pt x="1626513" y="183848"/>
                  <a:pt x="1629595" y="184490"/>
                  <a:pt x="1629017" y="186802"/>
                </a:cubicBezTo>
                <a:cubicBezTo>
                  <a:pt x="1628917" y="189607"/>
                  <a:pt x="1628239" y="192361"/>
                  <a:pt x="1627027" y="194893"/>
                </a:cubicBezTo>
                <a:cubicBezTo>
                  <a:pt x="1625678" y="196498"/>
                  <a:pt x="1624073" y="198488"/>
                  <a:pt x="1622403" y="198874"/>
                </a:cubicBezTo>
                <a:cubicBezTo>
                  <a:pt x="1619385" y="199452"/>
                  <a:pt x="1617587" y="199516"/>
                  <a:pt x="1614248" y="200415"/>
                </a:cubicBezTo>
                <a:cubicBezTo>
                  <a:pt x="1612579" y="200865"/>
                  <a:pt x="1611359" y="201827"/>
                  <a:pt x="1608726" y="202277"/>
                </a:cubicBezTo>
                <a:cubicBezTo>
                  <a:pt x="1606094" y="202727"/>
                  <a:pt x="1595884" y="204653"/>
                  <a:pt x="1595884" y="208056"/>
                </a:cubicBezTo>
                <a:cubicBezTo>
                  <a:pt x="1596232" y="210998"/>
                  <a:pt x="1596425" y="213956"/>
                  <a:pt x="1596461" y="216918"/>
                </a:cubicBezTo>
                <a:cubicBezTo>
                  <a:pt x="1596314" y="219463"/>
                  <a:pt x="1595992" y="221994"/>
                  <a:pt x="1595498" y="224494"/>
                </a:cubicBezTo>
                <a:cubicBezTo>
                  <a:pt x="1594402" y="227258"/>
                  <a:pt x="1593793" y="230192"/>
                  <a:pt x="1593700" y="233163"/>
                </a:cubicBezTo>
                <a:cubicBezTo>
                  <a:pt x="1593893" y="235861"/>
                  <a:pt x="1590746" y="238429"/>
                  <a:pt x="1590361" y="238943"/>
                </a:cubicBezTo>
                <a:cubicBezTo>
                  <a:pt x="1588306" y="243373"/>
                  <a:pt x="1588628" y="249923"/>
                  <a:pt x="1583940" y="251400"/>
                </a:cubicBezTo>
                <a:cubicBezTo>
                  <a:pt x="1580890" y="252716"/>
                  <a:pt x="1577759" y="253831"/>
                  <a:pt x="1574565" y="254739"/>
                </a:cubicBezTo>
                <a:cubicBezTo>
                  <a:pt x="1571979" y="255078"/>
                  <a:pt x="1569451" y="255769"/>
                  <a:pt x="1567052" y="256794"/>
                </a:cubicBezTo>
                <a:cubicBezTo>
                  <a:pt x="1563361" y="257867"/>
                  <a:pt x="1559441" y="257867"/>
                  <a:pt x="1555751" y="256794"/>
                </a:cubicBezTo>
                <a:cubicBezTo>
                  <a:pt x="1554402" y="255702"/>
                  <a:pt x="1555044" y="252106"/>
                  <a:pt x="1555044" y="249987"/>
                </a:cubicBezTo>
                <a:cubicBezTo>
                  <a:pt x="1554980" y="246070"/>
                  <a:pt x="1545091" y="241960"/>
                  <a:pt x="1544128" y="239649"/>
                </a:cubicBezTo>
                <a:cubicBezTo>
                  <a:pt x="1543164" y="237337"/>
                  <a:pt x="1546568" y="237402"/>
                  <a:pt x="1549971" y="236759"/>
                </a:cubicBezTo>
                <a:cubicBezTo>
                  <a:pt x="1555815" y="235732"/>
                  <a:pt x="1561337" y="235090"/>
                  <a:pt x="1564098" y="234191"/>
                </a:cubicBezTo>
                <a:cubicBezTo>
                  <a:pt x="1569877" y="232072"/>
                  <a:pt x="1572317" y="220257"/>
                  <a:pt x="1575207" y="214927"/>
                </a:cubicBezTo>
                <a:cubicBezTo>
                  <a:pt x="1576106" y="213258"/>
                  <a:pt x="1575849" y="210560"/>
                  <a:pt x="1572124" y="210560"/>
                </a:cubicBezTo>
                <a:cubicBezTo>
                  <a:pt x="1568607" y="210858"/>
                  <a:pt x="1565125" y="211481"/>
                  <a:pt x="1561722" y="212423"/>
                </a:cubicBezTo>
                <a:cubicBezTo>
                  <a:pt x="1558207" y="213346"/>
                  <a:pt x="1554619" y="213969"/>
                  <a:pt x="1550998" y="214285"/>
                </a:cubicBezTo>
                <a:cubicBezTo>
                  <a:pt x="1548623" y="214413"/>
                  <a:pt x="1543614" y="217431"/>
                  <a:pt x="1542201" y="217431"/>
                </a:cubicBezTo>
                <a:cubicBezTo>
                  <a:pt x="1539633" y="217495"/>
                  <a:pt x="1537385" y="218523"/>
                  <a:pt x="1534303" y="215505"/>
                </a:cubicBezTo>
                <a:cubicBezTo>
                  <a:pt x="1533167" y="214841"/>
                  <a:pt x="1531961" y="214302"/>
                  <a:pt x="1530707" y="213899"/>
                </a:cubicBezTo>
                <a:cubicBezTo>
                  <a:pt x="1528973" y="213001"/>
                  <a:pt x="1529873" y="209469"/>
                  <a:pt x="1529873" y="208121"/>
                </a:cubicBezTo>
                <a:cubicBezTo>
                  <a:pt x="1530061" y="205408"/>
                  <a:pt x="1530600" y="202732"/>
                  <a:pt x="1531478" y="200158"/>
                </a:cubicBezTo>
                <a:cubicBezTo>
                  <a:pt x="1533714" y="196910"/>
                  <a:pt x="1537206" y="194746"/>
                  <a:pt x="1541109" y="194186"/>
                </a:cubicBezTo>
                <a:cubicBezTo>
                  <a:pt x="1542458" y="194186"/>
                  <a:pt x="1546697" y="195984"/>
                  <a:pt x="1548109" y="195984"/>
                </a:cubicBezTo>
                <a:cubicBezTo>
                  <a:pt x="1549521" y="195984"/>
                  <a:pt x="1552668" y="192966"/>
                  <a:pt x="1554915" y="191746"/>
                </a:cubicBezTo>
                <a:cubicBezTo>
                  <a:pt x="1557645" y="190743"/>
                  <a:pt x="1560461" y="189991"/>
                  <a:pt x="1563327" y="189499"/>
                </a:cubicBezTo>
                <a:cubicBezTo>
                  <a:pt x="1565152" y="188938"/>
                  <a:pt x="1566867" y="188069"/>
                  <a:pt x="1568400" y="186930"/>
                </a:cubicBezTo>
                <a:cubicBezTo>
                  <a:pt x="1569813" y="186096"/>
                  <a:pt x="1569685" y="185389"/>
                  <a:pt x="1570198" y="183977"/>
                </a:cubicBezTo>
                <a:cubicBezTo>
                  <a:pt x="1570712" y="182564"/>
                  <a:pt x="1570455" y="178904"/>
                  <a:pt x="1571097" y="177555"/>
                </a:cubicBezTo>
                <a:cubicBezTo>
                  <a:pt x="1572130" y="175512"/>
                  <a:pt x="1572927" y="173357"/>
                  <a:pt x="1573473" y="171134"/>
                </a:cubicBezTo>
                <a:cubicBezTo>
                  <a:pt x="1573794" y="169336"/>
                  <a:pt x="1569941" y="170684"/>
                  <a:pt x="1568593" y="170684"/>
                </a:cubicBezTo>
                <a:cubicBezTo>
                  <a:pt x="1566470" y="171269"/>
                  <a:pt x="1564583" y="172504"/>
                  <a:pt x="1563199" y="174216"/>
                </a:cubicBezTo>
                <a:cubicBezTo>
                  <a:pt x="1561467" y="175769"/>
                  <a:pt x="1559367" y="176852"/>
                  <a:pt x="1557098" y="177363"/>
                </a:cubicBezTo>
                <a:cubicBezTo>
                  <a:pt x="1555435" y="177940"/>
                  <a:pt x="1553625" y="177940"/>
                  <a:pt x="1551962" y="177363"/>
                </a:cubicBezTo>
                <a:cubicBezTo>
                  <a:pt x="1550035" y="176335"/>
                  <a:pt x="1550035" y="174987"/>
                  <a:pt x="1550036" y="172675"/>
                </a:cubicBezTo>
                <a:cubicBezTo>
                  <a:pt x="1549836" y="170255"/>
                  <a:pt x="1550325" y="167829"/>
                  <a:pt x="1551448" y="165676"/>
                </a:cubicBezTo>
                <a:cubicBezTo>
                  <a:pt x="1552604" y="164327"/>
                  <a:pt x="1552155" y="157135"/>
                  <a:pt x="1556842" y="152833"/>
                </a:cubicBezTo>
                <a:cubicBezTo>
                  <a:pt x="1558383" y="151485"/>
                  <a:pt x="1562686" y="153347"/>
                  <a:pt x="1564419" y="152319"/>
                </a:cubicBezTo>
                <a:cubicBezTo>
                  <a:pt x="1565328" y="151652"/>
                  <a:pt x="1566271" y="151030"/>
                  <a:pt x="1567244" y="150457"/>
                </a:cubicBezTo>
                <a:cubicBezTo>
                  <a:pt x="1568785" y="149816"/>
                  <a:pt x="1572382" y="150265"/>
                  <a:pt x="1574244" y="149816"/>
                </a:cubicBezTo>
                <a:cubicBezTo>
                  <a:pt x="1576943" y="149350"/>
                  <a:pt x="1579605" y="148684"/>
                  <a:pt x="1582206" y="147825"/>
                </a:cubicBezTo>
                <a:cubicBezTo>
                  <a:pt x="1583170" y="147504"/>
                  <a:pt x="1587022" y="147504"/>
                  <a:pt x="1588178" y="146797"/>
                </a:cubicBezTo>
                <a:cubicBezTo>
                  <a:pt x="1589333" y="146091"/>
                  <a:pt x="1588949" y="146284"/>
                  <a:pt x="1593186" y="144999"/>
                </a:cubicBezTo>
                <a:cubicBezTo>
                  <a:pt x="1592801" y="144871"/>
                  <a:pt x="1594920" y="143586"/>
                  <a:pt x="1596140" y="142881"/>
                </a:cubicBezTo>
                <a:cubicBezTo>
                  <a:pt x="1598460" y="142527"/>
                  <a:pt x="1600820" y="142527"/>
                  <a:pt x="1603139" y="142881"/>
                </a:cubicBezTo>
                <a:cubicBezTo>
                  <a:pt x="1605259" y="143330"/>
                  <a:pt x="1607827" y="142881"/>
                  <a:pt x="1608855" y="142881"/>
                </a:cubicBezTo>
                <a:cubicBezTo>
                  <a:pt x="1610728" y="143688"/>
                  <a:pt x="1612727" y="144166"/>
                  <a:pt x="1614762" y="144293"/>
                </a:cubicBezTo>
                <a:cubicBezTo>
                  <a:pt x="1616111" y="144229"/>
                  <a:pt x="1619771" y="141147"/>
                  <a:pt x="1621183" y="141147"/>
                </a:cubicBezTo>
                <a:cubicBezTo>
                  <a:pt x="1623786" y="139920"/>
                  <a:pt x="1625255" y="137113"/>
                  <a:pt x="1624779" y="134276"/>
                </a:cubicBezTo>
                <a:cubicBezTo>
                  <a:pt x="1621901" y="134191"/>
                  <a:pt x="1619026" y="134516"/>
                  <a:pt x="1616239" y="135239"/>
                </a:cubicBezTo>
                <a:cubicBezTo>
                  <a:pt x="1614313" y="136010"/>
                  <a:pt x="1608533" y="135881"/>
                  <a:pt x="1607249" y="136523"/>
                </a:cubicBezTo>
                <a:cubicBezTo>
                  <a:pt x="1602715" y="138093"/>
                  <a:pt x="1597882" y="138598"/>
                  <a:pt x="1593122" y="138000"/>
                </a:cubicBezTo>
                <a:cubicBezTo>
                  <a:pt x="1590665" y="138122"/>
                  <a:pt x="1588250" y="138687"/>
                  <a:pt x="1585994" y="139670"/>
                </a:cubicBezTo>
                <a:cubicBezTo>
                  <a:pt x="1583672" y="140392"/>
                  <a:pt x="1581285" y="140887"/>
                  <a:pt x="1578867" y="141147"/>
                </a:cubicBezTo>
                <a:cubicBezTo>
                  <a:pt x="1574992" y="141442"/>
                  <a:pt x="1571134" y="141935"/>
                  <a:pt x="1567308" y="142624"/>
                </a:cubicBezTo>
                <a:cubicBezTo>
                  <a:pt x="1565318" y="143073"/>
                  <a:pt x="1561080" y="143715"/>
                  <a:pt x="1558447" y="144422"/>
                </a:cubicBezTo>
                <a:cubicBezTo>
                  <a:pt x="1554773" y="145326"/>
                  <a:pt x="1551248" y="146753"/>
                  <a:pt x="1547980" y="148659"/>
                </a:cubicBezTo>
                <a:cubicBezTo>
                  <a:pt x="1545432" y="151175"/>
                  <a:pt x="1543268" y="154053"/>
                  <a:pt x="1541559" y="157199"/>
                </a:cubicBezTo>
                <a:cubicBezTo>
                  <a:pt x="1540650" y="158515"/>
                  <a:pt x="1539618" y="159740"/>
                  <a:pt x="1538477" y="160860"/>
                </a:cubicBezTo>
                <a:cubicBezTo>
                  <a:pt x="1533276" y="164649"/>
                  <a:pt x="1530065" y="170171"/>
                  <a:pt x="1525121" y="171070"/>
                </a:cubicBezTo>
                <a:cubicBezTo>
                  <a:pt x="1523103" y="171693"/>
                  <a:pt x="1520927" y="170806"/>
                  <a:pt x="1519919" y="168951"/>
                </a:cubicBezTo>
                <a:cubicBezTo>
                  <a:pt x="1517691" y="165216"/>
                  <a:pt x="1516351" y="161021"/>
                  <a:pt x="1516003" y="156686"/>
                </a:cubicBezTo>
                <a:cubicBezTo>
                  <a:pt x="1516003" y="152769"/>
                  <a:pt x="1518250" y="151806"/>
                  <a:pt x="1516003" y="144357"/>
                </a:cubicBezTo>
                <a:cubicBezTo>
                  <a:pt x="1515668" y="142460"/>
                  <a:pt x="1516408" y="140533"/>
                  <a:pt x="1517929" y="139349"/>
                </a:cubicBezTo>
                <a:cubicBezTo>
                  <a:pt x="1519235" y="138797"/>
                  <a:pt x="1520432" y="138013"/>
                  <a:pt x="1521461" y="137037"/>
                </a:cubicBezTo>
                <a:cubicBezTo>
                  <a:pt x="1524585" y="132445"/>
                  <a:pt x="1527457" y="127686"/>
                  <a:pt x="1530065" y="122782"/>
                </a:cubicBezTo>
                <a:cubicBezTo>
                  <a:pt x="1530065" y="122782"/>
                  <a:pt x="1531478" y="121947"/>
                  <a:pt x="1532505" y="122782"/>
                </a:cubicBezTo>
                <a:cubicBezTo>
                  <a:pt x="1533624" y="126358"/>
                  <a:pt x="1534208" y="130080"/>
                  <a:pt x="1534239" y="133826"/>
                </a:cubicBezTo>
                <a:cubicBezTo>
                  <a:pt x="1534215" y="134214"/>
                  <a:pt x="1534272" y="134601"/>
                  <a:pt x="1534405" y="134966"/>
                </a:cubicBezTo>
                <a:cubicBezTo>
                  <a:pt x="1534940" y="136432"/>
                  <a:pt x="1536562" y="137187"/>
                  <a:pt x="1538027" y="136651"/>
                </a:cubicBezTo>
                <a:cubicBezTo>
                  <a:pt x="1540634" y="136109"/>
                  <a:pt x="1543130" y="135132"/>
                  <a:pt x="1545412" y="133762"/>
                </a:cubicBezTo>
                <a:cubicBezTo>
                  <a:pt x="1545861" y="133441"/>
                  <a:pt x="1547916" y="132543"/>
                  <a:pt x="1547916" y="131258"/>
                </a:cubicBezTo>
                <a:cubicBezTo>
                  <a:pt x="1547473" y="129477"/>
                  <a:pt x="1546827" y="127753"/>
                  <a:pt x="1545990" y="126121"/>
                </a:cubicBezTo>
                <a:cubicBezTo>
                  <a:pt x="1545303" y="123690"/>
                  <a:pt x="1544873" y="121193"/>
                  <a:pt x="1544705" y="118672"/>
                </a:cubicBezTo>
                <a:cubicBezTo>
                  <a:pt x="1544705" y="117324"/>
                  <a:pt x="1545284" y="109361"/>
                  <a:pt x="1545861" y="103390"/>
                </a:cubicBezTo>
                <a:cubicBezTo>
                  <a:pt x="1546247" y="100051"/>
                  <a:pt x="1544770" y="96069"/>
                  <a:pt x="1544770" y="87208"/>
                </a:cubicBezTo>
                <a:cubicBezTo>
                  <a:pt x="1544914" y="84057"/>
                  <a:pt x="1544411" y="80911"/>
                  <a:pt x="1543293" y="77961"/>
                </a:cubicBezTo>
                <a:cubicBezTo>
                  <a:pt x="1541688" y="76998"/>
                  <a:pt x="1543871" y="73209"/>
                  <a:pt x="1546375" y="72631"/>
                </a:cubicBezTo>
                <a:cubicBezTo>
                  <a:pt x="1547849" y="72504"/>
                  <a:pt x="1549332" y="72504"/>
                  <a:pt x="1550806" y="72631"/>
                </a:cubicBezTo>
                <a:cubicBezTo>
                  <a:pt x="1551769" y="72567"/>
                  <a:pt x="1551640" y="70577"/>
                  <a:pt x="1553053" y="71154"/>
                </a:cubicBezTo>
                <a:cubicBezTo>
                  <a:pt x="1554466" y="71733"/>
                  <a:pt x="1554209" y="71990"/>
                  <a:pt x="1554980" y="74044"/>
                </a:cubicBezTo>
                <a:cubicBezTo>
                  <a:pt x="1555751" y="76099"/>
                  <a:pt x="1555172" y="77191"/>
                  <a:pt x="1555751" y="79310"/>
                </a:cubicBezTo>
                <a:cubicBezTo>
                  <a:pt x="1556328" y="81429"/>
                  <a:pt x="1555429" y="84511"/>
                  <a:pt x="1556328" y="85731"/>
                </a:cubicBezTo>
                <a:cubicBezTo>
                  <a:pt x="1556889" y="87021"/>
                  <a:pt x="1556889" y="88486"/>
                  <a:pt x="1556328" y="89777"/>
                </a:cubicBezTo>
                <a:cubicBezTo>
                  <a:pt x="1556061" y="91241"/>
                  <a:pt x="1556061" y="92742"/>
                  <a:pt x="1556328" y="94207"/>
                </a:cubicBezTo>
                <a:cubicBezTo>
                  <a:pt x="1556842" y="95877"/>
                  <a:pt x="1556136" y="97610"/>
                  <a:pt x="1556328" y="99794"/>
                </a:cubicBezTo>
                <a:cubicBezTo>
                  <a:pt x="1556521" y="101977"/>
                  <a:pt x="1556970" y="109168"/>
                  <a:pt x="1556970" y="110710"/>
                </a:cubicBezTo>
                <a:cubicBezTo>
                  <a:pt x="1556970" y="112251"/>
                  <a:pt x="1558768" y="114691"/>
                  <a:pt x="1558383" y="118030"/>
                </a:cubicBezTo>
                <a:cubicBezTo>
                  <a:pt x="1558383" y="119378"/>
                  <a:pt x="1558383" y="122140"/>
                  <a:pt x="1558383" y="123424"/>
                </a:cubicBezTo>
                <a:cubicBezTo>
                  <a:pt x="1557998" y="126185"/>
                  <a:pt x="1555622" y="128304"/>
                  <a:pt x="1556200" y="129845"/>
                </a:cubicBezTo>
                <a:cubicBezTo>
                  <a:pt x="1556759" y="131268"/>
                  <a:pt x="1557871" y="132403"/>
                  <a:pt x="1559282" y="132991"/>
                </a:cubicBezTo>
                <a:cubicBezTo>
                  <a:pt x="1561016" y="133377"/>
                  <a:pt x="1563969" y="131322"/>
                  <a:pt x="1565382" y="131322"/>
                </a:cubicBezTo>
                <a:cubicBezTo>
                  <a:pt x="1567143" y="131367"/>
                  <a:pt x="1568905" y="131260"/>
                  <a:pt x="1570647" y="131001"/>
                </a:cubicBezTo>
                <a:cubicBezTo>
                  <a:pt x="1573450" y="130170"/>
                  <a:pt x="1576336" y="129654"/>
                  <a:pt x="1579252" y="129460"/>
                </a:cubicBezTo>
                <a:cubicBezTo>
                  <a:pt x="1580536" y="129396"/>
                  <a:pt x="1582784" y="127854"/>
                  <a:pt x="1583940" y="127854"/>
                </a:cubicBezTo>
                <a:cubicBezTo>
                  <a:pt x="1585298" y="127271"/>
                  <a:pt x="1586538" y="126444"/>
                  <a:pt x="1587600" y="125415"/>
                </a:cubicBezTo>
                <a:cubicBezTo>
                  <a:pt x="1588375" y="124716"/>
                  <a:pt x="1588585" y="123584"/>
                  <a:pt x="1588113" y="122653"/>
                </a:cubicBezTo>
                <a:cubicBezTo>
                  <a:pt x="1587215" y="120406"/>
                  <a:pt x="1585353" y="121305"/>
                  <a:pt x="1582976" y="122140"/>
                </a:cubicBezTo>
                <a:cubicBezTo>
                  <a:pt x="1581692" y="122653"/>
                  <a:pt x="1579124" y="124901"/>
                  <a:pt x="1578289" y="124066"/>
                </a:cubicBezTo>
                <a:cubicBezTo>
                  <a:pt x="1576818" y="123178"/>
                  <a:pt x="1576239" y="121333"/>
                  <a:pt x="1576941" y="119764"/>
                </a:cubicBezTo>
                <a:cubicBezTo>
                  <a:pt x="1577261" y="118351"/>
                  <a:pt x="1575978" y="115654"/>
                  <a:pt x="1574115" y="116232"/>
                </a:cubicBezTo>
                <a:cubicBezTo>
                  <a:pt x="1572253" y="116810"/>
                  <a:pt x="1572124" y="119507"/>
                  <a:pt x="1572253" y="121498"/>
                </a:cubicBezTo>
                <a:cubicBezTo>
                  <a:pt x="1572382" y="123488"/>
                  <a:pt x="1570904" y="123938"/>
                  <a:pt x="1570006" y="124644"/>
                </a:cubicBezTo>
                <a:cubicBezTo>
                  <a:pt x="1569107" y="125350"/>
                  <a:pt x="1568272" y="126891"/>
                  <a:pt x="1566859" y="126313"/>
                </a:cubicBezTo>
                <a:cubicBezTo>
                  <a:pt x="1564717" y="125086"/>
                  <a:pt x="1563470" y="122740"/>
                  <a:pt x="1563648" y="120278"/>
                </a:cubicBezTo>
                <a:cubicBezTo>
                  <a:pt x="1563584" y="118929"/>
                  <a:pt x="1564098" y="109104"/>
                  <a:pt x="1564098" y="107820"/>
                </a:cubicBezTo>
                <a:cubicBezTo>
                  <a:pt x="1564355" y="105188"/>
                  <a:pt x="1562686" y="101592"/>
                  <a:pt x="1562686" y="99344"/>
                </a:cubicBezTo>
                <a:cubicBezTo>
                  <a:pt x="1562897" y="95344"/>
                  <a:pt x="1562897" y="91337"/>
                  <a:pt x="1562686" y="87337"/>
                </a:cubicBezTo>
                <a:cubicBezTo>
                  <a:pt x="1562464" y="85972"/>
                  <a:pt x="1562165" y="84621"/>
                  <a:pt x="1561786" y="83291"/>
                </a:cubicBezTo>
                <a:cubicBezTo>
                  <a:pt x="1561977" y="81138"/>
                  <a:pt x="1562829" y="79097"/>
                  <a:pt x="1564227" y="77447"/>
                </a:cubicBezTo>
                <a:cubicBezTo>
                  <a:pt x="1565277" y="76212"/>
                  <a:pt x="1566735" y="75392"/>
                  <a:pt x="1568336" y="75136"/>
                </a:cubicBezTo>
                <a:cubicBezTo>
                  <a:pt x="1569877" y="74815"/>
                  <a:pt x="1570327" y="78796"/>
                  <a:pt x="1570326" y="81557"/>
                </a:cubicBezTo>
                <a:cubicBezTo>
                  <a:pt x="1570268" y="83025"/>
                  <a:pt x="1570748" y="84463"/>
                  <a:pt x="1571675" y="85603"/>
                </a:cubicBezTo>
                <a:cubicBezTo>
                  <a:pt x="1572890" y="90019"/>
                  <a:pt x="1573537" y="94572"/>
                  <a:pt x="1573601" y="99151"/>
                </a:cubicBezTo>
                <a:cubicBezTo>
                  <a:pt x="1573537" y="101656"/>
                  <a:pt x="1573922" y="101335"/>
                  <a:pt x="1575399" y="102298"/>
                </a:cubicBezTo>
                <a:cubicBezTo>
                  <a:pt x="1576876" y="103261"/>
                  <a:pt x="1581307" y="101399"/>
                  <a:pt x="1582399" y="102298"/>
                </a:cubicBezTo>
                <a:cubicBezTo>
                  <a:pt x="1583491" y="103197"/>
                  <a:pt x="1584004" y="105637"/>
                  <a:pt x="1585032" y="105637"/>
                </a:cubicBezTo>
                <a:cubicBezTo>
                  <a:pt x="1588306" y="106086"/>
                  <a:pt x="1590554" y="100949"/>
                  <a:pt x="1591453" y="99665"/>
                </a:cubicBezTo>
                <a:cubicBezTo>
                  <a:pt x="1593829" y="96326"/>
                  <a:pt x="1588756" y="91703"/>
                  <a:pt x="1588049" y="91574"/>
                </a:cubicBezTo>
                <a:cubicBezTo>
                  <a:pt x="1587343" y="91446"/>
                  <a:pt x="1585288" y="93308"/>
                  <a:pt x="1582399" y="93757"/>
                </a:cubicBezTo>
                <a:cubicBezTo>
                  <a:pt x="1579509" y="94207"/>
                  <a:pt x="1580729" y="96262"/>
                  <a:pt x="1578418" y="95620"/>
                </a:cubicBezTo>
                <a:cubicBezTo>
                  <a:pt x="1576106" y="94978"/>
                  <a:pt x="1577133" y="89905"/>
                  <a:pt x="1578418" y="87594"/>
                </a:cubicBezTo>
                <a:cubicBezTo>
                  <a:pt x="1579726" y="85676"/>
                  <a:pt x="1580562" y="83475"/>
                  <a:pt x="1580857" y="81172"/>
                </a:cubicBezTo>
                <a:cubicBezTo>
                  <a:pt x="1580600" y="78411"/>
                  <a:pt x="1578161" y="75072"/>
                  <a:pt x="1578161" y="74044"/>
                </a:cubicBezTo>
                <a:cubicBezTo>
                  <a:pt x="1578161" y="73017"/>
                  <a:pt x="1581307" y="69613"/>
                  <a:pt x="1582655" y="69549"/>
                </a:cubicBezTo>
                <a:cubicBezTo>
                  <a:pt x="1584004" y="69485"/>
                  <a:pt x="1586316" y="73595"/>
                  <a:pt x="1587600" y="73595"/>
                </a:cubicBezTo>
                <a:cubicBezTo>
                  <a:pt x="1588884" y="73595"/>
                  <a:pt x="1592095" y="68586"/>
                  <a:pt x="1593572" y="65696"/>
                </a:cubicBezTo>
                <a:cubicBezTo>
                  <a:pt x="1594535" y="63898"/>
                  <a:pt x="1595113" y="58761"/>
                  <a:pt x="1598002" y="57477"/>
                </a:cubicBezTo>
                <a:cubicBezTo>
                  <a:pt x="1599159" y="57477"/>
                  <a:pt x="1600764" y="58055"/>
                  <a:pt x="1601598" y="57477"/>
                </a:cubicBezTo>
                <a:cubicBezTo>
                  <a:pt x="1602714" y="56924"/>
                  <a:pt x="1603950" y="56659"/>
                  <a:pt x="1605194" y="56707"/>
                </a:cubicBezTo>
                <a:close/>
                <a:moveTo>
                  <a:pt x="206300" y="51612"/>
                </a:moveTo>
                <a:cubicBezTo>
                  <a:pt x="171665" y="46638"/>
                  <a:pt x="135133" y="54876"/>
                  <a:pt x="104912" y="77506"/>
                </a:cubicBezTo>
                <a:lnTo>
                  <a:pt x="104894" y="77506"/>
                </a:lnTo>
                <a:cubicBezTo>
                  <a:pt x="70414" y="103314"/>
                  <a:pt x="50139" y="143881"/>
                  <a:pt x="50191" y="186949"/>
                </a:cubicBezTo>
                <a:cubicBezTo>
                  <a:pt x="50187" y="193916"/>
                  <a:pt x="50712" y="200873"/>
                  <a:pt x="51756" y="207762"/>
                </a:cubicBezTo>
                <a:cubicBezTo>
                  <a:pt x="51848" y="208333"/>
                  <a:pt x="51977" y="208885"/>
                  <a:pt x="52070" y="209456"/>
                </a:cubicBezTo>
                <a:cubicBezTo>
                  <a:pt x="52493" y="212016"/>
                  <a:pt x="52990" y="214540"/>
                  <a:pt x="53543" y="217045"/>
                </a:cubicBezTo>
                <a:cubicBezTo>
                  <a:pt x="54353" y="220581"/>
                  <a:pt x="55238" y="224099"/>
                  <a:pt x="56306" y="227525"/>
                </a:cubicBezTo>
                <a:cubicBezTo>
                  <a:pt x="57485" y="231208"/>
                  <a:pt x="58848" y="234892"/>
                  <a:pt x="60321" y="238576"/>
                </a:cubicBezTo>
                <a:cubicBezTo>
                  <a:pt x="60524" y="239055"/>
                  <a:pt x="60708" y="239570"/>
                  <a:pt x="60910" y="240049"/>
                </a:cubicBezTo>
                <a:cubicBezTo>
                  <a:pt x="65172" y="250185"/>
                  <a:pt x="70639" y="259770"/>
                  <a:pt x="77192" y="268598"/>
                </a:cubicBezTo>
                <a:lnTo>
                  <a:pt x="77285" y="268708"/>
                </a:lnTo>
                <a:cubicBezTo>
                  <a:pt x="77331" y="268771"/>
                  <a:pt x="77377" y="268832"/>
                  <a:pt x="77423" y="268895"/>
                </a:cubicBezTo>
                <a:cubicBezTo>
                  <a:pt x="88738" y="284005"/>
                  <a:pt x="102580" y="296107"/>
                  <a:pt x="117922" y="305053"/>
                </a:cubicBezTo>
                <a:lnTo>
                  <a:pt x="146817" y="315106"/>
                </a:lnTo>
                <a:lnTo>
                  <a:pt x="144641" y="311624"/>
                </a:lnTo>
                <a:cubicBezTo>
                  <a:pt x="143024" y="310768"/>
                  <a:pt x="141294" y="310149"/>
                  <a:pt x="139502" y="309782"/>
                </a:cubicBezTo>
                <a:lnTo>
                  <a:pt x="138711" y="309055"/>
                </a:lnTo>
                <a:lnTo>
                  <a:pt x="146593" y="310390"/>
                </a:lnTo>
                <a:cubicBezTo>
                  <a:pt x="148554" y="311210"/>
                  <a:pt x="149844" y="313208"/>
                  <a:pt x="150643" y="315002"/>
                </a:cubicBezTo>
                <a:lnTo>
                  <a:pt x="151173" y="316622"/>
                </a:lnTo>
                <a:lnTo>
                  <a:pt x="158937" y="319323"/>
                </a:lnTo>
                <a:lnTo>
                  <a:pt x="161033" y="319323"/>
                </a:lnTo>
                <a:lnTo>
                  <a:pt x="160994" y="320039"/>
                </a:lnTo>
                <a:lnTo>
                  <a:pt x="167424" y="322276"/>
                </a:lnTo>
                <a:lnTo>
                  <a:pt x="189477" y="321183"/>
                </a:lnTo>
                <a:lnTo>
                  <a:pt x="189803" y="320833"/>
                </a:lnTo>
                <a:cubicBezTo>
                  <a:pt x="189839" y="320539"/>
                  <a:pt x="188182" y="320833"/>
                  <a:pt x="187961" y="320833"/>
                </a:cubicBezTo>
                <a:cubicBezTo>
                  <a:pt x="187740" y="320833"/>
                  <a:pt x="188679" y="320354"/>
                  <a:pt x="188679" y="320354"/>
                </a:cubicBezTo>
                <a:lnTo>
                  <a:pt x="185511" y="320354"/>
                </a:lnTo>
                <a:lnTo>
                  <a:pt x="186156" y="319857"/>
                </a:lnTo>
                <a:lnTo>
                  <a:pt x="179654" y="319857"/>
                </a:lnTo>
                <a:cubicBezTo>
                  <a:pt x="179654" y="319857"/>
                  <a:pt x="180004" y="313042"/>
                  <a:pt x="175970" y="311495"/>
                </a:cubicBezTo>
                <a:cubicBezTo>
                  <a:pt x="172979" y="310276"/>
                  <a:pt x="169656" y="310138"/>
                  <a:pt x="166577" y="311108"/>
                </a:cubicBezTo>
                <a:cubicBezTo>
                  <a:pt x="163225" y="312250"/>
                  <a:pt x="162378" y="317960"/>
                  <a:pt x="161880" y="318292"/>
                </a:cubicBezTo>
                <a:cubicBezTo>
                  <a:pt x="161383" y="318623"/>
                  <a:pt x="161051" y="318034"/>
                  <a:pt x="161051" y="318034"/>
                </a:cubicBezTo>
                <a:cubicBezTo>
                  <a:pt x="161051" y="318034"/>
                  <a:pt x="161770" y="313466"/>
                  <a:pt x="163114" y="312103"/>
                </a:cubicBezTo>
                <a:cubicBezTo>
                  <a:pt x="165190" y="310003"/>
                  <a:pt x="168045" y="308856"/>
                  <a:pt x="170997" y="308935"/>
                </a:cubicBezTo>
                <a:cubicBezTo>
                  <a:pt x="175749" y="308603"/>
                  <a:pt x="180059" y="309819"/>
                  <a:pt x="182048" y="311827"/>
                </a:cubicBezTo>
                <a:cubicBezTo>
                  <a:pt x="184038" y="313834"/>
                  <a:pt x="184167" y="318973"/>
                  <a:pt x="184167" y="318973"/>
                </a:cubicBezTo>
                <a:lnTo>
                  <a:pt x="191534" y="318789"/>
                </a:lnTo>
                <a:cubicBezTo>
                  <a:pt x="191534" y="318789"/>
                  <a:pt x="192952" y="313466"/>
                  <a:pt x="194297" y="312103"/>
                </a:cubicBezTo>
                <a:cubicBezTo>
                  <a:pt x="196371" y="310000"/>
                  <a:pt x="199226" y="308852"/>
                  <a:pt x="202180" y="308935"/>
                </a:cubicBezTo>
                <a:cubicBezTo>
                  <a:pt x="206932" y="308603"/>
                  <a:pt x="211242" y="309819"/>
                  <a:pt x="213231" y="311827"/>
                </a:cubicBezTo>
                <a:cubicBezTo>
                  <a:pt x="215220" y="313834"/>
                  <a:pt x="215349" y="318973"/>
                  <a:pt x="215349" y="318973"/>
                </a:cubicBezTo>
                <a:lnTo>
                  <a:pt x="221591" y="318817"/>
                </a:lnTo>
                <a:lnTo>
                  <a:pt x="222913" y="318189"/>
                </a:lnTo>
                <a:lnTo>
                  <a:pt x="223836" y="315361"/>
                </a:lnTo>
                <a:cubicBezTo>
                  <a:pt x="224563" y="313512"/>
                  <a:pt x="225627" y="311394"/>
                  <a:pt x="226971" y="310316"/>
                </a:cubicBezTo>
                <a:cubicBezTo>
                  <a:pt x="229660" y="308161"/>
                  <a:pt x="234689" y="308567"/>
                  <a:pt x="234689" y="308567"/>
                </a:cubicBezTo>
                <a:lnTo>
                  <a:pt x="234689" y="311293"/>
                </a:lnTo>
                <a:cubicBezTo>
                  <a:pt x="234689" y="311293"/>
                  <a:pt x="229163" y="310832"/>
                  <a:pt x="227026" y="312398"/>
                </a:cubicBezTo>
                <a:lnTo>
                  <a:pt x="224682" y="317349"/>
                </a:lnTo>
                <a:lnTo>
                  <a:pt x="268811" y="296382"/>
                </a:lnTo>
                <a:cubicBezTo>
                  <a:pt x="329254" y="251124"/>
                  <a:pt x="341561" y="165436"/>
                  <a:pt x="296301" y="104995"/>
                </a:cubicBezTo>
                <a:cubicBezTo>
                  <a:pt x="273671" y="74774"/>
                  <a:pt x="240934" y="56587"/>
                  <a:pt x="206300" y="51612"/>
                </a:cubicBezTo>
                <a:close/>
                <a:moveTo>
                  <a:pt x="121010" y="49528"/>
                </a:moveTo>
                <a:cubicBezTo>
                  <a:pt x="120831" y="49701"/>
                  <a:pt x="120642" y="49861"/>
                  <a:pt x="120439" y="50007"/>
                </a:cubicBezTo>
                <a:cubicBezTo>
                  <a:pt x="120273" y="50099"/>
                  <a:pt x="119776" y="50044"/>
                  <a:pt x="119592" y="50210"/>
                </a:cubicBezTo>
                <a:cubicBezTo>
                  <a:pt x="119351" y="50375"/>
                  <a:pt x="119082" y="50501"/>
                  <a:pt x="118800" y="50578"/>
                </a:cubicBezTo>
                <a:cubicBezTo>
                  <a:pt x="118597" y="50578"/>
                  <a:pt x="118174" y="50320"/>
                  <a:pt x="117842" y="50578"/>
                </a:cubicBezTo>
                <a:cubicBezTo>
                  <a:pt x="117511" y="50836"/>
                  <a:pt x="117234" y="50670"/>
                  <a:pt x="117032" y="50836"/>
                </a:cubicBezTo>
                <a:lnTo>
                  <a:pt x="116976" y="50762"/>
                </a:lnTo>
                <a:cubicBezTo>
                  <a:pt x="116811" y="51167"/>
                  <a:pt x="117326" y="51591"/>
                  <a:pt x="117363" y="52015"/>
                </a:cubicBezTo>
                <a:cubicBezTo>
                  <a:pt x="117371" y="52283"/>
                  <a:pt x="117490" y="52538"/>
                  <a:pt x="117695" y="52714"/>
                </a:cubicBezTo>
                <a:cubicBezTo>
                  <a:pt x="118074" y="52923"/>
                  <a:pt x="118393" y="53227"/>
                  <a:pt x="118616" y="53599"/>
                </a:cubicBezTo>
                <a:cubicBezTo>
                  <a:pt x="118800" y="53875"/>
                  <a:pt x="119555" y="54077"/>
                  <a:pt x="119666" y="54262"/>
                </a:cubicBezTo>
                <a:cubicBezTo>
                  <a:pt x="119776" y="54446"/>
                  <a:pt x="120660" y="54814"/>
                  <a:pt x="120918" y="54998"/>
                </a:cubicBezTo>
                <a:cubicBezTo>
                  <a:pt x="121176" y="55183"/>
                  <a:pt x="121286" y="55625"/>
                  <a:pt x="121452" y="55790"/>
                </a:cubicBezTo>
                <a:cubicBezTo>
                  <a:pt x="121660" y="56094"/>
                  <a:pt x="122053" y="56210"/>
                  <a:pt x="122391" y="56067"/>
                </a:cubicBezTo>
                <a:cubicBezTo>
                  <a:pt x="122576" y="55956"/>
                  <a:pt x="122760" y="55422"/>
                  <a:pt x="122926" y="55256"/>
                </a:cubicBezTo>
                <a:cubicBezTo>
                  <a:pt x="123091" y="55090"/>
                  <a:pt x="123441" y="54980"/>
                  <a:pt x="123625" y="54814"/>
                </a:cubicBezTo>
                <a:cubicBezTo>
                  <a:pt x="123894" y="54589"/>
                  <a:pt x="124108" y="54306"/>
                  <a:pt x="124252" y="53985"/>
                </a:cubicBezTo>
                <a:cubicBezTo>
                  <a:pt x="124329" y="53709"/>
                  <a:pt x="124379" y="53425"/>
                  <a:pt x="124399" y="53138"/>
                </a:cubicBezTo>
                <a:cubicBezTo>
                  <a:pt x="124454" y="52807"/>
                  <a:pt x="124307" y="52346"/>
                  <a:pt x="124307" y="52051"/>
                </a:cubicBezTo>
                <a:cubicBezTo>
                  <a:pt x="124434" y="51736"/>
                  <a:pt x="124473" y="51392"/>
                  <a:pt x="124417" y="51057"/>
                </a:cubicBezTo>
                <a:cubicBezTo>
                  <a:pt x="124351" y="50771"/>
                  <a:pt x="124219" y="50506"/>
                  <a:pt x="124031" y="50283"/>
                </a:cubicBezTo>
                <a:cubicBezTo>
                  <a:pt x="123791" y="50141"/>
                  <a:pt x="123539" y="50025"/>
                  <a:pt x="123276" y="49933"/>
                </a:cubicBezTo>
                <a:cubicBezTo>
                  <a:pt x="122852" y="49731"/>
                  <a:pt x="121342" y="49233"/>
                  <a:pt x="121010" y="49528"/>
                </a:cubicBezTo>
                <a:close/>
                <a:moveTo>
                  <a:pt x="111248" y="47042"/>
                </a:moveTo>
                <a:cubicBezTo>
                  <a:pt x="111395" y="47005"/>
                  <a:pt x="111395" y="47539"/>
                  <a:pt x="111414" y="47926"/>
                </a:cubicBezTo>
                <a:cubicBezTo>
                  <a:pt x="111346" y="48341"/>
                  <a:pt x="111222" y="48742"/>
                  <a:pt x="111045" y="49123"/>
                </a:cubicBezTo>
                <a:cubicBezTo>
                  <a:pt x="110769" y="49658"/>
                  <a:pt x="110751" y="50026"/>
                  <a:pt x="110530" y="50450"/>
                </a:cubicBezTo>
                <a:cubicBezTo>
                  <a:pt x="110301" y="50803"/>
                  <a:pt x="110016" y="51114"/>
                  <a:pt x="109682" y="51370"/>
                </a:cubicBezTo>
                <a:cubicBezTo>
                  <a:pt x="109366" y="51556"/>
                  <a:pt x="108959" y="51459"/>
                  <a:pt x="108761" y="51149"/>
                </a:cubicBezTo>
                <a:cubicBezTo>
                  <a:pt x="108577" y="50864"/>
                  <a:pt x="108577" y="50496"/>
                  <a:pt x="108761" y="50210"/>
                </a:cubicBezTo>
                <a:cubicBezTo>
                  <a:pt x="109058" y="49726"/>
                  <a:pt x="109391" y="49263"/>
                  <a:pt x="109756" y="48829"/>
                </a:cubicBezTo>
                <a:cubicBezTo>
                  <a:pt x="109892" y="48632"/>
                  <a:pt x="109999" y="48414"/>
                  <a:pt x="110069" y="48184"/>
                </a:cubicBezTo>
                <a:cubicBezTo>
                  <a:pt x="110143" y="47926"/>
                  <a:pt x="110456" y="47853"/>
                  <a:pt x="110622" y="47539"/>
                </a:cubicBezTo>
                <a:cubicBezTo>
                  <a:pt x="110795" y="47333"/>
                  <a:pt x="111009" y="47166"/>
                  <a:pt x="111248" y="47042"/>
                </a:cubicBezTo>
                <a:close/>
                <a:moveTo>
                  <a:pt x="112832" y="41940"/>
                </a:moveTo>
                <a:cubicBezTo>
                  <a:pt x="112574" y="41940"/>
                  <a:pt x="112114" y="42437"/>
                  <a:pt x="111930" y="42437"/>
                </a:cubicBezTo>
                <a:cubicBezTo>
                  <a:pt x="111606" y="42457"/>
                  <a:pt x="111285" y="42514"/>
                  <a:pt x="110972" y="42603"/>
                </a:cubicBezTo>
                <a:cubicBezTo>
                  <a:pt x="110771" y="42697"/>
                  <a:pt x="110618" y="42870"/>
                  <a:pt x="110548" y="43082"/>
                </a:cubicBezTo>
                <a:cubicBezTo>
                  <a:pt x="110438" y="43247"/>
                  <a:pt x="110340" y="43419"/>
                  <a:pt x="110254" y="43597"/>
                </a:cubicBezTo>
                <a:cubicBezTo>
                  <a:pt x="110130" y="43804"/>
                  <a:pt x="110027" y="44019"/>
                  <a:pt x="109941" y="44242"/>
                </a:cubicBezTo>
                <a:cubicBezTo>
                  <a:pt x="109778" y="44577"/>
                  <a:pt x="109554" y="44877"/>
                  <a:pt x="109277" y="45126"/>
                </a:cubicBezTo>
                <a:cubicBezTo>
                  <a:pt x="108928" y="45476"/>
                  <a:pt x="108909" y="45587"/>
                  <a:pt x="108725" y="45697"/>
                </a:cubicBezTo>
                <a:cubicBezTo>
                  <a:pt x="108476" y="45938"/>
                  <a:pt x="108259" y="46211"/>
                  <a:pt x="108080" y="46507"/>
                </a:cubicBezTo>
                <a:cubicBezTo>
                  <a:pt x="107786" y="46931"/>
                  <a:pt x="107307" y="47226"/>
                  <a:pt x="107122" y="47502"/>
                </a:cubicBezTo>
                <a:cubicBezTo>
                  <a:pt x="106808" y="48045"/>
                  <a:pt x="106373" y="48511"/>
                  <a:pt x="105852" y="48865"/>
                </a:cubicBezTo>
                <a:cubicBezTo>
                  <a:pt x="105649" y="48771"/>
                  <a:pt x="105439" y="48690"/>
                  <a:pt x="105225" y="48626"/>
                </a:cubicBezTo>
                <a:cubicBezTo>
                  <a:pt x="104746" y="48533"/>
                  <a:pt x="104581" y="48460"/>
                  <a:pt x="104249" y="48626"/>
                </a:cubicBezTo>
                <a:cubicBezTo>
                  <a:pt x="104024" y="48902"/>
                  <a:pt x="103816" y="49191"/>
                  <a:pt x="103623" y="49491"/>
                </a:cubicBezTo>
                <a:cubicBezTo>
                  <a:pt x="103623" y="50025"/>
                  <a:pt x="103144" y="50615"/>
                  <a:pt x="103733" y="51646"/>
                </a:cubicBezTo>
                <a:cubicBezTo>
                  <a:pt x="103844" y="51830"/>
                  <a:pt x="104139" y="52217"/>
                  <a:pt x="104691" y="53064"/>
                </a:cubicBezTo>
                <a:cubicBezTo>
                  <a:pt x="105036" y="53514"/>
                  <a:pt x="105406" y="53943"/>
                  <a:pt x="105796" y="54354"/>
                </a:cubicBezTo>
                <a:cubicBezTo>
                  <a:pt x="106109" y="54741"/>
                  <a:pt x="106588" y="55127"/>
                  <a:pt x="106699" y="55311"/>
                </a:cubicBezTo>
                <a:cubicBezTo>
                  <a:pt x="106809" y="55496"/>
                  <a:pt x="107159" y="56030"/>
                  <a:pt x="107251" y="56030"/>
                </a:cubicBezTo>
                <a:cubicBezTo>
                  <a:pt x="107344" y="56030"/>
                  <a:pt x="107399" y="56085"/>
                  <a:pt x="107657" y="56306"/>
                </a:cubicBezTo>
                <a:cubicBezTo>
                  <a:pt x="107915" y="56527"/>
                  <a:pt x="107988" y="56748"/>
                  <a:pt x="108301" y="56914"/>
                </a:cubicBezTo>
                <a:cubicBezTo>
                  <a:pt x="108469" y="56989"/>
                  <a:pt x="108651" y="57028"/>
                  <a:pt x="108835" y="57024"/>
                </a:cubicBezTo>
                <a:cubicBezTo>
                  <a:pt x="109200" y="56892"/>
                  <a:pt x="109552" y="56724"/>
                  <a:pt x="109885" y="56527"/>
                </a:cubicBezTo>
                <a:cubicBezTo>
                  <a:pt x="110051" y="56417"/>
                  <a:pt x="110162" y="56214"/>
                  <a:pt x="110419" y="56048"/>
                </a:cubicBezTo>
                <a:cubicBezTo>
                  <a:pt x="110677" y="55882"/>
                  <a:pt x="111193" y="55827"/>
                  <a:pt x="111340" y="55790"/>
                </a:cubicBezTo>
                <a:cubicBezTo>
                  <a:pt x="111488" y="55754"/>
                  <a:pt x="111893" y="55975"/>
                  <a:pt x="111893" y="56122"/>
                </a:cubicBezTo>
                <a:cubicBezTo>
                  <a:pt x="112094" y="56652"/>
                  <a:pt x="112328" y="57168"/>
                  <a:pt x="112593" y="57669"/>
                </a:cubicBezTo>
                <a:cubicBezTo>
                  <a:pt x="112771" y="58052"/>
                  <a:pt x="112987" y="58415"/>
                  <a:pt x="113237" y="58756"/>
                </a:cubicBezTo>
                <a:cubicBezTo>
                  <a:pt x="113348" y="58922"/>
                  <a:pt x="113698" y="59364"/>
                  <a:pt x="113698" y="59548"/>
                </a:cubicBezTo>
                <a:cubicBezTo>
                  <a:pt x="114177" y="60395"/>
                  <a:pt x="114029" y="60819"/>
                  <a:pt x="113385" y="61224"/>
                </a:cubicBezTo>
                <a:cubicBezTo>
                  <a:pt x="113201" y="61334"/>
                  <a:pt x="112538" y="61150"/>
                  <a:pt x="111930" y="61537"/>
                </a:cubicBezTo>
                <a:cubicBezTo>
                  <a:pt x="111838" y="61592"/>
                  <a:pt x="111101" y="62182"/>
                  <a:pt x="111322" y="62366"/>
                </a:cubicBezTo>
                <a:cubicBezTo>
                  <a:pt x="111543" y="62550"/>
                  <a:pt x="112961" y="62660"/>
                  <a:pt x="113385" y="62900"/>
                </a:cubicBezTo>
                <a:cubicBezTo>
                  <a:pt x="113808" y="63139"/>
                  <a:pt x="114011" y="63397"/>
                  <a:pt x="114343" y="63489"/>
                </a:cubicBezTo>
                <a:cubicBezTo>
                  <a:pt x="114709" y="63521"/>
                  <a:pt x="115077" y="63484"/>
                  <a:pt x="115429" y="63379"/>
                </a:cubicBezTo>
                <a:cubicBezTo>
                  <a:pt x="115706" y="63360"/>
                  <a:pt x="115982" y="63471"/>
                  <a:pt x="116166" y="63471"/>
                </a:cubicBezTo>
                <a:cubicBezTo>
                  <a:pt x="116350" y="63471"/>
                  <a:pt x="116811" y="63379"/>
                  <a:pt x="116958" y="63379"/>
                </a:cubicBezTo>
                <a:cubicBezTo>
                  <a:pt x="117140" y="63460"/>
                  <a:pt x="117347" y="63460"/>
                  <a:pt x="117529" y="63379"/>
                </a:cubicBezTo>
                <a:cubicBezTo>
                  <a:pt x="117713" y="63268"/>
                  <a:pt x="117768" y="62845"/>
                  <a:pt x="118155" y="62366"/>
                </a:cubicBezTo>
                <a:cubicBezTo>
                  <a:pt x="118542" y="61887"/>
                  <a:pt x="118339" y="61095"/>
                  <a:pt x="118542" y="60819"/>
                </a:cubicBezTo>
                <a:cubicBezTo>
                  <a:pt x="118837" y="60248"/>
                  <a:pt x="118872" y="59575"/>
                  <a:pt x="118634" y="58977"/>
                </a:cubicBezTo>
                <a:cubicBezTo>
                  <a:pt x="117787" y="57306"/>
                  <a:pt x="116820" y="55700"/>
                  <a:pt x="115742" y="54170"/>
                </a:cubicBezTo>
                <a:cubicBezTo>
                  <a:pt x="115409" y="53902"/>
                  <a:pt x="115133" y="53571"/>
                  <a:pt x="114932" y="53193"/>
                </a:cubicBezTo>
                <a:cubicBezTo>
                  <a:pt x="114711" y="52825"/>
                  <a:pt x="114932" y="52291"/>
                  <a:pt x="115098" y="52291"/>
                </a:cubicBezTo>
                <a:cubicBezTo>
                  <a:pt x="115328" y="52252"/>
                  <a:pt x="115521" y="52099"/>
                  <a:pt x="115613" y="51886"/>
                </a:cubicBezTo>
                <a:cubicBezTo>
                  <a:pt x="115700" y="51423"/>
                  <a:pt x="115755" y="50956"/>
                  <a:pt x="115779" y="50486"/>
                </a:cubicBezTo>
                <a:cubicBezTo>
                  <a:pt x="115706" y="49162"/>
                  <a:pt x="115706" y="47832"/>
                  <a:pt x="115779" y="46507"/>
                </a:cubicBezTo>
                <a:cubicBezTo>
                  <a:pt x="115800" y="46115"/>
                  <a:pt x="115800" y="45721"/>
                  <a:pt x="115779" y="45329"/>
                </a:cubicBezTo>
                <a:cubicBezTo>
                  <a:pt x="115871" y="44736"/>
                  <a:pt x="116008" y="44152"/>
                  <a:pt x="116184" y="43579"/>
                </a:cubicBezTo>
                <a:cubicBezTo>
                  <a:pt x="116109" y="43264"/>
                  <a:pt x="115927" y="42984"/>
                  <a:pt x="115669" y="42787"/>
                </a:cubicBezTo>
                <a:cubicBezTo>
                  <a:pt x="115485" y="42676"/>
                  <a:pt x="115042" y="42105"/>
                  <a:pt x="114674" y="41940"/>
                </a:cubicBezTo>
                <a:cubicBezTo>
                  <a:pt x="114061" y="41879"/>
                  <a:pt x="113446" y="41879"/>
                  <a:pt x="112832" y="41940"/>
                </a:cubicBezTo>
                <a:close/>
                <a:moveTo>
                  <a:pt x="270495" y="39490"/>
                </a:moveTo>
                <a:cubicBezTo>
                  <a:pt x="270274" y="39435"/>
                  <a:pt x="270053" y="39379"/>
                  <a:pt x="269887" y="39693"/>
                </a:cubicBezTo>
                <a:cubicBezTo>
                  <a:pt x="269751" y="40136"/>
                  <a:pt x="269539" y="40555"/>
                  <a:pt x="269261" y="40927"/>
                </a:cubicBezTo>
                <a:cubicBezTo>
                  <a:pt x="269001" y="41393"/>
                  <a:pt x="268684" y="41825"/>
                  <a:pt x="268321" y="42216"/>
                </a:cubicBezTo>
                <a:cubicBezTo>
                  <a:pt x="267607" y="42678"/>
                  <a:pt x="267019" y="43312"/>
                  <a:pt x="266608" y="44058"/>
                </a:cubicBezTo>
                <a:cubicBezTo>
                  <a:pt x="265642" y="44078"/>
                  <a:pt x="264682" y="43896"/>
                  <a:pt x="263790" y="43524"/>
                </a:cubicBezTo>
                <a:cubicBezTo>
                  <a:pt x="263275" y="43266"/>
                  <a:pt x="262667" y="42658"/>
                  <a:pt x="262372" y="42658"/>
                </a:cubicBezTo>
                <a:cubicBezTo>
                  <a:pt x="262105" y="42597"/>
                  <a:pt x="261829" y="42597"/>
                  <a:pt x="261562" y="42658"/>
                </a:cubicBezTo>
                <a:cubicBezTo>
                  <a:pt x="261249" y="42676"/>
                  <a:pt x="260991" y="42511"/>
                  <a:pt x="260715" y="42511"/>
                </a:cubicBezTo>
                <a:cubicBezTo>
                  <a:pt x="260431" y="42612"/>
                  <a:pt x="260142" y="42698"/>
                  <a:pt x="259849" y="42768"/>
                </a:cubicBezTo>
                <a:cubicBezTo>
                  <a:pt x="259449" y="42811"/>
                  <a:pt x="259118" y="43096"/>
                  <a:pt x="259020" y="43487"/>
                </a:cubicBezTo>
                <a:cubicBezTo>
                  <a:pt x="258707" y="44194"/>
                  <a:pt x="258830" y="45017"/>
                  <a:pt x="259333" y="45605"/>
                </a:cubicBezTo>
                <a:cubicBezTo>
                  <a:pt x="259757" y="45936"/>
                  <a:pt x="259775" y="46323"/>
                  <a:pt x="260070" y="46655"/>
                </a:cubicBezTo>
                <a:cubicBezTo>
                  <a:pt x="260239" y="46844"/>
                  <a:pt x="260466" y="46973"/>
                  <a:pt x="260715" y="47023"/>
                </a:cubicBezTo>
                <a:cubicBezTo>
                  <a:pt x="260976" y="47075"/>
                  <a:pt x="261234" y="47143"/>
                  <a:pt x="261488" y="47226"/>
                </a:cubicBezTo>
                <a:lnTo>
                  <a:pt x="262004" y="47520"/>
                </a:lnTo>
                <a:cubicBezTo>
                  <a:pt x="262188" y="47631"/>
                  <a:pt x="262759" y="47631"/>
                  <a:pt x="262685" y="47870"/>
                </a:cubicBezTo>
                <a:cubicBezTo>
                  <a:pt x="262612" y="48110"/>
                  <a:pt x="262114" y="48478"/>
                  <a:pt x="261875" y="48644"/>
                </a:cubicBezTo>
                <a:cubicBezTo>
                  <a:pt x="261149" y="49338"/>
                  <a:pt x="260274" y="49856"/>
                  <a:pt x="259315" y="50154"/>
                </a:cubicBezTo>
                <a:cubicBezTo>
                  <a:pt x="257631" y="50663"/>
                  <a:pt x="255922" y="51081"/>
                  <a:pt x="254194" y="51407"/>
                </a:cubicBezTo>
                <a:cubicBezTo>
                  <a:pt x="254029" y="51407"/>
                  <a:pt x="253716" y="51407"/>
                  <a:pt x="253568" y="51407"/>
                </a:cubicBezTo>
                <a:cubicBezTo>
                  <a:pt x="253233" y="51469"/>
                  <a:pt x="252894" y="51512"/>
                  <a:pt x="252555" y="51536"/>
                </a:cubicBezTo>
                <a:cubicBezTo>
                  <a:pt x="252106" y="51628"/>
                  <a:pt x="251642" y="51628"/>
                  <a:pt x="251192" y="51536"/>
                </a:cubicBezTo>
                <a:lnTo>
                  <a:pt x="251192" y="51462"/>
                </a:lnTo>
                <a:cubicBezTo>
                  <a:pt x="250621" y="51352"/>
                  <a:pt x="250234" y="51517"/>
                  <a:pt x="250290" y="51683"/>
                </a:cubicBezTo>
                <a:cubicBezTo>
                  <a:pt x="250345" y="51849"/>
                  <a:pt x="250603" y="52070"/>
                  <a:pt x="250842" y="52328"/>
                </a:cubicBezTo>
                <a:cubicBezTo>
                  <a:pt x="251082" y="52586"/>
                  <a:pt x="250732" y="53120"/>
                  <a:pt x="250842" y="53396"/>
                </a:cubicBezTo>
                <a:cubicBezTo>
                  <a:pt x="250953" y="53672"/>
                  <a:pt x="250916" y="54004"/>
                  <a:pt x="251100" y="54170"/>
                </a:cubicBezTo>
                <a:cubicBezTo>
                  <a:pt x="251378" y="54328"/>
                  <a:pt x="251686" y="54435"/>
                  <a:pt x="252003" y="54483"/>
                </a:cubicBezTo>
                <a:cubicBezTo>
                  <a:pt x="252544" y="54680"/>
                  <a:pt x="253098" y="54840"/>
                  <a:pt x="253660" y="54962"/>
                </a:cubicBezTo>
                <a:cubicBezTo>
                  <a:pt x="254102" y="54962"/>
                  <a:pt x="255263" y="54962"/>
                  <a:pt x="255742" y="54962"/>
                </a:cubicBezTo>
                <a:cubicBezTo>
                  <a:pt x="256697" y="55142"/>
                  <a:pt x="257677" y="55142"/>
                  <a:pt x="258633" y="54962"/>
                </a:cubicBezTo>
                <a:cubicBezTo>
                  <a:pt x="260051" y="54520"/>
                  <a:pt x="260880" y="54464"/>
                  <a:pt x="261893" y="54151"/>
                </a:cubicBezTo>
                <a:cubicBezTo>
                  <a:pt x="262906" y="53838"/>
                  <a:pt x="264380" y="52420"/>
                  <a:pt x="264582" y="52788"/>
                </a:cubicBezTo>
                <a:cubicBezTo>
                  <a:pt x="264785" y="53157"/>
                  <a:pt x="265061" y="54593"/>
                  <a:pt x="265614" y="55809"/>
                </a:cubicBezTo>
                <a:cubicBezTo>
                  <a:pt x="265769" y="56328"/>
                  <a:pt x="265892" y="56859"/>
                  <a:pt x="265982" y="57393"/>
                </a:cubicBezTo>
                <a:cubicBezTo>
                  <a:pt x="266052" y="58327"/>
                  <a:pt x="266181" y="59257"/>
                  <a:pt x="266369" y="60174"/>
                </a:cubicBezTo>
                <a:cubicBezTo>
                  <a:pt x="266824" y="61156"/>
                  <a:pt x="266824" y="62287"/>
                  <a:pt x="266369" y="63268"/>
                </a:cubicBezTo>
                <a:cubicBezTo>
                  <a:pt x="266376" y="63694"/>
                  <a:pt x="266562" y="64095"/>
                  <a:pt x="266885" y="64373"/>
                </a:cubicBezTo>
                <a:cubicBezTo>
                  <a:pt x="267272" y="64760"/>
                  <a:pt x="267916" y="64779"/>
                  <a:pt x="268285" y="65460"/>
                </a:cubicBezTo>
                <a:cubicBezTo>
                  <a:pt x="268526" y="65757"/>
                  <a:pt x="268819" y="66005"/>
                  <a:pt x="269150" y="66197"/>
                </a:cubicBezTo>
                <a:cubicBezTo>
                  <a:pt x="269556" y="66510"/>
                  <a:pt x="270034" y="66639"/>
                  <a:pt x="270274" y="66823"/>
                </a:cubicBezTo>
                <a:cubicBezTo>
                  <a:pt x="270603" y="67072"/>
                  <a:pt x="270948" y="67300"/>
                  <a:pt x="271305" y="67505"/>
                </a:cubicBezTo>
                <a:cubicBezTo>
                  <a:pt x="271453" y="67560"/>
                  <a:pt x="271637" y="67726"/>
                  <a:pt x="271839" y="67689"/>
                </a:cubicBezTo>
                <a:cubicBezTo>
                  <a:pt x="272042" y="67652"/>
                  <a:pt x="272337" y="67560"/>
                  <a:pt x="272539" y="67560"/>
                </a:cubicBezTo>
                <a:cubicBezTo>
                  <a:pt x="273020" y="67775"/>
                  <a:pt x="273569" y="67775"/>
                  <a:pt x="274050" y="67560"/>
                </a:cubicBezTo>
                <a:cubicBezTo>
                  <a:pt x="274344" y="67449"/>
                  <a:pt x="274473" y="67026"/>
                  <a:pt x="274584" y="66860"/>
                </a:cubicBezTo>
                <a:cubicBezTo>
                  <a:pt x="274694" y="66694"/>
                  <a:pt x="275118" y="66713"/>
                  <a:pt x="275118" y="66455"/>
                </a:cubicBezTo>
                <a:cubicBezTo>
                  <a:pt x="275118" y="66197"/>
                  <a:pt x="274768" y="65957"/>
                  <a:pt x="274602" y="65736"/>
                </a:cubicBezTo>
                <a:cubicBezTo>
                  <a:pt x="273921" y="64926"/>
                  <a:pt x="273497" y="64429"/>
                  <a:pt x="273018" y="63895"/>
                </a:cubicBezTo>
                <a:cubicBezTo>
                  <a:pt x="272834" y="63674"/>
                  <a:pt x="272705" y="63139"/>
                  <a:pt x="272466" y="62808"/>
                </a:cubicBezTo>
                <a:cubicBezTo>
                  <a:pt x="272127" y="62458"/>
                  <a:pt x="271825" y="62077"/>
                  <a:pt x="271563" y="61666"/>
                </a:cubicBezTo>
                <a:cubicBezTo>
                  <a:pt x="271233" y="60769"/>
                  <a:pt x="270821" y="59905"/>
                  <a:pt x="270329" y="59087"/>
                </a:cubicBezTo>
                <a:cubicBezTo>
                  <a:pt x="269740" y="58203"/>
                  <a:pt x="269887" y="56361"/>
                  <a:pt x="269629" y="55698"/>
                </a:cubicBezTo>
                <a:cubicBezTo>
                  <a:pt x="269060" y="54321"/>
                  <a:pt x="268688" y="52869"/>
                  <a:pt x="268524" y="51388"/>
                </a:cubicBezTo>
                <a:cubicBezTo>
                  <a:pt x="268495" y="50874"/>
                  <a:pt x="268697" y="50373"/>
                  <a:pt x="269077" y="50025"/>
                </a:cubicBezTo>
                <a:cubicBezTo>
                  <a:pt x="269371" y="49810"/>
                  <a:pt x="269703" y="49648"/>
                  <a:pt x="270053" y="49547"/>
                </a:cubicBezTo>
                <a:cubicBezTo>
                  <a:pt x="270727" y="49565"/>
                  <a:pt x="271395" y="49670"/>
                  <a:pt x="272042" y="49860"/>
                </a:cubicBezTo>
                <a:cubicBezTo>
                  <a:pt x="272392" y="49970"/>
                  <a:pt x="272760" y="50154"/>
                  <a:pt x="273184" y="50338"/>
                </a:cubicBezTo>
                <a:cubicBezTo>
                  <a:pt x="273595" y="50525"/>
                  <a:pt x="274040" y="50618"/>
                  <a:pt x="274492" y="50615"/>
                </a:cubicBezTo>
                <a:cubicBezTo>
                  <a:pt x="275144" y="50764"/>
                  <a:pt x="275810" y="50845"/>
                  <a:pt x="276481" y="50854"/>
                </a:cubicBezTo>
                <a:cubicBezTo>
                  <a:pt x="276923" y="50744"/>
                  <a:pt x="277125" y="50578"/>
                  <a:pt x="277457" y="50744"/>
                </a:cubicBezTo>
                <a:cubicBezTo>
                  <a:pt x="277789" y="50909"/>
                  <a:pt x="277862" y="50799"/>
                  <a:pt x="278028" y="50504"/>
                </a:cubicBezTo>
                <a:cubicBezTo>
                  <a:pt x="278323" y="49786"/>
                  <a:pt x="278562" y="48791"/>
                  <a:pt x="278028" y="48368"/>
                </a:cubicBezTo>
                <a:cubicBezTo>
                  <a:pt x="277494" y="47944"/>
                  <a:pt x="277033" y="47631"/>
                  <a:pt x="277015" y="47263"/>
                </a:cubicBezTo>
                <a:cubicBezTo>
                  <a:pt x="276997" y="46894"/>
                  <a:pt x="275781" y="46544"/>
                  <a:pt x="275578" y="46434"/>
                </a:cubicBezTo>
                <a:cubicBezTo>
                  <a:pt x="275376" y="46323"/>
                  <a:pt x="274713" y="46544"/>
                  <a:pt x="274252" y="46544"/>
                </a:cubicBezTo>
                <a:cubicBezTo>
                  <a:pt x="273926" y="46522"/>
                  <a:pt x="273606" y="46460"/>
                  <a:pt x="273294" y="46360"/>
                </a:cubicBezTo>
                <a:cubicBezTo>
                  <a:pt x="273018" y="46268"/>
                  <a:pt x="272447" y="46268"/>
                  <a:pt x="272447" y="46268"/>
                </a:cubicBezTo>
                <a:cubicBezTo>
                  <a:pt x="272226" y="46281"/>
                  <a:pt x="272007" y="46222"/>
                  <a:pt x="271821" y="46102"/>
                </a:cubicBezTo>
                <a:cubicBezTo>
                  <a:pt x="271674" y="45973"/>
                  <a:pt x="272300" y="45439"/>
                  <a:pt x="272300" y="45329"/>
                </a:cubicBezTo>
                <a:cubicBezTo>
                  <a:pt x="272852" y="44868"/>
                  <a:pt x="273350" y="44500"/>
                  <a:pt x="273626" y="44297"/>
                </a:cubicBezTo>
                <a:cubicBezTo>
                  <a:pt x="273902" y="44095"/>
                  <a:pt x="273718" y="43874"/>
                  <a:pt x="273902" y="43487"/>
                </a:cubicBezTo>
                <a:cubicBezTo>
                  <a:pt x="274086" y="43100"/>
                  <a:pt x="274344" y="42989"/>
                  <a:pt x="274086" y="42603"/>
                </a:cubicBezTo>
                <a:cubicBezTo>
                  <a:pt x="273760" y="42170"/>
                  <a:pt x="273567" y="41652"/>
                  <a:pt x="273534" y="41111"/>
                </a:cubicBezTo>
                <a:cubicBezTo>
                  <a:pt x="273534" y="40908"/>
                  <a:pt x="272410" y="40466"/>
                  <a:pt x="272226" y="40282"/>
                </a:cubicBezTo>
                <a:cubicBezTo>
                  <a:pt x="272042" y="40098"/>
                  <a:pt x="271600" y="40227"/>
                  <a:pt x="271379" y="40098"/>
                </a:cubicBezTo>
                <a:cubicBezTo>
                  <a:pt x="271158" y="39969"/>
                  <a:pt x="271213" y="39693"/>
                  <a:pt x="270495" y="39490"/>
                </a:cubicBezTo>
                <a:close/>
                <a:moveTo>
                  <a:pt x="149964" y="36635"/>
                </a:moveTo>
                <a:lnTo>
                  <a:pt x="150019" y="36709"/>
                </a:lnTo>
                <a:lnTo>
                  <a:pt x="149978" y="36662"/>
                </a:lnTo>
                <a:close/>
                <a:moveTo>
                  <a:pt x="106017" y="33136"/>
                </a:moveTo>
                <a:cubicBezTo>
                  <a:pt x="105778" y="33044"/>
                  <a:pt x="105410" y="33375"/>
                  <a:pt x="105078" y="33375"/>
                </a:cubicBezTo>
                <a:cubicBezTo>
                  <a:pt x="104746" y="33375"/>
                  <a:pt x="104636" y="33246"/>
                  <a:pt x="104415" y="33375"/>
                </a:cubicBezTo>
                <a:cubicBezTo>
                  <a:pt x="104141" y="33568"/>
                  <a:pt x="103851" y="33742"/>
                  <a:pt x="103549" y="33891"/>
                </a:cubicBezTo>
                <a:cubicBezTo>
                  <a:pt x="103301" y="33988"/>
                  <a:pt x="103061" y="34106"/>
                  <a:pt x="102831" y="34241"/>
                </a:cubicBezTo>
                <a:cubicBezTo>
                  <a:pt x="102518" y="34443"/>
                  <a:pt x="102518" y="34646"/>
                  <a:pt x="102389" y="34793"/>
                </a:cubicBezTo>
                <a:cubicBezTo>
                  <a:pt x="102260" y="34941"/>
                  <a:pt x="101928" y="35088"/>
                  <a:pt x="101836" y="35198"/>
                </a:cubicBezTo>
                <a:cubicBezTo>
                  <a:pt x="101744" y="35309"/>
                  <a:pt x="101744" y="35585"/>
                  <a:pt x="101394" y="35806"/>
                </a:cubicBezTo>
                <a:cubicBezTo>
                  <a:pt x="101044" y="36027"/>
                  <a:pt x="100584" y="36083"/>
                  <a:pt x="100473" y="36580"/>
                </a:cubicBezTo>
                <a:cubicBezTo>
                  <a:pt x="100394" y="36819"/>
                  <a:pt x="100442" y="37085"/>
                  <a:pt x="100602" y="37280"/>
                </a:cubicBezTo>
                <a:cubicBezTo>
                  <a:pt x="100879" y="37501"/>
                  <a:pt x="102186" y="38109"/>
                  <a:pt x="102297" y="38551"/>
                </a:cubicBezTo>
                <a:cubicBezTo>
                  <a:pt x="102380" y="38809"/>
                  <a:pt x="102441" y="39074"/>
                  <a:pt x="102481" y="39343"/>
                </a:cubicBezTo>
                <a:cubicBezTo>
                  <a:pt x="102610" y="39656"/>
                  <a:pt x="102610" y="39766"/>
                  <a:pt x="102610" y="40006"/>
                </a:cubicBezTo>
                <a:cubicBezTo>
                  <a:pt x="102601" y="40238"/>
                  <a:pt x="102673" y="40466"/>
                  <a:pt x="102813" y="40650"/>
                </a:cubicBezTo>
                <a:cubicBezTo>
                  <a:pt x="103058" y="40766"/>
                  <a:pt x="103341" y="40766"/>
                  <a:pt x="103586" y="40650"/>
                </a:cubicBezTo>
                <a:cubicBezTo>
                  <a:pt x="103844" y="40503"/>
                  <a:pt x="104157" y="40411"/>
                  <a:pt x="104268" y="40503"/>
                </a:cubicBezTo>
                <a:cubicBezTo>
                  <a:pt x="104378" y="40595"/>
                  <a:pt x="104618" y="40595"/>
                  <a:pt x="104673" y="40982"/>
                </a:cubicBezTo>
                <a:cubicBezTo>
                  <a:pt x="104728" y="41369"/>
                  <a:pt x="104489" y="41534"/>
                  <a:pt x="104157" y="41940"/>
                </a:cubicBezTo>
                <a:cubicBezTo>
                  <a:pt x="103826" y="42345"/>
                  <a:pt x="102665" y="43432"/>
                  <a:pt x="102555" y="43782"/>
                </a:cubicBezTo>
                <a:cubicBezTo>
                  <a:pt x="102444" y="44131"/>
                  <a:pt x="101947" y="44187"/>
                  <a:pt x="101597" y="44555"/>
                </a:cubicBezTo>
                <a:cubicBezTo>
                  <a:pt x="100915" y="45277"/>
                  <a:pt x="100184" y="45948"/>
                  <a:pt x="99405" y="46563"/>
                </a:cubicBezTo>
                <a:cubicBezTo>
                  <a:pt x="99147" y="46747"/>
                  <a:pt x="98760" y="47447"/>
                  <a:pt x="98576" y="47539"/>
                </a:cubicBezTo>
                <a:cubicBezTo>
                  <a:pt x="98392" y="47631"/>
                  <a:pt x="98079" y="47392"/>
                  <a:pt x="97932" y="47539"/>
                </a:cubicBezTo>
                <a:lnTo>
                  <a:pt x="97932" y="47465"/>
                </a:lnTo>
                <a:cubicBezTo>
                  <a:pt x="97357" y="48062"/>
                  <a:pt x="96900" y="48762"/>
                  <a:pt x="96587" y="49528"/>
                </a:cubicBezTo>
                <a:cubicBezTo>
                  <a:pt x="96548" y="49786"/>
                  <a:pt x="96622" y="50047"/>
                  <a:pt x="96790" y="50246"/>
                </a:cubicBezTo>
                <a:cubicBezTo>
                  <a:pt x="97048" y="50615"/>
                  <a:pt x="97324" y="50946"/>
                  <a:pt x="97324" y="51038"/>
                </a:cubicBezTo>
                <a:cubicBezTo>
                  <a:pt x="97490" y="51444"/>
                  <a:pt x="97803" y="51886"/>
                  <a:pt x="98134" y="51849"/>
                </a:cubicBezTo>
                <a:cubicBezTo>
                  <a:pt x="98466" y="51812"/>
                  <a:pt x="98595" y="51462"/>
                  <a:pt x="99092" y="51370"/>
                </a:cubicBezTo>
                <a:cubicBezTo>
                  <a:pt x="99589" y="51278"/>
                  <a:pt x="99516" y="51591"/>
                  <a:pt x="99792" y="51370"/>
                </a:cubicBezTo>
                <a:cubicBezTo>
                  <a:pt x="100068" y="51149"/>
                  <a:pt x="100197" y="50854"/>
                  <a:pt x="100197" y="50652"/>
                </a:cubicBezTo>
                <a:cubicBezTo>
                  <a:pt x="100354" y="50403"/>
                  <a:pt x="100545" y="50180"/>
                  <a:pt x="100768" y="49989"/>
                </a:cubicBezTo>
                <a:cubicBezTo>
                  <a:pt x="101081" y="49768"/>
                  <a:pt x="101468" y="49565"/>
                  <a:pt x="101468" y="49270"/>
                </a:cubicBezTo>
                <a:cubicBezTo>
                  <a:pt x="101615" y="49134"/>
                  <a:pt x="101783" y="49022"/>
                  <a:pt x="101965" y="48939"/>
                </a:cubicBezTo>
                <a:cubicBezTo>
                  <a:pt x="102208" y="48845"/>
                  <a:pt x="102428" y="48701"/>
                  <a:pt x="102610" y="48515"/>
                </a:cubicBezTo>
                <a:cubicBezTo>
                  <a:pt x="102805" y="48287"/>
                  <a:pt x="103013" y="48071"/>
                  <a:pt x="103236" y="47870"/>
                </a:cubicBezTo>
                <a:cubicBezTo>
                  <a:pt x="103485" y="47753"/>
                  <a:pt x="103700" y="47576"/>
                  <a:pt x="103862" y="47355"/>
                </a:cubicBezTo>
                <a:cubicBezTo>
                  <a:pt x="104028" y="47115"/>
                  <a:pt x="104397" y="46949"/>
                  <a:pt x="104562" y="46673"/>
                </a:cubicBezTo>
                <a:cubicBezTo>
                  <a:pt x="104728" y="46397"/>
                  <a:pt x="105115" y="46268"/>
                  <a:pt x="105299" y="45918"/>
                </a:cubicBezTo>
                <a:cubicBezTo>
                  <a:pt x="105483" y="45568"/>
                  <a:pt x="106054" y="45531"/>
                  <a:pt x="106054" y="45144"/>
                </a:cubicBezTo>
                <a:cubicBezTo>
                  <a:pt x="106900" y="44168"/>
                  <a:pt x="107811" y="43253"/>
                  <a:pt x="108780" y="42400"/>
                </a:cubicBezTo>
                <a:cubicBezTo>
                  <a:pt x="109152" y="41956"/>
                  <a:pt x="109498" y="41488"/>
                  <a:pt x="109812" y="41000"/>
                </a:cubicBezTo>
                <a:cubicBezTo>
                  <a:pt x="110180" y="40687"/>
                  <a:pt x="110622" y="40632"/>
                  <a:pt x="110788" y="40466"/>
                </a:cubicBezTo>
                <a:cubicBezTo>
                  <a:pt x="111016" y="40129"/>
                  <a:pt x="111276" y="39816"/>
                  <a:pt x="111561" y="39527"/>
                </a:cubicBezTo>
                <a:cubicBezTo>
                  <a:pt x="111746" y="39306"/>
                  <a:pt x="112151" y="38845"/>
                  <a:pt x="112372" y="38643"/>
                </a:cubicBezTo>
                <a:lnTo>
                  <a:pt x="113366" y="37869"/>
                </a:lnTo>
                <a:cubicBezTo>
                  <a:pt x="113551" y="37759"/>
                  <a:pt x="114490" y="37077"/>
                  <a:pt x="114656" y="36948"/>
                </a:cubicBezTo>
                <a:cubicBezTo>
                  <a:pt x="115153" y="36709"/>
                  <a:pt x="115613" y="36893"/>
                  <a:pt x="115613" y="36709"/>
                </a:cubicBezTo>
                <a:cubicBezTo>
                  <a:pt x="115871" y="36175"/>
                  <a:pt x="116516" y="34941"/>
                  <a:pt x="116332" y="34554"/>
                </a:cubicBezTo>
                <a:cubicBezTo>
                  <a:pt x="116148" y="34167"/>
                  <a:pt x="115982" y="33872"/>
                  <a:pt x="115871" y="33688"/>
                </a:cubicBezTo>
                <a:cubicBezTo>
                  <a:pt x="115715" y="33524"/>
                  <a:pt x="115485" y="33454"/>
                  <a:pt x="115264" y="33504"/>
                </a:cubicBezTo>
                <a:cubicBezTo>
                  <a:pt x="114829" y="33644"/>
                  <a:pt x="114354" y="33563"/>
                  <a:pt x="113993" y="33283"/>
                </a:cubicBezTo>
                <a:cubicBezTo>
                  <a:pt x="113808" y="33136"/>
                  <a:pt x="113495" y="33338"/>
                  <a:pt x="113182" y="33467"/>
                </a:cubicBezTo>
                <a:cubicBezTo>
                  <a:pt x="112869" y="33596"/>
                  <a:pt x="112501" y="33467"/>
                  <a:pt x="112335" y="33596"/>
                </a:cubicBezTo>
                <a:cubicBezTo>
                  <a:pt x="111860" y="33985"/>
                  <a:pt x="111416" y="34408"/>
                  <a:pt x="111009" y="34867"/>
                </a:cubicBezTo>
                <a:cubicBezTo>
                  <a:pt x="110659" y="35272"/>
                  <a:pt x="108928" y="36875"/>
                  <a:pt x="108688" y="37114"/>
                </a:cubicBezTo>
                <a:cubicBezTo>
                  <a:pt x="108449" y="37353"/>
                  <a:pt x="108264" y="37040"/>
                  <a:pt x="108264" y="36746"/>
                </a:cubicBezTo>
                <a:cubicBezTo>
                  <a:pt x="108614" y="35954"/>
                  <a:pt x="108854" y="35898"/>
                  <a:pt x="108264" y="34904"/>
                </a:cubicBezTo>
                <a:cubicBezTo>
                  <a:pt x="107675" y="33909"/>
                  <a:pt x="107030" y="34038"/>
                  <a:pt x="106828" y="33909"/>
                </a:cubicBezTo>
                <a:cubicBezTo>
                  <a:pt x="106625" y="33780"/>
                  <a:pt x="106257" y="33228"/>
                  <a:pt x="106017" y="33136"/>
                </a:cubicBezTo>
                <a:close/>
                <a:moveTo>
                  <a:pt x="164302" y="27932"/>
                </a:moveTo>
                <a:cubicBezTo>
                  <a:pt x="164475" y="27938"/>
                  <a:pt x="164612" y="28082"/>
                  <a:pt x="164606" y="28255"/>
                </a:cubicBezTo>
                <a:cubicBezTo>
                  <a:pt x="164645" y="28746"/>
                  <a:pt x="164455" y="29229"/>
                  <a:pt x="164091" y="29562"/>
                </a:cubicBezTo>
                <a:cubicBezTo>
                  <a:pt x="163737" y="29671"/>
                  <a:pt x="163357" y="29671"/>
                  <a:pt x="163004" y="29562"/>
                </a:cubicBezTo>
                <a:cubicBezTo>
                  <a:pt x="162882" y="29391"/>
                  <a:pt x="162825" y="29183"/>
                  <a:pt x="162838" y="28973"/>
                </a:cubicBezTo>
                <a:cubicBezTo>
                  <a:pt x="162827" y="28735"/>
                  <a:pt x="162899" y="28501"/>
                  <a:pt x="163041" y="28310"/>
                </a:cubicBezTo>
                <a:cubicBezTo>
                  <a:pt x="163426" y="28161"/>
                  <a:pt x="163818" y="28037"/>
                  <a:pt x="164220" y="27942"/>
                </a:cubicBezTo>
                <a:cubicBezTo>
                  <a:pt x="164247" y="27934"/>
                  <a:pt x="164275" y="27932"/>
                  <a:pt x="164302" y="27932"/>
                </a:cubicBezTo>
                <a:close/>
                <a:moveTo>
                  <a:pt x="167665" y="26394"/>
                </a:moveTo>
                <a:cubicBezTo>
                  <a:pt x="167830" y="26265"/>
                  <a:pt x="168199" y="26192"/>
                  <a:pt x="168291" y="26523"/>
                </a:cubicBezTo>
                <a:cubicBezTo>
                  <a:pt x="168352" y="26783"/>
                  <a:pt x="168383" y="27048"/>
                  <a:pt x="168383" y="27315"/>
                </a:cubicBezTo>
                <a:cubicBezTo>
                  <a:pt x="168234" y="27765"/>
                  <a:pt x="167876" y="28113"/>
                  <a:pt x="167425" y="28254"/>
                </a:cubicBezTo>
                <a:cubicBezTo>
                  <a:pt x="167296" y="28310"/>
                  <a:pt x="166762" y="27997"/>
                  <a:pt x="166762" y="27794"/>
                </a:cubicBezTo>
                <a:cubicBezTo>
                  <a:pt x="166762" y="27591"/>
                  <a:pt x="166302" y="26855"/>
                  <a:pt x="166762" y="26836"/>
                </a:cubicBezTo>
                <a:cubicBezTo>
                  <a:pt x="167222" y="26818"/>
                  <a:pt x="167388" y="26523"/>
                  <a:pt x="167665" y="26394"/>
                </a:cubicBezTo>
                <a:close/>
                <a:moveTo>
                  <a:pt x="163299" y="23963"/>
                </a:moveTo>
                <a:cubicBezTo>
                  <a:pt x="163943" y="23724"/>
                  <a:pt x="164183" y="24129"/>
                  <a:pt x="164201" y="24737"/>
                </a:cubicBezTo>
                <a:cubicBezTo>
                  <a:pt x="164220" y="25345"/>
                  <a:pt x="163593" y="25584"/>
                  <a:pt x="163151" y="26044"/>
                </a:cubicBezTo>
                <a:cubicBezTo>
                  <a:pt x="162930" y="26265"/>
                  <a:pt x="162930" y="26044"/>
                  <a:pt x="162673" y="25842"/>
                </a:cubicBezTo>
                <a:cubicBezTo>
                  <a:pt x="162415" y="25639"/>
                  <a:pt x="162415" y="25142"/>
                  <a:pt x="162415" y="24829"/>
                </a:cubicBezTo>
                <a:cubicBezTo>
                  <a:pt x="162286" y="24111"/>
                  <a:pt x="163133" y="24258"/>
                  <a:pt x="163299" y="23963"/>
                </a:cubicBezTo>
                <a:close/>
                <a:moveTo>
                  <a:pt x="215055" y="23208"/>
                </a:moveTo>
                <a:cubicBezTo>
                  <a:pt x="214503" y="23337"/>
                  <a:pt x="214005" y="23245"/>
                  <a:pt x="213839" y="23816"/>
                </a:cubicBezTo>
                <a:cubicBezTo>
                  <a:pt x="213784" y="24018"/>
                  <a:pt x="213655" y="24755"/>
                  <a:pt x="213655" y="24976"/>
                </a:cubicBezTo>
                <a:cubicBezTo>
                  <a:pt x="213572" y="25383"/>
                  <a:pt x="213572" y="25803"/>
                  <a:pt x="213655" y="26210"/>
                </a:cubicBezTo>
                <a:cubicBezTo>
                  <a:pt x="213944" y="26715"/>
                  <a:pt x="214095" y="27286"/>
                  <a:pt x="214097" y="27868"/>
                </a:cubicBezTo>
                <a:cubicBezTo>
                  <a:pt x="214024" y="28439"/>
                  <a:pt x="213821" y="28936"/>
                  <a:pt x="214189" y="29194"/>
                </a:cubicBezTo>
                <a:cubicBezTo>
                  <a:pt x="214615" y="29393"/>
                  <a:pt x="215084" y="29476"/>
                  <a:pt x="215552" y="29433"/>
                </a:cubicBezTo>
                <a:cubicBezTo>
                  <a:pt x="215913" y="29411"/>
                  <a:pt x="216278" y="29411"/>
                  <a:pt x="216639" y="29433"/>
                </a:cubicBezTo>
                <a:cubicBezTo>
                  <a:pt x="216842" y="29562"/>
                  <a:pt x="216750" y="30041"/>
                  <a:pt x="216639" y="30446"/>
                </a:cubicBezTo>
                <a:cubicBezTo>
                  <a:pt x="216541" y="30863"/>
                  <a:pt x="216366" y="31257"/>
                  <a:pt x="216123" y="31607"/>
                </a:cubicBezTo>
                <a:cubicBezTo>
                  <a:pt x="215663" y="32344"/>
                  <a:pt x="214963" y="34443"/>
                  <a:pt x="213121" y="34701"/>
                </a:cubicBezTo>
                <a:cubicBezTo>
                  <a:pt x="212200" y="34812"/>
                  <a:pt x="210948" y="35143"/>
                  <a:pt x="210137" y="35143"/>
                </a:cubicBezTo>
                <a:cubicBezTo>
                  <a:pt x="209861" y="35143"/>
                  <a:pt x="209401" y="35143"/>
                  <a:pt x="209106" y="35143"/>
                </a:cubicBezTo>
                <a:cubicBezTo>
                  <a:pt x="208240" y="35217"/>
                  <a:pt x="206804" y="35456"/>
                  <a:pt x="206398" y="35456"/>
                </a:cubicBezTo>
                <a:cubicBezTo>
                  <a:pt x="205993" y="35456"/>
                  <a:pt x="205459" y="35051"/>
                  <a:pt x="205238" y="35051"/>
                </a:cubicBezTo>
                <a:cubicBezTo>
                  <a:pt x="204437" y="35049"/>
                  <a:pt x="203648" y="35259"/>
                  <a:pt x="202954" y="35659"/>
                </a:cubicBezTo>
                <a:cubicBezTo>
                  <a:pt x="202996" y="36099"/>
                  <a:pt x="202926" y="36543"/>
                  <a:pt x="202751" y="36948"/>
                </a:cubicBezTo>
                <a:lnTo>
                  <a:pt x="202751" y="36875"/>
                </a:lnTo>
                <a:cubicBezTo>
                  <a:pt x="202549" y="37225"/>
                  <a:pt x="202424" y="37613"/>
                  <a:pt x="202383" y="38016"/>
                </a:cubicBezTo>
                <a:cubicBezTo>
                  <a:pt x="202936" y="38901"/>
                  <a:pt x="203599" y="40135"/>
                  <a:pt x="203801" y="40227"/>
                </a:cubicBezTo>
                <a:cubicBezTo>
                  <a:pt x="204004" y="40319"/>
                  <a:pt x="207246" y="39748"/>
                  <a:pt x="209087" y="39600"/>
                </a:cubicBezTo>
                <a:cubicBezTo>
                  <a:pt x="210476" y="39501"/>
                  <a:pt x="211872" y="39556"/>
                  <a:pt x="213250" y="39766"/>
                </a:cubicBezTo>
                <a:cubicBezTo>
                  <a:pt x="213895" y="39877"/>
                  <a:pt x="214871" y="40300"/>
                  <a:pt x="215479" y="40374"/>
                </a:cubicBezTo>
                <a:cubicBezTo>
                  <a:pt x="216086" y="40448"/>
                  <a:pt x="217118" y="40577"/>
                  <a:pt x="217505" y="40577"/>
                </a:cubicBezTo>
                <a:cubicBezTo>
                  <a:pt x="218212" y="40582"/>
                  <a:pt x="218916" y="40700"/>
                  <a:pt x="219586" y="40927"/>
                </a:cubicBezTo>
                <a:cubicBezTo>
                  <a:pt x="219973" y="41074"/>
                  <a:pt x="220986" y="41184"/>
                  <a:pt x="221594" y="41424"/>
                </a:cubicBezTo>
                <a:cubicBezTo>
                  <a:pt x="222201" y="41663"/>
                  <a:pt x="223251" y="42032"/>
                  <a:pt x="223749" y="42161"/>
                </a:cubicBezTo>
                <a:cubicBezTo>
                  <a:pt x="224246" y="42290"/>
                  <a:pt x="224669" y="42271"/>
                  <a:pt x="225112" y="42382"/>
                </a:cubicBezTo>
                <a:cubicBezTo>
                  <a:pt x="225539" y="42542"/>
                  <a:pt x="225957" y="42728"/>
                  <a:pt x="226364" y="42934"/>
                </a:cubicBezTo>
                <a:cubicBezTo>
                  <a:pt x="226567" y="42989"/>
                  <a:pt x="226917" y="43008"/>
                  <a:pt x="227580" y="43155"/>
                </a:cubicBezTo>
                <a:cubicBezTo>
                  <a:pt x="227838" y="43211"/>
                  <a:pt x="228132" y="42897"/>
                  <a:pt x="228353" y="42676"/>
                </a:cubicBezTo>
                <a:cubicBezTo>
                  <a:pt x="228565" y="42501"/>
                  <a:pt x="228734" y="42280"/>
                  <a:pt x="228851" y="42032"/>
                </a:cubicBezTo>
                <a:cubicBezTo>
                  <a:pt x="228895" y="41875"/>
                  <a:pt x="228895" y="41709"/>
                  <a:pt x="228851" y="41553"/>
                </a:cubicBezTo>
                <a:cubicBezTo>
                  <a:pt x="228851" y="41516"/>
                  <a:pt x="228851" y="41313"/>
                  <a:pt x="228851" y="41221"/>
                </a:cubicBezTo>
                <a:cubicBezTo>
                  <a:pt x="228897" y="40934"/>
                  <a:pt x="228897" y="40643"/>
                  <a:pt x="228851" y="40356"/>
                </a:cubicBezTo>
                <a:cubicBezTo>
                  <a:pt x="228758" y="39637"/>
                  <a:pt x="228169" y="39343"/>
                  <a:pt x="227856" y="39048"/>
                </a:cubicBezTo>
                <a:cubicBezTo>
                  <a:pt x="227604" y="38777"/>
                  <a:pt x="227333" y="38525"/>
                  <a:pt x="227046" y="38293"/>
                </a:cubicBezTo>
                <a:cubicBezTo>
                  <a:pt x="226760" y="38101"/>
                  <a:pt x="226458" y="37934"/>
                  <a:pt x="226143" y="37795"/>
                </a:cubicBezTo>
                <a:cubicBezTo>
                  <a:pt x="225846" y="37729"/>
                  <a:pt x="225544" y="37687"/>
                  <a:pt x="225240" y="37667"/>
                </a:cubicBezTo>
                <a:cubicBezTo>
                  <a:pt x="224909" y="37667"/>
                  <a:pt x="224669" y="37906"/>
                  <a:pt x="224227" y="37795"/>
                </a:cubicBezTo>
                <a:cubicBezTo>
                  <a:pt x="223052" y="37460"/>
                  <a:pt x="221861" y="37197"/>
                  <a:pt x="220654" y="37003"/>
                </a:cubicBezTo>
                <a:cubicBezTo>
                  <a:pt x="220433" y="36690"/>
                  <a:pt x="220802" y="35917"/>
                  <a:pt x="221041" y="34996"/>
                </a:cubicBezTo>
                <a:cubicBezTo>
                  <a:pt x="221133" y="34738"/>
                  <a:pt x="221188" y="34406"/>
                  <a:pt x="221373" y="34278"/>
                </a:cubicBezTo>
                <a:cubicBezTo>
                  <a:pt x="221555" y="34095"/>
                  <a:pt x="221682" y="33865"/>
                  <a:pt x="221741" y="33614"/>
                </a:cubicBezTo>
                <a:cubicBezTo>
                  <a:pt x="221826" y="33368"/>
                  <a:pt x="221979" y="33150"/>
                  <a:pt x="222183" y="32988"/>
                </a:cubicBezTo>
                <a:cubicBezTo>
                  <a:pt x="222397" y="32821"/>
                  <a:pt x="222562" y="32598"/>
                  <a:pt x="222662" y="32344"/>
                </a:cubicBezTo>
                <a:cubicBezTo>
                  <a:pt x="222938" y="31312"/>
                  <a:pt x="222367" y="31478"/>
                  <a:pt x="222662" y="30612"/>
                </a:cubicBezTo>
                <a:cubicBezTo>
                  <a:pt x="222957" y="29747"/>
                  <a:pt x="223841" y="29931"/>
                  <a:pt x="224927" y="29747"/>
                </a:cubicBezTo>
                <a:cubicBezTo>
                  <a:pt x="225327" y="29697"/>
                  <a:pt x="225710" y="29559"/>
                  <a:pt x="226051" y="29341"/>
                </a:cubicBezTo>
                <a:cubicBezTo>
                  <a:pt x="226502" y="28997"/>
                  <a:pt x="227014" y="28739"/>
                  <a:pt x="227561" y="28586"/>
                </a:cubicBezTo>
                <a:cubicBezTo>
                  <a:pt x="228593" y="28199"/>
                  <a:pt x="229237" y="28365"/>
                  <a:pt x="229514" y="27518"/>
                </a:cubicBezTo>
                <a:cubicBezTo>
                  <a:pt x="229569" y="27389"/>
                  <a:pt x="229293" y="27021"/>
                  <a:pt x="229293" y="26781"/>
                </a:cubicBezTo>
                <a:cubicBezTo>
                  <a:pt x="229353" y="26446"/>
                  <a:pt x="229353" y="26103"/>
                  <a:pt x="229293" y="25768"/>
                </a:cubicBezTo>
                <a:cubicBezTo>
                  <a:pt x="229127" y="25308"/>
                  <a:pt x="228777" y="25013"/>
                  <a:pt x="228556" y="24553"/>
                </a:cubicBezTo>
                <a:cubicBezTo>
                  <a:pt x="228432" y="24302"/>
                  <a:pt x="228224" y="24107"/>
                  <a:pt x="227966" y="24000"/>
                </a:cubicBezTo>
                <a:cubicBezTo>
                  <a:pt x="227745" y="24000"/>
                  <a:pt x="227561" y="24129"/>
                  <a:pt x="227138" y="24000"/>
                </a:cubicBezTo>
                <a:cubicBezTo>
                  <a:pt x="226837" y="23888"/>
                  <a:pt x="226515" y="23849"/>
                  <a:pt x="226198" y="23889"/>
                </a:cubicBezTo>
                <a:cubicBezTo>
                  <a:pt x="225032" y="24208"/>
                  <a:pt x="223833" y="24394"/>
                  <a:pt x="222625" y="24442"/>
                </a:cubicBezTo>
                <a:lnTo>
                  <a:pt x="222054" y="24442"/>
                </a:lnTo>
                <a:lnTo>
                  <a:pt x="221244" y="24442"/>
                </a:lnTo>
                <a:cubicBezTo>
                  <a:pt x="219697" y="24405"/>
                  <a:pt x="216952" y="24092"/>
                  <a:pt x="216750" y="24092"/>
                </a:cubicBezTo>
                <a:cubicBezTo>
                  <a:pt x="216215" y="23871"/>
                  <a:pt x="215276" y="23208"/>
                  <a:pt x="215055" y="23208"/>
                </a:cubicBezTo>
                <a:close/>
                <a:moveTo>
                  <a:pt x="156705" y="21937"/>
                </a:moveTo>
                <a:cubicBezTo>
                  <a:pt x="156410" y="22158"/>
                  <a:pt x="156079" y="22250"/>
                  <a:pt x="155250" y="22250"/>
                </a:cubicBezTo>
                <a:cubicBezTo>
                  <a:pt x="153629" y="22398"/>
                  <a:pt x="152008" y="24534"/>
                  <a:pt x="150424" y="25455"/>
                </a:cubicBezTo>
                <a:cubicBezTo>
                  <a:pt x="150039" y="25582"/>
                  <a:pt x="149645" y="25680"/>
                  <a:pt x="149246" y="25750"/>
                </a:cubicBezTo>
                <a:cubicBezTo>
                  <a:pt x="148914" y="25897"/>
                  <a:pt x="148490" y="26173"/>
                  <a:pt x="148417" y="26431"/>
                </a:cubicBezTo>
                <a:cubicBezTo>
                  <a:pt x="148343" y="26689"/>
                  <a:pt x="148380" y="26984"/>
                  <a:pt x="148085" y="27150"/>
                </a:cubicBezTo>
                <a:cubicBezTo>
                  <a:pt x="147791" y="27315"/>
                  <a:pt x="147551" y="27352"/>
                  <a:pt x="147570" y="27573"/>
                </a:cubicBezTo>
                <a:cubicBezTo>
                  <a:pt x="147588" y="27794"/>
                  <a:pt x="147754" y="28715"/>
                  <a:pt x="148030" y="28770"/>
                </a:cubicBezTo>
                <a:cubicBezTo>
                  <a:pt x="148306" y="28826"/>
                  <a:pt x="148509" y="28770"/>
                  <a:pt x="148619" y="29047"/>
                </a:cubicBezTo>
                <a:cubicBezTo>
                  <a:pt x="148730" y="29323"/>
                  <a:pt x="149098" y="29673"/>
                  <a:pt x="149375" y="29673"/>
                </a:cubicBezTo>
                <a:cubicBezTo>
                  <a:pt x="149745" y="29706"/>
                  <a:pt x="150111" y="29787"/>
                  <a:pt x="150461" y="29912"/>
                </a:cubicBezTo>
                <a:cubicBezTo>
                  <a:pt x="150811" y="30004"/>
                  <a:pt x="151456" y="30041"/>
                  <a:pt x="151456" y="30612"/>
                </a:cubicBezTo>
                <a:cubicBezTo>
                  <a:pt x="151456" y="31183"/>
                  <a:pt x="151659" y="32012"/>
                  <a:pt x="151456" y="32454"/>
                </a:cubicBezTo>
                <a:cubicBezTo>
                  <a:pt x="151253" y="32896"/>
                  <a:pt x="150682" y="33541"/>
                  <a:pt x="150461" y="33541"/>
                </a:cubicBezTo>
                <a:cubicBezTo>
                  <a:pt x="150240" y="33541"/>
                  <a:pt x="149853" y="33541"/>
                  <a:pt x="149632" y="33541"/>
                </a:cubicBezTo>
                <a:cubicBezTo>
                  <a:pt x="148986" y="33679"/>
                  <a:pt x="148548" y="34283"/>
                  <a:pt x="148619" y="34941"/>
                </a:cubicBezTo>
                <a:cubicBezTo>
                  <a:pt x="148675" y="35383"/>
                  <a:pt x="149540" y="36156"/>
                  <a:pt x="149540" y="36156"/>
                </a:cubicBezTo>
                <a:lnTo>
                  <a:pt x="149978" y="36662"/>
                </a:lnTo>
                <a:lnTo>
                  <a:pt x="150296" y="37261"/>
                </a:lnTo>
                <a:cubicBezTo>
                  <a:pt x="150406" y="37519"/>
                  <a:pt x="150296" y="37795"/>
                  <a:pt x="150296" y="38164"/>
                </a:cubicBezTo>
                <a:cubicBezTo>
                  <a:pt x="150332" y="38396"/>
                  <a:pt x="150332" y="38632"/>
                  <a:pt x="150296" y="38864"/>
                </a:cubicBezTo>
                <a:cubicBezTo>
                  <a:pt x="150191" y="39186"/>
                  <a:pt x="149992" y="39468"/>
                  <a:pt x="149724" y="39674"/>
                </a:cubicBezTo>
                <a:cubicBezTo>
                  <a:pt x="149540" y="39822"/>
                  <a:pt x="149061" y="40411"/>
                  <a:pt x="148877" y="40503"/>
                </a:cubicBezTo>
                <a:cubicBezTo>
                  <a:pt x="148164" y="40895"/>
                  <a:pt x="147640" y="41560"/>
                  <a:pt x="147422" y="42345"/>
                </a:cubicBezTo>
                <a:cubicBezTo>
                  <a:pt x="147490" y="42927"/>
                  <a:pt x="147671" y="43490"/>
                  <a:pt x="147956" y="44003"/>
                </a:cubicBezTo>
                <a:cubicBezTo>
                  <a:pt x="148166" y="44327"/>
                  <a:pt x="148435" y="44607"/>
                  <a:pt x="148748" y="44831"/>
                </a:cubicBezTo>
                <a:cubicBezTo>
                  <a:pt x="149043" y="45089"/>
                  <a:pt x="148951" y="45697"/>
                  <a:pt x="149319" y="45697"/>
                </a:cubicBezTo>
                <a:cubicBezTo>
                  <a:pt x="149691" y="45714"/>
                  <a:pt x="150062" y="45763"/>
                  <a:pt x="150424" y="45844"/>
                </a:cubicBezTo>
                <a:cubicBezTo>
                  <a:pt x="150682" y="45973"/>
                  <a:pt x="151180" y="45715"/>
                  <a:pt x="151180" y="45715"/>
                </a:cubicBezTo>
                <a:cubicBezTo>
                  <a:pt x="151585" y="45568"/>
                  <a:pt x="152008" y="44500"/>
                  <a:pt x="152819" y="43874"/>
                </a:cubicBezTo>
                <a:cubicBezTo>
                  <a:pt x="153629" y="43247"/>
                  <a:pt x="155434" y="42216"/>
                  <a:pt x="156392" y="41405"/>
                </a:cubicBezTo>
                <a:cubicBezTo>
                  <a:pt x="157486" y="40706"/>
                  <a:pt x="158204" y="39547"/>
                  <a:pt x="158344" y="38256"/>
                </a:cubicBezTo>
                <a:cubicBezTo>
                  <a:pt x="158289" y="37934"/>
                  <a:pt x="158156" y="37632"/>
                  <a:pt x="157958" y="37372"/>
                </a:cubicBezTo>
                <a:cubicBezTo>
                  <a:pt x="157702" y="37151"/>
                  <a:pt x="157388" y="37003"/>
                  <a:pt x="157055" y="36948"/>
                </a:cubicBezTo>
                <a:lnTo>
                  <a:pt x="156134" y="37077"/>
                </a:lnTo>
                <a:cubicBezTo>
                  <a:pt x="156005" y="37040"/>
                  <a:pt x="155876" y="36359"/>
                  <a:pt x="155876" y="36156"/>
                </a:cubicBezTo>
                <a:cubicBezTo>
                  <a:pt x="156386" y="35116"/>
                  <a:pt x="157114" y="34198"/>
                  <a:pt x="158013" y="33467"/>
                </a:cubicBezTo>
                <a:cubicBezTo>
                  <a:pt x="158123" y="33357"/>
                  <a:pt x="158142" y="33320"/>
                  <a:pt x="158123" y="32951"/>
                </a:cubicBezTo>
                <a:cubicBezTo>
                  <a:pt x="158105" y="32583"/>
                  <a:pt x="157939" y="32491"/>
                  <a:pt x="157442" y="31809"/>
                </a:cubicBezTo>
                <a:cubicBezTo>
                  <a:pt x="157184" y="31441"/>
                  <a:pt x="157331" y="31073"/>
                  <a:pt x="157055" y="31073"/>
                </a:cubicBezTo>
                <a:cubicBezTo>
                  <a:pt x="156779" y="31073"/>
                  <a:pt x="156466" y="31441"/>
                  <a:pt x="156226" y="31220"/>
                </a:cubicBezTo>
                <a:cubicBezTo>
                  <a:pt x="155987" y="30999"/>
                  <a:pt x="155987" y="30354"/>
                  <a:pt x="155987" y="30133"/>
                </a:cubicBezTo>
                <a:cubicBezTo>
                  <a:pt x="155777" y="29625"/>
                  <a:pt x="155744" y="29060"/>
                  <a:pt x="155895" y="28531"/>
                </a:cubicBezTo>
                <a:cubicBezTo>
                  <a:pt x="156217" y="27971"/>
                  <a:pt x="156580" y="27435"/>
                  <a:pt x="156981" y="26929"/>
                </a:cubicBezTo>
                <a:cubicBezTo>
                  <a:pt x="157368" y="26468"/>
                  <a:pt x="157608" y="26155"/>
                  <a:pt x="157608" y="25805"/>
                </a:cubicBezTo>
                <a:cubicBezTo>
                  <a:pt x="157479" y="24995"/>
                  <a:pt x="157829" y="24700"/>
                  <a:pt x="157829" y="24332"/>
                </a:cubicBezTo>
                <a:cubicBezTo>
                  <a:pt x="157829" y="23963"/>
                  <a:pt x="158050" y="23429"/>
                  <a:pt x="157829" y="23042"/>
                </a:cubicBezTo>
                <a:cubicBezTo>
                  <a:pt x="157608" y="22655"/>
                  <a:pt x="157000" y="21716"/>
                  <a:pt x="156705" y="21937"/>
                </a:cubicBezTo>
                <a:close/>
                <a:moveTo>
                  <a:pt x="168953" y="21642"/>
                </a:moveTo>
                <a:cubicBezTo>
                  <a:pt x="169064" y="21716"/>
                  <a:pt x="169175" y="22324"/>
                  <a:pt x="169175" y="22545"/>
                </a:cubicBezTo>
                <a:cubicBezTo>
                  <a:pt x="169094" y="23057"/>
                  <a:pt x="168847" y="23528"/>
                  <a:pt x="168475" y="23889"/>
                </a:cubicBezTo>
                <a:cubicBezTo>
                  <a:pt x="168056" y="24009"/>
                  <a:pt x="167618" y="24046"/>
                  <a:pt x="167185" y="24000"/>
                </a:cubicBezTo>
                <a:cubicBezTo>
                  <a:pt x="166799" y="23908"/>
                  <a:pt x="166706" y="23282"/>
                  <a:pt x="166688" y="22913"/>
                </a:cubicBezTo>
                <a:cubicBezTo>
                  <a:pt x="166651" y="22213"/>
                  <a:pt x="168088" y="22048"/>
                  <a:pt x="168953" y="21642"/>
                </a:cubicBezTo>
                <a:close/>
                <a:moveTo>
                  <a:pt x="169893" y="17977"/>
                </a:moveTo>
                <a:cubicBezTo>
                  <a:pt x="168366" y="18625"/>
                  <a:pt x="166872" y="19351"/>
                  <a:pt x="165417" y="20151"/>
                </a:cubicBezTo>
                <a:cubicBezTo>
                  <a:pt x="165030" y="20335"/>
                  <a:pt x="164607" y="20169"/>
                  <a:pt x="163888" y="20519"/>
                </a:cubicBezTo>
                <a:cubicBezTo>
                  <a:pt x="163170" y="20869"/>
                  <a:pt x="162710" y="21256"/>
                  <a:pt x="162046" y="21606"/>
                </a:cubicBezTo>
                <a:cubicBezTo>
                  <a:pt x="161825" y="21735"/>
                  <a:pt x="161089" y="22048"/>
                  <a:pt x="160941" y="22140"/>
                </a:cubicBezTo>
                <a:cubicBezTo>
                  <a:pt x="160667" y="22261"/>
                  <a:pt x="160374" y="22335"/>
                  <a:pt x="160076" y="22361"/>
                </a:cubicBezTo>
                <a:cubicBezTo>
                  <a:pt x="159578" y="22416"/>
                  <a:pt x="159413" y="21863"/>
                  <a:pt x="159063" y="21919"/>
                </a:cubicBezTo>
                <a:cubicBezTo>
                  <a:pt x="158713" y="21974"/>
                  <a:pt x="158400" y="22858"/>
                  <a:pt x="158547" y="23503"/>
                </a:cubicBezTo>
                <a:cubicBezTo>
                  <a:pt x="158597" y="24011"/>
                  <a:pt x="158597" y="24523"/>
                  <a:pt x="158547" y="25031"/>
                </a:cubicBezTo>
                <a:lnTo>
                  <a:pt x="158492" y="24958"/>
                </a:lnTo>
                <a:cubicBezTo>
                  <a:pt x="158470" y="25297"/>
                  <a:pt x="158488" y="25637"/>
                  <a:pt x="158547" y="25971"/>
                </a:cubicBezTo>
                <a:cubicBezTo>
                  <a:pt x="158639" y="26450"/>
                  <a:pt x="159044" y="26800"/>
                  <a:pt x="159044" y="27057"/>
                </a:cubicBezTo>
                <a:cubicBezTo>
                  <a:pt x="159153" y="27953"/>
                  <a:pt x="159368" y="28831"/>
                  <a:pt x="159689" y="29673"/>
                </a:cubicBezTo>
                <a:cubicBezTo>
                  <a:pt x="159818" y="30078"/>
                  <a:pt x="159357" y="30704"/>
                  <a:pt x="159357" y="31386"/>
                </a:cubicBezTo>
                <a:cubicBezTo>
                  <a:pt x="159431" y="31762"/>
                  <a:pt x="159582" y="32119"/>
                  <a:pt x="159799" y="32436"/>
                </a:cubicBezTo>
                <a:cubicBezTo>
                  <a:pt x="159892" y="32583"/>
                  <a:pt x="160463" y="32730"/>
                  <a:pt x="160463" y="33338"/>
                </a:cubicBezTo>
                <a:cubicBezTo>
                  <a:pt x="160463" y="33559"/>
                  <a:pt x="160665" y="33799"/>
                  <a:pt x="160776" y="33983"/>
                </a:cubicBezTo>
                <a:cubicBezTo>
                  <a:pt x="160886" y="34167"/>
                  <a:pt x="160868" y="34388"/>
                  <a:pt x="161126" y="34388"/>
                </a:cubicBezTo>
                <a:cubicBezTo>
                  <a:pt x="161328" y="34416"/>
                  <a:pt x="161531" y="34416"/>
                  <a:pt x="161733" y="34388"/>
                </a:cubicBezTo>
                <a:cubicBezTo>
                  <a:pt x="161954" y="34351"/>
                  <a:pt x="162286" y="34130"/>
                  <a:pt x="162433" y="34130"/>
                </a:cubicBezTo>
                <a:cubicBezTo>
                  <a:pt x="162693" y="34031"/>
                  <a:pt x="162945" y="33915"/>
                  <a:pt x="163189" y="33780"/>
                </a:cubicBezTo>
                <a:cubicBezTo>
                  <a:pt x="163483" y="33559"/>
                  <a:pt x="163815" y="33504"/>
                  <a:pt x="163815" y="33780"/>
                </a:cubicBezTo>
                <a:cubicBezTo>
                  <a:pt x="163866" y="34123"/>
                  <a:pt x="163866" y="34469"/>
                  <a:pt x="163815" y="34812"/>
                </a:cubicBezTo>
                <a:cubicBezTo>
                  <a:pt x="163726" y="35000"/>
                  <a:pt x="163584" y="35160"/>
                  <a:pt x="163410" y="35272"/>
                </a:cubicBezTo>
                <a:cubicBezTo>
                  <a:pt x="163258" y="35337"/>
                  <a:pt x="163095" y="35368"/>
                  <a:pt x="162931" y="35364"/>
                </a:cubicBezTo>
                <a:cubicBezTo>
                  <a:pt x="162710" y="35401"/>
                  <a:pt x="162636" y="35493"/>
                  <a:pt x="162415" y="35530"/>
                </a:cubicBezTo>
                <a:cubicBezTo>
                  <a:pt x="162194" y="35567"/>
                  <a:pt x="162304" y="35383"/>
                  <a:pt x="161918" y="35438"/>
                </a:cubicBezTo>
                <a:cubicBezTo>
                  <a:pt x="161531" y="35493"/>
                  <a:pt x="161531" y="35714"/>
                  <a:pt x="161531" y="36138"/>
                </a:cubicBezTo>
                <a:cubicBezTo>
                  <a:pt x="161531" y="36561"/>
                  <a:pt x="161531" y="36838"/>
                  <a:pt x="161531" y="37003"/>
                </a:cubicBezTo>
                <a:cubicBezTo>
                  <a:pt x="161531" y="37169"/>
                  <a:pt x="161420" y="37464"/>
                  <a:pt x="161531" y="37722"/>
                </a:cubicBezTo>
                <a:cubicBezTo>
                  <a:pt x="161641" y="37980"/>
                  <a:pt x="161862" y="37980"/>
                  <a:pt x="162304" y="37980"/>
                </a:cubicBezTo>
                <a:cubicBezTo>
                  <a:pt x="162581" y="38099"/>
                  <a:pt x="162894" y="38099"/>
                  <a:pt x="163170" y="37980"/>
                </a:cubicBezTo>
                <a:cubicBezTo>
                  <a:pt x="163336" y="37943"/>
                  <a:pt x="163815" y="38109"/>
                  <a:pt x="163594" y="38532"/>
                </a:cubicBezTo>
                <a:cubicBezTo>
                  <a:pt x="162910" y="38895"/>
                  <a:pt x="162253" y="39300"/>
                  <a:pt x="161623" y="39748"/>
                </a:cubicBezTo>
                <a:cubicBezTo>
                  <a:pt x="161135" y="40074"/>
                  <a:pt x="160608" y="40339"/>
                  <a:pt x="160057" y="40540"/>
                </a:cubicBezTo>
                <a:cubicBezTo>
                  <a:pt x="159744" y="40632"/>
                  <a:pt x="159671" y="40356"/>
                  <a:pt x="159450" y="40356"/>
                </a:cubicBezTo>
                <a:cubicBezTo>
                  <a:pt x="159229" y="40356"/>
                  <a:pt x="159044" y="40779"/>
                  <a:pt x="159044" y="40779"/>
                </a:cubicBezTo>
                <a:cubicBezTo>
                  <a:pt x="158827" y="41033"/>
                  <a:pt x="158727" y="41369"/>
                  <a:pt x="158768" y="41700"/>
                </a:cubicBezTo>
                <a:cubicBezTo>
                  <a:pt x="158768" y="41866"/>
                  <a:pt x="158768" y="42234"/>
                  <a:pt x="158768" y="42455"/>
                </a:cubicBezTo>
                <a:cubicBezTo>
                  <a:pt x="158805" y="43211"/>
                  <a:pt x="159192" y="43579"/>
                  <a:pt x="159265" y="44039"/>
                </a:cubicBezTo>
                <a:cubicBezTo>
                  <a:pt x="159339" y="44500"/>
                  <a:pt x="160223" y="44592"/>
                  <a:pt x="160573" y="44500"/>
                </a:cubicBezTo>
                <a:cubicBezTo>
                  <a:pt x="161212" y="44275"/>
                  <a:pt x="161829" y="43991"/>
                  <a:pt x="162415" y="43653"/>
                </a:cubicBezTo>
                <a:cubicBezTo>
                  <a:pt x="163043" y="43560"/>
                  <a:pt x="163660" y="43406"/>
                  <a:pt x="164257" y="43192"/>
                </a:cubicBezTo>
                <a:cubicBezTo>
                  <a:pt x="164818" y="42857"/>
                  <a:pt x="165448" y="42651"/>
                  <a:pt x="166099" y="42584"/>
                </a:cubicBezTo>
                <a:cubicBezTo>
                  <a:pt x="166598" y="42477"/>
                  <a:pt x="167084" y="42323"/>
                  <a:pt x="167554" y="42124"/>
                </a:cubicBezTo>
                <a:cubicBezTo>
                  <a:pt x="167977" y="41976"/>
                  <a:pt x="168416" y="41871"/>
                  <a:pt x="168861" y="41811"/>
                </a:cubicBezTo>
                <a:cubicBezTo>
                  <a:pt x="169373" y="41811"/>
                  <a:pt x="169885" y="41768"/>
                  <a:pt x="170390" y="41682"/>
                </a:cubicBezTo>
                <a:cubicBezTo>
                  <a:pt x="170611" y="41608"/>
                  <a:pt x="171587" y="41498"/>
                  <a:pt x="173153" y="41184"/>
                </a:cubicBezTo>
                <a:cubicBezTo>
                  <a:pt x="174718" y="40871"/>
                  <a:pt x="174461" y="41184"/>
                  <a:pt x="174903" y="41184"/>
                </a:cubicBezTo>
                <a:cubicBezTo>
                  <a:pt x="175953" y="40945"/>
                  <a:pt x="176542" y="39472"/>
                  <a:pt x="176376" y="38256"/>
                </a:cubicBezTo>
                <a:cubicBezTo>
                  <a:pt x="176247" y="37390"/>
                  <a:pt x="175455" y="37022"/>
                  <a:pt x="175124" y="36746"/>
                </a:cubicBezTo>
                <a:cubicBezTo>
                  <a:pt x="174792" y="36469"/>
                  <a:pt x="174276" y="36985"/>
                  <a:pt x="173871" y="36948"/>
                </a:cubicBezTo>
                <a:cubicBezTo>
                  <a:pt x="173466" y="36911"/>
                  <a:pt x="172729" y="37446"/>
                  <a:pt x="172453" y="37446"/>
                </a:cubicBezTo>
                <a:cubicBezTo>
                  <a:pt x="172063" y="37504"/>
                  <a:pt x="171668" y="37541"/>
                  <a:pt x="171274" y="37556"/>
                </a:cubicBezTo>
                <a:cubicBezTo>
                  <a:pt x="170762" y="37702"/>
                  <a:pt x="170257" y="37875"/>
                  <a:pt x="169764" y="38072"/>
                </a:cubicBezTo>
                <a:cubicBezTo>
                  <a:pt x="169543" y="38109"/>
                  <a:pt x="169138" y="38109"/>
                  <a:pt x="169138" y="37703"/>
                </a:cubicBezTo>
                <a:cubicBezTo>
                  <a:pt x="169116" y="37433"/>
                  <a:pt x="169210" y="37164"/>
                  <a:pt x="169396" y="36967"/>
                </a:cubicBezTo>
                <a:cubicBezTo>
                  <a:pt x="169727" y="36690"/>
                  <a:pt x="170280" y="36561"/>
                  <a:pt x="170519" y="36377"/>
                </a:cubicBezTo>
                <a:cubicBezTo>
                  <a:pt x="170854" y="36127"/>
                  <a:pt x="171156" y="35836"/>
                  <a:pt x="171422" y="35512"/>
                </a:cubicBezTo>
                <a:cubicBezTo>
                  <a:pt x="171523" y="35326"/>
                  <a:pt x="171562" y="35114"/>
                  <a:pt x="171532" y="34904"/>
                </a:cubicBezTo>
                <a:cubicBezTo>
                  <a:pt x="171272" y="34476"/>
                  <a:pt x="171103" y="33999"/>
                  <a:pt x="171035" y="33504"/>
                </a:cubicBezTo>
                <a:cubicBezTo>
                  <a:pt x="170989" y="33246"/>
                  <a:pt x="170764" y="33058"/>
                  <a:pt x="170501" y="33062"/>
                </a:cubicBezTo>
                <a:cubicBezTo>
                  <a:pt x="170101" y="33036"/>
                  <a:pt x="169707" y="32968"/>
                  <a:pt x="169322" y="32859"/>
                </a:cubicBezTo>
                <a:cubicBezTo>
                  <a:pt x="169027" y="32822"/>
                  <a:pt x="168677" y="33154"/>
                  <a:pt x="168567" y="33357"/>
                </a:cubicBezTo>
                <a:cubicBezTo>
                  <a:pt x="168456" y="33559"/>
                  <a:pt x="167904" y="34001"/>
                  <a:pt x="167572" y="33670"/>
                </a:cubicBezTo>
                <a:cubicBezTo>
                  <a:pt x="167386" y="33360"/>
                  <a:pt x="167333" y="32988"/>
                  <a:pt x="167425" y="32638"/>
                </a:cubicBezTo>
                <a:cubicBezTo>
                  <a:pt x="167554" y="32233"/>
                  <a:pt x="168475" y="32344"/>
                  <a:pt x="168696" y="32049"/>
                </a:cubicBezTo>
                <a:cubicBezTo>
                  <a:pt x="168917" y="31754"/>
                  <a:pt x="169451" y="31754"/>
                  <a:pt x="169561" y="31625"/>
                </a:cubicBezTo>
                <a:cubicBezTo>
                  <a:pt x="169810" y="31441"/>
                  <a:pt x="170130" y="31388"/>
                  <a:pt x="170427" y="31478"/>
                </a:cubicBezTo>
                <a:cubicBezTo>
                  <a:pt x="170630" y="31552"/>
                  <a:pt x="171016" y="30944"/>
                  <a:pt x="171016" y="30686"/>
                </a:cubicBezTo>
                <a:cubicBezTo>
                  <a:pt x="171385" y="28973"/>
                  <a:pt x="172011" y="27721"/>
                  <a:pt x="172508" y="25989"/>
                </a:cubicBezTo>
                <a:cubicBezTo>
                  <a:pt x="172582" y="25731"/>
                  <a:pt x="173300" y="25050"/>
                  <a:pt x="173300" y="24774"/>
                </a:cubicBezTo>
                <a:cubicBezTo>
                  <a:pt x="173468" y="24085"/>
                  <a:pt x="173715" y="23416"/>
                  <a:pt x="174037" y="22784"/>
                </a:cubicBezTo>
                <a:cubicBezTo>
                  <a:pt x="174206" y="22409"/>
                  <a:pt x="174245" y="21987"/>
                  <a:pt x="174147" y="21587"/>
                </a:cubicBezTo>
                <a:cubicBezTo>
                  <a:pt x="174129" y="21440"/>
                  <a:pt x="174571" y="20685"/>
                  <a:pt x="174571" y="20261"/>
                </a:cubicBezTo>
                <a:cubicBezTo>
                  <a:pt x="174424" y="19712"/>
                  <a:pt x="174092" y="19231"/>
                  <a:pt x="173632" y="18898"/>
                </a:cubicBezTo>
                <a:cubicBezTo>
                  <a:pt x="173466" y="18788"/>
                  <a:pt x="173300" y="18180"/>
                  <a:pt x="173153" y="18088"/>
                </a:cubicBezTo>
                <a:cubicBezTo>
                  <a:pt x="172444" y="18027"/>
                  <a:pt x="171729" y="18077"/>
                  <a:pt x="171035" y="18235"/>
                </a:cubicBezTo>
                <a:cubicBezTo>
                  <a:pt x="170685" y="18272"/>
                  <a:pt x="170316" y="17977"/>
                  <a:pt x="169893" y="17977"/>
                </a:cubicBezTo>
                <a:close/>
                <a:moveTo>
                  <a:pt x="186911" y="6631"/>
                </a:moveTo>
                <a:cubicBezTo>
                  <a:pt x="286449" y="6672"/>
                  <a:pt x="367118" y="87374"/>
                  <a:pt x="367118" y="186912"/>
                </a:cubicBezTo>
                <a:cubicBezTo>
                  <a:pt x="367118" y="186936"/>
                  <a:pt x="367118" y="186962"/>
                  <a:pt x="367118" y="186986"/>
                </a:cubicBezTo>
                <a:cubicBezTo>
                  <a:pt x="367078" y="286552"/>
                  <a:pt x="286331" y="367233"/>
                  <a:pt x="186764" y="367192"/>
                </a:cubicBezTo>
                <a:cubicBezTo>
                  <a:pt x="87197" y="367152"/>
                  <a:pt x="6517" y="286405"/>
                  <a:pt x="6557" y="186838"/>
                </a:cubicBezTo>
                <a:cubicBezTo>
                  <a:pt x="6598" y="87271"/>
                  <a:pt x="87345" y="6591"/>
                  <a:pt x="186911" y="6631"/>
                </a:cubicBezTo>
                <a:close/>
                <a:moveTo>
                  <a:pt x="186911" y="4181"/>
                </a:moveTo>
                <a:cubicBezTo>
                  <a:pt x="85993" y="4181"/>
                  <a:pt x="4181" y="85993"/>
                  <a:pt x="4181" y="186911"/>
                </a:cubicBezTo>
                <a:cubicBezTo>
                  <a:pt x="4181" y="287830"/>
                  <a:pt x="85993" y="369642"/>
                  <a:pt x="186911" y="369642"/>
                </a:cubicBezTo>
                <a:cubicBezTo>
                  <a:pt x="287781" y="369520"/>
                  <a:pt x="369520" y="287781"/>
                  <a:pt x="369642" y="186911"/>
                </a:cubicBezTo>
                <a:cubicBezTo>
                  <a:pt x="369642" y="85993"/>
                  <a:pt x="287830" y="4181"/>
                  <a:pt x="186911" y="4181"/>
                </a:cubicBezTo>
                <a:close/>
                <a:moveTo>
                  <a:pt x="186911" y="0"/>
                </a:moveTo>
                <a:cubicBezTo>
                  <a:pt x="290088" y="122"/>
                  <a:pt x="373701" y="83735"/>
                  <a:pt x="373823" y="186911"/>
                </a:cubicBezTo>
                <a:cubicBezTo>
                  <a:pt x="373823" y="290140"/>
                  <a:pt x="290140" y="373823"/>
                  <a:pt x="186911" y="373823"/>
                </a:cubicBezTo>
                <a:cubicBezTo>
                  <a:pt x="83683" y="373823"/>
                  <a:pt x="0" y="290140"/>
                  <a:pt x="0" y="186911"/>
                </a:cubicBezTo>
                <a:cubicBezTo>
                  <a:pt x="0" y="83683"/>
                  <a:pt x="83683" y="0"/>
                  <a:pt x="186911" y="0"/>
                </a:cubicBezTo>
                <a:close/>
              </a:path>
            </a:pathLst>
          </a:custGeom>
          <a:solidFill>
            <a:schemeClr val="bg1"/>
          </a:solidFill>
          <a:ln w="1830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7094909" y="12393"/>
            <a:ext cx="5097091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2" name="矩形 51"/>
          <p:cNvSpPr/>
          <p:nvPr userDrawn="1"/>
        </p:nvSpPr>
        <p:spPr>
          <a:xfrm>
            <a:off x="7094909" y="12393"/>
            <a:ext cx="5097091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54" name="任意多边形: 形状 253"/>
          <p:cNvSpPr/>
          <p:nvPr userDrawn="1"/>
        </p:nvSpPr>
        <p:spPr>
          <a:xfrm>
            <a:off x="7007702" y="563073"/>
            <a:ext cx="5183079" cy="5183066"/>
          </a:xfrm>
          <a:custGeom>
            <a:avLst/>
            <a:gdLst>
              <a:gd name="connsiteX0" fmla="*/ 2990813 w 5183079"/>
              <a:gd name="connsiteY0" fmla="*/ 4666384 h 5183066"/>
              <a:gd name="connsiteX1" fmla="*/ 3031804 w 5183079"/>
              <a:gd name="connsiteY1" fmla="*/ 4681767 h 5183066"/>
              <a:gd name="connsiteX2" fmla="*/ 3060662 w 5183079"/>
              <a:gd name="connsiteY2" fmla="*/ 4743057 h 5183066"/>
              <a:gd name="connsiteX3" fmla="*/ 3056575 w 5183079"/>
              <a:gd name="connsiteY3" fmla="*/ 4808944 h 5183066"/>
              <a:gd name="connsiteX4" fmla="*/ 3047638 w 5183079"/>
              <a:gd name="connsiteY4" fmla="*/ 4822274 h 5183066"/>
              <a:gd name="connsiteX5" fmla="*/ 2965406 w 5183079"/>
              <a:gd name="connsiteY5" fmla="*/ 4826819 h 5183066"/>
              <a:gd name="connsiteX6" fmla="*/ 2936804 w 5183079"/>
              <a:gd name="connsiteY6" fmla="*/ 4767062 h 5183066"/>
              <a:gd name="connsiteX7" fmla="*/ 2940891 w 5183079"/>
              <a:gd name="connsiteY7" fmla="*/ 4699388 h 5183066"/>
              <a:gd name="connsiteX8" fmla="*/ 2950953 w 5183079"/>
              <a:gd name="connsiteY8" fmla="*/ 4684500 h 5183066"/>
              <a:gd name="connsiteX9" fmla="*/ 2990813 w 5183079"/>
              <a:gd name="connsiteY9" fmla="*/ 4666384 h 5183066"/>
              <a:gd name="connsiteX10" fmla="*/ 2684495 w 5183079"/>
              <a:gd name="connsiteY10" fmla="*/ 4665169 h 5183066"/>
              <a:gd name="connsiteX11" fmla="*/ 2513650 w 5183079"/>
              <a:gd name="connsiteY11" fmla="*/ 4668233 h 5183066"/>
              <a:gd name="connsiteX12" fmla="*/ 2518246 w 5183079"/>
              <a:gd name="connsiteY12" fmla="*/ 4920542 h 5183066"/>
              <a:gd name="connsiteX13" fmla="*/ 2689859 w 5183079"/>
              <a:gd name="connsiteY13" fmla="*/ 4917222 h 5183066"/>
              <a:gd name="connsiteX14" fmla="*/ 2689859 w 5183079"/>
              <a:gd name="connsiteY14" fmla="*/ 4894749 h 5183066"/>
              <a:gd name="connsiteX15" fmla="*/ 2689859 w 5183079"/>
              <a:gd name="connsiteY15" fmla="*/ 4872532 h 5183066"/>
              <a:gd name="connsiteX16" fmla="*/ 2562172 w 5183079"/>
              <a:gd name="connsiteY16" fmla="*/ 4874830 h 5183066"/>
              <a:gd name="connsiteX17" fmla="*/ 2562172 w 5183079"/>
              <a:gd name="connsiteY17" fmla="*/ 4809199 h 5183066"/>
              <a:gd name="connsiteX18" fmla="*/ 2675558 w 5183079"/>
              <a:gd name="connsiteY18" fmla="*/ 4807156 h 5183066"/>
              <a:gd name="connsiteX19" fmla="*/ 2675558 w 5183079"/>
              <a:gd name="connsiteY19" fmla="*/ 4785449 h 5183066"/>
              <a:gd name="connsiteX20" fmla="*/ 2675558 w 5183079"/>
              <a:gd name="connsiteY20" fmla="*/ 4763743 h 5183066"/>
              <a:gd name="connsiteX21" fmla="*/ 2562172 w 5183079"/>
              <a:gd name="connsiteY21" fmla="*/ 4765786 h 5183066"/>
              <a:gd name="connsiteX22" fmla="*/ 2562172 w 5183079"/>
              <a:gd name="connsiteY22" fmla="*/ 4712157 h 5183066"/>
              <a:gd name="connsiteX23" fmla="*/ 2684495 w 5183079"/>
              <a:gd name="connsiteY23" fmla="*/ 4710114 h 5183066"/>
              <a:gd name="connsiteX24" fmla="*/ 2684495 w 5183079"/>
              <a:gd name="connsiteY24" fmla="*/ 4687642 h 5183066"/>
              <a:gd name="connsiteX25" fmla="*/ 2265682 w 5183079"/>
              <a:gd name="connsiteY25" fmla="*/ 4645760 h 5183066"/>
              <a:gd name="connsiteX26" fmla="*/ 2262872 w 5183079"/>
              <a:gd name="connsiteY26" fmla="*/ 4667977 h 5183066"/>
              <a:gd name="connsiteX27" fmla="*/ 2260319 w 5183079"/>
              <a:gd name="connsiteY27" fmla="*/ 4690195 h 5183066"/>
              <a:gd name="connsiteX28" fmla="*/ 2329780 w 5183079"/>
              <a:gd name="connsiteY28" fmla="*/ 4698623 h 5183066"/>
              <a:gd name="connsiteX29" fmla="*/ 2304243 w 5183079"/>
              <a:gd name="connsiteY29" fmla="*/ 4904454 h 5183066"/>
              <a:gd name="connsiteX30" fmla="*/ 2329780 w 5183079"/>
              <a:gd name="connsiteY30" fmla="*/ 4907518 h 5183066"/>
              <a:gd name="connsiteX31" fmla="*/ 2353531 w 5183079"/>
              <a:gd name="connsiteY31" fmla="*/ 4910328 h 5183066"/>
              <a:gd name="connsiteX32" fmla="*/ 2379069 w 5183079"/>
              <a:gd name="connsiteY32" fmla="*/ 4704496 h 5183066"/>
              <a:gd name="connsiteX33" fmla="*/ 2448785 w 5183079"/>
              <a:gd name="connsiteY33" fmla="*/ 4713179 h 5183066"/>
              <a:gd name="connsiteX34" fmla="*/ 2451338 w 5183079"/>
              <a:gd name="connsiteY34" fmla="*/ 4690706 h 5183066"/>
              <a:gd name="connsiteX35" fmla="*/ 2452871 w 5183079"/>
              <a:gd name="connsiteY35" fmla="*/ 4668743 h 5183066"/>
              <a:gd name="connsiteX36" fmla="*/ 3010621 w 5183079"/>
              <a:gd name="connsiteY36" fmla="*/ 4623236 h 5183066"/>
              <a:gd name="connsiteX37" fmla="*/ 2901308 w 5183079"/>
              <a:gd name="connsiteY37" fmla="*/ 4675383 h 5183066"/>
              <a:gd name="connsiteX38" fmla="*/ 2890327 w 5183079"/>
              <a:gd name="connsiteY38" fmla="*/ 4777533 h 5183066"/>
              <a:gd name="connsiteX39" fmla="*/ 2938338 w 5183079"/>
              <a:gd name="connsiteY39" fmla="*/ 4866148 h 5183066"/>
              <a:gd name="connsiteX40" fmla="*/ 2945666 w 5183079"/>
              <a:gd name="connsiteY40" fmla="*/ 4871102 h 5183066"/>
              <a:gd name="connsiteX41" fmla="*/ 3098202 w 5183079"/>
              <a:gd name="connsiteY41" fmla="*/ 4834992 h 5183066"/>
              <a:gd name="connsiteX42" fmla="*/ 3109183 w 5183079"/>
              <a:gd name="connsiteY42" fmla="*/ 4734885 h 5183066"/>
              <a:gd name="connsiteX43" fmla="*/ 3061172 w 5183079"/>
              <a:gd name="connsiteY43" fmla="*/ 4644228 h 5183066"/>
              <a:gd name="connsiteX44" fmla="*/ 3051622 w 5183079"/>
              <a:gd name="connsiteY44" fmla="*/ 4637793 h 5183066"/>
              <a:gd name="connsiteX45" fmla="*/ 3010621 w 5183079"/>
              <a:gd name="connsiteY45" fmla="*/ 4623236 h 5183066"/>
              <a:gd name="connsiteX46" fmla="*/ 2029715 w 5183079"/>
              <a:gd name="connsiteY46" fmla="*/ 4591621 h 5183066"/>
              <a:gd name="connsiteX47" fmla="*/ 1991665 w 5183079"/>
              <a:gd name="connsiteY47" fmla="*/ 4744845 h 5183066"/>
              <a:gd name="connsiteX48" fmla="*/ 1995496 w 5183079"/>
              <a:gd name="connsiteY48" fmla="*/ 4825032 h 5183066"/>
              <a:gd name="connsiteX49" fmla="*/ 2058063 w 5183079"/>
              <a:gd name="connsiteY49" fmla="*/ 4866403 h 5183066"/>
              <a:gd name="connsiteX50" fmla="*/ 2133397 w 5183079"/>
              <a:gd name="connsiteY50" fmla="*/ 4860529 h 5183066"/>
              <a:gd name="connsiteX51" fmla="*/ 2173491 w 5183079"/>
              <a:gd name="connsiteY51" fmla="*/ 4790046 h 5183066"/>
              <a:gd name="connsiteX52" fmla="*/ 2210521 w 5183079"/>
              <a:gd name="connsiteY52" fmla="*/ 4636822 h 5183066"/>
              <a:gd name="connsiteX53" fmla="*/ 2187027 w 5183079"/>
              <a:gd name="connsiteY53" fmla="*/ 4630949 h 5183066"/>
              <a:gd name="connsiteX54" fmla="*/ 2163533 w 5183079"/>
              <a:gd name="connsiteY54" fmla="*/ 4625330 h 5183066"/>
              <a:gd name="connsiteX55" fmla="*/ 2124971 w 5183079"/>
              <a:gd name="connsiteY55" fmla="*/ 4778555 h 5183066"/>
              <a:gd name="connsiteX56" fmla="*/ 2104795 w 5183079"/>
              <a:gd name="connsiteY56" fmla="*/ 4816605 h 5183066"/>
              <a:gd name="connsiteX57" fmla="*/ 2068021 w 5183079"/>
              <a:gd name="connsiteY57" fmla="*/ 4820181 h 5183066"/>
              <a:gd name="connsiteX58" fmla="*/ 2038399 w 5183079"/>
              <a:gd name="connsiteY58" fmla="*/ 4798984 h 5183066"/>
              <a:gd name="connsiteX59" fmla="*/ 2038399 w 5183079"/>
              <a:gd name="connsiteY59" fmla="*/ 4756592 h 5183066"/>
              <a:gd name="connsiteX60" fmla="*/ 2076705 w 5183079"/>
              <a:gd name="connsiteY60" fmla="*/ 4603368 h 5183066"/>
              <a:gd name="connsiteX61" fmla="*/ 2053211 w 5183079"/>
              <a:gd name="connsiteY61" fmla="*/ 4597495 h 5183066"/>
              <a:gd name="connsiteX62" fmla="*/ 3311185 w 5183079"/>
              <a:gd name="connsiteY62" fmla="*/ 4541568 h 5183066"/>
              <a:gd name="connsiteX63" fmla="*/ 3154129 w 5183079"/>
              <a:gd name="connsiteY63" fmla="*/ 4592643 h 5183066"/>
              <a:gd name="connsiteX64" fmla="*/ 3230741 w 5183079"/>
              <a:gd name="connsiteY64" fmla="*/ 4832438 h 5183066"/>
              <a:gd name="connsiteX65" fmla="*/ 3253980 w 5183079"/>
              <a:gd name="connsiteY65" fmla="*/ 4824777 h 5183066"/>
              <a:gd name="connsiteX66" fmla="*/ 3276964 w 5183079"/>
              <a:gd name="connsiteY66" fmla="*/ 4817371 h 5183066"/>
              <a:gd name="connsiteX67" fmla="*/ 3245042 w 5183079"/>
              <a:gd name="connsiteY67" fmla="*/ 4715988 h 5183066"/>
              <a:gd name="connsiteX68" fmla="*/ 3341829 w 5183079"/>
              <a:gd name="connsiteY68" fmla="*/ 4684576 h 5183066"/>
              <a:gd name="connsiteX69" fmla="*/ 3335190 w 5183079"/>
              <a:gd name="connsiteY69" fmla="*/ 4663891 h 5183066"/>
              <a:gd name="connsiteX70" fmla="*/ 3328295 w 5183079"/>
              <a:gd name="connsiteY70" fmla="*/ 4643206 h 5183066"/>
              <a:gd name="connsiteX71" fmla="*/ 3231762 w 5183079"/>
              <a:gd name="connsiteY71" fmla="*/ 4674617 h 5183066"/>
              <a:gd name="connsiteX72" fmla="*/ 3214141 w 5183079"/>
              <a:gd name="connsiteY72" fmla="*/ 4620223 h 5183066"/>
              <a:gd name="connsiteX73" fmla="*/ 3324975 w 5183079"/>
              <a:gd name="connsiteY73" fmla="*/ 4584215 h 5183066"/>
              <a:gd name="connsiteX74" fmla="*/ 3318079 w 5183079"/>
              <a:gd name="connsiteY74" fmla="*/ 4562763 h 5183066"/>
              <a:gd name="connsiteX75" fmla="*/ 1798092 w 5183079"/>
              <a:gd name="connsiteY75" fmla="*/ 4512710 h 5183066"/>
              <a:gd name="connsiteX76" fmla="*/ 1790685 w 5183079"/>
              <a:gd name="connsiteY76" fmla="*/ 4533906 h 5183066"/>
              <a:gd name="connsiteX77" fmla="*/ 1783535 w 5183079"/>
              <a:gd name="connsiteY77" fmla="*/ 4555103 h 5183066"/>
              <a:gd name="connsiteX78" fmla="*/ 1849677 w 5183079"/>
              <a:gd name="connsiteY78" fmla="*/ 4577830 h 5183066"/>
              <a:gd name="connsiteX79" fmla="*/ 1782257 w 5183079"/>
              <a:gd name="connsiteY79" fmla="*/ 4773957 h 5183066"/>
              <a:gd name="connsiteX80" fmla="*/ 1805242 w 5183079"/>
              <a:gd name="connsiteY80" fmla="*/ 4781875 h 5183066"/>
              <a:gd name="connsiteX81" fmla="*/ 1827970 w 5183079"/>
              <a:gd name="connsiteY81" fmla="*/ 4789791 h 5183066"/>
              <a:gd name="connsiteX82" fmla="*/ 1895390 w 5183079"/>
              <a:gd name="connsiteY82" fmla="*/ 4593663 h 5183066"/>
              <a:gd name="connsiteX83" fmla="*/ 1961786 w 5183079"/>
              <a:gd name="connsiteY83" fmla="*/ 4616392 h 5183066"/>
              <a:gd name="connsiteX84" fmla="*/ 1969192 w 5183079"/>
              <a:gd name="connsiteY84" fmla="*/ 4595196 h 5183066"/>
              <a:gd name="connsiteX85" fmla="*/ 1976854 w 5183079"/>
              <a:gd name="connsiteY85" fmla="*/ 4574256 h 5183066"/>
              <a:gd name="connsiteX86" fmla="*/ 1706412 w 5183079"/>
              <a:gd name="connsiteY86" fmla="*/ 4467764 h 5183066"/>
              <a:gd name="connsiteX87" fmla="*/ 1599921 w 5183079"/>
              <a:gd name="connsiteY87" fmla="*/ 4696324 h 5183066"/>
              <a:gd name="connsiteX88" fmla="*/ 1621883 w 5183079"/>
              <a:gd name="connsiteY88" fmla="*/ 4706539 h 5183066"/>
              <a:gd name="connsiteX89" fmla="*/ 1643589 w 5183079"/>
              <a:gd name="connsiteY89" fmla="*/ 4716754 h 5183066"/>
              <a:gd name="connsiteX90" fmla="*/ 1750336 w 5183079"/>
              <a:gd name="connsiteY90" fmla="*/ 4488195 h 5183066"/>
              <a:gd name="connsiteX91" fmla="*/ 1728118 w 5183079"/>
              <a:gd name="connsiteY91" fmla="*/ 4477979 h 5183066"/>
              <a:gd name="connsiteX92" fmla="*/ 3619420 w 5183079"/>
              <a:gd name="connsiteY92" fmla="*/ 4392174 h 5183066"/>
              <a:gd name="connsiteX93" fmla="*/ 3452917 w 5183079"/>
              <a:gd name="connsiteY93" fmla="*/ 4480533 h 5183066"/>
              <a:gd name="connsiteX94" fmla="*/ 3463387 w 5183079"/>
              <a:gd name="connsiteY94" fmla="*/ 4500452 h 5183066"/>
              <a:gd name="connsiteX95" fmla="*/ 3473858 w 5183079"/>
              <a:gd name="connsiteY95" fmla="*/ 4520116 h 5183066"/>
              <a:gd name="connsiteX96" fmla="*/ 3535658 w 5183079"/>
              <a:gd name="connsiteY96" fmla="*/ 4487173 h 5183066"/>
              <a:gd name="connsiteX97" fmla="*/ 3633212 w 5183079"/>
              <a:gd name="connsiteY97" fmla="*/ 4670276 h 5183066"/>
              <a:gd name="connsiteX98" fmla="*/ 3654662 w 5183079"/>
              <a:gd name="connsiteY98" fmla="*/ 4659039 h 5183066"/>
              <a:gd name="connsiteX99" fmla="*/ 3675859 w 5183079"/>
              <a:gd name="connsiteY99" fmla="*/ 4647548 h 5183066"/>
              <a:gd name="connsiteX100" fmla="*/ 3578561 w 5183079"/>
              <a:gd name="connsiteY100" fmla="*/ 4464444 h 5183066"/>
              <a:gd name="connsiteX101" fmla="*/ 3640361 w 5183079"/>
              <a:gd name="connsiteY101" fmla="*/ 4431502 h 5183066"/>
              <a:gd name="connsiteX102" fmla="*/ 3629892 w 5183079"/>
              <a:gd name="connsiteY102" fmla="*/ 4411837 h 5183066"/>
              <a:gd name="connsiteX103" fmla="*/ 1489344 w 5183079"/>
              <a:gd name="connsiteY103" fmla="*/ 4349782 h 5183066"/>
              <a:gd name="connsiteX104" fmla="*/ 1479384 w 5183079"/>
              <a:gd name="connsiteY104" fmla="*/ 4370723 h 5183066"/>
              <a:gd name="connsiteX105" fmla="*/ 1468658 w 5183079"/>
              <a:gd name="connsiteY105" fmla="*/ 4390386 h 5183066"/>
              <a:gd name="connsiteX106" fmla="*/ 1529949 w 5183079"/>
              <a:gd name="connsiteY106" fmla="*/ 4424351 h 5183066"/>
              <a:gd name="connsiteX107" fmla="*/ 1429331 w 5183079"/>
              <a:gd name="connsiteY107" fmla="*/ 4605666 h 5183066"/>
              <a:gd name="connsiteX108" fmla="*/ 1450527 w 5183079"/>
              <a:gd name="connsiteY108" fmla="*/ 4617414 h 5183066"/>
              <a:gd name="connsiteX109" fmla="*/ 1471723 w 5183079"/>
              <a:gd name="connsiteY109" fmla="*/ 4629161 h 5183066"/>
              <a:gd name="connsiteX110" fmla="*/ 1571319 w 5183079"/>
              <a:gd name="connsiteY110" fmla="*/ 4446313 h 5183066"/>
              <a:gd name="connsiteX111" fmla="*/ 1632608 w 5183079"/>
              <a:gd name="connsiteY111" fmla="*/ 4480277 h 5183066"/>
              <a:gd name="connsiteX112" fmla="*/ 1643335 w 5183079"/>
              <a:gd name="connsiteY112" fmla="*/ 4460870 h 5183066"/>
              <a:gd name="connsiteX113" fmla="*/ 1654316 w 5183079"/>
              <a:gd name="connsiteY113" fmla="*/ 4441205 h 5183066"/>
              <a:gd name="connsiteX114" fmla="*/ 3074963 w 5183079"/>
              <a:gd name="connsiteY114" fmla="*/ 4313007 h 5183066"/>
              <a:gd name="connsiteX115" fmla="*/ 3074963 w 5183079"/>
              <a:gd name="connsiteY115" fmla="*/ 4313773 h 5183066"/>
              <a:gd name="connsiteX116" fmla="*/ 3084922 w 5183079"/>
              <a:gd name="connsiteY116" fmla="*/ 4335480 h 5183066"/>
              <a:gd name="connsiteX117" fmla="*/ 3074708 w 5183079"/>
              <a:gd name="connsiteY117" fmla="*/ 4399834 h 5183066"/>
              <a:gd name="connsiteX118" fmla="*/ 3068579 w 5183079"/>
              <a:gd name="connsiteY118" fmla="*/ 4338545 h 5183066"/>
              <a:gd name="connsiteX119" fmla="*/ 3074963 w 5183079"/>
              <a:gd name="connsiteY119" fmla="*/ 4313007 h 5183066"/>
              <a:gd name="connsiteX120" fmla="*/ 2643636 w 5183079"/>
              <a:gd name="connsiteY120" fmla="*/ 4313007 h 5183066"/>
              <a:gd name="connsiteX121" fmla="*/ 2643636 w 5183079"/>
              <a:gd name="connsiteY121" fmla="*/ 4313773 h 5183066"/>
              <a:gd name="connsiteX122" fmla="*/ 2653596 w 5183079"/>
              <a:gd name="connsiteY122" fmla="*/ 4335480 h 5183066"/>
              <a:gd name="connsiteX123" fmla="*/ 2643380 w 5183079"/>
              <a:gd name="connsiteY123" fmla="*/ 4399834 h 5183066"/>
              <a:gd name="connsiteX124" fmla="*/ 2637252 w 5183079"/>
              <a:gd name="connsiteY124" fmla="*/ 4338545 h 5183066"/>
              <a:gd name="connsiteX125" fmla="*/ 2643636 w 5183079"/>
              <a:gd name="connsiteY125" fmla="*/ 4313007 h 5183066"/>
              <a:gd name="connsiteX126" fmla="*/ 3003458 w 5183079"/>
              <a:gd name="connsiteY126" fmla="*/ 4309177 h 5183066"/>
              <a:gd name="connsiteX127" fmla="*/ 3012906 w 5183079"/>
              <a:gd name="connsiteY127" fmla="*/ 4334715 h 5183066"/>
              <a:gd name="connsiteX128" fmla="*/ 3004736 w 5183079"/>
              <a:gd name="connsiteY128" fmla="*/ 4397792 h 5183066"/>
              <a:gd name="connsiteX129" fmla="*/ 2992732 w 5183079"/>
              <a:gd name="connsiteY129" fmla="*/ 4336757 h 5183066"/>
              <a:gd name="connsiteX130" fmla="*/ 3003458 w 5183079"/>
              <a:gd name="connsiteY130" fmla="*/ 4309943 h 5183066"/>
              <a:gd name="connsiteX131" fmla="*/ 2572131 w 5183079"/>
              <a:gd name="connsiteY131" fmla="*/ 4309177 h 5183066"/>
              <a:gd name="connsiteX132" fmla="*/ 2581580 w 5183079"/>
              <a:gd name="connsiteY132" fmla="*/ 4334715 h 5183066"/>
              <a:gd name="connsiteX133" fmla="*/ 2573663 w 5183079"/>
              <a:gd name="connsiteY133" fmla="*/ 4399069 h 5183066"/>
              <a:gd name="connsiteX134" fmla="*/ 2561404 w 5183079"/>
              <a:gd name="connsiteY134" fmla="*/ 4336757 h 5183066"/>
              <a:gd name="connsiteX135" fmla="*/ 2572131 w 5183079"/>
              <a:gd name="connsiteY135" fmla="*/ 4309943 h 5183066"/>
              <a:gd name="connsiteX136" fmla="*/ 2137611 w 5183079"/>
              <a:gd name="connsiteY136" fmla="*/ 4308890 h 5183066"/>
              <a:gd name="connsiteX137" fmla="*/ 2145656 w 5183079"/>
              <a:gd name="connsiteY137" fmla="*/ 4312497 h 5183066"/>
              <a:gd name="connsiteX138" fmla="*/ 2147443 w 5183079"/>
              <a:gd name="connsiteY138" fmla="*/ 4395238 h 5183066"/>
              <a:gd name="connsiteX139" fmla="*/ 2131864 w 5183079"/>
              <a:gd name="connsiteY139" fmla="*/ 4395238 h 5183066"/>
              <a:gd name="connsiteX140" fmla="*/ 2131864 w 5183079"/>
              <a:gd name="connsiteY140" fmla="*/ 4310965 h 5183066"/>
              <a:gd name="connsiteX141" fmla="*/ 2131864 w 5183079"/>
              <a:gd name="connsiteY141" fmla="*/ 4310454 h 5183066"/>
              <a:gd name="connsiteX142" fmla="*/ 2137611 w 5183079"/>
              <a:gd name="connsiteY142" fmla="*/ 4308890 h 5183066"/>
              <a:gd name="connsiteX143" fmla="*/ 2206945 w 5183079"/>
              <a:gd name="connsiteY143" fmla="*/ 4304581 h 5183066"/>
              <a:gd name="connsiteX144" fmla="*/ 2214096 w 5183079"/>
              <a:gd name="connsiteY144" fmla="*/ 4334715 h 5183066"/>
              <a:gd name="connsiteX145" fmla="*/ 2206945 w 5183079"/>
              <a:gd name="connsiteY145" fmla="*/ 4394728 h 5183066"/>
              <a:gd name="connsiteX146" fmla="*/ 2199284 w 5183079"/>
              <a:gd name="connsiteY146" fmla="*/ 4334715 h 5183066"/>
              <a:gd name="connsiteX147" fmla="*/ 2206945 w 5183079"/>
              <a:gd name="connsiteY147" fmla="*/ 4304581 h 5183066"/>
              <a:gd name="connsiteX148" fmla="*/ 2165064 w 5183079"/>
              <a:gd name="connsiteY148" fmla="*/ 4298707 h 5183066"/>
              <a:gd name="connsiteX149" fmla="*/ 2165120 w 5183079"/>
              <a:gd name="connsiteY149" fmla="*/ 4300427 h 5183066"/>
              <a:gd name="connsiteX150" fmla="*/ 2165064 w 5183079"/>
              <a:gd name="connsiteY150" fmla="*/ 4300495 h 5183066"/>
              <a:gd name="connsiteX151" fmla="*/ 2169252 w 5183079"/>
              <a:gd name="connsiteY151" fmla="*/ 4295361 h 5183066"/>
              <a:gd name="connsiteX152" fmla="*/ 2182939 w 5183079"/>
              <a:gd name="connsiteY152" fmla="*/ 4298707 h 5183066"/>
              <a:gd name="connsiteX153" fmla="*/ 2186005 w 5183079"/>
              <a:gd name="connsiteY153" fmla="*/ 4400857 h 5183066"/>
              <a:gd name="connsiteX154" fmla="*/ 2168384 w 5183079"/>
              <a:gd name="connsiteY154" fmla="*/ 4400857 h 5183066"/>
              <a:gd name="connsiteX155" fmla="*/ 2165120 w 5183079"/>
              <a:gd name="connsiteY155" fmla="*/ 4300427 h 5183066"/>
              <a:gd name="connsiteX156" fmla="*/ 3042274 w 5183079"/>
              <a:gd name="connsiteY156" fmla="*/ 4291556 h 5183066"/>
              <a:gd name="connsiteX157" fmla="*/ 3051467 w 5183079"/>
              <a:gd name="connsiteY157" fmla="*/ 4329862 h 5183066"/>
              <a:gd name="connsiteX158" fmla="*/ 3040742 w 5183079"/>
              <a:gd name="connsiteY158" fmla="*/ 4404176 h 5183066"/>
              <a:gd name="connsiteX159" fmla="*/ 3029761 w 5183079"/>
              <a:gd name="connsiteY159" fmla="*/ 4328841 h 5183066"/>
              <a:gd name="connsiteX160" fmla="*/ 3042274 w 5183079"/>
              <a:gd name="connsiteY160" fmla="*/ 4291556 h 5183066"/>
              <a:gd name="connsiteX161" fmla="*/ 2610947 w 5183079"/>
              <a:gd name="connsiteY161" fmla="*/ 4291556 h 5183066"/>
              <a:gd name="connsiteX162" fmla="*/ 2620142 w 5183079"/>
              <a:gd name="connsiteY162" fmla="*/ 4329862 h 5183066"/>
              <a:gd name="connsiteX163" fmla="*/ 2609415 w 5183079"/>
              <a:gd name="connsiteY163" fmla="*/ 4404176 h 5183066"/>
              <a:gd name="connsiteX164" fmla="*/ 2598434 w 5183079"/>
              <a:gd name="connsiteY164" fmla="*/ 4328841 h 5183066"/>
              <a:gd name="connsiteX165" fmla="*/ 2610947 w 5183079"/>
              <a:gd name="connsiteY165" fmla="*/ 4291556 h 5183066"/>
              <a:gd name="connsiteX166" fmla="*/ 1921692 w 5183079"/>
              <a:gd name="connsiteY166" fmla="*/ 4283639 h 5183066"/>
              <a:gd name="connsiteX167" fmla="*/ 1922948 w 5183079"/>
              <a:gd name="connsiteY167" fmla="*/ 4284792 h 5183066"/>
              <a:gd name="connsiteX168" fmla="*/ 1920926 w 5183079"/>
              <a:gd name="connsiteY168" fmla="*/ 4284661 h 5183066"/>
              <a:gd name="connsiteX169" fmla="*/ 3813761 w 5183079"/>
              <a:gd name="connsiteY169" fmla="*/ 4269849 h 5183066"/>
              <a:gd name="connsiteX170" fmla="*/ 3670495 w 5183079"/>
              <a:gd name="connsiteY170" fmla="*/ 4362806 h 5183066"/>
              <a:gd name="connsiteX171" fmla="*/ 3807887 w 5183079"/>
              <a:gd name="connsiteY171" fmla="*/ 4574256 h 5183066"/>
              <a:gd name="connsiteX172" fmla="*/ 3954983 w 5183079"/>
              <a:gd name="connsiteY172" fmla="*/ 4477724 h 5183066"/>
              <a:gd name="connsiteX173" fmla="*/ 3942725 w 5183079"/>
              <a:gd name="connsiteY173" fmla="*/ 4458826 h 5183066"/>
              <a:gd name="connsiteX174" fmla="*/ 3930722 w 5183079"/>
              <a:gd name="connsiteY174" fmla="*/ 4440184 h 5183066"/>
              <a:gd name="connsiteX175" fmla="*/ 3823720 w 5183079"/>
              <a:gd name="connsiteY175" fmla="*/ 4509646 h 5183066"/>
              <a:gd name="connsiteX176" fmla="*/ 3787713 w 5183079"/>
              <a:gd name="connsiteY176" fmla="*/ 4454740 h 5183066"/>
              <a:gd name="connsiteX177" fmla="*/ 3883734 w 5183079"/>
              <a:gd name="connsiteY177" fmla="*/ 4393450 h 5183066"/>
              <a:gd name="connsiteX178" fmla="*/ 3871986 w 5183079"/>
              <a:gd name="connsiteY178" fmla="*/ 4375064 h 5183066"/>
              <a:gd name="connsiteX179" fmla="*/ 3860240 w 5183079"/>
              <a:gd name="connsiteY179" fmla="*/ 4356932 h 5183066"/>
              <a:gd name="connsiteX180" fmla="*/ 3764984 w 5183079"/>
              <a:gd name="connsiteY180" fmla="*/ 4418733 h 5183066"/>
              <a:gd name="connsiteX181" fmla="*/ 3735871 w 5183079"/>
              <a:gd name="connsiteY181" fmla="*/ 4373787 h 5183066"/>
              <a:gd name="connsiteX182" fmla="*/ 3838021 w 5183079"/>
              <a:gd name="connsiteY182" fmla="*/ 4307390 h 5183066"/>
              <a:gd name="connsiteX183" fmla="*/ 3826019 w 5183079"/>
              <a:gd name="connsiteY183" fmla="*/ 4288492 h 5183066"/>
              <a:gd name="connsiteX184" fmla="*/ 1311858 w 5183079"/>
              <a:gd name="connsiteY184" fmla="*/ 4244312 h 5183066"/>
              <a:gd name="connsiteX185" fmla="*/ 1257975 w 5183079"/>
              <a:gd name="connsiteY185" fmla="*/ 4277000 h 5183066"/>
              <a:gd name="connsiteX186" fmla="*/ 1244440 w 5183079"/>
              <a:gd name="connsiteY186" fmla="*/ 4326798 h 5183066"/>
              <a:gd name="connsiteX187" fmla="*/ 1287087 w 5183079"/>
              <a:gd name="connsiteY187" fmla="*/ 4393706 h 5183066"/>
              <a:gd name="connsiteX188" fmla="*/ 1310582 w 5183079"/>
              <a:gd name="connsiteY188" fmla="*/ 4427926 h 5183066"/>
              <a:gd name="connsiteX189" fmla="*/ 1305985 w 5183079"/>
              <a:gd name="connsiteY189" fmla="*/ 4450399 h 5183066"/>
              <a:gd name="connsiteX190" fmla="*/ 1282236 w 5183079"/>
              <a:gd name="connsiteY190" fmla="*/ 4461124 h 5183066"/>
              <a:gd name="connsiteX191" fmla="*/ 1248015 w 5183079"/>
              <a:gd name="connsiteY191" fmla="*/ 4446313 h 5183066"/>
              <a:gd name="connsiteX192" fmla="*/ 1226053 w 5183079"/>
              <a:gd name="connsiteY192" fmla="*/ 4416945 h 5183066"/>
              <a:gd name="connsiteX193" fmla="*/ 1233203 w 5183079"/>
              <a:gd name="connsiteY193" fmla="*/ 4384002 h 5183066"/>
              <a:gd name="connsiteX194" fmla="*/ 1195408 w 5183079"/>
              <a:gd name="connsiteY194" fmla="*/ 4356677 h 5183066"/>
              <a:gd name="connsiteX195" fmla="*/ 1179830 w 5183079"/>
              <a:gd name="connsiteY195" fmla="*/ 4423074 h 5183066"/>
              <a:gd name="connsiteX196" fmla="*/ 1222477 w 5183079"/>
              <a:gd name="connsiteY196" fmla="*/ 4481555 h 5183066"/>
              <a:gd name="connsiteX197" fmla="*/ 1291173 w 5183079"/>
              <a:gd name="connsiteY197" fmla="*/ 4505560 h 5183066"/>
              <a:gd name="connsiteX198" fmla="*/ 1345057 w 5183079"/>
              <a:gd name="connsiteY198" fmla="*/ 4474915 h 5183066"/>
              <a:gd name="connsiteX199" fmla="*/ 1361401 w 5183079"/>
              <a:gd name="connsiteY199" fmla="*/ 4423840 h 5183066"/>
              <a:gd name="connsiteX200" fmla="*/ 1323350 w 5183079"/>
              <a:gd name="connsiteY200" fmla="*/ 4361018 h 5183066"/>
              <a:gd name="connsiteX201" fmla="*/ 1295004 w 5183079"/>
              <a:gd name="connsiteY201" fmla="*/ 4322202 h 5183066"/>
              <a:gd name="connsiteX202" fmla="*/ 1296536 w 5183079"/>
              <a:gd name="connsiteY202" fmla="*/ 4301771 h 5183066"/>
              <a:gd name="connsiteX203" fmla="*/ 1319264 w 5183079"/>
              <a:gd name="connsiteY203" fmla="*/ 4287981 h 5183066"/>
              <a:gd name="connsiteX204" fmla="*/ 1347866 w 5183079"/>
              <a:gd name="connsiteY204" fmla="*/ 4297685 h 5183066"/>
              <a:gd name="connsiteX205" fmla="*/ 1369573 w 5183079"/>
              <a:gd name="connsiteY205" fmla="*/ 4326543 h 5183066"/>
              <a:gd name="connsiteX206" fmla="*/ 1364721 w 5183079"/>
              <a:gd name="connsiteY206" fmla="*/ 4358209 h 5183066"/>
              <a:gd name="connsiteX207" fmla="*/ 1402771 w 5183079"/>
              <a:gd name="connsiteY207" fmla="*/ 4386045 h 5183066"/>
              <a:gd name="connsiteX208" fmla="*/ 1402771 w 5183079"/>
              <a:gd name="connsiteY208" fmla="*/ 4385534 h 5183066"/>
              <a:gd name="connsiteX209" fmla="*/ 1416307 w 5183079"/>
              <a:gd name="connsiteY209" fmla="*/ 4321180 h 5183066"/>
              <a:gd name="connsiteX210" fmla="*/ 1378001 w 5183079"/>
              <a:gd name="connsiteY210" fmla="*/ 4265763 h 5183066"/>
              <a:gd name="connsiteX211" fmla="*/ 1311858 w 5183079"/>
              <a:gd name="connsiteY211" fmla="*/ 4244312 h 5183066"/>
              <a:gd name="connsiteX212" fmla="*/ 4008101 w 5183079"/>
              <a:gd name="connsiteY212" fmla="*/ 4130926 h 5183066"/>
              <a:gd name="connsiteX213" fmla="*/ 3940171 w 5183079"/>
              <a:gd name="connsiteY213" fmla="*/ 4156463 h 5183066"/>
              <a:gd name="connsiteX214" fmla="*/ 3903908 w 5183079"/>
              <a:gd name="connsiteY214" fmla="*/ 4233076 h 5183066"/>
              <a:gd name="connsiteX215" fmla="*/ 3944769 w 5183079"/>
              <a:gd name="connsiteY215" fmla="*/ 4326798 h 5183066"/>
              <a:gd name="connsiteX216" fmla="*/ 4028786 w 5183079"/>
              <a:gd name="connsiteY216" fmla="*/ 4381703 h 5183066"/>
              <a:gd name="connsiteX217" fmla="*/ 4147280 w 5183079"/>
              <a:gd name="connsiteY217" fmla="*/ 4295131 h 5183066"/>
              <a:gd name="connsiteX218" fmla="*/ 4146769 w 5183079"/>
              <a:gd name="connsiteY218" fmla="*/ 4294621 h 5183066"/>
              <a:gd name="connsiteX219" fmla="*/ 4125573 w 5183079"/>
              <a:gd name="connsiteY219" fmla="*/ 4222605 h 5183066"/>
              <a:gd name="connsiteX220" fmla="*/ 4088289 w 5183079"/>
              <a:gd name="connsiteY220" fmla="*/ 4253761 h 5183066"/>
              <a:gd name="connsiteX221" fmla="*/ 4099270 w 5183079"/>
              <a:gd name="connsiteY221" fmla="*/ 4292067 h 5183066"/>
              <a:gd name="connsiteX222" fmla="*/ 4097431 w 5183079"/>
              <a:gd name="connsiteY222" fmla="*/ 4300597 h 5183066"/>
              <a:gd name="connsiteX223" fmla="*/ 4033638 w 5183079"/>
              <a:gd name="connsiteY223" fmla="*/ 4334459 h 5183066"/>
              <a:gd name="connsiteX224" fmla="*/ 3982564 w 5183079"/>
              <a:gd name="connsiteY224" fmla="*/ 4295643 h 5183066"/>
              <a:gd name="connsiteX225" fmla="*/ 3952430 w 5183079"/>
              <a:gd name="connsiteY225" fmla="*/ 4236140 h 5183066"/>
              <a:gd name="connsiteX226" fmla="*/ 3969795 w 5183079"/>
              <a:gd name="connsiteY226" fmla="*/ 4190939 h 5183066"/>
              <a:gd name="connsiteX227" fmla="*/ 4004525 w 5183079"/>
              <a:gd name="connsiteY227" fmla="*/ 4177660 h 5183066"/>
              <a:gd name="connsiteX228" fmla="*/ 4037724 w 5183079"/>
              <a:gd name="connsiteY228" fmla="*/ 4191961 h 5183066"/>
              <a:gd name="connsiteX229" fmla="*/ 4075009 w 5183079"/>
              <a:gd name="connsiteY229" fmla="*/ 4160805 h 5183066"/>
              <a:gd name="connsiteX230" fmla="*/ 4008101 w 5183079"/>
              <a:gd name="connsiteY230" fmla="*/ 4130926 h 5183066"/>
              <a:gd name="connsiteX231" fmla="*/ 2673457 w 5183079"/>
              <a:gd name="connsiteY231" fmla="*/ 4121933 h 5183066"/>
              <a:gd name="connsiteX232" fmla="*/ 2673968 w 5183079"/>
              <a:gd name="connsiteY232" fmla="*/ 4121933 h 5183066"/>
              <a:gd name="connsiteX233" fmla="*/ 2673968 w 5183079"/>
              <a:gd name="connsiteY233" fmla="*/ 4190118 h 5183066"/>
              <a:gd name="connsiteX234" fmla="*/ 2615998 w 5183079"/>
              <a:gd name="connsiteY234" fmla="*/ 4190118 h 5183066"/>
              <a:gd name="connsiteX235" fmla="*/ 2815757 w 5183079"/>
              <a:gd name="connsiteY235" fmla="*/ 4109219 h 5183066"/>
              <a:gd name="connsiteX236" fmla="*/ 2853552 w 5183079"/>
              <a:gd name="connsiteY236" fmla="*/ 4169488 h 5183066"/>
              <a:gd name="connsiteX237" fmla="*/ 2815757 w 5183079"/>
              <a:gd name="connsiteY237" fmla="*/ 4229756 h 5183066"/>
              <a:gd name="connsiteX238" fmla="*/ 2777962 w 5183079"/>
              <a:gd name="connsiteY238" fmla="*/ 4169488 h 5183066"/>
              <a:gd name="connsiteX239" fmla="*/ 2815757 w 5183079"/>
              <a:gd name="connsiteY239" fmla="*/ 4109219 h 5183066"/>
              <a:gd name="connsiteX240" fmla="*/ 2501392 w 5183079"/>
              <a:gd name="connsiteY240" fmla="*/ 4109219 h 5183066"/>
              <a:gd name="connsiteX241" fmla="*/ 2537910 w 5183079"/>
              <a:gd name="connsiteY241" fmla="*/ 4141397 h 5183066"/>
              <a:gd name="connsiteX242" fmla="*/ 2537859 w 5183079"/>
              <a:gd name="connsiteY242" fmla="*/ 4147296 h 5183066"/>
              <a:gd name="connsiteX243" fmla="*/ 2503180 w 5183079"/>
              <a:gd name="connsiteY243" fmla="*/ 4175617 h 5183066"/>
              <a:gd name="connsiteX244" fmla="*/ 2466661 w 5183079"/>
              <a:gd name="connsiteY244" fmla="*/ 4142929 h 5183066"/>
              <a:gd name="connsiteX245" fmla="*/ 2466711 w 5183079"/>
              <a:gd name="connsiteY245" fmla="*/ 4139252 h 5183066"/>
              <a:gd name="connsiteX246" fmla="*/ 2501392 w 5183079"/>
              <a:gd name="connsiteY246" fmla="*/ 4109219 h 5183066"/>
              <a:gd name="connsiteX247" fmla="*/ 2494292 w 5183079"/>
              <a:gd name="connsiteY247" fmla="*/ 4093692 h 5183066"/>
              <a:gd name="connsiteX248" fmla="*/ 2443677 w 5183079"/>
              <a:gd name="connsiteY248" fmla="*/ 4145227 h 5183066"/>
              <a:gd name="connsiteX249" fmla="*/ 2443933 w 5183079"/>
              <a:gd name="connsiteY249" fmla="*/ 4148649 h 5183066"/>
              <a:gd name="connsiteX250" fmla="*/ 2500371 w 5183079"/>
              <a:gd name="connsiteY250" fmla="*/ 4193748 h 5183066"/>
              <a:gd name="connsiteX251" fmla="*/ 2541741 w 5183079"/>
              <a:gd name="connsiteY251" fmla="*/ 4175872 h 5183066"/>
              <a:gd name="connsiteX252" fmla="*/ 2498327 w 5183079"/>
              <a:gd name="connsiteY252" fmla="*/ 4232054 h 5183066"/>
              <a:gd name="connsiteX253" fmla="*/ 2493015 w 5183079"/>
              <a:gd name="connsiteY253" fmla="*/ 4232513 h 5183066"/>
              <a:gd name="connsiteX254" fmla="*/ 2467938 w 5183079"/>
              <a:gd name="connsiteY254" fmla="*/ 4206517 h 5183066"/>
              <a:gd name="connsiteX255" fmla="*/ 2445209 w 5183079"/>
              <a:gd name="connsiteY255" fmla="*/ 4206517 h 5183066"/>
              <a:gd name="connsiteX256" fmla="*/ 2498839 w 5183079"/>
              <a:gd name="connsiteY256" fmla="*/ 4246866 h 5183066"/>
              <a:gd name="connsiteX257" fmla="*/ 2498839 w 5183079"/>
              <a:gd name="connsiteY257" fmla="*/ 4247632 h 5183066"/>
              <a:gd name="connsiteX258" fmla="*/ 2564980 w 5183079"/>
              <a:gd name="connsiteY258" fmla="*/ 4163869 h 5183066"/>
              <a:gd name="connsiteX259" fmla="*/ 2501647 w 5183079"/>
              <a:gd name="connsiteY259" fmla="*/ 4094152 h 5183066"/>
              <a:gd name="connsiteX260" fmla="*/ 2494292 w 5183079"/>
              <a:gd name="connsiteY260" fmla="*/ 4093692 h 5183066"/>
              <a:gd name="connsiteX261" fmla="*/ 2815758 w 5183079"/>
              <a:gd name="connsiteY261" fmla="*/ 4093386 h 5183066"/>
              <a:gd name="connsiteX262" fmla="*/ 2753957 w 5183079"/>
              <a:gd name="connsiteY262" fmla="*/ 4169998 h 5183066"/>
              <a:gd name="connsiteX263" fmla="*/ 2815758 w 5183079"/>
              <a:gd name="connsiteY263" fmla="*/ 4246610 h 5183066"/>
              <a:gd name="connsiteX264" fmla="*/ 2815758 w 5183079"/>
              <a:gd name="connsiteY264" fmla="*/ 4247632 h 5183066"/>
              <a:gd name="connsiteX265" fmla="*/ 2877558 w 5183079"/>
              <a:gd name="connsiteY265" fmla="*/ 4169998 h 5183066"/>
              <a:gd name="connsiteX266" fmla="*/ 2815758 w 5183079"/>
              <a:gd name="connsiteY266" fmla="*/ 4093386 h 5183066"/>
              <a:gd name="connsiteX267" fmla="*/ 2678110 w 5183079"/>
              <a:gd name="connsiteY267" fmla="*/ 4092365 h 5183066"/>
              <a:gd name="connsiteX268" fmla="*/ 2595625 w 5183079"/>
              <a:gd name="connsiteY268" fmla="*/ 4187619 h 5183066"/>
              <a:gd name="connsiteX269" fmla="*/ 2595625 w 5183079"/>
              <a:gd name="connsiteY269" fmla="*/ 4206006 h 5183066"/>
              <a:gd name="connsiteX270" fmla="*/ 2674281 w 5183079"/>
              <a:gd name="connsiteY270" fmla="*/ 4206006 h 5183066"/>
              <a:gd name="connsiteX271" fmla="*/ 2674281 w 5183079"/>
              <a:gd name="connsiteY271" fmla="*/ 4242780 h 5183066"/>
              <a:gd name="connsiteX272" fmla="*/ 2697008 w 5183079"/>
              <a:gd name="connsiteY272" fmla="*/ 4242780 h 5183066"/>
              <a:gd name="connsiteX273" fmla="*/ 2697008 w 5183079"/>
              <a:gd name="connsiteY273" fmla="*/ 4206006 h 5183066"/>
              <a:gd name="connsiteX274" fmla="*/ 2722545 w 5183079"/>
              <a:gd name="connsiteY274" fmla="*/ 4206006 h 5183066"/>
              <a:gd name="connsiteX275" fmla="*/ 2722545 w 5183079"/>
              <a:gd name="connsiteY275" fmla="*/ 4189917 h 5183066"/>
              <a:gd name="connsiteX276" fmla="*/ 2697008 w 5183079"/>
              <a:gd name="connsiteY276" fmla="*/ 4189917 h 5183066"/>
              <a:gd name="connsiteX277" fmla="*/ 2697008 w 5183079"/>
              <a:gd name="connsiteY277" fmla="*/ 4092365 h 5183066"/>
              <a:gd name="connsiteX278" fmla="*/ 2350976 w 5183079"/>
              <a:gd name="connsiteY278" fmla="*/ 4091343 h 5183066"/>
              <a:gd name="connsiteX279" fmla="*/ 2302456 w 5183079"/>
              <a:gd name="connsiteY279" fmla="*/ 4119945 h 5183066"/>
              <a:gd name="connsiteX280" fmla="*/ 2302456 w 5183079"/>
              <a:gd name="connsiteY280" fmla="*/ 4136034 h 5183066"/>
              <a:gd name="connsiteX281" fmla="*/ 2344592 w 5183079"/>
              <a:gd name="connsiteY281" fmla="*/ 4136034 h 5183066"/>
              <a:gd name="connsiteX282" fmla="*/ 2344592 w 5183079"/>
              <a:gd name="connsiteY282" fmla="*/ 4242780 h 5183066"/>
              <a:gd name="connsiteX283" fmla="*/ 2368597 w 5183079"/>
              <a:gd name="connsiteY283" fmla="*/ 4242780 h 5183066"/>
              <a:gd name="connsiteX284" fmla="*/ 2368597 w 5183079"/>
              <a:gd name="connsiteY284" fmla="*/ 4091343 h 5183066"/>
              <a:gd name="connsiteX285" fmla="*/ 1108580 w 5183079"/>
              <a:gd name="connsiteY285" fmla="*/ 4047675 h 5183066"/>
              <a:gd name="connsiteX286" fmla="*/ 936458 w 5183079"/>
              <a:gd name="connsiteY286" fmla="*/ 4232055 h 5183066"/>
              <a:gd name="connsiteX287" fmla="*/ 953058 w 5183079"/>
              <a:gd name="connsiteY287" fmla="*/ 4247632 h 5183066"/>
              <a:gd name="connsiteX288" fmla="*/ 969657 w 5183079"/>
              <a:gd name="connsiteY288" fmla="*/ 4263976 h 5183066"/>
              <a:gd name="connsiteX289" fmla="*/ 1093513 w 5183079"/>
              <a:gd name="connsiteY289" fmla="*/ 4130926 h 5183066"/>
              <a:gd name="connsiteX290" fmla="*/ 1039630 w 5183079"/>
              <a:gd name="connsiteY290" fmla="*/ 4329352 h 5183066"/>
              <a:gd name="connsiteX291" fmla="*/ 1057250 w 5183079"/>
              <a:gd name="connsiteY291" fmla="*/ 4345696 h 5183066"/>
              <a:gd name="connsiteX292" fmla="*/ 1074871 w 5183079"/>
              <a:gd name="connsiteY292" fmla="*/ 4361274 h 5183066"/>
              <a:gd name="connsiteX293" fmla="*/ 1246738 w 5183079"/>
              <a:gd name="connsiteY293" fmla="*/ 4176638 h 5183066"/>
              <a:gd name="connsiteX294" fmla="*/ 1230139 w 5183079"/>
              <a:gd name="connsiteY294" fmla="*/ 4161316 h 5183066"/>
              <a:gd name="connsiteX295" fmla="*/ 1213795 w 5183079"/>
              <a:gd name="connsiteY295" fmla="*/ 4145993 h 5183066"/>
              <a:gd name="connsiteX296" fmla="*/ 1093003 w 5183079"/>
              <a:gd name="connsiteY296" fmla="*/ 4275468 h 5183066"/>
              <a:gd name="connsiteX297" fmla="*/ 1145610 w 5183079"/>
              <a:gd name="connsiteY297" fmla="*/ 4082405 h 5183066"/>
              <a:gd name="connsiteX298" fmla="*/ 1126967 w 5183079"/>
              <a:gd name="connsiteY298" fmla="*/ 4065040 h 5183066"/>
              <a:gd name="connsiteX299" fmla="*/ 1027116 w 5183079"/>
              <a:gd name="connsiteY299" fmla="*/ 3958804 h 5183066"/>
              <a:gd name="connsiteX300" fmla="*/ 839671 w 5183079"/>
              <a:gd name="connsiteY300" fmla="*/ 4127606 h 5183066"/>
              <a:gd name="connsiteX301" fmla="*/ 856016 w 5183079"/>
              <a:gd name="connsiteY301" fmla="*/ 4145483 h 5183066"/>
              <a:gd name="connsiteX302" fmla="*/ 872104 w 5183079"/>
              <a:gd name="connsiteY302" fmla="*/ 4163614 h 5183066"/>
              <a:gd name="connsiteX303" fmla="*/ 1059549 w 5183079"/>
              <a:gd name="connsiteY303" fmla="*/ 3994812 h 5183066"/>
              <a:gd name="connsiteX304" fmla="*/ 1043460 w 5183079"/>
              <a:gd name="connsiteY304" fmla="*/ 3976681 h 5183066"/>
              <a:gd name="connsiteX305" fmla="*/ 4194013 w 5183079"/>
              <a:gd name="connsiteY305" fmla="*/ 3909517 h 5183066"/>
              <a:gd name="connsiteX306" fmla="*/ 4177926 w 5183079"/>
              <a:gd name="connsiteY306" fmla="*/ 3927649 h 5183066"/>
              <a:gd name="connsiteX307" fmla="*/ 4161581 w 5183079"/>
              <a:gd name="connsiteY307" fmla="*/ 3945525 h 5183066"/>
              <a:gd name="connsiteX308" fmla="*/ 4231809 w 5183079"/>
              <a:gd name="connsiteY308" fmla="*/ 4008857 h 5183066"/>
              <a:gd name="connsiteX309" fmla="*/ 4171286 w 5183079"/>
              <a:gd name="connsiteY309" fmla="*/ 4076276 h 5183066"/>
              <a:gd name="connsiteX310" fmla="*/ 4101058 w 5183079"/>
              <a:gd name="connsiteY310" fmla="*/ 4012943 h 5183066"/>
              <a:gd name="connsiteX311" fmla="*/ 4084713 w 5183079"/>
              <a:gd name="connsiteY311" fmla="*/ 4031075 h 5183066"/>
              <a:gd name="connsiteX312" fmla="*/ 4068625 w 5183079"/>
              <a:gd name="connsiteY312" fmla="*/ 4048951 h 5183066"/>
              <a:gd name="connsiteX313" fmla="*/ 4255559 w 5183079"/>
              <a:gd name="connsiteY313" fmla="*/ 4218264 h 5183066"/>
              <a:gd name="connsiteX314" fmla="*/ 4271647 w 5183079"/>
              <a:gd name="connsiteY314" fmla="*/ 4200133 h 5183066"/>
              <a:gd name="connsiteX315" fmla="*/ 4287992 w 5183079"/>
              <a:gd name="connsiteY315" fmla="*/ 4182256 h 5183066"/>
              <a:gd name="connsiteX316" fmla="*/ 4202952 w 5183079"/>
              <a:gd name="connsiteY316" fmla="*/ 4105644 h 5183066"/>
              <a:gd name="connsiteX317" fmla="*/ 4263731 w 5183079"/>
              <a:gd name="connsiteY317" fmla="*/ 4038225 h 5183066"/>
              <a:gd name="connsiteX318" fmla="*/ 4348516 w 5183079"/>
              <a:gd name="connsiteY318" fmla="*/ 4114837 h 5183066"/>
              <a:gd name="connsiteX319" fmla="*/ 4364858 w 5183079"/>
              <a:gd name="connsiteY319" fmla="*/ 4096706 h 5183066"/>
              <a:gd name="connsiteX320" fmla="*/ 4381458 w 5183079"/>
              <a:gd name="connsiteY320" fmla="*/ 4078319 h 5183066"/>
              <a:gd name="connsiteX321" fmla="*/ 2588474 w 5183079"/>
              <a:gd name="connsiteY321" fmla="*/ 3783362 h 5183066"/>
              <a:gd name="connsiteX322" fmla="*/ 2607117 w 5183079"/>
              <a:gd name="connsiteY322" fmla="*/ 3806856 h 5183066"/>
              <a:gd name="connsiteX323" fmla="*/ 2627547 w 5183079"/>
              <a:gd name="connsiteY323" fmla="*/ 3826521 h 5183066"/>
              <a:gd name="connsiteX324" fmla="*/ 2621928 w 5183079"/>
              <a:gd name="connsiteY324" fmla="*/ 3832649 h 5183066"/>
              <a:gd name="connsiteX325" fmla="*/ 2621928 w 5183079"/>
              <a:gd name="connsiteY325" fmla="*/ 3989960 h 5183066"/>
              <a:gd name="connsiteX326" fmla="*/ 2701095 w 5183079"/>
              <a:gd name="connsiteY326" fmla="*/ 4003750 h 5183066"/>
              <a:gd name="connsiteX327" fmla="*/ 2762639 w 5183079"/>
              <a:gd name="connsiteY327" fmla="*/ 4041290 h 5183066"/>
              <a:gd name="connsiteX328" fmla="*/ 2822398 w 5183079"/>
              <a:gd name="connsiteY328" fmla="*/ 4057889 h 5183066"/>
              <a:gd name="connsiteX329" fmla="*/ 2852787 w 5183079"/>
              <a:gd name="connsiteY329" fmla="*/ 4087513 h 5183066"/>
              <a:gd name="connsiteX330" fmla="*/ 2886751 w 5183079"/>
              <a:gd name="connsiteY330" fmla="*/ 4090577 h 5183066"/>
              <a:gd name="connsiteX331" fmla="*/ 2934252 w 5183079"/>
              <a:gd name="connsiteY331" fmla="*/ 4126074 h 5183066"/>
              <a:gd name="connsiteX332" fmla="*/ 2971026 w 5183079"/>
              <a:gd name="connsiteY332" fmla="*/ 4148802 h 5183066"/>
              <a:gd name="connsiteX333" fmla="*/ 2989412 w 5183079"/>
              <a:gd name="connsiteY333" fmla="*/ 4171786 h 5183066"/>
              <a:gd name="connsiteX334" fmla="*/ 3023633 w 5183079"/>
              <a:gd name="connsiteY334" fmla="*/ 4185576 h 5183066"/>
              <a:gd name="connsiteX335" fmla="*/ 3062449 w 5183079"/>
              <a:gd name="connsiteY335" fmla="*/ 4190173 h 5183066"/>
              <a:gd name="connsiteX336" fmla="*/ 3113523 w 5183079"/>
              <a:gd name="connsiteY336" fmla="*/ 4210602 h 5183066"/>
              <a:gd name="connsiteX337" fmla="*/ 3187327 w 5183079"/>
              <a:gd name="connsiteY337" fmla="*/ 4251718 h 5183066"/>
              <a:gd name="connsiteX338" fmla="*/ 3330592 w 5183079"/>
              <a:gd name="connsiteY338" fmla="*/ 4275978 h 5183066"/>
              <a:gd name="connsiteX339" fmla="*/ 1866020 w 5183079"/>
              <a:gd name="connsiteY339" fmla="*/ 4277511 h 5183066"/>
              <a:gd name="connsiteX340" fmla="*/ 2040951 w 5183079"/>
              <a:gd name="connsiteY340" fmla="*/ 4257081 h 5183066"/>
              <a:gd name="connsiteX341" fmla="*/ 2117563 w 5183079"/>
              <a:gd name="connsiteY341" fmla="*/ 4215966 h 5183066"/>
              <a:gd name="connsiteX342" fmla="*/ 2158680 w 5183079"/>
              <a:gd name="connsiteY342" fmla="*/ 4177148 h 5183066"/>
              <a:gd name="connsiteX343" fmla="*/ 2199795 w 5183079"/>
              <a:gd name="connsiteY343" fmla="*/ 4156463 h 5183066"/>
              <a:gd name="connsiteX344" fmla="*/ 2236569 w 5183079"/>
              <a:gd name="connsiteY344" fmla="*/ 4135778 h 5183066"/>
              <a:gd name="connsiteX345" fmla="*/ 2268491 w 5183079"/>
              <a:gd name="connsiteY345" fmla="*/ 4094663 h 5183066"/>
              <a:gd name="connsiteX346" fmla="*/ 2316501 w 5183079"/>
              <a:gd name="connsiteY346" fmla="*/ 4076276 h 5183066"/>
              <a:gd name="connsiteX347" fmla="*/ 2362212 w 5183079"/>
              <a:gd name="connsiteY347" fmla="*/ 4044354 h 5183066"/>
              <a:gd name="connsiteX348" fmla="*/ 2421715 w 5183079"/>
              <a:gd name="connsiteY348" fmla="*/ 4028266 h 5183066"/>
              <a:gd name="connsiteX349" fmla="*/ 2474322 w 5183079"/>
              <a:gd name="connsiteY349" fmla="*/ 3996344 h 5183066"/>
              <a:gd name="connsiteX350" fmla="*/ 2557830 w 5183079"/>
              <a:gd name="connsiteY350" fmla="*/ 3992258 h 5183066"/>
              <a:gd name="connsiteX351" fmla="*/ 2557830 w 5183079"/>
              <a:gd name="connsiteY351" fmla="*/ 3835969 h 5183066"/>
              <a:gd name="connsiteX352" fmla="*/ 2550168 w 5183079"/>
              <a:gd name="connsiteY352" fmla="*/ 3828819 h 5183066"/>
              <a:gd name="connsiteX353" fmla="*/ 2570343 w 5183079"/>
              <a:gd name="connsiteY353" fmla="*/ 3806856 h 5183066"/>
              <a:gd name="connsiteX354" fmla="*/ 2588474 w 5183079"/>
              <a:gd name="connsiteY354" fmla="*/ 3783362 h 5183066"/>
              <a:gd name="connsiteX355" fmla="*/ 4348260 w 5183079"/>
              <a:gd name="connsiteY355" fmla="*/ 3698578 h 5183066"/>
              <a:gd name="connsiteX356" fmla="*/ 4335236 w 5183079"/>
              <a:gd name="connsiteY356" fmla="*/ 3717221 h 5183066"/>
              <a:gd name="connsiteX357" fmla="*/ 4322211 w 5183079"/>
              <a:gd name="connsiteY357" fmla="*/ 3735863 h 5183066"/>
              <a:gd name="connsiteX358" fmla="*/ 4467264 w 5183079"/>
              <a:gd name="connsiteY358" fmla="*/ 3838012 h 5183066"/>
              <a:gd name="connsiteX359" fmla="*/ 4268839 w 5183079"/>
              <a:gd name="connsiteY359" fmla="*/ 3812475 h 5183066"/>
              <a:gd name="connsiteX360" fmla="*/ 4254282 w 5183079"/>
              <a:gd name="connsiteY360" fmla="*/ 3833416 h 5183066"/>
              <a:gd name="connsiteX361" fmla="*/ 4239726 w 5183079"/>
              <a:gd name="connsiteY361" fmla="*/ 3854101 h 5183066"/>
              <a:gd name="connsiteX362" fmla="*/ 4446323 w 5183079"/>
              <a:gd name="connsiteY362" fmla="*/ 3998898 h 5183066"/>
              <a:gd name="connsiteX363" fmla="*/ 4459347 w 5183079"/>
              <a:gd name="connsiteY363" fmla="*/ 3980256 h 5183066"/>
              <a:gd name="connsiteX364" fmla="*/ 4472116 w 5183079"/>
              <a:gd name="connsiteY364" fmla="*/ 3961613 h 5183066"/>
              <a:gd name="connsiteX365" fmla="*/ 4323232 w 5183079"/>
              <a:gd name="connsiteY365" fmla="*/ 3857421 h 5183066"/>
              <a:gd name="connsiteX366" fmla="*/ 4527532 w 5183079"/>
              <a:gd name="connsiteY366" fmla="*/ 3882958 h 5183066"/>
              <a:gd name="connsiteX367" fmla="*/ 4541578 w 5183079"/>
              <a:gd name="connsiteY367" fmla="*/ 3863039 h 5183066"/>
              <a:gd name="connsiteX368" fmla="*/ 4554857 w 5183079"/>
              <a:gd name="connsiteY368" fmla="*/ 3843376 h 5183066"/>
              <a:gd name="connsiteX369" fmla="*/ 785022 w 5183079"/>
              <a:gd name="connsiteY369" fmla="*/ 3676361 h 5183066"/>
              <a:gd name="connsiteX370" fmla="*/ 621581 w 5183079"/>
              <a:gd name="connsiteY370" fmla="*/ 3781064 h 5183066"/>
              <a:gd name="connsiteX371" fmla="*/ 635627 w 5183079"/>
              <a:gd name="connsiteY371" fmla="*/ 3867636 h 5183066"/>
              <a:gd name="connsiteX372" fmla="*/ 701514 w 5183079"/>
              <a:gd name="connsiteY372" fmla="*/ 3903899 h 5183066"/>
              <a:gd name="connsiteX373" fmla="*/ 706366 w 5183079"/>
              <a:gd name="connsiteY373" fmla="*/ 3903899 h 5183066"/>
              <a:gd name="connsiteX374" fmla="*/ 680828 w 5183079"/>
              <a:gd name="connsiteY374" fmla="*/ 3925606 h 5183066"/>
              <a:gd name="connsiteX375" fmla="*/ 698449 w 5183079"/>
              <a:gd name="connsiteY375" fmla="*/ 3952930 h 5183066"/>
              <a:gd name="connsiteX376" fmla="*/ 812602 w 5183079"/>
              <a:gd name="connsiteY376" fmla="*/ 3878872 h 5183066"/>
              <a:gd name="connsiteX377" fmla="*/ 759739 w 5183079"/>
              <a:gd name="connsiteY377" fmla="*/ 3797152 h 5183066"/>
              <a:gd name="connsiteX378" fmla="*/ 723221 w 5183079"/>
              <a:gd name="connsiteY378" fmla="*/ 3820903 h 5183066"/>
              <a:gd name="connsiteX379" fmla="*/ 751567 w 5183079"/>
              <a:gd name="connsiteY379" fmla="*/ 3867636 h 5183066"/>
              <a:gd name="connsiteX380" fmla="*/ 718624 w 5183079"/>
              <a:gd name="connsiteY380" fmla="*/ 3874020 h 5183066"/>
              <a:gd name="connsiteX381" fmla="*/ 675210 w 5183079"/>
              <a:gd name="connsiteY381" fmla="*/ 3850015 h 5183066"/>
              <a:gd name="connsiteX382" fmla="*/ 666783 w 5183079"/>
              <a:gd name="connsiteY382" fmla="*/ 3795620 h 5183066"/>
              <a:gd name="connsiteX383" fmla="*/ 712240 w 5183079"/>
              <a:gd name="connsiteY383" fmla="*/ 3745823 h 5183066"/>
              <a:gd name="connsiteX384" fmla="*/ 777104 w 5183079"/>
              <a:gd name="connsiteY384" fmla="*/ 3724882 h 5183066"/>
              <a:gd name="connsiteX385" fmla="*/ 824094 w 5183079"/>
              <a:gd name="connsiteY385" fmla="*/ 3753484 h 5183066"/>
              <a:gd name="connsiteX386" fmla="*/ 831755 w 5183079"/>
              <a:gd name="connsiteY386" fmla="*/ 3788215 h 5183066"/>
              <a:gd name="connsiteX387" fmla="*/ 816943 w 5183079"/>
              <a:gd name="connsiteY387" fmla="*/ 3818349 h 5183066"/>
              <a:gd name="connsiteX388" fmla="*/ 845545 w 5183079"/>
              <a:gd name="connsiteY388" fmla="*/ 3858953 h 5183066"/>
              <a:gd name="connsiteX389" fmla="*/ 880276 w 5183079"/>
              <a:gd name="connsiteY389" fmla="*/ 3798430 h 5183066"/>
              <a:gd name="connsiteX390" fmla="*/ 861634 w 5183079"/>
              <a:gd name="connsiteY390" fmla="*/ 3727436 h 5183066"/>
              <a:gd name="connsiteX391" fmla="*/ 785022 w 5183079"/>
              <a:gd name="connsiteY391" fmla="*/ 3676361 h 5183066"/>
              <a:gd name="connsiteX392" fmla="*/ 4509911 w 5183079"/>
              <a:gd name="connsiteY392" fmla="*/ 3529521 h 5183066"/>
              <a:gd name="connsiteX393" fmla="*/ 4575541 w 5183079"/>
              <a:gd name="connsiteY393" fmla="*/ 3545609 h 5183066"/>
              <a:gd name="connsiteX394" fmla="*/ 4626362 w 5183079"/>
              <a:gd name="connsiteY394" fmla="*/ 3589534 h 5183066"/>
              <a:gd name="connsiteX395" fmla="*/ 4630882 w 5183079"/>
              <a:gd name="connsiteY395" fmla="*/ 3604294 h 5183066"/>
              <a:gd name="connsiteX396" fmla="*/ 4582948 w 5183079"/>
              <a:gd name="connsiteY396" fmla="*/ 3671253 h 5183066"/>
              <a:gd name="connsiteX397" fmla="*/ 4518338 w 5183079"/>
              <a:gd name="connsiteY397" fmla="*/ 3655930 h 5183066"/>
              <a:gd name="connsiteX398" fmla="*/ 4467263 w 5183079"/>
              <a:gd name="connsiteY398" fmla="*/ 3610474 h 5183066"/>
              <a:gd name="connsiteX399" fmla="*/ 4467263 w 5183079"/>
              <a:gd name="connsiteY399" fmla="*/ 3559399 h 5183066"/>
              <a:gd name="connsiteX400" fmla="*/ 4509911 w 5183079"/>
              <a:gd name="connsiteY400" fmla="*/ 3529521 h 5183066"/>
              <a:gd name="connsiteX401" fmla="*/ 4498676 w 5183079"/>
              <a:gd name="connsiteY401" fmla="*/ 3484064 h 5183066"/>
              <a:gd name="connsiteX402" fmla="*/ 4487592 w 5183079"/>
              <a:gd name="connsiteY402" fmla="*/ 3487435 h 5183066"/>
              <a:gd name="connsiteX403" fmla="*/ 4422063 w 5183079"/>
              <a:gd name="connsiteY403" fmla="*/ 3627840 h 5183066"/>
              <a:gd name="connsiteX404" fmla="*/ 4494333 w 5183079"/>
              <a:gd name="connsiteY404" fmla="*/ 3700366 h 5183066"/>
              <a:gd name="connsiteX405" fmla="*/ 4593419 w 5183079"/>
              <a:gd name="connsiteY405" fmla="*/ 3718753 h 5183066"/>
              <a:gd name="connsiteX406" fmla="*/ 4662881 w 5183079"/>
              <a:gd name="connsiteY406" fmla="*/ 3663848 h 5183066"/>
              <a:gd name="connsiteX407" fmla="*/ 4662370 w 5183079"/>
              <a:gd name="connsiteY407" fmla="*/ 3663337 h 5183066"/>
              <a:gd name="connsiteX408" fmla="*/ 4670031 w 5183079"/>
              <a:gd name="connsiteY408" fmla="*/ 3575233 h 5183066"/>
              <a:gd name="connsiteX409" fmla="*/ 4599293 w 5183079"/>
              <a:gd name="connsiteY409" fmla="*/ 3503472 h 5183066"/>
              <a:gd name="connsiteX410" fmla="*/ 4498676 w 5183079"/>
              <a:gd name="connsiteY410" fmla="*/ 3484064 h 5183066"/>
              <a:gd name="connsiteX411" fmla="*/ 681339 w 5183079"/>
              <a:gd name="connsiteY411" fmla="*/ 3404132 h 5183066"/>
              <a:gd name="connsiteX412" fmla="*/ 452779 w 5183079"/>
              <a:gd name="connsiteY412" fmla="*/ 3510878 h 5183066"/>
              <a:gd name="connsiteX413" fmla="*/ 462228 w 5183079"/>
              <a:gd name="connsiteY413" fmla="*/ 3531309 h 5183066"/>
              <a:gd name="connsiteX414" fmla="*/ 471932 w 5183079"/>
              <a:gd name="connsiteY414" fmla="*/ 3551738 h 5183066"/>
              <a:gd name="connsiteX415" fmla="*/ 636648 w 5183079"/>
              <a:gd name="connsiteY415" fmla="*/ 3475126 h 5183066"/>
              <a:gd name="connsiteX416" fmla="*/ 512281 w 5183079"/>
              <a:gd name="connsiteY416" fmla="*/ 3638821 h 5183066"/>
              <a:gd name="connsiteX417" fmla="*/ 522497 w 5183079"/>
              <a:gd name="connsiteY417" fmla="*/ 3660528 h 5183066"/>
              <a:gd name="connsiteX418" fmla="*/ 532712 w 5183079"/>
              <a:gd name="connsiteY418" fmla="*/ 3681979 h 5183066"/>
              <a:gd name="connsiteX419" fmla="*/ 761271 w 5183079"/>
              <a:gd name="connsiteY419" fmla="*/ 3575488 h 5183066"/>
              <a:gd name="connsiteX420" fmla="*/ 751567 w 5183079"/>
              <a:gd name="connsiteY420" fmla="*/ 3554803 h 5183066"/>
              <a:gd name="connsiteX421" fmla="*/ 742118 w 5183079"/>
              <a:gd name="connsiteY421" fmla="*/ 3534373 h 5183066"/>
              <a:gd name="connsiteX422" fmla="*/ 581743 w 5183079"/>
              <a:gd name="connsiteY422" fmla="*/ 3609197 h 5183066"/>
              <a:gd name="connsiteX423" fmla="*/ 702791 w 5183079"/>
              <a:gd name="connsiteY423" fmla="*/ 3450355 h 5183066"/>
              <a:gd name="connsiteX424" fmla="*/ 692065 w 5183079"/>
              <a:gd name="connsiteY424" fmla="*/ 3427371 h 5183066"/>
              <a:gd name="connsiteX425" fmla="*/ 4760434 w 5183079"/>
              <a:gd name="connsiteY425" fmla="*/ 3300706 h 5183066"/>
              <a:gd name="connsiteX426" fmla="*/ 4719062 w 5183079"/>
              <a:gd name="connsiteY426" fmla="*/ 3408474 h 5183066"/>
              <a:gd name="connsiteX427" fmla="*/ 4525490 w 5183079"/>
              <a:gd name="connsiteY427" fmla="*/ 3334160 h 5183066"/>
              <a:gd name="connsiteX428" fmla="*/ 4516806 w 5183079"/>
              <a:gd name="connsiteY428" fmla="*/ 3356888 h 5183066"/>
              <a:gd name="connsiteX429" fmla="*/ 4508124 w 5183079"/>
              <a:gd name="connsiteY429" fmla="*/ 3379361 h 5183066"/>
              <a:gd name="connsiteX430" fmla="*/ 4744090 w 5183079"/>
              <a:gd name="connsiteY430" fmla="*/ 3470018 h 5183066"/>
              <a:gd name="connsiteX431" fmla="*/ 4802315 w 5183079"/>
              <a:gd name="connsiteY431" fmla="*/ 3316794 h 5183066"/>
              <a:gd name="connsiteX432" fmla="*/ 4781374 w 5183079"/>
              <a:gd name="connsiteY432" fmla="*/ 3308878 h 5183066"/>
              <a:gd name="connsiteX433" fmla="*/ 636904 w 5183079"/>
              <a:gd name="connsiteY433" fmla="*/ 3292023 h 5183066"/>
              <a:gd name="connsiteX434" fmla="*/ 401449 w 5183079"/>
              <a:gd name="connsiteY434" fmla="*/ 3382425 h 5183066"/>
              <a:gd name="connsiteX435" fmla="*/ 410131 w 5183079"/>
              <a:gd name="connsiteY435" fmla="*/ 3405154 h 5183066"/>
              <a:gd name="connsiteX436" fmla="*/ 418814 w 5183079"/>
              <a:gd name="connsiteY436" fmla="*/ 3427627 h 5183066"/>
              <a:gd name="connsiteX437" fmla="*/ 654269 w 5183079"/>
              <a:gd name="connsiteY437" fmla="*/ 3337225 h 5183066"/>
              <a:gd name="connsiteX438" fmla="*/ 645587 w 5183079"/>
              <a:gd name="connsiteY438" fmla="*/ 3314751 h 5183066"/>
              <a:gd name="connsiteX439" fmla="*/ 421113 w 5183079"/>
              <a:gd name="connsiteY439" fmla="*/ 3120157 h 5183066"/>
              <a:gd name="connsiteX440" fmla="*/ 406557 w 5183079"/>
              <a:gd name="connsiteY440" fmla="*/ 3123987 h 5183066"/>
              <a:gd name="connsiteX441" fmla="*/ 346288 w 5183079"/>
              <a:gd name="connsiteY441" fmla="*/ 3158207 h 5183066"/>
              <a:gd name="connsiteX442" fmla="*/ 340415 w 5183079"/>
              <a:gd name="connsiteY442" fmla="*/ 3219497 h 5183066"/>
              <a:gd name="connsiteX443" fmla="*/ 373869 w 5183079"/>
              <a:gd name="connsiteY443" fmla="*/ 3268273 h 5183066"/>
              <a:gd name="connsiteX444" fmla="*/ 373869 w 5183079"/>
              <a:gd name="connsiteY444" fmla="*/ 3267763 h 5183066"/>
              <a:gd name="connsiteX445" fmla="*/ 434903 w 5183079"/>
              <a:gd name="connsiteY445" fmla="*/ 3271849 h 5183066"/>
              <a:gd name="connsiteX446" fmla="*/ 610090 w 5183079"/>
              <a:gd name="connsiteY446" fmla="*/ 3224860 h 5183066"/>
              <a:gd name="connsiteX447" fmla="*/ 603706 w 5183079"/>
              <a:gd name="connsiteY447" fmla="*/ 3201365 h 5183066"/>
              <a:gd name="connsiteX448" fmla="*/ 597576 w 5183079"/>
              <a:gd name="connsiteY448" fmla="*/ 3178126 h 5183066"/>
              <a:gd name="connsiteX449" fmla="*/ 422390 w 5183079"/>
              <a:gd name="connsiteY449" fmla="*/ 3225115 h 5183066"/>
              <a:gd name="connsiteX450" fmla="*/ 395064 w 5183079"/>
              <a:gd name="connsiteY450" fmla="*/ 3225115 h 5183066"/>
              <a:gd name="connsiteX451" fmla="*/ 392460 w 5183079"/>
              <a:gd name="connsiteY451" fmla="*/ 3223328 h 5183066"/>
              <a:gd name="connsiteX452" fmla="*/ 387148 w 5183079"/>
              <a:gd name="connsiteY452" fmla="*/ 3183234 h 5183066"/>
              <a:gd name="connsiteX453" fmla="*/ 418304 w 5183079"/>
              <a:gd name="connsiteY453" fmla="*/ 3168422 h 5183066"/>
              <a:gd name="connsiteX454" fmla="*/ 432860 w 5183079"/>
              <a:gd name="connsiteY454" fmla="*/ 3164592 h 5183066"/>
              <a:gd name="connsiteX455" fmla="*/ 4714338 w 5183079"/>
              <a:gd name="connsiteY455" fmla="*/ 3033814 h 5183066"/>
              <a:gd name="connsiteX456" fmla="*/ 4748175 w 5183079"/>
              <a:gd name="connsiteY456" fmla="*/ 3038947 h 5183066"/>
              <a:gd name="connsiteX457" fmla="*/ 4806401 w 5183079"/>
              <a:gd name="connsiteY457" fmla="*/ 3070869 h 5183066"/>
              <a:gd name="connsiteX458" fmla="*/ 4814369 w 5183079"/>
              <a:gd name="connsiteY458" fmla="*/ 3084123 h 5183066"/>
              <a:gd name="connsiteX459" fmla="*/ 4783928 w 5183079"/>
              <a:gd name="connsiteY459" fmla="*/ 3161016 h 5183066"/>
              <a:gd name="connsiteX460" fmla="*/ 4717529 w 5183079"/>
              <a:gd name="connsiteY460" fmla="*/ 3161016 h 5183066"/>
              <a:gd name="connsiteX461" fmla="*/ 4658028 w 5183079"/>
              <a:gd name="connsiteY461" fmla="*/ 3128839 h 5183066"/>
              <a:gd name="connsiteX462" fmla="*/ 4648732 w 5183079"/>
              <a:gd name="connsiteY462" fmla="*/ 3113338 h 5183066"/>
              <a:gd name="connsiteX463" fmla="*/ 4680501 w 5183079"/>
              <a:gd name="connsiteY463" fmla="*/ 3038947 h 5183066"/>
              <a:gd name="connsiteX464" fmla="*/ 4714338 w 5183079"/>
              <a:gd name="connsiteY464" fmla="*/ 3033814 h 5183066"/>
              <a:gd name="connsiteX465" fmla="*/ 4707839 w 5183079"/>
              <a:gd name="connsiteY465" fmla="*/ 2985651 h 5183066"/>
              <a:gd name="connsiteX466" fmla="*/ 4657262 w 5183079"/>
              <a:gd name="connsiteY466" fmla="*/ 2997577 h 5183066"/>
              <a:gd name="connsiteX467" fmla="*/ 4647201 w 5183079"/>
              <a:gd name="connsiteY467" fmla="*/ 3003629 h 5183066"/>
              <a:gd name="connsiteX468" fmla="*/ 4617935 w 5183079"/>
              <a:gd name="connsiteY468" fmla="*/ 3155398 h 5183066"/>
              <a:gd name="connsiteX469" fmla="*/ 4705784 w 5183079"/>
              <a:gd name="connsiteY469" fmla="*/ 3208516 h 5183066"/>
              <a:gd name="connsiteX470" fmla="*/ 4806402 w 5183079"/>
              <a:gd name="connsiteY470" fmla="*/ 3202387 h 5183066"/>
              <a:gd name="connsiteX471" fmla="*/ 4860285 w 5183079"/>
              <a:gd name="connsiteY471" fmla="*/ 3132159 h 5183066"/>
              <a:gd name="connsiteX472" fmla="*/ 4845473 w 5183079"/>
              <a:gd name="connsiteY472" fmla="*/ 3044566 h 5183066"/>
              <a:gd name="connsiteX473" fmla="*/ 4759412 w 5183079"/>
              <a:gd name="connsiteY473" fmla="*/ 2991959 h 5183066"/>
              <a:gd name="connsiteX474" fmla="*/ 4707839 w 5183079"/>
              <a:gd name="connsiteY474" fmla="*/ 2985651 h 5183066"/>
              <a:gd name="connsiteX475" fmla="*/ 549821 w 5183079"/>
              <a:gd name="connsiteY475" fmla="*/ 2975359 h 5183066"/>
              <a:gd name="connsiteX476" fmla="*/ 302363 w 5183079"/>
              <a:gd name="connsiteY476" fmla="*/ 3023625 h 5183066"/>
              <a:gd name="connsiteX477" fmla="*/ 306961 w 5183079"/>
              <a:gd name="connsiteY477" fmla="*/ 3047375 h 5183066"/>
              <a:gd name="connsiteX478" fmla="*/ 311557 w 5183079"/>
              <a:gd name="connsiteY478" fmla="*/ 3071125 h 5183066"/>
              <a:gd name="connsiteX479" fmla="*/ 559015 w 5183079"/>
              <a:gd name="connsiteY479" fmla="*/ 3023114 h 5183066"/>
              <a:gd name="connsiteX480" fmla="*/ 554419 w 5183079"/>
              <a:gd name="connsiteY480" fmla="*/ 2999109 h 5183066"/>
              <a:gd name="connsiteX481" fmla="*/ 1087128 w 5183079"/>
              <a:gd name="connsiteY481" fmla="*/ 2972805 h 5183066"/>
              <a:gd name="connsiteX482" fmla="*/ 1375446 w 5183079"/>
              <a:gd name="connsiteY482" fmla="*/ 3018517 h 5183066"/>
              <a:gd name="connsiteX483" fmla="*/ 2067511 w 5183079"/>
              <a:gd name="connsiteY483" fmla="*/ 3012899 h 5183066"/>
              <a:gd name="connsiteX484" fmla="*/ 2167873 w 5183079"/>
              <a:gd name="connsiteY484" fmla="*/ 3029244 h 5183066"/>
              <a:gd name="connsiteX485" fmla="*/ 2388261 w 5183079"/>
              <a:gd name="connsiteY485" fmla="*/ 3054781 h 5183066"/>
              <a:gd name="connsiteX486" fmla="*/ 2320586 w 5183079"/>
              <a:gd name="connsiteY486" fmla="*/ 3328286 h 5183066"/>
              <a:gd name="connsiteX487" fmla="*/ 2591538 w 5183079"/>
              <a:gd name="connsiteY487" fmla="*/ 3374253 h 5183066"/>
              <a:gd name="connsiteX488" fmla="*/ 2862236 w 5183079"/>
              <a:gd name="connsiteY488" fmla="*/ 3328286 h 5183066"/>
              <a:gd name="connsiteX489" fmla="*/ 2794561 w 5183079"/>
              <a:gd name="connsiteY489" fmla="*/ 3055036 h 5183066"/>
              <a:gd name="connsiteX490" fmla="*/ 3014949 w 5183079"/>
              <a:gd name="connsiteY490" fmla="*/ 3029498 h 5183066"/>
              <a:gd name="connsiteX491" fmla="*/ 3115567 w 5183079"/>
              <a:gd name="connsiteY491" fmla="*/ 3013155 h 5183066"/>
              <a:gd name="connsiteX492" fmla="*/ 3807632 w 5183079"/>
              <a:gd name="connsiteY492" fmla="*/ 3018773 h 5183066"/>
              <a:gd name="connsiteX493" fmla="*/ 3808653 w 5183079"/>
              <a:gd name="connsiteY493" fmla="*/ 3018517 h 5183066"/>
              <a:gd name="connsiteX494" fmla="*/ 4096714 w 5183079"/>
              <a:gd name="connsiteY494" fmla="*/ 2972805 h 5183066"/>
              <a:gd name="connsiteX495" fmla="*/ 3915399 w 5183079"/>
              <a:gd name="connsiteY495" fmla="*/ 3175062 h 5183066"/>
              <a:gd name="connsiteX496" fmla="*/ 2772855 w 5183079"/>
              <a:gd name="connsiteY496" fmla="*/ 3384469 h 5183066"/>
              <a:gd name="connsiteX497" fmla="*/ 2846147 w 5183079"/>
              <a:gd name="connsiteY497" fmla="*/ 3677637 h 5183066"/>
              <a:gd name="connsiteX498" fmla="*/ 2590773 w 5183079"/>
              <a:gd name="connsiteY498" fmla="*/ 3732798 h 5183066"/>
              <a:gd name="connsiteX499" fmla="*/ 2335398 w 5183079"/>
              <a:gd name="connsiteY499" fmla="*/ 3677637 h 5183066"/>
              <a:gd name="connsiteX500" fmla="*/ 2408691 w 5183079"/>
              <a:gd name="connsiteY500" fmla="*/ 3384469 h 5183066"/>
              <a:gd name="connsiteX501" fmla="*/ 1268444 w 5183079"/>
              <a:gd name="connsiteY501" fmla="*/ 3175062 h 5183066"/>
              <a:gd name="connsiteX502" fmla="*/ 1087128 w 5183079"/>
              <a:gd name="connsiteY502" fmla="*/ 2972805 h 5183066"/>
              <a:gd name="connsiteX503" fmla="*/ 520453 w 5183079"/>
              <a:gd name="connsiteY503" fmla="*/ 2736585 h 5183066"/>
              <a:gd name="connsiteX504" fmla="*/ 270187 w 5183079"/>
              <a:gd name="connsiteY504" fmla="*/ 2767486 h 5183066"/>
              <a:gd name="connsiteX505" fmla="*/ 291638 w 5183079"/>
              <a:gd name="connsiteY505" fmla="*/ 2943183 h 5183066"/>
              <a:gd name="connsiteX506" fmla="*/ 313856 w 5183079"/>
              <a:gd name="connsiteY506" fmla="*/ 2940629 h 5183066"/>
              <a:gd name="connsiteX507" fmla="*/ 336073 w 5183079"/>
              <a:gd name="connsiteY507" fmla="*/ 2937819 h 5183066"/>
              <a:gd name="connsiteX508" fmla="*/ 320496 w 5183079"/>
              <a:gd name="connsiteY508" fmla="*/ 2810133 h 5183066"/>
              <a:gd name="connsiteX509" fmla="*/ 385616 w 5183079"/>
              <a:gd name="connsiteY509" fmla="*/ 2801961 h 5183066"/>
              <a:gd name="connsiteX510" fmla="*/ 399406 w 5183079"/>
              <a:gd name="connsiteY510" fmla="*/ 2914580 h 5183066"/>
              <a:gd name="connsiteX511" fmla="*/ 421113 w 5183079"/>
              <a:gd name="connsiteY511" fmla="*/ 2912027 h 5183066"/>
              <a:gd name="connsiteX512" fmla="*/ 442565 w 5183079"/>
              <a:gd name="connsiteY512" fmla="*/ 2909473 h 5183066"/>
              <a:gd name="connsiteX513" fmla="*/ 428774 w 5183079"/>
              <a:gd name="connsiteY513" fmla="*/ 2796853 h 5183066"/>
              <a:gd name="connsiteX514" fmla="*/ 481892 w 5183079"/>
              <a:gd name="connsiteY514" fmla="*/ 2790213 h 5183066"/>
              <a:gd name="connsiteX515" fmla="*/ 496704 w 5183079"/>
              <a:gd name="connsiteY515" fmla="*/ 2911516 h 5183066"/>
              <a:gd name="connsiteX516" fmla="*/ 519177 w 5183079"/>
              <a:gd name="connsiteY516" fmla="*/ 2908962 h 5183066"/>
              <a:gd name="connsiteX517" fmla="*/ 541139 w 5183079"/>
              <a:gd name="connsiteY517" fmla="*/ 2906153 h 5183066"/>
              <a:gd name="connsiteX518" fmla="*/ 4741026 w 5183079"/>
              <a:gd name="connsiteY518" fmla="*/ 2693938 h 5183066"/>
              <a:gd name="connsiteX519" fmla="*/ 4676415 w 5183079"/>
              <a:gd name="connsiteY519" fmla="*/ 2719475 h 5183066"/>
              <a:gd name="connsiteX520" fmla="*/ 4676415 w 5183079"/>
              <a:gd name="connsiteY520" fmla="*/ 2872699 h 5183066"/>
              <a:gd name="connsiteX521" fmla="*/ 4869478 w 5183079"/>
              <a:gd name="connsiteY521" fmla="*/ 2890831 h 5183066"/>
              <a:gd name="connsiteX522" fmla="*/ 4911871 w 5183079"/>
              <a:gd name="connsiteY522" fmla="*/ 2814219 h 5183066"/>
              <a:gd name="connsiteX523" fmla="*/ 4882247 w 5183079"/>
              <a:gd name="connsiteY523" fmla="*/ 2745012 h 5183066"/>
              <a:gd name="connsiteX524" fmla="*/ 4878417 w 5183079"/>
              <a:gd name="connsiteY524" fmla="*/ 2742969 h 5183066"/>
              <a:gd name="connsiteX525" fmla="*/ 4911360 w 5183079"/>
              <a:gd name="connsiteY525" fmla="*/ 2740926 h 5183066"/>
              <a:gd name="connsiteX526" fmla="*/ 4913659 w 5183079"/>
              <a:gd name="connsiteY526" fmla="*/ 2709005 h 5183066"/>
              <a:gd name="connsiteX527" fmla="*/ 4778055 w 5183079"/>
              <a:gd name="connsiteY527" fmla="*/ 2697258 h 5183066"/>
              <a:gd name="connsiteX528" fmla="*/ 4769628 w 5183079"/>
              <a:gd name="connsiteY528" fmla="*/ 2794044 h 5183066"/>
              <a:gd name="connsiteX529" fmla="*/ 4813041 w 5183079"/>
              <a:gd name="connsiteY529" fmla="*/ 2797875 h 5183066"/>
              <a:gd name="connsiteX530" fmla="*/ 4817638 w 5183079"/>
              <a:gd name="connsiteY530" fmla="*/ 2743225 h 5183066"/>
              <a:gd name="connsiteX531" fmla="*/ 4847516 w 5183079"/>
              <a:gd name="connsiteY531" fmla="*/ 2758547 h 5183066"/>
              <a:gd name="connsiteX532" fmla="*/ 4866925 w 5183079"/>
              <a:gd name="connsiteY532" fmla="*/ 2804259 h 5183066"/>
              <a:gd name="connsiteX533" fmla="*/ 4841388 w 5183079"/>
              <a:gd name="connsiteY533" fmla="*/ 2852269 h 5183066"/>
              <a:gd name="connsiteX534" fmla="*/ 4774735 w 5183079"/>
              <a:gd name="connsiteY534" fmla="*/ 2863506 h 5183066"/>
              <a:gd name="connsiteX535" fmla="*/ 4710636 w 5183079"/>
              <a:gd name="connsiteY535" fmla="*/ 2840012 h 5183066"/>
              <a:gd name="connsiteX536" fmla="*/ 4691227 w 5183079"/>
              <a:gd name="connsiteY536" fmla="*/ 2788937 h 5183066"/>
              <a:gd name="connsiteX537" fmla="*/ 4706549 w 5183079"/>
              <a:gd name="connsiteY537" fmla="*/ 2756504 h 5183066"/>
              <a:gd name="connsiteX538" fmla="*/ 4736939 w 5183079"/>
              <a:gd name="connsiteY538" fmla="*/ 2742203 h 5183066"/>
              <a:gd name="connsiteX539" fmla="*/ 1252866 w 5183079"/>
              <a:gd name="connsiteY539" fmla="*/ 2615537 h 5183066"/>
              <a:gd name="connsiteX540" fmla="*/ 1412731 w 5183079"/>
              <a:gd name="connsiteY540" fmla="*/ 2632903 h 5183066"/>
              <a:gd name="connsiteX541" fmla="*/ 1551399 w 5183079"/>
              <a:gd name="connsiteY541" fmla="*/ 2632903 h 5183066"/>
              <a:gd name="connsiteX542" fmla="*/ 1710243 w 5183079"/>
              <a:gd name="connsiteY542" fmla="*/ 2631370 h 5183066"/>
              <a:gd name="connsiteX543" fmla="*/ 1950038 w 5183079"/>
              <a:gd name="connsiteY543" fmla="*/ 2637500 h 5183066"/>
              <a:gd name="connsiteX544" fmla="*/ 2209244 w 5183079"/>
              <a:gd name="connsiteY544" fmla="*/ 2697768 h 5183066"/>
              <a:gd name="connsiteX545" fmla="*/ 2392347 w 5183079"/>
              <a:gd name="connsiteY545" fmla="*/ 2710281 h 5183066"/>
              <a:gd name="connsiteX546" fmla="*/ 2330546 w 5183079"/>
              <a:gd name="connsiteY546" fmla="*/ 2973061 h 5183066"/>
              <a:gd name="connsiteX547" fmla="*/ 2585921 w 5183079"/>
              <a:gd name="connsiteY547" fmla="*/ 3003195 h 5183066"/>
              <a:gd name="connsiteX548" fmla="*/ 2588729 w 5183079"/>
              <a:gd name="connsiteY548" fmla="*/ 3003195 h 5183066"/>
              <a:gd name="connsiteX549" fmla="*/ 2592049 w 5183079"/>
              <a:gd name="connsiteY549" fmla="*/ 3003195 h 5183066"/>
              <a:gd name="connsiteX550" fmla="*/ 2849212 w 5183079"/>
              <a:gd name="connsiteY550" fmla="*/ 2972550 h 5183066"/>
              <a:gd name="connsiteX551" fmla="*/ 2787411 w 5183079"/>
              <a:gd name="connsiteY551" fmla="*/ 2709770 h 5183066"/>
              <a:gd name="connsiteX552" fmla="*/ 2970514 w 5183079"/>
              <a:gd name="connsiteY552" fmla="*/ 2697257 h 5183066"/>
              <a:gd name="connsiteX553" fmla="*/ 3230741 w 5183079"/>
              <a:gd name="connsiteY553" fmla="*/ 2637755 h 5183066"/>
              <a:gd name="connsiteX554" fmla="*/ 3470538 w 5183079"/>
              <a:gd name="connsiteY554" fmla="*/ 2631626 h 5183066"/>
              <a:gd name="connsiteX555" fmla="*/ 3629380 w 5183079"/>
              <a:gd name="connsiteY555" fmla="*/ 2633158 h 5183066"/>
              <a:gd name="connsiteX556" fmla="*/ 3768048 w 5183079"/>
              <a:gd name="connsiteY556" fmla="*/ 2633158 h 5183066"/>
              <a:gd name="connsiteX557" fmla="*/ 3768048 w 5183079"/>
              <a:gd name="connsiteY557" fmla="*/ 2632903 h 5183066"/>
              <a:gd name="connsiteX558" fmla="*/ 3927913 w 5183079"/>
              <a:gd name="connsiteY558" fmla="*/ 2615537 h 5183066"/>
              <a:gd name="connsiteX559" fmla="*/ 3774688 w 5183079"/>
              <a:gd name="connsiteY559" fmla="*/ 2766463 h 5183066"/>
              <a:gd name="connsiteX560" fmla="*/ 3551747 w 5183079"/>
              <a:gd name="connsiteY560" fmla="*/ 2868613 h 5183066"/>
              <a:gd name="connsiteX561" fmla="*/ 3007544 w 5183079"/>
              <a:gd name="connsiteY561" fmla="*/ 2988894 h 5183066"/>
              <a:gd name="connsiteX562" fmla="*/ 2764683 w 5183079"/>
              <a:gd name="connsiteY562" fmla="*/ 3016219 h 5183066"/>
              <a:gd name="connsiteX563" fmla="*/ 2741189 w 5183079"/>
              <a:gd name="connsiteY563" fmla="*/ 3018517 h 5183066"/>
              <a:gd name="connsiteX564" fmla="*/ 2809373 w 5183079"/>
              <a:gd name="connsiteY564" fmla="*/ 3295088 h 5183066"/>
              <a:gd name="connsiteX565" fmla="*/ 2589496 w 5183079"/>
              <a:gd name="connsiteY565" fmla="*/ 3332372 h 5183066"/>
              <a:gd name="connsiteX566" fmla="*/ 2369364 w 5183079"/>
              <a:gd name="connsiteY566" fmla="*/ 3295088 h 5183066"/>
              <a:gd name="connsiteX567" fmla="*/ 2437804 w 5183079"/>
              <a:gd name="connsiteY567" fmla="*/ 3018517 h 5183066"/>
              <a:gd name="connsiteX568" fmla="*/ 2414054 w 5183079"/>
              <a:gd name="connsiteY568" fmla="*/ 3016219 h 5183066"/>
              <a:gd name="connsiteX569" fmla="*/ 2171193 w 5183079"/>
              <a:gd name="connsiteY569" fmla="*/ 2988894 h 5183066"/>
              <a:gd name="connsiteX570" fmla="*/ 1629032 w 5183079"/>
              <a:gd name="connsiteY570" fmla="*/ 2868613 h 5183066"/>
              <a:gd name="connsiteX571" fmla="*/ 1406091 w 5183079"/>
              <a:gd name="connsiteY571" fmla="*/ 2766463 h 5183066"/>
              <a:gd name="connsiteX572" fmla="*/ 1252866 w 5183079"/>
              <a:gd name="connsiteY572" fmla="*/ 2615537 h 5183066"/>
              <a:gd name="connsiteX573" fmla="*/ 417282 w 5183079"/>
              <a:gd name="connsiteY573" fmla="*/ 2522070 h 5183066"/>
              <a:gd name="connsiteX574" fmla="*/ 472698 w 5183079"/>
              <a:gd name="connsiteY574" fmla="*/ 2522070 h 5183066"/>
              <a:gd name="connsiteX575" fmla="*/ 472698 w 5183079"/>
              <a:gd name="connsiteY575" fmla="*/ 2575699 h 5183066"/>
              <a:gd name="connsiteX576" fmla="*/ 465804 w 5183079"/>
              <a:gd name="connsiteY576" fmla="*/ 2604046 h 5183066"/>
              <a:gd name="connsiteX577" fmla="*/ 446395 w 5183079"/>
              <a:gd name="connsiteY577" fmla="*/ 2613239 h 5183066"/>
              <a:gd name="connsiteX578" fmla="*/ 424178 w 5183079"/>
              <a:gd name="connsiteY578" fmla="*/ 2604812 h 5183066"/>
              <a:gd name="connsiteX579" fmla="*/ 417282 w 5183079"/>
              <a:gd name="connsiteY579" fmla="*/ 2577487 h 5183066"/>
              <a:gd name="connsiteX580" fmla="*/ 307727 w 5183079"/>
              <a:gd name="connsiteY580" fmla="*/ 2518750 h 5183066"/>
              <a:gd name="connsiteX581" fmla="*/ 374889 w 5183079"/>
              <a:gd name="connsiteY581" fmla="*/ 2520028 h 5183066"/>
              <a:gd name="connsiteX582" fmla="*/ 374889 w 5183079"/>
              <a:gd name="connsiteY582" fmla="*/ 2577742 h 5183066"/>
              <a:gd name="connsiteX583" fmla="*/ 366718 w 5183079"/>
              <a:gd name="connsiteY583" fmla="*/ 2606855 h 5183066"/>
              <a:gd name="connsiteX584" fmla="*/ 342968 w 5183079"/>
              <a:gd name="connsiteY584" fmla="*/ 2616048 h 5183066"/>
              <a:gd name="connsiteX585" fmla="*/ 316154 w 5183079"/>
              <a:gd name="connsiteY585" fmla="*/ 2606089 h 5183066"/>
              <a:gd name="connsiteX586" fmla="*/ 307727 w 5183079"/>
              <a:gd name="connsiteY586" fmla="*/ 2577487 h 5183066"/>
              <a:gd name="connsiteX587" fmla="*/ 265590 w 5183079"/>
              <a:gd name="connsiteY587" fmla="*/ 2471507 h 5183066"/>
              <a:gd name="connsiteX588" fmla="*/ 265590 w 5183079"/>
              <a:gd name="connsiteY588" fmla="*/ 2494746 h 5183066"/>
              <a:gd name="connsiteX589" fmla="*/ 265335 w 5183079"/>
              <a:gd name="connsiteY589" fmla="*/ 2576721 h 5183066"/>
              <a:gd name="connsiteX590" fmla="*/ 284232 w 5183079"/>
              <a:gd name="connsiteY590" fmla="*/ 2641586 h 5183066"/>
              <a:gd name="connsiteX591" fmla="*/ 342713 w 5183079"/>
              <a:gd name="connsiteY591" fmla="*/ 2664570 h 5183066"/>
              <a:gd name="connsiteX592" fmla="*/ 391490 w 5183079"/>
              <a:gd name="connsiteY592" fmla="*/ 2643119 h 5183066"/>
              <a:gd name="connsiteX593" fmla="*/ 399917 w 5183079"/>
              <a:gd name="connsiteY593" fmla="*/ 2628817 h 5183066"/>
              <a:gd name="connsiteX594" fmla="*/ 450992 w 5183079"/>
              <a:gd name="connsiteY594" fmla="*/ 2658696 h 5183066"/>
              <a:gd name="connsiteX595" fmla="*/ 498236 w 5183079"/>
              <a:gd name="connsiteY595" fmla="*/ 2640565 h 5183066"/>
              <a:gd name="connsiteX596" fmla="*/ 515857 w 5183079"/>
              <a:gd name="connsiteY596" fmla="*/ 2588213 h 5183066"/>
              <a:gd name="connsiteX597" fmla="*/ 517645 w 5183079"/>
              <a:gd name="connsiteY597" fmla="*/ 2499087 h 5183066"/>
              <a:gd name="connsiteX598" fmla="*/ 517645 w 5183079"/>
              <a:gd name="connsiteY598" fmla="*/ 2476104 h 5183066"/>
              <a:gd name="connsiteX599" fmla="*/ 4665434 w 5183079"/>
              <a:gd name="connsiteY599" fmla="*/ 2426561 h 5183066"/>
              <a:gd name="connsiteX600" fmla="*/ 4665434 w 5183079"/>
              <a:gd name="connsiteY600" fmla="*/ 2454141 h 5183066"/>
              <a:gd name="connsiteX601" fmla="*/ 4665434 w 5183079"/>
              <a:gd name="connsiteY601" fmla="*/ 2481467 h 5183066"/>
              <a:gd name="connsiteX602" fmla="*/ 4776012 w 5183079"/>
              <a:gd name="connsiteY602" fmla="*/ 2522837 h 5183066"/>
              <a:gd name="connsiteX603" fmla="*/ 4668499 w 5183079"/>
              <a:gd name="connsiteY603" fmla="*/ 2573912 h 5183066"/>
              <a:gd name="connsiteX604" fmla="*/ 4668499 w 5183079"/>
              <a:gd name="connsiteY604" fmla="*/ 2602769 h 5183066"/>
              <a:gd name="connsiteX605" fmla="*/ 4668499 w 5183079"/>
              <a:gd name="connsiteY605" fmla="*/ 2631626 h 5183066"/>
              <a:gd name="connsiteX606" fmla="*/ 4821723 w 5183079"/>
              <a:gd name="connsiteY606" fmla="*/ 2545054 h 5183066"/>
              <a:gd name="connsiteX607" fmla="*/ 4916468 w 5183079"/>
              <a:gd name="connsiteY607" fmla="*/ 2541735 h 5183066"/>
              <a:gd name="connsiteX608" fmla="*/ 4916468 w 5183079"/>
              <a:gd name="connsiteY608" fmla="*/ 2517474 h 5183066"/>
              <a:gd name="connsiteX609" fmla="*/ 4916468 w 5183079"/>
              <a:gd name="connsiteY609" fmla="*/ 2493469 h 5183066"/>
              <a:gd name="connsiteX610" fmla="*/ 4820702 w 5183079"/>
              <a:gd name="connsiteY610" fmla="*/ 2496789 h 5183066"/>
              <a:gd name="connsiteX611" fmla="*/ 3773923 w 5183079"/>
              <a:gd name="connsiteY611" fmla="*/ 2217410 h 5183066"/>
              <a:gd name="connsiteX612" fmla="*/ 3622996 w 5183079"/>
              <a:gd name="connsiteY612" fmla="*/ 2383148 h 5183066"/>
              <a:gd name="connsiteX613" fmla="*/ 3400566 w 5183079"/>
              <a:gd name="connsiteY613" fmla="*/ 2527179 h 5183066"/>
              <a:gd name="connsiteX614" fmla="*/ 2962087 w 5183079"/>
              <a:gd name="connsiteY614" fmla="*/ 2656142 h 5183066"/>
              <a:gd name="connsiteX615" fmla="*/ 2772855 w 5183079"/>
              <a:gd name="connsiteY615" fmla="*/ 2668145 h 5183066"/>
              <a:gd name="connsiteX616" fmla="*/ 2733782 w 5183079"/>
              <a:gd name="connsiteY616" fmla="*/ 2668145 h 5183066"/>
              <a:gd name="connsiteX617" fmla="*/ 2797116 w 5183079"/>
              <a:gd name="connsiteY617" fmla="*/ 2937054 h 5183066"/>
              <a:gd name="connsiteX618" fmla="*/ 2592816 w 5183079"/>
              <a:gd name="connsiteY618" fmla="*/ 2962591 h 5183066"/>
              <a:gd name="connsiteX619" fmla="*/ 2590262 w 5183079"/>
              <a:gd name="connsiteY619" fmla="*/ 2962591 h 5183066"/>
              <a:gd name="connsiteX620" fmla="*/ 2587453 w 5183079"/>
              <a:gd name="connsiteY620" fmla="*/ 2962591 h 5183066"/>
              <a:gd name="connsiteX621" fmla="*/ 2383154 w 5183079"/>
              <a:gd name="connsiteY621" fmla="*/ 2937054 h 5183066"/>
              <a:gd name="connsiteX622" fmla="*/ 2446742 w 5183079"/>
              <a:gd name="connsiteY622" fmla="*/ 2668656 h 5183066"/>
              <a:gd name="connsiteX623" fmla="*/ 2407670 w 5183079"/>
              <a:gd name="connsiteY623" fmla="*/ 2668656 h 5183066"/>
              <a:gd name="connsiteX624" fmla="*/ 2218437 w 5183079"/>
              <a:gd name="connsiteY624" fmla="*/ 2656654 h 5183066"/>
              <a:gd name="connsiteX625" fmla="*/ 1779959 w 5183079"/>
              <a:gd name="connsiteY625" fmla="*/ 2527689 h 5183066"/>
              <a:gd name="connsiteX626" fmla="*/ 1557018 w 5183079"/>
              <a:gd name="connsiteY626" fmla="*/ 2383403 h 5183066"/>
              <a:gd name="connsiteX627" fmla="*/ 1406602 w 5183079"/>
              <a:gd name="connsiteY627" fmla="*/ 2217921 h 5183066"/>
              <a:gd name="connsiteX628" fmla="*/ 1564423 w 5183079"/>
              <a:gd name="connsiteY628" fmla="*/ 2235797 h 5183066"/>
              <a:gd name="connsiteX629" fmla="*/ 1625714 w 5183079"/>
              <a:gd name="connsiteY629" fmla="*/ 2238606 h 5183066"/>
              <a:gd name="connsiteX630" fmla="*/ 1913775 w 5183079"/>
              <a:gd name="connsiteY630" fmla="*/ 2253674 h 5183066"/>
              <a:gd name="connsiteX631" fmla="*/ 1945953 w 5183079"/>
              <a:gd name="connsiteY631" fmla="*/ 2270783 h 5183066"/>
              <a:gd name="connsiteX632" fmla="*/ 2271299 w 5183079"/>
              <a:gd name="connsiteY632" fmla="*/ 2374721 h 5183066"/>
              <a:gd name="connsiteX633" fmla="*/ 2329526 w 5183079"/>
              <a:gd name="connsiteY633" fmla="*/ 2378551 h 5183066"/>
              <a:gd name="connsiteX634" fmla="*/ 2401030 w 5183079"/>
              <a:gd name="connsiteY634" fmla="*/ 2374721 h 5183066"/>
              <a:gd name="connsiteX635" fmla="*/ 2344847 w 5183079"/>
              <a:gd name="connsiteY635" fmla="*/ 2608388 h 5183066"/>
              <a:gd name="connsiteX636" fmla="*/ 2591538 w 5183079"/>
              <a:gd name="connsiteY636" fmla="*/ 2623966 h 5183066"/>
              <a:gd name="connsiteX637" fmla="*/ 2837975 w 5183079"/>
              <a:gd name="connsiteY637" fmla="*/ 2608388 h 5183066"/>
              <a:gd name="connsiteX638" fmla="*/ 2782048 w 5183079"/>
              <a:gd name="connsiteY638" fmla="*/ 2374721 h 5183066"/>
              <a:gd name="connsiteX639" fmla="*/ 2853297 w 5183079"/>
              <a:gd name="connsiteY639" fmla="*/ 2378551 h 5183066"/>
              <a:gd name="connsiteX640" fmla="*/ 2911523 w 5183079"/>
              <a:gd name="connsiteY640" fmla="*/ 2374721 h 5183066"/>
              <a:gd name="connsiteX641" fmla="*/ 3237125 w 5183079"/>
              <a:gd name="connsiteY641" fmla="*/ 2270783 h 5183066"/>
              <a:gd name="connsiteX642" fmla="*/ 3269303 w 5183079"/>
              <a:gd name="connsiteY642" fmla="*/ 2253674 h 5183066"/>
              <a:gd name="connsiteX643" fmla="*/ 3557364 w 5183079"/>
              <a:gd name="connsiteY643" fmla="*/ 2238606 h 5183066"/>
              <a:gd name="connsiteX644" fmla="*/ 3618399 w 5183079"/>
              <a:gd name="connsiteY644" fmla="*/ 2235797 h 5183066"/>
              <a:gd name="connsiteX645" fmla="*/ 3615846 w 5183079"/>
              <a:gd name="connsiteY645" fmla="*/ 2235287 h 5183066"/>
              <a:gd name="connsiteX646" fmla="*/ 3773923 w 5183079"/>
              <a:gd name="connsiteY646" fmla="*/ 2217410 h 5183066"/>
              <a:gd name="connsiteX647" fmla="*/ 2588985 w 5183079"/>
              <a:gd name="connsiteY647" fmla="*/ 1201789 h 5183066"/>
              <a:gd name="connsiteX648" fmla="*/ 2537910 w 5183079"/>
              <a:gd name="connsiteY648" fmla="*/ 1274060 h 5183066"/>
              <a:gd name="connsiteX649" fmla="*/ 2537910 w 5183079"/>
              <a:gd name="connsiteY649" fmla="*/ 1277634 h 5183066"/>
              <a:gd name="connsiteX650" fmla="*/ 2494752 w 5183079"/>
              <a:gd name="connsiteY650" fmla="*/ 1500576 h 5183066"/>
              <a:gd name="connsiteX651" fmla="*/ 2491432 w 5183079"/>
              <a:gd name="connsiteY651" fmla="*/ 1517176 h 5183066"/>
              <a:gd name="connsiteX652" fmla="*/ 2459765 w 5183079"/>
              <a:gd name="connsiteY652" fmla="*/ 1517176 h 5183066"/>
              <a:gd name="connsiteX653" fmla="*/ 1682917 w 5183079"/>
              <a:gd name="connsiteY653" fmla="*/ 1405067 h 5183066"/>
              <a:gd name="connsiteX654" fmla="*/ 1750590 w 5183079"/>
              <a:gd name="connsiteY654" fmla="*/ 1571825 h 5183066"/>
              <a:gd name="connsiteX655" fmla="*/ 1935227 w 5183079"/>
              <a:gd name="connsiteY655" fmla="*/ 1687254 h 5183066"/>
              <a:gd name="connsiteX656" fmla="*/ 1950549 w 5183079"/>
              <a:gd name="connsiteY656" fmla="*/ 1690318 h 5183066"/>
              <a:gd name="connsiteX657" fmla="*/ 1950549 w 5183079"/>
              <a:gd name="connsiteY657" fmla="*/ 1705896 h 5183066"/>
              <a:gd name="connsiteX658" fmla="*/ 1951570 w 5183079"/>
              <a:gd name="connsiteY658" fmla="*/ 1705896 h 5183066"/>
              <a:gd name="connsiteX659" fmla="*/ 2019245 w 5183079"/>
              <a:gd name="connsiteY659" fmla="*/ 1842266 h 5183066"/>
              <a:gd name="connsiteX660" fmla="*/ 2162000 w 5183079"/>
              <a:gd name="connsiteY660" fmla="*/ 1887467 h 5183066"/>
              <a:gd name="connsiteX661" fmla="*/ 2181153 w 5183079"/>
              <a:gd name="connsiteY661" fmla="*/ 1887467 h 5183066"/>
              <a:gd name="connsiteX662" fmla="*/ 2197240 w 5183079"/>
              <a:gd name="connsiteY662" fmla="*/ 1885424 h 5183066"/>
              <a:gd name="connsiteX663" fmla="*/ 2202859 w 5183079"/>
              <a:gd name="connsiteY663" fmla="*/ 1900491 h 5183066"/>
              <a:gd name="connsiteX664" fmla="*/ 2309605 w 5183079"/>
              <a:gd name="connsiteY664" fmla="*/ 1988850 h 5183066"/>
              <a:gd name="connsiteX665" fmla="*/ 2364256 w 5183079"/>
              <a:gd name="connsiteY665" fmla="*/ 1997022 h 5183066"/>
              <a:gd name="connsiteX666" fmla="*/ 2434995 w 5183079"/>
              <a:gd name="connsiteY666" fmla="*/ 1984765 h 5183066"/>
              <a:gd name="connsiteX667" fmla="*/ 2472534 w 5183079"/>
              <a:gd name="connsiteY667" fmla="*/ 1969187 h 5183066"/>
              <a:gd name="connsiteX668" fmla="*/ 2417374 w 5183079"/>
              <a:gd name="connsiteY668" fmla="*/ 2194681 h 5183066"/>
              <a:gd name="connsiteX669" fmla="*/ 2764683 w 5183079"/>
              <a:gd name="connsiteY669" fmla="*/ 2194681 h 5183066"/>
              <a:gd name="connsiteX670" fmla="*/ 2709267 w 5183079"/>
              <a:gd name="connsiteY670" fmla="*/ 1968931 h 5183066"/>
              <a:gd name="connsiteX671" fmla="*/ 2747062 w 5183079"/>
              <a:gd name="connsiteY671" fmla="*/ 1984765 h 5183066"/>
              <a:gd name="connsiteX672" fmla="*/ 2817545 w 5183079"/>
              <a:gd name="connsiteY672" fmla="*/ 1997022 h 5183066"/>
              <a:gd name="connsiteX673" fmla="*/ 2872196 w 5183079"/>
              <a:gd name="connsiteY673" fmla="*/ 1988850 h 5183066"/>
              <a:gd name="connsiteX674" fmla="*/ 2978942 w 5183079"/>
              <a:gd name="connsiteY674" fmla="*/ 1900491 h 5183066"/>
              <a:gd name="connsiteX675" fmla="*/ 2984559 w 5183079"/>
              <a:gd name="connsiteY675" fmla="*/ 1885424 h 5183066"/>
              <a:gd name="connsiteX676" fmla="*/ 3000648 w 5183079"/>
              <a:gd name="connsiteY676" fmla="*/ 1887467 h 5183066"/>
              <a:gd name="connsiteX677" fmla="*/ 3019801 w 5183079"/>
              <a:gd name="connsiteY677" fmla="*/ 1887467 h 5183066"/>
              <a:gd name="connsiteX678" fmla="*/ 3162556 w 5183079"/>
              <a:gd name="connsiteY678" fmla="*/ 1842266 h 5183066"/>
              <a:gd name="connsiteX679" fmla="*/ 3230229 w 5183079"/>
              <a:gd name="connsiteY679" fmla="*/ 1705641 h 5183066"/>
              <a:gd name="connsiteX680" fmla="*/ 3230229 w 5183079"/>
              <a:gd name="connsiteY680" fmla="*/ 1690318 h 5183066"/>
              <a:gd name="connsiteX681" fmla="*/ 3245553 w 5183079"/>
              <a:gd name="connsiteY681" fmla="*/ 1687254 h 5183066"/>
              <a:gd name="connsiteX682" fmla="*/ 3429932 w 5183079"/>
              <a:gd name="connsiteY682" fmla="*/ 1571825 h 5183066"/>
              <a:gd name="connsiteX683" fmla="*/ 3497607 w 5183079"/>
              <a:gd name="connsiteY683" fmla="*/ 1405067 h 5183066"/>
              <a:gd name="connsiteX684" fmla="*/ 2721524 w 5183079"/>
              <a:gd name="connsiteY684" fmla="*/ 1517176 h 5183066"/>
              <a:gd name="connsiteX685" fmla="*/ 2689858 w 5183079"/>
              <a:gd name="connsiteY685" fmla="*/ 1517176 h 5183066"/>
              <a:gd name="connsiteX686" fmla="*/ 2686538 w 5183079"/>
              <a:gd name="connsiteY686" fmla="*/ 1500576 h 5183066"/>
              <a:gd name="connsiteX687" fmla="*/ 2643380 w 5183079"/>
              <a:gd name="connsiteY687" fmla="*/ 1277634 h 5183066"/>
              <a:gd name="connsiteX688" fmla="*/ 2643380 w 5183079"/>
              <a:gd name="connsiteY688" fmla="*/ 1274060 h 5183066"/>
              <a:gd name="connsiteX689" fmla="*/ 2592305 w 5183079"/>
              <a:gd name="connsiteY689" fmla="*/ 1201789 h 5183066"/>
              <a:gd name="connsiteX690" fmla="*/ 2936642 w 5183079"/>
              <a:gd name="connsiteY690" fmla="*/ 1187379 h 5183066"/>
              <a:gd name="connsiteX691" fmla="*/ 2990688 w 5183079"/>
              <a:gd name="connsiteY691" fmla="*/ 1192851 h 5183066"/>
              <a:gd name="connsiteX692" fmla="*/ 3090540 w 5183079"/>
              <a:gd name="connsiteY692" fmla="*/ 1257460 h 5183066"/>
              <a:gd name="connsiteX693" fmla="*/ 2972046 w 5183079"/>
              <a:gd name="connsiteY693" fmla="*/ 1263844 h 5183066"/>
              <a:gd name="connsiteX694" fmla="*/ 2883686 w 5183079"/>
              <a:gd name="connsiteY694" fmla="*/ 1199490 h 5183066"/>
              <a:gd name="connsiteX695" fmla="*/ 2936642 w 5183079"/>
              <a:gd name="connsiteY695" fmla="*/ 1187379 h 5183066"/>
              <a:gd name="connsiteX696" fmla="*/ 844268 w 5183079"/>
              <a:gd name="connsiteY696" fmla="*/ 1079976 h 5183066"/>
              <a:gd name="connsiteX697" fmla="*/ 833797 w 5183079"/>
              <a:gd name="connsiteY697" fmla="*/ 1084062 h 5183066"/>
              <a:gd name="connsiteX698" fmla="*/ 823838 w 5183079"/>
              <a:gd name="connsiteY698" fmla="*/ 1090446 h 5183066"/>
              <a:gd name="connsiteX699" fmla="*/ 812091 w 5183079"/>
              <a:gd name="connsiteY699" fmla="*/ 1103726 h 5183066"/>
              <a:gd name="connsiteX700" fmla="*/ 798811 w 5183079"/>
              <a:gd name="connsiteY700" fmla="*/ 1114962 h 5183066"/>
              <a:gd name="connsiteX701" fmla="*/ 787064 w 5183079"/>
              <a:gd name="connsiteY701" fmla="*/ 1118793 h 5183066"/>
              <a:gd name="connsiteX702" fmla="*/ 784510 w 5183079"/>
              <a:gd name="connsiteY702" fmla="*/ 1125688 h 5183066"/>
              <a:gd name="connsiteX703" fmla="*/ 784256 w 5183079"/>
              <a:gd name="connsiteY703" fmla="*/ 1125688 h 5183066"/>
              <a:gd name="connsiteX704" fmla="*/ 782978 w 5183079"/>
              <a:gd name="connsiteY704" fmla="*/ 1138967 h 5183066"/>
              <a:gd name="connsiteX705" fmla="*/ 788086 w 5183079"/>
              <a:gd name="connsiteY705" fmla="*/ 1144075 h 5183066"/>
              <a:gd name="connsiteX706" fmla="*/ 813623 w 5183079"/>
              <a:gd name="connsiteY706" fmla="*/ 1153779 h 5183066"/>
              <a:gd name="connsiteX707" fmla="*/ 837629 w 5183079"/>
              <a:gd name="connsiteY707" fmla="*/ 1184424 h 5183066"/>
              <a:gd name="connsiteX708" fmla="*/ 844268 w 5183079"/>
              <a:gd name="connsiteY708" fmla="*/ 1203577 h 5183066"/>
              <a:gd name="connsiteX709" fmla="*/ 837373 w 5183079"/>
              <a:gd name="connsiteY709" fmla="*/ 1224262 h 5183066"/>
              <a:gd name="connsiteX710" fmla="*/ 828435 w 5183079"/>
              <a:gd name="connsiteY710" fmla="*/ 1235243 h 5183066"/>
              <a:gd name="connsiteX711" fmla="*/ 819497 w 5183079"/>
              <a:gd name="connsiteY711" fmla="*/ 1253886 h 5183066"/>
              <a:gd name="connsiteX712" fmla="*/ 819497 w 5183079"/>
              <a:gd name="connsiteY712" fmla="*/ 1273805 h 5183066"/>
              <a:gd name="connsiteX713" fmla="*/ 836351 w 5183079"/>
              <a:gd name="connsiteY713" fmla="*/ 1291170 h 5183066"/>
              <a:gd name="connsiteX714" fmla="*/ 846822 w 5183079"/>
              <a:gd name="connsiteY714" fmla="*/ 1297044 h 5183066"/>
              <a:gd name="connsiteX715" fmla="*/ 861378 w 5183079"/>
              <a:gd name="connsiteY715" fmla="*/ 1306493 h 5183066"/>
              <a:gd name="connsiteX716" fmla="*/ 870317 w 5183079"/>
              <a:gd name="connsiteY716" fmla="*/ 1306493 h 5183066"/>
              <a:gd name="connsiteX717" fmla="*/ 876445 w 5183079"/>
              <a:gd name="connsiteY717" fmla="*/ 1297810 h 5183066"/>
              <a:gd name="connsiteX718" fmla="*/ 882064 w 5183079"/>
              <a:gd name="connsiteY718" fmla="*/ 1284275 h 5183066"/>
              <a:gd name="connsiteX719" fmla="*/ 890746 w 5183079"/>
              <a:gd name="connsiteY719" fmla="*/ 1272273 h 5183066"/>
              <a:gd name="connsiteX720" fmla="*/ 899429 w 5183079"/>
              <a:gd name="connsiteY720" fmla="*/ 1269719 h 5183066"/>
              <a:gd name="connsiteX721" fmla="*/ 924966 w 5183079"/>
              <a:gd name="connsiteY721" fmla="*/ 1291681 h 5183066"/>
              <a:gd name="connsiteX722" fmla="*/ 924966 w 5183079"/>
              <a:gd name="connsiteY722" fmla="*/ 1312111 h 5183066"/>
              <a:gd name="connsiteX723" fmla="*/ 916539 w 5183079"/>
              <a:gd name="connsiteY723" fmla="*/ 1346842 h 5183066"/>
              <a:gd name="connsiteX724" fmla="*/ 909133 w 5183079"/>
              <a:gd name="connsiteY724" fmla="*/ 1364718 h 5183066"/>
              <a:gd name="connsiteX725" fmla="*/ 904791 w 5183079"/>
              <a:gd name="connsiteY725" fmla="*/ 1383871 h 5183066"/>
              <a:gd name="connsiteX726" fmla="*/ 898152 w 5183079"/>
              <a:gd name="connsiteY726" fmla="*/ 1392553 h 5183066"/>
              <a:gd name="connsiteX727" fmla="*/ 900706 w 5183079"/>
              <a:gd name="connsiteY727" fmla="*/ 1404301 h 5183066"/>
              <a:gd name="connsiteX728" fmla="*/ 912709 w 5183079"/>
              <a:gd name="connsiteY728" fmla="*/ 1409919 h 5183066"/>
              <a:gd name="connsiteX729" fmla="*/ 925477 w 5183079"/>
              <a:gd name="connsiteY729" fmla="*/ 1417580 h 5183066"/>
              <a:gd name="connsiteX730" fmla="*/ 940033 w 5183079"/>
              <a:gd name="connsiteY730" fmla="*/ 1415026 h 5183066"/>
              <a:gd name="connsiteX731" fmla="*/ 964294 w 5183079"/>
              <a:gd name="connsiteY731" fmla="*/ 1413239 h 5183066"/>
              <a:gd name="connsiteX732" fmla="*/ 968635 w 5183079"/>
              <a:gd name="connsiteY732" fmla="*/ 1378763 h 5183066"/>
              <a:gd name="connsiteX733" fmla="*/ 975275 w 5183079"/>
              <a:gd name="connsiteY733" fmla="*/ 1360121 h 5183066"/>
              <a:gd name="connsiteX734" fmla="*/ 982937 w 5183079"/>
              <a:gd name="connsiteY734" fmla="*/ 1326667 h 5183066"/>
              <a:gd name="connsiteX735" fmla="*/ 990853 w 5183079"/>
              <a:gd name="connsiteY735" fmla="*/ 1302662 h 5183066"/>
              <a:gd name="connsiteX736" fmla="*/ 990853 w 5183079"/>
              <a:gd name="connsiteY736" fmla="*/ 1272528 h 5183066"/>
              <a:gd name="connsiteX737" fmla="*/ 996726 w 5183079"/>
              <a:gd name="connsiteY737" fmla="*/ 1243926 h 5183066"/>
              <a:gd name="connsiteX738" fmla="*/ 992896 w 5183079"/>
              <a:gd name="connsiteY738" fmla="*/ 1229114 h 5183066"/>
              <a:gd name="connsiteX739" fmla="*/ 980127 w 5183079"/>
              <a:gd name="connsiteY739" fmla="*/ 1207918 h 5183066"/>
              <a:gd name="connsiteX740" fmla="*/ 970678 w 5183079"/>
              <a:gd name="connsiteY740" fmla="*/ 1202300 h 5183066"/>
              <a:gd name="connsiteX741" fmla="*/ 964550 w 5183079"/>
              <a:gd name="connsiteY741" fmla="*/ 1198214 h 5183066"/>
              <a:gd name="connsiteX742" fmla="*/ 953058 w 5183079"/>
              <a:gd name="connsiteY742" fmla="*/ 1192851 h 5183066"/>
              <a:gd name="connsiteX743" fmla="*/ 940799 w 5183079"/>
              <a:gd name="connsiteY743" fmla="*/ 1179827 h 5183066"/>
              <a:gd name="connsiteX744" fmla="*/ 927520 w 5183079"/>
              <a:gd name="connsiteY744" fmla="*/ 1163228 h 5183066"/>
              <a:gd name="connsiteX745" fmla="*/ 903515 w 5183079"/>
              <a:gd name="connsiteY745" fmla="*/ 1137690 h 5183066"/>
              <a:gd name="connsiteX746" fmla="*/ 891002 w 5183079"/>
              <a:gd name="connsiteY746" fmla="*/ 1122879 h 5183066"/>
              <a:gd name="connsiteX747" fmla="*/ 883596 w 5183079"/>
              <a:gd name="connsiteY747" fmla="*/ 1103981 h 5183066"/>
              <a:gd name="connsiteX748" fmla="*/ 871593 w 5183079"/>
              <a:gd name="connsiteY748" fmla="*/ 1091723 h 5183066"/>
              <a:gd name="connsiteX749" fmla="*/ 863932 w 5183079"/>
              <a:gd name="connsiteY749" fmla="*/ 1083551 h 5183066"/>
              <a:gd name="connsiteX750" fmla="*/ 844268 w 5183079"/>
              <a:gd name="connsiteY750" fmla="*/ 1079976 h 5183066"/>
              <a:gd name="connsiteX751" fmla="*/ 3100389 w 5183079"/>
              <a:gd name="connsiteY751" fmla="*/ 1078973 h 5183066"/>
              <a:gd name="connsiteX752" fmla="*/ 3202395 w 5183079"/>
              <a:gd name="connsiteY752" fmla="*/ 1092999 h 5183066"/>
              <a:gd name="connsiteX753" fmla="*/ 3105353 w 5183079"/>
              <a:gd name="connsiteY753" fmla="*/ 1147649 h 5183066"/>
              <a:gd name="connsiteX754" fmla="*/ 3001669 w 5183079"/>
              <a:gd name="connsiteY754" fmla="*/ 1114961 h 5183066"/>
              <a:gd name="connsiteX755" fmla="*/ 3047896 w 5183079"/>
              <a:gd name="connsiteY755" fmla="*/ 1088214 h 5183066"/>
              <a:gd name="connsiteX756" fmla="*/ 3100245 w 5183079"/>
              <a:gd name="connsiteY756" fmla="*/ 1078953 h 5183066"/>
              <a:gd name="connsiteX757" fmla="*/ 3100501 w 5183079"/>
              <a:gd name="connsiteY757" fmla="*/ 1078953 h 5183066"/>
              <a:gd name="connsiteX758" fmla="*/ 3100389 w 5183079"/>
              <a:gd name="connsiteY758" fmla="*/ 1078973 h 5183066"/>
              <a:gd name="connsiteX759" fmla="*/ 4310496 w 5183079"/>
              <a:gd name="connsiteY759" fmla="*/ 958450 h 5183066"/>
              <a:gd name="connsiteX760" fmla="*/ 4305613 w 5183079"/>
              <a:gd name="connsiteY760" fmla="*/ 961993 h 5183066"/>
              <a:gd name="connsiteX761" fmla="*/ 4292333 w 5183079"/>
              <a:gd name="connsiteY761" fmla="*/ 978848 h 5183066"/>
              <a:gd name="connsiteX762" fmla="*/ 4266795 w 5183079"/>
              <a:gd name="connsiteY762" fmla="*/ 1005917 h 5183066"/>
              <a:gd name="connsiteX763" fmla="*/ 4239726 w 5183079"/>
              <a:gd name="connsiteY763" fmla="*/ 1027880 h 5183066"/>
              <a:gd name="connsiteX764" fmla="*/ 4229000 w 5183079"/>
              <a:gd name="connsiteY764" fmla="*/ 1041670 h 5183066"/>
              <a:gd name="connsiteX765" fmla="*/ 4223637 w 5183079"/>
              <a:gd name="connsiteY765" fmla="*/ 1052651 h 5183066"/>
              <a:gd name="connsiteX766" fmla="*/ 4215465 w 5183079"/>
              <a:gd name="connsiteY766" fmla="*/ 1052651 h 5183066"/>
              <a:gd name="connsiteX767" fmla="*/ 4199120 w 5183079"/>
              <a:gd name="connsiteY767" fmla="*/ 1044990 h 5183066"/>
              <a:gd name="connsiteX768" fmla="*/ 4197231 w 5183079"/>
              <a:gd name="connsiteY768" fmla="*/ 1043100 h 5183066"/>
              <a:gd name="connsiteX769" fmla="*/ 4199120 w 5183079"/>
              <a:gd name="connsiteY769" fmla="*/ 1034264 h 5183066"/>
              <a:gd name="connsiteX770" fmla="*/ 4214698 w 5183079"/>
              <a:gd name="connsiteY770" fmla="*/ 1014090 h 5183066"/>
              <a:gd name="connsiteX771" fmla="*/ 4210613 w 5183079"/>
              <a:gd name="connsiteY771" fmla="*/ 1010259 h 5183066"/>
              <a:gd name="connsiteX772" fmla="*/ 4173327 w 5183079"/>
              <a:gd name="connsiteY772" fmla="*/ 1018175 h 5183066"/>
              <a:gd name="connsiteX773" fmla="*/ 4164134 w 5183079"/>
              <a:gd name="connsiteY773" fmla="*/ 1015877 h 5183066"/>
              <a:gd name="connsiteX774" fmla="*/ 4152642 w 5183079"/>
              <a:gd name="connsiteY774" fmla="*/ 1020474 h 5183066"/>
              <a:gd name="connsiteX775" fmla="*/ 4131701 w 5183079"/>
              <a:gd name="connsiteY775" fmla="*/ 1039371 h 5183066"/>
              <a:gd name="connsiteX776" fmla="*/ 4117400 w 5183079"/>
              <a:gd name="connsiteY776" fmla="*/ 1064909 h 5183066"/>
              <a:gd name="connsiteX777" fmla="*/ 4121998 w 5183079"/>
              <a:gd name="connsiteY777" fmla="*/ 1076911 h 5183066"/>
              <a:gd name="connsiteX778" fmla="*/ 4159793 w 5183079"/>
              <a:gd name="connsiteY778" fmla="*/ 1083296 h 5183066"/>
              <a:gd name="connsiteX779" fmla="*/ 4170774 w 5183079"/>
              <a:gd name="connsiteY779" fmla="*/ 1083296 h 5183066"/>
              <a:gd name="connsiteX780" fmla="*/ 4196312 w 5183079"/>
              <a:gd name="connsiteY780" fmla="*/ 1080997 h 5183066"/>
              <a:gd name="connsiteX781" fmla="*/ 4218529 w 5183079"/>
              <a:gd name="connsiteY781" fmla="*/ 1093000 h 5183066"/>
              <a:gd name="connsiteX782" fmla="*/ 4235129 w 5183079"/>
              <a:gd name="connsiteY782" fmla="*/ 1105003 h 5183066"/>
              <a:gd name="connsiteX783" fmla="*/ 4255559 w 5183079"/>
              <a:gd name="connsiteY783" fmla="*/ 1121857 h 5183066"/>
              <a:gd name="connsiteX784" fmla="*/ 4269348 w 5183079"/>
              <a:gd name="connsiteY784" fmla="*/ 1131561 h 5183066"/>
              <a:gd name="connsiteX785" fmla="*/ 4283140 w 5183079"/>
              <a:gd name="connsiteY785" fmla="*/ 1140755 h 5183066"/>
              <a:gd name="connsiteX786" fmla="*/ 4308677 w 5183079"/>
              <a:gd name="connsiteY786" fmla="*/ 1162206 h 5183066"/>
              <a:gd name="connsiteX787" fmla="*/ 4324766 w 5183079"/>
              <a:gd name="connsiteY787" fmla="*/ 1175230 h 5183066"/>
              <a:gd name="connsiteX788" fmla="*/ 4339832 w 5183079"/>
              <a:gd name="connsiteY788" fmla="*/ 1187999 h 5183066"/>
              <a:gd name="connsiteX789" fmla="*/ 4322722 w 5183079"/>
              <a:gd name="connsiteY789" fmla="*/ 1192596 h 5183066"/>
              <a:gd name="connsiteX790" fmla="*/ 4307145 w 5183079"/>
              <a:gd name="connsiteY790" fmla="*/ 1186722 h 5183066"/>
              <a:gd name="connsiteX791" fmla="*/ 4300505 w 5183079"/>
              <a:gd name="connsiteY791" fmla="*/ 1174464 h 5183066"/>
              <a:gd name="connsiteX792" fmla="*/ 4291056 w 5183079"/>
              <a:gd name="connsiteY792" fmla="*/ 1165526 h 5183066"/>
              <a:gd name="connsiteX793" fmla="*/ 4280329 w 5183079"/>
              <a:gd name="connsiteY793" fmla="*/ 1153779 h 5183066"/>
              <a:gd name="connsiteX794" fmla="*/ 4272157 w 5183079"/>
              <a:gd name="connsiteY794" fmla="*/ 1151991 h 5183066"/>
              <a:gd name="connsiteX795" fmla="*/ 4261432 w 5183079"/>
              <a:gd name="connsiteY795" fmla="*/ 1146373 h 5183066"/>
              <a:gd name="connsiteX796" fmla="*/ 4250195 w 5183079"/>
              <a:gd name="connsiteY796" fmla="*/ 1138201 h 5183066"/>
              <a:gd name="connsiteX797" fmla="*/ 4234618 w 5183079"/>
              <a:gd name="connsiteY797" fmla="*/ 1127731 h 5183066"/>
              <a:gd name="connsiteX798" fmla="*/ 4222616 w 5183079"/>
              <a:gd name="connsiteY798" fmla="*/ 1117260 h 5183066"/>
              <a:gd name="connsiteX799" fmla="*/ 4215209 w 5183079"/>
              <a:gd name="connsiteY799" fmla="*/ 1115473 h 5183066"/>
              <a:gd name="connsiteX800" fmla="*/ 4202440 w 5183079"/>
              <a:gd name="connsiteY800" fmla="*/ 1103470 h 5183066"/>
              <a:gd name="connsiteX801" fmla="*/ 4172818 w 5183079"/>
              <a:gd name="connsiteY801" fmla="*/ 1114451 h 5183066"/>
              <a:gd name="connsiteX802" fmla="*/ 4159027 w 5183079"/>
              <a:gd name="connsiteY802" fmla="*/ 1122879 h 5183066"/>
              <a:gd name="connsiteX803" fmla="*/ 4154174 w 5183079"/>
              <a:gd name="connsiteY803" fmla="*/ 1133349 h 5183066"/>
              <a:gd name="connsiteX804" fmla="*/ 4162091 w 5183079"/>
              <a:gd name="connsiteY804" fmla="*/ 1142032 h 5183066"/>
              <a:gd name="connsiteX805" fmla="*/ 4176903 w 5183079"/>
              <a:gd name="connsiteY805" fmla="*/ 1147395 h 5183066"/>
              <a:gd name="connsiteX806" fmla="*/ 4191204 w 5183079"/>
              <a:gd name="connsiteY806" fmla="*/ 1150714 h 5183066"/>
              <a:gd name="connsiteX807" fmla="*/ 4197844 w 5183079"/>
              <a:gd name="connsiteY807" fmla="*/ 1159653 h 5183066"/>
              <a:gd name="connsiteX808" fmla="*/ 4184054 w 5183079"/>
              <a:gd name="connsiteY808" fmla="*/ 1165271 h 5183066"/>
              <a:gd name="connsiteX809" fmla="*/ 4172306 w 5183079"/>
              <a:gd name="connsiteY809" fmla="*/ 1173443 h 5183066"/>
              <a:gd name="connsiteX810" fmla="*/ 4164646 w 5183079"/>
              <a:gd name="connsiteY810" fmla="*/ 1174975 h 5183066"/>
              <a:gd name="connsiteX811" fmla="*/ 4152388 w 5183079"/>
              <a:gd name="connsiteY811" fmla="*/ 1170633 h 5183066"/>
              <a:gd name="connsiteX812" fmla="*/ 4135533 w 5183079"/>
              <a:gd name="connsiteY812" fmla="*/ 1160163 h 5183066"/>
              <a:gd name="connsiteX813" fmla="*/ 4117656 w 5183079"/>
              <a:gd name="connsiteY813" fmla="*/ 1155311 h 5183066"/>
              <a:gd name="connsiteX814" fmla="*/ 4109739 w 5183079"/>
              <a:gd name="connsiteY814" fmla="*/ 1140755 h 5183066"/>
              <a:gd name="connsiteX815" fmla="*/ 4084202 w 5183079"/>
              <a:gd name="connsiteY815" fmla="*/ 1134115 h 5183066"/>
              <a:gd name="connsiteX816" fmla="*/ 4068625 w 5183079"/>
              <a:gd name="connsiteY816" fmla="*/ 1143820 h 5183066"/>
              <a:gd name="connsiteX817" fmla="*/ 4060197 w 5183079"/>
              <a:gd name="connsiteY817" fmla="*/ 1154034 h 5183066"/>
              <a:gd name="connsiteX818" fmla="*/ 4063261 w 5183079"/>
              <a:gd name="connsiteY818" fmla="*/ 1162717 h 5183066"/>
              <a:gd name="connsiteX819" fmla="*/ 4072200 w 5183079"/>
              <a:gd name="connsiteY819" fmla="*/ 1178806 h 5183066"/>
              <a:gd name="connsiteX820" fmla="*/ 4091353 w 5183079"/>
              <a:gd name="connsiteY820" fmla="*/ 1188510 h 5183066"/>
              <a:gd name="connsiteX821" fmla="*/ 4111016 w 5183079"/>
              <a:gd name="connsiteY821" fmla="*/ 1203577 h 5183066"/>
              <a:gd name="connsiteX822" fmla="*/ 4130425 w 5183079"/>
              <a:gd name="connsiteY822" fmla="*/ 1218133 h 5183066"/>
              <a:gd name="connsiteX823" fmla="*/ 4127872 w 5183079"/>
              <a:gd name="connsiteY823" fmla="*/ 1230136 h 5183066"/>
              <a:gd name="connsiteX824" fmla="*/ 4078585 w 5183079"/>
              <a:gd name="connsiteY824" fmla="*/ 1241117 h 5183066"/>
              <a:gd name="connsiteX825" fmla="*/ 4053047 w 5183079"/>
              <a:gd name="connsiteY825" fmla="*/ 1221708 h 5183066"/>
              <a:gd name="connsiteX826" fmla="*/ 4039256 w 5183079"/>
              <a:gd name="connsiteY826" fmla="*/ 1216346 h 5183066"/>
              <a:gd name="connsiteX827" fmla="*/ 4039256 w 5183079"/>
              <a:gd name="connsiteY827" fmla="*/ 1250821 h 5183066"/>
              <a:gd name="connsiteX828" fmla="*/ 4025466 w 5183079"/>
              <a:gd name="connsiteY828" fmla="*/ 1263079 h 5183066"/>
              <a:gd name="connsiteX829" fmla="*/ 4043087 w 5183079"/>
              <a:gd name="connsiteY829" fmla="*/ 1282232 h 5183066"/>
              <a:gd name="connsiteX830" fmla="*/ 4058155 w 5183079"/>
              <a:gd name="connsiteY830" fmla="*/ 1291426 h 5183066"/>
              <a:gd name="connsiteX831" fmla="*/ 4078585 w 5183079"/>
              <a:gd name="connsiteY831" fmla="*/ 1301896 h 5183066"/>
              <a:gd name="connsiteX832" fmla="*/ 4109230 w 5183079"/>
              <a:gd name="connsiteY832" fmla="*/ 1293213 h 5183066"/>
              <a:gd name="connsiteX833" fmla="*/ 4124040 w 5183079"/>
              <a:gd name="connsiteY833" fmla="*/ 1289893 h 5183066"/>
              <a:gd name="connsiteX834" fmla="*/ 4141406 w 5183079"/>
              <a:gd name="connsiteY834" fmla="*/ 1279423 h 5183066"/>
              <a:gd name="connsiteX835" fmla="*/ 4155452 w 5183079"/>
              <a:gd name="connsiteY835" fmla="*/ 1269208 h 5183066"/>
              <a:gd name="connsiteX836" fmla="*/ 4169242 w 5183079"/>
              <a:gd name="connsiteY836" fmla="*/ 1254396 h 5183066"/>
              <a:gd name="connsiteX837" fmla="*/ 4198865 w 5183079"/>
              <a:gd name="connsiteY837" fmla="*/ 1266654 h 5183066"/>
              <a:gd name="connsiteX838" fmla="*/ 4210613 w 5183079"/>
              <a:gd name="connsiteY838" fmla="*/ 1273039 h 5183066"/>
              <a:gd name="connsiteX839" fmla="*/ 4225934 w 5183079"/>
              <a:gd name="connsiteY839" fmla="*/ 1284275 h 5183066"/>
              <a:gd name="connsiteX840" fmla="*/ 4239726 w 5183079"/>
              <a:gd name="connsiteY840" fmla="*/ 1285807 h 5183066"/>
              <a:gd name="connsiteX841" fmla="*/ 4256324 w 5183079"/>
              <a:gd name="connsiteY841" fmla="*/ 1276614 h 5183066"/>
              <a:gd name="connsiteX842" fmla="*/ 4256324 w 5183079"/>
              <a:gd name="connsiteY842" fmla="*/ 1266654 h 5183066"/>
              <a:gd name="connsiteX843" fmla="*/ 4249430 w 5183079"/>
              <a:gd name="connsiteY843" fmla="*/ 1248523 h 5183066"/>
              <a:gd name="connsiteX844" fmla="*/ 4243811 w 5183079"/>
              <a:gd name="connsiteY844" fmla="*/ 1229114 h 5183066"/>
              <a:gd name="connsiteX845" fmla="*/ 4232830 w 5183079"/>
              <a:gd name="connsiteY845" fmla="*/ 1225283 h 5183066"/>
              <a:gd name="connsiteX846" fmla="*/ 4217253 w 5183079"/>
              <a:gd name="connsiteY846" fmla="*/ 1217878 h 5183066"/>
              <a:gd name="connsiteX847" fmla="*/ 4212400 w 5183079"/>
              <a:gd name="connsiteY847" fmla="*/ 1210216 h 5183066"/>
              <a:gd name="connsiteX848" fmla="*/ 4227213 w 5183079"/>
              <a:gd name="connsiteY848" fmla="*/ 1200512 h 5183066"/>
              <a:gd name="connsiteX849" fmla="*/ 4249686 w 5183079"/>
              <a:gd name="connsiteY849" fmla="*/ 1200512 h 5183066"/>
              <a:gd name="connsiteX850" fmla="*/ 4266284 w 5183079"/>
              <a:gd name="connsiteY850" fmla="*/ 1200512 h 5183066"/>
              <a:gd name="connsiteX851" fmla="*/ 4304335 w 5183079"/>
              <a:gd name="connsiteY851" fmla="*/ 1208429 h 5183066"/>
              <a:gd name="connsiteX852" fmla="*/ 4317103 w 5183079"/>
              <a:gd name="connsiteY852" fmla="*/ 1221708 h 5183066"/>
              <a:gd name="connsiteX853" fmla="*/ 4325787 w 5183079"/>
              <a:gd name="connsiteY853" fmla="*/ 1232945 h 5183066"/>
              <a:gd name="connsiteX854" fmla="*/ 4337279 w 5183079"/>
              <a:gd name="connsiteY854" fmla="*/ 1238052 h 5183066"/>
              <a:gd name="connsiteX855" fmla="*/ 4369710 w 5183079"/>
              <a:gd name="connsiteY855" fmla="*/ 1258482 h 5183066"/>
              <a:gd name="connsiteX856" fmla="*/ 4392184 w 5183079"/>
              <a:gd name="connsiteY856" fmla="*/ 1246735 h 5183066"/>
              <a:gd name="connsiteX857" fmla="*/ 4407763 w 5183079"/>
              <a:gd name="connsiteY857" fmla="*/ 1223496 h 5183066"/>
              <a:gd name="connsiteX858" fmla="*/ 4402655 w 5183079"/>
              <a:gd name="connsiteY858" fmla="*/ 1212004 h 5183066"/>
              <a:gd name="connsiteX859" fmla="*/ 4397803 w 5183079"/>
              <a:gd name="connsiteY859" fmla="*/ 1202300 h 5183066"/>
              <a:gd name="connsiteX860" fmla="*/ 4397803 w 5183079"/>
              <a:gd name="connsiteY860" fmla="*/ 1190808 h 5183066"/>
              <a:gd name="connsiteX861" fmla="*/ 4389630 w 5183079"/>
              <a:gd name="connsiteY861" fmla="*/ 1182892 h 5183066"/>
              <a:gd name="connsiteX862" fmla="*/ 4371498 w 5183079"/>
              <a:gd name="connsiteY862" fmla="*/ 1177018 h 5183066"/>
              <a:gd name="connsiteX863" fmla="*/ 4367669 w 5183079"/>
              <a:gd name="connsiteY863" fmla="*/ 1168846 h 5183066"/>
              <a:gd name="connsiteX864" fmla="*/ 4383246 w 5183079"/>
              <a:gd name="connsiteY864" fmla="*/ 1158631 h 5183066"/>
              <a:gd name="connsiteX865" fmla="*/ 4396270 w 5183079"/>
              <a:gd name="connsiteY865" fmla="*/ 1151480 h 5183066"/>
              <a:gd name="connsiteX866" fmla="*/ 4408272 w 5183079"/>
              <a:gd name="connsiteY866" fmla="*/ 1146118 h 5183066"/>
              <a:gd name="connsiteX867" fmla="*/ 4444281 w 5183079"/>
              <a:gd name="connsiteY867" fmla="*/ 1132838 h 5183066"/>
              <a:gd name="connsiteX868" fmla="*/ 4468286 w 5183079"/>
              <a:gd name="connsiteY868" fmla="*/ 1135903 h 5183066"/>
              <a:gd name="connsiteX869" fmla="*/ 4482331 w 5183079"/>
              <a:gd name="connsiteY869" fmla="*/ 1124922 h 5183066"/>
              <a:gd name="connsiteX870" fmla="*/ 4487439 w 5183079"/>
              <a:gd name="connsiteY870" fmla="*/ 1115473 h 5183066"/>
              <a:gd name="connsiteX871" fmla="*/ 4484119 w 5183079"/>
              <a:gd name="connsiteY871" fmla="*/ 1099640 h 5183066"/>
              <a:gd name="connsiteX872" fmla="*/ 4474415 w 5183079"/>
              <a:gd name="connsiteY872" fmla="*/ 1091212 h 5183066"/>
              <a:gd name="connsiteX873" fmla="*/ 4467775 w 5183079"/>
              <a:gd name="connsiteY873" fmla="*/ 1091212 h 5183066"/>
              <a:gd name="connsiteX874" fmla="*/ 4422318 w 5183079"/>
              <a:gd name="connsiteY874" fmla="*/ 1075379 h 5183066"/>
              <a:gd name="connsiteX875" fmla="*/ 4413124 w 5183079"/>
              <a:gd name="connsiteY875" fmla="*/ 1095554 h 5183066"/>
              <a:gd name="connsiteX876" fmla="*/ 4402910 w 5183079"/>
              <a:gd name="connsiteY876" fmla="*/ 1100916 h 5183066"/>
              <a:gd name="connsiteX877" fmla="*/ 4390907 w 5183079"/>
              <a:gd name="connsiteY877" fmla="*/ 1102960 h 5183066"/>
              <a:gd name="connsiteX878" fmla="*/ 4378394 w 5183079"/>
              <a:gd name="connsiteY878" fmla="*/ 1098107 h 5183066"/>
              <a:gd name="connsiteX879" fmla="*/ 4368945 w 5183079"/>
              <a:gd name="connsiteY879" fmla="*/ 1108578 h 5183066"/>
              <a:gd name="connsiteX880" fmla="*/ 4358474 w 5183079"/>
              <a:gd name="connsiteY880" fmla="*/ 1108578 h 5183066"/>
              <a:gd name="connsiteX881" fmla="*/ 4348004 w 5183079"/>
              <a:gd name="connsiteY881" fmla="*/ 1107046 h 5183066"/>
              <a:gd name="connsiteX882" fmla="*/ 4339576 w 5183079"/>
              <a:gd name="connsiteY882" fmla="*/ 1118793 h 5183066"/>
              <a:gd name="connsiteX883" fmla="*/ 4345196 w 5183079"/>
              <a:gd name="connsiteY883" fmla="*/ 1131051 h 5183066"/>
              <a:gd name="connsiteX884" fmla="*/ 4324766 w 5183079"/>
              <a:gd name="connsiteY884" fmla="*/ 1131051 h 5183066"/>
              <a:gd name="connsiteX885" fmla="*/ 4328851 w 5183079"/>
              <a:gd name="connsiteY885" fmla="*/ 1116750 h 5183066"/>
              <a:gd name="connsiteX886" fmla="*/ 4323999 w 5183079"/>
              <a:gd name="connsiteY886" fmla="*/ 1099640 h 5183066"/>
              <a:gd name="connsiteX887" fmla="*/ 4346728 w 5183079"/>
              <a:gd name="connsiteY887" fmla="*/ 1096320 h 5183066"/>
              <a:gd name="connsiteX888" fmla="*/ 4384267 w 5183079"/>
              <a:gd name="connsiteY888" fmla="*/ 1085083 h 5183066"/>
              <a:gd name="connsiteX889" fmla="*/ 4387331 w 5183079"/>
              <a:gd name="connsiteY889" fmla="*/ 1071038 h 5183066"/>
              <a:gd name="connsiteX890" fmla="*/ 4398312 w 5183079"/>
              <a:gd name="connsiteY890" fmla="*/ 1060823 h 5183066"/>
              <a:gd name="connsiteX891" fmla="*/ 4419253 w 5183079"/>
              <a:gd name="connsiteY891" fmla="*/ 1058780 h 5183066"/>
              <a:gd name="connsiteX892" fmla="*/ 4437641 w 5183079"/>
              <a:gd name="connsiteY892" fmla="*/ 1050608 h 5183066"/>
              <a:gd name="connsiteX893" fmla="*/ 4435853 w 5183079"/>
              <a:gd name="connsiteY893" fmla="*/ 1030944 h 5183066"/>
              <a:gd name="connsiteX894" fmla="*/ 4429213 w 5183079"/>
              <a:gd name="connsiteY894" fmla="*/ 1026092 h 5183066"/>
              <a:gd name="connsiteX895" fmla="*/ 4423084 w 5183079"/>
              <a:gd name="connsiteY895" fmla="*/ 1020729 h 5183066"/>
              <a:gd name="connsiteX896" fmla="*/ 4402399 w 5183079"/>
              <a:gd name="connsiteY896" fmla="*/ 1026092 h 5183066"/>
              <a:gd name="connsiteX897" fmla="*/ 4379926 w 5183079"/>
              <a:gd name="connsiteY897" fmla="*/ 1028390 h 5183066"/>
              <a:gd name="connsiteX898" fmla="*/ 4379926 w 5183079"/>
              <a:gd name="connsiteY898" fmla="*/ 1013834 h 5183066"/>
              <a:gd name="connsiteX899" fmla="*/ 4365370 w 5183079"/>
              <a:gd name="connsiteY899" fmla="*/ 1013834 h 5183066"/>
              <a:gd name="connsiteX900" fmla="*/ 4357709 w 5183079"/>
              <a:gd name="connsiteY900" fmla="*/ 1029412 h 5183066"/>
              <a:gd name="connsiteX901" fmla="*/ 4342641 w 5183079"/>
              <a:gd name="connsiteY901" fmla="*/ 1035796 h 5183066"/>
              <a:gd name="connsiteX902" fmla="*/ 4329107 w 5183079"/>
              <a:gd name="connsiteY902" fmla="*/ 1048310 h 5183066"/>
              <a:gd name="connsiteX903" fmla="*/ 4338556 w 5183079"/>
              <a:gd name="connsiteY903" fmla="*/ 1052140 h 5183066"/>
              <a:gd name="connsiteX904" fmla="*/ 4351069 w 5183079"/>
              <a:gd name="connsiteY904" fmla="*/ 1058269 h 5183066"/>
              <a:gd name="connsiteX905" fmla="*/ 4342896 w 5183079"/>
              <a:gd name="connsiteY905" fmla="*/ 1076656 h 5183066"/>
              <a:gd name="connsiteX906" fmla="*/ 4323232 w 5183079"/>
              <a:gd name="connsiteY906" fmla="*/ 1075379 h 5183066"/>
              <a:gd name="connsiteX907" fmla="*/ 4324510 w 5183079"/>
              <a:gd name="connsiteY907" fmla="*/ 1065930 h 5183066"/>
              <a:gd name="connsiteX908" fmla="*/ 4314295 w 5183079"/>
              <a:gd name="connsiteY908" fmla="*/ 1053672 h 5183066"/>
              <a:gd name="connsiteX909" fmla="*/ 4316594 w 5183079"/>
              <a:gd name="connsiteY909" fmla="*/ 1046011 h 5183066"/>
              <a:gd name="connsiteX910" fmla="*/ 4336256 w 5183079"/>
              <a:gd name="connsiteY910" fmla="*/ 1020474 h 5183066"/>
              <a:gd name="connsiteX911" fmla="*/ 4340853 w 5183079"/>
              <a:gd name="connsiteY911" fmla="*/ 1012046 h 5183066"/>
              <a:gd name="connsiteX912" fmla="*/ 4348770 w 5183079"/>
              <a:gd name="connsiteY912" fmla="*/ 998512 h 5183066"/>
              <a:gd name="connsiteX913" fmla="*/ 4338556 w 5183079"/>
              <a:gd name="connsiteY913" fmla="*/ 995192 h 5183066"/>
              <a:gd name="connsiteX914" fmla="*/ 4325020 w 5183079"/>
              <a:gd name="connsiteY914" fmla="*/ 1000044 h 5183066"/>
              <a:gd name="connsiteX915" fmla="*/ 4319658 w 5183079"/>
              <a:gd name="connsiteY915" fmla="*/ 1007960 h 5183066"/>
              <a:gd name="connsiteX916" fmla="*/ 4299738 w 5183079"/>
              <a:gd name="connsiteY916" fmla="*/ 1026858 h 5183066"/>
              <a:gd name="connsiteX917" fmla="*/ 4287736 w 5183079"/>
              <a:gd name="connsiteY917" fmla="*/ 1042436 h 5183066"/>
              <a:gd name="connsiteX918" fmla="*/ 4266284 w 5183079"/>
              <a:gd name="connsiteY918" fmla="*/ 1061078 h 5183066"/>
              <a:gd name="connsiteX919" fmla="*/ 4261176 w 5183079"/>
              <a:gd name="connsiteY919" fmla="*/ 1075890 h 5183066"/>
              <a:gd name="connsiteX920" fmla="*/ 4268839 w 5183079"/>
              <a:gd name="connsiteY920" fmla="*/ 1078443 h 5183066"/>
              <a:gd name="connsiteX921" fmla="*/ 4277521 w 5183079"/>
              <a:gd name="connsiteY921" fmla="*/ 1077167 h 5183066"/>
              <a:gd name="connsiteX922" fmla="*/ 4289268 w 5183079"/>
              <a:gd name="connsiteY922" fmla="*/ 1072059 h 5183066"/>
              <a:gd name="connsiteX923" fmla="*/ 4287736 w 5183079"/>
              <a:gd name="connsiteY923" fmla="*/ 1082274 h 5183066"/>
              <a:gd name="connsiteX924" fmla="*/ 4282884 w 5183079"/>
              <a:gd name="connsiteY924" fmla="*/ 1091212 h 5183066"/>
              <a:gd name="connsiteX925" fmla="*/ 4293098 w 5183079"/>
              <a:gd name="connsiteY925" fmla="*/ 1096064 h 5183066"/>
              <a:gd name="connsiteX926" fmla="*/ 4300505 w 5183079"/>
              <a:gd name="connsiteY926" fmla="*/ 1105513 h 5183066"/>
              <a:gd name="connsiteX927" fmla="*/ 4294886 w 5183079"/>
              <a:gd name="connsiteY927" fmla="*/ 1109089 h 5183066"/>
              <a:gd name="connsiteX928" fmla="*/ 4285181 w 5183079"/>
              <a:gd name="connsiteY928" fmla="*/ 1106535 h 5183066"/>
              <a:gd name="connsiteX929" fmla="*/ 4275223 w 5183079"/>
              <a:gd name="connsiteY929" fmla="*/ 1101172 h 5183066"/>
              <a:gd name="connsiteX930" fmla="*/ 4259388 w 5183079"/>
              <a:gd name="connsiteY930" fmla="*/ 1089425 h 5183066"/>
              <a:gd name="connsiteX931" fmla="*/ 4250451 w 5183079"/>
              <a:gd name="connsiteY931" fmla="*/ 1081253 h 5183066"/>
              <a:gd name="connsiteX932" fmla="*/ 4238193 w 5183079"/>
              <a:gd name="connsiteY932" fmla="*/ 1073336 h 5183066"/>
              <a:gd name="connsiteX933" fmla="*/ 4238193 w 5183079"/>
              <a:gd name="connsiteY933" fmla="*/ 1063376 h 5183066"/>
              <a:gd name="connsiteX934" fmla="*/ 4252239 w 5183079"/>
              <a:gd name="connsiteY934" fmla="*/ 1056992 h 5183066"/>
              <a:gd name="connsiteX935" fmla="*/ 4261432 w 5183079"/>
              <a:gd name="connsiteY935" fmla="*/ 1048820 h 5183066"/>
              <a:gd name="connsiteX936" fmla="*/ 4271392 w 5183079"/>
              <a:gd name="connsiteY936" fmla="*/ 1035030 h 5183066"/>
              <a:gd name="connsiteX937" fmla="*/ 4288757 w 5183079"/>
              <a:gd name="connsiteY937" fmla="*/ 1016899 h 5183066"/>
              <a:gd name="connsiteX938" fmla="*/ 4298462 w 5183079"/>
              <a:gd name="connsiteY938" fmla="*/ 1008727 h 5183066"/>
              <a:gd name="connsiteX939" fmla="*/ 4306378 w 5183079"/>
              <a:gd name="connsiteY939" fmla="*/ 1002342 h 5183066"/>
              <a:gd name="connsiteX940" fmla="*/ 4312762 w 5183079"/>
              <a:gd name="connsiteY940" fmla="*/ 995958 h 5183066"/>
              <a:gd name="connsiteX941" fmla="*/ 4322978 w 5183079"/>
              <a:gd name="connsiteY941" fmla="*/ 984977 h 5183066"/>
              <a:gd name="connsiteX942" fmla="*/ 4330383 w 5183079"/>
              <a:gd name="connsiteY942" fmla="*/ 975273 h 5183066"/>
              <a:gd name="connsiteX943" fmla="*/ 4332171 w 5183079"/>
              <a:gd name="connsiteY943" fmla="*/ 967611 h 5183066"/>
              <a:gd name="connsiteX944" fmla="*/ 4326298 w 5183079"/>
              <a:gd name="connsiteY944" fmla="*/ 966079 h 5183066"/>
              <a:gd name="connsiteX945" fmla="*/ 4319402 w 5183079"/>
              <a:gd name="connsiteY945" fmla="*/ 958929 h 5183066"/>
              <a:gd name="connsiteX946" fmla="*/ 4310496 w 5183079"/>
              <a:gd name="connsiteY946" fmla="*/ 958450 h 5183066"/>
              <a:gd name="connsiteX947" fmla="*/ 2901563 w 5183079"/>
              <a:gd name="connsiteY947" fmla="*/ 951266 h 5183066"/>
              <a:gd name="connsiteX948" fmla="*/ 2921993 w 5183079"/>
              <a:gd name="connsiteY948" fmla="*/ 1070271 h 5183066"/>
              <a:gd name="connsiteX949" fmla="*/ 2922760 w 5183079"/>
              <a:gd name="connsiteY949" fmla="*/ 1070271 h 5183066"/>
              <a:gd name="connsiteX950" fmla="*/ 2871685 w 5183079"/>
              <a:gd name="connsiteY950" fmla="*/ 1169357 h 5183066"/>
              <a:gd name="connsiteX951" fmla="*/ 2846148 w 5183079"/>
              <a:gd name="connsiteY951" fmla="*/ 1058780 h 5183066"/>
              <a:gd name="connsiteX952" fmla="*/ 2901563 w 5183079"/>
              <a:gd name="connsiteY952" fmla="*/ 951266 h 5183066"/>
              <a:gd name="connsiteX953" fmla="*/ 933394 w 5183079"/>
              <a:gd name="connsiteY953" fmla="*/ 943096 h 5183066"/>
              <a:gd name="connsiteX954" fmla="*/ 925732 w 5183079"/>
              <a:gd name="connsiteY954" fmla="*/ 948458 h 5183066"/>
              <a:gd name="connsiteX955" fmla="*/ 913730 w 5183079"/>
              <a:gd name="connsiteY955" fmla="*/ 951778 h 5183066"/>
              <a:gd name="connsiteX956" fmla="*/ 905558 w 5183079"/>
              <a:gd name="connsiteY956" fmla="*/ 964802 h 5183066"/>
              <a:gd name="connsiteX957" fmla="*/ 895854 w 5183079"/>
              <a:gd name="connsiteY957" fmla="*/ 971697 h 5183066"/>
              <a:gd name="connsiteX958" fmla="*/ 889214 w 5183079"/>
              <a:gd name="connsiteY958" fmla="*/ 983189 h 5183066"/>
              <a:gd name="connsiteX959" fmla="*/ 876445 w 5183079"/>
              <a:gd name="connsiteY959" fmla="*/ 992383 h 5183066"/>
              <a:gd name="connsiteX960" fmla="*/ 873381 w 5183079"/>
              <a:gd name="connsiteY960" fmla="*/ 1005662 h 5183066"/>
              <a:gd name="connsiteX961" fmla="*/ 887682 w 5183079"/>
              <a:gd name="connsiteY961" fmla="*/ 1019963 h 5183066"/>
              <a:gd name="connsiteX962" fmla="*/ 905047 w 5183079"/>
              <a:gd name="connsiteY962" fmla="*/ 1045500 h 5183066"/>
              <a:gd name="connsiteX963" fmla="*/ 915773 w 5183079"/>
              <a:gd name="connsiteY963" fmla="*/ 1061333 h 5183066"/>
              <a:gd name="connsiteX964" fmla="*/ 936713 w 5183079"/>
              <a:gd name="connsiteY964" fmla="*/ 1083296 h 5183066"/>
              <a:gd name="connsiteX965" fmla="*/ 948205 w 5183079"/>
              <a:gd name="connsiteY965" fmla="*/ 1099384 h 5183066"/>
              <a:gd name="connsiteX966" fmla="*/ 959186 w 5183079"/>
              <a:gd name="connsiteY966" fmla="*/ 1115728 h 5183066"/>
              <a:gd name="connsiteX967" fmla="*/ 964038 w 5183079"/>
              <a:gd name="connsiteY967" fmla="*/ 1127476 h 5183066"/>
              <a:gd name="connsiteX968" fmla="*/ 987022 w 5183079"/>
              <a:gd name="connsiteY968" fmla="*/ 1157099 h 5183066"/>
              <a:gd name="connsiteX969" fmla="*/ 1005409 w 5183079"/>
              <a:gd name="connsiteY969" fmla="*/ 1171144 h 5183066"/>
              <a:gd name="connsiteX970" fmla="*/ 1017667 w 5183079"/>
              <a:gd name="connsiteY970" fmla="*/ 1179827 h 5183066"/>
              <a:gd name="connsiteX971" fmla="*/ 1029670 w 5183079"/>
              <a:gd name="connsiteY971" fmla="*/ 1189787 h 5183066"/>
              <a:gd name="connsiteX972" fmla="*/ 1051377 w 5183079"/>
              <a:gd name="connsiteY972" fmla="*/ 1202811 h 5183066"/>
              <a:gd name="connsiteX973" fmla="*/ 1067466 w 5183079"/>
              <a:gd name="connsiteY973" fmla="*/ 1216090 h 5183066"/>
              <a:gd name="connsiteX974" fmla="*/ 1088151 w 5183079"/>
              <a:gd name="connsiteY974" fmla="*/ 1219921 h 5183066"/>
              <a:gd name="connsiteX975" fmla="*/ 1101174 w 5183079"/>
              <a:gd name="connsiteY975" fmla="*/ 1215835 h 5183066"/>
              <a:gd name="connsiteX976" fmla="*/ 1118540 w 5183079"/>
              <a:gd name="connsiteY976" fmla="*/ 1199236 h 5183066"/>
              <a:gd name="connsiteX977" fmla="*/ 1132841 w 5183079"/>
              <a:gd name="connsiteY977" fmla="*/ 1190553 h 5183066"/>
              <a:gd name="connsiteX978" fmla="*/ 1146376 w 5183079"/>
              <a:gd name="connsiteY978" fmla="*/ 1176763 h 5183066"/>
              <a:gd name="connsiteX979" fmla="*/ 1160933 w 5183079"/>
              <a:gd name="connsiteY979" fmla="*/ 1163739 h 5183066"/>
              <a:gd name="connsiteX980" fmla="*/ 1173446 w 5183079"/>
              <a:gd name="connsiteY980" fmla="*/ 1158376 h 5183066"/>
              <a:gd name="connsiteX981" fmla="*/ 1182639 w 5183079"/>
              <a:gd name="connsiteY981" fmla="*/ 1142287 h 5183066"/>
              <a:gd name="connsiteX982" fmla="*/ 1193109 w 5183079"/>
              <a:gd name="connsiteY982" fmla="*/ 1126965 h 5183066"/>
              <a:gd name="connsiteX983" fmla="*/ 1186215 w 5183079"/>
              <a:gd name="connsiteY983" fmla="*/ 1110876 h 5183066"/>
              <a:gd name="connsiteX984" fmla="*/ 1174212 w 5183079"/>
              <a:gd name="connsiteY984" fmla="*/ 1088148 h 5183066"/>
              <a:gd name="connsiteX985" fmla="*/ 1151739 w 5183079"/>
              <a:gd name="connsiteY985" fmla="*/ 1080231 h 5183066"/>
              <a:gd name="connsiteX986" fmla="*/ 1138970 w 5183079"/>
              <a:gd name="connsiteY986" fmla="*/ 1091212 h 5183066"/>
              <a:gd name="connsiteX987" fmla="*/ 1128500 w 5183079"/>
              <a:gd name="connsiteY987" fmla="*/ 1096320 h 5183066"/>
              <a:gd name="connsiteX988" fmla="*/ 1119051 w 5183079"/>
              <a:gd name="connsiteY988" fmla="*/ 1102704 h 5183066"/>
              <a:gd name="connsiteX989" fmla="*/ 1107048 w 5183079"/>
              <a:gd name="connsiteY989" fmla="*/ 1112664 h 5183066"/>
              <a:gd name="connsiteX990" fmla="*/ 1085086 w 5183079"/>
              <a:gd name="connsiteY990" fmla="*/ 1122113 h 5183066"/>
              <a:gd name="connsiteX991" fmla="*/ 1060826 w 5183079"/>
              <a:gd name="connsiteY991" fmla="*/ 1110110 h 5183066"/>
              <a:gd name="connsiteX992" fmla="*/ 1049079 w 5183079"/>
              <a:gd name="connsiteY992" fmla="*/ 1100406 h 5183066"/>
              <a:gd name="connsiteX993" fmla="*/ 1032734 w 5183079"/>
              <a:gd name="connsiteY993" fmla="*/ 1071804 h 5183066"/>
              <a:gd name="connsiteX994" fmla="*/ 1042183 w 5183079"/>
              <a:gd name="connsiteY994" fmla="*/ 1041670 h 5183066"/>
              <a:gd name="connsiteX995" fmla="*/ 1047035 w 5183079"/>
              <a:gd name="connsiteY995" fmla="*/ 1022006 h 5183066"/>
              <a:gd name="connsiteX996" fmla="*/ 1049079 w 5183079"/>
              <a:gd name="connsiteY996" fmla="*/ 1006428 h 5183066"/>
              <a:gd name="connsiteX997" fmla="*/ 1056484 w 5183079"/>
              <a:gd name="connsiteY997" fmla="*/ 992893 h 5183066"/>
              <a:gd name="connsiteX998" fmla="*/ 1056484 w 5183079"/>
              <a:gd name="connsiteY998" fmla="*/ 981912 h 5183066"/>
              <a:gd name="connsiteX999" fmla="*/ 1043205 w 5183079"/>
              <a:gd name="connsiteY999" fmla="*/ 972974 h 5183066"/>
              <a:gd name="connsiteX1000" fmla="*/ 1018944 w 5183079"/>
              <a:gd name="connsiteY1000" fmla="*/ 966590 h 5183066"/>
              <a:gd name="connsiteX1001" fmla="*/ 998770 w 5183079"/>
              <a:gd name="connsiteY1001" fmla="*/ 977060 h 5183066"/>
              <a:gd name="connsiteX1002" fmla="*/ 995450 w 5183079"/>
              <a:gd name="connsiteY1002" fmla="*/ 991872 h 5183066"/>
              <a:gd name="connsiteX1003" fmla="*/ 982937 w 5183079"/>
              <a:gd name="connsiteY1003" fmla="*/ 998256 h 5183066"/>
              <a:gd name="connsiteX1004" fmla="*/ 973998 w 5183079"/>
              <a:gd name="connsiteY1004" fmla="*/ 985743 h 5183066"/>
              <a:gd name="connsiteX1005" fmla="*/ 963272 w 5183079"/>
              <a:gd name="connsiteY1005" fmla="*/ 953821 h 5183066"/>
              <a:gd name="connsiteX1006" fmla="*/ 943864 w 5183079"/>
              <a:gd name="connsiteY1006" fmla="*/ 943096 h 5183066"/>
              <a:gd name="connsiteX1007" fmla="*/ 933394 w 5183079"/>
              <a:gd name="connsiteY1007" fmla="*/ 943096 h 5183066"/>
              <a:gd name="connsiteX1008" fmla="*/ 3167153 w 5183079"/>
              <a:gd name="connsiteY1008" fmla="*/ 837370 h 5183066"/>
              <a:gd name="connsiteX1009" fmla="*/ 3147489 w 5183079"/>
              <a:gd name="connsiteY1009" fmla="*/ 951778 h 5183066"/>
              <a:gd name="connsiteX1010" fmla="*/ 3087476 w 5183079"/>
              <a:gd name="connsiteY1010" fmla="*/ 1014344 h 5183066"/>
              <a:gd name="connsiteX1011" fmla="*/ 3064236 w 5183079"/>
              <a:gd name="connsiteY1011" fmla="*/ 1052650 h 5183066"/>
              <a:gd name="connsiteX1012" fmla="*/ 2762384 w 5183079"/>
              <a:gd name="connsiteY1012" fmla="*/ 1261291 h 5183066"/>
              <a:gd name="connsiteX1013" fmla="*/ 2851765 w 5183079"/>
              <a:gd name="connsiteY1013" fmla="*/ 1267164 h 5183066"/>
              <a:gd name="connsiteX1014" fmla="*/ 2852787 w 5183079"/>
              <a:gd name="connsiteY1014" fmla="*/ 1266398 h 5183066"/>
              <a:gd name="connsiteX1015" fmla="*/ 2950594 w 5183079"/>
              <a:gd name="connsiteY1015" fmla="*/ 1336882 h 5183066"/>
              <a:gd name="connsiteX1016" fmla="*/ 2835166 w 5183079"/>
              <a:gd name="connsiteY1016" fmla="*/ 1338925 h 5183066"/>
              <a:gd name="connsiteX1017" fmla="*/ 2753446 w 5183079"/>
              <a:gd name="connsiteY1017" fmla="*/ 1264611 h 5183066"/>
              <a:gd name="connsiteX1018" fmla="*/ 2689367 w 5183079"/>
              <a:gd name="connsiteY1018" fmla="*/ 1288146 h 5183066"/>
              <a:gd name="connsiteX1019" fmla="*/ 2691638 w 5183079"/>
              <a:gd name="connsiteY1019" fmla="*/ 1299785 h 5183066"/>
              <a:gd name="connsiteX1020" fmla="*/ 2725610 w 5183079"/>
              <a:gd name="connsiteY1020" fmla="*/ 1474784 h 5183066"/>
              <a:gd name="connsiteX1021" fmla="*/ 3514717 w 5183079"/>
              <a:gd name="connsiteY1021" fmla="*/ 1355779 h 5183066"/>
              <a:gd name="connsiteX1022" fmla="*/ 3542042 w 5183079"/>
              <a:gd name="connsiteY1022" fmla="*/ 1346585 h 5183066"/>
              <a:gd name="connsiteX1023" fmla="*/ 3542042 w 5183079"/>
              <a:gd name="connsiteY1023" fmla="*/ 1375188 h 5183066"/>
              <a:gd name="connsiteX1024" fmla="*/ 3463898 w 5183079"/>
              <a:gd name="connsiteY1024" fmla="*/ 1596596 h 5183066"/>
              <a:gd name="connsiteX1025" fmla="*/ 3269812 w 5183079"/>
              <a:gd name="connsiteY1025" fmla="*/ 1723007 h 5183066"/>
              <a:gd name="connsiteX1026" fmla="*/ 3188859 w 5183079"/>
              <a:gd name="connsiteY1026" fmla="*/ 1873166 h 5183066"/>
              <a:gd name="connsiteX1027" fmla="*/ 3151575 w 5183079"/>
              <a:gd name="connsiteY1027" fmla="*/ 1898703 h 5183066"/>
              <a:gd name="connsiteX1028" fmla="*/ 3524421 w 5183079"/>
              <a:gd name="connsiteY1028" fmla="*/ 1841755 h 5183066"/>
              <a:gd name="connsiteX1029" fmla="*/ 3553790 w 5183079"/>
              <a:gd name="connsiteY1029" fmla="*/ 1836137 h 5183066"/>
              <a:gd name="connsiteX1030" fmla="*/ 3552258 w 5183079"/>
              <a:gd name="connsiteY1030" fmla="*/ 1836137 h 5183066"/>
              <a:gd name="connsiteX1031" fmla="*/ 3632188 w 5183079"/>
              <a:gd name="connsiteY1031" fmla="*/ 1819538 h 5183066"/>
              <a:gd name="connsiteX1032" fmla="*/ 3508332 w 5183079"/>
              <a:gd name="connsiteY1032" fmla="*/ 2001874 h 5183066"/>
              <a:gd name="connsiteX1033" fmla="*/ 3216695 w 5183079"/>
              <a:gd name="connsiteY1033" fmla="*/ 2234009 h 5183066"/>
              <a:gd name="connsiteX1034" fmla="*/ 2903862 w 5183079"/>
              <a:gd name="connsiteY1034" fmla="*/ 2333860 h 5183066"/>
              <a:gd name="connsiteX1035" fmla="*/ 2852787 w 5183079"/>
              <a:gd name="connsiteY1035" fmla="*/ 2337180 h 5183066"/>
              <a:gd name="connsiteX1036" fmla="*/ 2757531 w 5183079"/>
              <a:gd name="connsiteY1036" fmla="*/ 2330286 h 5183066"/>
              <a:gd name="connsiteX1037" fmla="*/ 2727397 w 5183079"/>
              <a:gd name="connsiteY1037" fmla="*/ 2325944 h 5183066"/>
              <a:gd name="connsiteX1038" fmla="*/ 2785879 w 5183079"/>
              <a:gd name="connsiteY1038" fmla="*/ 2570337 h 5183066"/>
              <a:gd name="connsiteX1039" fmla="*/ 2591028 w 5183079"/>
              <a:gd name="connsiteY1039" fmla="*/ 2582850 h 5183066"/>
              <a:gd name="connsiteX1040" fmla="*/ 2395922 w 5183079"/>
              <a:gd name="connsiteY1040" fmla="*/ 2570337 h 5183066"/>
              <a:gd name="connsiteX1041" fmla="*/ 2454402 w 5183079"/>
              <a:gd name="connsiteY1041" fmla="*/ 2325944 h 5183066"/>
              <a:gd name="connsiteX1042" fmla="*/ 2424268 w 5183079"/>
              <a:gd name="connsiteY1042" fmla="*/ 2330286 h 5183066"/>
              <a:gd name="connsiteX1043" fmla="*/ 2329014 w 5183079"/>
              <a:gd name="connsiteY1043" fmla="*/ 2337180 h 5183066"/>
              <a:gd name="connsiteX1044" fmla="*/ 2277939 w 5183079"/>
              <a:gd name="connsiteY1044" fmla="*/ 2333860 h 5183066"/>
              <a:gd name="connsiteX1045" fmla="*/ 1964850 w 5183079"/>
              <a:gd name="connsiteY1045" fmla="*/ 2234009 h 5183066"/>
              <a:gd name="connsiteX1046" fmla="*/ 1673213 w 5183079"/>
              <a:gd name="connsiteY1046" fmla="*/ 2001874 h 5183066"/>
              <a:gd name="connsiteX1047" fmla="*/ 1549355 w 5183079"/>
              <a:gd name="connsiteY1047" fmla="*/ 1819538 h 5183066"/>
              <a:gd name="connsiteX1048" fmla="*/ 1629288 w 5183079"/>
              <a:gd name="connsiteY1048" fmla="*/ 1836137 h 5183066"/>
              <a:gd name="connsiteX1049" fmla="*/ 1658912 w 5183079"/>
              <a:gd name="connsiteY1049" fmla="*/ 1841755 h 5183066"/>
              <a:gd name="connsiteX1050" fmla="*/ 2031502 w 5183079"/>
              <a:gd name="connsiteY1050" fmla="*/ 1898448 h 5183066"/>
              <a:gd name="connsiteX1051" fmla="*/ 1994219 w 5183079"/>
              <a:gd name="connsiteY1051" fmla="*/ 1874187 h 5183066"/>
              <a:gd name="connsiteX1052" fmla="*/ 1913264 w 5183079"/>
              <a:gd name="connsiteY1052" fmla="*/ 1724028 h 5183066"/>
              <a:gd name="connsiteX1053" fmla="*/ 1719180 w 5183079"/>
              <a:gd name="connsiteY1053" fmla="*/ 1597618 h 5183066"/>
              <a:gd name="connsiteX1054" fmla="*/ 1641035 w 5183079"/>
              <a:gd name="connsiteY1054" fmla="*/ 1376209 h 5183066"/>
              <a:gd name="connsiteX1055" fmla="*/ 1641035 w 5183079"/>
              <a:gd name="connsiteY1055" fmla="*/ 1347608 h 5183066"/>
              <a:gd name="connsiteX1056" fmla="*/ 1668105 w 5183079"/>
              <a:gd name="connsiteY1056" fmla="*/ 1356801 h 5183066"/>
              <a:gd name="connsiteX1057" fmla="*/ 2458489 w 5183079"/>
              <a:gd name="connsiteY1057" fmla="*/ 1474784 h 5183066"/>
              <a:gd name="connsiteX1058" fmla="*/ 2498583 w 5183079"/>
              <a:gd name="connsiteY1058" fmla="*/ 1268442 h 5183066"/>
              <a:gd name="connsiteX1059" fmla="*/ 2498583 w 5183079"/>
              <a:gd name="connsiteY1059" fmla="*/ 1265122 h 5183066"/>
              <a:gd name="connsiteX1060" fmla="*/ 2590261 w 5183079"/>
              <a:gd name="connsiteY1060" fmla="*/ 1159397 h 5183066"/>
              <a:gd name="connsiteX1061" fmla="*/ 2593581 w 5183079"/>
              <a:gd name="connsiteY1061" fmla="*/ 1159397 h 5183066"/>
              <a:gd name="connsiteX1062" fmla="*/ 2679017 w 5183079"/>
              <a:gd name="connsiteY1062" fmla="*/ 1237829 h 5183066"/>
              <a:gd name="connsiteX1063" fmla="*/ 2683449 w 5183079"/>
              <a:gd name="connsiteY1063" fmla="*/ 1256438 h 5183066"/>
              <a:gd name="connsiteX1064" fmla="*/ 2744253 w 5183079"/>
              <a:gd name="connsiteY1064" fmla="*/ 1234221 h 5183066"/>
              <a:gd name="connsiteX1065" fmla="*/ 2718716 w 5183079"/>
              <a:gd name="connsiteY1065" fmla="*/ 1124921 h 5183066"/>
              <a:gd name="connsiteX1066" fmla="*/ 2779239 w 5183079"/>
              <a:gd name="connsiteY1066" fmla="*/ 1019962 h 5183066"/>
              <a:gd name="connsiteX1067" fmla="*/ 2798903 w 5183079"/>
              <a:gd name="connsiteY1067" fmla="*/ 1137690 h 5183066"/>
              <a:gd name="connsiteX1068" fmla="*/ 2745785 w 5183079"/>
              <a:gd name="connsiteY1068" fmla="*/ 1233200 h 5183066"/>
              <a:gd name="connsiteX1069" fmla="*/ 2984560 w 5183079"/>
              <a:gd name="connsiteY1069" fmla="*/ 1092489 h 5183066"/>
              <a:gd name="connsiteX1070" fmla="*/ 2960554 w 5183079"/>
              <a:gd name="connsiteY1070" fmla="*/ 986253 h 5183066"/>
              <a:gd name="connsiteX1071" fmla="*/ 3011629 w 5183079"/>
              <a:gd name="connsiteY1071" fmla="*/ 884103 h 5183066"/>
              <a:gd name="connsiteX1072" fmla="*/ 3030273 w 5183079"/>
              <a:gd name="connsiteY1072" fmla="*/ 998256 h 5183066"/>
              <a:gd name="connsiteX1073" fmla="*/ 2985326 w 5183079"/>
              <a:gd name="connsiteY1073" fmla="*/ 1092233 h 5183066"/>
              <a:gd name="connsiteX1074" fmla="*/ 3059384 w 5183079"/>
              <a:gd name="connsiteY1074" fmla="*/ 1024304 h 5183066"/>
              <a:gd name="connsiteX1075" fmla="*/ 3075984 w 5183079"/>
              <a:gd name="connsiteY1075" fmla="*/ 1004385 h 5183066"/>
              <a:gd name="connsiteX1076" fmla="*/ 3090541 w 5183079"/>
              <a:gd name="connsiteY1076" fmla="*/ 912706 h 5183066"/>
              <a:gd name="connsiteX1077" fmla="*/ 3167153 w 5183079"/>
              <a:gd name="connsiteY1077" fmla="*/ 837370 h 5183066"/>
              <a:gd name="connsiteX1078" fmla="*/ 1526596 w 5183079"/>
              <a:gd name="connsiteY1078" fmla="*/ 823229 h 5183066"/>
              <a:gd name="connsiteX1079" fmla="*/ 1523819 w 5183079"/>
              <a:gd name="connsiteY1079" fmla="*/ 824091 h 5183066"/>
              <a:gd name="connsiteX1080" fmla="*/ 1508497 w 5183079"/>
              <a:gd name="connsiteY1080" fmla="*/ 833540 h 5183066"/>
              <a:gd name="connsiteX1081" fmla="*/ 1497005 w 5183079"/>
              <a:gd name="connsiteY1081" fmla="*/ 845032 h 5183066"/>
              <a:gd name="connsiteX1082" fmla="*/ 1475043 w 5183079"/>
              <a:gd name="connsiteY1082" fmla="*/ 836860 h 5183066"/>
              <a:gd name="connsiteX1083" fmla="*/ 1468148 w 5183079"/>
              <a:gd name="connsiteY1083" fmla="*/ 848352 h 5183066"/>
              <a:gd name="connsiteX1084" fmla="*/ 1468148 w 5183079"/>
              <a:gd name="connsiteY1084" fmla="*/ 880018 h 5183066"/>
              <a:gd name="connsiteX1085" fmla="*/ 1468148 w 5183079"/>
              <a:gd name="connsiteY1085" fmla="*/ 893553 h 5183066"/>
              <a:gd name="connsiteX1086" fmla="*/ 1476065 w 5183079"/>
              <a:gd name="connsiteY1086" fmla="*/ 900959 h 5183066"/>
              <a:gd name="connsiteX1087" fmla="*/ 1480917 w 5183079"/>
              <a:gd name="connsiteY1087" fmla="*/ 912961 h 5183066"/>
              <a:gd name="connsiteX1088" fmla="*/ 1506453 w 5183079"/>
              <a:gd name="connsiteY1088" fmla="*/ 917047 h 5183066"/>
              <a:gd name="connsiteX1089" fmla="*/ 1517690 w 5183079"/>
              <a:gd name="connsiteY1089" fmla="*/ 901725 h 5183066"/>
              <a:gd name="connsiteX1090" fmla="*/ 1528417 w 5183079"/>
              <a:gd name="connsiteY1090" fmla="*/ 894064 h 5183066"/>
              <a:gd name="connsiteX1091" fmla="*/ 1534290 w 5183079"/>
              <a:gd name="connsiteY1091" fmla="*/ 881295 h 5183066"/>
              <a:gd name="connsiteX1092" fmla="*/ 1534290 w 5183079"/>
              <a:gd name="connsiteY1092" fmla="*/ 880273 h 5183066"/>
              <a:gd name="connsiteX1093" fmla="*/ 1533013 w 5183079"/>
              <a:gd name="connsiteY1093" fmla="*/ 865207 h 5183066"/>
              <a:gd name="connsiteX1094" fmla="*/ 1536843 w 5183079"/>
              <a:gd name="connsiteY1094" fmla="*/ 856013 h 5183066"/>
              <a:gd name="connsiteX1095" fmla="*/ 1539142 w 5183079"/>
              <a:gd name="connsiteY1095" fmla="*/ 844521 h 5183066"/>
              <a:gd name="connsiteX1096" fmla="*/ 1534801 w 5183079"/>
              <a:gd name="connsiteY1096" fmla="*/ 833796 h 5183066"/>
              <a:gd name="connsiteX1097" fmla="*/ 1530714 w 5183079"/>
              <a:gd name="connsiteY1097" fmla="*/ 824091 h 5183066"/>
              <a:gd name="connsiteX1098" fmla="*/ 1526596 w 5183079"/>
              <a:gd name="connsiteY1098" fmla="*/ 823229 h 5183066"/>
              <a:gd name="connsiteX1099" fmla="*/ 2519845 w 5183079"/>
              <a:gd name="connsiteY1099" fmla="*/ 697502 h 5183066"/>
              <a:gd name="connsiteX1100" fmla="*/ 1454613 w 5183079"/>
              <a:gd name="connsiteY1100" fmla="*/ 1074613 h 5183066"/>
              <a:gd name="connsiteX1101" fmla="*/ 1454358 w 5183079"/>
              <a:gd name="connsiteY1101" fmla="*/ 1074613 h 5183066"/>
              <a:gd name="connsiteX1102" fmla="*/ 695895 w 5183079"/>
              <a:gd name="connsiteY1102" fmla="*/ 2592044 h 5183066"/>
              <a:gd name="connsiteX1103" fmla="*/ 717602 w 5183079"/>
              <a:gd name="connsiteY1103" fmla="*/ 2880616 h 5183066"/>
              <a:gd name="connsiteX1104" fmla="*/ 721944 w 5183079"/>
              <a:gd name="connsiteY1104" fmla="*/ 2904111 h 5183066"/>
              <a:gd name="connsiteX1105" fmla="*/ 742374 w 5183079"/>
              <a:gd name="connsiteY1105" fmla="*/ 3009325 h 5183066"/>
              <a:gd name="connsiteX1106" fmla="*/ 780680 w 5183079"/>
              <a:gd name="connsiteY1106" fmla="*/ 3154632 h 5183066"/>
              <a:gd name="connsiteX1107" fmla="*/ 836351 w 5183079"/>
              <a:gd name="connsiteY1107" fmla="*/ 3307857 h 5183066"/>
              <a:gd name="connsiteX1108" fmla="*/ 844523 w 5183079"/>
              <a:gd name="connsiteY1108" fmla="*/ 3328286 h 5183066"/>
              <a:gd name="connsiteX1109" fmla="*/ 1070274 w 5183079"/>
              <a:gd name="connsiteY1109" fmla="*/ 3724116 h 5183066"/>
              <a:gd name="connsiteX1110" fmla="*/ 1071552 w 5183079"/>
              <a:gd name="connsiteY1110" fmla="*/ 3725648 h 5183066"/>
              <a:gd name="connsiteX1111" fmla="*/ 1073466 w 5183079"/>
              <a:gd name="connsiteY1111" fmla="*/ 3728228 h 5183066"/>
              <a:gd name="connsiteX1112" fmla="*/ 1967899 w 5183079"/>
              <a:gd name="connsiteY1112" fmla="*/ 4382544 h 5183066"/>
              <a:gd name="connsiteX1113" fmla="*/ 2049026 w 5183079"/>
              <a:gd name="connsiteY1113" fmla="*/ 4406397 h 5183066"/>
              <a:gd name="connsiteX1114" fmla="*/ 2043825 w 5183079"/>
              <a:gd name="connsiteY1114" fmla="*/ 4382054 h 5183066"/>
              <a:gd name="connsiteX1115" fmla="*/ 2005455 w 5183079"/>
              <a:gd name="connsiteY1115" fmla="*/ 4320668 h 5183066"/>
              <a:gd name="connsiteX1116" fmla="*/ 1934205 w 5183079"/>
              <a:gd name="connsiteY1116" fmla="*/ 4295131 h 5183066"/>
              <a:gd name="connsiteX1117" fmla="*/ 1922948 w 5183079"/>
              <a:gd name="connsiteY1117" fmla="*/ 4284792 h 5183066"/>
              <a:gd name="connsiteX1118" fmla="*/ 1977702 w 5183079"/>
              <a:gd name="connsiteY1118" fmla="*/ 4288344 h 5183066"/>
              <a:gd name="connsiteX1119" fmla="*/ 2032525 w 5183079"/>
              <a:gd name="connsiteY1119" fmla="*/ 4303558 h 5183066"/>
              <a:gd name="connsiteX1120" fmla="*/ 2104029 w 5183079"/>
              <a:gd name="connsiteY1120" fmla="*/ 4414391 h 5183066"/>
              <a:gd name="connsiteX1121" fmla="*/ 2136462 w 5183079"/>
              <a:gd name="connsiteY1121" fmla="*/ 4414391 h 5183066"/>
              <a:gd name="connsiteX1122" fmla="*/ 2146676 w 5183079"/>
              <a:gd name="connsiteY1122" fmla="*/ 4427415 h 5183066"/>
              <a:gd name="connsiteX1123" fmla="*/ 2232737 w 5183079"/>
              <a:gd name="connsiteY1123" fmla="*/ 4427415 h 5183066"/>
              <a:gd name="connsiteX1124" fmla="*/ 2234717 w 5183079"/>
              <a:gd name="connsiteY1124" fmla="*/ 4441365 h 5183066"/>
              <a:gd name="connsiteX1125" fmla="*/ 2232722 w 5183079"/>
              <a:gd name="connsiteY1125" fmla="*/ 4451288 h 5183066"/>
              <a:gd name="connsiteX1126" fmla="*/ 2321347 w 5183079"/>
              <a:gd name="connsiteY1126" fmla="*/ 4468365 h 5183066"/>
              <a:gd name="connsiteX1127" fmla="*/ 2866682 w 5183079"/>
              <a:gd name="connsiteY1127" fmla="*/ 4467810 h 5183066"/>
              <a:gd name="connsiteX1128" fmla="*/ 3008460 w 5183079"/>
              <a:gd name="connsiteY1128" fmla="*/ 4439980 h 5183066"/>
              <a:gd name="connsiteX1129" fmla="*/ 2998861 w 5183079"/>
              <a:gd name="connsiteY1129" fmla="*/ 4439418 h 5183066"/>
              <a:gd name="connsiteX1130" fmla="*/ 3013417 w 5183079"/>
              <a:gd name="connsiteY1130" fmla="*/ 4434820 h 5183066"/>
              <a:gd name="connsiteX1131" fmla="*/ 2921993 w 5183079"/>
              <a:gd name="connsiteY1131" fmla="*/ 4434820 h 5183066"/>
              <a:gd name="connsiteX1132" fmla="*/ 2870918 w 5183079"/>
              <a:gd name="connsiteY1132" fmla="*/ 4318881 h 5183066"/>
              <a:gd name="connsiteX1133" fmla="*/ 2740678 w 5183079"/>
              <a:gd name="connsiteY1133" fmla="*/ 4313518 h 5183066"/>
              <a:gd name="connsiteX1134" fmla="*/ 2675558 w 5183079"/>
              <a:gd name="connsiteY1134" fmla="*/ 4413114 h 5183066"/>
              <a:gd name="connsiteX1135" fmla="*/ 2669667 w 5183079"/>
              <a:gd name="connsiteY1135" fmla="*/ 4426708 h 5183066"/>
              <a:gd name="connsiteX1136" fmla="*/ 2669683 w 5183079"/>
              <a:gd name="connsiteY1136" fmla="*/ 4426393 h 5183066"/>
              <a:gd name="connsiteX1137" fmla="*/ 2668918 w 5183079"/>
              <a:gd name="connsiteY1137" fmla="*/ 4428436 h 5183066"/>
              <a:gd name="connsiteX1138" fmla="*/ 2669667 w 5183079"/>
              <a:gd name="connsiteY1138" fmla="*/ 4426708 h 5183066"/>
              <a:gd name="connsiteX1139" fmla="*/ 2667641 w 5183079"/>
              <a:gd name="connsiteY1139" fmla="*/ 4465976 h 5183066"/>
              <a:gd name="connsiteX1140" fmla="*/ 2621163 w 5183079"/>
              <a:gd name="connsiteY1140" fmla="*/ 4465976 h 5183066"/>
              <a:gd name="connsiteX1141" fmla="*/ 2640827 w 5183079"/>
              <a:gd name="connsiteY1141" fmla="*/ 4458826 h 5183066"/>
              <a:gd name="connsiteX1142" fmla="*/ 2624483 w 5183079"/>
              <a:gd name="connsiteY1142" fmla="*/ 4456017 h 5183066"/>
              <a:gd name="connsiteX1143" fmla="*/ 2631632 w 5183079"/>
              <a:gd name="connsiteY1143" fmla="*/ 4448355 h 5183066"/>
              <a:gd name="connsiteX1144" fmla="*/ 2606095 w 5183079"/>
              <a:gd name="connsiteY1144" fmla="*/ 4448355 h 5183066"/>
              <a:gd name="connsiteX1145" fmla="*/ 2616055 w 5183079"/>
              <a:gd name="connsiteY1145" fmla="*/ 4441716 h 5183066"/>
              <a:gd name="connsiteX1146" fmla="*/ 2572131 w 5183079"/>
              <a:gd name="connsiteY1146" fmla="*/ 4441716 h 5183066"/>
              <a:gd name="connsiteX1147" fmla="*/ 2581069 w 5183079"/>
              <a:gd name="connsiteY1147" fmla="*/ 4434820 h 5183066"/>
              <a:gd name="connsiteX1148" fmla="*/ 2490921 w 5183079"/>
              <a:gd name="connsiteY1148" fmla="*/ 4434820 h 5183066"/>
              <a:gd name="connsiteX1149" fmla="*/ 2439846 w 5183079"/>
              <a:gd name="connsiteY1149" fmla="*/ 4318881 h 5183066"/>
              <a:gd name="connsiteX1150" fmla="*/ 2309606 w 5183079"/>
              <a:gd name="connsiteY1150" fmla="*/ 4313518 h 5183066"/>
              <a:gd name="connsiteX1151" fmla="*/ 2244485 w 5183079"/>
              <a:gd name="connsiteY1151" fmla="*/ 4413114 h 5183066"/>
              <a:gd name="connsiteX1152" fmla="*/ 2232993 w 5183079"/>
              <a:gd name="connsiteY1152" fmla="*/ 4409539 h 5183066"/>
              <a:gd name="connsiteX1153" fmla="*/ 2261595 w 5183079"/>
              <a:gd name="connsiteY1153" fmla="*/ 4327308 h 5183066"/>
              <a:gd name="connsiteX1154" fmla="*/ 2370896 w 5183079"/>
              <a:gd name="connsiteY1154" fmla="*/ 4283384 h 5183066"/>
              <a:gd name="connsiteX1155" fmla="*/ 2524121 w 5183079"/>
              <a:gd name="connsiteY1155" fmla="*/ 4323478 h 5183066"/>
              <a:gd name="connsiteX1156" fmla="*/ 2553488 w 5183079"/>
              <a:gd name="connsiteY1156" fmla="*/ 4422563 h 5183066"/>
              <a:gd name="connsiteX1157" fmla="*/ 2655638 w 5183079"/>
              <a:gd name="connsiteY1157" fmla="*/ 4420009 h 5183066"/>
              <a:gd name="connsiteX1158" fmla="*/ 2693944 w 5183079"/>
              <a:gd name="connsiteY1158" fmla="*/ 4327308 h 5183066"/>
              <a:gd name="connsiteX1159" fmla="*/ 2803245 w 5183079"/>
              <a:gd name="connsiteY1159" fmla="*/ 4283384 h 5183066"/>
              <a:gd name="connsiteX1160" fmla="*/ 2956469 w 5183079"/>
              <a:gd name="connsiteY1160" fmla="*/ 4323478 h 5183066"/>
              <a:gd name="connsiteX1161" fmla="*/ 2985836 w 5183079"/>
              <a:gd name="connsiteY1161" fmla="*/ 4422563 h 5183066"/>
              <a:gd name="connsiteX1162" fmla="*/ 3087986 w 5183079"/>
              <a:gd name="connsiteY1162" fmla="*/ 4420009 h 5183066"/>
              <a:gd name="connsiteX1163" fmla="*/ 3146978 w 5183079"/>
              <a:gd name="connsiteY1163" fmla="*/ 4302537 h 5183066"/>
              <a:gd name="connsiteX1164" fmla="*/ 3242503 w 5183079"/>
              <a:gd name="connsiteY1164" fmla="*/ 4277866 h 5183066"/>
              <a:gd name="connsiteX1165" fmla="*/ 3253979 w 5183079"/>
              <a:gd name="connsiteY1165" fmla="*/ 4278277 h 5183066"/>
              <a:gd name="connsiteX1166" fmla="*/ 3253979 w 5183079"/>
              <a:gd name="connsiteY1166" fmla="*/ 4316072 h 5183066"/>
              <a:gd name="connsiteX1167" fmla="*/ 3147744 w 5183079"/>
              <a:gd name="connsiteY1167" fmla="*/ 4331394 h 5183066"/>
              <a:gd name="connsiteX1168" fmla="*/ 3107271 w 5183079"/>
              <a:gd name="connsiteY1168" fmla="*/ 4407169 h 5183066"/>
              <a:gd name="connsiteX1169" fmla="*/ 3105871 w 5183079"/>
              <a:gd name="connsiteY1169" fmla="*/ 4414744 h 5183066"/>
              <a:gd name="connsiteX1170" fmla="*/ 3224786 w 5183079"/>
              <a:gd name="connsiteY1170" fmla="*/ 4379013 h 5183066"/>
              <a:gd name="connsiteX1171" fmla="*/ 3727086 w 5183079"/>
              <a:gd name="connsiteY1171" fmla="*/ 4109347 h 5183066"/>
              <a:gd name="connsiteX1172" fmla="*/ 4108234 w 5183079"/>
              <a:gd name="connsiteY1172" fmla="*/ 1455758 h 5183066"/>
              <a:gd name="connsiteX1173" fmla="*/ 2679273 w 5183079"/>
              <a:gd name="connsiteY1173" fmla="*/ 698353 h 5183066"/>
              <a:gd name="connsiteX1174" fmla="*/ 2519845 w 5183079"/>
              <a:gd name="connsiteY1174" fmla="*/ 697502 h 5183066"/>
              <a:gd name="connsiteX1175" fmla="*/ 1677810 w 5183079"/>
              <a:gd name="connsiteY1175" fmla="*/ 686700 h 5183066"/>
              <a:gd name="connsiteX1176" fmla="*/ 1669894 w 5183079"/>
              <a:gd name="connsiteY1176" fmla="*/ 693340 h 5183066"/>
              <a:gd name="connsiteX1177" fmla="*/ 1658146 w 5183079"/>
              <a:gd name="connsiteY1177" fmla="*/ 696149 h 5183066"/>
              <a:gd name="connsiteX1178" fmla="*/ 1647165 w 5183079"/>
              <a:gd name="connsiteY1178" fmla="*/ 701257 h 5183066"/>
              <a:gd name="connsiteX1179" fmla="*/ 1633885 w 5183079"/>
              <a:gd name="connsiteY1179" fmla="*/ 701257 h 5183066"/>
              <a:gd name="connsiteX1180" fmla="*/ 1622648 w 5183079"/>
              <a:gd name="connsiteY1180" fmla="*/ 704832 h 5183066"/>
              <a:gd name="connsiteX1181" fmla="*/ 1621883 w 5183079"/>
              <a:gd name="connsiteY1181" fmla="*/ 703810 h 5183066"/>
              <a:gd name="connsiteX1182" fmla="*/ 1627246 w 5183079"/>
              <a:gd name="connsiteY1182" fmla="*/ 721176 h 5183066"/>
              <a:gd name="connsiteX1183" fmla="*/ 1631843 w 5183079"/>
              <a:gd name="connsiteY1183" fmla="*/ 730880 h 5183066"/>
              <a:gd name="connsiteX1184" fmla="*/ 1644612 w 5183079"/>
              <a:gd name="connsiteY1184" fmla="*/ 743138 h 5183066"/>
              <a:gd name="connsiteX1185" fmla="*/ 1659168 w 5183079"/>
              <a:gd name="connsiteY1185" fmla="*/ 752331 h 5183066"/>
              <a:gd name="connsiteX1186" fmla="*/ 1676534 w 5183079"/>
              <a:gd name="connsiteY1186" fmla="*/ 762546 h 5183066"/>
              <a:gd name="connsiteX1187" fmla="*/ 1683939 w 5183079"/>
              <a:gd name="connsiteY1187" fmla="*/ 773527 h 5183066"/>
              <a:gd name="connsiteX1188" fmla="*/ 1696963 w 5183079"/>
              <a:gd name="connsiteY1188" fmla="*/ 777358 h 5183066"/>
              <a:gd name="connsiteX1189" fmla="*/ 1704368 w 5183079"/>
              <a:gd name="connsiteY1189" fmla="*/ 766121 h 5183066"/>
              <a:gd name="connsiteX1190" fmla="*/ 1714073 w 5183079"/>
              <a:gd name="connsiteY1190" fmla="*/ 759992 h 5183066"/>
              <a:gd name="connsiteX1191" fmla="*/ 1722756 w 5183079"/>
              <a:gd name="connsiteY1191" fmla="*/ 748501 h 5183066"/>
              <a:gd name="connsiteX1192" fmla="*/ 1724798 w 5183079"/>
              <a:gd name="connsiteY1192" fmla="*/ 736754 h 5183066"/>
              <a:gd name="connsiteX1193" fmla="*/ 1723522 w 5183079"/>
              <a:gd name="connsiteY1193" fmla="*/ 721686 h 5183066"/>
              <a:gd name="connsiteX1194" fmla="*/ 1725054 w 5183079"/>
              <a:gd name="connsiteY1194" fmla="*/ 707896 h 5183066"/>
              <a:gd name="connsiteX1195" fmla="*/ 1719692 w 5183079"/>
              <a:gd name="connsiteY1195" fmla="*/ 697171 h 5183066"/>
              <a:gd name="connsiteX1196" fmla="*/ 1709221 w 5183079"/>
              <a:gd name="connsiteY1196" fmla="*/ 692318 h 5183066"/>
              <a:gd name="connsiteX1197" fmla="*/ 1677810 w 5183079"/>
              <a:gd name="connsiteY1197" fmla="*/ 686700 h 5183066"/>
              <a:gd name="connsiteX1198" fmla="*/ 1542462 w 5183079"/>
              <a:gd name="connsiteY1198" fmla="*/ 652224 h 5183066"/>
              <a:gd name="connsiteX1199" fmla="*/ 1544759 w 5183079"/>
              <a:gd name="connsiteY1199" fmla="*/ 664482 h 5183066"/>
              <a:gd name="connsiteX1200" fmla="*/ 1539651 w 5183079"/>
              <a:gd name="connsiteY1200" fmla="*/ 681081 h 5183066"/>
              <a:gd name="connsiteX1201" fmla="*/ 1532502 w 5183079"/>
              <a:gd name="connsiteY1201" fmla="*/ 699469 h 5183066"/>
              <a:gd name="connsiteX1202" fmla="*/ 1520754 w 5183079"/>
              <a:gd name="connsiteY1202" fmla="*/ 712237 h 5183066"/>
              <a:gd name="connsiteX1203" fmla="*/ 1507985 w 5183079"/>
              <a:gd name="connsiteY1203" fmla="*/ 709174 h 5183066"/>
              <a:gd name="connsiteX1204" fmla="*/ 1507985 w 5183079"/>
              <a:gd name="connsiteY1204" fmla="*/ 696148 h 5183066"/>
              <a:gd name="connsiteX1205" fmla="*/ 1521776 w 5183079"/>
              <a:gd name="connsiteY1205" fmla="*/ 676995 h 5183066"/>
              <a:gd name="connsiteX1206" fmla="*/ 1526117 w 5183079"/>
              <a:gd name="connsiteY1206" fmla="*/ 668057 h 5183066"/>
              <a:gd name="connsiteX1207" fmla="*/ 1533778 w 5183079"/>
              <a:gd name="connsiteY1207" fmla="*/ 659119 h 5183066"/>
              <a:gd name="connsiteX1208" fmla="*/ 1542462 w 5183079"/>
              <a:gd name="connsiteY1208" fmla="*/ 652224 h 5183066"/>
              <a:gd name="connsiteX1209" fmla="*/ 1564424 w 5183079"/>
              <a:gd name="connsiteY1209" fmla="*/ 581486 h 5183066"/>
              <a:gd name="connsiteX1210" fmla="*/ 1551911 w 5183079"/>
              <a:gd name="connsiteY1210" fmla="*/ 588381 h 5183066"/>
              <a:gd name="connsiteX1211" fmla="*/ 1538631 w 5183079"/>
              <a:gd name="connsiteY1211" fmla="*/ 590680 h 5183066"/>
              <a:gd name="connsiteX1212" fmla="*/ 1532758 w 5183079"/>
              <a:gd name="connsiteY1212" fmla="*/ 597319 h 5183066"/>
              <a:gd name="connsiteX1213" fmla="*/ 1528671 w 5183079"/>
              <a:gd name="connsiteY1213" fmla="*/ 604470 h 5183066"/>
              <a:gd name="connsiteX1214" fmla="*/ 1524330 w 5183079"/>
              <a:gd name="connsiteY1214" fmla="*/ 613408 h 5183066"/>
              <a:gd name="connsiteX1215" fmla="*/ 1515137 w 5183079"/>
              <a:gd name="connsiteY1215" fmla="*/ 625666 h 5183066"/>
              <a:gd name="connsiteX1216" fmla="*/ 1507476 w 5183079"/>
              <a:gd name="connsiteY1216" fmla="*/ 633582 h 5183066"/>
              <a:gd name="connsiteX1217" fmla="*/ 1498537 w 5183079"/>
              <a:gd name="connsiteY1217" fmla="*/ 644819 h 5183066"/>
              <a:gd name="connsiteX1218" fmla="*/ 1485258 w 5183079"/>
              <a:gd name="connsiteY1218" fmla="*/ 658609 h 5183066"/>
              <a:gd name="connsiteX1219" fmla="*/ 1467637 w 5183079"/>
              <a:gd name="connsiteY1219" fmla="*/ 677507 h 5183066"/>
              <a:gd name="connsiteX1220" fmla="*/ 1458954 w 5183079"/>
              <a:gd name="connsiteY1220" fmla="*/ 674187 h 5183066"/>
              <a:gd name="connsiteX1221" fmla="*/ 1445419 w 5183079"/>
              <a:gd name="connsiteY1221" fmla="*/ 674187 h 5183066"/>
              <a:gd name="connsiteX1222" fmla="*/ 1436737 w 5183079"/>
              <a:gd name="connsiteY1222" fmla="*/ 686189 h 5183066"/>
              <a:gd name="connsiteX1223" fmla="*/ 1438269 w 5183079"/>
              <a:gd name="connsiteY1223" fmla="*/ 716068 h 5183066"/>
              <a:gd name="connsiteX1224" fmla="*/ 1451548 w 5183079"/>
              <a:gd name="connsiteY1224" fmla="*/ 735732 h 5183066"/>
              <a:gd name="connsiteX1225" fmla="*/ 1466871 w 5183079"/>
              <a:gd name="connsiteY1225" fmla="*/ 753608 h 5183066"/>
              <a:gd name="connsiteX1226" fmla="*/ 1479384 w 5183079"/>
              <a:gd name="connsiteY1226" fmla="*/ 766887 h 5183066"/>
              <a:gd name="connsiteX1227" fmla="*/ 1487045 w 5183079"/>
              <a:gd name="connsiteY1227" fmla="*/ 776847 h 5183066"/>
              <a:gd name="connsiteX1228" fmla="*/ 1492664 w 5183079"/>
              <a:gd name="connsiteY1228" fmla="*/ 780678 h 5183066"/>
              <a:gd name="connsiteX1229" fmla="*/ 1501601 w 5183079"/>
              <a:gd name="connsiteY1229" fmla="*/ 789105 h 5183066"/>
              <a:gd name="connsiteX1230" fmla="*/ 1509008 w 5183079"/>
              <a:gd name="connsiteY1230" fmla="*/ 790637 h 5183066"/>
              <a:gd name="connsiteX1231" fmla="*/ 1523565 w 5183079"/>
              <a:gd name="connsiteY1231" fmla="*/ 783742 h 5183066"/>
              <a:gd name="connsiteX1232" fmla="*/ 1530970 w 5183079"/>
              <a:gd name="connsiteY1232" fmla="*/ 777103 h 5183066"/>
              <a:gd name="connsiteX1233" fmla="*/ 1543739 w 5183079"/>
              <a:gd name="connsiteY1233" fmla="*/ 773527 h 5183066"/>
              <a:gd name="connsiteX1234" fmla="*/ 1551399 w 5183079"/>
              <a:gd name="connsiteY1234" fmla="*/ 778124 h 5183066"/>
              <a:gd name="connsiteX1235" fmla="*/ 1561104 w 5183079"/>
              <a:gd name="connsiteY1235" fmla="*/ 799575 h 5183066"/>
              <a:gd name="connsiteX1236" fmla="*/ 1570041 w 5183079"/>
              <a:gd name="connsiteY1236" fmla="*/ 814643 h 5183066"/>
              <a:gd name="connsiteX1237" fmla="*/ 1576426 w 5183079"/>
              <a:gd name="connsiteY1237" fmla="*/ 825624 h 5183066"/>
              <a:gd name="connsiteX1238" fmla="*/ 1572085 w 5183079"/>
              <a:gd name="connsiteY1238" fmla="*/ 848863 h 5183066"/>
              <a:gd name="connsiteX1239" fmla="*/ 1551911 w 5183079"/>
              <a:gd name="connsiteY1239" fmla="*/ 853204 h 5183066"/>
              <a:gd name="connsiteX1240" fmla="*/ 1543483 w 5183079"/>
              <a:gd name="connsiteY1240" fmla="*/ 864696 h 5183066"/>
              <a:gd name="connsiteX1241" fmla="*/ 1572085 w 5183079"/>
              <a:gd name="connsiteY1241" fmla="*/ 872102 h 5183066"/>
              <a:gd name="connsiteX1242" fmla="*/ 1585365 w 5183079"/>
              <a:gd name="connsiteY1242" fmla="*/ 880273 h 5183066"/>
              <a:gd name="connsiteX1243" fmla="*/ 1600431 w 5183079"/>
              <a:gd name="connsiteY1243" fmla="*/ 878741 h 5183066"/>
              <a:gd name="connsiteX1244" fmla="*/ 1610647 w 5183079"/>
              <a:gd name="connsiteY1244" fmla="*/ 880018 h 5183066"/>
              <a:gd name="connsiteX1245" fmla="*/ 1621627 w 5183079"/>
              <a:gd name="connsiteY1245" fmla="*/ 878741 h 5183066"/>
              <a:gd name="connsiteX1246" fmla="*/ 1629544 w 5183079"/>
              <a:gd name="connsiteY1246" fmla="*/ 878741 h 5183066"/>
              <a:gd name="connsiteX1247" fmla="*/ 1638227 w 5183079"/>
              <a:gd name="connsiteY1247" fmla="*/ 864696 h 5183066"/>
              <a:gd name="connsiteX1248" fmla="*/ 1643589 w 5183079"/>
              <a:gd name="connsiteY1248" fmla="*/ 843244 h 5183066"/>
              <a:gd name="connsiteX1249" fmla="*/ 1644867 w 5183079"/>
              <a:gd name="connsiteY1249" fmla="*/ 817707 h 5183066"/>
              <a:gd name="connsiteX1250" fmla="*/ 1604773 w 5183079"/>
              <a:gd name="connsiteY1250" fmla="*/ 751054 h 5183066"/>
              <a:gd name="connsiteX1251" fmla="*/ 1593537 w 5183079"/>
              <a:gd name="connsiteY1251" fmla="*/ 737520 h 5183066"/>
              <a:gd name="connsiteX1252" fmla="*/ 1595834 w 5183079"/>
              <a:gd name="connsiteY1252" fmla="*/ 725006 h 5183066"/>
              <a:gd name="connsiteX1253" fmla="*/ 1602986 w 5183079"/>
              <a:gd name="connsiteY1253" fmla="*/ 719388 h 5183066"/>
              <a:gd name="connsiteX1254" fmla="*/ 1605283 w 5183079"/>
              <a:gd name="connsiteY1254" fmla="*/ 699980 h 5183066"/>
              <a:gd name="connsiteX1255" fmla="*/ 1605283 w 5183079"/>
              <a:gd name="connsiteY1255" fmla="*/ 644819 h 5183066"/>
              <a:gd name="connsiteX1256" fmla="*/ 1605283 w 5183079"/>
              <a:gd name="connsiteY1256" fmla="*/ 628475 h 5183066"/>
              <a:gd name="connsiteX1257" fmla="*/ 1610902 w 5183079"/>
              <a:gd name="connsiteY1257" fmla="*/ 604214 h 5183066"/>
              <a:gd name="connsiteX1258" fmla="*/ 1603751 w 5183079"/>
              <a:gd name="connsiteY1258" fmla="*/ 593233 h 5183066"/>
              <a:gd name="connsiteX1259" fmla="*/ 1589961 w 5183079"/>
              <a:gd name="connsiteY1259" fmla="*/ 581486 h 5183066"/>
              <a:gd name="connsiteX1260" fmla="*/ 1564424 w 5183079"/>
              <a:gd name="connsiteY1260" fmla="*/ 581486 h 5183066"/>
              <a:gd name="connsiteX1261" fmla="*/ 3745927 w 5183079"/>
              <a:gd name="connsiteY1261" fmla="*/ 547010 h 5183066"/>
              <a:gd name="connsiteX1262" fmla="*/ 3742001 w 5183079"/>
              <a:gd name="connsiteY1262" fmla="*/ 550331 h 5183066"/>
              <a:gd name="connsiteX1263" fmla="*/ 3733318 w 5183079"/>
              <a:gd name="connsiteY1263" fmla="*/ 567441 h 5183066"/>
              <a:gd name="connsiteX1264" fmla="*/ 3720294 w 5183079"/>
              <a:gd name="connsiteY1264" fmla="*/ 585317 h 5183066"/>
              <a:gd name="connsiteX1265" fmla="*/ 3696544 w 5183079"/>
              <a:gd name="connsiteY1265" fmla="*/ 610854 h 5183066"/>
              <a:gd name="connsiteX1266" fmla="*/ 3657473 w 5183079"/>
              <a:gd name="connsiteY1266" fmla="*/ 603448 h 5183066"/>
              <a:gd name="connsiteX1267" fmla="*/ 3637808 w 5183079"/>
              <a:gd name="connsiteY1267" fmla="*/ 591446 h 5183066"/>
              <a:gd name="connsiteX1268" fmla="*/ 3626572 w 5183079"/>
              <a:gd name="connsiteY1268" fmla="*/ 591446 h 5183066"/>
              <a:gd name="connsiteX1269" fmla="*/ 3614824 w 5183079"/>
              <a:gd name="connsiteY1269" fmla="*/ 589403 h 5183066"/>
              <a:gd name="connsiteX1270" fmla="*/ 3602822 w 5183079"/>
              <a:gd name="connsiteY1270" fmla="*/ 592978 h 5183066"/>
              <a:gd name="connsiteX1271" fmla="*/ 3591330 w 5183079"/>
              <a:gd name="connsiteY1271" fmla="*/ 602937 h 5183066"/>
              <a:gd name="connsiteX1272" fmla="*/ 3595671 w 5183079"/>
              <a:gd name="connsiteY1272" fmla="*/ 632305 h 5183066"/>
              <a:gd name="connsiteX1273" fmla="*/ 3605886 w 5183079"/>
              <a:gd name="connsiteY1273" fmla="*/ 646862 h 5183066"/>
              <a:gd name="connsiteX1274" fmla="*/ 3614824 w 5183079"/>
              <a:gd name="connsiteY1274" fmla="*/ 651969 h 5183066"/>
              <a:gd name="connsiteX1275" fmla="*/ 3625551 w 5183079"/>
              <a:gd name="connsiteY1275" fmla="*/ 654778 h 5183066"/>
              <a:gd name="connsiteX1276" fmla="*/ 3632700 w 5183079"/>
              <a:gd name="connsiteY1276" fmla="*/ 658864 h 5183066"/>
              <a:gd name="connsiteX1277" fmla="*/ 3642149 w 5183079"/>
              <a:gd name="connsiteY1277" fmla="*/ 663717 h 5183066"/>
              <a:gd name="connsiteX1278" fmla="*/ 3630913 w 5183079"/>
              <a:gd name="connsiteY1278" fmla="*/ 674442 h 5183066"/>
              <a:gd name="connsiteX1279" fmla="*/ 3595415 w 5183079"/>
              <a:gd name="connsiteY1279" fmla="*/ 695383 h 5183066"/>
              <a:gd name="connsiteX1280" fmla="*/ 3524422 w 5183079"/>
              <a:gd name="connsiteY1280" fmla="*/ 712748 h 5183066"/>
              <a:gd name="connsiteX1281" fmla="*/ 3515738 w 5183079"/>
              <a:gd name="connsiteY1281" fmla="*/ 712748 h 5183066"/>
              <a:gd name="connsiteX1282" fmla="*/ 3501693 w 5183079"/>
              <a:gd name="connsiteY1282" fmla="*/ 714536 h 5183066"/>
              <a:gd name="connsiteX1283" fmla="*/ 3482796 w 5183079"/>
              <a:gd name="connsiteY1283" fmla="*/ 714536 h 5183066"/>
              <a:gd name="connsiteX1284" fmla="*/ 3482796 w 5183079"/>
              <a:gd name="connsiteY1284" fmla="*/ 713514 h 5183066"/>
              <a:gd name="connsiteX1285" fmla="*/ 3470283 w 5183079"/>
              <a:gd name="connsiteY1285" fmla="*/ 716579 h 5183066"/>
              <a:gd name="connsiteX1286" fmla="*/ 3477944 w 5183079"/>
              <a:gd name="connsiteY1286" fmla="*/ 725517 h 5183066"/>
              <a:gd name="connsiteX1287" fmla="*/ 3477944 w 5183079"/>
              <a:gd name="connsiteY1287" fmla="*/ 740329 h 5183066"/>
              <a:gd name="connsiteX1288" fmla="*/ 3481519 w 5183079"/>
              <a:gd name="connsiteY1288" fmla="*/ 751054 h 5183066"/>
              <a:gd name="connsiteX1289" fmla="*/ 3494032 w 5183079"/>
              <a:gd name="connsiteY1289" fmla="*/ 755396 h 5183066"/>
              <a:gd name="connsiteX1290" fmla="*/ 3517017 w 5183079"/>
              <a:gd name="connsiteY1290" fmla="*/ 762035 h 5183066"/>
              <a:gd name="connsiteX1291" fmla="*/ 3545874 w 5183079"/>
              <a:gd name="connsiteY1291" fmla="*/ 762035 h 5183066"/>
              <a:gd name="connsiteX1292" fmla="*/ 3585966 w 5183079"/>
              <a:gd name="connsiteY1292" fmla="*/ 762035 h 5183066"/>
              <a:gd name="connsiteX1293" fmla="*/ 3631168 w 5183079"/>
              <a:gd name="connsiteY1293" fmla="*/ 750799 h 5183066"/>
              <a:gd name="connsiteX1294" fmla="*/ 3668453 w 5183079"/>
              <a:gd name="connsiteY1294" fmla="*/ 731901 h 5183066"/>
              <a:gd name="connsiteX1295" fmla="*/ 3682754 w 5183079"/>
              <a:gd name="connsiteY1295" fmla="*/ 773783 h 5183066"/>
              <a:gd name="connsiteX1296" fmla="*/ 3687862 w 5183079"/>
              <a:gd name="connsiteY1296" fmla="*/ 795745 h 5183066"/>
              <a:gd name="connsiteX1297" fmla="*/ 3693224 w 5183079"/>
              <a:gd name="connsiteY1297" fmla="*/ 834306 h 5183066"/>
              <a:gd name="connsiteX1298" fmla="*/ 3693224 w 5183079"/>
              <a:gd name="connsiteY1298" fmla="*/ 877209 h 5183066"/>
              <a:gd name="connsiteX1299" fmla="*/ 3700375 w 5183079"/>
              <a:gd name="connsiteY1299" fmla="*/ 892531 h 5183066"/>
              <a:gd name="connsiteX1300" fmla="*/ 3719784 w 5183079"/>
              <a:gd name="connsiteY1300" fmla="*/ 907599 h 5183066"/>
              <a:gd name="connsiteX1301" fmla="*/ 3731786 w 5183079"/>
              <a:gd name="connsiteY1301" fmla="*/ 917813 h 5183066"/>
              <a:gd name="connsiteX1302" fmla="*/ 3747363 w 5183079"/>
              <a:gd name="connsiteY1302" fmla="*/ 926496 h 5183066"/>
              <a:gd name="connsiteX1303" fmla="*/ 3761664 w 5183079"/>
              <a:gd name="connsiteY1303" fmla="*/ 935945 h 5183066"/>
              <a:gd name="connsiteX1304" fmla="*/ 3769071 w 5183079"/>
              <a:gd name="connsiteY1304" fmla="*/ 938499 h 5183066"/>
              <a:gd name="connsiteX1305" fmla="*/ 3778775 w 5183079"/>
              <a:gd name="connsiteY1305" fmla="*/ 936711 h 5183066"/>
              <a:gd name="connsiteX1306" fmla="*/ 3799715 w 5183079"/>
              <a:gd name="connsiteY1306" fmla="*/ 936711 h 5183066"/>
              <a:gd name="connsiteX1307" fmla="*/ 3807121 w 5183079"/>
              <a:gd name="connsiteY1307" fmla="*/ 927007 h 5183066"/>
              <a:gd name="connsiteX1308" fmla="*/ 3814527 w 5183079"/>
              <a:gd name="connsiteY1308" fmla="*/ 921389 h 5183066"/>
              <a:gd name="connsiteX1309" fmla="*/ 3807377 w 5183079"/>
              <a:gd name="connsiteY1309" fmla="*/ 911429 h 5183066"/>
              <a:gd name="connsiteX1310" fmla="*/ 3785414 w 5183079"/>
              <a:gd name="connsiteY1310" fmla="*/ 885892 h 5183066"/>
              <a:gd name="connsiteX1311" fmla="*/ 3777753 w 5183079"/>
              <a:gd name="connsiteY1311" fmla="*/ 870825 h 5183066"/>
              <a:gd name="connsiteX1312" fmla="*/ 3765240 w 5183079"/>
              <a:gd name="connsiteY1312" fmla="*/ 854991 h 5183066"/>
              <a:gd name="connsiteX1313" fmla="*/ 3748130 w 5183079"/>
              <a:gd name="connsiteY1313" fmla="*/ 819239 h 5183066"/>
              <a:gd name="connsiteX1314" fmla="*/ 3738426 w 5183079"/>
              <a:gd name="connsiteY1314" fmla="*/ 772250 h 5183066"/>
              <a:gd name="connsiteX1315" fmla="*/ 3723102 w 5183079"/>
              <a:gd name="connsiteY1315" fmla="*/ 712493 h 5183066"/>
              <a:gd name="connsiteX1316" fmla="*/ 3730765 w 5183079"/>
              <a:gd name="connsiteY1316" fmla="*/ 693595 h 5183066"/>
              <a:gd name="connsiteX1317" fmla="*/ 3744299 w 5183079"/>
              <a:gd name="connsiteY1317" fmla="*/ 686956 h 5183066"/>
              <a:gd name="connsiteX1318" fmla="*/ 3771880 w 5183079"/>
              <a:gd name="connsiteY1318" fmla="*/ 691297 h 5183066"/>
              <a:gd name="connsiteX1319" fmla="*/ 3787713 w 5183079"/>
              <a:gd name="connsiteY1319" fmla="*/ 697937 h 5183066"/>
              <a:gd name="connsiteX1320" fmla="*/ 3805845 w 5183079"/>
              <a:gd name="connsiteY1320" fmla="*/ 701767 h 5183066"/>
              <a:gd name="connsiteX1321" fmla="*/ 3833424 w 5183079"/>
              <a:gd name="connsiteY1321" fmla="*/ 705087 h 5183066"/>
              <a:gd name="connsiteX1322" fmla="*/ 3846960 w 5183079"/>
              <a:gd name="connsiteY1322" fmla="*/ 703555 h 5183066"/>
              <a:gd name="connsiteX1323" fmla="*/ 3854876 w 5183079"/>
              <a:gd name="connsiteY1323" fmla="*/ 700235 h 5183066"/>
              <a:gd name="connsiteX1324" fmla="*/ 3854876 w 5183079"/>
              <a:gd name="connsiteY1324" fmla="*/ 670611 h 5183066"/>
              <a:gd name="connsiteX1325" fmla="*/ 3840831 w 5183079"/>
              <a:gd name="connsiteY1325" fmla="*/ 655289 h 5183066"/>
              <a:gd name="connsiteX1326" fmla="*/ 3820911 w 5183079"/>
              <a:gd name="connsiteY1326" fmla="*/ 643797 h 5183066"/>
              <a:gd name="connsiteX1327" fmla="*/ 3802525 w 5183079"/>
              <a:gd name="connsiteY1327" fmla="*/ 645330 h 5183066"/>
              <a:gd name="connsiteX1328" fmla="*/ 3789245 w 5183079"/>
              <a:gd name="connsiteY1328" fmla="*/ 642776 h 5183066"/>
              <a:gd name="connsiteX1329" fmla="*/ 3777497 w 5183079"/>
              <a:gd name="connsiteY1329" fmla="*/ 641499 h 5183066"/>
              <a:gd name="connsiteX1330" fmla="*/ 3768815 w 5183079"/>
              <a:gd name="connsiteY1330" fmla="*/ 639201 h 5183066"/>
              <a:gd name="connsiteX1331" fmla="*/ 3775455 w 5183079"/>
              <a:gd name="connsiteY1331" fmla="*/ 628475 h 5183066"/>
              <a:gd name="connsiteX1332" fmla="*/ 3793842 w 5183079"/>
              <a:gd name="connsiteY1332" fmla="*/ 614174 h 5183066"/>
              <a:gd name="connsiteX1333" fmla="*/ 3797673 w 5183079"/>
              <a:gd name="connsiteY1333" fmla="*/ 602937 h 5183066"/>
              <a:gd name="connsiteX1334" fmla="*/ 3800226 w 5183079"/>
              <a:gd name="connsiteY1334" fmla="*/ 590680 h 5183066"/>
              <a:gd name="connsiteX1335" fmla="*/ 3792565 w 5183079"/>
              <a:gd name="connsiteY1335" fmla="*/ 569994 h 5183066"/>
              <a:gd name="connsiteX1336" fmla="*/ 3774433 w 5183079"/>
              <a:gd name="connsiteY1336" fmla="*/ 558502 h 5183066"/>
              <a:gd name="connsiteX1337" fmla="*/ 3762687 w 5183079"/>
              <a:gd name="connsiteY1337" fmla="*/ 555949 h 5183066"/>
              <a:gd name="connsiteX1338" fmla="*/ 3750428 w 5183079"/>
              <a:gd name="connsiteY1338" fmla="*/ 547521 h 5183066"/>
              <a:gd name="connsiteX1339" fmla="*/ 3745927 w 5183079"/>
              <a:gd name="connsiteY1339" fmla="*/ 547010 h 5183066"/>
              <a:gd name="connsiteX1340" fmla="*/ 2079258 w 5183079"/>
              <a:gd name="connsiteY1340" fmla="*/ 507938 h 5183066"/>
              <a:gd name="connsiteX1341" fmla="*/ 2080025 w 5183079"/>
              <a:gd name="connsiteY1341" fmla="*/ 508960 h 5183066"/>
              <a:gd name="connsiteX1342" fmla="*/ 2079445 w 5183079"/>
              <a:gd name="connsiteY1342" fmla="*/ 508290 h 5183066"/>
              <a:gd name="connsiteX1343" fmla="*/ 1469935 w 5183079"/>
              <a:gd name="connsiteY1343" fmla="*/ 459418 h 5183066"/>
              <a:gd name="connsiteX1344" fmla="*/ 1456911 w 5183079"/>
              <a:gd name="connsiteY1344" fmla="*/ 462737 h 5183066"/>
              <a:gd name="connsiteX1345" fmla="*/ 1447718 w 5183079"/>
              <a:gd name="connsiteY1345" fmla="*/ 462737 h 5183066"/>
              <a:gd name="connsiteX1346" fmla="*/ 1435715 w 5183079"/>
              <a:gd name="connsiteY1346" fmla="*/ 469888 h 5183066"/>
              <a:gd name="connsiteX1347" fmla="*/ 1425756 w 5183079"/>
              <a:gd name="connsiteY1347" fmla="*/ 474740 h 5183066"/>
              <a:gd name="connsiteX1348" fmla="*/ 1419626 w 5183079"/>
              <a:gd name="connsiteY1348" fmla="*/ 482401 h 5183066"/>
              <a:gd name="connsiteX1349" fmla="*/ 1411965 w 5183079"/>
              <a:gd name="connsiteY1349" fmla="*/ 488019 h 5183066"/>
              <a:gd name="connsiteX1350" fmla="*/ 1405837 w 5183079"/>
              <a:gd name="connsiteY1350" fmla="*/ 496447 h 5183066"/>
              <a:gd name="connsiteX1351" fmla="*/ 1393068 w 5183079"/>
              <a:gd name="connsiteY1351" fmla="*/ 507172 h 5183066"/>
              <a:gd name="connsiteX1352" fmla="*/ 1394855 w 5183079"/>
              <a:gd name="connsiteY1352" fmla="*/ 516877 h 5183066"/>
              <a:gd name="connsiteX1353" fmla="*/ 1418350 w 5183079"/>
              <a:gd name="connsiteY1353" fmla="*/ 534497 h 5183066"/>
              <a:gd name="connsiteX1354" fmla="*/ 1420904 w 5183079"/>
              <a:gd name="connsiteY1354" fmla="*/ 545478 h 5183066"/>
              <a:gd name="connsiteX1355" fmla="*/ 1422691 w 5183079"/>
              <a:gd name="connsiteY1355" fmla="*/ 554672 h 5183066"/>
              <a:gd name="connsiteX1356" fmla="*/ 1425500 w 5183079"/>
              <a:gd name="connsiteY1356" fmla="*/ 563610 h 5183066"/>
              <a:gd name="connsiteX1357" fmla="*/ 1436226 w 5183079"/>
              <a:gd name="connsiteY1357" fmla="*/ 563610 h 5183066"/>
              <a:gd name="connsiteX1358" fmla="*/ 1445675 w 5183079"/>
              <a:gd name="connsiteY1358" fmla="*/ 561567 h 5183066"/>
              <a:gd name="connsiteX1359" fmla="*/ 1451293 w 5183079"/>
              <a:gd name="connsiteY1359" fmla="*/ 568207 h 5183066"/>
              <a:gd name="connsiteX1360" fmla="*/ 1444143 w 5183079"/>
              <a:gd name="connsiteY1360" fmla="*/ 581486 h 5183066"/>
              <a:gd name="connsiteX1361" fmla="*/ 1421925 w 5183079"/>
              <a:gd name="connsiteY1361" fmla="*/ 607024 h 5183066"/>
              <a:gd name="connsiteX1362" fmla="*/ 1408645 w 5183079"/>
              <a:gd name="connsiteY1362" fmla="*/ 617749 h 5183066"/>
              <a:gd name="connsiteX1363" fmla="*/ 1378256 w 5183079"/>
              <a:gd name="connsiteY1363" fmla="*/ 645585 h 5183066"/>
              <a:gd name="connsiteX1364" fmla="*/ 1366764 w 5183079"/>
              <a:gd name="connsiteY1364" fmla="*/ 659120 h 5183066"/>
              <a:gd name="connsiteX1365" fmla="*/ 1357826 w 5183079"/>
              <a:gd name="connsiteY1365" fmla="*/ 659120 h 5183066"/>
              <a:gd name="connsiteX1366" fmla="*/ 1357826 w 5183079"/>
              <a:gd name="connsiteY1366" fmla="*/ 658098 h 5183066"/>
              <a:gd name="connsiteX1367" fmla="*/ 1339183 w 5183079"/>
              <a:gd name="connsiteY1367" fmla="*/ 686700 h 5183066"/>
              <a:gd name="connsiteX1368" fmla="*/ 1341993 w 5183079"/>
              <a:gd name="connsiteY1368" fmla="*/ 696660 h 5183066"/>
              <a:gd name="connsiteX1369" fmla="*/ 1349398 w 5183079"/>
              <a:gd name="connsiteY1369" fmla="*/ 707641 h 5183066"/>
              <a:gd name="connsiteX1370" fmla="*/ 1360635 w 5183079"/>
              <a:gd name="connsiteY1370" fmla="*/ 718877 h 5183066"/>
              <a:gd name="connsiteX1371" fmla="*/ 1373915 w 5183079"/>
              <a:gd name="connsiteY1371" fmla="*/ 712237 h 5183066"/>
              <a:gd name="connsiteX1372" fmla="*/ 1383618 w 5183079"/>
              <a:gd name="connsiteY1372" fmla="*/ 712237 h 5183066"/>
              <a:gd name="connsiteX1373" fmla="*/ 1389237 w 5183079"/>
              <a:gd name="connsiteY1373" fmla="*/ 702278 h 5183066"/>
              <a:gd name="connsiteX1374" fmla="*/ 1397154 w 5183079"/>
              <a:gd name="connsiteY1374" fmla="*/ 693084 h 5183066"/>
              <a:gd name="connsiteX1375" fmla="*/ 1406858 w 5183079"/>
              <a:gd name="connsiteY1375" fmla="*/ 683125 h 5183066"/>
              <a:gd name="connsiteX1376" fmla="*/ 1413753 w 5183079"/>
              <a:gd name="connsiteY1376" fmla="*/ 678528 h 5183066"/>
              <a:gd name="connsiteX1377" fmla="*/ 1422691 w 5183079"/>
              <a:gd name="connsiteY1377" fmla="*/ 672654 h 5183066"/>
              <a:gd name="connsiteX1378" fmla="*/ 1431374 w 5183079"/>
              <a:gd name="connsiteY1378" fmla="*/ 663717 h 5183066"/>
              <a:gd name="connsiteX1379" fmla="*/ 1440057 w 5183079"/>
              <a:gd name="connsiteY1379" fmla="*/ 656566 h 5183066"/>
              <a:gd name="connsiteX1380" fmla="*/ 1449761 w 5183079"/>
              <a:gd name="connsiteY1380" fmla="*/ 647117 h 5183066"/>
              <a:gd name="connsiteX1381" fmla="*/ 1459976 w 5183079"/>
              <a:gd name="connsiteY1381" fmla="*/ 636647 h 5183066"/>
              <a:gd name="connsiteX1382" fmla="*/ 1470446 w 5183079"/>
              <a:gd name="connsiteY1382" fmla="*/ 625921 h 5183066"/>
              <a:gd name="connsiteX1383" fmla="*/ 1508241 w 5183079"/>
              <a:gd name="connsiteY1383" fmla="*/ 587871 h 5183066"/>
              <a:gd name="connsiteX1384" fmla="*/ 1522542 w 5183079"/>
              <a:gd name="connsiteY1384" fmla="*/ 568462 h 5183066"/>
              <a:gd name="connsiteX1385" fmla="*/ 1536078 w 5183079"/>
              <a:gd name="connsiteY1385" fmla="*/ 561056 h 5183066"/>
              <a:gd name="connsiteX1386" fmla="*/ 1546803 w 5183079"/>
              <a:gd name="connsiteY1386" fmla="*/ 548032 h 5183066"/>
              <a:gd name="connsiteX1387" fmla="*/ 1558039 w 5183079"/>
              <a:gd name="connsiteY1387" fmla="*/ 535774 h 5183066"/>
              <a:gd name="connsiteX1388" fmla="*/ 1571829 w 5183079"/>
              <a:gd name="connsiteY1388" fmla="*/ 525048 h 5183066"/>
              <a:gd name="connsiteX1389" fmla="*/ 1589706 w 5183079"/>
              <a:gd name="connsiteY1389" fmla="*/ 512280 h 5183066"/>
              <a:gd name="connsiteX1390" fmla="*/ 1602986 w 5183079"/>
              <a:gd name="connsiteY1390" fmla="*/ 508960 h 5183066"/>
              <a:gd name="connsiteX1391" fmla="*/ 1612946 w 5183079"/>
              <a:gd name="connsiteY1391" fmla="*/ 479081 h 5183066"/>
              <a:gd name="connsiteX1392" fmla="*/ 1606561 w 5183079"/>
              <a:gd name="connsiteY1392" fmla="*/ 467079 h 5183066"/>
              <a:gd name="connsiteX1393" fmla="*/ 1598133 w 5183079"/>
              <a:gd name="connsiteY1393" fmla="*/ 464525 h 5183066"/>
              <a:gd name="connsiteX1394" fmla="*/ 1580513 w 5183079"/>
              <a:gd name="connsiteY1394" fmla="*/ 461461 h 5183066"/>
              <a:gd name="connsiteX1395" fmla="*/ 1569276 w 5183079"/>
              <a:gd name="connsiteY1395" fmla="*/ 464014 h 5183066"/>
              <a:gd name="connsiteX1396" fmla="*/ 1557528 w 5183079"/>
              <a:gd name="connsiteY1396" fmla="*/ 465802 h 5183066"/>
              <a:gd name="connsiteX1397" fmla="*/ 1539142 w 5183079"/>
              <a:gd name="connsiteY1397" fmla="*/ 483423 h 5183066"/>
              <a:gd name="connsiteX1398" fmla="*/ 1506965 w 5183079"/>
              <a:gd name="connsiteY1398" fmla="*/ 514578 h 5183066"/>
              <a:gd name="connsiteX1399" fmla="*/ 1501091 w 5183079"/>
              <a:gd name="connsiteY1399" fmla="*/ 509471 h 5183066"/>
              <a:gd name="connsiteX1400" fmla="*/ 1501091 w 5183079"/>
              <a:gd name="connsiteY1400" fmla="*/ 483933 h 5183066"/>
              <a:gd name="connsiteX1401" fmla="*/ 1481172 w 5183079"/>
              <a:gd name="connsiteY1401" fmla="*/ 470143 h 5183066"/>
              <a:gd name="connsiteX1402" fmla="*/ 1469935 w 5183079"/>
              <a:gd name="connsiteY1402" fmla="*/ 459418 h 5183066"/>
              <a:gd name="connsiteX1403" fmla="*/ 2278067 w 5183079"/>
              <a:gd name="connsiteY1403" fmla="*/ 387274 h 5183066"/>
              <a:gd name="connsiteX1404" fmla="*/ 2282280 w 5183079"/>
              <a:gd name="connsiteY1404" fmla="*/ 391743 h 5183066"/>
              <a:gd name="connsiteX1405" fmla="*/ 2275130 w 5183079"/>
              <a:gd name="connsiteY1405" fmla="*/ 409875 h 5183066"/>
              <a:gd name="connsiteX1406" fmla="*/ 2260063 w 5183079"/>
              <a:gd name="connsiteY1406" fmla="*/ 409875 h 5183066"/>
              <a:gd name="connsiteX1407" fmla="*/ 2257765 w 5183079"/>
              <a:gd name="connsiteY1407" fmla="*/ 401703 h 5183066"/>
              <a:gd name="connsiteX1408" fmla="*/ 2260574 w 5183079"/>
              <a:gd name="connsiteY1408" fmla="*/ 392509 h 5183066"/>
              <a:gd name="connsiteX1409" fmla="*/ 2276918 w 5183079"/>
              <a:gd name="connsiteY1409" fmla="*/ 387402 h 5183066"/>
              <a:gd name="connsiteX1410" fmla="*/ 2278067 w 5183079"/>
              <a:gd name="connsiteY1410" fmla="*/ 387274 h 5183066"/>
              <a:gd name="connsiteX1411" fmla="*/ 2329397 w 5183079"/>
              <a:gd name="connsiteY1411" fmla="*/ 364450 h 5183066"/>
              <a:gd name="connsiteX1412" fmla="*/ 2333355 w 5183079"/>
              <a:gd name="connsiteY1412" fmla="*/ 367738 h 5183066"/>
              <a:gd name="connsiteX1413" fmla="*/ 2334632 w 5183079"/>
              <a:gd name="connsiteY1413" fmla="*/ 378719 h 5183066"/>
              <a:gd name="connsiteX1414" fmla="*/ 2321353 w 5183079"/>
              <a:gd name="connsiteY1414" fmla="*/ 391743 h 5183066"/>
              <a:gd name="connsiteX1415" fmla="*/ 2312159 w 5183079"/>
              <a:gd name="connsiteY1415" fmla="*/ 385359 h 5183066"/>
              <a:gd name="connsiteX1416" fmla="*/ 2312159 w 5183079"/>
              <a:gd name="connsiteY1416" fmla="*/ 372080 h 5183066"/>
              <a:gd name="connsiteX1417" fmla="*/ 2324673 w 5183079"/>
              <a:gd name="connsiteY1417" fmla="*/ 365950 h 5183066"/>
              <a:gd name="connsiteX1418" fmla="*/ 2329397 w 5183079"/>
              <a:gd name="connsiteY1418" fmla="*/ 364450 h 5183066"/>
              <a:gd name="connsiteX1419" fmla="*/ 2264150 w 5183079"/>
              <a:gd name="connsiteY1419" fmla="*/ 332241 h 5183066"/>
              <a:gd name="connsiteX1420" fmla="*/ 2276663 w 5183079"/>
              <a:gd name="connsiteY1420" fmla="*/ 342967 h 5183066"/>
              <a:gd name="connsiteX1421" fmla="*/ 2262106 w 5183079"/>
              <a:gd name="connsiteY1421" fmla="*/ 361098 h 5183066"/>
              <a:gd name="connsiteX1422" fmla="*/ 2255466 w 5183079"/>
              <a:gd name="connsiteY1422" fmla="*/ 358289 h 5183066"/>
              <a:gd name="connsiteX1423" fmla="*/ 2251891 w 5183079"/>
              <a:gd name="connsiteY1423" fmla="*/ 344243 h 5183066"/>
              <a:gd name="connsiteX1424" fmla="*/ 2264150 w 5183079"/>
              <a:gd name="connsiteY1424" fmla="*/ 332241 h 5183066"/>
              <a:gd name="connsiteX1425" fmla="*/ 2981751 w 5183079"/>
              <a:gd name="connsiteY1425" fmla="*/ 321771 h 5183066"/>
              <a:gd name="connsiteX1426" fmla="*/ 2964897 w 5183079"/>
              <a:gd name="connsiteY1426" fmla="*/ 330198 h 5183066"/>
              <a:gd name="connsiteX1427" fmla="*/ 2962343 w 5183079"/>
              <a:gd name="connsiteY1427" fmla="*/ 346287 h 5183066"/>
              <a:gd name="connsiteX1428" fmla="*/ 2962343 w 5183079"/>
              <a:gd name="connsiteY1428" fmla="*/ 363397 h 5183066"/>
              <a:gd name="connsiteX1429" fmla="*/ 2968471 w 5183079"/>
              <a:gd name="connsiteY1429" fmla="*/ 386381 h 5183066"/>
              <a:gd name="connsiteX1430" fmla="*/ 2969748 w 5183079"/>
              <a:gd name="connsiteY1430" fmla="*/ 404768 h 5183066"/>
              <a:gd name="connsiteX1431" fmla="*/ 2988647 w 5183079"/>
              <a:gd name="connsiteY1431" fmla="*/ 408087 h 5183066"/>
              <a:gd name="connsiteX1432" fmla="*/ 3003713 w 5183079"/>
              <a:gd name="connsiteY1432" fmla="*/ 408087 h 5183066"/>
              <a:gd name="connsiteX1433" fmla="*/ 3003713 w 5183079"/>
              <a:gd name="connsiteY1433" fmla="*/ 422133 h 5183066"/>
              <a:gd name="connsiteX1434" fmla="*/ 2996564 w 5183079"/>
              <a:gd name="connsiteY1434" fmla="*/ 438221 h 5183066"/>
              <a:gd name="connsiteX1435" fmla="*/ 2954937 w 5183079"/>
              <a:gd name="connsiteY1435" fmla="*/ 481124 h 5183066"/>
              <a:gd name="connsiteX1436" fmla="*/ 2913567 w 5183079"/>
              <a:gd name="connsiteY1436" fmla="*/ 487253 h 5183066"/>
              <a:gd name="connsiteX1437" fmla="*/ 2899266 w 5183079"/>
              <a:gd name="connsiteY1437" fmla="*/ 487253 h 5183066"/>
              <a:gd name="connsiteX1438" fmla="*/ 2861725 w 5183079"/>
              <a:gd name="connsiteY1438" fmla="*/ 491594 h 5183066"/>
              <a:gd name="connsiteX1439" fmla="*/ 2845636 w 5183079"/>
              <a:gd name="connsiteY1439" fmla="*/ 485976 h 5183066"/>
              <a:gd name="connsiteX1440" fmla="*/ 2813970 w 5183079"/>
              <a:gd name="connsiteY1440" fmla="*/ 494404 h 5183066"/>
              <a:gd name="connsiteX1441" fmla="*/ 2811162 w 5183079"/>
              <a:gd name="connsiteY1441" fmla="*/ 512280 h 5183066"/>
              <a:gd name="connsiteX1442" fmla="*/ 2811162 w 5183079"/>
              <a:gd name="connsiteY1442" fmla="*/ 511258 h 5183066"/>
              <a:gd name="connsiteX1443" fmla="*/ 2806054 w 5183079"/>
              <a:gd name="connsiteY1443" fmla="*/ 527091 h 5183066"/>
              <a:gd name="connsiteX1444" fmla="*/ 2825718 w 5183079"/>
              <a:gd name="connsiteY1444" fmla="*/ 557736 h 5183066"/>
              <a:gd name="connsiteX1445" fmla="*/ 2899010 w 5183079"/>
              <a:gd name="connsiteY1445" fmla="*/ 549054 h 5183066"/>
              <a:gd name="connsiteX1446" fmla="*/ 2956725 w 5183079"/>
              <a:gd name="connsiteY1446" fmla="*/ 551352 h 5183066"/>
              <a:gd name="connsiteX1447" fmla="*/ 2987625 w 5183079"/>
              <a:gd name="connsiteY1447" fmla="*/ 559779 h 5183066"/>
              <a:gd name="connsiteX1448" fmla="*/ 3015717 w 5183079"/>
              <a:gd name="connsiteY1448" fmla="*/ 562588 h 5183066"/>
              <a:gd name="connsiteX1449" fmla="*/ 3044574 w 5183079"/>
              <a:gd name="connsiteY1449" fmla="*/ 567441 h 5183066"/>
              <a:gd name="connsiteX1450" fmla="*/ 3072409 w 5183079"/>
              <a:gd name="connsiteY1450" fmla="*/ 574336 h 5183066"/>
              <a:gd name="connsiteX1451" fmla="*/ 3102287 w 5183079"/>
              <a:gd name="connsiteY1451" fmla="*/ 584551 h 5183066"/>
              <a:gd name="connsiteX1452" fmla="*/ 3121186 w 5183079"/>
              <a:gd name="connsiteY1452" fmla="*/ 587615 h 5183066"/>
              <a:gd name="connsiteX1453" fmla="*/ 3138552 w 5183079"/>
              <a:gd name="connsiteY1453" fmla="*/ 595276 h 5183066"/>
              <a:gd name="connsiteX1454" fmla="*/ 3155406 w 5183079"/>
              <a:gd name="connsiteY1454" fmla="*/ 598341 h 5183066"/>
              <a:gd name="connsiteX1455" fmla="*/ 3166131 w 5183079"/>
              <a:gd name="connsiteY1455" fmla="*/ 591701 h 5183066"/>
              <a:gd name="connsiteX1456" fmla="*/ 3173027 w 5183079"/>
              <a:gd name="connsiteY1456" fmla="*/ 582763 h 5183066"/>
              <a:gd name="connsiteX1457" fmla="*/ 3173027 w 5183079"/>
              <a:gd name="connsiteY1457" fmla="*/ 576123 h 5183066"/>
              <a:gd name="connsiteX1458" fmla="*/ 3173027 w 5183079"/>
              <a:gd name="connsiteY1458" fmla="*/ 571527 h 5183066"/>
              <a:gd name="connsiteX1459" fmla="*/ 3173027 w 5183079"/>
              <a:gd name="connsiteY1459" fmla="*/ 559524 h 5183066"/>
              <a:gd name="connsiteX1460" fmla="*/ 3159237 w 5183079"/>
              <a:gd name="connsiteY1460" fmla="*/ 541392 h 5183066"/>
              <a:gd name="connsiteX1461" fmla="*/ 3148000 w 5183079"/>
              <a:gd name="connsiteY1461" fmla="*/ 530922 h 5183066"/>
              <a:gd name="connsiteX1462" fmla="*/ 3135487 w 5183079"/>
              <a:gd name="connsiteY1462" fmla="*/ 524027 h 5183066"/>
              <a:gd name="connsiteX1463" fmla="*/ 3122973 w 5183079"/>
              <a:gd name="connsiteY1463" fmla="*/ 522239 h 5183066"/>
              <a:gd name="connsiteX1464" fmla="*/ 3108927 w 5183079"/>
              <a:gd name="connsiteY1464" fmla="*/ 524027 h 5183066"/>
              <a:gd name="connsiteX1465" fmla="*/ 3059385 w 5183079"/>
              <a:gd name="connsiteY1465" fmla="*/ 513046 h 5183066"/>
              <a:gd name="connsiteX1466" fmla="*/ 3064748 w 5183079"/>
              <a:gd name="connsiteY1466" fmla="*/ 485210 h 5183066"/>
              <a:gd name="connsiteX1467" fmla="*/ 3069345 w 5183079"/>
              <a:gd name="connsiteY1467" fmla="*/ 475251 h 5183066"/>
              <a:gd name="connsiteX1468" fmla="*/ 3074452 w 5183079"/>
              <a:gd name="connsiteY1468" fmla="*/ 466057 h 5183066"/>
              <a:gd name="connsiteX1469" fmla="*/ 3080581 w 5183079"/>
              <a:gd name="connsiteY1469" fmla="*/ 457374 h 5183066"/>
              <a:gd name="connsiteX1470" fmla="*/ 3087221 w 5183079"/>
              <a:gd name="connsiteY1470" fmla="*/ 448436 h 5183066"/>
              <a:gd name="connsiteX1471" fmla="*/ 3087221 w 5183079"/>
              <a:gd name="connsiteY1471" fmla="*/ 424431 h 5183066"/>
              <a:gd name="connsiteX1472" fmla="*/ 3118632 w 5183079"/>
              <a:gd name="connsiteY1472" fmla="*/ 412429 h 5183066"/>
              <a:gd name="connsiteX1473" fmla="*/ 3134209 w 5183079"/>
              <a:gd name="connsiteY1473" fmla="*/ 406811 h 5183066"/>
              <a:gd name="connsiteX1474" fmla="*/ 3155150 w 5183079"/>
              <a:gd name="connsiteY1474" fmla="*/ 396340 h 5183066"/>
              <a:gd name="connsiteX1475" fmla="*/ 3182220 w 5183079"/>
              <a:gd name="connsiteY1475" fmla="*/ 381528 h 5183066"/>
              <a:gd name="connsiteX1476" fmla="*/ 3179155 w 5183079"/>
              <a:gd name="connsiteY1476" fmla="*/ 371314 h 5183066"/>
              <a:gd name="connsiteX1477" fmla="*/ 3179155 w 5183079"/>
              <a:gd name="connsiteY1477" fmla="*/ 357268 h 5183066"/>
              <a:gd name="connsiteX1478" fmla="*/ 3168941 w 5183079"/>
              <a:gd name="connsiteY1478" fmla="*/ 340413 h 5183066"/>
              <a:gd name="connsiteX1479" fmla="*/ 3160769 w 5183079"/>
              <a:gd name="connsiteY1479" fmla="*/ 332752 h 5183066"/>
              <a:gd name="connsiteX1480" fmla="*/ 3149277 w 5183079"/>
              <a:gd name="connsiteY1480" fmla="*/ 332752 h 5183066"/>
              <a:gd name="connsiteX1481" fmla="*/ 3136253 w 5183079"/>
              <a:gd name="connsiteY1481" fmla="*/ 331220 h 5183066"/>
              <a:gd name="connsiteX1482" fmla="*/ 3086710 w 5183079"/>
              <a:gd name="connsiteY1482" fmla="*/ 338881 h 5183066"/>
              <a:gd name="connsiteX1483" fmla="*/ 3078793 w 5183079"/>
              <a:gd name="connsiteY1483" fmla="*/ 338881 h 5183066"/>
              <a:gd name="connsiteX1484" fmla="*/ 3067557 w 5183079"/>
              <a:gd name="connsiteY1484" fmla="*/ 338881 h 5183066"/>
              <a:gd name="connsiteX1485" fmla="*/ 3005245 w 5183079"/>
              <a:gd name="connsiteY1485" fmla="*/ 334029 h 5183066"/>
              <a:gd name="connsiteX1486" fmla="*/ 2981751 w 5183079"/>
              <a:gd name="connsiteY1486" fmla="*/ 321771 h 5183066"/>
              <a:gd name="connsiteX1487" fmla="*/ 2172726 w 5183079"/>
              <a:gd name="connsiteY1487" fmla="*/ 304150 h 5183066"/>
              <a:gd name="connsiteX1488" fmla="*/ 2152550 w 5183079"/>
              <a:gd name="connsiteY1488" fmla="*/ 308491 h 5183066"/>
              <a:gd name="connsiteX1489" fmla="*/ 2085642 w 5183079"/>
              <a:gd name="connsiteY1489" fmla="*/ 352927 h 5183066"/>
              <a:gd name="connsiteX1490" fmla="*/ 2069299 w 5183079"/>
              <a:gd name="connsiteY1490" fmla="*/ 357012 h 5183066"/>
              <a:gd name="connsiteX1491" fmla="*/ 2057807 w 5183079"/>
              <a:gd name="connsiteY1491" fmla="*/ 366461 h 5183066"/>
              <a:gd name="connsiteX1492" fmla="*/ 2053211 w 5183079"/>
              <a:gd name="connsiteY1492" fmla="*/ 376421 h 5183066"/>
              <a:gd name="connsiteX1493" fmla="*/ 2046059 w 5183079"/>
              <a:gd name="connsiteY1493" fmla="*/ 382294 h 5183066"/>
              <a:gd name="connsiteX1494" fmla="*/ 2052444 w 5183079"/>
              <a:gd name="connsiteY1494" fmla="*/ 398894 h 5183066"/>
              <a:gd name="connsiteX1495" fmla="*/ 2060616 w 5183079"/>
              <a:gd name="connsiteY1495" fmla="*/ 402724 h 5183066"/>
              <a:gd name="connsiteX1496" fmla="*/ 2071087 w 5183079"/>
              <a:gd name="connsiteY1496" fmla="*/ 411407 h 5183066"/>
              <a:gd name="connsiteX1497" fmla="*/ 2086153 w 5183079"/>
              <a:gd name="connsiteY1497" fmla="*/ 414727 h 5183066"/>
              <a:gd name="connsiteX1498" fmla="*/ 2099943 w 5183079"/>
              <a:gd name="connsiteY1498" fmla="*/ 424431 h 5183066"/>
              <a:gd name="connsiteX1499" fmla="*/ 2099943 w 5183079"/>
              <a:gd name="connsiteY1499" fmla="*/ 449968 h 5183066"/>
              <a:gd name="connsiteX1500" fmla="*/ 2086153 w 5183079"/>
              <a:gd name="connsiteY1500" fmla="*/ 465036 h 5183066"/>
              <a:gd name="connsiteX1501" fmla="*/ 2074661 w 5183079"/>
              <a:gd name="connsiteY1501" fmla="*/ 465036 h 5183066"/>
              <a:gd name="connsiteX1502" fmla="*/ 2060616 w 5183079"/>
              <a:gd name="connsiteY1502" fmla="*/ 484444 h 5183066"/>
              <a:gd name="connsiteX1503" fmla="*/ 2073385 w 5183079"/>
              <a:gd name="connsiteY1503" fmla="*/ 501299 h 5183066"/>
              <a:gd name="connsiteX1504" fmla="*/ 2079445 w 5183079"/>
              <a:gd name="connsiteY1504" fmla="*/ 508290 h 5183066"/>
              <a:gd name="connsiteX1505" fmla="*/ 2083856 w 5183079"/>
              <a:gd name="connsiteY1505" fmla="*/ 516621 h 5183066"/>
              <a:gd name="connsiteX1506" fmla="*/ 2083856 w 5183079"/>
              <a:gd name="connsiteY1506" fmla="*/ 529134 h 5183066"/>
              <a:gd name="connsiteX1507" fmla="*/ 2083856 w 5183079"/>
              <a:gd name="connsiteY1507" fmla="*/ 538839 h 5183066"/>
              <a:gd name="connsiteX1508" fmla="*/ 2075938 w 5183079"/>
              <a:gd name="connsiteY1508" fmla="*/ 550075 h 5183066"/>
              <a:gd name="connsiteX1509" fmla="*/ 2064192 w 5183079"/>
              <a:gd name="connsiteY1509" fmla="*/ 561567 h 5183066"/>
              <a:gd name="connsiteX1510" fmla="*/ 2044016 w 5183079"/>
              <a:gd name="connsiteY1510" fmla="*/ 587104 h 5183066"/>
              <a:gd name="connsiteX1511" fmla="*/ 2051423 w 5183079"/>
              <a:gd name="connsiteY1511" fmla="*/ 610088 h 5183066"/>
              <a:gd name="connsiteX1512" fmla="*/ 2062404 w 5183079"/>
              <a:gd name="connsiteY1512" fmla="*/ 621580 h 5183066"/>
              <a:gd name="connsiteX1513" fmla="*/ 2070320 w 5183079"/>
              <a:gd name="connsiteY1513" fmla="*/ 633582 h 5183066"/>
              <a:gd name="connsiteX1514" fmla="*/ 2085642 w 5183079"/>
              <a:gd name="connsiteY1514" fmla="*/ 635625 h 5183066"/>
              <a:gd name="connsiteX1515" fmla="*/ 2096113 w 5183079"/>
              <a:gd name="connsiteY1515" fmla="*/ 633838 h 5183066"/>
              <a:gd name="connsiteX1516" fmla="*/ 2118842 w 5183079"/>
              <a:gd name="connsiteY1516" fmla="*/ 608300 h 5183066"/>
              <a:gd name="connsiteX1517" fmla="*/ 2168385 w 5183079"/>
              <a:gd name="connsiteY1517" fmla="*/ 574080 h 5183066"/>
              <a:gd name="connsiteX1518" fmla="*/ 2195454 w 5183079"/>
              <a:gd name="connsiteY1518" fmla="*/ 530411 h 5183066"/>
              <a:gd name="connsiteX1519" fmla="*/ 2190091 w 5183079"/>
              <a:gd name="connsiteY1519" fmla="*/ 518154 h 5183066"/>
              <a:gd name="connsiteX1520" fmla="*/ 2177578 w 5183079"/>
              <a:gd name="connsiteY1520" fmla="*/ 512280 h 5183066"/>
              <a:gd name="connsiteX1521" fmla="*/ 2164809 w 5183079"/>
              <a:gd name="connsiteY1521" fmla="*/ 514067 h 5183066"/>
              <a:gd name="connsiteX1522" fmla="*/ 2161234 w 5183079"/>
              <a:gd name="connsiteY1522" fmla="*/ 501299 h 5183066"/>
              <a:gd name="connsiteX1523" fmla="*/ 2190856 w 5183079"/>
              <a:gd name="connsiteY1523" fmla="*/ 464014 h 5183066"/>
              <a:gd name="connsiteX1524" fmla="*/ 2192390 w 5183079"/>
              <a:gd name="connsiteY1524" fmla="*/ 456864 h 5183066"/>
              <a:gd name="connsiteX1525" fmla="*/ 2182940 w 5183079"/>
              <a:gd name="connsiteY1525" fmla="*/ 441031 h 5183066"/>
              <a:gd name="connsiteX1526" fmla="*/ 2177578 w 5183079"/>
              <a:gd name="connsiteY1526" fmla="*/ 430815 h 5183066"/>
              <a:gd name="connsiteX1527" fmla="*/ 2166086 w 5183079"/>
              <a:gd name="connsiteY1527" fmla="*/ 432858 h 5183066"/>
              <a:gd name="connsiteX1528" fmla="*/ 2162766 w 5183079"/>
              <a:gd name="connsiteY1528" fmla="*/ 417791 h 5183066"/>
              <a:gd name="connsiteX1529" fmla="*/ 2161489 w 5183079"/>
              <a:gd name="connsiteY1529" fmla="*/ 395574 h 5183066"/>
              <a:gd name="connsiteX1530" fmla="*/ 2176555 w 5183079"/>
              <a:gd name="connsiteY1530" fmla="*/ 373356 h 5183066"/>
              <a:gd name="connsiteX1531" fmla="*/ 2185239 w 5183079"/>
              <a:gd name="connsiteY1531" fmla="*/ 357778 h 5183066"/>
              <a:gd name="connsiteX1532" fmla="*/ 2188303 w 5183079"/>
              <a:gd name="connsiteY1532" fmla="*/ 337349 h 5183066"/>
              <a:gd name="connsiteX1533" fmla="*/ 2188303 w 5183079"/>
              <a:gd name="connsiteY1533" fmla="*/ 319472 h 5183066"/>
              <a:gd name="connsiteX1534" fmla="*/ 2172726 w 5183079"/>
              <a:gd name="connsiteY1534" fmla="*/ 304150 h 5183066"/>
              <a:gd name="connsiteX1535" fmla="*/ 2342549 w 5183079"/>
              <a:gd name="connsiteY1535" fmla="*/ 300064 h 5183066"/>
              <a:gd name="connsiteX1536" fmla="*/ 2345614 w 5183079"/>
              <a:gd name="connsiteY1536" fmla="*/ 312578 h 5183066"/>
              <a:gd name="connsiteX1537" fmla="*/ 2335910 w 5183079"/>
              <a:gd name="connsiteY1537" fmla="*/ 331220 h 5183066"/>
              <a:gd name="connsiteX1538" fmla="*/ 2318034 w 5183079"/>
              <a:gd name="connsiteY1538" fmla="*/ 332752 h 5183066"/>
              <a:gd name="connsiteX1539" fmla="*/ 2311138 w 5183079"/>
              <a:gd name="connsiteY1539" fmla="*/ 317685 h 5183066"/>
              <a:gd name="connsiteX1540" fmla="*/ 2342549 w 5183079"/>
              <a:gd name="connsiteY1540" fmla="*/ 300064 h 5183066"/>
              <a:gd name="connsiteX1541" fmla="*/ 2355573 w 5183079"/>
              <a:gd name="connsiteY1541" fmla="*/ 249245 h 5183066"/>
              <a:gd name="connsiteX1542" fmla="*/ 2293517 w 5183079"/>
              <a:gd name="connsiteY1542" fmla="*/ 279379 h 5183066"/>
              <a:gd name="connsiteX1543" fmla="*/ 2272321 w 5183079"/>
              <a:gd name="connsiteY1543" fmla="*/ 284486 h 5183066"/>
              <a:gd name="connsiteX1544" fmla="*/ 2246783 w 5183079"/>
              <a:gd name="connsiteY1544" fmla="*/ 299553 h 5183066"/>
              <a:gd name="connsiteX1545" fmla="*/ 2231462 w 5183079"/>
              <a:gd name="connsiteY1545" fmla="*/ 306959 h 5183066"/>
              <a:gd name="connsiteX1546" fmla="*/ 2219460 w 5183079"/>
              <a:gd name="connsiteY1546" fmla="*/ 310024 h 5183066"/>
              <a:gd name="connsiteX1547" fmla="*/ 2205413 w 5183079"/>
              <a:gd name="connsiteY1547" fmla="*/ 303895 h 5183066"/>
              <a:gd name="connsiteX1548" fmla="*/ 2198263 w 5183079"/>
              <a:gd name="connsiteY1548" fmla="*/ 325857 h 5183066"/>
              <a:gd name="connsiteX1549" fmla="*/ 2198263 w 5183079"/>
              <a:gd name="connsiteY1549" fmla="*/ 347053 h 5183066"/>
              <a:gd name="connsiteX1550" fmla="*/ 2197496 w 5183079"/>
              <a:gd name="connsiteY1550" fmla="*/ 346031 h 5183066"/>
              <a:gd name="connsiteX1551" fmla="*/ 2198263 w 5183079"/>
              <a:gd name="connsiteY1551" fmla="*/ 360077 h 5183066"/>
              <a:gd name="connsiteX1552" fmla="*/ 2205159 w 5183079"/>
              <a:gd name="connsiteY1552" fmla="*/ 375144 h 5183066"/>
              <a:gd name="connsiteX1553" fmla="*/ 2214096 w 5183079"/>
              <a:gd name="connsiteY1553" fmla="*/ 411407 h 5183066"/>
              <a:gd name="connsiteX1554" fmla="*/ 2209500 w 5183079"/>
              <a:gd name="connsiteY1554" fmla="*/ 435157 h 5183066"/>
              <a:gd name="connsiteX1555" fmla="*/ 2215628 w 5183079"/>
              <a:gd name="connsiteY1555" fmla="*/ 449713 h 5183066"/>
              <a:gd name="connsiteX1556" fmla="*/ 2224822 w 5183079"/>
              <a:gd name="connsiteY1556" fmla="*/ 462227 h 5183066"/>
              <a:gd name="connsiteX1557" fmla="*/ 2229162 w 5183079"/>
              <a:gd name="connsiteY1557" fmla="*/ 471164 h 5183066"/>
              <a:gd name="connsiteX1558" fmla="*/ 2234015 w 5183079"/>
              <a:gd name="connsiteY1558" fmla="*/ 476783 h 5183066"/>
              <a:gd name="connsiteX1559" fmla="*/ 2242442 w 5183079"/>
              <a:gd name="connsiteY1559" fmla="*/ 476783 h 5183066"/>
              <a:gd name="connsiteX1560" fmla="*/ 2252147 w 5183079"/>
              <a:gd name="connsiteY1560" fmla="*/ 473208 h 5183066"/>
              <a:gd name="connsiteX1561" fmla="*/ 2262618 w 5183079"/>
              <a:gd name="connsiteY1561" fmla="*/ 468355 h 5183066"/>
              <a:gd name="connsiteX1562" fmla="*/ 2271300 w 5183079"/>
              <a:gd name="connsiteY1562" fmla="*/ 468355 h 5183066"/>
              <a:gd name="connsiteX1563" fmla="*/ 2271300 w 5183079"/>
              <a:gd name="connsiteY1563" fmla="*/ 482657 h 5183066"/>
              <a:gd name="connsiteX1564" fmla="*/ 2265682 w 5183079"/>
              <a:gd name="connsiteY1564" fmla="*/ 489041 h 5183066"/>
              <a:gd name="connsiteX1565" fmla="*/ 2259042 w 5183079"/>
              <a:gd name="connsiteY1565" fmla="*/ 490318 h 5183066"/>
              <a:gd name="connsiteX1566" fmla="*/ 2251891 w 5183079"/>
              <a:gd name="connsiteY1566" fmla="*/ 492616 h 5183066"/>
              <a:gd name="connsiteX1567" fmla="*/ 2244997 w 5183079"/>
              <a:gd name="connsiteY1567" fmla="*/ 491339 h 5183066"/>
              <a:gd name="connsiteX1568" fmla="*/ 2239634 w 5183079"/>
              <a:gd name="connsiteY1568" fmla="*/ 501043 h 5183066"/>
              <a:gd name="connsiteX1569" fmla="*/ 2239634 w 5183079"/>
              <a:gd name="connsiteY1569" fmla="*/ 513046 h 5183066"/>
              <a:gd name="connsiteX1570" fmla="*/ 2239634 w 5183079"/>
              <a:gd name="connsiteY1570" fmla="*/ 523005 h 5183066"/>
              <a:gd name="connsiteX1571" fmla="*/ 2250359 w 5183079"/>
              <a:gd name="connsiteY1571" fmla="*/ 526581 h 5183066"/>
              <a:gd name="connsiteX1572" fmla="*/ 2262362 w 5183079"/>
              <a:gd name="connsiteY1572" fmla="*/ 526581 h 5183066"/>
              <a:gd name="connsiteX1573" fmla="*/ 2268235 w 5183079"/>
              <a:gd name="connsiteY1573" fmla="*/ 534242 h 5183066"/>
              <a:gd name="connsiteX1574" fmla="*/ 2240910 w 5183079"/>
              <a:gd name="connsiteY1574" fmla="*/ 551097 h 5183066"/>
              <a:gd name="connsiteX1575" fmla="*/ 2219204 w 5183079"/>
              <a:gd name="connsiteY1575" fmla="*/ 562078 h 5183066"/>
              <a:gd name="connsiteX1576" fmla="*/ 2210776 w 5183079"/>
              <a:gd name="connsiteY1576" fmla="*/ 559524 h 5183066"/>
              <a:gd name="connsiteX1577" fmla="*/ 2205159 w 5183079"/>
              <a:gd name="connsiteY1577" fmla="*/ 565397 h 5183066"/>
              <a:gd name="connsiteX1578" fmla="*/ 2201328 w 5183079"/>
              <a:gd name="connsiteY1578" fmla="*/ 578166 h 5183066"/>
              <a:gd name="connsiteX1579" fmla="*/ 2201328 w 5183079"/>
              <a:gd name="connsiteY1579" fmla="*/ 588637 h 5183066"/>
              <a:gd name="connsiteX1580" fmla="*/ 2208223 w 5183079"/>
              <a:gd name="connsiteY1580" fmla="*/ 610599 h 5183066"/>
              <a:gd name="connsiteX1581" fmla="*/ 2226354 w 5183079"/>
              <a:gd name="connsiteY1581" fmla="*/ 616983 h 5183066"/>
              <a:gd name="connsiteX1582" fmla="*/ 2251891 w 5183079"/>
              <a:gd name="connsiteY1582" fmla="*/ 605236 h 5183066"/>
              <a:gd name="connsiteX1583" fmla="*/ 2277429 w 5183079"/>
              <a:gd name="connsiteY1583" fmla="*/ 598851 h 5183066"/>
              <a:gd name="connsiteX1584" fmla="*/ 2302966 w 5183079"/>
              <a:gd name="connsiteY1584" fmla="*/ 590424 h 5183066"/>
              <a:gd name="connsiteX1585" fmla="*/ 2323142 w 5183079"/>
              <a:gd name="connsiteY1585" fmla="*/ 584040 h 5183066"/>
              <a:gd name="connsiteX1586" fmla="*/ 2341272 w 5183079"/>
              <a:gd name="connsiteY1586" fmla="*/ 579698 h 5183066"/>
              <a:gd name="connsiteX1587" fmla="*/ 2362469 w 5183079"/>
              <a:gd name="connsiteY1587" fmla="*/ 577911 h 5183066"/>
              <a:gd name="connsiteX1588" fmla="*/ 2400775 w 5183079"/>
              <a:gd name="connsiteY1588" fmla="*/ 571016 h 5183066"/>
              <a:gd name="connsiteX1589" fmla="*/ 2425036 w 5183079"/>
              <a:gd name="connsiteY1589" fmla="*/ 571016 h 5183066"/>
              <a:gd name="connsiteX1590" fmla="*/ 2445465 w 5183079"/>
              <a:gd name="connsiteY1590" fmla="*/ 530411 h 5183066"/>
              <a:gd name="connsiteX1591" fmla="*/ 2428100 w 5183079"/>
              <a:gd name="connsiteY1591" fmla="*/ 509471 h 5183066"/>
              <a:gd name="connsiteX1592" fmla="*/ 2410735 w 5183079"/>
              <a:gd name="connsiteY1592" fmla="*/ 512280 h 5183066"/>
              <a:gd name="connsiteX1593" fmla="*/ 2391070 w 5183079"/>
              <a:gd name="connsiteY1593" fmla="*/ 519175 h 5183066"/>
              <a:gd name="connsiteX1594" fmla="*/ 2374726 w 5183079"/>
              <a:gd name="connsiteY1594" fmla="*/ 520707 h 5183066"/>
              <a:gd name="connsiteX1595" fmla="*/ 2353785 w 5183079"/>
              <a:gd name="connsiteY1595" fmla="*/ 527858 h 5183066"/>
              <a:gd name="connsiteX1596" fmla="*/ 2345103 w 5183079"/>
              <a:gd name="connsiteY1596" fmla="*/ 522750 h 5183066"/>
              <a:gd name="connsiteX1597" fmla="*/ 2348679 w 5183079"/>
              <a:gd name="connsiteY1597" fmla="*/ 512535 h 5183066"/>
              <a:gd name="connsiteX1598" fmla="*/ 2364256 w 5183079"/>
              <a:gd name="connsiteY1598" fmla="*/ 504363 h 5183066"/>
              <a:gd name="connsiteX1599" fmla="*/ 2376770 w 5183079"/>
              <a:gd name="connsiteY1599" fmla="*/ 492361 h 5183066"/>
              <a:gd name="connsiteX1600" fmla="*/ 2378302 w 5183079"/>
              <a:gd name="connsiteY1600" fmla="*/ 483933 h 5183066"/>
              <a:gd name="connsiteX1601" fmla="*/ 2371406 w 5183079"/>
              <a:gd name="connsiteY1601" fmla="*/ 464525 h 5183066"/>
              <a:gd name="connsiteX1602" fmla="*/ 2364001 w 5183079"/>
              <a:gd name="connsiteY1602" fmla="*/ 458396 h 5183066"/>
              <a:gd name="connsiteX1603" fmla="*/ 2347657 w 5183079"/>
              <a:gd name="connsiteY1603" fmla="*/ 455587 h 5183066"/>
              <a:gd name="connsiteX1604" fmla="*/ 2337187 w 5183079"/>
              <a:gd name="connsiteY1604" fmla="*/ 462482 h 5183066"/>
              <a:gd name="connsiteX1605" fmla="*/ 2323396 w 5183079"/>
              <a:gd name="connsiteY1605" fmla="*/ 466823 h 5183066"/>
              <a:gd name="connsiteX1606" fmla="*/ 2321354 w 5183079"/>
              <a:gd name="connsiteY1606" fmla="*/ 452522 h 5183066"/>
              <a:gd name="connsiteX1607" fmla="*/ 2338975 w 5183079"/>
              <a:gd name="connsiteY1607" fmla="*/ 444351 h 5183066"/>
              <a:gd name="connsiteX1608" fmla="*/ 2350977 w 5183079"/>
              <a:gd name="connsiteY1608" fmla="*/ 438477 h 5183066"/>
              <a:gd name="connsiteX1609" fmla="*/ 2362980 w 5183079"/>
              <a:gd name="connsiteY1609" fmla="*/ 436434 h 5183066"/>
              <a:gd name="connsiteX1610" fmla="*/ 2371152 w 5183079"/>
              <a:gd name="connsiteY1610" fmla="*/ 425453 h 5183066"/>
              <a:gd name="connsiteX1611" fmla="*/ 2391837 w 5183079"/>
              <a:gd name="connsiteY1611" fmla="*/ 360332 h 5183066"/>
              <a:gd name="connsiteX1612" fmla="*/ 2402818 w 5183079"/>
              <a:gd name="connsiteY1612" fmla="*/ 343478 h 5183066"/>
              <a:gd name="connsiteX1613" fmla="*/ 2413032 w 5183079"/>
              <a:gd name="connsiteY1613" fmla="*/ 315897 h 5183066"/>
              <a:gd name="connsiteX1614" fmla="*/ 2414564 w 5183079"/>
              <a:gd name="connsiteY1614" fmla="*/ 299298 h 5183066"/>
              <a:gd name="connsiteX1615" fmla="*/ 2420439 w 5183079"/>
              <a:gd name="connsiteY1615" fmla="*/ 280911 h 5183066"/>
              <a:gd name="connsiteX1616" fmla="*/ 2407415 w 5183079"/>
              <a:gd name="connsiteY1616" fmla="*/ 262013 h 5183066"/>
              <a:gd name="connsiteX1617" fmla="*/ 2400775 w 5183079"/>
              <a:gd name="connsiteY1617" fmla="*/ 250777 h 5183066"/>
              <a:gd name="connsiteX1618" fmla="*/ 2371406 w 5183079"/>
              <a:gd name="connsiteY1618" fmla="*/ 252820 h 5183066"/>
              <a:gd name="connsiteX1619" fmla="*/ 2355573 w 5183079"/>
              <a:gd name="connsiteY1619" fmla="*/ 249245 h 5183066"/>
              <a:gd name="connsiteX1620" fmla="*/ 2591539 w 5183079"/>
              <a:gd name="connsiteY1620" fmla="*/ 91935 h 5183066"/>
              <a:gd name="connsiteX1621" fmla="*/ 5090122 w 5183079"/>
              <a:gd name="connsiteY1621" fmla="*/ 2591533 h 5183066"/>
              <a:gd name="connsiteX1622" fmla="*/ 5090122 w 5183079"/>
              <a:gd name="connsiteY1622" fmla="*/ 2592554 h 5183066"/>
              <a:gd name="connsiteX1623" fmla="*/ 2589497 w 5183079"/>
              <a:gd name="connsiteY1623" fmla="*/ 5091132 h 5183066"/>
              <a:gd name="connsiteX1624" fmla="*/ 90914 w 5183079"/>
              <a:gd name="connsiteY1624" fmla="*/ 2590511 h 5183066"/>
              <a:gd name="connsiteX1625" fmla="*/ 2591539 w 5183079"/>
              <a:gd name="connsiteY1625" fmla="*/ 91935 h 5183066"/>
              <a:gd name="connsiteX1626" fmla="*/ 2591539 w 5183079"/>
              <a:gd name="connsiteY1626" fmla="*/ 57970 h 5183066"/>
              <a:gd name="connsiteX1627" fmla="*/ 57971 w 5183079"/>
              <a:gd name="connsiteY1627" fmla="*/ 2591532 h 5183066"/>
              <a:gd name="connsiteX1628" fmla="*/ 2591539 w 5183079"/>
              <a:gd name="connsiteY1628" fmla="*/ 5125096 h 5183066"/>
              <a:gd name="connsiteX1629" fmla="*/ 5125108 w 5183079"/>
              <a:gd name="connsiteY1629" fmla="*/ 2591532 h 5183066"/>
              <a:gd name="connsiteX1630" fmla="*/ 2591539 w 5183079"/>
              <a:gd name="connsiteY1630" fmla="*/ 57970 h 5183066"/>
              <a:gd name="connsiteX1631" fmla="*/ 2591539 w 5183079"/>
              <a:gd name="connsiteY1631" fmla="*/ 0 h 5183066"/>
              <a:gd name="connsiteX1632" fmla="*/ 5183079 w 5183079"/>
              <a:gd name="connsiteY1632" fmla="*/ 2591532 h 5183066"/>
              <a:gd name="connsiteX1633" fmla="*/ 2591539 w 5183079"/>
              <a:gd name="connsiteY1633" fmla="*/ 5183066 h 5183066"/>
              <a:gd name="connsiteX1634" fmla="*/ 0 w 5183079"/>
              <a:gd name="connsiteY1634" fmla="*/ 2591532 h 5183066"/>
              <a:gd name="connsiteX1635" fmla="*/ 2591539 w 5183079"/>
              <a:gd name="connsiteY1635" fmla="*/ 0 h 5183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</a:cxnLst>
            <a:rect l="l" t="t" r="r" b="b"/>
            <a:pathLst>
              <a:path w="5183079" h="5183066">
                <a:moveTo>
                  <a:pt x="2990813" y="4666384"/>
                </a:moveTo>
                <a:cubicBezTo>
                  <a:pt x="3005442" y="4665890"/>
                  <a:pt x="3020260" y="4670978"/>
                  <a:pt x="3031804" y="4681767"/>
                </a:cubicBezTo>
                <a:cubicBezTo>
                  <a:pt x="3047483" y="4698750"/>
                  <a:pt x="3057546" y="4720150"/>
                  <a:pt x="3060662" y="4743057"/>
                </a:cubicBezTo>
                <a:cubicBezTo>
                  <a:pt x="3066203" y="4764917"/>
                  <a:pt x="3064772" y="4787951"/>
                  <a:pt x="3056575" y="4808944"/>
                </a:cubicBezTo>
                <a:cubicBezTo>
                  <a:pt x="3054226" y="4813770"/>
                  <a:pt x="3051212" y="4818265"/>
                  <a:pt x="3047638" y="4822274"/>
                </a:cubicBezTo>
                <a:cubicBezTo>
                  <a:pt x="3026185" y="4846228"/>
                  <a:pt x="2989360" y="4848271"/>
                  <a:pt x="2965406" y="4826819"/>
                </a:cubicBezTo>
                <a:cubicBezTo>
                  <a:pt x="2949930" y="4810322"/>
                  <a:pt x="2939945" y="4789459"/>
                  <a:pt x="2936804" y="4767062"/>
                </a:cubicBezTo>
                <a:cubicBezTo>
                  <a:pt x="2931160" y="4744615"/>
                  <a:pt x="2932591" y="4720993"/>
                  <a:pt x="2940891" y="4699388"/>
                </a:cubicBezTo>
                <a:cubicBezTo>
                  <a:pt x="2943444" y="4693923"/>
                  <a:pt x="2946841" y="4688892"/>
                  <a:pt x="2950953" y="4684500"/>
                </a:cubicBezTo>
                <a:cubicBezTo>
                  <a:pt x="2961742" y="4672957"/>
                  <a:pt x="2976183" y="4666879"/>
                  <a:pt x="2990813" y="4666384"/>
                </a:cubicBezTo>
                <a:close/>
                <a:moveTo>
                  <a:pt x="2684495" y="4665169"/>
                </a:moveTo>
                <a:lnTo>
                  <a:pt x="2513650" y="4668233"/>
                </a:lnTo>
                <a:lnTo>
                  <a:pt x="2518246" y="4920542"/>
                </a:lnTo>
                <a:lnTo>
                  <a:pt x="2689859" y="4917222"/>
                </a:lnTo>
                <a:lnTo>
                  <a:pt x="2689859" y="4894749"/>
                </a:lnTo>
                <a:lnTo>
                  <a:pt x="2689859" y="4872532"/>
                </a:lnTo>
                <a:lnTo>
                  <a:pt x="2562172" y="4874830"/>
                </a:lnTo>
                <a:lnTo>
                  <a:pt x="2562172" y="4809199"/>
                </a:lnTo>
                <a:lnTo>
                  <a:pt x="2675558" y="4807156"/>
                </a:lnTo>
                <a:lnTo>
                  <a:pt x="2675558" y="4785449"/>
                </a:lnTo>
                <a:lnTo>
                  <a:pt x="2675558" y="4763743"/>
                </a:lnTo>
                <a:lnTo>
                  <a:pt x="2562172" y="4765786"/>
                </a:lnTo>
                <a:lnTo>
                  <a:pt x="2562172" y="4712157"/>
                </a:lnTo>
                <a:lnTo>
                  <a:pt x="2684495" y="4710114"/>
                </a:lnTo>
                <a:lnTo>
                  <a:pt x="2684495" y="4687642"/>
                </a:lnTo>
                <a:close/>
                <a:moveTo>
                  <a:pt x="2265682" y="4645760"/>
                </a:moveTo>
                <a:lnTo>
                  <a:pt x="2262872" y="4667977"/>
                </a:lnTo>
                <a:lnTo>
                  <a:pt x="2260319" y="4690195"/>
                </a:lnTo>
                <a:lnTo>
                  <a:pt x="2329780" y="4698623"/>
                </a:lnTo>
                <a:lnTo>
                  <a:pt x="2304243" y="4904454"/>
                </a:lnTo>
                <a:lnTo>
                  <a:pt x="2329780" y="4907518"/>
                </a:lnTo>
                <a:lnTo>
                  <a:pt x="2353531" y="4910328"/>
                </a:lnTo>
                <a:lnTo>
                  <a:pt x="2379069" y="4704496"/>
                </a:lnTo>
                <a:lnTo>
                  <a:pt x="2448785" y="4713179"/>
                </a:lnTo>
                <a:lnTo>
                  <a:pt x="2451338" y="4690706"/>
                </a:lnTo>
                <a:lnTo>
                  <a:pt x="2452871" y="4668743"/>
                </a:lnTo>
                <a:close/>
                <a:moveTo>
                  <a:pt x="3010621" y="4623236"/>
                </a:moveTo>
                <a:cubicBezTo>
                  <a:pt x="2968344" y="4617268"/>
                  <a:pt x="2924656" y="4636464"/>
                  <a:pt x="2901308" y="4675383"/>
                </a:cubicBezTo>
                <a:cubicBezTo>
                  <a:pt x="2885730" y="4707075"/>
                  <a:pt x="2881849" y="4743262"/>
                  <a:pt x="2890327" y="4777533"/>
                </a:cubicBezTo>
                <a:cubicBezTo>
                  <a:pt x="2895154" y="4811881"/>
                  <a:pt x="2912212" y="4843343"/>
                  <a:pt x="2938338" y="4866148"/>
                </a:cubicBezTo>
                <a:cubicBezTo>
                  <a:pt x="2940713" y="4867884"/>
                  <a:pt x="2943165" y="4869544"/>
                  <a:pt x="2945666" y="4871102"/>
                </a:cubicBezTo>
                <a:cubicBezTo>
                  <a:pt x="2997764" y="4903254"/>
                  <a:pt x="3066051" y="4887089"/>
                  <a:pt x="3098202" y="4834992"/>
                </a:cubicBezTo>
                <a:cubicBezTo>
                  <a:pt x="3113907" y="4804066"/>
                  <a:pt x="3117815" y="4768493"/>
                  <a:pt x="3109183" y="4734885"/>
                </a:cubicBezTo>
                <a:cubicBezTo>
                  <a:pt x="3104510" y="4699899"/>
                  <a:pt x="3087477" y="4667747"/>
                  <a:pt x="3061172" y="4644228"/>
                </a:cubicBezTo>
                <a:cubicBezTo>
                  <a:pt x="3058108" y="4641904"/>
                  <a:pt x="3054916" y="4639759"/>
                  <a:pt x="3051622" y="4637793"/>
                </a:cubicBezTo>
                <a:cubicBezTo>
                  <a:pt x="3038649" y="4630011"/>
                  <a:pt x="3024713" y="4625225"/>
                  <a:pt x="3010621" y="4623236"/>
                </a:cubicBezTo>
                <a:close/>
                <a:moveTo>
                  <a:pt x="2029715" y="4591621"/>
                </a:moveTo>
                <a:lnTo>
                  <a:pt x="1991665" y="4744845"/>
                </a:lnTo>
                <a:cubicBezTo>
                  <a:pt x="1983008" y="4771123"/>
                  <a:pt x="1984361" y="4799700"/>
                  <a:pt x="1995496" y="4825032"/>
                </a:cubicBezTo>
                <a:cubicBezTo>
                  <a:pt x="2009490" y="4847122"/>
                  <a:pt x="2032270" y="4862164"/>
                  <a:pt x="2058063" y="4866403"/>
                </a:cubicBezTo>
                <a:cubicBezTo>
                  <a:pt x="2082885" y="4875137"/>
                  <a:pt x="2110235" y="4872992"/>
                  <a:pt x="2133397" y="4860529"/>
                </a:cubicBezTo>
                <a:cubicBezTo>
                  <a:pt x="2154977" y="4842755"/>
                  <a:pt x="2169253" y="4817677"/>
                  <a:pt x="2173491" y="4790046"/>
                </a:cubicBezTo>
                <a:lnTo>
                  <a:pt x="2210521" y="4636822"/>
                </a:lnTo>
                <a:lnTo>
                  <a:pt x="2187027" y="4630949"/>
                </a:lnTo>
                <a:lnTo>
                  <a:pt x="2163533" y="4625330"/>
                </a:lnTo>
                <a:lnTo>
                  <a:pt x="2124971" y="4778555"/>
                </a:lnTo>
                <a:cubicBezTo>
                  <a:pt x="2122723" y="4793162"/>
                  <a:pt x="2115623" y="4806569"/>
                  <a:pt x="2104795" y="4816605"/>
                </a:cubicBezTo>
                <a:cubicBezTo>
                  <a:pt x="2093738" y="4823347"/>
                  <a:pt x="2080177" y="4824675"/>
                  <a:pt x="2068021" y="4820181"/>
                </a:cubicBezTo>
                <a:cubicBezTo>
                  <a:pt x="2055407" y="4818035"/>
                  <a:pt x="2044502" y="4810221"/>
                  <a:pt x="2038399" y="4798984"/>
                </a:cubicBezTo>
                <a:cubicBezTo>
                  <a:pt x="2033521" y="4785271"/>
                  <a:pt x="2033521" y="4770306"/>
                  <a:pt x="2038399" y="4756592"/>
                </a:cubicBezTo>
                <a:lnTo>
                  <a:pt x="2076705" y="4603368"/>
                </a:lnTo>
                <a:lnTo>
                  <a:pt x="2053211" y="4597495"/>
                </a:lnTo>
                <a:close/>
                <a:moveTo>
                  <a:pt x="3311185" y="4541568"/>
                </a:moveTo>
                <a:lnTo>
                  <a:pt x="3154129" y="4592643"/>
                </a:lnTo>
                <a:lnTo>
                  <a:pt x="3230741" y="4832438"/>
                </a:lnTo>
                <a:lnTo>
                  <a:pt x="3253980" y="4824777"/>
                </a:lnTo>
                <a:lnTo>
                  <a:pt x="3276964" y="4817371"/>
                </a:lnTo>
                <a:lnTo>
                  <a:pt x="3245042" y="4715988"/>
                </a:lnTo>
                <a:lnTo>
                  <a:pt x="3341829" y="4684576"/>
                </a:lnTo>
                <a:lnTo>
                  <a:pt x="3335190" y="4663891"/>
                </a:lnTo>
                <a:lnTo>
                  <a:pt x="3328295" y="4643206"/>
                </a:lnTo>
                <a:lnTo>
                  <a:pt x="3231762" y="4674617"/>
                </a:lnTo>
                <a:lnTo>
                  <a:pt x="3214141" y="4620223"/>
                </a:lnTo>
                <a:lnTo>
                  <a:pt x="3324975" y="4584215"/>
                </a:lnTo>
                <a:lnTo>
                  <a:pt x="3318079" y="4562763"/>
                </a:lnTo>
                <a:close/>
                <a:moveTo>
                  <a:pt x="1798092" y="4512710"/>
                </a:moveTo>
                <a:lnTo>
                  <a:pt x="1790685" y="4533906"/>
                </a:lnTo>
                <a:lnTo>
                  <a:pt x="1783535" y="4555103"/>
                </a:lnTo>
                <a:lnTo>
                  <a:pt x="1849677" y="4577830"/>
                </a:lnTo>
                <a:lnTo>
                  <a:pt x="1782257" y="4773957"/>
                </a:lnTo>
                <a:lnTo>
                  <a:pt x="1805242" y="4781875"/>
                </a:lnTo>
                <a:lnTo>
                  <a:pt x="1827970" y="4789791"/>
                </a:lnTo>
                <a:lnTo>
                  <a:pt x="1895390" y="4593663"/>
                </a:lnTo>
                <a:lnTo>
                  <a:pt x="1961786" y="4616392"/>
                </a:lnTo>
                <a:lnTo>
                  <a:pt x="1969192" y="4595196"/>
                </a:lnTo>
                <a:lnTo>
                  <a:pt x="1976854" y="4574256"/>
                </a:lnTo>
                <a:close/>
                <a:moveTo>
                  <a:pt x="1706412" y="4467764"/>
                </a:moveTo>
                <a:lnTo>
                  <a:pt x="1599921" y="4696324"/>
                </a:lnTo>
                <a:lnTo>
                  <a:pt x="1621883" y="4706539"/>
                </a:lnTo>
                <a:lnTo>
                  <a:pt x="1643589" y="4716754"/>
                </a:lnTo>
                <a:lnTo>
                  <a:pt x="1750336" y="4488195"/>
                </a:lnTo>
                <a:lnTo>
                  <a:pt x="1728118" y="4477979"/>
                </a:lnTo>
                <a:close/>
                <a:moveTo>
                  <a:pt x="3619420" y="4392174"/>
                </a:moveTo>
                <a:lnTo>
                  <a:pt x="3452917" y="4480533"/>
                </a:lnTo>
                <a:lnTo>
                  <a:pt x="3463387" y="4500452"/>
                </a:lnTo>
                <a:lnTo>
                  <a:pt x="3473858" y="4520116"/>
                </a:lnTo>
                <a:lnTo>
                  <a:pt x="3535658" y="4487173"/>
                </a:lnTo>
                <a:lnTo>
                  <a:pt x="3633212" y="4670276"/>
                </a:lnTo>
                <a:lnTo>
                  <a:pt x="3654662" y="4659039"/>
                </a:lnTo>
                <a:lnTo>
                  <a:pt x="3675859" y="4647548"/>
                </a:lnTo>
                <a:lnTo>
                  <a:pt x="3578561" y="4464444"/>
                </a:lnTo>
                <a:lnTo>
                  <a:pt x="3640361" y="4431502"/>
                </a:lnTo>
                <a:lnTo>
                  <a:pt x="3629892" y="4411837"/>
                </a:lnTo>
                <a:close/>
                <a:moveTo>
                  <a:pt x="1489344" y="4349782"/>
                </a:moveTo>
                <a:lnTo>
                  <a:pt x="1479384" y="4370723"/>
                </a:lnTo>
                <a:lnTo>
                  <a:pt x="1468658" y="4390386"/>
                </a:lnTo>
                <a:lnTo>
                  <a:pt x="1529949" y="4424351"/>
                </a:lnTo>
                <a:lnTo>
                  <a:pt x="1429331" y="4605666"/>
                </a:lnTo>
                <a:lnTo>
                  <a:pt x="1450527" y="4617414"/>
                </a:lnTo>
                <a:lnTo>
                  <a:pt x="1471723" y="4629161"/>
                </a:lnTo>
                <a:lnTo>
                  <a:pt x="1571319" y="4446313"/>
                </a:lnTo>
                <a:lnTo>
                  <a:pt x="1632608" y="4480277"/>
                </a:lnTo>
                <a:lnTo>
                  <a:pt x="1643335" y="4460870"/>
                </a:lnTo>
                <a:lnTo>
                  <a:pt x="1654316" y="4441205"/>
                </a:lnTo>
                <a:close/>
                <a:moveTo>
                  <a:pt x="3074963" y="4313007"/>
                </a:moveTo>
                <a:lnTo>
                  <a:pt x="3074963" y="4313773"/>
                </a:lnTo>
                <a:cubicBezTo>
                  <a:pt x="3084922" y="4313773"/>
                  <a:pt x="3086454" y="4323478"/>
                  <a:pt x="3084922" y="4335480"/>
                </a:cubicBezTo>
                <a:cubicBezTo>
                  <a:pt x="3083390" y="4347483"/>
                  <a:pt x="3083901" y="4399834"/>
                  <a:pt x="3074708" y="4399834"/>
                </a:cubicBezTo>
                <a:cubicBezTo>
                  <a:pt x="3065513" y="4399834"/>
                  <a:pt x="3068579" y="4358208"/>
                  <a:pt x="3068579" y="4338545"/>
                </a:cubicBezTo>
                <a:cubicBezTo>
                  <a:pt x="3068579" y="4318881"/>
                  <a:pt x="3068579" y="4313007"/>
                  <a:pt x="3074963" y="4313007"/>
                </a:cubicBezTo>
                <a:close/>
                <a:moveTo>
                  <a:pt x="2643636" y="4313007"/>
                </a:moveTo>
                <a:lnTo>
                  <a:pt x="2643636" y="4313773"/>
                </a:lnTo>
                <a:cubicBezTo>
                  <a:pt x="2653596" y="4313773"/>
                  <a:pt x="2655128" y="4323478"/>
                  <a:pt x="2653596" y="4335480"/>
                </a:cubicBezTo>
                <a:cubicBezTo>
                  <a:pt x="2652064" y="4347483"/>
                  <a:pt x="2652573" y="4399834"/>
                  <a:pt x="2643380" y="4399834"/>
                </a:cubicBezTo>
                <a:cubicBezTo>
                  <a:pt x="2634187" y="4399834"/>
                  <a:pt x="2637252" y="4358208"/>
                  <a:pt x="2637252" y="4338545"/>
                </a:cubicBezTo>
                <a:cubicBezTo>
                  <a:pt x="2637252" y="4318881"/>
                  <a:pt x="2637252" y="4313007"/>
                  <a:pt x="2643636" y="4313007"/>
                </a:cubicBezTo>
                <a:close/>
                <a:moveTo>
                  <a:pt x="3003458" y="4309177"/>
                </a:moveTo>
                <a:cubicBezTo>
                  <a:pt x="3009842" y="4309177"/>
                  <a:pt x="3012906" y="4322712"/>
                  <a:pt x="3012906" y="4334715"/>
                </a:cubicBezTo>
                <a:cubicBezTo>
                  <a:pt x="3012906" y="4346717"/>
                  <a:pt x="3012397" y="4397792"/>
                  <a:pt x="3004736" y="4397792"/>
                </a:cubicBezTo>
                <a:cubicBezTo>
                  <a:pt x="2997073" y="4397792"/>
                  <a:pt x="2992732" y="4355656"/>
                  <a:pt x="2992732" y="4336757"/>
                </a:cubicBezTo>
                <a:cubicBezTo>
                  <a:pt x="2992732" y="4317860"/>
                  <a:pt x="2992732" y="4309943"/>
                  <a:pt x="3003458" y="4309943"/>
                </a:cubicBezTo>
                <a:close/>
                <a:moveTo>
                  <a:pt x="2572131" y="4309177"/>
                </a:moveTo>
                <a:cubicBezTo>
                  <a:pt x="2578516" y="4309177"/>
                  <a:pt x="2581580" y="4323734"/>
                  <a:pt x="2581580" y="4334715"/>
                </a:cubicBezTo>
                <a:cubicBezTo>
                  <a:pt x="2581580" y="4345696"/>
                  <a:pt x="2581324" y="4399069"/>
                  <a:pt x="2573663" y="4399069"/>
                </a:cubicBezTo>
                <a:cubicBezTo>
                  <a:pt x="2566001" y="4399069"/>
                  <a:pt x="2561404" y="4355656"/>
                  <a:pt x="2561404" y="4336757"/>
                </a:cubicBezTo>
                <a:cubicBezTo>
                  <a:pt x="2561404" y="4317860"/>
                  <a:pt x="2561404" y="4309943"/>
                  <a:pt x="2572131" y="4309943"/>
                </a:cubicBezTo>
                <a:close/>
                <a:moveTo>
                  <a:pt x="2137611" y="4308890"/>
                </a:moveTo>
                <a:cubicBezTo>
                  <a:pt x="2140676" y="4308539"/>
                  <a:pt x="2144124" y="4309049"/>
                  <a:pt x="2145656" y="4312497"/>
                </a:cubicBezTo>
                <a:cubicBezTo>
                  <a:pt x="2147903" y="4340026"/>
                  <a:pt x="2148489" y="4367658"/>
                  <a:pt x="2147443" y="4395238"/>
                </a:cubicBezTo>
                <a:cubicBezTo>
                  <a:pt x="2147443" y="4401622"/>
                  <a:pt x="2134930" y="4404176"/>
                  <a:pt x="2131864" y="4395238"/>
                </a:cubicBezTo>
                <a:cubicBezTo>
                  <a:pt x="2130332" y="4367172"/>
                  <a:pt x="2130332" y="4339030"/>
                  <a:pt x="2131864" y="4310965"/>
                </a:cubicBezTo>
                <a:lnTo>
                  <a:pt x="2131864" y="4310454"/>
                </a:lnTo>
                <a:cubicBezTo>
                  <a:pt x="2131864" y="4310454"/>
                  <a:pt x="2134546" y="4309241"/>
                  <a:pt x="2137611" y="4308890"/>
                </a:cubicBezTo>
                <a:close/>
                <a:moveTo>
                  <a:pt x="2206945" y="4304581"/>
                </a:moveTo>
                <a:cubicBezTo>
                  <a:pt x="2216394" y="4303559"/>
                  <a:pt x="2214096" y="4327820"/>
                  <a:pt x="2214096" y="4334715"/>
                </a:cubicBezTo>
                <a:cubicBezTo>
                  <a:pt x="2214096" y="4341609"/>
                  <a:pt x="2214607" y="4394728"/>
                  <a:pt x="2206945" y="4394728"/>
                </a:cubicBezTo>
                <a:cubicBezTo>
                  <a:pt x="2199284" y="4394728"/>
                  <a:pt x="2199284" y="4349526"/>
                  <a:pt x="2199284" y="4334715"/>
                </a:cubicBezTo>
                <a:cubicBezTo>
                  <a:pt x="2199284" y="4319902"/>
                  <a:pt x="2197752" y="4304581"/>
                  <a:pt x="2206945" y="4304581"/>
                </a:cubicBezTo>
                <a:close/>
                <a:moveTo>
                  <a:pt x="2165064" y="4298707"/>
                </a:moveTo>
                <a:lnTo>
                  <a:pt x="2165120" y="4300427"/>
                </a:lnTo>
                <a:lnTo>
                  <a:pt x="2165064" y="4300495"/>
                </a:lnTo>
                <a:close/>
                <a:moveTo>
                  <a:pt x="2169252" y="4295361"/>
                </a:moveTo>
                <a:cubicBezTo>
                  <a:pt x="2173950" y="4292501"/>
                  <a:pt x="2180079" y="4294009"/>
                  <a:pt x="2182939" y="4298707"/>
                </a:cubicBezTo>
                <a:cubicBezTo>
                  <a:pt x="2186005" y="4302793"/>
                  <a:pt x="2186005" y="4394983"/>
                  <a:pt x="2186005" y="4400857"/>
                </a:cubicBezTo>
                <a:cubicBezTo>
                  <a:pt x="2186005" y="4406731"/>
                  <a:pt x="2171448" y="4405709"/>
                  <a:pt x="2168384" y="4400857"/>
                </a:cubicBezTo>
                <a:lnTo>
                  <a:pt x="2165120" y="4300427"/>
                </a:lnTo>
                <a:close/>
                <a:moveTo>
                  <a:pt x="3042274" y="4291556"/>
                </a:moveTo>
                <a:cubicBezTo>
                  <a:pt x="3055299" y="4291556"/>
                  <a:pt x="3051467" y="4310199"/>
                  <a:pt x="3051467" y="4329862"/>
                </a:cubicBezTo>
                <a:cubicBezTo>
                  <a:pt x="3051467" y="4349526"/>
                  <a:pt x="3054787" y="4404176"/>
                  <a:pt x="3040742" y="4404176"/>
                </a:cubicBezTo>
                <a:cubicBezTo>
                  <a:pt x="3026697" y="4404176"/>
                  <a:pt x="3029761" y="4346717"/>
                  <a:pt x="3029761" y="4328841"/>
                </a:cubicBezTo>
                <a:cubicBezTo>
                  <a:pt x="3029761" y="4310965"/>
                  <a:pt x="3026697" y="4291556"/>
                  <a:pt x="3042274" y="4291556"/>
                </a:cubicBezTo>
                <a:close/>
                <a:moveTo>
                  <a:pt x="2610947" y="4291556"/>
                </a:moveTo>
                <a:cubicBezTo>
                  <a:pt x="2624227" y="4291556"/>
                  <a:pt x="2620142" y="4310199"/>
                  <a:pt x="2620142" y="4329862"/>
                </a:cubicBezTo>
                <a:cubicBezTo>
                  <a:pt x="2620142" y="4349526"/>
                  <a:pt x="2623460" y="4404176"/>
                  <a:pt x="2609415" y="4404176"/>
                </a:cubicBezTo>
                <a:cubicBezTo>
                  <a:pt x="2595370" y="4404176"/>
                  <a:pt x="2598434" y="4346717"/>
                  <a:pt x="2598434" y="4328841"/>
                </a:cubicBezTo>
                <a:cubicBezTo>
                  <a:pt x="2598434" y="4310965"/>
                  <a:pt x="2595370" y="4291556"/>
                  <a:pt x="2610947" y="4291556"/>
                </a:cubicBezTo>
                <a:close/>
                <a:moveTo>
                  <a:pt x="1921692" y="4283639"/>
                </a:moveTo>
                <a:lnTo>
                  <a:pt x="1922948" y="4284792"/>
                </a:lnTo>
                <a:lnTo>
                  <a:pt x="1920926" y="4284661"/>
                </a:lnTo>
                <a:close/>
                <a:moveTo>
                  <a:pt x="3813761" y="4269849"/>
                </a:moveTo>
                <a:lnTo>
                  <a:pt x="3670495" y="4362806"/>
                </a:lnTo>
                <a:lnTo>
                  <a:pt x="3807887" y="4574256"/>
                </a:lnTo>
                <a:lnTo>
                  <a:pt x="3954983" y="4477724"/>
                </a:lnTo>
                <a:lnTo>
                  <a:pt x="3942725" y="4458826"/>
                </a:lnTo>
                <a:lnTo>
                  <a:pt x="3930722" y="4440184"/>
                </a:lnTo>
                <a:lnTo>
                  <a:pt x="3823720" y="4509646"/>
                </a:lnTo>
                <a:lnTo>
                  <a:pt x="3787713" y="4454740"/>
                </a:lnTo>
                <a:lnTo>
                  <a:pt x="3883734" y="4393450"/>
                </a:lnTo>
                <a:lnTo>
                  <a:pt x="3871986" y="4375064"/>
                </a:lnTo>
                <a:lnTo>
                  <a:pt x="3860240" y="4356932"/>
                </a:lnTo>
                <a:lnTo>
                  <a:pt x="3764984" y="4418733"/>
                </a:lnTo>
                <a:lnTo>
                  <a:pt x="3735871" y="4373787"/>
                </a:lnTo>
                <a:lnTo>
                  <a:pt x="3838021" y="4307390"/>
                </a:lnTo>
                <a:lnTo>
                  <a:pt x="3826019" y="4288492"/>
                </a:lnTo>
                <a:close/>
                <a:moveTo>
                  <a:pt x="1311858" y="4244312"/>
                </a:moveTo>
                <a:cubicBezTo>
                  <a:pt x="1289896" y="4246560"/>
                  <a:pt x="1270130" y="4258562"/>
                  <a:pt x="1257975" y="4277000"/>
                </a:cubicBezTo>
                <a:cubicBezTo>
                  <a:pt x="1246048" y="4290637"/>
                  <a:pt x="1241069" y="4308999"/>
                  <a:pt x="1244440" y="4326798"/>
                </a:cubicBezTo>
                <a:cubicBezTo>
                  <a:pt x="1254016" y="4351748"/>
                  <a:pt x="1268521" y="4374502"/>
                  <a:pt x="1287087" y="4393706"/>
                </a:cubicBezTo>
                <a:cubicBezTo>
                  <a:pt x="1296817" y="4403665"/>
                  <a:pt x="1304785" y="4415259"/>
                  <a:pt x="1310582" y="4427926"/>
                </a:cubicBezTo>
                <a:cubicBezTo>
                  <a:pt x="1313058" y="4435715"/>
                  <a:pt x="1311322" y="4444219"/>
                  <a:pt x="1305985" y="4450399"/>
                </a:cubicBezTo>
                <a:cubicBezTo>
                  <a:pt x="1300622" y="4458060"/>
                  <a:pt x="1291505" y="4462172"/>
                  <a:pt x="1282236" y="4461124"/>
                </a:cubicBezTo>
                <a:cubicBezTo>
                  <a:pt x="1269671" y="4459439"/>
                  <a:pt x="1257821" y="4454332"/>
                  <a:pt x="1248015" y="4446313"/>
                </a:cubicBezTo>
                <a:cubicBezTo>
                  <a:pt x="1237315" y="4439571"/>
                  <a:pt x="1229475" y="4429126"/>
                  <a:pt x="1226053" y="4416945"/>
                </a:cubicBezTo>
                <a:cubicBezTo>
                  <a:pt x="1223473" y="4405453"/>
                  <a:pt x="1226103" y="4393400"/>
                  <a:pt x="1233203" y="4384002"/>
                </a:cubicBezTo>
                <a:lnTo>
                  <a:pt x="1195408" y="4356677"/>
                </a:lnTo>
                <a:cubicBezTo>
                  <a:pt x="1181209" y="4375677"/>
                  <a:pt x="1175566" y="4399733"/>
                  <a:pt x="1179830" y="4423074"/>
                </a:cubicBezTo>
                <a:cubicBezTo>
                  <a:pt x="1186291" y="4447181"/>
                  <a:pt x="1201511" y="4468020"/>
                  <a:pt x="1222477" y="4481555"/>
                </a:cubicBezTo>
                <a:cubicBezTo>
                  <a:pt x="1241937" y="4497209"/>
                  <a:pt x="1266197" y="4505688"/>
                  <a:pt x="1291173" y="4505560"/>
                </a:cubicBezTo>
                <a:cubicBezTo>
                  <a:pt x="1312956" y="4504360"/>
                  <a:pt x="1332901" y="4493021"/>
                  <a:pt x="1345057" y="4474915"/>
                </a:cubicBezTo>
                <a:cubicBezTo>
                  <a:pt x="1357290" y="4460844"/>
                  <a:pt x="1363189" y="4442380"/>
                  <a:pt x="1361401" y="4423840"/>
                </a:cubicBezTo>
                <a:cubicBezTo>
                  <a:pt x="1353894" y="4400167"/>
                  <a:pt x="1340869" y="4378613"/>
                  <a:pt x="1323350" y="4361018"/>
                </a:cubicBezTo>
                <a:cubicBezTo>
                  <a:pt x="1312395" y="4349246"/>
                  <a:pt x="1302895" y="4336221"/>
                  <a:pt x="1295004" y="4322202"/>
                </a:cubicBezTo>
                <a:cubicBezTo>
                  <a:pt x="1291327" y="4315715"/>
                  <a:pt x="1291939" y="4307645"/>
                  <a:pt x="1296536" y="4301771"/>
                </a:cubicBezTo>
                <a:cubicBezTo>
                  <a:pt x="1301643" y="4293983"/>
                  <a:pt x="1309994" y="4288926"/>
                  <a:pt x="1319264" y="4287981"/>
                </a:cubicBezTo>
                <a:cubicBezTo>
                  <a:pt x="1329658" y="4287675"/>
                  <a:pt x="1339822" y="4291122"/>
                  <a:pt x="1347866" y="4297685"/>
                </a:cubicBezTo>
                <a:cubicBezTo>
                  <a:pt x="1358209" y="4304504"/>
                  <a:pt x="1365895" y="4314694"/>
                  <a:pt x="1369573" y="4326543"/>
                </a:cubicBezTo>
                <a:cubicBezTo>
                  <a:pt x="1372689" y="4337294"/>
                  <a:pt x="1370927" y="4348888"/>
                  <a:pt x="1364721" y="4358209"/>
                </a:cubicBezTo>
                <a:lnTo>
                  <a:pt x="1402771" y="4386045"/>
                </a:lnTo>
                <a:lnTo>
                  <a:pt x="1402771" y="4385534"/>
                </a:lnTo>
                <a:cubicBezTo>
                  <a:pt x="1415617" y="4366713"/>
                  <a:pt x="1420494" y="4343576"/>
                  <a:pt x="1416307" y="4321180"/>
                </a:cubicBezTo>
                <a:cubicBezTo>
                  <a:pt x="1411021" y="4298503"/>
                  <a:pt x="1397332" y="4278711"/>
                  <a:pt x="1378001" y="4265763"/>
                </a:cubicBezTo>
                <a:cubicBezTo>
                  <a:pt x="1359384" y="4250620"/>
                  <a:pt x="1335813" y="4242984"/>
                  <a:pt x="1311858" y="4244312"/>
                </a:cubicBezTo>
                <a:close/>
                <a:moveTo>
                  <a:pt x="4008101" y="4130926"/>
                </a:moveTo>
                <a:cubicBezTo>
                  <a:pt x="3983023" y="4130441"/>
                  <a:pt x="3958711" y="4139584"/>
                  <a:pt x="3940171" y="4156463"/>
                </a:cubicBezTo>
                <a:cubicBezTo>
                  <a:pt x="3916600" y="4174800"/>
                  <a:pt x="3903142" y="4203222"/>
                  <a:pt x="3903908" y="4233076"/>
                </a:cubicBezTo>
                <a:cubicBezTo>
                  <a:pt x="3906385" y="4268062"/>
                  <a:pt x="3920813" y="4301159"/>
                  <a:pt x="3944769" y="4326798"/>
                </a:cubicBezTo>
                <a:cubicBezTo>
                  <a:pt x="3965504" y="4354328"/>
                  <a:pt x="3995229" y="4373761"/>
                  <a:pt x="4028786" y="4381703"/>
                </a:cubicBezTo>
                <a:cubicBezTo>
                  <a:pt x="4085377" y="4390412"/>
                  <a:pt x="4138368" y="4351697"/>
                  <a:pt x="4147280" y="4295131"/>
                </a:cubicBezTo>
                <a:lnTo>
                  <a:pt x="4146769" y="4294621"/>
                </a:lnTo>
                <a:cubicBezTo>
                  <a:pt x="4148557" y="4268853"/>
                  <a:pt x="4141049" y="4243290"/>
                  <a:pt x="4125573" y="4222605"/>
                </a:cubicBezTo>
                <a:lnTo>
                  <a:pt x="4088289" y="4253761"/>
                </a:lnTo>
                <a:cubicBezTo>
                  <a:pt x="4096435" y="4264793"/>
                  <a:pt x="4100342" y="4278379"/>
                  <a:pt x="4099270" y="4292067"/>
                </a:cubicBezTo>
                <a:cubicBezTo>
                  <a:pt x="4098911" y="4294953"/>
                  <a:pt x="4098299" y="4297813"/>
                  <a:pt x="4097431" y="4300597"/>
                </a:cubicBezTo>
                <a:cubicBezTo>
                  <a:pt x="4089182" y="4327564"/>
                  <a:pt x="4060605" y="4342733"/>
                  <a:pt x="4033638" y="4334459"/>
                </a:cubicBezTo>
                <a:cubicBezTo>
                  <a:pt x="4013209" y="4326721"/>
                  <a:pt x="3995485" y="4313238"/>
                  <a:pt x="3982564" y="4295643"/>
                </a:cubicBezTo>
                <a:cubicBezTo>
                  <a:pt x="3966986" y="4279145"/>
                  <a:pt x="3956515" y="4258460"/>
                  <a:pt x="3952430" y="4236140"/>
                </a:cubicBezTo>
                <a:cubicBezTo>
                  <a:pt x="3949798" y="4219056"/>
                  <a:pt x="3956414" y="4201869"/>
                  <a:pt x="3969795" y="4190939"/>
                </a:cubicBezTo>
                <a:cubicBezTo>
                  <a:pt x="3979295" y="4182307"/>
                  <a:pt x="3991680" y="4177558"/>
                  <a:pt x="4004525" y="4177660"/>
                </a:cubicBezTo>
                <a:cubicBezTo>
                  <a:pt x="4017014" y="4177940"/>
                  <a:pt x="4028939" y="4183073"/>
                  <a:pt x="4037724" y="4191961"/>
                </a:cubicBezTo>
                <a:lnTo>
                  <a:pt x="4075009" y="4160805"/>
                </a:lnTo>
                <a:cubicBezTo>
                  <a:pt x="4057312" y="4142724"/>
                  <a:pt x="4033383" y="4132050"/>
                  <a:pt x="4008101" y="4130926"/>
                </a:cubicBezTo>
                <a:close/>
                <a:moveTo>
                  <a:pt x="2673457" y="4121933"/>
                </a:moveTo>
                <a:lnTo>
                  <a:pt x="2673968" y="4121933"/>
                </a:lnTo>
                <a:lnTo>
                  <a:pt x="2673968" y="4190118"/>
                </a:lnTo>
                <a:lnTo>
                  <a:pt x="2615998" y="4190118"/>
                </a:lnTo>
                <a:close/>
                <a:moveTo>
                  <a:pt x="2815757" y="4109219"/>
                </a:moveTo>
                <a:cubicBezTo>
                  <a:pt x="2842827" y="4109219"/>
                  <a:pt x="2853552" y="4131692"/>
                  <a:pt x="2853552" y="4169488"/>
                </a:cubicBezTo>
                <a:cubicBezTo>
                  <a:pt x="2853552" y="4207284"/>
                  <a:pt x="2841806" y="4229756"/>
                  <a:pt x="2815757" y="4229756"/>
                </a:cubicBezTo>
                <a:cubicBezTo>
                  <a:pt x="2789709" y="4229756"/>
                  <a:pt x="2777962" y="4207028"/>
                  <a:pt x="2777962" y="4169488"/>
                </a:cubicBezTo>
                <a:cubicBezTo>
                  <a:pt x="2777962" y="4131948"/>
                  <a:pt x="2790220" y="4109219"/>
                  <a:pt x="2815757" y="4109219"/>
                </a:cubicBezTo>
                <a:close/>
                <a:moveTo>
                  <a:pt x="2501392" y="4109219"/>
                </a:moveTo>
                <a:cubicBezTo>
                  <a:pt x="2527441" y="4109219"/>
                  <a:pt x="2537910" y="4124287"/>
                  <a:pt x="2537910" y="4141397"/>
                </a:cubicBezTo>
                <a:cubicBezTo>
                  <a:pt x="2538089" y="4143363"/>
                  <a:pt x="2538063" y="4145329"/>
                  <a:pt x="2537859" y="4147296"/>
                </a:cubicBezTo>
                <a:cubicBezTo>
                  <a:pt x="2536122" y="4164687"/>
                  <a:pt x="2520570" y="4177379"/>
                  <a:pt x="2503180" y="4175617"/>
                </a:cubicBezTo>
                <a:cubicBezTo>
                  <a:pt x="2488112" y="4175617"/>
                  <a:pt x="2466661" y="4172042"/>
                  <a:pt x="2466661" y="4142929"/>
                </a:cubicBezTo>
                <a:cubicBezTo>
                  <a:pt x="2466610" y="4141703"/>
                  <a:pt x="2466635" y="4140477"/>
                  <a:pt x="2466711" y="4139252"/>
                </a:cubicBezTo>
                <a:cubicBezTo>
                  <a:pt x="2468014" y="4121375"/>
                  <a:pt x="2483515" y="4107943"/>
                  <a:pt x="2501392" y="4109219"/>
                </a:cubicBezTo>
                <a:close/>
                <a:moveTo>
                  <a:pt x="2494292" y="4093692"/>
                </a:moveTo>
                <a:cubicBezTo>
                  <a:pt x="2466074" y="4093948"/>
                  <a:pt x="2443421" y="4117008"/>
                  <a:pt x="2443677" y="4145227"/>
                </a:cubicBezTo>
                <a:cubicBezTo>
                  <a:pt x="2443728" y="4146376"/>
                  <a:pt x="2443805" y="4147525"/>
                  <a:pt x="2443933" y="4148649"/>
                </a:cubicBezTo>
                <a:cubicBezTo>
                  <a:pt x="2447073" y="4176689"/>
                  <a:pt x="2472330" y="4196889"/>
                  <a:pt x="2500371" y="4193748"/>
                </a:cubicBezTo>
                <a:cubicBezTo>
                  <a:pt x="2516254" y="4194897"/>
                  <a:pt x="2531705" y="4188232"/>
                  <a:pt x="2541741" y="4175872"/>
                </a:cubicBezTo>
                <a:cubicBezTo>
                  <a:pt x="2536122" y="4214944"/>
                  <a:pt x="2523865" y="4232054"/>
                  <a:pt x="2498327" y="4232054"/>
                </a:cubicBezTo>
                <a:cubicBezTo>
                  <a:pt x="2496565" y="4232386"/>
                  <a:pt x="2494777" y="4232539"/>
                  <a:pt x="2493015" y="4232513"/>
                </a:cubicBezTo>
                <a:cubicBezTo>
                  <a:pt x="2478894" y="4232259"/>
                  <a:pt x="2467682" y="4220613"/>
                  <a:pt x="2467938" y="4206517"/>
                </a:cubicBezTo>
                <a:lnTo>
                  <a:pt x="2445209" y="4206517"/>
                </a:lnTo>
                <a:cubicBezTo>
                  <a:pt x="2445209" y="4221328"/>
                  <a:pt x="2456701" y="4246866"/>
                  <a:pt x="2498839" y="4246866"/>
                </a:cubicBezTo>
                <a:lnTo>
                  <a:pt x="2498839" y="4247632"/>
                </a:lnTo>
                <a:cubicBezTo>
                  <a:pt x="2561915" y="4247632"/>
                  <a:pt x="2564469" y="4178170"/>
                  <a:pt x="2564980" y="4163869"/>
                </a:cubicBezTo>
                <a:cubicBezTo>
                  <a:pt x="2564980" y="4139608"/>
                  <a:pt x="2559107" y="4094152"/>
                  <a:pt x="2501647" y="4094152"/>
                </a:cubicBezTo>
                <a:cubicBezTo>
                  <a:pt x="2499196" y="4093820"/>
                  <a:pt x="2496744" y="4093667"/>
                  <a:pt x="2494292" y="4093692"/>
                </a:cubicBezTo>
                <a:close/>
                <a:moveTo>
                  <a:pt x="2815758" y="4093386"/>
                </a:moveTo>
                <a:cubicBezTo>
                  <a:pt x="2763916" y="4093386"/>
                  <a:pt x="2753957" y="4139354"/>
                  <a:pt x="2753957" y="4169998"/>
                </a:cubicBezTo>
                <a:cubicBezTo>
                  <a:pt x="2753957" y="4200643"/>
                  <a:pt x="2764683" y="4246610"/>
                  <a:pt x="2815758" y="4246610"/>
                </a:cubicBezTo>
                <a:lnTo>
                  <a:pt x="2815758" y="4247632"/>
                </a:lnTo>
                <a:cubicBezTo>
                  <a:pt x="2868365" y="4247632"/>
                  <a:pt x="2877558" y="4200643"/>
                  <a:pt x="2877558" y="4169998"/>
                </a:cubicBezTo>
                <a:cubicBezTo>
                  <a:pt x="2877558" y="4139354"/>
                  <a:pt x="2867598" y="4093386"/>
                  <a:pt x="2815758" y="4093386"/>
                </a:cubicBezTo>
                <a:close/>
                <a:moveTo>
                  <a:pt x="2678110" y="4092365"/>
                </a:moveTo>
                <a:lnTo>
                  <a:pt x="2595625" y="4187619"/>
                </a:lnTo>
                <a:lnTo>
                  <a:pt x="2595625" y="4206006"/>
                </a:lnTo>
                <a:lnTo>
                  <a:pt x="2674281" y="4206006"/>
                </a:lnTo>
                <a:lnTo>
                  <a:pt x="2674281" y="4242780"/>
                </a:lnTo>
                <a:lnTo>
                  <a:pt x="2697008" y="4242780"/>
                </a:lnTo>
                <a:lnTo>
                  <a:pt x="2697008" y="4206006"/>
                </a:lnTo>
                <a:lnTo>
                  <a:pt x="2722545" y="4206006"/>
                </a:lnTo>
                <a:lnTo>
                  <a:pt x="2722545" y="4189917"/>
                </a:lnTo>
                <a:lnTo>
                  <a:pt x="2697008" y="4189917"/>
                </a:lnTo>
                <a:lnTo>
                  <a:pt x="2697008" y="4092365"/>
                </a:lnTo>
                <a:close/>
                <a:moveTo>
                  <a:pt x="2350976" y="4091343"/>
                </a:moveTo>
                <a:cubicBezTo>
                  <a:pt x="2343826" y="4115859"/>
                  <a:pt x="2331567" y="4118413"/>
                  <a:pt x="2302456" y="4119945"/>
                </a:cubicBezTo>
                <a:lnTo>
                  <a:pt x="2302456" y="4136034"/>
                </a:lnTo>
                <a:lnTo>
                  <a:pt x="2344592" y="4136034"/>
                </a:lnTo>
                <a:lnTo>
                  <a:pt x="2344592" y="4242780"/>
                </a:lnTo>
                <a:lnTo>
                  <a:pt x="2368597" y="4242780"/>
                </a:lnTo>
                <a:lnTo>
                  <a:pt x="2368597" y="4091343"/>
                </a:lnTo>
                <a:close/>
                <a:moveTo>
                  <a:pt x="1108580" y="4047675"/>
                </a:moveTo>
                <a:lnTo>
                  <a:pt x="936458" y="4232055"/>
                </a:lnTo>
                <a:lnTo>
                  <a:pt x="953058" y="4247632"/>
                </a:lnTo>
                <a:lnTo>
                  <a:pt x="969657" y="4263976"/>
                </a:lnTo>
                <a:lnTo>
                  <a:pt x="1093513" y="4130926"/>
                </a:lnTo>
                <a:lnTo>
                  <a:pt x="1039630" y="4329352"/>
                </a:lnTo>
                <a:lnTo>
                  <a:pt x="1057250" y="4345696"/>
                </a:lnTo>
                <a:lnTo>
                  <a:pt x="1074871" y="4361274"/>
                </a:lnTo>
                <a:lnTo>
                  <a:pt x="1246738" y="4176638"/>
                </a:lnTo>
                <a:lnTo>
                  <a:pt x="1230139" y="4161316"/>
                </a:lnTo>
                <a:lnTo>
                  <a:pt x="1213795" y="4145993"/>
                </a:lnTo>
                <a:lnTo>
                  <a:pt x="1093003" y="4275468"/>
                </a:lnTo>
                <a:lnTo>
                  <a:pt x="1145610" y="4082405"/>
                </a:lnTo>
                <a:lnTo>
                  <a:pt x="1126967" y="4065040"/>
                </a:lnTo>
                <a:close/>
                <a:moveTo>
                  <a:pt x="1027116" y="3958804"/>
                </a:moveTo>
                <a:lnTo>
                  <a:pt x="839671" y="4127606"/>
                </a:lnTo>
                <a:lnTo>
                  <a:pt x="856016" y="4145483"/>
                </a:lnTo>
                <a:lnTo>
                  <a:pt x="872104" y="4163614"/>
                </a:lnTo>
                <a:lnTo>
                  <a:pt x="1059549" y="3994812"/>
                </a:lnTo>
                <a:lnTo>
                  <a:pt x="1043460" y="3976681"/>
                </a:lnTo>
                <a:close/>
                <a:moveTo>
                  <a:pt x="4194013" y="3909517"/>
                </a:moveTo>
                <a:lnTo>
                  <a:pt x="4177926" y="3927649"/>
                </a:lnTo>
                <a:lnTo>
                  <a:pt x="4161581" y="3945525"/>
                </a:lnTo>
                <a:lnTo>
                  <a:pt x="4231809" y="4008857"/>
                </a:lnTo>
                <a:lnTo>
                  <a:pt x="4171286" y="4076276"/>
                </a:lnTo>
                <a:lnTo>
                  <a:pt x="4101058" y="4012943"/>
                </a:lnTo>
                <a:lnTo>
                  <a:pt x="4084713" y="4031075"/>
                </a:lnTo>
                <a:lnTo>
                  <a:pt x="4068625" y="4048951"/>
                </a:lnTo>
                <a:lnTo>
                  <a:pt x="4255559" y="4218264"/>
                </a:lnTo>
                <a:lnTo>
                  <a:pt x="4271647" y="4200133"/>
                </a:lnTo>
                <a:lnTo>
                  <a:pt x="4287992" y="4182256"/>
                </a:lnTo>
                <a:lnTo>
                  <a:pt x="4202952" y="4105644"/>
                </a:lnTo>
                <a:lnTo>
                  <a:pt x="4263731" y="4038225"/>
                </a:lnTo>
                <a:lnTo>
                  <a:pt x="4348516" y="4114837"/>
                </a:lnTo>
                <a:lnTo>
                  <a:pt x="4364858" y="4096706"/>
                </a:lnTo>
                <a:lnTo>
                  <a:pt x="4381458" y="4078319"/>
                </a:lnTo>
                <a:close/>
                <a:moveTo>
                  <a:pt x="2588474" y="3783362"/>
                </a:moveTo>
                <a:cubicBezTo>
                  <a:pt x="2594066" y="3791662"/>
                  <a:pt x="2600298" y="3799527"/>
                  <a:pt x="2607117" y="3806856"/>
                </a:cubicBezTo>
                <a:cubicBezTo>
                  <a:pt x="2615034" y="3814773"/>
                  <a:pt x="2626780" y="3821923"/>
                  <a:pt x="2627547" y="3826521"/>
                </a:cubicBezTo>
                <a:cubicBezTo>
                  <a:pt x="2628312" y="3831117"/>
                  <a:pt x="2621928" y="3832649"/>
                  <a:pt x="2621928" y="3832649"/>
                </a:cubicBezTo>
                <a:lnTo>
                  <a:pt x="2621928" y="3989960"/>
                </a:lnTo>
                <a:cubicBezTo>
                  <a:pt x="2621928" y="3989960"/>
                  <a:pt x="2681686" y="3988938"/>
                  <a:pt x="2701095" y="4003750"/>
                </a:cubicBezTo>
                <a:cubicBezTo>
                  <a:pt x="2720503" y="4018561"/>
                  <a:pt x="2753957" y="4031074"/>
                  <a:pt x="2762639" y="4041290"/>
                </a:cubicBezTo>
                <a:cubicBezTo>
                  <a:pt x="2771323" y="4051505"/>
                  <a:pt x="2807585" y="4053803"/>
                  <a:pt x="2822398" y="4057889"/>
                </a:cubicBezTo>
                <a:cubicBezTo>
                  <a:pt x="2837210" y="4061975"/>
                  <a:pt x="2844359" y="4081128"/>
                  <a:pt x="2852787" y="4087513"/>
                </a:cubicBezTo>
                <a:cubicBezTo>
                  <a:pt x="2861213" y="4093897"/>
                  <a:pt x="2874238" y="4086747"/>
                  <a:pt x="2886751" y="4090577"/>
                </a:cubicBezTo>
                <a:cubicBezTo>
                  <a:pt x="2899265" y="4094407"/>
                  <a:pt x="2920460" y="4119434"/>
                  <a:pt x="2934252" y="4126074"/>
                </a:cubicBezTo>
                <a:cubicBezTo>
                  <a:pt x="2948041" y="4132714"/>
                  <a:pt x="2964897" y="4133990"/>
                  <a:pt x="2971026" y="4148802"/>
                </a:cubicBezTo>
                <a:cubicBezTo>
                  <a:pt x="2977154" y="4163614"/>
                  <a:pt x="2973579" y="4171786"/>
                  <a:pt x="2989412" y="4171786"/>
                </a:cubicBezTo>
                <a:cubicBezTo>
                  <a:pt x="3002283" y="4171250"/>
                  <a:pt x="3014745" y="4176254"/>
                  <a:pt x="3023633" y="4185576"/>
                </a:cubicBezTo>
                <a:cubicBezTo>
                  <a:pt x="3028995" y="4190173"/>
                  <a:pt x="3046360" y="4184554"/>
                  <a:pt x="3062449" y="4190173"/>
                </a:cubicBezTo>
                <a:cubicBezTo>
                  <a:pt x="3070621" y="4192471"/>
                  <a:pt x="3097181" y="4206006"/>
                  <a:pt x="3113523" y="4210602"/>
                </a:cubicBezTo>
                <a:cubicBezTo>
                  <a:pt x="3139444" y="4221762"/>
                  <a:pt x="3164190" y="4235553"/>
                  <a:pt x="3187327" y="4251718"/>
                </a:cubicBezTo>
                <a:cubicBezTo>
                  <a:pt x="3235772" y="4255038"/>
                  <a:pt x="3283756" y="4263159"/>
                  <a:pt x="3330592" y="4275978"/>
                </a:cubicBezTo>
                <a:lnTo>
                  <a:pt x="1866020" y="4277511"/>
                </a:lnTo>
                <a:cubicBezTo>
                  <a:pt x="1866020" y="4277511"/>
                  <a:pt x="1913264" y="4268061"/>
                  <a:pt x="2040951" y="4257081"/>
                </a:cubicBezTo>
                <a:cubicBezTo>
                  <a:pt x="2063451" y="4238362"/>
                  <a:pt x="2089524" y="4224367"/>
                  <a:pt x="2117563" y="4215966"/>
                </a:cubicBezTo>
                <a:cubicBezTo>
                  <a:pt x="2126758" y="4215200"/>
                  <a:pt x="2155104" y="4182512"/>
                  <a:pt x="2158680" y="4177148"/>
                </a:cubicBezTo>
                <a:cubicBezTo>
                  <a:pt x="2162254" y="4171786"/>
                  <a:pt x="2192899" y="4175872"/>
                  <a:pt x="2199795" y="4156463"/>
                </a:cubicBezTo>
                <a:cubicBezTo>
                  <a:pt x="2206690" y="4137055"/>
                  <a:pt x="2225843" y="4139608"/>
                  <a:pt x="2236569" y="4135778"/>
                </a:cubicBezTo>
                <a:cubicBezTo>
                  <a:pt x="2247294" y="4131947"/>
                  <a:pt x="2248826" y="4104878"/>
                  <a:pt x="2268491" y="4094663"/>
                </a:cubicBezTo>
                <a:cubicBezTo>
                  <a:pt x="2277428" y="4090066"/>
                  <a:pt x="2300157" y="4082661"/>
                  <a:pt x="2316501" y="4076276"/>
                </a:cubicBezTo>
                <a:cubicBezTo>
                  <a:pt x="2332845" y="4069892"/>
                  <a:pt x="2350211" y="4046141"/>
                  <a:pt x="2362212" y="4044354"/>
                </a:cubicBezTo>
                <a:cubicBezTo>
                  <a:pt x="2382974" y="4043333"/>
                  <a:pt x="2403278" y="4037842"/>
                  <a:pt x="2421715" y="4028266"/>
                </a:cubicBezTo>
                <a:cubicBezTo>
                  <a:pt x="2439080" y="4016519"/>
                  <a:pt x="2459254" y="4005027"/>
                  <a:pt x="2474322" y="3996344"/>
                </a:cubicBezTo>
                <a:cubicBezTo>
                  <a:pt x="2489388" y="3987661"/>
                  <a:pt x="2557830" y="3992258"/>
                  <a:pt x="2557830" y="3992258"/>
                </a:cubicBezTo>
                <a:lnTo>
                  <a:pt x="2557830" y="3835969"/>
                </a:lnTo>
                <a:lnTo>
                  <a:pt x="2550168" y="3828819"/>
                </a:lnTo>
                <a:cubicBezTo>
                  <a:pt x="2546848" y="3825754"/>
                  <a:pt x="2560894" y="3816305"/>
                  <a:pt x="2570343" y="3806856"/>
                </a:cubicBezTo>
                <a:cubicBezTo>
                  <a:pt x="2577187" y="3799681"/>
                  <a:pt x="2583265" y="3791815"/>
                  <a:pt x="2588474" y="3783362"/>
                </a:cubicBezTo>
                <a:close/>
                <a:moveTo>
                  <a:pt x="4348260" y="3698578"/>
                </a:moveTo>
                <a:lnTo>
                  <a:pt x="4335236" y="3717221"/>
                </a:lnTo>
                <a:lnTo>
                  <a:pt x="4322211" y="3735863"/>
                </a:lnTo>
                <a:lnTo>
                  <a:pt x="4467264" y="3838012"/>
                </a:lnTo>
                <a:lnTo>
                  <a:pt x="4268839" y="3812475"/>
                </a:lnTo>
                <a:lnTo>
                  <a:pt x="4254282" y="3833416"/>
                </a:lnTo>
                <a:lnTo>
                  <a:pt x="4239726" y="3854101"/>
                </a:lnTo>
                <a:lnTo>
                  <a:pt x="4446323" y="3998898"/>
                </a:lnTo>
                <a:lnTo>
                  <a:pt x="4459347" y="3980256"/>
                </a:lnTo>
                <a:lnTo>
                  <a:pt x="4472116" y="3961613"/>
                </a:lnTo>
                <a:lnTo>
                  <a:pt x="4323232" y="3857421"/>
                </a:lnTo>
                <a:lnTo>
                  <a:pt x="4527532" y="3882958"/>
                </a:lnTo>
                <a:lnTo>
                  <a:pt x="4541578" y="3863039"/>
                </a:lnTo>
                <a:lnTo>
                  <a:pt x="4554857" y="3843376"/>
                </a:lnTo>
                <a:close/>
                <a:moveTo>
                  <a:pt x="785022" y="3676361"/>
                </a:moveTo>
                <a:cubicBezTo>
                  <a:pt x="714002" y="3673629"/>
                  <a:pt x="648779" y="3715407"/>
                  <a:pt x="621581" y="3781064"/>
                </a:cubicBezTo>
                <a:cubicBezTo>
                  <a:pt x="612618" y="3810534"/>
                  <a:pt x="617802" y="3842507"/>
                  <a:pt x="635627" y="3867636"/>
                </a:cubicBezTo>
                <a:cubicBezTo>
                  <a:pt x="649749" y="3890415"/>
                  <a:pt x="674725" y="3904154"/>
                  <a:pt x="701514" y="3903899"/>
                </a:cubicBezTo>
                <a:lnTo>
                  <a:pt x="706366" y="3903899"/>
                </a:lnTo>
                <a:lnTo>
                  <a:pt x="680828" y="3925606"/>
                </a:lnTo>
                <a:lnTo>
                  <a:pt x="698449" y="3952930"/>
                </a:lnTo>
                <a:lnTo>
                  <a:pt x="812602" y="3878872"/>
                </a:lnTo>
                <a:lnTo>
                  <a:pt x="759739" y="3797152"/>
                </a:lnTo>
                <a:lnTo>
                  <a:pt x="723221" y="3820903"/>
                </a:lnTo>
                <a:lnTo>
                  <a:pt x="751567" y="3867636"/>
                </a:lnTo>
                <a:cubicBezTo>
                  <a:pt x="741071" y="3871747"/>
                  <a:pt x="729911" y="3873918"/>
                  <a:pt x="718624" y="3874020"/>
                </a:cubicBezTo>
                <a:cubicBezTo>
                  <a:pt x="700978" y="3874046"/>
                  <a:pt x="684557" y="3864980"/>
                  <a:pt x="675210" y="3850015"/>
                </a:cubicBezTo>
                <a:cubicBezTo>
                  <a:pt x="663591" y="3834386"/>
                  <a:pt x="660449" y="3814033"/>
                  <a:pt x="666783" y="3795620"/>
                </a:cubicBezTo>
                <a:cubicBezTo>
                  <a:pt x="676053" y="3774475"/>
                  <a:pt x="692039" y="3756982"/>
                  <a:pt x="712240" y="3745823"/>
                </a:cubicBezTo>
                <a:cubicBezTo>
                  <a:pt x="731035" y="3732007"/>
                  <a:pt x="753789" y="3724652"/>
                  <a:pt x="777104" y="3724882"/>
                </a:cubicBezTo>
                <a:cubicBezTo>
                  <a:pt x="796589" y="3725852"/>
                  <a:pt x="814262" y="3736629"/>
                  <a:pt x="824094" y="3753484"/>
                </a:cubicBezTo>
                <a:cubicBezTo>
                  <a:pt x="830733" y="3763776"/>
                  <a:pt x="833440" y="3776084"/>
                  <a:pt x="831755" y="3788215"/>
                </a:cubicBezTo>
                <a:cubicBezTo>
                  <a:pt x="831065" y="3799834"/>
                  <a:pt x="825728" y="3810688"/>
                  <a:pt x="816943" y="3818349"/>
                </a:cubicBezTo>
                <a:lnTo>
                  <a:pt x="845545" y="3858953"/>
                </a:lnTo>
                <a:cubicBezTo>
                  <a:pt x="864570" y="3844065"/>
                  <a:pt x="877033" y="3822358"/>
                  <a:pt x="880276" y="3798430"/>
                </a:cubicBezTo>
                <a:cubicBezTo>
                  <a:pt x="882778" y="3773301"/>
                  <a:pt x="876165" y="3748095"/>
                  <a:pt x="861634" y="3727436"/>
                </a:cubicBezTo>
                <a:cubicBezTo>
                  <a:pt x="845468" y="3699370"/>
                  <a:pt x="817122" y="3680498"/>
                  <a:pt x="785022" y="3676361"/>
                </a:cubicBezTo>
                <a:close/>
                <a:moveTo>
                  <a:pt x="4509911" y="3529521"/>
                </a:moveTo>
                <a:cubicBezTo>
                  <a:pt x="4532921" y="3528091"/>
                  <a:pt x="4555802" y="3533709"/>
                  <a:pt x="4575541" y="3545609"/>
                </a:cubicBezTo>
                <a:cubicBezTo>
                  <a:pt x="4596764" y="3554420"/>
                  <a:pt x="4614589" y="3569819"/>
                  <a:pt x="4626362" y="3589534"/>
                </a:cubicBezTo>
                <a:cubicBezTo>
                  <a:pt x="4628507" y="3594232"/>
                  <a:pt x="4630039" y="3599212"/>
                  <a:pt x="4630882" y="3604294"/>
                </a:cubicBezTo>
                <a:cubicBezTo>
                  <a:pt x="4636143" y="3636037"/>
                  <a:pt x="4614666" y="3665992"/>
                  <a:pt x="4582948" y="3671253"/>
                </a:cubicBezTo>
                <a:cubicBezTo>
                  <a:pt x="4560347" y="3672989"/>
                  <a:pt x="4537746" y="3667627"/>
                  <a:pt x="4518338" y="3655930"/>
                </a:cubicBezTo>
                <a:cubicBezTo>
                  <a:pt x="4497015" y="3646431"/>
                  <a:pt x="4479190" y="3630546"/>
                  <a:pt x="4467263" y="3610474"/>
                </a:cubicBezTo>
                <a:cubicBezTo>
                  <a:pt x="4458581" y="3594564"/>
                  <a:pt x="4458581" y="3575309"/>
                  <a:pt x="4467263" y="3559399"/>
                </a:cubicBezTo>
                <a:cubicBezTo>
                  <a:pt x="4475410" y="3542774"/>
                  <a:pt x="4491499" y="3531487"/>
                  <a:pt x="4509911" y="3529521"/>
                </a:cubicBezTo>
                <a:close/>
                <a:moveTo>
                  <a:pt x="4498676" y="3484064"/>
                </a:moveTo>
                <a:cubicBezTo>
                  <a:pt x="4494921" y="3484983"/>
                  <a:pt x="4491217" y="3486133"/>
                  <a:pt x="4487592" y="3487435"/>
                </a:cubicBezTo>
                <a:cubicBezTo>
                  <a:pt x="4430720" y="3508120"/>
                  <a:pt x="4401378" y="3570968"/>
                  <a:pt x="4422063" y="3627840"/>
                </a:cubicBezTo>
                <a:cubicBezTo>
                  <a:pt x="4436849" y="3659787"/>
                  <a:pt x="4462438" y="3685478"/>
                  <a:pt x="4494333" y="3700366"/>
                </a:cubicBezTo>
                <a:cubicBezTo>
                  <a:pt x="4524059" y="3718217"/>
                  <a:pt x="4559249" y="3724754"/>
                  <a:pt x="4593419" y="3718753"/>
                </a:cubicBezTo>
                <a:cubicBezTo>
                  <a:pt x="4623835" y="3712215"/>
                  <a:pt x="4649498" y="3691938"/>
                  <a:pt x="4662881" y="3663848"/>
                </a:cubicBezTo>
                <a:lnTo>
                  <a:pt x="4662370" y="3663337"/>
                </a:lnTo>
                <a:cubicBezTo>
                  <a:pt x="4678152" y="3636650"/>
                  <a:pt x="4680987" y="3604243"/>
                  <a:pt x="4670031" y="3575233"/>
                </a:cubicBezTo>
                <a:cubicBezTo>
                  <a:pt x="4655909" y="3543541"/>
                  <a:pt x="4630780" y="3518029"/>
                  <a:pt x="4599293" y="3503472"/>
                </a:cubicBezTo>
                <a:cubicBezTo>
                  <a:pt x="4569133" y="3485213"/>
                  <a:pt x="4533458" y="3478344"/>
                  <a:pt x="4498676" y="3484064"/>
                </a:cubicBezTo>
                <a:close/>
                <a:moveTo>
                  <a:pt x="681339" y="3404132"/>
                </a:moveTo>
                <a:lnTo>
                  <a:pt x="452779" y="3510878"/>
                </a:lnTo>
                <a:lnTo>
                  <a:pt x="462228" y="3531309"/>
                </a:lnTo>
                <a:lnTo>
                  <a:pt x="471932" y="3551738"/>
                </a:lnTo>
                <a:lnTo>
                  <a:pt x="636648" y="3475126"/>
                </a:lnTo>
                <a:lnTo>
                  <a:pt x="512281" y="3638821"/>
                </a:lnTo>
                <a:lnTo>
                  <a:pt x="522497" y="3660528"/>
                </a:lnTo>
                <a:lnTo>
                  <a:pt x="532712" y="3681979"/>
                </a:lnTo>
                <a:lnTo>
                  <a:pt x="761271" y="3575488"/>
                </a:lnTo>
                <a:lnTo>
                  <a:pt x="751567" y="3554803"/>
                </a:lnTo>
                <a:lnTo>
                  <a:pt x="742118" y="3534373"/>
                </a:lnTo>
                <a:lnTo>
                  <a:pt x="581743" y="3609197"/>
                </a:lnTo>
                <a:lnTo>
                  <a:pt x="702791" y="3450355"/>
                </a:lnTo>
                <a:lnTo>
                  <a:pt x="692065" y="3427371"/>
                </a:lnTo>
                <a:close/>
                <a:moveTo>
                  <a:pt x="4760434" y="3300706"/>
                </a:moveTo>
                <a:lnTo>
                  <a:pt x="4719062" y="3408474"/>
                </a:lnTo>
                <a:lnTo>
                  <a:pt x="4525490" y="3334160"/>
                </a:lnTo>
                <a:lnTo>
                  <a:pt x="4516806" y="3356888"/>
                </a:lnTo>
                <a:lnTo>
                  <a:pt x="4508124" y="3379361"/>
                </a:lnTo>
                <a:lnTo>
                  <a:pt x="4744090" y="3470018"/>
                </a:lnTo>
                <a:lnTo>
                  <a:pt x="4802315" y="3316794"/>
                </a:lnTo>
                <a:lnTo>
                  <a:pt x="4781374" y="3308878"/>
                </a:lnTo>
                <a:close/>
                <a:moveTo>
                  <a:pt x="636904" y="3292023"/>
                </a:moveTo>
                <a:lnTo>
                  <a:pt x="401449" y="3382425"/>
                </a:lnTo>
                <a:lnTo>
                  <a:pt x="410131" y="3405154"/>
                </a:lnTo>
                <a:lnTo>
                  <a:pt x="418814" y="3427627"/>
                </a:lnTo>
                <a:lnTo>
                  <a:pt x="654269" y="3337225"/>
                </a:lnTo>
                <a:lnTo>
                  <a:pt x="645587" y="3314751"/>
                </a:lnTo>
                <a:close/>
                <a:moveTo>
                  <a:pt x="421113" y="3120157"/>
                </a:moveTo>
                <a:lnTo>
                  <a:pt x="406557" y="3123987"/>
                </a:lnTo>
                <a:cubicBezTo>
                  <a:pt x="382960" y="3127639"/>
                  <a:pt x="361508" y="3139820"/>
                  <a:pt x="346288" y="3158207"/>
                </a:cubicBezTo>
                <a:cubicBezTo>
                  <a:pt x="335281" y="3176748"/>
                  <a:pt x="333137" y="3199221"/>
                  <a:pt x="340415" y="3219497"/>
                </a:cubicBezTo>
                <a:cubicBezTo>
                  <a:pt x="344296" y="3239697"/>
                  <a:pt x="356426" y="3257369"/>
                  <a:pt x="373869" y="3268273"/>
                </a:cubicBezTo>
                <a:lnTo>
                  <a:pt x="373869" y="3267763"/>
                </a:lnTo>
                <a:cubicBezTo>
                  <a:pt x="392868" y="3277160"/>
                  <a:pt x="414831" y="3278642"/>
                  <a:pt x="434903" y="3271849"/>
                </a:cubicBezTo>
                <a:lnTo>
                  <a:pt x="610090" y="3224860"/>
                </a:lnTo>
                <a:lnTo>
                  <a:pt x="603706" y="3201365"/>
                </a:lnTo>
                <a:lnTo>
                  <a:pt x="597576" y="3178126"/>
                </a:lnTo>
                <a:lnTo>
                  <a:pt x="422390" y="3225115"/>
                </a:lnTo>
                <a:cubicBezTo>
                  <a:pt x="413503" y="3227925"/>
                  <a:pt x="403951" y="3227925"/>
                  <a:pt x="395064" y="3225115"/>
                </a:cubicBezTo>
                <a:cubicBezTo>
                  <a:pt x="394171" y="3224579"/>
                  <a:pt x="393302" y="3223966"/>
                  <a:pt x="392460" y="3223328"/>
                </a:cubicBezTo>
                <a:cubicBezTo>
                  <a:pt x="379921" y="3213726"/>
                  <a:pt x="377546" y="3195773"/>
                  <a:pt x="387148" y="3183234"/>
                </a:cubicBezTo>
                <a:cubicBezTo>
                  <a:pt x="395984" y="3175547"/>
                  <a:pt x="406761" y="3170440"/>
                  <a:pt x="418304" y="3168422"/>
                </a:cubicBezTo>
                <a:lnTo>
                  <a:pt x="432860" y="3164592"/>
                </a:lnTo>
                <a:close/>
                <a:moveTo>
                  <a:pt x="4714338" y="3033814"/>
                </a:moveTo>
                <a:cubicBezTo>
                  <a:pt x="4725747" y="3033814"/>
                  <a:pt x="4737155" y="3035525"/>
                  <a:pt x="4748175" y="3038947"/>
                </a:cubicBezTo>
                <a:cubicBezTo>
                  <a:pt x="4770468" y="3043186"/>
                  <a:pt x="4790823" y="3054371"/>
                  <a:pt x="4806401" y="3070869"/>
                </a:cubicBezTo>
                <a:cubicBezTo>
                  <a:pt x="4809618" y="3074904"/>
                  <a:pt x="4812299" y="3079373"/>
                  <a:pt x="4814369" y="3084123"/>
                </a:cubicBezTo>
                <a:cubicBezTo>
                  <a:pt x="4827187" y="3113746"/>
                  <a:pt x="4813577" y="3148196"/>
                  <a:pt x="4783928" y="3161016"/>
                </a:cubicBezTo>
                <a:cubicBezTo>
                  <a:pt x="4762323" y="3167885"/>
                  <a:pt x="4739134" y="3167885"/>
                  <a:pt x="4717529" y="3161016"/>
                </a:cubicBezTo>
                <a:cubicBezTo>
                  <a:pt x="4694852" y="3156700"/>
                  <a:pt x="4674066" y="3145464"/>
                  <a:pt x="4658028" y="3128839"/>
                </a:cubicBezTo>
                <a:cubicBezTo>
                  <a:pt x="4654121" y="3124191"/>
                  <a:pt x="4650980" y="3118981"/>
                  <a:pt x="4648732" y="3113338"/>
                </a:cubicBezTo>
                <a:cubicBezTo>
                  <a:pt x="4636960" y="3084021"/>
                  <a:pt x="4651184" y="3050720"/>
                  <a:pt x="4680501" y="3038947"/>
                </a:cubicBezTo>
                <a:cubicBezTo>
                  <a:pt x="4691521" y="3035525"/>
                  <a:pt x="4702929" y="3033814"/>
                  <a:pt x="4714338" y="3033814"/>
                </a:cubicBezTo>
                <a:close/>
                <a:moveTo>
                  <a:pt x="4707839" y="2985651"/>
                </a:moveTo>
                <a:cubicBezTo>
                  <a:pt x="4690544" y="2986602"/>
                  <a:pt x="4673414" y="2990593"/>
                  <a:pt x="4657262" y="2997577"/>
                </a:cubicBezTo>
                <a:cubicBezTo>
                  <a:pt x="4653814" y="2999416"/>
                  <a:pt x="4650445" y="3001433"/>
                  <a:pt x="4647201" y="3003629"/>
                </a:cubicBezTo>
                <a:cubicBezTo>
                  <a:pt x="4597198" y="3037441"/>
                  <a:pt x="4584098" y="3105396"/>
                  <a:pt x="4617935" y="3155398"/>
                </a:cubicBezTo>
                <a:cubicBezTo>
                  <a:pt x="4640101" y="3182825"/>
                  <a:pt x="4671206" y="3201621"/>
                  <a:pt x="4705784" y="3208516"/>
                </a:cubicBezTo>
                <a:cubicBezTo>
                  <a:pt x="4738982" y="3218629"/>
                  <a:pt x="4774684" y="3216458"/>
                  <a:pt x="4806402" y="3202387"/>
                </a:cubicBezTo>
                <a:cubicBezTo>
                  <a:pt x="4834109" y="3188393"/>
                  <a:pt x="4853926" y="3162549"/>
                  <a:pt x="4860285" y="3132159"/>
                </a:cubicBezTo>
                <a:cubicBezTo>
                  <a:pt x="4869198" y="3102255"/>
                  <a:pt x="4863733" y="3069874"/>
                  <a:pt x="4845473" y="3044566"/>
                </a:cubicBezTo>
                <a:cubicBezTo>
                  <a:pt x="4824099" y="3017190"/>
                  <a:pt x="4793530" y="2998471"/>
                  <a:pt x="4759412" y="2991959"/>
                </a:cubicBezTo>
                <a:cubicBezTo>
                  <a:pt x="4742595" y="2986788"/>
                  <a:pt x="4725134" y="2984700"/>
                  <a:pt x="4707839" y="2985651"/>
                </a:cubicBezTo>
                <a:close/>
                <a:moveTo>
                  <a:pt x="549821" y="2975359"/>
                </a:moveTo>
                <a:lnTo>
                  <a:pt x="302363" y="3023625"/>
                </a:lnTo>
                <a:lnTo>
                  <a:pt x="306961" y="3047375"/>
                </a:lnTo>
                <a:lnTo>
                  <a:pt x="311557" y="3071125"/>
                </a:lnTo>
                <a:lnTo>
                  <a:pt x="559015" y="3023114"/>
                </a:lnTo>
                <a:lnTo>
                  <a:pt x="554419" y="2999109"/>
                </a:lnTo>
                <a:close/>
                <a:moveTo>
                  <a:pt x="1087128" y="2972805"/>
                </a:moveTo>
                <a:cubicBezTo>
                  <a:pt x="1181796" y="2995968"/>
                  <a:pt x="1278251" y="3011265"/>
                  <a:pt x="1375446" y="3018517"/>
                </a:cubicBezTo>
                <a:cubicBezTo>
                  <a:pt x="1561870" y="3025924"/>
                  <a:pt x="1825926" y="3010090"/>
                  <a:pt x="2067511" y="3012899"/>
                </a:cubicBezTo>
                <a:cubicBezTo>
                  <a:pt x="2106073" y="3020050"/>
                  <a:pt x="2140803" y="3025924"/>
                  <a:pt x="2167873" y="3029244"/>
                </a:cubicBezTo>
                <a:cubicBezTo>
                  <a:pt x="2232737" y="3038182"/>
                  <a:pt x="2340762" y="3049673"/>
                  <a:pt x="2388261" y="3054781"/>
                </a:cubicBezTo>
                <a:lnTo>
                  <a:pt x="2320586" y="3328286"/>
                </a:lnTo>
                <a:lnTo>
                  <a:pt x="2591538" y="3374253"/>
                </a:lnTo>
                <a:lnTo>
                  <a:pt x="2862236" y="3328286"/>
                </a:lnTo>
                <a:lnTo>
                  <a:pt x="2794561" y="3055036"/>
                </a:lnTo>
                <a:cubicBezTo>
                  <a:pt x="2842060" y="3049417"/>
                  <a:pt x="2950084" y="3037926"/>
                  <a:pt x="3014949" y="3029498"/>
                </a:cubicBezTo>
                <a:cubicBezTo>
                  <a:pt x="3042019" y="3026179"/>
                  <a:pt x="3076749" y="3020305"/>
                  <a:pt x="3115567" y="3013155"/>
                </a:cubicBezTo>
                <a:cubicBezTo>
                  <a:pt x="3357151" y="3010345"/>
                  <a:pt x="3620952" y="3026179"/>
                  <a:pt x="3807632" y="3018773"/>
                </a:cubicBezTo>
                <a:lnTo>
                  <a:pt x="3808653" y="3018517"/>
                </a:lnTo>
                <a:cubicBezTo>
                  <a:pt x="3905771" y="3011239"/>
                  <a:pt x="4002124" y="2995968"/>
                  <a:pt x="4096714" y="2972805"/>
                </a:cubicBezTo>
                <a:cubicBezTo>
                  <a:pt x="4096714" y="2972805"/>
                  <a:pt x="4012186" y="3108664"/>
                  <a:pt x="3915399" y="3175062"/>
                </a:cubicBezTo>
                <a:cubicBezTo>
                  <a:pt x="3542502" y="3282855"/>
                  <a:pt x="3159746" y="3353006"/>
                  <a:pt x="2772855" y="3384469"/>
                </a:cubicBezTo>
                <a:lnTo>
                  <a:pt x="2846147" y="3677637"/>
                </a:lnTo>
                <a:lnTo>
                  <a:pt x="2590773" y="3732798"/>
                </a:lnTo>
                <a:lnTo>
                  <a:pt x="2335398" y="3677637"/>
                </a:lnTo>
                <a:lnTo>
                  <a:pt x="2408691" y="3384469"/>
                </a:lnTo>
                <a:cubicBezTo>
                  <a:pt x="2022565" y="3352853"/>
                  <a:pt x="1640600" y="3282702"/>
                  <a:pt x="1268444" y="3175062"/>
                </a:cubicBezTo>
                <a:cubicBezTo>
                  <a:pt x="1171657" y="3108664"/>
                  <a:pt x="1087128" y="2972805"/>
                  <a:pt x="1087128" y="2972805"/>
                </a:cubicBezTo>
                <a:close/>
                <a:moveTo>
                  <a:pt x="520453" y="2736585"/>
                </a:moveTo>
                <a:lnTo>
                  <a:pt x="270187" y="2767486"/>
                </a:lnTo>
                <a:lnTo>
                  <a:pt x="291638" y="2943183"/>
                </a:lnTo>
                <a:lnTo>
                  <a:pt x="313856" y="2940629"/>
                </a:lnTo>
                <a:lnTo>
                  <a:pt x="336073" y="2937819"/>
                </a:lnTo>
                <a:lnTo>
                  <a:pt x="320496" y="2810133"/>
                </a:lnTo>
                <a:lnTo>
                  <a:pt x="385616" y="2801961"/>
                </a:lnTo>
                <a:lnTo>
                  <a:pt x="399406" y="2914580"/>
                </a:lnTo>
                <a:lnTo>
                  <a:pt x="421113" y="2912027"/>
                </a:lnTo>
                <a:lnTo>
                  <a:pt x="442565" y="2909473"/>
                </a:lnTo>
                <a:lnTo>
                  <a:pt x="428774" y="2796853"/>
                </a:lnTo>
                <a:lnTo>
                  <a:pt x="481892" y="2790213"/>
                </a:lnTo>
                <a:lnTo>
                  <a:pt x="496704" y="2911516"/>
                </a:lnTo>
                <a:lnTo>
                  <a:pt x="519177" y="2908962"/>
                </a:lnTo>
                <a:lnTo>
                  <a:pt x="541139" y="2906153"/>
                </a:lnTo>
                <a:close/>
                <a:moveTo>
                  <a:pt x="4741026" y="2693938"/>
                </a:moveTo>
                <a:cubicBezTo>
                  <a:pt x="4716969" y="2693580"/>
                  <a:pt x="4693731" y="2702774"/>
                  <a:pt x="4676415" y="2719475"/>
                </a:cubicBezTo>
                <a:cubicBezTo>
                  <a:pt x="4637854" y="2763272"/>
                  <a:pt x="4637854" y="2828903"/>
                  <a:pt x="4676415" y="2872699"/>
                </a:cubicBezTo>
                <a:cubicBezTo>
                  <a:pt x="4730709" y="2918360"/>
                  <a:pt x="4807627" y="2925587"/>
                  <a:pt x="4869478" y="2890831"/>
                </a:cubicBezTo>
                <a:cubicBezTo>
                  <a:pt x="4894760" y="2873287"/>
                  <a:pt x="4910440" y="2844966"/>
                  <a:pt x="4911871" y="2814219"/>
                </a:cubicBezTo>
                <a:cubicBezTo>
                  <a:pt x="4914781" y="2787557"/>
                  <a:pt x="4903545" y="2761305"/>
                  <a:pt x="4882247" y="2745012"/>
                </a:cubicBezTo>
                <a:lnTo>
                  <a:pt x="4878417" y="2742969"/>
                </a:lnTo>
                <a:lnTo>
                  <a:pt x="4911360" y="2740926"/>
                </a:lnTo>
                <a:lnTo>
                  <a:pt x="4913659" y="2709005"/>
                </a:lnTo>
                <a:lnTo>
                  <a:pt x="4778055" y="2697258"/>
                </a:lnTo>
                <a:lnTo>
                  <a:pt x="4769628" y="2794044"/>
                </a:lnTo>
                <a:lnTo>
                  <a:pt x="4813041" y="2797875"/>
                </a:lnTo>
                <a:lnTo>
                  <a:pt x="4817638" y="2743225"/>
                </a:lnTo>
                <a:cubicBezTo>
                  <a:pt x="4828466" y="2746443"/>
                  <a:pt x="4838579" y="2751652"/>
                  <a:pt x="4847516" y="2758547"/>
                </a:cubicBezTo>
                <a:cubicBezTo>
                  <a:pt x="4861460" y="2769400"/>
                  <a:pt x="4868789" y="2786689"/>
                  <a:pt x="4866925" y="2804259"/>
                </a:cubicBezTo>
                <a:cubicBezTo>
                  <a:pt x="4866645" y="2823437"/>
                  <a:pt x="4857144" y="2841314"/>
                  <a:pt x="4841388" y="2852269"/>
                </a:cubicBezTo>
                <a:cubicBezTo>
                  <a:pt x="4820983" y="2863123"/>
                  <a:pt x="4797590" y="2867081"/>
                  <a:pt x="4774735" y="2863506"/>
                </a:cubicBezTo>
                <a:cubicBezTo>
                  <a:pt x="4751394" y="2862817"/>
                  <a:pt x="4728895" y="2854568"/>
                  <a:pt x="4710636" y="2840012"/>
                </a:cubicBezTo>
                <a:cubicBezTo>
                  <a:pt x="4696131" y="2827243"/>
                  <a:pt x="4688852" y="2808116"/>
                  <a:pt x="4691227" y="2788937"/>
                </a:cubicBezTo>
                <a:cubicBezTo>
                  <a:pt x="4692248" y="2776628"/>
                  <a:pt x="4697688" y="2765110"/>
                  <a:pt x="4706549" y="2756504"/>
                </a:cubicBezTo>
                <a:cubicBezTo>
                  <a:pt x="4714365" y="2747873"/>
                  <a:pt x="4725320" y="2742740"/>
                  <a:pt x="4736939" y="2742203"/>
                </a:cubicBezTo>
                <a:close/>
                <a:moveTo>
                  <a:pt x="1252866" y="2615537"/>
                </a:moveTo>
                <a:cubicBezTo>
                  <a:pt x="1305627" y="2625369"/>
                  <a:pt x="1359076" y="2631166"/>
                  <a:pt x="1412731" y="2632903"/>
                </a:cubicBezTo>
                <a:cubicBezTo>
                  <a:pt x="1450781" y="2634435"/>
                  <a:pt x="1497771" y="2632903"/>
                  <a:pt x="1551399" y="2632903"/>
                </a:cubicBezTo>
                <a:cubicBezTo>
                  <a:pt x="1599154" y="2631370"/>
                  <a:pt x="1653293" y="2631370"/>
                  <a:pt x="1710243" y="2631370"/>
                </a:cubicBezTo>
                <a:cubicBezTo>
                  <a:pt x="1776384" y="2631370"/>
                  <a:pt x="1859892" y="2632136"/>
                  <a:pt x="1950038" y="2637500"/>
                </a:cubicBezTo>
                <a:cubicBezTo>
                  <a:pt x="2035130" y="2662909"/>
                  <a:pt x="2121675" y="2683033"/>
                  <a:pt x="2209244" y="2697768"/>
                </a:cubicBezTo>
                <a:cubicBezTo>
                  <a:pt x="2269895" y="2706374"/>
                  <a:pt x="2331083" y="2710562"/>
                  <a:pt x="2392347" y="2710281"/>
                </a:cubicBezTo>
                <a:lnTo>
                  <a:pt x="2330546" y="2973061"/>
                </a:lnTo>
                <a:lnTo>
                  <a:pt x="2585921" y="3003195"/>
                </a:lnTo>
                <a:lnTo>
                  <a:pt x="2588729" y="3003195"/>
                </a:lnTo>
                <a:lnTo>
                  <a:pt x="2592049" y="3003195"/>
                </a:lnTo>
                <a:lnTo>
                  <a:pt x="2849212" y="2972550"/>
                </a:lnTo>
                <a:lnTo>
                  <a:pt x="2787411" y="2709770"/>
                </a:lnTo>
                <a:cubicBezTo>
                  <a:pt x="2848675" y="2710051"/>
                  <a:pt x="2909863" y="2705864"/>
                  <a:pt x="2970514" y="2697257"/>
                </a:cubicBezTo>
                <a:cubicBezTo>
                  <a:pt x="3058415" y="2682829"/>
                  <a:pt x="3145317" y="2662935"/>
                  <a:pt x="3230741" y="2637755"/>
                </a:cubicBezTo>
                <a:cubicBezTo>
                  <a:pt x="3320887" y="2631626"/>
                  <a:pt x="3404395" y="2631626"/>
                  <a:pt x="3470538" y="2631626"/>
                </a:cubicBezTo>
                <a:cubicBezTo>
                  <a:pt x="3527230" y="2631626"/>
                  <a:pt x="3581625" y="2633158"/>
                  <a:pt x="3629380" y="2633158"/>
                </a:cubicBezTo>
                <a:cubicBezTo>
                  <a:pt x="3683264" y="2633158"/>
                  <a:pt x="3730253" y="2633158"/>
                  <a:pt x="3768048" y="2633158"/>
                </a:cubicBezTo>
                <a:lnTo>
                  <a:pt x="3768048" y="2632903"/>
                </a:lnTo>
                <a:cubicBezTo>
                  <a:pt x="3821703" y="2631166"/>
                  <a:pt x="3875153" y="2625369"/>
                  <a:pt x="3927913" y="2615537"/>
                </a:cubicBezTo>
                <a:cubicBezTo>
                  <a:pt x="3884602" y="2673150"/>
                  <a:pt x="3832964" y="2724021"/>
                  <a:pt x="3774688" y="2766463"/>
                </a:cubicBezTo>
                <a:cubicBezTo>
                  <a:pt x="3703516" y="2807017"/>
                  <a:pt x="3628920" y="2841186"/>
                  <a:pt x="3551747" y="2868613"/>
                </a:cubicBezTo>
                <a:cubicBezTo>
                  <a:pt x="3373086" y="2920224"/>
                  <a:pt x="3191311" y="2960394"/>
                  <a:pt x="3007544" y="2988894"/>
                </a:cubicBezTo>
                <a:cubicBezTo>
                  <a:pt x="2923780" y="2999620"/>
                  <a:pt x="2766215" y="3016219"/>
                  <a:pt x="2764683" y="3016219"/>
                </a:cubicBezTo>
                <a:lnTo>
                  <a:pt x="2741189" y="3018517"/>
                </a:lnTo>
                <a:lnTo>
                  <a:pt x="2809373" y="3295088"/>
                </a:lnTo>
                <a:lnTo>
                  <a:pt x="2589496" y="3332372"/>
                </a:lnTo>
                <a:lnTo>
                  <a:pt x="2369364" y="3295088"/>
                </a:lnTo>
                <a:lnTo>
                  <a:pt x="2437804" y="3018517"/>
                </a:lnTo>
                <a:lnTo>
                  <a:pt x="2414054" y="3016219"/>
                </a:lnTo>
                <a:cubicBezTo>
                  <a:pt x="2412522" y="3015963"/>
                  <a:pt x="2254955" y="2999620"/>
                  <a:pt x="2171193" y="2988894"/>
                </a:cubicBezTo>
                <a:cubicBezTo>
                  <a:pt x="1988115" y="2960266"/>
                  <a:pt x="1807029" y="2920096"/>
                  <a:pt x="1629032" y="2868613"/>
                </a:cubicBezTo>
                <a:cubicBezTo>
                  <a:pt x="1551859" y="2841186"/>
                  <a:pt x="1477264" y="2807017"/>
                  <a:pt x="1406091" y="2766463"/>
                </a:cubicBezTo>
                <a:cubicBezTo>
                  <a:pt x="1347815" y="2724021"/>
                  <a:pt x="1296178" y="2673150"/>
                  <a:pt x="1252866" y="2615537"/>
                </a:cubicBezTo>
                <a:close/>
                <a:moveTo>
                  <a:pt x="417282" y="2522070"/>
                </a:moveTo>
                <a:lnTo>
                  <a:pt x="472698" y="2522070"/>
                </a:lnTo>
                <a:lnTo>
                  <a:pt x="472698" y="2575699"/>
                </a:lnTo>
                <a:cubicBezTo>
                  <a:pt x="473209" y="2585608"/>
                  <a:pt x="470809" y="2595465"/>
                  <a:pt x="465804" y="2604046"/>
                </a:cubicBezTo>
                <a:cubicBezTo>
                  <a:pt x="461436" y="2610353"/>
                  <a:pt x="454056" y="2613877"/>
                  <a:pt x="446395" y="2613239"/>
                </a:cubicBezTo>
                <a:cubicBezTo>
                  <a:pt x="438095" y="2613929"/>
                  <a:pt x="429924" y="2610839"/>
                  <a:pt x="424178" y="2604812"/>
                </a:cubicBezTo>
                <a:cubicBezTo>
                  <a:pt x="418763" y="2596793"/>
                  <a:pt x="416337" y="2587114"/>
                  <a:pt x="417282" y="2577487"/>
                </a:cubicBezTo>
                <a:close/>
                <a:moveTo>
                  <a:pt x="307727" y="2518750"/>
                </a:moveTo>
                <a:lnTo>
                  <a:pt x="374889" y="2520028"/>
                </a:lnTo>
                <a:lnTo>
                  <a:pt x="374889" y="2577742"/>
                </a:lnTo>
                <a:cubicBezTo>
                  <a:pt x="375401" y="2588085"/>
                  <a:pt x="372515" y="2598300"/>
                  <a:pt x="366718" y="2606855"/>
                </a:cubicBezTo>
                <a:cubicBezTo>
                  <a:pt x="360691" y="2613495"/>
                  <a:pt x="351881" y="2616917"/>
                  <a:pt x="342968" y="2616048"/>
                </a:cubicBezTo>
                <a:cubicBezTo>
                  <a:pt x="333034" y="2616610"/>
                  <a:pt x="323304" y="2612983"/>
                  <a:pt x="316154" y="2606089"/>
                </a:cubicBezTo>
                <a:cubicBezTo>
                  <a:pt x="309719" y="2598018"/>
                  <a:pt x="306705" y="2587753"/>
                  <a:pt x="307727" y="2577487"/>
                </a:cubicBezTo>
                <a:close/>
                <a:moveTo>
                  <a:pt x="265590" y="2471507"/>
                </a:moveTo>
                <a:lnTo>
                  <a:pt x="265590" y="2494746"/>
                </a:lnTo>
                <a:lnTo>
                  <a:pt x="265335" y="2576721"/>
                </a:lnTo>
                <a:cubicBezTo>
                  <a:pt x="263189" y="2599960"/>
                  <a:pt x="269957" y="2623122"/>
                  <a:pt x="284232" y="2641586"/>
                </a:cubicBezTo>
                <a:cubicBezTo>
                  <a:pt x="299555" y="2657266"/>
                  <a:pt x="320828" y="2665617"/>
                  <a:pt x="342713" y="2664570"/>
                </a:cubicBezTo>
                <a:cubicBezTo>
                  <a:pt x="361508" y="2665923"/>
                  <a:pt x="379793" y="2657904"/>
                  <a:pt x="391490" y="2643119"/>
                </a:cubicBezTo>
                <a:cubicBezTo>
                  <a:pt x="394937" y="2638751"/>
                  <a:pt x="397772" y="2633950"/>
                  <a:pt x="399917" y="2628817"/>
                </a:cubicBezTo>
                <a:cubicBezTo>
                  <a:pt x="409851" y="2647715"/>
                  <a:pt x="429668" y="2659284"/>
                  <a:pt x="450992" y="2658696"/>
                </a:cubicBezTo>
                <a:cubicBezTo>
                  <a:pt x="468638" y="2659948"/>
                  <a:pt x="485953" y="2653308"/>
                  <a:pt x="498236" y="2640565"/>
                </a:cubicBezTo>
                <a:cubicBezTo>
                  <a:pt x="510417" y="2625906"/>
                  <a:pt x="516699" y="2607239"/>
                  <a:pt x="515857" y="2588213"/>
                </a:cubicBezTo>
                <a:lnTo>
                  <a:pt x="517645" y="2499087"/>
                </a:lnTo>
                <a:lnTo>
                  <a:pt x="517645" y="2476104"/>
                </a:lnTo>
                <a:close/>
                <a:moveTo>
                  <a:pt x="4665434" y="2426561"/>
                </a:moveTo>
                <a:lnTo>
                  <a:pt x="4665434" y="2454141"/>
                </a:lnTo>
                <a:lnTo>
                  <a:pt x="4665434" y="2481467"/>
                </a:lnTo>
                <a:lnTo>
                  <a:pt x="4776012" y="2522837"/>
                </a:lnTo>
                <a:lnTo>
                  <a:pt x="4668499" y="2573912"/>
                </a:lnTo>
                <a:lnTo>
                  <a:pt x="4668499" y="2602769"/>
                </a:lnTo>
                <a:lnTo>
                  <a:pt x="4668499" y="2631626"/>
                </a:lnTo>
                <a:lnTo>
                  <a:pt x="4821723" y="2545054"/>
                </a:lnTo>
                <a:lnTo>
                  <a:pt x="4916468" y="2541735"/>
                </a:lnTo>
                <a:lnTo>
                  <a:pt x="4916468" y="2517474"/>
                </a:lnTo>
                <a:lnTo>
                  <a:pt x="4916468" y="2493469"/>
                </a:lnTo>
                <a:lnTo>
                  <a:pt x="4820702" y="2496789"/>
                </a:lnTo>
                <a:close/>
                <a:moveTo>
                  <a:pt x="3773923" y="2217410"/>
                </a:moveTo>
                <a:cubicBezTo>
                  <a:pt x="3732015" y="2279747"/>
                  <a:pt x="3681170" y="2335597"/>
                  <a:pt x="3622996" y="2383148"/>
                </a:cubicBezTo>
                <a:cubicBezTo>
                  <a:pt x="3555475" y="2440684"/>
                  <a:pt x="3480676" y="2489103"/>
                  <a:pt x="3400566" y="2527179"/>
                </a:cubicBezTo>
                <a:cubicBezTo>
                  <a:pt x="3260774" y="2589465"/>
                  <a:pt x="3113319" y="2632827"/>
                  <a:pt x="2962087" y="2656142"/>
                </a:cubicBezTo>
                <a:cubicBezTo>
                  <a:pt x="2899394" y="2664698"/>
                  <a:pt x="2836136" y="2668707"/>
                  <a:pt x="2772855" y="2668145"/>
                </a:cubicBezTo>
                <a:lnTo>
                  <a:pt x="2733782" y="2668145"/>
                </a:lnTo>
                <a:lnTo>
                  <a:pt x="2797116" y="2937054"/>
                </a:lnTo>
                <a:lnTo>
                  <a:pt x="2592816" y="2962591"/>
                </a:lnTo>
                <a:lnTo>
                  <a:pt x="2590262" y="2962591"/>
                </a:lnTo>
                <a:lnTo>
                  <a:pt x="2587453" y="2962591"/>
                </a:lnTo>
                <a:lnTo>
                  <a:pt x="2383154" y="2937054"/>
                </a:lnTo>
                <a:lnTo>
                  <a:pt x="2446742" y="2668656"/>
                </a:lnTo>
                <a:lnTo>
                  <a:pt x="2407670" y="2668656"/>
                </a:lnTo>
                <a:cubicBezTo>
                  <a:pt x="2344388" y="2669243"/>
                  <a:pt x="2281132" y="2665234"/>
                  <a:pt x="2218437" y="2656654"/>
                </a:cubicBezTo>
                <a:cubicBezTo>
                  <a:pt x="2067179" y="2633415"/>
                  <a:pt x="1919726" y="2590026"/>
                  <a:pt x="1779959" y="2527689"/>
                </a:cubicBezTo>
                <a:cubicBezTo>
                  <a:pt x="1699619" y="2489613"/>
                  <a:pt x="1624667" y="2441092"/>
                  <a:pt x="1557018" y="2383403"/>
                </a:cubicBezTo>
                <a:cubicBezTo>
                  <a:pt x="1498945" y="2336006"/>
                  <a:pt x="1448253" y="2280232"/>
                  <a:pt x="1406602" y="2217921"/>
                </a:cubicBezTo>
                <a:cubicBezTo>
                  <a:pt x="1462274" y="2226349"/>
                  <a:pt x="1544249" y="2235797"/>
                  <a:pt x="1564423" y="2235797"/>
                </a:cubicBezTo>
                <a:lnTo>
                  <a:pt x="1625714" y="2238606"/>
                </a:lnTo>
                <a:cubicBezTo>
                  <a:pt x="1700027" y="2241926"/>
                  <a:pt x="1796559" y="2246523"/>
                  <a:pt x="1913775" y="2253674"/>
                </a:cubicBezTo>
                <a:cubicBezTo>
                  <a:pt x="1924247" y="2259547"/>
                  <a:pt x="1934972" y="2265165"/>
                  <a:pt x="1945953" y="2270783"/>
                </a:cubicBezTo>
                <a:cubicBezTo>
                  <a:pt x="2048179" y="2322548"/>
                  <a:pt x="2158016" y="2357636"/>
                  <a:pt x="2271299" y="2374721"/>
                </a:cubicBezTo>
                <a:cubicBezTo>
                  <a:pt x="2290580" y="2377427"/>
                  <a:pt x="2310041" y="2378705"/>
                  <a:pt x="2329526" y="2378551"/>
                </a:cubicBezTo>
                <a:cubicBezTo>
                  <a:pt x="2356340" y="2378551"/>
                  <a:pt x="2382133" y="2376509"/>
                  <a:pt x="2401030" y="2374721"/>
                </a:cubicBezTo>
                <a:lnTo>
                  <a:pt x="2344847" y="2608388"/>
                </a:lnTo>
                <a:lnTo>
                  <a:pt x="2591538" y="2623966"/>
                </a:lnTo>
                <a:lnTo>
                  <a:pt x="2837975" y="2608388"/>
                </a:lnTo>
                <a:lnTo>
                  <a:pt x="2782048" y="2374721"/>
                </a:lnTo>
                <a:cubicBezTo>
                  <a:pt x="2800690" y="2376509"/>
                  <a:pt x="2827760" y="2378551"/>
                  <a:pt x="2853297" y="2378551"/>
                </a:cubicBezTo>
                <a:cubicBezTo>
                  <a:pt x="2872782" y="2378730"/>
                  <a:pt x="2892242" y="2377453"/>
                  <a:pt x="2911523" y="2374721"/>
                </a:cubicBezTo>
                <a:cubicBezTo>
                  <a:pt x="3024884" y="2357585"/>
                  <a:pt x="3134796" y="2322496"/>
                  <a:pt x="3237125" y="2270783"/>
                </a:cubicBezTo>
                <a:lnTo>
                  <a:pt x="3269303" y="2253674"/>
                </a:lnTo>
                <a:cubicBezTo>
                  <a:pt x="3386519" y="2246523"/>
                  <a:pt x="3482795" y="2241926"/>
                  <a:pt x="3557364" y="2238606"/>
                </a:cubicBezTo>
                <a:lnTo>
                  <a:pt x="3618399" y="2235797"/>
                </a:lnTo>
                <a:lnTo>
                  <a:pt x="3615846" y="2235287"/>
                </a:lnTo>
                <a:cubicBezTo>
                  <a:pt x="3636276" y="2234265"/>
                  <a:pt x="3717996" y="2225837"/>
                  <a:pt x="3773923" y="2217410"/>
                </a:cubicBezTo>
                <a:close/>
                <a:moveTo>
                  <a:pt x="2588985" y="1201789"/>
                </a:moveTo>
                <a:cubicBezTo>
                  <a:pt x="2556552" y="1201789"/>
                  <a:pt x="2544806" y="1238308"/>
                  <a:pt x="2537910" y="1274060"/>
                </a:cubicBezTo>
                <a:lnTo>
                  <a:pt x="2537910" y="1277634"/>
                </a:lnTo>
                <a:cubicBezTo>
                  <a:pt x="2534590" y="1296277"/>
                  <a:pt x="2494752" y="1500576"/>
                  <a:pt x="2494752" y="1500576"/>
                </a:cubicBezTo>
                <a:lnTo>
                  <a:pt x="2491432" y="1517176"/>
                </a:lnTo>
                <a:lnTo>
                  <a:pt x="2459765" y="1517176"/>
                </a:lnTo>
                <a:cubicBezTo>
                  <a:pt x="2196704" y="1518249"/>
                  <a:pt x="1934945" y="1480479"/>
                  <a:pt x="1682917" y="1405067"/>
                </a:cubicBezTo>
                <a:cubicBezTo>
                  <a:pt x="1688714" y="1466076"/>
                  <a:pt x="1712234" y="1524045"/>
                  <a:pt x="1750590" y="1571825"/>
                </a:cubicBezTo>
                <a:cubicBezTo>
                  <a:pt x="1798397" y="1628850"/>
                  <a:pt x="1863032" y="1669250"/>
                  <a:pt x="1935227" y="1687254"/>
                </a:cubicBezTo>
                <a:lnTo>
                  <a:pt x="1950549" y="1690318"/>
                </a:lnTo>
                <a:lnTo>
                  <a:pt x="1950549" y="1705896"/>
                </a:lnTo>
                <a:lnTo>
                  <a:pt x="1951570" y="1705896"/>
                </a:lnTo>
                <a:cubicBezTo>
                  <a:pt x="1957214" y="1757941"/>
                  <a:pt x="1981194" y="1806284"/>
                  <a:pt x="2019245" y="1842266"/>
                </a:cubicBezTo>
                <a:cubicBezTo>
                  <a:pt x="2060514" y="1872732"/>
                  <a:pt x="2110719" y="1888616"/>
                  <a:pt x="2162000" y="1887467"/>
                </a:cubicBezTo>
                <a:cubicBezTo>
                  <a:pt x="2173746" y="1887467"/>
                  <a:pt x="2181153" y="1887467"/>
                  <a:pt x="2181153" y="1887467"/>
                </a:cubicBezTo>
                <a:lnTo>
                  <a:pt x="2197240" y="1885424"/>
                </a:lnTo>
                <a:lnTo>
                  <a:pt x="2202859" y="1900491"/>
                </a:lnTo>
                <a:cubicBezTo>
                  <a:pt x="2224157" y="1943853"/>
                  <a:pt x="2263026" y="1976031"/>
                  <a:pt x="2309605" y="1988850"/>
                </a:cubicBezTo>
                <a:cubicBezTo>
                  <a:pt x="2327303" y="1994341"/>
                  <a:pt x="2345740" y="1997099"/>
                  <a:pt x="2364256" y="1997022"/>
                </a:cubicBezTo>
                <a:cubicBezTo>
                  <a:pt x="2388362" y="1996997"/>
                  <a:pt x="2412291" y="1992834"/>
                  <a:pt x="2434995" y="1984765"/>
                </a:cubicBezTo>
                <a:lnTo>
                  <a:pt x="2472534" y="1969187"/>
                </a:lnTo>
                <a:lnTo>
                  <a:pt x="2417374" y="2194681"/>
                </a:lnTo>
                <a:lnTo>
                  <a:pt x="2764683" y="2194681"/>
                </a:lnTo>
                <a:lnTo>
                  <a:pt x="2709267" y="1968931"/>
                </a:lnTo>
                <a:lnTo>
                  <a:pt x="2747062" y="1984765"/>
                </a:lnTo>
                <a:cubicBezTo>
                  <a:pt x="2769687" y="1992860"/>
                  <a:pt x="2793513" y="1997022"/>
                  <a:pt x="2817545" y="1997022"/>
                </a:cubicBezTo>
                <a:cubicBezTo>
                  <a:pt x="2836059" y="1997074"/>
                  <a:pt x="2854497" y="1994341"/>
                  <a:pt x="2872196" y="1988850"/>
                </a:cubicBezTo>
                <a:cubicBezTo>
                  <a:pt x="2918800" y="1976056"/>
                  <a:pt x="2957669" y="1943879"/>
                  <a:pt x="2978942" y="1900491"/>
                </a:cubicBezTo>
                <a:lnTo>
                  <a:pt x="2984559" y="1885424"/>
                </a:lnTo>
                <a:lnTo>
                  <a:pt x="3000648" y="1887467"/>
                </a:lnTo>
                <a:cubicBezTo>
                  <a:pt x="3000648" y="1887467"/>
                  <a:pt x="3008053" y="1887467"/>
                  <a:pt x="3019801" y="1887467"/>
                </a:cubicBezTo>
                <a:cubicBezTo>
                  <a:pt x="3071080" y="1888616"/>
                  <a:pt x="3121287" y="1872732"/>
                  <a:pt x="3162556" y="1842266"/>
                </a:cubicBezTo>
                <a:cubicBezTo>
                  <a:pt x="3200862" y="1806386"/>
                  <a:pt x="3224917" y="1757865"/>
                  <a:pt x="3230229" y="1705641"/>
                </a:cubicBezTo>
                <a:lnTo>
                  <a:pt x="3230229" y="1690318"/>
                </a:lnTo>
                <a:lnTo>
                  <a:pt x="3245553" y="1687254"/>
                </a:lnTo>
                <a:cubicBezTo>
                  <a:pt x="3317542" y="1668969"/>
                  <a:pt x="3382025" y="1628594"/>
                  <a:pt x="3429932" y="1571825"/>
                </a:cubicBezTo>
                <a:cubicBezTo>
                  <a:pt x="3468290" y="1524045"/>
                  <a:pt x="3491810" y="1466076"/>
                  <a:pt x="3497607" y="1405067"/>
                </a:cubicBezTo>
                <a:cubicBezTo>
                  <a:pt x="3245833" y="1480402"/>
                  <a:pt x="2984330" y="1518172"/>
                  <a:pt x="2721524" y="1517176"/>
                </a:cubicBezTo>
                <a:lnTo>
                  <a:pt x="2689858" y="1517176"/>
                </a:lnTo>
                <a:lnTo>
                  <a:pt x="2686538" y="1500576"/>
                </a:lnTo>
                <a:cubicBezTo>
                  <a:pt x="2686538" y="1500576"/>
                  <a:pt x="2646955" y="1295256"/>
                  <a:pt x="2643380" y="1277634"/>
                </a:cubicBezTo>
                <a:lnTo>
                  <a:pt x="2643380" y="1274060"/>
                </a:lnTo>
                <a:cubicBezTo>
                  <a:pt x="2636740" y="1238308"/>
                  <a:pt x="2625248" y="1201789"/>
                  <a:pt x="2592305" y="1201789"/>
                </a:cubicBezTo>
                <a:close/>
                <a:moveTo>
                  <a:pt x="2936642" y="1187379"/>
                </a:moveTo>
                <a:cubicBezTo>
                  <a:pt x="2954720" y="1186256"/>
                  <a:pt x="2972979" y="1188063"/>
                  <a:pt x="2990688" y="1192851"/>
                </a:cubicBezTo>
                <a:cubicBezTo>
                  <a:pt x="3028689" y="1206053"/>
                  <a:pt x="3062935" y="1228220"/>
                  <a:pt x="3090540" y="1257460"/>
                </a:cubicBezTo>
                <a:cubicBezTo>
                  <a:pt x="3051647" y="1265887"/>
                  <a:pt x="3011629" y="1268058"/>
                  <a:pt x="2972046" y="1263844"/>
                </a:cubicBezTo>
                <a:cubicBezTo>
                  <a:pt x="2923015" y="1258737"/>
                  <a:pt x="2883686" y="1199490"/>
                  <a:pt x="2883686" y="1199490"/>
                </a:cubicBezTo>
                <a:cubicBezTo>
                  <a:pt x="2900669" y="1192557"/>
                  <a:pt x="2918565" y="1188503"/>
                  <a:pt x="2936642" y="1187379"/>
                </a:cubicBezTo>
                <a:close/>
                <a:moveTo>
                  <a:pt x="844268" y="1079976"/>
                </a:moveTo>
                <a:cubicBezTo>
                  <a:pt x="840948" y="1079976"/>
                  <a:pt x="835841" y="1084062"/>
                  <a:pt x="833797" y="1084062"/>
                </a:cubicBezTo>
                <a:cubicBezTo>
                  <a:pt x="830120" y="1085594"/>
                  <a:pt x="826749" y="1087739"/>
                  <a:pt x="823838" y="1090446"/>
                </a:cubicBezTo>
                <a:cubicBezTo>
                  <a:pt x="821795" y="1092745"/>
                  <a:pt x="816688" y="1100406"/>
                  <a:pt x="812091" y="1103726"/>
                </a:cubicBezTo>
                <a:cubicBezTo>
                  <a:pt x="807494" y="1107046"/>
                  <a:pt x="801876" y="1112664"/>
                  <a:pt x="798811" y="1114962"/>
                </a:cubicBezTo>
                <a:cubicBezTo>
                  <a:pt x="795747" y="1117260"/>
                  <a:pt x="789107" y="1117005"/>
                  <a:pt x="787064" y="1118793"/>
                </a:cubicBezTo>
                <a:cubicBezTo>
                  <a:pt x="784996" y="1120453"/>
                  <a:pt x="784026" y="1123083"/>
                  <a:pt x="784510" y="1125688"/>
                </a:cubicBezTo>
                <a:lnTo>
                  <a:pt x="784256" y="1125688"/>
                </a:lnTo>
                <a:cubicBezTo>
                  <a:pt x="784485" y="1130157"/>
                  <a:pt x="784051" y="1134626"/>
                  <a:pt x="782978" y="1138967"/>
                </a:cubicBezTo>
                <a:cubicBezTo>
                  <a:pt x="783592" y="1141496"/>
                  <a:pt x="785558" y="1143462"/>
                  <a:pt x="788086" y="1144075"/>
                </a:cubicBezTo>
                <a:cubicBezTo>
                  <a:pt x="797637" y="1143130"/>
                  <a:pt x="807111" y="1146731"/>
                  <a:pt x="813623" y="1153779"/>
                </a:cubicBezTo>
                <a:cubicBezTo>
                  <a:pt x="823583" y="1163994"/>
                  <a:pt x="826137" y="1172421"/>
                  <a:pt x="837629" y="1184424"/>
                </a:cubicBezTo>
                <a:cubicBezTo>
                  <a:pt x="844268" y="1190808"/>
                  <a:pt x="842736" y="1197193"/>
                  <a:pt x="844268" y="1203577"/>
                </a:cubicBezTo>
                <a:cubicBezTo>
                  <a:pt x="842863" y="1210727"/>
                  <a:pt x="840539" y="1217699"/>
                  <a:pt x="837373" y="1224262"/>
                </a:cubicBezTo>
                <a:cubicBezTo>
                  <a:pt x="834641" y="1228118"/>
                  <a:pt x="831653" y="1231796"/>
                  <a:pt x="828435" y="1235243"/>
                </a:cubicBezTo>
                <a:cubicBezTo>
                  <a:pt x="823838" y="1240351"/>
                  <a:pt x="823328" y="1248012"/>
                  <a:pt x="819497" y="1253886"/>
                </a:cubicBezTo>
                <a:cubicBezTo>
                  <a:pt x="814236" y="1259478"/>
                  <a:pt x="814236" y="1268212"/>
                  <a:pt x="819497" y="1273805"/>
                </a:cubicBezTo>
                <a:cubicBezTo>
                  <a:pt x="825702" y="1278989"/>
                  <a:pt x="831371" y="1284811"/>
                  <a:pt x="836351" y="1291170"/>
                </a:cubicBezTo>
                <a:cubicBezTo>
                  <a:pt x="840693" y="1295511"/>
                  <a:pt x="841715" y="1293979"/>
                  <a:pt x="846822" y="1297044"/>
                </a:cubicBezTo>
                <a:cubicBezTo>
                  <a:pt x="851930" y="1300108"/>
                  <a:pt x="854738" y="1304449"/>
                  <a:pt x="861378" y="1306493"/>
                </a:cubicBezTo>
                <a:cubicBezTo>
                  <a:pt x="864213" y="1307795"/>
                  <a:pt x="867481" y="1307795"/>
                  <a:pt x="870317" y="1306493"/>
                </a:cubicBezTo>
                <a:cubicBezTo>
                  <a:pt x="873125" y="1305216"/>
                  <a:pt x="874913" y="1300363"/>
                  <a:pt x="876445" y="1297810"/>
                </a:cubicBezTo>
                <a:cubicBezTo>
                  <a:pt x="878003" y="1293162"/>
                  <a:pt x="879867" y="1288642"/>
                  <a:pt x="882064" y="1284275"/>
                </a:cubicBezTo>
                <a:cubicBezTo>
                  <a:pt x="885638" y="1280802"/>
                  <a:pt x="888576" y="1276741"/>
                  <a:pt x="890746" y="1272273"/>
                </a:cubicBezTo>
                <a:cubicBezTo>
                  <a:pt x="890746" y="1272273"/>
                  <a:pt x="895854" y="1269719"/>
                  <a:pt x="899429" y="1269719"/>
                </a:cubicBezTo>
                <a:cubicBezTo>
                  <a:pt x="908341" y="1276563"/>
                  <a:pt x="916871" y="1283892"/>
                  <a:pt x="924966" y="1291681"/>
                </a:cubicBezTo>
                <a:cubicBezTo>
                  <a:pt x="929308" y="1296788"/>
                  <a:pt x="926498" y="1307003"/>
                  <a:pt x="924966" y="1312111"/>
                </a:cubicBezTo>
                <a:cubicBezTo>
                  <a:pt x="923051" y="1323883"/>
                  <a:pt x="920216" y="1335503"/>
                  <a:pt x="916539" y="1346842"/>
                </a:cubicBezTo>
                <a:cubicBezTo>
                  <a:pt x="913066" y="1352332"/>
                  <a:pt x="910563" y="1358384"/>
                  <a:pt x="909133" y="1364718"/>
                </a:cubicBezTo>
                <a:cubicBezTo>
                  <a:pt x="908239" y="1371204"/>
                  <a:pt x="906783" y="1377614"/>
                  <a:pt x="904791" y="1383871"/>
                </a:cubicBezTo>
                <a:cubicBezTo>
                  <a:pt x="903771" y="1387191"/>
                  <a:pt x="899684" y="1389234"/>
                  <a:pt x="898152" y="1392553"/>
                </a:cubicBezTo>
                <a:cubicBezTo>
                  <a:pt x="896722" y="1396639"/>
                  <a:pt x="897718" y="1401185"/>
                  <a:pt x="900706" y="1404301"/>
                </a:cubicBezTo>
                <a:cubicBezTo>
                  <a:pt x="901983" y="1405578"/>
                  <a:pt x="909133" y="1407876"/>
                  <a:pt x="912709" y="1409919"/>
                </a:cubicBezTo>
                <a:cubicBezTo>
                  <a:pt x="916284" y="1411962"/>
                  <a:pt x="921391" y="1417580"/>
                  <a:pt x="925477" y="1417580"/>
                </a:cubicBezTo>
                <a:cubicBezTo>
                  <a:pt x="930278" y="1416431"/>
                  <a:pt x="935130" y="1415563"/>
                  <a:pt x="940033" y="1415026"/>
                </a:cubicBezTo>
                <a:cubicBezTo>
                  <a:pt x="947950" y="1415026"/>
                  <a:pt x="962251" y="1418857"/>
                  <a:pt x="964294" y="1413239"/>
                </a:cubicBezTo>
                <a:cubicBezTo>
                  <a:pt x="966669" y="1401875"/>
                  <a:pt x="968125" y="1390357"/>
                  <a:pt x="968635" y="1378763"/>
                </a:cubicBezTo>
                <a:cubicBezTo>
                  <a:pt x="971419" y="1372762"/>
                  <a:pt x="973641" y="1366531"/>
                  <a:pt x="975275" y="1360121"/>
                </a:cubicBezTo>
                <a:cubicBezTo>
                  <a:pt x="976399" y="1348680"/>
                  <a:pt x="978978" y="1337444"/>
                  <a:pt x="982937" y="1326667"/>
                </a:cubicBezTo>
                <a:cubicBezTo>
                  <a:pt x="986103" y="1318852"/>
                  <a:pt x="988759" y="1310834"/>
                  <a:pt x="990853" y="1302662"/>
                </a:cubicBezTo>
                <a:cubicBezTo>
                  <a:pt x="992385" y="1296022"/>
                  <a:pt x="986512" y="1282232"/>
                  <a:pt x="990853" y="1272528"/>
                </a:cubicBezTo>
                <a:cubicBezTo>
                  <a:pt x="994454" y="1263411"/>
                  <a:pt x="996446" y="1253732"/>
                  <a:pt x="996726" y="1243926"/>
                </a:cubicBezTo>
                <a:cubicBezTo>
                  <a:pt x="997468" y="1238665"/>
                  <a:pt x="996088" y="1233354"/>
                  <a:pt x="992896" y="1229114"/>
                </a:cubicBezTo>
                <a:cubicBezTo>
                  <a:pt x="986001" y="1219665"/>
                  <a:pt x="981915" y="1210216"/>
                  <a:pt x="980127" y="1207918"/>
                </a:cubicBezTo>
                <a:cubicBezTo>
                  <a:pt x="978339" y="1205620"/>
                  <a:pt x="974253" y="1204854"/>
                  <a:pt x="970678" y="1202300"/>
                </a:cubicBezTo>
                <a:lnTo>
                  <a:pt x="964550" y="1198214"/>
                </a:lnTo>
                <a:cubicBezTo>
                  <a:pt x="962762" y="1196937"/>
                  <a:pt x="958931" y="1198725"/>
                  <a:pt x="953058" y="1192851"/>
                </a:cubicBezTo>
                <a:cubicBezTo>
                  <a:pt x="948742" y="1188739"/>
                  <a:pt x="944656" y="1184373"/>
                  <a:pt x="940799" y="1179827"/>
                </a:cubicBezTo>
                <a:cubicBezTo>
                  <a:pt x="935181" y="1173187"/>
                  <a:pt x="931606" y="1167569"/>
                  <a:pt x="927520" y="1163228"/>
                </a:cubicBezTo>
                <a:cubicBezTo>
                  <a:pt x="914241" y="1148671"/>
                  <a:pt x="909899" y="1143820"/>
                  <a:pt x="903515" y="1137690"/>
                </a:cubicBezTo>
                <a:cubicBezTo>
                  <a:pt x="899046" y="1133017"/>
                  <a:pt x="894858" y="1128063"/>
                  <a:pt x="891002" y="1122879"/>
                </a:cubicBezTo>
                <a:cubicBezTo>
                  <a:pt x="887426" y="1114451"/>
                  <a:pt x="885128" y="1106535"/>
                  <a:pt x="883596" y="1103981"/>
                </a:cubicBezTo>
                <a:cubicBezTo>
                  <a:pt x="879995" y="1099537"/>
                  <a:pt x="875960" y="1095426"/>
                  <a:pt x="871593" y="1091723"/>
                </a:cubicBezTo>
                <a:cubicBezTo>
                  <a:pt x="868273" y="1089170"/>
                  <a:pt x="868273" y="1086616"/>
                  <a:pt x="863932" y="1083551"/>
                </a:cubicBezTo>
                <a:cubicBezTo>
                  <a:pt x="857752" y="1080818"/>
                  <a:pt x="851010" y="1079593"/>
                  <a:pt x="844268" y="1079976"/>
                </a:cubicBezTo>
                <a:close/>
                <a:moveTo>
                  <a:pt x="3100389" y="1078973"/>
                </a:moveTo>
                <a:lnTo>
                  <a:pt x="3202395" y="1092999"/>
                </a:lnTo>
                <a:cubicBezTo>
                  <a:pt x="3176014" y="1120222"/>
                  <a:pt x="3142304" y="1139196"/>
                  <a:pt x="3105353" y="1147649"/>
                </a:cubicBezTo>
                <a:cubicBezTo>
                  <a:pt x="3059895" y="1157353"/>
                  <a:pt x="3001669" y="1114961"/>
                  <a:pt x="3001669" y="1114961"/>
                </a:cubicBezTo>
                <a:cubicBezTo>
                  <a:pt x="3015498" y="1103316"/>
                  <a:pt x="3031165" y="1094308"/>
                  <a:pt x="3047896" y="1088214"/>
                </a:cubicBezTo>
                <a:close/>
                <a:moveTo>
                  <a:pt x="3100245" y="1078953"/>
                </a:moveTo>
                <a:lnTo>
                  <a:pt x="3100501" y="1078953"/>
                </a:lnTo>
                <a:lnTo>
                  <a:pt x="3100389" y="1078973"/>
                </a:lnTo>
                <a:close/>
                <a:moveTo>
                  <a:pt x="4310496" y="958450"/>
                </a:moveTo>
                <a:cubicBezTo>
                  <a:pt x="4307592" y="959375"/>
                  <a:pt x="4305358" y="960972"/>
                  <a:pt x="4305613" y="961993"/>
                </a:cubicBezTo>
                <a:cubicBezTo>
                  <a:pt x="4306123" y="964036"/>
                  <a:pt x="4296929" y="974762"/>
                  <a:pt x="4292333" y="978848"/>
                </a:cubicBezTo>
                <a:cubicBezTo>
                  <a:pt x="4277009" y="992127"/>
                  <a:pt x="4273435" y="1001065"/>
                  <a:pt x="4266795" y="1005917"/>
                </a:cubicBezTo>
                <a:cubicBezTo>
                  <a:pt x="4256070" y="1014345"/>
                  <a:pt x="4241769" y="1025581"/>
                  <a:pt x="4239726" y="1027880"/>
                </a:cubicBezTo>
                <a:cubicBezTo>
                  <a:pt x="4235614" y="1032017"/>
                  <a:pt x="4232013" y="1036665"/>
                  <a:pt x="4229000" y="1041670"/>
                </a:cubicBezTo>
                <a:cubicBezTo>
                  <a:pt x="4227672" y="1045551"/>
                  <a:pt x="4225885" y="1049229"/>
                  <a:pt x="4223637" y="1052651"/>
                </a:cubicBezTo>
                <a:cubicBezTo>
                  <a:pt x="4221594" y="1055205"/>
                  <a:pt x="4215465" y="1052651"/>
                  <a:pt x="4215465" y="1052651"/>
                </a:cubicBezTo>
                <a:cubicBezTo>
                  <a:pt x="4209617" y="1051042"/>
                  <a:pt x="4204100" y="1048463"/>
                  <a:pt x="4199120" y="1044990"/>
                </a:cubicBezTo>
                <a:cubicBezTo>
                  <a:pt x="4198355" y="1044504"/>
                  <a:pt x="4197716" y="1043840"/>
                  <a:pt x="4197231" y="1043100"/>
                </a:cubicBezTo>
                <a:cubicBezTo>
                  <a:pt x="4195316" y="1040137"/>
                  <a:pt x="4196159" y="1036179"/>
                  <a:pt x="4199120" y="1034264"/>
                </a:cubicBezTo>
                <a:cubicBezTo>
                  <a:pt x="4205173" y="1028237"/>
                  <a:pt x="4210408" y="1021470"/>
                  <a:pt x="4214698" y="1014090"/>
                </a:cubicBezTo>
                <a:cubicBezTo>
                  <a:pt x="4214444" y="1010259"/>
                  <a:pt x="4210613" y="1010259"/>
                  <a:pt x="4210613" y="1010259"/>
                </a:cubicBezTo>
                <a:cubicBezTo>
                  <a:pt x="4198355" y="1013630"/>
                  <a:pt x="4185892" y="1016286"/>
                  <a:pt x="4173327" y="1018175"/>
                </a:cubicBezTo>
                <a:cubicBezTo>
                  <a:pt x="4170135" y="1017997"/>
                  <a:pt x="4167021" y="1017205"/>
                  <a:pt x="4164134" y="1015877"/>
                </a:cubicBezTo>
                <a:cubicBezTo>
                  <a:pt x="4159742" y="1015213"/>
                  <a:pt x="4155350" y="1016975"/>
                  <a:pt x="4152642" y="1020474"/>
                </a:cubicBezTo>
                <a:cubicBezTo>
                  <a:pt x="4143705" y="1035796"/>
                  <a:pt x="4138341" y="1032987"/>
                  <a:pt x="4131701" y="1039371"/>
                </a:cubicBezTo>
                <a:cubicBezTo>
                  <a:pt x="4125011" y="1046650"/>
                  <a:pt x="4120134" y="1055409"/>
                  <a:pt x="4117400" y="1064909"/>
                </a:cubicBezTo>
                <a:cubicBezTo>
                  <a:pt x="4115792" y="1069506"/>
                  <a:pt x="4117732" y="1074562"/>
                  <a:pt x="4121998" y="1076911"/>
                </a:cubicBezTo>
                <a:cubicBezTo>
                  <a:pt x="4131192" y="1083296"/>
                  <a:pt x="4144726" y="1080997"/>
                  <a:pt x="4159793" y="1083296"/>
                </a:cubicBezTo>
                <a:cubicBezTo>
                  <a:pt x="4163445" y="1083679"/>
                  <a:pt x="4167122" y="1083679"/>
                  <a:pt x="4170774" y="1083296"/>
                </a:cubicBezTo>
                <a:cubicBezTo>
                  <a:pt x="4179126" y="1081227"/>
                  <a:pt x="4187731" y="1080461"/>
                  <a:pt x="4196312" y="1080997"/>
                </a:cubicBezTo>
                <a:cubicBezTo>
                  <a:pt x="4204253" y="1083909"/>
                  <a:pt x="4211736" y="1087944"/>
                  <a:pt x="4218529" y="1093000"/>
                </a:cubicBezTo>
                <a:cubicBezTo>
                  <a:pt x="4223637" y="1096320"/>
                  <a:pt x="4231298" y="1102193"/>
                  <a:pt x="4235129" y="1105003"/>
                </a:cubicBezTo>
                <a:cubicBezTo>
                  <a:pt x="4242254" y="1110212"/>
                  <a:pt x="4249098" y="1115830"/>
                  <a:pt x="4255559" y="1121857"/>
                </a:cubicBezTo>
                <a:cubicBezTo>
                  <a:pt x="4259848" y="1125509"/>
                  <a:pt x="4264471" y="1128752"/>
                  <a:pt x="4269348" y="1131561"/>
                </a:cubicBezTo>
                <a:cubicBezTo>
                  <a:pt x="4274481" y="1133732"/>
                  <a:pt x="4279156" y="1136873"/>
                  <a:pt x="4283140" y="1140755"/>
                </a:cubicBezTo>
                <a:cubicBezTo>
                  <a:pt x="4289778" y="1149872"/>
                  <a:pt x="4298538" y="1157252"/>
                  <a:pt x="4308677" y="1162206"/>
                </a:cubicBezTo>
                <a:cubicBezTo>
                  <a:pt x="4311742" y="1163228"/>
                  <a:pt x="4320423" y="1173187"/>
                  <a:pt x="4324766" y="1175230"/>
                </a:cubicBezTo>
                <a:cubicBezTo>
                  <a:pt x="4330408" y="1178704"/>
                  <a:pt x="4335491" y="1182994"/>
                  <a:pt x="4339832" y="1187999"/>
                </a:cubicBezTo>
                <a:cubicBezTo>
                  <a:pt x="4335772" y="1193158"/>
                  <a:pt x="4328826" y="1195022"/>
                  <a:pt x="4322722" y="1192596"/>
                </a:cubicBezTo>
                <a:cubicBezTo>
                  <a:pt x="4319914" y="1190808"/>
                  <a:pt x="4309442" y="1189020"/>
                  <a:pt x="4307145" y="1186722"/>
                </a:cubicBezTo>
                <a:cubicBezTo>
                  <a:pt x="4304361" y="1182968"/>
                  <a:pt x="4302114" y="1178857"/>
                  <a:pt x="4300505" y="1174464"/>
                </a:cubicBezTo>
                <a:cubicBezTo>
                  <a:pt x="4299228" y="1172421"/>
                  <a:pt x="4294121" y="1169357"/>
                  <a:pt x="4291056" y="1165526"/>
                </a:cubicBezTo>
                <a:cubicBezTo>
                  <a:pt x="4288221" y="1160981"/>
                  <a:pt x="4284594" y="1156997"/>
                  <a:pt x="4280329" y="1153779"/>
                </a:cubicBezTo>
                <a:cubicBezTo>
                  <a:pt x="4277265" y="1151991"/>
                  <a:pt x="4272157" y="1151991"/>
                  <a:pt x="4272157" y="1151991"/>
                </a:cubicBezTo>
                <a:cubicBezTo>
                  <a:pt x="4263475" y="1146373"/>
                  <a:pt x="4265519" y="1147395"/>
                  <a:pt x="4261432" y="1146373"/>
                </a:cubicBezTo>
                <a:cubicBezTo>
                  <a:pt x="4257347" y="1145352"/>
                  <a:pt x="4252239" y="1138201"/>
                  <a:pt x="4250195" y="1138201"/>
                </a:cubicBezTo>
                <a:cubicBezTo>
                  <a:pt x="4244756" y="1135085"/>
                  <a:pt x="4239546" y="1131587"/>
                  <a:pt x="4234618" y="1127731"/>
                </a:cubicBezTo>
                <a:cubicBezTo>
                  <a:pt x="4231042" y="1125433"/>
                  <a:pt x="4225680" y="1119048"/>
                  <a:pt x="4222616" y="1117260"/>
                </a:cubicBezTo>
                <a:cubicBezTo>
                  <a:pt x="4220189" y="1116494"/>
                  <a:pt x="4217712" y="1115881"/>
                  <a:pt x="4215209" y="1115473"/>
                </a:cubicBezTo>
                <a:cubicBezTo>
                  <a:pt x="4210868" y="1114196"/>
                  <a:pt x="4207293" y="1103470"/>
                  <a:pt x="4202440" y="1103470"/>
                </a:cubicBezTo>
                <a:cubicBezTo>
                  <a:pt x="4188140" y="1102449"/>
                  <a:pt x="4176647" y="1114451"/>
                  <a:pt x="4172818" y="1114451"/>
                </a:cubicBezTo>
                <a:cubicBezTo>
                  <a:pt x="4167479" y="1115830"/>
                  <a:pt x="4162679" y="1118767"/>
                  <a:pt x="4159027" y="1122879"/>
                </a:cubicBezTo>
                <a:cubicBezTo>
                  <a:pt x="4154174" y="1126454"/>
                  <a:pt x="4152388" y="1128242"/>
                  <a:pt x="4154174" y="1133349"/>
                </a:cubicBezTo>
                <a:cubicBezTo>
                  <a:pt x="4155733" y="1137052"/>
                  <a:pt x="4158542" y="1140116"/>
                  <a:pt x="4162091" y="1142032"/>
                </a:cubicBezTo>
                <a:cubicBezTo>
                  <a:pt x="4166510" y="1145020"/>
                  <a:pt x="4171591" y="1146884"/>
                  <a:pt x="4176903" y="1147395"/>
                </a:cubicBezTo>
                <a:cubicBezTo>
                  <a:pt x="4181883" y="1147088"/>
                  <a:pt x="4186863" y="1148237"/>
                  <a:pt x="4191204" y="1150714"/>
                </a:cubicBezTo>
                <a:cubicBezTo>
                  <a:pt x="4193247" y="1153013"/>
                  <a:pt x="4201420" y="1157354"/>
                  <a:pt x="4197844" y="1159653"/>
                </a:cubicBezTo>
                <a:cubicBezTo>
                  <a:pt x="4193452" y="1162002"/>
                  <a:pt x="4188828" y="1163892"/>
                  <a:pt x="4184054" y="1165271"/>
                </a:cubicBezTo>
                <a:cubicBezTo>
                  <a:pt x="4180734" y="1166292"/>
                  <a:pt x="4174606" y="1171910"/>
                  <a:pt x="4172306" y="1173443"/>
                </a:cubicBezTo>
                <a:cubicBezTo>
                  <a:pt x="4170007" y="1174975"/>
                  <a:pt x="4168221" y="1174975"/>
                  <a:pt x="4164646" y="1174975"/>
                </a:cubicBezTo>
                <a:cubicBezTo>
                  <a:pt x="4160355" y="1174234"/>
                  <a:pt x="4156193" y="1172753"/>
                  <a:pt x="4152388" y="1170633"/>
                </a:cubicBezTo>
                <a:cubicBezTo>
                  <a:pt x="4147076" y="1166675"/>
                  <a:pt x="4141432" y="1163177"/>
                  <a:pt x="4135533" y="1160163"/>
                </a:cubicBezTo>
                <a:cubicBezTo>
                  <a:pt x="4129915" y="1158120"/>
                  <a:pt x="4119699" y="1157610"/>
                  <a:pt x="4117656" y="1155311"/>
                </a:cubicBezTo>
                <a:cubicBezTo>
                  <a:pt x="4115614" y="1153013"/>
                  <a:pt x="4112039" y="1143053"/>
                  <a:pt x="4109739" y="1140755"/>
                </a:cubicBezTo>
                <a:cubicBezTo>
                  <a:pt x="4102563" y="1134983"/>
                  <a:pt x="4093269" y="1132583"/>
                  <a:pt x="4084202" y="1134115"/>
                </a:cubicBezTo>
                <a:cubicBezTo>
                  <a:pt x="4078558" y="1136567"/>
                  <a:pt x="4073324" y="1139836"/>
                  <a:pt x="4068625" y="1143820"/>
                </a:cubicBezTo>
                <a:cubicBezTo>
                  <a:pt x="4066326" y="1145862"/>
                  <a:pt x="4059687" y="1151480"/>
                  <a:pt x="4060197" y="1154034"/>
                </a:cubicBezTo>
                <a:cubicBezTo>
                  <a:pt x="4060708" y="1156588"/>
                  <a:pt x="4063261" y="1160163"/>
                  <a:pt x="4063261" y="1162717"/>
                </a:cubicBezTo>
                <a:cubicBezTo>
                  <a:pt x="4063007" y="1172421"/>
                  <a:pt x="4069901" y="1176507"/>
                  <a:pt x="4072200" y="1178806"/>
                </a:cubicBezTo>
                <a:cubicBezTo>
                  <a:pt x="4074498" y="1181104"/>
                  <a:pt x="4087266" y="1184679"/>
                  <a:pt x="4091353" y="1188510"/>
                </a:cubicBezTo>
                <a:cubicBezTo>
                  <a:pt x="4097406" y="1194154"/>
                  <a:pt x="4103994" y="1199210"/>
                  <a:pt x="4111016" y="1203577"/>
                </a:cubicBezTo>
                <a:cubicBezTo>
                  <a:pt x="4117938" y="1207790"/>
                  <a:pt x="4124424" y="1212668"/>
                  <a:pt x="4130425" y="1218133"/>
                </a:cubicBezTo>
                <a:cubicBezTo>
                  <a:pt x="4135533" y="1224773"/>
                  <a:pt x="4131957" y="1228859"/>
                  <a:pt x="4127872" y="1230136"/>
                </a:cubicBezTo>
                <a:cubicBezTo>
                  <a:pt x="4114336" y="1233456"/>
                  <a:pt x="4090842" y="1248012"/>
                  <a:pt x="4078585" y="1241117"/>
                </a:cubicBezTo>
                <a:cubicBezTo>
                  <a:pt x="4073732" y="1238052"/>
                  <a:pt x="4064028" y="1229625"/>
                  <a:pt x="4053047" y="1221708"/>
                </a:cubicBezTo>
                <a:cubicBezTo>
                  <a:pt x="4046918" y="1216346"/>
                  <a:pt x="4040788" y="1212260"/>
                  <a:pt x="4039256" y="1216346"/>
                </a:cubicBezTo>
                <a:cubicBezTo>
                  <a:pt x="4037724" y="1220432"/>
                  <a:pt x="4046151" y="1243926"/>
                  <a:pt x="4039256" y="1250821"/>
                </a:cubicBezTo>
                <a:cubicBezTo>
                  <a:pt x="4035682" y="1254141"/>
                  <a:pt x="4028786" y="1259759"/>
                  <a:pt x="4025466" y="1263079"/>
                </a:cubicBezTo>
                <a:cubicBezTo>
                  <a:pt x="4029425" y="1270996"/>
                  <a:pt x="4035528" y="1277635"/>
                  <a:pt x="4043087" y="1282232"/>
                </a:cubicBezTo>
                <a:cubicBezTo>
                  <a:pt x="4048578" y="1284479"/>
                  <a:pt x="4053660" y="1287595"/>
                  <a:pt x="4058155" y="1291426"/>
                </a:cubicBezTo>
                <a:cubicBezTo>
                  <a:pt x="4064692" y="1295435"/>
                  <a:pt x="4071510" y="1298933"/>
                  <a:pt x="4078585" y="1301896"/>
                </a:cubicBezTo>
                <a:cubicBezTo>
                  <a:pt x="4088289" y="1307514"/>
                  <a:pt x="4098503" y="1296788"/>
                  <a:pt x="4109230" y="1293213"/>
                </a:cubicBezTo>
                <a:cubicBezTo>
                  <a:pt x="4110762" y="1292958"/>
                  <a:pt x="4119699" y="1294235"/>
                  <a:pt x="4124040" y="1289893"/>
                </a:cubicBezTo>
                <a:cubicBezTo>
                  <a:pt x="4129072" y="1285271"/>
                  <a:pt x="4134971" y="1281721"/>
                  <a:pt x="4141406" y="1279423"/>
                </a:cubicBezTo>
                <a:cubicBezTo>
                  <a:pt x="4146769" y="1276358"/>
                  <a:pt x="4150600" y="1272783"/>
                  <a:pt x="4155452" y="1269208"/>
                </a:cubicBezTo>
                <a:cubicBezTo>
                  <a:pt x="4160305" y="1265633"/>
                  <a:pt x="4163113" y="1259504"/>
                  <a:pt x="4169242" y="1254396"/>
                </a:cubicBezTo>
                <a:cubicBezTo>
                  <a:pt x="4175371" y="1249289"/>
                  <a:pt x="4195800" y="1264356"/>
                  <a:pt x="4198865" y="1266654"/>
                </a:cubicBezTo>
                <a:cubicBezTo>
                  <a:pt x="4201929" y="1268953"/>
                  <a:pt x="4203973" y="1268953"/>
                  <a:pt x="4210613" y="1273039"/>
                </a:cubicBezTo>
                <a:cubicBezTo>
                  <a:pt x="4217253" y="1277124"/>
                  <a:pt x="4220061" y="1280189"/>
                  <a:pt x="4225934" y="1284275"/>
                </a:cubicBezTo>
                <a:cubicBezTo>
                  <a:pt x="4230277" y="1286139"/>
                  <a:pt x="4235078" y="1286676"/>
                  <a:pt x="4239726" y="1285807"/>
                </a:cubicBezTo>
                <a:cubicBezTo>
                  <a:pt x="4245088" y="1285552"/>
                  <a:pt x="4251983" y="1279423"/>
                  <a:pt x="4256324" y="1276614"/>
                </a:cubicBezTo>
                <a:cubicBezTo>
                  <a:pt x="4260667" y="1273805"/>
                  <a:pt x="4256324" y="1266654"/>
                  <a:pt x="4256324" y="1266654"/>
                </a:cubicBezTo>
                <a:cubicBezTo>
                  <a:pt x="4252239" y="1258227"/>
                  <a:pt x="4251218" y="1251843"/>
                  <a:pt x="4249430" y="1248523"/>
                </a:cubicBezTo>
                <a:cubicBezTo>
                  <a:pt x="4243811" y="1239840"/>
                  <a:pt x="4245854" y="1231413"/>
                  <a:pt x="4243811" y="1229114"/>
                </a:cubicBezTo>
                <a:cubicBezTo>
                  <a:pt x="4241769" y="1226816"/>
                  <a:pt x="4236917" y="1228603"/>
                  <a:pt x="4232830" y="1225283"/>
                </a:cubicBezTo>
                <a:cubicBezTo>
                  <a:pt x="4228745" y="1221964"/>
                  <a:pt x="4220828" y="1220176"/>
                  <a:pt x="4217253" y="1217878"/>
                </a:cubicBezTo>
                <a:cubicBezTo>
                  <a:pt x="4213677" y="1215580"/>
                  <a:pt x="4212400" y="1212260"/>
                  <a:pt x="4212400" y="1210216"/>
                </a:cubicBezTo>
                <a:cubicBezTo>
                  <a:pt x="4216026" y="1205313"/>
                  <a:pt x="4221262" y="1201866"/>
                  <a:pt x="4227213" y="1200512"/>
                </a:cubicBezTo>
                <a:cubicBezTo>
                  <a:pt x="4234669" y="1199695"/>
                  <a:pt x="4242202" y="1199695"/>
                  <a:pt x="4249686" y="1200512"/>
                </a:cubicBezTo>
                <a:cubicBezTo>
                  <a:pt x="4255124" y="1201917"/>
                  <a:pt x="4260844" y="1201917"/>
                  <a:pt x="4266284" y="1200512"/>
                </a:cubicBezTo>
                <a:cubicBezTo>
                  <a:pt x="4279513" y="1198648"/>
                  <a:pt x="4292945" y="1201457"/>
                  <a:pt x="4304335" y="1208429"/>
                </a:cubicBezTo>
                <a:cubicBezTo>
                  <a:pt x="4309698" y="1212515"/>
                  <a:pt x="4316594" y="1217367"/>
                  <a:pt x="4317103" y="1221708"/>
                </a:cubicBezTo>
                <a:cubicBezTo>
                  <a:pt x="4317615" y="1226050"/>
                  <a:pt x="4323999" y="1232945"/>
                  <a:pt x="4325787" y="1232945"/>
                </a:cubicBezTo>
                <a:cubicBezTo>
                  <a:pt x="4330128" y="1233124"/>
                  <a:pt x="4334240" y="1234962"/>
                  <a:pt x="4337279" y="1238052"/>
                </a:cubicBezTo>
                <a:cubicBezTo>
                  <a:pt x="4345961" y="1247782"/>
                  <a:pt x="4357197" y="1254856"/>
                  <a:pt x="4369710" y="1258482"/>
                </a:cubicBezTo>
                <a:cubicBezTo>
                  <a:pt x="4377986" y="1256261"/>
                  <a:pt x="4385646" y="1252251"/>
                  <a:pt x="4392184" y="1246735"/>
                </a:cubicBezTo>
                <a:cubicBezTo>
                  <a:pt x="4399615" y="1240759"/>
                  <a:pt x="4405055" y="1232638"/>
                  <a:pt x="4407763" y="1223496"/>
                </a:cubicBezTo>
                <a:cubicBezTo>
                  <a:pt x="4408272" y="1218133"/>
                  <a:pt x="4403420" y="1217878"/>
                  <a:pt x="4402655" y="1212004"/>
                </a:cubicBezTo>
                <a:cubicBezTo>
                  <a:pt x="4401888" y="1206130"/>
                  <a:pt x="4397803" y="1204854"/>
                  <a:pt x="4397803" y="1202300"/>
                </a:cubicBezTo>
                <a:cubicBezTo>
                  <a:pt x="4397803" y="1199746"/>
                  <a:pt x="4397803" y="1193617"/>
                  <a:pt x="4397803" y="1190808"/>
                </a:cubicBezTo>
                <a:cubicBezTo>
                  <a:pt x="4395479" y="1187795"/>
                  <a:pt x="4392720" y="1185139"/>
                  <a:pt x="4389630" y="1182892"/>
                </a:cubicBezTo>
                <a:cubicBezTo>
                  <a:pt x="4383170" y="1182585"/>
                  <a:pt x="4376913" y="1180568"/>
                  <a:pt x="4371498" y="1177018"/>
                </a:cubicBezTo>
                <a:cubicBezTo>
                  <a:pt x="4369456" y="1174720"/>
                  <a:pt x="4365114" y="1171910"/>
                  <a:pt x="4367669" y="1168846"/>
                </a:cubicBezTo>
                <a:cubicBezTo>
                  <a:pt x="4372265" y="1164607"/>
                  <a:pt x="4377526" y="1161159"/>
                  <a:pt x="4383246" y="1158631"/>
                </a:cubicBezTo>
                <a:lnTo>
                  <a:pt x="4396270" y="1151480"/>
                </a:lnTo>
                <a:cubicBezTo>
                  <a:pt x="4398312" y="1150204"/>
                  <a:pt x="4408272" y="1146118"/>
                  <a:pt x="4408272" y="1146118"/>
                </a:cubicBezTo>
                <a:cubicBezTo>
                  <a:pt x="4418820" y="1138456"/>
                  <a:pt x="4431281" y="1133860"/>
                  <a:pt x="4444281" y="1132838"/>
                </a:cubicBezTo>
                <a:cubicBezTo>
                  <a:pt x="4452963" y="1133093"/>
                  <a:pt x="4467519" y="1140755"/>
                  <a:pt x="4468286" y="1135903"/>
                </a:cubicBezTo>
                <a:cubicBezTo>
                  <a:pt x="4469051" y="1131051"/>
                  <a:pt x="4478756" y="1127476"/>
                  <a:pt x="4482331" y="1124922"/>
                </a:cubicBezTo>
                <a:cubicBezTo>
                  <a:pt x="4485575" y="1122879"/>
                  <a:pt x="4487489" y="1119303"/>
                  <a:pt x="4487439" y="1115473"/>
                </a:cubicBezTo>
                <a:cubicBezTo>
                  <a:pt x="4486928" y="1110085"/>
                  <a:pt x="4485804" y="1104773"/>
                  <a:pt x="4484119" y="1099640"/>
                </a:cubicBezTo>
                <a:cubicBezTo>
                  <a:pt x="4482587" y="1095324"/>
                  <a:pt x="4478909" y="1092106"/>
                  <a:pt x="4474415" y="1091212"/>
                </a:cubicBezTo>
                <a:cubicBezTo>
                  <a:pt x="4472116" y="1089936"/>
                  <a:pt x="4472116" y="1092234"/>
                  <a:pt x="4467775" y="1091212"/>
                </a:cubicBezTo>
                <a:cubicBezTo>
                  <a:pt x="4463434" y="1090191"/>
                  <a:pt x="4435342" y="1067973"/>
                  <a:pt x="4422318" y="1075379"/>
                </a:cubicBezTo>
                <a:cubicBezTo>
                  <a:pt x="4415933" y="1078954"/>
                  <a:pt x="4420020" y="1089425"/>
                  <a:pt x="4413124" y="1095554"/>
                </a:cubicBezTo>
                <a:cubicBezTo>
                  <a:pt x="4410085" y="1097954"/>
                  <a:pt x="4406612" y="1099767"/>
                  <a:pt x="4402910" y="1100916"/>
                </a:cubicBezTo>
                <a:cubicBezTo>
                  <a:pt x="4399335" y="1102960"/>
                  <a:pt x="4393716" y="1104747"/>
                  <a:pt x="4390907" y="1102960"/>
                </a:cubicBezTo>
                <a:cubicBezTo>
                  <a:pt x="4388098" y="1101172"/>
                  <a:pt x="4385544" y="1098107"/>
                  <a:pt x="4378394" y="1098107"/>
                </a:cubicBezTo>
                <a:cubicBezTo>
                  <a:pt x="4367157" y="1099895"/>
                  <a:pt x="4372010" y="1106024"/>
                  <a:pt x="4368945" y="1108578"/>
                </a:cubicBezTo>
                <a:cubicBezTo>
                  <a:pt x="4365881" y="1111131"/>
                  <a:pt x="4360773" y="1108578"/>
                  <a:pt x="4358474" y="1108578"/>
                </a:cubicBezTo>
                <a:cubicBezTo>
                  <a:pt x="4354900" y="1109114"/>
                  <a:pt x="4351273" y="1108578"/>
                  <a:pt x="4348004" y="1107046"/>
                </a:cubicBezTo>
                <a:cubicBezTo>
                  <a:pt x="4346472" y="1105769"/>
                  <a:pt x="4339067" y="1115217"/>
                  <a:pt x="4339576" y="1118793"/>
                </a:cubicBezTo>
                <a:cubicBezTo>
                  <a:pt x="4340088" y="1122368"/>
                  <a:pt x="4348516" y="1123390"/>
                  <a:pt x="4345196" y="1131051"/>
                </a:cubicBezTo>
                <a:cubicBezTo>
                  <a:pt x="4341876" y="1138712"/>
                  <a:pt x="4331916" y="1138712"/>
                  <a:pt x="4324766" y="1131051"/>
                </a:cubicBezTo>
                <a:cubicBezTo>
                  <a:pt x="4317615" y="1123390"/>
                  <a:pt x="4336768" y="1121602"/>
                  <a:pt x="4328851" y="1116750"/>
                </a:cubicBezTo>
                <a:cubicBezTo>
                  <a:pt x="4320935" y="1111898"/>
                  <a:pt x="4321190" y="1100150"/>
                  <a:pt x="4323999" y="1099640"/>
                </a:cubicBezTo>
                <a:cubicBezTo>
                  <a:pt x="4326808" y="1099129"/>
                  <a:pt x="4346728" y="1096320"/>
                  <a:pt x="4346728" y="1096320"/>
                </a:cubicBezTo>
                <a:cubicBezTo>
                  <a:pt x="4371498" y="1088659"/>
                  <a:pt x="4379670" y="1089936"/>
                  <a:pt x="4384267" y="1085083"/>
                </a:cubicBezTo>
                <a:cubicBezTo>
                  <a:pt x="4387051" y="1080972"/>
                  <a:pt x="4388150" y="1075941"/>
                  <a:pt x="4387331" y="1071038"/>
                </a:cubicBezTo>
                <a:cubicBezTo>
                  <a:pt x="4387331" y="1067463"/>
                  <a:pt x="4396270" y="1060823"/>
                  <a:pt x="4398312" y="1060823"/>
                </a:cubicBezTo>
                <a:cubicBezTo>
                  <a:pt x="4405055" y="1058601"/>
                  <a:pt x="4412205" y="1057911"/>
                  <a:pt x="4419253" y="1058780"/>
                </a:cubicBezTo>
                <a:cubicBezTo>
                  <a:pt x="4426149" y="1059546"/>
                  <a:pt x="4437641" y="1056992"/>
                  <a:pt x="4437641" y="1050608"/>
                </a:cubicBezTo>
                <a:cubicBezTo>
                  <a:pt x="4439709" y="1044070"/>
                  <a:pt x="4439070" y="1036996"/>
                  <a:pt x="4435853" y="1030944"/>
                </a:cubicBezTo>
                <a:cubicBezTo>
                  <a:pt x="4434090" y="1028799"/>
                  <a:pt x="4431793" y="1027139"/>
                  <a:pt x="4429213" y="1026092"/>
                </a:cubicBezTo>
                <a:cubicBezTo>
                  <a:pt x="4426916" y="1025581"/>
                  <a:pt x="4425638" y="1020729"/>
                  <a:pt x="4423084" y="1020729"/>
                </a:cubicBezTo>
                <a:cubicBezTo>
                  <a:pt x="4416189" y="1017920"/>
                  <a:pt x="4409804" y="1023793"/>
                  <a:pt x="4402399" y="1026092"/>
                </a:cubicBezTo>
                <a:cubicBezTo>
                  <a:pt x="4394994" y="1028390"/>
                  <a:pt x="4379926" y="1031455"/>
                  <a:pt x="4379926" y="1028390"/>
                </a:cubicBezTo>
                <a:cubicBezTo>
                  <a:pt x="4379926" y="1025326"/>
                  <a:pt x="4382225" y="1016133"/>
                  <a:pt x="4379926" y="1013834"/>
                </a:cubicBezTo>
                <a:cubicBezTo>
                  <a:pt x="4375253" y="1011919"/>
                  <a:pt x="4370042" y="1011919"/>
                  <a:pt x="4365370" y="1013834"/>
                </a:cubicBezTo>
                <a:cubicBezTo>
                  <a:pt x="4363326" y="1015877"/>
                  <a:pt x="4361794" y="1024815"/>
                  <a:pt x="4357709" y="1029412"/>
                </a:cubicBezTo>
                <a:cubicBezTo>
                  <a:pt x="4353368" y="1032885"/>
                  <a:pt x="4348157" y="1035081"/>
                  <a:pt x="4342641" y="1035796"/>
                </a:cubicBezTo>
                <a:cubicBezTo>
                  <a:pt x="4336768" y="1037328"/>
                  <a:pt x="4327063" y="1044479"/>
                  <a:pt x="4329107" y="1048310"/>
                </a:cubicBezTo>
                <a:cubicBezTo>
                  <a:pt x="4331150" y="1052140"/>
                  <a:pt x="4334215" y="1048820"/>
                  <a:pt x="4338556" y="1052140"/>
                </a:cubicBezTo>
                <a:cubicBezTo>
                  <a:pt x="4342896" y="1055460"/>
                  <a:pt x="4349281" y="1055460"/>
                  <a:pt x="4351069" y="1058269"/>
                </a:cubicBezTo>
                <a:cubicBezTo>
                  <a:pt x="4352856" y="1061078"/>
                  <a:pt x="4352090" y="1075379"/>
                  <a:pt x="4342896" y="1076656"/>
                </a:cubicBezTo>
                <a:cubicBezTo>
                  <a:pt x="4339321" y="1077167"/>
                  <a:pt x="4326808" y="1081508"/>
                  <a:pt x="4323232" y="1075379"/>
                </a:cubicBezTo>
                <a:cubicBezTo>
                  <a:pt x="4321956" y="1073336"/>
                  <a:pt x="4324766" y="1070527"/>
                  <a:pt x="4324510" y="1065930"/>
                </a:cubicBezTo>
                <a:cubicBezTo>
                  <a:pt x="4324255" y="1061333"/>
                  <a:pt x="4314550" y="1056481"/>
                  <a:pt x="4314295" y="1053672"/>
                </a:cubicBezTo>
                <a:cubicBezTo>
                  <a:pt x="4314039" y="1050863"/>
                  <a:pt x="4312507" y="1049586"/>
                  <a:pt x="4316594" y="1046011"/>
                </a:cubicBezTo>
                <a:cubicBezTo>
                  <a:pt x="4324306" y="1038452"/>
                  <a:pt x="4330920" y="1029846"/>
                  <a:pt x="4336256" y="1020474"/>
                </a:cubicBezTo>
                <a:cubicBezTo>
                  <a:pt x="4336691" y="1017180"/>
                  <a:pt x="4338325" y="1014192"/>
                  <a:pt x="4340853" y="1012046"/>
                </a:cubicBezTo>
                <a:cubicBezTo>
                  <a:pt x="4345705" y="1007705"/>
                  <a:pt x="4351580" y="1000810"/>
                  <a:pt x="4348770" y="998512"/>
                </a:cubicBezTo>
                <a:cubicBezTo>
                  <a:pt x="4345961" y="996035"/>
                  <a:pt x="4342284" y="994834"/>
                  <a:pt x="4338556" y="995192"/>
                </a:cubicBezTo>
                <a:cubicBezTo>
                  <a:pt x="4333678" y="995473"/>
                  <a:pt x="4328979" y="997158"/>
                  <a:pt x="4325020" y="1000044"/>
                </a:cubicBezTo>
                <a:cubicBezTo>
                  <a:pt x="4323463" y="1002827"/>
                  <a:pt x="4321675" y="1005483"/>
                  <a:pt x="4319658" y="1007960"/>
                </a:cubicBezTo>
                <a:cubicBezTo>
                  <a:pt x="4313350" y="1014600"/>
                  <a:pt x="4306685" y="1020908"/>
                  <a:pt x="4299738" y="1026858"/>
                </a:cubicBezTo>
                <a:cubicBezTo>
                  <a:pt x="4295908" y="1030178"/>
                  <a:pt x="4290034" y="1040648"/>
                  <a:pt x="4287736" y="1042436"/>
                </a:cubicBezTo>
                <a:cubicBezTo>
                  <a:pt x="4285437" y="1044223"/>
                  <a:pt x="4268327" y="1058780"/>
                  <a:pt x="4266284" y="1061078"/>
                </a:cubicBezTo>
                <a:cubicBezTo>
                  <a:pt x="4261739" y="1064526"/>
                  <a:pt x="4259720" y="1070374"/>
                  <a:pt x="4261176" y="1075890"/>
                </a:cubicBezTo>
                <a:cubicBezTo>
                  <a:pt x="4262454" y="1078443"/>
                  <a:pt x="4266284" y="1078188"/>
                  <a:pt x="4268839" y="1078443"/>
                </a:cubicBezTo>
                <a:cubicBezTo>
                  <a:pt x="4271392" y="1078699"/>
                  <a:pt x="4275223" y="1079720"/>
                  <a:pt x="4277521" y="1077167"/>
                </a:cubicBezTo>
                <a:cubicBezTo>
                  <a:pt x="4279820" y="1074613"/>
                  <a:pt x="4284416" y="1069506"/>
                  <a:pt x="4289268" y="1072059"/>
                </a:cubicBezTo>
                <a:cubicBezTo>
                  <a:pt x="4294121" y="1074613"/>
                  <a:pt x="4292588" y="1079720"/>
                  <a:pt x="4287736" y="1082274"/>
                </a:cubicBezTo>
                <a:cubicBezTo>
                  <a:pt x="4282884" y="1084828"/>
                  <a:pt x="4283140" y="1088403"/>
                  <a:pt x="4282884" y="1091212"/>
                </a:cubicBezTo>
                <a:cubicBezTo>
                  <a:pt x="4282628" y="1094021"/>
                  <a:pt x="4287736" y="1093255"/>
                  <a:pt x="4293098" y="1096064"/>
                </a:cubicBezTo>
                <a:cubicBezTo>
                  <a:pt x="4298462" y="1098873"/>
                  <a:pt x="4302803" y="1100661"/>
                  <a:pt x="4300505" y="1105513"/>
                </a:cubicBezTo>
                <a:cubicBezTo>
                  <a:pt x="4299610" y="1107812"/>
                  <a:pt x="4297338" y="1109267"/>
                  <a:pt x="4294886" y="1109089"/>
                </a:cubicBezTo>
                <a:cubicBezTo>
                  <a:pt x="4291541" y="1108757"/>
                  <a:pt x="4288272" y="1107888"/>
                  <a:pt x="4285181" y="1106535"/>
                </a:cubicBezTo>
                <a:cubicBezTo>
                  <a:pt x="4281734" y="1105003"/>
                  <a:pt x="4278415" y="1103215"/>
                  <a:pt x="4275223" y="1101172"/>
                </a:cubicBezTo>
                <a:cubicBezTo>
                  <a:pt x="4270344" y="1096728"/>
                  <a:pt x="4265059" y="1092796"/>
                  <a:pt x="4259388" y="1089425"/>
                </a:cubicBezTo>
                <a:cubicBezTo>
                  <a:pt x="4256248" y="1086897"/>
                  <a:pt x="4253260" y="1084164"/>
                  <a:pt x="4250451" y="1081253"/>
                </a:cubicBezTo>
                <a:cubicBezTo>
                  <a:pt x="4247898" y="1078954"/>
                  <a:pt x="4240235" y="1076911"/>
                  <a:pt x="4238193" y="1073336"/>
                </a:cubicBezTo>
                <a:cubicBezTo>
                  <a:pt x="4236942" y="1070144"/>
                  <a:pt x="4236942" y="1066569"/>
                  <a:pt x="4238193" y="1063376"/>
                </a:cubicBezTo>
                <a:cubicBezTo>
                  <a:pt x="4239726" y="1060057"/>
                  <a:pt x="4249686" y="1058524"/>
                  <a:pt x="4252239" y="1056992"/>
                </a:cubicBezTo>
                <a:cubicBezTo>
                  <a:pt x="4254792" y="1055460"/>
                  <a:pt x="4255303" y="1053417"/>
                  <a:pt x="4261432" y="1048820"/>
                </a:cubicBezTo>
                <a:cubicBezTo>
                  <a:pt x="4267561" y="1044223"/>
                  <a:pt x="4268839" y="1037584"/>
                  <a:pt x="4271392" y="1035030"/>
                </a:cubicBezTo>
                <a:cubicBezTo>
                  <a:pt x="4273945" y="1032476"/>
                  <a:pt x="4285437" y="1020474"/>
                  <a:pt x="4288757" y="1016899"/>
                </a:cubicBezTo>
                <a:cubicBezTo>
                  <a:pt x="4292077" y="1013323"/>
                  <a:pt x="4296929" y="1010259"/>
                  <a:pt x="4298462" y="1008727"/>
                </a:cubicBezTo>
                <a:cubicBezTo>
                  <a:pt x="4299994" y="1007194"/>
                  <a:pt x="4304590" y="1002342"/>
                  <a:pt x="4306378" y="1002342"/>
                </a:cubicBezTo>
                <a:cubicBezTo>
                  <a:pt x="4309315" y="1001219"/>
                  <a:pt x="4311639" y="998895"/>
                  <a:pt x="4312762" y="995958"/>
                </a:cubicBezTo>
                <a:cubicBezTo>
                  <a:pt x="4313529" y="992383"/>
                  <a:pt x="4320423" y="989318"/>
                  <a:pt x="4322978" y="984977"/>
                </a:cubicBezTo>
                <a:cubicBezTo>
                  <a:pt x="4325531" y="980636"/>
                  <a:pt x="4328596" y="979103"/>
                  <a:pt x="4330383" y="975273"/>
                </a:cubicBezTo>
                <a:cubicBezTo>
                  <a:pt x="4332171" y="971442"/>
                  <a:pt x="4333192" y="969143"/>
                  <a:pt x="4332171" y="967611"/>
                </a:cubicBezTo>
                <a:cubicBezTo>
                  <a:pt x="4331150" y="966079"/>
                  <a:pt x="4327830" y="967867"/>
                  <a:pt x="4326298" y="966079"/>
                </a:cubicBezTo>
                <a:cubicBezTo>
                  <a:pt x="4324127" y="963576"/>
                  <a:pt x="4321828" y="961176"/>
                  <a:pt x="4319402" y="958929"/>
                </a:cubicBezTo>
                <a:cubicBezTo>
                  <a:pt x="4316976" y="957269"/>
                  <a:pt x="4313401" y="957524"/>
                  <a:pt x="4310496" y="958450"/>
                </a:cubicBezTo>
                <a:close/>
                <a:moveTo>
                  <a:pt x="2901563" y="951266"/>
                </a:moveTo>
                <a:cubicBezTo>
                  <a:pt x="2913004" y="990008"/>
                  <a:pt x="2919848" y="1029947"/>
                  <a:pt x="2921993" y="1070271"/>
                </a:cubicBezTo>
                <a:lnTo>
                  <a:pt x="2922760" y="1070271"/>
                </a:lnTo>
                <a:cubicBezTo>
                  <a:pt x="2924037" y="1120324"/>
                  <a:pt x="2871685" y="1169357"/>
                  <a:pt x="2871685" y="1169357"/>
                </a:cubicBezTo>
                <a:cubicBezTo>
                  <a:pt x="2851637" y="1136157"/>
                  <a:pt x="2842700" y="1097418"/>
                  <a:pt x="2846148" y="1058780"/>
                </a:cubicBezTo>
                <a:cubicBezTo>
                  <a:pt x="2853911" y="1018354"/>
                  <a:pt x="2873141" y="981043"/>
                  <a:pt x="2901563" y="951266"/>
                </a:cubicBezTo>
                <a:close/>
                <a:moveTo>
                  <a:pt x="933394" y="943096"/>
                </a:moveTo>
                <a:cubicBezTo>
                  <a:pt x="931249" y="945419"/>
                  <a:pt x="928644" y="947232"/>
                  <a:pt x="925732" y="948458"/>
                </a:cubicBezTo>
                <a:cubicBezTo>
                  <a:pt x="921902" y="949224"/>
                  <a:pt x="918582" y="947181"/>
                  <a:pt x="913730" y="951778"/>
                </a:cubicBezTo>
                <a:cubicBezTo>
                  <a:pt x="910742" y="955941"/>
                  <a:pt x="908009" y="960308"/>
                  <a:pt x="905558" y="964802"/>
                </a:cubicBezTo>
                <a:cubicBezTo>
                  <a:pt x="903515" y="966845"/>
                  <a:pt x="897897" y="969399"/>
                  <a:pt x="895854" y="971697"/>
                </a:cubicBezTo>
                <a:cubicBezTo>
                  <a:pt x="893811" y="973996"/>
                  <a:pt x="892790" y="979869"/>
                  <a:pt x="889214" y="983189"/>
                </a:cubicBezTo>
                <a:cubicBezTo>
                  <a:pt x="885638" y="986509"/>
                  <a:pt x="878488" y="989829"/>
                  <a:pt x="876445" y="992383"/>
                </a:cubicBezTo>
                <a:cubicBezTo>
                  <a:pt x="872359" y="996980"/>
                  <a:pt x="870317" y="1000044"/>
                  <a:pt x="873381" y="1005662"/>
                </a:cubicBezTo>
                <a:cubicBezTo>
                  <a:pt x="877671" y="1010897"/>
                  <a:pt x="882472" y="1015673"/>
                  <a:pt x="887682" y="1019963"/>
                </a:cubicBezTo>
                <a:cubicBezTo>
                  <a:pt x="894040" y="1028058"/>
                  <a:pt x="899863" y="1036588"/>
                  <a:pt x="905047" y="1045500"/>
                </a:cubicBezTo>
                <a:cubicBezTo>
                  <a:pt x="907882" y="1051246"/>
                  <a:pt x="911483" y="1056584"/>
                  <a:pt x="915773" y="1061333"/>
                </a:cubicBezTo>
                <a:cubicBezTo>
                  <a:pt x="917816" y="1063376"/>
                  <a:pt x="928797" y="1074358"/>
                  <a:pt x="936713" y="1083296"/>
                </a:cubicBezTo>
                <a:cubicBezTo>
                  <a:pt x="938246" y="1085083"/>
                  <a:pt x="942587" y="1092489"/>
                  <a:pt x="948205" y="1099384"/>
                </a:cubicBezTo>
                <a:cubicBezTo>
                  <a:pt x="953824" y="1106280"/>
                  <a:pt x="951270" y="1107301"/>
                  <a:pt x="959186" y="1115728"/>
                </a:cubicBezTo>
                <a:cubicBezTo>
                  <a:pt x="960718" y="1117260"/>
                  <a:pt x="962506" y="1125433"/>
                  <a:pt x="964038" y="1127476"/>
                </a:cubicBezTo>
                <a:cubicBezTo>
                  <a:pt x="979105" y="1145352"/>
                  <a:pt x="978085" y="1148927"/>
                  <a:pt x="987022" y="1157099"/>
                </a:cubicBezTo>
                <a:cubicBezTo>
                  <a:pt x="992462" y="1162615"/>
                  <a:pt x="998642" y="1167365"/>
                  <a:pt x="1005409" y="1171144"/>
                </a:cubicBezTo>
                <a:cubicBezTo>
                  <a:pt x="1009776" y="1173596"/>
                  <a:pt x="1013887" y="1176507"/>
                  <a:pt x="1017667" y="1179827"/>
                </a:cubicBezTo>
                <a:lnTo>
                  <a:pt x="1029670" y="1189787"/>
                </a:lnTo>
                <a:cubicBezTo>
                  <a:pt x="1031713" y="1191830"/>
                  <a:pt x="1048057" y="1200512"/>
                  <a:pt x="1051377" y="1202811"/>
                </a:cubicBezTo>
                <a:cubicBezTo>
                  <a:pt x="1056280" y="1207765"/>
                  <a:pt x="1061668" y="1212208"/>
                  <a:pt x="1067466" y="1216090"/>
                </a:cubicBezTo>
                <a:cubicBezTo>
                  <a:pt x="1074130" y="1218414"/>
                  <a:pt x="1081102" y="1219691"/>
                  <a:pt x="1088151" y="1219921"/>
                </a:cubicBezTo>
                <a:cubicBezTo>
                  <a:pt x="1092696" y="1219308"/>
                  <a:pt x="1097089" y="1217929"/>
                  <a:pt x="1101174" y="1215835"/>
                </a:cubicBezTo>
                <a:cubicBezTo>
                  <a:pt x="1106027" y="1213026"/>
                  <a:pt x="1113688" y="1202811"/>
                  <a:pt x="1118540" y="1199236"/>
                </a:cubicBezTo>
                <a:cubicBezTo>
                  <a:pt x="1123393" y="1195660"/>
                  <a:pt x="1132841" y="1190553"/>
                  <a:pt x="1132841" y="1190553"/>
                </a:cubicBezTo>
                <a:cubicBezTo>
                  <a:pt x="1132841" y="1190553"/>
                  <a:pt x="1142801" y="1180849"/>
                  <a:pt x="1146376" y="1176763"/>
                </a:cubicBezTo>
                <a:cubicBezTo>
                  <a:pt x="1150334" y="1171527"/>
                  <a:pt x="1155289" y="1167109"/>
                  <a:pt x="1160933" y="1163739"/>
                </a:cubicBezTo>
                <a:cubicBezTo>
                  <a:pt x="1163741" y="1162462"/>
                  <a:pt x="1170636" y="1161440"/>
                  <a:pt x="1173446" y="1158376"/>
                </a:cubicBezTo>
                <a:cubicBezTo>
                  <a:pt x="1177378" y="1153549"/>
                  <a:pt x="1180468" y="1148110"/>
                  <a:pt x="1182639" y="1142287"/>
                </a:cubicBezTo>
                <a:cubicBezTo>
                  <a:pt x="1184682" y="1136924"/>
                  <a:pt x="1192599" y="1132583"/>
                  <a:pt x="1193109" y="1126965"/>
                </a:cubicBezTo>
                <a:cubicBezTo>
                  <a:pt x="1193621" y="1121346"/>
                  <a:pt x="1189789" y="1116750"/>
                  <a:pt x="1186215" y="1110876"/>
                </a:cubicBezTo>
                <a:cubicBezTo>
                  <a:pt x="1182792" y="1103011"/>
                  <a:pt x="1178783" y="1095400"/>
                  <a:pt x="1174212" y="1088148"/>
                </a:cubicBezTo>
                <a:cubicBezTo>
                  <a:pt x="1169308" y="1080818"/>
                  <a:pt x="1160166" y="1077601"/>
                  <a:pt x="1151739" y="1080231"/>
                </a:cubicBezTo>
                <a:cubicBezTo>
                  <a:pt x="1146912" y="1083168"/>
                  <a:pt x="1142596" y="1086871"/>
                  <a:pt x="1138970" y="1091212"/>
                </a:cubicBezTo>
                <a:cubicBezTo>
                  <a:pt x="1135931" y="1093689"/>
                  <a:pt x="1132330" y="1095451"/>
                  <a:pt x="1128500" y="1096320"/>
                </a:cubicBezTo>
                <a:cubicBezTo>
                  <a:pt x="1127223" y="1096575"/>
                  <a:pt x="1122881" y="1102704"/>
                  <a:pt x="1119051" y="1102704"/>
                </a:cubicBezTo>
                <a:cubicBezTo>
                  <a:pt x="1114761" y="1105667"/>
                  <a:pt x="1110751" y="1108986"/>
                  <a:pt x="1107048" y="1112664"/>
                </a:cubicBezTo>
                <a:cubicBezTo>
                  <a:pt x="1101047" y="1118256"/>
                  <a:pt x="1093284" y="1121602"/>
                  <a:pt x="1085086" y="1122113"/>
                </a:cubicBezTo>
                <a:cubicBezTo>
                  <a:pt x="1073339" y="1121602"/>
                  <a:pt x="1068998" y="1114196"/>
                  <a:pt x="1060826" y="1110110"/>
                </a:cubicBezTo>
                <a:cubicBezTo>
                  <a:pt x="1056280" y="1107735"/>
                  <a:pt x="1052271" y="1104415"/>
                  <a:pt x="1049079" y="1100406"/>
                </a:cubicBezTo>
                <a:cubicBezTo>
                  <a:pt x="1041851" y="1092004"/>
                  <a:pt x="1036284" y="1082300"/>
                  <a:pt x="1032734" y="1071804"/>
                </a:cubicBezTo>
                <a:cubicBezTo>
                  <a:pt x="1037944" y="1062534"/>
                  <a:pt x="1041162" y="1052268"/>
                  <a:pt x="1042183" y="1041670"/>
                </a:cubicBezTo>
                <a:cubicBezTo>
                  <a:pt x="1043435" y="1035030"/>
                  <a:pt x="1045069" y="1028467"/>
                  <a:pt x="1047035" y="1022006"/>
                </a:cubicBezTo>
                <a:cubicBezTo>
                  <a:pt x="1046652" y="1016720"/>
                  <a:pt x="1047341" y="1011434"/>
                  <a:pt x="1049079" y="1006428"/>
                </a:cubicBezTo>
                <a:cubicBezTo>
                  <a:pt x="1052143" y="1000555"/>
                  <a:pt x="1053675" y="997746"/>
                  <a:pt x="1056484" y="992893"/>
                </a:cubicBezTo>
                <a:cubicBezTo>
                  <a:pt x="1059191" y="989727"/>
                  <a:pt x="1059191" y="985079"/>
                  <a:pt x="1056484" y="981912"/>
                </a:cubicBezTo>
                <a:cubicBezTo>
                  <a:pt x="1052551" y="978261"/>
                  <a:pt x="1048083" y="975247"/>
                  <a:pt x="1043205" y="972974"/>
                </a:cubicBezTo>
                <a:cubicBezTo>
                  <a:pt x="1035799" y="971442"/>
                  <a:pt x="1027627" y="960716"/>
                  <a:pt x="1018944" y="966590"/>
                </a:cubicBezTo>
                <a:cubicBezTo>
                  <a:pt x="1010261" y="972463"/>
                  <a:pt x="1000302" y="972208"/>
                  <a:pt x="998770" y="977060"/>
                </a:cubicBezTo>
                <a:cubicBezTo>
                  <a:pt x="998591" y="982168"/>
                  <a:pt x="997468" y="987173"/>
                  <a:pt x="995450" y="991872"/>
                </a:cubicBezTo>
                <a:cubicBezTo>
                  <a:pt x="997238" y="998256"/>
                  <a:pt x="989832" y="1002853"/>
                  <a:pt x="982937" y="998256"/>
                </a:cubicBezTo>
                <a:cubicBezTo>
                  <a:pt x="979437" y="994477"/>
                  <a:pt x="976449" y="990263"/>
                  <a:pt x="973998" y="985743"/>
                </a:cubicBezTo>
                <a:cubicBezTo>
                  <a:pt x="969657" y="976039"/>
                  <a:pt x="974765" y="965568"/>
                  <a:pt x="963272" y="953821"/>
                </a:cubicBezTo>
                <a:cubicBezTo>
                  <a:pt x="957501" y="949097"/>
                  <a:pt x="950938" y="945445"/>
                  <a:pt x="943864" y="943096"/>
                </a:cubicBezTo>
                <a:cubicBezTo>
                  <a:pt x="940289" y="943096"/>
                  <a:pt x="935437" y="941563"/>
                  <a:pt x="933394" y="943096"/>
                </a:cubicBezTo>
                <a:close/>
                <a:moveTo>
                  <a:pt x="3167153" y="837370"/>
                </a:moveTo>
                <a:cubicBezTo>
                  <a:pt x="3166386" y="876289"/>
                  <a:pt x="3159746" y="914851"/>
                  <a:pt x="3147489" y="951778"/>
                </a:cubicBezTo>
                <a:cubicBezTo>
                  <a:pt x="3138576" y="980992"/>
                  <a:pt x="3116282" y="1004232"/>
                  <a:pt x="3087476" y="1014344"/>
                </a:cubicBezTo>
                <a:cubicBezTo>
                  <a:pt x="3082011" y="1028364"/>
                  <a:pt x="3074145" y="1041312"/>
                  <a:pt x="3064236" y="1052650"/>
                </a:cubicBezTo>
                <a:cubicBezTo>
                  <a:pt x="3002436" y="1126198"/>
                  <a:pt x="2890071" y="1206130"/>
                  <a:pt x="2762384" y="1261291"/>
                </a:cubicBezTo>
                <a:cubicBezTo>
                  <a:pt x="2791905" y="1252404"/>
                  <a:pt x="2823649" y="1254472"/>
                  <a:pt x="2851765" y="1267164"/>
                </a:cubicBezTo>
                <a:lnTo>
                  <a:pt x="2852787" y="1266398"/>
                </a:lnTo>
                <a:cubicBezTo>
                  <a:pt x="2889153" y="1284198"/>
                  <a:pt x="2922223" y="1308024"/>
                  <a:pt x="2950594" y="1336882"/>
                </a:cubicBezTo>
                <a:cubicBezTo>
                  <a:pt x="2950594" y="1336882"/>
                  <a:pt x="2913311" y="1356545"/>
                  <a:pt x="2835166" y="1338925"/>
                </a:cubicBezTo>
                <a:cubicBezTo>
                  <a:pt x="2797600" y="1328684"/>
                  <a:pt x="2767211" y="1301053"/>
                  <a:pt x="2753446" y="1264611"/>
                </a:cubicBezTo>
                <a:lnTo>
                  <a:pt x="2689367" y="1288146"/>
                </a:lnTo>
                <a:lnTo>
                  <a:pt x="2691638" y="1299785"/>
                </a:lnTo>
                <a:cubicBezTo>
                  <a:pt x="2701094" y="1348278"/>
                  <a:pt x="2718523" y="1437818"/>
                  <a:pt x="2725610" y="1474784"/>
                </a:cubicBezTo>
                <a:cubicBezTo>
                  <a:pt x="2993216" y="1476291"/>
                  <a:pt x="3259445" y="1436146"/>
                  <a:pt x="3514717" y="1355779"/>
                </a:cubicBezTo>
                <a:lnTo>
                  <a:pt x="3542042" y="1346585"/>
                </a:lnTo>
                <a:lnTo>
                  <a:pt x="3542042" y="1375188"/>
                </a:lnTo>
                <a:cubicBezTo>
                  <a:pt x="3541863" y="1455708"/>
                  <a:pt x="3514308" y="1533800"/>
                  <a:pt x="3463898" y="1596596"/>
                </a:cubicBezTo>
                <a:cubicBezTo>
                  <a:pt x="3413435" y="1657324"/>
                  <a:pt x="3345760" y="1701402"/>
                  <a:pt x="3269812" y="1723007"/>
                </a:cubicBezTo>
                <a:cubicBezTo>
                  <a:pt x="3261514" y="1781078"/>
                  <a:pt x="3232834" y="1834324"/>
                  <a:pt x="3188859" y="1873166"/>
                </a:cubicBezTo>
                <a:cubicBezTo>
                  <a:pt x="3177317" y="1882922"/>
                  <a:pt x="3164829" y="1891476"/>
                  <a:pt x="3151575" y="1898703"/>
                </a:cubicBezTo>
                <a:cubicBezTo>
                  <a:pt x="3327017" y="1878784"/>
                  <a:pt x="3460578" y="1853758"/>
                  <a:pt x="3524421" y="1841755"/>
                </a:cubicBezTo>
                <a:lnTo>
                  <a:pt x="3553790" y="1836137"/>
                </a:lnTo>
                <a:lnTo>
                  <a:pt x="3552258" y="1836137"/>
                </a:lnTo>
                <a:cubicBezTo>
                  <a:pt x="3581114" y="1831285"/>
                  <a:pt x="3609206" y="1825156"/>
                  <a:pt x="3632188" y="1819538"/>
                </a:cubicBezTo>
                <a:cubicBezTo>
                  <a:pt x="3597713" y="1884684"/>
                  <a:pt x="3556190" y="1945820"/>
                  <a:pt x="3508332" y="2001874"/>
                </a:cubicBezTo>
                <a:cubicBezTo>
                  <a:pt x="3427557" y="2097921"/>
                  <a:pt x="3328395" y="2176831"/>
                  <a:pt x="3216695" y="2234009"/>
                </a:cubicBezTo>
                <a:cubicBezTo>
                  <a:pt x="3118402" y="2283756"/>
                  <a:pt x="3012804" y="2317465"/>
                  <a:pt x="2903862" y="2333860"/>
                </a:cubicBezTo>
                <a:cubicBezTo>
                  <a:pt x="2886930" y="2336236"/>
                  <a:pt x="2869872" y="2337334"/>
                  <a:pt x="2852787" y="2337180"/>
                </a:cubicBezTo>
                <a:cubicBezTo>
                  <a:pt x="2820917" y="2337053"/>
                  <a:pt x="2789096" y="2334754"/>
                  <a:pt x="2757531" y="2330286"/>
                </a:cubicBezTo>
                <a:lnTo>
                  <a:pt x="2727397" y="2325944"/>
                </a:lnTo>
                <a:lnTo>
                  <a:pt x="2785879" y="2570337"/>
                </a:lnTo>
                <a:lnTo>
                  <a:pt x="2591028" y="2582850"/>
                </a:lnTo>
                <a:lnTo>
                  <a:pt x="2395922" y="2570337"/>
                </a:lnTo>
                <a:lnTo>
                  <a:pt x="2454402" y="2325944"/>
                </a:lnTo>
                <a:lnTo>
                  <a:pt x="2424268" y="2330286"/>
                </a:lnTo>
                <a:cubicBezTo>
                  <a:pt x="2392705" y="2334754"/>
                  <a:pt x="2360884" y="2337053"/>
                  <a:pt x="2329014" y="2337180"/>
                </a:cubicBezTo>
                <a:cubicBezTo>
                  <a:pt x="2311929" y="2337359"/>
                  <a:pt x="2294845" y="2336236"/>
                  <a:pt x="2277939" y="2333860"/>
                </a:cubicBezTo>
                <a:cubicBezTo>
                  <a:pt x="2168920" y="2317517"/>
                  <a:pt x="2063220" y="2283807"/>
                  <a:pt x="1964850" y="2234009"/>
                </a:cubicBezTo>
                <a:cubicBezTo>
                  <a:pt x="1853124" y="2176856"/>
                  <a:pt x="1753987" y="2097921"/>
                  <a:pt x="1673213" y="2001874"/>
                </a:cubicBezTo>
                <a:cubicBezTo>
                  <a:pt x="1625355" y="1945820"/>
                  <a:pt x="1583832" y="1884684"/>
                  <a:pt x="1549355" y="1819538"/>
                </a:cubicBezTo>
                <a:cubicBezTo>
                  <a:pt x="1572595" y="1825156"/>
                  <a:pt x="1601197" y="1831285"/>
                  <a:pt x="1629288" y="1836137"/>
                </a:cubicBezTo>
                <a:lnTo>
                  <a:pt x="1658912" y="1841755"/>
                </a:lnTo>
                <a:cubicBezTo>
                  <a:pt x="1722500" y="1853758"/>
                  <a:pt x="1855805" y="1878784"/>
                  <a:pt x="2031502" y="1898448"/>
                </a:cubicBezTo>
                <a:cubicBezTo>
                  <a:pt x="2018249" y="1891732"/>
                  <a:pt x="2005736" y="1883586"/>
                  <a:pt x="1994219" y="1874187"/>
                </a:cubicBezTo>
                <a:cubicBezTo>
                  <a:pt x="1950370" y="1835269"/>
                  <a:pt x="1921692" y="1782074"/>
                  <a:pt x="1913264" y="1724028"/>
                </a:cubicBezTo>
                <a:cubicBezTo>
                  <a:pt x="1837342" y="1702346"/>
                  <a:pt x="1769694" y="1658294"/>
                  <a:pt x="1719180" y="1597618"/>
                </a:cubicBezTo>
                <a:cubicBezTo>
                  <a:pt x="1668948" y="1534719"/>
                  <a:pt x="1641419" y="1456704"/>
                  <a:pt x="1641035" y="1376209"/>
                </a:cubicBezTo>
                <a:lnTo>
                  <a:pt x="1641035" y="1347608"/>
                </a:lnTo>
                <a:lnTo>
                  <a:pt x="1668105" y="1356801"/>
                </a:lnTo>
                <a:cubicBezTo>
                  <a:pt x="1923836" y="1436963"/>
                  <a:pt x="2190499" y="1476750"/>
                  <a:pt x="2458489" y="1474784"/>
                </a:cubicBezTo>
                <a:cubicBezTo>
                  <a:pt x="2467938" y="1425496"/>
                  <a:pt x="2495773" y="1282743"/>
                  <a:pt x="2498583" y="1268442"/>
                </a:cubicBezTo>
                <a:lnTo>
                  <a:pt x="2498583" y="1265122"/>
                </a:lnTo>
                <a:cubicBezTo>
                  <a:pt x="2503689" y="1238818"/>
                  <a:pt x="2519013" y="1159397"/>
                  <a:pt x="2590261" y="1159397"/>
                </a:cubicBezTo>
                <a:lnTo>
                  <a:pt x="2593581" y="1159397"/>
                </a:lnTo>
                <a:cubicBezTo>
                  <a:pt x="2647019" y="1159397"/>
                  <a:pt x="2669141" y="1204502"/>
                  <a:pt x="2679017" y="1237829"/>
                </a:cubicBezTo>
                <a:lnTo>
                  <a:pt x="2683449" y="1256438"/>
                </a:lnTo>
                <a:lnTo>
                  <a:pt x="2744253" y="1234221"/>
                </a:lnTo>
                <a:cubicBezTo>
                  <a:pt x="2723593" y="1201737"/>
                  <a:pt x="2714604" y="1163202"/>
                  <a:pt x="2718716" y="1124921"/>
                </a:cubicBezTo>
                <a:cubicBezTo>
                  <a:pt x="2728036" y="1084725"/>
                  <a:pt x="2749105" y="1048181"/>
                  <a:pt x="2779239" y="1019962"/>
                </a:cubicBezTo>
                <a:cubicBezTo>
                  <a:pt x="2790756" y="1058218"/>
                  <a:pt x="2797370" y="1097775"/>
                  <a:pt x="2798903" y="1137690"/>
                </a:cubicBezTo>
                <a:cubicBezTo>
                  <a:pt x="2800436" y="1182125"/>
                  <a:pt x="2754723" y="1225283"/>
                  <a:pt x="2745785" y="1233200"/>
                </a:cubicBezTo>
                <a:cubicBezTo>
                  <a:pt x="2831234" y="1197039"/>
                  <a:pt x="2911523" y="1149743"/>
                  <a:pt x="2984560" y="1092489"/>
                </a:cubicBezTo>
                <a:cubicBezTo>
                  <a:pt x="2965714" y="1060439"/>
                  <a:pt x="2957311" y="1023308"/>
                  <a:pt x="2960554" y="986253"/>
                </a:cubicBezTo>
                <a:cubicBezTo>
                  <a:pt x="2967654" y="948075"/>
                  <a:pt x="2985351" y="912680"/>
                  <a:pt x="3011629" y="884103"/>
                </a:cubicBezTo>
                <a:cubicBezTo>
                  <a:pt x="3022228" y="921311"/>
                  <a:pt x="3028485" y="959617"/>
                  <a:pt x="3030273" y="998256"/>
                </a:cubicBezTo>
                <a:cubicBezTo>
                  <a:pt x="3032570" y="1041159"/>
                  <a:pt x="2992220" y="1085083"/>
                  <a:pt x="2985326" y="1092233"/>
                </a:cubicBezTo>
                <a:cubicBezTo>
                  <a:pt x="3011578" y="1071344"/>
                  <a:pt x="3036325" y="1048666"/>
                  <a:pt x="3059384" y="1024304"/>
                </a:cubicBezTo>
                <a:cubicBezTo>
                  <a:pt x="3065003" y="1018175"/>
                  <a:pt x="3071387" y="1010258"/>
                  <a:pt x="3075984" y="1004385"/>
                </a:cubicBezTo>
                <a:cubicBezTo>
                  <a:pt x="3069829" y="973076"/>
                  <a:pt x="3074988" y="940567"/>
                  <a:pt x="3090541" y="912706"/>
                </a:cubicBezTo>
                <a:cubicBezTo>
                  <a:pt x="3107753" y="880324"/>
                  <a:pt x="3134491" y="854021"/>
                  <a:pt x="3167153" y="837370"/>
                </a:cubicBezTo>
                <a:close/>
                <a:moveTo>
                  <a:pt x="1526596" y="823229"/>
                </a:moveTo>
                <a:cubicBezTo>
                  <a:pt x="1525096" y="823516"/>
                  <a:pt x="1523819" y="824091"/>
                  <a:pt x="1523819" y="824091"/>
                </a:cubicBezTo>
                <a:cubicBezTo>
                  <a:pt x="1523819" y="824091"/>
                  <a:pt x="1508497" y="833540"/>
                  <a:pt x="1508497" y="833540"/>
                </a:cubicBezTo>
                <a:cubicBezTo>
                  <a:pt x="1505330" y="837983"/>
                  <a:pt x="1501448" y="841865"/>
                  <a:pt x="1497005" y="845032"/>
                </a:cubicBezTo>
                <a:cubicBezTo>
                  <a:pt x="1493940" y="846820"/>
                  <a:pt x="1483981" y="831497"/>
                  <a:pt x="1475043" y="836860"/>
                </a:cubicBezTo>
                <a:cubicBezTo>
                  <a:pt x="1472489" y="838392"/>
                  <a:pt x="1470446" y="844521"/>
                  <a:pt x="1468148" y="848352"/>
                </a:cubicBezTo>
                <a:cubicBezTo>
                  <a:pt x="1464190" y="858541"/>
                  <a:pt x="1464190" y="869829"/>
                  <a:pt x="1468148" y="880018"/>
                </a:cubicBezTo>
                <a:cubicBezTo>
                  <a:pt x="1468148" y="883593"/>
                  <a:pt x="1466615" y="890999"/>
                  <a:pt x="1468148" y="893553"/>
                </a:cubicBezTo>
                <a:cubicBezTo>
                  <a:pt x="1469680" y="896107"/>
                  <a:pt x="1474787" y="898660"/>
                  <a:pt x="1476065" y="900959"/>
                </a:cubicBezTo>
                <a:cubicBezTo>
                  <a:pt x="1477341" y="903257"/>
                  <a:pt x="1479384" y="910408"/>
                  <a:pt x="1480917" y="912961"/>
                </a:cubicBezTo>
                <a:cubicBezTo>
                  <a:pt x="1486279" y="923687"/>
                  <a:pt x="1497260" y="922410"/>
                  <a:pt x="1506453" y="917047"/>
                </a:cubicBezTo>
                <a:cubicBezTo>
                  <a:pt x="1510796" y="914238"/>
                  <a:pt x="1515392" y="904023"/>
                  <a:pt x="1517690" y="901725"/>
                </a:cubicBezTo>
                <a:cubicBezTo>
                  <a:pt x="1519989" y="899427"/>
                  <a:pt x="1525862" y="899171"/>
                  <a:pt x="1528417" y="894064"/>
                </a:cubicBezTo>
                <a:cubicBezTo>
                  <a:pt x="1531071" y="890156"/>
                  <a:pt x="1533063" y="885841"/>
                  <a:pt x="1534290" y="881295"/>
                </a:cubicBezTo>
                <a:lnTo>
                  <a:pt x="1534290" y="880273"/>
                </a:lnTo>
                <a:cubicBezTo>
                  <a:pt x="1535055" y="874144"/>
                  <a:pt x="1531735" y="870569"/>
                  <a:pt x="1533013" y="865207"/>
                </a:cubicBezTo>
                <a:cubicBezTo>
                  <a:pt x="1532502" y="862397"/>
                  <a:pt x="1536843" y="858056"/>
                  <a:pt x="1536843" y="856013"/>
                </a:cubicBezTo>
                <a:cubicBezTo>
                  <a:pt x="1537303" y="852131"/>
                  <a:pt x="1538095" y="848275"/>
                  <a:pt x="1539142" y="844521"/>
                </a:cubicBezTo>
                <a:cubicBezTo>
                  <a:pt x="1538478" y="840665"/>
                  <a:pt x="1536997" y="837013"/>
                  <a:pt x="1534801" y="833796"/>
                </a:cubicBezTo>
                <a:cubicBezTo>
                  <a:pt x="1534366" y="830246"/>
                  <a:pt x="1532962" y="826875"/>
                  <a:pt x="1530714" y="824091"/>
                </a:cubicBezTo>
                <a:cubicBezTo>
                  <a:pt x="1529820" y="822942"/>
                  <a:pt x="1528096" y="822942"/>
                  <a:pt x="1526596" y="823229"/>
                </a:cubicBezTo>
                <a:close/>
                <a:moveTo>
                  <a:pt x="2519845" y="697502"/>
                </a:moveTo>
                <a:cubicBezTo>
                  <a:pt x="2147528" y="711128"/>
                  <a:pt x="1775424" y="834387"/>
                  <a:pt x="1454613" y="1074613"/>
                </a:cubicBezTo>
                <a:lnTo>
                  <a:pt x="1454358" y="1074613"/>
                </a:lnTo>
                <a:cubicBezTo>
                  <a:pt x="976297" y="1432443"/>
                  <a:pt x="695181" y="1994902"/>
                  <a:pt x="695895" y="2592044"/>
                </a:cubicBezTo>
                <a:cubicBezTo>
                  <a:pt x="695845" y="2688651"/>
                  <a:pt x="703123" y="2785106"/>
                  <a:pt x="717602" y="2880616"/>
                </a:cubicBezTo>
                <a:cubicBezTo>
                  <a:pt x="718879" y="2888532"/>
                  <a:pt x="720667" y="2896193"/>
                  <a:pt x="721944" y="2904111"/>
                </a:cubicBezTo>
                <a:cubicBezTo>
                  <a:pt x="727817" y="2939607"/>
                  <a:pt x="734713" y="2974593"/>
                  <a:pt x="742374" y="3009325"/>
                </a:cubicBezTo>
                <a:cubicBezTo>
                  <a:pt x="753610" y="3058356"/>
                  <a:pt x="765869" y="3107132"/>
                  <a:pt x="780680" y="3154632"/>
                </a:cubicBezTo>
                <a:cubicBezTo>
                  <a:pt x="797024" y="3205707"/>
                  <a:pt x="815922" y="3256782"/>
                  <a:pt x="836351" y="3307857"/>
                </a:cubicBezTo>
                <a:cubicBezTo>
                  <a:pt x="839161" y="3314496"/>
                  <a:pt x="841715" y="3321646"/>
                  <a:pt x="844523" y="3328286"/>
                </a:cubicBezTo>
                <a:cubicBezTo>
                  <a:pt x="903617" y="3468818"/>
                  <a:pt x="979413" y="3601715"/>
                  <a:pt x="1070274" y="3724116"/>
                </a:cubicBezTo>
                <a:lnTo>
                  <a:pt x="1071552" y="3725648"/>
                </a:lnTo>
                <a:cubicBezTo>
                  <a:pt x="1072190" y="3726516"/>
                  <a:pt x="1072828" y="3727359"/>
                  <a:pt x="1073466" y="3728228"/>
                </a:cubicBezTo>
                <a:cubicBezTo>
                  <a:pt x="1308791" y="4042482"/>
                  <a:pt x="1622942" y="4262886"/>
                  <a:pt x="1967899" y="4382544"/>
                </a:cubicBezTo>
                <a:lnTo>
                  <a:pt x="2049026" y="4406397"/>
                </a:lnTo>
                <a:lnTo>
                  <a:pt x="2043825" y="4382054"/>
                </a:lnTo>
                <a:cubicBezTo>
                  <a:pt x="2037249" y="4358783"/>
                  <a:pt x="2025629" y="4332543"/>
                  <a:pt x="2005455" y="4320668"/>
                </a:cubicBezTo>
                <a:cubicBezTo>
                  <a:pt x="1983032" y="4308793"/>
                  <a:pt x="1959053" y="4300213"/>
                  <a:pt x="1934205" y="4295131"/>
                </a:cubicBezTo>
                <a:lnTo>
                  <a:pt x="1922948" y="4284792"/>
                </a:lnTo>
                <a:lnTo>
                  <a:pt x="1977702" y="4288344"/>
                </a:lnTo>
                <a:cubicBezTo>
                  <a:pt x="1996402" y="4291511"/>
                  <a:pt x="2014776" y="4296599"/>
                  <a:pt x="2032525" y="4303558"/>
                </a:cubicBezTo>
                <a:cubicBezTo>
                  <a:pt x="2086920" y="4326286"/>
                  <a:pt x="2104029" y="4414391"/>
                  <a:pt x="2104029" y="4414391"/>
                </a:cubicBezTo>
                <a:cubicBezTo>
                  <a:pt x="2104029" y="4414391"/>
                  <a:pt x="2126247" y="4413369"/>
                  <a:pt x="2136462" y="4414391"/>
                </a:cubicBezTo>
                <a:cubicBezTo>
                  <a:pt x="2146676" y="4415412"/>
                  <a:pt x="2146676" y="4427415"/>
                  <a:pt x="2146676" y="4427415"/>
                </a:cubicBezTo>
                <a:lnTo>
                  <a:pt x="2232737" y="4427415"/>
                </a:lnTo>
                <a:cubicBezTo>
                  <a:pt x="2232737" y="4427415"/>
                  <a:pt x="2234206" y="4433991"/>
                  <a:pt x="2234717" y="4441365"/>
                </a:cubicBezTo>
                <a:lnTo>
                  <a:pt x="2232722" y="4451288"/>
                </a:lnTo>
                <a:lnTo>
                  <a:pt x="2321347" y="4468365"/>
                </a:lnTo>
                <a:cubicBezTo>
                  <a:pt x="2501426" y="4494229"/>
                  <a:pt x="2685206" y="4494331"/>
                  <a:pt x="2866682" y="4467810"/>
                </a:cubicBezTo>
                <a:lnTo>
                  <a:pt x="3008460" y="4439980"/>
                </a:lnTo>
                <a:lnTo>
                  <a:pt x="2998861" y="4439418"/>
                </a:lnTo>
                <a:lnTo>
                  <a:pt x="3013417" y="4434820"/>
                </a:lnTo>
                <a:lnTo>
                  <a:pt x="2921993" y="4434820"/>
                </a:lnTo>
                <a:cubicBezTo>
                  <a:pt x="2921993" y="4434820"/>
                  <a:pt x="2926591" y="4340333"/>
                  <a:pt x="2870918" y="4318881"/>
                </a:cubicBezTo>
                <a:cubicBezTo>
                  <a:pt x="2829446" y="4301975"/>
                  <a:pt x="2783376" y="4300060"/>
                  <a:pt x="2740678" y="4313518"/>
                </a:cubicBezTo>
                <a:cubicBezTo>
                  <a:pt x="2694199" y="4329352"/>
                  <a:pt x="2682452" y="4408517"/>
                  <a:pt x="2675558" y="4413114"/>
                </a:cubicBezTo>
                <a:lnTo>
                  <a:pt x="2669667" y="4426708"/>
                </a:lnTo>
                <a:lnTo>
                  <a:pt x="2669683" y="4426393"/>
                </a:lnTo>
                <a:lnTo>
                  <a:pt x="2668918" y="4428436"/>
                </a:lnTo>
                <a:lnTo>
                  <a:pt x="2669667" y="4426708"/>
                </a:lnTo>
                <a:lnTo>
                  <a:pt x="2667641" y="4465976"/>
                </a:lnTo>
                <a:cubicBezTo>
                  <a:pt x="2652216" y="4468045"/>
                  <a:pt x="2636587" y="4468045"/>
                  <a:pt x="2621163" y="4465976"/>
                </a:cubicBezTo>
                <a:cubicBezTo>
                  <a:pt x="2614523" y="4463678"/>
                  <a:pt x="2646700" y="4462146"/>
                  <a:pt x="2640827" y="4458826"/>
                </a:cubicBezTo>
                <a:cubicBezTo>
                  <a:pt x="2634952" y="4455506"/>
                  <a:pt x="2627036" y="4457294"/>
                  <a:pt x="2624483" y="4456017"/>
                </a:cubicBezTo>
                <a:cubicBezTo>
                  <a:pt x="2617587" y="4452441"/>
                  <a:pt x="2631123" y="4452441"/>
                  <a:pt x="2631632" y="4448355"/>
                </a:cubicBezTo>
                <a:cubicBezTo>
                  <a:pt x="2632144" y="4444270"/>
                  <a:pt x="2609159" y="4448355"/>
                  <a:pt x="2606095" y="4448355"/>
                </a:cubicBezTo>
                <a:cubicBezTo>
                  <a:pt x="2603031" y="4448355"/>
                  <a:pt x="2616055" y="4441716"/>
                  <a:pt x="2616055" y="4441716"/>
                </a:cubicBezTo>
                <a:lnTo>
                  <a:pt x="2572131" y="4441716"/>
                </a:lnTo>
                <a:lnTo>
                  <a:pt x="2581069" y="4434820"/>
                </a:lnTo>
                <a:lnTo>
                  <a:pt x="2490921" y="4434820"/>
                </a:lnTo>
                <a:cubicBezTo>
                  <a:pt x="2490921" y="4434820"/>
                  <a:pt x="2495773" y="4340333"/>
                  <a:pt x="2439846" y="4318881"/>
                </a:cubicBezTo>
                <a:cubicBezTo>
                  <a:pt x="2398374" y="4301975"/>
                  <a:pt x="2352304" y="4300060"/>
                  <a:pt x="2309606" y="4313518"/>
                </a:cubicBezTo>
                <a:cubicBezTo>
                  <a:pt x="2263127" y="4329352"/>
                  <a:pt x="2251381" y="4408517"/>
                  <a:pt x="2244485" y="4413114"/>
                </a:cubicBezTo>
                <a:cubicBezTo>
                  <a:pt x="2237590" y="4417711"/>
                  <a:pt x="2232993" y="4409539"/>
                  <a:pt x="2232993" y="4409539"/>
                </a:cubicBezTo>
                <a:cubicBezTo>
                  <a:pt x="2232993" y="4409539"/>
                  <a:pt x="2242953" y="4346206"/>
                  <a:pt x="2261595" y="4327308"/>
                </a:cubicBezTo>
                <a:cubicBezTo>
                  <a:pt x="2290376" y="4298196"/>
                  <a:pt x="2329959" y="4282286"/>
                  <a:pt x="2370896" y="4283384"/>
                </a:cubicBezTo>
                <a:cubicBezTo>
                  <a:pt x="2436782" y="4278787"/>
                  <a:pt x="2496540" y="4295642"/>
                  <a:pt x="2524121" y="4323478"/>
                </a:cubicBezTo>
                <a:cubicBezTo>
                  <a:pt x="2551700" y="4351314"/>
                  <a:pt x="2553488" y="4422563"/>
                  <a:pt x="2553488" y="4422563"/>
                </a:cubicBezTo>
                <a:lnTo>
                  <a:pt x="2655638" y="4420009"/>
                </a:lnTo>
                <a:cubicBezTo>
                  <a:pt x="2655638" y="4420009"/>
                  <a:pt x="2675302" y="4346206"/>
                  <a:pt x="2693944" y="4327308"/>
                </a:cubicBezTo>
                <a:cubicBezTo>
                  <a:pt x="2722700" y="4298145"/>
                  <a:pt x="2762283" y="4282235"/>
                  <a:pt x="2803245" y="4283384"/>
                </a:cubicBezTo>
                <a:cubicBezTo>
                  <a:pt x="2869132" y="4278787"/>
                  <a:pt x="2928888" y="4295642"/>
                  <a:pt x="2956469" y="4323478"/>
                </a:cubicBezTo>
                <a:cubicBezTo>
                  <a:pt x="2984050" y="4351314"/>
                  <a:pt x="2985836" y="4422563"/>
                  <a:pt x="2985836" y="4422563"/>
                </a:cubicBezTo>
                <a:lnTo>
                  <a:pt x="3087986" y="4420009"/>
                </a:lnTo>
                <a:cubicBezTo>
                  <a:pt x="3087986" y="4420009"/>
                  <a:pt x="3109694" y="4332416"/>
                  <a:pt x="3146978" y="4302537"/>
                </a:cubicBezTo>
                <a:cubicBezTo>
                  <a:pt x="3174942" y="4280129"/>
                  <a:pt x="3221148" y="4277687"/>
                  <a:pt x="3242503" y="4277866"/>
                </a:cubicBezTo>
                <a:cubicBezTo>
                  <a:pt x="3249622" y="4277926"/>
                  <a:pt x="3253979" y="4278277"/>
                  <a:pt x="3253979" y="4278277"/>
                </a:cubicBezTo>
                <a:lnTo>
                  <a:pt x="3253979" y="4316072"/>
                </a:lnTo>
                <a:cubicBezTo>
                  <a:pt x="3253979" y="4316072"/>
                  <a:pt x="3177367" y="4309687"/>
                  <a:pt x="3147744" y="4331394"/>
                </a:cubicBezTo>
                <a:cubicBezTo>
                  <a:pt x="3125528" y="4347675"/>
                  <a:pt x="3112647" y="4384928"/>
                  <a:pt x="3107271" y="4407169"/>
                </a:cubicBezTo>
                <a:lnTo>
                  <a:pt x="3105871" y="4414744"/>
                </a:lnTo>
                <a:lnTo>
                  <a:pt x="3224786" y="4379013"/>
                </a:lnTo>
                <a:cubicBezTo>
                  <a:pt x="3400525" y="4316610"/>
                  <a:pt x="3569959" y="4227009"/>
                  <a:pt x="3727086" y="4109347"/>
                </a:cubicBezTo>
                <a:cubicBezTo>
                  <a:pt x="4565124" y="3481843"/>
                  <a:pt x="4735765" y="2293767"/>
                  <a:pt x="4108234" y="1455758"/>
                </a:cubicBezTo>
                <a:cubicBezTo>
                  <a:pt x="3755247" y="984364"/>
                  <a:pt x="3224908" y="724137"/>
                  <a:pt x="2679273" y="698353"/>
                </a:cubicBezTo>
                <a:cubicBezTo>
                  <a:pt x="2626225" y="695846"/>
                  <a:pt x="2573033" y="695555"/>
                  <a:pt x="2519845" y="697502"/>
                </a:cubicBezTo>
                <a:close/>
                <a:moveTo>
                  <a:pt x="1677810" y="686700"/>
                </a:moveTo>
                <a:cubicBezTo>
                  <a:pt x="1675333" y="689101"/>
                  <a:pt x="1672702" y="691322"/>
                  <a:pt x="1669894" y="693340"/>
                </a:cubicBezTo>
                <a:cubicBezTo>
                  <a:pt x="1667594" y="694617"/>
                  <a:pt x="1660700" y="693851"/>
                  <a:pt x="1658146" y="696149"/>
                </a:cubicBezTo>
                <a:cubicBezTo>
                  <a:pt x="1654801" y="698447"/>
                  <a:pt x="1651072" y="700184"/>
                  <a:pt x="1647165" y="701257"/>
                </a:cubicBezTo>
                <a:cubicBezTo>
                  <a:pt x="1644356" y="701257"/>
                  <a:pt x="1638483" y="697681"/>
                  <a:pt x="1633885" y="701257"/>
                </a:cubicBezTo>
                <a:cubicBezTo>
                  <a:pt x="1629288" y="704832"/>
                  <a:pt x="1625459" y="702533"/>
                  <a:pt x="1622648" y="704832"/>
                </a:cubicBezTo>
                <a:lnTo>
                  <a:pt x="1621883" y="703810"/>
                </a:lnTo>
                <a:cubicBezTo>
                  <a:pt x="1619584" y="709428"/>
                  <a:pt x="1626735" y="715302"/>
                  <a:pt x="1627246" y="721176"/>
                </a:cubicBezTo>
                <a:cubicBezTo>
                  <a:pt x="1627348" y="724904"/>
                  <a:pt x="1629008" y="728428"/>
                  <a:pt x="1631843" y="730880"/>
                </a:cubicBezTo>
                <a:cubicBezTo>
                  <a:pt x="1637104" y="733766"/>
                  <a:pt x="1641521" y="737979"/>
                  <a:pt x="1644612" y="743138"/>
                </a:cubicBezTo>
                <a:cubicBezTo>
                  <a:pt x="1647165" y="746968"/>
                  <a:pt x="1657636" y="749777"/>
                  <a:pt x="1659168" y="752331"/>
                </a:cubicBezTo>
                <a:cubicBezTo>
                  <a:pt x="1660700" y="754885"/>
                  <a:pt x="1672958" y="759992"/>
                  <a:pt x="1676534" y="762546"/>
                </a:cubicBezTo>
                <a:cubicBezTo>
                  <a:pt x="1680108" y="765100"/>
                  <a:pt x="1681641" y="771229"/>
                  <a:pt x="1683939" y="773527"/>
                </a:cubicBezTo>
                <a:cubicBezTo>
                  <a:pt x="1686824" y="777741"/>
                  <a:pt x="1692264" y="779350"/>
                  <a:pt x="1696963" y="777358"/>
                </a:cubicBezTo>
                <a:cubicBezTo>
                  <a:pt x="1699516" y="775826"/>
                  <a:pt x="1702071" y="768420"/>
                  <a:pt x="1704368" y="766121"/>
                </a:cubicBezTo>
                <a:cubicBezTo>
                  <a:pt x="1706668" y="763823"/>
                  <a:pt x="1711520" y="762291"/>
                  <a:pt x="1714073" y="759992"/>
                </a:cubicBezTo>
                <a:cubicBezTo>
                  <a:pt x="1717801" y="756877"/>
                  <a:pt x="1720764" y="752944"/>
                  <a:pt x="1722756" y="748501"/>
                </a:cubicBezTo>
                <a:cubicBezTo>
                  <a:pt x="1723829" y="744670"/>
                  <a:pt x="1724518" y="740737"/>
                  <a:pt x="1724798" y="736754"/>
                </a:cubicBezTo>
                <a:cubicBezTo>
                  <a:pt x="1725565" y="732157"/>
                  <a:pt x="1723522" y="725772"/>
                  <a:pt x="1723522" y="721686"/>
                </a:cubicBezTo>
                <a:cubicBezTo>
                  <a:pt x="1725284" y="717320"/>
                  <a:pt x="1725821" y="712544"/>
                  <a:pt x="1725054" y="707896"/>
                </a:cubicBezTo>
                <a:cubicBezTo>
                  <a:pt x="1724134" y="703938"/>
                  <a:pt x="1722296" y="700261"/>
                  <a:pt x="1719692" y="697171"/>
                </a:cubicBezTo>
                <a:cubicBezTo>
                  <a:pt x="1716372" y="695204"/>
                  <a:pt x="1712873" y="693595"/>
                  <a:pt x="1709221" y="692318"/>
                </a:cubicBezTo>
                <a:cubicBezTo>
                  <a:pt x="1703348" y="689509"/>
                  <a:pt x="1682407" y="682614"/>
                  <a:pt x="1677810" y="686700"/>
                </a:cubicBezTo>
                <a:close/>
                <a:moveTo>
                  <a:pt x="1542462" y="652224"/>
                </a:moveTo>
                <a:cubicBezTo>
                  <a:pt x="1544504" y="651715"/>
                  <a:pt x="1544504" y="659119"/>
                  <a:pt x="1544759" y="664482"/>
                </a:cubicBezTo>
                <a:cubicBezTo>
                  <a:pt x="1543815" y="670229"/>
                  <a:pt x="1542103" y="675796"/>
                  <a:pt x="1539651" y="681081"/>
                </a:cubicBezTo>
                <a:cubicBezTo>
                  <a:pt x="1535822" y="688487"/>
                  <a:pt x="1535566" y="693595"/>
                  <a:pt x="1532502" y="699469"/>
                </a:cubicBezTo>
                <a:cubicBezTo>
                  <a:pt x="1529334" y="704373"/>
                  <a:pt x="1525377" y="708689"/>
                  <a:pt x="1520754" y="712237"/>
                </a:cubicBezTo>
                <a:cubicBezTo>
                  <a:pt x="1516362" y="714816"/>
                  <a:pt x="1510718" y="713463"/>
                  <a:pt x="1507985" y="709174"/>
                </a:cubicBezTo>
                <a:cubicBezTo>
                  <a:pt x="1505432" y="705214"/>
                  <a:pt x="1505432" y="700108"/>
                  <a:pt x="1507985" y="696148"/>
                </a:cubicBezTo>
                <a:cubicBezTo>
                  <a:pt x="1512097" y="689433"/>
                  <a:pt x="1516720" y="683023"/>
                  <a:pt x="1521776" y="676995"/>
                </a:cubicBezTo>
                <a:cubicBezTo>
                  <a:pt x="1523666" y="674264"/>
                  <a:pt x="1525146" y="671250"/>
                  <a:pt x="1526117" y="668057"/>
                </a:cubicBezTo>
                <a:cubicBezTo>
                  <a:pt x="1527138" y="664482"/>
                  <a:pt x="1531481" y="663461"/>
                  <a:pt x="1533778" y="659119"/>
                </a:cubicBezTo>
                <a:cubicBezTo>
                  <a:pt x="1536179" y="656259"/>
                  <a:pt x="1539142" y="653936"/>
                  <a:pt x="1542462" y="652224"/>
                </a:cubicBezTo>
                <a:close/>
                <a:moveTo>
                  <a:pt x="1564424" y="581486"/>
                </a:moveTo>
                <a:cubicBezTo>
                  <a:pt x="1560848" y="581486"/>
                  <a:pt x="1554464" y="588381"/>
                  <a:pt x="1551911" y="588381"/>
                </a:cubicBezTo>
                <a:cubicBezTo>
                  <a:pt x="1547415" y="588662"/>
                  <a:pt x="1542972" y="589454"/>
                  <a:pt x="1538631" y="590680"/>
                </a:cubicBezTo>
                <a:cubicBezTo>
                  <a:pt x="1535847" y="591982"/>
                  <a:pt x="1533727" y="594383"/>
                  <a:pt x="1532758" y="597319"/>
                </a:cubicBezTo>
                <a:cubicBezTo>
                  <a:pt x="1531225" y="599617"/>
                  <a:pt x="1529871" y="601993"/>
                  <a:pt x="1528671" y="604470"/>
                </a:cubicBezTo>
                <a:cubicBezTo>
                  <a:pt x="1526961" y="607330"/>
                  <a:pt x="1525530" y="610318"/>
                  <a:pt x="1524330" y="613408"/>
                </a:cubicBezTo>
                <a:cubicBezTo>
                  <a:pt x="1522082" y="618056"/>
                  <a:pt x="1518966" y="622218"/>
                  <a:pt x="1515137" y="625666"/>
                </a:cubicBezTo>
                <a:cubicBezTo>
                  <a:pt x="1510285" y="630518"/>
                  <a:pt x="1510029" y="632050"/>
                  <a:pt x="1507476" y="633582"/>
                </a:cubicBezTo>
                <a:cubicBezTo>
                  <a:pt x="1504028" y="636928"/>
                  <a:pt x="1501014" y="640707"/>
                  <a:pt x="1498537" y="644819"/>
                </a:cubicBezTo>
                <a:cubicBezTo>
                  <a:pt x="1494452" y="650692"/>
                  <a:pt x="1487812" y="654778"/>
                  <a:pt x="1485258" y="658609"/>
                </a:cubicBezTo>
                <a:cubicBezTo>
                  <a:pt x="1480891" y="666143"/>
                  <a:pt x="1474864" y="672603"/>
                  <a:pt x="1467637" y="677507"/>
                </a:cubicBezTo>
                <a:cubicBezTo>
                  <a:pt x="1464828" y="676204"/>
                  <a:pt x="1461916" y="675081"/>
                  <a:pt x="1458954" y="674187"/>
                </a:cubicBezTo>
                <a:cubicBezTo>
                  <a:pt x="1452314" y="672910"/>
                  <a:pt x="1450016" y="671888"/>
                  <a:pt x="1445419" y="674187"/>
                </a:cubicBezTo>
                <a:cubicBezTo>
                  <a:pt x="1442303" y="678017"/>
                  <a:pt x="1439418" y="682027"/>
                  <a:pt x="1436737" y="686189"/>
                </a:cubicBezTo>
                <a:cubicBezTo>
                  <a:pt x="1436737" y="693595"/>
                  <a:pt x="1430097" y="701767"/>
                  <a:pt x="1438269" y="716068"/>
                </a:cubicBezTo>
                <a:cubicBezTo>
                  <a:pt x="1439801" y="718622"/>
                  <a:pt x="1443887" y="723985"/>
                  <a:pt x="1451548" y="735732"/>
                </a:cubicBezTo>
                <a:cubicBezTo>
                  <a:pt x="1456324" y="741963"/>
                  <a:pt x="1461457" y="747913"/>
                  <a:pt x="1466871" y="753608"/>
                </a:cubicBezTo>
                <a:cubicBezTo>
                  <a:pt x="1471212" y="758971"/>
                  <a:pt x="1477852" y="764334"/>
                  <a:pt x="1479384" y="766887"/>
                </a:cubicBezTo>
                <a:cubicBezTo>
                  <a:pt x="1480917" y="769441"/>
                  <a:pt x="1485768" y="776847"/>
                  <a:pt x="1487045" y="776847"/>
                </a:cubicBezTo>
                <a:cubicBezTo>
                  <a:pt x="1488322" y="776847"/>
                  <a:pt x="1489088" y="777613"/>
                  <a:pt x="1492664" y="780678"/>
                </a:cubicBezTo>
                <a:cubicBezTo>
                  <a:pt x="1496239" y="783742"/>
                  <a:pt x="1497260" y="786807"/>
                  <a:pt x="1501601" y="789105"/>
                </a:cubicBezTo>
                <a:cubicBezTo>
                  <a:pt x="1503925" y="790152"/>
                  <a:pt x="1506453" y="790688"/>
                  <a:pt x="1509008" y="790637"/>
                </a:cubicBezTo>
                <a:cubicBezTo>
                  <a:pt x="1514064" y="788799"/>
                  <a:pt x="1518942" y="786475"/>
                  <a:pt x="1523565" y="783742"/>
                </a:cubicBezTo>
                <a:cubicBezTo>
                  <a:pt x="1525862" y="782210"/>
                  <a:pt x="1527394" y="779401"/>
                  <a:pt x="1530970" y="777103"/>
                </a:cubicBezTo>
                <a:cubicBezTo>
                  <a:pt x="1534545" y="774804"/>
                  <a:pt x="1541695" y="774038"/>
                  <a:pt x="1543739" y="773527"/>
                </a:cubicBezTo>
                <a:cubicBezTo>
                  <a:pt x="1545782" y="773017"/>
                  <a:pt x="1551399" y="776081"/>
                  <a:pt x="1551399" y="778124"/>
                </a:cubicBezTo>
                <a:cubicBezTo>
                  <a:pt x="1554183" y="785479"/>
                  <a:pt x="1557427" y="792629"/>
                  <a:pt x="1561104" y="799575"/>
                </a:cubicBezTo>
                <a:cubicBezTo>
                  <a:pt x="1563581" y="804887"/>
                  <a:pt x="1566569" y="809918"/>
                  <a:pt x="1570041" y="814643"/>
                </a:cubicBezTo>
                <a:cubicBezTo>
                  <a:pt x="1571573" y="816941"/>
                  <a:pt x="1576426" y="823070"/>
                  <a:pt x="1576426" y="825624"/>
                </a:cubicBezTo>
                <a:cubicBezTo>
                  <a:pt x="1583066" y="837371"/>
                  <a:pt x="1581024" y="843244"/>
                  <a:pt x="1572085" y="848863"/>
                </a:cubicBezTo>
                <a:cubicBezTo>
                  <a:pt x="1569532" y="850395"/>
                  <a:pt x="1560339" y="847841"/>
                  <a:pt x="1551911" y="853204"/>
                </a:cubicBezTo>
                <a:cubicBezTo>
                  <a:pt x="1550634" y="853970"/>
                  <a:pt x="1540419" y="862142"/>
                  <a:pt x="1543483" y="864696"/>
                </a:cubicBezTo>
                <a:cubicBezTo>
                  <a:pt x="1546547" y="867250"/>
                  <a:pt x="1566212" y="868782"/>
                  <a:pt x="1572085" y="872102"/>
                </a:cubicBezTo>
                <a:cubicBezTo>
                  <a:pt x="1577958" y="875421"/>
                  <a:pt x="1580768" y="878997"/>
                  <a:pt x="1585365" y="880273"/>
                </a:cubicBezTo>
                <a:cubicBezTo>
                  <a:pt x="1590446" y="880708"/>
                  <a:pt x="1595554" y="880197"/>
                  <a:pt x="1600431" y="878741"/>
                </a:cubicBezTo>
                <a:cubicBezTo>
                  <a:pt x="1604262" y="878486"/>
                  <a:pt x="1608093" y="880018"/>
                  <a:pt x="1610647" y="880018"/>
                </a:cubicBezTo>
                <a:cubicBezTo>
                  <a:pt x="1613200" y="880018"/>
                  <a:pt x="1619584" y="878741"/>
                  <a:pt x="1621627" y="878741"/>
                </a:cubicBezTo>
                <a:cubicBezTo>
                  <a:pt x="1624156" y="879865"/>
                  <a:pt x="1627016" y="879865"/>
                  <a:pt x="1629544" y="878741"/>
                </a:cubicBezTo>
                <a:cubicBezTo>
                  <a:pt x="1632099" y="877209"/>
                  <a:pt x="1632864" y="871335"/>
                  <a:pt x="1638227" y="864696"/>
                </a:cubicBezTo>
                <a:cubicBezTo>
                  <a:pt x="1643589" y="858056"/>
                  <a:pt x="1640781" y="847075"/>
                  <a:pt x="1643589" y="843244"/>
                </a:cubicBezTo>
                <a:cubicBezTo>
                  <a:pt x="1647676" y="835328"/>
                  <a:pt x="1648161" y="826007"/>
                  <a:pt x="1644867" y="817707"/>
                </a:cubicBezTo>
                <a:cubicBezTo>
                  <a:pt x="1633120" y="794545"/>
                  <a:pt x="1619712" y="772276"/>
                  <a:pt x="1604773" y="751054"/>
                </a:cubicBezTo>
                <a:cubicBezTo>
                  <a:pt x="1600150" y="747351"/>
                  <a:pt x="1596321" y="742755"/>
                  <a:pt x="1593537" y="737520"/>
                </a:cubicBezTo>
                <a:cubicBezTo>
                  <a:pt x="1590473" y="732412"/>
                  <a:pt x="1593537" y="725006"/>
                  <a:pt x="1595834" y="725006"/>
                </a:cubicBezTo>
                <a:cubicBezTo>
                  <a:pt x="1599027" y="724470"/>
                  <a:pt x="1601709" y="722350"/>
                  <a:pt x="1602986" y="719388"/>
                </a:cubicBezTo>
                <a:cubicBezTo>
                  <a:pt x="1604186" y="712978"/>
                  <a:pt x="1604951" y="706492"/>
                  <a:pt x="1605283" y="699980"/>
                </a:cubicBezTo>
                <a:cubicBezTo>
                  <a:pt x="1604262" y="681618"/>
                  <a:pt x="1604262" y="663180"/>
                  <a:pt x="1605283" y="644819"/>
                </a:cubicBezTo>
                <a:cubicBezTo>
                  <a:pt x="1605565" y="639379"/>
                  <a:pt x="1605565" y="633914"/>
                  <a:pt x="1605283" y="628475"/>
                </a:cubicBezTo>
                <a:cubicBezTo>
                  <a:pt x="1606561" y="620252"/>
                  <a:pt x="1608450" y="612157"/>
                  <a:pt x="1610902" y="604214"/>
                </a:cubicBezTo>
                <a:cubicBezTo>
                  <a:pt x="1609855" y="599847"/>
                  <a:pt x="1607327" y="595966"/>
                  <a:pt x="1603751" y="593233"/>
                </a:cubicBezTo>
                <a:cubicBezTo>
                  <a:pt x="1601198" y="591701"/>
                  <a:pt x="1595069" y="583784"/>
                  <a:pt x="1589961" y="581486"/>
                </a:cubicBezTo>
                <a:cubicBezTo>
                  <a:pt x="1581457" y="580643"/>
                  <a:pt x="1572928" y="580643"/>
                  <a:pt x="1564424" y="581486"/>
                </a:cubicBezTo>
                <a:close/>
                <a:moveTo>
                  <a:pt x="3745927" y="547010"/>
                </a:moveTo>
                <a:cubicBezTo>
                  <a:pt x="3744491" y="547266"/>
                  <a:pt x="3743150" y="548160"/>
                  <a:pt x="3742001" y="550331"/>
                </a:cubicBezTo>
                <a:cubicBezTo>
                  <a:pt x="3740111" y="556485"/>
                  <a:pt x="3737174" y="562282"/>
                  <a:pt x="3733318" y="567441"/>
                </a:cubicBezTo>
                <a:cubicBezTo>
                  <a:pt x="3729717" y="573902"/>
                  <a:pt x="3725325" y="579903"/>
                  <a:pt x="3720294" y="585317"/>
                </a:cubicBezTo>
                <a:cubicBezTo>
                  <a:pt x="3710385" y="591727"/>
                  <a:pt x="3702239" y="600511"/>
                  <a:pt x="3696544" y="610854"/>
                </a:cubicBezTo>
                <a:cubicBezTo>
                  <a:pt x="3683138" y="611135"/>
                  <a:pt x="3669831" y="608607"/>
                  <a:pt x="3657473" y="603448"/>
                </a:cubicBezTo>
                <a:cubicBezTo>
                  <a:pt x="3650321" y="599873"/>
                  <a:pt x="3641893" y="591446"/>
                  <a:pt x="3637808" y="591446"/>
                </a:cubicBezTo>
                <a:cubicBezTo>
                  <a:pt x="3634105" y="590603"/>
                  <a:pt x="3630275" y="590603"/>
                  <a:pt x="3626572" y="591446"/>
                </a:cubicBezTo>
                <a:cubicBezTo>
                  <a:pt x="3622231" y="591701"/>
                  <a:pt x="3618655" y="589403"/>
                  <a:pt x="3614824" y="589403"/>
                </a:cubicBezTo>
                <a:cubicBezTo>
                  <a:pt x="3610891" y="590807"/>
                  <a:pt x="3606882" y="592008"/>
                  <a:pt x="3602822" y="592978"/>
                </a:cubicBezTo>
                <a:cubicBezTo>
                  <a:pt x="3597281" y="593565"/>
                  <a:pt x="3592683" y="597523"/>
                  <a:pt x="3591330" y="602937"/>
                </a:cubicBezTo>
                <a:cubicBezTo>
                  <a:pt x="3586989" y="612744"/>
                  <a:pt x="3588699" y="624159"/>
                  <a:pt x="3595671" y="632305"/>
                </a:cubicBezTo>
                <a:cubicBezTo>
                  <a:pt x="3601545" y="636902"/>
                  <a:pt x="3601800" y="642265"/>
                  <a:pt x="3605886" y="646862"/>
                </a:cubicBezTo>
                <a:cubicBezTo>
                  <a:pt x="3608235" y="649492"/>
                  <a:pt x="3611376" y="651280"/>
                  <a:pt x="3614824" y="651969"/>
                </a:cubicBezTo>
                <a:cubicBezTo>
                  <a:pt x="3618451" y="652684"/>
                  <a:pt x="3622027" y="653629"/>
                  <a:pt x="3625551" y="654778"/>
                </a:cubicBezTo>
                <a:lnTo>
                  <a:pt x="3632700" y="658864"/>
                </a:lnTo>
                <a:cubicBezTo>
                  <a:pt x="3635255" y="660397"/>
                  <a:pt x="3643172" y="660397"/>
                  <a:pt x="3642149" y="663717"/>
                </a:cubicBezTo>
                <a:cubicBezTo>
                  <a:pt x="3641128" y="667036"/>
                  <a:pt x="3634233" y="672144"/>
                  <a:pt x="3630913" y="674442"/>
                </a:cubicBezTo>
                <a:cubicBezTo>
                  <a:pt x="3620851" y="684070"/>
                  <a:pt x="3608722" y="691246"/>
                  <a:pt x="3595415" y="695383"/>
                </a:cubicBezTo>
                <a:cubicBezTo>
                  <a:pt x="3572075" y="702431"/>
                  <a:pt x="3548376" y="708228"/>
                  <a:pt x="3524422" y="712748"/>
                </a:cubicBezTo>
                <a:cubicBezTo>
                  <a:pt x="3522123" y="712748"/>
                  <a:pt x="3517782" y="712748"/>
                  <a:pt x="3515738" y="712748"/>
                </a:cubicBezTo>
                <a:cubicBezTo>
                  <a:pt x="3511092" y="713617"/>
                  <a:pt x="3506393" y="714204"/>
                  <a:pt x="3501693" y="714536"/>
                </a:cubicBezTo>
                <a:cubicBezTo>
                  <a:pt x="3495463" y="715813"/>
                  <a:pt x="3489027" y="715813"/>
                  <a:pt x="3482796" y="714536"/>
                </a:cubicBezTo>
                <a:lnTo>
                  <a:pt x="3482796" y="713514"/>
                </a:lnTo>
                <a:cubicBezTo>
                  <a:pt x="3474879" y="711982"/>
                  <a:pt x="3469516" y="714281"/>
                  <a:pt x="3470283" y="716579"/>
                </a:cubicBezTo>
                <a:cubicBezTo>
                  <a:pt x="3471048" y="718877"/>
                  <a:pt x="3474624" y="721942"/>
                  <a:pt x="3477944" y="725517"/>
                </a:cubicBezTo>
                <a:cubicBezTo>
                  <a:pt x="3481264" y="729092"/>
                  <a:pt x="3476411" y="736498"/>
                  <a:pt x="3477944" y="740329"/>
                </a:cubicBezTo>
                <a:cubicBezTo>
                  <a:pt x="3479476" y="744159"/>
                  <a:pt x="3478965" y="748756"/>
                  <a:pt x="3481519" y="751054"/>
                </a:cubicBezTo>
                <a:cubicBezTo>
                  <a:pt x="3485375" y="753251"/>
                  <a:pt x="3489640" y="754732"/>
                  <a:pt x="3494032" y="755396"/>
                </a:cubicBezTo>
                <a:cubicBezTo>
                  <a:pt x="3501540" y="758128"/>
                  <a:pt x="3509226" y="760350"/>
                  <a:pt x="3517017" y="762035"/>
                </a:cubicBezTo>
                <a:cubicBezTo>
                  <a:pt x="3523145" y="762035"/>
                  <a:pt x="3539234" y="762035"/>
                  <a:pt x="3545874" y="762035"/>
                </a:cubicBezTo>
                <a:cubicBezTo>
                  <a:pt x="3559128" y="764538"/>
                  <a:pt x="3572713" y="764538"/>
                  <a:pt x="3585966" y="762035"/>
                </a:cubicBezTo>
                <a:cubicBezTo>
                  <a:pt x="3605631" y="755907"/>
                  <a:pt x="3617123" y="755140"/>
                  <a:pt x="3631168" y="750799"/>
                </a:cubicBezTo>
                <a:cubicBezTo>
                  <a:pt x="3645213" y="746457"/>
                  <a:pt x="3665643" y="726794"/>
                  <a:pt x="3668453" y="731901"/>
                </a:cubicBezTo>
                <a:cubicBezTo>
                  <a:pt x="3671262" y="737009"/>
                  <a:pt x="3675093" y="756928"/>
                  <a:pt x="3682754" y="773783"/>
                </a:cubicBezTo>
                <a:cubicBezTo>
                  <a:pt x="3684899" y="780984"/>
                  <a:pt x="3686610" y="788339"/>
                  <a:pt x="3687862" y="795745"/>
                </a:cubicBezTo>
                <a:cubicBezTo>
                  <a:pt x="3688832" y="808692"/>
                  <a:pt x="3690619" y="821588"/>
                  <a:pt x="3693224" y="834306"/>
                </a:cubicBezTo>
                <a:cubicBezTo>
                  <a:pt x="3699532" y="847918"/>
                  <a:pt x="3699532" y="863598"/>
                  <a:pt x="3693224" y="877209"/>
                </a:cubicBezTo>
                <a:cubicBezTo>
                  <a:pt x="3693327" y="883108"/>
                  <a:pt x="3695906" y="888675"/>
                  <a:pt x="3700375" y="892531"/>
                </a:cubicBezTo>
                <a:cubicBezTo>
                  <a:pt x="3705737" y="897894"/>
                  <a:pt x="3714676" y="898150"/>
                  <a:pt x="3719784" y="907599"/>
                </a:cubicBezTo>
                <a:cubicBezTo>
                  <a:pt x="3723129" y="911710"/>
                  <a:pt x="3727189" y="915157"/>
                  <a:pt x="3731786" y="917813"/>
                </a:cubicBezTo>
                <a:cubicBezTo>
                  <a:pt x="3737405" y="922155"/>
                  <a:pt x="3744043" y="923943"/>
                  <a:pt x="3747363" y="926496"/>
                </a:cubicBezTo>
                <a:cubicBezTo>
                  <a:pt x="3751935" y="929944"/>
                  <a:pt x="3756711" y="933110"/>
                  <a:pt x="3761664" y="935945"/>
                </a:cubicBezTo>
                <a:cubicBezTo>
                  <a:pt x="3763708" y="936711"/>
                  <a:pt x="3766261" y="939010"/>
                  <a:pt x="3769071" y="938499"/>
                </a:cubicBezTo>
                <a:cubicBezTo>
                  <a:pt x="3771880" y="937988"/>
                  <a:pt x="3775965" y="936711"/>
                  <a:pt x="3778775" y="936711"/>
                </a:cubicBezTo>
                <a:cubicBezTo>
                  <a:pt x="3785440" y="939699"/>
                  <a:pt x="3793050" y="939699"/>
                  <a:pt x="3799715" y="936711"/>
                </a:cubicBezTo>
                <a:cubicBezTo>
                  <a:pt x="3803801" y="935179"/>
                  <a:pt x="3805589" y="929305"/>
                  <a:pt x="3807121" y="927007"/>
                </a:cubicBezTo>
                <a:cubicBezTo>
                  <a:pt x="3808654" y="924709"/>
                  <a:pt x="3814527" y="924964"/>
                  <a:pt x="3814527" y="921389"/>
                </a:cubicBezTo>
                <a:cubicBezTo>
                  <a:pt x="3814527" y="917813"/>
                  <a:pt x="3809675" y="914494"/>
                  <a:pt x="3807377" y="911429"/>
                </a:cubicBezTo>
                <a:cubicBezTo>
                  <a:pt x="3797928" y="900193"/>
                  <a:pt x="3792054" y="893297"/>
                  <a:pt x="3785414" y="885892"/>
                </a:cubicBezTo>
                <a:cubicBezTo>
                  <a:pt x="3782861" y="882827"/>
                  <a:pt x="3781073" y="875421"/>
                  <a:pt x="3777753" y="870825"/>
                </a:cubicBezTo>
                <a:cubicBezTo>
                  <a:pt x="3773055" y="865973"/>
                  <a:pt x="3768867" y="860686"/>
                  <a:pt x="3765240" y="854991"/>
                </a:cubicBezTo>
                <a:cubicBezTo>
                  <a:pt x="3760668" y="842555"/>
                  <a:pt x="3754948" y="830578"/>
                  <a:pt x="3748130" y="819239"/>
                </a:cubicBezTo>
                <a:cubicBezTo>
                  <a:pt x="3739958" y="806981"/>
                  <a:pt x="3742001" y="781444"/>
                  <a:pt x="3738426" y="772250"/>
                </a:cubicBezTo>
                <a:cubicBezTo>
                  <a:pt x="3730534" y="753148"/>
                  <a:pt x="3725376" y="733025"/>
                  <a:pt x="3723102" y="712493"/>
                </a:cubicBezTo>
                <a:cubicBezTo>
                  <a:pt x="3722694" y="705368"/>
                  <a:pt x="3725504" y="698422"/>
                  <a:pt x="3730765" y="693595"/>
                </a:cubicBezTo>
                <a:cubicBezTo>
                  <a:pt x="3734850" y="690607"/>
                  <a:pt x="3739447" y="688360"/>
                  <a:pt x="3744299" y="686956"/>
                </a:cubicBezTo>
                <a:cubicBezTo>
                  <a:pt x="3753646" y="687211"/>
                  <a:pt x="3762916" y="688666"/>
                  <a:pt x="3771880" y="691297"/>
                </a:cubicBezTo>
                <a:cubicBezTo>
                  <a:pt x="3776732" y="692829"/>
                  <a:pt x="3781840" y="695383"/>
                  <a:pt x="3787713" y="697937"/>
                </a:cubicBezTo>
                <a:cubicBezTo>
                  <a:pt x="3793408" y="700516"/>
                  <a:pt x="3799588" y="701818"/>
                  <a:pt x="3805845" y="701767"/>
                </a:cubicBezTo>
                <a:cubicBezTo>
                  <a:pt x="3814885" y="703836"/>
                  <a:pt x="3824130" y="704959"/>
                  <a:pt x="3833424" y="705087"/>
                </a:cubicBezTo>
                <a:cubicBezTo>
                  <a:pt x="3839555" y="703555"/>
                  <a:pt x="3842363" y="701257"/>
                  <a:pt x="3846960" y="703555"/>
                </a:cubicBezTo>
                <a:cubicBezTo>
                  <a:pt x="3851556" y="705853"/>
                  <a:pt x="3852577" y="704321"/>
                  <a:pt x="3854876" y="700235"/>
                </a:cubicBezTo>
                <a:cubicBezTo>
                  <a:pt x="3858962" y="690275"/>
                  <a:pt x="3862282" y="676485"/>
                  <a:pt x="3854876" y="670611"/>
                </a:cubicBezTo>
                <a:cubicBezTo>
                  <a:pt x="3847471" y="664738"/>
                  <a:pt x="3841087" y="660397"/>
                  <a:pt x="3840831" y="655289"/>
                </a:cubicBezTo>
                <a:cubicBezTo>
                  <a:pt x="3840575" y="650182"/>
                  <a:pt x="3823720" y="645330"/>
                  <a:pt x="3820911" y="643797"/>
                </a:cubicBezTo>
                <a:cubicBezTo>
                  <a:pt x="3818102" y="642265"/>
                  <a:pt x="3808909" y="645330"/>
                  <a:pt x="3802525" y="645330"/>
                </a:cubicBezTo>
                <a:cubicBezTo>
                  <a:pt x="3798005" y="645023"/>
                  <a:pt x="3793561" y="644155"/>
                  <a:pt x="3789245" y="642776"/>
                </a:cubicBezTo>
                <a:cubicBezTo>
                  <a:pt x="3785414" y="641499"/>
                  <a:pt x="3777497" y="641499"/>
                  <a:pt x="3777497" y="641499"/>
                </a:cubicBezTo>
                <a:cubicBezTo>
                  <a:pt x="3774433" y="641678"/>
                  <a:pt x="3771395" y="640861"/>
                  <a:pt x="3768815" y="639201"/>
                </a:cubicBezTo>
                <a:cubicBezTo>
                  <a:pt x="3766772" y="637413"/>
                  <a:pt x="3775455" y="630007"/>
                  <a:pt x="3775455" y="628475"/>
                </a:cubicBezTo>
                <a:cubicBezTo>
                  <a:pt x="3783116" y="622091"/>
                  <a:pt x="3790012" y="616983"/>
                  <a:pt x="3793842" y="614174"/>
                </a:cubicBezTo>
                <a:cubicBezTo>
                  <a:pt x="3797673" y="611365"/>
                  <a:pt x="3795118" y="608300"/>
                  <a:pt x="3797673" y="602937"/>
                </a:cubicBezTo>
                <a:cubicBezTo>
                  <a:pt x="3800226" y="597575"/>
                  <a:pt x="3803801" y="596042"/>
                  <a:pt x="3800226" y="590680"/>
                </a:cubicBezTo>
                <a:cubicBezTo>
                  <a:pt x="3795706" y="584678"/>
                  <a:pt x="3793025" y="577502"/>
                  <a:pt x="3792565" y="569994"/>
                </a:cubicBezTo>
                <a:cubicBezTo>
                  <a:pt x="3792565" y="567185"/>
                  <a:pt x="3776988" y="561056"/>
                  <a:pt x="3774433" y="558502"/>
                </a:cubicBezTo>
                <a:cubicBezTo>
                  <a:pt x="3771880" y="555949"/>
                  <a:pt x="3765751" y="557736"/>
                  <a:pt x="3762687" y="555949"/>
                </a:cubicBezTo>
                <a:cubicBezTo>
                  <a:pt x="3759622" y="554161"/>
                  <a:pt x="3760388" y="550331"/>
                  <a:pt x="3750428" y="547521"/>
                </a:cubicBezTo>
                <a:cubicBezTo>
                  <a:pt x="3748896" y="547138"/>
                  <a:pt x="3747363" y="546755"/>
                  <a:pt x="3745927" y="547010"/>
                </a:cubicBezTo>
                <a:close/>
                <a:moveTo>
                  <a:pt x="2079258" y="507938"/>
                </a:moveTo>
                <a:lnTo>
                  <a:pt x="2080025" y="508960"/>
                </a:lnTo>
                <a:lnTo>
                  <a:pt x="2079445" y="508290"/>
                </a:lnTo>
                <a:close/>
                <a:moveTo>
                  <a:pt x="1469935" y="459418"/>
                </a:moveTo>
                <a:cubicBezTo>
                  <a:pt x="1466615" y="458141"/>
                  <a:pt x="1461508" y="462737"/>
                  <a:pt x="1456911" y="462737"/>
                </a:cubicBezTo>
                <a:cubicBezTo>
                  <a:pt x="1452314" y="462737"/>
                  <a:pt x="1450782" y="460950"/>
                  <a:pt x="1447718" y="462737"/>
                </a:cubicBezTo>
                <a:cubicBezTo>
                  <a:pt x="1443913" y="465419"/>
                  <a:pt x="1439903" y="467819"/>
                  <a:pt x="1435715" y="469888"/>
                </a:cubicBezTo>
                <a:cubicBezTo>
                  <a:pt x="1432268" y="471241"/>
                  <a:pt x="1428948" y="472876"/>
                  <a:pt x="1425756" y="474740"/>
                </a:cubicBezTo>
                <a:cubicBezTo>
                  <a:pt x="1421414" y="477549"/>
                  <a:pt x="1421414" y="480358"/>
                  <a:pt x="1419626" y="482401"/>
                </a:cubicBezTo>
                <a:cubicBezTo>
                  <a:pt x="1417839" y="484444"/>
                  <a:pt x="1413242" y="486487"/>
                  <a:pt x="1411965" y="488019"/>
                </a:cubicBezTo>
                <a:cubicBezTo>
                  <a:pt x="1410689" y="489551"/>
                  <a:pt x="1410689" y="493382"/>
                  <a:pt x="1405837" y="496447"/>
                </a:cubicBezTo>
                <a:cubicBezTo>
                  <a:pt x="1400984" y="499511"/>
                  <a:pt x="1394600" y="500277"/>
                  <a:pt x="1393068" y="507172"/>
                </a:cubicBezTo>
                <a:cubicBezTo>
                  <a:pt x="1391970" y="510492"/>
                  <a:pt x="1392634" y="514170"/>
                  <a:pt x="1394855" y="516877"/>
                </a:cubicBezTo>
                <a:cubicBezTo>
                  <a:pt x="1398686" y="519941"/>
                  <a:pt x="1416817" y="528368"/>
                  <a:pt x="1418350" y="534497"/>
                </a:cubicBezTo>
                <a:cubicBezTo>
                  <a:pt x="1419499" y="538073"/>
                  <a:pt x="1420342" y="541750"/>
                  <a:pt x="1420904" y="545478"/>
                </a:cubicBezTo>
                <a:cubicBezTo>
                  <a:pt x="1422691" y="549820"/>
                  <a:pt x="1422691" y="551352"/>
                  <a:pt x="1422691" y="554672"/>
                </a:cubicBezTo>
                <a:cubicBezTo>
                  <a:pt x="1422564" y="557890"/>
                  <a:pt x="1423560" y="561056"/>
                  <a:pt x="1425500" y="563610"/>
                </a:cubicBezTo>
                <a:cubicBezTo>
                  <a:pt x="1428896" y="565219"/>
                  <a:pt x="1432829" y="565219"/>
                  <a:pt x="1436226" y="563610"/>
                </a:cubicBezTo>
                <a:cubicBezTo>
                  <a:pt x="1439801" y="561567"/>
                  <a:pt x="1444143" y="560290"/>
                  <a:pt x="1445675" y="561567"/>
                </a:cubicBezTo>
                <a:cubicBezTo>
                  <a:pt x="1447207" y="562844"/>
                  <a:pt x="1450527" y="562844"/>
                  <a:pt x="1451293" y="568207"/>
                </a:cubicBezTo>
                <a:cubicBezTo>
                  <a:pt x="1452059" y="573570"/>
                  <a:pt x="1448739" y="575868"/>
                  <a:pt x="1444143" y="581486"/>
                </a:cubicBezTo>
                <a:cubicBezTo>
                  <a:pt x="1439545" y="587104"/>
                  <a:pt x="1423457" y="602171"/>
                  <a:pt x="1421925" y="607024"/>
                </a:cubicBezTo>
                <a:cubicBezTo>
                  <a:pt x="1420392" y="611876"/>
                  <a:pt x="1413498" y="612642"/>
                  <a:pt x="1408645" y="617749"/>
                </a:cubicBezTo>
                <a:cubicBezTo>
                  <a:pt x="1399197" y="627760"/>
                  <a:pt x="1389058" y="637055"/>
                  <a:pt x="1378256" y="645585"/>
                </a:cubicBezTo>
                <a:cubicBezTo>
                  <a:pt x="1374681" y="648139"/>
                  <a:pt x="1369317" y="657843"/>
                  <a:pt x="1366764" y="659120"/>
                </a:cubicBezTo>
                <a:cubicBezTo>
                  <a:pt x="1364210" y="660397"/>
                  <a:pt x="1359869" y="657077"/>
                  <a:pt x="1357826" y="659120"/>
                </a:cubicBezTo>
                <a:lnTo>
                  <a:pt x="1357826" y="658098"/>
                </a:lnTo>
                <a:cubicBezTo>
                  <a:pt x="1349858" y="666373"/>
                  <a:pt x="1343525" y="676077"/>
                  <a:pt x="1339183" y="686700"/>
                </a:cubicBezTo>
                <a:cubicBezTo>
                  <a:pt x="1338647" y="690275"/>
                  <a:pt x="1339669" y="693902"/>
                  <a:pt x="1341993" y="696660"/>
                </a:cubicBezTo>
                <a:cubicBezTo>
                  <a:pt x="1345568" y="701767"/>
                  <a:pt x="1349398" y="706364"/>
                  <a:pt x="1349398" y="707641"/>
                </a:cubicBezTo>
                <a:cubicBezTo>
                  <a:pt x="1351697" y="713259"/>
                  <a:pt x="1356038" y="719388"/>
                  <a:pt x="1360635" y="718877"/>
                </a:cubicBezTo>
                <a:cubicBezTo>
                  <a:pt x="1365232" y="718367"/>
                  <a:pt x="1367019" y="713514"/>
                  <a:pt x="1373915" y="712237"/>
                </a:cubicBezTo>
                <a:cubicBezTo>
                  <a:pt x="1380810" y="710961"/>
                  <a:pt x="1379788" y="715302"/>
                  <a:pt x="1383618" y="712237"/>
                </a:cubicBezTo>
                <a:cubicBezTo>
                  <a:pt x="1387450" y="709173"/>
                  <a:pt x="1389237" y="705087"/>
                  <a:pt x="1389237" y="702278"/>
                </a:cubicBezTo>
                <a:cubicBezTo>
                  <a:pt x="1391408" y="698830"/>
                  <a:pt x="1394064" y="695740"/>
                  <a:pt x="1397154" y="693084"/>
                </a:cubicBezTo>
                <a:cubicBezTo>
                  <a:pt x="1401495" y="690020"/>
                  <a:pt x="1406858" y="687211"/>
                  <a:pt x="1406858" y="683125"/>
                </a:cubicBezTo>
                <a:cubicBezTo>
                  <a:pt x="1408901" y="681235"/>
                  <a:pt x="1411225" y="679677"/>
                  <a:pt x="1413753" y="678528"/>
                </a:cubicBezTo>
                <a:cubicBezTo>
                  <a:pt x="1417124" y="677226"/>
                  <a:pt x="1420162" y="675234"/>
                  <a:pt x="1422691" y="672654"/>
                </a:cubicBezTo>
                <a:cubicBezTo>
                  <a:pt x="1425398" y="669488"/>
                  <a:pt x="1428284" y="666500"/>
                  <a:pt x="1431374" y="663717"/>
                </a:cubicBezTo>
                <a:cubicBezTo>
                  <a:pt x="1434821" y="662082"/>
                  <a:pt x="1437809" y="659631"/>
                  <a:pt x="1440057" y="656566"/>
                </a:cubicBezTo>
                <a:cubicBezTo>
                  <a:pt x="1442355" y="653246"/>
                  <a:pt x="1447462" y="650948"/>
                  <a:pt x="1449761" y="647117"/>
                </a:cubicBezTo>
                <a:cubicBezTo>
                  <a:pt x="1452059" y="643287"/>
                  <a:pt x="1457422" y="641499"/>
                  <a:pt x="1459976" y="636647"/>
                </a:cubicBezTo>
                <a:cubicBezTo>
                  <a:pt x="1462530" y="631795"/>
                  <a:pt x="1470446" y="631284"/>
                  <a:pt x="1470446" y="625921"/>
                </a:cubicBezTo>
                <a:cubicBezTo>
                  <a:pt x="1482168" y="612386"/>
                  <a:pt x="1494808" y="599694"/>
                  <a:pt x="1508241" y="587871"/>
                </a:cubicBezTo>
                <a:cubicBezTo>
                  <a:pt x="1513400" y="581716"/>
                  <a:pt x="1518201" y="575230"/>
                  <a:pt x="1522542" y="568462"/>
                </a:cubicBezTo>
                <a:cubicBezTo>
                  <a:pt x="1527650" y="564121"/>
                  <a:pt x="1533779" y="563354"/>
                  <a:pt x="1536078" y="561056"/>
                </a:cubicBezTo>
                <a:cubicBezTo>
                  <a:pt x="1539243" y="556383"/>
                  <a:pt x="1542844" y="552042"/>
                  <a:pt x="1546803" y="548032"/>
                </a:cubicBezTo>
                <a:cubicBezTo>
                  <a:pt x="1549356" y="544968"/>
                  <a:pt x="1554975" y="538583"/>
                  <a:pt x="1558039" y="535774"/>
                </a:cubicBezTo>
                <a:lnTo>
                  <a:pt x="1571829" y="525048"/>
                </a:lnTo>
                <a:cubicBezTo>
                  <a:pt x="1574384" y="523516"/>
                  <a:pt x="1587408" y="514067"/>
                  <a:pt x="1589706" y="512280"/>
                </a:cubicBezTo>
                <a:cubicBezTo>
                  <a:pt x="1596601" y="508960"/>
                  <a:pt x="1602986" y="511514"/>
                  <a:pt x="1602986" y="508960"/>
                </a:cubicBezTo>
                <a:cubicBezTo>
                  <a:pt x="1606561" y="501554"/>
                  <a:pt x="1615499" y="484444"/>
                  <a:pt x="1612946" y="479081"/>
                </a:cubicBezTo>
                <a:cubicBezTo>
                  <a:pt x="1610391" y="473718"/>
                  <a:pt x="1608093" y="469632"/>
                  <a:pt x="1606561" y="467079"/>
                </a:cubicBezTo>
                <a:cubicBezTo>
                  <a:pt x="1604390" y="464806"/>
                  <a:pt x="1601198" y="463835"/>
                  <a:pt x="1598133" y="464525"/>
                </a:cubicBezTo>
                <a:cubicBezTo>
                  <a:pt x="1592106" y="466466"/>
                  <a:pt x="1585517" y="465342"/>
                  <a:pt x="1580513" y="461461"/>
                </a:cubicBezTo>
                <a:cubicBezTo>
                  <a:pt x="1577958" y="459418"/>
                  <a:pt x="1573617" y="462227"/>
                  <a:pt x="1569276" y="464014"/>
                </a:cubicBezTo>
                <a:cubicBezTo>
                  <a:pt x="1564935" y="465802"/>
                  <a:pt x="1559827" y="464014"/>
                  <a:pt x="1557528" y="465802"/>
                </a:cubicBezTo>
                <a:cubicBezTo>
                  <a:pt x="1550940" y="471190"/>
                  <a:pt x="1544786" y="477064"/>
                  <a:pt x="1539142" y="483423"/>
                </a:cubicBezTo>
                <a:cubicBezTo>
                  <a:pt x="1534290" y="489041"/>
                  <a:pt x="1510285" y="511258"/>
                  <a:pt x="1506965" y="514578"/>
                </a:cubicBezTo>
                <a:cubicBezTo>
                  <a:pt x="1503645" y="517898"/>
                  <a:pt x="1501091" y="513557"/>
                  <a:pt x="1501091" y="509471"/>
                </a:cubicBezTo>
                <a:cubicBezTo>
                  <a:pt x="1505944" y="498490"/>
                  <a:pt x="1509264" y="497724"/>
                  <a:pt x="1501091" y="483933"/>
                </a:cubicBezTo>
                <a:cubicBezTo>
                  <a:pt x="1492919" y="470143"/>
                  <a:pt x="1483981" y="471931"/>
                  <a:pt x="1481172" y="470143"/>
                </a:cubicBezTo>
                <a:cubicBezTo>
                  <a:pt x="1478363" y="468355"/>
                  <a:pt x="1473255" y="460694"/>
                  <a:pt x="1469935" y="459418"/>
                </a:cubicBezTo>
                <a:close/>
                <a:moveTo>
                  <a:pt x="2278067" y="387274"/>
                </a:moveTo>
                <a:cubicBezTo>
                  <a:pt x="2280467" y="387351"/>
                  <a:pt x="2282357" y="389343"/>
                  <a:pt x="2282280" y="391743"/>
                </a:cubicBezTo>
                <a:cubicBezTo>
                  <a:pt x="2282816" y="398561"/>
                  <a:pt x="2280187" y="405253"/>
                  <a:pt x="2275130" y="409875"/>
                </a:cubicBezTo>
                <a:cubicBezTo>
                  <a:pt x="2270227" y="411382"/>
                  <a:pt x="2264966" y="411382"/>
                  <a:pt x="2260063" y="409875"/>
                </a:cubicBezTo>
                <a:cubicBezTo>
                  <a:pt x="2258378" y="407500"/>
                  <a:pt x="2257586" y="404614"/>
                  <a:pt x="2257765" y="401703"/>
                </a:cubicBezTo>
                <a:cubicBezTo>
                  <a:pt x="2257611" y="398408"/>
                  <a:pt x="2258607" y="395165"/>
                  <a:pt x="2260574" y="392509"/>
                </a:cubicBezTo>
                <a:cubicBezTo>
                  <a:pt x="2265911" y="390441"/>
                  <a:pt x="2271351" y="388730"/>
                  <a:pt x="2276918" y="387402"/>
                </a:cubicBezTo>
                <a:cubicBezTo>
                  <a:pt x="2277300" y="387300"/>
                  <a:pt x="2277684" y="387274"/>
                  <a:pt x="2278067" y="387274"/>
                </a:cubicBezTo>
                <a:close/>
                <a:moveTo>
                  <a:pt x="2329397" y="364450"/>
                </a:moveTo>
                <a:cubicBezTo>
                  <a:pt x="2331121" y="364546"/>
                  <a:pt x="2332717" y="365439"/>
                  <a:pt x="2333355" y="367738"/>
                </a:cubicBezTo>
                <a:cubicBezTo>
                  <a:pt x="2334199" y="371339"/>
                  <a:pt x="2334632" y="375016"/>
                  <a:pt x="2334632" y="378719"/>
                </a:cubicBezTo>
                <a:cubicBezTo>
                  <a:pt x="2332564" y="384950"/>
                  <a:pt x="2327610" y="389777"/>
                  <a:pt x="2321353" y="391743"/>
                </a:cubicBezTo>
                <a:cubicBezTo>
                  <a:pt x="2319566" y="392509"/>
                  <a:pt x="2312159" y="388168"/>
                  <a:pt x="2312159" y="385359"/>
                </a:cubicBezTo>
                <a:cubicBezTo>
                  <a:pt x="2312159" y="382550"/>
                  <a:pt x="2305774" y="372335"/>
                  <a:pt x="2312159" y="372080"/>
                </a:cubicBezTo>
                <a:cubicBezTo>
                  <a:pt x="2318543" y="371824"/>
                  <a:pt x="2320842" y="367738"/>
                  <a:pt x="2324673" y="365950"/>
                </a:cubicBezTo>
                <a:cubicBezTo>
                  <a:pt x="2325822" y="365056"/>
                  <a:pt x="2327674" y="364354"/>
                  <a:pt x="2329397" y="364450"/>
                </a:cubicBezTo>
                <a:close/>
                <a:moveTo>
                  <a:pt x="2264150" y="332241"/>
                </a:moveTo>
                <a:cubicBezTo>
                  <a:pt x="2273087" y="328921"/>
                  <a:pt x="2276407" y="334539"/>
                  <a:pt x="2276663" y="342967"/>
                </a:cubicBezTo>
                <a:cubicBezTo>
                  <a:pt x="2276918" y="351394"/>
                  <a:pt x="2268235" y="354714"/>
                  <a:pt x="2262106" y="361098"/>
                </a:cubicBezTo>
                <a:cubicBezTo>
                  <a:pt x="2259042" y="364162"/>
                  <a:pt x="2259042" y="361098"/>
                  <a:pt x="2255466" y="358289"/>
                </a:cubicBezTo>
                <a:cubicBezTo>
                  <a:pt x="2251891" y="355480"/>
                  <a:pt x="2251891" y="348585"/>
                  <a:pt x="2251891" y="344243"/>
                </a:cubicBezTo>
                <a:cubicBezTo>
                  <a:pt x="2250103" y="334284"/>
                  <a:pt x="2261851" y="336327"/>
                  <a:pt x="2264150" y="332241"/>
                </a:cubicBezTo>
                <a:close/>
                <a:moveTo>
                  <a:pt x="2981751" y="321771"/>
                </a:moveTo>
                <a:cubicBezTo>
                  <a:pt x="2974091" y="323558"/>
                  <a:pt x="2967195" y="322281"/>
                  <a:pt x="2964897" y="330198"/>
                </a:cubicBezTo>
                <a:cubicBezTo>
                  <a:pt x="2964131" y="333008"/>
                  <a:pt x="2962343" y="343222"/>
                  <a:pt x="2962343" y="346287"/>
                </a:cubicBezTo>
                <a:cubicBezTo>
                  <a:pt x="2961194" y="351931"/>
                  <a:pt x="2961194" y="357753"/>
                  <a:pt x="2962343" y="363397"/>
                </a:cubicBezTo>
                <a:cubicBezTo>
                  <a:pt x="2966352" y="370394"/>
                  <a:pt x="2968447" y="378311"/>
                  <a:pt x="2968471" y="386381"/>
                </a:cubicBezTo>
                <a:cubicBezTo>
                  <a:pt x="2967451" y="394297"/>
                  <a:pt x="2964642" y="401192"/>
                  <a:pt x="2969748" y="404768"/>
                </a:cubicBezTo>
                <a:cubicBezTo>
                  <a:pt x="2975648" y="407526"/>
                  <a:pt x="2982160" y="408675"/>
                  <a:pt x="2988647" y="408087"/>
                </a:cubicBezTo>
                <a:cubicBezTo>
                  <a:pt x="2993652" y="407781"/>
                  <a:pt x="2998708" y="407781"/>
                  <a:pt x="3003713" y="408087"/>
                </a:cubicBezTo>
                <a:cubicBezTo>
                  <a:pt x="3006522" y="409875"/>
                  <a:pt x="3005245" y="416514"/>
                  <a:pt x="3003713" y="422133"/>
                </a:cubicBezTo>
                <a:cubicBezTo>
                  <a:pt x="3002360" y="427904"/>
                  <a:pt x="2999933" y="433369"/>
                  <a:pt x="2996564" y="438221"/>
                </a:cubicBezTo>
                <a:cubicBezTo>
                  <a:pt x="2990179" y="448436"/>
                  <a:pt x="2980475" y="477549"/>
                  <a:pt x="2954937" y="481124"/>
                </a:cubicBezTo>
                <a:cubicBezTo>
                  <a:pt x="2942169" y="482657"/>
                  <a:pt x="2924803" y="487253"/>
                  <a:pt x="2913567" y="487253"/>
                </a:cubicBezTo>
                <a:cubicBezTo>
                  <a:pt x="2909736" y="487253"/>
                  <a:pt x="2903351" y="487253"/>
                  <a:pt x="2899266" y="487253"/>
                </a:cubicBezTo>
                <a:cubicBezTo>
                  <a:pt x="2887263" y="488274"/>
                  <a:pt x="2867344" y="491594"/>
                  <a:pt x="2861725" y="491594"/>
                </a:cubicBezTo>
                <a:cubicBezTo>
                  <a:pt x="2856108" y="491594"/>
                  <a:pt x="2848701" y="485976"/>
                  <a:pt x="2845636" y="485976"/>
                </a:cubicBezTo>
                <a:cubicBezTo>
                  <a:pt x="2834528" y="485951"/>
                  <a:pt x="2823598" y="488862"/>
                  <a:pt x="2813970" y="494404"/>
                </a:cubicBezTo>
                <a:cubicBezTo>
                  <a:pt x="2814558" y="500507"/>
                  <a:pt x="2813587" y="506661"/>
                  <a:pt x="2811162" y="512280"/>
                </a:cubicBezTo>
                <a:lnTo>
                  <a:pt x="2811162" y="511258"/>
                </a:lnTo>
                <a:cubicBezTo>
                  <a:pt x="2808353" y="516111"/>
                  <a:pt x="2806615" y="521499"/>
                  <a:pt x="2806054" y="527091"/>
                </a:cubicBezTo>
                <a:cubicBezTo>
                  <a:pt x="2813715" y="539349"/>
                  <a:pt x="2822908" y="556460"/>
                  <a:pt x="2825718" y="557736"/>
                </a:cubicBezTo>
                <a:cubicBezTo>
                  <a:pt x="2828527" y="559013"/>
                  <a:pt x="2873473" y="551097"/>
                  <a:pt x="2899010" y="549054"/>
                </a:cubicBezTo>
                <a:cubicBezTo>
                  <a:pt x="2918265" y="547675"/>
                  <a:pt x="2937622" y="548441"/>
                  <a:pt x="2956725" y="551352"/>
                </a:cubicBezTo>
                <a:cubicBezTo>
                  <a:pt x="2965663" y="552884"/>
                  <a:pt x="2979198" y="558758"/>
                  <a:pt x="2987625" y="559779"/>
                </a:cubicBezTo>
                <a:cubicBezTo>
                  <a:pt x="2996052" y="560801"/>
                  <a:pt x="3010353" y="562588"/>
                  <a:pt x="3015717" y="562588"/>
                </a:cubicBezTo>
                <a:cubicBezTo>
                  <a:pt x="3025522" y="562665"/>
                  <a:pt x="3035278" y="564299"/>
                  <a:pt x="3044574" y="567441"/>
                </a:cubicBezTo>
                <a:cubicBezTo>
                  <a:pt x="3049936" y="569484"/>
                  <a:pt x="3063981" y="571016"/>
                  <a:pt x="3072409" y="574336"/>
                </a:cubicBezTo>
                <a:cubicBezTo>
                  <a:pt x="3080837" y="577655"/>
                  <a:pt x="3095393" y="582763"/>
                  <a:pt x="3102287" y="584551"/>
                </a:cubicBezTo>
                <a:cubicBezTo>
                  <a:pt x="3109183" y="586338"/>
                  <a:pt x="3115056" y="586083"/>
                  <a:pt x="3121186" y="587615"/>
                </a:cubicBezTo>
                <a:cubicBezTo>
                  <a:pt x="3127111" y="589837"/>
                  <a:pt x="3132908" y="592416"/>
                  <a:pt x="3138552" y="595276"/>
                </a:cubicBezTo>
                <a:cubicBezTo>
                  <a:pt x="3141360" y="596042"/>
                  <a:pt x="3146213" y="596298"/>
                  <a:pt x="3155406" y="598341"/>
                </a:cubicBezTo>
                <a:cubicBezTo>
                  <a:pt x="3158981" y="599107"/>
                  <a:pt x="3163067" y="594766"/>
                  <a:pt x="3166131" y="591701"/>
                </a:cubicBezTo>
                <a:cubicBezTo>
                  <a:pt x="3169069" y="589275"/>
                  <a:pt x="3171418" y="586211"/>
                  <a:pt x="3173027" y="582763"/>
                </a:cubicBezTo>
                <a:cubicBezTo>
                  <a:pt x="3173639" y="580592"/>
                  <a:pt x="3173639" y="578294"/>
                  <a:pt x="3173027" y="576123"/>
                </a:cubicBezTo>
                <a:cubicBezTo>
                  <a:pt x="3173027" y="575613"/>
                  <a:pt x="3173027" y="572804"/>
                  <a:pt x="3173027" y="571527"/>
                </a:cubicBezTo>
                <a:cubicBezTo>
                  <a:pt x="3173666" y="567543"/>
                  <a:pt x="3173666" y="563508"/>
                  <a:pt x="3173027" y="559524"/>
                </a:cubicBezTo>
                <a:cubicBezTo>
                  <a:pt x="3171750" y="549564"/>
                  <a:pt x="3163578" y="545478"/>
                  <a:pt x="3159237" y="541392"/>
                </a:cubicBezTo>
                <a:cubicBezTo>
                  <a:pt x="3155738" y="537639"/>
                  <a:pt x="3151984" y="534140"/>
                  <a:pt x="3148000" y="530922"/>
                </a:cubicBezTo>
                <a:cubicBezTo>
                  <a:pt x="3144041" y="528266"/>
                  <a:pt x="3139853" y="525942"/>
                  <a:pt x="3135487" y="524027"/>
                </a:cubicBezTo>
                <a:cubicBezTo>
                  <a:pt x="3131375" y="523108"/>
                  <a:pt x="3127187" y="522520"/>
                  <a:pt x="3122973" y="522239"/>
                </a:cubicBezTo>
                <a:cubicBezTo>
                  <a:pt x="3118376" y="522239"/>
                  <a:pt x="3115056" y="525559"/>
                  <a:pt x="3108927" y="524027"/>
                </a:cubicBezTo>
                <a:cubicBezTo>
                  <a:pt x="3092634" y="519379"/>
                  <a:pt x="3076112" y="515727"/>
                  <a:pt x="3059385" y="513046"/>
                </a:cubicBezTo>
                <a:cubicBezTo>
                  <a:pt x="3056320" y="508704"/>
                  <a:pt x="3061428" y="497979"/>
                  <a:pt x="3064748" y="485210"/>
                </a:cubicBezTo>
                <a:cubicBezTo>
                  <a:pt x="3066025" y="481635"/>
                  <a:pt x="3066792" y="477038"/>
                  <a:pt x="3069345" y="475251"/>
                </a:cubicBezTo>
                <a:cubicBezTo>
                  <a:pt x="3071873" y="472722"/>
                  <a:pt x="3073636" y="469530"/>
                  <a:pt x="3074452" y="466057"/>
                </a:cubicBezTo>
                <a:cubicBezTo>
                  <a:pt x="3075628" y="462635"/>
                  <a:pt x="3077746" y="459622"/>
                  <a:pt x="3080581" y="457374"/>
                </a:cubicBezTo>
                <a:cubicBezTo>
                  <a:pt x="3083544" y="455050"/>
                  <a:pt x="3085842" y="451960"/>
                  <a:pt x="3087221" y="448436"/>
                </a:cubicBezTo>
                <a:cubicBezTo>
                  <a:pt x="3091051" y="434135"/>
                  <a:pt x="3083134" y="436434"/>
                  <a:pt x="3087221" y="424431"/>
                </a:cubicBezTo>
                <a:cubicBezTo>
                  <a:pt x="3091306" y="412429"/>
                  <a:pt x="3103566" y="414982"/>
                  <a:pt x="3118632" y="412429"/>
                </a:cubicBezTo>
                <a:cubicBezTo>
                  <a:pt x="3124174" y="411739"/>
                  <a:pt x="3129485" y="409824"/>
                  <a:pt x="3134209" y="406811"/>
                </a:cubicBezTo>
                <a:cubicBezTo>
                  <a:pt x="3140467" y="402035"/>
                  <a:pt x="3147566" y="398460"/>
                  <a:pt x="3155150" y="396340"/>
                </a:cubicBezTo>
                <a:cubicBezTo>
                  <a:pt x="3169451" y="390977"/>
                  <a:pt x="3178390" y="393276"/>
                  <a:pt x="3182220" y="381528"/>
                </a:cubicBezTo>
                <a:cubicBezTo>
                  <a:pt x="3182987" y="379741"/>
                  <a:pt x="3179155" y="374633"/>
                  <a:pt x="3179155" y="371314"/>
                </a:cubicBezTo>
                <a:cubicBezTo>
                  <a:pt x="3179999" y="366666"/>
                  <a:pt x="3179999" y="361916"/>
                  <a:pt x="3179155" y="357268"/>
                </a:cubicBezTo>
                <a:cubicBezTo>
                  <a:pt x="3176858" y="350884"/>
                  <a:pt x="3172006" y="346798"/>
                  <a:pt x="3168941" y="340413"/>
                </a:cubicBezTo>
                <a:cubicBezTo>
                  <a:pt x="3167230" y="336940"/>
                  <a:pt x="3164345" y="334233"/>
                  <a:pt x="3160769" y="332752"/>
                </a:cubicBezTo>
                <a:cubicBezTo>
                  <a:pt x="3157705" y="332752"/>
                  <a:pt x="3155150" y="334540"/>
                  <a:pt x="3149277" y="332752"/>
                </a:cubicBezTo>
                <a:cubicBezTo>
                  <a:pt x="3145114" y="331194"/>
                  <a:pt x="3140645" y="330658"/>
                  <a:pt x="3136253" y="331220"/>
                </a:cubicBezTo>
                <a:cubicBezTo>
                  <a:pt x="3120088" y="335638"/>
                  <a:pt x="3103463" y="338217"/>
                  <a:pt x="3086710" y="338881"/>
                </a:cubicBezTo>
                <a:lnTo>
                  <a:pt x="3078793" y="338881"/>
                </a:lnTo>
                <a:lnTo>
                  <a:pt x="3067557" y="338881"/>
                </a:lnTo>
                <a:cubicBezTo>
                  <a:pt x="3046106" y="338370"/>
                  <a:pt x="3008054" y="334029"/>
                  <a:pt x="3005245" y="334029"/>
                </a:cubicBezTo>
                <a:cubicBezTo>
                  <a:pt x="2997840" y="330964"/>
                  <a:pt x="2984816" y="321771"/>
                  <a:pt x="2981751" y="321771"/>
                </a:cubicBezTo>
                <a:close/>
                <a:moveTo>
                  <a:pt x="2172726" y="304150"/>
                </a:moveTo>
                <a:cubicBezTo>
                  <a:pt x="2168639" y="307215"/>
                  <a:pt x="2164042" y="308491"/>
                  <a:pt x="2152550" y="308491"/>
                </a:cubicBezTo>
                <a:cubicBezTo>
                  <a:pt x="2130079" y="310534"/>
                  <a:pt x="2107606" y="340158"/>
                  <a:pt x="2085642" y="352927"/>
                </a:cubicBezTo>
                <a:cubicBezTo>
                  <a:pt x="2080305" y="354689"/>
                  <a:pt x="2074840" y="356042"/>
                  <a:pt x="2069299" y="357012"/>
                </a:cubicBezTo>
                <a:cubicBezTo>
                  <a:pt x="2064703" y="359055"/>
                  <a:pt x="2058828" y="362886"/>
                  <a:pt x="2057807" y="366461"/>
                </a:cubicBezTo>
                <a:cubicBezTo>
                  <a:pt x="2056785" y="370037"/>
                  <a:pt x="2057296" y="374123"/>
                  <a:pt x="2053211" y="376421"/>
                </a:cubicBezTo>
                <a:cubicBezTo>
                  <a:pt x="2049124" y="378719"/>
                  <a:pt x="2045804" y="379230"/>
                  <a:pt x="2046059" y="382294"/>
                </a:cubicBezTo>
                <a:cubicBezTo>
                  <a:pt x="2046315" y="385359"/>
                  <a:pt x="2048614" y="398128"/>
                  <a:pt x="2052444" y="398894"/>
                </a:cubicBezTo>
                <a:cubicBezTo>
                  <a:pt x="2056275" y="399660"/>
                  <a:pt x="2059084" y="398894"/>
                  <a:pt x="2060616" y="402724"/>
                </a:cubicBezTo>
                <a:cubicBezTo>
                  <a:pt x="2062148" y="406555"/>
                  <a:pt x="2067256" y="411407"/>
                  <a:pt x="2071087" y="411407"/>
                </a:cubicBezTo>
                <a:cubicBezTo>
                  <a:pt x="2076220" y="411867"/>
                  <a:pt x="2081301" y="412990"/>
                  <a:pt x="2086153" y="414727"/>
                </a:cubicBezTo>
                <a:cubicBezTo>
                  <a:pt x="2091006" y="416004"/>
                  <a:pt x="2099943" y="416514"/>
                  <a:pt x="2099943" y="424431"/>
                </a:cubicBezTo>
                <a:cubicBezTo>
                  <a:pt x="2099943" y="432348"/>
                  <a:pt x="2102753" y="443840"/>
                  <a:pt x="2099943" y="449968"/>
                </a:cubicBezTo>
                <a:cubicBezTo>
                  <a:pt x="2097134" y="456098"/>
                  <a:pt x="2089218" y="465036"/>
                  <a:pt x="2086153" y="465036"/>
                </a:cubicBezTo>
                <a:cubicBezTo>
                  <a:pt x="2083089" y="465036"/>
                  <a:pt x="2077726" y="465036"/>
                  <a:pt x="2074661" y="465036"/>
                </a:cubicBezTo>
                <a:cubicBezTo>
                  <a:pt x="2065697" y="466951"/>
                  <a:pt x="2059620" y="475327"/>
                  <a:pt x="2060616" y="484444"/>
                </a:cubicBezTo>
                <a:cubicBezTo>
                  <a:pt x="2061383" y="490573"/>
                  <a:pt x="2073385" y="501299"/>
                  <a:pt x="2073385" y="501299"/>
                </a:cubicBezTo>
                <a:lnTo>
                  <a:pt x="2079445" y="508290"/>
                </a:lnTo>
                <a:lnTo>
                  <a:pt x="2083856" y="516621"/>
                </a:lnTo>
                <a:cubicBezTo>
                  <a:pt x="2085388" y="520196"/>
                  <a:pt x="2083856" y="524027"/>
                  <a:pt x="2083856" y="529134"/>
                </a:cubicBezTo>
                <a:cubicBezTo>
                  <a:pt x="2084366" y="532352"/>
                  <a:pt x="2084366" y="535621"/>
                  <a:pt x="2083856" y="538839"/>
                </a:cubicBezTo>
                <a:cubicBezTo>
                  <a:pt x="2082400" y="543308"/>
                  <a:pt x="2079641" y="547215"/>
                  <a:pt x="2075938" y="550075"/>
                </a:cubicBezTo>
                <a:cubicBezTo>
                  <a:pt x="2073385" y="552118"/>
                  <a:pt x="2066745" y="560290"/>
                  <a:pt x="2064192" y="561567"/>
                </a:cubicBezTo>
                <a:cubicBezTo>
                  <a:pt x="2054308" y="567006"/>
                  <a:pt x="2047031" y="576225"/>
                  <a:pt x="2044016" y="587104"/>
                </a:cubicBezTo>
                <a:cubicBezTo>
                  <a:pt x="2044962" y="595174"/>
                  <a:pt x="2047464" y="602989"/>
                  <a:pt x="2051423" y="610088"/>
                </a:cubicBezTo>
                <a:cubicBezTo>
                  <a:pt x="2054334" y="614582"/>
                  <a:pt x="2058063" y="618464"/>
                  <a:pt x="2062404" y="621580"/>
                </a:cubicBezTo>
                <a:cubicBezTo>
                  <a:pt x="2066489" y="625155"/>
                  <a:pt x="2065213" y="633582"/>
                  <a:pt x="2070320" y="633582"/>
                </a:cubicBezTo>
                <a:cubicBezTo>
                  <a:pt x="2075480" y="633812"/>
                  <a:pt x="2080612" y="634502"/>
                  <a:pt x="2085642" y="635625"/>
                </a:cubicBezTo>
                <a:cubicBezTo>
                  <a:pt x="2089218" y="637413"/>
                  <a:pt x="2096113" y="633838"/>
                  <a:pt x="2096113" y="633838"/>
                </a:cubicBezTo>
                <a:cubicBezTo>
                  <a:pt x="2101731" y="631795"/>
                  <a:pt x="2107606" y="616983"/>
                  <a:pt x="2118842" y="608300"/>
                </a:cubicBezTo>
                <a:cubicBezTo>
                  <a:pt x="2130079" y="599617"/>
                  <a:pt x="2155105" y="585317"/>
                  <a:pt x="2168385" y="574080"/>
                </a:cubicBezTo>
                <a:cubicBezTo>
                  <a:pt x="2183554" y="564376"/>
                  <a:pt x="2193512" y="548313"/>
                  <a:pt x="2195454" y="530411"/>
                </a:cubicBezTo>
                <a:cubicBezTo>
                  <a:pt x="2194688" y="525942"/>
                  <a:pt x="2192848" y="521754"/>
                  <a:pt x="2190091" y="518154"/>
                </a:cubicBezTo>
                <a:cubicBezTo>
                  <a:pt x="2186542" y="515089"/>
                  <a:pt x="2182199" y="513046"/>
                  <a:pt x="2177578" y="512280"/>
                </a:cubicBezTo>
                <a:lnTo>
                  <a:pt x="2164809" y="514067"/>
                </a:lnTo>
                <a:cubicBezTo>
                  <a:pt x="2163021" y="513557"/>
                  <a:pt x="2161234" y="504108"/>
                  <a:pt x="2161234" y="501299"/>
                </a:cubicBezTo>
                <a:cubicBezTo>
                  <a:pt x="2168307" y="486870"/>
                  <a:pt x="2178395" y="474152"/>
                  <a:pt x="2190856" y="464014"/>
                </a:cubicBezTo>
                <a:cubicBezTo>
                  <a:pt x="2192390" y="462482"/>
                  <a:pt x="2192644" y="461971"/>
                  <a:pt x="2192390" y="456864"/>
                </a:cubicBezTo>
                <a:cubicBezTo>
                  <a:pt x="2192134" y="451756"/>
                  <a:pt x="2189835" y="450479"/>
                  <a:pt x="2182940" y="441031"/>
                </a:cubicBezTo>
                <a:cubicBezTo>
                  <a:pt x="2179366" y="435923"/>
                  <a:pt x="2181408" y="430815"/>
                  <a:pt x="2177578" y="430815"/>
                </a:cubicBezTo>
                <a:cubicBezTo>
                  <a:pt x="2173747" y="430815"/>
                  <a:pt x="2169406" y="435923"/>
                  <a:pt x="2166086" y="432858"/>
                </a:cubicBezTo>
                <a:cubicBezTo>
                  <a:pt x="2162766" y="429794"/>
                  <a:pt x="2162766" y="420856"/>
                  <a:pt x="2162766" y="417791"/>
                </a:cubicBezTo>
                <a:cubicBezTo>
                  <a:pt x="2159854" y="410743"/>
                  <a:pt x="2159394" y="402903"/>
                  <a:pt x="2161489" y="395574"/>
                </a:cubicBezTo>
                <a:cubicBezTo>
                  <a:pt x="2165958" y="387811"/>
                  <a:pt x="2170989" y="380379"/>
                  <a:pt x="2176555" y="373356"/>
                </a:cubicBezTo>
                <a:cubicBezTo>
                  <a:pt x="2181919" y="366972"/>
                  <a:pt x="2185239" y="362631"/>
                  <a:pt x="2185239" y="357778"/>
                </a:cubicBezTo>
                <a:cubicBezTo>
                  <a:pt x="2183451" y="346542"/>
                  <a:pt x="2188303" y="342456"/>
                  <a:pt x="2188303" y="337349"/>
                </a:cubicBezTo>
                <a:cubicBezTo>
                  <a:pt x="2188303" y="332241"/>
                  <a:pt x="2191368" y="324835"/>
                  <a:pt x="2188303" y="319472"/>
                </a:cubicBezTo>
                <a:cubicBezTo>
                  <a:pt x="2185239" y="314110"/>
                  <a:pt x="2176811" y="301086"/>
                  <a:pt x="2172726" y="304150"/>
                </a:cubicBezTo>
                <a:close/>
                <a:moveTo>
                  <a:pt x="2342549" y="300064"/>
                </a:moveTo>
                <a:cubicBezTo>
                  <a:pt x="2344081" y="301086"/>
                  <a:pt x="2345614" y="309513"/>
                  <a:pt x="2345614" y="312578"/>
                </a:cubicBezTo>
                <a:cubicBezTo>
                  <a:pt x="2344491" y="319677"/>
                  <a:pt x="2341068" y="326215"/>
                  <a:pt x="2335910" y="331220"/>
                </a:cubicBezTo>
                <a:cubicBezTo>
                  <a:pt x="2330112" y="332880"/>
                  <a:pt x="2324035" y="333391"/>
                  <a:pt x="2318034" y="332752"/>
                </a:cubicBezTo>
                <a:cubicBezTo>
                  <a:pt x="2312670" y="331475"/>
                  <a:pt x="2311394" y="322793"/>
                  <a:pt x="2311138" y="317685"/>
                </a:cubicBezTo>
                <a:cubicBezTo>
                  <a:pt x="2310627" y="307981"/>
                  <a:pt x="2330547" y="305683"/>
                  <a:pt x="2342549" y="300064"/>
                </a:cubicBezTo>
                <a:close/>
                <a:moveTo>
                  <a:pt x="2355573" y="249245"/>
                </a:moveTo>
                <a:cubicBezTo>
                  <a:pt x="2334403" y="258234"/>
                  <a:pt x="2313693" y="268295"/>
                  <a:pt x="2293517" y="279379"/>
                </a:cubicBezTo>
                <a:cubicBezTo>
                  <a:pt x="2288155" y="281933"/>
                  <a:pt x="2282281" y="279634"/>
                  <a:pt x="2272321" y="284486"/>
                </a:cubicBezTo>
                <a:cubicBezTo>
                  <a:pt x="2262362" y="289338"/>
                  <a:pt x="2255978" y="294701"/>
                  <a:pt x="2246783" y="299553"/>
                </a:cubicBezTo>
                <a:cubicBezTo>
                  <a:pt x="2243719" y="301341"/>
                  <a:pt x="2233505" y="305682"/>
                  <a:pt x="2231462" y="306959"/>
                </a:cubicBezTo>
                <a:cubicBezTo>
                  <a:pt x="2227657" y="308645"/>
                  <a:pt x="2223596" y="309666"/>
                  <a:pt x="2219460" y="310024"/>
                </a:cubicBezTo>
                <a:cubicBezTo>
                  <a:pt x="2212564" y="310790"/>
                  <a:pt x="2210265" y="303128"/>
                  <a:pt x="2205413" y="303895"/>
                </a:cubicBezTo>
                <a:cubicBezTo>
                  <a:pt x="2200561" y="304661"/>
                  <a:pt x="2196220" y="316919"/>
                  <a:pt x="2198263" y="325857"/>
                </a:cubicBezTo>
                <a:cubicBezTo>
                  <a:pt x="2198952" y="332905"/>
                  <a:pt x="2198952" y="340004"/>
                  <a:pt x="2198263" y="347053"/>
                </a:cubicBezTo>
                <a:lnTo>
                  <a:pt x="2197496" y="346031"/>
                </a:lnTo>
                <a:cubicBezTo>
                  <a:pt x="2197191" y="350730"/>
                  <a:pt x="2197446" y="355455"/>
                  <a:pt x="2198263" y="360077"/>
                </a:cubicBezTo>
                <a:cubicBezTo>
                  <a:pt x="2199540" y="366717"/>
                  <a:pt x="2205159" y="371569"/>
                  <a:pt x="2205159" y="375144"/>
                </a:cubicBezTo>
                <a:cubicBezTo>
                  <a:pt x="2206664" y="387555"/>
                  <a:pt x="2209652" y="399736"/>
                  <a:pt x="2214096" y="411407"/>
                </a:cubicBezTo>
                <a:cubicBezTo>
                  <a:pt x="2215884" y="417025"/>
                  <a:pt x="2209500" y="425708"/>
                  <a:pt x="2209500" y="435157"/>
                </a:cubicBezTo>
                <a:cubicBezTo>
                  <a:pt x="2210521" y="440367"/>
                  <a:pt x="2212616" y="445321"/>
                  <a:pt x="2215628" y="449713"/>
                </a:cubicBezTo>
                <a:cubicBezTo>
                  <a:pt x="2216905" y="451756"/>
                  <a:pt x="2224822" y="453799"/>
                  <a:pt x="2224822" y="462227"/>
                </a:cubicBezTo>
                <a:cubicBezTo>
                  <a:pt x="2224822" y="465291"/>
                  <a:pt x="2227630" y="468611"/>
                  <a:pt x="2229162" y="471164"/>
                </a:cubicBezTo>
                <a:cubicBezTo>
                  <a:pt x="2230696" y="473718"/>
                  <a:pt x="2230441" y="476783"/>
                  <a:pt x="2234015" y="476783"/>
                </a:cubicBezTo>
                <a:cubicBezTo>
                  <a:pt x="2236825" y="477166"/>
                  <a:pt x="2239634" y="477166"/>
                  <a:pt x="2242442" y="476783"/>
                </a:cubicBezTo>
                <a:cubicBezTo>
                  <a:pt x="2245507" y="476272"/>
                  <a:pt x="2250103" y="473208"/>
                  <a:pt x="2252147" y="473208"/>
                </a:cubicBezTo>
                <a:cubicBezTo>
                  <a:pt x="2255747" y="471828"/>
                  <a:pt x="2259247" y="470220"/>
                  <a:pt x="2262618" y="468355"/>
                </a:cubicBezTo>
                <a:cubicBezTo>
                  <a:pt x="2266703" y="465291"/>
                  <a:pt x="2271300" y="464525"/>
                  <a:pt x="2271300" y="468355"/>
                </a:cubicBezTo>
                <a:cubicBezTo>
                  <a:pt x="2272015" y="473105"/>
                  <a:pt x="2272015" y="477907"/>
                  <a:pt x="2271300" y="482657"/>
                </a:cubicBezTo>
                <a:cubicBezTo>
                  <a:pt x="2270075" y="485261"/>
                  <a:pt x="2268108" y="487483"/>
                  <a:pt x="2265682" y="489041"/>
                </a:cubicBezTo>
                <a:cubicBezTo>
                  <a:pt x="2263588" y="489934"/>
                  <a:pt x="2261315" y="490369"/>
                  <a:pt x="2259042" y="490318"/>
                </a:cubicBezTo>
                <a:cubicBezTo>
                  <a:pt x="2255978" y="490828"/>
                  <a:pt x="2254956" y="492105"/>
                  <a:pt x="2251891" y="492616"/>
                </a:cubicBezTo>
                <a:cubicBezTo>
                  <a:pt x="2248827" y="493127"/>
                  <a:pt x="2250359" y="490573"/>
                  <a:pt x="2244997" y="491339"/>
                </a:cubicBezTo>
                <a:cubicBezTo>
                  <a:pt x="2239634" y="492105"/>
                  <a:pt x="2239634" y="495170"/>
                  <a:pt x="2239634" y="501043"/>
                </a:cubicBezTo>
                <a:cubicBezTo>
                  <a:pt x="2239634" y="506917"/>
                  <a:pt x="2239634" y="510748"/>
                  <a:pt x="2239634" y="513046"/>
                </a:cubicBezTo>
                <a:cubicBezTo>
                  <a:pt x="2239634" y="515344"/>
                  <a:pt x="2238102" y="519430"/>
                  <a:pt x="2239634" y="523005"/>
                </a:cubicBezTo>
                <a:cubicBezTo>
                  <a:pt x="2241166" y="526581"/>
                  <a:pt x="2244230" y="526581"/>
                  <a:pt x="2250359" y="526581"/>
                </a:cubicBezTo>
                <a:cubicBezTo>
                  <a:pt x="2254190" y="528241"/>
                  <a:pt x="2258531" y="528241"/>
                  <a:pt x="2262362" y="526581"/>
                </a:cubicBezTo>
                <a:cubicBezTo>
                  <a:pt x="2264660" y="526070"/>
                  <a:pt x="2271300" y="528368"/>
                  <a:pt x="2268235" y="534242"/>
                </a:cubicBezTo>
                <a:cubicBezTo>
                  <a:pt x="2258762" y="539273"/>
                  <a:pt x="2249644" y="544891"/>
                  <a:pt x="2240910" y="551097"/>
                </a:cubicBezTo>
                <a:cubicBezTo>
                  <a:pt x="2234142" y="555617"/>
                  <a:pt x="2226840" y="559294"/>
                  <a:pt x="2219204" y="562078"/>
                </a:cubicBezTo>
                <a:cubicBezTo>
                  <a:pt x="2214862" y="563354"/>
                  <a:pt x="2213841" y="559524"/>
                  <a:pt x="2210776" y="559524"/>
                </a:cubicBezTo>
                <a:cubicBezTo>
                  <a:pt x="2207712" y="559524"/>
                  <a:pt x="2205159" y="565397"/>
                  <a:pt x="2205159" y="565397"/>
                </a:cubicBezTo>
                <a:cubicBezTo>
                  <a:pt x="2202144" y="568922"/>
                  <a:pt x="2200765" y="573570"/>
                  <a:pt x="2201328" y="578166"/>
                </a:cubicBezTo>
                <a:cubicBezTo>
                  <a:pt x="2201328" y="580464"/>
                  <a:pt x="2201328" y="585572"/>
                  <a:pt x="2201328" y="588637"/>
                </a:cubicBezTo>
                <a:cubicBezTo>
                  <a:pt x="2201839" y="599107"/>
                  <a:pt x="2207201" y="604214"/>
                  <a:pt x="2208223" y="610599"/>
                </a:cubicBezTo>
                <a:cubicBezTo>
                  <a:pt x="2209244" y="616983"/>
                  <a:pt x="2221502" y="618260"/>
                  <a:pt x="2226354" y="616983"/>
                </a:cubicBezTo>
                <a:cubicBezTo>
                  <a:pt x="2235215" y="613867"/>
                  <a:pt x="2243770" y="609935"/>
                  <a:pt x="2251891" y="605236"/>
                </a:cubicBezTo>
                <a:cubicBezTo>
                  <a:pt x="2260600" y="603959"/>
                  <a:pt x="2269155" y="601814"/>
                  <a:pt x="2277429" y="598851"/>
                </a:cubicBezTo>
                <a:cubicBezTo>
                  <a:pt x="2285217" y="594204"/>
                  <a:pt x="2293952" y="591344"/>
                  <a:pt x="2302966" y="590424"/>
                </a:cubicBezTo>
                <a:cubicBezTo>
                  <a:pt x="2309887" y="588943"/>
                  <a:pt x="2316629" y="586798"/>
                  <a:pt x="2323142" y="584040"/>
                </a:cubicBezTo>
                <a:cubicBezTo>
                  <a:pt x="2329015" y="581997"/>
                  <a:pt x="2335092" y="580541"/>
                  <a:pt x="2341272" y="579698"/>
                </a:cubicBezTo>
                <a:cubicBezTo>
                  <a:pt x="2348372" y="579698"/>
                  <a:pt x="2355472" y="579111"/>
                  <a:pt x="2362469" y="577911"/>
                </a:cubicBezTo>
                <a:cubicBezTo>
                  <a:pt x="2365533" y="576889"/>
                  <a:pt x="2379069" y="575357"/>
                  <a:pt x="2400775" y="571016"/>
                </a:cubicBezTo>
                <a:cubicBezTo>
                  <a:pt x="2422481" y="566674"/>
                  <a:pt x="2418907" y="571016"/>
                  <a:pt x="2425036" y="571016"/>
                </a:cubicBezTo>
                <a:cubicBezTo>
                  <a:pt x="2439592" y="567696"/>
                  <a:pt x="2447764" y="547266"/>
                  <a:pt x="2445465" y="530411"/>
                </a:cubicBezTo>
                <a:cubicBezTo>
                  <a:pt x="2443678" y="518409"/>
                  <a:pt x="2432697" y="513301"/>
                  <a:pt x="2428100" y="509471"/>
                </a:cubicBezTo>
                <a:cubicBezTo>
                  <a:pt x="2423504" y="505640"/>
                  <a:pt x="2416352" y="512791"/>
                  <a:pt x="2410735" y="512280"/>
                </a:cubicBezTo>
                <a:cubicBezTo>
                  <a:pt x="2405116" y="511769"/>
                  <a:pt x="2394902" y="519175"/>
                  <a:pt x="2391070" y="519175"/>
                </a:cubicBezTo>
                <a:cubicBezTo>
                  <a:pt x="2385657" y="519992"/>
                  <a:pt x="2380191" y="520503"/>
                  <a:pt x="2374726" y="520707"/>
                </a:cubicBezTo>
                <a:cubicBezTo>
                  <a:pt x="2367628" y="522725"/>
                  <a:pt x="2360629" y="525125"/>
                  <a:pt x="2353785" y="527858"/>
                </a:cubicBezTo>
                <a:cubicBezTo>
                  <a:pt x="2350721" y="528368"/>
                  <a:pt x="2345103" y="528368"/>
                  <a:pt x="2345103" y="522750"/>
                </a:cubicBezTo>
                <a:cubicBezTo>
                  <a:pt x="2344796" y="518996"/>
                  <a:pt x="2346099" y="515268"/>
                  <a:pt x="2348679" y="512535"/>
                </a:cubicBezTo>
                <a:cubicBezTo>
                  <a:pt x="2353276" y="508704"/>
                  <a:pt x="2360937" y="506917"/>
                  <a:pt x="2364256" y="504363"/>
                </a:cubicBezTo>
                <a:cubicBezTo>
                  <a:pt x="2368904" y="500890"/>
                  <a:pt x="2373093" y="496855"/>
                  <a:pt x="2376770" y="492361"/>
                </a:cubicBezTo>
                <a:cubicBezTo>
                  <a:pt x="2378174" y="489781"/>
                  <a:pt x="2378710" y="486844"/>
                  <a:pt x="2378302" y="483933"/>
                </a:cubicBezTo>
                <a:cubicBezTo>
                  <a:pt x="2374701" y="478009"/>
                  <a:pt x="2372352" y="471394"/>
                  <a:pt x="2371406" y="464525"/>
                </a:cubicBezTo>
                <a:cubicBezTo>
                  <a:pt x="2370769" y="460950"/>
                  <a:pt x="2367653" y="458345"/>
                  <a:pt x="2364001" y="458396"/>
                </a:cubicBezTo>
                <a:cubicBezTo>
                  <a:pt x="2358460" y="458038"/>
                  <a:pt x="2352993" y="457094"/>
                  <a:pt x="2347657" y="455587"/>
                </a:cubicBezTo>
                <a:cubicBezTo>
                  <a:pt x="2343571" y="455076"/>
                  <a:pt x="2338719" y="459673"/>
                  <a:pt x="2337187" y="462482"/>
                </a:cubicBezTo>
                <a:cubicBezTo>
                  <a:pt x="2335655" y="465291"/>
                  <a:pt x="2327994" y="471420"/>
                  <a:pt x="2323396" y="466823"/>
                </a:cubicBezTo>
                <a:cubicBezTo>
                  <a:pt x="2320818" y="462533"/>
                  <a:pt x="2320077" y="457374"/>
                  <a:pt x="2321354" y="452522"/>
                </a:cubicBezTo>
                <a:cubicBezTo>
                  <a:pt x="2323142" y="446904"/>
                  <a:pt x="2335910" y="448436"/>
                  <a:pt x="2338975" y="444351"/>
                </a:cubicBezTo>
                <a:cubicBezTo>
                  <a:pt x="2342039" y="440264"/>
                  <a:pt x="2349444" y="440264"/>
                  <a:pt x="2350977" y="438477"/>
                </a:cubicBezTo>
                <a:cubicBezTo>
                  <a:pt x="2354424" y="435923"/>
                  <a:pt x="2358868" y="435182"/>
                  <a:pt x="2362980" y="436434"/>
                </a:cubicBezTo>
                <a:cubicBezTo>
                  <a:pt x="2365789" y="437455"/>
                  <a:pt x="2371152" y="429028"/>
                  <a:pt x="2371152" y="425453"/>
                </a:cubicBezTo>
                <a:cubicBezTo>
                  <a:pt x="2376258" y="401703"/>
                  <a:pt x="2384942" y="384338"/>
                  <a:pt x="2391837" y="360332"/>
                </a:cubicBezTo>
                <a:cubicBezTo>
                  <a:pt x="2392858" y="356757"/>
                  <a:pt x="2402818" y="347308"/>
                  <a:pt x="2402818" y="343478"/>
                </a:cubicBezTo>
                <a:cubicBezTo>
                  <a:pt x="2405142" y="333927"/>
                  <a:pt x="2408564" y="324657"/>
                  <a:pt x="2413032" y="315897"/>
                </a:cubicBezTo>
                <a:cubicBezTo>
                  <a:pt x="2415383" y="310688"/>
                  <a:pt x="2415919" y="304839"/>
                  <a:pt x="2414564" y="299298"/>
                </a:cubicBezTo>
                <a:cubicBezTo>
                  <a:pt x="2414309" y="297255"/>
                  <a:pt x="2420439" y="286785"/>
                  <a:pt x="2420439" y="280911"/>
                </a:cubicBezTo>
                <a:cubicBezTo>
                  <a:pt x="2418396" y="273301"/>
                  <a:pt x="2413799" y="266635"/>
                  <a:pt x="2407415" y="262013"/>
                </a:cubicBezTo>
                <a:cubicBezTo>
                  <a:pt x="2405116" y="260481"/>
                  <a:pt x="2402818" y="252054"/>
                  <a:pt x="2400775" y="250777"/>
                </a:cubicBezTo>
                <a:cubicBezTo>
                  <a:pt x="2390943" y="249934"/>
                  <a:pt x="2381034" y="250624"/>
                  <a:pt x="2371406" y="252820"/>
                </a:cubicBezTo>
                <a:cubicBezTo>
                  <a:pt x="2366554" y="253331"/>
                  <a:pt x="2361448" y="249245"/>
                  <a:pt x="2355573" y="249245"/>
                </a:cubicBezTo>
                <a:close/>
                <a:moveTo>
                  <a:pt x="2591539" y="91935"/>
                </a:moveTo>
                <a:cubicBezTo>
                  <a:pt x="3971634" y="92496"/>
                  <a:pt x="5090122" y="1211442"/>
                  <a:pt x="5090122" y="2591533"/>
                </a:cubicBezTo>
                <a:cubicBezTo>
                  <a:pt x="5090122" y="2591865"/>
                  <a:pt x="5090122" y="2592222"/>
                  <a:pt x="5090122" y="2592554"/>
                </a:cubicBezTo>
                <a:cubicBezTo>
                  <a:pt x="5089561" y="3973054"/>
                  <a:pt x="3969999" y="5091694"/>
                  <a:pt x="2589497" y="5091132"/>
                </a:cubicBezTo>
                <a:cubicBezTo>
                  <a:pt x="1208994" y="5090570"/>
                  <a:pt x="90352" y="3971011"/>
                  <a:pt x="90914" y="2590511"/>
                </a:cubicBezTo>
                <a:cubicBezTo>
                  <a:pt x="91475" y="1210012"/>
                  <a:pt x="1211036" y="91373"/>
                  <a:pt x="2591539" y="91935"/>
                </a:cubicBezTo>
                <a:close/>
                <a:moveTo>
                  <a:pt x="2591539" y="57970"/>
                </a:moveTo>
                <a:cubicBezTo>
                  <a:pt x="1192293" y="57970"/>
                  <a:pt x="57971" y="1192292"/>
                  <a:pt x="57971" y="2591532"/>
                </a:cubicBezTo>
                <a:cubicBezTo>
                  <a:pt x="57971" y="3990776"/>
                  <a:pt x="1192293" y="5125096"/>
                  <a:pt x="2591539" y="5125096"/>
                </a:cubicBezTo>
                <a:cubicBezTo>
                  <a:pt x="3990097" y="5123411"/>
                  <a:pt x="5123423" y="3990087"/>
                  <a:pt x="5125108" y="2591532"/>
                </a:cubicBezTo>
                <a:cubicBezTo>
                  <a:pt x="5125108" y="1192292"/>
                  <a:pt x="3990787" y="57970"/>
                  <a:pt x="2591539" y="57970"/>
                </a:cubicBezTo>
                <a:close/>
                <a:moveTo>
                  <a:pt x="2591539" y="0"/>
                </a:moveTo>
                <a:cubicBezTo>
                  <a:pt x="4022095" y="1687"/>
                  <a:pt x="5181392" y="1160982"/>
                  <a:pt x="5183079" y="2591532"/>
                </a:cubicBezTo>
                <a:cubicBezTo>
                  <a:pt x="5183079" y="4022801"/>
                  <a:pt x="4022810" y="5183066"/>
                  <a:pt x="2591539" y="5183066"/>
                </a:cubicBezTo>
                <a:cubicBezTo>
                  <a:pt x="1160269" y="5183066"/>
                  <a:pt x="0" y="4022801"/>
                  <a:pt x="0" y="2591532"/>
                </a:cubicBezTo>
                <a:cubicBezTo>
                  <a:pt x="0" y="1160268"/>
                  <a:pt x="1160269" y="0"/>
                  <a:pt x="2591539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25525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第几部分 </a:t>
            </a:r>
            <a:endParaRPr lang="zh-CN" altLang="en-US" dirty="0"/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  <a:endParaRPr lang="zh-CN" altLang="en-US" dirty="0"/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ea"/>
            </a:endParaRPr>
          </a:p>
        </p:txBody>
      </p:sp>
      <p:grpSp>
        <p:nvGrpSpPr>
          <p:cNvPr id="229" name="组合 228"/>
          <p:cNvGrpSpPr/>
          <p:nvPr/>
        </p:nvGrpSpPr>
        <p:grpSpPr>
          <a:xfrm>
            <a:off x="692525" y="6395102"/>
            <a:ext cx="1933343" cy="238230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231" name="组合 230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52" name="任意多边形: 形状 251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3" name="任意多边形: 形状 252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2" name="组合 231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49" name="任意多边形: 形状 248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0" name="任意多边形: 形状 249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1" name="任意多边形: 形状 250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233" name="任意多边形: 形状 232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34" name="任意多边形: 形状 233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35" name="组合 234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46" name="任意多边形: 形状 245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7" name="任意多边形: 形状 246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8" name="任意多边形: 形状 247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6" name="组合 235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44" name="任意多边形: 形状 243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5" name="任意多边形: 形状 244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7" name="组合 236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242" name="任意多边形: 形状 241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3" name="任意多边形: 形状 242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8" name="组合 237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239" name="任意多边形: 形状 238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0" name="任意多边形: 形状 239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1" name="任意多边形: 形状 240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9" name="组合 118"/>
          <p:cNvGrpSpPr>
            <a:grpSpLocks noChangeAspect="1"/>
          </p:cNvGrpSpPr>
          <p:nvPr/>
        </p:nvGrpSpPr>
        <p:grpSpPr>
          <a:xfrm>
            <a:off x="9982800" y="6361200"/>
            <a:ext cx="1534482" cy="338400"/>
            <a:chOff x="468000" y="514800"/>
            <a:chExt cx="2301723" cy="507600"/>
          </a:xfrm>
        </p:grpSpPr>
        <p:sp>
          <p:nvSpPr>
            <p:cNvPr id="121" name="任意多边形: 形状 12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4" name="组合 123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5" name="任意多边形: 形状 124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7" name="任意多边形: 形状 136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4759765" y="1663027"/>
            <a:ext cx="2671650" cy="601039"/>
          </a:xfrm>
          <a:custGeom>
            <a:avLst/>
            <a:gdLst>
              <a:gd name="connsiteX0" fmla="*/ 351574 w 2671650"/>
              <a:gd name="connsiteY0" fmla="*/ 542908 h 601039"/>
              <a:gd name="connsiteX1" fmla="*/ 354920 w 2671650"/>
              <a:gd name="connsiteY1" fmla="*/ 550015 h 601039"/>
              <a:gd name="connsiteX2" fmla="*/ 354446 w 2671650"/>
              <a:gd name="connsiteY2" fmla="*/ 557656 h 601039"/>
              <a:gd name="connsiteX3" fmla="*/ 353410 w 2671650"/>
              <a:gd name="connsiteY3" fmla="*/ 559201 h 601039"/>
              <a:gd name="connsiteX4" fmla="*/ 343874 w 2671650"/>
              <a:gd name="connsiteY4" fmla="*/ 559729 h 601039"/>
              <a:gd name="connsiteX5" fmla="*/ 340557 w 2671650"/>
              <a:gd name="connsiteY5" fmla="*/ 552799 h 601039"/>
              <a:gd name="connsiteX6" fmla="*/ 341031 w 2671650"/>
              <a:gd name="connsiteY6" fmla="*/ 544951 h 601039"/>
              <a:gd name="connsiteX7" fmla="*/ 342198 w 2671650"/>
              <a:gd name="connsiteY7" fmla="*/ 543225 h 601039"/>
              <a:gd name="connsiteX8" fmla="*/ 351574 w 2671650"/>
              <a:gd name="connsiteY8" fmla="*/ 542908 h 601039"/>
              <a:gd name="connsiteX9" fmla="*/ 311300 w 2671650"/>
              <a:gd name="connsiteY9" fmla="*/ 540983 h 601039"/>
              <a:gd name="connsiteX10" fmla="*/ 291488 w 2671650"/>
              <a:gd name="connsiteY10" fmla="*/ 541338 h 601039"/>
              <a:gd name="connsiteX11" fmla="*/ 292021 w 2671650"/>
              <a:gd name="connsiteY11" fmla="*/ 570596 h 601039"/>
              <a:gd name="connsiteX12" fmla="*/ 311921 w 2671650"/>
              <a:gd name="connsiteY12" fmla="*/ 570211 h 601039"/>
              <a:gd name="connsiteX13" fmla="*/ 311921 w 2671650"/>
              <a:gd name="connsiteY13" fmla="*/ 567605 h 601039"/>
              <a:gd name="connsiteX14" fmla="*/ 311921 w 2671650"/>
              <a:gd name="connsiteY14" fmla="*/ 565029 h 601039"/>
              <a:gd name="connsiteX15" fmla="*/ 297115 w 2671650"/>
              <a:gd name="connsiteY15" fmla="*/ 565295 h 601039"/>
              <a:gd name="connsiteX16" fmla="*/ 297115 w 2671650"/>
              <a:gd name="connsiteY16" fmla="*/ 557685 h 601039"/>
              <a:gd name="connsiteX17" fmla="*/ 310263 w 2671650"/>
              <a:gd name="connsiteY17" fmla="*/ 557448 h 601039"/>
              <a:gd name="connsiteX18" fmla="*/ 310263 w 2671650"/>
              <a:gd name="connsiteY18" fmla="*/ 554931 h 601039"/>
              <a:gd name="connsiteX19" fmla="*/ 310263 w 2671650"/>
              <a:gd name="connsiteY19" fmla="*/ 552413 h 601039"/>
              <a:gd name="connsiteX20" fmla="*/ 297115 w 2671650"/>
              <a:gd name="connsiteY20" fmla="*/ 552650 h 601039"/>
              <a:gd name="connsiteX21" fmla="*/ 297115 w 2671650"/>
              <a:gd name="connsiteY21" fmla="*/ 546431 h 601039"/>
              <a:gd name="connsiteX22" fmla="*/ 311300 w 2671650"/>
              <a:gd name="connsiteY22" fmla="*/ 546194 h 601039"/>
              <a:gd name="connsiteX23" fmla="*/ 311300 w 2671650"/>
              <a:gd name="connsiteY23" fmla="*/ 543589 h 601039"/>
              <a:gd name="connsiteX24" fmla="*/ 262733 w 2671650"/>
              <a:gd name="connsiteY24" fmla="*/ 538732 h 601039"/>
              <a:gd name="connsiteX25" fmla="*/ 262407 w 2671650"/>
              <a:gd name="connsiteY25" fmla="*/ 541308 h 601039"/>
              <a:gd name="connsiteX26" fmla="*/ 262111 w 2671650"/>
              <a:gd name="connsiteY26" fmla="*/ 543885 h 601039"/>
              <a:gd name="connsiteX27" fmla="*/ 270166 w 2671650"/>
              <a:gd name="connsiteY27" fmla="*/ 544862 h 601039"/>
              <a:gd name="connsiteX28" fmla="*/ 267205 w 2671650"/>
              <a:gd name="connsiteY28" fmla="*/ 568731 h 601039"/>
              <a:gd name="connsiteX29" fmla="*/ 270166 w 2671650"/>
              <a:gd name="connsiteY29" fmla="*/ 569086 h 601039"/>
              <a:gd name="connsiteX30" fmla="*/ 272920 w 2671650"/>
              <a:gd name="connsiteY30" fmla="*/ 569412 h 601039"/>
              <a:gd name="connsiteX31" fmla="*/ 275882 w 2671650"/>
              <a:gd name="connsiteY31" fmla="*/ 545543 h 601039"/>
              <a:gd name="connsiteX32" fmla="*/ 283966 w 2671650"/>
              <a:gd name="connsiteY32" fmla="*/ 546550 h 601039"/>
              <a:gd name="connsiteX33" fmla="*/ 284262 w 2671650"/>
              <a:gd name="connsiteY33" fmla="*/ 543944 h 601039"/>
              <a:gd name="connsiteX34" fmla="*/ 284440 w 2671650"/>
              <a:gd name="connsiteY34" fmla="*/ 541397 h 601039"/>
              <a:gd name="connsiteX35" fmla="*/ 344254 w 2671650"/>
              <a:gd name="connsiteY35" fmla="*/ 536378 h 601039"/>
              <a:gd name="connsiteX36" fmla="*/ 336442 w 2671650"/>
              <a:gd name="connsiteY36" fmla="*/ 542167 h 601039"/>
              <a:gd name="connsiteX37" fmla="*/ 335168 w 2671650"/>
              <a:gd name="connsiteY37" fmla="*/ 554013 h 601039"/>
              <a:gd name="connsiteX38" fmla="*/ 340736 w 2671650"/>
              <a:gd name="connsiteY38" fmla="*/ 564288 h 601039"/>
              <a:gd name="connsiteX39" fmla="*/ 341585 w 2671650"/>
              <a:gd name="connsiteY39" fmla="*/ 564863 h 601039"/>
              <a:gd name="connsiteX40" fmla="*/ 359274 w 2671650"/>
              <a:gd name="connsiteY40" fmla="*/ 560676 h 601039"/>
              <a:gd name="connsiteX41" fmla="*/ 360547 w 2671650"/>
              <a:gd name="connsiteY41" fmla="*/ 549067 h 601039"/>
              <a:gd name="connsiteX42" fmla="*/ 354980 w 2671650"/>
              <a:gd name="connsiteY42" fmla="*/ 538554 h 601039"/>
              <a:gd name="connsiteX43" fmla="*/ 353872 w 2671650"/>
              <a:gd name="connsiteY43" fmla="*/ 537808 h 601039"/>
              <a:gd name="connsiteX44" fmla="*/ 344254 w 2671650"/>
              <a:gd name="connsiteY44" fmla="*/ 536378 h 601039"/>
              <a:gd name="connsiteX45" fmla="*/ 1100618 w 2671650"/>
              <a:gd name="connsiteY45" fmla="*/ 534622 h 601039"/>
              <a:gd name="connsiteX46" fmla="*/ 1101223 w 2671650"/>
              <a:gd name="connsiteY46" fmla="*/ 534890 h 601039"/>
              <a:gd name="connsiteX47" fmla="*/ 1100501 w 2671650"/>
              <a:gd name="connsiteY47" fmla="*/ 534684 h 601039"/>
              <a:gd name="connsiteX48" fmla="*/ 235370 w 2671650"/>
              <a:gd name="connsiteY48" fmla="*/ 532454 h 601039"/>
              <a:gd name="connsiteX49" fmla="*/ 230958 w 2671650"/>
              <a:gd name="connsiteY49" fmla="*/ 550222 h 601039"/>
              <a:gd name="connsiteX50" fmla="*/ 231402 w 2671650"/>
              <a:gd name="connsiteY50" fmla="*/ 559521 h 601039"/>
              <a:gd name="connsiteX51" fmla="*/ 238657 w 2671650"/>
              <a:gd name="connsiteY51" fmla="*/ 564318 h 601039"/>
              <a:gd name="connsiteX52" fmla="*/ 247393 w 2671650"/>
              <a:gd name="connsiteY52" fmla="*/ 563637 h 601039"/>
              <a:gd name="connsiteX53" fmla="*/ 252043 w 2671650"/>
              <a:gd name="connsiteY53" fmla="*/ 555464 h 601039"/>
              <a:gd name="connsiteX54" fmla="*/ 256337 w 2671650"/>
              <a:gd name="connsiteY54" fmla="*/ 537695 h 601039"/>
              <a:gd name="connsiteX55" fmla="*/ 253612 w 2671650"/>
              <a:gd name="connsiteY55" fmla="*/ 537014 h 601039"/>
              <a:gd name="connsiteX56" fmla="*/ 250888 w 2671650"/>
              <a:gd name="connsiteY56" fmla="*/ 536363 h 601039"/>
              <a:gd name="connsiteX57" fmla="*/ 246416 w 2671650"/>
              <a:gd name="connsiteY57" fmla="*/ 554131 h 601039"/>
              <a:gd name="connsiteX58" fmla="*/ 244077 w 2671650"/>
              <a:gd name="connsiteY58" fmla="*/ 558543 h 601039"/>
              <a:gd name="connsiteX59" fmla="*/ 239812 w 2671650"/>
              <a:gd name="connsiteY59" fmla="*/ 558958 h 601039"/>
              <a:gd name="connsiteX60" fmla="*/ 236377 w 2671650"/>
              <a:gd name="connsiteY60" fmla="*/ 556500 h 601039"/>
              <a:gd name="connsiteX61" fmla="*/ 236377 w 2671650"/>
              <a:gd name="connsiteY61" fmla="*/ 551584 h 601039"/>
              <a:gd name="connsiteX62" fmla="*/ 240819 w 2671650"/>
              <a:gd name="connsiteY62" fmla="*/ 533816 h 601039"/>
              <a:gd name="connsiteX63" fmla="*/ 238095 w 2671650"/>
              <a:gd name="connsiteY63" fmla="*/ 533135 h 601039"/>
              <a:gd name="connsiteX64" fmla="*/ 383972 w 2671650"/>
              <a:gd name="connsiteY64" fmla="*/ 526650 h 601039"/>
              <a:gd name="connsiteX65" fmla="*/ 365759 w 2671650"/>
              <a:gd name="connsiteY65" fmla="*/ 532572 h 601039"/>
              <a:gd name="connsiteX66" fmla="*/ 374643 w 2671650"/>
              <a:gd name="connsiteY66" fmla="*/ 560379 h 601039"/>
              <a:gd name="connsiteX67" fmla="*/ 377338 w 2671650"/>
              <a:gd name="connsiteY67" fmla="*/ 559491 h 601039"/>
              <a:gd name="connsiteX68" fmla="*/ 380003 w 2671650"/>
              <a:gd name="connsiteY68" fmla="*/ 558632 h 601039"/>
              <a:gd name="connsiteX69" fmla="*/ 376302 w 2671650"/>
              <a:gd name="connsiteY69" fmla="*/ 546876 h 601039"/>
              <a:gd name="connsiteX70" fmla="*/ 387525 w 2671650"/>
              <a:gd name="connsiteY70" fmla="*/ 543233 h 601039"/>
              <a:gd name="connsiteX71" fmla="*/ 386755 w 2671650"/>
              <a:gd name="connsiteY71" fmla="*/ 540834 h 601039"/>
              <a:gd name="connsiteX72" fmla="*/ 385956 w 2671650"/>
              <a:gd name="connsiteY72" fmla="*/ 538436 h 601039"/>
              <a:gd name="connsiteX73" fmla="*/ 374762 w 2671650"/>
              <a:gd name="connsiteY73" fmla="*/ 542078 h 601039"/>
              <a:gd name="connsiteX74" fmla="*/ 372718 w 2671650"/>
              <a:gd name="connsiteY74" fmla="*/ 535771 h 601039"/>
              <a:gd name="connsiteX75" fmla="*/ 385571 w 2671650"/>
              <a:gd name="connsiteY75" fmla="*/ 531595 h 601039"/>
              <a:gd name="connsiteX76" fmla="*/ 384771 w 2671650"/>
              <a:gd name="connsiteY76" fmla="*/ 529107 h 601039"/>
              <a:gd name="connsiteX77" fmla="*/ 208511 w 2671650"/>
              <a:gd name="connsiteY77" fmla="*/ 523303 h 601039"/>
              <a:gd name="connsiteX78" fmla="*/ 207652 w 2671650"/>
              <a:gd name="connsiteY78" fmla="*/ 525761 h 601039"/>
              <a:gd name="connsiteX79" fmla="*/ 206823 w 2671650"/>
              <a:gd name="connsiteY79" fmla="*/ 528219 h 601039"/>
              <a:gd name="connsiteX80" fmla="*/ 214493 w 2671650"/>
              <a:gd name="connsiteY80" fmla="*/ 530855 h 601039"/>
              <a:gd name="connsiteX81" fmla="*/ 206674 w 2671650"/>
              <a:gd name="connsiteY81" fmla="*/ 553598 h 601039"/>
              <a:gd name="connsiteX82" fmla="*/ 209340 w 2671650"/>
              <a:gd name="connsiteY82" fmla="*/ 554516 h 601039"/>
              <a:gd name="connsiteX83" fmla="*/ 211975 w 2671650"/>
              <a:gd name="connsiteY83" fmla="*/ 555434 h 601039"/>
              <a:gd name="connsiteX84" fmla="*/ 219793 w 2671650"/>
              <a:gd name="connsiteY84" fmla="*/ 532691 h 601039"/>
              <a:gd name="connsiteX85" fmla="*/ 227493 w 2671650"/>
              <a:gd name="connsiteY85" fmla="*/ 535326 h 601039"/>
              <a:gd name="connsiteX86" fmla="*/ 228352 w 2671650"/>
              <a:gd name="connsiteY86" fmla="*/ 532868 h 601039"/>
              <a:gd name="connsiteX87" fmla="*/ 229240 w 2671650"/>
              <a:gd name="connsiteY87" fmla="*/ 530440 h 601039"/>
              <a:gd name="connsiteX88" fmla="*/ 197879 w 2671650"/>
              <a:gd name="connsiteY88" fmla="*/ 518091 h 601039"/>
              <a:gd name="connsiteX89" fmla="*/ 185530 w 2671650"/>
              <a:gd name="connsiteY89" fmla="*/ 544595 h 601039"/>
              <a:gd name="connsiteX90" fmla="*/ 188077 w 2671650"/>
              <a:gd name="connsiteY90" fmla="*/ 545780 h 601039"/>
              <a:gd name="connsiteX91" fmla="*/ 190594 w 2671650"/>
              <a:gd name="connsiteY91" fmla="*/ 546964 h 601039"/>
              <a:gd name="connsiteX92" fmla="*/ 202973 w 2671650"/>
              <a:gd name="connsiteY92" fmla="*/ 520460 h 601039"/>
              <a:gd name="connsiteX93" fmla="*/ 200396 w 2671650"/>
              <a:gd name="connsiteY93" fmla="*/ 519276 h 601039"/>
              <a:gd name="connsiteX94" fmla="*/ 419715 w 2671650"/>
              <a:gd name="connsiteY94" fmla="*/ 509326 h 601039"/>
              <a:gd name="connsiteX95" fmla="*/ 400407 w 2671650"/>
              <a:gd name="connsiteY95" fmla="*/ 519572 h 601039"/>
              <a:gd name="connsiteX96" fmla="*/ 401621 w 2671650"/>
              <a:gd name="connsiteY96" fmla="*/ 521882 h 601039"/>
              <a:gd name="connsiteX97" fmla="*/ 402835 w 2671650"/>
              <a:gd name="connsiteY97" fmla="*/ 524162 h 601039"/>
              <a:gd name="connsiteX98" fmla="*/ 410002 w 2671650"/>
              <a:gd name="connsiteY98" fmla="*/ 520342 h 601039"/>
              <a:gd name="connsiteX99" fmla="*/ 421314 w 2671650"/>
              <a:gd name="connsiteY99" fmla="*/ 541575 h 601039"/>
              <a:gd name="connsiteX100" fmla="*/ 423802 w 2671650"/>
              <a:gd name="connsiteY100" fmla="*/ 540272 h 601039"/>
              <a:gd name="connsiteX101" fmla="*/ 426260 w 2671650"/>
              <a:gd name="connsiteY101" fmla="*/ 538939 h 601039"/>
              <a:gd name="connsiteX102" fmla="*/ 414977 w 2671650"/>
              <a:gd name="connsiteY102" fmla="*/ 517706 h 601039"/>
              <a:gd name="connsiteX103" fmla="*/ 422143 w 2671650"/>
              <a:gd name="connsiteY103" fmla="*/ 513886 h 601039"/>
              <a:gd name="connsiteX104" fmla="*/ 420929 w 2671650"/>
              <a:gd name="connsiteY104" fmla="*/ 511606 h 601039"/>
              <a:gd name="connsiteX105" fmla="*/ 172708 w 2671650"/>
              <a:gd name="connsiteY105" fmla="*/ 504410 h 601039"/>
              <a:gd name="connsiteX106" fmla="*/ 171553 w 2671650"/>
              <a:gd name="connsiteY106" fmla="*/ 506838 h 601039"/>
              <a:gd name="connsiteX107" fmla="*/ 170309 w 2671650"/>
              <a:gd name="connsiteY107" fmla="*/ 509118 h 601039"/>
              <a:gd name="connsiteX108" fmla="*/ 177416 w 2671650"/>
              <a:gd name="connsiteY108" fmla="*/ 513057 h 601039"/>
              <a:gd name="connsiteX109" fmla="*/ 165748 w 2671650"/>
              <a:gd name="connsiteY109" fmla="*/ 534083 h 601039"/>
              <a:gd name="connsiteX110" fmla="*/ 168206 w 2671650"/>
              <a:gd name="connsiteY110" fmla="*/ 535445 h 601039"/>
              <a:gd name="connsiteX111" fmla="*/ 170664 w 2671650"/>
              <a:gd name="connsiteY111" fmla="*/ 536807 h 601039"/>
              <a:gd name="connsiteX112" fmla="*/ 182214 w 2671650"/>
              <a:gd name="connsiteY112" fmla="*/ 515604 h 601039"/>
              <a:gd name="connsiteX113" fmla="*/ 189321 w 2671650"/>
              <a:gd name="connsiteY113" fmla="*/ 519542 h 601039"/>
              <a:gd name="connsiteX114" fmla="*/ 190565 w 2671650"/>
              <a:gd name="connsiteY114" fmla="*/ 517292 h 601039"/>
              <a:gd name="connsiteX115" fmla="*/ 191838 w 2671650"/>
              <a:gd name="connsiteY115" fmla="*/ 515011 h 601039"/>
              <a:gd name="connsiteX116" fmla="*/ 356579 w 2671650"/>
              <a:gd name="connsiteY116" fmla="*/ 500145 h 601039"/>
              <a:gd name="connsiteX117" fmla="*/ 356579 w 2671650"/>
              <a:gd name="connsiteY117" fmla="*/ 500234 h 601039"/>
              <a:gd name="connsiteX118" fmla="*/ 357733 w 2671650"/>
              <a:gd name="connsiteY118" fmla="*/ 502751 h 601039"/>
              <a:gd name="connsiteX119" fmla="*/ 356549 w 2671650"/>
              <a:gd name="connsiteY119" fmla="*/ 510214 h 601039"/>
              <a:gd name="connsiteX120" fmla="*/ 355838 w 2671650"/>
              <a:gd name="connsiteY120" fmla="*/ 503107 h 601039"/>
              <a:gd name="connsiteX121" fmla="*/ 356579 w 2671650"/>
              <a:gd name="connsiteY121" fmla="*/ 500145 h 601039"/>
              <a:gd name="connsiteX122" fmla="*/ 306561 w 2671650"/>
              <a:gd name="connsiteY122" fmla="*/ 500145 h 601039"/>
              <a:gd name="connsiteX123" fmla="*/ 306561 w 2671650"/>
              <a:gd name="connsiteY123" fmla="*/ 500234 h 601039"/>
              <a:gd name="connsiteX124" fmla="*/ 307716 w 2671650"/>
              <a:gd name="connsiteY124" fmla="*/ 502751 h 601039"/>
              <a:gd name="connsiteX125" fmla="*/ 306531 w 2671650"/>
              <a:gd name="connsiteY125" fmla="*/ 510214 h 601039"/>
              <a:gd name="connsiteX126" fmla="*/ 305820 w 2671650"/>
              <a:gd name="connsiteY126" fmla="*/ 503107 h 601039"/>
              <a:gd name="connsiteX127" fmla="*/ 306561 w 2671650"/>
              <a:gd name="connsiteY127" fmla="*/ 500145 h 601039"/>
              <a:gd name="connsiteX128" fmla="*/ 247215 w 2671650"/>
              <a:gd name="connsiteY128" fmla="*/ 499850 h 601039"/>
              <a:gd name="connsiteX129" fmla="*/ 248814 w 2671650"/>
              <a:gd name="connsiteY129" fmla="*/ 500087 h 601039"/>
              <a:gd name="connsiteX130" fmla="*/ 249021 w 2671650"/>
              <a:gd name="connsiteY130" fmla="*/ 509681 h 601039"/>
              <a:gd name="connsiteX131" fmla="*/ 247215 w 2671650"/>
              <a:gd name="connsiteY131" fmla="*/ 509681 h 601039"/>
              <a:gd name="connsiteX132" fmla="*/ 247215 w 2671650"/>
              <a:gd name="connsiteY132" fmla="*/ 499909 h 601039"/>
              <a:gd name="connsiteX133" fmla="*/ 348286 w 2671650"/>
              <a:gd name="connsiteY133" fmla="*/ 499701 h 601039"/>
              <a:gd name="connsiteX134" fmla="*/ 349382 w 2671650"/>
              <a:gd name="connsiteY134" fmla="*/ 502663 h 601039"/>
              <a:gd name="connsiteX135" fmla="*/ 348434 w 2671650"/>
              <a:gd name="connsiteY135" fmla="*/ 509977 h 601039"/>
              <a:gd name="connsiteX136" fmla="*/ 347042 w 2671650"/>
              <a:gd name="connsiteY136" fmla="*/ 502900 h 601039"/>
              <a:gd name="connsiteX137" fmla="*/ 348286 w 2671650"/>
              <a:gd name="connsiteY137" fmla="*/ 499790 h 601039"/>
              <a:gd name="connsiteX138" fmla="*/ 298269 w 2671650"/>
              <a:gd name="connsiteY138" fmla="*/ 499701 h 601039"/>
              <a:gd name="connsiteX139" fmla="*/ 299365 w 2671650"/>
              <a:gd name="connsiteY139" fmla="*/ 502663 h 601039"/>
              <a:gd name="connsiteX140" fmla="*/ 298447 w 2671650"/>
              <a:gd name="connsiteY140" fmla="*/ 510125 h 601039"/>
              <a:gd name="connsiteX141" fmla="*/ 297025 w 2671650"/>
              <a:gd name="connsiteY141" fmla="*/ 502900 h 601039"/>
              <a:gd name="connsiteX142" fmla="*/ 298269 w 2671650"/>
              <a:gd name="connsiteY142" fmla="*/ 499790 h 601039"/>
              <a:gd name="connsiteX143" fmla="*/ 741423 w 2671650"/>
              <a:gd name="connsiteY143" fmla="*/ 499170 h 601039"/>
              <a:gd name="connsiteX144" fmla="*/ 741527 w 2671650"/>
              <a:gd name="connsiteY144" fmla="*/ 519714 h 601039"/>
              <a:gd name="connsiteX145" fmla="*/ 759593 w 2671650"/>
              <a:gd name="connsiteY145" fmla="*/ 519714 h 601039"/>
              <a:gd name="connsiteX146" fmla="*/ 768370 w 2671650"/>
              <a:gd name="connsiteY146" fmla="*/ 517030 h 601039"/>
              <a:gd name="connsiteX147" fmla="*/ 771260 w 2671650"/>
              <a:gd name="connsiteY147" fmla="*/ 508771 h 601039"/>
              <a:gd name="connsiteX148" fmla="*/ 768266 w 2671650"/>
              <a:gd name="connsiteY148" fmla="*/ 501543 h 601039"/>
              <a:gd name="connsiteX149" fmla="*/ 759284 w 2671650"/>
              <a:gd name="connsiteY149" fmla="*/ 499170 h 601039"/>
              <a:gd name="connsiteX150" fmla="*/ 255922 w 2671650"/>
              <a:gd name="connsiteY150" fmla="*/ 499169 h 601039"/>
              <a:gd name="connsiteX151" fmla="*/ 256751 w 2671650"/>
              <a:gd name="connsiteY151" fmla="*/ 502663 h 601039"/>
              <a:gd name="connsiteX152" fmla="*/ 255922 w 2671650"/>
              <a:gd name="connsiteY152" fmla="*/ 509623 h 601039"/>
              <a:gd name="connsiteX153" fmla="*/ 255033 w 2671650"/>
              <a:gd name="connsiteY153" fmla="*/ 502663 h 601039"/>
              <a:gd name="connsiteX154" fmla="*/ 255922 w 2671650"/>
              <a:gd name="connsiteY154" fmla="*/ 499169 h 601039"/>
              <a:gd name="connsiteX155" fmla="*/ 251065 w 2671650"/>
              <a:gd name="connsiteY155" fmla="*/ 498487 h 601039"/>
              <a:gd name="connsiteX156" fmla="*/ 251071 w 2671650"/>
              <a:gd name="connsiteY156" fmla="*/ 498687 h 601039"/>
              <a:gd name="connsiteX157" fmla="*/ 251065 w 2671650"/>
              <a:gd name="connsiteY157" fmla="*/ 498695 h 601039"/>
              <a:gd name="connsiteX158" fmla="*/ 251551 w 2671650"/>
              <a:gd name="connsiteY158" fmla="*/ 498099 h 601039"/>
              <a:gd name="connsiteX159" fmla="*/ 253138 w 2671650"/>
              <a:gd name="connsiteY159" fmla="*/ 498487 h 601039"/>
              <a:gd name="connsiteX160" fmla="*/ 253493 w 2671650"/>
              <a:gd name="connsiteY160" fmla="*/ 510333 h 601039"/>
              <a:gd name="connsiteX161" fmla="*/ 251450 w 2671650"/>
              <a:gd name="connsiteY161" fmla="*/ 510333 h 601039"/>
              <a:gd name="connsiteX162" fmla="*/ 251071 w 2671650"/>
              <a:gd name="connsiteY162" fmla="*/ 498687 h 601039"/>
              <a:gd name="connsiteX163" fmla="*/ 352788 w 2671650"/>
              <a:gd name="connsiteY163" fmla="*/ 497658 h 601039"/>
              <a:gd name="connsiteX164" fmla="*/ 353854 w 2671650"/>
              <a:gd name="connsiteY164" fmla="*/ 502100 h 601039"/>
              <a:gd name="connsiteX165" fmla="*/ 352610 w 2671650"/>
              <a:gd name="connsiteY165" fmla="*/ 510718 h 601039"/>
              <a:gd name="connsiteX166" fmla="*/ 351337 w 2671650"/>
              <a:gd name="connsiteY166" fmla="*/ 501982 h 601039"/>
              <a:gd name="connsiteX167" fmla="*/ 352788 w 2671650"/>
              <a:gd name="connsiteY167" fmla="*/ 497658 h 601039"/>
              <a:gd name="connsiteX168" fmla="*/ 302770 w 2671650"/>
              <a:gd name="connsiteY168" fmla="*/ 497658 h 601039"/>
              <a:gd name="connsiteX169" fmla="*/ 303836 w 2671650"/>
              <a:gd name="connsiteY169" fmla="*/ 502100 h 601039"/>
              <a:gd name="connsiteX170" fmla="*/ 302592 w 2671650"/>
              <a:gd name="connsiteY170" fmla="*/ 510718 h 601039"/>
              <a:gd name="connsiteX171" fmla="*/ 301319 w 2671650"/>
              <a:gd name="connsiteY171" fmla="*/ 501982 h 601039"/>
              <a:gd name="connsiteX172" fmla="*/ 302770 w 2671650"/>
              <a:gd name="connsiteY172" fmla="*/ 497658 h 601039"/>
              <a:gd name="connsiteX173" fmla="*/ 222843 w 2671650"/>
              <a:gd name="connsiteY173" fmla="*/ 496740 h 601039"/>
              <a:gd name="connsiteX174" fmla="*/ 223022 w 2671650"/>
              <a:gd name="connsiteY174" fmla="*/ 496904 h 601039"/>
              <a:gd name="connsiteX175" fmla="*/ 222754 w 2671650"/>
              <a:gd name="connsiteY175" fmla="*/ 496859 h 601039"/>
              <a:gd name="connsiteX176" fmla="*/ 442251 w 2671650"/>
              <a:gd name="connsiteY176" fmla="*/ 495141 h 601039"/>
              <a:gd name="connsiteX177" fmla="*/ 425638 w 2671650"/>
              <a:gd name="connsiteY177" fmla="*/ 505920 h 601039"/>
              <a:gd name="connsiteX178" fmla="*/ 441570 w 2671650"/>
              <a:gd name="connsiteY178" fmla="*/ 530440 h 601039"/>
              <a:gd name="connsiteX179" fmla="*/ 458627 w 2671650"/>
              <a:gd name="connsiteY179" fmla="*/ 519246 h 601039"/>
              <a:gd name="connsiteX180" fmla="*/ 457206 w 2671650"/>
              <a:gd name="connsiteY180" fmla="*/ 517055 h 601039"/>
              <a:gd name="connsiteX181" fmla="*/ 455814 w 2671650"/>
              <a:gd name="connsiteY181" fmla="*/ 514893 h 601039"/>
              <a:gd name="connsiteX182" fmla="*/ 443406 w 2671650"/>
              <a:gd name="connsiteY182" fmla="*/ 522948 h 601039"/>
              <a:gd name="connsiteX183" fmla="*/ 439231 w 2671650"/>
              <a:gd name="connsiteY183" fmla="*/ 516581 h 601039"/>
              <a:gd name="connsiteX184" fmla="*/ 450365 w 2671650"/>
              <a:gd name="connsiteY184" fmla="*/ 509474 h 601039"/>
              <a:gd name="connsiteX185" fmla="*/ 449003 w 2671650"/>
              <a:gd name="connsiteY185" fmla="*/ 507341 h 601039"/>
              <a:gd name="connsiteX186" fmla="*/ 447641 w 2671650"/>
              <a:gd name="connsiteY186" fmla="*/ 505239 h 601039"/>
              <a:gd name="connsiteX187" fmla="*/ 436595 w 2671650"/>
              <a:gd name="connsiteY187" fmla="*/ 512405 h 601039"/>
              <a:gd name="connsiteX188" fmla="*/ 433219 w 2671650"/>
              <a:gd name="connsiteY188" fmla="*/ 507193 h 601039"/>
              <a:gd name="connsiteX189" fmla="*/ 445064 w 2671650"/>
              <a:gd name="connsiteY189" fmla="*/ 499494 h 601039"/>
              <a:gd name="connsiteX190" fmla="*/ 443673 w 2671650"/>
              <a:gd name="connsiteY190" fmla="*/ 497302 h 601039"/>
              <a:gd name="connsiteX191" fmla="*/ 152126 w 2671650"/>
              <a:gd name="connsiteY191" fmla="*/ 492179 h 601039"/>
              <a:gd name="connsiteX192" fmla="*/ 145878 w 2671650"/>
              <a:gd name="connsiteY192" fmla="*/ 495970 h 601039"/>
              <a:gd name="connsiteX193" fmla="*/ 144308 w 2671650"/>
              <a:gd name="connsiteY193" fmla="*/ 501744 h 601039"/>
              <a:gd name="connsiteX194" fmla="*/ 149254 w 2671650"/>
              <a:gd name="connsiteY194" fmla="*/ 509503 h 601039"/>
              <a:gd name="connsiteX195" fmla="*/ 151978 w 2671650"/>
              <a:gd name="connsiteY195" fmla="*/ 513471 h 601039"/>
              <a:gd name="connsiteX196" fmla="*/ 151445 w 2671650"/>
              <a:gd name="connsiteY196" fmla="*/ 516077 h 601039"/>
              <a:gd name="connsiteX197" fmla="*/ 148691 w 2671650"/>
              <a:gd name="connsiteY197" fmla="*/ 517321 h 601039"/>
              <a:gd name="connsiteX198" fmla="*/ 144723 w 2671650"/>
              <a:gd name="connsiteY198" fmla="*/ 515604 h 601039"/>
              <a:gd name="connsiteX199" fmla="*/ 142176 w 2671650"/>
              <a:gd name="connsiteY199" fmla="*/ 512198 h 601039"/>
              <a:gd name="connsiteX200" fmla="*/ 143005 w 2671650"/>
              <a:gd name="connsiteY200" fmla="*/ 508378 h 601039"/>
              <a:gd name="connsiteX201" fmla="*/ 138622 w 2671650"/>
              <a:gd name="connsiteY201" fmla="*/ 505209 h 601039"/>
              <a:gd name="connsiteX202" fmla="*/ 136816 w 2671650"/>
              <a:gd name="connsiteY202" fmla="*/ 512909 h 601039"/>
              <a:gd name="connsiteX203" fmla="*/ 141761 w 2671650"/>
              <a:gd name="connsiteY203" fmla="*/ 519690 h 601039"/>
              <a:gd name="connsiteX204" fmla="*/ 149727 w 2671650"/>
              <a:gd name="connsiteY204" fmla="*/ 522474 h 601039"/>
              <a:gd name="connsiteX205" fmla="*/ 155976 w 2671650"/>
              <a:gd name="connsiteY205" fmla="*/ 518920 h 601039"/>
              <a:gd name="connsiteX206" fmla="*/ 157871 w 2671650"/>
              <a:gd name="connsiteY206" fmla="*/ 512998 h 601039"/>
              <a:gd name="connsiteX207" fmla="*/ 153459 w 2671650"/>
              <a:gd name="connsiteY207" fmla="*/ 505713 h 601039"/>
              <a:gd name="connsiteX208" fmla="*/ 150172 w 2671650"/>
              <a:gd name="connsiteY208" fmla="*/ 501211 h 601039"/>
              <a:gd name="connsiteX209" fmla="*/ 150349 w 2671650"/>
              <a:gd name="connsiteY209" fmla="*/ 498842 h 601039"/>
              <a:gd name="connsiteX210" fmla="*/ 152985 w 2671650"/>
              <a:gd name="connsiteY210" fmla="*/ 497243 h 601039"/>
              <a:gd name="connsiteX211" fmla="*/ 156302 w 2671650"/>
              <a:gd name="connsiteY211" fmla="*/ 498368 h 601039"/>
              <a:gd name="connsiteX212" fmla="*/ 158819 w 2671650"/>
              <a:gd name="connsiteY212" fmla="*/ 501715 h 601039"/>
              <a:gd name="connsiteX213" fmla="*/ 158256 w 2671650"/>
              <a:gd name="connsiteY213" fmla="*/ 505387 h 601039"/>
              <a:gd name="connsiteX214" fmla="*/ 162669 w 2671650"/>
              <a:gd name="connsiteY214" fmla="*/ 508615 h 601039"/>
              <a:gd name="connsiteX215" fmla="*/ 162669 w 2671650"/>
              <a:gd name="connsiteY215" fmla="*/ 508556 h 601039"/>
              <a:gd name="connsiteX216" fmla="*/ 164238 w 2671650"/>
              <a:gd name="connsiteY216" fmla="*/ 501093 h 601039"/>
              <a:gd name="connsiteX217" fmla="*/ 159796 w 2671650"/>
              <a:gd name="connsiteY217" fmla="*/ 494667 h 601039"/>
              <a:gd name="connsiteX218" fmla="*/ 152126 w 2671650"/>
              <a:gd name="connsiteY218" fmla="*/ 492179 h 601039"/>
              <a:gd name="connsiteX219" fmla="*/ 464787 w 2671650"/>
              <a:gd name="connsiteY219" fmla="*/ 479031 h 601039"/>
              <a:gd name="connsiteX220" fmla="*/ 456910 w 2671650"/>
              <a:gd name="connsiteY220" fmla="*/ 481992 h 601039"/>
              <a:gd name="connsiteX221" fmla="*/ 452705 w 2671650"/>
              <a:gd name="connsiteY221" fmla="*/ 490876 h 601039"/>
              <a:gd name="connsiteX222" fmla="*/ 457443 w 2671650"/>
              <a:gd name="connsiteY222" fmla="*/ 501744 h 601039"/>
              <a:gd name="connsiteX223" fmla="*/ 467186 w 2671650"/>
              <a:gd name="connsiteY223" fmla="*/ 508111 h 601039"/>
              <a:gd name="connsiteX224" fmla="*/ 480927 w 2671650"/>
              <a:gd name="connsiteY224" fmla="*/ 498072 h 601039"/>
              <a:gd name="connsiteX225" fmla="*/ 480867 w 2671650"/>
              <a:gd name="connsiteY225" fmla="*/ 498013 h 601039"/>
              <a:gd name="connsiteX226" fmla="*/ 478409 w 2671650"/>
              <a:gd name="connsiteY226" fmla="*/ 489662 h 601039"/>
              <a:gd name="connsiteX227" fmla="*/ 474086 w 2671650"/>
              <a:gd name="connsiteY227" fmla="*/ 493275 h 601039"/>
              <a:gd name="connsiteX228" fmla="*/ 475359 w 2671650"/>
              <a:gd name="connsiteY228" fmla="*/ 497717 h 601039"/>
              <a:gd name="connsiteX229" fmla="*/ 475146 w 2671650"/>
              <a:gd name="connsiteY229" fmla="*/ 498706 h 601039"/>
              <a:gd name="connsiteX230" fmla="*/ 467748 w 2671650"/>
              <a:gd name="connsiteY230" fmla="*/ 502633 h 601039"/>
              <a:gd name="connsiteX231" fmla="*/ 461826 w 2671650"/>
              <a:gd name="connsiteY231" fmla="*/ 498132 h 601039"/>
              <a:gd name="connsiteX232" fmla="*/ 458331 w 2671650"/>
              <a:gd name="connsiteY232" fmla="*/ 491232 h 601039"/>
              <a:gd name="connsiteX233" fmla="*/ 460345 w 2671650"/>
              <a:gd name="connsiteY233" fmla="*/ 485990 h 601039"/>
              <a:gd name="connsiteX234" fmla="*/ 464372 w 2671650"/>
              <a:gd name="connsiteY234" fmla="*/ 484450 h 601039"/>
              <a:gd name="connsiteX235" fmla="*/ 468222 w 2671650"/>
              <a:gd name="connsiteY235" fmla="*/ 486108 h 601039"/>
              <a:gd name="connsiteX236" fmla="*/ 472546 w 2671650"/>
              <a:gd name="connsiteY236" fmla="*/ 482496 h 601039"/>
              <a:gd name="connsiteX237" fmla="*/ 464787 w 2671650"/>
              <a:gd name="connsiteY237" fmla="*/ 479031 h 601039"/>
              <a:gd name="connsiteX238" fmla="*/ 310420 w 2671650"/>
              <a:gd name="connsiteY238" fmla="*/ 478166 h 601039"/>
              <a:gd name="connsiteX239" fmla="*/ 310479 w 2671650"/>
              <a:gd name="connsiteY239" fmla="*/ 478166 h 601039"/>
              <a:gd name="connsiteX240" fmla="*/ 310479 w 2671650"/>
              <a:gd name="connsiteY240" fmla="*/ 486073 h 601039"/>
              <a:gd name="connsiteX241" fmla="*/ 303757 w 2671650"/>
              <a:gd name="connsiteY241" fmla="*/ 486073 h 601039"/>
              <a:gd name="connsiteX242" fmla="*/ 326520 w 2671650"/>
              <a:gd name="connsiteY242" fmla="*/ 476514 h 601039"/>
              <a:gd name="connsiteX243" fmla="*/ 330903 w 2671650"/>
              <a:gd name="connsiteY243" fmla="*/ 483503 h 601039"/>
              <a:gd name="connsiteX244" fmla="*/ 326520 w 2671650"/>
              <a:gd name="connsiteY244" fmla="*/ 490492 h 601039"/>
              <a:gd name="connsiteX245" fmla="*/ 322137 w 2671650"/>
              <a:gd name="connsiteY245" fmla="*/ 483503 h 601039"/>
              <a:gd name="connsiteX246" fmla="*/ 326520 w 2671650"/>
              <a:gd name="connsiteY246" fmla="*/ 476514 h 601039"/>
              <a:gd name="connsiteX247" fmla="*/ 290066 w 2671650"/>
              <a:gd name="connsiteY247" fmla="*/ 476514 h 601039"/>
              <a:gd name="connsiteX248" fmla="*/ 294301 w 2671650"/>
              <a:gd name="connsiteY248" fmla="*/ 480245 h 601039"/>
              <a:gd name="connsiteX249" fmla="*/ 294295 w 2671650"/>
              <a:gd name="connsiteY249" fmla="*/ 480930 h 601039"/>
              <a:gd name="connsiteX250" fmla="*/ 290273 w 2671650"/>
              <a:gd name="connsiteY250" fmla="*/ 484214 h 601039"/>
              <a:gd name="connsiteX251" fmla="*/ 286038 w 2671650"/>
              <a:gd name="connsiteY251" fmla="*/ 480423 h 601039"/>
              <a:gd name="connsiteX252" fmla="*/ 286044 w 2671650"/>
              <a:gd name="connsiteY252" fmla="*/ 479997 h 601039"/>
              <a:gd name="connsiteX253" fmla="*/ 290066 w 2671650"/>
              <a:gd name="connsiteY253" fmla="*/ 476514 h 601039"/>
              <a:gd name="connsiteX254" fmla="*/ 289243 w 2671650"/>
              <a:gd name="connsiteY254" fmla="*/ 474714 h 601039"/>
              <a:gd name="connsiteX255" fmla="*/ 283373 w 2671650"/>
              <a:gd name="connsiteY255" fmla="*/ 480690 h 601039"/>
              <a:gd name="connsiteX256" fmla="*/ 283403 w 2671650"/>
              <a:gd name="connsiteY256" fmla="*/ 481087 h 601039"/>
              <a:gd name="connsiteX257" fmla="*/ 289948 w 2671650"/>
              <a:gd name="connsiteY257" fmla="*/ 486316 h 601039"/>
              <a:gd name="connsiteX258" fmla="*/ 294745 w 2671650"/>
              <a:gd name="connsiteY258" fmla="*/ 484243 h 601039"/>
              <a:gd name="connsiteX259" fmla="*/ 289711 w 2671650"/>
              <a:gd name="connsiteY259" fmla="*/ 490759 h 601039"/>
              <a:gd name="connsiteX260" fmla="*/ 289095 w 2671650"/>
              <a:gd name="connsiteY260" fmla="*/ 490812 h 601039"/>
              <a:gd name="connsiteX261" fmla="*/ 286187 w 2671650"/>
              <a:gd name="connsiteY261" fmla="*/ 487797 h 601039"/>
              <a:gd name="connsiteX262" fmla="*/ 283551 w 2671650"/>
              <a:gd name="connsiteY262" fmla="*/ 487797 h 601039"/>
              <a:gd name="connsiteX263" fmla="*/ 289770 w 2671650"/>
              <a:gd name="connsiteY263" fmla="*/ 492476 h 601039"/>
              <a:gd name="connsiteX264" fmla="*/ 289770 w 2671650"/>
              <a:gd name="connsiteY264" fmla="*/ 492565 h 601039"/>
              <a:gd name="connsiteX265" fmla="*/ 297440 w 2671650"/>
              <a:gd name="connsiteY265" fmla="*/ 482852 h 601039"/>
              <a:gd name="connsiteX266" fmla="*/ 290096 w 2671650"/>
              <a:gd name="connsiteY266" fmla="*/ 474767 h 601039"/>
              <a:gd name="connsiteX267" fmla="*/ 289243 w 2671650"/>
              <a:gd name="connsiteY267" fmla="*/ 474714 h 601039"/>
              <a:gd name="connsiteX268" fmla="*/ 326520 w 2671650"/>
              <a:gd name="connsiteY268" fmla="*/ 474678 h 601039"/>
              <a:gd name="connsiteX269" fmla="*/ 319354 w 2671650"/>
              <a:gd name="connsiteY269" fmla="*/ 483562 h 601039"/>
              <a:gd name="connsiteX270" fmla="*/ 326520 w 2671650"/>
              <a:gd name="connsiteY270" fmla="*/ 492446 h 601039"/>
              <a:gd name="connsiteX271" fmla="*/ 326520 w 2671650"/>
              <a:gd name="connsiteY271" fmla="*/ 492565 h 601039"/>
              <a:gd name="connsiteX272" fmla="*/ 333687 w 2671650"/>
              <a:gd name="connsiteY272" fmla="*/ 483562 h 601039"/>
              <a:gd name="connsiteX273" fmla="*/ 326520 w 2671650"/>
              <a:gd name="connsiteY273" fmla="*/ 474678 h 601039"/>
              <a:gd name="connsiteX274" fmla="*/ 310559 w 2671650"/>
              <a:gd name="connsiteY274" fmla="*/ 474560 h 601039"/>
              <a:gd name="connsiteX275" fmla="*/ 300994 w 2671650"/>
              <a:gd name="connsiteY275" fmla="*/ 485606 h 601039"/>
              <a:gd name="connsiteX276" fmla="*/ 300994 w 2671650"/>
              <a:gd name="connsiteY276" fmla="*/ 487738 h 601039"/>
              <a:gd name="connsiteX277" fmla="*/ 310115 w 2671650"/>
              <a:gd name="connsiteY277" fmla="*/ 487738 h 601039"/>
              <a:gd name="connsiteX278" fmla="*/ 310115 w 2671650"/>
              <a:gd name="connsiteY278" fmla="*/ 492002 h 601039"/>
              <a:gd name="connsiteX279" fmla="*/ 312750 w 2671650"/>
              <a:gd name="connsiteY279" fmla="*/ 492002 h 601039"/>
              <a:gd name="connsiteX280" fmla="*/ 312750 w 2671650"/>
              <a:gd name="connsiteY280" fmla="*/ 487738 h 601039"/>
              <a:gd name="connsiteX281" fmla="*/ 315711 w 2671650"/>
              <a:gd name="connsiteY281" fmla="*/ 487738 h 601039"/>
              <a:gd name="connsiteX282" fmla="*/ 315711 w 2671650"/>
              <a:gd name="connsiteY282" fmla="*/ 485872 h 601039"/>
              <a:gd name="connsiteX283" fmla="*/ 312750 w 2671650"/>
              <a:gd name="connsiteY283" fmla="*/ 485872 h 601039"/>
              <a:gd name="connsiteX284" fmla="*/ 312750 w 2671650"/>
              <a:gd name="connsiteY284" fmla="*/ 474560 h 601039"/>
              <a:gd name="connsiteX285" fmla="*/ 272624 w 2671650"/>
              <a:gd name="connsiteY285" fmla="*/ 474441 h 601039"/>
              <a:gd name="connsiteX286" fmla="*/ 266997 w 2671650"/>
              <a:gd name="connsiteY286" fmla="*/ 477758 h 601039"/>
              <a:gd name="connsiteX287" fmla="*/ 266997 w 2671650"/>
              <a:gd name="connsiteY287" fmla="*/ 479624 h 601039"/>
              <a:gd name="connsiteX288" fmla="*/ 271883 w 2671650"/>
              <a:gd name="connsiteY288" fmla="*/ 479624 h 601039"/>
              <a:gd name="connsiteX289" fmla="*/ 271883 w 2671650"/>
              <a:gd name="connsiteY289" fmla="*/ 492002 h 601039"/>
              <a:gd name="connsiteX290" fmla="*/ 274667 w 2671650"/>
              <a:gd name="connsiteY290" fmla="*/ 492002 h 601039"/>
              <a:gd name="connsiteX291" fmla="*/ 274667 w 2671650"/>
              <a:gd name="connsiteY291" fmla="*/ 474441 h 601039"/>
              <a:gd name="connsiteX292" fmla="*/ 128554 w 2671650"/>
              <a:gd name="connsiteY292" fmla="*/ 469377 h 601039"/>
              <a:gd name="connsiteX293" fmla="*/ 108594 w 2671650"/>
              <a:gd name="connsiteY293" fmla="*/ 490758 h 601039"/>
              <a:gd name="connsiteX294" fmla="*/ 110519 w 2671650"/>
              <a:gd name="connsiteY294" fmla="*/ 492564 h 601039"/>
              <a:gd name="connsiteX295" fmla="*/ 112444 w 2671650"/>
              <a:gd name="connsiteY295" fmla="*/ 494460 h 601039"/>
              <a:gd name="connsiteX296" fmla="*/ 126807 w 2671650"/>
              <a:gd name="connsiteY296" fmla="*/ 479031 h 601039"/>
              <a:gd name="connsiteX297" fmla="*/ 120558 w 2671650"/>
              <a:gd name="connsiteY297" fmla="*/ 502041 h 601039"/>
              <a:gd name="connsiteX298" fmla="*/ 122601 w 2671650"/>
              <a:gd name="connsiteY298" fmla="*/ 503936 h 601039"/>
              <a:gd name="connsiteX299" fmla="*/ 124645 w 2671650"/>
              <a:gd name="connsiteY299" fmla="*/ 505742 h 601039"/>
              <a:gd name="connsiteX300" fmla="*/ 144575 w 2671650"/>
              <a:gd name="connsiteY300" fmla="*/ 484332 h 601039"/>
              <a:gd name="connsiteX301" fmla="*/ 142650 w 2671650"/>
              <a:gd name="connsiteY301" fmla="*/ 482555 h 601039"/>
              <a:gd name="connsiteX302" fmla="*/ 140755 w 2671650"/>
              <a:gd name="connsiteY302" fmla="*/ 480778 h 601039"/>
              <a:gd name="connsiteX303" fmla="*/ 126747 w 2671650"/>
              <a:gd name="connsiteY303" fmla="*/ 495792 h 601039"/>
              <a:gd name="connsiteX304" fmla="*/ 132848 w 2671650"/>
              <a:gd name="connsiteY304" fmla="*/ 473404 h 601039"/>
              <a:gd name="connsiteX305" fmla="*/ 130686 w 2671650"/>
              <a:gd name="connsiteY305" fmla="*/ 471390 h 601039"/>
              <a:gd name="connsiteX306" fmla="*/ 741423 w 2671650"/>
              <a:gd name="connsiteY306" fmla="*/ 469126 h 601039"/>
              <a:gd name="connsiteX307" fmla="*/ 741527 w 2671650"/>
              <a:gd name="connsiteY307" fmla="*/ 486161 h 601039"/>
              <a:gd name="connsiteX308" fmla="*/ 758561 w 2671650"/>
              <a:gd name="connsiteY308" fmla="*/ 486161 h 601039"/>
              <a:gd name="connsiteX309" fmla="*/ 766924 w 2671650"/>
              <a:gd name="connsiteY309" fmla="*/ 483890 h 601039"/>
              <a:gd name="connsiteX310" fmla="*/ 769609 w 2671650"/>
              <a:gd name="connsiteY310" fmla="*/ 476972 h 601039"/>
              <a:gd name="connsiteX311" fmla="*/ 766718 w 2671650"/>
              <a:gd name="connsiteY311" fmla="*/ 471088 h 601039"/>
              <a:gd name="connsiteX312" fmla="*/ 757941 w 2671650"/>
              <a:gd name="connsiteY312" fmla="*/ 469126 h 601039"/>
              <a:gd name="connsiteX313" fmla="*/ 2480444 w 2671650"/>
              <a:gd name="connsiteY313" fmla="*/ 466963 h 601039"/>
              <a:gd name="connsiteX314" fmla="*/ 2467383 w 2671650"/>
              <a:gd name="connsiteY314" fmla="*/ 470103 h 601039"/>
              <a:gd name="connsiteX315" fmla="*/ 2463508 w 2671650"/>
              <a:gd name="connsiteY315" fmla="*/ 473977 h 601039"/>
              <a:gd name="connsiteX316" fmla="*/ 2458345 w 2671650"/>
              <a:gd name="connsiteY316" fmla="*/ 494626 h 601039"/>
              <a:gd name="connsiteX317" fmla="*/ 2463405 w 2671650"/>
              <a:gd name="connsiteY317" fmla="*/ 514243 h 601039"/>
              <a:gd name="connsiteX318" fmla="*/ 2488251 w 2671650"/>
              <a:gd name="connsiteY318" fmla="*/ 517891 h 601039"/>
              <a:gd name="connsiteX319" fmla="*/ 2491899 w 2671650"/>
              <a:gd name="connsiteY319" fmla="*/ 514243 h 601039"/>
              <a:gd name="connsiteX320" fmla="*/ 2491900 w 2671650"/>
              <a:gd name="connsiteY320" fmla="*/ 514243 h 601039"/>
              <a:gd name="connsiteX321" fmla="*/ 2497061 w 2671650"/>
              <a:gd name="connsiteY321" fmla="*/ 494626 h 601039"/>
              <a:gd name="connsiteX322" fmla="*/ 2491900 w 2671650"/>
              <a:gd name="connsiteY322" fmla="*/ 473977 h 601039"/>
              <a:gd name="connsiteX323" fmla="*/ 2480444 w 2671650"/>
              <a:gd name="connsiteY323" fmla="*/ 466963 h 601039"/>
              <a:gd name="connsiteX324" fmla="*/ 2334782 w 2671650"/>
              <a:gd name="connsiteY324" fmla="*/ 466958 h 601039"/>
              <a:gd name="connsiteX325" fmla="*/ 2321654 w 2671650"/>
              <a:gd name="connsiteY325" fmla="*/ 470157 h 601039"/>
              <a:gd name="connsiteX326" fmla="*/ 2317832 w 2671650"/>
              <a:gd name="connsiteY326" fmla="*/ 473979 h 601039"/>
              <a:gd name="connsiteX327" fmla="*/ 2312774 w 2671650"/>
              <a:gd name="connsiteY327" fmla="*/ 494628 h 601039"/>
              <a:gd name="connsiteX328" fmla="*/ 2317832 w 2671650"/>
              <a:gd name="connsiteY328" fmla="*/ 514244 h 601039"/>
              <a:gd name="connsiteX329" fmla="*/ 2342679 w 2671650"/>
              <a:gd name="connsiteY329" fmla="*/ 517892 h 601039"/>
              <a:gd name="connsiteX330" fmla="*/ 2346327 w 2671650"/>
              <a:gd name="connsiteY330" fmla="*/ 514244 h 601039"/>
              <a:gd name="connsiteX331" fmla="*/ 2351386 w 2671650"/>
              <a:gd name="connsiteY331" fmla="*/ 494628 h 601039"/>
              <a:gd name="connsiteX332" fmla="*/ 2346327 w 2671650"/>
              <a:gd name="connsiteY332" fmla="*/ 473979 h 601039"/>
              <a:gd name="connsiteX333" fmla="*/ 2334782 w 2671650"/>
              <a:gd name="connsiteY333" fmla="*/ 466958 h 601039"/>
              <a:gd name="connsiteX334" fmla="*/ 1796372 w 2671650"/>
              <a:gd name="connsiteY334" fmla="*/ 466958 h 601039"/>
              <a:gd name="connsiteX335" fmla="*/ 1783244 w 2671650"/>
              <a:gd name="connsiteY335" fmla="*/ 470157 h 601039"/>
              <a:gd name="connsiteX336" fmla="*/ 1779422 w 2671650"/>
              <a:gd name="connsiteY336" fmla="*/ 473979 h 601039"/>
              <a:gd name="connsiteX337" fmla="*/ 1774364 w 2671650"/>
              <a:gd name="connsiteY337" fmla="*/ 494628 h 601039"/>
              <a:gd name="connsiteX338" fmla="*/ 1779422 w 2671650"/>
              <a:gd name="connsiteY338" fmla="*/ 514244 h 601039"/>
              <a:gd name="connsiteX339" fmla="*/ 1804269 w 2671650"/>
              <a:gd name="connsiteY339" fmla="*/ 517892 h 601039"/>
              <a:gd name="connsiteX340" fmla="*/ 1807917 w 2671650"/>
              <a:gd name="connsiteY340" fmla="*/ 514244 h 601039"/>
              <a:gd name="connsiteX341" fmla="*/ 1812976 w 2671650"/>
              <a:gd name="connsiteY341" fmla="*/ 494628 h 601039"/>
              <a:gd name="connsiteX342" fmla="*/ 1807917 w 2671650"/>
              <a:gd name="connsiteY342" fmla="*/ 473979 h 601039"/>
              <a:gd name="connsiteX343" fmla="*/ 1796372 w 2671650"/>
              <a:gd name="connsiteY343" fmla="*/ 466958 h 601039"/>
              <a:gd name="connsiteX344" fmla="*/ 119107 w 2671650"/>
              <a:gd name="connsiteY344" fmla="*/ 459071 h 601039"/>
              <a:gd name="connsiteX345" fmla="*/ 97371 w 2671650"/>
              <a:gd name="connsiteY345" fmla="*/ 478646 h 601039"/>
              <a:gd name="connsiteX346" fmla="*/ 99266 w 2671650"/>
              <a:gd name="connsiteY346" fmla="*/ 480719 h 601039"/>
              <a:gd name="connsiteX347" fmla="*/ 101131 w 2671650"/>
              <a:gd name="connsiteY347" fmla="*/ 482821 h 601039"/>
              <a:gd name="connsiteX348" fmla="*/ 122868 w 2671650"/>
              <a:gd name="connsiteY348" fmla="*/ 463247 h 601039"/>
              <a:gd name="connsiteX349" fmla="*/ 121002 w 2671650"/>
              <a:gd name="connsiteY349" fmla="*/ 461144 h 601039"/>
              <a:gd name="connsiteX350" fmla="*/ 2603178 w 2671650"/>
              <a:gd name="connsiteY350" fmla="*/ 455955 h 601039"/>
              <a:gd name="connsiteX351" fmla="*/ 2611954 w 2671650"/>
              <a:gd name="connsiteY351" fmla="*/ 455955 h 601039"/>
              <a:gd name="connsiteX352" fmla="*/ 2620833 w 2671650"/>
              <a:gd name="connsiteY352" fmla="*/ 455955 h 601039"/>
              <a:gd name="connsiteX353" fmla="*/ 2635647 w 2671650"/>
              <a:gd name="connsiteY353" fmla="*/ 489389 h 601039"/>
              <a:gd name="connsiteX354" fmla="*/ 2635597 w 2671650"/>
              <a:gd name="connsiteY354" fmla="*/ 489509 h 601039"/>
              <a:gd name="connsiteX355" fmla="*/ 2635700 w 2671650"/>
              <a:gd name="connsiteY355" fmla="*/ 489509 h 601039"/>
              <a:gd name="connsiteX356" fmla="*/ 2635647 w 2671650"/>
              <a:gd name="connsiteY356" fmla="*/ 489389 h 601039"/>
              <a:gd name="connsiteX357" fmla="*/ 2649534 w 2671650"/>
              <a:gd name="connsiteY357" fmla="*/ 455955 h 601039"/>
              <a:gd name="connsiteX358" fmla="*/ 2658001 w 2671650"/>
              <a:gd name="connsiteY358" fmla="*/ 455955 h 601039"/>
              <a:gd name="connsiteX359" fmla="*/ 2666363 w 2671650"/>
              <a:gd name="connsiteY359" fmla="*/ 455955 h 601039"/>
              <a:gd name="connsiteX360" fmla="*/ 2642824 w 2671650"/>
              <a:gd name="connsiteY360" fmla="*/ 503962 h 601039"/>
              <a:gd name="connsiteX361" fmla="*/ 2642824 w 2671650"/>
              <a:gd name="connsiteY361" fmla="*/ 533387 h 601039"/>
              <a:gd name="connsiteX362" fmla="*/ 2635493 w 2671650"/>
              <a:gd name="connsiteY362" fmla="*/ 533387 h 601039"/>
              <a:gd name="connsiteX363" fmla="*/ 2627957 w 2671650"/>
              <a:gd name="connsiteY363" fmla="*/ 533387 h 601039"/>
              <a:gd name="connsiteX364" fmla="*/ 2627957 w 2671650"/>
              <a:gd name="connsiteY364" fmla="*/ 504272 h 601039"/>
              <a:gd name="connsiteX365" fmla="*/ 2382549 w 2671650"/>
              <a:gd name="connsiteY365" fmla="*/ 455955 h 601039"/>
              <a:gd name="connsiteX366" fmla="*/ 2389983 w 2671650"/>
              <a:gd name="connsiteY366" fmla="*/ 455955 h 601039"/>
              <a:gd name="connsiteX367" fmla="*/ 2397416 w 2671650"/>
              <a:gd name="connsiteY367" fmla="*/ 455955 h 601039"/>
              <a:gd name="connsiteX368" fmla="*/ 2397416 w 2671650"/>
              <a:gd name="connsiteY368" fmla="*/ 519552 h 601039"/>
              <a:gd name="connsiteX369" fmla="*/ 2432725 w 2671650"/>
              <a:gd name="connsiteY369" fmla="*/ 519552 h 601039"/>
              <a:gd name="connsiteX370" fmla="*/ 2432725 w 2671650"/>
              <a:gd name="connsiteY370" fmla="*/ 526470 h 601039"/>
              <a:gd name="connsiteX371" fmla="*/ 2432725 w 2671650"/>
              <a:gd name="connsiteY371" fmla="*/ 533283 h 601039"/>
              <a:gd name="connsiteX372" fmla="*/ 2382549 w 2671650"/>
              <a:gd name="connsiteY372" fmla="*/ 533283 h 601039"/>
              <a:gd name="connsiteX373" fmla="*/ 2225207 w 2671650"/>
              <a:gd name="connsiteY373" fmla="*/ 455955 h 601039"/>
              <a:gd name="connsiteX374" fmla="*/ 2232951 w 2671650"/>
              <a:gd name="connsiteY374" fmla="*/ 455955 h 601039"/>
              <a:gd name="connsiteX375" fmla="*/ 2240694 w 2671650"/>
              <a:gd name="connsiteY375" fmla="*/ 455955 h 601039"/>
              <a:gd name="connsiteX376" fmla="*/ 2269292 w 2671650"/>
              <a:gd name="connsiteY376" fmla="*/ 510261 h 601039"/>
              <a:gd name="connsiteX377" fmla="*/ 2269292 w 2671650"/>
              <a:gd name="connsiteY377" fmla="*/ 455955 h 601039"/>
              <a:gd name="connsiteX378" fmla="*/ 2276210 w 2671650"/>
              <a:gd name="connsiteY378" fmla="*/ 455955 h 601039"/>
              <a:gd name="connsiteX379" fmla="*/ 2283229 w 2671650"/>
              <a:gd name="connsiteY379" fmla="*/ 455955 h 601039"/>
              <a:gd name="connsiteX380" fmla="*/ 2283229 w 2671650"/>
              <a:gd name="connsiteY380" fmla="*/ 533283 h 601039"/>
              <a:gd name="connsiteX381" fmla="*/ 2275796 w 2671650"/>
              <a:gd name="connsiteY381" fmla="*/ 533283 h 601039"/>
              <a:gd name="connsiteX382" fmla="*/ 2268362 w 2671650"/>
              <a:gd name="connsiteY382" fmla="*/ 533283 h 601039"/>
              <a:gd name="connsiteX383" fmla="*/ 2239041 w 2671650"/>
              <a:gd name="connsiteY383" fmla="*/ 477532 h 601039"/>
              <a:gd name="connsiteX384" fmla="*/ 2239041 w 2671650"/>
              <a:gd name="connsiteY384" fmla="*/ 533283 h 601039"/>
              <a:gd name="connsiteX385" fmla="*/ 2232125 w 2671650"/>
              <a:gd name="connsiteY385" fmla="*/ 533283 h 601039"/>
              <a:gd name="connsiteX386" fmla="*/ 2225207 w 2671650"/>
              <a:gd name="connsiteY386" fmla="*/ 533283 h 601039"/>
              <a:gd name="connsiteX387" fmla="*/ 2149839 w 2671650"/>
              <a:gd name="connsiteY387" fmla="*/ 455955 h 601039"/>
              <a:gd name="connsiteX388" fmla="*/ 2157170 w 2671650"/>
              <a:gd name="connsiteY388" fmla="*/ 455955 h 601039"/>
              <a:gd name="connsiteX389" fmla="*/ 2164603 w 2671650"/>
              <a:gd name="connsiteY389" fmla="*/ 455955 h 601039"/>
              <a:gd name="connsiteX390" fmla="*/ 2164603 w 2671650"/>
              <a:gd name="connsiteY390" fmla="*/ 484966 h 601039"/>
              <a:gd name="connsiteX391" fmla="*/ 2192478 w 2671650"/>
              <a:gd name="connsiteY391" fmla="*/ 484966 h 601039"/>
              <a:gd name="connsiteX392" fmla="*/ 2192478 w 2671650"/>
              <a:gd name="connsiteY392" fmla="*/ 455955 h 601039"/>
              <a:gd name="connsiteX393" fmla="*/ 2199912 w 2671650"/>
              <a:gd name="connsiteY393" fmla="*/ 455955 h 601039"/>
              <a:gd name="connsiteX394" fmla="*/ 2207345 w 2671650"/>
              <a:gd name="connsiteY394" fmla="*/ 455955 h 601039"/>
              <a:gd name="connsiteX395" fmla="*/ 2207345 w 2671650"/>
              <a:gd name="connsiteY395" fmla="*/ 533283 h 601039"/>
              <a:gd name="connsiteX396" fmla="*/ 2199912 w 2671650"/>
              <a:gd name="connsiteY396" fmla="*/ 533283 h 601039"/>
              <a:gd name="connsiteX397" fmla="*/ 2192478 w 2671650"/>
              <a:gd name="connsiteY397" fmla="*/ 533283 h 601039"/>
              <a:gd name="connsiteX398" fmla="*/ 2192478 w 2671650"/>
              <a:gd name="connsiteY398" fmla="*/ 498285 h 601039"/>
              <a:gd name="connsiteX399" fmla="*/ 2164603 w 2671650"/>
              <a:gd name="connsiteY399" fmla="*/ 498285 h 601039"/>
              <a:gd name="connsiteX400" fmla="*/ 2164603 w 2671650"/>
              <a:gd name="connsiteY400" fmla="*/ 533283 h 601039"/>
              <a:gd name="connsiteX401" fmla="*/ 2157273 w 2671650"/>
              <a:gd name="connsiteY401" fmla="*/ 533283 h 601039"/>
              <a:gd name="connsiteX402" fmla="*/ 2149839 w 2671650"/>
              <a:gd name="connsiteY402" fmla="*/ 533283 h 601039"/>
              <a:gd name="connsiteX403" fmla="*/ 2004681 w 2671650"/>
              <a:gd name="connsiteY403" fmla="*/ 455955 h 601039"/>
              <a:gd name="connsiteX404" fmla="*/ 2057025 w 2671650"/>
              <a:gd name="connsiteY404" fmla="*/ 455955 h 601039"/>
              <a:gd name="connsiteX405" fmla="*/ 2057025 w 2671650"/>
              <a:gd name="connsiteY405" fmla="*/ 462769 h 601039"/>
              <a:gd name="connsiteX406" fmla="*/ 2057025 w 2671650"/>
              <a:gd name="connsiteY406" fmla="*/ 469686 h 601039"/>
              <a:gd name="connsiteX407" fmla="*/ 2019548 w 2671650"/>
              <a:gd name="connsiteY407" fmla="*/ 469686 h 601039"/>
              <a:gd name="connsiteX408" fmla="*/ 2019548 w 2671650"/>
              <a:gd name="connsiteY408" fmla="*/ 486102 h 601039"/>
              <a:gd name="connsiteX409" fmla="*/ 2054341 w 2671650"/>
              <a:gd name="connsiteY409" fmla="*/ 486102 h 601039"/>
              <a:gd name="connsiteX410" fmla="*/ 2054341 w 2671650"/>
              <a:gd name="connsiteY410" fmla="*/ 492709 h 601039"/>
              <a:gd name="connsiteX411" fmla="*/ 2054341 w 2671650"/>
              <a:gd name="connsiteY411" fmla="*/ 499420 h 601039"/>
              <a:gd name="connsiteX412" fmla="*/ 2019548 w 2671650"/>
              <a:gd name="connsiteY412" fmla="*/ 499420 h 601039"/>
              <a:gd name="connsiteX413" fmla="*/ 2019548 w 2671650"/>
              <a:gd name="connsiteY413" fmla="*/ 519552 h 601039"/>
              <a:gd name="connsiteX414" fmla="*/ 2058677 w 2671650"/>
              <a:gd name="connsiteY414" fmla="*/ 519552 h 601039"/>
              <a:gd name="connsiteX415" fmla="*/ 2058677 w 2671650"/>
              <a:gd name="connsiteY415" fmla="*/ 526470 h 601039"/>
              <a:gd name="connsiteX416" fmla="*/ 2058677 w 2671650"/>
              <a:gd name="connsiteY416" fmla="*/ 533283 h 601039"/>
              <a:gd name="connsiteX417" fmla="*/ 2004681 w 2671650"/>
              <a:gd name="connsiteY417" fmla="*/ 533283 h 601039"/>
              <a:gd name="connsiteX418" fmla="*/ 1933959 w 2671650"/>
              <a:gd name="connsiteY418" fmla="*/ 455955 h 601039"/>
              <a:gd name="connsiteX419" fmla="*/ 1991878 w 2671650"/>
              <a:gd name="connsiteY419" fmla="*/ 455955 h 601039"/>
              <a:gd name="connsiteX420" fmla="*/ 1991878 w 2671650"/>
              <a:gd name="connsiteY420" fmla="*/ 462769 h 601039"/>
              <a:gd name="connsiteX421" fmla="*/ 1991878 w 2671650"/>
              <a:gd name="connsiteY421" fmla="*/ 469686 h 601039"/>
              <a:gd name="connsiteX422" fmla="*/ 1970301 w 2671650"/>
              <a:gd name="connsiteY422" fmla="*/ 469686 h 601039"/>
              <a:gd name="connsiteX423" fmla="*/ 1970301 w 2671650"/>
              <a:gd name="connsiteY423" fmla="*/ 533283 h 601039"/>
              <a:gd name="connsiteX424" fmla="*/ 1962970 w 2671650"/>
              <a:gd name="connsiteY424" fmla="*/ 533283 h 601039"/>
              <a:gd name="connsiteX425" fmla="*/ 1955537 w 2671650"/>
              <a:gd name="connsiteY425" fmla="*/ 533283 h 601039"/>
              <a:gd name="connsiteX426" fmla="*/ 1955537 w 2671650"/>
              <a:gd name="connsiteY426" fmla="*/ 469686 h 601039"/>
              <a:gd name="connsiteX427" fmla="*/ 1933959 w 2671650"/>
              <a:gd name="connsiteY427" fmla="*/ 469686 h 601039"/>
              <a:gd name="connsiteX428" fmla="*/ 1933959 w 2671650"/>
              <a:gd name="connsiteY428" fmla="*/ 462873 h 601039"/>
              <a:gd name="connsiteX429" fmla="*/ 1844139 w 2671650"/>
              <a:gd name="connsiteY429" fmla="*/ 455955 h 601039"/>
              <a:gd name="connsiteX430" fmla="*/ 1894727 w 2671650"/>
              <a:gd name="connsiteY430" fmla="*/ 455955 h 601039"/>
              <a:gd name="connsiteX431" fmla="*/ 1894727 w 2671650"/>
              <a:gd name="connsiteY431" fmla="*/ 462769 h 601039"/>
              <a:gd name="connsiteX432" fmla="*/ 1894727 w 2671650"/>
              <a:gd name="connsiteY432" fmla="*/ 469686 h 601039"/>
              <a:gd name="connsiteX433" fmla="*/ 1859006 w 2671650"/>
              <a:gd name="connsiteY433" fmla="*/ 469686 h 601039"/>
              <a:gd name="connsiteX434" fmla="*/ 1859006 w 2671650"/>
              <a:gd name="connsiteY434" fmla="*/ 487238 h 601039"/>
              <a:gd name="connsiteX435" fmla="*/ 1890186 w 2671650"/>
              <a:gd name="connsiteY435" fmla="*/ 487238 h 601039"/>
              <a:gd name="connsiteX436" fmla="*/ 1890186 w 2671650"/>
              <a:gd name="connsiteY436" fmla="*/ 493948 h 601039"/>
              <a:gd name="connsiteX437" fmla="*/ 1890186 w 2671650"/>
              <a:gd name="connsiteY437" fmla="*/ 500556 h 601039"/>
              <a:gd name="connsiteX438" fmla="*/ 1859006 w 2671650"/>
              <a:gd name="connsiteY438" fmla="*/ 500556 h 601039"/>
              <a:gd name="connsiteX439" fmla="*/ 1859006 w 2671650"/>
              <a:gd name="connsiteY439" fmla="*/ 533283 h 601039"/>
              <a:gd name="connsiteX440" fmla="*/ 1851573 w 2671650"/>
              <a:gd name="connsiteY440" fmla="*/ 533283 h 601039"/>
              <a:gd name="connsiteX441" fmla="*/ 1844139 w 2671650"/>
              <a:gd name="connsiteY441" fmla="*/ 533283 h 601039"/>
              <a:gd name="connsiteX442" fmla="*/ 1661400 w 2671650"/>
              <a:gd name="connsiteY442" fmla="*/ 455955 h 601039"/>
              <a:gd name="connsiteX443" fmla="*/ 1713847 w 2671650"/>
              <a:gd name="connsiteY443" fmla="*/ 455955 h 601039"/>
              <a:gd name="connsiteX444" fmla="*/ 1713847 w 2671650"/>
              <a:gd name="connsiteY444" fmla="*/ 462769 h 601039"/>
              <a:gd name="connsiteX445" fmla="*/ 1713847 w 2671650"/>
              <a:gd name="connsiteY445" fmla="*/ 469686 h 601039"/>
              <a:gd name="connsiteX446" fmla="*/ 1676267 w 2671650"/>
              <a:gd name="connsiteY446" fmla="*/ 469686 h 601039"/>
              <a:gd name="connsiteX447" fmla="*/ 1676267 w 2671650"/>
              <a:gd name="connsiteY447" fmla="*/ 486102 h 601039"/>
              <a:gd name="connsiteX448" fmla="*/ 1711060 w 2671650"/>
              <a:gd name="connsiteY448" fmla="*/ 486102 h 601039"/>
              <a:gd name="connsiteX449" fmla="*/ 1711060 w 2671650"/>
              <a:gd name="connsiteY449" fmla="*/ 492709 h 601039"/>
              <a:gd name="connsiteX450" fmla="*/ 1711060 w 2671650"/>
              <a:gd name="connsiteY450" fmla="*/ 499420 h 601039"/>
              <a:gd name="connsiteX451" fmla="*/ 1676267 w 2671650"/>
              <a:gd name="connsiteY451" fmla="*/ 499420 h 601039"/>
              <a:gd name="connsiteX452" fmla="*/ 1676267 w 2671650"/>
              <a:gd name="connsiteY452" fmla="*/ 519552 h 601039"/>
              <a:gd name="connsiteX453" fmla="*/ 1715499 w 2671650"/>
              <a:gd name="connsiteY453" fmla="*/ 519552 h 601039"/>
              <a:gd name="connsiteX454" fmla="*/ 1715499 w 2671650"/>
              <a:gd name="connsiteY454" fmla="*/ 526470 h 601039"/>
              <a:gd name="connsiteX455" fmla="*/ 1715499 w 2671650"/>
              <a:gd name="connsiteY455" fmla="*/ 533283 h 601039"/>
              <a:gd name="connsiteX456" fmla="*/ 1661400 w 2671650"/>
              <a:gd name="connsiteY456" fmla="*/ 533283 h 601039"/>
              <a:gd name="connsiteX457" fmla="*/ 1590782 w 2671650"/>
              <a:gd name="connsiteY457" fmla="*/ 455955 h 601039"/>
              <a:gd name="connsiteX458" fmla="*/ 1648598 w 2671650"/>
              <a:gd name="connsiteY458" fmla="*/ 455955 h 601039"/>
              <a:gd name="connsiteX459" fmla="*/ 1648598 w 2671650"/>
              <a:gd name="connsiteY459" fmla="*/ 462769 h 601039"/>
              <a:gd name="connsiteX460" fmla="*/ 1648598 w 2671650"/>
              <a:gd name="connsiteY460" fmla="*/ 469686 h 601039"/>
              <a:gd name="connsiteX461" fmla="*/ 1627124 w 2671650"/>
              <a:gd name="connsiteY461" fmla="*/ 469686 h 601039"/>
              <a:gd name="connsiteX462" fmla="*/ 1627124 w 2671650"/>
              <a:gd name="connsiteY462" fmla="*/ 533283 h 601039"/>
              <a:gd name="connsiteX463" fmla="*/ 1619690 w 2671650"/>
              <a:gd name="connsiteY463" fmla="*/ 533283 h 601039"/>
              <a:gd name="connsiteX464" fmla="*/ 1612257 w 2671650"/>
              <a:gd name="connsiteY464" fmla="*/ 533283 h 601039"/>
              <a:gd name="connsiteX465" fmla="*/ 1612257 w 2671650"/>
              <a:gd name="connsiteY465" fmla="*/ 469686 h 601039"/>
              <a:gd name="connsiteX466" fmla="*/ 1590782 w 2671650"/>
              <a:gd name="connsiteY466" fmla="*/ 469686 h 601039"/>
              <a:gd name="connsiteX467" fmla="*/ 1590782 w 2671650"/>
              <a:gd name="connsiteY467" fmla="*/ 462873 h 601039"/>
              <a:gd name="connsiteX468" fmla="*/ 1450681 w 2671650"/>
              <a:gd name="connsiteY468" fmla="*/ 455955 h 601039"/>
              <a:gd name="connsiteX469" fmla="*/ 1508497 w 2671650"/>
              <a:gd name="connsiteY469" fmla="*/ 455955 h 601039"/>
              <a:gd name="connsiteX470" fmla="*/ 1508497 w 2671650"/>
              <a:gd name="connsiteY470" fmla="*/ 462769 h 601039"/>
              <a:gd name="connsiteX471" fmla="*/ 1508497 w 2671650"/>
              <a:gd name="connsiteY471" fmla="*/ 469686 h 601039"/>
              <a:gd name="connsiteX472" fmla="*/ 1487023 w 2671650"/>
              <a:gd name="connsiteY472" fmla="*/ 469686 h 601039"/>
              <a:gd name="connsiteX473" fmla="*/ 1487023 w 2671650"/>
              <a:gd name="connsiteY473" fmla="*/ 533283 h 601039"/>
              <a:gd name="connsiteX474" fmla="*/ 1479589 w 2671650"/>
              <a:gd name="connsiteY474" fmla="*/ 533283 h 601039"/>
              <a:gd name="connsiteX475" fmla="*/ 1472156 w 2671650"/>
              <a:gd name="connsiteY475" fmla="*/ 533283 h 601039"/>
              <a:gd name="connsiteX476" fmla="*/ 1472156 w 2671650"/>
              <a:gd name="connsiteY476" fmla="*/ 469686 h 601039"/>
              <a:gd name="connsiteX477" fmla="*/ 1450681 w 2671650"/>
              <a:gd name="connsiteY477" fmla="*/ 469686 h 601039"/>
              <a:gd name="connsiteX478" fmla="*/ 1450681 w 2671650"/>
              <a:gd name="connsiteY478" fmla="*/ 462873 h 601039"/>
              <a:gd name="connsiteX479" fmla="*/ 1424045 w 2671650"/>
              <a:gd name="connsiteY479" fmla="*/ 455955 h 601039"/>
              <a:gd name="connsiteX480" fmla="*/ 1431479 w 2671650"/>
              <a:gd name="connsiteY480" fmla="*/ 455955 h 601039"/>
              <a:gd name="connsiteX481" fmla="*/ 1438912 w 2671650"/>
              <a:gd name="connsiteY481" fmla="*/ 455955 h 601039"/>
              <a:gd name="connsiteX482" fmla="*/ 1438912 w 2671650"/>
              <a:gd name="connsiteY482" fmla="*/ 533283 h 601039"/>
              <a:gd name="connsiteX483" fmla="*/ 1431582 w 2671650"/>
              <a:gd name="connsiteY483" fmla="*/ 533283 h 601039"/>
              <a:gd name="connsiteX484" fmla="*/ 1424045 w 2671650"/>
              <a:gd name="connsiteY484" fmla="*/ 533283 h 601039"/>
              <a:gd name="connsiteX485" fmla="*/ 1354666 w 2671650"/>
              <a:gd name="connsiteY485" fmla="*/ 455955 h 601039"/>
              <a:gd name="connsiteX486" fmla="*/ 1412482 w 2671650"/>
              <a:gd name="connsiteY486" fmla="*/ 455955 h 601039"/>
              <a:gd name="connsiteX487" fmla="*/ 1412482 w 2671650"/>
              <a:gd name="connsiteY487" fmla="*/ 462769 h 601039"/>
              <a:gd name="connsiteX488" fmla="*/ 1412482 w 2671650"/>
              <a:gd name="connsiteY488" fmla="*/ 469686 h 601039"/>
              <a:gd name="connsiteX489" fmla="*/ 1391008 w 2671650"/>
              <a:gd name="connsiteY489" fmla="*/ 469686 h 601039"/>
              <a:gd name="connsiteX490" fmla="*/ 1391008 w 2671650"/>
              <a:gd name="connsiteY490" fmla="*/ 533283 h 601039"/>
              <a:gd name="connsiteX491" fmla="*/ 1383574 w 2671650"/>
              <a:gd name="connsiteY491" fmla="*/ 533283 h 601039"/>
              <a:gd name="connsiteX492" fmla="*/ 1376141 w 2671650"/>
              <a:gd name="connsiteY492" fmla="*/ 533283 h 601039"/>
              <a:gd name="connsiteX493" fmla="*/ 1376141 w 2671650"/>
              <a:gd name="connsiteY493" fmla="*/ 469686 h 601039"/>
              <a:gd name="connsiteX494" fmla="*/ 1354666 w 2671650"/>
              <a:gd name="connsiteY494" fmla="*/ 469686 h 601039"/>
              <a:gd name="connsiteX495" fmla="*/ 1354666 w 2671650"/>
              <a:gd name="connsiteY495" fmla="*/ 462873 h 601039"/>
              <a:gd name="connsiteX496" fmla="*/ 1214359 w 2671650"/>
              <a:gd name="connsiteY496" fmla="*/ 455955 h 601039"/>
              <a:gd name="connsiteX497" fmla="*/ 1222206 w 2671650"/>
              <a:gd name="connsiteY497" fmla="*/ 455955 h 601039"/>
              <a:gd name="connsiteX498" fmla="*/ 1229949 w 2671650"/>
              <a:gd name="connsiteY498" fmla="*/ 455955 h 601039"/>
              <a:gd name="connsiteX499" fmla="*/ 1258547 w 2671650"/>
              <a:gd name="connsiteY499" fmla="*/ 510261 h 601039"/>
              <a:gd name="connsiteX500" fmla="*/ 1258547 w 2671650"/>
              <a:gd name="connsiteY500" fmla="*/ 455955 h 601039"/>
              <a:gd name="connsiteX501" fmla="*/ 1265465 w 2671650"/>
              <a:gd name="connsiteY501" fmla="*/ 455955 h 601039"/>
              <a:gd name="connsiteX502" fmla="*/ 1272485 w 2671650"/>
              <a:gd name="connsiteY502" fmla="*/ 455955 h 601039"/>
              <a:gd name="connsiteX503" fmla="*/ 1272485 w 2671650"/>
              <a:gd name="connsiteY503" fmla="*/ 533283 h 601039"/>
              <a:gd name="connsiteX504" fmla="*/ 1265052 w 2671650"/>
              <a:gd name="connsiteY504" fmla="*/ 533283 h 601039"/>
              <a:gd name="connsiteX505" fmla="*/ 1257618 w 2671650"/>
              <a:gd name="connsiteY505" fmla="*/ 533283 h 601039"/>
              <a:gd name="connsiteX506" fmla="*/ 1228297 w 2671650"/>
              <a:gd name="connsiteY506" fmla="*/ 477532 h 601039"/>
              <a:gd name="connsiteX507" fmla="*/ 1228297 w 2671650"/>
              <a:gd name="connsiteY507" fmla="*/ 533283 h 601039"/>
              <a:gd name="connsiteX508" fmla="*/ 1221380 w 2671650"/>
              <a:gd name="connsiteY508" fmla="*/ 533283 h 601039"/>
              <a:gd name="connsiteX509" fmla="*/ 1214359 w 2671650"/>
              <a:gd name="connsiteY509" fmla="*/ 533283 h 601039"/>
              <a:gd name="connsiteX510" fmla="*/ 1182457 w 2671650"/>
              <a:gd name="connsiteY510" fmla="*/ 455955 h 601039"/>
              <a:gd name="connsiteX511" fmla="*/ 1189788 w 2671650"/>
              <a:gd name="connsiteY511" fmla="*/ 455955 h 601039"/>
              <a:gd name="connsiteX512" fmla="*/ 1197324 w 2671650"/>
              <a:gd name="connsiteY512" fmla="*/ 455955 h 601039"/>
              <a:gd name="connsiteX513" fmla="*/ 1197324 w 2671650"/>
              <a:gd name="connsiteY513" fmla="*/ 533283 h 601039"/>
              <a:gd name="connsiteX514" fmla="*/ 1189891 w 2671650"/>
              <a:gd name="connsiteY514" fmla="*/ 533283 h 601039"/>
              <a:gd name="connsiteX515" fmla="*/ 1182457 w 2671650"/>
              <a:gd name="connsiteY515" fmla="*/ 533283 h 601039"/>
              <a:gd name="connsiteX516" fmla="*/ 994762 w 2671650"/>
              <a:gd name="connsiteY516" fmla="*/ 455955 h 601039"/>
              <a:gd name="connsiteX517" fmla="*/ 1002506 w 2671650"/>
              <a:gd name="connsiteY517" fmla="*/ 455955 h 601039"/>
              <a:gd name="connsiteX518" fmla="*/ 1010352 w 2671650"/>
              <a:gd name="connsiteY518" fmla="*/ 455955 h 601039"/>
              <a:gd name="connsiteX519" fmla="*/ 1038847 w 2671650"/>
              <a:gd name="connsiteY519" fmla="*/ 510261 h 601039"/>
              <a:gd name="connsiteX520" fmla="*/ 1038847 w 2671650"/>
              <a:gd name="connsiteY520" fmla="*/ 455955 h 601039"/>
              <a:gd name="connsiteX521" fmla="*/ 1045764 w 2671650"/>
              <a:gd name="connsiteY521" fmla="*/ 455955 h 601039"/>
              <a:gd name="connsiteX522" fmla="*/ 1052784 w 2671650"/>
              <a:gd name="connsiteY522" fmla="*/ 455955 h 601039"/>
              <a:gd name="connsiteX523" fmla="*/ 1052784 w 2671650"/>
              <a:gd name="connsiteY523" fmla="*/ 533283 h 601039"/>
              <a:gd name="connsiteX524" fmla="*/ 1045352 w 2671650"/>
              <a:gd name="connsiteY524" fmla="*/ 533283 h 601039"/>
              <a:gd name="connsiteX525" fmla="*/ 1037918 w 2671650"/>
              <a:gd name="connsiteY525" fmla="*/ 533283 h 601039"/>
              <a:gd name="connsiteX526" fmla="*/ 1008596 w 2671650"/>
              <a:gd name="connsiteY526" fmla="*/ 477532 h 601039"/>
              <a:gd name="connsiteX527" fmla="*/ 1008596 w 2671650"/>
              <a:gd name="connsiteY527" fmla="*/ 533283 h 601039"/>
              <a:gd name="connsiteX528" fmla="*/ 1001680 w 2671650"/>
              <a:gd name="connsiteY528" fmla="*/ 533283 h 601039"/>
              <a:gd name="connsiteX529" fmla="*/ 994762 w 2671650"/>
              <a:gd name="connsiteY529" fmla="*/ 533283 h 601039"/>
              <a:gd name="connsiteX530" fmla="*/ 962757 w 2671650"/>
              <a:gd name="connsiteY530" fmla="*/ 455955 h 601039"/>
              <a:gd name="connsiteX531" fmla="*/ 970191 w 2671650"/>
              <a:gd name="connsiteY531" fmla="*/ 455955 h 601039"/>
              <a:gd name="connsiteX532" fmla="*/ 977624 w 2671650"/>
              <a:gd name="connsiteY532" fmla="*/ 455955 h 601039"/>
              <a:gd name="connsiteX533" fmla="*/ 977624 w 2671650"/>
              <a:gd name="connsiteY533" fmla="*/ 533283 h 601039"/>
              <a:gd name="connsiteX534" fmla="*/ 970191 w 2671650"/>
              <a:gd name="connsiteY534" fmla="*/ 533283 h 601039"/>
              <a:gd name="connsiteX535" fmla="*/ 962757 w 2671650"/>
              <a:gd name="connsiteY535" fmla="*/ 533283 h 601039"/>
              <a:gd name="connsiteX536" fmla="*/ 872110 w 2671650"/>
              <a:gd name="connsiteY536" fmla="*/ 455955 h 601039"/>
              <a:gd name="connsiteX537" fmla="*/ 879544 w 2671650"/>
              <a:gd name="connsiteY537" fmla="*/ 455955 h 601039"/>
              <a:gd name="connsiteX538" fmla="*/ 886977 w 2671650"/>
              <a:gd name="connsiteY538" fmla="*/ 455955 h 601039"/>
              <a:gd name="connsiteX539" fmla="*/ 886977 w 2671650"/>
              <a:gd name="connsiteY539" fmla="*/ 533283 h 601039"/>
              <a:gd name="connsiteX540" fmla="*/ 879647 w 2671650"/>
              <a:gd name="connsiteY540" fmla="*/ 533283 h 601039"/>
              <a:gd name="connsiteX541" fmla="*/ 872110 w 2671650"/>
              <a:gd name="connsiteY541" fmla="*/ 533283 h 601039"/>
              <a:gd name="connsiteX542" fmla="*/ 803247 w 2671650"/>
              <a:gd name="connsiteY542" fmla="*/ 455955 h 601039"/>
              <a:gd name="connsiteX543" fmla="*/ 855591 w 2671650"/>
              <a:gd name="connsiteY543" fmla="*/ 455955 h 601039"/>
              <a:gd name="connsiteX544" fmla="*/ 855591 w 2671650"/>
              <a:gd name="connsiteY544" fmla="*/ 462769 h 601039"/>
              <a:gd name="connsiteX545" fmla="*/ 855591 w 2671650"/>
              <a:gd name="connsiteY545" fmla="*/ 469686 h 601039"/>
              <a:gd name="connsiteX546" fmla="*/ 818114 w 2671650"/>
              <a:gd name="connsiteY546" fmla="*/ 469686 h 601039"/>
              <a:gd name="connsiteX547" fmla="*/ 818114 w 2671650"/>
              <a:gd name="connsiteY547" fmla="*/ 486102 h 601039"/>
              <a:gd name="connsiteX548" fmla="*/ 852907 w 2671650"/>
              <a:gd name="connsiteY548" fmla="*/ 486102 h 601039"/>
              <a:gd name="connsiteX549" fmla="*/ 852907 w 2671650"/>
              <a:gd name="connsiteY549" fmla="*/ 492709 h 601039"/>
              <a:gd name="connsiteX550" fmla="*/ 852907 w 2671650"/>
              <a:gd name="connsiteY550" fmla="*/ 499420 h 601039"/>
              <a:gd name="connsiteX551" fmla="*/ 818114 w 2671650"/>
              <a:gd name="connsiteY551" fmla="*/ 499420 h 601039"/>
              <a:gd name="connsiteX552" fmla="*/ 818114 w 2671650"/>
              <a:gd name="connsiteY552" fmla="*/ 519552 h 601039"/>
              <a:gd name="connsiteX553" fmla="*/ 857243 w 2671650"/>
              <a:gd name="connsiteY553" fmla="*/ 519552 h 601039"/>
              <a:gd name="connsiteX554" fmla="*/ 857243 w 2671650"/>
              <a:gd name="connsiteY554" fmla="*/ 526470 h 601039"/>
              <a:gd name="connsiteX555" fmla="*/ 857243 w 2671650"/>
              <a:gd name="connsiteY555" fmla="*/ 533283 h 601039"/>
              <a:gd name="connsiteX556" fmla="*/ 803247 w 2671650"/>
              <a:gd name="connsiteY556" fmla="*/ 533283 h 601039"/>
              <a:gd name="connsiteX557" fmla="*/ 727279 w 2671650"/>
              <a:gd name="connsiteY557" fmla="*/ 455808 h 601039"/>
              <a:gd name="connsiteX558" fmla="*/ 762071 w 2671650"/>
              <a:gd name="connsiteY558" fmla="*/ 455808 h 601039"/>
              <a:gd name="connsiteX559" fmla="*/ 778177 w 2671650"/>
              <a:gd name="connsiteY559" fmla="*/ 460969 h 601039"/>
              <a:gd name="connsiteX560" fmla="*/ 784063 w 2671650"/>
              <a:gd name="connsiteY560" fmla="*/ 475423 h 601039"/>
              <a:gd name="connsiteX561" fmla="*/ 777454 w 2671650"/>
              <a:gd name="connsiteY561" fmla="*/ 489980 h 601039"/>
              <a:gd name="connsiteX562" fmla="*/ 775080 w 2671650"/>
              <a:gd name="connsiteY562" fmla="*/ 491529 h 601039"/>
              <a:gd name="connsiteX563" fmla="*/ 779623 w 2671650"/>
              <a:gd name="connsiteY563" fmla="*/ 494110 h 601039"/>
              <a:gd name="connsiteX564" fmla="*/ 786436 w 2671650"/>
              <a:gd name="connsiteY564" fmla="*/ 508977 h 601039"/>
              <a:gd name="connsiteX565" fmla="*/ 779623 w 2671650"/>
              <a:gd name="connsiteY565" fmla="*/ 526941 h 601039"/>
              <a:gd name="connsiteX566" fmla="*/ 759903 w 2671650"/>
              <a:gd name="connsiteY566" fmla="*/ 533136 h 601039"/>
              <a:gd name="connsiteX567" fmla="*/ 727589 w 2671650"/>
              <a:gd name="connsiteY567" fmla="*/ 533136 h 601039"/>
              <a:gd name="connsiteX568" fmla="*/ 930151 w 2671650"/>
              <a:gd name="connsiteY568" fmla="*/ 455808 h 601039"/>
              <a:gd name="connsiteX569" fmla="*/ 944915 w 2671650"/>
              <a:gd name="connsiteY569" fmla="*/ 455808 h 601039"/>
              <a:gd name="connsiteX570" fmla="*/ 944915 w 2671650"/>
              <a:gd name="connsiteY570" fmla="*/ 511455 h 601039"/>
              <a:gd name="connsiteX571" fmla="*/ 939133 w 2671650"/>
              <a:gd name="connsiteY571" fmla="*/ 529213 h 601039"/>
              <a:gd name="connsiteX572" fmla="*/ 921994 w 2671650"/>
              <a:gd name="connsiteY572" fmla="*/ 535305 h 601039"/>
              <a:gd name="connsiteX573" fmla="*/ 904340 w 2671650"/>
              <a:gd name="connsiteY573" fmla="*/ 528593 h 601039"/>
              <a:gd name="connsiteX574" fmla="*/ 899075 w 2671650"/>
              <a:gd name="connsiteY574" fmla="*/ 507945 h 601039"/>
              <a:gd name="connsiteX575" fmla="*/ 899075 w 2671650"/>
              <a:gd name="connsiteY575" fmla="*/ 503919 h 601039"/>
              <a:gd name="connsiteX576" fmla="*/ 913219 w 2671650"/>
              <a:gd name="connsiteY576" fmla="*/ 503919 h 601039"/>
              <a:gd name="connsiteX577" fmla="*/ 913219 w 2671650"/>
              <a:gd name="connsiteY577" fmla="*/ 508565 h 601039"/>
              <a:gd name="connsiteX578" fmla="*/ 915181 w 2671650"/>
              <a:gd name="connsiteY578" fmla="*/ 518889 h 601039"/>
              <a:gd name="connsiteX579" fmla="*/ 921891 w 2671650"/>
              <a:gd name="connsiteY579" fmla="*/ 522296 h 601039"/>
              <a:gd name="connsiteX580" fmla="*/ 928189 w 2671650"/>
              <a:gd name="connsiteY580" fmla="*/ 519818 h 601039"/>
              <a:gd name="connsiteX581" fmla="*/ 930151 w 2671650"/>
              <a:gd name="connsiteY581" fmla="*/ 511765 h 601039"/>
              <a:gd name="connsiteX582" fmla="*/ 1520182 w 2671650"/>
              <a:gd name="connsiteY582" fmla="*/ 455705 h 601039"/>
              <a:gd name="connsiteX583" fmla="*/ 1535049 w 2671650"/>
              <a:gd name="connsiteY583" fmla="*/ 455705 h 601039"/>
              <a:gd name="connsiteX584" fmla="*/ 1535049 w 2671650"/>
              <a:gd name="connsiteY584" fmla="*/ 504436 h 601039"/>
              <a:gd name="connsiteX585" fmla="*/ 1538559 w 2671650"/>
              <a:gd name="connsiteY585" fmla="*/ 516928 h 601039"/>
              <a:gd name="connsiteX586" fmla="*/ 1548883 w 2671650"/>
              <a:gd name="connsiteY586" fmla="*/ 521057 h 601039"/>
              <a:gd name="connsiteX587" fmla="*/ 1559207 w 2671650"/>
              <a:gd name="connsiteY587" fmla="*/ 517238 h 601039"/>
              <a:gd name="connsiteX588" fmla="*/ 1562408 w 2671650"/>
              <a:gd name="connsiteY588" fmla="*/ 504436 h 601039"/>
              <a:gd name="connsiteX589" fmla="*/ 1562408 w 2671650"/>
              <a:gd name="connsiteY589" fmla="*/ 455705 h 601039"/>
              <a:gd name="connsiteX590" fmla="*/ 1577688 w 2671650"/>
              <a:gd name="connsiteY590" fmla="*/ 455705 h 601039"/>
              <a:gd name="connsiteX591" fmla="*/ 1577688 w 2671650"/>
              <a:gd name="connsiteY591" fmla="*/ 503920 h 601039"/>
              <a:gd name="connsiteX592" fmla="*/ 1570977 w 2671650"/>
              <a:gd name="connsiteY592" fmla="*/ 527872 h 601039"/>
              <a:gd name="connsiteX593" fmla="*/ 1548986 w 2671650"/>
              <a:gd name="connsiteY593" fmla="*/ 535203 h 601039"/>
              <a:gd name="connsiteX594" fmla="*/ 1527306 w 2671650"/>
              <a:gd name="connsiteY594" fmla="*/ 527562 h 601039"/>
              <a:gd name="connsiteX595" fmla="*/ 1520182 w 2671650"/>
              <a:gd name="connsiteY595" fmla="*/ 503920 h 601039"/>
              <a:gd name="connsiteX596" fmla="*/ 2475842 w 2671650"/>
              <a:gd name="connsiteY596" fmla="*/ 454000 h 601039"/>
              <a:gd name="connsiteX597" fmla="*/ 2500004 w 2671650"/>
              <a:gd name="connsiteY597" fmla="*/ 462465 h 601039"/>
              <a:gd name="connsiteX598" fmla="*/ 2502637 w 2671650"/>
              <a:gd name="connsiteY598" fmla="*/ 465099 h 601039"/>
              <a:gd name="connsiteX599" fmla="*/ 2511929 w 2671650"/>
              <a:gd name="connsiteY599" fmla="*/ 495143 h 601039"/>
              <a:gd name="connsiteX600" fmla="*/ 2502637 w 2671650"/>
              <a:gd name="connsiteY600" fmla="*/ 524567 h 601039"/>
              <a:gd name="connsiteX601" fmla="*/ 2454789 w 2671650"/>
              <a:gd name="connsiteY601" fmla="*/ 526585 h 601039"/>
              <a:gd name="connsiteX602" fmla="*/ 2452770 w 2671650"/>
              <a:gd name="connsiteY602" fmla="*/ 524567 h 601039"/>
              <a:gd name="connsiteX603" fmla="*/ 2443478 w 2671650"/>
              <a:gd name="connsiteY603" fmla="*/ 495143 h 601039"/>
              <a:gd name="connsiteX604" fmla="*/ 2452770 w 2671650"/>
              <a:gd name="connsiteY604" fmla="*/ 465099 h 601039"/>
              <a:gd name="connsiteX605" fmla="*/ 2475842 w 2671650"/>
              <a:gd name="connsiteY605" fmla="*/ 454000 h 601039"/>
              <a:gd name="connsiteX606" fmla="*/ 2330250 w 2671650"/>
              <a:gd name="connsiteY606" fmla="*/ 453993 h 601039"/>
              <a:gd name="connsiteX607" fmla="*/ 2354477 w 2671650"/>
              <a:gd name="connsiteY607" fmla="*/ 462512 h 601039"/>
              <a:gd name="connsiteX608" fmla="*/ 2357064 w 2671650"/>
              <a:gd name="connsiteY608" fmla="*/ 465099 h 601039"/>
              <a:gd name="connsiteX609" fmla="*/ 2366253 w 2671650"/>
              <a:gd name="connsiteY609" fmla="*/ 495143 h 601039"/>
              <a:gd name="connsiteX610" fmla="*/ 2357064 w 2671650"/>
              <a:gd name="connsiteY610" fmla="*/ 524569 h 601039"/>
              <a:gd name="connsiteX611" fmla="*/ 2309070 w 2671650"/>
              <a:gd name="connsiteY611" fmla="*/ 526541 h 601039"/>
              <a:gd name="connsiteX612" fmla="*/ 2307096 w 2671650"/>
              <a:gd name="connsiteY612" fmla="*/ 524569 h 601039"/>
              <a:gd name="connsiteX613" fmla="*/ 2307095 w 2671650"/>
              <a:gd name="connsiteY613" fmla="*/ 524569 h 601039"/>
              <a:gd name="connsiteX614" fmla="*/ 2297907 w 2671650"/>
              <a:gd name="connsiteY614" fmla="*/ 495143 h 601039"/>
              <a:gd name="connsiteX615" fmla="*/ 2307095 w 2671650"/>
              <a:gd name="connsiteY615" fmla="*/ 465099 h 601039"/>
              <a:gd name="connsiteX616" fmla="*/ 2330250 w 2671650"/>
              <a:gd name="connsiteY616" fmla="*/ 453993 h 601039"/>
              <a:gd name="connsiteX617" fmla="*/ 1791840 w 2671650"/>
              <a:gd name="connsiteY617" fmla="*/ 453993 h 601039"/>
              <a:gd name="connsiteX618" fmla="*/ 1816067 w 2671650"/>
              <a:gd name="connsiteY618" fmla="*/ 462512 h 601039"/>
              <a:gd name="connsiteX619" fmla="*/ 1818654 w 2671650"/>
              <a:gd name="connsiteY619" fmla="*/ 465099 h 601039"/>
              <a:gd name="connsiteX620" fmla="*/ 1827843 w 2671650"/>
              <a:gd name="connsiteY620" fmla="*/ 495143 h 601039"/>
              <a:gd name="connsiteX621" fmla="*/ 1818654 w 2671650"/>
              <a:gd name="connsiteY621" fmla="*/ 524569 h 601039"/>
              <a:gd name="connsiteX622" fmla="*/ 1770660 w 2671650"/>
              <a:gd name="connsiteY622" fmla="*/ 526541 h 601039"/>
              <a:gd name="connsiteX623" fmla="*/ 1768686 w 2671650"/>
              <a:gd name="connsiteY623" fmla="*/ 524569 h 601039"/>
              <a:gd name="connsiteX624" fmla="*/ 1768685 w 2671650"/>
              <a:gd name="connsiteY624" fmla="*/ 524569 h 601039"/>
              <a:gd name="connsiteX625" fmla="*/ 1759497 w 2671650"/>
              <a:gd name="connsiteY625" fmla="*/ 495143 h 601039"/>
              <a:gd name="connsiteX626" fmla="*/ 1768685 w 2671650"/>
              <a:gd name="connsiteY626" fmla="*/ 465099 h 601039"/>
              <a:gd name="connsiteX627" fmla="*/ 1791840 w 2671650"/>
              <a:gd name="connsiteY627" fmla="*/ 453993 h 601039"/>
              <a:gd name="connsiteX628" fmla="*/ 2559420 w 2671650"/>
              <a:gd name="connsiteY628" fmla="*/ 453948 h 601039"/>
              <a:gd name="connsiteX629" fmla="*/ 2580791 w 2671650"/>
              <a:gd name="connsiteY629" fmla="*/ 460969 h 601039"/>
              <a:gd name="connsiteX630" fmla="*/ 2590600 w 2671650"/>
              <a:gd name="connsiteY630" fmla="*/ 479965 h 601039"/>
              <a:gd name="connsiteX631" fmla="*/ 2576043 w 2671650"/>
              <a:gd name="connsiteY631" fmla="*/ 479965 h 601039"/>
              <a:gd name="connsiteX632" fmla="*/ 2570777 w 2671650"/>
              <a:gd name="connsiteY632" fmla="*/ 471190 h 601039"/>
              <a:gd name="connsiteX633" fmla="*/ 2560453 w 2671650"/>
              <a:gd name="connsiteY633" fmla="*/ 467370 h 601039"/>
              <a:gd name="connsiteX634" fmla="*/ 2545276 w 2671650"/>
              <a:gd name="connsiteY634" fmla="*/ 474597 h 601039"/>
              <a:gd name="connsiteX635" fmla="*/ 2545276 w 2671650"/>
              <a:gd name="connsiteY635" fmla="*/ 514860 h 601039"/>
              <a:gd name="connsiteX636" fmla="*/ 2560660 w 2671650"/>
              <a:gd name="connsiteY636" fmla="*/ 521778 h 601039"/>
              <a:gd name="connsiteX637" fmla="*/ 2574081 w 2671650"/>
              <a:gd name="connsiteY637" fmla="*/ 514552 h 601039"/>
              <a:gd name="connsiteX638" fmla="*/ 2578004 w 2671650"/>
              <a:gd name="connsiteY638" fmla="*/ 505053 h 601039"/>
              <a:gd name="connsiteX639" fmla="*/ 2561279 w 2671650"/>
              <a:gd name="connsiteY639" fmla="*/ 505053 h 601039"/>
              <a:gd name="connsiteX640" fmla="*/ 2561279 w 2671650"/>
              <a:gd name="connsiteY640" fmla="*/ 491735 h 601039"/>
              <a:gd name="connsiteX641" fmla="*/ 2591116 w 2671650"/>
              <a:gd name="connsiteY641" fmla="*/ 491735 h 601039"/>
              <a:gd name="connsiteX642" fmla="*/ 2591116 w 2671650"/>
              <a:gd name="connsiteY642" fmla="*/ 533032 h 601039"/>
              <a:gd name="connsiteX643" fmla="*/ 2580791 w 2671650"/>
              <a:gd name="connsiteY643" fmla="*/ 533032 h 601039"/>
              <a:gd name="connsiteX644" fmla="*/ 2579347 w 2671650"/>
              <a:gd name="connsiteY644" fmla="*/ 522708 h 601039"/>
              <a:gd name="connsiteX645" fmla="*/ 2579140 w 2671650"/>
              <a:gd name="connsiteY645" fmla="*/ 524566 h 601039"/>
              <a:gd name="connsiteX646" fmla="*/ 2558491 w 2671650"/>
              <a:gd name="connsiteY646" fmla="*/ 535510 h 601039"/>
              <a:gd name="connsiteX647" fmla="*/ 2558491 w 2671650"/>
              <a:gd name="connsiteY647" fmla="*/ 534890 h 601039"/>
              <a:gd name="connsiteX648" fmla="*/ 2533713 w 2671650"/>
              <a:gd name="connsiteY648" fmla="*/ 524566 h 601039"/>
              <a:gd name="connsiteX649" fmla="*/ 2533713 w 2671650"/>
              <a:gd name="connsiteY649" fmla="*/ 465098 h 601039"/>
              <a:gd name="connsiteX650" fmla="*/ 2559420 w 2671650"/>
              <a:gd name="connsiteY650" fmla="*/ 453948 h 601039"/>
              <a:gd name="connsiteX651" fmla="*/ 2104844 w 2671650"/>
              <a:gd name="connsiteY651" fmla="*/ 453742 h 601039"/>
              <a:gd name="connsiteX652" fmla="*/ 2125492 w 2671650"/>
              <a:gd name="connsiteY652" fmla="*/ 461176 h 601039"/>
              <a:gd name="connsiteX653" fmla="*/ 2135817 w 2671650"/>
              <a:gd name="connsiteY653" fmla="*/ 481307 h 601039"/>
              <a:gd name="connsiteX654" fmla="*/ 2120950 w 2671650"/>
              <a:gd name="connsiteY654" fmla="*/ 481307 h 601039"/>
              <a:gd name="connsiteX655" fmla="*/ 2115994 w 2671650"/>
              <a:gd name="connsiteY655" fmla="*/ 470983 h 601039"/>
              <a:gd name="connsiteX656" fmla="*/ 2105670 w 2671650"/>
              <a:gd name="connsiteY656" fmla="*/ 467266 h 601039"/>
              <a:gd name="connsiteX657" fmla="*/ 2092662 w 2671650"/>
              <a:gd name="connsiteY657" fmla="*/ 474494 h 601039"/>
              <a:gd name="connsiteX658" fmla="*/ 2088015 w 2671650"/>
              <a:gd name="connsiteY658" fmla="*/ 494419 h 601039"/>
              <a:gd name="connsiteX659" fmla="*/ 2092662 w 2671650"/>
              <a:gd name="connsiteY659" fmla="*/ 513829 h 601039"/>
              <a:gd name="connsiteX660" fmla="*/ 2114734 w 2671650"/>
              <a:gd name="connsiteY660" fmla="*/ 518111 h 601039"/>
              <a:gd name="connsiteX661" fmla="*/ 2116510 w 2671650"/>
              <a:gd name="connsiteY661" fmla="*/ 516719 h 601039"/>
              <a:gd name="connsiteX662" fmla="*/ 2121466 w 2671650"/>
              <a:gd name="connsiteY662" fmla="*/ 505672 h 601039"/>
              <a:gd name="connsiteX663" fmla="*/ 2135198 w 2671650"/>
              <a:gd name="connsiteY663" fmla="*/ 506085 h 601039"/>
              <a:gd name="connsiteX664" fmla="*/ 2125492 w 2671650"/>
              <a:gd name="connsiteY664" fmla="*/ 527354 h 601039"/>
              <a:gd name="connsiteX665" fmla="*/ 2104844 w 2671650"/>
              <a:gd name="connsiteY665" fmla="*/ 535303 h 601039"/>
              <a:gd name="connsiteX666" fmla="*/ 2080994 w 2671650"/>
              <a:gd name="connsiteY666" fmla="*/ 524360 h 601039"/>
              <a:gd name="connsiteX667" fmla="*/ 2072116 w 2671650"/>
              <a:gd name="connsiteY667" fmla="*/ 494935 h 601039"/>
              <a:gd name="connsiteX668" fmla="*/ 2080994 w 2671650"/>
              <a:gd name="connsiteY668" fmla="*/ 464892 h 601039"/>
              <a:gd name="connsiteX669" fmla="*/ 2104844 w 2671650"/>
              <a:gd name="connsiteY669" fmla="*/ 453742 h 601039"/>
              <a:gd name="connsiteX670" fmla="*/ 1316173 w 2671650"/>
              <a:gd name="connsiteY670" fmla="*/ 453741 h 601039"/>
              <a:gd name="connsiteX671" fmla="*/ 1335686 w 2671650"/>
              <a:gd name="connsiteY671" fmla="*/ 460556 h 601039"/>
              <a:gd name="connsiteX672" fmla="*/ 1343946 w 2671650"/>
              <a:gd name="connsiteY672" fmla="*/ 479036 h 601039"/>
              <a:gd name="connsiteX673" fmla="*/ 1328872 w 2671650"/>
              <a:gd name="connsiteY673" fmla="*/ 479036 h 601039"/>
              <a:gd name="connsiteX674" fmla="*/ 1324432 w 2671650"/>
              <a:gd name="connsiteY674" fmla="*/ 470260 h 601039"/>
              <a:gd name="connsiteX675" fmla="*/ 1314108 w 2671650"/>
              <a:gd name="connsiteY675" fmla="*/ 467060 h 601039"/>
              <a:gd name="connsiteX676" fmla="*/ 1305332 w 2671650"/>
              <a:gd name="connsiteY676" fmla="*/ 469744 h 601039"/>
              <a:gd name="connsiteX677" fmla="*/ 1302132 w 2671650"/>
              <a:gd name="connsiteY677" fmla="*/ 477280 h 601039"/>
              <a:gd name="connsiteX678" fmla="*/ 1305435 w 2671650"/>
              <a:gd name="connsiteY678" fmla="*/ 482649 h 601039"/>
              <a:gd name="connsiteX679" fmla="*/ 1319476 w 2671650"/>
              <a:gd name="connsiteY679" fmla="*/ 487089 h 601039"/>
              <a:gd name="connsiteX680" fmla="*/ 1340125 w 2671650"/>
              <a:gd name="connsiteY680" fmla="*/ 495864 h 601039"/>
              <a:gd name="connsiteX681" fmla="*/ 1345288 w 2671650"/>
              <a:gd name="connsiteY681" fmla="*/ 511557 h 601039"/>
              <a:gd name="connsiteX682" fmla="*/ 1337440 w 2671650"/>
              <a:gd name="connsiteY682" fmla="*/ 528902 h 601039"/>
              <a:gd name="connsiteX683" fmla="*/ 1316070 w 2671650"/>
              <a:gd name="connsiteY683" fmla="*/ 535303 h 601039"/>
              <a:gd name="connsiteX684" fmla="*/ 1295421 w 2671650"/>
              <a:gd name="connsiteY684" fmla="*/ 528489 h 601039"/>
              <a:gd name="connsiteX685" fmla="*/ 1287265 w 2671650"/>
              <a:gd name="connsiteY685" fmla="*/ 509182 h 601039"/>
              <a:gd name="connsiteX686" fmla="*/ 1301616 w 2671650"/>
              <a:gd name="connsiteY686" fmla="*/ 509183 h 601039"/>
              <a:gd name="connsiteX687" fmla="*/ 1305745 w 2671650"/>
              <a:gd name="connsiteY687" fmla="*/ 518681 h 601039"/>
              <a:gd name="connsiteX688" fmla="*/ 1316070 w 2671650"/>
              <a:gd name="connsiteY688" fmla="*/ 521985 h 601039"/>
              <a:gd name="connsiteX689" fmla="*/ 1327220 w 2671650"/>
              <a:gd name="connsiteY689" fmla="*/ 519507 h 601039"/>
              <a:gd name="connsiteX690" fmla="*/ 1331247 w 2671650"/>
              <a:gd name="connsiteY690" fmla="*/ 512590 h 601039"/>
              <a:gd name="connsiteX691" fmla="*/ 1328356 w 2671650"/>
              <a:gd name="connsiteY691" fmla="*/ 506085 h 601039"/>
              <a:gd name="connsiteX692" fmla="*/ 1316276 w 2671650"/>
              <a:gd name="connsiteY692" fmla="*/ 501853 h 601039"/>
              <a:gd name="connsiteX693" fmla="*/ 1293666 w 2671650"/>
              <a:gd name="connsiteY693" fmla="*/ 492973 h 601039"/>
              <a:gd name="connsiteX694" fmla="*/ 1287988 w 2671650"/>
              <a:gd name="connsiteY694" fmla="*/ 478210 h 601039"/>
              <a:gd name="connsiteX695" fmla="*/ 1295524 w 2671650"/>
              <a:gd name="connsiteY695" fmla="*/ 460349 h 601039"/>
              <a:gd name="connsiteX696" fmla="*/ 1316173 w 2671650"/>
              <a:gd name="connsiteY696" fmla="*/ 453741 h 601039"/>
              <a:gd name="connsiteX697" fmla="*/ 1099249 w 2671650"/>
              <a:gd name="connsiteY697" fmla="*/ 453458 h 601039"/>
              <a:gd name="connsiteX698" fmla="*/ 1123523 w 2671650"/>
              <a:gd name="connsiteY698" fmla="*/ 460350 h 601039"/>
              <a:gd name="connsiteX699" fmla="*/ 1133332 w 2671650"/>
              <a:gd name="connsiteY699" fmla="*/ 479346 h 601039"/>
              <a:gd name="connsiteX700" fmla="*/ 1118465 w 2671650"/>
              <a:gd name="connsiteY700" fmla="*/ 479346 h 601039"/>
              <a:gd name="connsiteX701" fmla="*/ 1113302 w 2671650"/>
              <a:gd name="connsiteY701" fmla="*/ 470571 h 601039"/>
              <a:gd name="connsiteX702" fmla="*/ 1102978 w 2671650"/>
              <a:gd name="connsiteY702" fmla="*/ 466750 h 601039"/>
              <a:gd name="connsiteX703" fmla="*/ 1087802 w 2671650"/>
              <a:gd name="connsiteY703" fmla="*/ 473978 h 601039"/>
              <a:gd name="connsiteX704" fmla="*/ 1082329 w 2671650"/>
              <a:gd name="connsiteY704" fmla="*/ 494626 h 601039"/>
              <a:gd name="connsiteX705" fmla="*/ 1087595 w 2671650"/>
              <a:gd name="connsiteY705" fmla="*/ 514655 h 601039"/>
              <a:gd name="connsiteX706" fmla="*/ 1102978 w 2671650"/>
              <a:gd name="connsiteY706" fmla="*/ 521572 h 601039"/>
              <a:gd name="connsiteX707" fmla="*/ 1116400 w 2671650"/>
              <a:gd name="connsiteY707" fmla="*/ 514346 h 601039"/>
              <a:gd name="connsiteX708" fmla="*/ 1120323 w 2671650"/>
              <a:gd name="connsiteY708" fmla="*/ 504848 h 601039"/>
              <a:gd name="connsiteX709" fmla="*/ 1103598 w 2671650"/>
              <a:gd name="connsiteY709" fmla="*/ 504848 h 601039"/>
              <a:gd name="connsiteX710" fmla="*/ 1103598 w 2671650"/>
              <a:gd name="connsiteY710" fmla="*/ 491529 h 601039"/>
              <a:gd name="connsiteX711" fmla="*/ 1133745 w 2671650"/>
              <a:gd name="connsiteY711" fmla="*/ 491529 h 601039"/>
              <a:gd name="connsiteX712" fmla="*/ 1133745 w 2671650"/>
              <a:gd name="connsiteY712" fmla="*/ 532826 h 601039"/>
              <a:gd name="connsiteX713" fmla="*/ 1123420 w 2671650"/>
              <a:gd name="connsiteY713" fmla="*/ 532826 h 601039"/>
              <a:gd name="connsiteX714" fmla="*/ 1121974 w 2671650"/>
              <a:gd name="connsiteY714" fmla="*/ 522501 h 601039"/>
              <a:gd name="connsiteX715" fmla="*/ 1121150 w 2671650"/>
              <a:gd name="connsiteY715" fmla="*/ 523740 h 601039"/>
              <a:gd name="connsiteX716" fmla="*/ 1100618 w 2671650"/>
              <a:gd name="connsiteY716" fmla="*/ 534622 h 601039"/>
              <a:gd name="connsiteX717" fmla="*/ 1076548 w 2671650"/>
              <a:gd name="connsiteY717" fmla="*/ 523947 h 601039"/>
              <a:gd name="connsiteX718" fmla="*/ 1076548 w 2671650"/>
              <a:gd name="connsiteY718" fmla="*/ 464479 h 601039"/>
              <a:gd name="connsiteX719" fmla="*/ 1099249 w 2671650"/>
              <a:gd name="connsiteY719" fmla="*/ 453458 h 601039"/>
              <a:gd name="connsiteX720" fmla="*/ 486346 w 2671650"/>
              <a:gd name="connsiteY720" fmla="*/ 453356 h 601039"/>
              <a:gd name="connsiteX721" fmla="*/ 484480 w 2671650"/>
              <a:gd name="connsiteY721" fmla="*/ 455458 h 601039"/>
              <a:gd name="connsiteX722" fmla="*/ 482585 w 2671650"/>
              <a:gd name="connsiteY722" fmla="*/ 457531 h 601039"/>
              <a:gd name="connsiteX723" fmla="*/ 490729 w 2671650"/>
              <a:gd name="connsiteY723" fmla="*/ 464875 h 601039"/>
              <a:gd name="connsiteX724" fmla="*/ 483710 w 2671650"/>
              <a:gd name="connsiteY724" fmla="*/ 472693 h 601039"/>
              <a:gd name="connsiteX725" fmla="*/ 475567 w 2671650"/>
              <a:gd name="connsiteY725" fmla="*/ 465349 h 601039"/>
              <a:gd name="connsiteX726" fmla="*/ 473671 w 2671650"/>
              <a:gd name="connsiteY726" fmla="*/ 467452 h 601039"/>
              <a:gd name="connsiteX727" fmla="*/ 471806 w 2671650"/>
              <a:gd name="connsiteY727" fmla="*/ 469525 h 601039"/>
              <a:gd name="connsiteX728" fmla="*/ 493483 w 2671650"/>
              <a:gd name="connsiteY728" fmla="*/ 489159 h 601039"/>
              <a:gd name="connsiteX729" fmla="*/ 495348 w 2671650"/>
              <a:gd name="connsiteY729" fmla="*/ 487056 h 601039"/>
              <a:gd name="connsiteX730" fmla="*/ 497244 w 2671650"/>
              <a:gd name="connsiteY730" fmla="*/ 484983 h 601039"/>
              <a:gd name="connsiteX731" fmla="*/ 487382 w 2671650"/>
              <a:gd name="connsiteY731" fmla="*/ 476099 h 601039"/>
              <a:gd name="connsiteX732" fmla="*/ 494430 w 2671650"/>
              <a:gd name="connsiteY732" fmla="*/ 468281 h 601039"/>
              <a:gd name="connsiteX733" fmla="*/ 504262 w 2671650"/>
              <a:gd name="connsiteY733" fmla="*/ 477165 h 601039"/>
              <a:gd name="connsiteX734" fmla="*/ 506157 w 2671650"/>
              <a:gd name="connsiteY734" fmla="*/ 475063 h 601039"/>
              <a:gd name="connsiteX735" fmla="*/ 508082 w 2671650"/>
              <a:gd name="connsiteY735" fmla="*/ 472930 h 601039"/>
              <a:gd name="connsiteX736" fmla="*/ 300164 w 2671650"/>
              <a:gd name="connsiteY736" fmla="*/ 438727 h 601039"/>
              <a:gd name="connsiteX737" fmla="*/ 302326 w 2671650"/>
              <a:gd name="connsiteY737" fmla="*/ 441452 h 601039"/>
              <a:gd name="connsiteX738" fmla="*/ 304695 w 2671650"/>
              <a:gd name="connsiteY738" fmla="*/ 443732 h 601039"/>
              <a:gd name="connsiteX739" fmla="*/ 304044 w 2671650"/>
              <a:gd name="connsiteY739" fmla="*/ 444443 h 601039"/>
              <a:gd name="connsiteX740" fmla="*/ 304044 w 2671650"/>
              <a:gd name="connsiteY740" fmla="*/ 462685 h 601039"/>
              <a:gd name="connsiteX741" fmla="*/ 313224 w 2671650"/>
              <a:gd name="connsiteY741" fmla="*/ 464284 h 601039"/>
              <a:gd name="connsiteX742" fmla="*/ 320361 w 2671650"/>
              <a:gd name="connsiteY742" fmla="*/ 468637 h 601039"/>
              <a:gd name="connsiteX743" fmla="*/ 327290 w 2671650"/>
              <a:gd name="connsiteY743" fmla="*/ 470562 h 601039"/>
              <a:gd name="connsiteX744" fmla="*/ 330815 w 2671650"/>
              <a:gd name="connsiteY744" fmla="*/ 473997 h 601039"/>
              <a:gd name="connsiteX745" fmla="*/ 334753 w 2671650"/>
              <a:gd name="connsiteY745" fmla="*/ 474353 h 601039"/>
              <a:gd name="connsiteX746" fmla="*/ 340261 w 2671650"/>
              <a:gd name="connsiteY746" fmla="*/ 478469 h 601039"/>
              <a:gd name="connsiteX747" fmla="*/ 344526 w 2671650"/>
              <a:gd name="connsiteY747" fmla="*/ 481104 h 601039"/>
              <a:gd name="connsiteX748" fmla="*/ 346658 w 2671650"/>
              <a:gd name="connsiteY748" fmla="*/ 483770 h 601039"/>
              <a:gd name="connsiteX749" fmla="*/ 350626 w 2671650"/>
              <a:gd name="connsiteY749" fmla="*/ 485369 h 601039"/>
              <a:gd name="connsiteX750" fmla="*/ 355127 w 2671650"/>
              <a:gd name="connsiteY750" fmla="*/ 485902 h 601039"/>
              <a:gd name="connsiteX751" fmla="*/ 361050 w 2671650"/>
              <a:gd name="connsiteY751" fmla="*/ 488271 h 601039"/>
              <a:gd name="connsiteX752" fmla="*/ 369608 w 2671650"/>
              <a:gd name="connsiteY752" fmla="*/ 493039 h 601039"/>
              <a:gd name="connsiteX753" fmla="*/ 386222 w 2671650"/>
              <a:gd name="connsiteY753" fmla="*/ 495852 h 601039"/>
              <a:gd name="connsiteX754" fmla="*/ 216387 w 2671650"/>
              <a:gd name="connsiteY754" fmla="*/ 496030 h 601039"/>
              <a:gd name="connsiteX755" fmla="*/ 236673 w 2671650"/>
              <a:gd name="connsiteY755" fmla="*/ 493661 h 601039"/>
              <a:gd name="connsiteX756" fmla="*/ 245557 w 2671650"/>
              <a:gd name="connsiteY756" fmla="*/ 488893 h 601039"/>
              <a:gd name="connsiteX757" fmla="*/ 250325 w 2671650"/>
              <a:gd name="connsiteY757" fmla="*/ 484392 h 601039"/>
              <a:gd name="connsiteX758" fmla="*/ 255092 w 2671650"/>
              <a:gd name="connsiteY758" fmla="*/ 481993 h 601039"/>
              <a:gd name="connsiteX759" fmla="*/ 259357 w 2671650"/>
              <a:gd name="connsiteY759" fmla="*/ 479594 h 601039"/>
              <a:gd name="connsiteX760" fmla="*/ 263058 w 2671650"/>
              <a:gd name="connsiteY760" fmla="*/ 474826 h 601039"/>
              <a:gd name="connsiteX761" fmla="*/ 268626 w 2671650"/>
              <a:gd name="connsiteY761" fmla="*/ 472694 h 601039"/>
              <a:gd name="connsiteX762" fmla="*/ 273927 w 2671650"/>
              <a:gd name="connsiteY762" fmla="*/ 468992 h 601039"/>
              <a:gd name="connsiteX763" fmla="*/ 280827 w 2671650"/>
              <a:gd name="connsiteY763" fmla="*/ 467127 h 601039"/>
              <a:gd name="connsiteX764" fmla="*/ 286927 w 2671650"/>
              <a:gd name="connsiteY764" fmla="*/ 463425 h 601039"/>
              <a:gd name="connsiteX765" fmla="*/ 296611 w 2671650"/>
              <a:gd name="connsiteY765" fmla="*/ 462951 h 601039"/>
              <a:gd name="connsiteX766" fmla="*/ 296611 w 2671650"/>
              <a:gd name="connsiteY766" fmla="*/ 444828 h 601039"/>
              <a:gd name="connsiteX767" fmla="*/ 295722 w 2671650"/>
              <a:gd name="connsiteY767" fmla="*/ 443999 h 601039"/>
              <a:gd name="connsiteX768" fmla="*/ 298062 w 2671650"/>
              <a:gd name="connsiteY768" fmla="*/ 441452 h 601039"/>
              <a:gd name="connsiteX769" fmla="*/ 300164 w 2671650"/>
              <a:gd name="connsiteY769" fmla="*/ 438727 h 601039"/>
              <a:gd name="connsiteX770" fmla="*/ 504233 w 2671650"/>
              <a:gd name="connsiteY770" fmla="*/ 428895 h 601039"/>
              <a:gd name="connsiteX771" fmla="*/ 502722 w 2671650"/>
              <a:gd name="connsiteY771" fmla="*/ 431057 h 601039"/>
              <a:gd name="connsiteX772" fmla="*/ 501212 w 2671650"/>
              <a:gd name="connsiteY772" fmla="*/ 433218 h 601039"/>
              <a:gd name="connsiteX773" fmla="*/ 518032 w 2671650"/>
              <a:gd name="connsiteY773" fmla="*/ 445064 h 601039"/>
              <a:gd name="connsiteX774" fmla="*/ 495023 w 2671650"/>
              <a:gd name="connsiteY774" fmla="*/ 442103 h 601039"/>
              <a:gd name="connsiteX775" fmla="*/ 493335 w 2671650"/>
              <a:gd name="connsiteY775" fmla="*/ 444531 h 601039"/>
              <a:gd name="connsiteX776" fmla="*/ 491647 w 2671650"/>
              <a:gd name="connsiteY776" fmla="*/ 446930 h 601039"/>
              <a:gd name="connsiteX777" fmla="*/ 515604 w 2671650"/>
              <a:gd name="connsiteY777" fmla="*/ 463721 h 601039"/>
              <a:gd name="connsiteX778" fmla="*/ 517114 w 2671650"/>
              <a:gd name="connsiteY778" fmla="*/ 461559 h 601039"/>
              <a:gd name="connsiteX779" fmla="*/ 518595 w 2671650"/>
              <a:gd name="connsiteY779" fmla="*/ 459397 h 601039"/>
              <a:gd name="connsiteX780" fmla="*/ 501330 w 2671650"/>
              <a:gd name="connsiteY780" fmla="*/ 447315 h 601039"/>
              <a:gd name="connsiteX781" fmla="*/ 525021 w 2671650"/>
              <a:gd name="connsiteY781" fmla="*/ 450276 h 601039"/>
              <a:gd name="connsiteX782" fmla="*/ 526650 w 2671650"/>
              <a:gd name="connsiteY782" fmla="*/ 447966 h 601039"/>
              <a:gd name="connsiteX783" fmla="*/ 528190 w 2671650"/>
              <a:gd name="connsiteY783" fmla="*/ 445686 h 601039"/>
              <a:gd name="connsiteX784" fmla="*/ 91033 w 2671650"/>
              <a:gd name="connsiteY784" fmla="*/ 426318 h 601039"/>
              <a:gd name="connsiteX785" fmla="*/ 72081 w 2671650"/>
              <a:gd name="connsiteY785" fmla="*/ 438460 h 601039"/>
              <a:gd name="connsiteX786" fmla="*/ 73709 w 2671650"/>
              <a:gd name="connsiteY786" fmla="*/ 448499 h 601039"/>
              <a:gd name="connsiteX787" fmla="*/ 81350 w 2671650"/>
              <a:gd name="connsiteY787" fmla="*/ 452704 h 601039"/>
              <a:gd name="connsiteX788" fmla="*/ 81912 w 2671650"/>
              <a:gd name="connsiteY788" fmla="*/ 452704 h 601039"/>
              <a:gd name="connsiteX789" fmla="*/ 78951 w 2671650"/>
              <a:gd name="connsiteY789" fmla="*/ 455221 h 601039"/>
              <a:gd name="connsiteX790" fmla="*/ 80994 w 2671650"/>
              <a:gd name="connsiteY790" fmla="*/ 458390 h 601039"/>
              <a:gd name="connsiteX791" fmla="*/ 94232 w 2671650"/>
              <a:gd name="connsiteY791" fmla="*/ 449802 h 601039"/>
              <a:gd name="connsiteX792" fmla="*/ 88102 w 2671650"/>
              <a:gd name="connsiteY792" fmla="*/ 440326 h 601039"/>
              <a:gd name="connsiteX793" fmla="*/ 83867 w 2671650"/>
              <a:gd name="connsiteY793" fmla="*/ 443080 h 601039"/>
              <a:gd name="connsiteX794" fmla="*/ 87154 w 2671650"/>
              <a:gd name="connsiteY794" fmla="*/ 448499 h 601039"/>
              <a:gd name="connsiteX795" fmla="*/ 83334 w 2671650"/>
              <a:gd name="connsiteY795" fmla="*/ 449239 h 601039"/>
              <a:gd name="connsiteX796" fmla="*/ 78299 w 2671650"/>
              <a:gd name="connsiteY796" fmla="*/ 446456 h 601039"/>
              <a:gd name="connsiteX797" fmla="*/ 77322 w 2671650"/>
              <a:gd name="connsiteY797" fmla="*/ 440148 h 601039"/>
              <a:gd name="connsiteX798" fmla="*/ 82593 w 2671650"/>
              <a:gd name="connsiteY798" fmla="*/ 434373 h 601039"/>
              <a:gd name="connsiteX799" fmla="*/ 90115 w 2671650"/>
              <a:gd name="connsiteY799" fmla="*/ 431945 h 601039"/>
              <a:gd name="connsiteX800" fmla="*/ 95564 w 2671650"/>
              <a:gd name="connsiteY800" fmla="*/ 435262 h 601039"/>
              <a:gd name="connsiteX801" fmla="*/ 96453 w 2671650"/>
              <a:gd name="connsiteY801" fmla="*/ 439289 h 601039"/>
              <a:gd name="connsiteX802" fmla="*/ 94735 w 2671650"/>
              <a:gd name="connsiteY802" fmla="*/ 442784 h 601039"/>
              <a:gd name="connsiteX803" fmla="*/ 98052 w 2671650"/>
              <a:gd name="connsiteY803" fmla="*/ 447492 h 601039"/>
              <a:gd name="connsiteX804" fmla="*/ 102079 w 2671650"/>
              <a:gd name="connsiteY804" fmla="*/ 440474 h 601039"/>
              <a:gd name="connsiteX805" fmla="*/ 99917 w 2671650"/>
              <a:gd name="connsiteY805" fmla="*/ 432241 h 601039"/>
              <a:gd name="connsiteX806" fmla="*/ 91033 w 2671650"/>
              <a:gd name="connsiteY806" fmla="*/ 426318 h 601039"/>
              <a:gd name="connsiteX807" fmla="*/ 522977 w 2671650"/>
              <a:gd name="connsiteY807" fmla="*/ 409291 h 601039"/>
              <a:gd name="connsiteX808" fmla="*/ 530588 w 2671650"/>
              <a:gd name="connsiteY808" fmla="*/ 411156 h 601039"/>
              <a:gd name="connsiteX809" fmla="*/ 536481 w 2671650"/>
              <a:gd name="connsiteY809" fmla="*/ 416250 h 601039"/>
              <a:gd name="connsiteX810" fmla="*/ 537005 w 2671650"/>
              <a:gd name="connsiteY810" fmla="*/ 417962 h 601039"/>
              <a:gd name="connsiteX811" fmla="*/ 531446 w 2671650"/>
              <a:gd name="connsiteY811" fmla="*/ 425726 h 601039"/>
              <a:gd name="connsiteX812" fmla="*/ 523954 w 2671650"/>
              <a:gd name="connsiteY812" fmla="*/ 423949 h 601039"/>
              <a:gd name="connsiteX813" fmla="*/ 518031 w 2671650"/>
              <a:gd name="connsiteY813" fmla="*/ 418678 h 601039"/>
              <a:gd name="connsiteX814" fmla="*/ 518031 w 2671650"/>
              <a:gd name="connsiteY814" fmla="*/ 412755 h 601039"/>
              <a:gd name="connsiteX815" fmla="*/ 522977 w 2671650"/>
              <a:gd name="connsiteY815" fmla="*/ 409291 h 601039"/>
              <a:gd name="connsiteX816" fmla="*/ 521675 w 2671650"/>
              <a:gd name="connsiteY816" fmla="*/ 404019 h 601039"/>
              <a:gd name="connsiteX817" fmla="*/ 520390 w 2671650"/>
              <a:gd name="connsiteY817" fmla="*/ 404410 h 601039"/>
              <a:gd name="connsiteX818" fmla="*/ 512791 w 2671650"/>
              <a:gd name="connsiteY818" fmla="*/ 420692 h 601039"/>
              <a:gd name="connsiteX819" fmla="*/ 521171 w 2671650"/>
              <a:gd name="connsiteY819" fmla="*/ 429102 h 601039"/>
              <a:gd name="connsiteX820" fmla="*/ 532662 w 2671650"/>
              <a:gd name="connsiteY820" fmla="*/ 431234 h 601039"/>
              <a:gd name="connsiteX821" fmla="*/ 540717 w 2671650"/>
              <a:gd name="connsiteY821" fmla="*/ 424867 h 601039"/>
              <a:gd name="connsiteX822" fmla="*/ 540657 w 2671650"/>
              <a:gd name="connsiteY822" fmla="*/ 424808 h 601039"/>
              <a:gd name="connsiteX823" fmla="*/ 541546 w 2671650"/>
              <a:gd name="connsiteY823" fmla="*/ 414592 h 601039"/>
              <a:gd name="connsiteX824" fmla="*/ 533343 w 2671650"/>
              <a:gd name="connsiteY824" fmla="*/ 406270 h 601039"/>
              <a:gd name="connsiteX825" fmla="*/ 521675 w 2671650"/>
              <a:gd name="connsiteY825" fmla="*/ 404019 h 601039"/>
              <a:gd name="connsiteX826" fmla="*/ 79010 w 2671650"/>
              <a:gd name="connsiteY826" fmla="*/ 394750 h 601039"/>
              <a:gd name="connsiteX827" fmla="*/ 52506 w 2671650"/>
              <a:gd name="connsiteY827" fmla="*/ 407129 h 601039"/>
              <a:gd name="connsiteX828" fmla="*/ 53602 w 2671650"/>
              <a:gd name="connsiteY828" fmla="*/ 409498 h 601039"/>
              <a:gd name="connsiteX829" fmla="*/ 54727 w 2671650"/>
              <a:gd name="connsiteY829" fmla="*/ 411867 h 601039"/>
              <a:gd name="connsiteX830" fmla="*/ 73828 w 2671650"/>
              <a:gd name="connsiteY830" fmla="*/ 402983 h 601039"/>
              <a:gd name="connsiteX831" fmla="*/ 59406 w 2671650"/>
              <a:gd name="connsiteY831" fmla="*/ 421965 h 601039"/>
              <a:gd name="connsiteX832" fmla="*/ 60590 w 2671650"/>
              <a:gd name="connsiteY832" fmla="*/ 424482 h 601039"/>
              <a:gd name="connsiteX833" fmla="*/ 61775 w 2671650"/>
              <a:gd name="connsiteY833" fmla="*/ 426970 h 601039"/>
              <a:gd name="connsiteX834" fmla="*/ 88279 w 2671650"/>
              <a:gd name="connsiteY834" fmla="*/ 414621 h 601039"/>
              <a:gd name="connsiteX835" fmla="*/ 87154 w 2671650"/>
              <a:gd name="connsiteY835" fmla="*/ 412222 h 601039"/>
              <a:gd name="connsiteX836" fmla="*/ 86058 w 2671650"/>
              <a:gd name="connsiteY836" fmla="*/ 409853 h 601039"/>
              <a:gd name="connsiteX837" fmla="*/ 67461 w 2671650"/>
              <a:gd name="connsiteY837" fmla="*/ 418530 h 601039"/>
              <a:gd name="connsiteX838" fmla="*/ 81498 w 2671650"/>
              <a:gd name="connsiteY838" fmla="*/ 400110 h 601039"/>
              <a:gd name="connsiteX839" fmla="*/ 80254 w 2671650"/>
              <a:gd name="connsiteY839" fmla="*/ 397445 h 601039"/>
              <a:gd name="connsiteX840" fmla="*/ 552029 w 2671650"/>
              <a:gd name="connsiteY840" fmla="*/ 382757 h 601039"/>
              <a:gd name="connsiteX841" fmla="*/ 547231 w 2671650"/>
              <a:gd name="connsiteY841" fmla="*/ 395254 h 601039"/>
              <a:gd name="connsiteX842" fmla="*/ 524784 w 2671650"/>
              <a:gd name="connsiteY842" fmla="*/ 386636 h 601039"/>
              <a:gd name="connsiteX843" fmla="*/ 523777 w 2671650"/>
              <a:gd name="connsiteY843" fmla="*/ 389272 h 601039"/>
              <a:gd name="connsiteX844" fmla="*/ 522771 w 2671650"/>
              <a:gd name="connsiteY844" fmla="*/ 391878 h 601039"/>
              <a:gd name="connsiteX845" fmla="*/ 550134 w 2671650"/>
              <a:gd name="connsiteY845" fmla="*/ 402391 h 601039"/>
              <a:gd name="connsiteX846" fmla="*/ 556885 w 2671650"/>
              <a:gd name="connsiteY846" fmla="*/ 384622 h 601039"/>
              <a:gd name="connsiteX847" fmla="*/ 554457 w 2671650"/>
              <a:gd name="connsiteY847" fmla="*/ 383704 h 601039"/>
              <a:gd name="connsiteX848" fmla="*/ 73857 w 2671650"/>
              <a:gd name="connsiteY848" fmla="*/ 381750 h 601039"/>
              <a:gd name="connsiteX849" fmla="*/ 46554 w 2671650"/>
              <a:gd name="connsiteY849" fmla="*/ 392233 h 601039"/>
              <a:gd name="connsiteX850" fmla="*/ 47560 w 2671650"/>
              <a:gd name="connsiteY850" fmla="*/ 394869 h 601039"/>
              <a:gd name="connsiteX851" fmla="*/ 48567 w 2671650"/>
              <a:gd name="connsiteY851" fmla="*/ 397475 h 601039"/>
              <a:gd name="connsiteX852" fmla="*/ 75871 w 2671650"/>
              <a:gd name="connsiteY852" fmla="*/ 386992 h 601039"/>
              <a:gd name="connsiteX853" fmla="*/ 74864 w 2671650"/>
              <a:gd name="connsiteY853" fmla="*/ 384386 h 601039"/>
              <a:gd name="connsiteX854" fmla="*/ 48834 w 2671650"/>
              <a:gd name="connsiteY854" fmla="*/ 361820 h 601039"/>
              <a:gd name="connsiteX855" fmla="*/ 47146 w 2671650"/>
              <a:gd name="connsiteY855" fmla="*/ 362264 h 601039"/>
              <a:gd name="connsiteX856" fmla="*/ 40157 w 2671650"/>
              <a:gd name="connsiteY856" fmla="*/ 366232 h 601039"/>
              <a:gd name="connsiteX857" fmla="*/ 39476 w 2671650"/>
              <a:gd name="connsiteY857" fmla="*/ 373340 h 601039"/>
              <a:gd name="connsiteX858" fmla="*/ 43355 w 2671650"/>
              <a:gd name="connsiteY858" fmla="*/ 378996 h 601039"/>
              <a:gd name="connsiteX859" fmla="*/ 43355 w 2671650"/>
              <a:gd name="connsiteY859" fmla="*/ 378937 h 601039"/>
              <a:gd name="connsiteX860" fmla="*/ 50433 w 2671650"/>
              <a:gd name="connsiteY860" fmla="*/ 379410 h 601039"/>
              <a:gd name="connsiteX861" fmla="*/ 70748 w 2671650"/>
              <a:gd name="connsiteY861" fmla="*/ 373962 h 601039"/>
              <a:gd name="connsiteX862" fmla="*/ 70008 w 2671650"/>
              <a:gd name="connsiteY862" fmla="*/ 371237 h 601039"/>
              <a:gd name="connsiteX863" fmla="*/ 69297 w 2671650"/>
              <a:gd name="connsiteY863" fmla="*/ 368542 h 601039"/>
              <a:gd name="connsiteX864" fmla="*/ 48982 w 2671650"/>
              <a:gd name="connsiteY864" fmla="*/ 373991 h 601039"/>
              <a:gd name="connsiteX865" fmla="*/ 45813 w 2671650"/>
              <a:gd name="connsiteY865" fmla="*/ 373991 h 601039"/>
              <a:gd name="connsiteX866" fmla="*/ 45511 w 2671650"/>
              <a:gd name="connsiteY866" fmla="*/ 373784 h 601039"/>
              <a:gd name="connsiteX867" fmla="*/ 44895 w 2671650"/>
              <a:gd name="connsiteY867" fmla="*/ 369135 h 601039"/>
              <a:gd name="connsiteX868" fmla="*/ 48508 w 2671650"/>
              <a:gd name="connsiteY868" fmla="*/ 367417 h 601039"/>
              <a:gd name="connsiteX869" fmla="*/ 50196 w 2671650"/>
              <a:gd name="connsiteY869" fmla="*/ 366973 h 601039"/>
              <a:gd name="connsiteX870" fmla="*/ 1151502 w 2671650"/>
              <a:gd name="connsiteY870" fmla="*/ 355661 h 601039"/>
              <a:gd name="connsiteX871" fmla="*/ 1151398 w 2671650"/>
              <a:gd name="connsiteY871" fmla="*/ 355868 h 601039"/>
              <a:gd name="connsiteX872" fmla="*/ 1151415 w 2671650"/>
              <a:gd name="connsiteY872" fmla="*/ 355756 h 601039"/>
              <a:gd name="connsiteX873" fmla="*/ 542760 w 2671650"/>
              <a:gd name="connsiteY873" fmla="*/ 352404 h 601039"/>
              <a:gd name="connsiteX874" fmla="*/ 550607 w 2671650"/>
              <a:gd name="connsiteY874" fmla="*/ 352404 h 601039"/>
              <a:gd name="connsiteX875" fmla="*/ 557359 w 2671650"/>
              <a:gd name="connsiteY875" fmla="*/ 356105 h 601039"/>
              <a:gd name="connsiteX876" fmla="*/ 558283 w 2671650"/>
              <a:gd name="connsiteY876" fmla="*/ 357642 h 601039"/>
              <a:gd name="connsiteX877" fmla="*/ 554753 w 2671650"/>
              <a:gd name="connsiteY877" fmla="*/ 366559 h 601039"/>
              <a:gd name="connsiteX878" fmla="*/ 547054 w 2671650"/>
              <a:gd name="connsiteY878" fmla="*/ 366559 h 601039"/>
              <a:gd name="connsiteX879" fmla="*/ 540154 w 2671650"/>
              <a:gd name="connsiteY879" fmla="*/ 362828 h 601039"/>
              <a:gd name="connsiteX880" fmla="*/ 539076 w 2671650"/>
              <a:gd name="connsiteY880" fmla="*/ 361030 h 601039"/>
              <a:gd name="connsiteX881" fmla="*/ 542760 w 2671650"/>
              <a:gd name="connsiteY881" fmla="*/ 352404 h 601039"/>
              <a:gd name="connsiteX882" fmla="*/ 551910 w 2671650"/>
              <a:gd name="connsiteY882" fmla="*/ 346954 h 601039"/>
              <a:gd name="connsiteX883" fmla="*/ 540065 w 2671650"/>
              <a:gd name="connsiteY883" fmla="*/ 347605 h 601039"/>
              <a:gd name="connsiteX884" fmla="*/ 538898 w 2671650"/>
              <a:gd name="connsiteY884" fmla="*/ 348307 h 601039"/>
              <a:gd name="connsiteX885" fmla="*/ 535505 w 2671650"/>
              <a:gd name="connsiteY885" fmla="*/ 365907 h 601039"/>
              <a:gd name="connsiteX886" fmla="*/ 545692 w 2671650"/>
              <a:gd name="connsiteY886" fmla="*/ 372066 h 601039"/>
              <a:gd name="connsiteX887" fmla="*/ 557359 w 2671650"/>
              <a:gd name="connsiteY887" fmla="*/ 371356 h 601039"/>
              <a:gd name="connsiteX888" fmla="*/ 563608 w 2671650"/>
              <a:gd name="connsiteY888" fmla="*/ 363212 h 601039"/>
              <a:gd name="connsiteX889" fmla="*/ 561890 w 2671650"/>
              <a:gd name="connsiteY889" fmla="*/ 353054 h 601039"/>
              <a:gd name="connsiteX890" fmla="*/ 551910 w 2671650"/>
              <a:gd name="connsiteY890" fmla="*/ 346954 h 601039"/>
              <a:gd name="connsiteX891" fmla="*/ 63759 w 2671650"/>
              <a:gd name="connsiteY891" fmla="*/ 345029 h 601039"/>
              <a:gd name="connsiteX892" fmla="*/ 35063 w 2671650"/>
              <a:gd name="connsiteY892" fmla="*/ 350626 h 601039"/>
              <a:gd name="connsiteX893" fmla="*/ 35597 w 2671650"/>
              <a:gd name="connsiteY893" fmla="*/ 353380 h 601039"/>
              <a:gd name="connsiteX894" fmla="*/ 36130 w 2671650"/>
              <a:gd name="connsiteY894" fmla="*/ 356134 h 601039"/>
              <a:gd name="connsiteX895" fmla="*/ 64825 w 2671650"/>
              <a:gd name="connsiteY895" fmla="*/ 350567 h 601039"/>
              <a:gd name="connsiteX896" fmla="*/ 64292 w 2671650"/>
              <a:gd name="connsiteY896" fmla="*/ 347783 h 601039"/>
              <a:gd name="connsiteX897" fmla="*/ 126065 w 2671650"/>
              <a:gd name="connsiteY897" fmla="*/ 344733 h 601039"/>
              <a:gd name="connsiteX898" fmla="*/ 159499 w 2671650"/>
              <a:gd name="connsiteY898" fmla="*/ 350034 h 601039"/>
              <a:gd name="connsiteX899" fmla="*/ 239752 w 2671650"/>
              <a:gd name="connsiteY899" fmla="*/ 349383 h 601039"/>
              <a:gd name="connsiteX900" fmla="*/ 251390 w 2671650"/>
              <a:gd name="connsiteY900" fmla="*/ 351278 h 601039"/>
              <a:gd name="connsiteX901" fmla="*/ 276947 w 2671650"/>
              <a:gd name="connsiteY901" fmla="*/ 354239 h 601039"/>
              <a:gd name="connsiteX902" fmla="*/ 269099 w 2671650"/>
              <a:gd name="connsiteY902" fmla="*/ 385956 h 601039"/>
              <a:gd name="connsiteX903" fmla="*/ 300519 w 2671650"/>
              <a:gd name="connsiteY903" fmla="*/ 391286 h 601039"/>
              <a:gd name="connsiteX904" fmla="*/ 331910 w 2671650"/>
              <a:gd name="connsiteY904" fmla="*/ 385956 h 601039"/>
              <a:gd name="connsiteX905" fmla="*/ 324062 w 2671650"/>
              <a:gd name="connsiteY905" fmla="*/ 354269 h 601039"/>
              <a:gd name="connsiteX906" fmla="*/ 349619 w 2671650"/>
              <a:gd name="connsiteY906" fmla="*/ 351308 h 601039"/>
              <a:gd name="connsiteX907" fmla="*/ 361287 w 2671650"/>
              <a:gd name="connsiteY907" fmla="*/ 349412 h 601039"/>
              <a:gd name="connsiteX908" fmla="*/ 441540 w 2671650"/>
              <a:gd name="connsiteY908" fmla="*/ 350064 h 601039"/>
              <a:gd name="connsiteX909" fmla="*/ 441658 w 2671650"/>
              <a:gd name="connsiteY909" fmla="*/ 350034 h 601039"/>
              <a:gd name="connsiteX910" fmla="*/ 475062 w 2671650"/>
              <a:gd name="connsiteY910" fmla="*/ 344733 h 601039"/>
              <a:gd name="connsiteX911" fmla="*/ 454036 w 2671650"/>
              <a:gd name="connsiteY911" fmla="*/ 368187 h 601039"/>
              <a:gd name="connsiteX912" fmla="*/ 321545 w 2671650"/>
              <a:gd name="connsiteY912" fmla="*/ 392471 h 601039"/>
              <a:gd name="connsiteX913" fmla="*/ 330044 w 2671650"/>
              <a:gd name="connsiteY913" fmla="*/ 426467 h 601039"/>
              <a:gd name="connsiteX914" fmla="*/ 300430 w 2671650"/>
              <a:gd name="connsiteY914" fmla="*/ 432864 h 601039"/>
              <a:gd name="connsiteX915" fmla="*/ 270817 w 2671650"/>
              <a:gd name="connsiteY915" fmla="*/ 426467 h 601039"/>
              <a:gd name="connsiteX916" fmla="*/ 279316 w 2671650"/>
              <a:gd name="connsiteY916" fmla="*/ 392471 h 601039"/>
              <a:gd name="connsiteX917" fmla="*/ 147091 w 2671650"/>
              <a:gd name="connsiteY917" fmla="*/ 368187 h 601039"/>
              <a:gd name="connsiteX918" fmla="*/ 126065 w 2671650"/>
              <a:gd name="connsiteY918" fmla="*/ 344733 h 601039"/>
              <a:gd name="connsiteX919" fmla="*/ 1115264 w 2671650"/>
              <a:gd name="connsiteY919" fmla="*/ 328303 h 601039"/>
              <a:gd name="connsiteX920" fmla="*/ 1125588 w 2671650"/>
              <a:gd name="connsiteY920" fmla="*/ 341208 h 601039"/>
              <a:gd name="connsiteX921" fmla="*/ 1136531 w 2671650"/>
              <a:gd name="connsiteY921" fmla="*/ 338524 h 601039"/>
              <a:gd name="connsiteX922" fmla="*/ 1149230 w 2671650"/>
              <a:gd name="connsiteY922" fmla="*/ 338524 h 601039"/>
              <a:gd name="connsiteX923" fmla="*/ 1153670 w 2671650"/>
              <a:gd name="connsiteY923" fmla="*/ 340589 h 601039"/>
              <a:gd name="connsiteX924" fmla="*/ 1152637 w 2671650"/>
              <a:gd name="connsiteY924" fmla="*/ 347815 h 601039"/>
              <a:gd name="connsiteX925" fmla="*/ 1151415 w 2671650"/>
              <a:gd name="connsiteY925" fmla="*/ 355756 h 601039"/>
              <a:gd name="connsiteX926" fmla="*/ 1145926 w 2671650"/>
              <a:gd name="connsiteY926" fmla="*/ 361753 h 601039"/>
              <a:gd name="connsiteX927" fmla="*/ 1140248 w 2671650"/>
              <a:gd name="connsiteY927" fmla="*/ 365986 h 601039"/>
              <a:gd name="connsiteX928" fmla="*/ 1136222 w 2671650"/>
              <a:gd name="connsiteY928" fmla="*/ 377446 h 601039"/>
              <a:gd name="connsiteX929" fmla="*/ 1128169 w 2671650"/>
              <a:gd name="connsiteY929" fmla="*/ 382917 h 601039"/>
              <a:gd name="connsiteX930" fmla="*/ 1118877 w 2671650"/>
              <a:gd name="connsiteY930" fmla="*/ 383743 h 601039"/>
              <a:gd name="connsiteX931" fmla="*/ 1106591 w 2671650"/>
              <a:gd name="connsiteY931" fmla="*/ 388906 h 601039"/>
              <a:gd name="connsiteX932" fmla="*/ 1091931 w 2671650"/>
              <a:gd name="connsiteY932" fmla="*/ 376827 h 601039"/>
              <a:gd name="connsiteX933" fmla="*/ 1093479 w 2671650"/>
              <a:gd name="connsiteY933" fmla="*/ 367740 h 601039"/>
              <a:gd name="connsiteX934" fmla="*/ 1091312 w 2671650"/>
              <a:gd name="connsiteY934" fmla="*/ 360514 h 601039"/>
              <a:gd name="connsiteX935" fmla="*/ 1095751 w 2671650"/>
              <a:gd name="connsiteY935" fmla="*/ 352048 h 601039"/>
              <a:gd name="connsiteX936" fmla="*/ 1107004 w 2671650"/>
              <a:gd name="connsiteY936" fmla="*/ 332742 h 601039"/>
              <a:gd name="connsiteX937" fmla="*/ 1115264 w 2671650"/>
              <a:gd name="connsiteY937" fmla="*/ 328303 h 601039"/>
              <a:gd name="connsiteX938" fmla="*/ 60354 w 2671650"/>
              <a:gd name="connsiteY938" fmla="*/ 317340 h 601039"/>
              <a:gd name="connsiteX939" fmla="*/ 31332 w 2671650"/>
              <a:gd name="connsiteY939" fmla="*/ 320924 h 601039"/>
              <a:gd name="connsiteX940" fmla="*/ 33820 w 2671650"/>
              <a:gd name="connsiteY940" fmla="*/ 341298 h 601039"/>
              <a:gd name="connsiteX941" fmla="*/ 36396 w 2671650"/>
              <a:gd name="connsiteY941" fmla="*/ 341002 h 601039"/>
              <a:gd name="connsiteX942" fmla="*/ 38972 w 2671650"/>
              <a:gd name="connsiteY942" fmla="*/ 340676 h 601039"/>
              <a:gd name="connsiteX943" fmla="*/ 37166 w 2671650"/>
              <a:gd name="connsiteY943" fmla="*/ 325869 h 601039"/>
              <a:gd name="connsiteX944" fmla="*/ 44718 w 2671650"/>
              <a:gd name="connsiteY944" fmla="*/ 324921 h 601039"/>
              <a:gd name="connsiteX945" fmla="*/ 46317 w 2671650"/>
              <a:gd name="connsiteY945" fmla="*/ 337981 h 601039"/>
              <a:gd name="connsiteX946" fmla="*/ 48834 w 2671650"/>
              <a:gd name="connsiteY946" fmla="*/ 337685 h 601039"/>
              <a:gd name="connsiteX947" fmla="*/ 51321 w 2671650"/>
              <a:gd name="connsiteY947" fmla="*/ 337389 h 601039"/>
              <a:gd name="connsiteX948" fmla="*/ 49722 w 2671650"/>
              <a:gd name="connsiteY948" fmla="*/ 324329 h 601039"/>
              <a:gd name="connsiteX949" fmla="*/ 55882 w 2671650"/>
              <a:gd name="connsiteY949" fmla="*/ 323559 h 601039"/>
              <a:gd name="connsiteX950" fmla="*/ 57599 w 2671650"/>
              <a:gd name="connsiteY950" fmla="*/ 337626 h 601039"/>
              <a:gd name="connsiteX951" fmla="*/ 60205 w 2671650"/>
              <a:gd name="connsiteY951" fmla="*/ 337329 h 601039"/>
              <a:gd name="connsiteX952" fmla="*/ 62752 w 2671650"/>
              <a:gd name="connsiteY952" fmla="*/ 337004 h 601039"/>
              <a:gd name="connsiteX953" fmla="*/ 549778 w 2671650"/>
              <a:gd name="connsiteY953" fmla="*/ 312395 h 601039"/>
              <a:gd name="connsiteX954" fmla="*/ 542286 w 2671650"/>
              <a:gd name="connsiteY954" fmla="*/ 315356 h 601039"/>
              <a:gd name="connsiteX955" fmla="*/ 542286 w 2671650"/>
              <a:gd name="connsiteY955" fmla="*/ 333124 h 601039"/>
              <a:gd name="connsiteX956" fmla="*/ 564674 w 2671650"/>
              <a:gd name="connsiteY956" fmla="*/ 335227 h 601039"/>
              <a:gd name="connsiteX957" fmla="*/ 569590 w 2671650"/>
              <a:gd name="connsiteY957" fmla="*/ 326343 h 601039"/>
              <a:gd name="connsiteX958" fmla="*/ 566155 w 2671650"/>
              <a:gd name="connsiteY958" fmla="*/ 318318 h 601039"/>
              <a:gd name="connsiteX959" fmla="*/ 565710 w 2671650"/>
              <a:gd name="connsiteY959" fmla="*/ 318081 h 601039"/>
              <a:gd name="connsiteX960" fmla="*/ 569531 w 2671650"/>
              <a:gd name="connsiteY960" fmla="*/ 317844 h 601039"/>
              <a:gd name="connsiteX961" fmla="*/ 569797 w 2671650"/>
              <a:gd name="connsiteY961" fmla="*/ 314142 h 601039"/>
              <a:gd name="connsiteX962" fmla="*/ 554072 w 2671650"/>
              <a:gd name="connsiteY962" fmla="*/ 312780 h 601039"/>
              <a:gd name="connsiteX963" fmla="*/ 553095 w 2671650"/>
              <a:gd name="connsiteY963" fmla="*/ 324003 h 601039"/>
              <a:gd name="connsiteX964" fmla="*/ 558129 w 2671650"/>
              <a:gd name="connsiteY964" fmla="*/ 324448 h 601039"/>
              <a:gd name="connsiteX965" fmla="*/ 558662 w 2671650"/>
              <a:gd name="connsiteY965" fmla="*/ 318110 h 601039"/>
              <a:gd name="connsiteX966" fmla="*/ 562127 w 2671650"/>
              <a:gd name="connsiteY966" fmla="*/ 319887 h 601039"/>
              <a:gd name="connsiteX967" fmla="*/ 564378 w 2671650"/>
              <a:gd name="connsiteY967" fmla="*/ 325188 h 601039"/>
              <a:gd name="connsiteX968" fmla="*/ 561416 w 2671650"/>
              <a:gd name="connsiteY968" fmla="*/ 330755 h 601039"/>
              <a:gd name="connsiteX969" fmla="*/ 553687 w 2671650"/>
              <a:gd name="connsiteY969" fmla="*/ 332058 h 601039"/>
              <a:gd name="connsiteX970" fmla="*/ 546254 w 2671650"/>
              <a:gd name="connsiteY970" fmla="*/ 329334 h 601039"/>
              <a:gd name="connsiteX971" fmla="*/ 544004 w 2671650"/>
              <a:gd name="connsiteY971" fmla="*/ 323411 h 601039"/>
              <a:gd name="connsiteX972" fmla="*/ 545780 w 2671650"/>
              <a:gd name="connsiteY972" fmla="*/ 319650 h 601039"/>
              <a:gd name="connsiteX973" fmla="*/ 549304 w 2671650"/>
              <a:gd name="connsiteY973" fmla="*/ 317992 h 601039"/>
              <a:gd name="connsiteX974" fmla="*/ 145285 w 2671650"/>
              <a:gd name="connsiteY974" fmla="*/ 303303 h 601039"/>
              <a:gd name="connsiteX975" fmla="*/ 163824 w 2671650"/>
              <a:gd name="connsiteY975" fmla="*/ 305317 h 601039"/>
              <a:gd name="connsiteX976" fmla="*/ 179904 w 2671650"/>
              <a:gd name="connsiteY976" fmla="*/ 305317 h 601039"/>
              <a:gd name="connsiteX977" fmla="*/ 198323 w 2671650"/>
              <a:gd name="connsiteY977" fmla="*/ 305139 h 601039"/>
              <a:gd name="connsiteX978" fmla="*/ 226131 w 2671650"/>
              <a:gd name="connsiteY978" fmla="*/ 305850 h 601039"/>
              <a:gd name="connsiteX979" fmla="*/ 256188 w 2671650"/>
              <a:gd name="connsiteY979" fmla="*/ 312839 h 601039"/>
              <a:gd name="connsiteX980" fmla="*/ 277421 w 2671650"/>
              <a:gd name="connsiteY980" fmla="*/ 314290 h 601039"/>
              <a:gd name="connsiteX981" fmla="*/ 270255 w 2671650"/>
              <a:gd name="connsiteY981" fmla="*/ 344762 h 601039"/>
              <a:gd name="connsiteX982" fmla="*/ 299869 w 2671650"/>
              <a:gd name="connsiteY982" fmla="*/ 348257 h 601039"/>
              <a:gd name="connsiteX983" fmla="*/ 300194 w 2671650"/>
              <a:gd name="connsiteY983" fmla="*/ 348257 h 601039"/>
              <a:gd name="connsiteX984" fmla="*/ 300579 w 2671650"/>
              <a:gd name="connsiteY984" fmla="*/ 348257 h 601039"/>
              <a:gd name="connsiteX985" fmla="*/ 330400 w 2671650"/>
              <a:gd name="connsiteY985" fmla="*/ 344703 h 601039"/>
              <a:gd name="connsiteX986" fmla="*/ 323234 w 2671650"/>
              <a:gd name="connsiteY986" fmla="*/ 314231 h 601039"/>
              <a:gd name="connsiteX987" fmla="*/ 344467 w 2671650"/>
              <a:gd name="connsiteY987" fmla="*/ 312780 h 601039"/>
              <a:gd name="connsiteX988" fmla="*/ 374643 w 2671650"/>
              <a:gd name="connsiteY988" fmla="*/ 305880 h 601039"/>
              <a:gd name="connsiteX989" fmla="*/ 402450 w 2671650"/>
              <a:gd name="connsiteY989" fmla="*/ 305169 h 601039"/>
              <a:gd name="connsiteX990" fmla="*/ 420870 w 2671650"/>
              <a:gd name="connsiteY990" fmla="*/ 305347 h 601039"/>
              <a:gd name="connsiteX991" fmla="*/ 436950 w 2671650"/>
              <a:gd name="connsiteY991" fmla="*/ 305347 h 601039"/>
              <a:gd name="connsiteX992" fmla="*/ 436950 w 2671650"/>
              <a:gd name="connsiteY992" fmla="*/ 305317 h 601039"/>
              <a:gd name="connsiteX993" fmla="*/ 455488 w 2671650"/>
              <a:gd name="connsiteY993" fmla="*/ 303303 h 601039"/>
              <a:gd name="connsiteX994" fmla="*/ 437720 w 2671650"/>
              <a:gd name="connsiteY994" fmla="*/ 320805 h 601039"/>
              <a:gd name="connsiteX995" fmla="*/ 411867 w 2671650"/>
              <a:gd name="connsiteY995" fmla="*/ 332650 h 601039"/>
              <a:gd name="connsiteX996" fmla="*/ 348761 w 2671650"/>
              <a:gd name="connsiteY996" fmla="*/ 346598 h 601039"/>
              <a:gd name="connsiteX997" fmla="*/ 320598 w 2671650"/>
              <a:gd name="connsiteY997" fmla="*/ 349767 h 601039"/>
              <a:gd name="connsiteX998" fmla="*/ 317874 w 2671650"/>
              <a:gd name="connsiteY998" fmla="*/ 350034 h 601039"/>
              <a:gd name="connsiteX999" fmla="*/ 325781 w 2671650"/>
              <a:gd name="connsiteY999" fmla="*/ 382105 h 601039"/>
              <a:gd name="connsiteX1000" fmla="*/ 300283 w 2671650"/>
              <a:gd name="connsiteY1000" fmla="*/ 386429 h 601039"/>
              <a:gd name="connsiteX1001" fmla="*/ 274756 w 2671650"/>
              <a:gd name="connsiteY1001" fmla="*/ 382105 h 601039"/>
              <a:gd name="connsiteX1002" fmla="*/ 282693 w 2671650"/>
              <a:gd name="connsiteY1002" fmla="*/ 350034 h 601039"/>
              <a:gd name="connsiteX1003" fmla="*/ 279939 w 2671650"/>
              <a:gd name="connsiteY1003" fmla="*/ 349767 h 601039"/>
              <a:gd name="connsiteX1004" fmla="*/ 251776 w 2671650"/>
              <a:gd name="connsiteY1004" fmla="*/ 346598 h 601039"/>
              <a:gd name="connsiteX1005" fmla="*/ 188906 w 2671650"/>
              <a:gd name="connsiteY1005" fmla="*/ 332650 h 601039"/>
              <a:gd name="connsiteX1006" fmla="*/ 163054 w 2671650"/>
              <a:gd name="connsiteY1006" fmla="*/ 320805 h 601039"/>
              <a:gd name="connsiteX1007" fmla="*/ 145285 w 2671650"/>
              <a:gd name="connsiteY1007" fmla="*/ 303303 h 601039"/>
              <a:gd name="connsiteX1008" fmla="*/ 1252989 w 2671650"/>
              <a:gd name="connsiteY1008" fmla="*/ 302905 h 601039"/>
              <a:gd name="connsiteX1009" fmla="*/ 1261249 w 2671650"/>
              <a:gd name="connsiteY1009" fmla="*/ 304764 h 601039"/>
              <a:gd name="connsiteX1010" fmla="*/ 1269612 w 2671650"/>
              <a:gd name="connsiteY1010" fmla="*/ 309099 h 601039"/>
              <a:gd name="connsiteX1011" fmla="*/ 1277974 w 2671650"/>
              <a:gd name="connsiteY1011" fmla="*/ 309822 h 601039"/>
              <a:gd name="connsiteX1012" fmla="*/ 1286234 w 2671650"/>
              <a:gd name="connsiteY1012" fmla="*/ 312403 h 601039"/>
              <a:gd name="connsiteX1013" fmla="*/ 1293357 w 2671650"/>
              <a:gd name="connsiteY1013" fmla="*/ 311268 h 601039"/>
              <a:gd name="connsiteX1014" fmla="*/ 1310289 w 2671650"/>
              <a:gd name="connsiteY1014" fmla="*/ 326238 h 601039"/>
              <a:gd name="connsiteX1015" fmla="*/ 1309360 w 2671650"/>
              <a:gd name="connsiteY1015" fmla="*/ 326444 h 601039"/>
              <a:gd name="connsiteX1016" fmla="*/ 1313800 w 2671650"/>
              <a:gd name="connsiteY1016" fmla="*/ 332949 h 601039"/>
              <a:gd name="connsiteX1017" fmla="*/ 1313800 w 2671650"/>
              <a:gd name="connsiteY1017" fmla="*/ 341414 h 601039"/>
              <a:gd name="connsiteX1018" fmla="*/ 1307811 w 2671650"/>
              <a:gd name="connsiteY1018" fmla="*/ 349261 h 601039"/>
              <a:gd name="connsiteX1019" fmla="*/ 1303165 w 2671650"/>
              <a:gd name="connsiteY1019" fmla="*/ 358760 h 601039"/>
              <a:gd name="connsiteX1020" fmla="*/ 1297694 w 2671650"/>
              <a:gd name="connsiteY1020" fmla="*/ 365160 h 601039"/>
              <a:gd name="connsiteX1021" fmla="*/ 1288195 w 2671650"/>
              <a:gd name="connsiteY1021" fmla="*/ 368980 h 601039"/>
              <a:gd name="connsiteX1022" fmla="*/ 1280142 w 2671650"/>
              <a:gd name="connsiteY1022" fmla="*/ 368980 h 601039"/>
              <a:gd name="connsiteX1023" fmla="*/ 1271677 w 2671650"/>
              <a:gd name="connsiteY1023" fmla="*/ 373007 h 601039"/>
              <a:gd name="connsiteX1024" fmla="*/ 1265069 w 2671650"/>
              <a:gd name="connsiteY1024" fmla="*/ 365986 h 601039"/>
              <a:gd name="connsiteX1025" fmla="*/ 1265069 w 2671650"/>
              <a:gd name="connsiteY1025" fmla="*/ 356695 h 601039"/>
              <a:gd name="connsiteX1026" fmla="*/ 1258255 w 2671650"/>
              <a:gd name="connsiteY1026" fmla="*/ 344202 h 601039"/>
              <a:gd name="connsiteX1027" fmla="*/ 1252783 w 2671650"/>
              <a:gd name="connsiteY1027" fmla="*/ 333362 h 601039"/>
              <a:gd name="connsiteX1028" fmla="*/ 1249582 w 2671650"/>
              <a:gd name="connsiteY1028" fmla="*/ 321282 h 601039"/>
              <a:gd name="connsiteX1029" fmla="*/ 1250202 w 2671650"/>
              <a:gd name="connsiteY1029" fmla="*/ 313849 h 601039"/>
              <a:gd name="connsiteX1030" fmla="*/ 1252989 w 2671650"/>
              <a:gd name="connsiteY1030" fmla="*/ 302905 h 601039"/>
              <a:gd name="connsiteX1031" fmla="*/ 48389 w 2671650"/>
              <a:gd name="connsiteY1031" fmla="*/ 292465 h 601039"/>
              <a:gd name="connsiteX1032" fmla="*/ 54816 w 2671650"/>
              <a:gd name="connsiteY1032" fmla="*/ 292465 h 601039"/>
              <a:gd name="connsiteX1033" fmla="*/ 54816 w 2671650"/>
              <a:gd name="connsiteY1033" fmla="*/ 298684 h 601039"/>
              <a:gd name="connsiteX1034" fmla="*/ 54016 w 2671650"/>
              <a:gd name="connsiteY1034" fmla="*/ 301971 h 601039"/>
              <a:gd name="connsiteX1035" fmla="*/ 51765 w 2671650"/>
              <a:gd name="connsiteY1035" fmla="*/ 303037 h 601039"/>
              <a:gd name="connsiteX1036" fmla="*/ 49189 w 2671650"/>
              <a:gd name="connsiteY1036" fmla="*/ 302060 h 601039"/>
              <a:gd name="connsiteX1037" fmla="*/ 48389 w 2671650"/>
              <a:gd name="connsiteY1037" fmla="*/ 298892 h 601039"/>
              <a:gd name="connsiteX1038" fmla="*/ 35685 w 2671650"/>
              <a:gd name="connsiteY1038" fmla="*/ 292080 h 601039"/>
              <a:gd name="connsiteX1039" fmla="*/ 43473 w 2671650"/>
              <a:gd name="connsiteY1039" fmla="*/ 292228 h 601039"/>
              <a:gd name="connsiteX1040" fmla="*/ 43473 w 2671650"/>
              <a:gd name="connsiteY1040" fmla="*/ 298921 h 601039"/>
              <a:gd name="connsiteX1041" fmla="*/ 42526 w 2671650"/>
              <a:gd name="connsiteY1041" fmla="*/ 302297 h 601039"/>
              <a:gd name="connsiteX1042" fmla="*/ 39772 w 2671650"/>
              <a:gd name="connsiteY1042" fmla="*/ 303363 h 601039"/>
              <a:gd name="connsiteX1043" fmla="*/ 36662 w 2671650"/>
              <a:gd name="connsiteY1043" fmla="*/ 302208 h 601039"/>
              <a:gd name="connsiteX1044" fmla="*/ 35685 w 2671650"/>
              <a:gd name="connsiteY1044" fmla="*/ 298892 h 601039"/>
              <a:gd name="connsiteX1045" fmla="*/ 30799 w 2671650"/>
              <a:gd name="connsiteY1045" fmla="*/ 286601 h 601039"/>
              <a:gd name="connsiteX1046" fmla="*/ 30799 w 2671650"/>
              <a:gd name="connsiteY1046" fmla="*/ 289296 h 601039"/>
              <a:gd name="connsiteX1047" fmla="*/ 30770 w 2671650"/>
              <a:gd name="connsiteY1047" fmla="*/ 298802 h 601039"/>
              <a:gd name="connsiteX1048" fmla="*/ 32961 w 2671650"/>
              <a:gd name="connsiteY1048" fmla="*/ 306324 h 601039"/>
              <a:gd name="connsiteX1049" fmla="*/ 39742 w 2671650"/>
              <a:gd name="connsiteY1049" fmla="*/ 308989 h 601039"/>
              <a:gd name="connsiteX1050" fmla="*/ 45399 w 2671650"/>
              <a:gd name="connsiteY1050" fmla="*/ 306502 h 601039"/>
              <a:gd name="connsiteX1051" fmla="*/ 46376 w 2671650"/>
              <a:gd name="connsiteY1051" fmla="*/ 304843 h 601039"/>
              <a:gd name="connsiteX1052" fmla="*/ 52299 w 2671650"/>
              <a:gd name="connsiteY1052" fmla="*/ 308308 h 601039"/>
              <a:gd name="connsiteX1053" fmla="*/ 57777 w 2671650"/>
              <a:gd name="connsiteY1053" fmla="*/ 306206 h 601039"/>
              <a:gd name="connsiteX1054" fmla="*/ 59821 w 2671650"/>
              <a:gd name="connsiteY1054" fmla="*/ 300135 h 601039"/>
              <a:gd name="connsiteX1055" fmla="*/ 60028 w 2671650"/>
              <a:gd name="connsiteY1055" fmla="*/ 289800 h 601039"/>
              <a:gd name="connsiteX1056" fmla="*/ 60028 w 2671650"/>
              <a:gd name="connsiteY1056" fmla="*/ 287134 h 601039"/>
              <a:gd name="connsiteX1057" fmla="*/ 541013 w 2671650"/>
              <a:gd name="connsiteY1057" fmla="*/ 281389 h 601039"/>
              <a:gd name="connsiteX1058" fmla="*/ 541013 w 2671650"/>
              <a:gd name="connsiteY1058" fmla="*/ 284588 h 601039"/>
              <a:gd name="connsiteX1059" fmla="*/ 541013 w 2671650"/>
              <a:gd name="connsiteY1059" fmla="*/ 287756 h 601039"/>
              <a:gd name="connsiteX1060" fmla="*/ 553835 w 2671650"/>
              <a:gd name="connsiteY1060" fmla="*/ 292554 h 601039"/>
              <a:gd name="connsiteX1061" fmla="*/ 541368 w 2671650"/>
              <a:gd name="connsiteY1061" fmla="*/ 298476 h 601039"/>
              <a:gd name="connsiteX1062" fmla="*/ 541368 w 2671650"/>
              <a:gd name="connsiteY1062" fmla="*/ 301823 h 601039"/>
              <a:gd name="connsiteX1063" fmla="*/ 541368 w 2671650"/>
              <a:gd name="connsiteY1063" fmla="*/ 305169 h 601039"/>
              <a:gd name="connsiteX1064" fmla="*/ 559136 w 2671650"/>
              <a:gd name="connsiteY1064" fmla="*/ 295130 h 601039"/>
              <a:gd name="connsiteX1065" fmla="*/ 570123 w 2671650"/>
              <a:gd name="connsiteY1065" fmla="*/ 294745 h 601039"/>
              <a:gd name="connsiteX1066" fmla="*/ 570123 w 2671650"/>
              <a:gd name="connsiteY1066" fmla="*/ 291932 h 601039"/>
              <a:gd name="connsiteX1067" fmla="*/ 570123 w 2671650"/>
              <a:gd name="connsiteY1067" fmla="*/ 289148 h 601039"/>
              <a:gd name="connsiteX1068" fmla="*/ 559018 w 2671650"/>
              <a:gd name="connsiteY1068" fmla="*/ 289533 h 601039"/>
              <a:gd name="connsiteX1069" fmla="*/ 437631 w 2671650"/>
              <a:gd name="connsiteY1069" fmla="*/ 257136 h 601039"/>
              <a:gd name="connsiteX1070" fmla="*/ 420129 w 2671650"/>
              <a:gd name="connsiteY1070" fmla="*/ 276356 h 601039"/>
              <a:gd name="connsiteX1071" fmla="*/ 394336 w 2671650"/>
              <a:gd name="connsiteY1071" fmla="*/ 293058 h 601039"/>
              <a:gd name="connsiteX1072" fmla="*/ 343489 w 2671650"/>
              <a:gd name="connsiteY1072" fmla="*/ 308013 h 601039"/>
              <a:gd name="connsiteX1073" fmla="*/ 321545 w 2671650"/>
              <a:gd name="connsiteY1073" fmla="*/ 309404 h 601039"/>
              <a:gd name="connsiteX1074" fmla="*/ 317014 w 2671650"/>
              <a:gd name="connsiteY1074" fmla="*/ 309404 h 601039"/>
              <a:gd name="connsiteX1075" fmla="*/ 324359 w 2671650"/>
              <a:gd name="connsiteY1075" fmla="*/ 340588 h 601039"/>
              <a:gd name="connsiteX1076" fmla="*/ 300668 w 2671650"/>
              <a:gd name="connsiteY1076" fmla="*/ 343549 h 601039"/>
              <a:gd name="connsiteX1077" fmla="*/ 300372 w 2671650"/>
              <a:gd name="connsiteY1077" fmla="*/ 343549 h 601039"/>
              <a:gd name="connsiteX1078" fmla="*/ 300046 w 2671650"/>
              <a:gd name="connsiteY1078" fmla="*/ 343549 h 601039"/>
              <a:gd name="connsiteX1079" fmla="*/ 276355 w 2671650"/>
              <a:gd name="connsiteY1079" fmla="*/ 340588 h 601039"/>
              <a:gd name="connsiteX1080" fmla="*/ 283729 w 2671650"/>
              <a:gd name="connsiteY1080" fmla="*/ 309464 h 601039"/>
              <a:gd name="connsiteX1081" fmla="*/ 279198 w 2671650"/>
              <a:gd name="connsiteY1081" fmla="*/ 309464 h 601039"/>
              <a:gd name="connsiteX1082" fmla="*/ 257254 w 2671650"/>
              <a:gd name="connsiteY1082" fmla="*/ 308072 h 601039"/>
              <a:gd name="connsiteX1083" fmla="*/ 206407 w 2671650"/>
              <a:gd name="connsiteY1083" fmla="*/ 293117 h 601039"/>
              <a:gd name="connsiteX1084" fmla="*/ 180555 w 2671650"/>
              <a:gd name="connsiteY1084" fmla="*/ 276385 h 601039"/>
              <a:gd name="connsiteX1085" fmla="*/ 163112 w 2671650"/>
              <a:gd name="connsiteY1085" fmla="*/ 257196 h 601039"/>
              <a:gd name="connsiteX1086" fmla="*/ 181414 w 2671650"/>
              <a:gd name="connsiteY1086" fmla="*/ 259269 h 601039"/>
              <a:gd name="connsiteX1087" fmla="*/ 188521 w 2671650"/>
              <a:gd name="connsiteY1087" fmla="*/ 259594 h 601039"/>
              <a:gd name="connsiteX1088" fmla="*/ 221925 w 2671650"/>
              <a:gd name="connsiteY1088" fmla="*/ 261342 h 601039"/>
              <a:gd name="connsiteX1089" fmla="*/ 225656 w 2671650"/>
              <a:gd name="connsiteY1089" fmla="*/ 263326 h 601039"/>
              <a:gd name="connsiteX1090" fmla="*/ 263384 w 2671650"/>
              <a:gd name="connsiteY1090" fmla="*/ 275378 h 601039"/>
              <a:gd name="connsiteX1091" fmla="*/ 270136 w 2671650"/>
              <a:gd name="connsiteY1091" fmla="*/ 275823 h 601039"/>
              <a:gd name="connsiteX1092" fmla="*/ 278428 w 2671650"/>
              <a:gd name="connsiteY1092" fmla="*/ 275378 h 601039"/>
              <a:gd name="connsiteX1093" fmla="*/ 271913 w 2671650"/>
              <a:gd name="connsiteY1093" fmla="*/ 302475 h 601039"/>
              <a:gd name="connsiteX1094" fmla="*/ 300520 w 2671650"/>
              <a:gd name="connsiteY1094" fmla="*/ 304281 h 601039"/>
              <a:gd name="connsiteX1095" fmla="*/ 329097 w 2671650"/>
              <a:gd name="connsiteY1095" fmla="*/ 302475 h 601039"/>
              <a:gd name="connsiteX1096" fmla="*/ 322611 w 2671650"/>
              <a:gd name="connsiteY1096" fmla="*/ 275378 h 601039"/>
              <a:gd name="connsiteX1097" fmla="*/ 330874 w 2671650"/>
              <a:gd name="connsiteY1097" fmla="*/ 275823 h 601039"/>
              <a:gd name="connsiteX1098" fmla="*/ 337626 w 2671650"/>
              <a:gd name="connsiteY1098" fmla="*/ 275378 h 601039"/>
              <a:gd name="connsiteX1099" fmla="*/ 375383 w 2671650"/>
              <a:gd name="connsiteY1099" fmla="*/ 263326 h 601039"/>
              <a:gd name="connsiteX1100" fmla="*/ 379114 w 2671650"/>
              <a:gd name="connsiteY1100" fmla="*/ 261342 h 601039"/>
              <a:gd name="connsiteX1101" fmla="*/ 412518 w 2671650"/>
              <a:gd name="connsiteY1101" fmla="*/ 259594 h 601039"/>
              <a:gd name="connsiteX1102" fmla="*/ 419596 w 2671650"/>
              <a:gd name="connsiteY1102" fmla="*/ 259269 h 601039"/>
              <a:gd name="connsiteX1103" fmla="*/ 419300 w 2671650"/>
              <a:gd name="connsiteY1103" fmla="*/ 259209 h 601039"/>
              <a:gd name="connsiteX1104" fmla="*/ 437631 w 2671650"/>
              <a:gd name="connsiteY1104" fmla="*/ 257136 h 601039"/>
              <a:gd name="connsiteX1105" fmla="*/ 1223359 w 2671650"/>
              <a:gd name="connsiteY1105" fmla="*/ 243025 h 601039"/>
              <a:gd name="connsiteX1106" fmla="*/ 1215718 w 2671650"/>
              <a:gd name="connsiteY1106" fmla="*/ 244057 h 601039"/>
              <a:gd name="connsiteX1107" fmla="*/ 1207873 w 2671650"/>
              <a:gd name="connsiteY1107" fmla="*/ 246638 h 601039"/>
              <a:gd name="connsiteX1108" fmla="*/ 1201987 w 2671650"/>
              <a:gd name="connsiteY1108" fmla="*/ 250355 h 601039"/>
              <a:gd name="connsiteX1109" fmla="*/ 1186707 w 2671650"/>
              <a:gd name="connsiteY1109" fmla="*/ 256962 h 601039"/>
              <a:gd name="connsiteX1110" fmla="*/ 1182062 w 2671650"/>
              <a:gd name="connsiteY1110" fmla="*/ 264809 h 601039"/>
              <a:gd name="connsiteX1111" fmla="*/ 1188669 w 2671650"/>
              <a:gd name="connsiteY1111" fmla="*/ 271416 h 601039"/>
              <a:gd name="connsiteX1112" fmla="*/ 1200335 w 2671650"/>
              <a:gd name="connsiteY1112" fmla="*/ 267803 h 601039"/>
              <a:gd name="connsiteX1113" fmla="*/ 1211279 w 2671650"/>
              <a:gd name="connsiteY1113" fmla="*/ 259337 h 601039"/>
              <a:gd name="connsiteX1114" fmla="*/ 1220365 w 2671650"/>
              <a:gd name="connsiteY1114" fmla="*/ 251285 h 601039"/>
              <a:gd name="connsiteX1115" fmla="*/ 1223359 w 2671650"/>
              <a:gd name="connsiteY1115" fmla="*/ 243025 h 601039"/>
              <a:gd name="connsiteX1116" fmla="*/ 1586050 w 2671650"/>
              <a:gd name="connsiteY1116" fmla="*/ 226403 h 601039"/>
              <a:gd name="connsiteX1117" fmla="*/ 1573970 w 2671650"/>
              <a:gd name="connsiteY1117" fmla="*/ 228468 h 601039"/>
              <a:gd name="connsiteX1118" fmla="*/ 1571079 w 2671650"/>
              <a:gd name="connsiteY1118" fmla="*/ 234868 h 601039"/>
              <a:gd name="connsiteX1119" fmla="*/ 1572009 w 2671650"/>
              <a:gd name="connsiteY1119" fmla="*/ 240857 h 601039"/>
              <a:gd name="connsiteX1120" fmla="*/ 1582333 w 2671650"/>
              <a:gd name="connsiteY1120" fmla="*/ 241992 h 601039"/>
              <a:gd name="connsiteX1121" fmla="*/ 1582436 w 2671650"/>
              <a:gd name="connsiteY1121" fmla="*/ 241992 h 601039"/>
              <a:gd name="connsiteX1122" fmla="*/ 1589354 w 2671650"/>
              <a:gd name="connsiteY1122" fmla="*/ 230016 h 601039"/>
              <a:gd name="connsiteX1123" fmla="*/ 1589377 w 2671650"/>
              <a:gd name="connsiteY1123" fmla="*/ 229470 h 601039"/>
              <a:gd name="connsiteX1124" fmla="*/ 1586050 w 2671650"/>
              <a:gd name="connsiteY1124" fmla="*/ 226403 h 601039"/>
              <a:gd name="connsiteX1125" fmla="*/ 1622184 w 2671650"/>
              <a:gd name="connsiteY1125" fmla="*/ 215665 h 601039"/>
              <a:gd name="connsiteX1126" fmla="*/ 1612790 w 2671650"/>
              <a:gd name="connsiteY1126" fmla="*/ 218763 h 601039"/>
              <a:gd name="connsiteX1127" fmla="*/ 1611653 w 2671650"/>
              <a:gd name="connsiteY1127" fmla="*/ 228158 h 601039"/>
              <a:gd name="connsiteX1128" fmla="*/ 1617434 w 2671650"/>
              <a:gd name="connsiteY1128" fmla="*/ 233422 h 601039"/>
              <a:gd name="connsiteX1129" fmla="*/ 1627759 w 2671650"/>
              <a:gd name="connsiteY1129" fmla="*/ 225680 h 601039"/>
              <a:gd name="connsiteX1130" fmla="*/ 1628173 w 2671650"/>
              <a:gd name="connsiteY1130" fmla="*/ 225680 h 601039"/>
              <a:gd name="connsiteX1131" fmla="*/ 1628173 w 2671650"/>
              <a:gd name="connsiteY1131" fmla="*/ 217834 h 601039"/>
              <a:gd name="connsiteX1132" fmla="*/ 1622184 w 2671650"/>
              <a:gd name="connsiteY1132" fmla="*/ 215665 h 601039"/>
              <a:gd name="connsiteX1133" fmla="*/ 1244627 w 2671650"/>
              <a:gd name="connsiteY1133" fmla="*/ 203792 h 601039"/>
              <a:gd name="connsiteX1134" fmla="*/ 1253505 w 2671650"/>
              <a:gd name="connsiteY1134" fmla="*/ 207200 h 601039"/>
              <a:gd name="connsiteX1135" fmla="*/ 1263830 w 2671650"/>
              <a:gd name="connsiteY1135" fmla="*/ 207200 h 601039"/>
              <a:gd name="connsiteX1136" fmla="*/ 1278387 w 2671650"/>
              <a:gd name="connsiteY1136" fmla="*/ 216698 h 601039"/>
              <a:gd name="connsiteX1137" fmla="*/ 1282413 w 2671650"/>
              <a:gd name="connsiteY1137" fmla="*/ 228777 h 601039"/>
              <a:gd name="connsiteX1138" fmla="*/ 1282413 w 2671650"/>
              <a:gd name="connsiteY1138" fmla="*/ 238173 h 601039"/>
              <a:gd name="connsiteX1139" fmla="*/ 1270127 w 2671650"/>
              <a:gd name="connsiteY1139" fmla="*/ 250665 h 601039"/>
              <a:gd name="connsiteX1140" fmla="*/ 1269714 w 2671650"/>
              <a:gd name="connsiteY1140" fmla="*/ 250665 h 601039"/>
              <a:gd name="connsiteX1141" fmla="*/ 1263830 w 2671650"/>
              <a:gd name="connsiteY1141" fmla="*/ 260989 h 601039"/>
              <a:gd name="connsiteX1142" fmla="*/ 1244523 w 2671650"/>
              <a:gd name="connsiteY1142" fmla="*/ 294646 h 601039"/>
              <a:gd name="connsiteX1143" fmla="*/ 1236057 w 2671650"/>
              <a:gd name="connsiteY1143" fmla="*/ 305487 h 601039"/>
              <a:gd name="connsiteX1144" fmla="*/ 1229759 w 2671650"/>
              <a:gd name="connsiteY1144" fmla="*/ 306313 h 601039"/>
              <a:gd name="connsiteX1145" fmla="*/ 1223772 w 2671650"/>
              <a:gd name="connsiteY1145" fmla="*/ 313023 h 601039"/>
              <a:gd name="connsiteX1146" fmla="*/ 1225733 w 2671650"/>
              <a:gd name="connsiteY1146" fmla="*/ 325309 h 601039"/>
              <a:gd name="connsiteX1147" fmla="*/ 1225733 w 2671650"/>
              <a:gd name="connsiteY1147" fmla="*/ 379924 h 601039"/>
              <a:gd name="connsiteX1148" fmla="*/ 1215409 w 2671650"/>
              <a:gd name="connsiteY1148" fmla="*/ 395411 h 601039"/>
              <a:gd name="connsiteX1149" fmla="*/ 1204362 w 2671650"/>
              <a:gd name="connsiteY1149" fmla="*/ 406457 h 601039"/>
              <a:gd name="connsiteX1150" fmla="*/ 1194038 w 2671650"/>
              <a:gd name="connsiteY1150" fmla="*/ 411723 h 601039"/>
              <a:gd name="connsiteX1151" fmla="*/ 1189392 w 2671650"/>
              <a:gd name="connsiteY1151" fmla="*/ 408522 h 601039"/>
              <a:gd name="connsiteX1152" fmla="*/ 1182164 w 2671650"/>
              <a:gd name="connsiteY1152" fmla="*/ 405322 h 601039"/>
              <a:gd name="connsiteX1153" fmla="*/ 1176486 w 2671650"/>
              <a:gd name="connsiteY1153" fmla="*/ 400883 h 601039"/>
              <a:gd name="connsiteX1154" fmla="*/ 1166988 w 2671650"/>
              <a:gd name="connsiteY1154" fmla="*/ 396237 h 601039"/>
              <a:gd name="connsiteX1155" fmla="*/ 1161826 w 2671650"/>
              <a:gd name="connsiteY1155" fmla="*/ 386532 h 601039"/>
              <a:gd name="connsiteX1156" fmla="*/ 1147269 w 2671650"/>
              <a:gd name="connsiteY1156" fmla="*/ 371665 h 601039"/>
              <a:gd name="connsiteX1157" fmla="*/ 1156560 w 2671650"/>
              <a:gd name="connsiteY1157" fmla="*/ 367845 h 601039"/>
              <a:gd name="connsiteX1158" fmla="*/ 1170291 w 2671650"/>
              <a:gd name="connsiteY1158" fmla="*/ 372594 h 601039"/>
              <a:gd name="connsiteX1159" fmla="*/ 1181339 w 2671650"/>
              <a:gd name="connsiteY1159" fmla="*/ 359689 h 601039"/>
              <a:gd name="connsiteX1160" fmla="*/ 1181339 w 2671650"/>
              <a:gd name="connsiteY1160" fmla="*/ 350706 h 601039"/>
              <a:gd name="connsiteX1161" fmla="*/ 1181339 w 2671650"/>
              <a:gd name="connsiteY1161" fmla="*/ 338421 h 601039"/>
              <a:gd name="connsiteX1162" fmla="*/ 1183300 w 2671650"/>
              <a:gd name="connsiteY1162" fmla="*/ 322005 h 601039"/>
              <a:gd name="connsiteX1163" fmla="*/ 1180307 w 2671650"/>
              <a:gd name="connsiteY1163" fmla="*/ 316430 h 601039"/>
              <a:gd name="connsiteX1164" fmla="*/ 1171427 w 2671650"/>
              <a:gd name="connsiteY1164" fmla="*/ 313952 h 601039"/>
              <a:gd name="connsiteX1165" fmla="*/ 1164407 w 2671650"/>
              <a:gd name="connsiteY1165" fmla="*/ 315191 h 601039"/>
              <a:gd name="connsiteX1166" fmla="*/ 1153154 w 2671650"/>
              <a:gd name="connsiteY1166" fmla="*/ 314159 h 601039"/>
              <a:gd name="connsiteX1167" fmla="*/ 1149127 w 2671650"/>
              <a:gd name="connsiteY1167" fmla="*/ 310545 h 601039"/>
              <a:gd name="connsiteX1168" fmla="*/ 1146855 w 2671650"/>
              <a:gd name="connsiteY1168" fmla="*/ 302286 h 601039"/>
              <a:gd name="connsiteX1169" fmla="*/ 1144894 w 2671650"/>
              <a:gd name="connsiteY1169" fmla="*/ 297846 h 601039"/>
              <a:gd name="connsiteX1170" fmla="*/ 1143861 w 2671650"/>
              <a:gd name="connsiteY1170" fmla="*/ 289174 h 601039"/>
              <a:gd name="connsiteX1171" fmla="*/ 1141073 w 2671650"/>
              <a:gd name="connsiteY1171" fmla="*/ 276476 h 601039"/>
              <a:gd name="connsiteX1172" fmla="*/ 1138390 w 2671650"/>
              <a:gd name="connsiteY1172" fmla="*/ 260163 h 601039"/>
              <a:gd name="connsiteX1173" fmla="*/ 1137564 w 2671650"/>
              <a:gd name="connsiteY1173" fmla="*/ 243644 h 601039"/>
              <a:gd name="connsiteX1174" fmla="*/ 1147888 w 2671650"/>
              <a:gd name="connsiteY1174" fmla="*/ 224958 h 601039"/>
              <a:gd name="connsiteX1175" fmla="*/ 1157386 w 2671650"/>
              <a:gd name="connsiteY1175" fmla="*/ 220725 h 601039"/>
              <a:gd name="connsiteX1176" fmla="*/ 1165852 w 2671650"/>
              <a:gd name="connsiteY1176" fmla="*/ 225163 h 601039"/>
              <a:gd name="connsiteX1177" fmla="*/ 1169878 w 2671650"/>
              <a:gd name="connsiteY1177" fmla="*/ 230532 h 601039"/>
              <a:gd name="connsiteX1178" fmla="*/ 1187430 w 2671650"/>
              <a:gd name="connsiteY1178" fmla="*/ 225370 h 601039"/>
              <a:gd name="connsiteX1179" fmla="*/ 1200438 w 2671650"/>
              <a:gd name="connsiteY1179" fmla="*/ 221860 h 601039"/>
              <a:gd name="connsiteX1180" fmla="*/ 1209937 w 2671650"/>
              <a:gd name="connsiteY1180" fmla="*/ 218453 h 601039"/>
              <a:gd name="connsiteX1181" fmla="*/ 1217370 w 2671650"/>
              <a:gd name="connsiteY1181" fmla="*/ 216285 h 601039"/>
              <a:gd name="connsiteX1182" fmla="*/ 1227694 w 2671650"/>
              <a:gd name="connsiteY1182" fmla="*/ 212258 h 601039"/>
              <a:gd name="connsiteX1183" fmla="*/ 1233580 w 2671650"/>
              <a:gd name="connsiteY1183" fmla="*/ 208439 h 601039"/>
              <a:gd name="connsiteX1184" fmla="*/ 1238741 w 2671650"/>
              <a:gd name="connsiteY1184" fmla="*/ 205754 h 601039"/>
              <a:gd name="connsiteX1185" fmla="*/ 1244627 w 2671650"/>
              <a:gd name="connsiteY1185" fmla="*/ 203792 h 601039"/>
              <a:gd name="connsiteX1186" fmla="*/ 1582952 w 2671650"/>
              <a:gd name="connsiteY1186" fmla="*/ 186861 h 601039"/>
              <a:gd name="connsiteX1187" fmla="*/ 1572628 w 2671650"/>
              <a:gd name="connsiteY1187" fmla="*/ 193984 h 601039"/>
              <a:gd name="connsiteX1188" fmla="*/ 1573764 w 2671650"/>
              <a:gd name="connsiteY1188" fmla="*/ 204309 h 601039"/>
              <a:gd name="connsiteX1189" fmla="*/ 1578202 w 2671650"/>
              <a:gd name="connsiteY1189" fmla="*/ 206993 h 601039"/>
              <a:gd name="connsiteX1190" fmla="*/ 1589972 w 2671650"/>
              <a:gd name="connsiteY1190" fmla="*/ 195843 h 601039"/>
              <a:gd name="connsiteX1191" fmla="*/ 1590488 w 2671650"/>
              <a:gd name="connsiteY1191" fmla="*/ 195533 h 601039"/>
              <a:gd name="connsiteX1192" fmla="*/ 1582952 w 2671650"/>
              <a:gd name="connsiteY1192" fmla="*/ 186861 h 601039"/>
              <a:gd name="connsiteX1193" fmla="*/ 1638703 w 2671650"/>
              <a:gd name="connsiteY1193" fmla="*/ 171684 h 601039"/>
              <a:gd name="connsiteX1194" fmla="*/ 1615061 w 2671650"/>
              <a:gd name="connsiteY1194" fmla="*/ 180975 h 601039"/>
              <a:gd name="connsiteX1195" fmla="*/ 1618467 w 2671650"/>
              <a:gd name="connsiteY1195" fmla="*/ 192125 h 601039"/>
              <a:gd name="connsiteX1196" fmla="*/ 1631166 w 2671650"/>
              <a:gd name="connsiteY1196" fmla="*/ 192848 h 601039"/>
              <a:gd name="connsiteX1197" fmla="*/ 1639632 w 2671650"/>
              <a:gd name="connsiteY1197" fmla="*/ 180769 h 601039"/>
              <a:gd name="connsiteX1198" fmla="*/ 1638703 w 2671650"/>
              <a:gd name="connsiteY1198" fmla="*/ 171684 h 601039"/>
              <a:gd name="connsiteX1199" fmla="*/ 1976099 w 2671650"/>
              <a:gd name="connsiteY1199" fmla="*/ 169310 h 601039"/>
              <a:gd name="connsiteX1200" fmla="*/ 1983017 w 2671650"/>
              <a:gd name="connsiteY1200" fmla="*/ 173336 h 601039"/>
              <a:gd name="connsiteX1201" fmla="*/ 1993341 w 2671650"/>
              <a:gd name="connsiteY1201" fmla="*/ 182938 h 601039"/>
              <a:gd name="connsiteX1202" fmla="*/ 1996438 w 2671650"/>
              <a:gd name="connsiteY1202" fmla="*/ 192436 h 601039"/>
              <a:gd name="connsiteX1203" fmla="*/ 2000465 w 2671650"/>
              <a:gd name="connsiteY1203" fmla="*/ 198733 h 601039"/>
              <a:gd name="connsiteX1204" fmla="*/ 1984462 w 2671650"/>
              <a:gd name="connsiteY1204" fmla="*/ 213600 h 601039"/>
              <a:gd name="connsiteX1205" fmla="*/ 1971867 w 2671650"/>
              <a:gd name="connsiteY1205" fmla="*/ 223925 h 601039"/>
              <a:gd name="connsiteX1206" fmla="*/ 1962161 w 2671650"/>
              <a:gd name="connsiteY1206" fmla="*/ 230429 h 601039"/>
              <a:gd name="connsiteX1207" fmla="*/ 1942856 w 2671650"/>
              <a:gd name="connsiteY1207" fmla="*/ 243954 h 601039"/>
              <a:gd name="connsiteX1208" fmla="*/ 1947501 w 2671650"/>
              <a:gd name="connsiteY1208" fmla="*/ 260060 h 601039"/>
              <a:gd name="connsiteX1209" fmla="*/ 1944301 w 2671650"/>
              <a:gd name="connsiteY1209" fmla="*/ 267493 h 601039"/>
              <a:gd name="connsiteX1210" fmla="*/ 1941720 w 2671650"/>
              <a:gd name="connsiteY1210" fmla="*/ 274307 h 601039"/>
              <a:gd name="connsiteX1211" fmla="*/ 1939758 w 2671650"/>
              <a:gd name="connsiteY1211" fmla="*/ 281534 h 601039"/>
              <a:gd name="connsiteX1212" fmla="*/ 1938416 w 2671650"/>
              <a:gd name="connsiteY1212" fmla="*/ 289174 h 601039"/>
              <a:gd name="connsiteX1213" fmla="*/ 1939448 w 2671650"/>
              <a:gd name="connsiteY1213" fmla="*/ 308996 h 601039"/>
              <a:gd name="connsiteX1214" fmla="*/ 1975171 w 2671650"/>
              <a:gd name="connsiteY1214" fmla="*/ 308170 h 601039"/>
              <a:gd name="connsiteX1215" fmla="*/ 1984463 w 2671650"/>
              <a:gd name="connsiteY1215" fmla="*/ 304558 h 601039"/>
              <a:gd name="connsiteX1216" fmla="*/ 1993341 w 2671650"/>
              <a:gd name="connsiteY1216" fmla="*/ 303628 h 601039"/>
              <a:gd name="connsiteX1217" fmla="*/ 2003047 w 2671650"/>
              <a:gd name="connsiteY1217" fmla="*/ 306209 h 601039"/>
              <a:gd name="connsiteX1218" fmla="*/ 2012544 w 2671650"/>
              <a:gd name="connsiteY1218" fmla="*/ 311474 h 601039"/>
              <a:gd name="connsiteX1219" fmla="*/ 2024933 w 2671650"/>
              <a:gd name="connsiteY1219" fmla="*/ 321798 h 601039"/>
              <a:gd name="connsiteX1220" fmla="*/ 2026069 w 2671650"/>
              <a:gd name="connsiteY1220" fmla="*/ 330265 h 601039"/>
              <a:gd name="connsiteX1221" fmla="*/ 2024313 w 2671650"/>
              <a:gd name="connsiteY1221" fmla="*/ 330471 h 601039"/>
              <a:gd name="connsiteX1222" fmla="*/ 2025552 w 2671650"/>
              <a:gd name="connsiteY1222" fmla="*/ 333568 h 601039"/>
              <a:gd name="connsiteX1223" fmla="*/ 2026379 w 2671650"/>
              <a:gd name="connsiteY1223" fmla="*/ 338111 h 601039"/>
              <a:gd name="connsiteX1224" fmla="*/ 2023281 w 2671650"/>
              <a:gd name="connsiteY1224" fmla="*/ 345442 h 601039"/>
              <a:gd name="connsiteX1225" fmla="*/ 2017086 w 2671650"/>
              <a:gd name="connsiteY1225" fmla="*/ 351739 h 601039"/>
              <a:gd name="connsiteX1226" fmla="*/ 2005007 w 2671650"/>
              <a:gd name="connsiteY1226" fmla="*/ 352462 h 601039"/>
              <a:gd name="connsiteX1227" fmla="*/ 1991895 w 2671650"/>
              <a:gd name="connsiteY1227" fmla="*/ 350190 h 601039"/>
              <a:gd name="connsiteX1228" fmla="*/ 1978474 w 2671650"/>
              <a:gd name="connsiteY1228" fmla="*/ 351326 h 601039"/>
              <a:gd name="connsiteX1229" fmla="*/ 1956277 w 2671650"/>
              <a:gd name="connsiteY1229" fmla="*/ 349467 h 601039"/>
              <a:gd name="connsiteX1230" fmla="*/ 1935628 w 2671650"/>
              <a:gd name="connsiteY1230" fmla="*/ 349467 h 601039"/>
              <a:gd name="connsiteX1231" fmla="*/ 1914980 w 2671650"/>
              <a:gd name="connsiteY1231" fmla="*/ 351119 h 601039"/>
              <a:gd name="connsiteX1232" fmla="*/ 1895260 w 2671650"/>
              <a:gd name="connsiteY1232" fmla="*/ 353907 h 601039"/>
              <a:gd name="connsiteX1233" fmla="*/ 1872857 w 2671650"/>
              <a:gd name="connsiteY1233" fmla="*/ 353391 h 601039"/>
              <a:gd name="connsiteX1234" fmla="*/ 1833109 w 2671650"/>
              <a:gd name="connsiteY1234" fmla="*/ 361547 h 601039"/>
              <a:gd name="connsiteX1235" fmla="*/ 1784378 w 2671650"/>
              <a:gd name="connsiteY1235" fmla="*/ 380131 h 601039"/>
              <a:gd name="connsiteX1236" fmla="*/ 1765795 w 2671650"/>
              <a:gd name="connsiteY1236" fmla="*/ 362579 h 601039"/>
              <a:gd name="connsiteX1237" fmla="*/ 1765795 w 2671650"/>
              <a:gd name="connsiteY1237" fmla="*/ 352255 h 601039"/>
              <a:gd name="connsiteX1238" fmla="*/ 1764659 w 2671650"/>
              <a:gd name="connsiteY1238" fmla="*/ 339660 h 601039"/>
              <a:gd name="connsiteX1239" fmla="*/ 1785307 w 2671650"/>
              <a:gd name="connsiteY1239" fmla="*/ 328406 h 601039"/>
              <a:gd name="connsiteX1240" fmla="*/ 1797283 w 2671650"/>
              <a:gd name="connsiteY1240" fmla="*/ 329542 h 601039"/>
              <a:gd name="connsiteX1241" fmla="*/ 1822061 w 2671650"/>
              <a:gd name="connsiteY1241" fmla="*/ 320146 h 601039"/>
              <a:gd name="connsiteX1242" fmla="*/ 1832386 w 2671650"/>
              <a:gd name="connsiteY1242" fmla="*/ 318186 h 601039"/>
              <a:gd name="connsiteX1243" fmla="*/ 1859539 w 2671650"/>
              <a:gd name="connsiteY1243" fmla="*/ 306828 h 601039"/>
              <a:gd name="connsiteX1244" fmla="*/ 1880806 w 2671650"/>
              <a:gd name="connsiteY1244" fmla="*/ 270487 h 601039"/>
              <a:gd name="connsiteX1245" fmla="*/ 1882975 w 2671650"/>
              <a:gd name="connsiteY1245" fmla="*/ 258305 h 601039"/>
              <a:gd name="connsiteX1246" fmla="*/ 1880806 w 2671650"/>
              <a:gd name="connsiteY1246" fmla="*/ 248703 h 601039"/>
              <a:gd name="connsiteX1247" fmla="*/ 1870482 w 2671650"/>
              <a:gd name="connsiteY1247" fmla="*/ 250355 h 601039"/>
              <a:gd name="connsiteX1248" fmla="*/ 1856958 w 2671650"/>
              <a:gd name="connsiteY1248" fmla="*/ 251285 h 601039"/>
              <a:gd name="connsiteX1249" fmla="*/ 1852828 w 2671650"/>
              <a:gd name="connsiteY1249" fmla="*/ 238998 h 601039"/>
              <a:gd name="connsiteX1250" fmla="*/ 1844775 w 2671650"/>
              <a:gd name="connsiteY1250" fmla="*/ 224235 h 601039"/>
              <a:gd name="connsiteX1251" fmla="*/ 1842710 w 2671650"/>
              <a:gd name="connsiteY1251" fmla="*/ 212361 h 601039"/>
              <a:gd name="connsiteX1252" fmla="*/ 1841678 w 2671650"/>
              <a:gd name="connsiteY1252" fmla="*/ 200902 h 601039"/>
              <a:gd name="connsiteX1253" fmla="*/ 1852002 w 2671650"/>
              <a:gd name="connsiteY1253" fmla="*/ 192333 h 601039"/>
              <a:gd name="connsiteX1254" fmla="*/ 1870173 w 2671650"/>
              <a:gd name="connsiteY1254" fmla="*/ 196669 h 601039"/>
              <a:gd name="connsiteX1255" fmla="*/ 1913535 w 2671650"/>
              <a:gd name="connsiteY1255" fmla="*/ 189442 h 601039"/>
              <a:gd name="connsiteX1256" fmla="*/ 1921071 w 2671650"/>
              <a:gd name="connsiteY1256" fmla="*/ 187377 h 601039"/>
              <a:gd name="connsiteX1257" fmla="*/ 1926440 w 2671650"/>
              <a:gd name="connsiteY1257" fmla="*/ 185312 h 601039"/>
              <a:gd name="connsiteX1258" fmla="*/ 1958962 w 2671650"/>
              <a:gd name="connsiteY1258" fmla="*/ 171582 h 601039"/>
              <a:gd name="connsiteX1259" fmla="*/ 1968150 w 2671650"/>
              <a:gd name="connsiteY1259" fmla="*/ 170446 h 601039"/>
              <a:gd name="connsiteX1260" fmla="*/ 1976099 w 2671650"/>
              <a:gd name="connsiteY1260" fmla="*/ 169310 h 601039"/>
              <a:gd name="connsiteX1261" fmla="*/ 1519355 w 2671650"/>
              <a:gd name="connsiteY1261" fmla="*/ 157334 h 601039"/>
              <a:gd name="connsiteX1262" fmla="*/ 1528647 w 2671650"/>
              <a:gd name="connsiteY1262" fmla="*/ 169517 h 601039"/>
              <a:gd name="connsiteX1263" fmla="*/ 1526478 w 2671650"/>
              <a:gd name="connsiteY1263" fmla="*/ 181802 h 601039"/>
              <a:gd name="connsiteX1264" fmla="*/ 1522245 w 2671650"/>
              <a:gd name="connsiteY1264" fmla="*/ 195843 h 601039"/>
              <a:gd name="connsiteX1265" fmla="*/ 1514606 w 2671650"/>
              <a:gd name="connsiteY1265" fmla="*/ 206167 h 601039"/>
              <a:gd name="connsiteX1266" fmla="*/ 1501908 w 2671650"/>
              <a:gd name="connsiteY1266" fmla="*/ 220208 h 601039"/>
              <a:gd name="connsiteX1267" fmla="*/ 1500565 w 2671650"/>
              <a:gd name="connsiteY1267" fmla="*/ 235798 h 601039"/>
              <a:gd name="connsiteX1268" fmla="*/ 1501494 w 2671650"/>
              <a:gd name="connsiteY1268" fmla="*/ 246122 h 601039"/>
              <a:gd name="connsiteX1269" fmla="*/ 1509753 w 2671650"/>
              <a:gd name="connsiteY1269" fmla="*/ 246122 h 601039"/>
              <a:gd name="connsiteX1270" fmla="*/ 1512438 w 2671650"/>
              <a:gd name="connsiteY1270" fmla="*/ 253658 h 601039"/>
              <a:gd name="connsiteX1271" fmla="*/ 1517497 w 2671650"/>
              <a:gd name="connsiteY1271" fmla="*/ 265739 h 601039"/>
              <a:gd name="connsiteX1272" fmla="*/ 1515742 w 2671650"/>
              <a:gd name="connsiteY1272" fmla="*/ 270590 h 601039"/>
              <a:gd name="connsiteX1273" fmla="*/ 1491893 w 2671650"/>
              <a:gd name="connsiteY1273" fmla="*/ 293510 h 601039"/>
              <a:gd name="connsiteX1274" fmla="*/ 1493029 w 2671650"/>
              <a:gd name="connsiteY1274" fmla="*/ 302906 h 601039"/>
              <a:gd name="connsiteX1275" fmla="*/ 1502114 w 2671650"/>
              <a:gd name="connsiteY1275" fmla="*/ 302906 h 601039"/>
              <a:gd name="connsiteX1276" fmla="*/ 1501804 w 2671650"/>
              <a:gd name="connsiteY1276" fmla="*/ 303525 h 601039"/>
              <a:gd name="connsiteX1277" fmla="*/ 1510063 w 2671650"/>
              <a:gd name="connsiteY1277" fmla="*/ 308893 h 601039"/>
              <a:gd name="connsiteX1278" fmla="*/ 1512541 w 2671650"/>
              <a:gd name="connsiteY1278" fmla="*/ 317773 h 601039"/>
              <a:gd name="connsiteX1279" fmla="*/ 1489312 w 2671650"/>
              <a:gd name="connsiteY1279" fmla="*/ 345647 h 601039"/>
              <a:gd name="connsiteX1280" fmla="*/ 1451422 w 2671650"/>
              <a:gd name="connsiteY1280" fmla="*/ 364541 h 601039"/>
              <a:gd name="connsiteX1281" fmla="*/ 1432941 w 2671650"/>
              <a:gd name="connsiteY1281" fmla="*/ 381060 h 601039"/>
              <a:gd name="connsiteX1282" fmla="*/ 1425612 w 2671650"/>
              <a:gd name="connsiteY1282" fmla="*/ 381060 h 601039"/>
              <a:gd name="connsiteX1283" fmla="*/ 1415288 w 2671650"/>
              <a:gd name="connsiteY1283" fmla="*/ 378169 h 601039"/>
              <a:gd name="connsiteX1284" fmla="*/ 1410848 w 2671650"/>
              <a:gd name="connsiteY1284" fmla="*/ 369084 h 601039"/>
              <a:gd name="connsiteX1285" fmla="*/ 1404446 w 2671650"/>
              <a:gd name="connsiteY1285" fmla="*/ 359895 h 601039"/>
              <a:gd name="connsiteX1286" fmla="*/ 1401556 w 2671650"/>
              <a:gd name="connsiteY1286" fmla="*/ 343170 h 601039"/>
              <a:gd name="connsiteX1287" fmla="*/ 1417971 w 2671650"/>
              <a:gd name="connsiteY1287" fmla="*/ 327374 h 601039"/>
              <a:gd name="connsiteX1288" fmla="*/ 1427367 w 2671650"/>
              <a:gd name="connsiteY1288" fmla="*/ 320456 h 601039"/>
              <a:gd name="connsiteX1289" fmla="*/ 1434077 w 2671650"/>
              <a:gd name="connsiteY1289" fmla="*/ 313539 h 601039"/>
              <a:gd name="connsiteX1290" fmla="*/ 1435832 w 2671650"/>
              <a:gd name="connsiteY1290" fmla="*/ 306828 h 601039"/>
              <a:gd name="connsiteX1291" fmla="*/ 1437793 w 2671650"/>
              <a:gd name="connsiteY1291" fmla="*/ 298156 h 601039"/>
              <a:gd name="connsiteX1292" fmla="*/ 1434696 w 2671650"/>
              <a:gd name="connsiteY1292" fmla="*/ 291240 h 601039"/>
              <a:gd name="connsiteX1293" fmla="*/ 1430979 w 2671650"/>
              <a:gd name="connsiteY1293" fmla="*/ 285251 h 601039"/>
              <a:gd name="connsiteX1294" fmla="*/ 1423546 w 2671650"/>
              <a:gd name="connsiteY1294" fmla="*/ 272346 h 601039"/>
              <a:gd name="connsiteX1295" fmla="*/ 1435419 w 2671650"/>
              <a:gd name="connsiteY1295" fmla="*/ 260060 h 601039"/>
              <a:gd name="connsiteX1296" fmla="*/ 1443368 w 2671650"/>
              <a:gd name="connsiteY1296" fmla="*/ 260060 h 601039"/>
              <a:gd name="connsiteX1297" fmla="*/ 1454520 w 2671650"/>
              <a:gd name="connsiteY1297" fmla="*/ 250872 h 601039"/>
              <a:gd name="connsiteX1298" fmla="*/ 1456996 w 2671650"/>
              <a:gd name="connsiteY1298" fmla="*/ 233940 h 601039"/>
              <a:gd name="connsiteX1299" fmla="*/ 1448324 w 2671650"/>
              <a:gd name="connsiteY1299" fmla="*/ 225887 h 601039"/>
              <a:gd name="connsiteX1300" fmla="*/ 1438000 w 2671650"/>
              <a:gd name="connsiteY1300" fmla="*/ 222170 h 601039"/>
              <a:gd name="connsiteX1301" fmla="*/ 1431496 w 2671650"/>
              <a:gd name="connsiteY1301" fmla="*/ 215046 h 601039"/>
              <a:gd name="connsiteX1302" fmla="*/ 1426128 w 2671650"/>
              <a:gd name="connsiteY1302" fmla="*/ 211433 h 601039"/>
              <a:gd name="connsiteX1303" fmla="*/ 1423236 w 2671650"/>
              <a:gd name="connsiteY1303" fmla="*/ 199354 h 601039"/>
              <a:gd name="connsiteX1304" fmla="*/ 1428812 w 2671650"/>
              <a:gd name="connsiteY1304" fmla="*/ 195843 h 601039"/>
              <a:gd name="connsiteX1305" fmla="*/ 1433044 w 2671650"/>
              <a:gd name="connsiteY1305" fmla="*/ 189339 h 601039"/>
              <a:gd name="connsiteX1306" fmla="*/ 1442027 w 2671650"/>
              <a:gd name="connsiteY1306" fmla="*/ 184074 h 601039"/>
              <a:gd name="connsiteX1307" fmla="*/ 1453797 w 2671650"/>
              <a:gd name="connsiteY1307" fmla="*/ 182732 h 601039"/>
              <a:gd name="connsiteX1308" fmla="*/ 1504798 w 2671650"/>
              <a:gd name="connsiteY1308" fmla="*/ 158367 h 601039"/>
              <a:gd name="connsiteX1309" fmla="*/ 1519355 w 2671650"/>
              <a:gd name="connsiteY1309" fmla="*/ 157334 h 601039"/>
              <a:gd name="connsiteX1310" fmla="*/ 2231935 w 2671650"/>
              <a:gd name="connsiteY1310" fmla="*/ 156920 h 601039"/>
              <a:gd name="connsiteX1311" fmla="*/ 2246905 w 2671650"/>
              <a:gd name="connsiteY1311" fmla="*/ 157539 h 601039"/>
              <a:gd name="connsiteX1312" fmla="*/ 2258881 w 2671650"/>
              <a:gd name="connsiteY1312" fmla="*/ 167347 h 601039"/>
              <a:gd name="connsiteX1313" fmla="*/ 2261669 w 2671650"/>
              <a:gd name="connsiteY1313" fmla="*/ 175813 h 601039"/>
              <a:gd name="connsiteX1314" fmla="*/ 2263321 w 2671650"/>
              <a:gd name="connsiteY1314" fmla="*/ 183969 h 601039"/>
              <a:gd name="connsiteX1315" fmla="*/ 2257023 w 2671650"/>
              <a:gd name="connsiteY1315" fmla="*/ 199146 h 601039"/>
              <a:gd name="connsiteX1316" fmla="*/ 2257023 w 2671650"/>
              <a:gd name="connsiteY1316" fmla="*/ 208024 h 601039"/>
              <a:gd name="connsiteX1317" fmla="*/ 2263115 w 2671650"/>
              <a:gd name="connsiteY1317" fmla="*/ 206476 h 601039"/>
              <a:gd name="connsiteX1318" fmla="*/ 2270754 w 2671650"/>
              <a:gd name="connsiteY1318" fmla="*/ 203069 h 601039"/>
              <a:gd name="connsiteX1319" fmla="*/ 2279736 w 2671650"/>
              <a:gd name="connsiteY1319" fmla="*/ 199972 h 601039"/>
              <a:gd name="connsiteX1320" fmla="*/ 2290061 w 2671650"/>
              <a:gd name="connsiteY1320" fmla="*/ 192538 h 601039"/>
              <a:gd name="connsiteX1321" fmla="*/ 2306166 w 2671650"/>
              <a:gd name="connsiteY1321" fmla="*/ 192538 h 601039"/>
              <a:gd name="connsiteX1322" fmla="*/ 2320207 w 2671650"/>
              <a:gd name="connsiteY1322" fmla="*/ 197081 h 601039"/>
              <a:gd name="connsiteX1323" fmla="*/ 2329912 w 2671650"/>
              <a:gd name="connsiteY1323" fmla="*/ 215562 h 601039"/>
              <a:gd name="connsiteX1324" fmla="*/ 2326195 w 2671650"/>
              <a:gd name="connsiteY1324" fmla="*/ 220207 h 601039"/>
              <a:gd name="connsiteX1325" fmla="*/ 2318453 w 2671650"/>
              <a:gd name="connsiteY1325" fmla="*/ 225989 h 601039"/>
              <a:gd name="connsiteX1326" fmla="*/ 2300591 w 2671650"/>
              <a:gd name="connsiteY1326" fmla="*/ 233628 h 601039"/>
              <a:gd name="connsiteX1327" fmla="*/ 2290267 w 2671650"/>
              <a:gd name="connsiteY1327" fmla="*/ 238068 h 601039"/>
              <a:gd name="connsiteX1328" fmla="*/ 2278292 w 2671650"/>
              <a:gd name="connsiteY1328" fmla="*/ 239617 h 601039"/>
              <a:gd name="connsiteX1329" fmla="*/ 2259914 w 2671650"/>
              <a:gd name="connsiteY1329" fmla="*/ 246637 h 601039"/>
              <a:gd name="connsiteX1330" fmla="*/ 2253822 w 2671650"/>
              <a:gd name="connsiteY1330" fmla="*/ 255516 h 601039"/>
              <a:gd name="connsiteX1331" fmla="*/ 2255990 w 2671650"/>
              <a:gd name="connsiteY1331" fmla="*/ 269764 h 601039"/>
              <a:gd name="connsiteX1332" fmla="*/ 2286344 w 2671650"/>
              <a:gd name="connsiteY1332" fmla="*/ 300736 h 601039"/>
              <a:gd name="connsiteX1333" fmla="*/ 2308747 w 2671650"/>
              <a:gd name="connsiteY1333" fmla="*/ 326031 h 601039"/>
              <a:gd name="connsiteX1334" fmla="*/ 2331771 w 2671650"/>
              <a:gd name="connsiteY1334" fmla="*/ 341826 h 601039"/>
              <a:gd name="connsiteX1335" fmla="*/ 2344986 w 2671650"/>
              <a:gd name="connsiteY1335" fmla="*/ 346989 h 601039"/>
              <a:gd name="connsiteX1336" fmla="*/ 2355310 w 2671650"/>
              <a:gd name="connsiteY1336" fmla="*/ 353494 h 601039"/>
              <a:gd name="connsiteX1337" fmla="*/ 2378126 w 2671650"/>
              <a:gd name="connsiteY1337" fmla="*/ 361959 h 601039"/>
              <a:gd name="connsiteX1338" fmla="*/ 2385973 w 2671650"/>
              <a:gd name="connsiteY1338" fmla="*/ 365573 h 601039"/>
              <a:gd name="connsiteX1339" fmla="*/ 2385147 w 2671650"/>
              <a:gd name="connsiteY1339" fmla="*/ 366605 h 601039"/>
              <a:gd name="connsiteX1340" fmla="*/ 2382669 w 2671650"/>
              <a:gd name="connsiteY1340" fmla="*/ 372593 h 601039"/>
              <a:gd name="connsiteX1341" fmla="*/ 2381534 w 2671650"/>
              <a:gd name="connsiteY1341" fmla="*/ 381058 h 601039"/>
              <a:gd name="connsiteX1342" fmla="*/ 2368422 w 2671650"/>
              <a:gd name="connsiteY1342" fmla="*/ 387873 h 601039"/>
              <a:gd name="connsiteX1343" fmla="*/ 2363053 w 2671650"/>
              <a:gd name="connsiteY1343" fmla="*/ 392313 h 601039"/>
              <a:gd name="connsiteX1344" fmla="*/ 2357684 w 2671650"/>
              <a:gd name="connsiteY1344" fmla="*/ 393448 h 601039"/>
              <a:gd name="connsiteX1345" fmla="*/ 2345605 w 2671650"/>
              <a:gd name="connsiteY1345" fmla="*/ 392726 h 601039"/>
              <a:gd name="connsiteX1346" fmla="*/ 2333113 w 2671650"/>
              <a:gd name="connsiteY1346" fmla="*/ 392726 h 601039"/>
              <a:gd name="connsiteX1347" fmla="*/ 2322168 w 2671650"/>
              <a:gd name="connsiteY1347" fmla="*/ 390661 h 601039"/>
              <a:gd name="connsiteX1348" fmla="*/ 2305031 w 2671650"/>
              <a:gd name="connsiteY1348" fmla="*/ 388286 h 601039"/>
              <a:gd name="connsiteX1349" fmla="*/ 2295326 w 2671650"/>
              <a:gd name="connsiteY1349" fmla="*/ 381576 h 601039"/>
              <a:gd name="connsiteX1350" fmla="*/ 2280459 w 2671650"/>
              <a:gd name="connsiteY1350" fmla="*/ 355041 h 601039"/>
              <a:gd name="connsiteX1351" fmla="*/ 2263631 w 2671650"/>
              <a:gd name="connsiteY1351" fmla="*/ 333671 h 601039"/>
              <a:gd name="connsiteX1352" fmla="*/ 2253306 w 2671650"/>
              <a:gd name="connsiteY1352" fmla="*/ 322004 h 601039"/>
              <a:gd name="connsiteX1353" fmla="*/ 2229870 w 2671650"/>
              <a:gd name="connsiteY1353" fmla="*/ 301355 h 601039"/>
              <a:gd name="connsiteX1354" fmla="*/ 2213661 w 2671650"/>
              <a:gd name="connsiteY1354" fmla="*/ 325928 h 601039"/>
              <a:gd name="connsiteX1355" fmla="*/ 2190225 w 2671650"/>
              <a:gd name="connsiteY1355" fmla="*/ 348847 h 601039"/>
              <a:gd name="connsiteX1356" fmla="*/ 2166170 w 2671650"/>
              <a:gd name="connsiteY1356" fmla="*/ 363508 h 601039"/>
              <a:gd name="connsiteX1357" fmla="*/ 2148309 w 2671650"/>
              <a:gd name="connsiteY1357" fmla="*/ 373212 h 601039"/>
              <a:gd name="connsiteX1358" fmla="*/ 2131893 w 2671650"/>
              <a:gd name="connsiteY1358" fmla="*/ 377446 h 601039"/>
              <a:gd name="connsiteX1359" fmla="*/ 2122911 w 2671650"/>
              <a:gd name="connsiteY1359" fmla="*/ 379098 h 601039"/>
              <a:gd name="connsiteX1360" fmla="*/ 2116819 w 2671650"/>
              <a:gd name="connsiteY1360" fmla="*/ 373832 h 601039"/>
              <a:gd name="connsiteX1361" fmla="*/ 2112173 w 2671650"/>
              <a:gd name="connsiteY1361" fmla="*/ 364540 h 601039"/>
              <a:gd name="connsiteX1362" fmla="*/ 2104327 w 2671650"/>
              <a:gd name="connsiteY1362" fmla="*/ 361856 h 601039"/>
              <a:gd name="connsiteX1363" fmla="*/ 2109386 w 2671650"/>
              <a:gd name="connsiteY1363" fmla="*/ 355971 h 601039"/>
              <a:gd name="connsiteX1364" fmla="*/ 2120949 w 2671650"/>
              <a:gd name="connsiteY1364" fmla="*/ 349157 h 601039"/>
              <a:gd name="connsiteX1365" fmla="*/ 2128899 w 2671650"/>
              <a:gd name="connsiteY1365" fmla="*/ 343272 h 601039"/>
              <a:gd name="connsiteX1366" fmla="*/ 2134475 w 2671650"/>
              <a:gd name="connsiteY1366" fmla="*/ 340795 h 601039"/>
              <a:gd name="connsiteX1367" fmla="*/ 2171641 w 2671650"/>
              <a:gd name="connsiteY1367" fmla="*/ 305176 h 601039"/>
              <a:gd name="connsiteX1368" fmla="*/ 2185992 w 2671650"/>
              <a:gd name="connsiteY1368" fmla="*/ 279985 h 601039"/>
              <a:gd name="connsiteX1369" fmla="*/ 2188986 w 2671650"/>
              <a:gd name="connsiteY1369" fmla="*/ 269661 h 601039"/>
              <a:gd name="connsiteX1370" fmla="*/ 2181552 w 2671650"/>
              <a:gd name="connsiteY1370" fmla="*/ 269661 h 601039"/>
              <a:gd name="connsiteX1371" fmla="*/ 2175874 w 2671650"/>
              <a:gd name="connsiteY1371" fmla="*/ 269661 h 601039"/>
              <a:gd name="connsiteX1372" fmla="*/ 2168234 w 2671650"/>
              <a:gd name="connsiteY1372" fmla="*/ 271726 h 601039"/>
              <a:gd name="connsiteX1373" fmla="*/ 2160904 w 2671650"/>
              <a:gd name="connsiteY1373" fmla="*/ 271726 h 601039"/>
              <a:gd name="connsiteX1374" fmla="*/ 2149650 w 2671650"/>
              <a:gd name="connsiteY1374" fmla="*/ 266460 h 601039"/>
              <a:gd name="connsiteX1375" fmla="*/ 2136538 w 2671650"/>
              <a:gd name="connsiteY1375" fmla="*/ 250147 h 601039"/>
              <a:gd name="connsiteX1376" fmla="*/ 2140048 w 2671650"/>
              <a:gd name="connsiteY1376" fmla="*/ 239823 h 601039"/>
              <a:gd name="connsiteX1377" fmla="*/ 2146244 w 2671650"/>
              <a:gd name="connsiteY1377" fmla="*/ 233422 h 601039"/>
              <a:gd name="connsiteX1378" fmla="*/ 2154090 w 2671650"/>
              <a:gd name="connsiteY1378" fmla="*/ 230429 h 601039"/>
              <a:gd name="connsiteX1379" fmla="*/ 2160697 w 2671650"/>
              <a:gd name="connsiteY1379" fmla="*/ 226092 h 601039"/>
              <a:gd name="connsiteX1380" fmla="*/ 2176804 w 2671650"/>
              <a:gd name="connsiteY1380" fmla="*/ 226092 h 601039"/>
              <a:gd name="connsiteX1381" fmla="*/ 2203337 w 2671650"/>
              <a:gd name="connsiteY1381" fmla="*/ 216697 h 601039"/>
              <a:gd name="connsiteX1382" fmla="*/ 2208395 w 2671650"/>
              <a:gd name="connsiteY1382" fmla="*/ 192228 h 601039"/>
              <a:gd name="connsiteX1383" fmla="*/ 2210150 w 2671650"/>
              <a:gd name="connsiteY1383" fmla="*/ 176743 h 601039"/>
              <a:gd name="connsiteX1384" fmla="*/ 2209428 w 2671650"/>
              <a:gd name="connsiteY1384" fmla="*/ 163424 h 601039"/>
              <a:gd name="connsiteX1385" fmla="*/ 2213558 w 2671650"/>
              <a:gd name="connsiteY1385" fmla="*/ 158675 h 601039"/>
              <a:gd name="connsiteX1386" fmla="*/ 2223882 w 2671650"/>
              <a:gd name="connsiteY1386" fmla="*/ 159501 h 601039"/>
              <a:gd name="connsiteX1387" fmla="*/ 2231935 w 2671650"/>
              <a:gd name="connsiteY1387" fmla="*/ 156920 h 601039"/>
              <a:gd name="connsiteX1388" fmla="*/ 802852 w 2671650"/>
              <a:gd name="connsiteY1388" fmla="*/ 153616 h 601039"/>
              <a:gd name="connsiteX1389" fmla="*/ 810491 w 2671650"/>
              <a:gd name="connsiteY1389" fmla="*/ 157849 h 601039"/>
              <a:gd name="connsiteX1390" fmla="*/ 822673 w 2671650"/>
              <a:gd name="connsiteY1390" fmla="*/ 159192 h 601039"/>
              <a:gd name="connsiteX1391" fmla="*/ 835063 w 2671650"/>
              <a:gd name="connsiteY1391" fmla="*/ 159192 h 601039"/>
              <a:gd name="connsiteX1392" fmla="*/ 843116 w 2671650"/>
              <a:gd name="connsiteY1392" fmla="*/ 161257 h 601039"/>
              <a:gd name="connsiteX1393" fmla="*/ 850239 w 2671650"/>
              <a:gd name="connsiteY1393" fmla="*/ 164663 h 601039"/>
              <a:gd name="connsiteX1394" fmla="*/ 857880 w 2671650"/>
              <a:gd name="connsiteY1394" fmla="*/ 176536 h 601039"/>
              <a:gd name="connsiteX1395" fmla="*/ 856537 w 2671650"/>
              <a:gd name="connsiteY1395" fmla="*/ 177052 h 601039"/>
              <a:gd name="connsiteX1396" fmla="*/ 855918 w 2671650"/>
              <a:gd name="connsiteY1396" fmla="*/ 184899 h 601039"/>
              <a:gd name="connsiteX1397" fmla="*/ 855918 w 2671650"/>
              <a:gd name="connsiteY1397" fmla="*/ 196875 h 601039"/>
              <a:gd name="connsiteX1398" fmla="*/ 849826 w 2671650"/>
              <a:gd name="connsiteY1398" fmla="*/ 209884 h 601039"/>
              <a:gd name="connsiteX1399" fmla="*/ 848071 w 2671650"/>
              <a:gd name="connsiteY1399" fmla="*/ 223305 h 601039"/>
              <a:gd name="connsiteX1400" fmla="*/ 846730 w 2671650"/>
              <a:gd name="connsiteY1400" fmla="*/ 247670 h 601039"/>
              <a:gd name="connsiteX1401" fmla="*/ 844561 w 2671650"/>
              <a:gd name="connsiteY1401" fmla="*/ 262537 h 601039"/>
              <a:gd name="connsiteX1402" fmla="*/ 843632 w 2671650"/>
              <a:gd name="connsiteY1402" fmla="*/ 275132 h 601039"/>
              <a:gd name="connsiteX1403" fmla="*/ 846522 w 2671650"/>
              <a:gd name="connsiteY1403" fmla="*/ 283702 h 601039"/>
              <a:gd name="connsiteX1404" fmla="*/ 847348 w 2671650"/>
              <a:gd name="connsiteY1404" fmla="*/ 288658 h 601039"/>
              <a:gd name="connsiteX1405" fmla="*/ 849000 w 2671650"/>
              <a:gd name="connsiteY1405" fmla="*/ 296401 h 601039"/>
              <a:gd name="connsiteX1406" fmla="*/ 844355 w 2671650"/>
              <a:gd name="connsiteY1406" fmla="*/ 313023 h 601039"/>
              <a:gd name="connsiteX1407" fmla="*/ 838470 w 2671650"/>
              <a:gd name="connsiteY1407" fmla="*/ 322108 h 601039"/>
              <a:gd name="connsiteX1408" fmla="*/ 820918 w 2671650"/>
              <a:gd name="connsiteY1408" fmla="*/ 332432 h 601039"/>
              <a:gd name="connsiteX1409" fmla="*/ 805536 w 2671650"/>
              <a:gd name="connsiteY1409" fmla="*/ 346989 h 601039"/>
              <a:gd name="connsiteX1410" fmla="*/ 789327 w 2671650"/>
              <a:gd name="connsiteY1410" fmla="*/ 354320 h 601039"/>
              <a:gd name="connsiteX1411" fmla="*/ 768678 w 2671650"/>
              <a:gd name="connsiteY1411" fmla="*/ 366606 h 601039"/>
              <a:gd name="connsiteX1412" fmla="*/ 755979 w 2671650"/>
              <a:gd name="connsiteY1412" fmla="*/ 371975 h 601039"/>
              <a:gd name="connsiteX1413" fmla="*/ 736157 w 2671650"/>
              <a:gd name="connsiteY1413" fmla="*/ 386223 h 601039"/>
              <a:gd name="connsiteX1414" fmla="*/ 723458 w 2671650"/>
              <a:gd name="connsiteY1414" fmla="*/ 374762 h 601039"/>
              <a:gd name="connsiteX1415" fmla="*/ 715302 w 2671650"/>
              <a:gd name="connsiteY1415" fmla="*/ 368465 h 601039"/>
              <a:gd name="connsiteX1416" fmla="*/ 713030 w 2671650"/>
              <a:gd name="connsiteY1416" fmla="*/ 358141 h 601039"/>
              <a:gd name="connsiteX1417" fmla="*/ 710140 w 2671650"/>
              <a:gd name="connsiteY1417" fmla="*/ 349158 h 601039"/>
              <a:gd name="connsiteX1418" fmla="*/ 715095 w 2671650"/>
              <a:gd name="connsiteY1418" fmla="*/ 342344 h 601039"/>
              <a:gd name="connsiteX1419" fmla="*/ 722736 w 2671650"/>
              <a:gd name="connsiteY1419" fmla="*/ 341621 h 601039"/>
              <a:gd name="connsiteX1420" fmla="*/ 734608 w 2671650"/>
              <a:gd name="connsiteY1420" fmla="*/ 334600 h 601039"/>
              <a:gd name="connsiteX1421" fmla="*/ 747307 w 2671650"/>
              <a:gd name="connsiteY1421" fmla="*/ 329749 h 601039"/>
              <a:gd name="connsiteX1422" fmla="*/ 769297 w 2671650"/>
              <a:gd name="connsiteY1422" fmla="*/ 317565 h 601039"/>
              <a:gd name="connsiteX1423" fmla="*/ 779621 w 2671650"/>
              <a:gd name="connsiteY1423" fmla="*/ 307241 h 601039"/>
              <a:gd name="connsiteX1424" fmla="*/ 779003 w 2671650"/>
              <a:gd name="connsiteY1424" fmla="*/ 283909 h 601039"/>
              <a:gd name="connsiteX1425" fmla="*/ 773531 w 2671650"/>
              <a:gd name="connsiteY1425" fmla="*/ 280605 h 601039"/>
              <a:gd name="connsiteX1426" fmla="*/ 763207 w 2671650"/>
              <a:gd name="connsiteY1426" fmla="*/ 281947 h 601039"/>
              <a:gd name="connsiteX1427" fmla="*/ 753501 w 2671650"/>
              <a:gd name="connsiteY1427" fmla="*/ 285457 h 601039"/>
              <a:gd name="connsiteX1428" fmla="*/ 746171 w 2671650"/>
              <a:gd name="connsiteY1428" fmla="*/ 286387 h 601039"/>
              <a:gd name="connsiteX1429" fmla="*/ 741422 w 2671650"/>
              <a:gd name="connsiteY1429" fmla="*/ 282360 h 601039"/>
              <a:gd name="connsiteX1430" fmla="*/ 739255 w 2671650"/>
              <a:gd name="connsiteY1430" fmla="*/ 270384 h 601039"/>
              <a:gd name="connsiteX1431" fmla="*/ 737189 w 2671650"/>
              <a:gd name="connsiteY1431" fmla="*/ 262021 h 601039"/>
              <a:gd name="connsiteX1432" fmla="*/ 738119 w 2671650"/>
              <a:gd name="connsiteY1432" fmla="*/ 245090 h 601039"/>
              <a:gd name="connsiteX1433" fmla="*/ 748443 w 2671650"/>
              <a:gd name="connsiteY1433" fmla="*/ 235281 h 601039"/>
              <a:gd name="connsiteX1434" fmla="*/ 762174 w 2671650"/>
              <a:gd name="connsiteY1434" fmla="*/ 230946 h 601039"/>
              <a:gd name="connsiteX1435" fmla="*/ 772498 w 2671650"/>
              <a:gd name="connsiteY1435" fmla="*/ 230223 h 601039"/>
              <a:gd name="connsiteX1436" fmla="*/ 786333 w 2671650"/>
              <a:gd name="connsiteY1436" fmla="*/ 223925 h 601039"/>
              <a:gd name="connsiteX1437" fmla="*/ 793044 w 2671650"/>
              <a:gd name="connsiteY1437" fmla="*/ 211329 h 601039"/>
              <a:gd name="connsiteX1438" fmla="*/ 797276 w 2671650"/>
              <a:gd name="connsiteY1438" fmla="*/ 184176 h 601039"/>
              <a:gd name="connsiteX1439" fmla="*/ 790359 w 2671650"/>
              <a:gd name="connsiteY1439" fmla="*/ 166625 h 601039"/>
              <a:gd name="connsiteX1440" fmla="*/ 790359 w 2671650"/>
              <a:gd name="connsiteY1440" fmla="*/ 161669 h 601039"/>
              <a:gd name="connsiteX1441" fmla="*/ 798102 w 2671650"/>
              <a:gd name="connsiteY1441" fmla="*/ 155681 h 601039"/>
              <a:gd name="connsiteX1442" fmla="*/ 802852 w 2671650"/>
              <a:gd name="connsiteY1442" fmla="*/ 153616 h 601039"/>
              <a:gd name="connsiteX1443" fmla="*/ 949456 w 2671650"/>
              <a:gd name="connsiteY1443" fmla="*/ 139886 h 601039"/>
              <a:gd name="connsiteX1444" fmla="*/ 956993 w 2671650"/>
              <a:gd name="connsiteY1444" fmla="*/ 144325 h 601039"/>
              <a:gd name="connsiteX1445" fmla="*/ 963290 w 2671650"/>
              <a:gd name="connsiteY1445" fmla="*/ 145770 h 601039"/>
              <a:gd name="connsiteX1446" fmla="*/ 968143 w 2671650"/>
              <a:gd name="connsiteY1446" fmla="*/ 151242 h 601039"/>
              <a:gd name="connsiteX1447" fmla="*/ 972066 w 2671650"/>
              <a:gd name="connsiteY1447" fmla="*/ 166419 h 601039"/>
              <a:gd name="connsiteX1448" fmla="*/ 960813 w 2671650"/>
              <a:gd name="connsiteY1448" fmla="*/ 187067 h 601039"/>
              <a:gd name="connsiteX1449" fmla="*/ 958645 w 2671650"/>
              <a:gd name="connsiteY1449" fmla="*/ 197391 h 601039"/>
              <a:gd name="connsiteX1450" fmla="*/ 967936 w 2671650"/>
              <a:gd name="connsiteY1450" fmla="*/ 200592 h 601039"/>
              <a:gd name="connsiteX1451" fmla="*/ 977228 w 2671650"/>
              <a:gd name="connsiteY1451" fmla="*/ 195327 h 601039"/>
              <a:gd name="connsiteX1452" fmla="*/ 992198 w 2671650"/>
              <a:gd name="connsiteY1452" fmla="*/ 200592 h 601039"/>
              <a:gd name="connsiteX1453" fmla="*/ 1000561 w 2671650"/>
              <a:gd name="connsiteY1453" fmla="*/ 216182 h 601039"/>
              <a:gd name="connsiteX1454" fmla="*/ 1002316 w 2671650"/>
              <a:gd name="connsiteY1454" fmla="*/ 227332 h 601039"/>
              <a:gd name="connsiteX1455" fmla="*/ 997257 w 2671650"/>
              <a:gd name="connsiteY1455" fmla="*/ 233114 h 601039"/>
              <a:gd name="connsiteX1456" fmla="*/ 986933 w 2671650"/>
              <a:gd name="connsiteY1456" fmla="*/ 235798 h 601039"/>
              <a:gd name="connsiteX1457" fmla="*/ 977951 w 2671650"/>
              <a:gd name="connsiteY1457" fmla="*/ 242095 h 601039"/>
              <a:gd name="connsiteX1458" fmla="*/ 965355 w 2671650"/>
              <a:gd name="connsiteY1458" fmla="*/ 249116 h 601039"/>
              <a:gd name="connsiteX1459" fmla="*/ 945327 w 2671650"/>
              <a:gd name="connsiteY1459" fmla="*/ 258821 h 601039"/>
              <a:gd name="connsiteX1460" fmla="*/ 938409 w 2671650"/>
              <a:gd name="connsiteY1460" fmla="*/ 280914 h 601039"/>
              <a:gd name="connsiteX1461" fmla="*/ 939132 w 2671650"/>
              <a:gd name="connsiteY1461" fmla="*/ 291239 h 601039"/>
              <a:gd name="connsiteX1462" fmla="*/ 944707 w 2671650"/>
              <a:gd name="connsiteY1462" fmla="*/ 309513 h 601039"/>
              <a:gd name="connsiteX1463" fmla="*/ 959987 w 2671650"/>
              <a:gd name="connsiteY1463" fmla="*/ 316327 h 601039"/>
              <a:gd name="connsiteX1464" fmla="*/ 970931 w 2671650"/>
              <a:gd name="connsiteY1464" fmla="*/ 317773 h 601039"/>
              <a:gd name="connsiteX1465" fmla="*/ 978673 w 2671650"/>
              <a:gd name="connsiteY1465" fmla="*/ 319425 h 601039"/>
              <a:gd name="connsiteX1466" fmla="*/ 986314 w 2671650"/>
              <a:gd name="connsiteY1466" fmla="*/ 322418 h 601039"/>
              <a:gd name="connsiteX1467" fmla="*/ 998290 w 2671650"/>
              <a:gd name="connsiteY1467" fmla="*/ 323657 h 601039"/>
              <a:gd name="connsiteX1468" fmla="*/ 998806 w 2671650"/>
              <a:gd name="connsiteY1468" fmla="*/ 323863 h 601039"/>
              <a:gd name="connsiteX1469" fmla="*/ 1005516 w 2671650"/>
              <a:gd name="connsiteY1469" fmla="*/ 339247 h 601039"/>
              <a:gd name="connsiteX1470" fmla="*/ 999529 w 2671650"/>
              <a:gd name="connsiteY1470" fmla="*/ 356385 h 601039"/>
              <a:gd name="connsiteX1471" fmla="*/ 994573 w 2671650"/>
              <a:gd name="connsiteY1471" fmla="*/ 367639 h 601039"/>
              <a:gd name="connsiteX1472" fmla="*/ 981668 w 2671650"/>
              <a:gd name="connsiteY1472" fmla="*/ 369600 h 601039"/>
              <a:gd name="connsiteX1473" fmla="*/ 968969 w 2671650"/>
              <a:gd name="connsiteY1473" fmla="*/ 372594 h 601039"/>
              <a:gd name="connsiteX1474" fmla="*/ 960090 w 2671650"/>
              <a:gd name="connsiteY1474" fmla="*/ 368774 h 601039"/>
              <a:gd name="connsiteX1475" fmla="*/ 946359 w 2671650"/>
              <a:gd name="connsiteY1475" fmla="*/ 367432 h 601039"/>
              <a:gd name="connsiteX1476" fmla="*/ 932834 w 2671650"/>
              <a:gd name="connsiteY1476" fmla="*/ 367432 h 601039"/>
              <a:gd name="connsiteX1477" fmla="*/ 921374 w 2671650"/>
              <a:gd name="connsiteY1477" fmla="*/ 364128 h 601039"/>
              <a:gd name="connsiteX1478" fmla="*/ 904649 w 2671650"/>
              <a:gd name="connsiteY1478" fmla="*/ 363199 h 601039"/>
              <a:gd name="connsiteX1479" fmla="*/ 896183 w 2671650"/>
              <a:gd name="connsiteY1479" fmla="*/ 358553 h 601039"/>
              <a:gd name="connsiteX1480" fmla="*/ 888337 w 2671650"/>
              <a:gd name="connsiteY1480" fmla="*/ 345958 h 601039"/>
              <a:gd name="connsiteX1481" fmla="*/ 887304 w 2671650"/>
              <a:gd name="connsiteY1481" fmla="*/ 331297 h 601039"/>
              <a:gd name="connsiteX1482" fmla="*/ 883690 w 2671650"/>
              <a:gd name="connsiteY1482" fmla="*/ 313849 h 601039"/>
              <a:gd name="connsiteX1483" fmla="*/ 882968 w 2671650"/>
              <a:gd name="connsiteY1483" fmla="*/ 302906 h 601039"/>
              <a:gd name="connsiteX1484" fmla="*/ 881626 w 2671650"/>
              <a:gd name="connsiteY1484" fmla="*/ 292582 h 601039"/>
              <a:gd name="connsiteX1485" fmla="*/ 879973 w 2671650"/>
              <a:gd name="connsiteY1485" fmla="*/ 276373 h 601039"/>
              <a:gd name="connsiteX1486" fmla="*/ 884310 w 2671650"/>
              <a:gd name="connsiteY1486" fmla="*/ 250252 h 601039"/>
              <a:gd name="connsiteX1487" fmla="*/ 887924 w 2671650"/>
              <a:gd name="connsiteY1487" fmla="*/ 242095 h 601039"/>
              <a:gd name="connsiteX1488" fmla="*/ 891021 w 2671650"/>
              <a:gd name="connsiteY1488" fmla="*/ 228674 h 601039"/>
              <a:gd name="connsiteX1489" fmla="*/ 893911 w 2671650"/>
              <a:gd name="connsiteY1489" fmla="*/ 214943 h 601039"/>
              <a:gd name="connsiteX1490" fmla="*/ 895151 w 2671650"/>
              <a:gd name="connsiteY1490" fmla="*/ 193572 h 601039"/>
              <a:gd name="connsiteX1491" fmla="*/ 898248 w 2671650"/>
              <a:gd name="connsiteY1491" fmla="*/ 180563 h 601039"/>
              <a:gd name="connsiteX1492" fmla="*/ 902688 w 2671650"/>
              <a:gd name="connsiteY1492" fmla="*/ 159914 h 601039"/>
              <a:gd name="connsiteX1493" fmla="*/ 903204 w 2671650"/>
              <a:gd name="connsiteY1493" fmla="*/ 145770 h 601039"/>
              <a:gd name="connsiteX1494" fmla="*/ 911359 w 2671650"/>
              <a:gd name="connsiteY1494" fmla="*/ 139989 h 601039"/>
              <a:gd name="connsiteX1495" fmla="*/ 921683 w 2671650"/>
              <a:gd name="connsiteY1495" fmla="*/ 142158 h 601039"/>
              <a:gd name="connsiteX1496" fmla="*/ 930873 w 2671650"/>
              <a:gd name="connsiteY1496" fmla="*/ 140196 h 601039"/>
              <a:gd name="connsiteX1497" fmla="*/ 939132 w 2671650"/>
              <a:gd name="connsiteY1497" fmla="*/ 141848 h 601039"/>
              <a:gd name="connsiteX1498" fmla="*/ 949456 w 2671650"/>
              <a:gd name="connsiteY1498" fmla="*/ 139886 h 601039"/>
              <a:gd name="connsiteX1499" fmla="*/ 300224 w 2671650"/>
              <a:gd name="connsiteY1499" fmla="*/ 139362 h 601039"/>
              <a:gd name="connsiteX1500" fmla="*/ 294301 w 2671650"/>
              <a:gd name="connsiteY1500" fmla="*/ 147743 h 601039"/>
              <a:gd name="connsiteX1501" fmla="*/ 294301 w 2671650"/>
              <a:gd name="connsiteY1501" fmla="*/ 148157 h 601039"/>
              <a:gd name="connsiteX1502" fmla="*/ 289296 w 2671650"/>
              <a:gd name="connsiteY1502" fmla="*/ 174010 h 601039"/>
              <a:gd name="connsiteX1503" fmla="*/ 288911 w 2671650"/>
              <a:gd name="connsiteY1503" fmla="*/ 175935 h 601039"/>
              <a:gd name="connsiteX1504" fmla="*/ 285239 w 2671650"/>
              <a:gd name="connsiteY1504" fmla="*/ 175935 h 601039"/>
              <a:gd name="connsiteX1505" fmla="*/ 195154 w 2671650"/>
              <a:gd name="connsiteY1505" fmla="*/ 162935 h 601039"/>
              <a:gd name="connsiteX1506" fmla="*/ 203002 w 2671650"/>
              <a:gd name="connsiteY1506" fmla="*/ 182272 h 601039"/>
              <a:gd name="connsiteX1507" fmla="*/ 224413 w 2671650"/>
              <a:gd name="connsiteY1507" fmla="*/ 195658 h 601039"/>
              <a:gd name="connsiteX1508" fmla="*/ 226189 w 2671650"/>
              <a:gd name="connsiteY1508" fmla="*/ 196013 h 601039"/>
              <a:gd name="connsiteX1509" fmla="*/ 226189 w 2671650"/>
              <a:gd name="connsiteY1509" fmla="*/ 197820 h 601039"/>
              <a:gd name="connsiteX1510" fmla="*/ 226308 w 2671650"/>
              <a:gd name="connsiteY1510" fmla="*/ 197820 h 601039"/>
              <a:gd name="connsiteX1511" fmla="*/ 234156 w 2671650"/>
              <a:gd name="connsiteY1511" fmla="*/ 213633 h 601039"/>
              <a:gd name="connsiteX1512" fmla="*/ 250710 w 2671650"/>
              <a:gd name="connsiteY1512" fmla="*/ 218875 h 601039"/>
              <a:gd name="connsiteX1513" fmla="*/ 252931 w 2671650"/>
              <a:gd name="connsiteY1513" fmla="*/ 218875 h 601039"/>
              <a:gd name="connsiteX1514" fmla="*/ 254796 w 2671650"/>
              <a:gd name="connsiteY1514" fmla="*/ 218638 h 601039"/>
              <a:gd name="connsiteX1515" fmla="*/ 255448 w 2671650"/>
              <a:gd name="connsiteY1515" fmla="*/ 220385 h 601039"/>
              <a:gd name="connsiteX1516" fmla="*/ 267826 w 2671650"/>
              <a:gd name="connsiteY1516" fmla="*/ 230631 h 601039"/>
              <a:gd name="connsiteX1517" fmla="*/ 274164 w 2671650"/>
              <a:gd name="connsiteY1517" fmla="*/ 231579 h 601039"/>
              <a:gd name="connsiteX1518" fmla="*/ 282367 w 2671650"/>
              <a:gd name="connsiteY1518" fmla="*/ 230158 h 601039"/>
              <a:gd name="connsiteX1519" fmla="*/ 286720 w 2671650"/>
              <a:gd name="connsiteY1519" fmla="*/ 228351 h 601039"/>
              <a:gd name="connsiteX1520" fmla="*/ 280323 w 2671650"/>
              <a:gd name="connsiteY1520" fmla="*/ 254500 h 601039"/>
              <a:gd name="connsiteX1521" fmla="*/ 320598 w 2671650"/>
              <a:gd name="connsiteY1521" fmla="*/ 254500 h 601039"/>
              <a:gd name="connsiteX1522" fmla="*/ 314172 w 2671650"/>
              <a:gd name="connsiteY1522" fmla="*/ 228322 h 601039"/>
              <a:gd name="connsiteX1523" fmla="*/ 318554 w 2671650"/>
              <a:gd name="connsiteY1523" fmla="*/ 230158 h 601039"/>
              <a:gd name="connsiteX1524" fmla="*/ 326728 w 2671650"/>
              <a:gd name="connsiteY1524" fmla="*/ 231579 h 601039"/>
              <a:gd name="connsiteX1525" fmla="*/ 333065 w 2671650"/>
              <a:gd name="connsiteY1525" fmla="*/ 230631 h 601039"/>
              <a:gd name="connsiteX1526" fmla="*/ 345444 w 2671650"/>
              <a:gd name="connsiteY1526" fmla="*/ 220385 h 601039"/>
              <a:gd name="connsiteX1527" fmla="*/ 346095 w 2671650"/>
              <a:gd name="connsiteY1527" fmla="*/ 218638 h 601039"/>
              <a:gd name="connsiteX1528" fmla="*/ 347961 w 2671650"/>
              <a:gd name="connsiteY1528" fmla="*/ 218875 h 601039"/>
              <a:gd name="connsiteX1529" fmla="*/ 350182 w 2671650"/>
              <a:gd name="connsiteY1529" fmla="*/ 218875 h 601039"/>
              <a:gd name="connsiteX1530" fmla="*/ 366736 w 2671650"/>
              <a:gd name="connsiteY1530" fmla="*/ 213633 h 601039"/>
              <a:gd name="connsiteX1531" fmla="*/ 374583 w 2671650"/>
              <a:gd name="connsiteY1531" fmla="*/ 197790 h 601039"/>
              <a:gd name="connsiteX1532" fmla="*/ 374583 w 2671650"/>
              <a:gd name="connsiteY1532" fmla="*/ 196013 h 601039"/>
              <a:gd name="connsiteX1533" fmla="*/ 376360 w 2671650"/>
              <a:gd name="connsiteY1533" fmla="*/ 195658 h 601039"/>
              <a:gd name="connsiteX1534" fmla="*/ 397741 w 2671650"/>
              <a:gd name="connsiteY1534" fmla="*/ 182272 h 601039"/>
              <a:gd name="connsiteX1535" fmla="*/ 405589 w 2671650"/>
              <a:gd name="connsiteY1535" fmla="*/ 162935 h 601039"/>
              <a:gd name="connsiteX1536" fmla="*/ 315593 w 2671650"/>
              <a:gd name="connsiteY1536" fmla="*/ 175935 h 601039"/>
              <a:gd name="connsiteX1537" fmla="*/ 311921 w 2671650"/>
              <a:gd name="connsiteY1537" fmla="*/ 175935 h 601039"/>
              <a:gd name="connsiteX1538" fmla="*/ 311536 w 2671650"/>
              <a:gd name="connsiteY1538" fmla="*/ 174010 h 601039"/>
              <a:gd name="connsiteX1539" fmla="*/ 306531 w 2671650"/>
              <a:gd name="connsiteY1539" fmla="*/ 148157 h 601039"/>
              <a:gd name="connsiteX1540" fmla="*/ 306531 w 2671650"/>
              <a:gd name="connsiteY1540" fmla="*/ 147743 h 601039"/>
              <a:gd name="connsiteX1541" fmla="*/ 300609 w 2671650"/>
              <a:gd name="connsiteY1541" fmla="*/ 139362 h 601039"/>
              <a:gd name="connsiteX1542" fmla="*/ 346805 w 2671650"/>
              <a:gd name="connsiteY1542" fmla="*/ 138326 h 601039"/>
              <a:gd name="connsiteX1543" fmla="*/ 358384 w 2671650"/>
              <a:gd name="connsiteY1543" fmla="*/ 145818 h 601039"/>
              <a:gd name="connsiteX1544" fmla="*/ 344644 w 2671650"/>
              <a:gd name="connsiteY1544" fmla="*/ 146559 h 601039"/>
              <a:gd name="connsiteX1545" fmla="*/ 334397 w 2671650"/>
              <a:gd name="connsiteY1545" fmla="*/ 139096 h 601039"/>
              <a:gd name="connsiteX1546" fmla="*/ 346805 w 2671650"/>
              <a:gd name="connsiteY1546" fmla="*/ 138326 h 601039"/>
              <a:gd name="connsiteX1547" fmla="*/ 1653673 w 2671650"/>
              <a:gd name="connsiteY1547" fmla="*/ 136995 h 601039"/>
              <a:gd name="connsiteX1548" fmla="*/ 1663997 w 2671650"/>
              <a:gd name="connsiteY1548" fmla="*/ 141021 h 601039"/>
              <a:gd name="connsiteX1549" fmla="*/ 1684645 w 2671650"/>
              <a:gd name="connsiteY1549" fmla="*/ 142569 h 601039"/>
              <a:gd name="connsiteX1550" fmla="*/ 1685575 w 2671650"/>
              <a:gd name="connsiteY1550" fmla="*/ 143086 h 601039"/>
              <a:gd name="connsiteX1551" fmla="*/ 1689085 w 2671650"/>
              <a:gd name="connsiteY1551" fmla="*/ 151552 h 601039"/>
              <a:gd name="connsiteX1552" fmla="*/ 1696209 w 2671650"/>
              <a:gd name="connsiteY1552" fmla="*/ 166005 h 601039"/>
              <a:gd name="connsiteX1553" fmla="*/ 1690427 w 2671650"/>
              <a:gd name="connsiteY1553" fmla="*/ 178292 h 601039"/>
              <a:gd name="connsiteX1554" fmla="*/ 1687743 w 2671650"/>
              <a:gd name="connsiteY1554" fmla="*/ 189648 h 601039"/>
              <a:gd name="connsiteX1555" fmla="*/ 1677419 w 2671650"/>
              <a:gd name="connsiteY1555" fmla="*/ 207922 h 601039"/>
              <a:gd name="connsiteX1556" fmla="*/ 1668127 w 2671650"/>
              <a:gd name="connsiteY1556" fmla="*/ 218247 h 601039"/>
              <a:gd name="connsiteX1557" fmla="*/ 1647478 w 2671650"/>
              <a:gd name="connsiteY1557" fmla="*/ 261401 h 601039"/>
              <a:gd name="connsiteX1558" fmla="*/ 1640562 w 2671650"/>
              <a:gd name="connsiteY1558" fmla="*/ 268319 h 601039"/>
              <a:gd name="connsiteX1559" fmla="*/ 1632095 w 2671650"/>
              <a:gd name="connsiteY1559" fmla="*/ 268319 h 601039"/>
              <a:gd name="connsiteX1560" fmla="*/ 1623216 w 2671650"/>
              <a:gd name="connsiteY1560" fmla="*/ 271210 h 601039"/>
              <a:gd name="connsiteX1561" fmla="*/ 1610002 w 2671650"/>
              <a:gd name="connsiteY1561" fmla="*/ 275236 h 601039"/>
              <a:gd name="connsiteX1562" fmla="*/ 1610002 w 2671650"/>
              <a:gd name="connsiteY1562" fmla="*/ 285561 h 601039"/>
              <a:gd name="connsiteX1563" fmla="*/ 1620325 w 2671650"/>
              <a:gd name="connsiteY1563" fmla="*/ 283702 h 601039"/>
              <a:gd name="connsiteX1564" fmla="*/ 1628379 w 2671650"/>
              <a:gd name="connsiteY1564" fmla="*/ 279985 h 601039"/>
              <a:gd name="connsiteX1565" fmla="*/ 1639529 w 2671650"/>
              <a:gd name="connsiteY1565" fmla="*/ 283496 h 601039"/>
              <a:gd name="connsiteX1566" fmla="*/ 1643969 w 2671650"/>
              <a:gd name="connsiteY1566" fmla="*/ 288657 h 601039"/>
              <a:gd name="connsiteX1567" fmla="*/ 1646859 w 2671650"/>
              <a:gd name="connsiteY1567" fmla="*/ 302698 h 601039"/>
              <a:gd name="connsiteX1568" fmla="*/ 1645104 w 2671650"/>
              <a:gd name="connsiteY1568" fmla="*/ 308480 h 601039"/>
              <a:gd name="connsiteX1569" fmla="*/ 1634780 w 2671650"/>
              <a:gd name="connsiteY1569" fmla="*/ 315603 h 601039"/>
              <a:gd name="connsiteX1570" fmla="*/ 1623216 w 2671650"/>
              <a:gd name="connsiteY1570" fmla="*/ 319837 h 601039"/>
              <a:gd name="connsiteX1571" fmla="*/ 1619603 w 2671650"/>
              <a:gd name="connsiteY1571" fmla="*/ 326547 h 601039"/>
              <a:gd name="connsiteX1572" fmla="*/ 1625178 w 2671650"/>
              <a:gd name="connsiteY1572" fmla="*/ 330987 h 601039"/>
              <a:gd name="connsiteX1573" fmla="*/ 1640562 w 2671650"/>
              <a:gd name="connsiteY1573" fmla="*/ 328096 h 601039"/>
              <a:gd name="connsiteX1574" fmla="*/ 1652125 w 2671650"/>
              <a:gd name="connsiteY1574" fmla="*/ 328096 h 601039"/>
              <a:gd name="connsiteX1575" fmla="*/ 1666372 w 2671650"/>
              <a:gd name="connsiteY1575" fmla="*/ 325206 h 601039"/>
              <a:gd name="connsiteX1576" fmla="*/ 1678864 w 2671650"/>
              <a:gd name="connsiteY1576" fmla="*/ 325206 h 601039"/>
              <a:gd name="connsiteX1577" fmla="*/ 1689188 w 2671650"/>
              <a:gd name="connsiteY1577" fmla="*/ 341414 h 601039"/>
              <a:gd name="connsiteX1578" fmla="*/ 1670914 w 2671650"/>
              <a:gd name="connsiteY1578" fmla="*/ 367741 h 601039"/>
              <a:gd name="connsiteX1579" fmla="*/ 1654293 w 2671650"/>
              <a:gd name="connsiteY1579" fmla="*/ 364851 h 601039"/>
              <a:gd name="connsiteX1580" fmla="*/ 1626830 w 2671650"/>
              <a:gd name="connsiteY1580" fmla="*/ 365985 h 601039"/>
              <a:gd name="connsiteX1581" fmla="*/ 1611860 w 2671650"/>
              <a:gd name="connsiteY1581" fmla="*/ 365057 h 601039"/>
              <a:gd name="connsiteX1582" fmla="*/ 1598748 w 2671650"/>
              <a:gd name="connsiteY1582" fmla="*/ 366399 h 601039"/>
              <a:gd name="connsiteX1583" fmla="*/ 1584088 w 2671650"/>
              <a:gd name="connsiteY1583" fmla="*/ 368877 h 601039"/>
              <a:gd name="connsiteX1584" fmla="*/ 1566227 w 2671650"/>
              <a:gd name="connsiteY1584" fmla="*/ 372387 h 601039"/>
              <a:gd name="connsiteX1585" fmla="*/ 1547747 w 2671650"/>
              <a:gd name="connsiteY1585" fmla="*/ 374245 h 601039"/>
              <a:gd name="connsiteX1586" fmla="*/ 1528750 w 2671650"/>
              <a:gd name="connsiteY1586" fmla="*/ 380026 h 601039"/>
              <a:gd name="connsiteX1587" fmla="*/ 1516774 w 2671650"/>
              <a:gd name="connsiteY1587" fmla="*/ 373729 h 601039"/>
              <a:gd name="connsiteX1588" fmla="*/ 1514090 w 2671650"/>
              <a:gd name="connsiteY1588" fmla="*/ 357726 h 601039"/>
              <a:gd name="connsiteX1589" fmla="*/ 1514708 w 2671650"/>
              <a:gd name="connsiteY1589" fmla="*/ 350397 h 601039"/>
              <a:gd name="connsiteX1590" fmla="*/ 1518735 w 2671650"/>
              <a:gd name="connsiteY1590" fmla="*/ 341930 h 601039"/>
              <a:gd name="connsiteX1591" fmla="*/ 1523174 w 2671650"/>
              <a:gd name="connsiteY1591" fmla="*/ 338318 h 601039"/>
              <a:gd name="connsiteX1592" fmla="*/ 1528750 w 2671650"/>
              <a:gd name="connsiteY1592" fmla="*/ 341001 h 601039"/>
              <a:gd name="connsiteX1593" fmla="*/ 1545063 w 2671650"/>
              <a:gd name="connsiteY1593" fmla="*/ 335427 h 601039"/>
              <a:gd name="connsiteX1594" fmla="*/ 1565711 w 2671650"/>
              <a:gd name="connsiteY1594" fmla="*/ 326341 h 601039"/>
              <a:gd name="connsiteX1595" fmla="*/ 1562303 w 2671650"/>
              <a:gd name="connsiteY1595" fmla="*/ 320560 h 601039"/>
              <a:gd name="connsiteX1596" fmla="*/ 1553838 w 2671650"/>
              <a:gd name="connsiteY1596" fmla="*/ 319424 h 601039"/>
              <a:gd name="connsiteX1597" fmla="*/ 1546714 w 2671650"/>
              <a:gd name="connsiteY1597" fmla="*/ 315810 h 601039"/>
              <a:gd name="connsiteX1598" fmla="*/ 1546714 w 2671650"/>
              <a:gd name="connsiteY1598" fmla="*/ 308893 h 601039"/>
              <a:gd name="connsiteX1599" fmla="*/ 1547644 w 2671650"/>
              <a:gd name="connsiteY1599" fmla="*/ 300427 h 601039"/>
              <a:gd name="connsiteX1600" fmla="*/ 1552289 w 2671650"/>
              <a:gd name="connsiteY1600" fmla="*/ 294233 h 601039"/>
              <a:gd name="connsiteX1601" fmla="*/ 1557038 w 2671650"/>
              <a:gd name="connsiteY1601" fmla="*/ 295781 h 601039"/>
              <a:gd name="connsiteX1602" fmla="*/ 1562098 w 2671650"/>
              <a:gd name="connsiteY1602" fmla="*/ 294852 h 601039"/>
              <a:gd name="connsiteX1603" fmla="*/ 1567053 w 2671650"/>
              <a:gd name="connsiteY1603" fmla="*/ 294852 h 601039"/>
              <a:gd name="connsiteX1604" fmla="*/ 1571493 w 2671650"/>
              <a:gd name="connsiteY1604" fmla="*/ 290825 h 601039"/>
              <a:gd name="connsiteX1605" fmla="*/ 1572628 w 2671650"/>
              <a:gd name="connsiteY1605" fmla="*/ 280501 h 601039"/>
              <a:gd name="connsiteX1606" fmla="*/ 1566536 w 2671650"/>
              <a:gd name="connsiteY1606" fmla="*/ 279675 h 601039"/>
              <a:gd name="connsiteX1607" fmla="*/ 1558793 w 2671650"/>
              <a:gd name="connsiteY1607" fmla="*/ 281844 h 601039"/>
              <a:gd name="connsiteX1608" fmla="*/ 1551669 w 2671650"/>
              <a:gd name="connsiteY1608" fmla="*/ 283392 h 601039"/>
              <a:gd name="connsiteX1609" fmla="*/ 1545888 w 2671650"/>
              <a:gd name="connsiteY1609" fmla="*/ 282566 h 601039"/>
              <a:gd name="connsiteX1610" fmla="*/ 1542997 w 2671650"/>
              <a:gd name="connsiteY1610" fmla="*/ 278023 h 601039"/>
              <a:gd name="connsiteX1611" fmla="*/ 1540726 w 2671650"/>
              <a:gd name="connsiteY1611" fmla="*/ 271416 h 601039"/>
              <a:gd name="connsiteX1612" fmla="*/ 1535565 w 2671650"/>
              <a:gd name="connsiteY1612" fmla="*/ 261814 h 601039"/>
              <a:gd name="connsiteX1613" fmla="*/ 1532673 w 2671650"/>
              <a:gd name="connsiteY1613" fmla="*/ 251490 h 601039"/>
              <a:gd name="connsiteX1614" fmla="*/ 1538248 w 2671650"/>
              <a:gd name="connsiteY1614" fmla="*/ 235281 h 601039"/>
              <a:gd name="connsiteX1615" fmla="*/ 1535563 w 2671650"/>
              <a:gd name="connsiteY1615" fmla="*/ 209161 h 601039"/>
              <a:gd name="connsiteX1616" fmla="*/ 1532260 w 2671650"/>
              <a:gd name="connsiteY1616" fmla="*/ 198011 h 601039"/>
              <a:gd name="connsiteX1617" fmla="*/ 1533602 w 2671650"/>
              <a:gd name="connsiteY1617" fmla="*/ 189545 h 601039"/>
              <a:gd name="connsiteX1618" fmla="*/ 1536493 w 2671650"/>
              <a:gd name="connsiteY1618" fmla="*/ 175091 h 601039"/>
              <a:gd name="connsiteX1619" fmla="*/ 1543617 w 2671650"/>
              <a:gd name="connsiteY1619" fmla="*/ 160431 h 601039"/>
              <a:gd name="connsiteX1620" fmla="*/ 1552805 w 2671650"/>
              <a:gd name="connsiteY1620" fmla="*/ 166005 h 601039"/>
              <a:gd name="connsiteX1621" fmla="*/ 1561478 w 2671650"/>
              <a:gd name="connsiteY1621" fmla="*/ 165077 h 601039"/>
              <a:gd name="connsiteX1622" fmla="*/ 1572835 w 2671650"/>
              <a:gd name="connsiteY1622" fmla="*/ 161463 h 601039"/>
              <a:gd name="connsiteX1623" fmla="*/ 1592243 w 2671650"/>
              <a:gd name="connsiteY1623" fmla="*/ 153513 h 601039"/>
              <a:gd name="connsiteX1624" fmla="*/ 1607627 w 2671650"/>
              <a:gd name="connsiteY1624" fmla="*/ 151965 h 601039"/>
              <a:gd name="connsiteX1625" fmla="*/ 1653673 w 2671650"/>
              <a:gd name="connsiteY1625" fmla="*/ 136995 h 601039"/>
              <a:gd name="connsiteX1626" fmla="*/ 97904 w 2671650"/>
              <a:gd name="connsiteY1626" fmla="*/ 125237 h 601039"/>
              <a:gd name="connsiteX1627" fmla="*/ 96689 w 2671650"/>
              <a:gd name="connsiteY1627" fmla="*/ 125710 h 601039"/>
              <a:gd name="connsiteX1628" fmla="*/ 95535 w 2671650"/>
              <a:gd name="connsiteY1628" fmla="*/ 126451 h 601039"/>
              <a:gd name="connsiteX1629" fmla="*/ 94172 w 2671650"/>
              <a:gd name="connsiteY1629" fmla="*/ 127991 h 601039"/>
              <a:gd name="connsiteX1630" fmla="*/ 92632 w 2671650"/>
              <a:gd name="connsiteY1630" fmla="*/ 129294 h 601039"/>
              <a:gd name="connsiteX1631" fmla="*/ 91270 w 2671650"/>
              <a:gd name="connsiteY1631" fmla="*/ 129738 h 601039"/>
              <a:gd name="connsiteX1632" fmla="*/ 90974 w 2671650"/>
              <a:gd name="connsiteY1632" fmla="*/ 130537 h 601039"/>
              <a:gd name="connsiteX1633" fmla="*/ 90944 w 2671650"/>
              <a:gd name="connsiteY1633" fmla="*/ 130537 h 601039"/>
              <a:gd name="connsiteX1634" fmla="*/ 90796 w 2671650"/>
              <a:gd name="connsiteY1634" fmla="*/ 132077 h 601039"/>
              <a:gd name="connsiteX1635" fmla="*/ 91389 w 2671650"/>
              <a:gd name="connsiteY1635" fmla="*/ 132670 h 601039"/>
              <a:gd name="connsiteX1636" fmla="*/ 94350 w 2671650"/>
              <a:gd name="connsiteY1636" fmla="*/ 133795 h 601039"/>
              <a:gd name="connsiteX1637" fmla="*/ 97134 w 2671650"/>
              <a:gd name="connsiteY1637" fmla="*/ 137349 h 601039"/>
              <a:gd name="connsiteX1638" fmla="*/ 97904 w 2671650"/>
              <a:gd name="connsiteY1638" fmla="*/ 139570 h 601039"/>
              <a:gd name="connsiteX1639" fmla="*/ 97104 w 2671650"/>
              <a:gd name="connsiteY1639" fmla="*/ 141968 h 601039"/>
              <a:gd name="connsiteX1640" fmla="*/ 96068 w 2671650"/>
              <a:gd name="connsiteY1640" fmla="*/ 143242 h 601039"/>
              <a:gd name="connsiteX1641" fmla="*/ 95031 w 2671650"/>
              <a:gd name="connsiteY1641" fmla="*/ 145403 h 601039"/>
              <a:gd name="connsiteX1642" fmla="*/ 95031 w 2671650"/>
              <a:gd name="connsiteY1642" fmla="*/ 147713 h 601039"/>
              <a:gd name="connsiteX1643" fmla="*/ 96986 w 2671650"/>
              <a:gd name="connsiteY1643" fmla="*/ 149727 h 601039"/>
              <a:gd name="connsiteX1644" fmla="*/ 98200 w 2671650"/>
              <a:gd name="connsiteY1644" fmla="*/ 150408 h 601039"/>
              <a:gd name="connsiteX1645" fmla="*/ 99888 w 2671650"/>
              <a:gd name="connsiteY1645" fmla="*/ 151504 h 601039"/>
              <a:gd name="connsiteX1646" fmla="*/ 100924 w 2671650"/>
              <a:gd name="connsiteY1646" fmla="*/ 151504 h 601039"/>
              <a:gd name="connsiteX1647" fmla="*/ 101635 w 2671650"/>
              <a:gd name="connsiteY1647" fmla="*/ 150497 h 601039"/>
              <a:gd name="connsiteX1648" fmla="*/ 102286 w 2671650"/>
              <a:gd name="connsiteY1648" fmla="*/ 148927 h 601039"/>
              <a:gd name="connsiteX1649" fmla="*/ 103293 w 2671650"/>
              <a:gd name="connsiteY1649" fmla="*/ 147536 h 601039"/>
              <a:gd name="connsiteX1650" fmla="*/ 104300 w 2671650"/>
              <a:gd name="connsiteY1650" fmla="*/ 147239 h 601039"/>
              <a:gd name="connsiteX1651" fmla="*/ 107262 w 2671650"/>
              <a:gd name="connsiteY1651" fmla="*/ 149786 h 601039"/>
              <a:gd name="connsiteX1652" fmla="*/ 107262 w 2671650"/>
              <a:gd name="connsiteY1652" fmla="*/ 152155 h 601039"/>
              <a:gd name="connsiteX1653" fmla="*/ 106284 w 2671650"/>
              <a:gd name="connsiteY1653" fmla="*/ 156183 h 601039"/>
              <a:gd name="connsiteX1654" fmla="*/ 105426 w 2671650"/>
              <a:gd name="connsiteY1654" fmla="*/ 158256 h 601039"/>
              <a:gd name="connsiteX1655" fmla="*/ 104922 w 2671650"/>
              <a:gd name="connsiteY1655" fmla="*/ 160477 h 601039"/>
              <a:gd name="connsiteX1656" fmla="*/ 104152 w 2671650"/>
              <a:gd name="connsiteY1656" fmla="*/ 161484 h 601039"/>
              <a:gd name="connsiteX1657" fmla="*/ 104448 w 2671650"/>
              <a:gd name="connsiteY1657" fmla="*/ 162846 h 601039"/>
              <a:gd name="connsiteX1658" fmla="*/ 105840 w 2671650"/>
              <a:gd name="connsiteY1658" fmla="*/ 163497 h 601039"/>
              <a:gd name="connsiteX1659" fmla="*/ 107321 w 2671650"/>
              <a:gd name="connsiteY1659" fmla="*/ 164386 h 601039"/>
              <a:gd name="connsiteX1660" fmla="*/ 109009 w 2671650"/>
              <a:gd name="connsiteY1660" fmla="*/ 164090 h 601039"/>
              <a:gd name="connsiteX1661" fmla="*/ 111822 w 2671650"/>
              <a:gd name="connsiteY1661" fmla="*/ 163882 h 601039"/>
              <a:gd name="connsiteX1662" fmla="*/ 112325 w 2671650"/>
              <a:gd name="connsiteY1662" fmla="*/ 159885 h 601039"/>
              <a:gd name="connsiteX1663" fmla="*/ 113095 w 2671650"/>
              <a:gd name="connsiteY1663" fmla="*/ 157723 h 601039"/>
              <a:gd name="connsiteX1664" fmla="*/ 113984 w 2671650"/>
              <a:gd name="connsiteY1664" fmla="*/ 153843 h 601039"/>
              <a:gd name="connsiteX1665" fmla="*/ 114902 w 2671650"/>
              <a:gd name="connsiteY1665" fmla="*/ 151060 h 601039"/>
              <a:gd name="connsiteX1666" fmla="*/ 114902 w 2671650"/>
              <a:gd name="connsiteY1666" fmla="*/ 147565 h 601039"/>
              <a:gd name="connsiteX1667" fmla="*/ 115583 w 2671650"/>
              <a:gd name="connsiteY1667" fmla="*/ 144249 h 601039"/>
              <a:gd name="connsiteX1668" fmla="*/ 115139 w 2671650"/>
              <a:gd name="connsiteY1668" fmla="*/ 142531 h 601039"/>
              <a:gd name="connsiteX1669" fmla="*/ 113658 w 2671650"/>
              <a:gd name="connsiteY1669" fmla="*/ 140073 h 601039"/>
              <a:gd name="connsiteX1670" fmla="*/ 112562 w 2671650"/>
              <a:gd name="connsiteY1670" fmla="*/ 139421 h 601039"/>
              <a:gd name="connsiteX1671" fmla="*/ 111852 w 2671650"/>
              <a:gd name="connsiteY1671" fmla="*/ 138948 h 601039"/>
              <a:gd name="connsiteX1672" fmla="*/ 110519 w 2671650"/>
              <a:gd name="connsiteY1672" fmla="*/ 138326 h 601039"/>
              <a:gd name="connsiteX1673" fmla="*/ 109098 w 2671650"/>
              <a:gd name="connsiteY1673" fmla="*/ 136815 h 601039"/>
              <a:gd name="connsiteX1674" fmla="*/ 107558 w 2671650"/>
              <a:gd name="connsiteY1674" fmla="*/ 134891 h 601039"/>
              <a:gd name="connsiteX1675" fmla="*/ 104774 w 2671650"/>
              <a:gd name="connsiteY1675" fmla="*/ 131929 h 601039"/>
              <a:gd name="connsiteX1676" fmla="*/ 103323 w 2671650"/>
              <a:gd name="connsiteY1676" fmla="*/ 130212 h 601039"/>
              <a:gd name="connsiteX1677" fmla="*/ 102464 w 2671650"/>
              <a:gd name="connsiteY1677" fmla="*/ 128020 h 601039"/>
              <a:gd name="connsiteX1678" fmla="*/ 101072 w 2671650"/>
              <a:gd name="connsiteY1678" fmla="*/ 126599 h 601039"/>
              <a:gd name="connsiteX1679" fmla="*/ 100184 w 2671650"/>
              <a:gd name="connsiteY1679" fmla="*/ 125651 h 601039"/>
              <a:gd name="connsiteX1680" fmla="*/ 97904 w 2671650"/>
              <a:gd name="connsiteY1680" fmla="*/ 125237 h 601039"/>
              <a:gd name="connsiteX1681" fmla="*/ 359532 w 2671650"/>
              <a:gd name="connsiteY1681" fmla="*/ 125121 h 601039"/>
              <a:gd name="connsiteX1682" fmla="*/ 371356 w 2671650"/>
              <a:gd name="connsiteY1682" fmla="*/ 126747 h 601039"/>
              <a:gd name="connsiteX1683" fmla="*/ 360103 w 2671650"/>
              <a:gd name="connsiteY1683" fmla="*/ 133084 h 601039"/>
              <a:gd name="connsiteX1684" fmla="*/ 348079 w 2671650"/>
              <a:gd name="connsiteY1684" fmla="*/ 129294 h 601039"/>
              <a:gd name="connsiteX1685" fmla="*/ 359510 w 2671650"/>
              <a:gd name="connsiteY1685" fmla="*/ 125118 h 601039"/>
              <a:gd name="connsiteX1686" fmla="*/ 359540 w 2671650"/>
              <a:gd name="connsiteY1686" fmla="*/ 125118 h 601039"/>
              <a:gd name="connsiteX1687" fmla="*/ 359532 w 2671650"/>
              <a:gd name="connsiteY1687" fmla="*/ 125121 h 601039"/>
              <a:gd name="connsiteX1688" fmla="*/ 500886 w 2671650"/>
              <a:gd name="connsiteY1688" fmla="*/ 111200 h 601039"/>
              <a:gd name="connsiteX1689" fmla="*/ 499287 w 2671650"/>
              <a:gd name="connsiteY1689" fmla="*/ 111555 h 601039"/>
              <a:gd name="connsiteX1690" fmla="*/ 497747 w 2671650"/>
              <a:gd name="connsiteY1690" fmla="*/ 113510 h 601039"/>
              <a:gd name="connsiteX1691" fmla="*/ 494786 w 2671650"/>
              <a:gd name="connsiteY1691" fmla="*/ 116649 h 601039"/>
              <a:gd name="connsiteX1692" fmla="*/ 491647 w 2671650"/>
              <a:gd name="connsiteY1692" fmla="*/ 119195 h 601039"/>
              <a:gd name="connsiteX1693" fmla="*/ 490403 w 2671650"/>
              <a:gd name="connsiteY1693" fmla="*/ 120795 h 601039"/>
              <a:gd name="connsiteX1694" fmla="*/ 489781 w 2671650"/>
              <a:gd name="connsiteY1694" fmla="*/ 122068 h 601039"/>
              <a:gd name="connsiteX1695" fmla="*/ 488833 w 2671650"/>
              <a:gd name="connsiteY1695" fmla="*/ 122068 h 601039"/>
              <a:gd name="connsiteX1696" fmla="*/ 486938 w 2671650"/>
              <a:gd name="connsiteY1696" fmla="*/ 121179 h 601039"/>
              <a:gd name="connsiteX1697" fmla="*/ 486719 w 2671650"/>
              <a:gd name="connsiteY1697" fmla="*/ 120960 h 601039"/>
              <a:gd name="connsiteX1698" fmla="*/ 486938 w 2671650"/>
              <a:gd name="connsiteY1698" fmla="*/ 119936 h 601039"/>
              <a:gd name="connsiteX1699" fmla="*/ 488744 w 2671650"/>
              <a:gd name="connsiteY1699" fmla="*/ 117596 h 601039"/>
              <a:gd name="connsiteX1700" fmla="*/ 488271 w 2671650"/>
              <a:gd name="connsiteY1700" fmla="*/ 117152 h 601039"/>
              <a:gd name="connsiteX1701" fmla="*/ 483947 w 2671650"/>
              <a:gd name="connsiteY1701" fmla="*/ 118070 h 601039"/>
              <a:gd name="connsiteX1702" fmla="*/ 482881 w 2671650"/>
              <a:gd name="connsiteY1702" fmla="*/ 117804 h 601039"/>
              <a:gd name="connsiteX1703" fmla="*/ 481548 w 2671650"/>
              <a:gd name="connsiteY1703" fmla="*/ 118337 h 601039"/>
              <a:gd name="connsiteX1704" fmla="*/ 479120 w 2671650"/>
              <a:gd name="connsiteY1704" fmla="*/ 120528 h 601039"/>
              <a:gd name="connsiteX1705" fmla="*/ 477462 w 2671650"/>
              <a:gd name="connsiteY1705" fmla="*/ 123489 h 601039"/>
              <a:gd name="connsiteX1706" fmla="*/ 477995 w 2671650"/>
              <a:gd name="connsiteY1706" fmla="*/ 124881 h 601039"/>
              <a:gd name="connsiteX1707" fmla="*/ 482378 w 2671650"/>
              <a:gd name="connsiteY1707" fmla="*/ 125622 h 601039"/>
              <a:gd name="connsiteX1708" fmla="*/ 483651 w 2671650"/>
              <a:gd name="connsiteY1708" fmla="*/ 125622 h 601039"/>
              <a:gd name="connsiteX1709" fmla="*/ 486612 w 2671650"/>
              <a:gd name="connsiteY1709" fmla="*/ 125355 h 601039"/>
              <a:gd name="connsiteX1710" fmla="*/ 489189 w 2671650"/>
              <a:gd name="connsiteY1710" fmla="*/ 126747 h 601039"/>
              <a:gd name="connsiteX1711" fmla="*/ 491114 w 2671650"/>
              <a:gd name="connsiteY1711" fmla="*/ 128139 h 601039"/>
              <a:gd name="connsiteX1712" fmla="*/ 493483 w 2671650"/>
              <a:gd name="connsiteY1712" fmla="*/ 130093 h 601039"/>
              <a:gd name="connsiteX1713" fmla="*/ 495082 w 2671650"/>
              <a:gd name="connsiteY1713" fmla="*/ 131218 h 601039"/>
              <a:gd name="connsiteX1714" fmla="*/ 496681 w 2671650"/>
              <a:gd name="connsiteY1714" fmla="*/ 132285 h 601039"/>
              <a:gd name="connsiteX1715" fmla="*/ 499642 w 2671650"/>
              <a:gd name="connsiteY1715" fmla="*/ 134772 h 601039"/>
              <a:gd name="connsiteX1716" fmla="*/ 501508 w 2671650"/>
              <a:gd name="connsiteY1716" fmla="*/ 136282 h 601039"/>
              <a:gd name="connsiteX1717" fmla="*/ 503255 w 2671650"/>
              <a:gd name="connsiteY1717" fmla="*/ 137763 h 601039"/>
              <a:gd name="connsiteX1718" fmla="*/ 501271 w 2671650"/>
              <a:gd name="connsiteY1718" fmla="*/ 138296 h 601039"/>
              <a:gd name="connsiteX1719" fmla="*/ 499465 w 2671650"/>
              <a:gd name="connsiteY1719" fmla="*/ 137615 h 601039"/>
              <a:gd name="connsiteX1720" fmla="*/ 498695 w 2671650"/>
              <a:gd name="connsiteY1720" fmla="*/ 136194 h 601039"/>
              <a:gd name="connsiteX1721" fmla="*/ 497599 w 2671650"/>
              <a:gd name="connsiteY1721" fmla="*/ 135157 h 601039"/>
              <a:gd name="connsiteX1722" fmla="*/ 496355 w 2671650"/>
              <a:gd name="connsiteY1722" fmla="*/ 133795 h 601039"/>
              <a:gd name="connsiteX1723" fmla="*/ 495408 w 2671650"/>
              <a:gd name="connsiteY1723" fmla="*/ 133588 h 601039"/>
              <a:gd name="connsiteX1724" fmla="*/ 494164 w 2671650"/>
              <a:gd name="connsiteY1724" fmla="*/ 132936 h 601039"/>
              <a:gd name="connsiteX1725" fmla="*/ 492861 w 2671650"/>
              <a:gd name="connsiteY1725" fmla="*/ 131988 h 601039"/>
              <a:gd name="connsiteX1726" fmla="*/ 491054 w 2671650"/>
              <a:gd name="connsiteY1726" fmla="*/ 130774 h 601039"/>
              <a:gd name="connsiteX1727" fmla="*/ 489663 w 2671650"/>
              <a:gd name="connsiteY1727" fmla="*/ 129560 h 601039"/>
              <a:gd name="connsiteX1728" fmla="*/ 488804 w 2671650"/>
              <a:gd name="connsiteY1728" fmla="*/ 129353 h 601039"/>
              <a:gd name="connsiteX1729" fmla="*/ 487323 w 2671650"/>
              <a:gd name="connsiteY1729" fmla="*/ 127961 h 601039"/>
              <a:gd name="connsiteX1730" fmla="*/ 483888 w 2671650"/>
              <a:gd name="connsiteY1730" fmla="*/ 129234 h 601039"/>
              <a:gd name="connsiteX1731" fmla="*/ 482289 w 2671650"/>
              <a:gd name="connsiteY1731" fmla="*/ 130212 h 601039"/>
              <a:gd name="connsiteX1732" fmla="*/ 481726 w 2671650"/>
              <a:gd name="connsiteY1732" fmla="*/ 131426 h 601039"/>
              <a:gd name="connsiteX1733" fmla="*/ 482644 w 2671650"/>
              <a:gd name="connsiteY1733" fmla="*/ 132433 h 601039"/>
              <a:gd name="connsiteX1734" fmla="*/ 484362 w 2671650"/>
              <a:gd name="connsiteY1734" fmla="*/ 133055 h 601039"/>
              <a:gd name="connsiteX1735" fmla="*/ 486020 w 2671650"/>
              <a:gd name="connsiteY1735" fmla="*/ 133440 h 601039"/>
              <a:gd name="connsiteX1736" fmla="*/ 486790 w 2671650"/>
              <a:gd name="connsiteY1736" fmla="*/ 134476 h 601039"/>
              <a:gd name="connsiteX1737" fmla="*/ 485191 w 2671650"/>
              <a:gd name="connsiteY1737" fmla="*/ 135128 h 601039"/>
              <a:gd name="connsiteX1738" fmla="*/ 483829 w 2671650"/>
              <a:gd name="connsiteY1738" fmla="*/ 136075 h 601039"/>
              <a:gd name="connsiteX1739" fmla="*/ 482940 w 2671650"/>
              <a:gd name="connsiteY1739" fmla="*/ 136253 h 601039"/>
              <a:gd name="connsiteX1740" fmla="*/ 481519 w 2671650"/>
              <a:gd name="connsiteY1740" fmla="*/ 135749 h 601039"/>
              <a:gd name="connsiteX1741" fmla="*/ 479564 w 2671650"/>
              <a:gd name="connsiteY1741" fmla="*/ 134535 h 601039"/>
              <a:gd name="connsiteX1742" fmla="*/ 477491 w 2671650"/>
              <a:gd name="connsiteY1742" fmla="*/ 133973 h 601039"/>
              <a:gd name="connsiteX1743" fmla="*/ 476573 w 2671650"/>
              <a:gd name="connsiteY1743" fmla="*/ 132285 h 601039"/>
              <a:gd name="connsiteX1744" fmla="*/ 473612 w 2671650"/>
              <a:gd name="connsiteY1744" fmla="*/ 131515 h 601039"/>
              <a:gd name="connsiteX1745" fmla="*/ 471806 w 2671650"/>
              <a:gd name="connsiteY1745" fmla="*/ 132640 h 601039"/>
              <a:gd name="connsiteX1746" fmla="*/ 470828 w 2671650"/>
              <a:gd name="connsiteY1746" fmla="*/ 133824 h 601039"/>
              <a:gd name="connsiteX1747" fmla="*/ 471184 w 2671650"/>
              <a:gd name="connsiteY1747" fmla="*/ 134831 h 601039"/>
              <a:gd name="connsiteX1748" fmla="*/ 472220 w 2671650"/>
              <a:gd name="connsiteY1748" fmla="*/ 136697 h 601039"/>
              <a:gd name="connsiteX1749" fmla="*/ 474441 w 2671650"/>
              <a:gd name="connsiteY1749" fmla="*/ 137822 h 601039"/>
              <a:gd name="connsiteX1750" fmla="*/ 476721 w 2671650"/>
              <a:gd name="connsiteY1750" fmla="*/ 139570 h 601039"/>
              <a:gd name="connsiteX1751" fmla="*/ 478972 w 2671650"/>
              <a:gd name="connsiteY1751" fmla="*/ 141258 h 601039"/>
              <a:gd name="connsiteX1752" fmla="*/ 478676 w 2671650"/>
              <a:gd name="connsiteY1752" fmla="*/ 142649 h 601039"/>
              <a:gd name="connsiteX1753" fmla="*/ 472961 w 2671650"/>
              <a:gd name="connsiteY1753" fmla="*/ 143923 h 601039"/>
              <a:gd name="connsiteX1754" fmla="*/ 469999 w 2671650"/>
              <a:gd name="connsiteY1754" fmla="*/ 141672 h 601039"/>
              <a:gd name="connsiteX1755" fmla="*/ 468400 w 2671650"/>
              <a:gd name="connsiteY1755" fmla="*/ 141050 h 601039"/>
              <a:gd name="connsiteX1756" fmla="*/ 468400 w 2671650"/>
              <a:gd name="connsiteY1756" fmla="*/ 145048 h 601039"/>
              <a:gd name="connsiteX1757" fmla="*/ 466801 w 2671650"/>
              <a:gd name="connsiteY1757" fmla="*/ 146470 h 601039"/>
              <a:gd name="connsiteX1758" fmla="*/ 468844 w 2671650"/>
              <a:gd name="connsiteY1758" fmla="*/ 148691 h 601039"/>
              <a:gd name="connsiteX1759" fmla="*/ 470591 w 2671650"/>
              <a:gd name="connsiteY1759" fmla="*/ 149757 h 601039"/>
              <a:gd name="connsiteX1760" fmla="*/ 472961 w 2671650"/>
              <a:gd name="connsiteY1760" fmla="*/ 150971 h 601039"/>
              <a:gd name="connsiteX1761" fmla="*/ 476514 w 2671650"/>
              <a:gd name="connsiteY1761" fmla="*/ 149964 h 601039"/>
              <a:gd name="connsiteX1762" fmla="*/ 478232 w 2671650"/>
              <a:gd name="connsiteY1762" fmla="*/ 149579 h 601039"/>
              <a:gd name="connsiteX1763" fmla="*/ 480245 w 2671650"/>
              <a:gd name="connsiteY1763" fmla="*/ 148365 h 601039"/>
              <a:gd name="connsiteX1764" fmla="*/ 481874 w 2671650"/>
              <a:gd name="connsiteY1764" fmla="*/ 147180 h 601039"/>
              <a:gd name="connsiteX1765" fmla="*/ 483473 w 2671650"/>
              <a:gd name="connsiteY1765" fmla="*/ 145463 h 601039"/>
              <a:gd name="connsiteX1766" fmla="*/ 486908 w 2671650"/>
              <a:gd name="connsiteY1766" fmla="*/ 146884 h 601039"/>
              <a:gd name="connsiteX1767" fmla="*/ 488271 w 2671650"/>
              <a:gd name="connsiteY1767" fmla="*/ 147624 h 601039"/>
              <a:gd name="connsiteX1768" fmla="*/ 490047 w 2671650"/>
              <a:gd name="connsiteY1768" fmla="*/ 148927 h 601039"/>
              <a:gd name="connsiteX1769" fmla="*/ 491647 w 2671650"/>
              <a:gd name="connsiteY1769" fmla="*/ 149105 h 601039"/>
              <a:gd name="connsiteX1770" fmla="*/ 493571 w 2671650"/>
              <a:gd name="connsiteY1770" fmla="*/ 148039 h 601039"/>
              <a:gd name="connsiteX1771" fmla="*/ 493571 w 2671650"/>
              <a:gd name="connsiteY1771" fmla="*/ 146884 h 601039"/>
              <a:gd name="connsiteX1772" fmla="*/ 492772 w 2671650"/>
              <a:gd name="connsiteY1772" fmla="*/ 144782 h 601039"/>
              <a:gd name="connsiteX1773" fmla="*/ 492120 w 2671650"/>
              <a:gd name="connsiteY1773" fmla="*/ 142531 h 601039"/>
              <a:gd name="connsiteX1774" fmla="*/ 490847 w 2671650"/>
              <a:gd name="connsiteY1774" fmla="*/ 142087 h 601039"/>
              <a:gd name="connsiteX1775" fmla="*/ 489041 w 2671650"/>
              <a:gd name="connsiteY1775" fmla="*/ 141228 h 601039"/>
              <a:gd name="connsiteX1776" fmla="*/ 488478 w 2671650"/>
              <a:gd name="connsiteY1776" fmla="*/ 140339 h 601039"/>
              <a:gd name="connsiteX1777" fmla="*/ 490196 w 2671650"/>
              <a:gd name="connsiteY1777" fmla="*/ 139214 h 601039"/>
              <a:gd name="connsiteX1778" fmla="*/ 492802 w 2671650"/>
              <a:gd name="connsiteY1778" fmla="*/ 139214 h 601039"/>
              <a:gd name="connsiteX1779" fmla="*/ 494726 w 2671650"/>
              <a:gd name="connsiteY1779" fmla="*/ 139214 h 601039"/>
              <a:gd name="connsiteX1780" fmla="*/ 499139 w 2671650"/>
              <a:gd name="connsiteY1780" fmla="*/ 140132 h 601039"/>
              <a:gd name="connsiteX1781" fmla="*/ 500620 w 2671650"/>
              <a:gd name="connsiteY1781" fmla="*/ 141672 h 601039"/>
              <a:gd name="connsiteX1782" fmla="*/ 501627 w 2671650"/>
              <a:gd name="connsiteY1782" fmla="*/ 142975 h 601039"/>
              <a:gd name="connsiteX1783" fmla="*/ 502959 w 2671650"/>
              <a:gd name="connsiteY1783" fmla="*/ 143567 h 601039"/>
              <a:gd name="connsiteX1784" fmla="*/ 506720 w 2671650"/>
              <a:gd name="connsiteY1784" fmla="*/ 145936 h 601039"/>
              <a:gd name="connsiteX1785" fmla="*/ 509326 w 2671650"/>
              <a:gd name="connsiteY1785" fmla="*/ 144574 h 601039"/>
              <a:gd name="connsiteX1786" fmla="*/ 511133 w 2671650"/>
              <a:gd name="connsiteY1786" fmla="*/ 141879 h 601039"/>
              <a:gd name="connsiteX1787" fmla="*/ 510540 w 2671650"/>
              <a:gd name="connsiteY1787" fmla="*/ 140547 h 601039"/>
              <a:gd name="connsiteX1788" fmla="*/ 509978 w 2671650"/>
              <a:gd name="connsiteY1788" fmla="*/ 139421 h 601039"/>
              <a:gd name="connsiteX1789" fmla="*/ 509978 w 2671650"/>
              <a:gd name="connsiteY1789" fmla="*/ 138089 h 601039"/>
              <a:gd name="connsiteX1790" fmla="*/ 509030 w 2671650"/>
              <a:gd name="connsiteY1790" fmla="*/ 137171 h 601039"/>
              <a:gd name="connsiteX1791" fmla="*/ 506927 w 2671650"/>
              <a:gd name="connsiteY1791" fmla="*/ 136490 h 601039"/>
              <a:gd name="connsiteX1792" fmla="*/ 506483 w 2671650"/>
              <a:gd name="connsiteY1792" fmla="*/ 135542 h 601039"/>
              <a:gd name="connsiteX1793" fmla="*/ 508290 w 2671650"/>
              <a:gd name="connsiteY1793" fmla="*/ 134358 h 601039"/>
              <a:gd name="connsiteX1794" fmla="*/ 509800 w 2671650"/>
              <a:gd name="connsiteY1794" fmla="*/ 133528 h 601039"/>
              <a:gd name="connsiteX1795" fmla="*/ 511192 w 2671650"/>
              <a:gd name="connsiteY1795" fmla="*/ 132906 h 601039"/>
              <a:gd name="connsiteX1796" fmla="*/ 515367 w 2671650"/>
              <a:gd name="connsiteY1796" fmla="*/ 131367 h 601039"/>
              <a:gd name="connsiteX1797" fmla="*/ 518151 w 2671650"/>
              <a:gd name="connsiteY1797" fmla="*/ 131722 h 601039"/>
              <a:gd name="connsiteX1798" fmla="*/ 519780 w 2671650"/>
              <a:gd name="connsiteY1798" fmla="*/ 130449 h 601039"/>
              <a:gd name="connsiteX1799" fmla="*/ 520372 w 2671650"/>
              <a:gd name="connsiteY1799" fmla="*/ 129353 h 601039"/>
              <a:gd name="connsiteX1800" fmla="*/ 519987 w 2671650"/>
              <a:gd name="connsiteY1800" fmla="*/ 127517 h 601039"/>
              <a:gd name="connsiteX1801" fmla="*/ 518862 w 2671650"/>
              <a:gd name="connsiteY1801" fmla="*/ 126540 h 601039"/>
              <a:gd name="connsiteX1802" fmla="*/ 518092 w 2671650"/>
              <a:gd name="connsiteY1802" fmla="*/ 126540 h 601039"/>
              <a:gd name="connsiteX1803" fmla="*/ 512820 w 2671650"/>
              <a:gd name="connsiteY1803" fmla="*/ 124703 h 601039"/>
              <a:gd name="connsiteX1804" fmla="*/ 511754 w 2671650"/>
              <a:gd name="connsiteY1804" fmla="*/ 127043 h 601039"/>
              <a:gd name="connsiteX1805" fmla="*/ 510570 w 2671650"/>
              <a:gd name="connsiteY1805" fmla="*/ 127665 h 601039"/>
              <a:gd name="connsiteX1806" fmla="*/ 509178 w 2671650"/>
              <a:gd name="connsiteY1806" fmla="*/ 127902 h 601039"/>
              <a:gd name="connsiteX1807" fmla="*/ 507727 w 2671650"/>
              <a:gd name="connsiteY1807" fmla="*/ 127339 h 601039"/>
              <a:gd name="connsiteX1808" fmla="*/ 506631 w 2671650"/>
              <a:gd name="connsiteY1808" fmla="*/ 128553 h 601039"/>
              <a:gd name="connsiteX1809" fmla="*/ 505417 w 2671650"/>
              <a:gd name="connsiteY1809" fmla="*/ 128553 h 601039"/>
              <a:gd name="connsiteX1810" fmla="*/ 504203 w 2671650"/>
              <a:gd name="connsiteY1810" fmla="*/ 128376 h 601039"/>
              <a:gd name="connsiteX1811" fmla="*/ 503226 w 2671650"/>
              <a:gd name="connsiteY1811" fmla="*/ 129738 h 601039"/>
              <a:gd name="connsiteX1812" fmla="*/ 503877 w 2671650"/>
              <a:gd name="connsiteY1812" fmla="*/ 131159 h 601039"/>
              <a:gd name="connsiteX1813" fmla="*/ 501508 w 2671650"/>
              <a:gd name="connsiteY1813" fmla="*/ 131159 h 601039"/>
              <a:gd name="connsiteX1814" fmla="*/ 501982 w 2671650"/>
              <a:gd name="connsiteY1814" fmla="*/ 129501 h 601039"/>
              <a:gd name="connsiteX1815" fmla="*/ 501419 w 2671650"/>
              <a:gd name="connsiteY1815" fmla="*/ 127517 h 601039"/>
              <a:gd name="connsiteX1816" fmla="*/ 504055 w 2671650"/>
              <a:gd name="connsiteY1816" fmla="*/ 127132 h 601039"/>
              <a:gd name="connsiteX1817" fmla="*/ 508408 w 2671650"/>
              <a:gd name="connsiteY1817" fmla="*/ 125829 h 601039"/>
              <a:gd name="connsiteX1818" fmla="*/ 508763 w 2671650"/>
              <a:gd name="connsiteY1818" fmla="*/ 124200 h 601039"/>
              <a:gd name="connsiteX1819" fmla="*/ 510037 w 2671650"/>
              <a:gd name="connsiteY1819" fmla="*/ 123016 h 601039"/>
              <a:gd name="connsiteX1820" fmla="*/ 512465 w 2671650"/>
              <a:gd name="connsiteY1820" fmla="*/ 122779 h 601039"/>
              <a:gd name="connsiteX1821" fmla="*/ 514597 w 2671650"/>
              <a:gd name="connsiteY1821" fmla="*/ 121831 h 601039"/>
              <a:gd name="connsiteX1822" fmla="*/ 514390 w 2671650"/>
              <a:gd name="connsiteY1822" fmla="*/ 119551 h 601039"/>
              <a:gd name="connsiteX1823" fmla="*/ 513620 w 2671650"/>
              <a:gd name="connsiteY1823" fmla="*/ 118988 h 601039"/>
              <a:gd name="connsiteX1824" fmla="*/ 512909 w 2671650"/>
              <a:gd name="connsiteY1824" fmla="*/ 118366 h 601039"/>
              <a:gd name="connsiteX1825" fmla="*/ 510511 w 2671650"/>
              <a:gd name="connsiteY1825" fmla="*/ 118988 h 601039"/>
              <a:gd name="connsiteX1826" fmla="*/ 507905 w 2671650"/>
              <a:gd name="connsiteY1826" fmla="*/ 119255 h 601039"/>
              <a:gd name="connsiteX1827" fmla="*/ 507905 w 2671650"/>
              <a:gd name="connsiteY1827" fmla="*/ 117567 h 601039"/>
              <a:gd name="connsiteX1828" fmla="*/ 506217 w 2671650"/>
              <a:gd name="connsiteY1828" fmla="*/ 117567 h 601039"/>
              <a:gd name="connsiteX1829" fmla="*/ 505328 w 2671650"/>
              <a:gd name="connsiteY1829" fmla="*/ 119373 h 601039"/>
              <a:gd name="connsiteX1830" fmla="*/ 503581 w 2671650"/>
              <a:gd name="connsiteY1830" fmla="*/ 120113 h 601039"/>
              <a:gd name="connsiteX1831" fmla="*/ 502011 w 2671650"/>
              <a:gd name="connsiteY1831" fmla="*/ 121564 h 601039"/>
              <a:gd name="connsiteX1832" fmla="*/ 503107 w 2671650"/>
              <a:gd name="connsiteY1832" fmla="*/ 122009 h 601039"/>
              <a:gd name="connsiteX1833" fmla="*/ 504558 w 2671650"/>
              <a:gd name="connsiteY1833" fmla="*/ 122719 h 601039"/>
              <a:gd name="connsiteX1834" fmla="*/ 503611 w 2671650"/>
              <a:gd name="connsiteY1834" fmla="*/ 124852 h 601039"/>
              <a:gd name="connsiteX1835" fmla="*/ 501330 w 2671650"/>
              <a:gd name="connsiteY1835" fmla="*/ 124703 h 601039"/>
              <a:gd name="connsiteX1836" fmla="*/ 501478 w 2671650"/>
              <a:gd name="connsiteY1836" fmla="*/ 123608 h 601039"/>
              <a:gd name="connsiteX1837" fmla="*/ 500294 w 2671650"/>
              <a:gd name="connsiteY1837" fmla="*/ 122186 h 601039"/>
              <a:gd name="connsiteX1838" fmla="*/ 500560 w 2671650"/>
              <a:gd name="connsiteY1838" fmla="*/ 121298 h 601039"/>
              <a:gd name="connsiteX1839" fmla="*/ 502841 w 2671650"/>
              <a:gd name="connsiteY1839" fmla="*/ 118337 h 601039"/>
              <a:gd name="connsiteX1840" fmla="*/ 503374 w 2671650"/>
              <a:gd name="connsiteY1840" fmla="*/ 117359 h 601039"/>
              <a:gd name="connsiteX1841" fmla="*/ 504292 w 2671650"/>
              <a:gd name="connsiteY1841" fmla="*/ 115790 h 601039"/>
              <a:gd name="connsiteX1842" fmla="*/ 503107 w 2671650"/>
              <a:gd name="connsiteY1842" fmla="*/ 115405 h 601039"/>
              <a:gd name="connsiteX1843" fmla="*/ 501538 w 2671650"/>
              <a:gd name="connsiteY1843" fmla="*/ 115967 h 601039"/>
              <a:gd name="connsiteX1844" fmla="*/ 500916 w 2671650"/>
              <a:gd name="connsiteY1844" fmla="*/ 116885 h 601039"/>
              <a:gd name="connsiteX1845" fmla="*/ 498606 w 2671650"/>
              <a:gd name="connsiteY1845" fmla="*/ 119077 h 601039"/>
              <a:gd name="connsiteX1846" fmla="*/ 497214 w 2671650"/>
              <a:gd name="connsiteY1846" fmla="*/ 120883 h 601039"/>
              <a:gd name="connsiteX1847" fmla="*/ 494726 w 2671650"/>
              <a:gd name="connsiteY1847" fmla="*/ 123045 h 601039"/>
              <a:gd name="connsiteX1848" fmla="*/ 494134 w 2671650"/>
              <a:gd name="connsiteY1848" fmla="*/ 124763 h 601039"/>
              <a:gd name="connsiteX1849" fmla="*/ 495023 w 2671650"/>
              <a:gd name="connsiteY1849" fmla="*/ 125059 h 601039"/>
              <a:gd name="connsiteX1850" fmla="*/ 496029 w 2671650"/>
              <a:gd name="connsiteY1850" fmla="*/ 124911 h 601039"/>
              <a:gd name="connsiteX1851" fmla="*/ 497392 w 2671650"/>
              <a:gd name="connsiteY1851" fmla="*/ 124318 h 601039"/>
              <a:gd name="connsiteX1852" fmla="*/ 497214 w 2671650"/>
              <a:gd name="connsiteY1852" fmla="*/ 125503 h 601039"/>
              <a:gd name="connsiteX1853" fmla="*/ 496651 w 2671650"/>
              <a:gd name="connsiteY1853" fmla="*/ 126540 h 601039"/>
              <a:gd name="connsiteX1854" fmla="*/ 497836 w 2671650"/>
              <a:gd name="connsiteY1854" fmla="*/ 127102 h 601039"/>
              <a:gd name="connsiteX1855" fmla="*/ 498695 w 2671650"/>
              <a:gd name="connsiteY1855" fmla="*/ 128198 h 601039"/>
              <a:gd name="connsiteX1856" fmla="*/ 498043 w 2671650"/>
              <a:gd name="connsiteY1856" fmla="*/ 128613 h 601039"/>
              <a:gd name="connsiteX1857" fmla="*/ 496918 w 2671650"/>
              <a:gd name="connsiteY1857" fmla="*/ 128316 h 601039"/>
              <a:gd name="connsiteX1858" fmla="*/ 495763 w 2671650"/>
              <a:gd name="connsiteY1858" fmla="*/ 127694 h 601039"/>
              <a:gd name="connsiteX1859" fmla="*/ 493927 w 2671650"/>
              <a:gd name="connsiteY1859" fmla="*/ 126332 h 601039"/>
              <a:gd name="connsiteX1860" fmla="*/ 492890 w 2671650"/>
              <a:gd name="connsiteY1860" fmla="*/ 125385 h 601039"/>
              <a:gd name="connsiteX1861" fmla="*/ 491469 w 2671650"/>
              <a:gd name="connsiteY1861" fmla="*/ 124467 h 601039"/>
              <a:gd name="connsiteX1862" fmla="*/ 491469 w 2671650"/>
              <a:gd name="connsiteY1862" fmla="*/ 123312 h 601039"/>
              <a:gd name="connsiteX1863" fmla="*/ 493098 w 2671650"/>
              <a:gd name="connsiteY1863" fmla="*/ 122571 h 601039"/>
              <a:gd name="connsiteX1864" fmla="*/ 494164 w 2671650"/>
              <a:gd name="connsiteY1864" fmla="*/ 121624 h 601039"/>
              <a:gd name="connsiteX1865" fmla="*/ 495319 w 2671650"/>
              <a:gd name="connsiteY1865" fmla="*/ 120025 h 601039"/>
              <a:gd name="connsiteX1866" fmla="*/ 497332 w 2671650"/>
              <a:gd name="connsiteY1866" fmla="*/ 117922 h 601039"/>
              <a:gd name="connsiteX1867" fmla="*/ 498458 w 2671650"/>
              <a:gd name="connsiteY1867" fmla="*/ 116974 h 601039"/>
              <a:gd name="connsiteX1868" fmla="*/ 499376 w 2671650"/>
              <a:gd name="connsiteY1868" fmla="*/ 116234 h 601039"/>
              <a:gd name="connsiteX1869" fmla="*/ 500116 w 2671650"/>
              <a:gd name="connsiteY1869" fmla="*/ 115494 h 601039"/>
              <a:gd name="connsiteX1870" fmla="*/ 501301 w 2671650"/>
              <a:gd name="connsiteY1870" fmla="*/ 114220 h 601039"/>
              <a:gd name="connsiteX1871" fmla="*/ 502160 w 2671650"/>
              <a:gd name="connsiteY1871" fmla="*/ 113095 h 601039"/>
              <a:gd name="connsiteX1872" fmla="*/ 502367 w 2671650"/>
              <a:gd name="connsiteY1872" fmla="*/ 112207 h 601039"/>
              <a:gd name="connsiteX1873" fmla="*/ 501686 w 2671650"/>
              <a:gd name="connsiteY1873" fmla="*/ 112029 h 601039"/>
              <a:gd name="connsiteX1874" fmla="*/ 500886 w 2671650"/>
              <a:gd name="connsiteY1874" fmla="*/ 111200 h 601039"/>
              <a:gd name="connsiteX1875" fmla="*/ 108239 w 2671650"/>
              <a:gd name="connsiteY1875" fmla="*/ 109364 h 601039"/>
              <a:gd name="connsiteX1876" fmla="*/ 107350 w 2671650"/>
              <a:gd name="connsiteY1876" fmla="*/ 109986 h 601039"/>
              <a:gd name="connsiteX1877" fmla="*/ 105959 w 2671650"/>
              <a:gd name="connsiteY1877" fmla="*/ 110370 h 601039"/>
              <a:gd name="connsiteX1878" fmla="*/ 105011 w 2671650"/>
              <a:gd name="connsiteY1878" fmla="*/ 111881 h 601039"/>
              <a:gd name="connsiteX1879" fmla="*/ 103886 w 2671650"/>
              <a:gd name="connsiteY1879" fmla="*/ 112680 h 601039"/>
              <a:gd name="connsiteX1880" fmla="*/ 103116 w 2671650"/>
              <a:gd name="connsiteY1880" fmla="*/ 114013 h 601039"/>
              <a:gd name="connsiteX1881" fmla="*/ 101635 w 2671650"/>
              <a:gd name="connsiteY1881" fmla="*/ 115079 h 601039"/>
              <a:gd name="connsiteX1882" fmla="*/ 101280 w 2671650"/>
              <a:gd name="connsiteY1882" fmla="*/ 116619 h 601039"/>
              <a:gd name="connsiteX1883" fmla="*/ 102938 w 2671650"/>
              <a:gd name="connsiteY1883" fmla="*/ 118277 h 601039"/>
              <a:gd name="connsiteX1884" fmla="*/ 104952 w 2671650"/>
              <a:gd name="connsiteY1884" fmla="*/ 121239 h 601039"/>
              <a:gd name="connsiteX1885" fmla="*/ 106195 w 2671650"/>
              <a:gd name="connsiteY1885" fmla="*/ 123075 h 601039"/>
              <a:gd name="connsiteX1886" fmla="*/ 108624 w 2671650"/>
              <a:gd name="connsiteY1886" fmla="*/ 125622 h 601039"/>
              <a:gd name="connsiteX1887" fmla="*/ 109956 w 2671650"/>
              <a:gd name="connsiteY1887" fmla="*/ 127487 h 601039"/>
              <a:gd name="connsiteX1888" fmla="*/ 111230 w 2671650"/>
              <a:gd name="connsiteY1888" fmla="*/ 129382 h 601039"/>
              <a:gd name="connsiteX1889" fmla="*/ 111792 w 2671650"/>
              <a:gd name="connsiteY1889" fmla="*/ 130745 h 601039"/>
              <a:gd name="connsiteX1890" fmla="*/ 114458 w 2671650"/>
              <a:gd name="connsiteY1890" fmla="*/ 134180 h 601039"/>
              <a:gd name="connsiteX1891" fmla="*/ 116590 w 2671650"/>
              <a:gd name="connsiteY1891" fmla="*/ 135809 h 601039"/>
              <a:gd name="connsiteX1892" fmla="*/ 118011 w 2671650"/>
              <a:gd name="connsiteY1892" fmla="*/ 136815 h 601039"/>
              <a:gd name="connsiteX1893" fmla="*/ 119403 w 2671650"/>
              <a:gd name="connsiteY1893" fmla="*/ 137970 h 601039"/>
              <a:gd name="connsiteX1894" fmla="*/ 121920 w 2671650"/>
              <a:gd name="connsiteY1894" fmla="*/ 139481 h 601039"/>
              <a:gd name="connsiteX1895" fmla="*/ 123786 w 2671650"/>
              <a:gd name="connsiteY1895" fmla="*/ 141021 h 601039"/>
              <a:gd name="connsiteX1896" fmla="*/ 126185 w 2671650"/>
              <a:gd name="connsiteY1896" fmla="*/ 141465 h 601039"/>
              <a:gd name="connsiteX1897" fmla="*/ 127695 w 2671650"/>
              <a:gd name="connsiteY1897" fmla="*/ 140991 h 601039"/>
              <a:gd name="connsiteX1898" fmla="*/ 129709 w 2671650"/>
              <a:gd name="connsiteY1898" fmla="*/ 139066 h 601039"/>
              <a:gd name="connsiteX1899" fmla="*/ 131367 w 2671650"/>
              <a:gd name="connsiteY1899" fmla="*/ 138059 h 601039"/>
              <a:gd name="connsiteX1900" fmla="*/ 132937 w 2671650"/>
              <a:gd name="connsiteY1900" fmla="*/ 136460 h 601039"/>
              <a:gd name="connsiteX1901" fmla="*/ 134625 w 2671650"/>
              <a:gd name="connsiteY1901" fmla="*/ 134950 h 601039"/>
              <a:gd name="connsiteX1902" fmla="*/ 136076 w 2671650"/>
              <a:gd name="connsiteY1902" fmla="*/ 134328 h 601039"/>
              <a:gd name="connsiteX1903" fmla="*/ 137142 w 2671650"/>
              <a:gd name="connsiteY1903" fmla="*/ 132462 h 601039"/>
              <a:gd name="connsiteX1904" fmla="*/ 138356 w 2671650"/>
              <a:gd name="connsiteY1904" fmla="*/ 130685 h 601039"/>
              <a:gd name="connsiteX1905" fmla="*/ 137556 w 2671650"/>
              <a:gd name="connsiteY1905" fmla="*/ 128820 h 601039"/>
              <a:gd name="connsiteX1906" fmla="*/ 136164 w 2671650"/>
              <a:gd name="connsiteY1906" fmla="*/ 126184 h 601039"/>
              <a:gd name="connsiteX1907" fmla="*/ 133558 w 2671650"/>
              <a:gd name="connsiteY1907" fmla="*/ 125266 h 601039"/>
              <a:gd name="connsiteX1908" fmla="*/ 132078 w 2671650"/>
              <a:gd name="connsiteY1908" fmla="*/ 126540 h 601039"/>
              <a:gd name="connsiteX1909" fmla="*/ 130864 w 2671650"/>
              <a:gd name="connsiteY1909" fmla="*/ 127132 h 601039"/>
              <a:gd name="connsiteX1910" fmla="*/ 129768 w 2671650"/>
              <a:gd name="connsiteY1910" fmla="*/ 127872 h 601039"/>
              <a:gd name="connsiteX1911" fmla="*/ 128376 w 2671650"/>
              <a:gd name="connsiteY1911" fmla="*/ 129027 h 601039"/>
              <a:gd name="connsiteX1912" fmla="*/ 125829 w 2671650"/>
              <a:gd name="connsiteY1912" fmla="*/ 130123 h 601039"/>
              <a:gd name="connsiteX1913" fmla="*/ 123016 w 2671650"/>
              <a:gd name="connsiteY1913" fmla="*/ 128731 h 601039"/>
              <a:gd name="connsiteX1914" fmla="*/ 121654 w 2671650"/>
              <a:gd name="connsiteY1914" fmla="*/ 127606 h 601039"/>
              <a:gd name="connsiteX1915" fmla="*/ 119758 w 2671650"/>
              <a:gd name="connsiteY1915" fmla="*/ 124289 h 601039"/>
              <a:gd name="connsiteX1916" fmla="*/ 120854 w 2671650"/>
              <a:gd name="connsiteY1916" fmla="*/ 120795 h 601039"/>
              <a:gd name="connsiteX1917" fmla="*/ 121417 w 2671650"/>
              <a:gd name="connsiteY1917" fmla="*/ 118514 h 601039"/>
              <a:gd name="connsiteX1918" fmla="*/ 121654 w 2671650"/>
              <a:gd name="connsiteY1918" fmla="*/ 116708 h 601039"/>
              <a:gd name="connsiteX1919" fmla="*/ 122513 w 2671650"/>
              <a:gd name="connsiteY1919" fmla="*/ 115138 h 601039"/>
              <a:gd name="connsiteX1920" fmla="*/ 122513 w 2671650"/>
              <a:gd name="connsiteY1920" fmla="*/ 113865 h 601039"/>
              <a:gd name="connsiteX1921" fmla="*/ 120973 w 2671650"/>
              <a:gd name="connsiteY1921" fmla="*/ 112828 h 601039"/>
              <a:gd name="connsiteX1922" fmla="*/ 118159 w 2671650"/>
              <a:gd name="connsiteY1922" fmla="*/ 112088 h 601039"/>
              <a:gd name="connsiteX1923" fmla="*/ 115820 w 2671650"/>
              <a:gd name="connsiteY1923" fmla="*/ 113302 h 601039"/>
              <a:gd name="connsiteX1924" fmla="*/ 115435 w 2671650"/>
              <a:gd name="connsiteY1924" fmla="*/ 115020 h 601039"/>
              <a:gd name="connsiteX1925" fmla="*/ 113984 w 2671650"/>
              <a:gd name="connsiteY1925" fmla="*/ 115760 h 601039"/>
              <a:gd name="connsiteX1926" fmla="*/ 112947 w 2671650"/>
              <a:gd name="connsiteY1926" fmla="*/ 114309 h 601039"/>
              <a:gd name="connsiteX1927" fmla="*/ 111704 w 2671650"/>
              <a:gd name="connsiteY1927" fmla="*/ 110607 h 601039"/>
              <a:gd name="connsiteX1928" fmla="*/ 109453 w 2671650"/>
              <a:gd name="connsiteY1928" fmla="*/ 109364 h 601039"/>
              <a:gd name="connsiteX1929" fmla="*/ 108239 w 2671650"/>
              <a:gd name="connsiteY1929" fmla="*/ 109364 h 601039"/>
              <a:gd name="connsiteX1930" fmla="*/ 367269 w 2671650"/>
              <a:gd name="connsiteY1930" fmla="*/ 97104 h 601039"/>
              <a:gd name="connsiteX1931" fmla="*/ 364989 w 2671650"/>
              <a:gd name="connsiteY1931" fmla="*/ 110371 h 601039"/>
              <a:gd name="connsiteX1932" fmla="*/ 358030 w 2671650"/>
              <a:gd name="connsiteY1932" fmla="*/ 117627 h 601039"/>
              <a:gd name="connsiteX1933" fmla="*/ 355335 w 2671650"/>
              <a:gd name="connsiteY1933" fmla="*/ 122069 h 601039"/>
              <a:gd name="connsiteX1934" fmla="*/ 320331 w 2671650"/>
              <a:gd name="connsiteY1934" fmla="*/ 146263 h 601039"/>
              <a:gd name="connsiteX1935" fmla="*/ 330696 w 2671650"/>
              <a:gd name="connsiteY1935" fmla="*/ 146944 h 601039"/>
              <a:gd name="connsiteX1936" fmla="*/ 330815 w 2671650"/>
              <a:gd name="connsiteY1936" fmla="*/ 146855 h 601039"/>
              <a:gd name="connsiteX1937" fmla="*/ 342156 w 2671650"/>
              <a:gd name="connsiteY1937" fmla="*/ 155029 h 601039"/>
              <a:gd name="connsiteX1938" fmla="*/ 328771 w 2671650"/>
              <a:gd name="connsiteY1938" fmla="*/ 155266 h 601039"/>
              <a:gd name="connsiteX1939" fmla="*/ 319295 w 2671650"/>
              <a:gd name="connsiteY1939" fmla="*/ 146648 h 601039"/>
              <a:gd name="connsiteX1940" fmla="*/ 311863 w 2671650"/>
              <a:gd name="connsiteY1940" fmla="*/ 149377 h 601039"/>
              <a:gd name="connsiteX1941" fmla="*/ 313453 w 2671650"/>
              <a:gd name="connsiteY1941" fmla="*/ 157534 h 601039"/>
              <a:gd name="connsiteX1942" fmla="*/ 316067 w 2671650"/>
              <a:gd name="connsiteY1942" fmla="*/ 171019 h 601039"/>
              <a:gd name="connsiteX1943" fmla="*/ 407573 w 2671650"/>
              <a:gd name="connsiteY1943" fmla="*/ 157219 h 601039"/>
              <a:gd name="connsiteX1944" fmla="*/ 410742 w 2671650"/>
              <a:gd name="connsiteY1944" fmla="*/ 156153 h 601039"/>
              <a:gd name="connsiteX1945" fmla="*/ 410742 w 2671650"/>
              <a:gd name="connsiteY1945" fmla="*/ 159470 h 601039"/>
              <a:gd name="connsiteX1946" fmla="*/ 401680 w 2671650"/>
              <a:gd name="connsiteY1946" fmla="*/ 185145 h 601039"/>
              <a:gd name="connsiteX1947" fmla="*/ 379173 w 2671650"/>
              <a:gd name="connsiteY1947" fmla="*/ 199804 h 601039"/>
              <a:gd name="connsiteX1948" fmla="*/ 369786 w 2671650"/>
              <a:gd name="connsiteY1948" fmla="*/ 217216 h 601039"/>
              <a:gd name="connsiteX1949" fmla="*/ 365463 w 2671650"/>
              <a:gd name="connsiteY1949" fmla="*/ 220178 h 601039"/>
              <a:gd name="connsiteX1950" fmla="*/ 408698 w 2671650"/>
              <a:gd name="connsiteY1950" fmla="*/ 213574 h 601039"/>
              <a:gd name="connsiteX1951" fmla="*/ 412104 w 2671650"/>
              <a:gd name="connsiteY1951" fmla="*/ 212922 h 601039"/>
              <a:gd name="connsiteX1952" fmla="*/ 411926 w 2671650"/>
              <a:gd name="connsiteY1952" fmla="*/ 212922 h 601039"/>
              <a:gd name="connsiteX1953" fmla="*/ 421195 w 2671650"/>
              <a:gd name="connsiteY1953" fmla="*/ 210998 h 601039"/>
              <a:gd name="connsiteX1954" fmla="*/ 406833 w 2671650"/>
              <a:gd name="connsiteY1954" fmla="*/ 232142 h 601039"/>
              <a:gd name="connsiteX1955" fmla="*/ 373014 w 2671650"/>
              <a:gd name="connsiteY1955" fmla="*/ 259061 h 601039"/>
              <a:gd name="connsiteX1956" fmla="*/ 336737 w 2671650"/>
              <a:gd name="connsiteY1956" fmla="*/ 270639 h 601039"/>
              <a:gd name="connsiteX1957" fmla="*/ 330814 w 2671650"/>
              <a:gd name="connsiteY1957" fmla="*/ 271024 h 601039"/>
              <a:gd name="connsiteX1958" fmla="*/ 319768 w 2671650"/>
              <a:gd name="connsiteY1958" fmla="*/ 270225 h 601039"/>
              <a:gd name="connsiteX1959" fmla="*/ 316274 w 2671650"/>
              <a:gd name="connsiteY1959" fmla="*/ 269721 h 601039"/>
              <a:gd name="connsiteX1960" fmla="*/ 323056 w 2671650"/>
              <a:gd name="connsiteY1960" fmla="*/ 298062 h 601039"/>
              <a:gd name="connsiteX1961" fmla="*/ 300461 w 2671650"/>
              <a:gd name="connsiteY1961" fmla="*/ 299513 h 601039"/>
              <a:gd name="connsiteX1962" fmla="*/ 277836 w 2671650"/>
              <a:gd name="connsiteY1962" fmla="*/ 298062 h 601039"/>
              <a:gd name="connsiteX1963" fmla="*/ 284617 w 2671650"/>
              <a:gd name="connsiteY1963" fmla="*/ 269721 h 601039"/>
              <a:gd name="connsiteX1964" fmla="*/ 281123 w 2671650"/>
              <a:gd name="connsiteY1964" fmla="*/ 270225 h 601039"/>
              <a:gd name="connsiteX1965" fmla="*/ 270077 w 2671650"/>
              <a:gd name="connsiteY1965" fmla="*/ 271024 h 601039"/>
              <a:gd name="connsiteX1966" fmla="*/ 264154 w 2671650"/>
              <a:gd name="connsiteY1966" fmla="*/ 270639 h 601039"/>
              <a:gd name="connsiteX1967" fmla="*/ 227848 w 2671650"/>
              <a:gd name="connsiteY1967" fmla="*/ 259061 h 601039"/>
              <a:gd name="connsiteX1968" fmla="*/ 194029 w 2671650"/>
              <a:gd name="connsiteY1968" fmla="*/ 232142 h 601039"/>
              <a:gd name="connsiteX1969" fmla="*/ 179666 w 2671650"/>
              <a:gd name="connsiteY1969" fmla="*/ 210998 h 601039"/>
              <a:gd name="connsiteX1970" fmla="*/ 188935 w 2671650"/>
              <a:gd name="connsiteY1970" fmla="*/ 212922 h 601039"/>
              <a:gd name="connsiteX1971" fmla="*/ 192371 w 2671650"/>
              <a:gd name="connsiteY1971" fmla="*/ 213574 h 601039"/>
              <a:gd name="connsiteX1972" fmla="*/ 235577 w 2671650"/>
              <a:gd name="connsiteY1972" fmla="*/ 220148 h 601039"/>
              <a:gd name="connsiteX1973" fmla="*/ 231253 w 2671650"/>
              <a:gd name="connsiteY1973" fmla="*/ 217335 h 601039"/>
              <a:gd name="connsiteX1974" fmla="*/ 221866 w 2671650"/>
              <a:gd name="connsiteY1974" fmla="*/ 199922 h 601039"/>
              <a:gd name="connsiteX1975" fmla="*/ 199359 w 2671650"/>
              <a:gd name="connsiteY1975" fmla="*/ 185263 h 601039"/>
              <a:gd name="connsiteX1976" fmla="*/ 190298 w 2671650"/>
              <a:gd name="connsiteY1976" fmla="*/ 159588 h 601039"/>
              <a:gd name="connsiteX1977" fmla="*/ 190298 w 2671650"/>
              <a:gd name="connsiteY1977" fmla="*/ 156272 h 601039"/>
              <a:gd name="connsiteX1978" fmla="*/ 193437 w 2671650"/>
              <a:gd name="connsiteY1978" fmla="*/ 157338 h 601039"/>
              <a:gd name="connsiteX1979" fmla="*/ 285091 w 2671650"/>
              <a:gd name="connsiteY1979" fmla="*/ 171019 h 601039"/>
              <a:gd name="connsiteX1980" fmla="*/ 289740 w 2671650"/>
              <a:gd name="connsiteY1980" fmla="*/ 147091 h 601039"/>
              <a:gd name="connsiteX1981" fmla="*/ 289740 w 2671650"/>
              <a:gd name="connsiteY1981" fmla="*/ 146706 h 601039"/>
              <a:gd name="connsiteX1982" fmla="*/ 300372 w 2671650"/>
              <a:gd name="connsiteY1982" fmla="*/ 134446 h 601039"/>
              <a:gd name="connsiteX1983" fmla="*/ 300757 w 2671650"/>
              <a:gd name="connsiteY1983" fmla="*/ 134446 h 601039"/>
              <a:gd name="connsiteX1984" fmla="*/ 308963 w 2671650"/>
              <a:gd name="connsiteY1984" fmla="*/ 139466 h 601039"/>
              <a:gd name="connsiteX1985" fmla="*/ 311088 w 2671650"/>
              <a:gd name="connsiteY1985" fmla="*/ 145733 h 601039"/>
              <a:gd name="connsiteX1986" fmla="*/ 318229 w 2671650"/>
              <a:gd name="connsiteY1986" fmla="*/ 143124 h 601039"/>
              <a:gd name="connsiteX1987" fmla="*/ 315267 w 2671650"/>
              <a:gd name="connsiteY1987" fmla="*/ 130449 h 601039"/>
              <a:gd name="connsiteX1988" fmla="*/ 322286 w 2671650"/>
              <a:gd name="connsiteY1988" fmla="*/ 118278 h 601039"/>
              <a:gd name="connsiteX1989" fmla="*/ 324566 w 2671650"/>
              <a:gd name="connsiteY1989" fmla="*/ 131930 h 601039"/>
              <a:gd name="connsiteX1990" fmla="*/ 318406 w 2671650"/>
              <a:gd name="connsiteY1990" fmla="*/ 143005 h 601039"/>
              <a:gd name="connsiteX1991" fmla="*/ 332762 w 2671650"/>
              <a:gd name="connsiteY1991" fmla="*/ 134545 h 601039"/>
              <a:gd name="connsiteX1992" fmla="*/ 330044 w 2671650"/>
              <a:gd name="connsiteY1992" fmla="*/ 122779 h 601039"/>
              <a:gd name="connsiteX1993" fmla="*/ 336470 w 2671650"/>
              <a:gd name="connsiteY1993" fmla="*/ 110311 h 601039"/>
              <a:gd name="connsiteX1994" fmla="*/ 338839 w 2671650"/>
              <a:gd name="connsiteY1994" fmla="*/ 124111 h 601039"/>
              <a:gd name="connsiteX1995" fmla="*/ 338928 w 2671650"/>
              <a:gd name="connsiteY1995" fmla="*/ 124111 h 601039"/>
              <a:gd name="connsiteX1996" fmla="*/ 336022 w 2671650"/>
              <a:gd name="connsiteY1996" fmla="*/ 132033 h 601039"/>
              <a:gd name="connsiteX1997" fmla="*/ 335027 w 2671650"/>
              <a:gd name="connsiteY1997" fmla="*/ 133210 h 601039"/>
              <a:gd name="connsiteX1998" fmla="*/ 346095 w 2671650"/>
              <a:gd name="connsiteY1998" fmla="*/ 126688 h 601039"/>
              <a:gd name="connsiteX1999" fmla="*/ 343311 w 2671650"/>
              <a:gd name="connsiteY1999" fmla="*/ 114369 h 601039"/>
              <a:gd name="connsiteX2000" fmla="*/ 349234 w 2671650"/>
              <a:gd name="connsiteY2000" fmla="*/ 102524 h 601039"/>
              <a:gd name="connsiteX2001" fmla="*/ 351396 w 2671650"/>
              <a:gd name="connsiteY2001" fmla="*/ 115761 h 601039"/>
              <a:gd name="connsiteX2002" fmla="*/ 346184 w 2671650"/>
              <a:gd name="connsiteY2002" fmla="*/ 126659 h 601039"/>
              <a:gd name="connsiteX2003" fmla="*/ 354772 w 2671650"/>
              <a:gd name="connsiteY2003" fmla="*/ 118781 h 601039"/>
              <a:gd name="connsiteX2004" fmla="*/ 356697 w 2671650"/>
              <a:gd name="connsiteY2004" fmla="*/ 116472 h 601039"/>
              <a:gd name="connsiteX2005" fmla="*/ 358385 w 2671650"/>
              <a:gd name="connsiteY2005" fmla="*/ 105840 h 601039"/>
              <a:gd name="connsiteX2006" fmla="*/ 367269 w 2671650"/>
              <a:gd name="connsiteY2006" fmla="*/ 97104 h 601039"/>
              <a:gd name="connsiteX2007" fmla="*/ 176705 w 2671650"/>
              <a:gd name="connsiteY2007" fmla="*/ 95564 h 601039"/>
              <a:gd name="connsiteX2008" fmla="*/ 174929 w 2671650"/>
              <a:gd name="connsiteY2008" fmla="*/ 96659 h 601039"/>
              <a:gd name="connsiteX2009" fmla="*/ 173596 w 2671650"/>
              <a:gd name="connsiteY2009" fmla="*/ 97992 h 601039"/>
              <a:gd name="connsiteX2010" fmla="*/ 171049 w 2671650"/>
              <a:gd name="connsiteY2010" fmla="*/ 97044 h 601039"/>
              <a:gd name="connsiteX2011" fmla="*/ 170250 w 2671650"/>
              <a:gd name="connsiteY2011" fmla="*/ 98377 h 601039"/>
              <a:gd name="connsiteX2012" fmla="*/ 170250 w 2671650"/>
              <a:gd name="connsiteY2012" fmla="*/ 102049 h 601039"/>
              <a:gd name="connsiteX2013" fmla="*/ 170250 w 2671650"/>
              <a:gd name="connsiteY2013" fmla="*/ 103619 h 601039"/>
              <a:gd name="connsiteX2014" fmla="*/ 171168 w 2671650"/>
              <a:gd name="connsiteY2014" fmla="*/ 104477 h 601039"/>
              <a:gd name="connsiteX2015" fmla="*/ 171731 w 2671650"/>
              <a:gd name="connsiteY2015" fmla="*/ 105869 h 601039"/>
              <a:gd name="connsiteX2016" fmla="*/ 174692 w 2671650"/>
              <a:gd name="connsiteY2016" fmla="*/ 106343 h 601039"/>
              <a:gd name="connsiteX2017" fmla="*/ 175995 w 2671650"/>
              <a:gd name="connsiteY2017" fmla="*/ 104566 h 601039"/>
              <a:gd name="connsiteX2018" fmla="*/ 177239 w 2671650"/>
              <a:gd name="connsiteY2018" fmla="*/ 103678 h 601039"/>
              <a:gd name="connsiteX2019" fmla="*/ 177920 w 2671650"/>
              <a:gd name="connsiteY2019" fmla="*/ 102197 h 601039"/>
              <a:gd name="connsiteX2020" fmla="*/ 177920 w 2671650"/>
              <a:gd name="connsiteY2020" fmla="*/ 102079 h 601039"/>
              <a:gd name="connsiteX2021" fmla="*/ 177772 w 2671650"/>
              <a:gd name="connsiteY2021" fmla="*/ 100331 h 601039"/>
              <a:gd name="connsiteX2022" fmla="*/ 178216 w 2671650"/>
              <a:gd name="connsiteY2022" fmla="*/ 99265 h 601039"/>
              <a:gd name="connsiteX2023" fmla="*/ 178482 w 2671650"/>
              <a:gd name="connsiteY2023" fmla="*/ 97933 h 601039"/>
              <a:gd name="connsiteX2024" fmla="*/ 177979 w 2671650"/>
              <a:gd name="connsiteY2024" fmla="*/ 96689 h 601039"/>
              <a:gd name="connsiteX2025" fmla="*/ 177505 w 2671650"/>
              <a:gd name="connsiteY2025" fmla="*/ 95564 h 601039"/>
              <a:gd name="connsiteX2026" fmla="*/ 176705 w 2671650"/>
              <a:gd name="connsiteY2026" fmla="*/ 95564 h 601039"/>
              <a:gd name="connsiteX2027" fmla="*/ 1217989 w 2671650"/>
              <a:gd name="connsiteY2027" fmla="*/ 92910 h 601039"/>
              <a:gd name="connsiteX2028" fmla="*/ 1225836 w 2671650"/>
              <a:gd name="connsiteY2028" fmla="*/ 93735 h 601039"/>
              <a:gd name="connsiteX2029" fmla="*/ 1235541 w 2671650"/>
              <a:gd name="connsiteY2029" fmla="*/ 93735 h 601039"/>
              <a:gd name="connsiteX2030" fmla="*/ 1240599 w 2671650"/>
              <a:gd name="connsiteY2030" fmla="*/ 97762 h 601039"/>
              <a:gd name="connsiteX2031" fmla="*/ 1249686 w 2671650"/>
              <a:gd name="connsiteY2031" fmla="*/ 100549 h 601039"/>
              <a:gd name="connsiteX2032" fmla="*/ 1252679 w 2671650"/>
              <a:gd name="connsiteY2032" fmla="*/ 110873 h 601039"/>
              <a:gd name="connsiteX2033" fmla="*/ 1259700 w 2671650"/>
              <a:gd name="connsiteY2033" fmla="*/ 126360 h 601039"/>
              <a:gd name="connsiteX2034" fmla="*/ 1251027 w 2671650"/>
              <a:gd name="connsiteY2034" fmla="*/ 142260 h 601039"/>
              <a:gd name="connsiteX2035" fmla="*/ 1252679 w 2671650"/>
              <a:gd name="connsiteY2035" fmla="*/ 147525 h 601039"/>
              <a:gd name="connsiteX2036" fmla="*/ 1283652 w 2671650"/>
              <a:gd name="connsiteY2036" fmla="*/ 140298 h 601039"/>
              <a:gd name="connsiteX2037" fmla="*/ 1301307 w 2671650"/>
              <a:gd name="connsiteY2037" fmla="*/ 136272 h 601039"/>
              <a:gd name="connsiteX2038" fmla="*/ 1308843 w 2671650"/>
              <a:gd name="connsiteY2038" fmla="*/ 139472 h 601039"/>
              <a:gd name="connsiteX2039" fmla="*/ 1316690 w 2671650"/>
              <a:gd name="connsiteY2039" fmla="*/ 142053 h 601039"/>
              <a:gd name="connsiteX2040" fmla="*/ 1326084 w 2671650"/>
              <a:gd name="connsiteY2040" fmla="*/ 150313 h 601039"/>
              <a:gd name="connsiteX2041" fmla="*/ 1325878 w 2671650"/>
              <a:gd name="connsiteY2041" fmla="*/ 150313 h 601039"/>
              <a:gd name="connsiteX2042" fmla="*/ 1330111 w 2671650"/>
              <a:gd name="connsiteY2042" fmla="*/ 154958 h 601039"/>
              <a:gd name="connsiteX2043" fmla="*/ 1329595 w 2671650"/>
              <a:gd name="connsiteY2043" fmla="*/ 164456 h 601039"/>
              <a:gd name="connsiteX2044" fmla="*/ 1312663 w 2671650"/>
              <a:gd name="connsiteY2044" fmla="*/ 178807 h 601039"/>
              <a:gd name="connsiteX2045" fmla="*/ 1303578 w 2671650"/>
              <a:gd name="connsiteY2045" fmla="*/ 176124 h 601039"/>
              <a:gd name="connsiteX2046" fmla="*/ 1288195 w 2671650"/>
              <a:gd name="connsiteY2046" fmla="*/ 177156 h 601039"/>
              <a:gd name="connsiteX2047" fmla="*/ 1275909 w 2671650"/>
              <a:gd name="connsiteY2047" fmla="*/ 178602 h 601039"/>
              <a:gd name="connsiteX2048" fmla="*/ 1264655 w 2671650"/>
              <a:gd name="connsiteY2048" fmla="*/ 182008 h 601039"/>
              <a:gd name="connsiteX2049" fmla="*/ 1253401 w 2671650"/>
              <a:gd name="connsiteY2049" fmla="*/ 186035 h 601039"/>
              <a:gd name="connsiteX2050" fmla="*/ 1243077 w 2671650"/>
              <a:gd name="connsiteY2050" fmla="*/ 186035 h 601039"/>
              <a:gd name="connsiteX2051" fmla="*/ 1227384 w 2671650"/>
              <a:gd name="connsiteY2051" fmla="*/ 192641 h 601039"/>
              <a:gd name="connsiteX2052" fmla="*/ 1190734 w 2671650"/>
              <a:gd name="connsiteY2052" fmla="*/ 201727 h 601039"/>
              <a:gd name="connsiteX2053" fmla="*/ 1180410 w 2671650"/>
              <a:gd name="connsiteY2053" fmla="*/ 204412 h 601039"/>
              <a:gd name="connsiteX2054" fmla="*/ 1170085 w 2671650"/>
              <a:gd name="connsiteY2054" fmla="*/ 206992 h 601039"/>
              <a:gd name="connsiteX2055" fmla="*/ 1160793 w 2671650"/>
              <a:gd name="connsiteY2055" fmla="*/ 209367 h 601039"/>
              <a:gd name="connsiteX2056" fmla="*/ 1152947 w 2671650"/>
              <a:gd name="connsiteY2056" fmla="*/ 210399 h 601039"/>
              <a:gd name="connsiteX2057" fmla="*/ 1144481 w 2671650"/>
              <a:gd name="connsiteY2057" fmla="*/ 212671 h 601039"/>
              <a:gd name="connsiteX2058" fmla="*/ 1137048 w 2671650"/>
              <a:gd name="connsiteY2058" fmla="*/ 212671 h 601039"/>
              <a:gd name="connsiteX2059" fmla="*/ 1131162 w 2671650"/>
              <a:gd name="connsiteY2059" fmla="*/ 212671 h 601039"/>
              <a:gd name="connsiteX2060" fmla="*/ 1121664 w 2671650"/>
              <a:gd name="connsiteY2060" fmla="*/ 215252 h 601039"/>
              <a:gd name="connsiteX2061" fmla="*/ 1113612 w 2671650"/>
              <a:gd name="connsiteY2061" fmla="*/ 218040 h 601039"/>
              <a:gd name="connsiteX2062" fmla="*/ 1106591 w 2671650"/>
              <a:gd name="connsiteY2062" fmla="*/ 222066 h 601039"/>
              <a:gd name="connsiteX2063" fmla="*/ 1100913 w 2671650"/>
              <a:gd name="connsiteY2063" fmla="*/ 218040 h 601039"/>
              <a:gd name="connsiteX2064" fmla="*/ 1090588 w 2671650"/>
              <a:gd name="connsiteY2064" fmla="*/ 217421 h 601039"/>
              <a:gd name="connsiteX2065" fmla="*/ 1087905 w 2671650"/>
              <a:gd name="connsiteY2065" fmla="*/ 206373 h 601039"/>
              <a:gd name="connsiteX2066" fmla="*/ 1087389 w 2671650"/>
              <a:gd name="connsiteY2066" fmla="*/ 197288 h 601039"/>
              <a:gd name="connsiteX2067" fmla="*/ 1089349 w 2671650"/>
              <a:gd name="connsiteY2067" fmla="*/ 190061 h 601039"/>
              <a:gd name="connsiteX2068" fmla="*/ 1109998 w 2671650"/>
              <a:gd name="connsiteY2068" fmla="*/ 179736 h 601039"/>
              <a:gd name="connsiteX2069" fmla="*/ 1115471 w 2671650"/>
              <a:gd name="connsiteY2069" fmla="*/ 182834 h 601039"/>
              <a:gd name="connsiteX2070" fmla="*/ 1127343 w 2671650"/>
              <a:gd name="connsiteY2070" fmla="*/ 178807 h 601039"/>
              <a:gd name="connsiteX2071" fmla="*/ 1155735 w 2671650"/>
              <a:gd name="connsiteY2071" fmla="*/ 173129 h 601039"/>
              <a:gd name="connsiteX2072" fmla="*/ 1167814 w 2671650"/>
              <a:gd name="connsiteY2072" fmla="*/ 171477 h 601039"/>
              <a:gd name="connsiteX2073" fmla="*/ 1190011 w 2671650"/>
              <a:gd name="connsiteY2073" fmla="*/ 164664 h 601039"/>
              <a:gd name="connsiteX2074" fmla="*/ 1199096 w 2671650"/>
              <a:gd name="connsiteY2074" fmla="*/ 159398 h 601039"/>
              <a:gd name="connsiteX2075" fmla="*/ 1198064 w 2671650"/>
              <a:gd name="connsiteY2075" fmla="*/ 153203 h 601039"/>
              <a:gd name="connsiteX2076" fmla="*/ 1191663 w 2671650"/>
              <a:gd name="connsiteY2076" fmla="*/ 151138 h 601039"/>
              <a:gd name="connsiteX2077" fmla="*/ 1185571 w 2671650"/>
              <a:gd name="connsiteY2077" fmla="*/ 146493 h 601039"/>
              <a:gd name="connsiteX2078" fmla="*/ 1187017 w 2671650"/>
              <a:gd name="connsiteY2078" fmla="*/ 140091 h 601039"/>
              <a:gd name="connsiteX2079" fmla="*/ 1189392 w 2671650"/>
              <a:gd name="connsiteY2079" fmla="*/ 134000 h 601039"/>
              <a:gd name="connsiteX2080" fmla="*/ 1191869 w 2671650"/>
              <a:gd name="connsiteY2080" fmla="*/ 126360 h 601039"/>
              <a:gd name="connsiteX2081" fmla="*/ 1184126 w 2671650"/>
              <a:gd name="connsiteY2081" fmla="*/ 107261 h 601039"/>
              <a:gd name="connsiteX2082" fmla="*/ 1186397 w 2671650"/>
              <a:gd name="connsiteY2082" fmla="*/ 100756 h 601039"/>
              <a:gd name="connsiteX2083" fmla="*/ 1198064 w 2671650"/>
              <a:gd name="connsiteY2083" fmla="*/ 98794 h 601039"/>
              <a:gd name="connsiteX2084" fmla="*/ 1204878 w 2671650"/>
              <a:gd name="connsiteY2084" fmla="*/ 96110 h 601039"/>
              <a:gd name="connsiteX2085" fmla="*/ 1211382 w 2671650"/>
              <a:gd name="connsiteY2085" fmla="*/ 95387 h 601039"/>
              <a:gd name="connsiteX2086" fmla="*/ 1217989 w 2671650"/>
              <a:gd name="connsiteY2086" fmla="*/ 92910 h 601039"/>
              <a:gd name="connsiteX2087" fmla="*/ 2580585 w 2671650"/>
              <a:gd name="connsiteY2087" fmla="*/ 91051 h 601039"/>
              <a:gd name="connsiteX2088" fmla="*/ 2591529 w 2671650"/>
              <a:gd name="connsiteY2088" fmla="*/ 99518 h 601039"/>
              <a:gd name="connsiteX2089" fmla="*/ 2586882 w 2671650"/>
              <a:gd name="connsiteY2089" fmla="*/ 112939 h 601039"/>
              <a:gd name="connsiteX2090" fmla="*/ 2577901 w 2671650"/>
              <a:gd name="connsiteY2090" fmla="*/ 124709 h 601039"/>
              <a:gd name="connsiteX2091" fmla="*/ 2577901 w 2671650"/>
              <a:gd name="connsiteY2091" fmla="*/ 135033 h 601039"/>
              <a:gd name="connsiteX2092" fmla="*/ 2583476 w 2671650"/>
              <a:gd name="connsiteY2092" fmla="*/ 143395 h 601039"/>
              <a:gd name="connsiteX2093" fmla="*/ 2571293 w 2671650"/>
              <a:gd name="connsiteY2093" fmla="*/ 168071 h 601039"/>
              <a:gd name="connsiteX2094" fmla="*/ 2562104 w 2671650"/>
              <a:gd name="connsiteY2094" fmla="*/ 181389 h 601039"/>
              <a:gd name="connsiteX2095" fmla="*/ 2573254 w 2671650"/>
              <a:gd name="connsiteY2095" fmla="*/ 187273 h 601039"/>
              <a:gd name="connsiteX2096" fmla="*/ 2578727 w 2671650"/>
              <a:gd name="connsiteY2096" fmla="*/ 196049 h 601039"/>
              <a:gd name="connsiteX2097" fmla="*/ 2589051 w 2671650"/>
              <a:gd name="connsiteY2097" fmla="*/ 185724 h 601039"/>
              <a:gd name="connsiteX2098" fmla="*/ 2580069 w 2671650"/>
              <a:gd name="connsiteY2098" fmla="*/ 182731 h 601039"/>
              <a:gd name="connsiteX2099" fmla="*/ 2578004 w 2671650"/>
              <a:gd name="connsiteY2099" fmla="*/ 172406 h 601039"/>
              <a:gd name="connsiteX2100" fmla="*/ 2583889 w 2671650"/>
              <a:gd name="connsiteY2100" fmla="*/ 167761 h 601039"/>
              <a:gd name="connsiteX2101" fmla="*/ 2588637 w 2671650"/>
              <a:gd name="connsiteY2101" fmla="*/ 162185 h 601039"/>
              <a:gd name="connsiteX2102" fmla="*/ 2587812 w 2671650"/>
              <a:gd name="connsiteY2102" fmla="*/ 152378 h 601039"/>
              <a:gd name="connsiteX2103" fmla="*/ 2596175 w 2671650"/>
              <a:gd name="connsiteY2103" fmla="*/ 148144 h 601039"/>
              <a:gd name="connsiteX2104" fmla="*/ 2600923 w 2671650"/>
              <a:gd name="connsiteY2104" fmla="*/ 141021 h 601039"/>
              <a:gd name="connsiteX2105" fmla="*/ 2603092 w 2671650"/>
              <a:gd name="connsiteY2105" fmla="*/ 133174 h 601039"/>
              <a:gd name="connsiteX2106" fmla="*/ 2597104 w 2671650"/>
              <a:gd name="connsiteY2106" fmla="*/ 118720 h 601039"/>
              <a:gd name="connsiteX2107" fmla="*/ 2627148 w 2671650"/>
              <a:gd name="connsiteY2107" fmla="*/ 102821 h 601039"/>
              <a:gd name="connsiteX2108" fmla="*/ 2629832 w 2671650"/>
              <a:gd name="connsiteY2108" fmla="*/ 99002 h 601039"/>
              <a:gd name="connsiteX2109" fmla="*/ 2638814 w 2671650"/>
              <a:gd name="connsiteY2109" fmla="*/ 97969 h 601039"/>
              <a:gd name="connsiteX2110" fmla="*/ 2648519 w 2671650"/>
              <a:gd name="connsiteY2110" fmla="*/ 104060 h 601039"/>
              <a:gd name="connsiteX2111" fmla="*/ 2650997 w 2671650"/>
              <a:gd name="connsiteY2111" fmla="*/ 111184 h 601039"/>
              <a:gd name="connsiteX2112" fmla="*/ 2649861 w 2671650"/>
              <a:gd name="connsiteY2112" fmla="*/ 123676 h 601039"/>
              <a:gd name="connsiteX2113" fmla="*/ 2636646 w 2671650"/>
              <a:gd name="connsiteY2113" fmla="*/ 134000 h 601039"/>
              <a:gd name="connsiteX2114" fmla="*/ 2626322 w 2671650"/>
              <a:gd name="connsiteY2114" fmla="*/ 158985 h 601039"/>
              <a:gd name="connsiteX2115" fmla="*/ 2623224 w 2671650"/>
              <a:gd name="connsiteY2115" fmla="*/ 167658 h 601039"/>
              <a:gd name="connsiteX2116" fmla="*/ 2620643 w 2671650"/>
              <a:gd name="connsiteY2116" fmla="*/ 177982 h 601039"/>
              <a:gd name="connsiteX2117" fmla="*/ 2618578 w 2671650"/>
              <a:gd name="connsiteY2117" fmla="*/ 190990 h 601039"/>
              <a:gd name="connsiteX2118" fmla="*/ 2624566 w 2671650"/>
              <a:gd name="connsiteY2118" fmla="*/ 192849 h 601039"/>
              <a:gd name="connsiteX2119" fmla="*/ 2636233 w 2671650"/>
              <a:gd name="connsiteY2119" fmla="*/ 186447 h 601039"/>
              <a:gd name="connsiteX2120" fmla="*/ 2644285 w 2671650"/>
              <a:gd name="connsiteY2120" fmla="*/ 186447 h 601039"/>
              <a:gd name="connsiteX2121" fmla="*/ 2650790 w 2671650"/>
              <a:gd name="connsiteY2121" fmla="*/ 191197 h 601039"/>
              <a:gd name="connsiteX2122" fmla="*/ 2658120 w 2671650"/>
              <a:gd name="connsiteY2122" fmla="*/ 193365 h 601039"/>
              <a:gd name="connsiteX2123" fmla="*/ 2666483 w 2671650"/>
              <a:gd name="connsiteY2123" fmla="*/ 196359 h 601039"/>
              <a:gd name="connsiteX2124" fmla="*/ 2667103 w 2671650"/>
              <a:gd name="connsiteY2124" fmla="*/ 196256 h 601039"/>
              <a:gd name="connsiteX2125" fmla="*/ 2671542 w 2671650"/>
              <a:gd name="connsiteY2125" fmla="*/ 215355 h 601039"/>
              <a:gd name="connsiteX2126" fmla="*/ 2666793 w 2671650"/>
              <a:gd name="connsiteY2126" fmla="*/ 232597 h 601039"/>
              <a:gd name="connsiteX2127" fmla="*/ 2640776 w 2671650"/>
              <a:gd name="connsiteY2127" fmla="*/ 239514 h 601039"/>
              <a:gd name="connsiteX2128" fmla="*/ 2632722 w 2671650"/>
              <a:gd name="connsiteY2128" fmla="*/ 242921 h 601039"/>
              <a:gd name="connsiteX2129" fmla="*/ 2622398 w 2671650"/>
              <a:gd name="connsiteY2129" fmla="*/ 241992 h 601039"/>
              <a:gd name="connsiteX2130" fmla="*/ 2609493 w 2671650"/>
              <a:gd name="connsiteY2130" fmla="*/ 241992 h 601039"/>
              <a:gd name="connsiteX2131" fmla="*/ 2587295 w 2671650"/>
              <a:gd name="connsiteY2131" fmla="*/ 257788 h 601039"/>
              <a:gd name="connsiteX2132" fmla="*/ 2579140 w 2671650"/>
              <a:gd name="connsiteY2132" fmla="*/ 266460 h 601039"/>
              <a:gd name="connsiteX2133" fmla="*/ 2566131 w 2671650"/>
              <a:gd name="connsiteY2133" fmla="*/ 278436 h 601039"/>
              <a:gd name="connsiteX2134" fmla="*/ 2564066 w 2671650"/>
              <a:gd name="connsiteY2134" fmla="*/ 290723 h 601039"/>
              <a:gd name="connsiteX2135" fmla="*/ 2570261 w 2671650"/>
              <a:gd name="connsiteY2135" fmla="*/ 291961 h 601039"/>
              <a:gd name="connsiteX2136" fmla="*/ 2581411 w 2671650"/>
              <a:gd name="connsiteY2136" fmla="*/ 287522 h 601039"/>
              <a:gd name="connsiteX2137" fmla="*/ 2588741 w 2671650"/>
              <a:gd name="connsiteY2137" fmla="*/ 283598 h 601039"/>
              <a:gd name="connsiteX2138" fmla="*/ 2601543 w 2671650"/>
              <a:gd name="connsiteY2138" fmla="*/ 290103 h 601039"/>
              <a:gd name="connsiteX2139" fmla="*/ 2614035 w 2671650"/>
              <a:gd name="connsiteY2139" fmla="*/ 295265 h 601039"/>
              <a:gd name="connsiteX2140" fmla="*/ 2618888 w 2671650"/>
              <a:gd name="connsiteY2140" fmla="*/ 300221 h 601039"/>
              <a:gd name="connsiteX2141" fmla="*/ 2615687 w 2671650"/>
              <a:gd name="connsiteY2141" fmla="*/ 313229 h 601039"/>
              <a:gd name="connsiteX2142" fmla="*/ 2608254 w 2671650"/>
              <a:gd name="connsiteY2142" fmla="*/ 319630 h 601039"/>
              <a:gd name="connsiteX2143" fmla="*/ 2595142 w 2671650"/>
              <a:gd name="connsiteY2143" fmla="*/ 322108 h 601039"/>
              <a:gd name="connsiteX2144" fmla="*/ 2586264 w 2671650"/>
              <a:gd name="connsiteY2144" fmla="*/ 325102 h 601039"/>
              <a:gd name="connsiteX2145" fmla="*/ 2565615 w 2671650"/>
              <a:gd name="connsiteY2145" fmla="*/ 334393 h 601039"/>
              <a:gd name="connsiteX2146" fmla="*/ 2566544 w 2671650"/>
              <a:gd name="connsiteY2146" fmla="*/ 348641 h 601039"/>
              <a:gd name="connsiteX2147" fmla="*/ 2564995 w 2671650"/>
              <a:gd name="connsiteY2147" fmla="*/ 360823 h 601039"/>
              <a:gd name="connsiteX2148" fmla="*/ 2562104 w 2671650"/>
              <a:gd name="connsiteY2148" fmla="*/ 374761 h 601039"/>
              <a:gd name="connsiteX2149" fmla="*/ 2556736 w 2671650"/>
              <a:gd name="connsiteY2149" fmla="*/ 384054 h 601039"/>
              <a:gd name="connsiteX2150" fmla="*/ 2546411 w 2671650"/>
              <a:gd name="connsiteY2150" fmla="*/ 404082 h 601039"/>
              <a:gd name="connsiteX2151" fmla="*/ 2531339 w 2671650"/>
              <a:gd name="connsiteY2151" fmla="*/ 409451 h 601039"/>
              <a:gd name="connsiteX2152" fmla="*/ 2519259 w 2671650"/>
              <a:gd name="connsiteY2152" fmla="*/ 412754 h 601039"/>
              <a:gd name="connsiteX2153" fmla="*/ 2501089 w 2671650"/>
              <a:gd name="connsiteY2153" fmla="*/ 412754 h 601039"/>
              <a:gd name="connsiteX2154" fmla="*/ 2499953 w 2671650"/>
              <a:gd name="connsiteY2154" fmla="*/ 401811 h 601039"/>
              <a:gd name="connsiteX2155" fmla="*/ 2482401 w 2671650"/>
              <a:gd name="connsiteY2155" fmla="*/ 385189 h 601039"/>
              <a:gd name="connsiteX2156" fmla="*/ 2491796 w 2671650"/>
              <a:gd name="connsiteY2156" fmla="*/ 380543 h 601039"/>
              <a:gd name="connsiteX2157" fmla="*/ 2514510 w 2671650"/>
              <a:gd name="connsiteY2157" fmla="*/ 376413 h 601039"/>
              <a:gd name="connsiteX2158" fmla="*/ 2532370 w 2671650"/>
              <a:gd name="connsiteY2158" fmla="*/ 345440 h 601039"/>
              <a:gd name="connsiteX2159" fmla="*/ 2527415 w 2671650"/>
              <a:gd name="connsiteY2159" fmla="*/ 338420 h 601039"/>
              <a:gd name="connsiteX2160" fmla="*/ 2510690 w 2671650"/>
              <a:gd name="connsiteY2160" fmla="*/ 341415 h 601039"/>
              <a:gd name="connsiteX2161" fmla="*/ 2493448 w 2671650"/>
              <a:gd name="connsiteY2161" fmla="*/ 344409 h 601039"/>
              <a:gd name="connsiteX2162" fmla="*/ 2479304 w 2671650"/>
              <a:gd name="connsiteY2162" fmla="*/ 349467 h 601039"/>
              <a:gd name="connsiteX2163" fmla="*/ 2466605 w 2671650"/>
              <a:gd name="connsiteY2163" fmla="*/ 346370 h 601039"/>
              <a:gd name="connsiteX2164" fmla="*/ 2460824 w 2671650"/>
              <a:gd name="connsiteY2164" fmla="*/ 343789 h 601039"/>
              <a:gd name="connsiteX2165" fmla="*/ 2459482 w 2671650"/>
              <a:gd name="connsiteY2165" fmla="*/ 334497 h 601039"/>
              <a:gd name="connsiteX2166" fmla="*/ 2462063 w 2671650"/>
              <a:gd name="connsiteY2166" fmla="*/ 321695 h 601039"/>
              <a:gd name="connsiteX2167" fmla="*/ 2477548 w 2671650"/>
              <a:gd name="connsiteY2167" fmla="*/ 312093 h 601039"/>
              <a:gd name="connsiteX2168" fmla="*/ 2488803 w 2671650"/>
              <a:gd name="connsiteY2168" fmla="*/ 314984 h 601039"/>
              <a:gd name="connsiteX2169" fmla="*/ 2499746 w 2671650"/>
              <a:gd name="connsiteY2169" fmla="*/ 308170 h 601039"/>
              <a:gd name="connsiteX2170" fmla="*/ 2513271 w 2671650"/>
              <a:gd name="connsiteY2170" fmla="*/ 304556 h 601039"/>
              <a:gd name="connsiteX2171" fmla="*/ 2521427 w 2671650"/>
              <a:gd name="connsiteY2171" fmla="*/ 300427 h 601039"/>
              <a:gd name="connsiteX2172" fmla="*/ 2524318 w 2671650"/>
              <a:gd name="connsiteY2172" fmla="*/ 295678 h 601039"/>
              <a:gd name="connsiteX2173" fmla="*/ 2525763 w 2671650"/>
              <a:gd name="connsiteY2173" fmla="*/ 285354 h 601039"/>
              <a:gd name="connsiteX2174" fmla="*/ 2529584 w 2671650"/>
              <a:gd name="connsiteY2174" fmla="*/ 275030 h 601039"/>
              <a:gd name="connsiteX2175" fmla="*/ 2521737 w 2671650"/>
              <a:gd name="connsiteY2175" fmla="*/ 274307 h 601039"/>
              <a:gd name="connsiteX2176" fmla="*/ 2513064 w 2671650"/>
              <a:gd name="connsiteY2176" fmla="*/ 279985 h 601039"/>
              <a:gd name="connsiteX2177" fmla="*/ 2503256 w 2671650"/>
              <a:gd name="connsiteY2177" fmla="*/ 285044 h 601039"/>
              <a:gd name="connsiteX2178" fmla="*/ 2494997 w 2671650"/>
              <a:gd name="connsiteY2178" fmla="*/ 285044 h 601039"/>
              <a:gd name="connsiteX2179" fmla="*/ 2491901 w 2671650"/>
              <a:gd name="connsiteY2179" fmla="*/ 277508 h 601039"/>
              <a:gd name="connsiteX2180" fmla="*/ 2494171 w 2671650"/>
              <a:gd name="connsiteY2180" fmla="*/ 266253 h 601039"/>
              <a:gd name="connsiteX2181" fmla="*/ 2502844 w 2671650"/>
              <a:gd name="connsiteY2181" fmla="*/ 245605 h 601039"/>
              <a:gd name="connsiteX2182" fmla="*/ 2515026 w 2671650"/>
              <a:gd name="connsiteY2182" fmla="*/ 244779 h 601039"/>
              <a:gd name="connsiteX2183" fmla="*/ 2519568 w 2671650"/>
              <a:gd name="connsiteY2183" fmla="*/ 241785 h 601039"/>
              <a:gd name="connsiteX2184" fmla="*/ 2530823 w 2671650"/>
              <a:gd name="connsiteY2184" fmla="*/ 240753 h 601039"/>
              <a:gd name="connsiteX2185" fmla="*/ 2543625 w 2671650"/>
              <a:gd name="connsiteY2185" fmla="*/ 237552 h 601039"/>
              <a:gd name="connsiteX2186" fmla="*/ 2553226 w 2671650"/>
              <a:gd name="connsiteY2186" fmla="*/ 235901 h 601039"/>
              <a:gd name="connsiteX2187" fmla="*/ 2561278 w 2671650"/>
              <a:gd name="connsiteY2187" fmla="*/ 233010 h 601039"/>
              <a:gd name="connsiteX2188" fmla="*/ 2566028 w 2671650"/>
              <a:gd name="connsiteY2188" fmla="*/ 229603 h 601039"/>
              <a:gd name="connsiteX2189" fmla="*/ 2577281 w 2671650"/>
              <a:gd name="connsiteY2189" fmla="*/ 229603 h 601039"/>
              <a:gd name="connsiteX2190" fmla="*/ 2586471 w 2671650"/>
              <a:gd name="connsiteY2190" fmla="*/ 229603 h 601039"/>
              <a:gd name="connsiteX2191" fmla="*/ 2595968 w 2671650"/>
              <a:gd name="connsiteY2191" fmla="*/ 231874 h 601039"/>
              <a:gd name="connsiteX2192" fmla="*/ 2606292 w 2671650"/>
              <a:gd name="connsiteY2192" fmla="*/ 226815 h 601039"/>
              <a:gd name="connsiteX2193" fmla="*/ 2612074 w 2671650"/>
              <a:gd name="connsiteY2193" fmla="*/ 215768 h 601039"/>
              <a:gd name="connsiteX2194" fmla="*/ 2598343 w 2671650"/>
              <a:gd name="connsiteY2194" fmla="*/ 217317 h 601039"/>
              <a:gd name="connsiteX2195" fmla="*/ 2583889 w 2671650"/>
              <a:gd name="connsiteY2195" fmla="*/ 219382 h 601039"/>
              <a:gd name="connsiteX2196" fmla="*/ 2561175 w 2671650"/>
              <a:gd name="connsiteY2196" fmla="*/ 221757 h 601039"/>
              <a:gd name="connsiteX2197" fmla="*/ 2549715 w 2671650"/>
              <a:gd name="connsiteY2197" fmla="*/ 224440 h 601039"/>
              <a:gd name="connsiteX2198" fmla="*/ 2538255 w 2671650"/>
              <a:gd name="connsiteY2198" fmla="*/ 226815 h 601039"/>
              <a:gd name="connsiteX2199" fmla="*/ 2519671 w 2671650"/>
              <a:gd name="connsiteY2199" fmla="*/ 229190 h 601039"/>
              <a:gd name="connsiteX2200" fmla="*/ 2505424 w 2671650"/>
              <a:gd name="connsiteY2200" fmla="*/ 232081 h 601039"/>
              <a:gd name="connsiteX2201" fmla="*/ 2488596 w 2671650"/>
              <a:gd name="connsiteY2201" fmla="*/ 238894 h 601039"/>
              <a:gd name="connsiteX2202" fmla="*/ 2478271 w 2671650"/>
              <a:gd name="connsiteY2202" fmla="*/ 252625 h 601039"/>
              <a:gd name="connsiteX2203" fmla="*/ 2473316 w 2671650"/>
              <a:gd name="connsiteY2203" fmla="*/ 258511 h 601039"/>
              <a:gd name="connsiteX2204" fmla="*/ 2451841 w 2671650"/>
              <a:gd name="connsiteY2204" fmla="*/ 274927 h 601039"/>
              <a:gd name="connsiteX2205" fmla="*/ 2443479 w 2671650"/>
              <a:gd name="connsiteY2205" fmla="*/ 271519 h 601039"/>
              <a:gd name="connsiteX2206" fmla="*/ 2437182 w 2671650"/>
              <a:gd name="connsiteY2206" fmla="*/ 251799 h 601039"/>
              <a:gd name="connsiteX2207" fmla="*/ 2437182 w 2671650"/>
              <a:gd name="connsiteY2207" fmla="*/ 231977 h 601039"/>
              <a:gd name="connsiteX2208" fmla="*/ 2440278 w 2671650"/>
              <a:gd name="connsiteY2208" fmla="*/ 223924 h 601039"/>
              <a:gd name="connsiteX2209" fmla="*/ 2445957 w 2671650"/>
              <a:gd name="connsiteY2209" fmla="*/ 220208 h 601039"/>
              <a:gd name="connsiteX2210" fmla="*/ 2459792 w 2671650"/>
              <a:gd name="connsiteY2210" fmla="*/ 197287 h 601039"/>
              <a:gd name="connsiteX2211" fmla="*/ 2463715 w 2671650"/>
              <a:gd name="connsiteY2211" fmla="*/ 197287 h 601039"/>
              <a:gd name="connsiteX2212" fmla="*/ 2466502 w 2671650"/>
              <a:gd name="connsiteY2212" fmla="*/ 215045 h 601039"/>
              <a:gd name="connsiteX2213" fmla="*/ 2466769 w 2671650"/>
              <a:gd name="connsiteY2213" fmla="*/ 216878 h 601039"/>
              <a:gd name="connsiteX2214" fmla="*/ 2472593 w 2671650"/>
              <a:gd name="connsiteY2214" fmla="*/ 219588 h 601039"/>
              <a:gd name="connsiteX2215" fmla="*/ 2484466 w 2671650"/>
              <a:gd name="connsiteY2215" fmla="*/ 214942 h 601039"/>
              <a:gd name="connsiteX2216" fmla="*/ 2488493 w 2671650"/>
              <a:gd name="connsiteY2216" fmla="*/ 210916 h 601039"/>
              <a:gd name="connsiteX2217" fmla="*/ 2485395 w 2671650"/>
              <a:gd name="connsiteY2217" fmla="*/ 202657 h 601039"/>
              <a:gd name="connsiteX2218" fmla="*/ 2483330 w 2671650"/>
              <a:gd name="connsiteY2218" fmla="*/ 190680 h 601039"/>
              <a:gd name="connsiteX2219" fmla="*/ 2485189 w 2671650"/>
              <a:gd name="connsiteY2219" fmla="*/ 166109 h 601039"/>
              <a:gd name="connsiteX2220" fmla="*/ 2483434 w 2671650"/>
              <a:gd name="connsiteY2220" fmla="*/ 140092 h 601039"/>
              <a:gd name="connsiteX2221" fmla="*/ 2481059 w 2671650"/>
              <a:gd name="connsiteY2221" fmla="*/ 125225 h 601039"/>
              <a:gd name="connsiteX2222" fmla="*/ 2486015 w 2671650"/>
              <a:gd name="connsiteY2222" fmla="*/ 116655 h 601039"/>
              <a:gd name="connsiteX2223" fmla="*/ 2493138 w 2671650"/>
              <a:gd name="connsiteY2223" fmla="*/ 116655 h 601039"/>
              <a:gd name="connsiteX2224" fmla="*/ 2496752 w 2671650"/>
              <a:gd name="connsiteY2224" fmla="*/ 114280 h 601039"/>
              <a:gd name="connsiteX2225" fmla="*/ 2499850 w 2671650"/>
              <a:gd name="connsiteY2225" fmla="*/ 118927 h 601039"/>
              <a:gd name="connsiteX2226" fmla="*/ 2501089 w 2671650"/>
              <a:gd name="connsiteY2226" fmla="*/ 127393 h 601039"/>
              <a:gd name="connsiteX2227" fmla="*/ 2502018 w 2671650"/>
              <a:gd name="connsiteY2227" fmla="*/ 137717 h 601039"/>
              <a:gd name="connsiteX2228" fmla="*/ 2502018 w 2671650"/>
              <a:gd name="connsiteY2228" fmla="*/ 144221 h 601039"/>
              <a:gd name="connsiteX2229" fmla="*/ 2502018 w 2671650"/>
              <a:gd name="connsiteY2229" fmla="*/ 151345 h 601039"/>
              <a:gd name="connsiteX2230" fmla="*/ 2502018 w 2671650"/>
              <a:gd name="connsiteY2230" fmla="*/ 160327 h 601039"/>
              <a:gd name="connsiteX2231" fmla="*/ 2503050 w 2671650"/>
              <a:gd name="connsiteY2231" fmla="*/ 177878 h 601039"/>
              <a:gd name="connsiteX2232" fmla="*/ 2505322 w 2671650"/>
              <a:gd name="connsiteY2232" fmla="*/ 189648 h 601039"/>
              <a:gd name="connsiteX2233" fmla="*/ 2505322 w 2671650"/>
              <a:gd name="connsiteY2233" fmla="*/ 198320 h 601039"/>
              <a:gd name="connsiteX2234" fmla="*/ 2501811 w 2671650"/>
              <a:gd name="connsiteY2234" fmla="*/ 208645 h 601039"/>
              <a:gd name="connsiteX2235" fmla="*/ 2506766 w 2671650"/>
              <a:gd name="connsiteY2235" fmla="*/ 213703 h 601039"/>
              <a:gd name="connsiteX2236" fmla="*/ 2516574 w 2671650"/>
              <a:gd name="connsiteY2236" fmla="*/ 211019 h 601039"/>
              <a:gd name="connsiteX2237" fmla="*/ 2525040 w 2671650"/>
              <a:gd name="connsiteY2237" fmla="*/ 210502 h 601039"/>
              <a:gd name="connsiteX2238" fmla="*/ 2538875 w 2671650"/>
              <a:gd name="connsiteY2238" fmla="*/ 208025 h 601039"/>
              <a:gd name="connsiteX2239" fmla="*/ 2546411 w 2671650"/>
              <a:gd name="connsiteY2239" fmla="*/ 205444 h 601039"/>
              <a:gd name="connsiteX2240" fmla="*/ 2552296 w 2671650"/>
              <a:gd name="connsiteY2240" fmla="*/ 201521 h 601039"/>
              <a:gd name="connsiteX2241" fmla="*/ 2553122 w 2671650"/>
              <a:gd name="connsiteY2241" fmla="*/ 197081 h 601039"/>
              <a:gd name="connsiteX2242" fmla="*/ 2544863 w 2671650"/>
              <a:gd name="connsiteY2242" fmla="*/ 196256 h 601039"/>
              <a:gd name="connsiteX2243" fmla="*/ 2537326 w 2671650"/>
              <a:gd name="connsiteY2243" fmla="*/ 199352 h 601039"/>
              <a:gd name="connsiteX2244" fmla="*/ 2535158 w 2671650"/>
              <a:gd name="connsiteY2244" fmla="*/ 192436 h 601039"/>
              <a:gd name="connsiteX2245" fmla="*/ 2530616 w 2671650"/>
              <a:gd name="connsiteY2245" fmla="*/ 186757 h 601039"/>
              <a:gd name="connsiteX2246" fmla="*/ 2527622 w 2671650"/>
              <a:gd name="connsiteY2246" fmla="*/ 195224 h 601039"/>
              <a:gd name="connsiteX2247" fmla="*/ 2524008 w 2671650"/>
              <a:gd name="connsiteY2247" fmla="*/ 200282 h 601039"/>
              <a:gd name="connsiteX2248" fmla="*/ 2518950 w 2671650"/>
              <a:gd name="connsiteY2248" fmla="*/ 202966 h 601039"/>
              <a:gd name="connsiteX2249" fmla="*/ 2513787 w 2671650"/>
              <a:gd name="connsiteY2249" fmla="*/ 193262 h 601039"/>
              <a:gd name="connsiteX2250" fmla="*/ 2514510 w 2671650"/>
              <a:gd name="connsiteY2250" fmla="*/ 173232 h 601039"/>
              <a:gd name="connsiteX2251" fmla="*/ 2512239 w 2671650"/>
              <a:gd name="connsiteY2251" fmla="*/ 159604 h 601039"/>
              <a:gd name="connsiteX2252" fmla="*/ 2512239 w 2671650"/>
              <a:gd name="connsiteY2252" fmla="*/ 140299 h 601039"/>
              <a:gd name="connsiteX2253" fmla="*/ 2510793 w 2671650"/>
              <a:gd name="connsiteY2253" fmla="*/ 133794 h 601039"/>
              <a:gd name="connsiteX2254" fmla="*/ 2514717 w 2671650"/>
              <a:gd name="connsiteY2254" fmla="*/ 124399 h 601039"/>
              <a:gd name="connsiteX2255" fmla="*/ 2521324 w 2671650"/>
              <a:gd name="connsiteY2255" fmla="*/ 120682 h 601039"/>
              <a:gd name="connsiteX2256" fmla="*/ 2524524 w 2671650"/>
              <a:gd name="connsiteY2256" fmla="*/ 131006 h 601039"/>
              <a:gd name="connsiteX2257" fmla="*/ 2526692 w 2671650"/>
              <a:gd name="connsiteY2257" fmla="*/ 137511 h 601039"/>
              <a:gd name="connsiteX2258" fmla="*/ 2529790 w 2671650"/>
              <a:gd name="connsiteY2258" fmla="*/ 159294 h 601039"/>
              <a:gd name="connsiteX2259" fmla="*/ 2532680 w 2671650"/>
              <a:gd name="connsiteY2259" fmla="*/ 164354 h 601039"/>
              <a:gd name="connsiteX2260" fmla="*/ 2543935 w 2671650"/>
              <a:gd name="connsiteY2260" fmla="*/ 164354 h 601039"/>
              <a:gd name="connsiteX2261" fmla="*/ 2548167 w 2671650"/>
              <a:gd name="connsiteY2261" fmla="*/ 169723 h 601039"/>
              <a:gd name="connsiteX2262" fmla="*/ 2558492 w 2671650"/>
              <a:gd name="connsiteY2262" fmla="*/ 160120 h 601039"/>
              <a:gd name="connsiteX2263" fmla="*/ 2553019 w 2671650"/>
              <a:gd name="connsiteY2263" fmla="*/ 147112 h 601039"/>
              <a:gd name="connsiteX2264" fmla="*/ 2543935 w 2671650"/>
              <a:gd name="connsiteY2264" fmla="*/ 150622 h 601039"/>
              <a:gd name="connsiteX2265" fmla="*/ 2537533 w 2671650"/>
              <a:gd name="connsiteY2265" fmla="*/ 153617 h 601039"/>
              <a:gd name="connsiteX2266" fmla="*/ 2537533 w 2671650"/>
              <a:gd name="connsiteY2266" fmla="*/ 140712 h 601039"/>
              <a:gd name="connsiteX2267" fmla="*/ 2541456 w 2671650"/>
              <a:gd name="connsiteY2267" fmla="*/ 130387 h 601039"/>
              <a:gd name="connsiteX2268" fmla="*/ 2537120 w 2671650"/>
              <a:gd name="connsiteY2268" fmla="*/ 118927 h 601039"/>
              <a:gd name="connsiteX2269" fmla="*/ 2544347 w 2671650"/>
              <a:gd name="connsiteY2269" fmla="*/ 111700 h 601039"/>
              <a:gd name="connsiteX2270" fmla="*/ 2552297 w 2671650"/>
              <a:gd name="connsiteY2270" fmla="*/ 118204 h 601039"/>
              <a:gd name="connsiteX2271" fmla="*/ 2561898 w 2671650"/>
              <a:gd name="connsiteY2271" fmla="*/ 105505 h 601039"/>
              <a:gd name="connsiteX2272" fmla="*/ 2569022 w 2671650"/>
              <a:gd name="connsiteY2272" fmla="*/ 92290 h 601039"/>
              <a:gd name="connsiteX2273" fmla="*/ 2574803 w 2671650"/>
              <a:gd name="connsiteY2273" fmla="*/ 92290 h 601039"/>
              <a:gd name="connsiteX2274" fmla="*/ 2580585 w 2671650"/>
              <a:gd name="connsiteY2274" fmla="*/ 91051 h 601039"/>
              <a:gd name="connsiteX2275" fmla="*/ 289563 w 2671650"/>
              <a:gd name="connsiteY2275" fmla="*/ 80997 h 601039"/>
              <a:gd name="connsiteX2276" fmla="*/ 168680 w 2671650"/>
              <a:gd name="connsiteY2276" fmla="*/ 124615 h 601039"/>
              <a:gd name="connsiteX2277" fmla="*/ 168651 w 2671650"/>
              <a:gd name="connsiteY2277" fmla="*/ 124615 h 601039"/>
              <a:gd name="connsiteX2278" fmla="*/ 80698 w 2671650"/>
              <a:gd name="connsiteY2278" fmla="*/ 300579 h 601039"/>
              <a:gd name="connsiteX2279" fmla="*/ 83215 w 2671650"/>
              <a:gd name="connsiteY2279" fmla="*/ 334042 h 601039"/>
              <a:gd name="connsiteX2280" fmla="*/ 83719 w 2671650"/>
              <a:gd name="connsiteY2280" fmla="*/ 336767 h 601039"/>
              <a:gd name="connsiteX2281" fmla="*/ 86088 w 2671650"/>
              <a:gd name="connsiteY2281" fmla="*/ 348968 h 601039"/>
              <a:gd name="connsiteX2282" fmla="*/ 90530 w 2671650"/>
              <a:gd name="connsiteY2282" fmla="*/ 365818 h 601039"/>
              <a:gd name="connsiteX2283" fmla="*/ 96986 w 2671650"/>
              <a:gd name="connsiteY2283" fmla="*/ 383586 h 601039"/>
              <a:gd name="connsiteX2284" fmla="*/ 97933 w 2671650"/>
              <a:gd name="connsiteY2284" fmla="*/ 385955 h 601039"/>
              <a:gd name="connsiteX2285" fmla="*/ 124112 w 2671650"/>
              <a:gd name="connsiteY2285" fmla="*/ 431856 h 601039"/>
              <a:gd name="connsiteX2286" fmla="*/ 124260 w 2671650"/>
              <a:gd name="connsiteY2286" fmla="*/ 432034 h 601039"/>
              <a:gd name="connsiteX2287" fmla="*/ 124482 w 2671650"/>
              <a:gd name="connsiteY2287" fmla="*/ 432333 h 601039"/>
              <a:gd name="connsiteX2288" fmla="*/ 228202 w 2671650"/>
              <a:gd name="connsiteY2288" fmla="*/ 508209 h 601039"/>
              <a:gd name="connsiteX2289" fmla="*/ 237433 w 2671650"/>
              <a:gd name="connsiteY2289" fmla="*/ 510450 h 601039"/>
              <a:gd name="connsiteX2290" fmla="*/ 237005 w 2671650"/>
              <a:gd name="connsiteY2290" fmla="*/ 508153 h 601039"/>
              <a:gd name="connsiteX2291" fmla="*/ 232556 w 2671650"/>
              <a:gd name="connsiteY2291" fmla="*/ 501034 h 601039"/>
              <a:gd name="connsiteX2292" fmla="*/ 224294 w 2671650"/>
              <a:gd name="connsiteY2292" fmla="*/ 498073 h 601039"/>
              <a:gd name="connsiteX2293" fmla="*/ 223022 w 2671650"/>
              <a:gd name="connsiteY2293" fmla="*/ 496904 h 601039"/>
              <a:gd name="connsiteX2294" fmla="*/ 235695 w 2671650"/>
              <a:gd name="connsiteY2294" fmla="*/ 499050 h 601039"/>
              <a:gd name="connsiteX2295" fmla="*/ 243987 w 2671650"/>
              <a:gd name="connsiteY2295" fmla="*/ 511903 h 601039"/>
              <a:gd name="connsiteX2296" fmla="*/ 247748 w 2671650"/>
              <a:gd name="connsiteY2296" fmla="*/ 511903 h 601039"/>
              <a:gd name="connsiteX2297" fmla="*/ 248767 w 2671650"/>
              <a:gd name="connsiteY2297" fmla="*/ 513202 h 601039"/>
              <a:gd name="connsiteX2298" fmla="*/ 249635 w 2671650"/>
              <a:gd name="connsiteY2298" fmla="*/ 513413 h 601039"/>
              <a:gd name="connsiteX2299" fmla="*/ 258912 w 2671650"/>
              <a:gd name="connsiteY2299" fmla="*/ 513413 h 601039"/>
              <a:gd name="connsiteX2300" fmla="*/ 258790 w 2671650"/>
              <a:gd name="connsiteY2300" fmla="*/ 515636 h 601039"/>
              <a:gd name="connsiteX2301" fmla="*/ 269188 w 2671650"/>
              <a:gd name="connsiteY2301" fmla="*/ 518161 h 601039"/>
              <a:gd name="connsiteX2302" fmla="*/ 311319 w 2671650"/>
              <a:gd name="connsiteY2302" fmla="*/ 520146 h 601039"/>
              <a:gd name="connsiteX2303" fmla="*/ 347776 w 2671650"/>
              <a:gd name="connsiteY2303" fmla="*/ 514805 h 601039"/>
              <a:gd name="connsiteX2304" fmla="*/ 347754 w 2671650"/>
              <a:gd name="connsiteY2304" fmla="*/ 514804 h 601039"/>
              <a:gd name="connsiteX2305" fmla="*/ 349442 w 2671650"/>
              <a:gd name="connsiteY2305" fmla="*/ 514271 h 601039"/>
              <a:gd name="connsiteX2306" fmla="*/ 338840 w 2671650"/>
              <a:gd name="connsiteY2306" fmla="*/ 514271 h 601039"/>
              <a:gd name="connsiteX2307" fmla="*/ 332917 w 2671650"/>
              <a:gd name="connsiteY2307" fmla="*/ 500827 h 601039"/>
              <a:gd name="connsiteX2308" fmla="*/ 317814 w 2671650"/>
              <a:gd name="connsiteY2308" fmla="*/ 500205 h 601039"/>
              <a:gd name="connsiteX2309" fmla="*/ 310263 w 2671650"/>
              <a:gd name="connsiteY2309" fmla="*/ 511754 h 601039"/>
              <a:gd name="connsiteX2310" fmla="*/ 309580 w 2671650"/>
              <a:gd name="connsiteY2310" fmla="*/ 513330 h 601039"/>
              <a:gd name="connsiteX2311" fmla="*/ 309582 w 2671650"/>
              <a:gd name="connsiteY2311" fmla="*/ 513294 h 601039"/>
              <a:gd name="connsiteX2312" fmla="*/ 309493 w 2671650"/>
              <a:gd name="connsiteY2312" fmla="*/ 513531 h 601039"/>
              <a:gd name="connsiteX2313" fmla="*/ 309580 w 2671650"/>
              <a:gd name="connsiteY2313" fmla="*/ 513330 h 601039"/>
              <a:gd name="connsiteX2314" fmla="*/ 309345 w 2671650"/>
              <a:gd name="connsiteY2314" fmla="*/ 517884 h 601039"/>
              <a:gd name="connsiteX2315" fmla="*/ 303955 w 2671650"/>
              <a:gd name="connsiteY2315" fmla="*/ 517884 h 601039"/>
              <a:gd name="connsiteX2316" fmla="*/ 306235 w 2671650"/>
              <a:gd name="connsiteY2316" fmla="*/ 517055 h 601039"/>
              <a:gd name="connsiteX2317" fmla="*/ 304340 w 2671650"/>
              <a:gd name="connsiteY2317" fmla="*/ 516729 h 601039"/>
              <a:gd name="connsiteX2318" fmla="*/ 305169 w 2671650"/>
              <a:gd name="connsiteY2318" fmla="*/ 515841 h 601039"/>
              <a:gd name="connsiteX2319" fmla="*/ 302208 w 2671650"/>
              <a:gd name="connsiteY2319" fmla="*/ 515841 h 601039"/>
              <a:gd name="connsiteX2320" fmla="*/ 303363 w 2671650"/>
              <a:gd name="connsiteY2320" fmla="*/ 515071 h 601039"/>
              <a:gd name="connsiteX2321" fmla="*/ 298269 w 2671650"/>
              <a:gd name="connsiteY2321" fmla="*/ 515071 h 601039"/>
              <a:gd name="connsiteX2322" fmla="*/ 299306 w 2671650"/>
              <a:gd name="connsiteY2322" fmla="*/ 514271 h 601039"/>
              <a:gd name="connsiteX2323" fmla="*/ 288852 w 2671650"/>
              <a:gd name="connsiteY2323" fmla="*/ 514271 h 601039"/>
              <a:gd name="connsiteX2324" fmla="*/ 282929 w 2671650"/>
              <a:gd name="connsiteY2324" fmla="*/ 500827 h 601039"/>
              <a:gd name="connsiteX2325" fmla="*/ 267826 w 2671650"/>
              <a:gd name="connsiteY2325" fmla="*/ 500205 h 601039"/>
              <a:gd name="connsiteX2326" fmla="*/ 260275 w 2671650"/>
              <a:gd name="connsiteY2326" fmla="*/ 511754 h 601039"/>
              <a:gd name="connsiteX2327" fmla="*/ 258942 w 2671650"/>
              <a:gd name="connsiteY2327" fmla="*/ 511339 h 601039"/>
              <a:gd name="connsiteX2328" fmla="*/ 262259 w 2671650"/>
              <a:gd name="connsiteY2328" fmla="*/ 501804 h 601039"/>
              <a:gd name="connsiteX2329" fmla="*/ 274934 w 2671650"/>
              <a:gd name="connsiteY2329" fmla="*/ 496710 h 601039"/>
              <a:gd name="connsiteX2330" fmla="*/ 292702 w 2671650"/>
              <a:gd name="connsiteY2330" fmla="*/ 501360 h 601039"/>
              <a:gd name="connsiteX2331" fmla="*/ 296107 w 2671650"/>
              <a:gd name="connsiteY2331" fmla="*/ 512850 h 601039"/>
              <a:gd name="connsiteX2332" fmla="*/ 307953 w 2671650"/>
              <a:gd name="connsiteY2332" fmla="*/ 512554 h 601039"/>
              <a:gd name="connsiteX2333" fmla="*/ 312395 w 2671650"/>
              <a:gd name="connsiteY2333" fmla="*/ 501804 h 601039"/>
              <a:gd name="connsiteX2334" fmla="*/ 325070 w 2671650"/>
              <a:gd name="connsiteY2334" fmla="*/ 496710 h 601039"/>
              <a:gd name="connsiteX2335" fmla="*/ 342838 w 2671650"/>
              <a:gd name="connsiteY2335" fmla="*/ 501360 h 601039"/>
              <a:gd name="connsiteX2336" fmla="*/ 346243 w 2671650"/>
              <a:gd name="connsiteY2336" fmla="*/ 512850 h 601039"/>
              <a:gd name="connsiteX2337" fmla="*/ 357334 w 2671650"/>
              <a:gd name="connsiteY2337" fmla="*/ 512573 h 601039"/>
              <a:gd name="connsiteX2338" fmla="*/ 358182 w 2671650"/>
              <a:gd name="connsiteY2338" fmla="*/ 512271 h 601039"/>
              <a:gd name="connsiteX2339" fmla="*/ 359888 w 2671650"/>
              <a:gd name="connsiteY2339" fmla="*/ 507042 h 601039"/>
              <a:gd name="connsiteX2340" fmla="*/ 364930 w 2671650"/>
              <a:gd name="connsiteY2340" fmla="*/ 498931 h 601039"/>
              <a:gd name="connsiteX2341" fmla="*/ 377338 w 2671650"/>
              <a:gd name="connsiteY2341" fmla="*/ 496118 h 601039"/>
              <a:gd name="connsiteX2342" fmla="*/ 377338 w 2671650"/>
              <a:gd name="connsiteY2342" fmla="*/ 500501 h 601039"/>
              <a:gd name="connsiteX2343" fmla="*/ 365018 w 2671650"/>
              <a:gd name="connsiteY2343" fmla="*/ 502278 h 601039"/>
              <a:gd name="connsiteX2344" fmla="*/ 361247 w 2671650"/>
              <a:gd name="connsiteY2344" fmla="*/ 508060 h 601039"/>
              <a:gd name="connsiteX2345" fmla="*/ 360351 w 2671650"/>
              <a:gd name="connsiteY2345" fmla="*/ 511500 h 601039"/>
              <a:gd name="connsiteX2346" fmla="*/ 394062 w 2671650"/>
              <a:gd name="connsiteY2346" fmla="*/ 499508 h 601039"/>
              <a:gd name="connsiteX2347" fmla="*/ 432200 w 2671650"/>
              <a:gd name="connsiteY2347" fmla="*/ 476528 h 601039"/>
              <a:gd name="connsiteX2348" fmla="*/ 476399 w 2671650"/>
              <a:gd name="connsiteY2348" fmla="*/ 168813 h 601039"/>
              <a:gd name="connsiteX2349" fmla="*/ 289563 w 2671650"/>
              <a:gd name="connsiteY2349" fmla="*/ 80997 h 601039"/>
              <a:gd name="connsiteX2350" fmla="*/ 194563 w 2671650"/>
              <a:gd name="connsiteY2350" fmla="*/ 79632 h 601039"/>
              <a:gd name="connsiteX2351" fmla="*/ 193645 w 2671650"/>
              <a:gd name="connsiteY2351" fmla="*/ 80402 h 601039"/>
              <a:gd name="connsiteX2352" fmla="*/ 192282 w 2671650"/>
              <a:gd name="connsiteY2352" fmla="*/ 80727 h 601039"/>
              <a:gd name="connsiteX2353" fmla="*/ 191009 w 2671650"/>
              <a:gd name="connsiteY2353" fmla="*/ 81320 h 601039"/>
              <a:gd name="connsiteX2354" fmla="*/ 189469 w 2671650"/>
              <a:gd name="connsiteY2354" fmla="*/ 81320 h 601039"/>
              <a:gd name="connsiteX2355" fmla="*/ 188166 w 2671650"/>
              <a:gd name="connsiteY2355" fmla="*/ 81734 h 601039"/>
              <a:gd name="connsiteX2356" fmla="*/ 188077 w 2671650"/>
              <a:gd name="connsiteY2356" fmla="*/ 81616 h 601039"/>
              <a:gd name="connsiteX2357" fmla="*/ 188699 w 2671650"/>
              <a:gd name="connsiteY2357" fmla="*/ 83629 h 601039"/>
              <a:gd name="connsiteX2358" fmla="*/ 189232 w 2671650"/>
              <a:gd name="connsiteY2358" fmla="*/ 84755 h 601039"/>
              <a:gd name="connsiteX2359" fmla="*/ 190713 w 2671650"/>
              <a:gd name="connsiteY2359" fmla="*/ 86176 h 601039"/>
              <a:gd name="connsiteX2360" fmla="*/ 192401 w 2671650"/>
              <a:gd name="connsiteY2360" fmla="*/ 87242 h 601039"/>
              <a:gd name="connsiteX2361" fmla="*/ 194415 w 2671650"/>
              <a:gd name="connsiteY2361" fmla="*/ 88427 h 601039"/>
              <a:gd name="connsiteX2362" fmla="*/ 195273 w 2671650"/>
              <a:gd name="connsiteY2362" fmla="*/ 89700 h 601039"/>
              <a:gd name="connsiteX2363" fmla="*/ 196784 w 2671650"/>
              <a:gd name="connsiteY2363" fmla="*/ 90144 h 601039"/>
              <a:gd name="connsiteX2364" fmla="*/ 197642 w 2671650"/>
              <a:gd name="connsiteY2364" fmla="*/ 88841 h 601039"/>
              <a:gd name="connsiteX2365" fmla="*/ 198768 w 2671650"/>
              <a:gd name="connsiteY2365" fmla="*/ 88131 h 601039"/>
              <a:gd name="connsiteX2366" fmla="*/ 199775 w 2671650"/>
              <a:gd name="connsiteY2366" fmla="*/ 86798 h 601039"/>
              <a:gd name="connsiteX2367" fmla="*/ 200011 w 2671650"/>
              <a:gd name="connsiteY2367" fmla="*/ 85436 h 601039"/>
              <a:gd name="connsiteX2368" fmla="*/ 199863 w 2671650"/>
              <a:gd name="connsiteY2368" fmla="*/ 83689 h 601039"/>
              <a:gd name="connsiteX2369" fmla="*/ 200041 w 2671650"/>
              <a:gd name="connsiteY2369" fmla="*/ 82089 h 601039"/>
              <a:gd name="connsiteX2370" fmla="*/ 199419 w 2671650"/>
              <a:gd name="connsiteY2370" fmla="*/ 80846 h 601039"/>
              <a:gd name="connsiteX2371" fmla="*/ 198205 w 2671650"/>
              <a:gd name="connsiteY2371" fmla="*/ 80283 h 601039"/>
              <a:gd name="connsiteX2372" fmla="*/ 194563 w 2671650"/>
              <a:gd name="connsiteY2372" fmla="*/ 79632 h 601039"/>
              <a:gd name="connsiteX2373" fmla="*/ 178867 w 2671650"/>
              <a:gd name="connsiteY2373" fmla="*/ 75634 h 601039"/>
              <a:gd name="connsiteX2374" fmla="*/ 179134 w 2671650"/>
              <a:gd name="connsiteY2374" fmla="*/ 77056 h 601039"/>
              <a:gd name="connsiteX2375" fmla="*/ 178541 w 2671650"/>
              <a:gd name="connsiteY2375" fmla="*/ 78981 h 601039"/>
              <a:gd name="connsiteX2376" fmla="*/ 177712 w 2671650"/>
              <a:gd name="connsiteY2376" fmla="*/ 81113 h 601039"/>
              <a:gd name="connsiteX2377" fmla="*/ 176350 w 2671650"/>
              <a:gd name="connsiteY2377" fmla="*/ 82593 h 601039"/>
              <a:gd name="connsiteX2378" fmla="*/ 174869 w 2671650"/>
              <a:gd name="connsiteY2378" fmla="*/ 82238 h 601039"/>
              <a:gd name="connsiteX2379" fmla="*/ 174869 w 2671650"/>
              <a:gd name="connsiteY2379" fmla="*/ 80728 h 601039"/>
              <a:gd name="connsiteX2380" fmla="*/ 176469 w 2671650"/>
              <a:gd name="connsiteY2380" fmla="*/ 78507 h 601039"/>
              <a:gd name="connsiteX2381" fmla="*/ 176972 w 2671650"/>
              <a:gd name="connsiteY2381" fmla="*/ 77470 h 601039"/>
              <a:gd name="connsiteX2382" fmla="*/ 177860 w 2671650"/>
              <a:gd name="connsiteY2382" fmla="*/ 76434 h 601039"/>
              <a:gd name="connsiteX2383" fmla="*/ 178867 w 2671650"/>
              <a:gd name="connsiteY2383" fmla="*/ 75634 h 601039"/>
              <a:gd name="connsiteX2384" fmla="*/ 181414 w 2671650"/>
              <a:gd name="connsiteY2384" fmla="*/ 67431 h 601039"/>
              <a:gd name="connsiteX2385" fmla="*/ 179963 w 2671650"/>
              <a:gd name="connsiteY2385" fmla="*/ 68230 h 601039"/>
              <a:gd name="connsiteX2386" fmla="*/ 178423 w 2671650"/>
              <a:gd name="connsiteY2386" fmla="*/ 68497 h 601039"/>
              <a:gd name="connsiteX2387" fmla="*/ 177742 w 2671650"/>
              <a:gd name="connsiteY2387" fmla="*/ 69267 h 601039"/>
              <a:gd name="connsiteX2388" fmla="*/ 177268 w 2671650"/>
              <a:gd name="connsiteY2388" fmla="*/ 70096 h 601039"/>
              <a:gd name="connsiteX2389" fmla="*/ 176765 w 2671650"/>
              <a:gd name="connsiteY2389" fmla="*/ 71132 h 601039"/>
              <a:gd name="connsiteX2390" fmla="*/ 175699 w 2671650"/>
              <a:gd name="connsiteY2390" fmla="*/ 72554 h 601039"/>
              <a:gd name="connsiteX2391" fmla="*/ 174810 w 2671650"/>
              <a:gd name="connsiteY2391" fmla="*/ 73472 h 601039"/>
              <a:gd name="connsiteX2392" fmla="*/ 173774 w 2671650"/>
              <a:gd name="connsiteY2392" fmla="*/ 74775 h 601039"/>
              <a:gd name="connsiteX2393" fmla="*/ 172234 w 2671650"/>
              <a:gd name="connsiteY2393" fmla="*/ 76374 h 601039"/>
              <a:gd name="connsiteX2394" fmla="*/ 170191 w 2671650"/>
              <a:gd name="connsiteY2394" fmla="*/ 78565 h 601039"/>
              <a:gd name="connsiteX2395" fmla="*/ 169184 w 2671650"/>
              <a:gd name="connsiteY2395" fmla="*/ 78180 h 601039"/>
              <a:gd name="connsiteX2396" fmla="*/ 167614 w 2671650"/>
              <a:gd name="connsiteY2396" fmla="*/ 78180 h 601039"/>
              <a:gd name="connsiteX2397" fmla="*/ 166607 w 2671650"/>
              <a:gd name="connsiteY2397" fmla="*/ 79572 h 601039"/>
              <a:gd name="connsiteX2398" fmla="*/ 166785 w 2671650"/>
              <a:gd name="connsiteY2398" fmla="*/ 83037 h 601039"/>
              <a:gd name="connsiteX2399" fmla="*/ 168325 w 2671650"/>
              <a:gd name="connsiteY2399" fmla="*/ 85317 h 601039"/>
              <a:gd name="connsiteX2400" fmla="*/ 170102 w 2671650"/>
              <a:gd name="connsiteY2400" fmla="*/ 87390 h 601039"/>
              <a:gd name="connsiteX2401" fmla="*/ 171553 w 2671650"/>
              <a:gd name="connsiteY2401" fmla="*/ 88930 h 601039"/>
              <a:gd name="connsiteX2402" fmla="*/ 172441 w 2671650"/>
              <a:gd name="connsiteY2402" fmla="*/ 90085 h 601039"/>
              <a:gd name="connsiteX2403" fmla="*/ 173093 w 2671650"/>
              <a:gd name="connsiteY2403" fmla="*/ 90529 h 601039"/>
              <a:gd name="connsiteX2404" fmla="*/ 174129 w 2671650"/>
              <a:gd name="connsiteY2404" fmla="*/ 91507 h 601039"/>
              <a:gd name="connsiteX2405" fmla="*/ 174988 w 2671650"/>
              <a:gd name="connsiteY2405" fmla="*/ 91684 h 601039"/>
              <a:gd name="connsiteX2406" fmla="*/ 176676 w 2671650"/>
              <a:gd name="connsiteY2406" fmla="*/ 90885 h 601039"/>
              <a:gd name="connsiteX2407" fmla="*/ 177535 w 2671650"/>
              <a:gd name="connsiteY2407" fmla="*/ 90115 h 601039"/>
              <a:gd name="connsiteX2408" fmla="*/ 179015 w 2671650"/>
              <a:gd name="connsiteY2408" fmla="*/ 89700 h 601039"/>
              <a:gd name="connsiteX2409" fmla="*/ 179904 w 2671650"/>
              <a:gd name="connsiteY2409" fmla="*/ 90233 h 601039"/>
              <a:gd name="connsiteX2410" fmla="*/ 181029 w 2671650"/>
              <a:gd name="connsiteY2410" fmla="*/ 92721 h 601039"/>
              <a:gd name="connsiteX2411" fmla="*/ 182066 w 2671650"/>
              <a:gd name="connsiteY2411" fmla="*/ 94468 h 601039"/>
              <a:gd name="connsiteX2412" fmla="*/ 182806 w 2671650"/>
              <a:gd name="connsiteY2412" fmla="*/ 95741 h 601039"/>
              <a:gd name="connsiteX2413" fmla="*/ 182303 w 2671650"/>
              <a:gd name="connsiteY2413" fmla="*/ 98436 h 601039"/>
              <a:gd name="connsiteX2414" fmla="*/ 179963 w 2671650"/>
              <a:gd name="connsiteY2414" fmla="*/ 98940 h 601039"/>
              <a:gd name="connsiteX2415" fmla="*/ 178986 w 2671650"/>
              <a:gd name="connsiteY2415" fmla="*/ 100272 h 601039"/>
              <a:gd name="connsiteX2416" fmla="*/ 182303 w 2671650"/>
              <a:gd name="connsiteY2416" fmla="*/ 101131 h 601039"/>
              <a:gd name="connsiteX2417" fmla="*/ 183842 w 2671650"/>
              <a:gd name="connsiteY2417" fmla="*/ 102079 h 601039"/>
              <a:gd name="connsiteX2418" fmla="*/ 185590 w 2671650"/>
              <a:gd name="connsiteY2418" fmla="*/ 101901 h 601039"/>
              <a:gd name="connsiteX2419" fmla="*/ 186774 w 2671650"/>
              <a:gd name="connsiteY2419" fmla="*/ 102049 h 601039"/>
              <a:gd name="connsiteX2420" fmla="*/ 188048 w 2671650"/>
              <a:gd name="connsiteY2420" fmla="*/ 101901 h 601039"/>
              <a:gd name="connsiteX2421" fmla="*/ 188966 w 2671650"/>
              <a:gd name="connsiteY2421" fmla="*/ 101901 h 601039"/>
              <a:gd name="connsiteX2422" fmla="*/ 189973 w 2671650"/>
              <a:gd name="connsiteY2422" fmla="*/ 100272 h 601039"/>
              <a:gd name="connsiteX2423" fmla="*/ 190594 w 2671650"/>
              <a:gd name="connsiteY2423" fmla="*/ 97785 h 601039"/>
              <a:gd name="connsiteX2424" fmla="*/ 190743 w 2671650"/>
              <a:gd name="connsiteY2424" fmla="*/ 94823 h 601039"/>
              <a:gd name="connsiteX2425" fmla="*/ 186093 w 2671650"/>
              <a:gd name="connsiteY2425" fmla="*/ 87094 h 601039"/>
              <a:gd name="connsiteX2426" fmla="*/ 184790 w 2671650"/>
              <a:gd name="connsiteY2426" fmla="*/ 85525 h 601039"/>
              <a:gd name="connsiteX2427" fmla="*/ 185057 w 2671650"/>
              <a:gd name="connsiteY2427" fmla="*/ 84074 h 601039"/>
              <a:gd name="connsiteX2428" fmla="*/ 185886 w 2671650"/>
              <a:gd name="connsiteY2428" fmla="*/ 83422 h 601039"/>
              <a:gd name="connsiteX2429" fmla="*/ 186152 w 2671650"/>
              <a:gd name="connsiteY2429" fmla="*/ 81171 h 601039"/>
              <a:gd name="connsiteX2430" fmla="*/ 186152 w 2671650"/>
              <a:gd name="connsiteY2430" fmla="*/ 74775 h 601039"/>
              <a:gd name="connsiteX2431" fmla="*/ 186152 w 2671650"/>
              <a:gd name="connsiteY2431" fmla="*/ 72880 h 601039"/>
              <a:gd name="connsiteX2432" fmla="*/ 186804 w 2671650"/>
              <a:gd name="connsiteY2432" fmla="*/ 70066 h 601039"/>
              <a:gd name="connsiteX2433" fmla="*/ 185975 w 2671650"/>
              <a:gd name="connsiteY2433" fmla="*/ 68793 h 601039"/>
              <a:gd name="connsiteX2434" fmla="*/ 184375 w 2671650"/>
              <a:gd name="connsiteY2434" fmla="*/ 67431 h 601039"/>
              <a:gd name="connsiteX2435" fmla="*/ 181414 w 2671650"/>
              <a:gd name="connsiteY2435" fmla="*/ 67431 h 601039"/>
              <a:gd name="connsiteX2436" fmla="*/ 434907 w 2671650"/>
              <a:gd name="connsiteY2436" fmla="*/ 63492 h 601039"/>
              <a:gd name="connsiteX2437" fmla="*/ 433930 w 2671650"/>
              <a:gd name="connsiteY2437" fmla="*/ 63818 h 601039"/>
              <a:gd name="connsiteX2438" fmla="*/ 432923 w 2671650"/>
              <a:gd name="connsiteY2438" fmla="*/ 65802 h 601039"/>
              <a:gd name="connsiteX2439" fmla="*/ 431412 w 2671650"/>
              <a:gd name="connsiteY2439" fmla="*/ 67875 h 601039"/>
              <a:gd name="connsiteX2440" fmla="*/ 428658 w 2671650"/>
              <a:gd name="connsiteY2440" fmla="*/ 70836 h 601039"/>
              <a:gd name="connsiteX2441" fmla="*/ 424128 w 2671650"/>
              <a:gd name="connsiteY2441" fmla="*/ 69977 h 601039"/>
              <a:gd name="connsiteX2442" fmla="*/ 421847 w 2671650"/>
              <a:gd name="connsiteY2442" fmla="*/ 68586 h 601039"/>
              <a:gd name="connsiteX2443" fmla="*/ 420544 w 2671650"/>
              <a:gd name="connsiteY2443" fmla="*/ 68586 h 601039"/>
              <a:gd name="connsiteX2444" fmla="*/ 419182 w 2671650"/>
              <a:gd name="connsiteY2444" fmla="*/ 68349 h 601039"/>
              <a:gd name="connsiteX2445" fmla="*/ 417790 w 2671650"/>
              <a:gd name="connsiteY2445" fmla="*/ 68763 h 601039"/>
              <a:gd name="connsiteX2446" fmla="*/ 416458 w 2671650"/>
              <a:gd name="connsiteY2446" fmla="*/ 69918 h 601039"/>
              <a:gd name="connsiteX2447" fmla="*/ 416961 w 2671650"/>
              <a:gd name="connsiteY2447" fmla="*/ 73324 h 601039"/>
              <a:gd name="connsiteX2448" fmla="*/ 418146 w 2671650"/>
              <a:gd name="connsiteY2448" fmla="*/ 75012 h 601039"/>
              <a:gd name="connsiteX2449" fmla="*/ 419182 w 2671650"/>
              <a:gd name="connsiteY2449" fmla="*/ 75604 h 601039"/>
              <a:gd name="connsiteX2450" fmla="*/ 420426 w 2671650"/>
              <a:gd name="connsiteY2450" fmla="*/ 75930 h 601039"/>
              <a:gd name="connsiteX2451" fmla="*/ 421255 w 2671650"/>
              <a:gd name="connsiteY2451" fmla="*/ 76404 h 601039"/>
              <a:gd name="connsiteX2452" fmla="*/ 422351 w 2671650"/>
              <a:gd name="connsiteY2452" fmla="*/ 76966 h 601039"/>
              <a:gd name="connsiteX2453" fmla="*/ 421048 w 2671650"/>
              <a:gd name="connsiteY2453" fmla="*/ 78210 h 601039"/>
              <a:gd name="connsiteX2454" fmla="*/ 416931 w 2671650"/>
              <a:gd name="connsiteY2454" fmla="*/ 80638 h 601039"/>
              <a:gd name="connsiteX2455" fmla="*/ 408699 w 2671650"/>
              <a:gd name="connsiteY2455" fmla="*/ 82652 h 601039"/>
              <a:gd name="connsiteX2456" fmla="*/ 407692 w 2671650"/>
              <a:gd name="connsiteY2456" fmla="*/ 82652 h 601039"/>
              <a:gd name="connsiteX2457" fmla="*/ 406063 w 2671650"/>
              <a:gd name="connsiteY2457" fmla="*/ 82859 h 601039"/>
              <a:gd name="connsiteX2458" fmla="*/ 403872 w 2671650"/>
              <a:gd name="connsiteY2458" fmla="*/ 82859 h 601039"/>
              <a:gd name="connsiteX2459" fmla="*/ 403872 w 2671650"/>
              <a:gd name="connsiteY2459" fmla="*/ 82741 h 601039"/>
              <a:gd name="connsiteX2460" fmla="*/ 402421 w 2671650"/>
              <a:gd name="connsiteY2460" fmla="*/ 83096 h 601039"/>
              <a:gd name="connsiteX2461" fmla="*/ 403309 w 2671650"/>
              <a:gd name="connsiteY2461" fmla="*/ 84133 h 601039"/>
              <a:gd name="connsiteX2462" fmla="*/ 403309 w 2671650"/>
              <a:gd name="connsiteY2462" fmla="*/ 85850 h 601039"/>
              <a:gd name="connsiteX2463" fmla="*/ 403724 w 2671650"/>
              <a:gd name="connsiteY2463" fmla="*/ 87094 h 601039"/>
              <a:gd name="connsiteX2464" fmla="*/ 405175 w 2671650"/>
              <a:gd name="connsiteY2464" fmla="*/ 87598 h 601039"/>
              <a:gd name="connsiteX2465" fmla="*/ 407840 w 2671650"/>
              <a:gd name="connsiteY2465" fmla="*/ 88368 h 601039"/>
              <a:gd name="connsiteX2466" fmla="*/ 411186 w 2671650"/>
              <a:gd name="connsiteY2466" fmla="*/ 88368 h 601039"/>
              <a:gd name="connsiteX2467" fmla="*/ 415836 w 2671650"/>
              <a:gd name="connsiteY2467" fmla="*/ 88368 h 601039"/>
              <a:gd name="connsiteX2468" fmla="*/ 421077 w 2671650"/>
              <a:gd name="connsiteY2468" fmla="*/ 87065 h 601039"/>
              <a:gd name="connsiteX2469" fmla="*/ 425401 w 2671650"/>
              <a:gd name="connsiteY2469" fmla="*/ 84873 h 601039"/>
              <a:gd name="connsiteX2470" fmla="*/ 427059 w 2671650"/>
              <a:gd name="connsiteY2470" fmla="*/ 89730 h 601039"/>
              <a:gd name="connsiteX2471" fmla="*/ 427652 w 2671650"/>
              <a:gd name="connsiteY2471" fmla="*/ 92277 h 601039"/>
              <a:gd name="connsiteX2472" fmla="*/ 428273 w 2671650"/>
              <a:gd name="connsiteY2472" fmla="*/ 96748 h 601039"/>
              <a:gd name="connsiteX2473" fmla="*/ 428273 w 2671650"/>
              <a:gd name="connsiteY2473" fmla="*/ 101723 h 601039"/>
              <a:gd name="connsiteX2474" fmla="*/ 429103 w 2671650"/>
              <a:gd name="connsiteY2474" fmla="*/ 103500 h 601039"/>
              <a:gd name="connsiteX2475" fmla="*/ 431353 w 2671650"/>
              <a:gd name="connsiteY2475" fmla="*/ 105247 h 601039"/>
              <a:gd name="connsiteX2476" fmla="*/ 432745 w 2671650"/>
              <a:gd name="connsiteY2476" fmla="*/ 106432 h 601039"/>
              <a:gd name="connsiteX2477" fmla="*/ 434552 w 2671650"/>
              <a:gd name="connsiteY2477" fmla="*/ 107439 h 601039"/>
              <a:gd name="connsiteX2478" fmla="*/ 436210 w 2671650"/>
              <a:gd name="connsiteY2478" fmla="*/ 108534 h 601039"/>
              <a:gd name="connsiteX2479" fmla="*/ 437069 w 2671650"/>
              <a:gd name="connsiteY2479" fmla="*/ 108831 h 601039"/>
              <a:gd name="connsiteX2480" fmla="*/ 438194 w 2671650"/>
              <a:gd name="connsiteY2480" fmla="*/ 108623 h 601039"/>
              <a:gd name="connsiteX2481" fmla="*/ 440622 w 2671650"/>
              <a:gd name="connsiteY2481" fmla="*/ 108623 h 601039"/>
              <a:gd name="connsiteX2482" fmla="*/ 441481 w 2671650"/>
              <a:gd name="connsiteY2482" fmla="*/ 107498 h 601039"/>
              <a:gd name="connsiteX2483" fmla="*/ 442340 w 2671650"/>
              <a:gd name="connsiteY2483" fmla="*/ 106846 h 601039"/>
              <a:gd name="connsiteX2484" fmla="*/ 441511 w 2671650"/>
              <a:gd name="connsiteY2484" fmla="*/ 105692 h 601039"/>
              <a:gd name="connsiteX2485" fmla="*/ 438964 w 2671650"/>
              <a:gd name="connsiteY2485" fmla="*/ 102730 h 601039"/>
              <a:gd name="connsiteX2486" fmla="*/ 438076 w 2671650"/>
              <a:gd name="connsiteY2486" fmla="*/ 100983 h 601039"/>
              <a:gd name="connsiteX2487" fmla="*/ 436625 w 2671650"/>
              <a:gd name="connsiteY2487" fmla="*/ 99147 h 601039"/>
              <a:gd name="connsiteX2488" fmla="*/ 434640 w 2671650"/>
              <a:gd name="connsiteY2488" fmla="*/ 95001 h 601039"/>
              <a:gd name="connsiteX2489" fmla="*/ 433515 w 2671650"/>
              <a:gd name="connsiteY2489" fmla="*/ 89552 h 601039"/>
              <a:gd name="connsiteX2490" fmla="*/ 431738 w 2671650"/>
              <a:gd name="connsiteY2490" fmla="*/ 82623 h 601039"/>
              <a:gd name="connsiteX2491" fmla="*/ 432627 w 2671650"/>
              <a:gd name="connsiteY2491" fmla="*/ 80431 h 601039"/>
              <a:gd name="connsiteX2492" fmla="*/ 434196 w 2671650"/>
              <a:gd name="connsiteY2492" fmla="*/ 79661 h 601039"/>
              <a:gd name="connsiteX2493" fmla="*/ 437394 w 2671650"/>
              <a:gd name="connsiteY2493" fmla="*/ 80165 h 601039"/>
              <a:gd name="connsiteX2494" fmla="*/ 439231 w 2671650"/>
              <a:gd name="connsiteY2494" fmla="*/ 80935 h 601039"/>
              <a:gd name="connsiteX2495" fmla="*/ 441333 w 2671650"/>
              <a:gd name="connsiteY2495" fmla="*/ 81379 h 601039"/>
              <a:gd name="connsiteX2496" fmla="*/ 444531 w 2671650"/>
              <a:gd name="connsiteY2496" fmla="*/ 81764 h 601039"/>
              <a:gd name="connsiteX2497" fmla="*/ 446101 w 2671650"/>
              <a:gd name="connsiteY2497" fmla="*/ 81586 h 601039"/>
              <a:gd name="connsiteX2498" fmla="*/ 447019 w 2671650"/>
              <a:gd name="connsiteY2498" fmla="*/ 81201 h 601039"/>
              <a:gd name="connsiteX2499" fmla="*/ 447019 w 2671650"/>
              <a:gd name="connsiteY2499" fmla="*/ 77766 h 601039"/>
              <a:gd name="connsiteX2500" fmla="*/ 445390 w 2671650"/>
              <a:gd name="connsiteY2500" fmla="*/ 75989 h 601039"/>
              <a:gd name="connsiteX2501" fmla="*/ 443080 w 2671650"/>
              <a:gd name="connsiteY2501" fmla="*/ 74656 h 601039"/>
              <a:gd name="connsiteX2502" fmla="*/ 440948 w 2671650"/>
              <a:gd name="connsiteY2502" fmla="*/ 74834 h 601039"/>
              <a:gd name="connsiteX2503" fmla="*/ 439408 w 2671650"/>
              <a:gd name="connsiteY2503" fmla="*/ 74538 h 601039"/>
              <a:gd name="connsiteX2504" fmla="*/ 438046 w 2671650"/>
              <a:gd name="connsiteY2504" fmla="*/ 74390 h 601039"/>
              <a:gd name="connsiteX2505" fmla="*/ 437039 w 2671650"/>
              <a:gd name="connsiteY2505" fmla="*/ 74123 h 601039"/>
              <a:gd name="connsiteX2506" fmla="*/ 437809 w 2671650"/>
              <a:gd name="connsiteY2506" fmla="*/ 72880 h 601039"/>
              <a:gd name="connsiteX2507" fmla="*/ 439941 w 2671650"/>
              <a:gd name="connsiteY2507" fmla="*/ 71221 h 601039"/>
              <a:gd name="connsiteX2508" fmla="*/ 440386 w 2671650"/>
              <a:gd name="connsiteY2508" fmla="*/ 69918 h 601039"/>
              <a:gd name="connsiteX2509" fmla="*/ 440682 w 2671650"/>
              <a:gd name="connsiteY2509" fmla="*/ 68497 h 601039"/>
              <a:gd name="connsiteX2510" fmla="*/ 439793 w 2671650"/>
              <a:gd name="connsiteY2510" fmla="*/ 66098 h 601039"/>
              <a:gd name="connsiteX2511" fmla="*/ 437691 w 2671650"/>
              <a:gd name="connsiteY2511" fmla="*/ 64765 h 601039"/>
              <a:gd name="connsiteX2512" fmla="*/ 436328 w 2671650"/>
              <a:gd name="connsiteY2512" fmla="*/ 64469 h 601039"/>
              <a:gd name="connsiteX2513" fmla="*/ 434907 w 2671650"/>
              <a:gd name="connsiteY2513" fmla="*/ 63492 h 601039"/>
              <a:gd name="connsiteX2514" fmla="*/ 241115 w 2671650"/>
              <a:gd name="connsiteY2514" fmla="*/ 58902 h 601039"/>
              <a:gd name="connsiteX2515" fmla="*/ 241204 w 2671650"/>
              <a:gd name="connsiteY2515" fmla="*/ 59020 h 601039"/>
              <a:gd name="connsiteX2516" fmla="*/ 241136 w 2671650"/>
              <a:gd name="connsiteY2516" fmla="*/ 58941 h 601039"/>
              <a:gd name="connsiteX2517" fmla="*/ 170457 w 2671650"/>
              <a:gd name="connsiteY2517" fmla="*/ 53275 h 601039"/>
              <a:gd name="connsiteX2518" fmla="*/ 168947 w 2671650"/>
              <a:gd name="connsiteY2518" fmla="*/ 53660 h 601039"/>
              <a:gd name="connsiteX2519" fmla="*/ 167881 w 2671650"/>
              <a:gd name="connsiteY2519" fmla="*/ 53660 h 601039"/>
              <a:gd name="connsiteX2520" fmla="*/ 166489 w 2671650"/>
              <a:gd name="connsiteY2520" fmla="*/ 54490 h 601039"/>
              <a:gd name="connsiteX2521" fmla="*/ 165334 w 2671650"/>
              <a:gd name="connsiteY2521" fmla="*/ 55052 h 601039"/>
              <a:gd name="connsiteX2522" fmla="*/ 164623 w 2671650"/>
              <a:gd name="connsiteY2522" fmla="*/ 55941 h 601039"/>
              <a:gd name="connsiteX2523" fmla="*/ 163735 w 2671650"/>
              <a:gd name="connsiteY2523" fmla="*/ 56592 h 601039"/>
              <a:gd name="connsiteX2524" fmla="*/ 163024 w 2671650"/>
              <a:gd name="connsiteY2524" fmla="*/ 57569 h 601039"/>
              <a:gd name="connsiteX2525" fmla="*/ 161543 w 2671650"/>
              <a:gd name="connsiteY2525" fmla="*/ 58813 h 601039"/>
              <a:gd name="connsiteX2526" fmla="*/ 161751 w 2671650"/>
              <a:gd name="connsiteY2526" fmla="*/ 59938 h 601039"/>
              <a:gd name="connsiteX2527" fmla="*/ 164475 w 2671650"/>
              <a:gd name="connsiteY2527" fmla="*/ 61982 h 601039"/>
              <a:gd name="connsiteX2528" fmla="*/ 164771 w 2671650"/>
              <a:gd name="connsiteY2528" fmla="*/ 63255 h 601039"/>
              <a:gd name="connsiteX2529" fmla="*/ 164979 w 2671650"/>
              <a:gd name="connsiteY2529" fmla="*/ 64321 h 601039"/>
              <a:gd name="connsiteX2530" fmla="*/ 165304 w 2671650"/>
              <a:gd name="connsiteY2530" fmla="*/ 65358 h 601039"/>
              <a:gd name="connsiteX2531" fmla="*/ 166548 w 2671650"/>
              <a:gd name="connsiteY2531" fmla="*/ 65358 h 601039"/>
              <a:gd name="connsiteX2532" fmla="*/ 167644 w 2671650"/>
              <a:gd name="connsiteY2532" fmla="*/ 65121 h 601039"/>
              <a:gd name="connsiteX2533" fmla="*/ 168295 w 2671650"/>
              <a:gd name="connsiteY2533" fmla="*/ 65891 h 601039"/>
              <a:gd name="connsiteX2534" fmla="*/ 167466 w 2671650"/>
              <a:gd name="connsiteY2534" fmla="*/ 67431 h 601039"/>
              <a:gd name="connsiteX2535" fmla="*/ 164890 w 2671650"/>
              <a:gd name="connsiteY2535" fmla="*/ 70392 h 601039"/>
              <a:gd name="connsiteX2536" fmla="*/ 163350 w 2671650"/>
              <a:gd name="connsiteY2536" fmla="*/ 71636 h 601039"/>
              <a:gd name="connsiteX2537" fmla="*/ 159826 w 2671650"/>
              <a:gd name="connsiteY2537" fmla="*/ 74864 h 601039"/>
              <a:gd name="connsiteX2538" fmla="*/ 158493 w 2671650"/>
              <a:gd name="connsiteY2538" fmla="*/ 76433 h 601039"/>
              <a:gd name="connsiteX2539" fmla="*/ 157457 w 2671650"/>
              <a:gd name="connsiteY2539" fmla="*/ 76433 h 601039"/>
              <a:gd name="connsiteX2540" fmla="*/ 157457 w 2671650"/>
              <a:gd name="connsiteY2540" fmla="*/ 76315 h 601039"/>
              <a:gd name="connsiteX2541" fmla="*/ 155295 w 2671650"/>
              <a:gd name="connsiteY2541" fmla="*/ 79632 h 601039"/>
              <a:gd name="connsiteX2542" fmla="*/ 155621 w 2671650"/>
              <a:gd name="connsiteY2542" fmla="*/ 80786 h 601039"/>
              <a:gd name="connsiteX2543" fmla="*/ 156479 w 2671650"/>
              <a:gd name="connsiteY2543" fmla="*/ 82060 h 601039"/>
              <a:gd name="connsiteX2544" fmla="*/ 157782 w 2671650"/>
              <a:gd name="connsiteY2544" fmla="*/ 83363 h 601039"/>
              <a:gd name="connsiteX2545" fmla="*/ 159322 w 2671650"/>
              <a:gd name="connsiteY2545" fmla="*/ 82593 h 601039"/>
              <a:gd name="connsiteX2546" fmla="*/ 160448 w 2671650"/>
              <a:gd name="connsiteY2546" fmla="*/ 82593 h 601039"/>
              <a:gd name="connsiteX2547" fmla="*/ 161099 w 2671650"/>
              <a:gd name="connsiteY2547" fmla="*/ 81438 h 601039"/>
              <a:gd name="connsiteX2548" fmla="*/ 162017 w 2671650"/>
              <a:gd name="connsiteY2548" fmla="*/ 80372 h 601039"/>
              <a:gd name="connsiteX2549" fmla="*/ 163142 w 2671650"/>
              <a:gd name="connsiteY2549" fmla="*/ 79217 h 601039"/>
              <a:gd name="connsiteX2550" fmla="*/ 163942 w 2671650"/>
              <a:gd name="connsiteY2550" fmla="*/ 78684 h 601039"/>
              <a:gd name="connsiteX2551" fmla="*/ 164979 w 2671650"/>
              <a:gd name="connsiteY2551" fmla="*/ 78003 h 601039"/>
              <a:gd name="connsiteX2552" fmla="*/ 165985 w 2671650"/>
              <a:gd name="connsiteY2552" fmla="*/ 76966 h 601039"/>
              <a:gd name="connsiteX2553" fmla="*/ 166992 w 2671650"/>
              <a:gd name="connsiteY2553" fmla="*/ 76137 h 601039"/>
              <a:gd name="connsiteX2554" fmla="*/ 168118 w 2671650"/>
              <a:gd name="connsiteY2554" fmla="*/ 75041 h 601039"/>
              <a:gd name="connsiteX2555" fmla="*/ 169302 w 2671650"/>
              <a:gd name="connsiteY2555" fmla="*/ 73827 h 601039"/>
              <a:gd name="connsiteX2556" fmla="*/ 170516 w 2671650"/>
              <a:gd name="connsiteY2556" fmla="*/ 72583 h 601039"/>
              <a:gd name="connsiteX2557" fmla="*/ 174899 w 2671650"/>
              <a:gd name="connsiteY2557" fmla="*/ 68171 h 601039"/>
              <a:gd name="connsiteX2558" fmla="*/ 176557 w 2671650"/>
              <a:gd name="connsiteY2558" fmla="*/ 65920 h 601039"/>
              <a:gd name="connsiteX2559" fmla="*/ 178127 w 2671650"/>
              <a:gd name="connsiteY2559" fmla="*/ 65062 h 601039"/>
              <a:gd name="connsiteX2560" fmla="*/ 179371 w 2671650"/>
              <a:gd name="connsiteY2560" fmla="*/ 63551 h 601039"/>
              <a:gd name="connsiteX2561" fmla="*/ 180674 w 2671650"/>
              <a:gd name="connsiteY2561" fmla="*/ 62130 h 601039"/>
              <a:gd name="connsiteX2562" fmla="*/ 182273 w 2671650"/>
              <a:gd name="connsiteY2562" fmla="*/ 60886 h 601039"/>
              <a:gd name="connsiteX2563" fmla="*/ 184346 w 2671650"/>
              <a:gd name="connsiteY2563" fmla="*/ 59405 h 601039"/>
              <a:gd name="connsiteX2564" fmla="*/ 185886 w 2671650"/>
              <a:gd name="connsiteY2564" fmla="*/ 59020 h 601039"/>
              <a:gd name="connsiteX2565" fmla="*/ 187041 w 2671650"/>
              <a:gd name="connsiteY2565" fmla="*/ 55556 h 601039"/>
              <a:gd name="connsiteX2566" fmla="*/ 186300 w 2671650"/>
              <a:gd name="connsiteY2566" fmla="*/ 54164 h 601039"/>
              <a:gd name="connsiteX2567" fmla="*/ 185323 w 2671650"/>
              <a:gd name="connsiteY2567" fmla="*/ 53868 h 601039"/>
              <a:gd name="connsiteX2568" fmla="*/ 183280 w 2671650"/>
              <a:gd name="connsiteY2568" fmla="*/ 53512 h 601039"/>
              <a:gd name="connsiteX2569" fmla="*/ 181977 w 2671650"/>
              <a:gd name="connsiteY2569" fmla="*/ 53808 h 601039"/>
              <a:gd name="connsiteX2570" fmla="*/ 180615 w 2671650"/>
              <a:gd name="connsiteY2570" fmla="*/ 54016 h 601039"/>
              <a:gd name="connsiteX2571" fmla="*/ 178482 w 2671650"/>
              <a:gd name="connsiteY2571" fmla="*/ 56059 h 601039"/>
              <a:gd name="connsiteX2572" fmla="*/ 174751 w 2671650"/>
              <a:gd name="connsiteY2572" fmla="*/ 59672 h 601039"/>
              <a:gd name="connsiteX2573" fmla="*/ 174070 w 2671650"/>
              <a:gd name="connsiteY2573" fmla="*/ 59080 h 601039"/>
              <a:gd name="connsiteX2574" fmla="*/ 174070 w 2671650"/>
              <a:gd name="connsiteY2574" fmla="*/ 56118 h 601039"/>
              <a:gd name="connsiteX2575" fmla="*/ 171760 w 2671650"/>
              <a:gd name="connsiteY2575" fmla="*/ 54519 h 601039"/>
              <a:gd name="connsiteX2576" fmla="*/ 170457 w 2671650"/>
              <a:gd name="connsiteY2576" fmla="*/ 53275 h 601039"/>
              <a:gd name="connsiteX2577" fmla="*/ 264169 w 2671650"/>
              <a:gd name="connsiteY2577" fmla="*/ 44910 h 601039"/>
              <a:gd name="connsiteX2578" fmla="*/ 264658 w 2671650"/>
              <a:gd name="connsiteY2578" fmla="*/ 45429 h 601039"/>
              <a:gd name="connsiteX2579" fmla="*/ 263829 w 2671650"/>
              <a:gd name="connsiteY2579" fmla="*/ 47531 h 601039"/>
              <a:gd name="connsiteX2580" fmla="*/ 262082 w 2671650"/>
              <a:gd name="connsiteY2580" fmla="*/ 47531 h 601039"/>
              <a:gd name="connsiteX2581" fmla="*/ 261815 w 2671650"/>
              <a:gd name="connsiteY2581" fmla="*/ 46583 h 601039"/>
              <a:gd name="connsiteX2582" fmla="*/ 262141 w 2671650"/>
              <a:gd name="connsiteY2582" fmla="*/ 45517 h 601039"/>
              <a:gd name="connsiteX2583" fmla="*/ 264036 w 2671650"/>
              <a:gd name="connsiteY2583" fmla="*/ 44925 h 601039"/>
              <a:gd name="connsiteX2584" fmla="*/ 264169 w 2671650"/>
              <a:gd name="connsiteY2584" fmla="*/ 44910 h 601039"/>
              <a:gd name="connsiteX2585" fmla="*/ 269574 w 2671650"/>
              <a:gd name="connsiteY2585" fmla="*/ 42437 h 601039"/>
              <a:gd name="connsiteX2586" fmla="*/ 270580 w 2671650"/>
              <a:gd name="connsiteY2586" fmla="*/ 42645 h 601039"/>
              <a:gd name="connsiteX2587" fmla="*/ 270728 w 2671650"/>
              <a:gd name="connsiteY2587" fmla="*/ 43918 h 601039"/>
              <a:gd name="connsiteX2588" fmla="*/ 269189 w 2671650"/>
              <a:gd name="connsiteY2588" fmla="*/ 45428 h 601039"/>
              <a:gd name="connsiteX2589" fmla="*/ 268122 w 2671650"/>
              <a:gd name="connsiteY2589" fmla="*/ 44688 h 601039"/>
              <a:gd name="connsiteX2590" fmla="*/ 268122 w 2671650"/>
              <a:gd name="connsiteY2590" fmla="*/ 43148 h 601039"/>
              <a:gd name="connsiteX2591" fmla="*/ 269574 w 2671650"/>
              <a:gd name="connsiteY2591" fmla="*/ 42437 h 601039"/>
              <a:gd name="connsiteX2592" fmla="*/ 262555 w 2671650"/>
              <a:gd name="connsiteY2592" fmla="*/ 38529 h 601039"/>
              <a:gd name="connsiteX2593" fmla="*/ 264006 w 2671650"/>
              <a:gd name="connsiteY2593" fmla="*/ 39772 h 601039"/>
              <a:gd name="connsiteX2594" fmla="*/ 262318 w 2671650"/>
              <a:gd name="connsiteY2594" fmla="*/ 41875 h 601039"/>
              <a:gd name="connsiteX2595" fmla="*/ 261548 w 2671650"/>
              <a:gd name="connsiteY2595" fmla="*/ 41549 h 601039"/>
              <a:gd name="connsiteX2596" fmla="*/ 261134 w 2671650"/>
              <a:gd name="connsiteY2596" fmla="*/ 39920 h 601039"/>
              <a:gd name="connsiteX2597" fmla="*/ 262555 w 2671650"/>
              <a:gd name="connsiteY2597" fmla="*/ 38529 h 601039"/>
              <a:gd name="connsiteX2598" fmla="*/ 345770 w 2671650"/>
              <a:gd name="connsiteY2598" fmla="*/ 37314 h 601039"/>
              <a:gd name="connsiteX2599" fmla="*/ 343815 w 2671650"/>
              <a:gd name="connsiteY2599" fmla="*/ 38291 h 601039"/>
              <a:gd name="connsiteX2600" fmla="*/ 343519 w 2671650"/>
              <a:gd name="connsiteY2600" fmla="*/ 40157 h 601039"/>
              <a:gd name="connsiteX2601" fmla="*/ 343519 w 2671650"/>
              <a:gd name="connsiteY2601" fmla="*/ 42141 h 601039"/>
              <a:gd name="connsiteX2602" fmla="*/ 344230 w 2671650"/>
              <a:gd name="connsiteY2602" fmla="*/ 44806 h 601039"/>
              <a:gd name="connsiteX2603" fmla="*/ 344378 w 2671650"/>
              <a:gd name="connsiteY2603" fmla="*/ 46938 h 601039"/>
              <a:gd name="connsiteX2604" fmla="*/ 346569 w 2671650"/>
              <a:gd name="connsiteY2604" fmla="*/ 47323 h 601039"/>
              <a:gd name="connsiteX2605" fmla="*/ 348317 w 2671650"/>
              <a:gd name="connsiteY2605" fmla="*/ 47323 h 601039"/>
              <a:gd name="connsiteX2606" fmla="*/ 348317 w 2671650"/>
              <a:gd name="connsiteY2606" fmla="*/ 48952 h 601039"/>
              <a:gd name="connsiteX2607" fmla="*/ 347488 w 2671650"/>
              <a:gd name="connsiteY2607" fmla="*/ 50817 h 601039"/>
              <a:gd name="connsiteX2608" fmla="*/ 342660 w 2671650"/>
              <a:gd name="connsiteY2608" fmla="*/ 55793 h 601039"/>
              <a:gd name="connsiteX2609" fmla="*/ 337863 w 2671650"/>
              <a:gd name="connsiteY2609" fmla="*/ 56503 h 601039"/>
              <a:gd name="connsiteX2610" fmla="*/ 336205 w 2671650"/>
              <a:gd name="connsiteY2610" fmla="*/ 56503 h 601039"/>
              <a:gd name="connsiteX2611" fmla="*/ 331851 w 2671650"/>
              <a:gd name="connsiteY2611" fmla="*/ 57007 h 601039"/>
              <a:gd name="connsiteX2612" fmla="*/ 329986 w 2671650"/>
              <a:gd name="connsiteY2612" fmla="*/ 56355 h 601039"/>
              <a:gd name="connsiteX2613" fmla="*/ 326314 w 2671650"/>
              <a:gd name="connsiteY2613" fmla="*/ 57332 h 601039"/>
              <a:gd name="connsiteX2614" fmla="*/ 325988 w 2671650"/>
              <a:gd name="connsiteY2614" fmla="*/ 59405 h 601039"/>
              <a:gd name="connsiteX2615" fmla="*/ 325988 w 2671650"/>
              <a:gd name="connsiteY2615" fmla="*/ 59287 h 601039"/>
              <a:gd name="connsiteX2616" fmla="*/ 325396 w 2671650"/>
              <a:gd name="connsiteY2616" fmla="*/ 61123 h 601039"/>
              <a:gd name="connsiteX2617" fmla="*/ 327676 w 2671650"/>
              <a:gd name="connsiteY2617" fmla="*/ 64677 h 601039"/>
              <a:gd name="connsiteX2618" fmla="*/ 336175 w 2671650"/>
              <a:gd name="connsiteY2618" fmla="*/ 63670 h 601039"/>
              <a:gd name="connsiteX2619" fmla="*/ 342868 w 2671650"/>
              <a:gd name="connsiteY2619" fmla="*/ 63936 h 601039"/>
              <a:gd name="connsiteX2620" fmla="*/ 346451 w 2671650"/>
              <a:gd name="connsiteY2620" fmla="*/ 64914 h 601039"/>
              <a:gd name="connsiteX2621" fmla="*/ 349709 w 2671650"/>
              <a:gd name="connsiteY2621" fmla="*/ 65239 h 601039"/>
              <a:gd name="connsiteX2622" fmla="*/ 353055 w 2671650"/>
              <a:gd name="connsiteY2622" fmla="*/ 65802 h 601039"/>
              <a:gd name="connsiteX2623" fmla="*/ 356283 w 2671650"/>
              <a:gd name="connsiteY2623" fmla="*/ 66602 h 601039"/>
              <a:gd name="connsiteX2624" fmla="*/ 359747 w 2671650"/>
              <a:gd name="connsiteY2624" fmla="*/ 67786 h 601039"/>
              <a:gd name="connsiteX2625" fmla="*/ 361939 w 2671650"/>
              <a:gd name="connsiteY2625" fmla="*/ 68141 h 601039"/>
              <a:gd name="connsiteX2626" fmla="*/ 363953 w 2671650"/>
              <a:gd name="connsiteY2626" fmla="*/ 69030 h 601039"/>
              <a:gd name="connsiteX2627" fmla="*/ 365907 w 2671650"/>
              <a:gd name="connsiteY2627" fmla="*/ 69385 h 601039"/>
              <a:gd name="connsiteX2628" fmla="*/ 367151 w 2671650"/>
              <a:gd name="connsiteY2628" fmla="*/ 68615 h 601039"/>
              <a:gd name="connsiteX2629" fmla="*/ 367950 w 2671650"/>
              <a:gd name="connsiteY2629" fmla="*/ 67579 h 601039"/>
              <a:gd name="connsiteX2630" fmla="*/ 367950 w 2671650"/>
              <a:gd name="connsiteY2630" fmla="*/ 66809 h 601039"/>
              <a:gd name="connsiteX2631" fmla="*/ 367950 w 2671650"/>
              <a:gd name="connsiteY2631" fmla="*/ 66276 h 601039"/>
              <a:gd name="connsiteX2632" fmla="*/ 367950 w 2671650"/>
              <a:gd name="connsiteY2632" fmla="*/ 64884 h 601039"/>
              <a:gd name="connsiteX2633" fmla="*/ 366351 w 2671650"/>
              <a:gd name="connsiteY2633" fmla="*/ 62781 h 601039"/>
              <a:gd name="connsiteX2634" fmla="*/ 365048 w 2671650"/>
              <a:gd name="connsiteY2634" fmla="*/ 61567 h 601039"/>
              <a:gd name="connsiteX2635" fmla="*/ 363597 w 2671650"/>
              <a:gd name="connsiteY2635" fmla="*/ 60768 h 601039"/>
              <a:gd name="connsiteX2636" fmla="*/ 362146 w 2671650"/>
              <a:gd name="connsiteY2636" fmla="*/ 60560 h 601039"/>
              <a:gd name="connsiteX2637" fmla="*/ 360517 w 2671650"/>
              <a:gd name="connsiteY2637" fmla="*/ 60768 h 601039"/>
              <a:gd name="connsiteX2638" fmla="*/ 354772 w 2671650"/>
              <a:gd name="connsiteY2638" fmla="*/ 59494 h 601039"/>
              <a:gd name="connsiteX2639" fmla="*/ 355394 w 2671650"/>
              <a:gd name="connsiteY2639" fmla="*/ 56266 h 601039"/>
              <a:gd name="connsiteX2640" fmla="*/ 355927 w 2671650"/>
              <a:gd name="connsiteY2640" fmla="*/ 55111 h 601039"/>
              <a:gd name="connsiteX2641" fmla="*/ 356520 w 2671650"/>
              <a:gd name="connsiteY2641" fmla="*/ 54045 h 601039"/>
              <a:gd name="connsiteX2642" fmla="*/ 357230 w 2671650"/>
              <a:gd name="connsiteY2642" fmla="*/ 53038 h 601039"/>
              <a:gd name="connsiteX2643" fmla="*/ 358000 w 2671650"/>
              <a:gd name="connsiteY2643" fmla="*/ 52002 h 601039"/>
              <a:gd name="connsiteX2644" fmla="*/ 358000 w 2671650"/>
              <a:gd name="connsiteY2644" fmla="*/ 49218 h 601039"/>
              <a:gd name="connsiteX2645" fmla="*/ 361643 w 2671650"/>
              <a:gd name="connsiteY2645" fmla="*/ 47826 h 601039"/>
              <a:gd name="connsiteX2646" fmla="*/ 363449 w 2671650"/>
              <a:gd name="connsiteY2646" fmla="*/ 47175 h 601039"/>
              <a:gd name="connsiteX2647" fmla="*/ 365877 w 2671650"/>
              <a:gd name="connsiteY2647" fmla="*/ 45961 h 601039"/>
              <a:gd name="connsiteX2648" fmla="*/ 369017 w 2671650"/>
              <a:gd name="connsiteY2648" fmla="*/ 44243 h 601039"/>
              <a:gd name="connsiteX2649" fmla="*/ 368661 w 2671650"/>
              <a:gd name="connsiteY2649" fmla="*/ 43059 h 601039"/>
              <a:gd name="connsiteX2650" fmla="*/ 368661 w 2671650"/>
              <a:gd name="connsiteY2650" fmla="*/ 41430 h 601039"/>
              <a:gd name="connsiteX2651" fmla="*/ 367477 w 2671650"/>
              <a:gd name="connsiteY2651" fmla="*/ 39475 h 601039"/>
              <a:gd name="connsiteX2652" fmla="*/ 366529 w 2671650"/>
              <a:gd name="connsiteY2652" fmla="*/ 38587 h 601039"/>
              <a:gd name="connsiteX2653" fmla="*/ 365196 w 2671650"/>
              <a:gd name="connsiteY2653" fmla="*/ 38587 h 601039"/>
              <a:gd name="connsiteX2654" fmla="*/ 363686 w 2671650"/>
              <a:gd name="connsiteY2654" fmla="*/ 38409 h 601039"/>
              <a:gd name="connsiteX2655" fmla="*/ 357941 w 2671650"/>
              <a:gd name="connsiteY2655" fmla="*/ 39298 h 601039"/>
              <a:gd name="connsiteX2656" fmla="*/ 357023 w 2671650"/>
              <a:gd name="connsiteY2656" fmla="*/ 39298 h 601039"/>
              <a:gd name="connsiteX2657" fmla="*/ 355720 w 2671650"/>
              <a:gd name="connsiteY2657" fmla="*/ 39298 h 601039"/>
              <a:gd name="connsiteX2658" fmla="*/ 348494 w 2671650"/>
              <a:gd name="connsiteY2658" fmla="*/ 38735 h 601039"/>
              <a:gd name="connsiteX2659" fmla="*/ 345770 w 2671650"/>
              <a:gd name="connsiteY2659" fmla="*/ 37314 h 601039"/>
              <a:gd name="connsiteX2660" fmla="*/ 251954 w 2671650"/>
              <a:gd name="connsiteY2660" fmla="*/ 35270 h 601039"/>
              <a:gd name="connsiteX2661" fmla="*/ 249614 w 2671650"/>
              <a:gd name="connsiteY2661" fmla="*/ 35774 h 601039"/>
              <a:gd name="connsiteX2662" fmla="*/ 241856 w 2671650"/>
              <a:gd name="connsiteY2662" fmla="*/ 40927 h 601039"/>
              <a:gd name="connsiteX2663" fmla="*/ 239960 w 2671650"/>
              <a:gd name="connsiteY2663" fmla="*/ 41400 h 601039"/>
              <a:gd name="connsiteX2664" fmla="*/ 238628 w 2671650"/>
              <a:gd name="connsiteY2664" fmla="*/ 42496 h 601039"/>
              <a:gd name="connsiteX2665" fmla="*/ 238095 w 2671650"/>
              <a:gd name="connsiteY2665" fmla="*/ 43651 h 601039"/>
              <a:gd name="connsiteX2666" fmla="*/ 237265 w 2671650"/>
              <a:gd name="connsiteY2666" fmla="*/ 44332 h 601039"/>
              <a:gd name="connsiteX2667" fmla="*/ 238006 w 2671650"/>
              <a:gd name="connsiteY2667" fmla="*/ 46257 h 601039"/>
              <a:gd name="connsiteX2668" fmla="*/ 238953 w 2671650"/>
              <a:gd name="connsiteY2668" fmla="*/ 46701 h 601039"/>
              <a:gd name="connsiteX2669" fmla="*/ 240168 w 2671650"/>
              <a:gd name="connsiteY2669" fmla="*/ 47708 h 601039"/>
              <a:gd name="connsiteX2670" fmla="*/ 241915 w 2671650"/>
              <a:gd name="connsiteY2670" fmla="*/ 48093 h 601039"/>
              <a:gd name="connsiteX2671" fmla="*/ 243514 w 2671650"/>
              <a:gd name="connsiteY2671" fmla="*/ 49218 h 601039"/>
              <a:gd name="connsiteX2672" fmla="*/ 243514 w 2671650"/>
              <a:gd name="connsiteY2672" fmla="*/ 52180 h 601039"/>
              <a:gd name="connsiteX2673" fmla="*/ 241915 w 2671650"/>
              <a:gd name="connsiteY2673" fmla="*/ 53927 h 601039"/>
              <a:gd name="connsiteX2674" fmla="*/ 240582 w 2671650"/>
              <a:gd name="connsiteY2674" fmla="*/ 53927 h 601039"/>
              <a:gd name="connsiteX2675" fmla="*/ 238953 w 2671650"/>
              <a:gd name="connsiteY2675" fmla="*/ 56178 h 601039"/>
              <a:gd name="connsiteX2676" fmla="*/ 240434 w 2671650"/>
              <a:gd name="connsiteY2676" fmla="*/ 58132 h 601039"/>
              <a:gd name="connsiteX2677" fmla="*/ 241136 w 2671650"/>
              <a:gd name="connsiteY2677" fmla="*/ 58941 h 601039"/>
              <a:gd name="connsiteX2678" fmla="*/ 241648 w 2671650"/>
              <a:gd name="connsiteY2678" fmla="*/ 59909 h 601039"/>
              <a:gd name="connsiteX2679" fmla="*/ 241648 w 2671650"/>
              <a:gd name="connsiteY2679" fmla="*/ 61360 h 601039"/>
              <a:gd name="connsiteX2680" fmla="*/ 241648 w 2671650"/>
              <a:gd name="connsiteY2680" fmla="*/ 62485 h 601039"/>
              <a:gd name="connsiteX2681" fmla="*/ 240730 w 2671650"/>
              <a:gd name="connsiteY2681" fmla="*/ 63788 h 601039"/>
              <a:gd name="connsiteX2682" fmla="*/ 239368 w 2671650"/>
              <a:gd name="connsiteY2682" fmla="*/ 65121 h 601039"/>
              <a:gd name="connsiteX2683" fmla="*/ 237028 w 2671650"/>
              <a:gd name="connsiteY2683" fmla="*/ 68082 h 601039"/>
              <a:gd name="connsiteX2684" fmla="*/ 237887 w 2671650"/>
              <a:gd name="connsiteY2684" fmla="*/ 70747 h 601039"/>
              <a:gd name="connsiteX2685" fmla="*/ 239161 w 2671650"/>
              <a:gd name="connsiteY2685" fmla="*/ 72080 h 601039"/>
              <a:gd name="connsiteX2686" fmla="*/ 240079 w 2671650"/>
              <a:gd name="connsiteY2686" fmla="*/ 73472 h 601039"/>
              <a:gd name="connsiteX2687" fmla="*/ 241856 w 2671650"/>
              <a:gd name="connsiteY2687" fmla="*/ 73709 h 601039"/>
              <a:gd name="connsiteX2688" fmla="*/ 243070 w 2671650"/>
              <a:gd name="connsiteY2688" fmla="*/ 73502 h 601039"/>
              <a:gd name="connsiteX2689" fmla="*/ 245705 w 2671650"/>
              <a:gd name="connsiteY2689" fmla="*/ 70540 h 601039"/>
              <a:gd name="connsiteX2690" fmla="*/ 251450 w 2671650"/>
              <a:gd name="connsiteY2690" fmla="*/ 66572 h 601039"/>
              <a:gd name="connsiteX2691" fmla="*/ 254590 w 2671650"/>
              <a:gd name="connsiteY2691" fmla="*/ 61508 h 601039"/>
              <a:gd name="connsiteX2692" fmla="*/ 253968 w 2671650"/>
              <a:gd name="connsiteY2692" fmla="*/ 60087 h 601039"/>
              <a:gd name="connsiteX2693" fmla="*/ 252517 w 2671650"/>
              <a:gd name="connsiteY2693" fmla="*/ 59405 h 601039"/>
              <a:gd name="connsiteX2694" fmla="*/ 251036 w 2671650"/>
              <a:gd name="connsiteY2694" fmla="*/ 59613 h 601039"/>
              <a:gd name="connsiteX2695" fmla="*/ 250621 w 2671650"/>
              <a:gd name="connsiteY2695" fmla="*/ 58132 h 601039"/>
              <a:gd name="connsiteX2696" fmla="*/ 254056 w 2671650"/>
              <a:gd name="connsiteY2696" fmla="*/ 53808 h 601039"/>
              <a:gd name="connsiteX2697" fmla="*/ 254234 w 2671650"/>
              <a:gd name="connsiteY2697" fmla="*/ 52979 h 601039"/>
              <a:gd name="connsiteX2698" fmla="*/ 253138 w 2671650"/>
              <a:gd name="connsiteY2698" fmla="*/ 51143 h 601039"/>
              <a:gd name="connsiteX2699" fmla="*/ 252517 w 2671650"/>
              <a:gd name="connsiteY2699" fmla="*/ 49959 h 601039"/>
              <a:gd name="connsiteX2700" fmla="*/ 251184 w 2671650"/>
              <a:gd name="connsiteY2700" fmla="*/ 50196 h 601039"/>
              <a:gd name="connsiteX2701" fmla="*/ 250799 w 2671650"/>
              <a:gd name="connsiteY2701" fmla="*/ 48448 h 601039"/>
              <a:gd name="connsiteX2702" fmla="*/ 250651 w 2671650"/>
              <a:gd name="connsiteY2702" fmla="*/ 45872 h 601039"/>
              <a:gd name="connsiteX2703" fmla="*/ 252398 w 2671650"/>
              <a:gd name="connsiteY2703" fmla="*/ 43296 h 601039"/>
              <a:gd name="connsiteX2704" fmla="*/ 253405 w 2671650"/>
              <a:gd name="connsiteY2704" fmla="*/ 41489 h 601039"/>
              <a:gd name="connsiteX2705" fmla="*/ 253760 w 2671650"/>
              <a:gd name="connsiteY2705" fmla="*/ 39120 h 601039"/>
              <a:gd name="connsiteX2706" fmla="*/ 253760 w 2671650"/>
              <a:gd name="connsiteY2706" fmla="*/ 37047 h 601039"/>
              <a:gd name="connsiteX2707" fmla="*/ 251954 w 2671650"/>
              <a:gd name="connsiteY2707" fmla="*/ 35270 h 601039"/>
              <a:gd name="connsiteX2708" fmla="*/ 271646 w 2671650"/>
              <a:gd name="connsiteY2708" fmla="*/ 34797 h 601039"/>
              <a:gd name="connsiteX2709" fmla="*/ 272001 w 2671650"/>
              <a:gd name="connsiteY2709" fmla="*/ 36248 h 601039"/>
              <a:gd name="connsiteX2710" fmla="*/ 270876 w 2671650"/>
              <a:gd name="connsiteY2710" fmla="*/ 38410 h 601039"/>
              <a:gd name="connsiteX2711" fmla="*/ 268803 w 2671650"/>
              <a:gd name="connsiteY2711" fmla="*/ 38588 h 601039"/>
              <a:gd name="connsiteX2712" fmla="*/ 268003 w 2671650"/>
              <a:gd name="connsiteY2712" fmla="*/ 36841 h 601039"/>
              <a:gd name="connsiteX2713" fmla="*/ 271646 w 2671650"/>
              <a:gd name="connsiteY2713" fmla="*/ 34797 h 601039"/>
              <a:gd name="connsiteX2714" fmla="*/ 273157 w 2671650"/>
              <a:gd name="connsiteY2714" fmla="*/ 28903 h 601039"/>
              <a:gd name="connsiteX2715" fmla="*/ 265961 w 2671650"/>
              <a:gd name="connsiteY2715" fmla="*/ 32398 h 601039"/>
              <a:gd name="connsiteX2716" fmla="*/ 263503 w 2671650"/>
              <a:gd name="connsiteY2716" fmla="*/ 32990 h 601039"/>
              <a:gd name="connsiteX2717" fmla="*/ 260542 w 2671650"/>
              <a:gd name="connsiteY2717" fmla="*/ 34737 h 601039"/>
              <a:gd name="connsiteX2718" fmla="*/ 258765 w 2671650"/>
              <a:gd name="connsiteY2718" fmla="*/ 35596 h 601039"/>
              <a:gd name="connsiteX2719" fmla="*/ 257373 w 2671650"/>
              <a:gd name="connsiteY2719" fmla="*/ 35951 h 601039"/>
              <a:gd name="connsiteX2720" fmla="*/ 255744 w 2671650"/>
              <a:gd name="connsiteY2720" fmla="*/ 35241 h 601039"/>
              <a:gd name="connsiteX2721" fmla="*/ 254915 w 2671650"/>
              <a:gd name="connsiteY2721" fmla="*/ 37787 h 601039"/>
              <a:gd name="connsiteX2722" fmla="*/ 254915 w 2671650"/>
              <a:gd name="connsiteY2722" fmla="*/ 40245 h 601039"/>
              <a:gd name="connsiteX2723" fmla="*/ 254826 w 2671650"/>
              <a:gd name="connsiteY2723" fmla="*/ 40127 h 601039"/>
              <a:gd name="connsiteX2724" fmla="*/ 254915 w 2671650"/>
              <a:gd name="connsiteY2724" fmla="*/ 41756 h 601039"/>
              <a:gd name="connsiteX2725" fmla="*/ 255715 w 2671650"/>
              <a:gd name="connsiteY2725" fmla="*/ 43503 h 601039"/>
              <a:gd name="connsiteX2726" fmla="*/ 256751 w 2671650"/>
              <a:gd name="connsiteY2726" fmla="*/ 47708 h 601039"/>
              <a:gd name="connsiteX2727" fmla="*/ 256218 w 2671650"/>
              <a:gd name="connsiteY2727" fmla="*/ 50462 h 601039"/>
              <a:gd name="connsiteX2728" fmla="*/ 256929 w 2671650"/>
              <a:gd name="connsiteY2728" fmla="*/ 52150 h 601039"/>
              <a:gd name="connsiteX2729" fmla="*/ 257995 w 2671650"/>
              <a:gd name="connsiteY2729" fmla="*/ 53601 h 601039"/>
              <a:gd name="connsiteX2730" fmla="*/ 258498 w 2671650"/>
              <a:gd name="connsiteY2730" fmla="*/ 54638 h 601039"/>
              <a:gd name="connsiteX2731" fmla="*/ 259061 w 2671650"/>
              <a:gd name="connsiteY2731" fmla="*/ 55289 h 601039"/>
              <a:gd name="connsiteX2732" fmla="*/ 260038 w 2671650"/>
              <a:gd name="connsiteY2732" fmla="*/ 55289 h 601039"/>
              <a:gd name="connsiteX2733" fmla="*/ 261164 w 2671650"/>
              <a:gd name="connsiteY2733" fmla="*/ 54875 h 601039"/>
              <a:gd name="connsiteX2734" fmla="*/ 262378 w 2671650"/>
              <a:gd name="connsiteY2734" fmla="*/ 54312 h 601039"/>
              <a:gd name="connsiteX2735" fmla="*/ 263385 w 2671650"/>
              <a:gd name="connsiteY2735" fmla="*/ 54312 h 601039"/>
              <a:gd name="connsiteX2736" fmla="*/ 263385 w 2671650"/>
              <a:gd name="connsiteY2736" fmla="*/ 55970 h 601039"/>
              <a:gd name="connsiteX2737" fmla="*/ 262733 w 2671650"/>
              <a:gd name="connsiteY2737" fmla="*/ 56711 h 601039"/>
              <a:gd name="connsiteX2738" fmla="*/ 261963 w 2671650"/>
              <a:gd name="connsiteY2738" fmla="*/ 56859 h 601039"/>
              <a:gd name="connsiteX2739" fmla="*/ 261134 w 2671650"/>
              <a:gd name="connsiteY2739" fmla="*/ 57125 h 601039"/>
              <a:gd name="connsiteX2740" fmla="*/ 260335 w 2671650"/>
              <a:gd name="connsiteY2740" fmla="*/ 56977 h 601039"/>
              <a:gd name="connsiteX2741" fmla="*/ 259713 w 2671650"/>
              <a:gd name="connsiteY2741" fmla="*/ 58102 h 601039"/>
              <a:gd name="connsiteX2742" fmla="*/ 259713 w 2671650"/>
              <a:gd name="connsiteY2742" fmla="*/ 59494 h 601039"/>
              <a:gd name="connsiteX2743" fmla="*/ 259713 w 2671650"/>
              <a:gd name="connsiteY2743" fmla="*/ 60649 h 601039"/>
              <a:gd name="connsiteX2744" fmla="*/ 260956 w 2671650"/>
              <a:gd name="connsiteY2744" fmla="*/ 61064 h 601039"/>
              <a:gd name="connsiteX2745" fmla="*/ 262348 w 2671650"/>
              <a:gd name="connsiteY2745" fmla="*/ 61064 h 601039"/>
              <a:gd name="connsiteX2746" fmla="*/ 263029 w 2671650"/>
              <a:gd name="connsiteY2746" fmla="*/ 61952 h 601039"/>
              <a:gd name="connsiteX2747" fmla="*/ 259861 w 2671650"/>
              <a:gd name="connsiteY2747" fmla="*/ 63907 h 601039"/>
              <a:gd name="connsiteX2748" fmla="*/ 257344 w 2671650"/>
              <a:gd name="connsiteY2748" fmla="*/ 65180 h 601039"/>
              <a:gd name="connsiteX2749" fmla="*/ 256366 w 2671650"/>
              <a:gd name="connsiteY2749" fmla="*/ 64884 h 601039"/>
              <a:gd name="connsiteX2750" fmla="*/ 255715 w 2671650"/>
              <a:gd name="connsiteY2750" fmla="*/ 65565 h 601039"/>
              <a:gd name="connsiteX2751" fmla="*/ 255271 w 2671650"/>
              <a:gd name="connsiteY2751" fmla="*/ 67046 h 601039"/>
              <a:gd name="connsiteX2752" fmla="*/ 255271 w 2671650"/>
              <a:gd name="connsiteY2752" fmla="*/ 68260 h 601039"/>
              <a:gd name="connsiteX2753" fmla="*/ 256070 w 2671650"/>
              <a:gd name="connsiteY2753" fmla="*/ 70807 h 601039"/>
              <a:gd name="connsiteX2754" fmla="*/ 258173 w 2671650"/>
              <a:gd name="connsiteY2754" fmla="*/ 71547 h 601039"/>
              <a:gd name="connsiteX2755" fmla="*/ 261134 w 2671650"/>
              <a:gd name="connsiteY2755" fmla="*/ 70185 h 601039"/>
              <a:gd name="connsiteX2756" fmla="*/ 264095 w 2671650"/>
              <a:gd name="connsiteY2756" fmla="*/ 69444 h 601039"/>
              <a:gd name="connsiteX2757" fmla="*/ 267057 w 2671650"/>
              <a:gd name="connsiteY2757" fmla="*/ 68467 h 601039"/>
              <a:gd name="connsiteX2758" fmla="*/ 269396 w 2671650"/>
              <a:gd name="connsiteY2758" fmla="*/ 67727 h 601039"/>
              <a:gd name="connsiteX2759" fmla="*/ 271499 w 2671650"/>
              <a:gd name="connsiteY2759" fmla="*/ 67223 h 601039"/>
              <a:gd name="connsiteX2760" fmla="*/ 273957 w 2671650"/>
              <a:gd name="connsiteY2760" fmla="*/ 67016 h 601039"/>
              <a:gd name="connsiteX2761" fmla="*/ 278399 w 2671650"/>
              <a:gd name="connsiteY2761" fmla="*/ 66217 h 601039"/>
              <a:gd name="connsiteX2762" fmla="*/ 281212 w 2671650"/>
              <a:gd name="connsiteY2762" fmla="*/ 66217 h 601039"/>
              <a:gd name="connsiteX2763" fmla="*/ 283581 w 2671650"/>
              <a:gd name="connsiteY2763" fmla="*/ 61508 h 601039"/>
              <a:gd name="connsiteX2764" fmla="*/ 281568 w 2671650"/>
              <a:gd name="connsiteY2764" fmla="*/ 59080 h 601039"/>
              <a:gd name="connsiteX2765" fmla="*/ 279554 w 2671650"/>
              <a:gd name="connsiteY2765" fmla="*/ 59405 h 601039"/>
              <a:gd name="connsiteX2766" fmla="*/ 277273 w 2671650"/>
              <a:gd name="connsiteY2766" fmla="*/ 60205 h 601039"/>
              <a:gd name="connsiteX2767" fmla="*/ 275378 w 2671650"/>
              <a:gd name="connsiteY2767" fmla="*/ 60383 h 601039"/>
              <a:gd name="connsiteX2768" fmla="*/ 272950 w 2671650"/>
              <a:gd name="connsiteY2768" fmla="*/ 61212 h 601039"/>
              <a:gd name="connsiteX2769" fmla="*/ 271943 w 2671650"/>
              <a:gd name="connsiteY2769" fmla="*/ 60620 h 601039"/>
              <a:gd name="connsiteX2770" fmla="*/ 272358 w 2671650"/>
              <a:gd name="connsiteY2770" fmla="*/ 59435 h 601039"/>
              <a:gd name="connsiteX2771" fmla="*/ 274164 w 2671650"/>
              <a:gd name="connsiteY2771" fmla="*/ 58487 h 601039"/>
              <a:gd name="connsiteX2772" fmla="*/ 275615 w 2671650"/>
              <a:gd name="connsiteY2772" fmla="*/ 57096 h 601039"/>
              <a:gd name="connsiteX2773" fmla="*/ 275793 w 2671650"/>
              <a:gd name="connsiteY2773" fmla="*/ 56118 h 601039"/>
              <a:gd name="connsiteX2774" fmla="*/ 274993 w 2671650"/>
              <a:gd name="connsiteY2774" fmla="*/ 53868 h 601039"/>
              <a:gd name="connsiteX2775" fmla="*/ 274134 w 2671650"/>
              <a:gd name="connsiteY2775" fmla="*/ 53157 h 601039"/>
              <a:gd name="connsiteX2776" fmla="*/ 272239 w 2671650"/>
              <a:gd name="connsiteY2776" fmla="*/ 52831 h 601039"/>
              <a:gd name="connsiteX2777" fmla="*/ 271025 w 2671650"/>
              <a:gd name="connsiteY2777" fmla="*/ 53631 h 601039"/>
              <a:gd name="connsiteX2778" fmla="*/ 269426 w 2671650"/>
              <a:gd name="connsiteY2778" fmla="*/ 54134 h 601039"/>
              <a:gd name="connsiteX2779" fmla="*/ 269189 w 2671650"/>
              <a:gd name="connsiteY2779" fmla="*/ 52476 h 601039"/>
              <a:gd name="connsiteX2780" fmla="*/ 271232 w 2671650"/>
              <a:gd name="connsiteY2780" fmla="*/ 51528 h 601039"/>
              <a:gd name="connsiteX2781" fmla="*/ 272624 w 2671650"/>
              <a:gd name="connsiteY2781" fmla="*/ 50847 h 601039"/>
              <a:gd name="connsiteX2782" fmla="*/ 274016 w 2671650"/>
              <a:gd name="connsiteY2782" fmla="*/ 50610 h 601039"/>
              <a:gd name="connsiteX2783" fmla="*/ 274964 w 2671650"/>
              <a:gd name="connsiteY2783" fmla="*/ 49337 h 601039"/>
              <a:gd name="connsiteX2784" fmla="*/ 277362 w 2671650"/>
              <a:gd name="connsiteY2784" fmla="*/ 41785 h 601039"/>
              <a:gd name="connsiteX2785" fmla="*/ 278636 w 2671650"/>
              <a:gd name="connsiteY2785" fmla="*/ 39831 h 601039"/>
              <a:gd name="connsiteX2786" fmla="*/ 279820 w 2671650"/>
              <a:gd name="connsiteY2786" fmla="*/ 36632 h 601039"/>
              <a:gd name="connsiteX2787" fmla="*/ 279998 w 2671650"/>
              <a:gd name="connsiteY2787" fmla="*/ 34708 h 601039"/>
              <a:gd name="connsiteX2788" fmla="*/ 280679 w 2671650"/>
              <a:gd name="connsiteY2788" fmla="*/ 32575 h 601039"/>
              <a:gd name="connsiteX2789" fmla="*/ 279169 w 2671650"/>
              <a:gd name="connsiteY2789" fmla="*/ 30384 h 601039"/>
              <a:gd name="connsiteX2790" fmla="*/ 278399 w 2671650"/>
              <a:gd name="connsiteY2790" fmla="*/ 29081 h 601039"/>
              <a:gd name="connsiteX2791" fmla="*/ 274993 w 2671650"/>
              <a:gd name="connsiteY2791" fmla="*/ 29318 h 601039"/>
              <a:gd name="connsiteX2792" fmla="*/ 273157 w 2671650"/>
              <a:gd name="connsiteY2792" fmla="*/ 28903 h 601039"/>
              <a:gd name="connsiteX2793" fmla="*/ 300520 w 2671650"/>
              <a:gd name="connsiteY2793" fmla="*/ 10661 h 601039"/>
              <a:gd name="connsiteX2794" fmla="*/ 590260 w 2671650"/>
              <a:gd name="connsiteY2794" fmla="*/ 300520 h 601039"/>
              <a:gd name="connsiteX2795" fmla="*/ 590260 w 2671650"/>
              <a:gd name="connsiteY2795" fmla="*/ 300638 h 601039"/>
              <a:gd name="connsiteX2796" fmla="*/ 300283 w 2671650"/>
              <a:gd name="connsiteY2796" fmla="*/ 590378 h 601039"/>
              <a:gd name="connsiteX2797" fmla="*/ 10543 w 2671650"/>
              <a:gd name="connsiteY2797" fmla="*/ 300401 h 601039"/>
              <a:gd name="connsiteX2798" fmla="*/ 300520 w 2671650"/>
              <a:gd name="connsiteY2798" fmla="*/ 10661 h 601039"/>
              <a:gd name="connsiteX2799" fmla="*/ 300520 w 2671650"/>
              <a:gd name="connsiteY2799" fmla="*/ 6723 h 601039"/>
              <a:gd name="connsiteX2800" fmla="*/ 6723 w 2671650"/>
              <a:gd name="connsiteY2800" fmla="*/ 300520 h 601039"/>
              <a:gd name="connsiteX2801" fmla="*/ 300520 w 2671650"/>
              <a:gd name="connsiteY2801" fmla="*/ 594317 h 601039"/>
              <a:gd name="connsiteX2802" fmla="*/ 594317 w 2671650"/>
              <a:gd name="connsiteY2802" fmla="*/ 300520 h 601039"/>
              <a:gd name="connsiteX2803" fmla="*/ 300520 w 2671650"/>
              <a:gd name="connsiteY2803" fmla="*/ 6723 h 601039"/>
              <a:gd name="connsiteX2804" fmla="*/ 300520 w 2671650"/>
              <a:gd name="connsiteY2804" fmla="*/ 0 h 601039"/>
              <a:gd name="connsiteX2805" fmla="*/ 601039 w 2671650"/>
              <a:gd name="connsiteY2805" fmla="*/ 300520 h 601039"/>
              <a:gd name="connsiteX2806" fmla="*/ 300520 w 2671650"/>
              <a:gd name="connsiteY2806" fmla="*/ 601039 h 601039"/>
              <a:gd name="connsiteX2807" fmla="*/ 0 w 2671650"/>
              <a:gd name="connsiteY2807" fmla="*/ 300520 h 601039"/>
              <a:gd name="connsiteX2808" fmla="*/ 300520 w 2671650"/>
              <a:gd name="connsiteY2808" fmla="*/ 0 h 601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</a:cxnLst>
            <a:rect l="l" t="t" r="r" b="b"/>
            <a:pathLst>
              <a:path w="2671650" h="601039">
                <a:moveTo>
                  <a:pt x="351574" y="542908"/>
                </a:moveTo>
                <a:cubicBezTo>
                  <a:pt x="353392" y="544877"/>
                  <a:pt x="354559" y="547359"/>
                  <a:pt x="354920" y="550015"/>
                </a:cubicBezTo>
                <a:cubicBezTo>
                  <a:pt x="355563" y="552550"/>
                  <a:pt x="355397" y="555221"/>
                  <a:pt x="354446" y="557656"/>
                </a:cubicBezTo>
                <a:cubicBezTo>
                  <a:pt x="354174" y="558215"/>
                  <a:pt x="353824" y="558736"/>
                  <a:pt x="353410" y="559201"/>
                </a:cubicBezTo>
                <a:cubicBezTo>
                  <a:pt x="350922" y="561979"/>
                  <a:pt x="346652" y="562216"/>
                  <a:pt x="343874" y="559729"/>
                </a:cubicBezTo>
                <a:cubicBezTo>
                  <a:pt x="342080" y="557815"/>
                  <a:pt x="340922" y="555396"/>
                  <a:pt x="340557" y="552799"/>
                </a:cubicBezTo>
                <a:cubicBezTo>
                  <a:pt x="339903" y="550196"/>
                  <a:pt x="340069" y="547457"/>
                  <a:pt x="341031" y="544951"/>
                </a:cubicBezTo>
                <a:cubicBezTo>
                  <a:pt x="341327" y="544318"/>
                  <a:pt x="341721" y="543734"/>
                  <a:pt x="342198" y="543225"/>
                </a:cubicBezTo>
                <a:cubicBezTo>
                  <a:pt x="344700" y="540548"/>
                  <a:pt x="348897" y="540406"/>
                  <a:pt x="351574" y="542908"/>
                </a:cubicBezTo>
                <a:close/>
                <a:moveTo>
                  <a:pt x="311300" y="540983"/>
                </a:moveTo>
                <a:lnTo>
                  <a:pt x="291488" y="541338"/>
                </a:lnTo>
                <a:lnTo>
                  <a:pt x="292021" y="570596"/>
                </a:lnTo>
                <a:lnTo>
                  <a:pt x="311921" y="570211"/>
                </a:lnTo>
                <a:lnTo>
                  <a:pt x="311921" y="567605"/>
                </a:lnTo>
                <a:lnTo>
                  <a:pt x="311921" y="565029"/>
                </a:lnTo>
                <a:lnTo>
                  <a:pt x="297115" y="565295"/>
                </a:lnTo>
                <a:lnTo>
                  <a:pt x="297115" y="557685"/>
                </a:lnTo>
                <a:lnTo>
                  <a:pt x="310263" y="557448"/>
                </a:lnTo>
                <a:lnTo>
                  <a:pt x="310263" y="554931"/>
                </a:lnTo>
                <a:lnTo>
                  <a:pt x="310263" y="552413"/>
                </a:lnTo>
                <a:lnTo>
                  <a:pt x="297115" y="552650"/>
                </a:lnTo>
                <a:lnTo>
                  <a:pt x="297115" y="546431"/>
                </a:lnTo>
                <a:lnTo>
                  <a:pt x="311300" y="546194"/>
                </a:lnTo>
                <a:lnTo>
                  <a:pt x="311300" y="543589"/>
                </a:lnTo>
                <a:close/>
                <a:moveTo>
                  <a:pt x="262733" y="538732"/>
                </a:moveTo>
                <a:lnTo>
                  <a:pt x="262407" y="541308"/>
                </a:lnTo>
                <a:lnTo>
                  <a:pt x="262111" y="543885"/>
                </a:lnTo>
                <a:lnTo>
                  <a:pt x="270166" y="544862"/>
                </a:lnTo>
                <a:lnTo>
                  <a:pt x="267205" y="568731"/>
                </a:lnTo>
                <a:lnTo>
                  <a:pt x="270166" y="569086"/>
                </a:lnTo>
                <a:lnTo>
                  <a:pt x="272920" y="569412"/>
                </a:lnTo>
                <a:lnTo>
                  <a:pt x="275882" y="545543"/>
                </a:lnTo>
                <a:lnTo>
                  <a:pt x="283966" y="546550"/>
                </a:lnTo>
                <a:lnTo>
                  <a:pt x="284262" y="543944"/>
                </a:lnTo>
                <a:lnTo>
                  <a:pt x="284440" y="541397"/>
                </a:lnTo>
                <a:close/>
                <a:moveTo>
                  <a:pt x="344254" y="536378"/>
                </a:moveTo>
                <a:cubicBezTo>
                  <a:pt x="341100" y="537166"/>
                  <a:pt x="338246" y="539159"/>
                  <a:pt x="336442" y="542167"/>
                </a:cubicBezTo>
                <a:cubicBezTo>
                  <a:pt x="334635" y="545842"/>
                  <a:pt x="334185" y="550038"/>
                  <a:pt x="335168" y="554013"/>
                </a:cubicBezTo>
                <a:cubicBezTo>
                  <a:pt x="335728" y="557996"/>
                  <a:pt x="337706" y="561644"/>
                  <a:pt x="340736" y="564288"/>
                </a:cubicBezTo>
                <a:cubicBezTo>
                  <a:pt x="341011" y="564490"/>
                  <a:pt x="341295" y="564682"/>
                  <a:pt x="341585" y="564863"/>
                </a:cubicBezTo>
                <a:cubicBezTo>
                  <a:pt x="347627" y="568591"/>
                  <a:pt x="355545" y="566717"/>
                  <a:pt x="359274" y="560676"/>
                </a:cubicBezTo>
                <a:cubicBezTo>
                  <a:pt x="361095" y="557089"/>
                  <a:pt x="361548" y="552964"/>
                  <a:pt x="360547" y="549067"/>
                </a:cubicBezTo>
                <a:cubicBezTo>
                  <a:pt x="360005" y="545010"/>
                  <a:pt x="358030" y="541282"/>
                  <a:pt x="354980" y="538554"/>
                </a:cubicBezTo>
                <a:cubicBezTo>
                  <a:pt x="354624" y="538285"/>
                  <a:pt x="354254" y="538036"/>
                  <a:pt x="353872" y="537808"/>
                </a:cubicBezTo>
                <a:cubicBezTo>
                  <a:pt x="350864" y="536003"/>
                  <a:pt x="347408" y="535589"/>
                  <a:pt x="344254" y="536378"/>
                </a:cubicBezTo>
                <a:close/>
                <a:moveTo>
                  <a:pt x="1100618" y="534622"/>
                </a:moveTo>
                <a:lnTo>
                  <a:pt x="1101223" y="534890"/>
                </a:lnTo>
                <a:lnTo>
                  <a:pt x="1100501" y="534684"/>
                </a:lnTo>
                <a:close/>
                <a:moveTo>
                  <a:pt x="235370" y="532454"/>
                </a:moveTo>
                <a:lnTo>
                  <a:pt x="230958" y="550222"/>
                </a:lnTo>
                <a:cubicBezTo>
                  <a:pt x="229954" y="553269"/>
                  <a:pt x="230111" y="556583"/>
                  <a:pt x="231402" y="559521"/>
                </a:cubicBezTo>
                <a:cubicBezTo>
                  <a:pt x="233025" y="562082"/>
                  <a:pt x="235666" y="563826"/>
                  <a:pt x="238657" y="564318"/>
                </a:cubicBezTo>
                <a:cubicBezTo>
                  <a:pt x="241536" y="565331"/>
                  <a:pt x="244707" y="565082"/>
                  <a:pt x="247393" y="563637"/>
                </a:cubicBezTo>
                <a:cubicBezTo>
                  <a:pt x="249896" y="561576"/>
                  <a:pt x="251551" y="558668"/>
                  <a:pt x="252043" y="555464"/>
                </a:cubicBezTo>
                <a:lnTo>
                  <a:pt x="256337" y="537695"/>
                </a:lnTo>
                <a:lnTo>
                  <a:pt x="253612" y="537014"/>
                </a:lnTo>
                <a:lnTo>
                  <a:pt x="250888" y="536363"/>
                </a:lnTo>
                <a:lnTo>
                  <a:pt x="246416" y="554131"/>
                </a:lnTo>
                <a:cubicBezTo>
                  <a:pt x="246155" y="555825"/>
                  <a:pt x="245332" y="557380"/>
                  <a:pt x="244077" y="558543"/>
                </a:cubicBezTo>
                <a:cubicBezTo>
                  <a:pt x="242794" y="559325"/>
                  <a:pt x="241222" y="559479"/>
                  <a:pt x="239812" y="558958"/>
                </a:cubicBezTo>
                <a:cubicBezTo>
                  <a:pt x="238349" y="558709"/>
                  <a:pt x="237085" y="557803"/>
                  <a:pt x="236377" y="556500"/>
                </a:cubicBezTo>
                <a:cubicBezTo>
                  <a:pt x="235811" y="554910"/>
                  <a:pt x="235811" y="553175"/>
                  <a:pt x="236377" y="551584"/>
                </a:cubicBezTo>
                <a:lnTo>
                  <a:pt x="240819" y="533816"/>
                </a:lnTo>
                <a:lnTo>
                  <a:pt x="238095" y="533135"/>
                </a:lnTo>
                <a:close/>
                <a:moveTo>
                  <a:pt x="383972" y="526650"/>
                </a:moveTo>
                <a:lnTo>
                  <a:pt x="365759" y="532572"/>
                </a:lnTo>
                <a:lnTo>
                  <a:pt x="374643" y="560379"/>
                </a:lnTo>
                <a:lnTo>
                  <a:pt x="377338" y="559491"/>
                </a:lnTo>
                <a:lnTo>
                  <a:pt x="380003" y="558632"/>
                </a:lnTo>
                <a:lnTo>
                  <a:pt x="376302" y="546876"/>
                </a:lnTo>
                <a:lnTo>
                  <a:pt x="387525" y="543233"/>
                </a:lnTo>
                <a:lnTo>
                  <a:pt x="386755" y="540834"/>
                </a:lnTo>
                <a:lnTo>
                  <a:pt x="385956" y="538436"/>
                </a:lnTo>
                <a:lnTo>
                  <a:pt x="374762" y="542078"/>
                </a:lnTo>
                <a:lnTo>
                  <a:pt x="372718" y="535771"/>
                </a:lnTo>
                <a:lnTo>
                  <a:pt x="385571" y="531595"/>
                </a:lnTo>
                <a:lnTo>
                  <a:pt x="384771" y="529107"/>
                </a:lnTo>
                <a:close/>
                <a:moveTo>
                  <a:pt x="208511" y="523303"/>
                </a:moveTo>
                <a:lnTo>
                  <a:pt x="207652" y="525761"/>
                </a:lnTo>
                <a:lnTo>
                  <a:pt x="206823" y="528219"/>
                </a:lnTo>
                <a:lnTo>
                  <a:pt x="214493" y="530855"/>
                </a:lnTo>
                <a:lnTo>
                  <a:pt x="206674" y="553598"/>
                </a:lnTo>
                <a:lnTo>
                  <a:pt x="209340" y="554516"/>
                </a:lnTo>
                <a:lnTo>
                  <a:pt x="211975" y="555434"/>
                </a:lnTo>
                <a:lnTo>
                  <a:pt x="219793" y="532691"/>
                </a:lnTo>
                <a:lnTo>
                  <a:pt x="227493" y="535326"/>
                </a:lnTo>
                <a:lnTo>
                  <a:pt x="228352" y="532868"/>
                </a:lnTo>
                <a:lnTo>
                  <a:pt x="229240" y="530440"/>
                </a:lnTo>
                <a:close/>
                <a:moveTo>
                  <a:pt x="197879" y="518091"/>
                </a:moveTo>
                <a:lnTo>
                  <a:pt x="185530" y="544595"/>
                </a:lnTo>
                <a:lnTo>
                  <a:pt x="188077" y="545780"/>
                </a:lnTo>
                <a:lnTo>
                  <a:pt x="190594" y="546964"/>
                </a:lnTo>
                <a:lnTo>
                  <a:pt x="202973" y="520460"/>
                </a:lnTo>
                <a:lnTo>
                  <a:pt x="200396" y="519276"/>
                </a:lnTo>
                <a:close/>
                <a:moveTo>
                  <a:pt x="419715" y="509326"/>
                </a:moveTo>
                <a:lnTo>
                  <a:pt x="400407" y="519572"/>
                </a:lnTo>
                <a:lnTo>
                  <a:pt x="401621" y="521882"/>
                </a:lnTo>
                <a:lnTo>
                  <a:pt x="402835" y="524162"/>
                </a:lnTo>
                <a:lnTo>
                  <a:pt x="410002" y="520342"/>
                </a:lnTo>
                <a:lnTo>
                  <a:pt x="421314" y="541575"/>
                </a:lnTo>
                <a:lnTo>
                  <a:pt x="423802" y="540272"/>
                </a:lnTo>
                <a:lnTo>
                  <a:pt x="426260" y="538939"/>
                </a:lnTo>
                <a:lnTo>
                  <a:pt x="414977" y="517706"/>
                </a:lnTo>
                <a:lnTo>
                  <a:pt x="422143" y="513886"/>
                </a:lnTo>
                <a:lnTo>
                  <a:pt x="420929" y="511606"/>
                </a:lnTo>
                <a:close/>
                <a:moveTo>
                  <a:pt x="172708" y="504410"/>
                </a:moveTo>
                <a:lnTo>
                  <a:pt x="171553" y="506838"/>
                </a:lnTo>
                <a:lnTo>
                  <a:pt x="170309" y="509118"/>
                </a:lnTo>
                <a:lnTo>
                  <a:pt x="177416" y="513057"/>
                </a:lnTo>
                <a:lnTo>
                  <a:pt x="165748" y="534083"/>
                </a:lnTo>
                <a:lnTo>
                  <a:pt x="168206" y="535445"/>
                </a:lnTo>
                <a:lnTo>
                  <a:pt x="170664" y="536807"/>
                </a:lnTo>
                <a:lnTo>
                  <a:pt x="182214" y="515604"/>
                </a:lnTo>
                <a:lnTo>
                  <a:pt x="189321" y="519542"/>
                </a:lnTo>
                <a:lnTo>
                  <a:pt x="190565" y="517292"/>
                </a:lnTo>
                <a:lnTo>
                  <a:pt x="191838" y="515011"/>
                </a:lnTo>
                <a:close/>
                <a:moveTo>
                  <a:pt x="356579" y="500145"/>
                </a:moveTo>
                <a:lnTo>
                  <a:pt x="356579" y="500234"/>
                </a:lnTo>
                <a:cubicBezTo>
                  <a:pt x="357733" y="500234"/>
                  <a:pt x="357911" y="501360"/>
                  <a:pt x="357733" y="502751"/>
                </a:cubicBezTo>
                <a:cubicBezTo>
                  <a:pt x="357556" y="504143"/>
                  <a:pt x="357615" y="510214"/>
                  <a:pt x="356549" y="510214"/>
                </a:cubicBezTo>
                <a:cubicBezTo>
                  <a:pt x="355483" y="510214"/>
                  <a:pt x="355838" y="505387"/>
                  <a:pt x="355838" y="503107"/>
                </a:cubicBezTo>
                <a:cubicBezTo>
                  <a:pt x="355838" y="500826"/>
                  <a:pt x="355838" y="500145"/>
                  <a:pt x="356579" y="500145"/>
                </a:cubicBezTo>
                <a:close/>
                <a:moveTo>
                  <a:pt x="306561" y="500145"/>
                </a:moveTo>
                <a:lnTo>
                  <a:pt x="306561" y="500234"/>
                </a:lnTo>
                <a:cubicBezTo>
                  <a:pt x="307716" y="500234"/>
                  <a:pt x="307893" y="501360"/>
                  <a:pt x="307716" y="502751"/>
                </a:cubicBezTo>
                <a:cubicBezTo>
                  <a:pt x="307538" y="504143"/>
                  <a:pt x="307597" y="510214"/>
                  <a:pt x="306531" y="510214"/>
                </a:cubicBezTo>
                <a:cubicBezTo>
                  <a:pt x="305465" y="510214"/>
                  <a:pt x="305820" y="505387"/>
                  <a:pt x="305820" y="503107"/>
                </a:cubicBezTo>
                <a:cubicBezTo>
                  <a:pt x="305820" y="500826"/>
                  <a:pt x="305820" y="500145"/>
                  <a:pt x="306561" y="500145"/>
                </a:cubicBezTo>
                <a:close/>
                <a:moveTo>
                  <a:pt x="247215" y="499850"/>
                </a:moveTo>
                <a:cubicBezTo>
                  <a:pt x="247215" y="499850"/>
                  <a:pt x="248458" y="499287"/>
                  <a:pt x="248814" y="500087"/>
                </a:cubicBezTo>
                <a:cubicBezTo>
                  <a:pt x="249074" y="503279"/>
                  <a:pt x="249142" y="506483"/>
                  <a:pt x="249021" y="509681"/>
                </a:cubicBezTo>
                <a:cubicBezTo>
                  <a:pt x="249021" y="510422"/>
                  <a:pt x="247570" y="510718"/>
                  <a:pt x="247215" y="509681"/>
                </a:cubicBezTo>
                <a:cubicBezTo>
                  <a:pt x="247037" y="506427"/>
                  <a:pt x="247037" y="503163"/>
                  <a:pt x="247215" y="499909"/>
                </a:cubicBezTo>
                <a:close/>
                <a:moveTo>
                  <a:pt x="348286" y="499701"/>
                </a:moveTo>
                <a:cubicBezTo>
                  <a:pt x="349026" y="499701"/>
                  <a:pt x="349382" y="501271"/>
                  <a:pt x="349382" y="502663"/>
                </a:cubicBezTo>
                <a:cubicBezTo>
                  <a:pt x="349382" y="504055"/>
                  <a:pt x="349323" y="509977"/>
                  <a:pt x="348434" y="509977"/>
                </a:cubicBezTo>
                <a:cubicBezTo>
                  <a:pt x="347546" y="509977"/>
                  <a:pt x="347042" y="505091"/>
                  <a:pt x="347042" y="502900"/>
                </a:cubicBezTo>
                <a:cubicBezTo>
                  <a:pt x="347042" y="500708"/>
                  <a:pt x="347042" y="499790"/>
                  <a:pt x="348286" y="499790"/>
                </a:cubicBezTo>
                <a:close/>
                <a:moveTo>
                  <a:pt x="298269" y="499701"/>
                </a:moveTo>
                <a:cubicBezTo>
                  <a:pt x="299010" y="499701"/>
                  <a:pt x="299365" y="501389"/>
                  <a:pt x="299365" y="502663"/>
                </a:cubicBezTo>
                <a:cubicBezTo>
                  <a:pt x="299365" y="503936"/>
                  <a:pt x="299335" y="510125"/>
                  <a:pt x="298447" y="510125"/>
                </a:cubicBezTo>
                <a:cubicBezTo>
                  <a:pt x="297558" y="510125"/>
                  <a:pt x="297025" y="505091"/>
                  <a:pt x="297025" y="502900"/>
                </a:cubicBezTo>
                <a:cubicBezTo>
                  <a:pt x="297025" y="500708"/>
                  <a:pt x="297025" y="499790"/>
                  <a:pt x="298269" y="499790"/>
                </a:cubicBezTo>
                <a:close/>
                <a:moveTo>
                  <a:pt x="741423" y="499170"/>
                </a:moveTo>
                <a:lnTo>
                  <a:pt x="741527" y="519714"/>
                </a:lnTo>
                <a:lnTo>
                  <a:pt x="759593" y="519714"/>
                </a:lnTo>
                <a:cubicBezTo>
                  <a:pt x="762756" y="519987"/>
                  <a:pt x="765901" y="519025"/>
                  <a:pt x="768370" y="517030"/>
                </a:cubicBezTo>
                <a:cubicBezTo>
                  <a:pt x="770418" y="514785"/>
                  <a:pt x="771462" y="511803"/>
                  <a:pt x="771260" y="508771"/>
                </a:cubicBezTo>
                <a:cubicBezTo>
                  <a:pt x="771450" y="506025"/>
                  <a:pt x="770342" y="503350"/>
                  <a:pt x="768266" y="501543"/>
                </a:cubicBezTo>
                <a:cubicBezTo>
                  <a:pt x="765639" y="499733"/>
                  <a:pt x="762463" y="498893"/>
                  <a:pt x="759284" y="499170"/>
                </a:cubicBezTo>
                <a:close/>
                <a:moveTo>
                  <a:pt x="255922" y="499169"/>
                </a:moveTo>
                <a:cubicBezTo>
                  <a:pt x="257017" y="499050"/>
                  <a:pt x="256751" y="501864"/>
                  <a:pt x="256751" y="502663"/>
                </a:cubicBezTo>
                <a:cubicBezTo>
                  <a:pt x="256751" y="503463"/>
                  <a:pt x="256810" y="509623"/>
                  <a:pt x="255922" y="509623"/>
                </a:cubicBezTo>
                <a:cubicBezTo>
                  <a:pt x="255033" y="509623"/>
                  <a:pt x="255033" y="504381"/>
                  <a:pt x="255033" y="502663"/>
                </a:cubicBezTo>
                <a:cubicBezTo>
                  <a:pt x="255033" y="500946"/>
                  <a:pt x="254856" y="499169"/>
                  <a:pt x="255922" y="499169"/>
                </a:cubicBezTo>
                <a:close/>
                <a:moveTo>
                  <a:pt x="251065" y="498487"/>
                </a:moveTo>
                <a:lnTo>
                  <a:pt x="251071" y="498687"/>
                </a:lnTo>
                <a:lnTo>
                  <a:pt x="251065" y="498695"/>
                </a:lnTo>
                <a:close/>
                <a:moveTo>
                  <a:pt x="251551" y="498099"/>
                </a:moveTo>
                <a:cubicBezTo>
                  <a:pt x="252095" y="497768"/>
                  <a:pt x="252806" y="497942"/>
                  <a:pt x="253138" y="498487"/>
                </a:cubicBezTo>
                <a:cubicBezTo>
                  <a:pt x="253493" y="498961"/>
                  <a:pt x="253493" y="509652"/>
                  <a:pt x="253493" y="510333"/>
                </a:cubicBezTo>
                <a:cubicBezTo>
                  <a:pt x="253493" y="511014"/>
                  <a:pt x="251805" y="510895"/>
                  <a:pt x="251450" y="510333"/>
                </a:cubicBezTo>
                <a:lnTo>
                  <a:pt x="251071" y="498687"/>
                </a:lnTo>
                <a:close/>
                <a:moveTo>
                  <a:pt x="352788" y="497658"/>
                </a:moveTo>
                <a:cubicBezTo>
                  <a:pt x="354298" y="497658"/>
                  <a:pt x="353854" y="499820"/>
                  <a:pt x="353854" y="502100"/>
                </a:cubicBezTo>
                <a:cubicBezTo>
                  <a:pt x="353854" y="504381"/>
                  <a:pt x="354239" y="510718"/>
                  <a:pt x="352610" y="510718"/>
                </a:cubicBezTo>
                <a:cubicBezTo>
                  <a:pt x="350982" y="510718"/>
                  <a:pt x="351337" y="504055"/>
                  <a:pt x="351337" y="501982"/>
                </a:cubicBezTo>
                <a:cubicBezTo>
                  <a:pt x="351337" y="499909"/>
                  <a:pt x="350982" y="497658"/>
                  <a:pt x="352788" y="497658"/>
                </a:cubicBezTo>
                <a:close/>
                <a:moveTo>
                  <a:pt x="302770" y="497658"/>
                </a:moveTo>
                <a:cubicBezTo>
                  <a:pt x="304310" y="497658"/>
                  <a:pt x="303836" y="499820"/>
                  <a:pt x="303836" y="502100"/>
                </a:cubicBezTo>
                <a:cubicBezTo>
                  <a:pt x="303836" y="504381"/>
                  <a:pt x="304221" y="510718"/>
                  <a:pt x="302592" y="510718"/>
                </a:cubicBezTo>
                <a:cubicBezTo>
                  <a:pt x="300964" y="510718"/>
                  <a:pt x="301319" y="504055"/>
                  <a:pt x="301319" y="501982"/>
                </a:cubicBezTo>
                <a:cubicBezTo>
                  <a:pt x="301319" y="499909"/>
                  <a:pt x="300964" y="497658"/>
                  <a:pt x="302770" y="497658"/>
                </a:cubicBezTo>
                <a:close/>
                <a:moveTo>
                  <a:pt x="222843" y="496740"/>
                </a:moveTo>
                <a:lnTo>
                  <a:pt x="223022" y="496904"/>
                </a:lnTo>
                <a:lnTo>
                  <a:pt x="222754" y="496859"/>
                </a:lnTo>
                <a:close/>
                <a:moveTo>
                  <a:pt x="442251" y="495141"/>
                </a:moveTo>
                <a:lnTo>
                  <a:pt x="425638" y="505920"/>
                </a:lnTo>
                <a:lnTo>
                  <a:pt x="441570" y="530440"/>
                </a:lnTo>
                <a:lnTo>
                  <a:pt x="458627" y="519246"/>
                </a:lnTo>
                <a:lnTo>
                  <a:pt x="457206" y="517055"/>
                </a:lnTo>
                <a:lnTo>
                  <a:pt x="455814" y="514893"/>
                </a:lnTo>
                <a:lnTo>
                  <a:pt x="443406" y="522948"/>
                </a:lnTo>
                <a:lnTo>
                  <a:pt x="439231" y="516581"/>
                </a:lnTo>
                <a:lnTo>
                  <a:pt x="450365" y="509474"/>
                </a:lnTo>
                <a:lnTo>
                  <a:pt x="449003" y="507341"/>
                </a:lnTo>
                <a:lnTo>
                  <a:pt x="447641" y="505239"/>
                </a:lnTo>
                <a:lnTo>
                  <a:pt x="436595" y="512405"/>
                </a:lnTo>
                <a:lnTo>
                  <a:pt x="433219" y="507193"/>
                </a:lnTo>
                <a:lnTo>
                  <a:pt x="445064" y="499494"/>
                </a:lnTo>
                <a:lnTo>
                  <a:pt x="443673" y="497302"/>
                </a:lnTo>
                <a:close/>
                <a:moveTo>
                  <a:pt x="152126" y="492179"/>
                </a:moveTo>
                <a:cubicBezTo>
                  <a:pt x="149579" y="492440"/>
                  <a:pt x="147287" y="493832"/>
                  <a:pt x="145878" y="495970"/>
                </a:cubicBezTo>
                <a:cubicBezTo>
                  <a:pt x="144495" y="497551"/>
                  <a:pt x="143917" y="499680"/>
                  <a:pt x="144308" y="501744"/>
                </a:cubicBezTo>
                <a:cubicBezTo>
                  <a:pt x="145419" y="504638"/>
                  <a:pt x="147101" y="507276"/>
                  <a:pt x="149254" y="509503"/>
                </a:cubicBezTo>
                <a:cubicBezTo>
                  <a:pt x="150382" y="510658"/>
                  <a:pt x="151306" y="512003"/>
                  <a:pt x="151978" y="513471"/>
                </a:cubicBezTo>
                <a:cubicBezTo>
                  <a:pt x="152265" y="514375"/>
                  <a:pt x="152064" y="515361"/>
                  <a:pt x="151445" y="516077"/>
                </a:cubicBezTo>
                <a:cubicBezTo>
                  <a:pt x="150823" y="516966"/>
                  <a:pt x="149766" y="517443"/>
                  <a:pt x="148691" y="517321"/>
                </a:cubicBezTo>
                <a:cubicBezTo>
                  <a:pt x="147234" y="517126"/>
                  <a:pt x="145860" y="516533"/>
                  <a:pt x="144723" y="515604"/>
                </a:cubicBezTo>
                <a:cubicBezTo>
                  <a:pt x="143482" y="514822"/>
                  <a:pt x="142573" y="513611"/>
                  <a:pt x="142176" y="512198"/>
                </a:cubicBezTo>
                <a:cubicBezTo>
                  <a:pt x="141877" y="510865"/>
                  <a:pt x="142182" y="509468"/>
                  <a:pt x="143005" y="508378"/>
                </a:cubicBezTo>
                <a:lnTo>
                  <a:pt x="138622" y="505209"/>
                </a:lnTo>
                <a:cubicBezTo>
                  <a:pt x="136976" y="507413"/>
                  <a:pt x="136321" y="510202"/>
                  <a:pt x="136816" y="512909"/>
                </a:cubicBezTo>
                <a:cubicBezTo>
                  <a:pt x="137565" y="515704"/>
                  <a:pt x="139330" y="518121"/>
                  <a:pt x="141761" y="519690"/>
                </a:cubicBezTo>
                <a:cubicBezTo>
                  <a:pt x="144018" y="521506"/>
                  <a:pt x="146831" y="522489"/>
                  <a:pt x="149727" y="522474"/>
                </a:cubicBezTo>
                <a:cubicBezTo>
                  <a:pt x="152254" y="522335"/>
                  <a:pt x="154566" y="521020"/>
                  <a:pt x="155976" y="518920"/>
                </a:cubicBezTo>
                <a:cubicBezTo>
                  <a:pt x="157395" y="517289"/>
                  <a:pt x="158079" y="515148"/>
                  <a:pt x="157871" y="512998"/>
                </a:cubicBezTo>
                <a:cubicBezTo>
                  <a:pt x="157001" y="510252"/>
                  <a:pt x="155490" y="507753"/>
                  <a:pt x="153459" y="505713"/>
                </a:cubicBezTo>
                <a:cubicBezTo>
                  <a:pt x="152188" y="504347"/>
                  <a:pt x="151087" y="502837"/>
                  <a:pt x="150172" y="501211"/>
                </a:cubicBezTo>
                <a:cubicBezTo>
                  <a:pt x="149745" y="500459"/>
                  <a:pt x="149816" y="499523"/>
                  <a:pt x="150349" y="498842"/>
                </a:cubicBezTo>
                <a:cubicBezTo>
                  <a:pt x="150942" y="497939"/>
                  <a:pt x="151910" y="497353"/>
                  <a:pt x="152985" y="497243"/>
                </a:cubicBezTo>
                <a:cubicBezTo>
                  <a:pt x="154190" y="497208"/>
                  <a:pt x="155369" y="497607"/>
                  <a:pt x="156302" y="498368"/>
                </a:cubicBezTo>
                <a:cubicBezTo>
                  <a:pt x="157501" y="499159"/>
                  <a:pt x="158392" y="500341"/>
                  <a:pt x="158819" y="501715"/>
                </a:cubicBezTo>
                <a:cubicBezTo>
                  <a:pt x="159180" y="502962"/>
                  <a:pt x="158976" y="504306"/>
                  <a:pt x="158256" y="505387"/>
                </a:cubicBezTo>
                <a:lnTo>
                  <a:pt x="162669" y="508615"/>
                </a:lnTo>
                <a:lnTo>
                  <a:pt x="162669" y="508556"/>
                </a:lnTo>
                <a:cubicBezTo>
                  <a:pt x="164158" y="506373"/>
                  <a:pt x="164724" y="503690"/>
                  <a:pt x="164238" y="501093"/>
                </a:cubicBezTo>
                <a:cubicBezTo>
                  <a:pt x="163625" y="498463"/>
                  <a:pt x="162038" y="496168"/>
                  <a:pt x="159796" y="494667"/>
                </a:cubicBezTo>
                <a:cubicBezTo>
                  <a:pt x="157637" y="492911"/>
                  <a:pt x="154904" y="492025"/>
                  <a:pt x="152126" y="492179"/>
                </a:cubicBezTo>
                <a:close/>
                <a:moveTo>
                  <a:pt x="464787" y="479031"/>
                </a:moveTo>
                <a:cubicBezTo>
                  <a:pt x="461879" y="478975"/>
                  <a:pt x="459060" y="480035"/>
                  <a:pt x="456910" y="481992"/>
                </a:cubicBezTo>
                <a:cubicBezTo>
                  <a:pt x="454177" y="484118"/>
                  <a:pt x="452616" y="487414"/>
                  <a:pt x="452705" y="490876"/>
                </a:cubicBezTo>
                <a:cubicBezTo>
                  <a:pt x="452992" y="494933"/>
                  <a:pt x="454665" y="498771"/>
                  <a:pt x="457443" y="501744"/>
                </a:cubicBezTo>
                <a:cubicBezTo>
                  <a:pt x="459847" y="504937"/>
                  <a:pt x="463295" y="507190"/>
                  <a:pt x="467186" y="508111"/>
                </a:cubicBezTo>
                <a:cubicBezTo>
                  <a:pt x="473748" y="509121"/>
                  <a:pt x="479893" y="504632"/>
                  <a:pt x="480927" y="498072"/>
                </a:cubicBezTo>
                <a:lnTo>
                  <a:pt x="480867" y="498013"/>
                </a:lnTo>
                <a:cubicBezTo>
                  <a:pt x="481075" y="495025"/>
                  <a:pt x="480204" y="492061"/>
                  <a:pt x="478409" y="489662"/>
                </a:cubicBezTo>
                <a:lnTo>
                  <a:pt x="474086" y="493275"/>
                </a:lnTo>
                <a:cubicBezTo>
                  <a:pt x="475030" y="494554"/>
                  <a:pt x="475484" y="496130"/>
                  <a:pt x="475359" y="497717"/>
                </a:cubicBezTo>
                <a:cubicBezTo>
                  <a:pt x="475318" y="498052"/>
                  <a:pt x="475247" y="498383"/>
                  <a:pt x="475146" y="498706"/>
                </a:cubicBezTo>
                <a:cubicBezTo>
                  <a:pt x="474189" y="501833"/>
                  <a:pt x="470876" y="503592"/>
                  <a:pt x="467748" y="502633"/>
                </a:cubicBezTo>
                <a:cubicBezTo>
                  <a:pt x="465379" y="501736"/>
                  <a:pt x="463324" y="500172"/>
                  <a:pt x="461826" y="498132"/>
                </a:cubicBezTo>
                <a:cubicBezTo>
                  <a:pt x="460019" y="496219"/>
                  <a:pt x="458805" y="493820"/>
                  <a:pt x="458331" y="491232"/>
                </a:cubicBezTo>
                <a:cubicBezTo>
                  <a:pt x="458026" y="489250"/>
                  <a:pt x="458793" y="487257"/>
                  <a:pt x="460345" y="485990"/>
                </a:cubicBezTo>
                <a:cubicBezTo>
                  <a:pt x="461447" y="484989"/>
                  <a:pt x="462883" y="484438"/>
                  <a:pt x="464372" y="484450"/>
                </a:cubicBezTo>
                <a:cubicBezTo>
                  <a:pt x="465821" y="484483"/>
                  <a:pt x="467204" y="485078"/>
                  <a:pt x="468222" y="486108"/>
                </a:cubicBezTo>
                <a:lnTo>
                  <a:pt x="472546" y="482496"/>
                </a:lnTo>
                <a:cubicBezTo>
                  <a:pt x="470494" y="480399"/>
                  <a:pt x="467719" y="479161"/>
                  <a:pt x="464787" y="479031"/>
                </a:cubicBezTo>
                <a:close/>
                <a:moveTo>
                  <a:pt x="310420" y="478166"/>
                </a:moveTo>
                <a:lnTo>
                  <a:pt x="310479" y="478166"/>
                </a:lnTo>
                <a:lnTo>
                  <a:pt x="310479" y="486073"/>
                </a:lnTo>
                <a:lnTo>
                  <a:pt x="303757" y="486073"/>
                </a:lnTo>
                <a:close/>
                <a:moveTo>
                  <a:pt x="326520" y="476514"/>
                </a:moveTo>
                <a:cubicBezTo>
                  <a:pt x="329659" y="476514"/>
                  <a:pt x="330903" y="479120"/>
                  <a:pt x="330903" y="483503"/>
                </a:cubicBezTo>
                <a:cubicBezTo>
                  <a:pt x="330903" y="487886"/>
                  <a:pt x="329541" y="490492"/>
                  <a:pt x="326520" y="490492"/>
                </a:cubicBezTo>
                <a:cubicBezTo>
                  <a:pt x="323499" y="490492"/>
                  <a:pt x="322137" y="487856"/>
                  <a:pt x="322137" y="483503"/>
                </a:cubicBezTo>
                <a:cubicBezTo>
                  <a:pt x="322137" y="479150"/>
                  <a:pt x="323559" y="476514"/>
                  <a:pt x="326520" y="476514"/>
                </a:cubicBezTo>
                <a:close/>
                <a:moveTo>
                  <a:pt x="290066" y="476514"/>
                </a:moveTo>
                <a:cubicBezTo>
                  <a:pt x="293087" y="476514"/>
                  <a:pt x="294301" y="478261"/>
                  <a:pt x="294301" y="480245"/>
                </a:cubicBezTo>
                <a:cubicBezTo>
                  <a:pt x="294321" y="480473"/>
                  <a:pt x="294318" y="480701"/>
                  <a:pt x="294295" y="480930"/>
                </a:cubicBezTo>
                <a:cubicBezTo>
                  <a:pt x="294093" y="482946"/>
                  <a:pt x="292290" y="484418"/>
                  <a:pt x="290273" y="484214"/>
                </a:cubicBezTo>
                <a:cubicBezTo>
                  <a:pt x="288526" y="484214"/>
                  <a:pt x="286038" y="483799"/>
                  <a:pt x="286038" y="480423"/>
                </a:cubicBezTo>
                <a:cubicBezTo>
                  <a:pt x="286032" y="480281"/>
                  <a:pt x="286035" y="480139"/>
                  <a:pt x="286044" y="479997"/>
                </a:cubicBezTo>
                <a:cubicBezTo>
                  <a:pt x="286195" y="477924"/>
                  <a:pt x="287993" y="476366"/>
                  <a:pt x="290066" y="476514"/>
                </a:cubicBezTo>
                <a:close/>
                <a:moveTo>
                  <a:pt x="289243" y="474714"/>
                </a:moveTo>
                <a:cubicBezTo>
                  <a:pt x="285971" y="474743"/>
                  <a:pt x="283344" y="477418"/>
                  <a:pt x="283373" y="480690"/>
                </a:cubicBezTo>
                <a:cubicBezTo>
                  <a:pt x="283379" y="480823"/>
                  <a:pt x="283388" y="480956"/>
                  <a:pt x="283403" y="481087"/>
                </a:cubicBezTo>
                <a:cubicBezTo>
                  <a:pt x="283767" y="484338"/>
                  <a:pt x="286696" y="486681"/>
                  <a:pt x="289948" y="486316"/>
                </a:cubicBezTo>
                <a:cubicBezTo>
                  <a:pt x="291790" y="486450"/>
                  <a:pt x="293581" y="485677"/>
                  <a:pt x="294745" y="484243"/>
                </a:cubicBezTo>
                <a:cubicBezTo>
                  <a:pt x="294094" y="488774"/>
                  <a:pt x="292672" y="490759"/>
                  <a:pt x="289711" y="490759"/>
                </a:cubicBezTo>
                <a:cubicBezTo>
                  <a:pt x="289506" y="490797"/>
                  <a:pt x="289299" y="490815"/>
                  <a:pt x="289095" y="490812"/>
                </a:cubicBezTo>
                <a:cubicBezTo>
                  <a:pt x="287457" y="490782"/>
                  <a:pt x="286157" y="489432"/>
                  <a:pt x="286187" y="487797"/>
                </a:cubicBezTo>
                <a:lnTo>
                  <a:pt x="283551" y="487797"/>
                </a:lnTo>
                <a:cubicBezTo>
                  <a:pt x="283551" y="489515"/>
                  <a:pt x="284884" y="492476"/>
                  <a:pt x="289770" y="492476"/>
                </a:cubicBezTo>
                <a:lnTo>
                  <a:pt x="289770" y="492565"/>
                </a:lnTo>
                <a:cubicBezTo>
                  <a:pt x="297085" y="492565"/>
                  <a:pt x="297381" y="484510"/>
                  <a:pt x="297440" y="482852"/>
                </a:cubicBezTo>
                <a:cubicBezTo>
                  <a:pt x="297440" y="480038"/>
                  <a:pt x="296759" y="474767"/>
                  <a:pt x="290096" y="474767"/>
                </a:cubicBezTo>
                <a:cubicBezTo>
                  <a:pt x="289811" y="474729"/>
                  <a:pt x="289527" y="474711"/>
                  <a:pt x="289243" y="474714"/>
                </a:cubicBezTo>
                <a:close/>
                <a:moveTo>
                  <a:pt x="326520" y="474678"/>
                </a:moveTo>
                <a:cubicBezTo>
                  <a:pt x="320509" y="474678"/>
                  <a:pt x="319354" y="480009"/>
                  <a:pt x="319354" y="483562"/>
                </a:cubicBezTo>
                <a:cubicBezTo>
                  <a:pt x="319354" y="487116"/>
                  <a:pt x="320598" y="492446"/>
                  <a:pt x="326520" y="492446"/>
                </a:cubicBezTo>
                <a:lnTo>
                  <a:pt x="326520" y="492565"/>
                </a:lnTo>
                <a:cubicBezTo>
                  <a:pt x="332621" y="492565"/>
                  <a:pt x="333687" y="487116"/>
                  <a:pt x="333687" y="483562"/>
                </a:cubicBezTo>
                <a:cubicBezTo>
                  <a:pt x="333687" y="480009"/>
                  <a:pt x="332532" y="474678"/>
                  <a:pt x="326520" y="474678"/>
                </a:cubicBezTo>
                <a:close/>
                <a:moveTo>
                  <a:pt x="310559" y="474560"/>
                </a:moveTo>
                <a:lnTo>
                  <a:pt x="300994" y="485606"/>
                </a:lnTo>
                <a:lnTo>
                  <a:pt x="300994" y="487738"/>
                </a:lnTo>
                <a:lnTo>
                  <a:pt x="310115" y="487738"/>
                </a:lnTo>
                <a:lnTo>
                  <a:pt x="310115" y="492002"/>
                </a:lnTo>
                <a:lnTo>
                  <a:pt x="312750" y="492002"/>
                </a:lnTo>
                <a:lnTo>
                  <a:pt x="312750" y="487738"/>
                </a:lnTo>
                <a:lnTo>
                  <a:pt x="315711" y="487738"/>
                </a:lnTo>
                <a:lnTo>
                  <a:pt x="315711" y="485872"/>
                </a:lnTo>
                <a:lnTo>
                  <a:pt x="312750" y="485872"/>
                </a:lnTo>
                <a:lnTo>
                  <a:pt x="312750" y="474560"/>
                </a:lnTo>
                <a:close/>
                <a:moveTo>
                  <a:pt x="272624" y="474441"/>
                </a:moveTo>
                <a:cubicBezTo>
                  <a:pt x="271795" y="477284"/>
                  <a:pt x="270373" y="477580"/>
                  <a:pt x="266997" y="477758"/>
                </a:cubicBezTo>
                <a:lnTo>
                  <a:pt x="266997" y="479624"/>
                </a:lnTo>
                <a:lnTo>
                  <a:pt x="271883" y="479624"/>
                </a:lnTo>
                <a:lnTo>
                  <a:pt x="271883" y="492002"/>
                </a:lnTo>
                <a:lnTo>
                  <a:pt x="274667" y="492002"/>
                </a:lnTo>
                <a:lnTo>
                  <a:pt x="274667" y="474441"/>
                </a:lnTo>
                <a:close/>
                <a:moveTo>
                  <a:pt x="128554" y="469377"/>
                </a:moveTo>
                <a:lnTo>
                  <a:pt x="108594" y="490758"/>
                </a:lnTo>
                <a:lnTo>
                  <a:pt x="110519" y="492564"/>
                </a:lnTo>
                <a:lnTo>
                  <a:pt x="112444" y="494460"/>
                </a:lnTo>
                <a:lnTo>
                  <a:pt x="126807" y="479031"/>
                </a:lnTo>
                <a:lnTo>
                  <a:pt x="120558" y="502041"/>
                </a:lnTo>
                <a:lnTo>
                  <a:pt x="122601" y="503936"/>
                </a:lnTo>
                <a:lnTo>
                  <a:pt x="124645" y="505742"/>
                </a:lnTo>
                <a:lnTo>
                  <a:pt x="144575" y="484332"/>
                </a:lnTo>
                <a:lnTo>
                  <a:pt x="142650" y="482555"/>
                </a:lnTo>
                <a:lnTo>
                  <a:pt x="140755" y="480778"/>
                </a:lnTo>
                <a:lnTo>
                  <a:pt x="126747" y="495792"/>
                </a:lnTo>
                <a:lnTo>
                  <a:pt x="132848" y="473404"/>
                </a:lnTo>
                <a:lnTo>
                  <a:pt x="130686" y="471390"/>
                </a:lnTo>
                <a:close/>
                <a:moveTo>
                  <a:pt x="741423" y="469126"/>
                </a:moveTo>
                <a:lnTo>
                  <a:pt x="741527" y="486161"/>
                </a:lnTo>
                <a:lnTo>
                  <a:pt x="758561" y="486161"/>
                </a:lnTo>
                <a:cubicBezTo>
                  <a:pt x="761523" y="486349"/>
                  <a:pt x="764464" y="485550"/>
                  <a:pt x="766924" y="483890"/>
                </a:cubicBezTo>
                <a:cubicBezTo>
                  <a:pt x="768810" y="482102"/>
                  <a:pt x="769795" y="479564"/>
                  <a:pt x="769609" y="476972"/>
                </a:cubicBezTo>
                <a:cubicBezTo>
                  <a:pt x="769754" y="474638"/>
                  <a:pt x="768655" y="472399"/>
                  <a:pt x="766718" y="471088"/>
                </a:cubicBezTo>
                <a:cubicBezTo>
                  <a:pt x="764048" y="469585"/>
                  <a:pt x="760996" y="468904"/>
                  <a:pt x="757941" y="469126"/>
                </a:cubicBezTo>
                <a:close/>
                <a:moveTo>
                  <a:pt x="2480444" y="466963"/>
                </a:moveTo>
                <a:cubicBezTo>
                  <a:pt x="2476007" y="466262"/>
                  <a:pt x="2471303" y="467253"/>
                  <a:pt x="2467383" y="470103"/>
                </a:cubicBezTo>
                <a:cubicBezTo>
                  <a:pt x="2465896" y="471184"/>
                  <a:pt x="2464588" y="472491"/>
                  <a:pt x="2463508" y="473977"/>
                </a:cubicBezTo>
                <a:cubicBezTo>
                  <a:pt x="2459660" y="480147"/>
                  <a:pt x="2457853" y="487372"/>
                  <a:pt x="2458345" y="494626"/>
                </a:cubicBezTo>
                <a:cubicBezTo>
                  <a:pt x="2457984" y="501529"/>
                  <a:pt x="2459750" y="508376"/>
                  <a:pt x="2463405" y="514243"/>
                </a:cubicBezTo>
                <a:cubicBezTo>
                  <a:pt x="2469258" y="522111"/>
                  <a:pt x="2480382" y="523744"/>
                  <a:pt x="2488251" y="517891"/>
                </a:cubicBezTo>
                <a:cubicBezTo>
                  <a:pt x="2489637" y="516858"/>
                  <a:pt x="2490867" y="515630"/>
                  <a:pt x="2491899" y="514243"/>
                </a:cubicBezTo>
                <a:lnTo>
                  <a:pt x="2491900" y="514243"/>
                </a:lnTo>
                <a:cubicBezTo>
                  <a:pt x="2495634" y="508407"/>
                  <a:pt x="2497441" y="501545"/>
                  <a:pt x="2497061" y="494626"/>
                </a:cubicBezTo>
                <a:cubicBezTo>
                  <a:pt x="2497554" y="487372"/>
                  <a:pt x="2495747" y="480147"/>
                  <a:pt x="2491900" y="473977"/>
                </a:cubicBezTo>
                <a:cubicBezTo>
                  <a:pt x="2489050" y="470057"/>
                  <a:pt x="2484880" y="467664"/>
                  <a:pt x="2480444" y="466963"/>
                </a:cubicBezTo>
                <a:close/>
                <a:moveTo>
                  <a:pt x="2334782" y="466958"/>
                </a:moveTo>
                <a:cubicBezTo>
                  <a:pt x="2330318" y="466267"/>
                  <a:pt x="2325589" y="467278"/>
                  <a:pt x="2321654" y="470157"/>
                </a:cubicBezTo>
                <a:cubicBezTo>
                  <a:pt x="2320192" y="471227"/>
                  <a:pt x="2318902" y="472517"/>
                  <a:pt x="2317832" y="473979"/>
                </a:cubicBezTo>
                <a:cubicBezTo>
                  <a:pt x="2314020" y="480160"/>
                  <a:pt x="2312250" y="487385"/>
                  <a:pt x="2312774" y="494628"/>
                </a:cubicBezTo>
                <a:cubicBezTo>
                  <a:pt x="2312364" y="501535"/>
                  <a:pt x="2314133" y="508397"/>
                  <a:pt x="2317832" y="514244"/>
                </a:cubicBezTo>
                <a:cubicBezTo>
                  <a:pt x="2323686" y="522112"/>
                  <a:pt x="2334811" y="523746"/>
                  <a:pt x="2342679" y="517892"/>
                </a:cubicBezTo>
                <a:cubicBezTo>
                  <a:pt x="2344066" y="516860"/>
                  <a:pt x="2345295" y="515631"/>
                  <a:pt x="2346327" y="514244"/>
                </a:cubicBezTo>
                <a:cubicBezTo>
                  <a:pt x="2350026" y="508397"/>
                  <a:pt x="2351795" y="501534"/>
                  <a:pt x="2351386" y="494628"/>
                </a:cubicBezTo>
                <a:cubicBezTo>
                  <a:pt x="2351909" y="487385"/>
                  <a:pt x="2350139" y="480160"/>
                  <a:pt x="2346327" y="473979"/>
                </a:cubicBezTo>
                <a:cubicBezTo>
                  <a:pt x="2343448" y="470045"/>
                  <a:pt x="2339247" y="467650"/>
                  <a:pt x="2334782" y="466958"/>
                </a:cubicBezTo>
                <a:close/>
                <a:moveTo>
                  <a:pt x="1796372" y="466958"/>
                </a:moveTo>
                <a:cubicBezTo>
                  <a:pt x="1791908" y="466267"/>
                  <a:pt x="1787179" y="467278"/>
                  <a:pt x="1783244" y="470157"/>
                </a:cubicBezTo>
                <a:cubicBezTo>
                  <a:pt x="1781782" y="471227"/>
                  <a:pt x="1780492" y="472517"/>
                  <a:pt x="1779422" y="473979"/>
                </a:cubicBezTo>
                <a:cubicBezTo>
                  <a:pt x="1775610" y="480160"/>
                  <a:pt x="1773840" y="487385"/>
                  <a:pt x="1774364" y="494628"/>
                </a:cubicBezTo>
                <a:cubicBezTo>
                  <a:pt x="1773954" y="501535"/>
                  <a:pt x="1775723" y="508397"/>
                  <a:pt x="1779422" y="514244"/>
                </a:cubicBezTo>
                <a:cubicBezTo>
                  <a:pt x="1785276" y="522112"/>
                  <a:pt x="1796401" y="523746"/>
                  <a:pt x="1804269" y="517892"/>
                </a:cubicBezTo>
                <a:cubicBezTo>
                  <a:pt x="1805656" y="516860"/>
                  <a:pt x="1806885" y="515631"/>
                  <a:pt x="1807917" y="514244"/>
                </a:cubicBezTo>
                <a:cubicBezTo>
                  <a:pt x="1811616" y="508397"/>
                  <a:pt x="1813385" y="501534"/>
                  <a:pt x="1812976" y="494628"/>
                </a:cubicBezTo>
                <a:cubicBezTo>
                  <a:pt x="1813499" y="487385"/>
                  <a:pt x="1811729" y="480160"/>
                  <a:pt x="1807917" y="473979"/>
                </a:cubicBezTo>
                <a:cubicBezTo>
                  <a:pt x="1805038" y="470045"/>
                  <a:pt x="1800837" y="467650"/>
                  <a:pt x="1796372" y="466958"/>
                </a:cubicBezTo>
                <a:close/>
                <a:moveTo>
                  <a:pt x="119107" y="459071"/>
                </a:moveTo>
                <a:lnTo>
                  <a:pt x="97371" y="478646"/>
                </a:lnTo>
                <a:lnTo>
                  <a:pt x="99266" y="480719"/>
                </a:lnTo>
                <a:lnTo>
                  <a:pt x="101131" y="482821"/>
                </a:lnTo>
                <a:lnTo>
                  <a:pt x="122868" y="463247"/>
                </a:lnTo>
                <a:lnTo>
                  <a:pt x="121002" y="461144"/>
                </a:lnTo>
                <a:close/>
                <a:moveTo>
                  <a:pt x="2603178" y="455955"/>
                </a:moveTo>
                <a:lnTo>
                  <a:pt x="2611954" y="455955"/>
                </a:lnTo>
                <a:lnTo>
                  <a:pt x="2620833" y="455955"/>
                </a:lnTo>
                <a:lnTo>
                  <a:pt x="2635647" y="489389"/>
                </a:lnTo>
                <a:lnTo>
                  <a:pt x="2635597" y="489509"/>
                </a:lnTo>
                <a:lnTo>
                  <a:pt x="2635700" y="489509"/>
                </a:lnTo>
                <a:lnTo>
                  <a:pt x="2635647" y="489389"/>
                </a:lnTo>
                <a:lnTo>
                  <a:pt x="2649534" y="455955"/>
                </a:lnTo>
                <a:lnTo>
                  <a:pt x="2658001" y="455955"/>
                </a:lnTo>
                <a:lnTo>
                  <a:pt x="2666363" y="455955"/>
                </a:lnTo>
                <a:lnTo>
                  <a:pt x="2642824" y="503962"/>
                </a:lnTo>
                <a:lnTo>
                  <a:pt x="2642824" y="533387"/>
                </a:lnTo>
                <a:lnTo>
                  <a:pt x="2635493" y="533387"/>
                </a:lnTo>
                <a:lnTo>
                  <a:pt x="2627957" y="533387"/>
                </a:lnTo>
                <a:lnTo>
                  <a:pt x="2627957" y="504272"/>
                </a:lnTo>
                <a:close/>
                <a:moveTo>
                  <a:pt x="2382549" y="455955"/>
                </a:moveTo>
                <a:lnTo>
                  <a:pt x="2389983" y="455955"/>
                </a:lnTo>
                <a:lnTo>
                  <a:pt x="2397416" y="455955"/>
                </a:lnTo>
                <a:lnTo>
                  <a:pt x="2397416" y="519552"/>
                </a:lnTo>
                <a:lnTo>
                  <a:pt x="2432725" y="519552"/>
                </a:lnTo>
                <a:lnTo>
                  <a:pt x="2432725" y="526470"/>
                </a:lnTo>
                <a:lnTo>
                  <a:pt x="2432725" y="533283"/>
                </a:lnTo>
                <a:lnTo>
                  <a:pt x="2382549" y="533283"/>
                </a:lnTo>
                <a:close/>
                <a:moveTo>
                  <a:pt x="2225207" y="455955"/>
                </a:moveTo>
                <a:lnTo>
                  <a:pt x="2232951" y="455955"/>
                </a:lnTo>
                <a:lnTo>
                  <a:pt x="2240694" y="455955"/>
                </a:lnTo>
                <a:lnTo>
                  <a:pt x="2269292" y="510261"/>
                </a:lnTo>
                <a:lnTo>
                  <a:pt x="2269292" y="455955"/>
                </a:lnTo>
                <a:lnTo>
                  <a:pt x="2276210" y="455955"/>
                </a:lnTo>
                <a:lnTo>
                  <a:pt x="2283229" y="455955"/>
                </a:lnTo>
                <a:lnTo>
                  <a:pt x="2283229" y="533283"/>
                </a:lnTo>
                <a:lnTo>
                  <a:pt x="2275796" y="533283"/>
                </a:lnTo>
                <a:lnTo>
                  <a:pt x="2268362" y="533283"/>
                </a:lnTo>
                <a:lnTo>
                  <a:pt x="2239041" y="477532"/>
                </a:lnTo>
                <a:lnTo>
                  <a:pt x="2239041" y="533283"/>
                </a:lnTo>
                <a:lnTo>
                  <a:pt x="2232125" y="533283"/>
                </a:lnTo>
                <a:lnTo>
                  <a:pt x="2225207" y="533283"/>
                </a:lnTo>
                <a:close/>
                <a:moveTo>
                  <a:pt x="2149839" y="455955"/>
                </a:moveTo>
                <a:lnTo>
                  <a:pt x="2157170" y="455955"/>
                </a:lnTo>
                <a:lnTo>
                  <a:pt x="2164603" y="455955"/>
                </a:lnTo>
                <a:lnTo>
                  <a:pt x="2164603" y="484966"/>
                </a:lnTo>
                <a:lnTo>
                  <a:pt x="2192478" y="484966"/>
                </a:lnTo>
                <a:lnTo>
                  <a:pt x="2192478" y="455955"/>
                </a:lnTo>
                <a:lnTo>
                  <a:pt x="2199912" y="455955"/>
                </a:lnTo>
                <a:lnTo>
                  <a:pt x="2207345" y="455955"/>
                </a:lnTo>
                <a:lnTo>
                  <a:pt x="2207345" y="533283"/>
                </a:lnTo>
                <a:lnTo>
                  <a:pt x="2199912" y="533283"/>
                </a:lnTo>
                <a:lnTo>
                  <a:pt x="2192478" y="533283"/>
                </a:lnTo>
                <a:lnTo>
                  <a:pt x="2192478" y="498285"/>
                </a:lnTo>
                <a:lnTo>
                  <a:pt x="2164603" y="498285"/>
                </a:lnTo>
                <a:lnTo>
                  <a:pt x="2164603" y="533283"/>
                </a:lnTo>
                <a:lnTo>
                  <a:pt x="2157273" y="533283"/>
                </a:lnTo>
                <a:lnTo>
                  <a:pt x="2149839" y="533283"/>
                </a:lnTo>
                <a:close/>
                <a:moveTo>
                  <a:pt x="2004681" y="455955"/>
                </a:moveTo>
                <a:lnTo>
                  <a:pt x="2057025" y="455955"/>
                </a:lnTo>
                <a:lnTo>
                  <a:pt x="2057025" y="462769"/>
                </a:lnTo>
                <a:lnTo>
                  <a:pt x="2057025" y="469686"/>
                </a:lnTo>
                <a:lnTo>
                  <a:pt x="2019548" y="469686"/>
                </a:lnTo>
                <a:lnTo>
                  <a:pt x="2019548" y="486102"/>
                </a:lnTo>
                <a:lnTo>
                  <a:pt x="2054341" y="486102"/>
                </a:lnTo>
                <a:lnTo>
                  <a:pt x="2054341" y="492709"/>
                </a:lnTo>
                <a:lnTo>
                  <a:pt x="2054341" y="499420"/>
                </a:lnTo>
                <a:lnTo>
                  <a:pt x="2019548" y="499420"/>
                </a:lnTo>
                <a:lnTo>
                  <a:pt x="2019548" y="519552"/>
                </a:lnTo>
                <a:lnTo>
                  <a:pt x="2058677" y="519552"/>
                </a:lnTo>
                <a:lnTo>
                  <a:pt x="2058677" y="526470"/>
                </a:lnTo>
                <a:lnTo>
                  <a:pt x="2058677" y="533283"/>
                </a:lnTo>
                <a:lnTo>
                  <a:pt x="2004681" y="533283"/>
                </a:lnTo>
                <a:close/>
                <a:moveTo>
                  <a:pt x="1933959" y="455955"/>
                </a:moveTo>
                <a:lnTo>
                  <a:pt x="1991878" y="455955"/>
                </a:lnTo>
                <a:lnTo>
                  <a:pt x="1991878" y="462769"/>
                </a:lnTo>
                <a:lnTo>
                  <a:pt x="1991878" y="469686"/>
                </a:lnTo>
                <a:lnTo>
                  <a:pt x="1970301" y="469686"/>
                </a:lnTo>
                <a:lnTo>
                  <a:pt x="1970301" y="533283"/>
                </a:lnTo>
                <a:lnTo>
                  <a:pt x="1962970" y="533283"/>
                </a:lnTo>
                <a:lnTo>
                  <a:pt x="1955537" y="533283"/>
                </a:lnTo>
                <a:lnTo>
                  <a:pt x="1955537" y="469686"/>
                </a:lnTo>
                <a:lnTo>
                  <a:pt x="1933959" y="469686"/>
                </a:lnTo>
                <a:lnTo>
                  <a:pt x="1933959" y="462873"/>
                </a:lnTo>
                <a:close/>
                <a:moveTo>
                  <a:pt x="1844139" y="455955"/>
                </a:moveTo>
                <a:lnTo>
                  <a:pt x="1894727" y="455955"/>
                </a:lnTo>
                <a:lnTo>
                  <a:pt x="1894727" y="462769"/>
                </a:lnTo>
                <a:lnTo>
                  <a:pt x="1894727" y="469686"/>
                </a:lnTo>
                <a:lnTo>
                  <a:pt x="1859006" y="469686"/>
                </a:lnTo>
                <a:lnTo>
                  <a:pt x="1859006" y="487238"/>
                </a:lnTo>
                <a:lnTo>
                  <a:pt x="1890186" y="487238"/>
                </a:lnTo>
                <a:lnTo>
                  <a:pt x="1890186" y="493948"/>
                </a:lnTo>
                <a:lnTo>
                  <a:pt x="1890186" y="500556"/>
                </a:lnTo>
                <a:lnTo>
                  <a:pt x="1859006" y="500556"/>
                </a:lnTo>
                <a:lnTo>
                  <a:pt x="1859006" y="533283"/>
                </a:lnTo>
                <a:lnTo>
                  <a:pt x="1851573" y="533283"/>
                </a:lnTo>
                <a:lnTo>
                  <a:pt x="1844139" y="533283"/>
                </a:lnTo>
                <a:close/>
                <a:moveTo>
                  <a:pt x="1661400" y="455955"/>
                </a:moveTo>
                <a:lnTo>
                  <a:pt x="1713847" y="455955"/>
                </a:lnTo>
                <a:lnTo>
                  <a:pt x="1713847" y="462769"/>
                </a:lnTo>
                <a:lnTo>
                  <a:pt x="1713847" y="469686"/>
                </a:lnTo>
                <a:lnTo>
                  <a:pt x="1676267" y="469686"/>
                </a:lnTo>
                <a:lnTo>
                  <a:pt x="1676267" y="486102"/>
                </a:lnTo>
                <a:lnTo>
                  <a:pt x="1711060" y="486102"/>
                </a:lnTo>
                <a:lnTo>
                  <a:pt x="1711060" y="492709"/>
                </a:lnTo>
                <a:lnTo>
                  <a:pt x="1711060" y="499420"/>
                </a:lnTo>
                <a:lnTo>
                  <a:pt x="1676267" y="499420"/>
                </a:lnTo>
                <a:lnTo>
                  <a:pt x="1676267" y="519552"/>
                </a:lnTo>
                <a:lnTo>
                  <a:pt x="1715499" y="519552"/>
                </a:lnTo>
                <a:lnTo>
                  <a:pt x="1715499" y="526470"/>
                </a:lnTo>
                <a:lnTo>
                  <a:pt x="1715499" y="533283"/>
                </a:lnTo>
                <a:lnTo>
                  <a:pt x="1661400" y="533283"/>
                </a:lnTo>
                <a:close/>
                <a:moveTo>
                  <a:pt x="1590782" y="455955"/>
                </a:moveTo>
                <a:lnTo>
                  <a:pt x="1648598" y="455955"/>
                </a:lnTo>
                <a:lnTo>
                  <a:pt x="1648598" y="462769"/>
                </a:lnTo>
                <a:lnTo>
                  <a:pt x="1648598" y="469686"/>
                </a:lnTo>
                <a:lnTo>
                  <a:pt x="1627124" y="469686"/>
                </a:lnTo>
                <a:lnTo>
                  <a:pt x="1627124" y="533283"/>
                </a:lnTo>
                <a:lnTo>
                  <a:pt x="1619690" y="533283"/>
                </a:lnTo>
                <a:lnTo>
                  <a:pt x="1612257" y="533283"/>
                </a:lnTo>
                <a:lnTo>
                  <a:pt x="1612257" y="469686"/>
                </a:lnTo>
                <a:lnTo>
                  <a:pt x="1590782" y="469686"/>
                </a:lnTo>
                <a:lnTo>
                  <a:pt x="1590782" y="462873"/>
                </a:lnTo>
                <a:close/>
                <a:moveTo>
                  <a:pt x="1450681" y="455955"/>
                </a:moveTo>
                <a:lnTo>
                  <a:pt x="1508497" y="455955"/>
                </a:lnTo>
                <a:lnTo>
                  <a:pt x="1508497" y="462769"/>
                </a:lnTo>
                <a:lnTo>
                  <a:pt x="1508497" y="469686"/>
                </a:lnTo>
                <a:lnTo>
                  <a:pt x="1487023" y="469686"/>
                </a:lnTo>
                <a:lnTo>
                  <a:pt x="1487023" y="533283"/>
                </a:lnTo>
                <a:lnTo>
                  <a:pt x="1479589" y="533283"/>
                </a:lnTo>
                <a:lnTo>
                  <a:pt x="1472156" y="533283"/>
                </a:lnTo>
                <a:lnTo>
                  <a:pt x="1472156" y="469686"/>
                </a:lnTo>
                <a:lnTo>
                  <a:pt x="1450681" y="469686"/>
                </a:lnTo>
                <a:lnTo>
                  <a:pt x="1450681" y="462873"/>
                </a:lnTo>
                <a:close/>
                <a:moveTo>
                  <a:pt x="1424045" y="455955"/>
                </a:moveTo>
                <a:lnTo>
                  <a:pt x="1431479" y="455955"/>
                </a:lnTo>
                <a:lnTo>
                  <a:pt x="1438912" y="455955"/>
                </a:lnTo>
                <a:lnTo>
                  <a:pt x="1438912" y="533283"/>
                </a:lnTo>
                <a:lnTo>
                  <a:pt x="1431582" y="533283"/>
                </a:lnTo>
                <a:lnTo>
                  <a:pt x="1424045" y="533283"/>
                </a:lnTo>
                <a:close/>
                <a:moveTo>
                  <a:pt x="1354666" y="455955"/>
                </a:moveTo>
                <a:lnTo>
                  <a:pt x="1412482" y="455955"/>
                </a:lnTo>
                <a:lnTo>
                  <a:pt x="1412482" y="462769"/>
                </a:lnTo>
                <a:lnTo>
                  <a:pt x="1412482" y="469686"/>
                </a:lnTo>
                <a:lnTo>
                  <a:pt x="1391008" y="469686"/>
                </a:lnTo>
                <a:lnTo>
                  <a:pt x="1391008" y="533283"/>
                </a:lnTo>
                <a:lnTo>
                  <a:pt x="1383574" y="533283"/>
                </a:lnTo>
                <a:lnTo>
                  <a:pt x="1376141" y="533283"/>
                </a:lnTo>
                <a:lnTo>
                  <a:pt x="1376141" y="469686"/>
                </a:lnTo>
                <a:lnTo>
                  <a:pt x="1354666" y="469686"/>
                </a:lnTo>
                <a:lnTo>
                  <a:pt x="1354666" y="462873"/>
                </a:lnTo>
                <a:close/>
                <a:moveTo>
                  <a:pt x="1214359" y="455955"/>
                </a:moveTo>
                <a:lnTo>
                  <a:pt x="1222206" y="455955"/>
                </a:lnTo>
                <a:lnTo>
                  <a:pt x="1229949" y="455955"/>
                </a:lnTo>
                <a:lnTo>
                  <a:pt x="1258547" y="510261"/>
                </a:lnTo>
                <a:lnTo>
                  <a:pt x="1258547" y="455955"/>
                </a:lnTo>
                <a:lnTo>
                  <a:pt x="1265465" y="455955"/>
                </a:lnTo>
                <a:lnTo>
                  <a:pt x="1272485" y="455955"/>
                </a:lnTo>
                <a:lnTo>
                  <a:pt x="1272485" y="533283"/>
                </a:lnTo>
                <a:lnTo>
                  <a:pt x="1265052" y="533283"/>
                </a:lnTo>
                <a:lnTo>
                  <a:pt x="1257618" y="533283"/>
                </a:lnTo>
                <a:lnTo>
                  <a:pt x="1228297" y="477532"/>
                </a:lnTo>
                <a:lnTo>
                  <a:pt x="1228297" y="533283"/>
                </a:lnTo>
                <a:lnTo>
                  <a:pt x="1221380" y="533283"/>
                </a:lnTo>
                <a:lnTo>
                  <a:pt x="1214359" y="533283"/>
                </a:lnTo>
                <a:close/>
                <a:moveTo>
                  <a:pt x="1182457" y="455955"/>
                </a:moveTo>
                <a:lnTo>
                  <a:pt x="1189788" y="455955"/>
                </a:lnTo>
                <a:lnTo>
                  <a:pt x="1197324" y="455955"/>
                </a:lnTo>
                <a:lnTo>
                  <a:pt x="1197324" y="533283"/>
                </a:lnTo>
                <a:lnTo>
                  <a:pt x="1189891" y="533283"/>
                </a:lnTo>
                <a:lnTo>
                  <a:pt x="1182457" y="533283"/>
                </a:lnTo>
                <a:close/>
                <a:moveTo>
                  <a:pt x="994762" y="455955"/>
                </a:moveTo>
                <a:lnTo>
                  <a:pt x="1002506" y="455955"/>
                </a:lnTo>
                <a:lnTo>
                  <a:pt x="1010352" y="455955"/>
                </a:lnTo>
                <a:lnTo>
                  <a:pt x="1038847" y="510261"/>
                </a:lnTo>
                <a:lnTo>
                  <a:pt x="1038847" y="455955"/>
                </a:lnTo>
                <a:lnTo>
                  <a:pt x="1045764" y="455955"/>
                </a:lnTo>
                <a:lnTo>
                  <a:pt x="1052784" y="455955"/>
                </a:lnTo>
                <a:lnTo>
                  <a:pt x="1052784" y="533283"/>
                </a:lnTo>
                <a:lnTo>
                  <a:pt x="1045352" y="533283"/>
                </a:lnTo>
                <a:lnTo>
                  <a:pt x="1037918" y="533283"/>
                </a:lnTo>
                <a:lnTo>
                  <a:pt x="1008596" y="477532"/>
                </a:lnTo>
                <a:lnTo>
                  <a:pt x="1008596" y="533283"/>
                </a:lnTo>
                <a:lnTo>
                  <a:pt x="1001680" y="533283"/>
                </a:lnTo>
                <a:lnTo>
                  <a:pt x="994762" y="533283"/>
                </a:lnTo>
                <a:close/>
                <a:moveTo>
                  <a:pt x="962757" y="455955"/>
                </a:moveTo>
                <a:lnTo>
                  <a:pt x="970191" y="455955"/>
                </a:lnTo>
                <a:lnTo>
                  <a:pt x="977624" y="455955"/>
                </a:lnTo>
                <a:lnTo>
                  <a:pt x="977624" y="533283"/>
                </a:lnTo>
                <a:lnTo>
                  <a:pt x="970191" y="533283"/>
                </a:lnTo>
                <a:lnTo>
                  <a:pt x="962757" y="533283"/>
                </a:lnTo>
                <a:close/>
                <a:moveTo>
                  <a:pt x="872110" y="455955"/>
                </a:moveTo>
                <a:lnTo>
                  <a:pt x="879544" y="455955"/>
                </a:lnTo>
                <a:lnTo>
                  <a:pt x="886977" y="455955"/>
                </a:lnTo>
                <a:lnTo>
                  <a:pt x="886977" y="533283"/>
                </a:lnTo>
                <a:lnTo>
                  <a:pt x="879647" y="533283"/>
                </a:lnTo>
                <a:lnTo>
                  <a:pt x="872110" y="533283"/>
                </a:lnTo>
                <a:close/>
                <a:moveTo>
                  <a:pt x="803247" y="455955"/>
                </a:moveTo>
                <a:lnTo>
                  <a:pt x="855591" y="455955"/>
                </a:lnTo>
                <a:lnTo>
                  <a:pt x="855591" y="462769"/>
                </a:lnTo>
                <a:lnTo>
                  <a:pt x="855591" y="469686"/>
                </a:lnTo>
                <a:lnTo>
                  <a:pt x="818114" y="469686"/>
                </a:lnTo>
                <a:lnTo>
                  <a:pt x="818114" y="486102"/>
                </a:lnTo>
                <a:lnTo>
                  <a:pt x="852907" y="486102"/>
                </a:lnTo>
                <a:lnTo>
                  <a:pt x="852907" y="492709"/>
                </a:lnTo>
                <a:lnTo>
                  <a:pt x="852907" y="499420"/>
                </a:lnTo>
                <a:lnTo>
                  <a:pt x="818114" y="499420"/>
                </a:lnTo>
                <a:lnTo>
                  <a:pt x="818114" y="519552"/>
                </a:lnTo>
                <a:lnTo>
                  <a:pt x="857243" y="519552"/>
                </a:lnTo>
                <a:lnTo>
                  <a:pt x="857243" y="526470"/>
                </a:lnTo>
                <a:lnTo>
                  <a:pt x="857243" y="533283"/>
                </a:lnTo>
                <a:lnTo>
                  <a:pt x="803247" y="533283"/>
                </a:lnTo>
                <a:close/>
                <a:moveTo>
                  <a:pt x="727279" y="455808"/>
                </a:moveTo>
                <a:lnTo>
                  <a:pt x="762071" y="455808"/>
                </a:lnTo>
                <a:cubicBezTo>
                  <a:pt x="767895" y="455463"/>
                  <a:pt x="773639" y="457305"/>
                  <a:pt x="778177" y="460969"/>
                </a:cubicBezTo>
                <a:cubicBezTo>
                  <a:pt x="782200" y="464666"/>
                  <a:pt x="784360" y="469968"/>
                  <a:pt x="784063" y="475423"/>
                </a:cubicBezTo>
                <a:cubicBezTo>
                  <a:pt x="784433" y="481076"/>
                  <a:pt x="781953" y="486539"/>
                  <a:pt x="777454" y="489980"/>
                </a:cubicBezTo>
                <a:cubicBezTo>
                  <a:pt x="776764" y="490637"/>
                  <a:pt x="775959" y="491162"/>
                  <a:pt x="775080" y="491529"/>
                </a:cubicBezTo>
                <a:cubicBezTo>
                  <a:pt x="776704" y="492179"/>
                  <a:pt x="778232" y="493048"/>
                  <a:pt x="779623" y="494110"/>
                </a:cubicBezTo>
                <a:cubicBezTo>
                  <a:pt x="784220" y="497628"/>
                  <a:pt x="786772" y="503198"/>
                  <a:pt x="786436" y="508977"/>
                </a:cubicBezTo>
                <a:cubicBezTo>
                  <a:pt x="786906" y="515674"/>
                  <a:pt x="784415" y="522241"/>
                  <a:pt x="779623" y="526941"/>
                </a:cubicBezTo>
                <a:cubicBezTo>
                  <a:pt x="774075" y="531438"/>
                  <a:pt x="767025" y="533653"/>
                  <a:pt x="759903" y="533136"/>
                </a:cubicBezTo>
                <a:lnTo>
                  <a:pt x="727589" y="533136"/>
                </a:lnTo>
                <a:close/>
                <a:moveTo>
                  <a:pt x="930151" y="455808"/>
                </a:moveTo>
                <a:lnTo>
                  <a:pt x="944915" y="455808"/>
                </a:lnTo>
                <a:lnTo>
                  <a:pt x="944915" y="511455"/>
                </a:lnTo>
                <a:cubicBezTo>
                  <a:pt x="945422" y="517907"/>
                  <a:pt x="943342" y="524297"/>
                  <a:pt x="939133" y="529213"/>
                </a:cubicBezTo>
                <a:cubicBezTo>
                  <a:pt x="934518" y="533542"/>
                  <a:pt x="928307" y="535750"/>
                  <a:pt x="921994" y="535305"/>
                </a:cubicBezTo>
                <a:cubicBezTo>
                  <a:pt x="915395" y="535867"/>
                  <a:pt x="908899" y="533398"/>
                  <a:pt x="904340" y="528593"/>
                </a:cubicBezTo>
                <a:cubicBezTo>
                  <a:pt x="900112" y="522589"/>
                  <a:pt x="898238" y="515240"/>
                  <a:pt x="899075" y="507945"/>
                </a:cubicBezTo>
                <a:lnTo>
                  <a:pt x="899075" y="503919"/>
                </a:lnTo>
                <a:lnTo>
                  <a:pt x="913219" y="503919"/>
                </a:lnTo>
                <a:lnTo>
                  <a:pt x="913219" y="508565"/>
                </a:lnTo>
                <a:cubicBezTo>
                  <a:pt x="912884" y="512122"/>
                  <a:pt x="913563" y="515702"/>
                  <a:pt x="915181" y="518889"/>
                </a:cubicBezTo>
                <a:cubicBezTo>
                  <a:pt x="916604" y="521191"/>
                  <a:pt x="919193" y="522506"/>
                  <a:pt x="921891" y="522296"/>
                </a:cubicBezTo>
                <a:cubicBezTo>
                  <a:pt x="924267" y="522529"/>
                  <a:pt x="926610" y="521607"/>
                  <a:pt x="928189" y="519818"/>
                </a:cubicBezTo>
                <a:cubicBezTo>
                  <a:pt x="929669" y="517405"/>
                  <a:pt x="930356" y="514588"/>
                  <a:pt x="930151" y="511765"/>
                </a:cubicBezTo>
                <a:close/>
                <a:moveTo>
                  <a:pt x="1520182" y="455705"/>
                </a:moveTo>
                <a:lnTo>
                  <a:pt x="1535049" y="455705"/>
                </a:lnTo>
                <a:lnTo>
                  <a:pt x="1535049" y="504436"/>
                </a:lnTo>
                <a:cubicBezTo>
                  <a:pt x="1534751" y="508880"/>
                  <a:pt x="1535990" y="513290"/>
                  <a:pt x="1538559" y="516928"/>
                </a:cubicBezTo>
                <a:cubicBezTo>
                  <a:pt x="1541183" y="519819"/>
                  <a:pt x="1544991" y="521341"/>
                  <a:pt x="1548883" y="521057"/>
                </a:cubicBezTo>
                <a:cubicBezTo>
                  <a:pt x="1552720" y="521375"/>
                  <a:pt x="1556501" y="519977"/>
                  <a:pt x="1559207" y="517238"/>
                </a:cubicBezTo>
                <a:cubicBezTo>
                  <a:pt x="1561713" y="513465"/>
                  <a:pt x="1562843" y="508944"/>
                  <a:pt x="1562408" y="504436"/>
                </a:cubicBezTo>
                <a:lnTo>
                  <a:pt x="1562408" y="455705"/>
                </a:lnTo>
                <a:lnTo>
                  <a:pt x="1577688" y="455705"/>
                </a:lnTo>
                <a:lnTo>
                  <a:pt x="1577688" y="503920"/>
                </a:lnTo>
                <a:cubicBezTo>
                  <a:pt x="1578478" y="512458"/>
                  <a:pt x="1576089" y="520987"/>
                  <a:pt x="1570977" y="527872"/>
                </a:cubicBezTo>
                <a:cubicBezTo>
                  <a:pt x="1564990" y="533275"/>
                  <a:pt x="1557018" y="535933"/>
                  <a:pt x="1548986" y="535203"/>
                </a:cubicBezTo>
                <a:cubicBezTo>
                  <a:pt x="1541005" y="535826"/>
                  <a:pt x="1533132" y="533051"/>
                  <a:pt x="1527306" y="527562"/>
                </a:cubicBezTo>
                <a:cubicBezTo>
                  <a:pt x="1522129" y="520812"/>
                  <a:pt x="1519596" y="512406"/>
                  <a:pt x="1520182" y="503920"/>
                </a:cubicBezTo>
                <a:close/>
                <a:moveTo>
                  <a:pt x="2475842" y="454000"/>
                </a:moveTo>
                <a:cubicBezTo>
                  <a:pt x="2484389" y="453523"/>
                  <a:pt x="2493118" y="456307"/>
                  <a:pt x="2500004" y="462465"/>
                </a:cubicBezTo>
                <a:cubicBezTo>
                  <a:pt x="2500930" y="463294"/>
                  <a:pt x="2501809" y="464173"/>
                  <a:pt x="2502637" y="465099"/>
                </a:cubicBezTo>
                <a:cubicBezTo>
                  <a:pt x="2509237" y="473675"/>
                  <a:pt x="2512534" y="484337"/>
                  <a:pt x="2511929" y="495143"/>
                </a:cubicBezTo>
                <a:cubicBezTo>
                  <a:pt x="2512514" y="505755"/>
                  <a:pt x="2509212" y="516217"/>
                  <a:pt x="2502637" y="524567"/>
                </a:cubicBezTo>
                <a:cubicBezTo>
                  <a:pt x="2489982" y="538337"/>
                  <a:pt x="2468560" y="539241"/>
                  <a:pt x="2454789" y="526585"/>
                </a:cubicBezTo>
                <a:cubicBezTo>
                  <a:pt x="2454088" y="525941"/>
                  <a:pt x="2453414" y="525268"/>
                  <a:pt x="2452770" y="524567"/>
                </a:cubicBezTo>
                <a:cubicBezTo>
                  <a:pt x="2446197" y="516217"/>
                  <a:pt x="2442893" y="505755"/>
                  <a:pt x="2443478" y="495143"/>
                </a:cubicBezTo>
                <a:cubicBezTo>
                  <a:pt x="2442872" y="484337"/>
                  <a:pt x="2446169" y="473675"/>
                  <a:pt x="2452770" y="465099"/>
                </a:cubicBezTo>
                <a:cubicBezTo>
                  <a:pt x="2458928" y="458214"/>
                  <a:pt x="2467294" y="454477"/>
                  <a:pt x="2475842" y="454000"/>
                </a:cubicBezTo>
                <a:close/>
                <a:moveTo>
                  <a:pt x="2330250" y="453993"/>
                </a:moveTo>
                <a:cubicBezTo>
                  <a:pt x="2338824" y="453525"/>
                  <a:pt x="2347577" y="456327"/>
                  <a:pt x="2354477" y="462512"/>
                </a:cubicBezTo>
                <a:cubicBezTo>
                  <a:pt x="2355386" y="463327"/>
                  <a:pt x="2356249" y="464191"/>
                  <a:pt x="2357064" y="465099"/>
                </a:cubicBezTo>
                <a:cubicBezTo>
                  <a:pt x="2363636" y="473686"/>
                  <a:pt x="2366898" y="484351"/>
                  <a:pt x="2366253" y="495143"/>
                </a:cubicBezTo>
                <a:cubicBezTo>
                  <a:pt x="2366869" y="505743"/>
                  <a:pt x="2363602" y="516203"/>
                  <a:pt x="2357064" y="524569"/>
                </a:cubicBezTo>
                <a:cubicBezTo>
                  <a:pt x="2344356" y="538367"/>
                  <a:pt x="2322868" y="539250"/>
                  <a:pt x="2309070" y="526541"/>
                </a:cubicBezTo>
                <a:cubicBezTo>
                  <a:pt x="2308385" y="525912"/>
                  <a:pt x="2307727" y="525253"/>
                  <a:pt x="2307096" y="524569"/>
                </a:cubicBezTo>
                <a:lnTo>
                  <a:pt x="2307095" y="524569"/>
                </a:lnTo>
                <a:cubicBezTo>
                  <a:pt x="2300600" y="516181"/>
                  <a:pt x="2297338" y="505737"/>
                  <a:pt x="2297907" y="495143"/>
                </a:cubicBezTo>
                <a:cubicBezTo>
                  <a:pt x="2297317" y="484357"/>
                  <a:pt x="2300573" y="473711"/>
                  <a:pt x="2307095" y="465099"/>
                </a:cubicBezTo>
                <a:cubicBezTo>
                  <a:pt x="2313280" y="458200"/>
                  <a:pt x="2321676" y="454461"/>
                  <a:pt x="2330250" y="453993"/>
                </a:cubicBezTo>
                <a:close/>
                <a:moveTo>
                  <a:pt x="1791840" y="453993"/>
                </a:moveTo>
                <a:cubicBezTo>
                  <a:pt x="1800414" y="453525"/>
                  <a:pt x="1809167" y="456327"/>
                  <a:pt x="1816067" y="462512"/>
                </a:cubicBezTo>
                <a:cubicBezTo>
                  <a:pt x="1816976" y="463327"/>
                  <a:pt x="1817839" y="464191"/>
                  <a:pt x="1818654" y="465099"/>
                </a:cubicBezTo>
                <a:cubicBezTo>
                  <a:pt x="1825226" y="473686"/>
                  <a:pt x="1828488" y="484351"/>
                  <a:pt x="1827843" y="495143"/>
                </a:cubicBezTo>
                <a:cubicBezTo>
                  <a:pt x="1828459" y="505743"/>
                  <a:pt x="1825192" y="516203"/>
                  <a:pt x="1818654" y="524569"/>
                </a:cubicBezTo>
                <a:cubicBezTo>
                  <a:pt x="1805946" y="538367"/>
                  <a:pt x="1784458" y="539250"/>
                  <a:pt x="1770660" y="526541"/>
                </a:cubicBezTo>
                <a:cubicBezTo>
                  <a:pt x="1769975" y="525912"/>
                  <a:pt x="1769317" y="525253"/>
                  <a:pt x="1768686" y="524569"/>
                </a:cubicBezTo>
                <a:lnTo>
                  <a:pt x="1768685" y="524569"/>
                </a:lnTo>
                <a:cubicBezTo>
                  <a:pt x="1762190" y="516181"/>
                  <a:pt x="1758928" y="505737"/>
                  <a:pt x="1759497" y="495143"/>
                </a:cubicBezTo>
                <a:cubicBezTo>
                  <a:pt x="1758907" y="484357"/>
                  <a:pt x="1762163" y="473711"/>
                  <a:pt x="1768685" y="465099"/>
                </a:cubicBezTo>
                <a:cubicBezTo>
                  <a:pt x="1774870" y="458200"/>
                  <a:pt x="1783266" y="454461"/>
                  <a:pt x="1791840" y="453993"/>
                </a:cubicBezTo>
                <a:close/>
                <a:moveTo>
                  <a:pt x="2559420" y="453948"/>
                </a:moveTo>
                <a:cubicBezTo>
                  <a:pt x="2567162" y="453597"/>
                  <a:pt x="2574765" y="456094"/>
                  <a:pt x="2580791" y="460969"/>
                </a:cubicBezTo>
                <a:cubicBezTo>
                  <a:pt x="2586438" y="465760"/>
                  <a:pt x="2589962" y="472587"/>
                  <a:pt x="2590600" y="479965"/>
                </a:cubicBezTo>
                <a:lnTo>
                  <a:pt x="2576043" y="479965"/>
                </a:lnTo>
                <a:cubicBezTo>
                  <a:pt x="2575527" y="476456"/>
                  <a:pt x="2573631" y="473297"/>
                  <a:pt x="2570777" y="471190"/>
                </a:cubicBezTo>
                <a:cubicBezTo>
                  <a:pt x="2567915" y="468703"/>
                  <a:pt x="2564245" y="467345"/>
                  <a:pt x="2560453" y="467370"/>
                </a:cubicBezTo>
                <a:cubicBezTo>
                  <a:pt x="2554501" y="467080"/>
                  <a:pt x="2548802" y="469794"/>
                  <a:pt x="2545276" y="474597"/>
                </a:cubicBezTo>
                <a:cubicBezTo>
                  <a:pt x="2538127" y="487066"/>
                  <a:pt x="2538127" y="502392"/>
                  <a:pt x="2545276" y="514860"/>
                </a:cubicBezTo>
                <a:cubicBezTo>
                  <a:pt x="2548970" y="519536"/>
                  <a:pt x="2554711" y="522118"/>
                  <a:pt x="2560660" y="521778"/>
                </a:cubicBezTo>
                <a:cubicBezTo>
                  <a:pt x="2566111" y="521975"/>
                  <a:pt x="2571244" y="519211"/>
                  <a:pt x="2574081" y="514552"/>
                </a:cubicBezTo>
                <a:cubicBezTo>
                  <a:pt x="2575981" y="511664"/>
                  <a:pt x="2577313" y="508440"/>
                  <a:pt x="2578004" y="505053"/>
                </a:cubicBezTo>
                <a:lnTo>
                  <a:pt x="2561279" y="505053"/>
                </a:lnTo>
                <a:lnTo>
                  <a:pt x="2561279" y="491735"/>
                </a:lnTo>
                <a:lnTo>
                  <a:pt x="2591116" y="491735"/>
                </a:lnTo>
                <a:lnTo>
                  <a:pt x="2591116" y="533032"/>
                </a:lnTo>
                <a:lnTo>
                  <a:pt x="2580791" y="533032"/>
                </a:lnTo>
                <a:lnTo>
                  <a:pt x="2579347" y="522708"/>
                </a:lnTo>
                <a:lnTo>
                  <a:pt x="2579140" y="524566"/>
                </a:lnTo>
                <a:cubicBezTo>
                  <a:pt x="2574682" y="531614"/>
                  <a:pt x="2566826" y="535777"/>
                  <a:pt x="2558491" y="535510"/>
                </a:cubicBezTo>
                <a:lnTo>
                  <a:pt x="2558491" y="534890"/>
                </a:lnTo>
                <a:cubicBezTo>
                  <a:pt x="2549092" y="535393"/>
                  <a:pt x="2539975" y="531594"/>
                  <a:pt x="2533713" y="524566"/>
                </a:cubicBezTo>
                <a:cubicBezTo>
                  <a:pt x="2521148" y="506734"/>
                  <a:pt x="2521148" y="482930"/>
                  <a:pt x="2533713" y="465098"/>
                </a:cubicBezTo>
                <a:cubicBezTo>
                  <a:pt x="2540122" y="457641"/>
                  <a:pt x="2549596" y="453533"/>
                  <a:pt x="2559420" y="453948"/>
                </a:cubicBezTo>
                <a:close/>
                <a:moveTo>
                  <a:pt x="2104844" y="453742"/>
                </a:moveTo>
                <a:cubicBezTo>
                  <a:pt x="2112415" y="453547"/>
                  <a:pt x="2119782" y="456201"/>
                  <a:pt x="2125492" y="461176"/>
                </a:cubicBezTo>
                <a:cubicBezTo>
                  <a:pt x="2131350" y="466344"/>
                  <a:pt x="2135037" y="473534"/>
                  <a:pt x="2135817" y="481307"/>
                </a:cubicBezTo>
                <a:lnTo>
                  <a:pt x="2120950" y="481307"/>
                </a:lnTo>
                <a:cubicBezTo>
                  <a:pt x="2120699" y="477354"/>
                  <a:pt x="2118922" y="473651"/>
                  <a:pt x="2115994" y="470983"/>
                </a:cubicBezTo>
                <a:cubicBezTo>
                  <a:pt x="2113103" y="468558"/>
                  <a:pt x="2109444" y="467241"/>
                  <a:pt x="2105670" y="467266"/>
                </a:cubicBezTo>
                <a:cubicBezTo>
                  <a:pt x="2100348" y="467155"/>
                  <a:pt x="2095378" y="469915"/>
                  <a:pt x="2092662" y="474494"/>
                </a:cubicBezTo>
                <a:cubicBezTo>
                  <a:pt x="2089242" y="480556"/>
                  <a:pt x="2087630" y="487470"/>
                  <a:pt x="2088015" y="494419"/>
                </a:cubicBezTo>
                <a:cubicBezTo>
                  <a:pt x="2087636" y="501203"/>
                  <a:pt x="2089251" y="507952"/>
                  <a:pt x="2092662" y="513829"/>
                </a:cubicBezTo>
                <a:cubicBezTo>
                  <a:pt x="2097574" y="521107"/>
                  <a:pt x="2107457" y="523023"/>
                  <a:pt x="2114734" y="518111"/>
                </a:cubicBezTo>
                <a:cubicBezTo>
                  <a:pt x="2115359" y="517689"/>
                  <a:pt x="2115952" y="517224"/>
                  <a:pt x="2116510" y="516719"/>
                </a:cubicBezTo>
                <a:cubicBezTo>
                  <a:pt x="2119428" y="513746"/>
                  <a:pt x="2121186" y="509828"/>
                  <a:pt x="2121466" y="505672"/>
                </a:cubicBezTo>
                <a:lnTo>
                  <a:pt x="2135198" y="506085"/>
                </a:lnTo>
                <a:cubicBezTo>
                  <a:pt x="2134682" y="514126"/>
                  <a:pt x="2131227" y="521696"/>
                  <a:pt x="2125492" y="527354"/>
                </a:cubicBezTo>
                <a:cubicBezTo>
                  <a:pt x="2119912" y="532599"/>
                  <a:pt x="2112501" y="535451"/>
                  <a:pt x="2104844" y="535303"/>
                </a:cubicBezTo>
                <a:cubicBezTo>
                  <a:pt x="2095601" y="535681"/>
                  <a:pt x="2086736" y="531613"/>
                  <a:pt x="2080994" y="524360"/>
                </a:cubicBezTo>
                <a:cubicBezTo>
                  <a:pt x="2074691" y="515889"/>
                  <a:pt x="2071549" y="505479"/>
                  <a:pt x="2072116" y="494935"/>
                </a:cubicBezTo>
                <a:cubicBezTo>
                  <a:pt x="2071525" y="484197"/>
                  <a:pt x="2074662" y="473584"/>
                  <a:pt x="2080994" y="464892"/>
                </a:cubicBezTo>
                <a:cubicBezTo>
                  <a:pt x="2086682" y="457547"/>
                  <a:pt x="2095561" y="453395"/>
                  <a:pt x="2104844" y="453742"/>
                </a:cubicBezTo>
                <a:close/>
                <a:moveTo>
                  <a:pt x="1316173" y="453741"/>
                </a:moveTo>
                <a:cubicBezTo>
                  <a:pt x="1323310" y="453429"/>
                  <a:pt x="1330295" y="455868"/>
                  <a:pt x="1335686" y="460556"/>
                </a:cubicBezTo>
                <a:cubicBezTo>
                  <a:pt x="1340783" y="465376"/>
                  <a:pt x="1343754" y="472023"/>
                  <a:pt x="1343946" y="479036"/>
                </a:cubicBezTo>
                <a:lnTo>
                  <a:pt x="1328872" y="479036"/>
                </a:lnTo>
                <a:cubicBezTo>
                  <a:pt x="1328757" y="475599"/>
                  <a:pt x="1327133" y="472389"/>
                  <a:pt x="1324432" y="470260"/>
                </a:cubicBezTo>
                <a:cubicBezTo>
                  <a:pt x="1321455" y="468051"/>
                  <a:pt x="1317814" y="466923"/>
                  <a:pt x="1314108" y="467060"/>
                </a:cubicBezTo>
                <a:cubicBezTo>
                  <a:pt x="1310951" y="466839"/>
                  <a:pt x="1307825" y="467795"/>
                  <a:pt x="1305332" y="469744"/>
                </a:cubicBezTo>
                <a:cubicBezTo>
                  <a:pt x="1303143" y="471616"/>
                  <a:pt x="1301958" y="474406"/>
                  <a:pt x="1302132" y="477280"/>
                </a:cubicBezTo>
                <a:cubicBezTo>
                  <a:pt x="1302126" y="479552"/>
                  <a:pt x="1303405" y="481631"/>
                  <a:pt x="1305435" y="482649"/>
                </a:cubicBezTo>
                <a:cubicBezTo>
                  <a:pt x="1309916" y="484699"/>
                  <a:pt x="1314632" y="486190"/>
                  <a:pt x="1319476" y="487089"/>
                </a:cubicBezTo>
                <a:cubicBezTo>
                  <a:pt x="1326938" y="488400"/>
                  <a:pt x="1334002" y="491403"/>
                  <a:pt x="1340125" y="495864"/>
                </a:cubicBezTo>
                <a:cubicBezTo>
                  <a:pt x="1343954" y="500149"/>
                  <a:pt x="1345825" y="505836"/>
                  <a:pt x="1345288" y="511557"/>
                </a:cubicBezTo>
                <a:cubicBezTo>
                  <a:pt x="1345652" y="518272"/>
                  <a:pt x="1342724" y="524743"/>
                  <a:pt x="1337440" y="528902"/>
                </a:cubicBezTo>
                <a:cubicBezTo>
                  <a:pt x="1331270" y="533441"/>
                  <a:pt x="1323719" y="535703"/>
                  <a:pt x="1316070" y="535303"/>
                </a:cubicBezTo>
                <a:cubicBezTo>
                  <a:pt x="1308581" y="535660"/>
                  <a:pt x="1301226" y="533232"/>
                  <a:pt x="1295421" y="528489"/>
                </a:cubicBezTo>
                <a:cubicBezTo>
                  <a:pt x="1290158" y="523453"/>
                  <a:pt x="1287206" y="516467"/>
                  <a:pt x="1287265" y="509182"/>
                </a:cubicBezTo>
                <a:lnTo>
                  <a:pt x="1301616" y="509183"/>
                </a:lnTo>
                <a:cubicBezTo>
                  <a:pt x="1301540" y="512800"/>
                  <a:pt x="1303048" y="516270"/>
                  <a:pt x="1305745" y="518681"/>
                </a:cubicBezTo>
                <a:cubicBezTo>
                  <a:pt x="1308710" y="520927"/>
                  <a:pt x="1312352" y="522093"/>
                  <a:pt x="1316070" y="521985"/>
                </a:cubicBezTo>
                <a:cubicBezTo>
                  <a:pt x="1319943" y="522191"/>
                  <a:pt x="1323799" y="521334"/>
                  <a:pt x="1327220" y="519507"/>
                </a:cubicBezTo>
                <a:cubicBezTo>
                  <a:pt x="1329710" y="518094"/>
                  <a:pt x="1331248" y="515453"/>
                  <a:pt x="1331247" y="512590"/>
                </a:cubicBezTo>
                <a:cubicBezTo>
                  <a:pt x="1331414" y="510077"/>
                  <a:pt x="1330332" y="507645"/>
                  <a:pt x="1328356" y="506085"/>
                </a:cubicBezTo>
                <a:cubicBezTo>
                  <a:pt x="1324591" y="504014"/>
                  <a:pt x="1320509" y="502583"/>
                  <a:pt x="1316276" y="501853"/>
                </a:cubicBezTo>
                <a:cubicBezTo>
                  <a:pt x="1308208" y="500480"/>
                  <a:pt x="1300511" y="497457"/>
                  <a:pt x="1293666" y="492973"/>
                </a:cubicBezTo>
                <a:cubicBezTo>
                  <a:pt x="1289644" y="489160"/>
                  <a:pt x="1287557" y="483735"/>
                  <a:pt x="1287988" y="478210"/>
                </a:cubicBezTo>
                <a:cubicBezTo>
                  <a:pt x="1287645" y="471419"/>
                  <a:pt x="1290420" y="464843"/>
                  <a:pt x="1295524" y="460349"/>
                </a:cubicBezTo>
                <a:cubicBezTo>
                  <a:pt x="1301310" y="455589"/>
                  <a:pt x="1308699" y="453225"/>
                  <a:pt x="1316173" y="453741"/>
                </a:cubicBezTo>
                <a:close/>
                <a:moveTo>
                  <a:pt x="1099249" y="453458"/>
                </a:moveTo>
                <a:cubicBezTo>
                  <a:pt x="1107647" y="452720"/>
                  <a:pt x="1116308" y="454967"/>
                  <a:pt x="1123523" y="460350"/>
                </a:cubicBezTo>
                <a:cubicBezTo>
                  <a:pt x="1129206" y="465113"/>
                  <a:pt x="1132739" y="471956"/>
                  <a:pt x="1133332" y="479346"/>
                </a:cubicBezTo>
                <a:lnTo>
                  <a:pt x="1118465" y="479346"/>
                </a:lnTo>
                <a:cubicBezTo>
                  <a:pt x="1118043" y="475829"/>
                  <a:pt x="1116172" y="472648"/>
                  <a:pt x="1113302" y="470571"/>
                </a:cubicBezTo>
                <a:cubicBezTo>
                  <a:pt x="1110440" y="468085"/>
                  <a:pt x="1106769" y="466726"/>
                  <a:pt x="1102978" y="466750"/>
                </a:cubicBezTo>
                <a:cubicBezTo>
                  <a:pt x="1097039" y="466516"/>
                  <a:pt x="1091364" y="469218"/>
                  <a:pt x="1087802" y="473978"/>
                </a:cubicBezTo>
                <a:cubicBezTo>
                  <a:pt x="1083770" y="480077"/>
                  <a:pt x="1081848" y="487331"/>
                  <a:pt x="1082329" y="494626"/>
                </a:cubicBezTo>
                <a:cubicBezTo>
                  <a:pt x="1081848" y="501699"/>
                  <a:pt x="1083697" y="508735"/>
                  <a:pt x="1087595" y="514655"/>
                </a:cubicBezTo>
                <a:cubicBezTo>
                  <a:pt x="1091300" y="519317"/>
                  <a:pt x="1097032" y="521895"/>
                  <a:pt x="1102978" y="521572"/>
                </a:cubicBezTo>
                <a:cubicBezTo>
                  <a:pt x="1108420" y="521726"/>
                  <a:pt x="1113533" y="518973"/>
                  <a:pt x="1116400" y="514346"/>
                </a:cubicBezTo>
                <a:cubicBezTo>
                  <a:pt x="1118259" y="511437"/>
                  <a:pt x="1119587" y="508221"/>
                  <a:pt x="1120323" y="504848"/>
                </a:cubicBezTo>
                <a:lnTo>
                  <a:pt x="1103598" y="504848"/>
                </a:lnTo>
                <a:lnTo>
                  <a:pt x="1103598" y="491529"/>
                </a:lnTo>
                <a:lnTo>
                  <a:pt x="1133745" y="491529"/>
                </a:lnTo>
                <a:lnTo>
                  <a:pt x="1133745" y="532826"/>
                </a:lnTo>
                <a:lnTo>
                  <a:pt x="1123420" y="532826"/>
                </a:lnTo>
                <a:lnTo>
                  <a:pt x="1121974" y="522501"/>
                </a:lnTo>
                <a:lnTo>
                  <a:pt x="1121150" y="523740"/>
                </a:lnTo>
                <a:lnTo>
                  <a:pt x="1100618" y="534622"/>
                </a:lnTo>
                <a:lnTo>
                  <a:pt x="1076548" y="523947"/>
                </a:lnTo>
                <a:cubicBezTo>
                  <a:pt x="1064165" y="506058"/>
                  <a:pt x="1064165" y="482368"/>
                  <a:pt x="1076548" y="464479"/>
                </a:cubicBezTo>
                <a:cubicBezTo>
                  <a:pt x="1082714" y="457920"/>
                  <a:pt x="1090850" y="454196"/>
                  <a:pt x="1099249" y="453458"/>
                </a:cubicBezTo>
                <a:close/>
                <a:moveTo>
                  <a:pt x="486346" y="453356"/>
                </a:moveTo>
                <a:lnTo>
                  <a:pt x="484480" y="455458"/>
                </a:lnTo>
                <a:lnTo>
                  <a:pt x="482585" y="457531"/>
                </a:lnTo>
                <a:lnTo>
                  <a:pt x="490729" y="464875"/>
                </a:lnTo>
                <a:lnTo>
                  <a:pt x="483710" y="472693"/>
                </a:lnTo>
                <a:lnTo>
                  <a:pt x="475567" y="465349"/>
                </a:lnTo>
                <a:lnTo>
                  <a:pt x="473671" y="467452"/>
                </a:lnTo>
                <a:lnTo>
                  <a:pt x="471806" y="469525"/>
                </a:lnTo>
                <a:lnTo>
                  <a:pt x="493483" y="489159"/>
                </a:lnTo>
                <a:lnTo>
                  <a:pt x="495348" y="487056"/>
                </a:lnTo>
                <a:lnTo>
                  <a:pt x="497244" y="484983"/>
                </a:lnTo>
                <a:lnTo>
                  <a:pt x="487382" y="476099"/>
                </a:lnTo>
                <a:lnTo>
                  <a:pt x="494430" y="468281"/>
                </a:lnTo>
                <a:lnTo>
                  <a:pt x="504262" y="477165"/>
                </a:lnTo>
                <a:lnTo>
                  <a:pt x="506157" y="475063"/>
                </a:lnTo>
                <a:lnTo>
                  <a:pt x="508082" y="472930"/>
                </a:lnTo>
                <a:close/>
                <a:moveTo>
                  <a:pt x="300164" y="438727"/>
                </a:moveTo>
                <a:cubicBezTo>
                  <a:pt x="300813" y="439690"/>
                  <a:pt x="301535" y="440602"/>
                  <a:pt x="302326" y="441452"/>
                </a:cubicBezTo>
                <a:cubicBezTo>
                  <a:pt x="303244" y="442370"/>
                  <a:pt x="304606" y="443199"/>
                  <a:pt x="304695" y="443732"/>
                </a:cubicBezTo>
                <a:cubicBezTo>
                  <a:pt x="304784" y="444265"/>
                  <a:pt x="304044" y="444443"/>
                  <a:pt x="304044" y="444443"/>
                </a:cubicBezTo>
                <a:lnTo>
                  <a:pt x="304044" y="462685"/>
                </a:lnTo>
                <a:cubicBezTo>
                  <a:pt x="304044" y="462685"/>
                  <a:pt x="310973" y="462566"/>
                  <a:pt x="313224" y="464284"/>
                </a:cubicBezTo>
                <a:cubicBezTo>
                  <a:pt x="315475" y="466001"/>
                  <a:pt x="319354" y="467453"/>
                  <a:pt x="320361" y="468637"/>
                </a:cubicBezTo>
                <a:cubicBezTo>
                  <a:pt x="321368" y="469822"/>
                  <a:pt x="325573" y="470088"/>
                  <a:pt x="327290" y="470562"/>
                </a:cubicBezTo>
                <a:cubicBezTo>
                  <a:pt x="329008" y="471036"/>
                  <a:pt x="329837" y="473257"/>
                  <a:pt x="330815" y="473997"/>
                </a:cubicBezTo>
                <a:cubicBezTo>
                  <a:pt x="331792" y="474738"/>
                  <a:pt x="333302" y="473908"/>
                  <a:pt x="334753" y="474353"/>
                </a:cubicBezTo>
                <a:cubicBezTo>
                  <a:pt x="336204" y="474797"/>
                  <a:pt x="338662" y="477699"/>
                  <a:pt x="340261" y="478469"/>
                </a:cubicBezTo>
                <a:cubicBezTo>
                  <a:pt x="341860" y="479239"/>
                  <a:pt x="343815" y="479387"/>
                  <a:pt x="344526" y="481104"/>
                </a:cubicBezTo>
                <a:cubicBezTo>
                  <a:pt x="345236" y="482822"/>
                  <a:pt x="344822" y="483770"/>
                  <a:pt x="346658" y="483770"/>
                </a:cubicBezTo>
                <a:cubicBezTo>
                  <a:pt x="348150" y="483707"/>
                  <a:pt x="349595" y="484288"/>
                  <a:pt x="350626" y="485369"/>
                </a:cubicBezTo>
                <a:cubicBezTo>
                  <a:pt x="351248" y="485902"/>
                  <a:pt x="353262" y="485250"/>
                  <a:pt x="355127" y="485902"/>
                </a:cubicBezTo>
                <a:cubicBezTo>
                  <a:pt x="356075" y="486168"/>
                  <a:pt x="359155" y="487738"/>
                  <a:pt x="361050" y="488271"/>
                </a:cubicBezTo>
                <a:cubicBezTo>
                  <a:pt x="364056" y="489565"/>
                  <a:pt x="366925" y="491164"/>
                  <a:pt x="369608" y="493039"/>
                </a:cubicBezTo>
                <a:cubicBezTo>
                  <a:pt x="375226" y="493424"/>
                  <a:pt x="380790" y="494365"/>
                  <a:pt x="386222" y="495852"/>
                </a:cubicBezTo>
                <a:lnTo>
                  <a:pt x="216387" y="496030"/>
                </a:lnTo>
                <a:cubicBezTo>
                  <a:pt x="216387" y="496030"/>
                  <a:pt x="221866" y="494934"/>
                  <a:pt x="236673" y="493661"/>
                </a:cubicBezTo>
                <a:cubicBezTo>
                  <a:pt x="239282" y="491490"/>
                  <a:pt x="242305" y="489867"/>
                  <a:pt x="245557" y="488893"/>
                </a:cubicBezTo>
                <a:cubicBezTo>
                  <a:pt x="246623" y="488804"/>
                  <a:pt x="249910" y="485013"/>
                  <a:pt x="250325" y="484392"/>
                </a:cubicBezTo>
                <a:cubicBezTo>
                  <a:pt x="250739" y="483770"/>
                  <a:pt x="254293" y="484243"/>
                  <a:pt x="255092" y="481993"/>
                </a:cubicBezTo>
                <a:cubicBezTo>
                  <a:pt x="255892" y="479742"/>
                  <a:pt x="258113" y="480038"/>
                  <a:pt x="259357" y="479594"/>
                </a:cubicBezTo>
                <a:cubicBezTo>
                  <a:pt x="260600" y="479150"/>
                  <a:pt x="260778" y="476011"/>
                  <a:pt x="263058" y="474826"/>
                </a:cubicBezTo>
                <a:cubicBezTo>
                  <a:pt x="264095" y="474293"/>
                  <a:pt x="266731" y="473435"/>
                  <a:pt x="268626" y="472694"/>
                </a:cubicBezTo>
                <a:cubicBezTo>
                  <a:pt x="270521" y="471954"/>
                  <a:pt x="272535" y="469200"/>
                  <a:pt x="273927" y="468992"/>
                </a:cubicBezTo>
                <a:cubicBezTo>
                  <a:pt x="276334" y="468874"/>
                  <a:pt x="278689" y="468237"/>
                  <a:pt x="280827" y="467127"/>
                </a:cubicBezTo>
                <a:cubicBezTo>
                  <a:pt x="282840" y="465765"/>
                  <a:pt x="285180" y="464432"/>
                  <a:pt x="286927" y="463425"/>
                </a:cubicBezTo>
                <a:cubicBezTo>
                  <a:pt x="288674" y="462418"/>
                  <a:pt x="296611" y="462951"/>
                  <a:pt x="296611" y="462951"/>
                </a:cubicBezTo>
                <a:lnTo>
                  <a:pt x="296611" y="444828"/>
                </a:lnTo>
                <a:lnTo>
                  <a:pt x="295722" y="443999"/>
                </a:lnTo>
                <a:cubicBezTo>
                  <a:pt x="295337" y="443643"/>
                  <a:pt x="296966" y="442547"/>
                  <a:pt x="298062" y="441452"/>
                </a:cubicBezTo>
                <a:cubicBezTo>
                  <a:pt x="298855" y="440620"/>
                  <a:pt x="299560" y="439708"/>
                  <a:pt x="300164" y="438727"/>
                </a:cubicBezTo>
                <a:close/>
                <a:moveTo>
                  <a:pt x="504233" y="428895"/>
                </a:moveTo>
                <a:lnTo>
                  <a:pt x="502722" y="431057"/>
                </a:lnTo>
                <a:lnTo>
                  <a:pt x="501212" y="433218"/>
                </a:lnTo>
                <a:lnTo>
                  <a:pt x="518032" y="445064"/>
                </a:lnTo>
                <a:lnTo>
                  <a:pt x="495023" y="442103"/>
                </a:lnTo>
                <a:lnTo>
                  <a:pt x="493335" y="444531"/>
                </a:lnTo>
                <a:lnTo>
                  <a:pt x="491647" y="446930"/>
                </a:lnTo>
                <a:lnTo>
                  <a:pt x="515604" y="463721"/>
                </a:lnTo>
                <a:lnTo>
                  <a:pt x="517114" y="461559"/>
                </a:lnTo>
                <a:lnTo>
                  <a:pt x="518595" y="459397"/>
                </a:lnTo>
                <a:lnTo>
                  <a:pt x="501330" y="447315"/>
                </a:lnTo>
                <a:lnTo>
                  <a:pt x="525021" y="450276"/>
                </a:lnTo>
                <a:lnTo>
                  <a:pt x="526650" y="447966"/>
                </a:lnTo>
                <a:lnTo>
                  <a:pt x="528190" y="445686"/>
                </a:lnTo>
                <a:close/>
                <a:moveTo>
                  <a:pt x="91033" y="426318"/>
                </a:moveTo>
                <a:cubicBezTo>
                  <a:pt x="82798" y="426002"/>
                  <a:pt x="75234" y="430846"/>
                  <a:pt x="72081" y="438460"/>
                </a:cubicBezTo>
                <a:cubicBezTo>
                  <a:pt x="71041" y="441878"/>
                  <a:pt x="71642" y="445585"/>
                  <a:pt x="73709" y="448499"/>
                </a:cubicBezTo>
                <a:cubicBezTo>
                  <a:pt x="75347" y="451141"/>
                  <a:pt x="78243" y="452734"/>
                  <a:pt x="81350" y="452704"/>
                </a:cubicBezTo>
                <a:lnTo>
                  <a:pt x="81912" y="452704"/>
                </a:lnTo>
                <a:lnTo>
                  <a:pt x="78951" y="455221"/>
                </a:lnTo>
                <a:lnTo>
                  <a:pt x="80994" y="458390"/>
                </a:lnTo>
                <a:lnTo>
                  <a:pt x="94232" y="449802"/>
                </a:lnTo>
                <a:lnTo>
                  <a:pt x="88102" y="440326"/>
                </a:lnTo>
                <a:lnTo>
                  <a:pt x="83867" y="443080"/>
                </a:lnTo>
                <a:lnTo>
                  <a:pt x="87154" y="448499"/>
                </a:lnTo>
                <a:cubicBezTo>
                  <a:pt x="85937" y="448976"/>
                  <a:pt x="84643" y="449228"/>
                  <a:pt x="83334" y="449239"/>
                </a:cubicBezTo>
                <a:cubicBezTo>
                  <a:pt x="81287" y="449242"/>
                  <a:pt x="79383" y="448191"/>
                  <a:pt x="78299" y="446456"/>
                </a:cubicBezTo>
                <a:cubicBezTo>
                  <a:pt x="76952" y="444643"/>
                  <a:pt x="76588" y="442283"/>
                  <a:pt x="77322" y="440148"/>
                </a:cubicBezTo>
                <a:cubicBezTo>
                  <a:pt x="78397" y="437696"/>
                  <a:pt x="80251" y="435667"/>
                  <a:pt x="82593" y="434373"/>
                </a:cubicBezTo>
                <a:cubicBezTo>
                  <a:pt x="84773" y="432771"/>
                  <a:pt x="87411" y="431918"/>
                  <a:pt x="90115" y="431945"/>
                </a:cubicBezTo>
                <a:cubicBezTo>
                  <a:pt x="92375" y="432058"/>
                  <a:pt x="94424" y="433307"/>
                  <a:pt x="95564" y="435262"/>
                </a:cubicBezTo>
                <a:cubicBezTo>
                  <a:pt x="96334" y="436455"/>
                  <a:pt x="96648" y="437883"/>
                  <a:pt x="96453" y="439289"/>
                </a:cubicBezTo>
                <a:cubicBezTo>
                  <a:pt x="96373" y="440637"/>
                  <a:pt x="95754" y="441895"/>
                  <a:pt x="94735" y="442784"/>
                </a:cubicBezTo>
                <a:lnTo>
                  <a:pt x="98052" y="447492"/>
                </a:lnTo>
                <a:cubicBezTo>
                  <a:pt x="100258" y="445766"/>
                  <a:pt x="101703" y="443249"/>
                  <a:pt x="102079" y="440474"/>
                </a:cubicBezTo>
                <a:cubicBezTo>
                  <a:pt x="102369" y="437560"/>
                  <a:pt x="101602" y="434637"/>
                  <a:pt x="99917" y="432241"/>
                </a:cubicBezTo>
                <a:cubicBezTo>
                  <a:pt x="98043" y="428987"/>
                  <a:pt x="94756" y="426798"/>
                  <a:pt x="91033" y="426318"/>
                </a:cubicBezTo>
                <a:close/>
                <a:moveTo>
                  <a:pt x="522977" y="409291"/>
                </a:moveTo>
                <a:cubicBezTo>
                  <a:pt x="525645" y="409125"/>
                  <a:pt x="528299" y="409776"/>
                  <a:pt x="530588" y="411156"/>
                </a:cubicBezTo>
                <a:cubicBezTo>
                  <a:pt x="533049" y="412178"/>
                  <a:pt x="535116" y="413964"/>
                  <a:pt x="536481" y="416250"/>
                </a:cubicBezTo>
                <a:cubicBezTo>
                  <a:pt x="536730" y="416795"/>
                  <a:pt x="536907" y="417372"/>
                  <a:pt x="537005" y="417962"/>
                </a:cubicBezTo>
                <a:cubicBezTo>
                  <a:pt x="537615" y="421642"/>
                  <a:pt x="535124" y="425116"/>
                  <a:pt x="531446" y="425726"/>
                </a:cubicBezTo>
                <a:cubicBezTo>
                  <a:pt x="528826" y="425928"/>
                  <a:pt x="526205" y="425306"/>
                  <a:pt x="523954" y="423949"/>
                </a:cubicBezTo>
                <a:cubicBezTo>
                  <a:pt x="521482" y="422848"/>
                  <a:pt x="519414" y="421006"/>
                  <a:pt x="518031" y="418678"/>
                </a:cubicBezTo>
                <a:cubicBezTo>
                  <a:pt x="517025" y="416833"/>
                  <a:pt x="517025" y="414600"/>
                  <a:pt x="518031" y="412755"/>
                </a:cubicBezTo>
                <a:cubicBezTo>
                  <a:pt x="518976" y="410828"/>
                  <a:pt x="520842" y="409519"/>
                  <a:pt x="522977" y="409291"/>
                </a:cubicBezTo>
                <a:close/>
                <a:moveTo>
                  <a:pt x="521675" y="404019"/>
                </a:moveTo>
                <a:cubicBezTo>
                  <a:pt x="521240" y="404126"/>
                  <a:pt x="520810" y="404259"/>
                  <a:pt x="520390" y="404410"/>
                </a:cubicBezTo>
                <a:cubicBezTo>
                  <a:pt x="513795" y="406809"/>
                  <a:pt x="510392" y="414097"/>
                  <a:pt x="512791" y="420692"/>
                </a:cubicBezTo>
                <a:cubicBezTo>
                  <a:pt x="514505" y="424397"/>
                  <a:pt x="517473" y="427376"/>
                  <a:pt x="521171" y="429102"/>
                </a:cubicBezTo>
                <a:cubicBezTo>
                  <a:pt x="524618" y="431172"/>
                  <a:pt x="528699" y="431930"/>
                  <a:pt x="532662" y="431234"/>
                </a:cubicBezTo>
                <a:cubicBezTo>
                  <a:pt x="536189" y="430476"/>
                  <a:pt x="539165" y="428125"/>
                  <a:pt x="540717" y="424867"/>
                </a:cubicBezTo>
                <a:lnTo>
                  <a:pt x="540657" y="424808"/>
                </a:lnTo>
                <a:cubicBezTo>
                  <a:pt x="542487" y="421714"/>
                  <a:pt x="542816" y="417956"/>
                  <a:pt x="541546" y="414592"/>
                </a:cubicBezTo>
                <a:cubicBezTo>
                  <a:pt x="539908" y="410916"/>
                  <a:pt x="536994" y="407958"/>
                  <a:pt x="533343" y="406270"/>
                </a:cubicBezTo>
                <a:cubicBezTo>
                  <a:pt x="529845" y="404153"/>
                  <a:pt x="525708" y="403356"/>
                  <a:pt x="521675" y="404019"/>
                </a:cubicBezTo>
                <a:close/>
                <a:moveTo>
                  <a:pt x="79010" y="394750"/>
                </a:moveTo>
                <a:lnTo>
                  <a:pt x="52506" y="407129"/>
                </a:lnTo>
                <a:lnTo>
                  <a:pt x="53602" y="409498"/>
                </a:lnTo>
                <a:lnTo>
                  <a:pt x="54727" y="411867"/>
                </a:lnTo>
                <a:lnTo>
                  <a:pt x="73828" y="402983"/>
                </a:lnTo>
                <a:lnTo>
                  <a:pt x="59406" y="421965"/>
                </a:lnTo>
                <a:lnTo>
                  <a:pt x="60590" y="424482"/>
                </a:lnTo>
                <a:lnTo>
                  <a:pt x="61775" y="426970"/>
                </a:lnTo>
                <a:lnTo>
                  <a:pt x="88279" y="414621"/>
                </a:lnTo>
                <a:lnTo>
                  <a:pt x="87154" y="412222"/>
                </a:lnTo>
                <a:lnTo>
                  <a:pt x="86058" y="409853"/>
                </a:lnTo>
                <a:lnTo>
                  <a:pt x="67461" y="418530"/>
                </a:lnTo>
                <a:lnTo>
                  <a:pt x="81498" y="400110"/>
                </a:lnTo>
                <a:lnTo>
                  <a:pt x="80254" y="397445"/>
                </a:lnTo>
                <a:close/>
                <a:moveTo>
                  <a:pt x="552029" y="382757"/>
                </a:moveTo>
                <a:lnTo>
                  <a:pt x="547231" y="395254"/>
                </a:lnTo>
                <a:lnTo>
                  <a:pt x="524784" y="386636"/>
                </a:lnTo>
                <a:lnTo>
                  <a:pt x="523777" y="389272"/>
                </a:lnTo>
                <a:lnTo>
                  <a:pt x="522771" y="391878"/>
                </a:lnTo>
                <a:lnTo>
                  <a:pt x="550134" y="402391"/>
                </a:lnTo>
                <a:lnTo>
                  <a:pt x="556885" y="384622"/>
                </a:lnTo>
                <a:lnTo>
                  <a:pt x="554457" y="383704"/>
                </a:lnTo>
                <a:close/>
                <a:moveTo>
                  <a:pt x="73857" y="381750"/>
                </a:moveTo>
                <a:lnTo>
                  <a:pt x="46554" y="392233"/>
                </a:lnTo>
                <a:lnTo>
                  <a:pt x="47560" y="394869"/>
                </a:lnTo>
                <a:lnTo>
                  <a:pt x="48567" y="397475"/>
                </a:lnTo>
                <a:lnTo>
                  <a:pt x="75871" y="386992"/>
                </a:lnTo>
                <a:lnTo>
                  <a:pt x="74864" y="384386"/>
                </a:lnTo>
                <a:close/>
                <a:moveTo>
                  <a:pt x="48834" y="361820"/>
                </a:moveTo>
                <a:lnTo>
                  <a:pt x="47146" y="362264"/>
                </a:lnTo>
                <a:cubicBezTo>
                  <a:pt x="44410" y="362688"/>
                  <a:pt x="41922" y="364100"/>
                  <a:pt x="40157" y="366232"/>
                </a:cubicBezTo>
                <a:cubicBezTo>
                  <a:pt x="38881" y="368382"/>
                  <a:pt x="38632" y="370988"/>
                  <a:pt x="39476" y="373340"/>
                </a:cubicBezTo>
                <a:cubicBezTo>
                  <a:pt x="39926" y="375682"/>
                  <a:pt x="41333" y="377731"/>
                  <a:pt x="43355" y="378996"/>
                </a:cubicBezTo>
                <a:lnTo>
                  <a:pt x="43355" y="378937"/>
                </a:lnTo>
                <a:cubicBezTo>
                  <a:pt x="45559" y="380026"/>
                  <a:pt x="48105" y="380198"/>
                  <a:pt x="50433" y="379410"/>
                </a:cubicBezTo>
                <a:lnTo>
                  <a:pt x="70748" y="373962"/>
                </a:lnTo>
                <a:lnTo>
                  <a:pt x="70008" y="371237"/>
                </a:lnTo>
                <a:lnTo>
                  <a:pt x="69297" y="368542"/>
                </a:lnTo>
                <a:lnTo>
                  <a:pt x="48982" y="373991"/>
                </a:lnTo>
                <a:cubicBezTo>
                  <a:pt x="47951" y="374317"/>
                  <a:pt x="46844" y="374317"/>
                  <a:pt x="45813" y="373991"/>
                </a:cubicBezTo>
                <a:cubicBezTo>
                  <a:pt x="45710" y="373929"/>
                  <a:pt x="45609" y="373858"/>
                  <a:pt x="45511" y="373784"/>
                </a:cubicBezTo>
                <a:cubicBezTo>
                  <a:pt x="44057" y="372670"/>
                  <a:pt x="43782" y="370589"/>
                  <a:pt x="44895" y="369135"/>
                </a:cubicBezTo>
                <a:cubicBezTo>
                  <a:pt x="45920" y="368243"/>
                  <a:pt x="47170" y="367651"/>
                  <a:pt x="48508" y="367417"/>
                </a:cubicBezTo>
                <a:lnTo>
                  <a:pt x="50196" y="366973"/>
                </a:lnTo>
                <a:close/>
                <a:moveTo>
                  <a:pt x="1151502" y="355661"/>
                </a:moveTo>
                <a:lnTo>
                  <a:pt x="1151398" y="355868"/>
                </a:lnTo>
                <a:lnTo>
                  <a:pt x="1151415" y="355756"/>
                </a:lnTo>
                <a:close/>
                <a:moveTo>
                  <a:pt x="542760" y="352404"/>
                </a:moveTo>
                <a:cubicBezTo>
                  <a:pt x="545315" y="351610"/>
                  <a:pt x="548052" y="351610"/>
                  <a:pt x="550607" y="352404"/>
                </a:cubicBezTo>
                <a:cubicBezTo>
                  <a:pt x="553193" y="352895"/>
                  <a:pt x="555553" y="354192"/>
                  <a:pt x="557359" y="356105"/>
                </a:cubicBezTo>
                <a:cubicBezTo>
                  <a:pt x="557732" y="356573"/>
                  <a:pt x="558043" y="357091"/>
                  <a:pt x="558283" y="357642"/>
                </a:cubicBezTo>
                <a:cubicBezTo>
                  <a:pt x="559770" y="361077"/>
                  <a:pt x="558191" y="365072"/>
                  <a:pt x="554753" y="366559"/>
                </a:cubicBezTo>
                <a:cubicBezTo>
                  <a:pt x="552248" y="367355"/>
                  <a:pt x="549559" y="367355"/>
                  <a:pt x="547054" y="366559"/>
                </a:cubicBezTo>
                <a:cubicBezTo>
                  <a:pt x="544424" y="366058"/>
                  <a:pt x="542014" y="364755"/>
                  <a:pt x="540154" y="362828"/>
                </a:cubicBezTo>
                <a:cubicBezTo>
                  <a:pt x="539701" y="362289"/>
                  <a:pt x="539336" y="361684"/>
                  <a:pt x="539076" y="361030"/>
                </a:cubicBezTo>
                <a:cubicBezTo>
                  <a:pt x="537711" y="357630"/>
                  <a:pt x="539360" y="353769"/>
                  <a:pt x="542760" y="352404"/>
                </a:cubicBezTo>
                <a:close/>
                <a:moveTo>
                  <a:pt x="551910" y="346954"/>
                </a:moveTo>
                <a:cubicBezTo>
                  <a:pt x="548010" y="345755"/>
                  <a:pt x="543811" y="345986"/>
                  <a:pt x="540065" y="347605"/>
                </a:cubicBezTo>
                <a:cubicBezTo>
                  <a:pt x="539665" y="347819"/>
                  <a:pt x="539274" y="348053"/>
                  <a:pt x="538898" y="348307"/>
                </a:cubicBezTo>
                <a:cubicBezTo>
                  <a:pt x="533100" y="352228"/>
                  <a:pt x="531581" y="360108"/>
                  <a:pt x="535505" y="365907"/>
                </a:cubicBezTo>
                <a:cubicBezTo>
                  <a:pt x="538075" y="369087"/>
                  <a:pt x="541682" y="371267"/>
                  <a:pt x="545692" y="372066"/>
                </a:cubicBezTo>
                <a:cubicBezTo>
                  <a:pt x="549541" y="373239"/>
                  <a:pt x="553681" y="372987"/>
                  <a:pt x="557359" y="371356"/>
                </a:cubicBezTo>
                <a:cubicBezTo>
                  <a:pt x="560572" y="369733"/>
                  <a:pt x="562870" y="366736"/>
                  <a:pt x="563608" y="363212"/>
                </a:cubicBezTo>
                <a:cubicBezTo>
                  <a:pt x="564641" y="359744"/>
                  <a:pt x="564008" y="355989"/>
                  <a:pt x="561890" y="353054"/>
                </a:cubicBezTo>
                <a:cubicBezTo>
                  <a:pt x="559412" y="349880"/>
                  <a:pt x="555867" y="347709"/>
                  <a:pt x="551910" y="346954"/>
                </a:cubicBezTo>
                <a:close/>
                <a:moveTo>
                  <a:pt x="63759" y="345029"/>
                </a:moveTo>
                <a:lnTo>
                  <a:pt x="35063" y="350626"/>
                </a:lnTo>
                <a:lnTo>
                  <a:pt x="35597" y="353380"/>
                </a:lnTo>
                <a:lnTo>
                  <a:pt x="36130" y="356134"/>
                </a:lnTo>
                <a:lnTo>
                  <a:pt x="64825" y="350567"/>
                </a:lnTo>
                <a:lnTo>
                  <a:pt x="64292" y="347783"/>
                </a:lnTo>
                <a:close/>
                <a:moveTo>
                  <a:pt x="126065" y="344733"/>
                </a:moveTo>
                <a:cubicBezTo>
                  <a:pt x="137043" y="347419"/>
                  <a:pt x="148228" y="349193"/>
                  <a:pt x="159499" y="350034"/>
                </a:cubicBezTo>
                <a:cubicBezTo>
                  <a:pt x="181117" y="350893"/>
                  <a:pt x="211738" y="349057"/>
                  <a:pt x="239752" y="349383"/>
                </a:cubicBezTo>
                <a:cubicBezTo>
                  <a:pt x="244224" y="350212"/>
                  <a:pt x="248251" y="350893"/>
                  <a:pt x="251390" y="351278"/>
                </a:cubicBezTo>
                <a:cubicBezTo>
                  <a:pt x="258912" y="352315"/>
                  <a:pt x="271439" y="353647"/>
                  <a:pt x="276947" y="354239"/>
                </a:cubicBezTo>
                <a:lnTo>
                  <a:pt x="269099" y="385956"/>
                </a:lnTo>
                <a:lnTo>
                  <a:pt x="300519" y="391286"/>
                </a:lnTo>
                <a:lnTo>
                  <a:pt x="331910" y="385956"/>
                </a:lnTo>
                <a:lnTo>
                  <a:pt x="324062" y="354269"/>
                </a:lnTo>
                <a:cubicBezTo>
                  <a:pt x="329570" y="353617"/>
                  <a:pt x="342097" y="352285"/>
                  <a:pt x="349619" y="351308"/>
                </a:cubicBezTo>
                <a:cubicBezTo>
                  <a:pt x="352758" y="350923"/>
                  <a:pt x="356785" y="350242"/>
                  <a:pt x="361287" y="349412"/>
                </a:cubicBezTo>
                <a:cubicBezTo>
                  <a:pt x="389301" y="349087"/>
                  <a:pt x="419892" y="350923"/>
                  <a:pt x="441540" y="350064"/>
                </a:cubicBezTo>
                <a:lnTo>
                  <a:pt x="441658" y="350034"/>
                </a:lnTo>
                <a:cubicBezTo>
                  <a:pt x="452920" y="349190"/>
                  <a:pt x="464093" y="347419"/>
                  <a:pt x="475062" y="344733"/>
                </a:cubicBezTo>
                <a:cubicBezTo>
                  <a:pt x="475062" y="344733"/>
                  <a:pt x="465260" y="360488"/>
                  <a:pt x="454036" y="368187"/>
                </a:cubicBezTo>
                <a:cubicBezTo>
                  <a:pt x="410795" y="380687"/>
                  <a:pt x="366410" y="388822"/>
                  <a:pt x="321545" y="392471"/>
                </a:cubicBezTo>
                <a:lnTo>
                  <a:pt x="330044" y="426467"/>
                </a:lnTo>
                <a:lnTo>
                  <a:pt x="300430" y="432864"/>
                </a:lnTo>
                <a:lnTo>
                  <a:pt x="270817" y="426467"/>
                </a:lnTo>
                <a:lnTo>
                  <a:pt x="279316" y="392471"/>
                </a:lnTo>
                <a:cubicBezTo>
                  <a:pt x="234540" y="388804"/>
                  <a:pt x="190247" y="380670"/>
                  <a:pt x="147091" y="368187"/>
                </a:cubicBezTo>
                <a:cubicBezTo>
                  <a:pt x="135867" y="360488"/>
                  <a:pt x="126065" y="344733"/>
                  <a:pt x="126065" y="344733"/>
                </a:cubicBezTo>
                <a:close/>
                <a:moveTo>
                  <a:pt x="1115264" y="328303"/>
                </a:moveTo>
                <a:cubicBezTo>
                  <a:pt x="1122594" y="328303"/>
                  <a:pt x="1123007" y="341208"/>
                  <a:pt x="1125588" y="341208"/>
                </a:cubicBezTo>
                <a:cubicBezTo>
                  <a:pt x="1129356" y="340903"/>
                  <a:pt x="1133051" y="339997"/>
                  <a:pt x="1136531" y="338524"/>
                </a:cubicBezTo>
                <a:cubicBezTo>
                  <a:pt x="1140760" y="338273"/>
                  <a:pt x="1145001" y="338273"/>
                  <a:pt x="1149230" y="338524"/>
                </a:cubicBezTo>
                <a:cubicBezTo>
                  <a:pt x="1151295" y="338524"/>
                  <a:pt x="1153670" y="338937"/>
                  <a:pt x="1153670" y="340589"/>
                </a:cubicBezTo>
                <a:cubicBezTo>
                  <a:pt x="1154086" y="343046"/>
                  <a:pt x="1153725" y="345572"/>
                  <a:pt x="1152637" y="347815"/>
                </a:cubicBezTo>
                <a:lnTo>
                  <a:pt x="1151415" y="355756"/>
                </a:lnTo>
                <a:lnTo>
                  <a:pt x="1145926" y="361753"/>
                </a:lnTo>
                <a:cubicBezTo>
                  <a:pt x="1145100" y="363095"/>
                  <a:pt x="1141074" y="364024"/>
                  <a:pt x="1140248" y="365986"/>
                </a:cubicBezTo>
                <a:cubicBezTo>
                  <a:pt x="1138390" y="370631"/>
                  <a:pt x="1138390" y="374865"/>
                  <a:pt x="1136222" y="377446"/>
                </a:cubicBezTo>
                <a:cubicBezTo>
                  <a:pt x="1134053" y="380026"/>
                  <a:pt x="1131575" y="380749"/>
                  <a:pt x="1128169" y="382917"/>
                </a:cubicBezTo>
                <a:cubicBezTo>
                  <a:pt x="1124762" y="385086"/>
                  <a:pt x="1121148" y="383124"/>
                  <a:pt x="1118877" y="383743"/>
                </a:cubicBezTo>
                <a:cubicBezTo>
                  <a:pt x="1115037" y="386017"/>
                  <a:pt x="1110903" y="387755"/>
                  <a:pt x="1106591" y="388906"/>
                </a:cubicBezTo>
                <a:cubicBezTo>
                  <a:pt x="1099055" y="388906"/>
                  <a:pt x="1091931" y="385498"/>
                  <a:pt x="1091931" y="376827"/>
                </a:cubicBezTo>
                <a:cubicBezTo>
                  <a:pt x="1091931" y="374762"/>
                  <a:pt x="1093479" y="369805"/>
                  <a:pt x="1093479" y="367740"/>
                </a:cubicBezTo>
                <a:cubicBezTo>
                  <a:pt x="1093479" y="365676"/>
                  <a:pt x="1091312" y="362579"/>
                  <a:pt x="1091312" y="360514"/>
                </a:cubicBezTo>
                <a:cubicBezTo>
                  <a:pt x="1091312" y="358449"/>
                  <a:pt x="1095131" y="354525"/>
                  <a:pt x="1095751" y="352048"/>
                </a:cubicBezTo>
                <a:cubicBezTo>
                  <a:pt x="1096969" y="344437"/>
                  <a:pt x="1100981" y="337553"/>
                  <a:pt x="1107004" y="332742"/>
                </a:cubicBezTo>
                <a:cubicBezTo>
                  <a:pt x="1109792" y="331296"/>
                  <a:pt x="1113199" y="328303"/>
                  <a:pt x="1115264" y="328303"/>
                </a:cubicBezTo>
                <a:close/>
                <a:moveTo>
                  <a:pt x="60354" y="317340"/>
                </a:moveTo>
                <a:lnTo>
                  <a:pt x="31332" y="320924"/>
                </a:lnTo>
                <a:lnTo>
                  <a:pt x="33820" y="341298"/>
                </a:lnTo>
                <a:lnTo>
                  <a:pt x="36396" y="341002"/>
                </a:lnTo>
                <a:lnTo>
                  <a:pt x="38972" y="340676"/>
                </a:lnTo>
                <a:lnTo>
                  <a:pt x="37166" y="325869"/>
                </a:lnTo>
                <a:lnTo>
                  <a:pt x="44718" y="324921"/>
                </a:lnTo>
                <a:lnTo>
                  <a:pt x="46317" y="337981"/>
                </a:lnTo>
                <a:lnTo>
                  <a:pt x="48834" y="337685"/>
                </a:lnTo>
                <a:lnTo>
                  <a:pt x="51321" y="337389"/>
                </a:lnTo>
                <a:lnTo>
                  <a:pt x="49722" y="324329"/>
                </a:lnTo>
                <a:lnTo>
                  <a:pt x="55882" y="323559"/>
                </a:lnTo>
                <a:lnTo>
                  <a:pt x="57599" y="337626"/>
                </a:lnTo>
                <a:lnTo>
                  <a:pt x="60205" y="337329"/>
                </a:lnTo>
                <a:lnTo>
                  <a:pt x="62752" y="337004"/>
                </a:lnTo>
                <a:close/>
                <a:moveTo>
                  <a:pt x="549778" y="312395"/>
                </a:moveTo>
                <a:cubicBezTo>
                  <a:pt x="546989" y="312353"/>
                  <a:pt x="544294" y="313419"/>
                  <a:pt x="542286" y="315356"/>
                </a:cubicBezTo>
                <a:cubicBezTo>
                  <a:pt x="537814" y="320435"/>
                  <a:pt x="537814" y="328046"/>
                  <a:pt x="542286" y="333124"/>
                </a:cubicBezTo>
                <a:cubicBezTo>
                  <a:pt x="548582" y="338419"/>
                  <a:pt x="557501" y="339257"/>
                  <a:pt x="564674" y="335227"/>
                </a:cubicBezTo>
                <a:cubicBezTo>
                  <a:pt x="567606" y="333192"/>
                  <a:pt x="569424" y="329908"/>
                  <a:pt x="569590" y="326343"/>
                </a:cubicBezTo>
                <a:cubicBezTo>
                  <a:pt x="569927" y="323251"/>
                  <a:pt x="568624" y="320207"/>
                  <a:pt x="566155" y="318318"/>
                </a:cubicBezTo>
                <a:lnTo>
                  <a:pt x="565710" y="318081"/>
                </a:lnTo>
                <a:lnTo>
                  <a:pt x="569531" y="317844"/>
                </a:lnTo>
                <a:lnTo>
                  <a:pt x="569797" y="314142"/>
                </a:lnTo>
                <a:lnTo>
                  <a:pt x="554072" y="312780"/>
                </a:lnTo>
                <a:lnTo>
                  <a:pt x="553095" y="324003"/>
                </a:lnTo>
                <a:lnTo>
                  <a:pt x="558129" y="324448"/>
                </a:lnTo>
                <a:lnTo>
                  <a:pt x="558662" y="318110"/>
                </a:lnTo>
                <a:cubicBezTo>
                  <a:pt x="559918" y="318483"/>
                  <a:pt x="561091" y="319088"/>
                  <a:pt x="562127" y="319887"/>
                </a:cubicBezTo>
                <a:cubicBezTo>
                  <a:pt x="563744" y="321146"/>
                  <a:pt x="564594" y="323150"/>
                  <a:pt x="564378" y="325188"/>
                </a:cubicBezTo>
                <a:cubicBezTo>
                  <a:pt x="564345" y="327412"/>
                  <a:pt x="563244" y="329485"/>
                  <a:pt x="561416" y="330755"/>
                </a:cubicBezTo>
                <a:cubicBezTo>
                  <a:pt x="559050" y="332014"/>
                  <a:pt x="556338" y="332473"/>
                  <a:pt x="553687" y="332058"/>
                </a:cubicBezTo>
                <a:cubicBezTo>
                  <a:pt x="550981" y="331978"/>
                  <a:pt x="548372" y="331022"/>
                  <a:pt x="546254" y="329334"/>
                </a:cubicBezTo>
                <a:cubicBezTo>
                  <a:pt x="544572" y="327853"/>
                  <a:pt x="543728" y="325635"/>
                  <a:pt x="544004" y="323411"/>
                </a:cubicBezTo>
                <a:cubicBezTo>
                  <a:pt x="544122" y="321984"/>
                  <a:pt x="544753" y="320648"/>
                  <a:pt x="545780" y="319650"/>
                </a:cubicBezTo>
                <a:cubicBezTo>
                  <a:pt x="546687" y="318649"/>
                  <a:pt x="547957" y="318054"/>
                  <a:pt x="549304" y="317992"/>
                </a:cubicBezTo>
                <a:close/>
                <a:moveTo>
                  <a:pt x="145285" y="303303"/>
                </a:moveTo>
                <a:cubicBezTo>
                  <a:pt x="151404" y="304443"/>
                  <a:pt x="157602" y="305116"/>
                  <a:pt x="163824" y="305317"/>
                </a:cubicBezTo>
                <a:cubicBezTo>
                  <a:pt x="168236" y="305495"/>
                  <a:pt x="173685" y="305317"/>
                  <a:pt x="179904" y="305317"/>
                </a:cubicBezTo>
                <a:cubicBezTo>
                  <a:pt x="185441" y="305139"/>
                  <a:pt x="191720" y="305139"/>
                  <a:pt x="198323" y="305139"/>
                </a:cubicBezTo>
                <a:cubicBezTo>
                  <a:pt x="205993" y="305139"/>
                  <a:pt x="215677" y="305228"/>
                  <a:pt x="226131" y="305850"/>
                </a:cubicBezTo>
                <a:cubicBezTo>
                  <a:pt x="235998" y="308797"/>
                  <a:pt x="246034" y="311130"/>
                  <a:pt x="256188" y="312839"/>
                </a:cubicBezTo>
                <a:cubicBezTo>
                  <a:pt x="263222" y="313837"/>
                  <a:pt x="270317" y="314323"/>
                  <a:pt x="277421" y="314290"/>
                </a:cubicBezTo>
                <a:lnTo>
                  <a:pt x="270255" y="344762"/>
                </a:lnTo>
                <a:lnTo>
                  <a:pt x="299869" y="348257"/>
                </a:lnTo>
                <a:lnTo>
                  <a:pt x="300194" y="348257"/>
                </a:lnTo>
                <a:lnTo>
                  <a:pt x="300579" y="348257"/>
                </a:lnTo>
                <a:lnTo>
                  <a:pt x="330400" y="344703"/>
                </a:lnTo>
                <a:lnTo>
                  <a:pt x="323234" y="314231"/>
                </a:lnTo>
                <a:cubicBezTo>
                  <a:pt x="330338" y="314263"/>
                  <a:pt x="337434" y="313778"/>
                  <a:pt x="344467" y="312780"/>
                </a:cubicBezTo>
                <a:cubicBezTo>
                  <a:pt x="354660" y="311107"/>
                  <a:pt x="364737" y="308800"/>
                  <a:pt x="374643" y="305880"/>
                </a:cubicBezTo>
                <a:cubicBezTo>
                  <a:pt x="385097" y="305169"/>
                  <a:pt x="394780" y="305169"/>
                  <a:pt x="402450" y="305169"/>
                </a:cubicBezTo>
                <a:cubicBezTo>
                  <a:pt x="409024" y="305169"/>
                  <a:pt x="415332" y="305347"/>
                  <a:pt x="420870" y="305347"/>
                </a:cubicBezTo>
                <a:cubicBezTo>
                  <a:pt x="427118" y="305347"/>
                  <a:pt x="432567" y="305347"/>
                  <a:pt x="436950" y="305347"/>
                </a:cubicBezTo>
                <a:lnTo>
                  <a:pt x="436950" y="305317"/>
                </a:lnTo>
                <a:cubicBezTo>
                  <a:pt x="443172" y="305116"/>
                  <a:pt x="449370" y="304443"/>
                  <a:pt x="455488" y="303303"/>
                </a:cubicBezTo>
                <a:cubicBezTo>
                  <a:pt x="450466" y="309984"/>
                  <a:pt x="444478" y="315883"/>
                  <a:pt x="437720" y="320805"/>
                </a:cubicBezTo>
                <a:cubicBezTo>
                  <a:pt x="429467" y="325508"/>
                  <a:pt x="420817" y="329470"/>
                  <a:pt x="411867" y="332650"/>
                </a:cubicBezTo>
                <a:cubicBezTo>
                  <a:pt x="391150" y="338635"/>
                  <a:pt x="370071" y="343294"/>
                  <a:pt x="348761" y="346598"/>
                </a:cubicBezTo>
                <a:cubicBezTo>
                  <a:pt x="339047" y="347842"/>
                  <a:pt x="320776" y="349767"/>
                  <a:pt x="320598" y="349767"/>
                </a:cubicBezTo>
                <a:lnTo>
                  <a:pt x="317874" y="350034"/>
                </a:lnTo>
                <a:lnTo>
                  <a:pt x="325781" y="382105"/>
                </a:lnTo>
                <a:lnTo>
                  <a:pt x="300283" y="386429"/>
                </a:lnTo>
                <a:lnTo>
                  <a:pt x="274756" y="382105"/>
                </a:lnTo>
                <a:lnTo>
                  <a:pt x="282693" y="350034"/>
                </a:lnTo>
                <a:lnTo>
                  <a:pt x="279939" y="349767"/>
                </a:lnTo>
                <a:cubicBezTo>
                  <a:pt x="279761" y="349738"/>
                  <a:pt x="261489" y="347842"/>
                  <a:pt x="251776" y="346598"/>
                </a:cubicBezTo>
                <a:cubicBezTo>
                  <a:pt x="230546" y="343279"/>
                  <a:pt x="209547" y="338621"/>
                  <a:pt x="188906" y="332650"/>
                </a:cubicBezTo>
                <a:cubicBezTo>
                  <a:pt x="179957" y="329470"/>
                  <a:pt x="171307" y="325508"/>
                  <a:pt x="163054" y="320805"/>
                </a:cubicBezTo>
                <a:cubicBezTo>
                  <a:pt x="156296" y="315883"/>
                  <a:pt x="150308" y="309984"/>
                  <a:pt x="145285" y="303303"/>
                </a:cubicBezTo>
                <a:close/>
                <a:moveTo>
                  <a:pt x="1252989" y="302905"/>
                </a:moveTo>
                <a:cubicBezTo>
                  <a:pt x="1255674" y="302492"/>
                  <a:pt x="1257016" y="305487"/>
                  <a:pt x="1261249" y="304764"/>
                </a:cubicBezTo>
                <a:cubicBezTo>
                  <a:pt x="1262591" y="304661"/>
                  <a:pt x="1267650" y="309099"/>
                  <a:pt x="1269612" y="309099"/>
                </a:cubicBezTo>
                <a:cubicBezTo>
                  <a:pt x="1272326" y="309880"/>
                  <a:pt x="1275166" y="310126"/>
                  <a:pt x="1277974" y="309822"/>
                </a:cubicBezTo>
                <a:cubicBezTo>
                  <a:pt x="1280452" y="309512"/>
                  <a:pt x="1284272" y="312403"/>
                  <a:pt x="1286234" y="312403"/>
                </a:cubicBezTo>
                <a:cubicBezTo>
                  <a:pt x="1288636" y="312226"/>
                  <a:pt x="1291019" y="311847"/>
                  <a:pt x="1293357" y="311268"/>
                </a:cubicBezTo>
                <a:cubicBezTo>
                  <a:pt x="1297590" y="310441"/>
                  <a:pt x="1307089" y="321901"/>
                  <a:pt x="1310289" y="326238"/>
                </a:cubicBezTo>
                <a:lnTo>
                  <a:pt x="1309360" y="326444"/>
                </a:lnTo>
                <a:cubicBezTo>
                  <a:pt x="1311070" y="328446"/>
                  <a:pt x="1312559" y="330627"/>
                  <a:pt x="1313800" y="332949"/>
                </a:cubicBezTo>
                <a:cubicBezTo>
                  <a:pt x="1314402" y="335739"/>
                  <a:pt x="1314402" y="338625"/>
                  <a:pt x="1313800" y="341414"/>
                </a:cubicBezTo>
                <a:cubicBezTo>
                  <a:pt x="1312354" y="345958"/>
                  <a:pt x="1309670" y="347197"/>
                  <a:pt x="1307811" y="349261"/>
                </a:cubicBezTo>
                <a:cubicBezTo>
                  <a:pt x="1305953" y="351326"/>
                  <a:pt x="1305230" y="356282"/>
                  <a:pt x="1303165" y="358760"/>
                </a:cubicBezTo>
                <a:cubicBezTo>
                  <a:pt x="1301574" y="361081"/>
                  <a:pt x="1299740" y="363228"/>
                  <a:pt x="1297694" y="365160"/>
                </a:cubicBezTo>
                <a:cubicBezTo>
                  <a:pt x="1294846" y="367115"/>
                  <a:pt x="1291603" y="368420"/>
                  <a:pt x="1288195" y="368980"/>
                </a:cubicBezTo>
                <a:cubicBezTo>
                  <a:pt x="1285924" y="368980"/>
                  <a:pt x="1282414" y="368361"/>
                  <a:pt x="1280142" y="368980"/>
                </a:cubicBezTo>
                <a:cubicBezTo>
                  <a:pt x="1276219" y="370013"/>
                  <a:pt x="1274464" y="373007"/>
                  <a:pt x="1271677" y="373007"/>
                </a:cubicBezTo>
                <a:cubicBezTo>
                  <a:pt x="1268889" y="373007"/>
                  <a:pt x="1266101" y="370426"/>
                  <a:pt x="1265069" y="365986"/>
                </a:cubicBezTo>
                <a:cubicBezTo>
                  <a:pt x="1265069" y="363715"/>
                  <a:pt x="1266204" y="359482"/>
                  <a:pt x="1265069" y="356695"/>
                </a:cubicBezTo>
                <a:cubicBezTo>
                  <a:pt x="1262565" y="352662"/>
                  <a:pt x="1260290" y="348491"/>
                  <a:pt x="1258255" y="344202"/>
                </a:cubicBezTo>
                <a:cubicBezTo>
                  <a:pt x="1258049" y="339143"/>
                  <a:pt x="1252783" y="336665"/>
                  <a:pt x="1252783" y="333362"/>
                </a:cubicBezTo>
                <a:cubicBezTo>
                  <a:pt x="1252798" y="329123"/>
                  <a:pt x="1251695" y="324957"/>
                  <a:pt x="1249582" y="321282"/>
                </a:cubicBezTo>
                <a:cubicBezTo>
                  <a:pt x="1248855" y="318813"/>
                  <a:pt x="1249076" y="316163"/>
                  <a:pt x="1250202" y="313849"/>
                </a:cubicBezTo>
                <a:cubicBezTo>
                  <a:pt x="1251854" y="311577"/>
                  <a:pt x="1249582" y="305487"/>
                  <a:pt x="1252989" y="302905"/>
                </a:cubicBezTo>
                <a:close/>
                <a:moveTo>
                  <a:pt x="48389" y="292465"/>
                </a:moveTo>
                <a:lnTo>
                  <a:pt x="54816" y="292465"/>
                </a:lnTo>
                <a:lnTo>
                  <a:pt x="54816" y="298684"/>
                </a:lnTo>
                <a:cubicBezTo>
                  <a:pt x="54875" y="299833"/>
                  <a:pt x="54597" y="300976"/>
                  <a:pt x="54016" y="301971"/>
                </a:cubicBezTo>
                <a:cubicBezTo>
                  <a:pt x="53510" y="302703"/>
                  <a:pt x="52654" y="303111"/>
                  <a:pt x="51765" y="303037"/>
                </a:cubicBezTo>
                <a:cubicBezTo>
                  <a:pt x="50803" y="303117"/>
                  <a:pt x="49855" y="302759"/>
                  <a:pt x="49189" y="302060"/>
                </a:cubicBezTo>
                <a:cubicBezTo>
                  <a:pt x="48561" y="301130"/>
                  <a:pt x="48280" y="300008"/>
                  <a:pt x="48389" y="298892"/>
                </a:cubicBezTo>
                <a:close/>
                <a:moveTo>
                  <a:pt x="35685" y="292080"/>
                </a:moveTo>
                <a:lnTo>
                  <a:pt x="43473" y="292228"/>
                </a:lnTo>
                <a:lnTo>
                  <a:pt x="43473" y="298921"/>
                </a:lnTo>
                <a:cubicBezTo>
                  <a:pt x="43533" y="300121"/>
                  <a:pt x="43198" y="301305"/>
                  <a:pt x="42526" y="302297"/>
                </a:cubicBezTo>
                <a:cubicBezTo>
                  <a:pt x="41827" y="303067"/>
                  <a:pt x="40805" y="303464"/>
                  <a:pt x="39772" y="303363"/>
                </a:cubicBezTo>
                <a:cubicBezTo>
                  <a:pt x="38620" y="303428"/>
                  <a:pt x="37491" y="303008"/>
                  <a:pt x="36662" y="302208"/>
                </a:cubicBezTo>
                <a:cubicBezTo>
                  <a:pt x="35916" y="301272"/>
                  <a:pt x="35566" y="300082"/>
                  <a:pt x="35685" y="298892"/>
                </a:cubicBezTo>
                <a:close/>
                <a:moveTo>
                  <a:pt x="30799" y="286601"/>
                </a:moveTo>
                <a:lnTo>
                  <a:pt x="30799" y="289296"/>
                </a:lnTo>
                <a:lnTo>
                  <a:pt x="30770" y="298802"/>
                </a:lnTo>
                <a:cubicBezTo>
                  <a:pt x="30521" y="301497"/>
                  <a:pt x="31306" y="304183"/>
                  <a:pt x="32961" y="306324"/>
                </a:cubicBezTo>
                <a:cubicBezTo>
                  <a:pt x="34738" y="308142"/>
                  <a:pt x="37205" y="309111"/>
                  <a:pt x="39742" y="308989"/>
                </a:cubicBezTo>
                <a:cubicBezTo>
                  <a:pt x="41922" y="309146"/>
                  <a:pt x="44042" y="308216"/>
                  <a:pt x="45399" y="306502"/>
                </a:cubicBezTo>
                <a:cubicBezTo>
                  <a:pt x="45798" y="305995"/>
                  <a:pt x="46127" y="305439"/>
                  <a:pt x="46376" y="304843"/>
                </a:cubicBezTo>
                <a:cubicBezTo>
                  <a:pt x="47528" y="307035"/>
                  <a:pt x="49826" y="308376"/>
                  <a:pt x="52299" y="308308"/>
                </a:cubicBezTo>
                <a:cubicBezTo>
                  <a:pt x="54345" y="308453"/>
                  <a:pt x="56353" y="307683"/>
                  <a:pt x="57777" y="306206"/>
                </a:cubicBezTo>
                <a:cubicBezTo>
                  <a:pt x="59190" y="304506"/>
                  <a:pt x="59918" y="302341"/>
                  <a:pt x="59821" y="300135"/>
                </a:cubicBezTo>
                <a:lnTo>
                  <a:pt x="60028" y="289800"/>
                </a:lnTo>
                <a:lnTo>
                  <a:pt x="60028" y="287134"/>
                </a:lnTo>
                <a:close/>
                <a:moveTo>
                  <a:pt x="541013" y="281389"/>
                </a:moveTo>
                <a:lnTo>
                  <a:pt x="541013" y="284588"/>
                </a:lnTo>
                <a:lnTo>
                  <a:pt x="541013" y="287756"/>
                </a:lnTo>
                <a:lnTo>
                  <a:pt x="553835" y="292554"/>
                </a:lnTo>
                <a:lnTo>
                  <a:pt x="541368" y="298476"/>
                </a:lnTo>
                <a:lnTo>
                  <a:pt x="541368" y="301823"/>
                </a:lnTo>
                <a:lnTo>
                  <a:pt x="541368" y="305169"/>
                </a:lnTo>
                <a:lnTo>
                  <a:pt x="559136" y="295130"/>
                </a:lnTo>
                <a:lnTo>
                  <a:pt x="570123" y="294745"/>
                </a:lnTo>
                <a:lnTo>
                  <a:pt x="570123" y="291932"/>
                </a:lnTo>
                <a:lnTo>
                  <a:pt x="570123" y="289148"/>
                </a:lnTo>
                <a:lnTo>
                  <a:pt x="559018" y="289533"/>
                </a:lnTo>
                <a:close/>
                <a:moveTo>
                  <a:pt x="437631" y="257136"/>
                </a:moveTo>
                <a:cubicBezTo>
                  <a:pt x="432771" y="264365"/>
                  <a:pt x="426875" y="270841"/>
                  <a:pt x="420129" y="276356"/>
                </a:cubicBezTo>
                <a:cubicBezTo>
                  <a:pt x="412299" y="283028"/>
                  <a:pt x="403625" y="288642"/>
                  <a:pt x="394336" y="293058"/>
                </a:cubicBezTo>
                <a:cubicBezTo>
                  <a:pt x="378125" y="300280"/>
                  <a:pt x="361026" y="305309"/>
                  <a:pt x="343489" y="308013"/>
                </a:cubicBezTo>
                <a:cubicBezTo>
                  <a:pt x="336219" y="309005"/>
                  <a:pt x="328884" y="309470"/>
                  <a:pt x="321545" y="309404"/>
                </a:cubicBezTo>
                <a:lnTo>
                  <a:pt x="317014" y="309404"/>
                </a:lnTo>
                <a:lnTo>
                  <a:pt x="324359" y="340588"/>
                </a:lnTo>
                <a:lnTo>
                  <a:pt x="300668" y="343549"/>
                </a:lnTo>
                <a:lnTo>
                  <a:pt x="300372" y="343549"/>
                </a:lnTo>
                <a:lnTo>
                  <a:pt x="300046" y="343549"/>
                </a:lnTo>
                <a:lnTo>
                  <a:pt x="276355" y="340588"/>
                </a:lnTo>
                <a:lnTo>
                  <a:pt x="283729" y="309464"/>
                </a:lnTo>
                <a:lnTo>
                  <a:pt x="279198" y="309464"/>
                </a:lnTo>
                <a:cubicBezTo>
                  <a:pt x="271860" y="309532"/>
                  <a:pt x="264524" y="309067"/>
                  <a:pt x="257254" y="308072"/>
                </a:cubicBezTo>
                <a:cubicBezTo>
                  <a:pt x="239714" y="305377"/>
                  <a:pt x="222615" y="300346"/>
                  <a:pt x="206407" y="293117"/>
                </a:cubicBezTo>
                <a:cubicBezTo>
                  <a:pt x="197091" y="288702"/>
                  <a:pt x="188399" y="283075"/>
                  <a:pt x="180555" y="276385"/>
                </a:cubicBezTo>
                <a:cubicBezTo>
                  <a:pt x="173821" y="270889"/>
                  <a:pt x="167942" y="264421"/>
                  <a:pt x="163112" y="257196"/>
                </a:cubicBezTo>
                <a:cubicBezTo>
                  <a:pt x="169568" y="258173"/>
                  <a:pt x="179074" y="259269"/>
                  <a:pt x="181414" y="259269"/>
                </a:cubicBezTo>
                <a:lnTo>
                  <a:pt x="188521" y="259594"/>
                </a:lnTo>
                <a:cubicBezTo>
                  <a:pt x="197138" y="259979"/>
                  <a:pt x="208332" y="260512"/>
                  <a:pt x="221925" y="261342"/>
                </a:cubicBezTo>
                <a:cubicBezTo>
                  <a:pt x="223139" y="262023"/>
                  <a:pt x="224383" y="262674"/>
                  <a:pt x="225656" y="263326"/>
                </a:cubicBezTo>
                <a:cubicBezTo>
                  <a:pt x="237511" y="269328"/>
                  <a:pt x="250248" y="273397"/>
                  <a:pt x="263384" y="275378"/>
                </a:cubicBezTo>
                <a:cubicBezTo>
                  <a:pt x="265620" y="275692"/>
                  <a:pt x="267877" y="275840"/>
                  <a:pt x="270136" y="275823"/>
                </a:cubicBezTo>
                <a:cubicBezTo>
                  <a:pt x="273245" y="275823"/>
                  <a:pt x="276236" y="275586"/>
                  <a:pt x="278428" y="275378"/>
                </a:cubicBezTo>
                <a:lnTo>
                  <a:pt x="271913" y="302475"/>
                </a:lnTo>
                <a:lnTo>
                  <a:pt x="300520" y="304281"/>
                </a:lnTo>
                <a:lnTo>
                  <a:pt x="329097" y="302475"/>
                </a:lnTo>
                <a:lnTo>
                  <a:pt x="322611" y="275378"/>
                </a:lnTo>
                <a:cubicBezTo>
                  <a:pt x="324773" y="275586"/>
                  <a:pt x="327912" y="275823"/>
                  <a:pt x="330874" y="275823"/>
                </a:cubicBezTo>
                <a:cubicBezTo>
                  <a:pt x="333133" y="275843"/>
                  <a:pt x="335390" y="275695"/>
                  <a:pt x="337626" y="275378"/>
                </a:cubicBezTo>
                <a:cubicBezTo>
                  <a:pt x="350771" y="273391"/>
                  <a:pt x="363517" y="269322"/>
                  <a:pt x="375383" y="263326"/>
                </a:cubicBezTo>
                <a:lnTo>
                  <a:pt x="379114" y="261342"/>
                </a:lnTo>
                <a:cubicBezTo>
                  <a:pt x="392707" y="260512"/>
                  <a:pt x="403871" y="259979"/>
                  <a:pt x="412518" y="259594"/>
                </a:cubicBezTo>
                <a:lnTo>
                  <a:pt x="419596" y="259269"/>
                </a:lnTo>
                <a:lnTo>
                  <a:pt x="419300" y="259209"/>
                </a:lnTo>
                <a:cubicBezTo>
                  <a:pt x="421669" y="259091"/>
                  <a:pt x="431145" y="258114"/>
                  <a:pt x="437631" y="257136"/>
                </a:cubicBezTo>
                <a:close/>
                <a:moveTo>
                  <a:pt x="1223359" y="243025"/>
                </a:moveTo>
                <a:cubicBezTo>
                  <a:pt x="1220768" y="242840"/>
                  <a:pt x="1218167" y="243191"/>
                  <a:pt x="1215718" y="244057"/>
                </a:cubicBezTo>
                <a:cubicBezTo>
                  <a:pt x="1212724" y="245916"/>
                  <a:pt x="1209834" y="244883"/>
                  <a:pt x="1207873" y="246638"/>
                </a:cubicBezTo>
                <a:cubicBezTo>
                  <a:pt x="1206080" y="248127"/>
                  <a:pt x="1204102" y="249377"/>
                  <a:pt x="1201987" y="250355"/>
                </a:cubicBezTo>
                <a:cubicBezTo>
                  <a:pt x="1196747" y="252204"/>
                  <a:pt x="1191642" y="254412"/>
                  <a:pt x="1186707" y="256962"/>
                </a:cubicBezTo>
                <a:cubicBezTo>
                  <a:pt x="1183762" y="258449"/>
                  <a:pt x="1181949" y="261511"/>
                  <a:pt x="1182062" y="264809"/>
                </a:cubicBezTo>
                <a:cubicBezTo>
                  <a:pt x="1182169" y="268413"/>
                  <a:pt x="1185065" y="271309"/>
                  <a:pt x="1188669" y="271416"/>
                </a:cubicBezTo>
                <a:cubicBezTo>
                  <a:pt x="1192727" y="270851"/>
                  <a:pt x="1196667" y="269631"/>
                  <a:pt x="1200335" y="267803"/>
                </a:cubicBezTo>
                <a:cubicBezTo>
                  <a:pt x="1204258" y="265429"/>
                  <a:pt x="1206220" y="262435"/>
                  <a:pt x="1211279" y="259337"/>
                </a:cubicBezTo>
                <a:cubicBezTo>
                  <a:pt x="1214688" y="257115"/>
                  <a:pt x="1217749" y="254401"/>
                  <a:pt x="1220365" y="251285"/>
                </a:cubicBezTo>
                <a:cubicBezTo>
                  <a:pt x="1222326" y="247877"/>
                  <a:pt x="1224906" y="243025"/>
                  <a:pt x="1223359" y="243025"/>
                </a:cubicBezTo>
                <a:close/>
                <a:moveTo>
                  <a:pt x="1586050" y="226403"/>
                </a:moveTo>
                <a:cubicBezTo>
                  <a:pt x="1581975" y="226776"/>
                  <a:pt x="1577937" y="227466"/>
                  <a:pt x="1573970" y="228468"/>
                </a:cubicBezTo>
                <a:cubicBezTo>
                  <a:pt x="1572287" y="230198"/>
                  <a:pt x="1571265" y="232462"/>
                  <a:pt x="1571079" y="234868"/>
                </a:cubicBezTo>
                <a:cubicBezTo>
                  <a:pt x="1570783" y="236913"/>
                  <a:pt x="1571107" y="238998"/>
                  <a:pt x="1572009" y="240857"/>
                </a:cubicBezTo>
                <a:cubicBezTo>
                  <a:pt x="1575416" y="241992"/>
                  <a:pt x="1580268" y="243128"/>
                  <a:pt x="1582333" y="241992"/>
                </a:cubicBezTo>
                <a:lnTo>
                  <a:pt x="1582436" y="241992"/>
                </a:lnTo>
                <a:cubicBezTo>
                  <a:pt x="1586426" y="239244"/>
                  <a:pt x="1588967" y="234846"/>
                  <a:pt x="1589354" y="230016"/>
                </a:cubicBezTo>
                <a:cubicBezTo>
                  <a:pt x="1589377" y="229835"/>
                  <a:pt x="1589385" y="229653"/>
                  <a:pt x="1589377" y="229470"/>
                </a:cubicBezTo>
                <a:cubicBezTo>
                  <a:pt x="1589305" y="227704"/>
                  <a:pt x="1587815" y="226330"/>
                  <a:pt x="1586050" y="226403"/>
                </a:cubicBezTo>
                <a:close/>
                <a:moveTo>
                  <a:pt x="1622184" y="215665"/>
                </a:moveTo>
                <a:cubicBezTo>
                  <a:pt x="1619293" y="216492"/>
                  <a:pt x="1617228" y="218763"/>
                  <a:pt x="1612790" y="218763"/>
                </a:cubicBezTo>
                <a:cubicBezTo>
                  <a:pt x="1610621" y="221240"/>
                  <a:pt x="1611551" y="225989"/>
                  <a:pt x="1611653" y="228158"/>
                </a:cubicBezTo>
                <a:cubicBezTo>
                  <a:pt x="1611757" y="230326"/>
                  <a:pt x="1616093" y="233422"/>
                  <a:pt x="1617434" y="233422"/>
                </a:cubicBezTo>
                <a:cubicBezTo>
                  <a:pt x="1621915" y="232638"/>
                  <a:pt x="1625751" y="229761"/>
                  <a:pt x="1627759" y="225680"/>
                </a:cubicBezTo>
                <a:lnTo>
                  <a:pt x="1628173" y="225680"/>
                </a:lnTo>
                <a:cubicBezTo>
                  <a:pt x="1628436" y="223071"/>
                  <a:pt x="1628436" y="220441"/>
                  <a:pt x="1628173" y="217834"/>
                </a:cubicBezTo>
                <a:cubicBezTo>
                  <a:pt x="1627759" y="215149"/>
                  <a:pt x="1625075" y="214839"/>
                  <a:pt x="1622184" y="215665"/>
                </a:cubicBezTo>
                <a:close/>
                <a:moveTo>
                  <a:pt x="1244627" y="203792"/>
                </a:moveTo>
                <a:cubicBezTo>
                  <a:pt x="1247715" y="204557"/>
                  <a:pt x="1250698" y="205702"/>
                  <a:pt x="1253505" y="207200"/>
                </a:cubicBezTo>
                <a:cubicBezTo>
                  <a:pt x="1255570" y="207200"/>
                  <a:pt x="1261765" y="205858"/>
                  <a:pt x="1263830" y="207200"/>
                </a:cubicBezTo>
                <a:cubicBezTo>
                  <a:pt x="1268988" y="209871"/>
                  <a:pt x="1273865" y="213052"/>
                  <a:pt x="1278387" y="216698"/>
                </a:cubicBezTo>
                <a:cubicBezTo>
                  <a:pt x="1280071" y="220602"/>
                  <a:pt x="1281417" y="224643"/>
                  <a:pt x="1282413" y="228777"/>
                </a:cubicBezTo>
                <a:cubicBezTo>
                  <a:pt x="1283467" y="231820"/>
                  <a:pt x="1283467" y="235129"/>
                  <a:pt x="1282413" y="238173"/>
                </a:cubicBezTo>
                <a:cubicBezTo>
                  <a:pt x="1278092" y="242108"/>
                  <a:pt x="1273990" y="246278"/>
                  <a:pt x="1270127" y="250665"/>
                </a:cubicBezTo>
                <a:lnTo>
                  <a:pt x="1269714" y="250665"/>
                </a:lnTo>
                <a:cubicBezTo>
                  <a:pt x="1267975" y="254228"/>
                  <a:pt x="1266010" y="257676"/>
                  <a:pt x="1263830" y="260989"/>
                </a:cubicBezTo>
                <a:cubicBezTo>
                  <a:pt x="1256766" y="271836"/>
                  <a:pt x="1250320" y="283072"/>
                  <a:pt x="1244523" y="294646"/>
                </a:cubicBezTo>
                <a:cubicBezTo>
                  <a:pt x="1241925" y="298428"/>
                  <a:pt x="1239097" y="302048"/>
                  <a:pt x="1236057" y="305487"/>
                </a:cubicBezTo>
                <a:cubicBezTo>
                  <a:pt x="1234269" y="306899"/>
                  <a:pt x="1231851" y="307217"/>
                  <a:pt x="1229759" y="306313"/>
                </a:cubicBezTo>
                <a:cubicBezTo>
                  <a:pt x="1228211" y="305693"/>
                  <a:pt x="1223772" y="308790"/>
                  <a:pt x="1223772" y="313023"/>
                </a:cubicBezTo>
                <a:cubicBezTo>
                  <a:pt x="1223587" y="317209"/>
                  <a:pt x="1224255" y="321389"/>
                  <a:pt x="1225733" y="325309"/>
                </a:cubicBezTo>
                <a:cubicBezTo>
                  <a:pt x="1226973" y="343493"/>
                  <a:pt x="1226973" y="361740"/>
                  <a:pt x="1225733" y="379924"/>
                </a:cubicBezTo>
                <a:cubicBezTo>
                  <a:pt x="1224838" y="386393"/>
                  <a:pt x="1221036" y="392096"/>
                  <a:pt x="1215409" y="395411"/>
                </a:cubicBezTo>
                <a:cubicBezTo>
                  <a:pt x="1212414" y="396856"/>
                  <a:pt x="1208182" y="404702"/>
                  <a:pt x="1204362" y="406457"/>
                </a:cubicBezTo>
                <a:cubicBezTo>
                  <a:pt x="1200542" y="408213"/>
                  <a:pt x="1196103" y="411723"/>
                  <a:pt x="1194038" y="411723"/>
                </a:cubicBezTo>
                <a:cubicBezTo>
                  <a:pt x="1192045" y="411516"/>
                  <a:pt x="1190295" y="410310"/>
                  <a:pt x="1189392" y="408522"/>
                </a:cubicBezTo>
                <a:cubicBezTo>
                  <a:pt x="1188462" y="407283"/>
                  <a:pt x="1184436" y="406664"/>
                  <a:pt x="1182164" y="405322"/>
                </a:cubicBezTo>
                <a:cubicBezTo>
                  <a:pt x="1179894" y="403979"/>
                  <a:pt x="1178861" y="402121"/>
                  <a:pt x="1176486" y="400883"/>
                </a:cubicBezTo>
                <a:cubicBezTo>
                  <a:pt x="1173044" y="399976"/>
                  <a:pt x="1169815" y="398397"/>
                  <a:pt x="1166988" y="396237"/>
                </a:cubicBezTo>
                <a:cubicBezTo>
                  <a:pt x="1164613" y="393965"/>
                  <a:pt x="1164201" y="390661"/>
                  <a:pt x="1161826" y="386532"/>
                </a:cubicBezTo>
                <a:cubicBezTo>
                  <a:pt x="1158522" y="380647"/>
                  <a:pt x="1147475" y="374968"/>
                  <a:pt x="1147269" y="371665"/>
                </a:cubicBezTo>
                <a:cubicBezTo>
                  <a:pt x="1147062" y="368361"/>
                  <a:pt x="1155527" y="367845"/>
                  <a:pt x="1156560" y="367845"/>
                </a:cubicBezTo>
                <a:cubicBezTo>
                  <a:pt x="1163581" y="367638"/>
                  <a:pt x="1168330" y="372594"/>
                  <a:pt x="1170291" y="372594"/>
                </a:cubicBezTo>
                <a:cubicBezTo>
                  <a:pt x="1177312" y="372594"/>
                  <a:pt x="1180719" y="370013"/>
                  <a:pt x="1181339" y="359689"/>
                </a:cubicBezTo>
                <a:cubicBezTo>
                  <a:pt x="1181339" y="357624"/>
                  <a:pt x="1181339" y="352771"/>
                  <a:pt x="1181339" y="350706"/>
                </a:cubicBezTo>
                <a:cubicBezTo>
                  <a:pt x="1180919" y="346622"/>
                  <a:pt x="1180919" y="342505"/>
                  <a:pt x="1181339" y="338421"/>
                </a:cubicBezTo>
                <a:cubicBezTo>
                  <a:pt x="1181536" y="332904"/>
                  <a:pt x="1182192" y="327413"/>
                  <a:pt x="1183300" y="322005"/>
                </a:cubicBezTo>
                <a:cubicBezTo>
                  <a:pt x="1183300" y="320353"/>
                  <a:pt x="1181752" y="316430"/>
                  <a:pt x="1180307" y="316430"/>
                </a:cubicBezTo>
                <a:cubicBezTo>
                  <a:pt x="1176899" y="317256"/>
                  <a:pt x="1173492" y="313952"/>
                  <a:pt x="1171427" y="313952"/>
                </a:cubicBezTo>
                <a:cubicBezTo>
                  <a:pt x="1169362" y="313952"/>
                  <a:pt x="1166472" y="315191"/>
                  <a:pt x="1164407" y="315191"/>
                </a:cubicBezTo>
                <a:cubicBezTo>
                  <a:pt x="1160629" y="315271"/>
                  <a:pt x="1156854" y="314925"/>
                  <a:pt x="1153154" y="314159"/>
                </a:cubicBezTo>
                <a:cubicBezTo>
                  <a:pt x="1151585" y="313233"/>
                  <a:pt x="1150216" y="312005"/>
                  <a:pt x="1149127" y="310545"/>
                </a:cubicBezTo>
                <a:cubicBezTo>
                  <a:pt x="1148045" y="307892"/>
                  <a:pt x="1147282" y="305119"/>
                  <a:pt x="1146855" y="302286"/>
                </a:cubicBezTo>
                <a:cubicBezTo>
                  <a:pt x="1146339" y="301563"/>
                  <a:pt x="1145720" y="297846"/>
                  <a:pt x="1144894" y="297846"/>
                </a:cubicBezTo>
                <a:cubicBezTo>
                  <a:pt x="1144687" y="295472"/>
                  <a:pt x="1143861" y="291549"/>
                  <a:pt x="1143861" y="289174"/>
                </a:cubicBezTo>
                <a:cubicBezTo>
                  <a:pt x="1143861" y="286800"/>
                  <a:pt x="1141796" y="282463"/>
                  <a:pt x="1141073" y="276476"/>
                </a:cubicBezTo>
                <a:cubicBezTo>
                  <a:pt x="1140351" y="270487"/>
                  <a:pt x="1138390" y="266667"/>
                  <a:pt x="1138390" y="260163"/>
                </a:cubicBezTo>
                <a:cubicBezTo>
                  <a:pt x="1137564" y="250355"/>
                  <a:pt x="1137564" y="245606"/>
                  <a:pt x="1137564" y="243644"/>
                </a:cubicBezTo>
                <a:cubicBezTo>
                  <a:pt x="1138183" y="231978"/>
                  <a:pt x="1145100" y="229397"/>
                  <a:pt x="1147888" y="224958"/>
                </a:cubicBezTo>
                <a:cubicBezTo>
                  <a:pt x="1150882" y="223306"/>
                  <a:pt x="1153772" y="220312"/>
                  <a:pt x="1157386" y="220725"/>
                </a:cubicBezTo>
                <a:cubicBezTo>
                  <a:pt x="1161000" y="221138"/>
                  <a:pt x="1162032" y="222480"/>
                  <a:pt x="1165852" y="225163"/>
                </a:cubicBezTo>
                <a:cubicBezTo>
                  <a:pt x="1167293" y="226877"/>
                  <a:pt x="1168637" y="228669"/>
                  <a:pt x="1169878" y="230532"/>
                </a:cubicBezTo>
                <a:cubicBezTo>
                  <a:pt x="1176031" y="230082"/>
                  <a:pt x="1182015" y="228323"/>
                  <a:pt x="1187430" y="225370"/>
                </a:cubicBezTo>
                <a:cubicBezTo>
                  <a:pt x="1190114" y="223925"/>
                  <a:pt x="1195895" y="223925"/>
                  <a:pt x="1200438" y="221860"/>
                </a:cubicBezTo>
                <a:cubicBezTo>
                  <a:pt x="1203420" y="220263"/>
                  <a:pt x="1206621" y="219115"/>
                  <a:pt x="1209937" y="218453"/>
                </a:cubicBezTo>
                <a:cubicBezTo>
                  <a:pt x="1212001" y="218453"/>
                  <a:pt x="1212621" y="217627"/>
                  <a:pt x="1217370" y="216285"/>
                </a:cubicBezTo>
                <a:cubicBezTo>
                  <a:pt x="1221068" y="215726"/>
                  <a:pt x="1224594" y="214350"/>
                  <a:pt x="1227694" y="212258"/>
                </a:cubicBezTo>
                <a:cubicBezTo>
                  <a:pt x="1229863" y="210710"/>
                  <a:pt x="1231824" y="209471"/>
                  <a:pt x="1233580" y="208439"/>
                </a:cubicBezTo>
                <a:cubicBezTo>
                  <a:pt x="1235235" y="207423"/>
                  <a:pt x="1236960" y="206527"/>
                  <a:pt x="1238741" y="205754"/>
                </a:cubicBezTo>
                <a:cubicBezTo>
                  <a:pt x="1240324" y="204274"/>
                  <a:pt x="1242472" y="203558"/>
                  <a:pt x="1244627" y="203792"/>
                </a:cubicBezTo>
                <a:close/>
                <a:moveTo>
                  <a:pt x="1582952" y="186861"/>
                </a:moveTo>
                <a:cubicBezTo>
                  <a:pt x="1580474" y="189339"/>
                  <a:pt x="1572628" y="186861"/>
                  <a:pt x="1572628" y="193984"/>
                </a:cubicBezTo>
                <a:cubicBezTo>
                  <a:pt x="1572731" y="197495"/>
                  <a:pt x="1571286" y="202141"/>
                  <a:pt x="1573764" y="204309"/>
                </a:cubicBezTo>
                <a:cubicBezTo>
                  <a:pt x="1573764" y="204309"/>
                  <a:pt x="1575726" y="208954"/>
                  <a:pt x="1578202" y="206993"/>
                </a:cubicBezTo>
                <a:cubicBezTo>
                  <a:pt x="1583159" y="203277"/>
                  <a:pt x="1589354" y="201728"/>
                  <a:pt x="1589972" y="195843"/>
                </a:cubicBezTo>
                <a:lnTo>
                  <a:pt x="1590488" y="195533"/>
                </a:lnTo>
                <a:cubicBezTo>
                  <a:pt x="1591418" y="187583"/>
                  <a:pt x="1589457" y="185312"/>
                  <a:pt x="1582952" y="186861"/>
                </a:cubicBezTo>
                <a:close/>
                <a:moveTo>
                  <a:pt x="1638703" y="171684"/>
                </a:moveTo>
                <a:cubicBezTo>
                  <a:pt x="1629928" y="174472"/>
                  <a:pt x="1615784" y="174059"/>
                  <a:pt x="1615061" y="180975"/>
                </a:cubicBezTo>
                <a:cubicBezTo>
                  <a:pt x="1614751" y="184589"/>
                  <a:pt x="1614751" y="190784"/>
                  <a:pt x="1618467" y="192125"/>
                </a:cubicBezTo>
                <a:cubicBezTo>
                  <a:pt x="1622617" y="193169"/>
                  <a:pt x="1626926" y="193414"/>
                  <a:pt x="1631166" y="192848"/>
                </a:cubicBezTo>
                <a:cubicBezTo>
                  <a:pt x="1635178" y="189803"/>
                  <a:pt x="1638138" y="185580"/>
                  <a:pt x="1639632" y="180769"/>
                </a:cubicBezTo>
                <a:cubicBezTo>
                  <a:pt x="1639632" y="178602"/>
                  <a:pt x="1639736" y="172613"/>
                  <a:pt x="1638703" y="171684"/>
                </a:cubicBezTo>
                <a:close/>
                <a:moveTo>
                  <a:pt x="1976099" y="169310"/>
                </a:moveTo>
                <a:cubicBezTo>
                  <a:pt x="1978798" y="169819"/>
                  <a:pt x="1981241" y="171240"/>
                  <a:pt x="1983017" y="173336"/>
                </a:cubicBezTo>
                <a:cubicBezTo>
                  <a:pt x="1986631" y="177156"/>
                  <a:pt x="1990553" y="179015"/>
                  <a:pt x="1993341" y="182938"/>
                </a:cubicBezTo>
                <a:cubicBezTo>
                  <a:pt x="1994939" y="185890"/>
                  <a:pt x="1995988" y="189108"/>
                  <a:pt x="1996438" y="192436"/>
                </a:cubicBezTo>
                <a:cubicBezTo>
                  <a:pt x="1997058" y="194708"/>
                  <a:pt x="2000465" y="197495"/>
                  <a:pt x="2000465" y="198733"/>
                </a:cubicBezTo>
                <a:cubicBezTo>
                  <a:pt x="1999742" y="207613"/>
                  <a:pt x="1993238" y="207406"/>
                  <a:pt x="1984462" y="213600"/>
                </a:cubicBezTo>
                <a:cubicBezTo>
                  <a:pt x="1979652" y="216220"/>
                  <a:pt x="1975379" y="219722"/>
                  <a:pt x="1971867" y="223925"/>
                </a:cubicBezTo>
                <a:cubicBezTo>
                  <a:pt x="1969104" y="226726"/>
                  <a:pt x="1965802" y="228939"/>
                  <a:pt x="1962161" y="230429"/>
                </a:cubicBezTo>
                <a:cubicBezTo>
                  <a:pt x="1952353" y="234662"/>
                  <a:pt x="1943578" y="234249"/>
                  <a:pt x="1942856" y="243954"/>
                </a:cubicBezTo>
                <a:cubicBezTo>
                  <a:pt x="1942133" y="253658"/>
                  <a:pt x="1947501" y="249736"/>
                  <a:pt x="1947501" y="260060"/>
                </a:cubicBezTo>
                <a:cubicBezTo>
                  <a:pt x="1947040" y="262757"/>
                  <a:pt x="1945943" y="265304"/>
                  <a:pt x="1944301" y="267493"/>
                </a:cubicBezTo>
                <a:cubicBezTo>
                  <a:pt x="1942771" y="269451"/>
                  <a:pt x="1941872" y="271827"/>
                  <a:pt x="1941720" y="274307"/>
                </a:cubicBezTo>
                <a:cubicBezTo>
                  <a:pt x="1941694" y="276844"/>
                  <a:pt x="1941018" y="279332"/>
                  <a:pt x="1939758" y="281534"/>
                </a:cubicBezTo>
                <a:cubicBezTo>
                  <a:pt x="1938628" y="283912"/>
                  <a:pt x="1938164" y="286553"/>
                  <a:pt x="1938416" y="289174"/>
                </a:cubicBezTo>
                <a:cubicBezTo>
                  <a:pt x="1938209" y="298672"/>
                  <a:pt x="1936661" y="306622"/>
                  <a:pt x="1939448" y="308996"/>
                </a:cubicBezTo>
                <a:cubicBezTo>
                  <a:pt x="1951330" y="308037"/>
                  <a:pt x="1963257" y="307762"/>
                  <a:pt x="1975171" y="308170"/>
                </a:cubicBezTo>
                <a:cubicBezTo>
                  <a:pt x="1979506" y="308170"/>
                  <a:pt x="1981262" y="305280"/>
                  <a:pt x="1984463" y="304558"/>
                </a:cubicBezTo>
                <a:cubicBezTo>
                  <a:pt x="1987376" y="303912"/>
                  <a:pt x="1990356" y="303599"/>
                  <a:pt x="1993341" y="303628"/>
                </a:cubicBezTo>
                <a:cubicBezTo>
                  <a:pt x="1996648" y="304191"/>
                  <a:pt x="1999897" y="305055"/>
                  <a:pt x="2003047" y="306209"/>
                </a:cubicBezTo>
                <a:cubicBezTo>
                  <a:pt x="2006348" y="307706"/>
                  <a:pt x="2009524" y="309468"/>
                  <a:pt x="2012544" y="311474"/>
                </a:cubicBezTo>
                <a:cubicBezTo>
                  <a:pt x="2016055" y="313952"/>
                  <a:pt x="2022352" y="315295"/>
                  <a:pt x="2024933" y="321798"/>
                </a:cubicBezTo>
                <a:cubicBezTo>
                  <a:pt x="2025722" y="324550"/>
                  <a:pt x="2026105" y="327402"/>
                  <a:pt x="2026069" y="330265"/>
                </a:cubicBezTo>
                <a:lnTo>
                  <a:pt x="2024313" y="330471"/>
                </a:lnTo>
                <a:cubicBezTo>
                  <a:pt x="2024318" y="331623"/>
                  <a:pt x="2024762" y="332731"/>
                  <a:pt x="2025552" y="333568"/>
                </a:cubicBezTo>
                <a:cubicBezTo>
                  <a:pt x="2026317" y="334952"/>
                  <a:pt x="2026608" y="336547"/>
                  <a:pt x="2026379" y="338111"/>
                </a:cubicBezTo>
                <a:cubicBezTo>
                  <a:pt x="2025896" y="340753"/>
                  <a:pt x="2024840" y="343254"/>
                  <a:pt x="2023281" y="345442"/>
                </a:cubicBezTo>
                <a:cubicBezTo>
                  <a:pt x="2021629" y="348022"/>
                  <a:pt x="2019564" y="351739"/>
                  <a:pt x="2017086" y="351739"/>
                </a:cubicBezTo>
                <a:cubicBezTo>
                  <a:pt x="2010479" y="351945"/>
                  <a:pt x="2007175" y="352565"/>
                  <a:pt x="2005007" y="352462"/>
                </a:cubicBezTo>
                <a:cubicBezTo>
                  <a:pt x="2002840" y="352358"/>
                  <a:pt x="1996438" y="350190"/>
                  <a:pt x="1991895" y="350190"/>
                </a:cubicBezTo>
                <a:cubicBezTo>
                  <a:pt x="1987353" y="350190"/>
                  <a:pt x="1984153" y="351429"/>
                  <a:pt x="1978474" y="351326"/>
                </a:cubicBezTo>
                <a:cubicBezTo>
                  <a:pt x="1972796" y="351223"/>
                  <a:pt x="1962575" y="350190"/>
                  <a:pt x="1956277" y="349467"/>
                </a:cubicBezTo>
                <a:cubicBezTo>
                  <a:pt x="1952251" y="348951"/>
                  <a:pt x="1939655" y="349984"/>
                  <a:pt x="1935628" y="349467"/>
                </a:cubicBezTo>
                <a:cubicBezTo>
                  <a:pt x="1928702" y="348819"/>
                  <a:pt x="1921715" y="349377"/>
                  <a:pt x="1914980" y="351119"/>
                </a:cubicBezTo>
                <a:lnTo>
                  <a:pt x="1895260" y="353907"/>
                </a:lnTo>
                <a:cubicBezTo>
                  <a:pt x="1888241" y="354940"/>
                  <a:pt x="1879155" y="353391"/>
                  <a:pt x="1872857" y="353391"/>
                </a:cubicBezTo>
                <a:cubicBezTo>
                  <a:pt x="1859349" y="354650"/>
                  <a:pt x="1846020" y="357385"/>
                  <a:pt x="1833109" y="361547"/>
                </a:cubicBezTo>
                <a:cubicBezTo>
                  <a:pt x="1816693" y="367225"/>
                  <a:pt x="1787992" y="380544"/>
                  <a:pt x="1784378" y="380131"/>
                </a:cubicBezTo>
                <a:cubicBezTo>
                  <a:pt x="1780764" y="379718"/>
                  <a:pt x="1773125" y="369497"/>
                  <a:pt x="1765795" y="362579"/>
                </a:cubicBezTo>
                <a:cubicBezTo>
                  <a:pt x="1765175" y="359166"/>
                  <a:pt x="1765175" y="355668"/>
                  <a:pt x="1765795" y="352255"/>
                </a:cubicBezTo>
                <a:cubicBezTo>
                  <a:pt x="1766474" y="348028"/>
                  <a:pt x="1766085" y="343696"/>
                  <a:pt x="1764659" y="339660"/>
                </a:cubicBezTo>
                <a:cubicBezTo>
                  <a:pt x="1767446" y="334807"/>
                  <a:pt x="1783655" y="328819"/>
                  <a:pt x="1785307" y="328406"/>
                </a:cubicBezTo>
                <a:cubicBezTo>
                  <a:pt x="1786959" y="327993"/>
                  <a:pt x="1793361" y="330471"/>
                  <a:pt x="1797283" y="329542"/>
                </a:cubicBezTo>
                <a:cubicBezTo>
                  <a:pt x="1799348" y="329026"/>
                  <a:pt x="1814009" y="323037"/>
                  <a:pt x="1822061" y="320146"/>
                </a:cubicBezTo>
                <a:cubicBezTo>
                  <a:pt x="1825262" y="319115"/>
                  <a:pt x="1829908" y="318907"/>
                  <a:pt x="1832386" y="318186"/>
                </a:cubicBezTo>
                <a:cubicBezTo>
                  <a:pt x="1840025" y="315811"/>
                  <a:pt x="1851279" y="310132"/>
                  <a:pt x="1859539" y="306828"/>
                </a:cubicBezTo>
                <a:cubicBezTo>
                  <a:pt x="1877194" y="299808"/>
                  <a:pt x="1878122" y="278541"/>
                  <a:pt x="1880806" y="270487"/>
                </a:cubicBezTo>
                <a:cubicBezTo>
                  <a:pt x="1882223" y="266581"/>
                  <a:pt x="1882956" y="262460"/>
                  <a:pt x="1882975" y="258305"/>
                </a:cubicBezTo>
                <a:cubicBezTo>
                  <a:pt x="1883078" y="254278"/>
                  <a:pt x="1882768" y="249426"/>
                  <a:pt x="1880806" y="248703"/>
                </a:cubicBezTo>
                <a:cubicBezTo>
                  <a:pt x="1877329" y="248999"/>
                  <a:pt x="1873878" y="249551"/>
                  <a:pt x="1870482" y="250355"/>
                </a:cubicBezTo>
                <a:cubicBezTo>
                  <a:pt x="1866134" y="251849"/>
                  <a:pt x="1861468" y="252170"/>
                  <a:pt x="1856958" y="251285"/>
                </a:cubicBezTo>
                <a:cubicBezTo>
                  <a:pt x="1852828" y="249323"/>
                  <a:pt x="1853447" y="244470"/>
                  <a:pt x="1852828" y="238998"/>
                </a:cubicBezTo>
                <a:cubicBezTo>
                  <a:pt x="1851507" y="233447"/>
                  <a:pt x="1848727" y="228350"/>
                  <a:pt x="1844775" y="224235"/>
                </a:cubicBezTo>
                <a:cubicBezTo>
                  <a:pt x="1843226" y="220476"/>
                  <a:pt x="1842521" y="216423"/>
                  <a:pt x="1842710" y="212361"/>
                </a:cubicBezTo>
                <a:cubicBezTo>
                  <a:pt x="1842813" y="210194"/>
                  <a:pt x="1841678" y="203070"/>
                  <a:pt x="1841678" y="200902"/>
                </a:cubicBezTo>
                <a:cubicBezTo>
                  <a:pt x="1841678" y="195224"/>
                  <a:pt x="1847047" y="194811"/>
                  <a:pt x="1852002" y="192333"/>
                </a:cubicBezTo>
                <a:cubicBezTo>
                  <a:pt x="1858142" y="193405"/>
                  <a:pt x="1864210" y="194853"/>
                  <a:pt x="1870173" y="196669"/>
                </a:cubicBezTo>
                <a:cubicBezTo>
                  <a:pt x="1884753" y="195089"/>
                  <a:pt x="1899231" y="192677"/>
                  <a:pt x="1913535" y="189442"/>
                </a:cubicBezTo>
                <a:cubicBezTo>
                  <a:pt x="1916736" y="188719"/>
                  <a:pt x="1920245" y="187583"/>
                  <a:pt x="1921071" y="187377"/>
                </a:cubicBezTo>
                <a:cubicBezTo>
                  <a:pt x="1921897" y="187170"/>
                  <a:pt x="1924891" y="185828"/>
                  <a:pt x="1926440" y="185312"/>
                </a:cubicBezTo>
                <a:cubicBezTo>
                  <a:pt x="1937768" y="181989"/>
                  <a:pt x="1948680" y="177383"/>
                  <a:pt x="1958962" y="171582"/>
                </a:cubicBezTo>
                <a:cubicBezTo>
                  <a:pt x="1961912" y="170567"/>
                  <a:pt x="1965041" y="170180"/>
                  <a:pt x="1968150" y="170446"/>
                </a:cubicBezTo>
                <a:cubicBezTo>
                  <a:pt x="1970820" y="170217"/>
                  <a:pt x="1973473" y="169838"/>
                  <a:pt x="1976099" y="169310"/>
                </a:cubicBezTo>
                <a:close/>
                <a:moveTo>
                  <a:pt x="1519355" y="157334"/>
                </a:moveTo>
                <a:cubicBezTo>
                  <a:pt x="1524414" y="154340"/>
                  <a:pt x="1526995" y="165490"/>
                  <a:pt x="1528647" y="169517"/>
                </a:cubicBezTo>
                <a:cubicBezTo>
                  <a:pt x="1529576" y="171478"/>
                  <a:pt x="1526789" y="179118"/>
                  <a:pt x="1526478" y="181802"/>
                </a:cubicBezTo>
                <a:cubicBezTo>
                  <a:pt x="1526169" y="184487"/>
                  <a:pt x="1522245" y="187790"/>
                  <a:pt x="1522245" y="195843"/>
                </a:cubicBezTo>
                <a:cubicBezTo>
                  <a:pt x="1522350" y="199456"/>
                  <a:pt x="1519046" y="202141"/>
                  <a:pt x="1514606" y="206167"/>
                </a:cubicBezTo>
                <a:cubicBezTo>
                  <a:pt x="1510065" y="210559"/>
                  <a:pt x="1505823" y="215250"/>
                  <a:pt x="1501908" y="220208"/>
                </a:cubicBezTo>
                <a:cubicBezTo>
                  <a:pt x="1499838" y="225135"/>
                  <a:pt x="1499368" y="230590"/>
                  <a:pt x="1500565" y="235798"/>
                </a:cubicBezTo>
                <a:cubicBezTo>
                  <a:pt x="1500565" y="237553"/>
                  <a:pt x="1498397" y="243128"/>
                  <a:pt x="1501494" y="246122"/>
                </a:cubicBezTo>
                <a:cubicBezTo>
                  <a:pt x="1504592" y="249117"/>
                  <a:pt x="1507999" y="245916"/>
                  <a:pt x="1509753" y="246122"/>
                </a:cubicBezTo>
                <a:cubicBezTo>
                  <a:pt x="1511509" y="246329"/>
                  <a:pt x="1510373" y="249839"/>
                  <a:pt x="1512438" y="253658"/>
                </a:cubicBezTo>
                <a:cubicBezTo>
                  <a:pt x="1516258" y="260989"/>
                  <a:pt x="1517497" y="262125"/>
                  <a:pt x="1517497" y="265739"/>
                </a:cubicBezTo>
                <a:cubicBezTo>
                  <a:pt x="1517393" y="267803"/>
                  <a:pt x="1517393" y="269558"/>
                  <a:pt x="1515742" y="270590"/>
                </a:cubicBezTo>
                <a:cubicBezTo>
                  <a:pt x="1506180" y="276353"/>
                  <a:pt x="1498031" y="284186"/>
                  <a:pt x="1491893" y="293510"/>
                </a:cubicBezTo>
                <a:cubicBezTo>
                  <a:pt x="1491214" y="296681"/>
                  <a:pt x="1491614" y="299988"/>
                  <a:pt x="1493029" y="302906"/>
                </a:cubicBezTo>
                <a:cubicBezTo>
                  <a:pt x="1494990" y="302906"/>
                  <a:pt x="1499945" y="302906"/>
                  <a:pt x="1502114" y="302906"/>
                </a:cubicBezTo>
                <a:lnTo>
                  <a:pt x="1501804" y="303525"/>
                </a:lnTo>
                <a:cubicBezTo>
                  <a:pt x="1505045" y="304420"/>
                  <a:pt x="1507929" y="306295"/>
                  <a:pt x="1510063" y="308893"/>
                </a:cubicBezTo>
                <a:cubicBezTo>
                  <a:pt x="1511548" y="311629"/>
                  <a:pt x="1512395" y="314664"/>
                  <a:pt x="1512541" y="317773"/>
                </a:cubicBezTo>
                <a:cubicBezTo>
                  <a:pt x="1510992" y="330885"/>
                  <a:pt x="1499636" y="339040"/>
                  <a:pt x="1489312" y="345647"/>
                </a:cubicBezTo>
                <a:cubicBezTo>
                  <a:pt x="1478988" y="352255"/>
                  <a:pt x="1460300" y="359482"/>
                  <a:pt x="1451422" y="364541"/>
                </a:cubicBezTo>
                <a:cubicBezTo>
                  <a:pt x="1444091" y="368774"/>
                  <a:pt x="1437175" y="379305"/>
                  <a:pt x="1432941" y="381060"/>
                </a:cubicBezTo>
                <a:cubicBezTo>
                  <a:pt x="1432941" y="381060"/>
                  <a:pt x="1427883" y="382712"/>
                  <a:pt x="1425612" y="381060"/>
                </a:cubicBezTo>
                <a:cubicBezTo>
                  <a:pt x="1422246" y="379845"/>
                  <a:pt x="1418794" y="378878"/>
                  <a:pt x="1415288" y="378169"/>
                </a:cubicBezTo>
                <a:cubicBezTo>
                  <a:pt x="1411777" y="377033"/>
                  <a:pt x="1413429" y="372078"/>
                  <a:pt x="1410848" y="369084"/>
                </a:cubicBezTo>
                <a:cubicBezTo>
                  <a:pt x="1408150" y="366455"/>
                  <a:pt x="1405977" y="363337"/>
                  <a:pt x="1404446" y="359895"/>
                </a:cubicBezTo>
                <a:cubicBezTo>
                  <a:pt x="1402290" y="354593"/>
                  <a:pt x="1401304" y="348888"/>
                  <a:pt x="1401556" y="343170"/>
                </a:cubicBezTo>
                <a:cubicBezTo>
                  <a:pt x="1404635" y="335879"/>
                  <a:pt x="1410568" y="330170"/>
                  <a:pt x="1417971" y="327374"/>
                </a:cubicBezTo>
                <a:cubicBezTo>
                  <a:pt x="1421231" y="325247"/>
                  <a:pt x="1424367" y="322937"/>
                  <a:pt x="1427367" y="320456"/>
                </a:cubicBezTo>
                <a:cubicBezTo>
                  <a:pt x="1430237" y="318864"/>
                  <a:pt x="1432573" y="316457"/>
                  <a:pt x="1434077" y="313539"/>
                </a:cubicBezTo>
                <a:cubicBezTo>
                  <a:pt x="1434974" y="311396"/>
                  <a:pt x="1435565" y="309137"/>
                  <a:pt x="1435832" y="306828"/>
                </a:cubicBezTo>
                <a:cubicBezTo>
                  <a:pt x="1436039" y="303319"/>
                  <a:pt x="1437794" y="300738"/>
                  <a:pt x="1437793" y="298156"/>
                </a:cubicBezTo>
                <a:cubicBezTo>
                  <a:pt x="1437509" y="295584"/>
                  <a:pt x="1436426" y="293165"/>
                  <a:pt x="1434696" y="291240"/>
                </a:cubicBezTo>
                <a:cubicBezTo>
                  <a:pt x="1433028" y="289544"/>
                  <a:pt x="1431758" y="287498"/>
                  <a:pt x="1430979" y="285251"/>
                </a:cubicBezTo>
                <a:cubicBezTo>
                  <a:pt x="1430979" y="285148"/>
                  <a:pt x="1423547" y="276579"/>
                  <a:pt x="1423546" y="272346"/>
                </a:cubicBezTo>
                <a:cubicBezTo>
                  <a:pt x="1423792" y="265822"/>
                  <a:pt x="1428908" y="260529"/>
                  <a:pt x="1435419" y="260060"/>
                </a:cubicBezTo>
                <a:cubicBezTo>
                  <a:pt x="1437484" y="259234"/>
                  <a:pt x="1441304" y="260060"/>
                  <a:pt x="1443368" y="260060"/>
                </a:cubicBezTo>
                <a:cubicBezTo>
                  <a:pt x="1448324" y="259647"/>
                  <a:pt x="1451835" y="254897"/>
                  <a:pt x="1454520" y="250872"/>
                </a:cubicBezTo>
                <a:cubicBezTo>
                  <a:pt x="1455954" y="245333"/>
                  <a:pt x="1456784" y="239656"/>
                  <a:pt x="1456996" y="233940"/>
                </a:cubicBezTo>
                <a:cubicBezTo>
                  <a:pt x="1458648" y="228158"/>
                  <a:pt x="1451732" y="227228"/>
                  <a:pt x="1448324" y="225887"/>
                </a:cubicBezTo>
                <a:cubicBezTo>
                  <a:pt x="1445047" y="224232"/>
                  <a:pt x="1441580" y="222985"/>
                  <a:pt x="1438000" y="222170"/>
                </a:cubicBezTo>
                <a:cubicBezTo>
                  <a:pt x="1435213" y="221964"/>
                  <a:pt x="1432838" y="218660"/>
                  <a:pt x="1431496" y="215046"/>
                </a:cubicBezTo>
                <a:cubicBezTo>
                  <a:pt x="1430154" y="211433"/>
                  <a:pt x="1429017" y="212569"/>
                  <a:pt x="1426128" y="211433"/>
                </a:cubicBezTo>
                <a:cubicBezTo>
                  <a:pt x="1423236" y="210297"/>
                  <a:pt x="1423236" y="200489"/>
                  <a:pt x="1423236" y="199354"/>
                </a:cubicBezTo>
                <a:cubicBezTo>
                  <a:pt x="1423236" y="198218"/>
                  <a:pt x="1426231" y="196979"/>
                  <a:pt x="1428812" y="195843"/>
                </a:cubicBezTo>
                <a:cubicBezTo>
                  <a:pt x="1431393" y="194708"/>
                  <a:pt x="1431393" y="192849"/>
                  <a:pt x="1433044" y="189339"/>
                </a:cubicBezTo>
                <a:cubicBezTo>
                  <a:pt x="1434697" y="185829"/>
                  <a:pt x="1438517" y="185003"/>
                  <a:pt x="1442027" y="184074"/>
                </a:cubicBezTo>
                <a:cubicBezTo>
                  <a:pt x="1445971" y="183842"/>
                  <a:pt x="1449901" y="183393"/>
                  <a:pt x="1453797" y="182732"/>
                </a:cubicBezTo>
                <a:cubicBezTo>
                  <a:pt x="1470314" y="176021"/>
                  <a:pt x="1489002" y="157541"/>
                  <a:pt x="1504798" y="158367"/>
                </a:cubicBezTo>
                <a:cubicBezTo>
                  <a:pt x="1512850" y="158883"/>
                  <a:pt x="1516154" y="159090"/>
                  <a:pt x="1519355" y="157334"/>
                </a:cubicBezTo>
                <a:close/>
                <a:moveTo>
                  <a:pt x="2231935" y="156920"/>
                </a:moveTo>
                <a:cubicBezTo>
                  <a:pt x="2235754" y="157539"/>
                  <a:pt x="2245976" y="155784"/>
                  <a:pt x="2246905" y="157539"/>
                </a:cubicBezTo>
                <a:cubicBezTo>
                  <a:pt x="2249874" y="161889"/>
                  <a:pt x="2254030" y="165293"/>
                  <a:pt x="2258881" y="167347"/>
                </a:cubicBezTo>
                <a:cubicBezTo>
                  <a:pt x="2262908" y="169412"/>
                  <a:pt x="2261153" y="172200"/>
                  <a:pt x="2261669" y="175813"/>
                </a:cubicBezTo>
                <a:cubicBezTo>
                  <a:pt x="2262185" y="179426"/>
                  <a:pt x="2264456" y="180872"/>
                  <a:pt x="2263321" y="183969"/>
                </a:cubicBezTo>
                <a:cubicBezTo>
                  <a:pt x="2262185" y="187067"/>
                  <a:pt x="2259398" y="192538"/>
                  <a:pt x="2257023" y="199146"/>
                </a:cubicBezTo>
                <a:cubicBezTo>
                  <a:pt x="2257023" y="200591"/>
                  <a:pt x="2255164" y="208024"/>
                  <a:pt x="2257023" y="208024"/>
                </a:cubicBezTo>
                <a:cubicBezTo>
                  <a:pt x="2259165" y="208154"/>
                  <a:pt x="2261295" y="207612"/>
                  <a:pt x="2263115" y="206476"/>
                </a:cubicBezTo>
                <a:cubicBezTo>
                  <a:pt x="2264043" y="206063"/>
                  <a:pt x="2268173" y="203999"/>
                  <a:pt x="2270754" y="203069"/>
                </a:cubicBezTo>
                <a:cubicBezTo>
                  <a:pt x="2273855" y="202378"/>
                  <a:pt x="2276868" y="201340"/>
                  <a:pt x="2279736" y="199972"/>
                </a:cubicBezTo>
                <a:cubicBezTo>
                  <a:pt x="2283247" y="197494"/>
                  <a:pt x="2287892" y="192538"/>
                  <a:pt x="2290061" y="192538"/>
                </a:cubicBezTo>
                <a:cubicBezTo>
                  <a:pt x="2290061" y="192538"/>
                  <a:pt x="2303792" y="188512"/>
                  <a:pt x="2306166" y="192538"/>
                </a:cubicBezTo>
                <a:cubicBezTo>
                  <a:pt x="2308540" y="196565"/>
                  <a:pt x="2314322" y="196152"/>
                  <a:pt x="2320207" y="197081"/>
                </a:cubicBezTo>
                <a:cubicBezTo>
                  <a:pt x="2326092" y="198010"/>
                  <a:pt x="2329912" y="207508"/>
                  <a:pt x="2329912" y="215562"/>
                </a:cubicBezTo>
                <a:cubicBezTo>
                  <a:pt x="2330015" y="218866"/>
                  <a:pt x="2329809" y="220207"/>
                  <a:pt x="2326195" y="220207"/>
                </a:cubicBezTo>
                <a:cubicBezTo>
                  <a:pt x="2324234" y="220310"/>
                  <a:pt x="2322065" y="223614"/>
                  <a:pt x="2318453" y="225989"/>
                </a:cubicBezTo>
                <a:cubicBezTo>
                  <a:pt x="2312820" y="229229"/>
                  <a:pt x="2306824" y="231793"/>
                  <a:pt x="2300591" y="233628"/>
                </a:cubicBezTo>
                <a:cubicBezTo>
                  <a:pt x="2297450" y="235726"/>
                  <a:pt x="2293951" y="237230"/>
                  <a:pt x="2290267" y="238068"/>
                </a:cubicBezTo>
                <a:cubicBezTo>
                  <a:pt x="2285724" y="238688"/>
                  <a:pt x="2281698" y="238894"/>
                  <a:pt x="2278292" y="239617"/>
                </a:cubicBezTo>
                <a:cubicBezTo>
                  <a:pt x="2271898" y="241186"/>
                  <a:pt x="2265725" y="243544"/>
                  <a:pt x="2259914" y="246637"/>
                </a:cubicBezTo>
                <a:cubicBezTo>
                  <a:pt x="2257436" y="249264"/>
                  <a:pt x="2255381" y="252260"/>
                  <a:pt x="2253822" y="255516"/>
                </a:cubicBezTo>
                <a:cubicBezTo>
                  <a:pt x="2252387" y="260351"/>
                  <a:pt x="2253182" y="265574"/>
                  <a:pt x="2255990" y="269764"/>
                </a:cubicBezTo>
                <a:cubicBezTo>
                  <a:pt x="2264589" y="281474"/>
                  <a:pt x="2274809" y="291904"/>
                  <a:pt x="2286344" y="300736"/>
                </a:cubicBezTo>
                <a:cubicBezTo>
                  <a:pt x="2291815" y="305382"/>
                  <a:pt x="2299559" y="321385"/>
                  <a:pt x="2308747" y="326031"/>
                </a:cubicBezTo>
                <a:cubicBezTo>
                  <a:pt x="2316944" y="330490"/>
                  <a:pt x="2324660" y="335784"/>
                  <a:pt x="2331771" y="341826"/>
                </a:cubicBezTo>
                <a:cubicBezTo>
                  <a:pt x="2335963" y="344047"/>
                  <a:pt x="2340397" y="345780"/>
                  <a:pt x="2344986" y="346989"/>
                </a:cubicBezTo>
                <a:cubicBezTo>
                  <a:pt x="2349115" y="348744"/>
                  <a:pt x="2352729" y="352564"/>
                  <a:pt x="2355310" y="353494"/>
                </a:cubicBezTo>
                <a:cubicBezTo>
                  <a:pt x="2362020" y="355764"/>
                  <a:pt x="2367802" y="357829"/>
                  <a:pt x="2378126" y="361959"/>
                </a:cubicBezTo>
                <a:cubicBezTo>
                  <a:pt x="2380604" y="362992"/>
                  <a:pt x="2384734" y="363301"/>
                  <a:pt x="2385973" y="365573"/>
                </a:cubicBezTo>
                <a:lnTo>
                  <a:pt x="2385147" y="366605"/>
                </a:lnTo>
                <a:cubicBezTo>
                  <a:pt x="2386180" y="368566"/>
                  <a:pt x="2382875" y="370321"/>
                  <a:pt x="2382669" y="372593"/>
                </a:cubicBezTo>
                <a:cubicBezTo>
                  <a:pt x="2382463" y="374864"/>
                  <a:pt x="2383495" y="378685"/>
                  <a:pt x="2381534" y="381058"/>
                </a:cubicBezTo>
                <a:cubicBezTo>
                  <a:pt x="2378360" y="385127"/>
                  <a:pt x="2373575" y="387614"/>
                  <a:pt x="2368422" y="387873"/>
                </a:cubicBezTo>
                <a:cubicBezTo>
                  <a:pt x="2366253" y="388079"/>
                  <a:pt x="2364601" y="391177"/>
                  <a:pt x="2363053" y="392313"/>
                </a:cubicBezTo>
                <a:cubicBezTo>
                  <a:pt x="2361504" y="393448"/>
                  <a:pt x="2359233" y="393448"/>
                  <a:pt x="2357684" y="393448"/>
                </a:cubicBezTo>
                <a:cubicBezTo>
                  <a:pt x="2353647" y="393464"/>
                  <a:pt x="2349612" y="393222"/>
                  <a:pt x="2345605" y="392726"/>
                </a:cubicBezTo>
                <a:cubicBezTo>
                  <a:pt x="2341443" y="392953"/>
                  <a:pt x="2337274" y="392953"/>
                  <a:pt x="2333113" y="392726"/>
                </a:cubicBezTo>
                <a:cubicBezTo>
                  <a:pt x="2329371" y="392692"/>
                  <a:pt x="2325665" y="391993"/>
                  <a:pt x="2322168" y="390661"/>
                </a:cubicBezTo>
                <a:cubicBezTo>
                  <a:pt x="2315355" y="386737"/>
                  <a:pt x="2310193" y="389628"/>
                  <a:pt x="2305031" y="388286"/>
                </a:cubicBezTo>
                <a:cubicBezTo>
                  <a:pt x="2300978" y="387557"/>
                  <a:pt x="2297439" y="385109"/>
                  <a:pt x="2295326" y="381576"/>
                </a:cubicBezTo>
                <a:cubicBezTo>
                  <a:pt x="2292023" y="372386"/>
                  <a:pt x="2296461" y="369702"/>
                  <a:pt x="2280459" y="355041"/>
                </a:cubicBezTo>
                <a:cubicBezTo>
                  <a:pt x="2274422" y="348266"/>
                  <a:pt x="2268802" y="341128"/>
                  <a:pt x="2263631" y="333671"/>
                </a:cubicBezTo>
                <a:cubicBezTo>
                  <a:pt x="2260482" y="329532"/>
                  <a:pt x="2257032" y="325633"/>
                  <a:pt x="2253306" y="322004"/>
                </a:cubicBezTo>
                <a:cubicBezTo>
                  <a:pt x="2242775" y="314261"/>
                  <a:pt x="2233381" y="303524"/>
                  <a:pt x="2229870" y="301355"/>
                </a:cubicBezTo>
                <a:cubicBezTo>
                  <a:pt x="2228631" y="300633"/>
                  <a:pt x="2221611" y="317358"/>
                  <a:pt x="2213661" y="325928"/>
                </a:cubicBezTo>
                <a:cubicBezTo>
                  <a:pt x="2205712" y="334497"/>
                  <a:pt x="2199930" y="338523"/>
                  <a:pt x="2190225" y="348847"/>
                </a:cubicBezTo>
                <a:cubicBezTo>
                  <a:pt x="2183141" y="355125"/>
                  <a:pt x="2174996" y="360090"/>
                  <a:pt x="2166170" y="363508"/>
                </a:cubicBezTo>
                <a:cubicBezTo>
                  <a:pt x="2162143" y="366192"/>
                  <a:pt x="2152954" y="370321"/>
                  <a:pt x="2148309" y="373212"/>
                </a:cubicBezTo>
                <a:cubicBezTo>
                  <a:pt x="2143662" y="376103"/>
                  <a:pt x="2135507" y="375690"/>
                  <a:pt x="2131893" y="377446"/>
                </a:cubicBezTo>
                <a:cubicBezTo>
                  <a:pt x="2129031" y="378564"/>
                  <a:pt x="2125982" y="379125"/>
                  <a:pt x="2122911" y="379098"/>
                </a:cubicBezTo>
                <a:cubicBezTo>
                  <a:pt x="2120433" y="378685"/>
                  <a:pt x="2118678" y="375174"/>
                  <a:pt x="2116819" y="373832"/>
                </a:cubicBezTo>
                <a:cubicBezTo>
                  <a:pt x="2114961" y="372490"/>
                  <a:pt x="2114961" y="365779"/>
                  <a:pt x="2112173" y="364540"/>
                </a:cubicBezTo>
                <a:cubicBezTo>
                  <a:pt x="2109483" y="363880"/>
                  <a:pt x="2106858" y="362981"/>
                  <a:pt x="2104327" y="361856"/>
                </a:cubicBezTo>
                <a:cubicBezTo>
                  <a:pt x="2102675" y="360307"/>
                  <a:pt x="2104017" y="357726"/>
                  <a:pt x="2109386" y="355971"/>
                </a:cubicBezTo>
                <a:cubicBezTo>
                  <a:pt x="2113667" y="354518"/>
                  <a:pt x="2117603" y="352198"/>
                  <a:pt x="2120949" y="349157"/>
                </a:cubicBezTo>
                <a:cubicBezTo>
                  <a:pt x="2123788" y="347464"/>
                  <a:pt x="2126451" y="345492"/>
                  <a:pt x="2128899" y="343272"/>
                </a:cubicBezTo>
                <a:cubicBezTo>
                  <a:pt x="2129828" y="342136"/>
                  <a:pt x="2133132" y="341620"/>
                  <a:pt x="2134475" y="340795"/>
                </a:cubicBezTo>
                <a:cubicBezTo>
                  <a:pt x="2147577" y="329689"/>
                  <a:pt x="2159989" y="317794"/>
                  <a:pt x="2171641" y="305176"/>
                </a:cubicBezTo>
                <a:cubicBezTo>
                  <a:pt x="2178304" y="297997"/>
                  <a:pt x="2183215" y="289376"/>
                  <a:pt x="2185992" y="279985"/>
                </a:cubicBezTo>
                <a:cubicBezTo>
                  <a:pt x="2187750" y="276810"/>
                  <a:pt x="2188772" y="273282"/>
                  <a:pt x="2188986" y="269661"/>
                </a:cubicBezTo>
                <a:cubicBezTo>
                  <a:pt x="2188676" y="268009"/>
                  <a:pt x="2183720" y="269661"/>
                  <a:pt x="2181552" y="269661"/>
                </a:cubicBezTo>
                <a:cubicBezTo>
                  <a:pt x="2179385" y="269661"/>
                  <a:pt x="2178043" y="269557"/>
                  <a:pt x="2175874" y="269661"/>
                </a:cubicBezTo>
                <a:cubicBezTo>
                  <a:pt x="2173706" y="269764"/>
                  <a:pt x="2170712" y="271726"/>
                  <a:pt x="2168234" y="271726"/>
                </a:cubicBezTo>
                <a:cubicBezTo>
                  <a:pt x="2165861" y="272552"/>
                  <a:pt x="2163278" y="272552"/>
                  <a:pt x="2160904" y="271726"/>
                </a:cubicBezTo>
                <a:cubicBezTo>
                  <a:pt x="2156980" y="270487"/>
                  <a:pt x="2154915" y="267183"/>
                  <a:pt x="2149650" y="266460"/>
                </a:cubicBezTo>
                <a:cubicBezTo>
                  <a:pt x="2142546" y="263940"/>
                  <a:pt x="2137471" y="257627"/>
                  <a:pt x="2136538" y="250147"/>
                </a:cubicBezTo>
                <a:cubicBezTo>
                  <a:pt x="2135647" y="246319"/>
                  <a:pt x="2137008" y="242316"/>
                  <a:pt x="2140048" y="239823"/>
                </a:cubicBezTo>
                <a:cubicBezTo>
                  <a:pt x="2142733" y="237862"/>
                  <a:pt x="2144075" y="235074"/>
                  <a:pt x="2146244" y="233422"/>
                </a:cubicBezTo>
                <a:cubicBezTo>
                  <a:pt x="2148412" y="231771"/>
                  <a:pt x="2152334" y="231564"/>
                  <a:pt x="2154090" y="230429"/>
                </a:cubicBezTo>
                <a:cubicBezTo>
                  <a:pt x="2155845" y="229293"/>
                  <a:pt x="2157703" y="227228"/>
                  <a:pt x="2160697" y="226092"/>
                </a:cubicBezTo>
                <a:cubicBezTo>
                  <a:pt x="2163692" y="224956"/>
                  <a:pt x="2171331" y="226092"/>
                  <a:pt x="2176804" y="226092"/>
                </a:cubicBezTo>
                <a:cubicBezTo>
                  <a:pt x="2186209" y="224856"/>
                  <a:pt x="2195249" y="221655"/>
                  <a:pt x="2203337" y="216697"/>
                </a:cubicBezTo>
                <a:cubicBezTo>
                  <a:pt x="2203056" y="208255"/>
                  <a:pt x="2204790" y="199867"/>
                  <a:pt x="2208395" y="192228"/>
                </a:cubicBezTo>
                <a:cubicBezTo>
                  <a:pt x="2209616" y="187158"/>
                  <a:pt x="2210207" y="181957"/>
                  <a:pt x="2210150" y="176743"/>
                </a:cubicBezTo>
                <a:cubicBezTo>
                  <a:pt x="2210717" y="172295"/>
                  <a:pt x="2210472" y="167783"/>
                  <a:pt x="2209428" y="163424"/>
                </a:cubicBezTo>
                <a:cubicBezTo>
                  <a:pt x="2209324" y="159707"/>
                  <a:pt x="2211389" y="159294"/>
                  <a:pt x="2213558" y="158675"/>
                </a:cubicBezTo>
                <a:cubicBezTo>
                  <a:pt x="2220372" y="156816"/>
                  <a:pt x="2220269" y="159398"/>
                  <a:pt x="2223882" y="159501"/>
                </a:cubicBezTo>
                <a:cubicBezTo>
                  <a:pt x="2227495" y="159604"/>
                  <a:pt x="2228115" y="156300"/>
                  <a:pt x="2231935" y="156920"/>
                </a:cubicBezTo>
                <a:close/>
                <a:moveTo>
                  <a:pt x="802852" y="153616"/>
                </a:moveTo>
                <a:cubicBezTo>
                  <a:pt x="804813" y="153823"/>
                  <a:pt x="807084" y="157127"/>
                  <a:pt x="810491" y="157849"/>
                </a:cubicBezTo>
                <a:cubicBezTo>
                  <a:pt x="813898" y="158572"/>
                  <a:pt x="818751" y="158469"/>
                  <a:pt x="822673" y="159192"/>
                </a:cubicBezTo>
                <a:cubicBezTo>
                  <a:pt x="824739" y="159192"/>
                  <a:pt x="832997" y="159192"/>
                  <a:pt x="835063" y="159192"/>
                </a:cubicBezTo>
                <a:cubicBezTo>
                  <a:pt x="837854" y="159362"/>
                  <a:pt x="840587" y="160062"/>
                  <a:pt x="843116" y="161257"/>
                </a:cubicBezTo>
                <a:cubicBezTo>
                  <a:pt x="844355" y="161979"/>
                  <a:pt x="848691" y="162908"/>
                  <a:pt x="850239" y="164663"/>
                </a:cubicBezTo>
                <a:cubicBezTo>
                  <a:pt x="853746" y="167914"/>
                  <a:pt x="856373" y="171998"/>
                  <a:pt x="857880" y="176536"/>
                </a:cubicBezTo>
                <a:lnTo>
                  <a:pt x="856537" y="177052"/>
                </a:lnTo>
                <a:cubicBezTo>
                  <a:pt x="857054" y="180769"/>
                  <a:pt x="855918" y="182008"/>
                  <a:pt x="855918" y="184899"/>
                </a:cubicBezTo>
                <a:cubicBezTo>
                  <a:pt x="856373" y="188878"/>
                  <a:pt x="856373" y="192896"/>
                  <a:pt x="855918" y="196875"/>
                </a:cubicBezTo>
                <a:cubicBezTo>
                  <a:pt x="855402" y="198940"/>
                  <a:pt x="852304" y="203998"/>
                  <a:pt x="849826" y="209884"/>
                </a:cubicBezTo>
                <a:cubicBezTo>
                  <a:pt x="848945" y="214314"/>
                  <a:pt x="848360" y="218797"/>
                  <a:pt x="848071" y="223305"/>
                </a:cubicBezTo>
                <a:cubicBezTo>
                  <a:pt x="847968" y="229603"/>
                  <a:pt x="847658" y="234249"/>
                  <a:pt x="846730" y="247670"/>
                </a:cubicBezTo>
                <a:cubicBezTo>
                  <a:pt x="846522" y="252213"/>
                  <a:pt x="845284" y="256446"/>
                  <a:pt x="844561" y="262537"/>
                </a:cubicBezTo>
                <a:cubicBezTo>
                  <a:pt x="844252" y="264808"/>
                  <a:pt x="843632" y="271210"/>
                  <a:pt x="843632" y="275132"/>
                </a:cubicBezTo>
                <a:cubicBezTo>
                  <a:pt x="843529" y="281018"/>
                  <a:pt x="846212" y="282154"/>
                  <a:pt x="846522" y="283702"/>
                </a:cubicBezTo>
                <a:cubicBezTo>
                  <a:pt x="846832" y="285251"/>
                  <a:pt x="846935" y="285561"/>
                  <a:pt x="847348" y="288658"/>
                </a:cubicBezTo>
                <a:cubicBezTo>
                  <a:pt x="847761" y="291755"/>
                  <a:pt x="849517" y="293200"/>
                  <a:pt x="849000" y="296401"/>
                </a:cubicBezTo>
                <a:cubicBezTo>
                  <a:pt x="848484" y="299602"/>
                  <a:pt x="845800" y="304970"/>
                  <a:pt x="844355" y="313023"/>
                </a:cubicBezTo>
                <a:cubicBezTo>
                  <a:pt x="843605" y="316683"/>
                  <a:pt x="841504" y="319927"/>
                  <a:pt x="838470" y="322108"/>
                </a:cubicBezTo>
                <a:cubicBezTo>
                  <a:pt x="833229" y="326495"/>
                  <a:pt x="827298" y="329983"/>
                  <a:pt x="820918" y="332432"/>
                </a:cubicBezTo>
                <a:cubicBezTo>
                  <a:pt x="813898" y="334704"/>
                  <a:pt x="809562" y="344409"/>
                  <a:pt x="805536" y="346989"/>
                </a:cubicBezTo>
                <a:cubicBezTo>
                  <a:pt x="800282" y="349750"/>
                  <a:pt x="794869" y="352198"/>
                  <a:pt x="789327" y="354320"/>
                </a:cubicBezTo>
                <a:cubicBezTo>
                  <a:pt x="781941" y="357504"/>
                  <a:pt x="775001" y="361634"/>
                  <a:pt x="768678" y="366606"/>
                </a:cubicBezTo>
                <a:cubicBezTo>
                  <a:pt x="764620" y="368785"/>
                  <a:pt x="760369" y="370582"/>
                  <a:pt x="755979" y="371975"/>
                </a:cubicBezTo>
                <a:cubicBezTo>
                  <a:pt x="749765" y="377249"/>
                  <a:pt x="743136" y="382013"/>
                  <a:pt x="736157" y="386223"/>
                </a:cubicBezTo>
                <a:cubicBezTo>
                  <a:pt x="732130" y="387978"/>
                  <a:pt x="727278" y="378789"/>
                  <a:pt x="723458" y="374762"/>
                </a:cubicBezTo>
                <a:cubicBezTo>
                  <a:pt x="720904" y="372457"/>
                  <a:pt x="718178" y="370352"/>
                  <a:pt x="715302" y="368465"/>
                </a:cubicBezTo>
                <a:cubicBezTo>
                  <a:pt x="713030" y="366606"/>
                  <a:pt x="713856" y="361340"/>
                  <a:pt x="713030" y="358141"/>
                </a:cubicBezTo>
                <a:cubicBezTo>
                  <a:pt x="712204" y="354940"/>
                  <a:pt x="710140" y="350603"/>
                  <a:pt x="710140" y="349158"/>
                </a:cubicBezTo>
                <a:cubicBezTo>
                  <a:pt x="710353" y="346127"/>
                  <a:pt x="712277" y="343482"/>
                  <a:pt x="715095" y="342344"/>
                </a:cubicBezTo>
                <a:cubicBezTo>
                  <a:pt x="717367" y="341621"/>
                  <a:pt x="720567" y="342654"/>
                  <a:pt x="722736" y="341621"/>
                </a:cubicBezTo>
                <a:cubicBezTo>
                  <a:pt x="726881" y="339613"/>
                  <a:pt x="730851" y="337266"/>
                  <a:pt x="734608" y="334600"/>
                </a:cubicBezTo>
                <a:cubicBezTo>
                  <a:pt x="738561" y="332328"/>
                  <a:pt x="742847" y="330692"/>
                  <a:pt x="747307" y="329749"/>
                </a:cubicBezTo>
                <a:cubicBezTo>
                  <a:pt x="754915" y="326211"/>
                  <a:pt x="762264" y="322140"/>
                  <a:pt x="769297" y="317565"/>
                </a:cubicBezTo>
                <a:cubicBezTo>
                  <a:pt x="772911" y="315604"/>
                  <a:pt x="779621" y="312301"/>
                  <a:pt x="779621" y="307241"/>
                </a:cubicBezTo>
                <a:cubicBezTo>
                  <a:pt x="779904" y="299459"/>
                  <a:pt x="779697" y="291665"/>
                  <a:pt x="779003" y="283909"/>
                </a:cubicBezTo>
                <a:cubicBezTo>
                  <a:pt x="777867" y="281534"/>
                  <a:pt x="773530" y="280605"/>
                  <a:pt x="773531" y="280605"/>
                </a:cubicBezTo>
                <a:cubicBezTo>
                  <a:pt x="770178" y="281580"/>
                  <a:pt x="766697" y="282033"/>
                  <a:pt x="763207" y="281947"/>
                </a:cubicBezTo>
                <a:cubicBezTo>
                  <a:pt x="759887" y="282867"/>
                  <a:pt x="756643" y="284041"/>
                  <a:pt x="753501" y="285457"/>
                </a:cubicBezTo>
                <a:cubicBezTo>
                  <a:pt x="751540" y="286387"/>
                  <a:pt x="748030" y="287316"/>
                  <a:pt x="746171" y="286387"/>
                </a:cubicBezTo>
                <a:cubicBezTo>
                  <a:pt x="744062" y="285830"/>
                  <a:pt x="742317" y="284350"/>
                  <a:pt x="741422" y="282360"/>
                </a:cubicBezTo>
                <a:cubicBezTo>
                  <a:pt x="740073" y="278507"/>
                  <a:pt x="739341" y="274465"/>
                  <a:pt x="739255" y="270384"/>
                </a:cubicBezTo>
                <a:cubicBezTo>
                  <a:pt x="738019" y="267761"/>
                  <a:pt x="737316" y="264918"/>
                  <a:pt x="737189" y="262021"/>
                </a:cubicBezTo>
                <a:cubicBezTo>
                  <a:pt x="738135" y="256431"/>
                  <a:pt x="738447" y="250750"/>
                  <a:pt x="738119" y="245090"/>
                </a:cubicBezTo>
                <a:cubicBezTo>
                  <a:pt x="738119" y="238378"/>
                  <a:pt x="743693" y="236107"/>
                  <a:pt x="748443" y="235281"/>
                </a:cubicBezTo>
                <a:cubicBezTo>
                  <a:pt x="753191" y="234455"/>
                  <a:pt x="757424" y="230945"/>
                  <a:pt x="762174" y="230946"/>
                </a:cubicBezTo>
                <a:cubicBezTo>
                  <a:pt x="765630" y="231051"/>
                  <a:pt x="769090" y="230809"/>
                  <a:pt x="772498" y="230223"/>
                </a:cubicBezTo>
                <a:cubicBezTo>
                  <a:pt x="777392" y="228807"/>
                  <a:pt x="782052" y="226686"/>
                  <a:pt x="786333" y="223925"/>
                </a:cubicBezTo>
                <a:cubicBezTo>
                  <a:pt x="789017" y="220001"/>
                  <a:pt x="793044" y="217524"/>
                  <a:pt x="793044" y="211329"/>
                </a:cubicBezTo>
                <a:cubicBezTo>
                  <a:pt x="793662" y="199663"/>
                  <a:pt x="797276" y="194500"/>
                  <a:pt x="797276" y="184176"/>
                </a:cubicBezTo>
                <a:cubicBezTo>
                  <a:pt x="797740" y="177581"/>
                  <a:pt x="795197" y="171130"/>
                  <a:pt x="790359" y="166625"/>
                </a:cubicBezTo>
                <a:cubicBezTo>
                  <a:pt x="789379" y="165119"/>
                  <a:pt x="789379" y="163176"/>
                  <a:pt x="790359" y="161669"/>
                </a:cubicBezTo>
                <a:cubicBezTo>
                  <a:pt x="793227" y="160074"/>
                  <a:pt x="795837" y="158056"/>
                  <a:pt x="798102" y="155681"/>
                </a:cubicBezTo>
                <a:cubicBezTo>
                  <a:pt x="799155" y="154135"/>
                  <a:pt x="801003" y="153332"/>
                  <a:pt x="802852" y="153616"/>
                </a:cubicBezTo>
                <a:close/>
                <a:moveTo>
                  <a:pt x="949456" y="139886"/>
                </a:moveTo>
                <a:cubicBezTo>
                  <a:pt x="954205" y="140092"/>
                  <a:pt x="954825" y="142776"/>
                  <a:pt x="956993" y="144325"/>
                </a:cubicBezTo>
                <a:cubicBezTo>
                  <a:pt x="958973" y="145227"/>
                  <a:pt x="961115" y="145719"/>
                  <a:pt x="963290" y="145770"/>
                </a:cubicBezTo>
                <a:cubicBezTo>
                  <a:pt x="965252" y="146080"/>
                  <a:pt x="967110" y="148868"/>
                  <a:pt x="968143" y="151242"/>
                </a:cubicBezTo>
                <a:cubicBezTo>
                  <a:pt x="970440" y="155993"/>
                  <a:pt x="971773" y="161151"/>
                  <a:pt x="972066" y="166419"/>
                </a:cubicBezTo>
                <a:cubicBezTo>
                  <a:pt x="971653" y="177672"/>
                  <a:pt x="963703" y="180150"/>
                  <a:pt x="960813" y="187067"/>
                </a:cubicBezTo>
                <a:cubicBezTo>
                  <a:pt x="959677" y="190409"/>
                  <a:pt x="958948" y="193875"/>
                  <a:pt x="958645" y="197391"/>
                </a:cubicBezTo>
                <a:cubicBezTo>
                  <a:pt x="959677" y="203070"/>
                  <a:pt x="965458" y="204619"/>
                  <a:pt x="967936" y="200592"/>
                </a:cubicBezTo>
                <a:cubicBezTo>
                  <a:pt x="972583" y="199560"/>
                  <a:pt x="974028" y="196875"/>
                  <a:pt x="977228" y="195327"/>
                </a:cubicBezTo>
                <a:cubicBezTo>
                  <a:pt x="980429" y="193779"/>
                  <a:pt x="984972" y="198940"/>
                  <a:pt x="992198" y="200592"/>
                </a:cubicBezTo>
                <a:cubicBezTo>
                  <a:pt x="996225" y="201521"/>
                  <a:pt x="997877" y="211535"/>
                  <a:pt x="1000561" y="216182"/>
                </a:cubicBezTo>
                <a:cubicBezTo>
                  <a:pt x="1001774" y="219772"/>
                  <a:pt x="1002367" y="223543"/>
                  <a:pt x="1002316" y="227332"/>
                </a:cubicBezTo>
                <a:cubicBezTo>
                  <a:pt x="1002173" y="230198"/>
                  <a:pt x="1000080" y="232591"/>
                  <a:pt x="997257" y="233114"/>
                </a:cubicBezTo>
                <a:cubicBezTo>
                  <a:pt x="993644" y="233940"/>
                  <a:pt x="991475" y="234456"/>
                  <a:pt x="986933" y="235798"/>
                </a:cubicBezTo>
                <a:cubicBezTo>
                  <a:pt x="983540" y="237262"/>
                  <a:pt x="980483" y="239405"/>
                  <a:pt x="977951" y="242095"/>
                </a:cubicBezTo>
                <a:cubicBezTo>
                  <a:pt x="973925" y="244986"/>
                  <a:pt x="969691" y="245606"/>
                  <a:pt x="965355" y="249116"/>
                </a:cubicBezTo>
                <a:cubicBezTo>
                  <a:pt x="959392" y="253652"/>
                  <a:pt x="952582" y="256951"/>
                  <a:pt x="945327" y="258821"/>
                </a:cubicBezTo>
                <a:cubicBezTo>
                  <a:pt x="941620" y="265671"/>
                  <a:pt x="939271" y="273173"/>
                  <a:pt x="938409" y="280914"/>
                </a:cubicBezTo>
                <a:cubicBezTo>
                  <a:pt x="937944" y="284370"/>
                  <a:pt x="938190" y="287883"/>
                  <a:pt x="939132" y="291239"/>
                </a:cubicBezTo>
                <a:cubicBezTo>
                  <a:pt x="940887" y="297433"/>
                  <a:pt x="939338" y="303319"/>
                  <a:pt x="944707" y="309513"/>
                </a:cubicBezTo>
                <a:cubicBezTo>
                  <a:pt x="948880" y="313452"/>
                  <a:pt x="954268" y="315854"/>
                  <a:pt x="959987" y="316327"/>
                </a:cubicBezTo>
                <a:cubicBezTo>
                  <a:pt x="963678" y="316391"/>
                  <a:pt x="967350" y="316876"/>
                  <a:pt x="970931" y="317773"/>
                </a:cubicBezTo>
                <a:cubicBezTo>
                  <a:pt x="973443" y="318606"/>
                  <a:pt x="976039" y="319160"/>
                  <a:pt x="978673" y="319425"/>
                </a:cubicBezTo>
                <a:cubicBezTo>
                  <a:pt x="980967" y="320976"/>
                  <a:pt x="983577" y="321999"/>
                  <a:pt x="986314" y="322418"/>
                </a:cubicBezTo>
                <a:cubicBezTo>
                  <a:pt x="990345" y="322251"/>
                  <a:pt x="994378" y="322669"/>
                  <a:pt x="998290" y="323657"/>
                </a:cubicBezTo>
                <a:lnTo>
                  <a:pt x="998806" y="323863"/>
                </a:lnTo>
                <a:cubicBezTo>
                  <a:pt x="1004072" y="327056"/>
                  <a:pt x="1006759" y="333216"/>
                  <a:pt x="1005516" y="339247"/>
                </a:cubicBezTo>
                <a:cubicBezTo>
                  <a:pt x="1003841" y="345067"/>
                  <a:pt x="1001841" y="350788"/>
                  <a:pt x="999529" y="356385"/>
                </a:cubicBezTo>
                <a:cubicBezTo>
                  <a:pt x="998083" y="360928"/>
                  <a:pt x="997154" y="365677"/>
                  <a:pt x="994573" y="367639"/>
                </a:cubicBezTo>
                <a:cubicBezTo>
                  <a:pt x="991991" y="369600"/>
                  <a:pt x="985385" y="368155"/>
                  <a:pt x="981668" y="369600"/>
                </a:cubicBezTo>
                <a:cubicBezTo>
                  <a:pt x="977639" y="371324"/>
                  <a:pt x="973343" y="372338"/>
                  <a:pt x="968969" y="372594"/>
                </a:cubicBezTo>
                <a:cubicBezTo>
                  <a:pt x="965871" y="372594"/>
                  <a:pt x="962052" y="369600"/>
                  <a:pt x="960090" y="368774"/>
                </a:cubicBezTo>
                <a:cubicBezTo>
                  <a:pt x="955641" y="367449"/>
                  <a:pt x="950979" y="366993"/>
                  <a:pt x="946359" y="367432"/>
                </a:cubicBezTo>
                <a:cubicBezTo>
                  <a:pt x="942642" y="367432"/>
                  <a:pt x="932834" y="367432"/>
                  <a:pt x="932834" y="367432"/>
                </a:cubicBezTo>
                <a:cubicBezTo>
                  <a:pt x="930769" y="367432"/>
                  <a:pt x="926330" y="365057"/>
                  <a:pt x="921374" y="364128"/>
                </a:cubicBezTo>
                <a:cubicBezTo>
                  <a:pt x="916419" y="363199"/>
                  <a:pt x="908262" y="364334"/>
                  <a:pt x="904649" y="363199"/>
                </a:cubicBezTo>
                <a:cubicBezTo>
                  <a:pt x="901602" y="362102"/>
                  <a:pt x="898745" y="360535"/>
                  <a:pt x="896183" y="358553"/>
                </a:cubicBezTo>
                <a:cubicBezTo>
                  <a:pt x="892975" y="354755"/>
                  <a:pt x="890332" y="350512"/>
                  <a:pt x="888337" y="345958"/>
                </a:cubicBezTo>
                <a:cubicBezTo>
                  <a:pt x="887586" y="341108"/>
                  <a:pt x="887240" y="336205"/>
                  <a:pt x="887304" y="331297"/>
                </a:cubicBezTo>
                <a:cubicBezTo>
                  <a:pt x="886891" y="328510"/>
                  <a:pt x="883690" y="315914"/>
                  <a:pt x="883690" y="313849"/>
                </a:cubicBezTo>
                <a:lnTo>
                  <a:pt x="882968" y="302906"/>
                </a:lnTo>
                <a:cubicBezTo>
                  <a:pt x="882957" y="299421"/>
                  <a:pt x="882507" y="295953"/>
                  <a:pt x="881626" y="292582"/>
                </a:cubicBezTo>
                <a:cubicBezTo>
                  <a:pt x="880343" y="287278"/>
                  <a:pt x="879787" y="281825"/>
                  <a:pt x="879973" y="276373"/>
                </a:cubicBezTo>
                <a:cubicBezTo>
                  <a:pt x="879870" y="267906"/>
                  <a:pt x="882348" y="266564"/>
                  <a:pt x="884310" y="250252"/>
                </a:cubicBezTo>
                <a:cubicBezTo>
                  <a:pt x="884516" y="248600"/>
                  <a:pt x="887924" y="243644"/>
                  <a:pt x="887924" y="242095"/>
                </a:cubicBezTo>
                <a:cubicBezTo>
                  <a:pt x="888543" y="234043"/>
                  <a:pt x="890298" y="234146"/>
                  <a:pt x="891021" y="228674"/>
                </a:cubicBezTo>
                <a:cubicBezTo>
                  <a:pt x="891744" y="223203"/>
                  <a:pt x="893911" y="216595"/>
                  <a:pt x="893911" y="214943"/>
                </a:cubicBezTo>
                <a:cubicBezTo>
                  <a:pt x="895150" y="206580"/>
                  <a:pt x="895150" y="195740"/>
                  <a:pt x="895151" y="193572"/>
                </a:cubicBezTo>
                <a:cubicBezTo>
                  <a:pt x="895565" y="189111"/>
                  <a:pt x="896608" y="184732"/>
                  <a:pt x="898248" y="180563"/>
                </a:cubicBezTo>
                <a:cubicBezTo>
                  <a:pt x="900164" y="173782"/>
                  <a:pt x="901646" y="166885"/>
                  <a:pt x="902688" y="159914"/>
                </a:cubicBezTo>
                <a:cubicBezTo>
                  <a:pt x="902340" y="155195"/>
                  <a:pt x="902513" y="150452"/>
                  <a:pt x="903204" y="145770"/>
                </a:cubicBezTo>
                <a:cubicBezTo>
                  <a:pt x="904649" y="140815"/>
                  <a:pt x="907229" y="139989"/>
                  <a:pt x="911359" y="139989"/>
                </a:cubicBezTo>
                <a:cubicBezTo>
                  <a:pt x="913218" y="139886"/>
                  <a:pt x="918690" y="142053"/>
                  <a:pt x="921683" y="142158"/>
                </a:cubicBezTo>
                <a:cubicBezTo>
                  <a:pt x="924678" y="142260"/>
                  <a:pt x="928808" y="140196"/>
                  <a:pt x="930873" y="140196"/>
                </a:cubicBezTo>
                <a:cubicBezTo>
                  <a:pt x="933657" y="140575"/>
                  <a:pt x="936416" y="141127"/>
                  <a:pt x="939132" y="141848"/>
                </a:cubicBezTo>
                <a:cubicBezTo>
                  <a:pt x="942516" y="140923"/>
                  <a:pt x="945968" y="140267"/>
                  <a:pt x="949456" y="139886"/>
                </a:cubicBezTo>
                <a:close/>
                <a:moveTo>
                  <a:pt x="300224" y="139362"/>
                </a:moveTo>
                <a:cubicBezTo>
                  <a:pt x="296463" y="139362"/>
                  <a:pt x="295100" y="143597"/>
                  <a:pt x="294301" y="147743"/>
                </a:cubicBezTo>
                <a:lnTo>
                  <a:pt x="294301" y="148157"/>
                </a:lnTo>
                <a:cubicBezTo>
                  <a:pt x="293916" y="150319"/>
                  <a:pt x="289296" y="174010"/>
                  <a:pt x="289296" y="174010"/>
                </a:cubicBezTo>
                <a:lnTo>
                  <a:pt x="288911" y="175935"/>
                </a:lnTo>
                <a:lnTo>
                  <a:pt x="285239" y="175935"/>
                </a:lnTo>
                <a:cubicBezTo>
                  <a:pt x="254734" y="176059"/>
                  <a:pt x="224380" y="171680"/>
                  <a:pt x="195154" y="162935"/>
                </a:cubicBezTo>
                <a:cubicBezTo>
                  <a:pt x="195827" y="170009"/>
                  <a:pt x="198554" y="176732"/>
                  <a:pt x="203002" y="182272"/>
                </a:cubicBezTo>
                <a:cubicBezTo>
                  <a:pt x="208546" y="188885"/>
                  <a:pt x="216041" y="193570"/>
                  <a:pt x="224413" y="195658"/>
                </a:cubicBezTo>
                <a:lnTo>
                  <a:pt x="226189" y="196013"/>
                </a:lnTo>
                <a:lnTo>
                  <a:pt x="226189" y="197820"/>
                </a:lnTo>
                <a:lnTo>
                  <a:pt x="226308" y="197820"/>
                </a:lnTo>
                <a:cubicBezTo>
                  <a:pt x="226962" y="203855"/>
                  <a:pt x="229743" y="209461"/>
                  <a:pt x="234156" y="213633"/>
                </a:cubicBezTo>
                <a:cubicBezTo>
                  <a:pt x="238941" y="217166"/>
                  <a:pt x="244763" y="219008"/>
                  <a:pt x="250710" y="218875"/>
                </a:cubicBezTo>
                <a:cubicBezTo>
                  <a:pt x="252072" y="218875"/>
                  <a:pt x="252931" y="218875"/>
                  <a:pt x="252931" y="218875"/>
                </a:cubicBezTo>
                <a:lnTo>
                  <a:pt x="254796" y="218638"/>
                </a:lnTo>
                <a:lnTo>
                  <a:pt x="255448" y="220385"/>
                </a:lnTo>
                <a:cubicBezTo>
                  <a:pt x="257917" y="225413"/>
                  <a:pt x="262425" y="229145"/>
                  <a:pt x="267826" y="230631"/>
                </a:cubicBezTo>
                <a:cubicBezTo>
                  <a:pt x="269878" y="231268"/>
                  <a:pt x="272016" y="231588"/>
                  <a:pt x="274164" y="231579"/>
                </a:cubicBezTo>
                <a:cubicBezTo>
                  <a:pt x="276959" y="231576"/>
                  <a:pt x="279734" y="231093"/>
                  <a:pt x="282367" y="230158"/>
                </a:cubicBezTo>
                <a:lnTo>
                  <a:pt x="286720" y="228351"/>
                </a:lnTo>
                <a:lnTo>
                  <a:pt x="280323" y="254500"/>
                </a:lnTo>
                <a:lnTo>
                  <a:pt x="320598" y="254500"/>
                </a:lnTo>
                <a:lnTo>
                  <a:pt x="314172" y="228322"/>
                </a:lnTo>
                <a:lnTo>
                  <a:pt x="318554" y="230158"/>
                </a:lnTo>
                <a:cubicBezTo>
                  <a:pt x="321178" y="231096"/>
                  <a:pt x="323941" y="231579"/>
                  <a:pt x="326728" y="231579"/>
                </a:cubicBezTo>
                <a:cubicBezTo>
                  <a:pt x="328875" y="231585"/>
                  <a:pt x="331013" y="231268"/>
                  <a:pt x="333065" y="230631"/>
                </a:cubicBezTo>
                <a:cubicBezTo>
                  <a:pt x="338470" y="229148"/>
                  <a:pt x="342977" y="225416"/>
                  <a:pt x="345444" y="220385"/>
                </a:cubicBezTo>
                <a:lnTo>
                  <a:pt x="346095" y="218638"/>
                </a:lnTo>
                <a:lnTo>
                  <a:pt x="347961" y="218875"/>
                </a:lnTo>
                <a:cubicBezTo>
                  <a:pt x="347961" y="218875"/>
                  <a:pt x="348819" y="218875"/>
                  <a:pt x="350182" y="218875"/>
                </a:cubicBezTo>
                <a:cubicBezTo>
                  <a:pt x="356128" y="219008"/>
                  <a:pt x="361950" y="217166"/>
                  <a:pt x="366736" y="213633"/>
                </a:cubicBezTo>
                <a:cubicBezTo>
                  <a:pt x="371178" y="209472"/>
                  <a:pt x="373967" y="203846"/>
                  <a:pt x="374583" y="197790"/>
                </a:cubicBezTo>
                <a:lnTo>
                  <a:pt x="374583" y="196013"/>
                </a:lnTo>
                <a:lnTo>
                  <a:pt x="376360" y="195658"/>
                </a:lnTo>
                <a:cubicBezTo>
                  <a:pt x="384708" y="193537"/>
                  <a:pt x="392186" y="188855"/>
                  <a:pt x="397741" y="182272"/>
                </a:cubicBezTo>
                <a:cubicBezTo>
                  <a:pt x="402189" y="176732"/>
                  <a:pt x="404917" y="170009"/>
                  <a:pt x="405589" y="162935"/>
                </a:cubicBezTo>
                <a:cubicBezTo>
                  <a:pt x="376393" y="171671"/>
                  <a:pt x="346068" y="176050"/>
                  <a:pt x="315593" y="175935"/>
                </a:cubicBezTo>
                <a:lnTo>
                  <a:pt x="311921" y="175935"/>
                </a:lnTo>
                <a:lnTo>
                  <a:pt x="311536" y="174010"/>
                </a:lnTo>
                <a:cubicBezTo>
                  <a:pt x="311536" y="174010"/>
                  <a:pt x="306946" y="150201"/>
                  <a:pt x="306531" y="148157"/>
                </a:cubicBezTo>
                <a:lnTo>
                  <a:pt x="306531" y="147743"/>
                </a:lnTo>
                <a:cubicBezTo>
                  <a:pt x="305761" y="143597"/>
                  <a:pt x="304429" y="139362"/>
                  <a:pt x="300609" y="139362"/>
                </a:cubicBezTo>
                <a:close/>
                <a:moveTo>
                  <a:pt x="346805" y="138326"/>
                </a:moveTo>
                <a:cubicBezTo>
                  <a:pt x="351212" y="139857"/>
                  <a:pt x="355183" y="142428"/>
                  <a:pt x="358384" y="145818"/>
                </a:cubicBezTo>
                <a:cubicBezTo>
                  <a:pt x="353874" y="146796"/>
                  <a:pt x="349234" y="147047"/>
                  <a:pt x="344644" y="146559"/>
                </a:cubicBezTo>
                <a:cubicBezTo>
                  <a:pt x="338958" y="145967"/>
                  <a:pt x="334397" y="139096"/>
                  <a:pt x="334397" y="139096"/>
                </a:cubicBezTo>
                <a:cubicBezTo>
                  <a:pt x="338336" y="137488"/>
                  <a:pt x="342698" y="137216"/>
                  <a:pt x="346805" y="138326"/>
                </a:cubicBezTo>
                <a:close/>
                <a:moveTo>
                  <a:pt x="1653673" y="136995"/>
                </a:moveTo>
                <a:cubicBezTo>
                  <a:pt x="1657492" y="136995"/>
                  <a:pt x="1660590" y="141021"/>
                  <a:pt x="1663997" y="141021"/>
                </a:cubicBezTo>
                <a:cubicBezTo>
                  <a:pt x="1670919" y="140517"/>
                  <a:pt x="1677876" y="141039"/>
                  <a:pt x="1684645" y="142569"/>
                </a:cubicBezTo>
                <a:lnTo>
                  <a:pt x="1685575" y="143086"/>
                </a:lnTo>
                <a:cubicBezTo>
                  <a:pt x="1686814" y="144118"/>
                  <a:pt x="1687640" y="150210"/>
                  <a:pt x="1689085" y="151552"/>
                </a:cubicBezTo>
                <a:cubicBezTo>
                  <a:pt x="1693123" y="155354"/>
                  <a:pt x="1695653" y="160487"/>
                  <a:pt x="1696209" y="166005"/>
                </a:cubicBezTo>
                <a:cubicBezTo>
                  <a:pt x="1695900" y="170135"/>
                  <a:pt x="1690427" y="176743"/>
                  <a:pt x="1690427" y="178292"/>
                </a:cubicBezTo>
                <a:cubicBezTo>
                  <a:pt x="1690733" y="182264"/>
                  <a:pt x="1689794" y="186232"/>
                  <a:pt x="1687743" y="189648"/>
                </a:cubicBezTo>
                <a:cubicBezTo>
                  <a:pt x="1683591" y="195310"/>
                  <a:pt x="1680126" y="201444"/>
                  <a:pt x="1677419" y="207922"/>
                </a:cubicBezTo>
                <a:cubicBezTo>
                  <a:pt x="1676283" y="210090"/>
                  <a:pt x="1669263" y="215665"/>
                  <a:pt x="1668127" y="218247"/>
                </a:cubicBezTo>
                <a:cubicBezTo>
                  <a:pt x="1661106" y="234249"/>
                  <a:pt x="1653260" y="245400"/>
                  <a:pt x="1647478" y="261401"/>
                </a:cubicBezTo>
                <a:cubicBezTo>
                  <a:pt x="1646549" y="263982"/>
                  <a:pt x="1642524" y="269248"/>
                  <a:pt x="1640562" y="268319"/>
                </a:cubicBezTo>
                <a:cubicBezTo>
                  <a:pt x="1637869" y="267108"/>
                  <a:pt x="1634788" y="267108"/>
                  <a:pt x="1632095" y="268319"/>
                </a:cubicBezTo>
                <a:cubicBezTo>
                  <a:pt x="1630753" y="269455"/>
                  <a:pt x="1625075" y="269351"/>
                  <a:pt x="1623216" y="271210"/>
                </a:cubicBezTo>
                <a:cubicBezTo>
                  <a:pt x="1621358" y="273067"/>
                  <a:pt x="1611860" y="271623"/>
                  <a:pt x="1610002" y="275236"/>
                </a:cubicBezTo>
                <a:cubicBezTo>
                  <a:pt x="1608659" y="278547"/>
                  <a:pt x="1608659" y="282250"/>
                  <a:pt x="1610002" y="285561"/>
                </a:cubicBezTo>
                <a:cubicBezTo>
                  <a:pt x="1612996" y="289070"/>
                  <a:pt x="1619087" y="285561"/>
                  <a:pt x="1620325" y="283702"/>
                </a:cubicBezTo>
                <a:cubicBezTo>
                  <a:pt x="1622314" y="281314"/>
                  <a:pt x="1625272" y="279949"/>
                  <a:pt x="1628379" y="279985"/>
                </a:cubicBezTo>
                <a:cubicBezTo>
                  <a:pt x="1631960" y="281549"/>
                  <a:pt x="1635697" y="282726"/>
                  <a:pt x="1639529" y="283496"/>
                </a:cubicBezTo>
                <a:cubicBezTo>
                  <a:pt x="1642072" y="283899"/>
                  <a:pt x="1643949" y="286083"/>
                  <a:pt x="1643969" y="288657"/>
                </a:cubicBezTo>
                <a:cubicBezTo>
                  <a:pt x="1644032" y="293478"/>
                  <a:pt x="1645013" y="298244"/>
                  <a:pt x="1646859" y="302698"/>
                </a:cubicBezTo>
                <a:cubicBezTo>
                  <a:pt x="1646943" y="304768"/>
                  <a:pt x="1646324" y="306805"/>
                  <a:pt x="1645104" y="308480"/>
                </a:cubicBezTo>
                <a:cubicBezTo>
                  <a:pt x="1641977" y="311282"/>
                  <a:pt x="1638509" y="313675"/>
                  <a:pt x="1634780" y="315603"/>
                </a:cubicBezTo>
                <a:cubicBezTo>
                  <a:pt x="1632301" y="317152"/>
                  <a:pt x="1626727" y="317565"/>
                  <a:pt x="1623216" y="319837"/>
                </a:cubicBezTo>
                <a:cubicBezTo>
                  <a:pt x="1621086" y="321436"/>
                  <a:pt x="1619766" y="323889"/>
                  <a:pt x="1619603" y="326547"/>
                </a:cubicBezTo>
                <a:cubicBezTo>
                  <a:pt x="1619603" y="330987"/>
                  <a:pt x="1623010" y="330987"/>
                  <a:pt x="1625178" y="330987"/>
                </a:cubicBezTo>
                <a:cubicBezTo>
                  <a:pt x="1627347" y="330987"/>
                  <a:pt x="1636328" y="328096"/>
                  <a:pt x="1640562" y="328096"/>
                </a:cubicBezTo>
                <a:cubicBezTo>
                  <a:pt x="1644414" y="328290"/>
                  <a:pt x="1648273" y="328290"/>
                  <a:pt x="1652125" y="328096"/>
                </a:cubicBezTo>
                <a:cubicBezTo>
                  <a:pt x="1656734" y="326539"/>
                  <a:pt x="1661520" y="325568"/>
                  <a:pt x="1666372" y="325206"/>
                </a:cubicBezTo>
                <a:cubicBezTo>
                  <a:pt x="1670914" y="326341"/>
                  <a:pt x="1675973" y="322108"/>
                  <a:pt x="1678864" y="325206"/>
                </a:cubicBezTo>
                <a:cubicBezTo>
                  <a:pt x="1678864" y="330574"/>
                  <a:pt x="1689188" y="333052"/>
                  <a:pt x="1689188" y="341414"/>
                </a:cubicBezTo>
                <a:cubicBezTo>
                  <a:pt x="1689188" y="353390"/>
                  <a:pt x="1681239" y="366915"/>
                  <a:pt x="1670914" y="367741"/>
                </a:cubicBezTo>
                <a:cubicBezTo>
                  <a:pt x="1666578" y="368154"/>
                  <a:pt x="1669573" y="364851"/>
                  <a:pt x="1654293" y="364851"/>
                </a:cubicBezTo>
                <a:cubicBezTo>
                  <a:pt x="1640665" y="365057"/>
                  <a:pt x="1628998" y="365985"/>
                  <a:pt x="1626830" y="365985"/>
                </a:cubicBezTo>
                <a:cubicBezTo>
                  <a:pt x="1621823" y="366048"/>
                  <a:pt x="1616820" y="365737"/>
                  <a:pt x="1611860" y="365057"/>
                </a:cubicBezTo>
                <a:cubicBezTo>
                  <a:pt x="1607460" y="365150"/>
                  <a:pt x="1603075" y="365598"/>
                  <a:pt x="1598748" y="366399"/>
                </a:cubicBezTo>
                <a:cubicBezTo>
                  <a:pt x="1593940" y="367636"/>
                  <a:pt x="1589036" y="368465"/>
                  <a:pt x="1584088" y="368877"/>
                </a:cubicBezTo>
                <a:cubicBezTo>
                  <a:pt x="1577954" y="368788"/>
                  <a:pt x="1571870" y="369984"/>
                  <a:pt x="1566227" y="372387"/>
                </a:cubicBezTo>
                <a:cubicBezTo>
                  <a:pt x="1560145" y="373630"/>
                  <a:pt x="1553954" y="374252"/>
                  <a:pt x="1547747" y="374245"/>
                </a:cubicBezTo>
                <a:cubicBezTo>
                  <a:pt x="1541639" y="376845"/>
                  <a:pt x="1535271" y="378784"/>
                  <a:pt x="1528750" y="380026"/>
                </a:cubicBezTo>
                <a:cubicBezTo>
                  <a:pt x="1525239" y="380439"/>
                  <a:pt x="1517084" y="379407"/>
                  <a:pt x="1516774" y="373729"/>
                </a:cubicBezTo>
                <a:cubicBezTo>
                  <a:pt x="1516464" y="368050"/>
                  <a:pt x="1513367" y="365057"/>
                  <a:pt x="1514090" y="357726"/>
                </a:cubicBezTo>
                <a:cubicBezTo>
                  <a:pt x="1514709" y="355558"/>
                  <a:pt x="1514709" y="352049"/>
                  <a:pt x="1514708" y="350397"/>
                </a:cubicBezTo>
                <a:cubicBezTo>
                  <a:pt x="1514727" y="347117"/>
                  <a:pt x="1516203" y="344015"/>
                  <a:pt x="1518735" y="341930"/>
                </a:cubicBezTo>
                <a:cubicBezTo>
                  <a:pt x="1519458" y="341724"/>
                  <a:pt x="1521109" y="338111"/>
                  <a:pt x="1523174" y="338318"/>
                </a:cubicBezTo>
                <a:cubicBezTo>
                  <a:pt x="1525239" y="338524"/>
                  <a:pt x="1525653" y="341001"/>
                  <a:pt x="1528750" y="341001"/>
                </a:cubicBezTo>
                <a:cubicBezTo>
                  <a:pt x="1534385" y="339782"/>
                  <a:pt x="1539859" y="337911"/>
                  <a:pt x="1545063" y="335427"/>
                </a:cubicBezTo>
                <a:cubicBezTo>
                  <a:pt x="1551765" y="332003"/>
                  <a:pt x="1558659" y="328970"/>
                  <a:pt x="1565711" y="326341"/>
                </a:cubicBezTo>
                <a:cubicBezTo>
                  <a:pt x="1568395" y="322521"/>
                  <a:pt x="1563955" y="320560"/>
                  <a:pt x="1562303" y="320560"/>
                </a:cubicBezTo>
                <a:cubicBezTo>
                  <a:pt x="1559443" y="321332"/>
                  <a:pt x="1556393" y="320922"/>
                  <a:pt x="1553838" y="319424"/>
                </a:cubicBezTo>
                <a:cubicBezTo>
                  <a:pt x="1549605" y="318701"/>
                  <a:pt x="1547850" y="317669"/>
                  <a:pt x="1546714" y="315810"/>
                </a:cubicBezTo>
                <a:cubicBezTo>
                  <a:pt x="1545579" y="313952"/>
                  <a:pt x="1546404" y="311784"/>
                  <a:pt x="1546714" y="308893"/>
                </a:cubicBezTo>
                <a:cubicBezTo>
                  <a:pt x="1547024" y="306002"/>
                  <a:pt x="1547230" y="302905"/>
                  <a:pt x="1547644" y="300427"/>
                </a:cubicBezTo>
                <a:cubicBezTo>
                  <a:pt x="1548057" y="297950"/>
                  <a:pt x="1548365" y="294233"/>
                  <a:pt x="1552289" y="294233"/>
                </a:cubicBezTo>
                <a:cubicBezTo>
                  <a:pt x="1554457" y="294233"/>
                  <a:pt x="1554973" y="295781"/>
                  <a:pt x="1557038" y="295781"/>
                </a:cubicBezTo>
                <a:cubicBezTo>
                  <a:pt x="1559103" y="295781"/>
                  <a:pt x="1560032" y="294852"/>
                  <a:pt x="1562098" y="294852"/>
                </a:cubicBezTo>
                <a:cubicBezTo>
                  <a:pt x="1563738" y="295125"/>
                  <a:pt x="1565413" y="295125"/>
                  <a:pt x="1567053" y="294852"/>
                </a:cubicBezTo>
                <a:cubicBezTo>
                  <a:pt x="1568882" y="293953"/>
                  <a:pt x="1570421" y="292558"/>
                  <a:pt x="1571493" y="290825"/>
                </a:cubicBezTo>
                <a:cubicBezTo>
                  <a:pt x="1572421" y="287467"/>
                  <a:pt x="1572805" y="283981"/>
                  <a:pt x="1572628" y="280501"/>
                </a:cubicBezTo>
                <a:cubicBezTo>
                  <a:pt x="1572215" y="277714"/>
                  <a:pt x="1569737" y="278127"/>
                  <a:pt x="1566536" y="279675"/>
                </a:cubicBezTo>
                <a:cubicBezTo>
                  <a:pt x="1564015" y="280594"/>
                  <a:pt x="1561426" y="281319"/>
                  <a:pt x="1558793" y="281844"/>
                </a:cubicBezTo>
                <a:cubicBezTo>
                  <a:pt x="1556447" y="282484"/>
                  <a:pt x="1554070" y="283001"/>
                  <a:pt x="1551669" y="283392"/>
                </a:cubicBezTo>
                <a:cubicBezTo>
                  <a:pt x="1549712" y="283400"/>
                  <a:pt x="1547764" y="283123"/>
                  <a:pt x="1545888" y="282566"/>
                </a:cubicBezTo>
                <a:cubicBezTo>
                  <a:pt x="1542997" y="281844"/>
                  <a:pt x="1543720" y="280089"/>
                  <a:pt x="1542997" y="278023"/>
                </a:cubicBezTo>
                <a:cubicBezTo>
                  <a:pt x="1541830" y="275984"/>
                  <a:pt x="1541059" y="273743"/>
                  <a:pt x="1540726" y="271416"/>
                </a:cubicBezTo>
                <a:cubicBezTo>
                  <a:pt x="1541139" y="265531"/>
                  <a:pt x="1536389" y="263363"/>
                  <a:pt x="1535565" y="261814"/>
                </a:cubicBezTo>
                <a:cubicBezTo>
                  <a:pt x="1534008" y="258567"/>
                  <a:pt x="1533029" y="255073"/>
                  <a:pt x="1532673" y="251490"/>
                </a:cubicBezTo>
                <a:cubicBezTo>
                  <a:pt x="1532673" y="244780"/>
                  <a:pt x="1538971" y="239514"/>
                  <a:pt x="1538248" y="235281"/>
                </a:cubicBezTo>
                <a:cubicBezTo>
                  <a:pt x="1536373" y="226703"/>
                  <a:pt x="1535472" y="217941"/>
                  <a:pt x="1535563" y="209161"/>
                </a:cubicBezTo>
                <a:cubicBezTo>
                  <a:pt x="1535873" y="206786"/>
                  <a:pt x="1532260" y="202760"/>
                  <a:pt x="1532260" y="198011"/>
                </a:cubicBezTo>
                <a:cubicBezTo>
                  <a:pt x="1532413" y="195150"/>
                  <a:pt x="1532862" y="192313"/>
                  <a:pt x="1533602" y="189545"/>
                </a:cubicBezTo>
                <a:cubicBezTo>
                  <a:pt x="1535083" y="184845"/>
                  <a:pt x="1536052" y="179999"/>
                  <a:pt x="1536493" y="175091"/>
                </a:cubicBezTo>
                <a:cubicBezTo>
                  <a:pt x="1535873" y="168587"/>
                  <a:pt x="1539177" y="160431"/>
                  <a:pt x="1543617" y="160431"/>
                </a:cubicBezTo>
                <a:cubicBezTo>
                  <a:pt x="1548057" y="160431"/>
                  <a:pt x="1547953" y="166005"/>
                  <a:pt x="1552805" y="166005"/>
                </a:cubicBezTo>
                <a:cubicBezTo>
                  <a:pt x="1555726" y="166156"/>
                  <a:pt x="1558654" y="165843"/>
                  <a:pt x="1561478" y="165077"/>
                </a:cubicBezTo>
                <a:cubicBezTo>
                  <a:pt x="1562511" y="164354"/>
                  <a:pt x="1570460" y="162392"/>
                  <a:pt x="1572835" y="161463"/>
                </a:cubicBezTo>
                <a:cubicBezTo>
                  <a:pt x="1579751" y="158985"/>
                  <a:pt x="1584707" y="155888"/>
                  <a:pt x="1592243" y="153513"/>
                </a:cubicBezTo>
                <a:cubicBezTo>
                  <a:pt x="1597303" y="151965"/>
                  <a:pt x="1603600" y="153306"/>
                  <a:pt x="1607627" y="151965"/>
                </a:cubicBezTo>
                <a:cubicBezTo>
                  <a:pt x="1618777" y="148145"/>
                  <a:pt x="1649853" y="136995"/>
                  <a:pt x="1653673" y="136995"/>
                </a:cubicBezTo>
                <a:close/>
                <a:moveTo>
                  <a:pt x="97904" y="125237"/>
                </a:moveTo>
                <a:cubicBezTo>
                  <a:pt x="97519" y="125237"/>
                  <a:pt x="96926" y="125710"/>
                  <a:pt x="96689" y="125710"/>
                </a:cubicBezTo>
                <a:cubicBezTo>
                  <a:pt x="96263" y="125888"/>
                  <a:pt x="95872" y="126137"/>
                  <a:pt x="95535" y="126451"/>
                </a:cubicBezTo>
                <a:cubicBezTo>
                  <a:pt x="95298" y="126717"/>
                  <a:pt x="94705" y="127606"/>
                  <a:pt x="94172" y="127991"/>
                </a:cubicBezTo>
                <a:cubicBezTo>
                  <a:pt x="93639" y="128376"/>
                  <a:pt x="92988" y="129027"/>
                  <a:pt x="92632" y="129294"/>
                </a:cubicBezTo>
                <a:cubicBezTo>
                  <a:pt x="92277" y="129560"/>
                  <a:pt x="91507" y="129531"/>
                  <a:pt x="91270" y="129738"/>
                </a:cubicBezTo>
                <a:cubicBezTo>
                  <a:pt x="91030" y="129930"/>
                  <a:pt x="90918" y="130235"/>
                  <a:pt x="90974" y="130537"/>
                </a:cubicBezTo>
                <a:lnTo>
                  <a:pt x="90944" y="130537"/>
                </a:lnTo>
                <a:cubicBezTo>
                  <a:pt x="90971" y="131056"/>
                  <a:pt x="90921" y="131574"/>
                  <a:pt x="90796" y="132077"/>
                </a:cubicBezTo>
                <a:cubicBezTo>
                  <a:pt x="90867" y="132370"/>
                  <a:pt x="91095" y="132598"/>
                  <a:pt x="91389" y="132670"/>
                </a:cubicBezTo>
                <a:cubicBezTo>
                  <a:pt x="92496" y="132560"/>
                  <a:pt x="93595" y="132978"/>
                  <a:pt x="94350" y="133795"/>
                </a:cubicBezTo>
                <a:cubicBezTo>
                  <a:pt x="95505" y="134979"/>
                  <a:pt x="95801" y="135957"/>
                  <a:pt x="97134" y="137349"/>
                </a:cubicBezTo>
                <a:cubicBezTo>
                  <a:pt x="97904" y="138089"/>
                  <a:pt x="97726" y="138829"/>
                  <a:pt x="97904" y="139570"/>
                </a:cubicBezTo>
                <a:cubicBezTo>
                  <a:pt x="97741" y="140399"/>
                  <a:pt x="97471" y="141207"/>
                  <a:pt x="97104" y="141968"/>
                </a:cubicBezTo>
                <a:cubicBezTo>
                  <a:pt x="96787" y="142415"/>
                  <a:pt x="96441" y="142842"/>
                  <a:pt x="96068" y="143242"/>
                </a:cubicBezTo>
                <a:cubicBezTo>
                  <a:pt x="95535" y="143834"/>
                  <a:pt x="95475" y="144722"/>
                  <a:pt x="95031" y="145403"/>
                </a:cubicBezTo>
                <a:cubicBezTo>
                  <a:pt x="94421" y="146052"/>
                  <a:pt x="94421" y="147065"/>
                  <a:pt x="95031" y="147713"/>
                </a:cubicBezTo>
                <a:cubicBezTo>
                  <a:pt x="95751" y="148314"/>
                  <a:pt x="96408" y="148990"/>
                  <a:pt x="96986" y="149727"/>
                </a:cubicBezTo>
                <a:cubicBezTo>
                  <a:pt x="97489" y="150230"/>
                  <a:pt x="97608" y="150053"/>
                  <a:pt x="98200" y="150408"/>
                </a:cubicBezTo>
                <a:cubicBezTo>
                  <a:pt x="98792" y="150764"/>
                  <a:pt x="99118" y="151267"/>
                  <a:pt x="99888" y="151504"/>
                </a:cubicBezTo>
                <a:cubicBezTo>
                  <a:pt x="100216" y="151655"/>
                  <a:pt x="100595" y="151655"/>
                  <a:pt x="100924" y="151504"/>
                </a:cubicBezTo>
                <a:cubicBezTo>
                  <a:pt x="101250" y="151356"/>
                  <a:pt x="101457" y="150793"/>
                  <a:pt x="101635" y="150497"/>
                </a:cubicBezTo>
                <a:cubicBezTo>
                  <a:pt x="101816" y="149958"/>
                  <a:pt x="102032" y="149434"/>
                  <a:pt x="102286" y="148927"/>
                </a:cubicBezTo>
                <a:cubicBezTo>
                  <a:pt x="102701" y="148525"/>
                  <a:pt x="103042" y="148054"/>
                  <a:pt x="103293" y="147536"/>
                </a:cubicBezTo>
                <a:cubicBezTo>
                  <a:pt x="103293" y="147536"/>
                  <a:pt x="103886" y="147239"/>
                  <a:pt x="104300" y="147239"/>
                </a:cubicBezTo>
                <a:cubicBezTo>
                  <a:pt x="105334" y="148033"/>
                  <a:pt x="106323" y="148883"/>
                  <a:pt x="107262" y="149786"/>
                </a:cubicBezTo>
                <a:cubicBezTo>
                  <a:pt x="107765" y="150379"/>
                  <a:pt x="107439" y="151563"/>
                  <a:pt x="107262" y="152155"/>
                </a:cubicBezTo>
                <a:cubicBezTo>
                  <a:pt x="107039" y="153521"/>
                  <a:pt x="106711" y="154868"/>
                  <a:pt x="106284" y="156183"/>
                </a:cubicBezTo>
                <a:cubicBezTo>
                  <a:pt x="105882" y="156819"/>
                  <a:pt x="105591" y="157521"/>
                  <a:pt x="105426" y="158256"/>
                </a:cubicBezTo>
                <a:cubicBezTo>
                  <a:pt x="105322" y="159008"/>
                  <a:pt x="105153" y="159751"/>
                  <a:pt x="104922" y="160477"/>
                </a:cubicBezTo>
                <a:cubicBezTo>
                  <a:pt x="104804" y="160862"/>
                  <a:pt x="104330" y="161099"/>
                  <a:pt x="104152" y="161484"/>
                </a:cubicBezTo>
                <a:cubicBezTo>
                  <a:pt x="103986" y="161957"/>
                  <a:pt x="104102" y="162485"/>
                  <a:pt x="104448" y="162846"/>
                </a:cubicBezTo>
                <a:cubicBezTo>
                  <a:pt x="104596" y="162994"/>
                  <a:pt x="105426" y="163260"/>
                  <a:pt x="105840" y="163497"/>
                </a:cubicBezTo>
                <a:cubicBezTo>
                  <a:pt x="106255" y="163734"/>
                  <a:pt x="106847" y="164386"/>
                  <a:pt x="107321" y="164386"/>
                </a:cubicBezTo>
                <a:cubicBezTo>
                  <a:pt x="107878" y="164253"/>
                  <a:pt x="108440" y="164152"/>
                  <a:pt x="109009" y="164090"/>
                </a:cubicBezTo>
                <a:cubicBezTo>
                  <a:pt x="109927" y="164090"/>
                  <a:pt x="111585" y="164534"/>
                  <a:pt x="111822" y="163882"/>
                </a:cubicBezTo>
                <a:cubicBezTo>
                  <a:pt x="112097" y="162565"/>
                  <a:pt x="112266" y="161229"/>
                  <a:pt x="112325" y="159885"/>
                </a:cubicBezTo>
                <a:cubicBezTo>
                  <a:pt x="112648" y="159189"/>
                  <a:pt x="112906" y="158466"/>
                  <a:pt x="113095" y="157723"/>
                </a:cubicBezTo>
                <a:cubicBezTo>
                  <a:pt x="113226" y="156396"/>
                  <a:pt x="113525" y="155093"/>
                  <a:pt x="113984" y="153843"/>
                </a:cubicBezTo>
                <a:cubicBezTo>
                  <a:pt x="114351" y="152937"/>
                  <a:pt x="114659" y="152007"/>
                  <a:pt x="114902" y="151060"/>
                </a:cubicBezTo>
                <a:cubicBezTo>
                  <a:pt x="115080" y="150290"/>
                  <a:pt x="114398" y="148691"/>
                  <a:pt x="114902" y="147565"/>
                </a:cubicBezTo>
                <a:cubicBezTo>
                  <a:pt x="115319" y="146508"/>
                  <a:pt x="115550" y="145386"/>
                  <a:pt x="115583" y="144249"/>
                </a:cubicBezTo>
                <a:cubicBezTo>
                  <a:pt x="115669" y="143638"/>
                  <a:pt x="115509" y="143023"/>
                  <a:pt x="115139" y="142531"/>
                </a:cubicBezTo>
                <a:cubicBezTo>
                  <a:pt x="114339" y="141435"/>
                  <a:pt x="113865" y="140339"/>
                  <a:pt x="113658" y="140073"/>
                </a:cubicBezTo>
                <a:cubicBezTo>
                  <a:pt x="113451" y="139806"/>
                  <a:pt x="112977" y="139718"/>
                  <a:pt x="112562" y="139421"/>
                </a:cubicBezTo>
                <a:lnTo>
                  <a:pt x="111852" y="138948"/>
                </a:lnTo>
                <a:cubicBezTo>
                  <a:pt x="111644" y="138800"/>
                  <a:pt x="111200" y="139007"/>
                  <a:pt x="110519" y="138326"/>
                </a:cubicBezTo>
                <a:cubicBezTo>
                  <a:pt x="110019" y="137849"/>
                  <a:pt x="109545" y="137343"/>
                  <a:pt x="109098" y="136815"/>
                </a:cubicBezTo>
                <a:cubicBezTo>
                  <a:pt x="108446" y="136046"/>
                  <a:pt x="108032" y="135394"/>
                  <a:pt x="107558" y="134891"/>
                </a:cubicBezTo>
                <a:cubicBezTo>
                  <a:pt x="106018" y="133203"/>
                  <a:pt x="105514" y="132640"/>
                  <a:pt x="104774" y="131929"/>
                </a:cubicBezTo>
                <a:cubicBezTo>
                  <a:pt x="104256" y="131387"/>
                  <a:pt x="103770" y="130813"/>
                  <a:pt x="103323" y="130212"/>
                </a:cubicBezTo>
                <a:cubicBezTo>
                  <a:pt x="102908" y="129234"/>
                  <a:pt x="102642" y="128316"/>
                  <a:pt x="102464" y="128020"/>
                </a:cubicBezTo>
                <a:cubicBezTo>
                  <a:pt x="102047" y="127505"/>
                  <a:pt x="101579" y="127028"/>
                  <a:pt x="101072" y="126599"/>
                </a:cubicBezTo>
                <a:cubicBezTo>
                  <a:pt x="100687" y="126303"/>
                  <a:pt x="100687" y="126006"/>
                  <a:pt x="100184" y="125651"/>
                </a:cubicBezTo>
                <a:cubicBezTo>
                  <a:pt x="99467" y="125334"/>
                  <a:pt x="98685" y="125192"/>
                  <a:pt x="97904" y="125237"/>
                </a:cubicBezTo>
                <a:close/>
                <a:moveTo>
                  <a:pt x="359532" y="125121"/>
                </a:moveTo>
                <a:lnTo>
                  <a:pt x="371356" y="126747"/>
                </a:lnTo>
                <a:cubicBezTo>
                  <a:pt x="368297" y="129904"/>
                  <a:pt x="364388" y="132104"/>
                  <a:pt x="360103" y="133084"/>
                </a:cubicBezTo>
                <a:cubicBezTo>
                  <a:pt x="354831" y="134210"/>
                  <a:pt x="348079" y="129294"/>
                  <a:pt x="348079" y="129294"/>
                </a:cubicBezTo>
                <a:close/>
                <a:moveTo>
                  <a:pt x="359510" y="125118"/>
                </a:moveTo>
                <a:lnTo>
                  <a:pt x="359540" y="125118"/>
                </a:lnTo>
                <a:lnTo>
                  <a:pt x="359532" y="125121"/>
                </a:lnTo>
                <a:close/>
                <a:moveTo>
                  <a:pt x="500886" y="111200"/>
                </a:moveTo>
                <a:cubicBezTo>
                  <a:pt x="500323" y="110815"/>
                  <a:pt x="499228" y="111318"/>
                  <a:pt x="499287" y="111555"/>
                </a:cubicBezTo>
                <a:cubicBezTo>
                  <a:pt x="499346" y="111792"/>
                  <a:pt x="498280" y="113036"/>
                  <a:pt x="497747" y="113510"/>
                </a:cubicBezTo>
                <a:cubicBezTo>
                  <a:pt x="495970" y="115049"/>
                  <a:pt x="495556" y="116086"/>
                  <a:pt x="494786" y="116649"/>
                </a:cubicBezTo>
                <a:cubicBezTo>
                  <a:pt x="493542" y="117626"/>
                  <a:pt x="491884" y="118929"/>
                  <a:pt x="491647" y="119195"/>
                </a:cubicBezTo>
                <a:cubicBezTo>
                  <a:pt x="491170" y="119675"/>
                  <a:pt x="490752" y="120214"/>
                  <a:pt x="490403" y="120795"/>
                </a:cubicBezTo>
                <a:cubicBezTo>
                  <a:pt x="490249" y="121245"/>
                  <a:pt x="490042" y="121671"/>
                  <a:pt x="489781" y="122068"/>
                </a:cubicBezTo>
                <a:cubicBezTo>
                  <a:pt x="489544" y="122364"/>
                  <a:pt x="488833" y="122068"/>
                  <a:pt x="488833" y="122068"/>
                </a:cubicBezTo>
                <a:cubicBezTo>
                  <a:pt x="488155" y="121881"/>
                  <a:pt x="487516" y="121582"/>
                  <a:pt x="486938" y="121179"/>
                </a:cubicBezTo>
                <a:cubicBezTo>
                  <a:pt x="486849" y="121123"/>
                  <a:pt x="486775" y="121046"/>
                  <a:pt x="486719" y="120960"/>
                </a:cubicBezTo>
                <a:cubicBezTo>
                  <a:pt x="486497" y="120617"/>
                  <a:pt x="486595" y="120158"/>
                  <a:pt x="486938" y="119936"/>
                </a:cubicBezTo>
                <a:cubicBezTo>
                  <a:pt x="487640" y="119237"/>
                  <a:pt x="488247" y="118452"/>
                  <a:pt x="488744" y="117596"/>
                </a:cubicBezTo>
                <a:cubicBezTo>
                  <a:pt x="488715" y="117152"/>
                  <a:pt x="488271" y="117152"/>
                  <a:pt x="488271" y="117152"/>
                </a:cubicBezTo>
                <a:cubicBezTo>
                  <a:pt x="486849" y="117543"/>
                  <a:pt x="485404" y="117851"/>
                  <a:pt x="483947" y="118070"/>
                </a:cubicBezTo>
                <a:cubicBezTo>
                  <a:pt x="483577" y="118049"/>
                  <a:pt x="483216" y="117958"/>
                  <a:pt x="482881" y="117804"/>
                </a:cubicBezTo>
                <a:cubicBezTo>
                  <a:pt x="482372" y="117727"/>
                  <a:pt x="481862" y="117931"/>
                  <a:pt x="481548" y="118337"/>
                </a:cubicBezTo>
                <a:cubicBezTo>
                  <a:pt x="480512" y="120113"/>
                  <a:pt x="479890" y="119788"/>
                  <a:pt x="479120" y="120528"/>
                </a:cubicBezTo>
                <a:cubicBezTo>
                  <a:pt x="478344" y="121372"/>
                  <a:pt x="477779" y="122388"/>
                  <a:pt x="477462" y="123489"/>
                </a:cubicBezTo>
                <a:cubicBezTo>
                  <a:pt x="477275" y="124022"/>
                  <a:pt x="477500" y="124609"/>
                  <a:pt x="477995" y="124881"/>
                </a:cubicBezTo>
                <a:cubicBezTo>
                  <a:pt x="479061" y="125622"/>
                  <a:pt x="480630" y="125355"/>
                  <a:pt x="482378" y="125622"/>
                </a:cubicBezTo>
                <a:cubicBezTo>
                  <a:pt x="482801" y="125666"/>
                  <a:pt x="483228" y="125666"/>
                  <a:pt x="483651" y="125622"/>
                </a:cubicBezTo>
                <a:cubicBezTo>
                  <a:pt x="484619" y="125382"/>
                  <a:pt x="485617" y="125293"/>
                  <a:pt x="486612" y="125355"/>
                </a:cubicBezTo>
                <a:cubicBezTo>
                  <a:pt x="487533" y="125693"/>
                  <a:pt x="488401" y="126160"/>
                  <a:pt x="489189" y="126747"/>
                </a:cubicBezTo>
                <a:cubicBezTo>
                  <a:pt x="489781" y="127132"/>
                  <a:pt x="490669" y="127813"/>
                  <a:pt x="491114" y="128139"/>
                </a:cubicBezTo>
                <a:cubicBezTo>
                  <a:pt x="491940" y="128743"/>
                  <a:pt x="492734" y="129394"/>
                  <a:pt x="493483" y="130093"/>
                </a:cubicBezTo>
                <a:cubicBezTo>
                  <a:pt x="493980" y="130517"/>
                  <a:pt x="494516" y="130893"/>
                  <a:pt x="495082" y="131218"/>
                </a:cubicBezTo>
                <a:cubicBezTo>
                  <a:pt x="495677" y="131470"/>
                  <a:pt x="496219" y="131834"/>
                  <a:pt x="496681" y="132285"/>
                </a:cubicBezTo>
                <a:cubicBezTo>
                  <a:pt x="497451" y="133342"/>
                  <a:pt x="498467" y="134198"/>
                  <a:pt x="499642" y="134772"/>
                </a:cubicBezTo>
                <a:cubicBezTo>
                  <a:pt x="499998" y="134891"/>
                  <a:pt x="501005" y="136046"/>
                  <a:pt x="501508" y="136282"/>
                </a:cubicBezTo>
                <a:cubicBezTo>
                  <a:pt x="502162" y="136685"/>
                  <a:pt x="502752" y="137183"/>
                  <a:pt x="503255" y="137763"/>
                </a:cubicBezTo>
                <a:cubicBezTo>
                  <a:pt x="502784" y="138361"/>
                  <a:pt x="501979" y="138577"/>
                  <a:pt x="501271" y="138296"/>
                </a:cubicBezTo>
                <a:cubicBezTo>
                  <a:pt x="500945" y="138089"/>
                  <a:pt x="499731" y="137882"/>
                  <a:pt x="499465" y="137615"/>
                </a:cubicBezTo>
                <a:cubicBezTo>
                  <a:pt x="499142" y="137180"/>
                  <a:pt x="498881" y="136703"/>
                  <a:pt x="498695" y="136194"/>
                </a:cubicBezTo>
                <a:cubicBezTo>
                  <a:pt x="498547" y="135957"/>
                  <a:pt x="497954" y="135601"/>
                  <a:pt x="497599" y="135157"/>
                </a:cubicBezTo>
                <a:cubicBezTo>
                  <a:pt x="497270" y="134630"/>
                  <a:pt x="496850" y="134168"/>
                  <a:pt x="496355" y="133795"/>
                </a:cubicBezTo>
                <a:cubicBezTo>
                  <a:pt x="496000" y="133588"/>
                  <a:pt x="495408" y="133588"/>
                  <a:pt x="495408" y="133588"/>
                </a:cubicBezTo>
                <a:cubicBezTo>
                  <a:pt x="494401" y="132936"/>
                  <a:pt x="494638" y="133055"/>
                  <a:pt x="494164" y="132936"/>
                </a:cubicBezTo>
                <a:cubicBezTo>
                  <a:pt x="493690" y="132818"/>
                  <a:pt x="493098" y="131988"/>
                  <a:pt x="492861" y="131988"/>
                </a:cubicBezTo>
                <a:cubicBezTo>
                  <a:pt x="492230" y="131627"/>
                  <a:pt x="491626" y="131221"/>
                  <a:pt x="491054" y="130774"/>
                </a:cubicBezTo>
                <a:cubicBezTo>
                  <a:pt x="490640" y="130508"/>
                  <a:pt x="490018" y="129767"/>
                  <a:pt x="489663" y="129560"/>
                </a:cubicBezTo>
                <a:cubicBezTo>
                  <a:pt x="489381" y="129471"/>
                  <a:pt x="489094" y="129400"/>
                  <a:pt x="488804" y="129353"/>
                </a:cubicBezTo>
                <a:cubicBezTo>
                  <a:pt x="488300" y="129205"/>
                  <a:pt x="487886" y="127961"/>
                  <a:pt x="487323" y="127961"/>
                </a:cubicBezTo>
                <a:cubicBezTo>
                  <a:pt x="485665" y="127843"/>
                  <a:pt x="484332" y="129234"/>
                  <a:pt x="483888" y="129234"/>
                </a:cubicBezTo>
                <a:cubicBezTo>
                  <a:pt x="483269" y="129394"/>
                  <a:pt x="482712" y="129735"/>
                  <a:pt x="482289" y="130212"/>
                </a:cubicBezTo>
                <a:cubicBezTo>
                  <a:pt x="481726" y="130626"/>
                  <a:pt x="481519" y="130834"/>
                  <a:pt x="481726" y="131426"/>
                </a:cubicBezTo>
                <a:cubicBezTo>
                  <a:pt x="481907" y="131855"/>
                  <a:pt x="482232" y="132211"/>
                  <a:pt x="482644" y="132433"/>
                </a:cubicBezTo>
                <a:cubicBezTo>
                  <a:pt x="483156" y="132779"/>
                  <a:pt x="483746" y="132995"/>
                  <a:pt x="484362" y="133055"/>
                </a:cubicBezTo>
                <a:cubicBezTo>
                  <a:pt x="484939" y="133019"/>
                  <a:pt x="485517" y="133152"/>
                  <a:pt x="486020" y="133440"/>
                </a:cubicBezTo>
                <a:cubicBezTo>
                  <a:pt x="486257" y="133706"/>
                  <a:pt x="487205" y="134209"/>
                  <a:pt x="486790" y="134476"/>
                </a:cubicBezTo>
                <a:cubicBezTo>
                  <a:pt x="486281" y="134748"/>
                  <a:pt x="485745" y="134968"/>
                  <a:pt x="485191" y="135128"/>
                </a:cubicBezTo>
                <a:cubicBezTo>
                  <a:pt x="484806" y="135246"/>
                  <a:pt x="484095" y="135897"/>
                  <a:pt x="483829" y="136075"/>
                </a:cubicBezTo>
                <a:cubicBezTo>
                  <a:pt x="483562" y="136253"/>
                  <a:pt x="483355" y="136253"/>
                  <a:pt x="482940" y="136253"/>
                </a:cubicBezTo>
                <a:cubicBezTo>
                  <a:pt x="482443" y="136167"/>
                  <a:pt x="481960" y="135995"/>
                  <a:pt x="481519" y="135749"/>
                </a:cubicBezTo>
                <a:cubicBezTo>
                  <a:pt x="480903" y="135290"/>
                  <a:pt x="480248" y="134885"/>
                  <a:pt x="479564" y="134535"/>
                </a:cubicBezTo>
                <a:cubicBezTo>
                  <a:pt x="478913" y="134298"/>
                  <a:pt x="477728" y="134239"/>
                  <a:pt x="477491" y="133973"/>
                </a:cubicBezTo>
                <a:cubicBezTo>
                  <a:pt x="477255" y="133706"/>
                  <a:pt x="476840" y="132551"/>
                  <a:pt x="476573" y="132285"/>
                </a:cubicBezTo>
                <a:cubicBezTo>
                  <a:pt x="475741" y="131615"/>
                  <a:pt x="474663" y="131337"/>
                  <a:pt x="473612" y="131515"/>
                </a:cubicBezTo>
                <a:cubicBezTo>
                  <a:pt x="472957" y="131799"/>
                  <a:pt x="472350" y="132178"/>
                  <a:pt x="471806" y="132640"/>
                </a:cubicBezTo>
                <a:cubicBezTo>
                  <a:pt x="471539" y="132877"/>
                  <a:pt x="470769" y="133528"/>
                  <a:pt x="470828" y="133824"/>
                </a:cubicBezTo>
                <a:cubicBezTo>
                  <a:pt x="470888" y="134121"/>
                  <a:pt x="471184" y="134535"/>
                  <a:pt x="471184" y="134831"/>
                </a:cubicBezTo>
                <a:cubicBezTo>
                  <a:pt x="471154" y="135957"/>
                  <a:pt x="471954" y="136431"/>
                  <a:pt x="472220" y="136697"/>
                </a:cubicBezTo>
                <a:cubicBezTo>
                  <a:pt x="472487" y="136964"/>
                  <a:pt x="473967" y="137378"/>
                  <a:pt x="474441" y="137822"/>
                </a:cubicBezTo>
                <a:cubicBezTo>
                  <a:pt x="475143" y="138477"/>
                  <a:pt x="475907" y="139063"/>
                  <a:pt x="476721" y="139570"/>
                </a:cubicBezTo>
                <a:cubicBezTo>
                  <a:pt x="477524" y="140058"/>
                  <a:pt x="478276" y="140624"/>
                  <a:pt x="478972" y="141258"/>
                </a:cubicBezTo>
                <a:cubicBezTo>
                  <a:pt x="479564" y="142027"/>
                  <a:pt x="479150" y="142501"/>
                  <a:pt x="478676" y="142649"/>
                </a:cubicBezTo>
                <a:cubicBezTo>
                  <a:pt x="477106" y="143034"/>
                  <a:pt x="474382" y="144722"/>
                  <a:pt x="472961" y="143923"/>
                </a:cubicBezTo>
                <a:cubicBezTo>
                  <a:pt x="472398" y="143567"/>
                  <a:pt x="471273" y="142590"/>
                  <a:pt x="469999" y="141672"/>
                </a:cubicBezTo>
                <a:cubicBezTo>
                  <a:pt x="469288" y="141050"/>
                  <a:pt x="468578" y="140576"/>
                  <a:pt x="468400" y="141050"/>
                </a:cubicBezTo>
                <a:cubicBezTo>
                  <a:pt x="468222" y="141524"/>
                  <a:pt x="469200" y="144249"/>
                  <a:pt x="468400" y="145048"/>
                </a:cubicBezTo>
                <a:cubicBezTo>
                  <a:pt x="467985" y="145433"/>
                  <a:pt x="467186" y="146085"/>
                  <a:pt x="466801" y="146470"/>
                </a:cubicBezTo>
                <a:cubicBezTo>
                  <a:pt x="467260" y="147388"/>
                  <a:pt x="467968" y="148157"/>
                  <a:pt x="468844" y="148691"/>
                </a:cubicBezTo>
                <a:cubicBezTo>
                  <a:pt x="469481" y="148951"/>
                  <a:pt x="470070" y="149312"/>
                  <a:pt x="470591" y="149757"/>
                </a:cubicBezTo>
                <a:cubicBezTo>
                  <a:pt x="471350" y="150222"/>
                  <a:pt x="472140" y="150627"/>
                  <a:pt x="472961" y="150971"/>
                </a:cubicBezTo>
                <a:cubicBezTo>
                  <a:pt x="474086" y="151622"/>
                  <a:pt x="475270" y="150379"/>
                  <a:pt x="476514" y="149964"/>
                </a:cubicBezTo>
                <a:cubicBezTo>
                  <a:pt x="476692" y="149934"/>
                  <a:pt x="477728" y="150082"/>
                  <a:pt x="478232" y="149579"/>
                </a:cubicBezTo>
                <a:cubicBezTo>
                  <a:pt x="478815" y="149043"/>
                  <a:pt x="479499" y="148631"/>
                  <a:pt x="480245" y="148365"/>
                </a:cubicBezTo>
                <a:cubicBezTo>
                  <a:pt x="480867" y="148009"/>
                  <a:pt x="481312" y="147595"/>
                  <a:pt x="481874" y="147180"/>
                </a:cubicBezTo>
                <a:cubicBezTo>
                  <a:pt x="482437" y="146766"/>
                  <a:pt x="482763" y="146055"/>
                  <a:pt x="483473" y="145463"/>
                </a:cubicBezTo>
                <a:cubicBezTo>
                  <a:pt x="484184" y="144870"/>
                  <a:pt x="486553" y="146618"/>
                  <a:pt x="486908" y="146884"/>
                </a:cubicBezTo>
                <a:cubicBezTo>
                  <a:pt x="487264" y="147151"/>
                  <a:pt x="487501" y="147151"/>
                  <a:pt x="488271" y="147624"/>
                </a:cubicBezTo>
                <a:cubicBezTo>
                  <a:pt x="489041" y="148098"/>
                  <a:pt x="489366" y="148454"/>
                  <a:pt x="490047" y="148927"/>
                </a:cubicBezTo>
                <a:cubicBezTo>
                  <a:pt x="490551" y="149144"/>
                  <a:pt x="491108" y="149206"/>
                  <a:pt x="491647" y="149105"/>
                </a:cubicBezTo>
                <a:cubicBezTo>
                  <a:pt x="492268" y="149076"/>
                  <a:pt x="493068" y="148365"/>
                  <a:pt x="493571" y="148039"/>
                </a:cubicBezTo>
                <a:cubicBezTo>
                  <a:pt x="494075" y="147713"/>
                  <a:pt x="493571" y="146884"/>
                  <a:pt x="493571" y="146884"/>
                </a:cubicBezTo>
                <a:cubicBezTo>
                  <a:pt x="493098" y="145907"/>
                  <a:pt x="492979" y="145167"/>
                  <a:pt x="492772" y="144782"/>
                </a:cubicBezTo>
                <a:cubicBezTo>
                  <a:pt x="492120" y="143775"/>
                  <a:pt x="492357" y="142797"/>
                  <a:pt x="492120" y="142531"/>
                </a:cubicBezTo>
                <a:cubicBezTo>
                  <a:pt x="491884" y="142264"/>
                  <a:pt x="491321" y="142472"/>
                  <a:pt x="490847" y="142087"/>
                </a:cubicBezTo>
                <a:cubicBezTo>
                  <a:pt x="490373" y="141702"/>
                  <a:pt x="489455" y="141494"/>
                  <a:pt x="489041" y="141228"/>
                </a:cubicBezTo>
                <a:cubicBezTo>
                  <a:pt x="488626" y="140961"/>
                  <a:pt x="488478" y="140576"/>
                  <a:pt x="488478" y="140339"/>
                </a:cubicBezTo>
                <a:cubicBezTo>
                  <a:pt x="488898" y="139771"/>
                  <a:pt x="489506" y="139371"/>
                  <a:pt x="490196" y="139214"/>
                </a:cubicBezTo>
                <a:cubicBezTo>
                  <a:pt x="491060" y="139119"/>
                  <a:pt x="491934" y="139119"/>
                  <a:pt x="492802" y="139214"/>
                </a:cubicBezTo>
                <a:cubicBezTo>
                  <a:pt x="493432" y="139377"/>
                  <a:pt x="494096" y="139377"/>
                  <a:pt x="494726" y="139214"/>
                </a:cubicBezTo>
                <a:cubicBezTo>
                  <a:pt x="496260" y="138998"/>
                  <a:pt x="497818" y="139324"/>
                  <a:pt x="499139" y="140132"/>
                </a:cubicBezTo>
                <a:cubicBezTo>
                  <a:pt x="499761" y="140606"/>
                  <a:pt x="500560" y="141169"/>
                  <a:pt x="500620" y="141672"/>
                </a:cubicBezTo>
                <a:cubicBezTo>
                  <a:pt x="500679" y="142176"/>
                  <a:pt x="501419" y="142975"/>
                  <a:pt x="501627" y="142975"/>
                </a:cubicBezTo>
                <a:cubicBezTo>
                  <a:pt x="502130" y="142996"/>
                  <a:pt x="502607" y="143209"/>
                  <a:pt x="502959" y="143567"/>
                </a:cubicBezTo>
                <a:cubicBezTo>
                  <a:pt x="503966" y="144696"/>
                  <a:pt x="505269" y="145516"/>
                  <a:pt x="506720" y="145936"/>
                </a:cubicBezTo>
                <a:cubicBezTo>
                  <a:pt x="507680" y="145679"/>
                  <a:pt x="508568" y="145214"/>
                  <a:pt x="509326" y="144574"/>
                </a:cubicBezTo>
                <a:cubicBezTo>
                  <a:pt x="510188" y="143881"/>
                  <a:pt x="510819" y="142940"/>
                  <a:pt x="511133" y="141879"/>
                </a:cubicBezTo>
                <a:cubicBezTo>
                  <a:pt x="511192" y="141258"/>
                  <a:pt x="510629" y="141228"/>
                  <a:pt x="510540" y="140547"/>
                </a:cubicBezTo>
                <a:cubicBezTo>
                  <a:pt x="510451" y="139866"/>
                  <a:pt x="509978" y="139718"/>
                  <a:pt x="509978" y="139421"/>
                </a:cubicBezTo>
                <a:cubicBezTo>
                  <a:pt x="509978" y="139125"/>
                  <a:pt x="509978" y="138415"/>
                  <a:pt x="509978" y="138089"/>
                </a:cubicBezTo>
                <a:cubicBezTo>
                  <a:pt x="509708" y="137739"/>
                  <a:pt x="509388" y="137431"/>
                  <a:pt x="509030" y="137171"/>
                </a:cubicBezTo>
                <a:cubicBezTo>
                  <a:pt x="508281" y="137135"/>
                  <a:pt x="507555" y="136901"/>
                  <a:pt x="506927" y="136490"/>
                </a:cubicBezTo>
                <a:cubicBezTo>
                  <a:pt x="506690" y="136223"/>
                  <a:pt x="506187" y="135897"/>
                  <a:pt x="506483" y="135542"/>
                </a:cubicBezTo>
                <a:cubicBezTo>
                  <a:pt x="507016" y="135051"/>
                  <a:pt x="507626" y="134651"/>
                  <a:pt x="508290" y="134358"/>
                </a:cubicBezTo>
                <a:lnTo>
                  <a:pt x="509800" y="133528"/>
                </a:lnTo>
                <a:cubicBezTo>
                  <a:pt x="510037" y="133380"/>
                  <a:pt x="511192" y="132906"/>
                  <a:pt x="511192" y="132906"/>
                </a:cubicBezTo>
                <a:cubicBezTo>
                  <a:pt x="512415" y="132018"/>
                  <a:pt x="513860" y="131485"/>
                  <a:pt x="515367" y="131367"/>
                </a:cubicBezTo>
                <a:cubicBezTo>
                  <a:pt x="516374" y="131396"/>
                  <a:pt x="518062" y="132285"/>
                  <a:pt x="518151" y="131722"/>
                </a:cubicBezTo>
                <a:cubicBezTo>
                  <a:pt x="518240" y="131159"/>
                  <a:pt x="519365" y="130745"/>
                  <a:pt x="519780" y="130449"/>
                </a:cubicBezTo>
                <a:cubicBezTo>
                  <a:pt x="520156" y="130212"/>
                  <a:pt x="520378" y="129797"/>
                  <a:pt x="520372" y="129353"/>
                </a:cubicBezTo>
                <a:cubicBezTo>
                  <a:pt x="520313" y="128728"/>
                  <a:pt x="520182" y="128112"/>
                  <a:pt x="519987" y="127517"/>
                </a:cubicBezTo>
                <a:cubicBezTo>
                  <a:pt x="519809" y="127016"/>
                  <a:pt x="519383" y="126643"/>
                  <a:pt x="518862" y="126540"/>
                </a:cubicBezTo>
                <a:cubicBezTo>
                  <a:pt x="518595" y="126391"/>
                  <a:pt x="518595" y="126658"/>
                  <a:pt x="518092" y="126540"/>
                </a:cubicBezTo>
                <a:cubicBezTo>
                  <a:pt x="517588" y="126421"/>
                  <a:pt x="514331" y="123845"/>
                  <a:pt x="512820" y="124703"/>
                </a:cubicBezTo>
                <a:cubicBezTo>
                  <a:pt x="512080" y="125118"/>
                  <a:pt x="512554" y="126332"/>
                  <a:pt x="511754" y="127043"/>
                </a:cubicBezTo>
                <a:cubicBezTo>
                  <a:pt x="511402" y="127321"/>
                  <a:pt x="510999" y="127532"/>
                  <a:pt x="510570" y="127665"/>
                </a:cubicBezTo>
                <a:cubicBezTo>
                  <a:pt x="510155" y="127902"/>
                  <a:pt x="509504" y="128109"/>
                  <a:pt x="509178" y="127902"/>
                </a:cubicBezTo>
                <a:cubicBezTo>
                  <a:pt x="508852" y="127694"/>
                  <a:pt x="508556" y="127339"/>
                  <a:pt x="507727" y="127339"/>
                </a:cubicBezTo>
                <a:cubicBezTo>
                  <a:pt x="506424" y="127546"/>
                  <a:pt x="506987" y="128257"/>
                  <a:pt x="506631" y="128553"/>
                </a:cubicBezTo>
                <a:cubicBezTo>
                  <a:pt x="506276" y="128849"/>
                  <a:pt x="505684" y="128553"/>
                  <a:pt x="505417" y="128553"/>
                </a:cubicBezTo>
                <a:cubicBezTo>
                  <a:pt x="505003" y="128615"/>
                  <a:pt x="504582" y="128553"/>
                  <a:pt x="504203" y="128376"/>
                </a:cubicBezTo>
                <a:cubicBezTo>
                  <a:pt x="504025" y="128228"/>
                  <a:pt x="503166" y="129323"/>
                  <a:pt x="503226" y="129738"/>
                </a:cubicBezTo>
                <a:cubicBezTo>
                  <a:pt x="503285" y="130152"/>
                  <a:pt x="504262" y="130271"/>
                  <a:pt x="503877" y="131159"/>
                </a:cubicBezTo>
                <a:cubicBezTo>
                  <a:pt x="503492" y="132048"/>
                  <a:pt x="502337" y="132048"/>
                  <a:pt x="501508" y="131159"/>
                </a:cubicBezTo>
                <a:cubicBezTo>
                  <a:pt x="500679" y="130271"/>
                  <a:pt x="502900" y="130064"/>
                  <a:pt x="501982" y="129501"/>
                </a:cubicBezTo>
                <a:cubicBezTo>
                  <a:pt x="501064" y="128938"/>
                  <a:pt x="501093" y="127576"/>
                  <a:pt x="501419" y="127517"/>
                </a:cubicBezTo>
                <a:cubicBezTo>
                  <a:pt x="501745" y="127458"/>
                  <a:pt x="504055" y="127132"/>
                  <a:pt x="504055" y="127132"/>
                </a:cubicBezTo>
                <a:cubicBezTo>
                  <a:pt x="506927" y="126243"/>
                  <a:pt x="507875" y="126391"/>
                  <a:pt x="508408" y="125829"/>
                </a:cubicBezTo>
                <a:cubicBezTo>
                  <a:pt x="508731" y="125352"/>
                  <a:pt x="508858" y="124769"/>
                  <a:pt x="508763" y="124200"/>
                </a:cubicBezTo>
                <a:cubicBezTo>
                  <a:pt x="508763" y="123785"/>
                  <a:pt x="509800" y="123016"/>
                  <a:pt x="510037" y="123016"/>
                </a:cubicBezTo>
                <a:cubicBezTo>
                  <a:pt x="510819" y="122758"/>
                  <a:pt x="511648" y="122678"/>
                  <a:pt x="512465" y="122779"/>
                </a:cubicBezTo>
                <a:cubicBezTo>
                  <a:pt x="513265" y="122867"/>
                  <a:pt x="514597" y="122571"/>
                  <a:pt x="514597" y="121831"/>
                </a:cubicBezTo>
                <a:cubicBezTo>
                  <a:pt x="514837" y="121073"/>
                  <a:pt x="514763" y="120253"/>
                  <a:pt x="514390" y="119551"/>
                </a:cubicBezTo>
                <a:cubicBezTo>
                  <a:pt x="514186" y="119302"/>
                  <a:pt x="513919" y="119109"/>
                  <a:pt x="513620" y="118988"/>
                </a:cubicBezTo>
                <a:cubicBezTo>
                  <a:pt x="513354" y="118929"/>
                  <a:pt x="513205" y="118366"/>
                  <a:pt x="512909" y="118366"/>
                </a:cubicBezTo>
                <a:cubicBezTo>
                  <a:pt x="512110" y="118040"/>
                  <a:pt x="511369" y="118722"/>
                  <a:pt x="510511" y="118988"/>
                </a:cubicBezTo>
                <a:cubicBezTo>
                  <a:pt x="509652" y="119255"/>
                  <a:pt x="507905" y="119610"/>
                  <a:pt x="507905" y="119255"/>
                </a:cubicBezTo>
                <a:cubicBezTo>
                  <a:pt x="507905" y="118899"/>
                  <a:pt x="508171" y="117833"/>
                  <a:pt x="507905" y="117567"/>
                </a:cubicBezTo>
                <a:cubicBezTo>
                  <a:pt x="507363" y="117344"/>
                  <a:pt x="506758" y="117344"/>
                  <a:pt x="506217" y="117567"/>
                </a:cubicBezTo>
                <a:cubicBezTo>
                  <a:pt x="505980" y="117804"/>
                  <a:pt x="505802" y="118840"/>
                  <a:pt x="505328" y="119373"/>
                </a:cubicBezTo>
                <a:cubicBezTo>
                  <a:pt x="504825" y="119776"/>
                  <a:pt x="504221" y="120030"/>
                  <a:pt x="503581" y="120113"/>
                </a:cubicBezTo>
                <a:cubicBezTo>
                  <a:pt x="502900" y="120291"/>
                  <a:pt x="501775" y="121120"/>
                  <a:pt x="502011" y="121564"/>
                </a:cubicBezTo>
                <a:cubicBezTo>
                  <a:pt x="502248" y="122009"/>
                  <a:pt x="502604" y="121624"/>
                  <a:pt x="503107" y="122009"/>
                </a:cubicBezTo>
                <a:cubicBezTo>
                  <a:pt x="503611" y="122394"/>
                  <a:pt x="504351" y="122394"/>
                  <a:pt x="504558" y="122719"/>
                </a:cubicBezTo>
                <a:cubicBezTo>
                  <a:pt x="504766" y="123045"/>
                  <a:pt x="504677" y="124703"/>
                  <a:pt x="503611" y="124852"/>
                </a:cubicBezTo>
                <a:cubicBezTo>
                  <a:pt x="503196" y="124911"/>
                  <a:pt x="501745" y="125414"/>
                  <a:pt x="501330" y="124703"/>
                </a:cubicBezTo>
                <a:cubicBezTo>
                  <a:pt x="501182" y="124467"/>
                  <a:pt x="501508" y="124141"/>
                  <a:pt x="501478" y="123608"/>
                </a:cubicBezTo>
                <a:cubicBezTo>
                  <a:pt x="501449" y="123075"/>
                  <a:pt x="500323" y="122512"/>
                  <a:pt x="500294" y="122186"/>
                </a:cubicBezTo>
                <a:cubicBezTo>
                  <a:pt x="500264" y="121861"/>
                  <a:pt x="500087" y="121713"/>
                  <a:pt x="500560" y="121298"/>
                </a:cubicBezTo>
                <a:cubicBezTo>
                  <a:pt x="501455" y="120421"/>
                  <a:pt x="502222" y="119423"/>
                  <a:pt x="502841" y="118337"/>
                </a:cubicBezTo>
                <a:cubicBezTo>
                  <a:pt x="502891" y="117955"/>
                  <a:pt x="503080" y="117608"/>
                  <a:pt x="503374" y="117359"/>
                </a:cubicBezTo>
                <a:cubicBezTo>
                  <a:pt x="503936" y="116856"/>
                  <a:pt x="504618" y="116056"/>
                  <a:pt x="504292" y="115790"/>
                </a:cubicBezTo>
                <a:cubicBezTo>
                  <a:pt x="503966" y="115503"/>
                  <a:pt x="503540" y="115363"/>
                  <a:pt x="503107" y="115405"/>
                </a:cubicBezTo>
                <a:cubicBezTo>
                  <a:pt x="502542" y="115437"/>
                  <a:pt x="501997" y="115633"/>
                  <a:pt x="501538" y="115967"/>
                </a:cubicBezTo>
                <a:cubicBezTo>
                  <a:pt x="501357" y="116290"/>
                  <a:pt x="501150" y="116598"/>
                  <a:pt x="500916" y="116885"/>
                </a:cubicBezTo>
                <a:cubicBezTo>
                  <a:pt x="500184" y="117655"/>
                  <a:pt x="499411" y="118387"/>
                  <a:pt x="498606" y="119077"/>
                </a:cubicBezTo>
                <a:cubicBezTo>
                  <a:pt x="498162" y="119462"/>
                  <a:pt x="497481" y="120676"/>
                  <a:pt x="497214" y="120883"/>
                </a:cubicBezTo>
                <a:cubicBezTo>
                  <a:pt x="496947" y="121091"/>
                  <a:pt x="494963" y="122779"/>
                  <a:pt x="494726" y="123045"/>
                </a:cubicBezTo>
                <a:cubicBezTo>
                  <a:pt x="494199" y="123445"/>
                  <a:pt x="493965" y="124123"/>
                  <a:pt x="494134" y="124763"/>
                </a:cubicBezTo>
                <a:cubicBezTo>
                  <a:pt x="494282" y="125059"/>
                  <a:pt x="494726" y="125029"/>
                  <a:pt x="495023" y="125059"/>
                </a:cubicBezTo>
                <a:cubicBezTo>
                  <a:pt x="495319" y="125088"/>
                  <a:pt x="495763" y="125207"/>
                  <a:pt x="496029" y="124911"/>
                </a:cubicBezTo>
                <a:cubicBezTo>
                  <a:pt x="496296" y="124615"/>
                  <a:pt x="496829" y="124022"/>
                  <a:pt x="497392" y="124318"/>
                </a:cubicBezTo>
                <a:cubicBezTo>
                  <a:pt x="497954" y="124615"/>
                  <a:pt x="497777" y="125207"/>
                  <a:pt x="497214" y="125503"/>
                </a:cubicBezTo>
                <a:cubicBezTo>
                  <a:pt x="496651" y="125799"/>
                  <a:pt x="496681" y="126214"/>
                  <a:pt x="496651" y="126540"/>
                </a:cubicBezTo>
                <a:cubicBezTo>
                  <a:pt x="496622" y="126865"/>
                  <a:pt x="497214" y="126776"/>
                  <a:pt x="497836" y="127102"/>
                </a:cubicBezTo>
                <a:cubicBezTo>
                  <a:pt x="498458" y="127428"/>
                  <a:pt x="498961" y="127635"/>
                  <a:pt x="498695" y="128198"/>
                </a:cubicBezTo>
                <a:cubicBezTo>
                  <a:pt x="498591" y="128464"/>
                  <a:pt x="498328" y="128633"/>
                  <a:pt x="498043" y="128613"/>
                </a:cubicBezTo>
                <a:cubicBezTo>
                  <a:pt x="497655" y="128574"/>
                  <a:pt x="497276" y="128473"/>
                  <a:pt x="496918" y="128316"/>
                </a:cubicBezTo>
                <a:cubicBezTo>
                  <a:pt x="496518" y="128139"/>
                  <a:pt x="496133" y="127931"/>
                  <a:pt x="495763" y="127694"/>
                </a:cubicBezTo>
                <a:cubicBezTo>
                  <a:pt x="495197" y="127179"/>
                  <a:pt x="494584" y="126723"/>
                  <a:pt x="493927" y="126332"/>
                </a:cubicBezTo>
                <a:cubicBezTo>
                  <a:pt x="493563" y="126039"/>
                  <a:pt x="493216" y="125722"/>
                  <a:pt x="492890" y="125385"/>
                </a:cubicBezTo>
                <a:cubicBezTo>
                  <a:pt x="492594" y="125118"/>
                  <a:pt x="491706" y="124881"/>
                  <a:pt x="491469" y="124467"/>
                </a:cubicBezTo>
                <a:cubicBezTo>
                  <a:pt x="491324" y="124096"/>
                  <a:pt x="491324" y="123682"/>
                  <a:pt x="491469" y="123312"/>
                </a:cubicBezTo>
                <a:cubicBezTo>
                  <a:pt x="491647" y="122927"/>
                  <a:pt x="492802" y="122749"/>
                  <a:pt x="493098" y="122571"/>
                </a:cubicBezTo>
                <a:cubicBezTo>
                  <a:pt x="493394" y="122394"/>
                  <a:pt x="493453" y="122157"/>
                  <a:pt x="494164" y="121624"/>
                </a:cubicBezTo>
                <a:cubicBezTo>
                  <a:pt x="494875" y="121091"/>
                  <a:pt x="495023" y="120321"/>
                  <a:pt x="495319" y="120025"/>
                </a:cubicBezTo>
                <a:cubicBezTo>
                  <a:pt x="495615" y="119728"/>
                  <a:pt x="496947" y="118337"/>
                  <a:pt x="497332" y="117922"/>
                </a:cubicBezTo>
                <a:cubicBezTo>
                  <a:pt x="497717" y="117507"/>
                  <a:pt x="498280" y="117152"/>
                  <a:pt x="498458" y="116974"/>
                </a:cubicBezTo>
                <a:cubicBezTo>
                  <a:pt x="498635" y="116797"/>
                  <a:pt x="499169" y="116234"/>
                  <a:pt x="499376" y="116234"/>
                </a:cubicBezTo>
                <a:cubicBezTo>
                  <a:pt x="499716" y="116104"/>
                  <a:pt x="499986" y="115834"/>
                  <a:pt x="500116" y="115494"/>
                </a:cubicBezTo>
                <a:cubicBezTo>
                  <a:pt x="500205" y="115079"/>
                  <a:pt x="501005" y="114724"/>
                  <a:pt x="501301" y="114220"/>
                </a:cubicBezTo>
                <a:cubicBezTo>
                  <a:pt x="501597" y="113717"/>
                  <a:pt x="501952" y="113539"/>
                  <a:pt x="502160" y="113095"/>
                </a:cubicBezTo>
                <a:cubicBezTo>
                  <a:pt x="502367" y="112651"/>
                  <a:pt x="502485" y="112384"/>
                  <a:pt x="502367" y="112207"/>
                </a:cubicBezTo>
                <a:cubicBezTo>
                  <a:pt x="502248" y="112029"/>
                  <a:pt x="501863" y="112236"/>
                  <a:pt x="501686" y="112029"/>
                </a:cubicBezTo>
                <a:cubicBezTo>
                  <a:pt x="501434" y="111739"/>
                  <a:pt x="501167" y="111460"/>
                  <a:pt x="500886" y="111200"/>
                </a:cubicBezTo>
                <a:close/>
                <a:moveTo>
                  <a:pt x="108239" y="109364"/>
                </a:moveTo>
                <a:cubicBezTo>
                  <a:pt x="107990" y="109633"/>
                  <a:pt x="107688" y="109843"/>
                  <a:pt x="107350" y="109986"/>
                </a:cubicBezTo>
                <a:cubicBezTo>
                  <a:pt x="106906" y="110074"/>
                  <a:pt x="106521" y="109837"/>
                  <a:pt x="105959" y="110370"/>
                </a:cubicBezTo>
                <a:cubicBezTo>
                  <a:pt x="105612" y="110853"/>
                  <a:pt x="105295" y="111360"/>
                  <a:pt x="105011" y="111881"/>
                </a:cubicBezTo>
                <a:cubicBezTo>
                  <a:pt x="104774" y="112118"/>
                  <a:pt x="104122" y="112414"/>
                  <a:pt x="103886" y="112680"/>
                </a:cubicBezTo>
                <a:cubicBezTo>
                  <a:pt x="103649" y="112947"/>
                  <a:pt x="103530" y="113628"/>
                  <a:pt x="103116" y="114013"/>
                </a:cubicBezTo>
                <a:cubicBezTo>
                  <a:pt x="102701" y="114398"/>
                  <a:pt x="101872" y="114783"/>
                  <a:pt x="101635" y="115079"/>
                </a:cubicBezTo>
                <a:cubicBezTo>
                  <a:pt x="101161" y="115612"/>
                  <a:pt x="100924" y="115967"/>
                  <a:pt x="101280" y="116619"/>
                </a:cubicBezTo>
                <a:cubicBezTo>
                  <a:pt x="101777" y="117226"/>
                  <a:pt x="102334" y="117780"/>
                  <a:pt x="102938" y="118277"/>
                </a:cubicBezTo>
                <a:cubicBezTo>
                  <a:pt x="103675" y="119216"/>
                  <a:pt x="104351" y="120205"/>
                  <a:pt x="104952" y="121239"/>
                </a:cubicBezTo>
                <a:cubicBezTo>
                  <a:pt x="105280" y="121905"/>
                  <a:pt x="105698" y="122524"/>
                  <a:pt x="106195" y="123075"/>
                </a:cubicBezTo>
                <a:cubicBezTo>
                  <a:pt x="106432" y="123312"/>
                  <a:pt x="107706" y="124585"/>
                  <a:pt x="108624" y="125622"/>
                </a:cubicBezTo>
                <a:cubicBezTo>
                  <a:pt x="108802" y="125829"/>
                  <a:pt x="109305" y="126688"/>
                  <a:pt x="109956" y="127487"/>
                </a:cubicBezTo>
                <a:cubicBezTo>
                  <a:pt x="110608" y="128287"/>
                  <a:pt x="110312" y="128405"/>
                  <a:pt x="111230" y="129382"/>
                </a:cubicBezTo>
                <a:cubicBezTo>
                  <a:pt x="111407" y="129560"/>
                  <a:pt x="111615" y="130508"/>
                  <a:pt x="111792" y="130745"/>
                </a:cubicBezTo>
                <a:cubicBezTo>
                  <a:pt x="113540" y="132818"/>
                  <a:pt x="113421" y="133232"/>
                  <a:pt x="114458" y="134180"/>
                </a:cubicBezTo>
                <a:cubicBezTo>
                  <a:pt x="115088" y="134820"/>
                  <a:pt x="115805" y="135370"/>
                  <a:pt x="116590" y="135809"/>
                </a:cubicBezTo>
                <a:cubicBezTo>
                  <a:pt x="117096" y="136093"/>
                  <a:pt x="117573" y="136431"/>
                  <a:pt x="118011" y="136815"/>
                </a:cubicBezTo>
                <a:lnTo>
                  <a:pt x="119403" y="137970"/>
                </a:lnTo>
                <a:cubicBezTo>
                  <a:pt x="119640" y="138207"/>
                  <a:pt x="121535" y="139214"/>
                  <a:pt x="121920" y="139481"/>
                </a:cubicBezTo>
                <a:cubicBezTo>
                  <a:pt x="122489" y="140055"/>
                  <a:pt x="123114" y="140570"/>
                  <a:pt x="123786" y="141021"/>
                </a:cubicBezTo>
                <a:cubicBezTo>
                  <a:pt x="124559" y="141290"/>
                  <a:pt x="125367" y="141438"/>
                  <a:pt x="126185" y="141465"/>
                </a:cubicBezTo>
                <a:cubicBezTo>
                  <a:pt x="126712" y="141394"/>
                  <a:pt x="127221" y="141234"/>
                  <a:pt x="127695" y="140991"/>
                </a:cubicBezTo>
                <a:cubicBezTo>
                  <a:pt x="128258" y="140665"/>
                  <a:pt x="129146" y="139481"/>
                  <a:pt x="129709" y="139066"/>
                </a:cubicBezTo>
                <a:cubicBezTo>
                  <a:pt x="130271" y="138652"/>
                  <a:pt x="131367" y="138059"/>
                  <a:pt x="131367" y="138059"/>
                </a:cubicBezTo>
                <a:cubicBezTo>
                  <a:pt x="131367" y="138059"/>
                  <a:pt x="132522" y="136934"/>
                  <a:pt x="132937" y="136460"/>
                </a:cubicBezTo>
                <a:cubicBezTo>
                  <a:pt x="133396" y="135853"/>
                  <a:pt x="133970" y="135341"/>
                  <a:pt x="134625" y="134950"/>
                </a:cubicBezTo>
                <a:cubicBezTo>
                  <a:pt x="134950" y="134802"/>
                  <a:pt x="135750" y="134683"/>
                  <a:pt x="136076" y="134328"/>
                </a:cubicBezTo>
                <a:cubicBezTo>
                  <a:pt x="136532" y="133768"/>
                  <a:pt x="136890" y="133137"/>
                  <a:pt x="137142" y="132462"/>
                </a:cubicBezTo>
                <a:cubicBezTo>
                  <a:pt x="137379" y="131840"/>
                  <a:pt x="138297" y="131337"/>
                  <a:pt x="138356" y="130685"/>
                </a:cubicBezTo>
                <a:cubicBezTo>
                  <a:pt x="138415" y="130034"/>
                  <a:pt x="137971" y="129501"/>
                  <a:pt x="137556" y="128820"/>
                </a:cubicBezTo>
                <a:cubicBezTo>
                  <a:pt x="137159" y="127908"/>
                  <a:pt x="136695" y="127025"/>
                  <a:pt x="136164" y="126184"/>
                </a:cubicBezTo>
                <a:cubicBezTo>
                  <a:pt x="135596" y="125334"/>
                  <a:pt x="134536" y="124961"/>
                  <a:pt x="133558" y="125266"/>
                </a:cubicBezTo>
                <a:cubicBezTo>
                  <a:pt x="132999" y="125607"/>
                  <a:pt x="132498" y="126036"/>
                  <a:pt x="132078" y="126540"/>
                </a:cubicBezTo>
                <a:cubicBezTo>
                  <a:pt x="131725" y="126827"/>
                  <a:pt x="131308" y="127031"/>
                  <a:pt x="130864" y="127132"/>
                </a:cubicBezTo>
                <a:cubicBezTo>
                  <a:pt x="130716" y="127161"/>
                  <a:pt x="130212" y="127872"/>
                  <a:pt x="129768" y="127872"/>
                </a:cubicBezTo>
                <a:cubicBezTo>
                  <a:pt x="129270" y="128216"/>
                  <a:pt x="128805" y="128601"/>
                  <a:pt x="128376" y="129027"/>
                </a:cubicBezTo>
                <a:cubicBezTo>
                  <a:pt x="127680" y="129676"/>
                  <a:pt x="126780" y="130064"/>
                  <a:pt x="125829" y="130123"/>
                </a:cubicBezTo>
                <a:cubicBezTo>
                  <a:pt x="124467" y="130064"/>
                  <a:pt x="123964" y="129205"/>
                  <a:pt x="123016" y="128731"/>
                </a:cubicBezTo>
                <a:cubicBezTo>
                  <a:pt x="122489" y="128456"/>
                  <a:pt x="122024" y="128071"/>
                  <a:pt x="121654" y="127606"/>
                </a:cubicBezTo>
                <a:cubicBezTo>
                  <a:pt x="120816" y="126631"/>
                  <a:pt x="120170" y="125506"/>
                  <a:pt x="119758" y="124289"/>
                </a:cubicBezTo>
                <a:cubicBezTo>
                  <a:pt x="120363" y="123214"/>
                  <a:pt x="120736" y="122023"/>
                  <a:pt x="120854" y="120795"/>
                </a:cubicBezTo>
                <a:cubicBezTo>
                  <a:pt x="120999" y="120025"/>
                  <a:pt x="121189" y="119263"/>
                  <a:pt x="121417" y="118514"/>
                </a:cubicBezTo>
                <a:cubicBezTo>
                  <a:pt x="121372" y="117901"/>
                  <a:pt x="121452" y="117288"/>
                  <a:pt x="121654" y="116708"/>
                </a:cubicBezTo>
                <a:cubicBezTo>
                  <a:pt x="122009" y="116027"/>
                  <a:pt x="122187" y="115701"/>
                  <a:pt x="122513" y="115138"/>
                </a:cubicBezTo>
                <a:cubicBezTo>
                  <a:pt x="122827" y="114771"/>
                  <a:pt x="122827" y="114232"/>
                  <a:pt x="122513" y="113865"/>
                </a:cubicBezTo>
                <a:cubicBezTo>
                  <a:pt x="122057" y="113441"/>
                  <a:pt x="121538" y="113092"/>
                  <a:pt x="120973" y="112828"/>
                </a:cubicBezTo>
                <a:cubicBezTo>
                  <a:pt x="120114" y="112651"/>
                  <a:pt x="119166" y="111407"/>
                  <a:pt x="118159" y="112088"/>
                </a:cubicBezTo>
                <a:cubicBezTo>
                  <a:pt x="117152" y="112769"/>
                  <a:pt x="115998" y="112740"/>
                  <a:pt x="115820" y="113302"/>
                </a:cubicBezTo>
                <a:cubicBezTo>
                  <a:pt x="115799" y="113895"/>
                  <a:pt x="115669" y="114475"/>
                  <a:pt x="115435" y="115020"/>
                </a:cubicBezTo>
                <a:cubicBezTo>
                  <a:pt x="115642" y="115760"/>
                  <a:pt x="114783" y="116293"/>
                  <a:pt x="113984" y="115760"/>
                </a:cubicBezTo>
                <a:cubicBezTo>
                  <a:pt x="113578" y="115322"/>
                  <a:pt x="113232" y="114833"/>
                  <a:pt x="112947" y="114309"/>
                </a:cubicBezTo>
                <a:cubicBezTo>
                  <a:pt x="112444" y="113184"/>
                  <a:pt x="113036" y="111970"/>
                  <a:pt x="111704" y="110607"/>
                </a:cubicBezTo>
                <a:cubicBezTo>
                  <a:pt x="111034" y="110060"/>
                  <a:pt x="110273" y="109636"/>
                  <a:pt x="109453" y="109364"/>
                </a:cubicBezTo>
                <a:cubicBezTo>
                  <a:pt x="109038" y="109364"/>
                  <a:pt x="108476" y="109186"/>
                  <a:pt x="108239" y="109364"/>
                </a:cubicBezTo>
                <a:close/>
                <a:moveTo>
                  <a:pt x="367269" y="97104"/>
                </a:moveTo>
                <a:cubicBezTo>
                  <a:pt x="367180" y="101617"/>
                  <a:pt x="366410" y="106089"/>
                  <a:pt x="364989" y="110371"/>
                </a:cubicBezTo>
                <a:cubicBezTo>
                  <a:pt x="363955" y="113759"/>
                  <a:pt x="361370" y="116454"/>
                  <a:pt x="358030" y="117627"/>
                </a:cubicBezTo>
                <a:cubicBezTo>
                  <a:pt x="357396" y="119252"/>
                  <a:pt x="356484" y="120754"/>
                  <a:pt x="355335" y="122069"/>
                </a:cubicBezTo>
                <a:cubicBezTo>
                  <a:pt x="348168" y="130597"/>
                  <a:pt x="335138" y="139866"/>
                  <a:pt x="320331" y="146263"/>
                </a:cubicBezTo>
                <a:cubicBezTo>
                  <a:pt x="323755" y="145232"/>
                  <a:pt x="327436" y="145472"/>
                  <a:pt x="330696" y="146944"/>
                </a:cubicBezTo>
                <a:lnTo>
                  <a:pt x="330815" y="146855"/>
                </a:lnTo>
                <a:cubicBezTo>
                  <a:pt x="335032" y="148919"/>
                  <a:pt x="338867" y="151682"/>
                  <a:pt x="342156" y="155029"/>
                </a:cubicBezTo>
                <a:cubicBezTo>
                  <a:pt x="342156" y="155029"/>
                  <a:pt x="337833" y="157309"/>
                  <a:pt x="328771" y="155266"/>
                </a:cubicBezTo>
                <a:cubicBezTo>
                  <a:pt x="324415" y="154078"/>
                  <a:pt x="320891" y="150874"/>
                  <a:pt x="319295" y="146648"/>
                </a:cubicBezTo>
                <a:lnTo>
                  <a:pt x="311863" y="149377"/>
                </a:lnTo>
                <a:lnTo>
                  <a:pt x="313453" y="157534"/>
                </a:lnTo>
                <a:cubicBezTo>
                  <a:pt x="314438" y="162594"/>
                  <a:pt x="315519" y="168162"/>
                  <a:pt x="316067" y="171019"/>
                </a:cubicBezTo>
                <a:cubicBezTo>
                  <a:pt x="347099" y="171194"/>
                  <a:pt x="377971" y="166539"/>
                  <a:pt x="407573" y="157219"/>
                </a:cubicBezTo>
                <a:lnTo>
                  <a:pt x="410742" y="156153"/>
                </a:lnTo>
                <a:lnTo>
                  <a:pt x="410742" y="159470"/>
                </a:lnTo>
                <a:cubicBezTo>
                  <a:pt x="410721" y="168807"/>
                  <a:pt x="407526" y="177863"/>
                  <a:pt x="401680" y="185145"/>
                </a:cubicBezTo>
                <a:cubicBezTo>
                  <a:pt x="395828" y="192187"/>
                  <a:pt x="387981" y="197298"/>
                  <a:pt x="379173" y="199804"/>
                </a:cubicBezTo>
                <a:cubicBezTo>
                  <a:pt x="378211" y="206538"/>
                  <a:pt x="374885" y="212712"/>
                  <a:pt x="369786" y="217216"/>
                </a:cubicBezTo>
                <a:cubicBezTo>
                  <a:pt x="368448" y="218348"/>
                  <a:pt x="366999" y="219340"/>
                  <a:pt x="365463" y="220178"/>
                </a:cubicBezTo>
                <a:cubicBezTo>
                  <a:pt x="385807" y="217868"/>
                  <a:pt x="401295" y="214966"/>
                  <a:pt x="408698" y="213574"/>
                </a:cubicBezTo>
                <a:lnTo>
                  <a:pt x="412104" y="212922"/>
                </a:lnTo>
                <a:lnTo>
                  <a:pt x="411926" y="212922"/>
                </a:lnTo>
                <a:cubicBezTo>
                  <a:pt x="415272" y="212360"/>
                  <a:pt x="418530" y="211649"/>
                  <a:pt x="421195" y="210998"/>
                </a:cubicBezTo>
                <a:cubicBezTo>
                  <a:pt x="417197" y="218552"/>
                  <a:pt x="412382" y="225642"/>
                  <a:pt x="406833" y="232142"/>
                </a:cubicBezTo>
                <a:cubicBezTo>
                  <a:pt x="397466" y="243279"/>
                  <a:pt x="385967" y="252430"/>
                  <a:pt x="373014" y="259061"/>
                </a:cubicBezTo>
                <a:cubicBezTo>
                  <a:pt x="361616" y="264829"/>
                  <a:pt x="349370" y="268738"/>
                  <a:pt x="336737" y="270639"/>
                </a:cubicBezTo>
                <a:cubicBezTo>
                  <a:pt x="334774" y="270915"/>
                  <a:pt x="332796" y="271042"/>
                  <a:pt x="330814" y="271024"/>
                </a:cubicBezTo>
                <a:cubicBezTo>
                  <a:pt x="327119" y="271010"/>
                  <a:pt x="323429" y="270743"/>
                  <a:pt x="319768" y="270225"/>
                </a:cubicBezTo>
                <a:lnTo>
                  <a:pt x="316274" y="269721"/>
                </a:lnTo>
                <a:lnTo>
                  <a:pt x="323056" y="298062"/>
                </a:lnTo>
                <a:lnTo>
                  <a:pt x="300461" y="299513"/>
                </a:lnTo>
                <a:lnTo>
                  <a:pt x="277836" y="298062"/>
                </a:lnTo>
                <a:lnTo>
                  <a:pt x="284617" y="269721"/>
                </a:lnTo>
                <a:lnTo>
                  <a:pt x="281123" y="270225"/>
                </a:lnTo>
                <a:cubicBezTo>
                  <a:pt x="277463" y="270743"/>
                  <a:pt x="273773" y="271010"/>
                  <a:pt x="270077" y="271024"/>
                </a:cubicBezTo>
                <a:cubicBezTo>
                  <a:pt x="268096" y="271045"/>
                  <a:pt x="266115" y="270915"/>
                  <a:pt x="264154" y="270639"/>
                </a:cubicBezTo>
                <a:cubicBezTo>
                  <a:pt x="251512" y="268744"/>
                  <a:pt x="239255" y="264835"/>
                  <a:pt x="227848" y="259061"/>
                </a:cubicBezTo>
                <a:cubicBezTo>
                  <a:pt x="214892" y="252433"/>
                  <a:pt x="203396" y="243279"/>
                  <a:pt x="194029" y="232142"/>
                </a:cubicBezTo>
                <a:cubicBezTo>
                  <a:pt x="188479" y="225642"/>
                  <a:pt x="183664" y="218552"/>
                  <a:pt x="179666" y="210998"/>
                </a:cubicBezTo>
                <a:cubicBezTo>
                  <a:pt x="182361" y="211649"/>
                  <a:pt x="185678" y="212360"/>
                  <a:pt x="188935" y="212922"/>
                </a:cubicBezTo>
                <a:lnTo>
                  <a:pt x="192371" y="213574"/>
                </a:lnTo>
                <a:cubicBezTo>
                  <a:pt x="199744" y="214966"/>
                  <a:pt x="215203" y="217868"/>
                  <a:pt x="235577" y="220148"/>
                </a:cubicBezTo>
                <a:cubicBezTo>
                  <a:pt x="234040" y="219369"/>
                  <a:pt x="232589" y="218425"/>
                  <a:pt x="231253" y="217335"/>
                </a:cubicBezTo>
                <a:cubicBezTo>
                  <a:pt x="226169" y="212822"/>
                  <a:pt x="222843" y="206653"/>
                  <a:pt x="221866" y="199922"/>
                </a:cubicBezTo>
                <a:cubicBezTo>
                  <a:pt x="213062" y="197408"/>
                  <a:pt x="205217" y="192299"/>
                  <a:pt x="199359" y="185263"/>
                </a:cubicBezTo>
                <a:cubicBezTo>
                  <a:pt x="193535" y="177969"/>
                  <a:pt x="190342" y="168923"/>
                  <a:pt x="190298" y="159588"/>
                </a:cubicBezTo>
                <a:lnTo>
                  <a:pt x="190298" y="156272"/>
                </a:lnTo>
                <a:lnTo>
                  <a:pt x="193437" y="157338"/>
                </a:lnTo>
                <a:cubicBezTo>
                  <a:pt x="223092" y="166633"/>
                  <a:pt x="254014" y="171247"/>
                  <a:pt x="285091" y="171019"/>
                </a:cubicBezTo>
                <a:cubicBezTo>
                  <a:pt x="286187" y="165304"/>
                  <a:pt x="289414" y="148750"/>
                  <a:pt x="289740" y="147091"/>
                </a:cubicBezTo>
                <a:lnTo>
                  <a:pt x="289740" y="146706"/>
                </a:lnTo>
                <a:cubicBezTo>
                  <a:pt x="290333" y="143656"/>
                  <a:pt x="292109" y="134446"/>
                  <a:pt x="300372" y="134446"/>
                </a:cubicBezTo>
                <a:lnTo>
                  <a:pt x="300757" y="134446"/>
                </a:lnTo>
                <a:cubicBezTo>
                  <a:pt x="304888" y="134446"/>
                  <a:pt x="307405" y="136771"/>
                  <a:pt x="308963" y="139466"/>
                </a:cubicBezTo>
                <a:lnTo>
                  <a:pt x="311088" y="145733"/>
                </a:lnTo>
                <a:lnTo>
                  <a:pt x="318229" y="143124"/>
                </a:lnTo>
                <a:cubicBezTo>
                  <a:pt x="315833" y="139357"/>
                  <a:pt x="314791" y="134888"/>
                  <a:pt x="315267" y="130449"/>
                </a:cubicBezTo>
                <a:cubicBezTo>
                  <a:pt x="316348" y="125788"/>
                  <a:pt x="318791" y="121550"/>
                  <a:pt x="322286" y="118278"/>
                </a:cubicBezTo>
                <a:cubicBezTo>
                  <a:pt x="323621" y="122714"/>
                  <a:pt x="324388" y="127301"/>
                  <a:pt x="324566" y="131930"/>
                </a:cubicBezTo>
                <a:cubicBezTo>
                  <a:pt x="324744" y="137083"/>
                  <a:pt x="319443" y="142087"/>
                  <a:pt x="318406" y="143005"/>
                </a:cubicBezTo>
                <a:lnTo>
                  <a:pt x="332762" y="134545"/>
                </a:lnTo>
                <a:lnTo>
                  <a:pt x="330044" y="122779"/>
                </a:lnTo>
                <a:cubicBezTo>
                  <a:pt x="330945" y="118091"/>
                  <a:pt x="333174" y="113764"/>
                  <a:pt x="336470" y="110311"/>
                </a:cubicBezTo>
                <a:cubicBezTo>
                  <a:pt x="337797" y="114804"/>
                  <a:pt x="338591" y="119435"/>
                  <a:pt x="338839" y="124111"/>
                </a:cubicBezTo>
                <a:lnTo>
                  <a:pt x="338928" y="124111"/>
                </a:lnTo>
                <a:cubicBezTo>
                  <a:pt x="339002" y="127014"/>
                  <a:pt x="337521" y="129886"/>
                  <a:pt x="336022" y="132033"/>
                </a:cubicBezTo>
                <a:lnTo>
                  <a:pt x="335027" y="133210"/>
                </a:lnTo>
                <a:lnTo>
                  <a:pt x="346095" y="126688"/>
                </a:lnTo>
                <a:cubicBezTo>
                  <a:pt x="343910" y="122972"/>
                  <a:pt x="342935" y="118666"/>
                  <a:pt x="343311" y="114369"/>
                </a:cubicBezTo>
                <a:cubicBezTo>
                  <a:pt x="344135" y="109942"/>
                  <a:pt x="346187" y="105837"/>
                  <a:pt x="349234" y="102524"/>
                </a:cubicBezTo>
                <a:cubicBezTo>
                  <a:pt x="350463" y="106838"/>
                  <a:pt x="351189" y="111280"/>
                  <a:pt x="351396" y="115761"/>
                </a:cubicBezTo>
                <a:cubicBezTo>
                  <a:pt x="351663" y="120736"/>
                  <a:pt x="346984" y="125830"/>
                  <a:pt x="346184" y="126659"/>
                </a:cubicBezTo>
                <a:cubicBezTo>
                  <a:pt x="349228" y="124236"/>
                  <a:pt x="352098" y="121607"/>
                  <a:pt x="354772" y="118781"/>
                </a:cubicBezTo>
                <a:cubicBezTo>
                  <a:pt x="355424" y="118071"/>
                  <a:pt x="356164" y="117153"/>
                  <a:pt x="356697" y="116472"/>
                </a:cubicBezTo>
                <a:cubicBezTo>
                  <a:pt x="355983" y="112841"/>
                  <a:pt x="356581" y="109071"/>
                  <a:pt x="358385" y="105840"/>
                </a:cubicBezTo>
                <a:cubicBezTo>
                  <a:pt x="360381" y="102085"/>
                  <a:pt x="363481" y="99035"/>
                  <a:pt x="367269" y="97104"/>
                </a:cubicBezTo>
                <a:close/>
                <a:moveTo>
                  <a:pt x="176705" y="95564"/>
                </a:moveTo>
                <a:cubicBezTo>
                  <a:pt x="176705" y="95564"/>
                  <a:pt x="174929" y="96659"/>
                  <a:pt x="174929" y="96659"/>
                </a:cubicBezTo>
                <a:cubicBezTo>
                  <a:pt x="174561" y="97175"/>
                  <a:pt x="174111" y="97625"/>
                  <a:pt x="173596" y="97992"/>
                </a:cubicBezTo>
                <a:cubicBezTo>
                  <a:pt x="173241" y="98199"/>
                  <a:pt x="172086" y="96422"/>
                  <a:pt x="171049" y="97044"/>
                </a:cubicBezTo>
                <a:cubicBezTo>
                  <a:pt x="170753" y="97222"/>
                  <a:pt x="170516" y="97933"/>
                  <a:pt x="170250" y="98377"/>
                </a:cubicBezTo>
                <a:cubicBezTo>
                  <a:pt x="169791" y="99559"/>
                  <a:pt x="169791" y="100867"/>
                  <a:pt x="170250" y="102049"/>
                </a:cubicBezTo>
                <a:cubicBezTo>
                  <a:pt x="170250" y="102464"/>
                  <a:pt x="170072" y="103322"/>
                  <a:pt x="170250" y="103619"/>
                </a:cubicBezTo>
                <a:cubicBezTo>
                  <a:pt x="170427" y="103915"/>
                  <a:pt x="171020" y="104211"/>
                  <a:pt x="171168" y="104477"/>
                </a:cubicBezTo>
                <a:cubicBezTo>
                  <a:pt x="171316" y="104744"/>
                  <a:pt x="171553" y="105573"/>
                  <a:pt x="171731" y="105869"/>
                </a:cubicBezTo>
                <a:cubicBezTo>
                  <a:pt x="172352" y="107113"/>
                  <a:pt x="173626" y="106965"/>
                  <a:pt x="174692" y="106343"/>
                </a:cubicBezTo>
                <a:cubicBezTo>
                  <a:pt x="175195" y="106017"/>
                  <a:pt x="175728" y="104833"/>
                  <a:pt x="175995" y="104566"/>
                </a:cubicBezTo>
                <a:cubicBezTo>
                  <a:pt x="176261" y="104300"/>
                  <a:pt x="176942" y="104270"/>
                  <a:pt x="177239" y="103678"/>
                </a:cubicBezTo>
                <a:cubicBezTo>
                  <a:pt x="177547" y="103225"/>
                  <a:pt x="177777" y="102724"/>
                  <a:pt x="177920" y="102197"/>
                </a:cubicBezTo>
                <a:lnTo>
                  <a:pt x="177920" y="102079"/>
                </a:lnTo>
                <a:cubicBezTo>
                  <a:pt x="178008" y="101368"/>
                  <a:pt x="177623" y="100953"/>
                  <a:pt x="177772" y="100331"/>
                </a:cubicBezTo>
                <a:cubicBezTo>
                  <a:pt x="177712" y="100006"/>
                  <a:pt x="178216" y="99502"/>
                  <a:pt x="178216" y="99265"/>
                </a:cubicBezTo>
                <a:cubicBezTo>
                  <a:pt x="178269" y="98815"/>
                  <a:pt x="178361" y="98368"/>
                  <a:pt x="178482" y="97933"/>
                </a:cubicBezTo>
                <a:cubicBezTo>
                  <a:pt x="178405" y="97486"/>
                  <a:pt x="178234" y="97062"/>
                  <a:pt x="177979" y="96689"/>
                </a:cubicBezTo>
                <a:cubicBezTo>
                  <a:pt x="177929" y="96277"/>
                  <a:pt x="177766" y="95886"/>
                  <a:pt x="177505" y="95564"/>
                </a:cubicBezTo>
                <a:cubicBezTo>
                  <a:pt x="177298" y="95297"/>
                  <a:pt x="176705" y="95564"/>
                  <a:pt x="176705" y="95564"/>
                </a:cubicBezTo>
                <a:close/>
                <a:moveTo>
                  <a:pt x="1217989" y="92910"/>
                </a:moveTo>
                <a:cubicBezTo>
                  <a:pt x="1220621" y="93007"/>
                  <a:pt x="1223243" y="93282"/>
                  <a:pt x="1225836" y="93735"/>
                </a:cubicBezTo>
                <a:cubicBezTo>
                  <a:pt x="1229067" y="93944"/>
                  <a:pt x="1232309" y="93944"/>
                  <a:pt x="1235541" y="93735"/>
                </a:cubicBezTo>
                <a:cubicBezTo>
                  <a:pt x="1238018" y="93735"/>
                  <a:pt x="1239567" y="96936"/>
                  <a:pt x="1240599" y="97762"/>
                </a:cubicBezTo>
                <a:cubicBezTo>
                  <a:pt x="1241632" y="98588"/>
                  <a:pt x="1248137" y="98898"/>
                  <a:pt x="1249686" y="100549"/>
                </a:cubicBezTo>
                <a:cubicBezTo>
                  <a:pt x="1251233" y="102201"/>
                  <a:pt x="1251027" y="107466"/>
                  <a:pt x="1252679" y="110873"/>
                </a:cubicBezTo>
                <a:cubicBezTo>
                  <a:pt x="1254331" y="114281"/>
                  <a:pt x="1259287" y="116036"/>
                  <a:pt x="1259700" y="126360"/>
                </a:cubicBezTo>
                <a:cubicBezTo>
                  <a:pt x="1260113" y="136684"/>
                  <a:pt x="1257325" y="136890"/>
                  <a:pt x="1251027" y="142260"/>
                </a:cubicBezTo>
                <a:cubicBezTo>
                  <a:pt x="1249272" y="144531"/>
                  <a:pt x="1249479" y="148145"/>
                  <a:pt x="1252679" y="147525"/>
                </a:cubicBezTo>
                <a:cubicBezTo>
                  <a:pt x="1258358" y="146389"/>
                  <a:pt x="1278799" y="141846"/>
                  <a:pt x="1283652" y="140298"/>
                </a:cubicBezTo>
                <a:cubicBezTo>
                  <a:pt x="1289421" y="138490"/>
                  <a:pt x="1295324" y="137144"/>
                  <a:pt x="1301307" y="136272"/>
                </a:cubicBezTo>
                <a:cubicBezTo>
                  <a:pt x="1303268" y="136065"/>
                  <a:pt x="1306468" y="138852"/>
                  <a:pt x="1308843" y="139472"/>
                </a:cubicBezTo>
                <a:cubicBezTo>
                  <a:pt x="1311217" y="140091"/>
                  <a:pt x="1315864" y="139885"/>
                  <a:pt x="1316690" y="142053"/>
                </a:cubicBezTo>
                <a:cubicBezTo>
                  <a:pt x="1318298" y="146165"/>
                  <a:pt x="1321799" y="149244"/>
                  <a:pt x="1326084" y="150313"/>
                </a:cubicBezTo>
                <a:lnTo>
                  <a:pt x="1325878" y="150313"/>
                </a:lnTo>
                <a:cubicBezTo>
                  <a:pt x="1328096" y="150867"/>
                  <a:pt x="1329764" y="152699"/>
                  <a:pt x="1330111" y="154958"/>
                </a:cubicBezTo>
                <a:cubicBezTo>
                  <a:pt x="1330111" y="156920"/>
                  <a:pt x="1329595" y="160224"/>
                  <a:pt x="1329595" y="164456"/>
                </a:cubicBezTo>
                <a:cubicBezTo>
                  <a:pt x="1328975" y="171064"/>
                  <a:pt x="1317619" y="175711"/>
                  <a:pt x="1312663" y="178807"/>
                </a:cubicBezTo>
                <a:cubicBezTo>
                  <a:pt x="1311011" y="179943"/>
                  <a:pt x="1309359" y="176124"/>
                  <a:pt x="1303578" y="176124"/>
                </a:cubicBezTo>
                <a:cubicBezTo>
                  <a:pt x="1301616" y="176227"/>
                  <a:pt x="1290156" y="177156"/>
                  <a:pt x="1288195" y="177156"/>
                </a:cubicBezTo>
                <a:lnTo>
                  <a:pt x="1275909" y="178602"/>
                </a:lnTo>
                <a:cubicBezTo>
                  <a:pt x="1273121" y="179220"/>
                  <a:pt x="1267339" y="181182"/>
                  <a:pt x="1264655" y="182008"/>
                </a:cubicBezTo>
                <a:cubicBezTo>
                  <a:pt x="1260816" y="183090"/>
                  <a:pt x="1257056" y="184436"/>
                  <a:pt x="1253401" y="186035"/>
                </a:cubicBezTo>
                <a:cubicBezTo>
                  <a:pt x="1251749" y="187067"/>
                  <a:pt x="1247724" y="185209"/>
                  <a:pt x="1243077" y="186035"/>
                </a:cubicBezTo>
                <a:cubicBezTo>
                  <a:pt x="1241013" y="186448"/>
                  <a:pt x="1233683" y="190887"/>
                  <a:pt x="1227384" y="192641"/>
                </a:cubicBezTo>
                <a:cubicBezTo>
                  <a:pt x="1214971" y="194814"/>
                  <a:pt x="1202724" y="197850"/>
                  <a:pt x="1190734" y="201727"/>
                </a:cubicBezTo>
                <a:cubicBezTo>
                  <a:pt x="1188049" y="204412"/>
                  <a:pt x="1182475" y="203276"/>
                  <a:pt x="1180410" y="204412"/>
                </a:cubicBezTo>
                <a:cubicBezTo>
                  <a:pt x="1178345" y="205548"/>
                  <a:pt x="1172873" y="205548"/>
                  <a:pt x="1170085" y="206992"/>
                </a:cubicBezTo>
                <a:cubicBezTo>
                  <a:pt x="1165440" y="209367"/>
                  <a:pt x="1163374" y="208025"/>
                  <a:pt x="1160793" y="209367"/>
                </a:cubicBezTo>
                <a:cubicBezTo>
                  <a:pt x="1158289" y="210301"/>
                  <a:pt x="1155607" y="210654"/>
                  <a:pt x="1152947" y="210399"/>
                </a:cubicBezTo>
                <a:cubicBezTo>
                  <a:pt x="1150079" y="210971"/>
                  <a:pt x="1147251" y="211730"/>
                  <a:pt x="1144481" y="212671"/>
                </a:cubicBezTo>
                <a:cubicBezTo>
                  <a:pt x="1142036" y="213236"/>
                  <a:pt x="1139493" y="213236"/>
                  <a:pt x="1137048" y="212671"/>
                </a:cubicBezTo>
                <a:cubicBezTo>
                  <a:pt x="1135097" y="212382"/>
                  <a:pt x="1133113" y="212382"/>
                  <a:pt x="1131162" y="212671"/>
                </a:cubicBezTo>
                <a:cubicBezTo>
                  <a:pt x="1129201" y="215252"/>
                  <a:pt x="1125485" y="215252"/>
                  <a:pt x="1121664" y="215252"/>
                </a:cubicBezTo>
                <a:cubicBezTo>
                  <a:pt x="1118862" y="215798"/>
                  <a:pt x="1116151" y="216737"/>
                  <a:pt x="1113612" y="218040"/>
                </a:cubicBezTo>
                <a:cubicBezTo>
                  <a:pt x="1112992" y="219899"/>
                  <a:pt x="1109689" y="221549"/>
                  <a:pt x="1106591" y="222066"/>
                </a:cubicBezTo>
                <a:cubicBezTo>
                  <a:pt x="1103494" y="222582"/>
                  <a:pt x="1105352" y="220104"/>
                  <a:pt x="1100913" y="218040"/>
                </a:cubicBezTo>
                <a:cubicBezTo>
                  <a:pt x="1098848" y="217421"/>
                  <a:pt x="1094202" y="219176"/>
                  <a:pt x="1090588" y="217421"/>
                </a:cubicBezTo>
                <a:cubicBezTo>
                  <a:pt x="1086975" y="215665"/>
                  <a:pt x="1087182" y="210606"/>
                  <a:pt x="1087905" y="206373"/>
                </a:cubicBezTo>
                <a:cubicBezTo>
                  <a:pt x="1088008" y="205444"/>
                  <a:pt x="1087389" y="201521"/>
                  <a:pt x="1087389" y="197288"/>
                </a:cubicBezTo>
                <a:cubicBezTo>
                  <a:pt x="1086944" y="194707"/>
                  <a:pt x="1087662" y="192063"/>
                  <a:pt x="1089349" y="190061"/>
                </a:cubicBezTo>
                <a:cubicBezTo>
                  <a:pt x="1095580" y="185445"/>
                  <a:pt x="1102568" y="181952"/>
                  <a:pt x="1109998" y="179736"/>
                </a:cubicBezTo>
                <a:cubicBezTo>
                  <a:pt x="1111960" y="179323"/>
                  <a:pt x="1113922" y="182834"/>
                  <a:pt x="1115471" y="182834"/>
                </a:cubicBezTo>
                <a:cubicBezTo>
                  <a:pt x="1117018" y="182834"/>
                  <a:pt x="1124246" y="178807"/>
                  <a:pt x="1127343" y="178807"/>
                </a:cubicBezTo>
                <a:cubicBezTo>
                  <a:pt x="1136940" y="177652"/>
                  <a:pt x="1146431" y="175754"/>
                  <a:pt x="1155735" y="173129"/>
                </a:cubicBezTo>
                <a:cubicBezTo>
                  <a:pt x="1160587" y="171477"/>
                  <a:pt x="1165026" y="173749"/>
                  <a:pt x="1167814" y="171477"/>
                </a:cubicBezTo>
                <a:cubicBezTo>
                  <a:pt x="1175079" y="168790"/>
                  <a:pt x="1182490" y="166515"/>
                  <a:pt x="1190011" y="164664"/>
                </a:cubicBezTo>
                <a:cubicBezTo>
                  <a:pt x="1192695" y="164044"/>
                  <a:pt x="1197650" y="162702"/>
                  <a:pt x="1199096" y="159398"/>
                </a:cubicBezTo>
                <a:cubicBezTo>
                  <a:pt x="1199251" y="157280"/>
                  <a:pt x="1198897" y="155157"/>
                  <a:pt x="1198064" y="153203"/>
                </a:cubicBezTo>
                <a:cubicBezTo>
                  <a:pt x="1196824" y="150003"/>
                  <a:pt x="1194347" y="151138"/>
                  <a:pt x="1191663" y="151138"/>
                </a:cubicBezTo>
                <a:cubicBezTo>
                  <a:pt x="1189111" y="150428"/>
                  <a:pt x="1186931" y="148765"/>
                  <a:pt x="1185571" y="146493"/>
                </a:cubicBezTo>
                <a:cubicBezTo>
                  <a:pt x="1185442" y="144265"/>
                  <a:pt x="1185943" y="142047"/>
                  <a:pt x="1187017" y="140091"/>
                </a:cubicBezTo>
                <a:cubicBezTo>
                  <a:pt x="1187843" y="137820"/>
                  <a:pt x="1188359" y="136890"/>
                  <a:pt x="1189392" y="134000"/>
                </a:cubicBezTo>
                <a:cubicBezTo>
                  <a:pt x="1190354" y="131500"/>
                  <a:pt x="1191181" y="128950"/>
                  <a:pt x="1191869" y="126360"/>
                </a:cubicBezTo>
                <a:cubicBezTo>
                  <a:pt x="1193212" y="122127"/>
                  <a:pt x="1185158" y="110461"/>
                  <a:pt x="1184126" y="107261"/>
                </a:cubicBezTo>
                <a:cubicBezTo>
                  <a:pt x="1183628" y="104839"/>
                  <a:pt x="1184500" y="102341"/>
                  <a:pt x="1186397" y="100756"/>
                </a:cubicBezTo>
                <a:cubicBezTo>
                  <a:pt x="1189908" y="97142"/>
                  <a:pt x="1193934" y="98794"/>
                  <a:pt x="1198064" y="98794"/>
                </a:cubicBezTo>
                <a:cubicBezTo>
                  <a:pt x="1200495" y="98371"/>
                  <a:pt x="1202812" y="97458"/>
                  <a:pt x="1204878" y="96110"/>
                </a:cubicBezTo>
                <a:cubicBezTo>
                  <a:pt x="1206220" y="95387"/>
                  <a:pt x="1208389" y="96419"/>
                  <a:pt x="1211382" y="95387"/>
                </a:cubicBezTo>
                <a:cubicBezTo>
                  <a:pt x="1214376" y="94355"/>
                  <a:pt x="1214376" y="92910"/>
                  <a:pt x="1217989" y="92910"/>
                </a:cubicBezTo>
                <a:close/>
                <a:moveTo>
                  <a:pt x="2580585" y="91051"/>
                </a:moveTo>
                <a:cubicBezTo>
                  <a:pt x="2585334" y="91361"/>
                  <a:pt x="2588741" y="95801"/>
                  <a:pt x="2591529" y="99518"/>
                </a:cubicBezTo>
                <a:cubicBezTo>
                  <a:pt x="2594316" y="103234"/>
                  <a:pt x="2590496" y="109739"/>
                  <a:pt x="2586882" y="112939"/>
                </a:cubicBezTo>
                <a:cubicBezTo>
                  <a:pt x="2583032" y="116127"/>
                  <a:pt x="2579960" y="120153"/>
                  <a:pt x="2577901" y="124709"/>
                </a:cubicBezTo>
                <a:cubicBezTo>
                  <a:pt x="2577281" y="126051"/>
                  <a:pt x="2577281" y="134516"/>
                  <a:pt x="2577901" y="135033"/>
                </a:cubicBezTo>
                <a:cubicBezTo>
                  <a:pt x="2578520" y="135549"/>
                  <a:pt x="2583166" y="138750"/>
                  <a:pt x="2583476" y="143395"/>
                </a:cubicBezTo>
                <a:cubicBezTo>
                  <a:pt x="2583786" y="148041"/>
                  <a:pt x="2579346" y="151655"/>
                  <a:pt x="2571293" y="168071"/>
                </a:cubicBezTo>
                <a:cubicBezTo>
                  <a:pt x="2571603" y="168277"/>
                  <a:pt x="2564066" y="178601"/>
                  <a:pt x="2562104" y="181389"/>
                </a:cubicBezTo>
                <a:cubicBezTo>
                  <a:pt x="2560142" y="184176"/>
                  <a:pt x="2567060" y="188925"/>
                  <a:pt x="2573254" y="187273"/>
                </a:cubicBezTo>
                <a:cubicBezTo>
                  <a:pt x="2576558" y="186344"/>
                  <a:pt x="2571293" y="196049"/>
                  <a:pt x="2578727" y="196049"/>
                </a:cubicBezTo>
                <a:cubicBezTo>
                  <a:pt x="2584405" y="196049"/>
                  <a:pt x="2591219" y="190990"/>
                  <a:pt x="2589051" y="185724"/>
                </a:cubicBezTo>
                <a:cubicBezTo>
                  <a:pt x="2587192" y="183969"/>
                  <a:pt x="2583579" y="185724"/>
                  <a:pt x="2580069" y="182731"/>
                </a:cubicBezTo>
                <a:cubicBezTo>
                  <a:pt x="2576558" y="179737"/>
                  <a:pt x="2576662" y="172406"/>
                  <a:pt x="2578004" y="172406"/>
                </a:cubicBezTo>
                <a:cubicBezTo>
                  <a:pt x="2580386" y="171480"/>
                  <a:pt x="2582435" y="169862"/>
                  <a:pt x="2583889" y="167761"/>
                </a:cubicBezTo>
                <a:cubicBezTo>
                  <a:pt x="2585025" y="166625"/>
                  <a:pt x="2588637" y="164044"/>
                  <a:pt x="2588637" y="162185"/>
                </a:cubicBezTo>
                <a:cubicBezTo>
                  <a:pt x="2588637" y="160327"/>
                  <a:pt x="2583270" y="158985"/>
                  <a:pt x="2587812" y="152378"/>
                </a:cubicBezTo>
                <a:cubicBezTo>
                  <a:pt x="2590703" y="148144"/>
                  <a:pt x="2594316" y="148557"/>
                  <a:pt x="2596175" y="148144"/>
                </a:cubicBezTo>
                <a:cubicBezTo>
                  <a:pt x="2598033" y="147731"/>
                  <a:pt x="2599892" y="143292"/>
                  <a:pt x="2600923" y="141021"/>
                </a:cubicBezTo>
                <a:cubicBezTo>
                  <a:pt x="2602103" y="138554"/>
                  <a:pt x="2602837" y="135897"/>
                  <a:pt x="2603092" y="133174"/>
                </a:cubicBezTo>
                <a:cubicBezTo>
                  <a:pt x="2603195" y="126671"/>
                  <a:pt x="2595865" y="123779"/>
                  <a:pt x="2597104" y="118720"/>
                </a:cubicBezTo>
                <a:cubicBezTo>
                  <a:pt x="2599685" y="108499"/>
                  <a:pt x="2624567" y="104576"/>
                  <a:pt x="2627148" y="102821"/>
                </a:cubicBezTo>
                <a:cubicBezTo>
                  <a:pt x="2627869" y="102305"/>
                  <a:pt x="2628489" y="100034"/>
                  <a:pt x="2629832" y="99002"/>
                </a:cubicBezTo>
                <a:cubicBezTo>
                  <a:pt x="2632413" y="97044"/>
                  <a:pt x="2635856" y="96649"/>
                  <a:pt x="2638814" y="97969"/>
                </a:cubicBezTo>
                <a:cubicBezTo>
                  <a:pt x="2642244" y="99669"/>
                  <a:pt x="2645495" y="101710"/>
                  <a:pt x="2648519" y="104060"/>
                </a:cubicBezTo>
                <a:cubicBezTo>
                  <a:pt x="2650491" y="105867"/>
                  <a:pt x="2651422" y="108543"/>
                  <a:pt x="2650997" y="111184"/>
                </a:cubicBezTo>
                <a:cubicBezTo>
                  <a:pt x="2650583" y="114280"/>
                  <a:pt x="2648932" y="122954"/>
                  <a:pt x="2649861" y="123676"/>
                </a:cubicBezTo>
                <a:cubicBezTo>
                  <a:pt x="2650790" y="124399"/>
                  <a:pt x="2641086" y="129665"/>
                  <a:pt x="2636646" y="134000"/>
                </a:cubicBezTo>
                <a:cubicBezTo>
                  <a:pt x="2631011" y="141243"/>
                  <a:pt x="2627443" y="149877"/>
                  <a:pt x="2626322" y="158985"/>
                </a:cubicBezTo>
                <a:cubicBezTo>
                  <a:pt x="2626115" y="159811"/>
                  <a:pt x="2623534" y="166006"/>
                  <a:pt x="2623224" y="167658"/>
                </a:cubicBezTo>
                <a:cubicBezTo>
                  <a:pt x="2622914" y="169310"/>
                  <a:pt x="2621779" y="173955"/>
                  <a:pt x="2620643" y="177982"/>
                </a:cubicBezTo>
                <a:cubicBezTo>
                  <a:pt x="2619228" y="182171"/>
                  <a:pt x="2618530" y="186569"/>
                  <a:pt x="2618578" y="190990"/>
                </a:cubicBezTo>
                <a:cubicBezTo>
                  <a:pt x="2618888" y="193571"/>
                  <a:pt x="2622398" y="192849"/>
                  <a:pt x="2624566" y="192849"/>
                </a:cubicBezTo>
                <a:cubicBezTo>
                  <a:pt x="2628975" y="191844"/>
                  <a:pt x="2633016" y="189626"/>
                  <a:pt x="2636233" y="186447"/>
                </a:cubicBezTo>
                <a:cubicBezTo>
                  <a:pt x="2638898" y="185999"/>
                  <a:pt x="2641620" y="185999"/>
                  <a:pt x="2644285" y="186447"/>
                </a:cubicBezTo>
                <a:cubicBezTo>
                  <a:pt x="2646350" y="187067"/>
                  <a:pt x="2648518" y="190474"/>
                  <a:pt x="2650790" y="191197"/>
                </a:cubicBezTo>
                <a:cubicBezTo>
                  <a:pt x="2653061" y="191919"/>
                  <a:pt x="2656261" y="192126"/>
                  <a:pt x="2658120" y="193365"/>
                </a:cubicBezTo>
                <a:cubicBezTo>
                  <a:pt x="2659978" y="194604"/>
                  <a:pt x="2664005" y="193365"/>
                  <a:pt x="2666483" y="196359"/>
                </a:cubicBezTo>
                <a:lnTo>
                  <a:pt x="2667103" y="196256"/>
                </a:lnTo>
                <a:cubicBezTo>
                  <a:pt x="2670538" y="202004"/>
                  <a:pt x="2672091" y="208681"/>
                  <a:pt x="2671542" y="215355"/>
                </a:cubicBezTo>
                <a:cubicBezTo>
                  <a:pt x="2671373" y="221401"/>
                  <a:pt x="2669744" y="227317"/>
                  <a:pt x="2666793" y="232597"/>
                </a:cubicBezTo>
                <a:cubicBezTo>
                  <a:pt x="2658969" y="237364"/>
                  <a:pt x="2649933" y="239766"/>
                  <a:pt x="2640776" y="239514"/>
                </a:cubicBezTo>
                <a:cubicBezTo>
                  <a:pt x="2637739" y="239506"/>
                  <a:pt x="2634831" y="240736"/>
                  <a:pt x="2632722" y="242921"/>
                </a:cubicBezTo>
                <a:cubicBezTo>
                  <a:pt x="2629296" y="244006"/>
                  <a:pt x="2625576" y="243672"/>
                  <a:pt x="2622398" y="241992"/>
                </a:cubicBezTo>
                <a:cubicBezTo>
                  <a:pt x="2618160" y="240955"/>
                  <a:pt x="2613732" y="240955"/>
                  <a:pt x="2609493" y="241992"/>
                </a:cubicBezTo>
                <a:cubicBezTo>
                  <a:pt x="2600452" y="244454"/>
                  <a:pt x="2592583" y="250053"/>
                  <a:pt x="2587295" y="257788"/>
                </a:cubicBezTo>
                <a:cubicBezTo>
                  <a:pt x="2585332" y="261306"/>
                  <a:pt x="2582531" y="264285"/>
                  <a:pt x="2579140" y="266460"/>
                </a:cubicBezTo>
                <a:cubicBezTo>
                  <a:pt x="2574220" y="269770"/>
                  <a:pt x="2569835" y="273808"/>
                  <a:pt x="2566131" y="278436"/>
                </a:cubicBezTo>
                <a:cubicBezTo>
                  <a:pt x="2563925" y="282127"/>
                  <a:pt x="2563189" y="286513"/>
                  <a:pt x="2564066" y="290723"/>
                </a:cubicBezTo>
                <a:cubicBezTo>
                  <a:pt x="2564479" y="291961"/>
                  <a:pt x="2567267" y="292683"/>
                  <a:pt x="2570261" y="291961"/>
                </a:cubicBezTo>
                <a:cubicBezTo>
                  <a:pt x="2573896" y="290286"/>
                  <a:pt x="2577618" y="288804"/>
                  <a:pt x="2581411" y="287522"/>
                </a:cubicBezTo>
                <a:cubicBezTo>
                  <a:pt x="2584405" y="287109"/>
                  <a:pt x="2586264" y="283392"/>
                  <a:pt x="2588741" y="283598"/>
                </a:cubicBezTo>
                <a:cubicBezTo>
                  <a:pt x="2591219" y="283805"/>
                  <a:pt x="2594523" y="288451"/>
                  <a:pt x="2601543" y="290103"/>
                </a:cubicBezTo>
                <a:cubicBezTo>
                  <a:pt x="2603711" y="290723"/>
                  <a:pt x="2607738" y="293303"/>
                  <a:pt x="2614035" y="295265"/>
                </a:cubicBezTo>
                <a:cubicBezTo>
                  <a:pt x="2614861" y="295471"/>
                  <a:pt x="2619817" y="296504"/>
                  <a:pt x="2618888" y="300221"/>
                </a:cubicBezTo>
                <a:cubicBezTo>
                  <a:pt x="2618727" y="304731"/>
                  <a:pt x="2617637" y="309159"/>
                  <a:pt x="2615687" y="313229"/>
                </a:cubicBezTo>
                <a:cubicBezTo>
                  <a:pt x="2613520" y="315810"/>
                  <a:pt x="2610939" y="319010"/>
                  <a:pt x="2608254" y="319630"/>
                </a:cubicBezTo>
                <a:cubicBezTo>
                  <a:pt x="2603401" y="320559"/>
                  <a:pt x="2600510" y="320662"/>
                  <a:pt x="2595142" y="322108"/>
                </a:cubicBezTo>
                <a:cubicBezTo>
                  <a:pt x="2592458" y="322831"/>
                  <a:pt x="2590496" y="324379"/>
                  <a:pt x="2586264" y="325102"/>
                </a:cubicBezTo>
                <a:cubicBezTo>
                  <a:pt x="2582031" y="325825"/>
                  <a:pt x="2565615" y="328922"/>
                  <a:pt x="2565615" y="334393"/>
                </a:cubicBezTo>
                <a:cubicBezTo>
                  <a:pt x="2566175" y="339123"/>
                  <a:pt x="2566485" y="343880"/>
                  <a:pt x="2566544" y="348641"/>
                </a:cubicBezTo>
                <a:cubicBezTo>
                  <a:pt x="2566308" y="352733"/>
                  <a:pt x="2565790" y="356803"/>
                  <a:pt x="2564995" y="360823"/>
                </a:cubicBezTo>
                <a:cubicBezTo>
                  <a:pt x="2563233" y="365267"/>
                  <a:pt x="2562254" y="369983"/>
                  <a:pt x="2562104" y="374761"/>
                </a:cubicBezTo>
                <a:cubicBezTo>
                  <a:pt x="2562414" y="379098"/>
                  <a:pt x="2557356" y="383228"/>
                  <a:pt x="2556736" y="384054"/>
                </a:cubicBezTo>
                <a:cubicBezTo>
                  <a:pt x="2553432" y="391177"/>
                  <a:pt x="2553949" y="401708"/>
                  <a:pt x="2546411" y="404082"/>
                </a:cubicBezTo>
                <a:cubicBezTo>
                  <a:pt x="2541509" y="406198"/>
                  <a:pt x="2536474" y="407992"/>
                  <a:pt x="2531339" y="409451"/>
                </a:cubicBezTo>
                <a:cubicBezTo>
                  <a:pt x="2527181" y="409997"/>
                  <a:pt x="2523116" y="411108"/>
                  <a:pt x="2519259" y="412754"/>
                </a:cubicBezTo>
                <a:cubicBezTo>
                  <a:pt x="2513325" y="414481"/>
                  <a:pt x="2507022" y="414481"/>
                  <a:pt x="2501089" y="412754"/>
                </a:cubicBezTo>
                <a:cubicBezTo>
                  <a:pt x="2498920" y="411000"/>
                  <a:pt x="2499953" y="405218"/>
                  <a:pt x="2499953" y="401811"/>
                </a:cubicBezTo>
                <a:cubicBezTo>
                  <a:pt x="2499850" y="395513"/>
                  <a:pt x="2483950" y="388905"/>
                  <a:pt x="2482401" y="385189"/>
                </a:cubicBezTo>
                <a:cubicBezTo>
                  <a:pt x="2480852" y="381472"/>
                  <a:pt x="2486325" y="381576"/>
                  <a:pt x="2491796" y="380543"/>
                </a:cubicBezTo>
                <a:cubicBezTo>
                  <a:pt x="2501192" y="378891"/>
                  <a:pt x="2510070" y="377859"/>
                  <a:pt x="2514510" y="376413"/>
                </a:cubicBezTo>
                <a:cubicBezTo>
                  <a:pt x="2523802" y="373006"/>
                  <a:pt x="2527725" y="354010"/>
                  <a:pt x="2532370" y="345440"/>
                </a:cubicBezTo>
                <a:cubicBezTo>
                  <a:pt x="2533816" y="342757"/>
                  <a:pt x="2533403" y="338420"/>
                  <a:pt x="2527415" y="338420"/>
                </a:cubicBezTo>
                <a:cubicBezTo>
                  <a:pt x="2521760" y="338898"/>
                  <a:pt x="2516161" y="339901"/>
                  <a:pt x="2510690" y="341415"/>
                </a:cubicBezTo>
                <a:cubicBezTo>
                  <a:pt x="2505039" y="342899"/>
                  <a:pt x="2499270" y="343900"/>
                  <a:pt x="2493448" y="344409"/>
                </a:cubicBezTo>
                <a:cubicBezTo>
                  <a:pt x="2489629" y="344615"/>
                  <a:pt x="2481575" y="349467"/>
                  <a:pt x="2479304" y="349467"/>
                </a:cubicBezTo>
                <a:cubicBezTo>
                  <a:pt x="2475175" y="349570"/>
                  <a:pt x="2471561" y="351222"/>
                  <a:pt x="2466605" y="346370"/>
                </a:cubicBezTo>
                <a:cubicBezTo>
                  <a:pt x="2464778" y="345302"/>
                  <a:pt x="2462840" y="344436"/>
                  <a:pt x="2460824" y="343789"/>
                </a:cubicBezTo>
                <a:cubicBezTo>
                  <a:pt x="2458036" y="342344"/>
                  <a:pt x="2459482" y="336665"/>
                  <a:pt x="2459482" y="334497"/>
                </a:cubicBezTo>
                <a:cubicBezTo>
                  <a:pt x="2459784" y="330136"/>
                  <a:pt x="2460651" y="325833"/>
                  <a:pt x="2462063" y="321695"/>
                </a:cubicBezTo>
                <a:cubicBezTo>
                  <a:pt x="2465658" y="316473"/>
                  <a:pt x="2471273" y="312993"/>
                  <a:pt x="2477548" y="312093"/>
                </a:cubicBezTo>
                <a:cubicBezTo>
                  <a:pt x="2479717" y="312093"/>
                  <a:pt x="2486532" y="314984"/>
                  <a:pt x="2488803" y="314984"/>
                </a:cubicBezTo>
                <a:cubicBezTo>
                  <a:pt x="2491074" y="314984"/>
                  <a:pt x="2496133" y="310132"/>
                  <a:pt x="2499746" y="308170"/>
                </a:cubicBezTo>
                <a:cubicBezTo>
                  <a:pt x="2504135" y="306557"/>
                  <a:pt x="2508662" y="305348"/>
                  <a:pt x="2513271" y="304556"/>
                </a:cubicBezTo>
                <a:cubicBezTo>
                  <a:pt x="2516205" y="303655"/>
                  <a:pt x="2518963" y="302258"/>
                  <a:pt x="2521427" y="300427"/>
                </a:cubicBezTo>
                <a:cubicBezTo>
                  <a:pt x="2523698" y="299085"/>
                  <a:pt x="2523492" y="297949"/>
                  <a:pt x="2524318" y="295678"/>
                </a:cubicBezTo>
                <a:cubicBezTo>
                  <a:pt x="2525144" y="293406"/>
                  <a:pt x="2524731" y="287522"/>
                  <a:pt x="2525763" y="285354"/>
                </a:cubicBezTo>
                <a:cubicBezTo>
                  <a:pt x="2527425" y="282069"/>
                  <a:pt x="2528706" y="278604"/>
                  <a:pt x="2529584" y="275030"/>
                </a:cubicBezTo>
                <a:cubicBezTo>
                  <a:pt x="2530100" y="272139"/>
                  <a:pt x="2523905" y="274307"/>
                  <a:pt x="2521737" y="274307"/>
                </a:cubicBezTo>
                <a:cubicBezTo>
                  <a:pt x="2518323" y="275247"/>
                  <a:pt x="2515290" y="277232"/>
                  <a:pt x="2513064" y="279985"/>
                </a:cubicBezTo>
                <a:cubicBezTo>
                  <a:pt x="2510280" y="282482"/>
                  <a:pt x="2506904" y="284223"/>
                  <a:pt x="2503256" y="285044"/>
                </a:cubicBezTo>
                <a:cubicBezTo>
                  <a:pt x="2500582" y="285972"/>
                  <a:pt x="2497671" y="285972"/>
                  <a:pt x="2494997" y="285044"/>
                </a:cubicBezTo>
                <a:cubicBezTo>
                  <a:pt x="2491899" y="283392"/>
                  <a:pt x="2491899" y="281224"/>
                  <a:pt x="2491901" y="277508"/>
                </a:cubicBezTo>
                <a:cubicBezTo>
                  <a:pt x="2491579" y="273616"/>
                  <a:pt x="2492366" y="269715"/>
                  <a:pt x="2494171" y="266253"/>
                </a:cubicBezTo>
                <a:cubicBezTo>
                  <a:pt x="2496029" y="264085"/>
                  <a:pt x="2495307" y="252522"/>
                  <a:pt x="2502844" y="245605"/>
                </a:cubicBezTo>
                <a:cubicBezTo>
                  <a:pt x="2505322" y="243437"/>
                  <a:pt x="2512239" y="246431"/>
                  <a:pt x="2515026" y="244779"/>
                </a:cubicBezTo>
                <a:cubicBezTo>
                  <a:pt x="2516488" y="243706"/>
                  <a:pt x="2518004" y="242706"/>
                  <a:pt x="2519568" y="241785"/>
                </a:cubicBezTo>
                <a:cubicBezTo>
                  <a:pt x="2522046" y="240753"/>
                  <a:pt x="2527829" y="241475"/>
                  <a:pt x="2530823" y="240753"/>
                </a:cubicBezTo>
                <a:cubicBezTo>
                  <a:pt x="2535163" y="240004"/>
                  <a:pt x="2539442" y="238934"/>
                  <a:pt x="2543625" y="237552"/>
                </a:cubicBezTo>
                <a:cubicBezTo>
                  <a:pt x="2545174" y="237037"/>
                  <a:pt x="2551367" y="237037"/>
                  <a:pt x="2553226" y="235901"/>
                </a:cubicBezTo>
                <a:cubicBezTo>
                  <a:pt x="2555084" y="234765"/>
                  <a:pt x="2554465" y="235075"/>
                  <a:pt x="2561278" y="233010"/>
                </a:cubicBezTo>
                <a:cubicBezTo>
                  <a:pt x="2560659" y="232804"/>
                  <a:pt x="2564066" y="230738"/>
                  <a:pt x="2566028" y="229603"/>
                </a:cubicBezTo>
                <a:cubicBezTo>
                  <a:pt x="2569758" y="229035"/>
                  <a:pt x="2573551" y="229035"/>
                  <a:pt x="2577281" y="229603"/>
                </a:cubicBezTo>
                <a:cubicBezTo>
                  <a:pt x="2580689" y="230325"/>
                  <a:pt x="2584818" y="229603"/>
                  <a:pt x="2586471" y="229603"/>
                </a:cubicBezTo>
                <a:cubicBezTo>
                  <a:pt x="2589482" y="230901"/>
                  <a:pt x="2592695" y="231669"/>
                  <a:pt x="2595968" y="231874"/>
                </a:cubicBezTo>
                <a:cubicBezTo>
                  <a:pt x="2598137" y="231771"/>
                  <a:pt x="2604021" y="226815"/>
                  <a:pt x="2606292" y="226815"/>
                </a:cubicBezTo>
                <a:cubicBezTo>
                  <a:pt x="2610477" y="224844"/>
                  <a:pt x="2612839" y="220330"/>
                  <a:pt x="2612074" y="215768"/>
                </a:cubicBezTo>
                <a:cubicBezTo>
                  <a:pt x="2607446" y="215633"/>
                  <a:pt x="2602824" y="216154"/>
                  <a:pt x="2598343" y="217317"/>
                </a:cubicBezTo>
                <a:cubicBezTo>
                  <a:pt x="2595246" y="218556"/>
                  <a:pt x="2585954" y="218349"/>
                  <a:pt x="2583889" y="219382"/>
                </a:cubicBezTo>
                <a:cubicBezTo>
                  <a:pt x="2576599" y="221905"/>
                  <a:pt x="2568828" y="222718"/>
                  <a:pt x="2561175" y="221757"/>
                </a:cubicBezTo>
                <a:cubicBezTo>
                  <a:pt x="2557225" y="221952"/>
                  <a:pt x="2553342" y="222861"/>
                  <a:pt x="2549715" y="224440"/>
                </a:cubicBezTo>
                <a:cubicBezTo>
                  <a:pt x="2545981" y="225602"/>
                  <a:pt x="2542143" y="226398"/>
                  <a:pt x="2538255" y="226815"/>
                </a:cubicBezTo>
                <a:cubicBezTo>
                  <a:pt x="2532025" y="227290"/>
                  <a:pt x="2525823" y="228082"/>
                  <a:pt x="2519671" y="229190"/>
                </a:cubicBezTo>
                <a:cubicBezTo>
                  <a:pt x="2516472" y="229913"/>
                  <a:pt x="2509657" y="230945"/>
                  <a:pt x="2505424" y="232081"/>
                </a:cubicBezTo>
                <a:cubicBezTo>
                  <a:pt x="2499517" y="233534"/>
                  <a:pt x="2493849" y="235829"/>
                  <a:pt x="2488596" y="238894"/>
                </a:cubicBezTo>
                <a:cubicBezTo>
                  <a:pt x="2484499" y="242938"/>
                  <a:pt x="2481019" y="247566"/>
                  <a:pt x="2478271" y="252625"/>
                </a:cubicBezTo>
                <a:cubicBezTo>
                  <a:pt x="2476810" y="254740"/>
                  <a:pt x="2475151" y="256711"/>
                  <a:pt x="2473316" y="258511"/>
                </a:cubicBezTo>
                <a:cubicBezTo>
                  <a:pt x="2464953" y="264603"/>
                  <a:pt x="2459792" y="273481"/>
                  <a:pt x="2451841" y="274927"/>
                </a:cubicBezTo>
                <a:cubicBezTo>
                  <a:pt x="2448598" y="275928"/>
                  <a:pt x="2445099" y="274502"/>
                  <a:pt x="2443479" y="271519"/>
                </a:cubicBezTo>
                <a:cubicBezTo>
                  <a:pt x="2439897" y="265515"/>
                  <a:pt x="2437742" y="258769"/>
                  <a:pt x="2437182" y="251799"/>
                </a:cubicBezTo>
                <a:cubicBezTo>
                  <a:pt x="2437182" y="245502"/>
                  <a:pt x="2440794" y="243954"/>
                  <a:pt x="2437182" y="231977"/>
                </a:cubicBezTo>
                <a:cubicBezTo>
                  <a:pt x="2436643" y="228927"/>
                  <a:pt x="2437834" y="225828"/>
                  <a:pt x="2440278" y="223924"/>
                </a:cubicBezTo>
                <a:cubicBezTo>
                  <a:pt x="2442379" y="223037"/>
                  <a:pt x="2444303" y="221777"/>
                  <a:pt x="2445957" y="220208"/>
                </a:cubicBezTo>
                <a:cubicBezTo>
                  <a:pt x="2450980" y="212824"/>
                  <a:pt x="2455598" y="205173"/>
                  <a:pt x="2459792" y="197287"/>
                </a:cubicBezTo>
                <a:cubicBezTo>
                  <a:pt x="2459792" y="197287"/>
                  <a:pt x="2462063" y="195946"/>
                  <a:pt x="2463715" y="197287"/>
                </a:cubicBezTo>
                <a:cubicBezTo>
                  <a:pt x="2465513" y="203038"/>
                  <a:pt x="2466453" y="209022"/>
                  <a:pt x="2466502" y="215045"/>
                </a:cubicBezTo>
                <a:cubicBezTo>
                  <a:pt x="2466464" y="215668"/>
                  <a:pt x="2466555" y="216292"/>
                  <a:pt x="2466769" y="216878"/>
                </a:cubicBezTo>
                <a:cubicBezTo>
                  <a:pt x="2467629" y="219234"/>
                  <a:pt x="2470236" y="220448"/>
                  <a:pt x="2472593" y="219588"/>
                </a:cubicBezTo>
                <a:cubicBezTo>
                  <a:pt x="2476784" y="218715"/>
                  <a:pt x="2480797" y="217145"/>
                  <a:pt x="2484466" y="214942"/>
                </a:cubicBezTo>
                <a:cubicBezTo>
                  <a:pt x="2485189" y="214426"/>
                  <a:pt x="2488493" y="212981"/>
                  <a:pt x="2488493" y="210916"/>
                </a:cubicBezTo>
                <a:cubicBezTo>
                  <a:pt x="2487781" y="208053"/>
                  <a:pt x="2486741" y="205281"/>
                  <a:pt x="2485395" y="202657"/>
                </a:cubicBezTo>
                <a:cubicBezTo>
                  <a:pt x="2484291" y="198747"/>
                  <a:pt x="2483600" y="194734"/>
                  <a:pt x="2483330" y="190680"/>
                </a:cubicBezTo>
                <a:cubicBezTo>
                  <a:pt x="2483330" y="188512"/>
                  <a:pt x="2484260" y="175710"/>
                  <a:pt x="2485189" y="166109"/>
                </a:cubicBezTo>
                <a:cubicBezTo>
                  <a:pt x="2485809" y="160740"/>
                  <a:pt x="2483434" y="154339"/>
                  <a:pt x="2483434" y="140092"/>
                </a:cubicBezTo>
                <a:cubicBezTo>
                  <a:pt x="2483665" y="135026"/>
                  <a:pt x="2482856" y="129967"/>
                  <a:pt x="2481059" y="125225"/>
                </a:cubicBezTo>
                <a:cubicBezTo>
                  <a:pt x="2478478" y="123676"/>
                  <a:pt x="2481989" y="117584"/>
                  <a:pt x="2486015" y="116655"/>
                </a:cubicBezTo>
                <a:cubicBezTo>
                  <a:pt x="2488384" y="116450"/>
                  <a:pt x="2490769" y="116450"/>
                  <a:pt x="2493138" y="116655"/>
                </a:cubicBezTo>
                <a:cubicBezTo>
                  <a:pt x="2494687" y="116552"/>
                  <a:pt x="2494480" y="113352"/>
                  <a:pt x="2496752" y="114280"/>
                </a:cubicBezTo>
                <a:cubicBezTo>
                  <a:pt x="2499023" y="115210"/>
                  <a:pt x="2498611" y="115623"/>
                  <a:pt x="2499850" y="118927"/>
                </a:cubicBezTo>
                <a:cubicBezTo>
                  <a:pt x="2501089" y="122231"/>
                  <a:pt x="2500159" y="123986"/>
                  <a:pt x="2501089" y="127393"/>
                </a:cubicBezTo>
                <a:cubicBezTo>
                  <a:pt x="2502018" y="130799"/>
                  <a:pt x="2500572" y="135755"/>
                  <a:pt x="2502018" y="137717"/>
                </a:cubicBezTo>
                <a:cubicBezTo>
                  <a:pt x="2502920" y="139791"/>
                  <a:pt x="2502920" y="142147"/>
                  <a:pt x="2502018" y="144221"/>
                </a:cubicBezTo>
                <a:cubicBezTo>
                  <a:pt x="2501587" y="146577"/>
                  <a:pt x="2501587" y="148990"/>
                  <a:pt x="2502018" y="151345"/>
                </a:cubicBezTo>
                <a:cubicBezTo>
                  <a:pt x="2502844" y="154030"/>
                  <a:pt x="2501708" y="156816"/>
                  <a:pt x="2502018" y="160327"/>
                </a:cubicBezTo>
                <a:cubicBezTo>
                  <a:pt x="2502328" y="163837"/>
                  <a:pt x="2503050" y="175400"/>
                  <a:pt x="2503050" y="177878"/>
                </a:cubicBezTo>
                <a:cubicBezTo>
                  <a:pt x="2503050" y="180356"/>
                  <a:pt x="2505940" y="184279"/>
                  <a:pt x="2505322" y="189648"/>
                </a:cubicBezTo>
                <a:cubicBezTo>
                  <a:pt x="2505322" y="191816"/>
                  <a:pt x="2505322" y="196256"/>
                  <a:pt x="2505322" y="198320"/>
                </a:cubicBezTo>
                <a:cubicBezTo>
                  <a:pt x="2504702" y="202760"/>
                  <a:pt x="2500882" y="206167"/>
                  <a:pt x="2501811" y="208645"/>
                </a:cubicBezTo>
                <a:cubicBezTo>
                  <a:pt x="2502710" y="210932"/>
                  <a:pt x="2504499" y="212757"/>
                  <a:pt x="2506766" y="213703"/>
                </a:cubicBezTo>
                <a:cubicBezTo>
                  <a:pt x="2509554" y="214323"/>
                  <a:pt x="2514303" y="211019"/>
                  <a:pt x="2516574" y="211019"/>
                </a:cubicBezTo>
                <a:cubicBezTo>
                  <a:pt x="2519406" y="211092"/>
                  <a:pt x="2522238" y="210920"/>
                  <a:pt x="2525040" y="210502"/>
                </a:cubicBezTo>
                <a:cubicBezTo>
                  <a:pt x="2529546" y="209167"/>
                  <a:pt x="2534186" y="208337"/>
                  <a:pt x="2538875" y="208025"/>
                </a:cubicBezTo>
                <a:cubicBezTo>
                  <a:pt x="2540940" y="207922"/>
                  <a:pt x="2544554" y="205444"/>
                  <a:pt x="2546411" y="205444"/>
                </a:cubicBezTo>
                <a:cubicBezTo>
                  <a:pt x="2548596" y="204505"/>
                  <a:pt x="2550590" y="203176"/>
                  <a:pt x="2552296" y="201521"/>
                </a:cubicBezTo>
                <a:cubicBezTo>
                  <a:pt x="2553542" y="200397"/>
                  <a:pt x="2553881" y="198578"/>
                  <a:pt x="2553122" y="197081"/>
                </a:cubicBezTo>
                <a:cubicBezTo>
                  <a:pt x="2551677" y="193468"/>
                  <a:pt x="2548683" y="194914"/>
                  <a:pt x="2544863" y="196256"/>
                </a:cubicBezTo>
                <a:cubicBezTo>
                  <a:pt x="2542798" y="197081"/>
                  <a:pt x="2538669" y="200695"/>
                  <a:pt x="2537326" y="199352"/>
                </a:cubicBezTo>
                <a:cubicBezTo>
                  <a:pt x="2534961" y="197925"/>
                  <a:pt x="2534031" y="194958"/>
                  <a:pt x="2535158" y="192436"/>
                </a:cubicBezTo>
                <a:cubicBezTo>
                  <a:pt x="2535674" y="190164"/>
                  <a:pt x="2533610" y="185828"/>
                  <a:pt x="2530616" y="186757"/>
                </a:cubicBezTo>
                <a:cubicBezTo>
                  <a:pt x="2527622" y="187686"/>
                  <a:pt x="2527415" y="192023"/>
                  <a:pt x="2527622" y="195224"/>
                </a:cubicBezTo>
                <a:cubicBezTo>
                  <a:pt x="2527829" y="198423"/>
                  <a:pt x="2525453" y="199146"/>
                  <a:pt x="2524008" y="200282"/>
                </a:cubicBezTo>
                <a:cubicBezTo>
                  <a:pt x="2522563" y="201417"/>
                  <a:pt x="2521220" y="203895"/>
                  <a:pt x="2518950" y="202966"/>
                </a:cubicBezTo>
                <a:cubicBezTo>
                  <a:pt x="2515506" y="200992"/>
                  <a:pt x="2513500" y="197220"/>
                  <a:pt x="2513787" y="193262"/>
                </a:cubicBezTo>
                <a:cubicBezTo>
                  <a:pt x="2513684" y="191093"/>
                  <a:pt x="2514510" y="175297"/>
                  <a:pt x="2514510" y="173232"/>
                </a:cubicBezTo>
                <a:cubicBezTo>
                  <a:pt x="2514923" y="169000"/>
                  <a:pt x="2512239" y="163218"/>
                  <a:pt x="2512239" y="159604"/>
                </a:cubicBezTo>
                <a:cubicBezTo>
                  <a:pt x="2512578" y="153173"/>
                  <a:pt x="2512578" y="146730"/>
                  <a:pt x="2512239" y="140299"/>
                </a:cubicBezTo>
                <a:cubicBezTo>
                  <a:pt x="2511883" y="138104"/>
                  <a:pt x="2511402" y="135932"/>
                  <a:pt x="2510793" y="133794"/>
                </a:cubicBezTo>
                <a:cubicBezTo>
                  <a:pt x="2511100" y="130332"/>
                  <a:pt x="2512470" y="127050"/>
                  <a:pt x="2514717" y="124399"/>
                </a:cubicBezTo>
                <a:cubicBezTo>
                  <a:pt x="2516406" y="122412"/>
                  <a:pt x="2518749" y="121094"/>
                  <a:pt x="2521324" y="120682"/>
                </a:cubicBezTo>
                <a:cubicBezTo>
                  <a:pt x="2523802" y="120166"/>
                  <a:pt x="2524525" y="126567"/>
                  <a:pt x="2524524" y="131006"/>
                </a:cubicBezTo>
                <a:cubicBezTo>
                  <a:pt x="2524431" y="133366"/>
                  <a:pt x="2525201" y="135678"/>
                  <a:pt x="2526692" y="137511"/>
                </a:cubicBezTo>
                <a:cubicBezTo>
                  <a:pt x="2528645" y="144611"/>
                  <a:pt x="2529686" y="151931"/>
                  <a:pt x="2529790" y="159294"/>
                </a:cubicBezTo>
                <a:cubicBezTo>
                  <a:pt x="2529687" y="163321"/>
                  <a:pt x="2530306" y="162805"/>
                  <a:pt x="2532680" y="164354"/>
                </a:cubicBezTo>
                <a:cubicBezTo>
                  <a:pt x="2535055" y="165902"/>
                  <a:pt x="2542179" y="162908"/>
                  <a:pt x="2543935" y="164354"/>
                </a:cubicBezTo>
                <a:cubicBezTo>
                  <a:pt x="2545690" y="165799"/>
                  <a:pt x="2546515" y="169723"/>
                  <a:pt x="2548167" y="169723"/>
                </a:cubicBezTo>
                <a:cubicBezTo>
                  <a:pt x="2553432" y="170444"/>
                  <a:pt x="2557046" y="162185"/>
                  <a:pt x="2558492" y="160120"/>
                </a:cubicBezTo>
                <a:cubicBezTo>
                  <a:pt x="2562311" y="154752"/>
                  <a:pt x="2554155" y="147319"/>
                  <a:pt x="2553019" y="147112"/>
                </a:cubicBezTo>
                <a:cubicBezTo>
                  <a:pt x="2551883" y="146905"/>
                  <a:pt x="2548579" y="149900"/>
                  <a:pt x="2543935" y="150622"/>
                </a:cubicBezTo>
                <a:cubicBezTo>
                  <a:pt x="2539288" y="151345"/>
                  <a:pt x="2541250" y="154649"/>
                  <a:pt x="2537533" y="153617"/>
                </a:cubicBezTo>
                <a:cubicBezTo>
                  <a:pt x="2533816" y="152584"/>
                  <a:pt x="2535468" y="144427"/>
                  <a:pt x="2537533" y="140712"/>
                </a:cubicBezTo>
                <a:cubicBezTo>
                  <a:pt x="2539637" y="137628"/>
                  <a:pt x="2540981" y="134090"/>
                  <a:pt x="2541456" y="130387"/>
                </a:cubicBezTo>
                <a:cubicBezTo>
                  <a:pt x="2541043" y="125948"/>
                  <a:pt x="2537120" y="120579"/>
                  <a:pt x="2537120" y="118927"/>
                </a:cubicBezTo>
                <a:cubicBezTo>
                  <a:pt x="2537120" y="117275"/>
                  <a:pt x="2542179" y="111803"/>
                  <a:pt x="2544347" y="111700"/>
                </a:cubicBezTo>
                <a:cubicBezTo>
                  <a:pt x="2546515" y="111597"/>
                  <a:pt x="2550232" y="118204"/>
                  <a:pt x="2552297" y="118204"/>
                </a:cubicBezTo>
                <a:cubicBezTo>
                  <a:pt x="2554361" y="118204"/>
                  <a:pt x="2559523" y="110151"/>
                  <a:pt x="2561898" y="105505"/>
                </a:cubicBezTo>
                <a:cubicBezTo>
                  <a:pt x="2563446" y="102614"/>
                  <a:pt x="2564376" y="94355"/>
                  <a:pt x="2569022" y="92290"/>
                </a:cubicBezTo>
                <a:cubicBezTo>
                  <a:pt x="2570881" y="92290"/>
                  <a:pt x="2573461" y="93219"/>
                  <a:pt x="2574803" y="92290"/>
                </a:cubicBezTo>
                <a:cubicBezTo>
                  <a:pt x="2576597" y="91400"/>
                  <a:pt x="2578584" y="90974"/>
                  <a:pt x="2580585" y="91051"/>
                </a:cubicBezTo>
                <a:close/>
                <a:moveTo>
                  <a:pt x="289563" y="80997"/>
                </a:moveTo>
                <a:cubicBezTo>
                  <a:pt x="247273" y="83053"/>
                  <a:pt x="205122" y="97326"/>
                  <a:pt x="168680" y="124615"/>
                </a:cubicBezTo>
                <a:lnTo>
                  <a:pt x="168651" y="124615"/>
                </a:lnTo>
                <a:cubicBezTo>
                  <a:pt x="113214" y="166109"/>
                  <a:pt x="80615" y="231333"/>
                  <a:pt x="80698" y="300579"/>
                </a:cubicBezTo>
                <a:cubicBezTo>
                  <a:pt x="80692" y="311782"/>
                  <a:pt x="81536" y="322967"/>
                  <a:pt x="83215" y="334042"/>
                </a:cubicBezTo>
                <a:cubicBezTo>
                  <a:pt x="83363" y="334960"/>
                  <a:pt x="83571" y="335849"/>
                  <a:pt x="83719" y="336767"/>
                </a:cubicBezTo>
                <a:cubicBezTo>
                  <a:pt x="84400" y="340883"/>
                  <a:pt x="85199" y="344940"/>
                  <a:pt x="86088" y="348968"/>
                </a:cubicBezTo>
                <a:cubicBezTo>
                  <a:pt x="87391" y="354653"/>
                  <a:pt x="88812" y="360310"/>
                  <a:pt x="90530" y="365818"/>
                </a:cubicBezTo>
                <a:cubicBezTo>
                  <a:pt x="92425" y="371741"/>
                  <a:pt x="94617" y="377663"/>
                  <a:pt x="96986" y="383586"/>
                </a:cubicBezTo>
                <a:cubicBezTo>
                  <a:pt x="97311" y="384356"/>
                  <a:pt x="97608" y="385185"/>
                  <a:pt x="97933" y="385955"/>
                </a:cubicBezTo>
                <a:cubicBezTo>
                  <a:pt x="104786" y="402251"/>
                  <a:pt x="113575" y="417662"/>
                  <a:pt x="124112" y="431856"/>
                </a:cubicBezTo>
                <a:lnTo>
                  <a:pt x="124260" y="432034"/>
                </a:lnTo>
                <a:cubicBezTo>
                  <a:pt x="124334" y="432135"/>
                  <a:pt x="124408" y="432232"/>
                  <a:pt x="124482" y="432333"/>
                </a:cubicBezTo>
                <a:cubicBezTo>
                  <a:pt x="151771" y="468774"/>
                  <a:pt x="188200" y="494333"/>
                  <a:pt x="228202" y="508209"/>
                </a:cubicBezTo>
                <a:lnTo>
                  <a:pt x="237433" y="510450"/>
                </a:lnTo>
                <a:lnTo>
                  <a:pt x="237005" y="508153"/>
                </a:lnTo>
                <a:cubicBezTo>
                  <a:pt x="236243" y="505454"/>
                  <a:pt x="234895" y="502411"/>
                  <a:pt x="232556" y="501034"/>
                </a:cubicBezTo>
                <a:cubicBezTo>
                  <a:pt x="229956" y="499657"/>
                  <a:pt x="227176" y="498662"/>
                  <a:pt x="224294" y="498073"/>
                </a:cubicBezTo>
                <a:lnTo>
                  <a:pt x="223022" y="496904"/>
                </a:lnTo>
                <a:lnTo>
                  <a:pt x="235695" y="499050"/>
                </a:lnTo>
                <a:cubicBezTo>
                  <a:pt x="242003" y="501686"/>
                  <a:pt x="243987" y="511903"/>
                  <a:pt x="243987" y="511903"/>
                </a:cubicBezTo>
                <a:cubicBezTo>
                  <a:pt x="243987" y="511903"/>
                  <a:pt x="246564" y="511784"/>
                  <a:pt x="247748" y="511903"/>
                </a:cubicBezTo>
                <a:lnTo>
                  <a:pt x="248767" y="513202"/>
                </a:lnTo>
                <a:lnTo>
                  <a:pt x="249635" y="513413"/>
                </a:lnTo>
                <a:lnTo>
                  <a:pt x="258912" y="513413"/>
                </a:lnTo>
                <a:lnTo>
                  <a:pt x="258790" y="515636"/>
                </a:lnTo>
                <a:lnTo>
                  <a:pt x="269188" y="518161"/>
                </a:lnTo>
                <a:cubicBezTo>
                  <a:pt x="283110" y="520160"/>
                  <a:pt x="297222" y="520832"/>
                  <a:pt x="311319" y="520146"/>
                </a:cubicBezTo>
                <a:lnTo>
                  <a:pt x="347776" y="514805"/>
                </a:lnTo>
                <a:lnTo>
                  <a:pt x="347754" y="514804"/>
                </a:lnTo>
                <a:lnTo>
                  <a:pt x="349442" y="514271"/>
                </a:lnTo>
                <a:lnTo>
                  <a:pt x="338840" y="514271"/>
                </a:lnTo>
                <a:cubicBezTo>
                  <a:pt x="338840" y="514271"/>
                  <a:pt x="339373" y="503314"/>
                  <a:pt x="332917" y="500827"/>
                </a:cubicBezTo>
                <a:cubicBezTo>
                  <a:pt x="328108" y="498866"/>
                  <a:pt x="322766" y="498644"/>
                  <a:pt x="317814" y="500205"/>
                </a:cubicBezTo>
                <a:cubicBezTo>
                  <a:pt x="312425" y="502041"/>
                  <a:pt x="311062" y="511221"/>
                  <a:pt x="310263" y="511754"/>
                </a:cubicBezTo>
                <a:lnTo>
                  <a:pt x="309580" y="513330"/>
                </a:lnTo>
                <a:lnTo>
                  <a:pt x="309582" y="513294"/>
                </a:lnTo>
                <a:lnTo>
                  <a:pt x="309493" y="513531"/>
                </a:lnTo>
                <a:lnTo>
                  <a:pt x="309580" y="513330"/>
                </a:lnTo>
                <a:lnTo>
                  <a:pt x="309345" y="517884"/>
                </a:lnTo>
                <a:cubicBezTo>
                  <a:pt x="307556" y="518124"/>
                  <a:pt x="305744" y="518124"/>
                  <a:pt x="303955" y="517884"/>
                </a:cubicBezTo>
                <a:cubicBezTo>
                  <a:pt x="303185" y="517617"/>
                  <a:pt x="306916" y="517440"/>
                  <a:pt x="306235" y="517055"/>
                </a:cubicBezTo>
                <a:cubicBezTo>
                  <a:pt x="305554" y="516670"/>
                  <a:pt x="304636" y="516877"/>
                  <a:pt x="304340" y="516729"/>
                </a:cubicBezTo>
                <a:cubicBezTo>
                  <a:pt x="303540" y="516314"/>
                  <a:pt x="305110" y="516314"/>
                  <a:pt x="305169" y="515841"/>
                </a:cubicBezTo>
                <a:cubicBezTo>
                  <a:pt x="305228" y="515367"/>
                  <a:pt x="302563" y="515841"/>
                  <a:pt x="302208" y="515841"/>
                </a:cubicBezTo>
                <a:cubicBezTo>
                  <a:pt x="301852" y="515841"/>
                  <a:pt x="303363" y="515071"/>
                  <a:pt x="303363" y="515071"/>
                </a:cubicBezTo>
                <a:lnTo>
                  <a:pt x="298269" y="515071"/>
                </a:lnTo>
                <a:lnTo>
                  <a:pt x="299306" y="514271"/>
                </a:lnTo>
                <a:lnTo>
                  <a:pt x="288852" y="514271"/>
                </a:lnTo>
                <a:cubicBezTo>
                  <a:pt x="288852" y="514271"/>
                  <a:pt x="289415" y="503314"/>
                  <a:pt x="282929" y="500827"/>
                </a:cubicBezTo>
                <a:cubicBezTo>
                  <a:pt x="278120" y="498866"/>
                  <a:pt x="272778" y="498644"/>
                  <a:pt x="267826" y="500205"/>
                </a:cubicBezTo>
                <a:cubicBezTo>
                  <a:pt x="262437" y="502041"/>
                  <a:pt x="261075" y="511221"/>
                  <a:pt x="260275" y="511754"/>
                </a:cubicBezTo>
                <a:cubicBezTo>
                  <a:pt x="259475" y="512287"/>
                  <a:pt x="258942" y="511339"/>
                  <a:pt x="258942" y="511339"/>
                </a:cubicBezTo>
                <a:cubicBezTo>
                  <a:pt x="258942" y="511339"/>
                  <a:pt x="260097" y="503995"/>
                  <a:pt x="262259" y="501804"/>
                </a:cubicBezTo>
                <a:cubicBezTo>
                  <a:pt x="265597" y="498428"/>
                  <a:pt x="270187" y="496583"/>
                  <a:pt x="274934" y="496710"/>
                </a:cubicBezTo>
                <a:cubicBezTo>
                  <a:pt x="282574" y="496177"/>
                  <a:pt x="289504" y="498132"/>
                  <a:pt x="292702" y="501360"/>
                </a:cubicBezTo>
                <a:cubicBezTo>
                  <a:pt x="295900" y="504587"/>
                  <a:pt x="296107" y="512850"/>
                  <a:pt x="296107" y="512850"/>
                </a:cubicBezTo>
                <a:lnTo>
                  <a:pt x="307953" y="512554"/>
                </a:lnTo>
                <a:cubicBezTo>
                  <a:pt x="307953" y="512554"/>
                  <a:pt x="310233" y="503995"/>
                  <a:pt x="312395" y="501804"/>
                </a:cubicBezTo>
                <a:cubicBezTo>
                  <a:pt x="315730" y="498422"/>
                  <a:pt x="320320" y="496577"/>
                  <a:pt x="325070" y="496710"/>
                </a:cubicBezTo>
                <a:cubicBezTo>
                  <a:pt x="332710" y="496177"/>
                  <a:pt x="339640" y="498132"/>
                  <a:pt x="342838" y="501360"/>
                </a:cubicBezTo>
                <a:cubicBezTo>
                  <a:pt x="346036" y="504587"/>
                  <a:pt x="346243" y="512850"/>
                  <a:pt x="346243" y="512850"/>
                </a:cubicBezTo>
                <a:lnTo>
                  <a:pt x="357334" y="512573"/>
                </a:lnTo>
                <a:lnTo>
                  <a:pt x="358182" y="512271"/>
                </a:lnTo>
                <a:lnTo>
                  <a:pt x="359888" y="507042"/>
                </a:lnTo>
                <a:cubicBezTo>
                  <a:pt x="361058" y="504069"/>
                  <a:pt x="362768" y="500664"/>
                  <a:pt x="364930" y="498931"/>
                </a:cubicBezTo>
                <a:cubicBezTo>
                  <a:pt x="369253" y="495466"/>
                  <a:pt x="377338" y="496118"/>
                  <a:pt x="377338" y="496118"/>
                </a:cubicBezTo>
                <a:lnTo>
                  <a:pt x="377338" y="500501"/>
                </a:lnTo>
                <a:cubicBezTo>
                  <a:pt x="377338" y="500501"/>
                  <a:pt x="368454" y="499760"/>
                  <a:pt x="365018" y="502278"/>
                </a:cubicBezTo>
                <a:cubicBezTo>
                  <a:pt x="363301" y="503537"/>
                  <a:pt x="362065" y="505876"/>
                  <a:pt x="361247" y="508060"/>
                </a:cubicBezTo>
                <a:lnTo>
                  <a:pt x="360351" y="511500"/>
                </a:lnTo>
                <a:lnTo>
                  <a:pt x="394062" y="499508"/>
                </a:lnTo>
                <a:cubicBezTo>
                  <a:pt x="407272" y="493274"/>
                  <a:pt x="420053" y="485624"/>
                  <a:pt x="432200" y="476528"/>
                </a:cubicBezTo>
                <a:cubicBezTo>
                  <a:pt x="529380" y="403762"/>
                  <a:pt x="549168" y="265990"/>
                  <a:pt x="476399" y="168813"/>
                </a:cubicBezTo>
                <a:cubicBezTo>
                  <a:pt x="430918" y="108075"/>
                  <a:pt x="360047" y="77569"/>
                  <a:pt x="289563" y="80997"/>
                </a:cubicBezTo>
                <a:close/>
                <a:moveTo>
                  <a:pt x="194563" y="79632"/>
                </a:moveTo>
                <a:cubicBezTo>
                  <a:pt x="194275" y="79910"/>
                  <a:pt x="193970" y="80168"/>
                  <a:pt x="193645" y="80402"/>
                </a:cubicBezTo>
                <a:cubicBezTo>
                  <a:pt x="193378" y="80550"/>
                  <a:pt x="192579" y="80461"/>
                  <a:pt x="192282" y="80727"/>
                </a:cubicBezTo>
                <a:cubicBezTo>
                  <a:pt x="191894" y="80994"/>
                  <a:pt x="191462" y="81195"/>
                  <a:pt x="191009" y="81320"/>
                </a:cubicBezTo>
                <a:cubicBezTo>
                  <a:pt x="190683" y="81320"/>
                  <a:pt x="190002" y="80905"/>
                  <a:pt x="189469" y="81320"/>
                </a:cubicBezTo>
                <a:cubicBezTo>
                  <a:pt x="188936" y="81734"/>
                  <a:pt x="188492" y="81468"/>
                  <a:pt x="188166" y="81734"/>
                </a:cubicBezTo>
                <a:lnTo>
                  <a:pt x="188077" y="81616"/>
                </a:lnTo>
                <a:cubicBezTo>
                  <a:pt x="187811" y="82267"/>
                  <a:pt x="188640" y="82948"/>
                  <a:pt x="188699" y="83629"/>
                </a:cubicBezTo>
                <a:cubicBezTo>
                  <a:pt x="188711" y="84062"/>
                  <a:pt x="188903" y="84470"/>
                  <a:pt x="189232" y="84755"/>
                </a:cubicBezTo>
                <a:cubicBezTo>
                  <a:pt x="189842" y="85089"/>
                  <a:pt x="190354" y="85578"/>
                  <a:pt x="190713" y="86176"/>
                </a:cubicBezTo>
                <a:cubicBezTo>
                  <a:pt x="191009" y="86620"/>
                  <a:pt x="192223" y="86946"/>
                  <a:pt x="192401" y="87242"/>
                </a:cubicBezTo>
                <a:cubicBezTo>
                  <a:pt x="192579" y="87538"/>
                  <a:pt x="194000" y="88131"/>
                  <a:pt x="194415" y="88427"/>
                </a:cubicBezTo>
                <a:cubicBezTo>
                  <a:pt x="194829" y="88723"/>
                  <a:pt x="195007" y="89434"/>
                  <a:pt x="195273" y="89700"/>
                </a:cubicBezTo>
                <a:cubicBezTo>
                  <a:pt x="195608" y="90189"/>
                  <a:pt x="196239" y="90375"/>
                  <a:pt x="196784" y="90144"/>
                </a:cubicBezTo>
                <a:cubicBezTo>
                  <a:pt x="197080" y="89967"/>
                  <a:pt x="197376" y="89108"/>
                  <a:pt x="197642" y="88841"/>
                </a:cubicBezTo>
                <a:cubicBezTo>
                  <a:pt x="197909" y="88575"/>
                  <a:pt x="198472" y="88397"/>
                  <a:pt x="198768" y="88131"/>
                </a:cubicBezTo>
                <a:cubicBezTo>
                  <a:pt x="199200" y="87769"/>
                  <a:pt x="199544" y="87313"/>
                  <a:pt x="199775" y="86798"/>
                </a:cubicBezTo>
                <a:cubicBezTo>
                  <a:pt x="199899" y="86354"/>
                  <a:pt x="199979" y="85898"/>
                  <a:pt x="200011" y="85436"/>
                </a:cubicBezTo>
                <a:cubicBezTo>
                  <a:pt x="200100" y="84903"/>
                  <a:pt x="199863" y="84162"/>
                  <a:pt x="199863" y="83689"/>
                </a:cubicBezTo>
                <a:cubicBezTo>
                  <a:pt x="200068" y="83182"/>
                  <a:pt x="200130" y="82628"/>
                  <a:pt x="200041" y="82089"/>
                </a:cubicBezTo>
                <a:cubicBezTo>
                  <a:pt x="199934" y="81630"/>
                  <a:pt x="199721" y="81204"/>
                  <a:pt x="199419" y="80846"/>
                </a:cubicBezTo>
                <a:cubicBezTo>
                  <a:pt x="199034" y="80618"/>
                  <a:pt x="198629" y="80431"/>
                  <a:pt x="198205" y="80283"/>
                </a:cubicBezTo>
                <a:cubicBezTo>
                  <a:pt x="197524" y="79957"/>
                  <a:pt x="195096" y="79158"/>
                  <a:pt x="194563" y="79632"/>
                </a:cubicBezTo>
                <a:close/>
                <a:moveTo>
                  <a:pt x="178867" y="75634"/>
                </a:moveTo>
                <a:cubicBezTo>
                  <a:pt x="179104" y="75575"/>
                  <a:pt x="179104" y="76434"/>
                  <a:pt x="179134" y="77056"/>
                </a:cubicBezTo>
                <a:cubicBezTo>
                  <a:pt x="179024" y="77722"/>
                  <a:pt x="178826" y="78368"/>
                  <a:pt x="178541" y="78981"/>
                </a:cubicBezTo>
                <a:cubicBezTo>
                  <a:pt x="178097" y="79839"/>
                  <a:pt x="178068" y="80432"/>
                  <a:pt x="177712" y="81113"/>
                </a:cubicBezTo>
                <a:cubicBezTo>
                  <a:pt x="177345" y="81681"/>
                  <a:pt x="176886" y="82182"/>
                  <a:pt x="176350" y="82593"/>
                </a:cubicBezTo>
                <a:cubicBezTo>
                  <a:pt x="175841" y="82893"/>
                  <a:pt x="175186" y="82736"/>
                  <a:pt x="174869" y="82238"/>
                </a:cubicBezTo>
                <a:cubicBezTo>
                  <a:pt x="174573" y="81779"/>
                  <a:pt x="174573" y="81187"/>
                  <a:pt x="174869" y="80728"/>
                </a:cubicBezTo>
                <a:cubicBezTo>
                  <a:pt x="175346" y="79949"/>
                  <a:pt x="175882" y="79206"/>
                  <a:pt x="176469" y="78507"/>
                </a:cubicBezTo>
                <a:cubicBezTo>
                  <a:pt x="176688" y="78190"/>
                  <a:pt x="176859" y="77840"/>
                  <a:pt x="176972" y="77470"/>
                </a:cubicBezTo>
                <a:cubicBezTo>
                  <a:pt x="177090" y="77056"/>
                  <a:pt x="177594" y="76937"/>
                  <a:pt x="177860" y="76434"/>
                </a:cubicBezTo>
                <a:cubicBezTo>
                  <a:pt x="178139" y="76102"/>
                  <a:pt x="178482" y="75833"/>
                  <a:pt x="178867" y="75634"/>
                </a:cubicBezTo>
                <a:close/>
                <a:moveTo>
                  <a:pt x="181414" y="67431"/>
                </a:moveTo>
                <a:cubicBezTo>
                  <a:pt x="180999" y="67431"/>
                  <a:pt x="180259" y="68230"/>
                  <a:pt x="179963" y="68230"/>
                </a:cubicBezTo>
                <a:cubicBezTo>
                  <a:pt x="179442" y="68263"/>
                  <a:pt x="178927" y="68355"/>
                  <a:pt x="178423" y="68497"/>
                </a:cubicBezTo>
                <a:cubicBezTo>
                  <a:pt x="178100" y="68648"/>
                  <a:pt x="177854" y="68926"/>
                  <a:pt x="177742" y="69267"/>
                </a:cubicBezTo>
                <a:cubicBezTo>
                  <a:pt x="177564" y="69533"/>
                  <a:pt x="177407" y="69809"/>
                  <a:pt x="177268" y="70096"/>
                </a:cubicBezTo>
                <a:cubicBezTo>
                  <a:pt x="177070" y="70428"/>
                  <a:pt x="176904" y="70774"/>
                  <a:pt x="176765" y="71132"/>
                </a:cubicBezTo>
                <a:cubicBezTo>
                  <a:pt x="176504" y="71671"/>
                  <a:pt x="176143" y="72154"/>
                  <a:pt x="175699" y="72554"/>
                </a:cubicBezTo>
                <a:cubicBezTo>
                  <a:pt x="175136" y="73117"/>
                  <a:pt x="175106" y="73294"/>
                  <a:pt x="174810" y="73472"/>
                </a:cubicBezTo>
                <a:cubicBezTo>
                  <a:pt x="174411" y="73860"/>
                  <a:pt x="174061" y="74298"/>
                  <a:pt x="173774" y="74775"/>
                </a:cubicBezTo>
                <a:cubicBezTo>
                  <a:pt x="173300" y="75456"/>
                  <a:pt x="172530" y="75930"/>
                  <a:pt x="172234" y="76374"/>
                </a:cubicBezTo>
                <a:cubicBezTo>
                  <a:pt x="171728" y="77248"/>
                  <a:pt x="171029" y="77997"/>
                  <a:pt x="170191" y="78565"/>
                </a:cubicBezTo>
                <a:cubicBezTo>
                  <a:pt x="169865" y="78414"/>
                  <a:pt x="169527" y="78284"/>
                  <a:pt x="169184" y="78180"/>
                </a:cubicBezTo>
                <a:cubicBezTo>
                  <a:pt x="168414" y="78032"/>
                  <a:pt x="168147" y="77914"/>
                  <a:pt x="167614" y="78180"/>
                </a:cubicBezTo>
                <a:cubicBezTo>
                  <a:pt x="167253" y="78625"/>
                  <a:pt x="166918" y="79090"/>
                  <a:pt x="166607" y="79572"/>
                </a:cubicBezTo>
                <a:cubicBezTo>
                  <a:pt x="166607" y="80431"/>
                  <a:pt x="165837" y="81379"/>
                  <a:pt x="166785" y="83037"/>
                </a:cubicBezTo>
                <a:cubicBezTo>
                  <a:pt x="166963" y="83333"/>
                  <a:pt x="167436" y="83955"/>
                  <a:pt x="168325" y="85317"/>
                </a:cubicBezTo>
                <a:cubicBezTo>
                  <a:pt x="168879" y="86040"/>
                  <a:pt x="169474" y="86730"/>
                  <a:pt x="170102" y="87390"/>
                </a:cubicBezTo>
                <a:cubicBezTo>
                  <a:pt x="170605" y="88012"/>
                  <a:pt x="171375" y="88634"/>
                  <a:pt x="171553" y="88930"/>
                </a:cubicBezTo>
                <a:cubicBezTo>
                  <a:pt x="171731" y="89226"/>
                  <a:pt x="172293" y="90085"/>
                  <a:pt x="172441" y="90085"/>
                </a:cubicBezTo>
                <a:cubicBezTo>
                  <a:pt x="172589" y="90085"/>
                  <a:pt x="172678" y="90174"/>
                  <a:pt x="173093" y="90529"/>
                </a:cubicBezTo>
                <a:cubicBezTo>
                  <a:pt x="173507" y="90885"/>
                  <a:pt x="173626" y="91240"/>
                  <a:pt x="174129" y="91507"/>
                </a:cubicBezTo>
                <a:cubicBezTo>
                  <a:pt x="174399" y="91628"/>
                  <a:pt x="174692" y="91690"/>
                  <a:pt x="174988" y="91684"/>
                </a:cubicBezTo>
                <a:cubicBezTo>
                  <a:pt x="175574" y="91471"/>
                  <a:pt x="176140" y="91202"/>
                  <a:pt x="176676" y="90885"/>
                </a:cubicBezTo>
                <a:cubicBezTo>
                  <a:pt x="176942" y="90707"/>
                  <a:pt x="177120" y="90381"/>
                  <a:pt x="177535" y="90115"/>
                </a:cubicBezTo>
                <a:cubicBezTo>
                  <a:pt x="177949" y="89848"/>
                  <a:pt x="178778" y="89759"/>
                  <a:pt x="179015" y="89700"/>
                </a:cubicBezTo>
                <a:cubicBezTo>
                  <a:pt x="179252" y="89641"/>
                  <a:pt x="179904" y="89996"/>
                  <a:pt x="179904" y="90233"/>
                </a:cubicBezTo>
                <a:cubicBezTo>
                  <a:pt x="180227" y="91086"/>
                  <a:pt x="180603" y="91915"/>
                  <a:pt x="181029" y="92721"/>
                </a:cubicBezTo>
                <a:cubicBezTo>
                  <a:pt x="181316" y="93337"/>
                  <a:pt x="181663" y="93920"/>
                  <a:pt x="182066" y="94468"/>
                </a:cubicBezTo>
                <a:cubicBezTo>
                  <a:pt x="182243" y="94734"/>
                  <a:pt x="182806" y="95445"/>
                  <a:pt x="182806" y="95741"/>
                </a:cubicBezTo>
                <a:cubicBezTo>
                  <a:pt x="183576" y="97104"/>
                  <a:pt x="183339" y="97785"/>
                  <a:pt x="182303" y="98436"/>
                </a:cubicBezTo>
                <a:cubicBezTo>
                  <a:pt x="182006" y="98614"/>
                  <a:pt x="180940" y="98318"/>
                  <a:pt x="179963" y="98940"/>
                </a:cubicBezTo>
                <a:cubicBezTo>
                  <a:pt x="179815" y="99028"/>
                  <a:pt x="178630" y="99976"/>
                  <a:pt x="178986" y="100272"/>
                </a:cubicBezTo>
                <a:cubicBezTo>
                  <a:pt x="179341" y="100568"/>
                  <a:pt x="181621" y="100746"/>
                  <a:pt x="182303" y="101131"/>
                </a:cubicBezTo>
                <a:cubicBezTo>
                  <a:pt x="182984" y="101516"/>
                  <a:pt x="183309" y="101931"/>
                  <a:pt x="183842" y="102079"/>
                </a:cubicBezTo>
                <a:cubicBezTo>
                  <a:pt x="184432" y="102129"/>
                  <a:pt x="185024" y="102070"/>
                  <a:pt x="185590" y="101901"/>
                </a:cubicBezTo>
                <a:cubicBezTo>
                  <a:pt x="186034" y="101871"/>
                  <a:pt x="186478" y="102049"/>
                  <a:pt x="186774" y="102049"/>
                </a:cubicBezTo>
                <a:cubicBezTo>
                  <a:pt x="187070" y="102049"/>
                  <a:pt x="187811" y="101901"/>
                  <a:pt x="188048" y="101901"/>
                </a:cubicBezTo>
                <a:cubicBezTo>
                  <a:pt x="188341" y="102031"/>
                  <a:pt x="188672" y="102031"/>
                  <a:pt x="188966" y="101901"/>
                </a:cubicBezTo>
                <a:cubicBezTo>
                  <a:pt x="189262" y="101723"/>
                  <a:pt x="189351" y="101042"/>
                  <a:pt x="189973" y="100272"/>
                </a:cubicBezTo>
                <a:cubicBezTo>
                  <a:pt x="190594" y="99502"/>
                  <a:pt x="190269" y="98229"/>
                  <a:pt x="190594" y="97785"/>
                </a:cubicBezTo>
                <a:cubicBezTo>
                  <a:pt x="191068" y="96867"/>
                  <a:pt x="191124" y="95786"/>
                  <a:pt x="190743" y="94823"/>
                </a:cubicBezTo>
                <a:cubicBezTo>
                  <a:pt x="189380" y="92137"/>
                  <a:pt x="187825" y="89555"/>
                  <a:pt x="186093" y="87094"/>
                </a:cubicBezTo>
                <a:cubicBezTo>
                  <a:pt x="185557" y="86665"/>
                  <a:pt x="185113" y="86132"/>
                  <a:pt x="184790" y="85525"/>
                </a:cubicBezTo>
                <a:cubicBezTo>
                  <a:pt x="184435" y="84932"/>
                  <a:pt x="184790" y="84074"/>
                  <a:pt x="185057" y="84074"/>
                </a:cubicBezTo>
                <a:cubicBezTo>
                  <a:pt x="185427" y="84011"/>
                  <a:pt x="185738" y="83766"/>
                  <a:pt x="185886" y="83422"/>
                </a:cubicBezTo>
                <a:cubicBezTo>
                  <a:pt x="186025" y="82679"/>
                  <a:pt x="186114" y="81927"/>
                  <a:pt x="186152" y="81171"/>
                </a:cubicBezTo>
                <a:cubicBezTo>
                  <a:pt x="186034" y="79042"/>
                  <a:pt x="186034" y="76904"/>
                  <a:pt x="186152" y="74775"/>
                </a:cubicBezTo>
                <a:cubicBezTo>
                  <a:pt x="186185" y="74144"/>
                  <a:pt x="186185" y="73510"/>
                  <a:pt x="186152" y="72880"/>
                </a:cubicBezTo>
                <a:cubicBezTo>
                  <a:pt x="186300" y="71926"/>
                  <a:pt x="186520" y="70987"/>
                  <a:pt x="186804" y="70066"/>
                </a:cubicBezTo>
                <a:cubicBezTo>
                  <a:pt x="186682" y="69560"/>
                  <a:pt x="186389" y="69110"/>
                  <a:pt x="185975" y="68793"/>
                </a:cubicBezTo>
                <a:cubicBezTo>
                  <a:pt x="185679" y="68615"/>
                  <a:pt x="184968" y="67697"/>
                  <a:pt x="184375" y="67431"/>
                </a:cubicBezTo>
                <a:cubicBezTo>
                  <a:pt x="183389" y="67333"/>
                  <a:pt x="182400" y="67333"/>
                  <a:pt x="181414" y="67431"/>
                </a:cubicBezTo>
                <a:close/>
                <a:moveTo>
                  <a:pt x="434907" y="63492"/>
                </a:moveTo>
                <a:cubicBezTo>
                  <a:pt x="434552" y="63403"/>
                  <a:pt x="434196" y="63314"/>
                  <a:pt x="433930" y="63818"/>
                </a:cubicBezTo>
                <a:cubicBezTo>
                  <a:pt x="433711" y="64532"/>
                  <a:pt x="433370" y="65204"/>
                  <a:pt x="432923" y="65802"/>
                </a:cubicBezTo>
                <a:cubicBezTo>
                  <a:pt x="432505" y="66551"/>
                  <a:pt x="431996" y="67247"/>
                  <a:pt x="431412" y="67875"/>
                </a:cubicBezTo>
                <a:cubicBezTo>
                  <a:pt x="430263" y="68618"/>
                  <a:pt x="429319" y="69637"/>
                  <a:pt x="428658" y="70836"/>
                </a:cubicBezTo>
                <a:cubicBezTo>
                  <a:pt x="427104" y="70869"/>
                  <a:pt x="425561" y="70576"/>
                  <a:pt x="424128" y="69977"/>
                </a:cubicBezTo>
                <a:cubicBezTo>
                  <a:pt x="423298" y="69563"/>
                  <a:pt x="422321" y="68586"/>
                  <a:pt x="421847" y="68586"/>
                </a:cubicBezTo>
                <a:cubicBezTo>
                  <a:pt x="421418" y="68488"/>
                  <a:pt x="420974" y="68488"/>
                  <a:pt x="420544" y="68586"/>
                </a:cubicBezTo>
                <a:cubicBezTo>
                  <a:pt x="420041" y="68615"/>
                  <a:pt x="419626" y="68349"/>
                  <a:pt x="419182" y="68349"/>
                </a:cubicBezTo>
                <a:cubicBezTo>
                  <a:pt x="418726" y="68512"/>
                  <a:pt x="418261" y="68651"/>
                  <a:pt x="417790" y="68763"/>
                </a:cubicBezTo>
                <a:cubicBezTo>
                  <a:pt x="417148" y="68831"/>
                  <a:pt x="416615" y="69290"/>
                  <a:pt x="416458" y="69918"/>
                </a:cubicBezTo>
                <a:cubicBezTo>
                  <a:pt x="415954" y="71055"/>
                  <a:pt x="416153" y="72379"/>
                  <a:pt x="416961" y="73324"/>
                </a:cubicBezTo>
                <a:cubicBezTo>
                  <a:pt x="417642" y="73857"/>
                  <a:pt x="417672" y="74479"/>
                  <a:pt x="418146" y="75012"/>
                </a:cubicBezTo>
                <a:cubicBezTo>
                  <a:pt x="418418" y="75317"/>
                  <a:pt x="418782" y="75524"/>
                  <a:pt x="419182" y="75604"/>
                </a:cubicBezTo>
                <a:cubicBezTo>
                  <a:pt x="419603" y="75687"/>
                  <a:pt x="420017" y="75797"/>
                  <a:pt x="420426" y="75930"/>
                </a:cubicBezTo>
                <a:lnTo>
                  <a:pt x="421255" y="76404"/>
                </a:lnTo>
                <a:cubicBezTo>
                  <a:pt x="421551" y="76581"/>
                  <a:pt x="422469" y="76581"/>
                  <a:pt x="422351" y="76966"/>
                </a:cubicBezTo>
                <a:cubicBezTo>
                  <a:pt x="422232" y="77351"/>
                  <a:pt x="421433" y="77944"/>
                  <a:pt x="421048" y="78210"/>
                </a:cubicBezTo>
                <a:cubicBezTo>
                  <a:pt x="419881" y="79327"/>
                  <a:pt x="418474" y="80159"/>
                  <a:pt x="416931" y="80638"/>
                </a:cubicBezTo>
                <a:cubicBezTo>
                  <a:pt x="414225" y="81456"/>
                  <a:pt x="411477" y="82128"/>
                  <a:pt x="408699" y="82652"/>
                </a:cubicBezTo>
                <a:cubicBezTo>
                  <a:pt x="408432" y="82652"/>
                  <a:pt x="407929" y="82652"/>
                  <a:pt x="407692" y="82652"/>
                </a:cubicBezTo>
                <a:cubicBezTo>
                  <a:pt x="407153" y="82753"/>
                  <a:pt x="406608" y="82821"/>
                  <a:pt x="406063" y="82859"/>
                </a:cubicBezTo>
                <a:cubicBezTo>
                  <a:pt x="405341" y="83007"/>
                  <a:pt x="404594" y="83007"/>
                  <a:pt x="403872" y="82859"/>
                </a:cubicBezTo>
                <a:lnTo>
                  <a:pt x="403872" y="82741"/>
                </a:lnTo>
                <a:cubicBezTo>
                  <a:pt x="402954" y="82563"/>
                  <a:pt x="402332" y="82830"/>
                  <a:pt x="402421" y="83096"/>
                </a:cubicBezTo>
                <a:cubicBezTo>
                  <a:pt x="402510" y="83363"/>
                  <a:pt x="402924" y="83718"/>
                  <a:pt x="403309" y="84133"/>
                </a:cubicBezTo>
                <a:cubicBezTo>
                  <a:pt x="403694" y="84547"/>
                  <a:pt x="403131" y="85406"/>
                  <a:pt x="403309" y="85850"/>
                </a:cubicBezTo>
                <a:cubicBezTo>
                  <a:pt x="403487" y="86295"/>
                  <a:pt x="403428" y="86828"/>
                  <a:pt x="403724" y="87094"/>
                </a:cubicBezTo>
                <a:cubicBezTo>
                  <a:pt x="404171" y="87349"/>
                  <a:pt x="404665" y="87521"/>
                  <a:pt x="405175" y="87598"/>
                </a:cubicBezTo>
                <a:cubicBezTo>
                  <a:pt x="406045" y="87914"/>
                  <a:pt x="406937" y="88172"/>
                  <a:pt x="407840" y="88368"/>
                </a:cubicBezTo>
                <a:cubicBezTo>
                  <a:pt x="408551" y="88368"/>
                  <a:pt x="410417" y="88368"/>
                  <a:pt x="411186" y="88368"/>
                </a:cubicBezTo>
                <a:cubicBezTo>
                  <a:pt x="412723" y="88658"/>
                  <a:pt x="414299" y="88658"/>
                  <a:pt x="415836" y="88368"/>
                </a:cubicBezTo>
                <a:cubicBezTo>
                  <a:pt x="418116" y="87657"/>
                  <a:pt x="419449" y="87568"/>
                  <a:pt x="421077" y="87065"/>
                </a:cubicBezTo>
                <a:cubicBezTo>
                  <a:pt x="422706" y="86561"/>
                  <a:pt x="425075" y="84281"/>
                  <a:pt x="425401" y="84873"/>
                </a:cubicBezTo>
                <a:cubicBezTo>
                  <a:pt x="425727" y="85465"/>
                  <a:pt x="426171" y="87775"/>
                  <a:pt x="427059" y="89730"/>
                </a:cubicBezTo>
                <a:cubicBezTo>
                  <a:pt x="427308" y="90565"/>
                  <a:pt x="427507" y="91418"/>
                  <a:pt x="427652" y="92277"/>
                </a:cubicBezTo>
                <a:cubicBezTo>
                  <a:pt x="427764" y="93778"/>
                  <a:pt x="427971" y="95273"/>
                  <a:pt x="428273" y="96748"/>
                </a:cubicBezTo>
                <a:cubicBezTo>
                  <a:pt x="429005" y="98327"/>
                  <a:pt x="429005" y="100145"/>
                  <a:pt x="428273" y="101723"/>
                </a:cubicBezTo>
                <a:cubicBezTo>
                  <a:pt x="428285" y="102407"/>
                  <a:pt x="428585" y="103053"/>
                  <a:pt x="429103" y="103500"/>
                </a:cubicBezTo>
                <a:cubicBezTo>
                  <a:pt x="429724" y="104122"/>
                  <a:pt x="430761" y="104152"/>
                  <a:pt x="431353" y="105247"/>
                </a:cubicBezTo>
                <a:cubicBezTo>
                  <a:pt x="431741" y="105724"/>
                  <a:pt x="432212" y="106124"/>
                  <a:pt x="432745" y="106432"/>
                </a:cubicBezTo>
                <a:cubicBezTo>
                  <a:pt x="433397" y="106935"/>
                  <a:pt x="434167" y="107143"/>
                  <a:pt x="434552" y="107439"/>
                </a:cubicBezTo>
                <a:cubicBezTo>
                  <a:pt x="435082" y="107839"/>
                  <a:pt x="435635" y="108206"/>
                  <a:pt x="436210" y="108534"/>
                </a:cubicBezTo>
                <a:cubicBezTo>
                  <a:pt x="436447" y="108623"/>
                  <a:pt x="436743" y="108890"/>
                  <a:pt x="437069" y="108831"/>
                </a:cubicBezTo>
                <a:cubicBezTo>
                  <a:pt x="437394" y="108771"/>
                  <a:pt x="437868" y="108623"/>
                  <a:pt x="438194" y="108623"/>
                </a:cubicBezTo>
                <a:cubicBezTo>
                  <a:pt x="438967" y="108970"/>
                  <a:pt x="439849" y="108970"/>
                  <a:pt x="440622" y="108623"/>
                </a:cubicBezTo>
                <a:cubicBezTo>
                  <a:pt x="441096" y="108446"/>
                  <a:pt x="441304" y="107764"/>
                  <a:pt x="441481" y="107498"/>
                </a:cubicBezTo>
                <a:cubicBezTo>
                  <a:pt x="441659" y="107231"/>
                  <a:pt x="442340" y="107261"/>
                  <a:pt x="442340" y="106846"/>
                </a:cubicBezTo>
                <a:cubicBezTo>
                  <a:pt x="442340" y="106432"/>
                  <a:pt x="441777" y="106047"/>
                  <a:pt x="441511" y="105692"/>
                </a:cubicBezTo>
                <a:cubicBezTo>
                  <a:pt x="440415" y="104389"/>
                  <a:pt x="439734" y="103589"/>
                  <a:pt x="438964" y="102730"/>
                </a:cubicBezTo>
                <a:cubicBezTo>
                  <a:pt x="438668" y="102375"/>
                  <a:pt x="438461" y="101516"/>
                  <a:pt x="438076" y="100983"/>
                </a:cubicBezTo>
                <a:cubicBezTo>
                  <a:pt x="437531" y="100420"/>
                  <a:pt x="437045" y="99807"/>
                  <a:pt x="436625" y="99147"/>
                </a:cubicBezTo>
                <a:cubicBezTo>
                  <a:pt x="436094" y="97705"/>
                  <a:pt x="435431" y="96316"/>
                  <a:pt x="434640" y="95001"/>
                </a:cubicBezTo>
                <a:cubicBezTo>
                  <a:pt x="433693" y="93580"/>
                  <a:pt x="433930" y="90618"/>
                  <a:pt x="433515" y="89552"/>
                </a:cubicBezTo>
                <a:cubicBezTo>
                  <a:pt x="432600" y="87337"/>
                  <a:pt x="432002" y="85003"/>
                  <a:pt x="431738" y="82623"/>
                </a:cubicBezTo>
                <a:cubicBezTo>
                  <a:pt x="431691" y="81796"/>
                  <a:pt x="432017" y="80991"/>
                  <a:pt x="432627" y="80431"/>
                </a:cubicBezTo>
                <a:cubicBezTo>
                  <a:pt x="433100" y="80085"/>
                  <a:pt x="433634" y="79824"/>
                  <a:pt x="434196" y="79661"/>
                </a:cubicBezTo>
                <a:cubicBezTo>
                  <a:pt x="435280" y="79691"/>
                  <a:pt x="436355" y="79860"/>
                  <a:pt x="437394" y="80165"/>
                </a:cubicBezTo>
                <a:cubicBezTo>
                  <a:pt x="437957" y="80342"/>
                  <a:pt x="438549" y="80638"/>
                  <a:pt x="439231" y="80935"/>
                </a:cubicBezTo>
                <a:cubicBezTo>
                  <a:pt x="439891" y="81234"/>
                  <a:pt x="440608" y="81385"/>
                  <a:pt x="441333" y="81379"/>
                </a:cubicBezTo>
                <a:cubicBezTo>
                  <a:pt x="442381" y="81619"/>
                  <a:pt x="443454" y="81749"/>
                  <a:pt x="444531" y="81764"/>
                </a:cubicBezTo>
                <a:cubicBezTo>
                  <a:pt x="445242" y="81586"/>
                  <a:pt x="445568" y="81320"/>
                  <a:pt x="446101" y="81586"/>
                </a:cubicBezTo>
                <a:cubicBezTo>
                  <a:pt x="446634" y="81853"/>
                  <a:pt x="446752" y="81675"/>
                  <a:pt x="447019" y="81201"/>
                </a:cubicBezTo>
                <a:cubicBezTo>
                  <a:pt x="447493" y="80046"/>
                  <a:pt x="447878" y="78447"/>
                  <a:pt x="447019" y="77766"/>
                </a:cubicBezTo>
                <a:cubicBezTo>
                  <a:pt x="446160" y="77085"/>
                  <a:pt x="445420" y="76581"/>
                  <a:pt x="445390" y="75989"/>
                </a:cubicBezTo>
                <a:cubicBezTo>
                  <a:pt x="445361" y="75397"/>
                  <a:pt x="443406" y="74834"/>
                  <a:pt x="443080" y="74656"/>
                </a:cubicBezTo>
                <a:cubicBezTo>
                  <a:pt x="442755" y="74479"/>
                  <a:pt x="441689" y="74834"/>
                  <a:pt x="440948" y="74834"/>
                </a:cubicBezTo>
                <a:cubicBezTo>
                  <a:pt x="440424" y="74799"/>
                  <a:pt x="439909" y="74698"/>
                  <a:pt x="439408" y="74538"/>
                </a:cubicBezTo>
                <a:cubicBezTo>
                  <a:pt x="438964" y="74390"/>
                  <a:pt x="438046" y="74390"/>
                  <a:pt x="438046" y="74390"/>
                </a:cubicBezTo>
                <a:cubicBezTo>
                  <a:pt x="437691" y="74411"/>
                  <a:pt x="437338" y="74316"/>
                  <a:pt x="437039" y="74123"/>
                </a:cubicBezTo>
                <a:cubicBezTo>
                  <a:pt x="436802" y="73916"/>
                  <a:pt x="437809" y="73057"/>
                  <a:pt x="437809" y="72880"/>
                </a:cubicBezTo>
                <a:cubicBezTo>
                  <a:pt x="438698" y="72139"/>
                  <a:pt x="439497" y="71547"/>
                  <a:pt x="439941" y="71221"/>
                </a:cubicBezTo>
                <a:cubicBezTo>
                  <a:pt x="440386" y="70896"/>
                  <a:pt x="440089" y="70540"/>
                  <a:pt x="440386" y="69918"/>
                </a:cubicBezTo>
                <a:cubicBezTo>
                  <a:pt x="440682" y="69296"/>
                  <a:pt x="441096" y="69119"/>
                  <a:pt x="440682" y="68497"/>
                </a:cubicBezTo>
                <a:cubicBezTo>
                  <a:pt x="440157" y="67801"/>
                  <a:pt x="439847" y="66969"/>
                  <a:pt x="439793" y="66098"/>
                </a:cubicBezTo>
                <a:cubicBezTo>
                  <a:pt x="439793" y="65772"/>
                  <a:pt x="437987" y="65062"/>
                  <a:pt x="437691" y="64765"/>
                </a:cubicBezTo>
                <a:cubicBezTo>
                  <a:pt x="437394" y="64469"/>
                  <a:pt x="436684" y="64677"/>
                  <a:pt x="436328" y="64469"/>
                </a:cubicBezTo>
                <a:cubicBezTo>
                  <a:pt x="435973" y="64262"/>
                  <a:pt x="436062" y="63818"/>
                  <a:pt x="434907" y="63492"/>
                </a:cubicBezTo>
                <a:close/>
                <a:moveTo>
                  <a:pt x="241115" y="58902"/>
                </a:moveTo>
                <a:lnTo>
                  <a:pt x="241204" y="59020"/>
                </a:lnTo>
                <a:lnTo>
                  <a:pt x="241136" y="58941"/>
                </a:lnTo>
                <a:close/>
                <a:moveTo>
                  <a:pt x="170457" y="53275"/>
                </a:moveTo>
                <a:cubicBezTo>
                  <a:pt x="170072" y="53127"/>
                  <a:pt x="169480" y="53660"/>
                  <a:pt x="168947" y="53660"/>
                </a:cubicBezTo>
                <a:cubicBezTo>
                  <a:pt x="168414" y="53660"/>
                  <a:pt x="168236" y="53453"/>
                  <a:pt x="167881" y="53660"/>
                </a:cubicBezTo>
                <a:cubicBezTo>
                  <a:pt x="167439" y="53971"/>
                  <a:pt x="166974" y="54250"/>
                  <a:pt x="166489" y="54490"/>
                </a:cubicBezTo>
                <a:cubicBezTo>
                  <a:pt x="166089" y="54646"/>
                  <a:pt x="165704" y="54836"/>
                  <a:pt x="165334" y="55052"/>
                </a:cubicBezTo>
                <a:cubicBezTo>
                  <a:pt x="164830" y="55378"/>
                  <a:pt x="164830" y="55704"/>
                  <a:pt x="164623" y="55941"/>
                </a:cubicBezTo>
                <a:cubicBezTo>
                  <a:pt x="164416" y="56178"/>
                  <a:pt x="163883" y="56414"/>
                  <a:pt x="163735" y="56592"/>
                </a:cubicBezTo>
                <a:cubicBezTo>
                  <a:pt x="163587" y="56770"/>
                  <a:pt x="163587" y="57214"/>
                  <a:pt x="163024" y="57569"/>
                </a:cubicBezTo>
                <a:cubicBezTo>
                  <a:pt x="162461" y="57925"/>
                  <a:pt x="161721" y="58014"/>
                  <a:pt x="161543" y="58813"/>
                </a:cubicBezTo>
                <a:cubicBezTo>
                  <a:pt x="161416" y="59198"/>
                  <a:pt x="161493" y="59625"/>
                  <a:pt x="161751" y="59938"/>
                </a:cubicBezTo>
                <a:cubicBezTo>
                  <a:pt x="162195" y="60294"/>
                  <a:pt x="164297" y="61271"/>
                  <a:pt x="164475" y="61982"/>
                </a:cubicBezTo>
                <a:cubicBezTo>
                  <a:pt x="164608" y="62396"/>
                  <a:pt x="164706" y="62823"/>
                  <a:pt x="164771" y="63255"/>
                </a:cubicBezTo>
                <a:cubicBezTo>
                  <a:pt x="164979" y="63759"/>
                  <a:pt x="164979" y="63936"/>
                  <a:pt x="164979" y="64321"/>
                </a:cubicBezTo>
                <a:cubicBezTo>
                  <a:pt x="164964" y="64694"/>
                  <a:pt x="165079" y="65062"/>
                  <a:pt x="165304" y="65358"/>
                </a:cubicBezTo>
                <a:cubicBezTo>
                  <a:pt x="165698" y="65544"/>
                  <a:pt x="166154" y="65544"/>
                  <a:pt x="166548" y="65358"/>
                </a:cubicBezTo>
                <a:cubicBezTo>
                  <a:pt x="166963" y="65121"/>
                  <a:pt x="167466" y="64973"/>
                  <a:pt x="167644" y="65121"/>
                </a:cubicBezTo>
                <a:cubicBezTo>
                  <a:pt x="167821" y="65269"/>
                  <a:pt x="168206" y="65269"/>
                  <a:pt x="168295" y="65891"/>
                </a:cubicBezTo>
                <a:cubicBezTo>
                  <a:pt x="168384" y="66513"/>
                  <a:pt x="167999" y="66779"/>
                  <a:pt x="167466" y="67431"/>
                </a:cubicBezTo>
                <a:cubicBezTo>
                  <a:pt x="166933" y="68082"/>
                  <a:pt x="165067" y="69829"/>
                  <a:pt x="164890" y="70392"/>
                </a:cubicBezTo>
                <a:cubicBezTo>
                  <a:pt x="164712" y="70955"/>
                  <a:pt x="163912" y="71044"/>
                  <a:pt x="163350" y="71636"/>
                </a:cubicBezTo>
                <a:cubicBezTo>
                  <a:pt x="162254" y="72797"/>
                  <a:pt x="161078" y="73875"/>
                  <a:pt x="159826" y="74864"/>
                </a:cubicBezTo>
                <a:cubicBezTo>
                  <a:pt x="159411" y="75160"/>
                  <a:pt x="158789" y="76285"/>
                  <a:pt x="158493" y="76433"/>
                </a:cubicBezTo>
                <a:cubicBezTo>
                  <a:pt x="158197" y="76581"/>
                  <a:pt x="157694" y="76196"/>
                  <a:pt x="157457" y="76433"/>
                </a:cubicBezTo>
                <a:lnTo>
                  <a:pt x="157457" y="76315"/>
                </a:lnTo>
                <a:cubicBezTo>
                  <a:pt x="156533" y="77274"/>
                  <a:pt x="155798" y="78400"/>
                  <a:pt x="155295" y="79632"/>
                </a:cubicBezTo>
                <a:cubicBezTo>
                  <a:pt x="155233" y="80046"/>
                  <a:pt x="155351" y="80467"/>
                  <a:pt x="155621" y="80786"/>
                </a:cubicBezTo>
                <a:cubicBezTo>
                  <a:pt x="156035" y="81379"/>
                  <a:pt x="156479" y="81912"/>
                  <a:pt x="156479" y="82060"/>
                </a:cubicBezTo>
                <a:cubicBezTo>
                  <a:pt x="156746" y="82711"/>
                  <a:pt x="157249" y="83422"/>
                  <a:pt x="157782" y="83363"/>
                </a:cubicBezTo>
                <a:cubicBezTo>
                  <a:pt x="158316" y="83304"/>
                  <a:pt x="158523" y="82741"/>
                  <a:pt x="159322" y="82593"/>
                </a:cubicBezTo>
                <a:cubicBezTo>
                  <a:pt x="160122" y="82445"/>
                  <a:pt x="160003" y="82948"/>
                  <a:pt x="160448" y="82593"/>
                </a:cubicBezTo>
                <a:cubicBezTo>
                  <a:pt x="160892" y="82238"/>
                  <a:pt x="161099" y="81764"/>
                  <a:pt x="161099" y="81438"/>
                </a:cubicBezTo>
                <a:cubicBezTo>
                  <a:pt x="161351" y="81038"/>
                  <a:pt x="161659" y="80680"/>
                  <a:pt x="162017" y="80372"/>
                </a:cubicBezTo>
                <a:cubicBezTo>
                  <a:pt x="162521" y="80017"/>
                  <a:pt x="163142" y="79691"/>
                  <a:pt x="163142" y="79217"/>
                </a:cubicBezTo>
                <a:cubicBezTo>
                  <a:pt x="163379" y="78998"/>
                  <a:pt x="163649" y="78817"/>
                  <a:pt x="163942" y="78684"/>
                </a:cubicBezTo>
                <a:cubicBezTo>
                  <a:pt x="164333" y="78533"/>
                  <a:pt x="164685" y="78302"/>
                  <a:pt x="164979" y="78003"/>
                </a:cubicBezTo>
                <a:cubicBezTo>
                  <a:pt x="165292" y="77636"/>
                  <a:pt x="165627" y="77289"/>
                  <a:pt x="165985" y="76966"/>
                </a:cubicBezTo>
                <a:cubicBezTo>
                  <a:pt x="166385" y="76777"/>
                  <a:pt x="166732" y="76492"/>
                  <a:pt x="166992" y="76137"/>
                </a:cubicBezTo>
                <a:cubicBezTo>
                  <a:pt x="167259" y="75752"/>
                  <a:pt x="167851" y="75486"/>
                  <a:pt x="168118" y="75041"/>
                </a:cubicBezTo>
                <a:cubicBezTo>
                  <a:pt x="168384" y="74597"/>
                  <a:pt x="169006" y="74390"/>
                  <a:pt x="169302" y="73827"/>
                </a:cubicBezTo>
                <a:cubicBezTo>
                  <a:pt x="169598" y="73265"/>
                  <a:pt x="170516" y="73205"/>
                  <a:pt x="170516" y="72583"/>
                </a:cubicBezTo>
                <a:cubicBezTo>
                  <a:pt x="171876" y="71014"/>
                  <a:pt x="173341" y="69542"/>
                  <a:pt x="174899" y="68171"/>
                </a:cubicBezTo>
                <a:cubicBezTo>
                  <a:pt x="175497" y="67457"/>
                  <a:pt x="176054" y="66705"/>
                  <a:pt x="176557" y="65920"/>
                </a:cubicBezTo>
                <a:cubicBezTo>
                  <a:pt x="177150" y="65417"/>
                  <a:pt x="177860" y="65328"/>
                  <a:pt x="178127" y="65062"/>
                </a:cubicBezTo>
                <a:cubicBezTo>
                  <a:pt x="178494" y="64520"/>
                  <a:pt x="178912" y="64016"/>
                  <a:pt x="179371" y="63551"/>
                </a:cubicBezTo>
                <a:cubicBezTo>
                  <a:pt x="179667" y="63196"/>
                  <a:pt x="180318" y="62456"/>
                  <a:pt x="180674" y="62130"/>
                </a:cubicBezTo>
                <a:lnTo>
                  <a:pt x="182273" y="60886"/>
                </a:lnTo>
                <a:cubicBezTo>
                  <a:pt x="182569" y="60708"/>
                  <a:pt x="184079" y="59613"/>
                  <a:pt x="184346" y="59405"/>
                </a:cubicBezTo>
                <a:cubicBezTo>
                  <a:pt x="185145" y="59020"/>
                  <a:pt x="185886" y="59317"/>
                  <a:pt x="185886" y="59020"/>
                </a:cubicBezTo>
                <a:cubicBezTo>
                  <a:pt x="186300" y="58162"/>
                  <a:pt x="187337" y="56178"/>
                  <a:pt x="187041" y="55556"/>
                </a:cubicBezTo>
                <a:cubicBezTo>
                  <a:pt x="186745" y="54934"/>
                  <a:pt x="186478" y="54460"/>
                  <a:pt x="186300" y="54164"/>
                </a:cubicBezTo>
                <a:cubicBezTo>
                  <a:pt x="186049" y="53900"/>
                  <a:pt x="185679" y="53788"/>
                  <a:pt x="185323" y="53868"/>
                </a:cubicBezTo>
                <a:cubicBezTo>
                  <a:pt x="184624" y="54093"/>
                  <a:pt x="183860" y="53962"/>
                  <a:pt x="183280" y="53512"/>
                </a:cubicBezTo>
                <a:cubicBezTo>
                  <a:pt x="182984" y="53275"/>
                  <a:pt x="182480" y="53601"/>
                  <a:pt x="181977" y="53808"/>
                </a:cubicBezTo>
                <a:cubicBezTo>
                  <a:pt x="181473" y="54016"/>
                  <a:pt x="180881" y="53808"/>
                  <a:pt x="180615" y="54016"/>
                </a:cubicBezTo>
                <a:cubicBezTo>
                  <a:pt x="179850" y="54641"/>
                  <a:pt x="179137" y="55322"/>
                  <a:pt x="178482" y="56059"/>
                </a:cubicBezTo>
                <a:cubicBezTo>
                  <a:pt x="177920" y="56711"/>
                  <a:pt x="175136" y="59287"/>
                  <a:pt x="174751" y="59672"/>
                </a:cubicBezTo>
                <a:cubicBezTo>
                  <a:pt x="174366" y="60057"/>
                  <a:pt x="174070" y="59553"/>
                  <a:pt x="174070" y="59080"/>
                </a:cubicBezTo>
                <a:cubicBezTo>
                  <a:pt x="174633" y="57806"/>
                  <a:pt x="175018" y="57717"/>
                  <a:pt x="174070" y="56118"/>
                </a:cubicBezTo>
                <a:cubicBezTo>
                  <a:pt x="173122" y="54519"/>
                  <a:pt x="172086" y="54726"/>
                  <a:pt x="171760" y="54519"/>
                </a:cubicBezTo>
                <a:cubicBezTo>
                  <a:pt x="171434" y="54312"/>
                  <a:pt x="170842" y="53423"/>
                  <a:pt x="170457" y="53275"/>
                </a:cubicBezTo>
                <a:close/>
                <a:moveTo>
                  <a:pt x="264169" y="44910"/>
                </a:moveTo>
                <a:cubicBezTo>
                  <a:pt x="264448" y="44919"/>
                  <a:pt x="264667" y="45150"/>
                  <a:pt x="264658" y="45429"/>
                </a:cubicBezTo>
                <a:cubicBezTo>
                  <a:pt x="264720" y="46219"/>
                  <a:pt x="264415" y="46995"/>
                  <a:pt x="263829" y="47531"/>
                </a:cubicBezTo>
                <a:cubicBezTo>
                  <a:pt x="263260" y="47706"/>
                  <a:pt x="262650" y="47706"/>
                  <a:pt x="262082" y="47531"/>
                </a:cubicBezTo>
                <a:cubicBezTo>
                  <a:pt x="261886" y="47256"/>
                  <a:pt x="261794" y="46921"/>
                  <a:pt x="261815" y="46583"/>
                </a:cubicBezTo>
                <a:cubicBezTo>
                  <a:pt x="261797" y="46201"/>
                  <a:pt x="261913" y="45825"/>
                  <a:pt x="262141" y="45517"/>
                </a:cubicBezTo>
                <a:cubicBezTo>
                  <a:pt x="262760" y="45278"/>
                  <a:pt x="263391" y="45079"/>
                  <a:pt x="264036" y="44925"/>
                </a:cubicBezTo>
                <a:cubicBezTo>
                  <a:pt x="264081" y="44913"/>
                  <a:pt x="264125" y="44910"/>
                  <a:pt x="264169" y="44910"/>
                </a:cubicBezTo>
                <a:close/>
                <a:moveTo>
                  <a:pt x="269574" y="42437"/>
                </a:moveTo>
                <a:cubicBezTo>
                  <a:pt x="269840" y="42230"/>
                  <a:pt x="270432" y="42112"/>
                  <a:pt x="270580" y="42645"/>
                </a:cubicBezTo>
                <a:cubicBezTo>
                  <a:pt x="270678" y="43062"/>
                  <a:pt x="270728" y="43489"/>
                  <a:pt x="270728" y="43918"/>
                </a:cubicBezTo>
                <a:cubicBezTo>
                  <a:pt x="270489" y="44641"/>
                  <a:pt x="269914" y="45200"/>
                  <a:pt x="269189" y="45428"/>
                </a:cubicBezTo>
                <a:cubicBezTo>
                  <a:pt x="268981" y="45517"/>
                  <a:pt x="268122" y="45014"/>
                  <a:pt x="268122" y="44688"/>
                </a:cubicBezTo>
                <a:cubicBezTo>
                  <a:pt x="268122" y="44362"/>
                  <a:pt x="267382" y="43178"/>
                  <a:pt x="268122" y="43148"/>
                </a:cubicBezTo>
                <a:cubicBezTo>
                  <a:pt x="268863" y="43118"/>
                  <a:pt x="269129" y="42645"/>
                  <a:pt x="269574" y="42437"/>
                </a:cubicBezTo>
                <a:close/>
                <a:moveTo>
                  <a:pt x="262555" y="38529"/>
                </a:moveTo>
                <a:cubicBezTo>
                  <a:pt x="263592" y="38144"/>
                  <a:pt x="263977" y="38795"/>
                  <a:pt x="264006" y="39772"/>
                </a:cubicBezTo>
                <a:cubicBezTo>
                  <a:pt x="264036" y="40750"/>
                  <a:pt x="263029" y="41135"/>
                  <a:pt x="262318" y="41875"/>
                </a:cubicBezTo>
                <a:cubicBezTo>
                  <a:pt x="261963" y="42230"/>
                  <a:pt x="261963" y="41875"/>
                  <a:pt x="261548" y="41549"/>
                </a:cubicBezTo>
                <a:cubicBezTo>
                  <a:pt x="261134" y="41223"/>
                  <a:pt x="261134" y="40424"/>
                  <a:pt x="261134" y="39920"/>
                </a:cubicBezTo>
                <a:cubicBezTo>
                  <a:pt x="260926" y="38766"/>
                  <a:pt x="262289" y="39002"/>
                  <a:pt x="262555" y="38529"/>
                </a:cubicBezTo>
                <a:close/>
                <a:moveTo>
                  <a:pt x="345770" y="37314"/>
                </a:moveTo>
                <a:cubicBezTo>
                  <a:pt x="344881" y="37521"/>
                  <a:pt x="344082" y="37373"/>
                  <a:pt x="343815" y="38291"/>
                </a:cubicBezTo>
                <a:cubicBezTo>
                  <a:pt x="343727" y="38617"/>
                  <a:pt x="343519" y="39801"/>
                  <a:pt x="343519" y="40157"/>
                </a:cubicBezTo>
                <a:cubicBezTo>
                  <a:pt x="343386" y="40811"/>
                  <a:pt x="343386" y="41486"/>
                  <a:pt x="343519" y="42141"/>
                </a:cubicBezTo>
                <a:cubicBezTo>
                  <a:pt x="343984" y="42952"/>
                  <a:pt x="344227" y="43870"/>
                  <a:pt x="344230" y="44806"/>
                </a:cubicBezTo>
                <a:cubicBezTo>
                  <a:pt x="344112" y="45724"/>
                  <a:pt x="343786" y="46523"/>
                  <a:pt x="344378" y="46938"/>
                </a:cubicBezTo>
                <a:cubicBezTo>
                  <a:pt x="345062" y="47258"/>
                  <a:pt x="345817" y="47391"/>
                  <a:pt x="346569" y="47323"/>
                </a:cubicBezTo>
                <a:cubicBezTo>
                  <a:pt x="347150" y="47288"/>
                  <a:pt x="347736" y="47288"/>
                  <a:pt x="348317" y="47323"/>
                </a:cubicBezTo>
                <a:cubicBezTo>
                  <a:pt x="348642" y="47530"/>
                  <a:pt x="348494" y="48300"/>
                  <a:pt x="348317" y="48952"/>
                </a:cubicBezTo>
                <a:cubicBezTo>
                  <a:pt x="348160" y="49621"/>
                  <a:pt x="347878" y="50255"/>
                  <a:pt x="347488" y="50817"/>
                </a:cubicBezTo>
                <a:cubicBezTo>
                  <a:pt x="346747" y="52002"/>
                  <a:pt x="345622" y="55378"/>
                  <a:pt x="342660" y="55793"/>
                </a:cubicBezTo>
                <a:cubicBezTo>
                  <a:pt x="341180" y="55970"/>
                  <a:pt x="339166" y="56503"/>
                  <a:pt x="337863" y="56503"/>
                </a:cubicBezTo>
                <a:cubicBezTo>
                  <a:pt x="337419" y="56503"/>
                  <a:pt x="336678" y="56503"/>
                  <a:pt x="336205" y="56503"/>
                </a:cubicBezTo>
                <a:cubicBezTo>
                  <a:pt x="334813" y="56622"/>
                  <a:pt x="332503" y="57007"/>
                  <a:pt x="331851" y="57007"/>
                </a:cubicBezTo>
                <a:cubicBezTo>
                  <a:pt x="331200" y="57007"/>
                  <a:pt x="330341" y="56355"/>
                  <a:pt x="329986" y="56355"/>
                </a:cubicBezTo>
                <a:cubicBezTo>
                  <a:pt x="328698" y="56352"/>
                  <a:pt x="327430" y="56690"/>
                  <a:pt x="326314" y="57332"/>
                </a:cubicBezTo>
                <a:cubicBezTo>
                  <a:pt x="326382" y="58040"/>
                  <a:pt x="326269" y="58754"/>
                  <a:pt x="325988" y="59405"/>
                </a:cubicBezTo>
                <a:lnTo>
                  <a:pt x="325988" y="59287"/>
                </a:lnTo>
                <a:cubicBezTo>
                  <a:pt x="325662" y="59850"/>
                  <a:pt x="325461" y="60474"/>
                  <a:pt x="325396" y="61123"/>
                </a:cubicBezTo>
                <a:cubicBezTo>
                  <a:pt x="326284" y="62544"/>
                  <a:pt x="327350" y="64529"/>
                  <a:pt x="327676" y="64677"/>
                </a:cubicBezTo>
                <a:cubicBezTo>
                  <a:pt x="328002" y="64825"/>
                  <a:pt x="333214" y="63907"/>
                  <a:pt x="336175" y="63670"/>
                </a:cubicBezTo>
                <a:cubicBezTo>
                  <a:pt x="338408" y="63510"/>
                  <a:pt x="340653" y="63599"/>
                  <a:pt x="342868" y="63936"/>
                </a:cubicBezTo>
                <a:cubicBezTo>
                  <a:pt x="343904" y="64114"/>
                  <a:pt x="345474" y="64795"/>
                  <a:pt x="346451" y="64914"/>
                </a:cubicBezTo>
                <a:cubicBezTo>
                  <a:pt x="347428" y="65032"/>
                  <a:pt x="349087" y="65239"/>
                  <a:pt x="349709" y="65239"/>
                </a:cubicBezTo>
                <a:cubicBezTo>
                  <a:pt x="350846" y="65248"/>
                  <a:pt x="351977" y="65438"/>
                  <a:pt x="353055" y="65802"/>
                </a:cubicBezTo>
                <a:cubicBezTo>
                  <a:pt x="353677" y="66039"/>
                  <a:pt x="355305" y="66217"/>
                  <a:pt x="356283" y="66602"/>
                </a:cubicBezTo>
                <a:cubicBezTo>
                  <a:pt x="357260" y="66986"/>
                  <a:pt x="358948" y="67579"/>
                  <a:pt x="359747" y="67786"/>
                </a:cubicBezTo>
                <a:cubicBezTo>
                  <a:pt x="360547" y="67993"/>
                  <a:pt x="361228" y="67964"/>
                  <a:pt x="361939" y="68141"/>
                </a:cubicBezTo>
                <a:cubicBezTo>
                  <a:pt x="362626" y="68399"/>
                  <a:pt x="363298" y="68698"/>
                  <a:pt x="363953" y="69030"/>
                </a:cubicBezTo>
                <a:cubicBezTo>
                  <a:pt x="364278" y="69119"/>
                  <a:pt x="364841" y="69148"/>
                  <a:pt x="365907" y="69385"/>
                </a:cubicBezTo>
                <a:cubicBezTo>
                  <a:pt x="366322" y="69474"/>
                  <a:pt x="366795" y="68971"/>
                  <a:pt x="367151" y="68615"/>
                </a:cubicBezTo>
                <a:cubicBezTo>
                  <a:pt x="367492" y="68334"/>
                  <a:pt x="367764" y="67979"/>
                  <a:pt x="367950" y="67579"/>
                </a:cubicBezTo>
                <a:cubicBezTo>
                  <a:pt x="368021" y="67327"/>
                  <a:pt x="368021" y="67061"/>
                  <a:pt x="367950" y="66809"/>
                </a:cubicBezTo>
                <a:cubicBezTo>
                  <a:pt x="367950" y="66750"/>
                  <a:pt x="367950" y="66424"/>
                  <a:pt x="367950" y="66276"/>
                </a:cubicBezTo>
                <a:cubicBezTo>
                  <a:pt x="368025" y="65814"/>
                  <a:pt x="368025" y="65346"/>
                  <a:pt x="367950" y="64884"/>
                </a:cubicBezTo>
                <a:cubicBezTo>
                  <a:pt x="367802" y="63729"/>
                  <a:pt x="366855" y="63255"/>
                  <a:pt x="366351" y="62781"/>
                </a:cubicBezTo>
                <a:cubicBezTo>
                  <a:pt x="365946" y="62346"/>
                  <a:pt x="365510" y="61940"/>
                  <a:pt x="365048" y="61567"/>
                </a:cubicBezTo>
                <a:cubicBezTo>
                  <a:pt x="364589" y="61259"/>
                  <a:pt x="364104" y="60990"/>
                  <a:pt x="363597" y="60768"/>
                </a:cubicBezTo>
                <a:cubicBezTo>
                  <a:pt x="363121" y="60661"/>
                  <a:pt x="362635" y="60593"/>
                  <a:pt x="362146" y="60560"/>
                </a:cubicBezTo>
                <a:cubicBezTo>
                  <a:pt x="361613" y="60560"/>
                  <a:pt x="361228" y="60945"/>
                  <a:pt x="360517" y="60768"/>
                </a:cubicBezTo>
                <a:cubicBezTo>
                  <a:pt x="358628" y="60229"/>
                  <a:pt x="356712" y="59805"/>
                  <a:pt x="354772" y="59494"/>
                </a:cubicBezTo>
                <a:cubicBezTo>
                  <a:pt x="354417" y="58991"/>
                  <a:pt x="355009" y="57747"/>
                  <a:pt x="355394" y="56266"/>
                </a:cubicBezTo>
                <a:cubicBezTo>
                  <a:pt x="355542" y="55852"/>
                  <a:pt x="355631" y="55319"/>
                  <a:pt x="355927" y="55111"/>
                </a:cubicBezTo>
                <a:cubicBezTo>
                  <a:pt x="356221" y="54818"/>
                  <a:pt x="356425" y="54448"/>
                  <a:pt x="356520" y="54045"/>
                </a:cubicBezTo>
                <a:cubicBezTo>
                  <a:pt x="356656" y="53648"/>
                  <a:pt x="356902" y="53299"/>
                  <a:pt x="357230" y="53038"/>
                </a:cubicBezTo>
                <a:cubicBezTo>
                  <a:pt x="357574" y="52769"/>
                  <a:pt x="357840" y="52411"/>
                  <a:pt x="358000" y="52002"/>
                </a:cubicBezTo>
                <a:cubicBezTo>
                  <a:pt x="358444" y="50344"/>
                  <a:pt x="357526" y="50610"/>
                  <a:pt x="358000" y="49218"/>
                </a:cubicBezTo>
                <a:cubicBezTo>
                  <a:pt x="358474" y="47826"/>
                  <a:pt x="359896" y="48123"/>
                  <a:pt x="361643" y="47826"/>
                </a:cubicBezTo>
                <a:cubicBezTo>
                  <a:pt x="362285" y="47747"/>
                  <a:pt x="362901" y="47524"/>
                  <a:pt x="363449" y="47175"/>
                </a:cubicBezTo>
                <a:cubicBezTo>
                  <a:pt x="364175" y="46621"/>
                  <a:pt x="364998" y="46207"/>
                  <a:pt x="365877" y="45961"/>
                </a:cubicBezTo>
                <a:cubicBezTo>
                  <a:pt x="367536" y="45339"/>
                  <a:pt x="368572" y="45605"/>
                  <a:pt x="369017" y="44243"/>
                </a:cubicBezTo>
                <a:cubicBezTo>
                  <a:pt x="369105" y="44036"/>
                  <a:pt x="368661" y="43444"/>
                  <a:pt x="368661" y="43059"/>
                </a:cubicBezTo>
                <a:cubicBezTo>
                  <a:pt x="368759" y="42520"/>
                  <a:pt x="368759" y="41969"/>
                  <a:pt x="368661" y="41430"/>
                </a:cubicBezTo>
                <a:cubicBezTo>
                  <a:pt x="368395" y="40690"/>
                  <a:pt x="367832" y="40216"/>
                  <a:pt x="367477" y="39475"/>
                </a:cubicBezTo>
                <a:cubicBezTo>
                  <a:pt x="367278" y="39073"/>
                  <a:pt x="366944" y="38759"/>
                  <a:pt x="366529" y="38587"/>
                </a:cubicBezTo>
                <a:cubicBezTo>
                  <a:pt x="366174" y="38587"/>
                  <a:pt x="365877" y="38794"/>
                  <a:pt x="365196" y="38587"/>
                </a:cubicBezTo>
                <a:cubicBezTo>
                  <a:pt x="364714" y="38406"/>
                  <a:pt x="364195" y="38344"/>
                  <a:pt x="363686" y="38409"/>
                </a:cubicBezTo>
                <a:cubicBezTo>
                  <a:pt x="361812" y="38922"/>
                  <a:pt x="359884" y="39221"/>
                  <a:pt x="357941" y="39298"/>
                </a:cubicBezTo>
                <a:lnTo>
                  <a:pt x="357023" y="39298"/>
                </a:lnTo>
                <a:lnTo>
                  <a:pt x="355720" y="39298"/>
                </a:lnTo>
                <a:cubicBezTo>
                  <a:pt x="353233" y="39239"/>
                  <a:pt x="348820" y="38735"/>
                  <a:pt x="348494" y="38735"/>
                </a:cubicBezTo>
                <a:cubicBezTo>
                  <a:pt x="347636" y="38380"/>
                  <a:pt x="346125" y="37314"/>
                  <a:pt x="345770" y="37314"/>
                </a:cubicBezTo>
                <a:close/>
                <a:moveTo>
                  <a:pt x="251954" y="35270"/>
                </a:moveTo>
                <a:cubicBezTo>
                  <a:pt x="251480" y="35626"/>
                  <a:pt x="250947" y="35774"/>
                  <a:pt x="249614" y="35774"/>
                </a:cubicBezTo>
                <a:cubicBezTo>
                  <a:pt x="247008" y="36011"/>
                  <a:pt x="244402" y="39446"/>
                  <a:pt x="241856" y="40927"/>
                </a:cubicBezTo>
                <a:cubicBezTo>
                  <a:pt x="241237" y="41131"/>
                  <a:pt x="240603" y="41288"/>
                  <a:pt x="239960" y="41400"/>
                </a:cubicBezTo>
                <a:cubicBezTo>
                  <a:pt x="239427" y="41637"/>
                  <a:pt x="238746" y="42081"/>
                  <a:pt x="238628" y="42496"/>
                </a:cubicBezTo>
                <a:cubicBezTo>
                  <a:pt x="238509" y="42911"/>
                  <a:pt x="238568" y="43384"/>
                  <a:pt x="238095" y="43651"/>
                </a:cubicBezTo>
                <a:cubicBezTo>
                  <a:pt x="237621" y="43917"/>
                  <a:pt x="237236" y="43977"/>
                  <a:pt x="237265" y="44332"/>
                </a:cubicBezTo>
                <a:cubicBezTo>
                  <a:pt x="237295" y="44687"/>
                  <a:pt x="237562" y="46168"/>
                  <a:pt x="238006" y="46257"/>
                </a:cubicBezTo>
                <a:cubicBezTo>
                  <a:pt x="238450" y="46346"/>
                  <a:pt x="238776" y="46257"/>
                  <a:pt x="238953" y="46701"/>
                </a:cubicBezTo>
                <a:cubicBezTo>
                  <a:pt x="239131" y="47145"/>
                  <a:pt x="239723" y="47708"/>
                  <a:pt x="240168" y="47708"/>
                </a:cubicBezTo>
                <a:cubicBezTo>
                  <a:pt x="240763" y="47761"/>
                  <a:pt x="241352" y="47892"/>
                  <a:pt x="241915" y="48093"/>
                </a:cubicBezTo>
                <a:cubicBezTo>
                  <a:pt x="242477" y="48241"/>
                  <a:pt x="243514" y="48300"/>
                  <a:pt x="243514" y="49218"/>
                </a:cubicBezTo>
                <a:cubicBezTo>
                  <a:pt x="243514" y="50136"/>
                  <a:pt x="243840" y="51469"/>
                  <a:pt x="243514" y="52180"/>
                </a:cubicBezTo>
                <a:cubicBezTo>
                  <a:pt x="243188" y="52890"/>
                  <a:pt x="242270" y="53927"/>
                  <a:pt x="241915" y="53927"/>
                </a:cubicBezTo>
                <a:cubicBezTo>
                  <a:pt x="241559" y="53927"/>
                  <a:pt x="240937" y="53927"/>
                  <a:pt x="240582" y="53927"/>
                </a:cubicBezTo>
                <a:cubicBezTo>
                  <a:pt x="239543" y="54149"/>
                  <a:pt x="238838" y="55120"/>
                  <a:pt x="238953" y="56178"/>
                </a:cubicBezTo>
                <a:cubicBezTo>
                  <a:pt x="239042" y="56888"/>
                  <a:pt x="240434" y="58132"/>
                  <a:pt x="240434" y="58132"/>
                </a:cubicBezTo>
                <a:lnTo>
                  <a:pt x="241136" y="58941"/>
                </a:lnTo>
                <a:lnTo>
                  <a:pt x="241648" y="59909"/>
                </a:lnTo>
                <a:cubicBezTo>
                  <a:pt x="241826" y="60323"/>
                  <a:pt x="241648" y="60768"/>
                  <a:pt x="241648" y="61360"/>
                </a:cubicBezTo>
                <a:cubicBezTo>
                  <a:pt x="241707" y="61733"/>
                  <a:pt x="241707" y="62112"/>
                  <a:pt x="241648" y="62485"/>
                </a:cubicBezTo>
                <a:cubicBezTo>
                  <a:pt x="241480" y="63003"/>
                  <a:pt x="241160" y="63457"/>
                  <a:pt x="240730" y="63788"/>
                </a:cubicBezTo>
                <a:cubicBezTo>
                  <a:pt x="240434" y="64025"/>
                  <a:pt x="239664" y="64973"/>
                  <a:pt x="239368" y="65121"/>
                </a:cubicBezTo>
                <a:cubicBezTo>
                  <a:pt x="238222" y="65752"/>
                  <a:pt x="237378" y="66821"/>
                  <a:pt x="237028" y="68082"/>
                </a:cubicBezTo>
                <a:cubicBezTo>
                  <a:pt x="237138" y="69018"/>
                  <a:pt x="237428" y="69924"/>
                  <a:pt x="237887" y="70747"/>
                </a:cubicBezTo>
                <a:cubicBezTo>
                  <a:pt x="238225" y="71269"/>
                  <a:pt x="238657" y="71719"/>
                  <a:pt x="239161" y="72080"/>
                </a:cubicBezTo>
                <a:cubicBezTo>
                  <a:pt x="239634" y="72495"/>
                  <a:pt x="239486" y="73472"/>
                  <a:pt x="240079" y="73472"/>
                </a:cubicBezTo>
                <a:cubicBezTo>
                  <a:pt x="240677" y="73499"/>
                  <a:pt x="241272" y="73579"/>
                  <a:pt x="241856" y="73709"/>
                </a:cubicBezTo>
                <a:cubicBezTo>
                  <a:pt x="242270" y="73916"/>
                  <a:pt x="243070" y="73502"/>
                  <a:pt x="243070" y="73502"/>
                </a:cubicBezTo>
                <a:cubicBezTo>
                  <a:pt x="243721" y="73265"/>
                  <a:pt x="244402" y="71547"/>
                  <a:pt x="245705" y="70540"/>
                </a:cubicBezTo>
                <a:cubicBezTo>
                  <a:pt x="247008" y="69533"/>
                  <a:pt x="249911" y="67875"/>
                  <a:pt x="251450" y="66572"/>
                </a:cubicBezTo>
                <a:cubicBezTo>
                  <a:pt x="253210" y="65447"/>
                  <a:pt x="254364" y="63584"/>
                  <a:pt x="254590" y="61508"/>
                </a:cubicBezTo>
                <a:cubicBezTo>
                  <a:pt x="254501" y="60990"/>
                  <a:pt x="254287" y="60504"/>
                  <a:pt x="253968" y="60087"/>
                </a:cubicBezTo>
                <a:cubicBezTo>
                  <a:pt x="253556" y="59731"/>
                  <a:pt x="253052" y="59494"/>
                  <a:pt x="252517" y="59405"/>
                </a:cubicBezTo>
                <a:lnTo>
                  <a:pt x="251036" y="59613"/>
                </a:lnTo>
                <a:cubicBezTo>
                  <a:pt x="250829" y="59553"/>
                  <a:pt x="250621" y="58458"/>
                  <a:pt x="250621" y="58132"/>
                </a:cubicBezTo>
                <a:cubicBezTo>
                  <a:pt x="251441" y="56459"/>
                  <a:pt x="252611" y="54984"/>
                  <a:pt x="254056" y="53808"/>
                </a:cubicBezTo>
                <a:cubicBezTo>
                  <a:pt x="254234" y="53631"/>
                  <a:pt x="254264" y="53571"/>
                  <a:pt x="254234" y="52979"/>
                </a:cubicBezTo>
                <a:cubicBezTo>
                  <a:pt x="254205" y="52387"/>
                  <a:pt x="253938" y="52239"/>
                  <a:pt x="253138" y="51143"/>
                </a:cubicBezTo>
                <a:cubicBezTo>
                  <a:pt x="252724" y="50551"/>
                  <a:pt x="252961" y="49959"/>
                  <a:pt x="252517" y="49959"/>
                </a:cubicBezTo>
                <a:cubicBezTo>
                  <a:pt x="252072" y="49959"/>
                  <a:pt x="251569" y="50551"/>
                  <a:pt x="251184" y="50196"/>
                </a:cubicBezTo>
                <a:cubicBezTo>
                  <a:pt x="250799" y="49840"/>
                  <a:pt x="250799" y="48804"/>
                  <a:pt x="250799" y="48448"/>
                </a:cubicBezTo>
                <a:cubicBezTo>
                  <a:pt x="250461" y="47631"/>
                  <a:pt x="250408" y="46722"/>
                  <a:pt x="250651" y="45872"/>
                </a:cubicBezTo>
                <a:cubicBezTo>
                  <a:pt x="251169" y="44972"/>
                  <a:pt x="251753" y="44110"/>
                  <a:pt x="252398" y="43296"/>
                </a:cubicBezTo>
                <a:cubicBezTo>
                  <a:pt x="253020" y="42555"/>
                  <a:pt x="253405" y="42052"/>
                  <a:pt x="253405" y="41489"/>
                </a:cubicBezTo>
                <a:cubicBezTo>
                  <a:pt x="253198" y="40186"/>
                  <a:pt x="253760" y="39712"/>
                  <a:pt x="253760" y="39120"/>
                </a:cubicBezTo>
                <a:cubicBezTo>
                  <a:pt x="253760" y="38528"/>
                  <a:pt x="254116" y="37669"/>
                  <a:pt x="253760" y="37047"/>
                </a:cubicBezTo>
                <a:cubicBezTo>
                  <a:pt x="253405" y="36425"/>
                  <a:pt x="252428" y="34915"/>
                  <a:pt x="251954" y="35270"/>
                </a:cubicBezTo>
                <a:close/>
                <a:moveTo>
                  <a:pt x="271646" y="34797"/>
                </a:moveTo>
                <a:cubicBezTo>
                  <a:pt x="271824" y="34916"/>
                  <a:pt x="272001" y="35893"/>
                  <a:pt x="272001" y="36248"/>
                </a:cubicBezTo>
                <a:cubicBezTo>
                  <a:pt x="271871" y="37072"/>
                  <a:pt x="271474" y="37830"/>
                  <a:pt x="270876" y="38410"/>
                </a:cubicBezTo>
                <a:cubicBezTo>
                  <a:pt x="270204" y="38603"/>
                  <a:pt x="269499" y="38662"/>
                  <a:pt x="268803" y="38588"/>
                </a:cubicBezTo>
                <a:cubicBezTo>
                  <a:pt x="268181" y="38440"/>
                  <a:pt x="268033" y="37433"/>
                  <a:pt x="268003" y="36841"/>
                </a:cubicBezTo>
                <a:cubicBezTo>
                  <a:pt x="267944" y="35715"/>
                  <a:pt x="270254" y="35449"/>
                  <a:pt x="271646" y="34797"/>
                </a:cubicBezTo>
                <a:close/>
                <a:moveTo>
                  <a:pt x="273157" y="28903"/>
                </a:moveTo>
                <a:cubicBezTo>
                  <a:pt x="270702" y="29946"/>
                  <a:pt x="268301" y="31113"/>
                  <a:pt x="265961" y="32398"/>
                </a:cubicBezTo>
                <a:cubicBezTo>
                  <a:pt x="265339" y="32694"/>
                  <a:pt x="264658" y="32427"/>
                  <a:pt x="263503" y="32990"/>
                </a:cubicBezTo>
                <a:cubicBezTo>
                  <a:pt x="262348" y="33553"/>
                  <a:pt x="261608" y="34175"/>
                  <a:pt x="260542" y="34737"/>
                </a:cubicBezTo>
                <a:cubicBezTo>
                  <a:pt x="260186" y="34945"/>
                  <a:pt x="259002" y="35448"/>
                  <a:pt x="258765" y="35596"/>
                </a:cubicBezTo>
                <a:cubicBezTo>
                  <a:pt x="258324" y="35791"/>
                  <a:pt x="257853" y="35910"/>
                  <a:pt x="257373" y="35951"/>
                </a:cubicBezTo>
                <a:cubicBezTo>
                  <a:pt x="256574" y="36040"/>
                  <a:pt x="256307" y="35152"/>
                  <a:pt x="255744" y="35241"/>
                </a:cubicBezTo>
                <a:cubicBezTo>
                  <a:pt x="255182" y="35330"/>
                  <a:pt x="254678" y="36751"/>
                  <a:pt x="254915" y="37787"/>
                </a:cubicBezTo>
                <a:cubicBezTo>
                  <a:pt x="254995" y="38605"/>
                  <a:pt x="254995" y="39428"/>
                  <a:pt x="254915" y="40245"/>
                </a:cubicBezTo>
                <a:lnTo>
                  <a:pt x="254826" y="40127"/>
                </a:lnTo>
                <a:cubicBezTo>
                  <a:pt x="254791" y="40672"/>
                  <a:pt x="254821" y="41220"/>
                  <a:pt x="254915" y="41756"/>
                </a:cubicBezTo>
                <a:cubicBezTo>
                  <a:pt x="255063" y="42526"/>
                  <a:pt x="255715" y="43088"/>
                  <a:pt x="255715" y="43503"/>
                </a:cubicBezTo>
                <a:cubicBezTo>
                  <a:pt x="255889" y="44942"/>
                  <a:pt x="256236" y="46355"/>
                  <a:pt x="256751" y="47708"/>
                </a:cubicBezTo>
                <a:cubicBezTo>
                  <a:pt x="256959" y="48360"/>
                  <a:pt x="256218" y="49366"/>
                  <a:pt x="256218" y="50462"/>
                </a:cubicBezTo>
                <a:cubicBezTo>
                  <a:pt x="256337" y="51066"/>
                  <a:pt x="256580" y="51641"/>
                  <a:pt x="256929" y="52150"/>
                </a:cubicBezTo>
                <a:cubicBezTo>
                  <a:pt x="257077" y="52387"/>
                  <a:pt x="257995" y="52624"/>
                  <a:pt x="257995" y="53601"/>
                </a:cubicBezTo>
                <a:cubicBezTo>
                  <a:pt x="257995" y="53956"/>
                  <a:pt x="258321" y="54341"/>
                  <a:pt x="258498" y="54638"/>
                </a:cubicBezTo>
                <a:cubicBezTo>
                  <a:pt x="258676" y="54934"/>
                  <a:pt x="258647" y="55289"/>
                  <a:pt x="259061" y="55289"/>
                </a:cubicBezTo>
                <a:cubicBezTo>
                  <a:pt x="259387" y="55334"/>
                  <a:pt x="259713" y="55334"/>
                  <a:pt x="260038" y="55289"/>
                </a:cubicBezTo>
                <a:cubicBezTo>
                  <a:pt x="260394" y="55230"/>
                  <a:pt x="260927" y="54875"/>
                  <a:pt x="261164" y="54875"/>
                </a:cubicBezTo>
                <a:cubicBezTo>
                  <a:pt x="261581" y="54715"/>
                  <a:pt x="261987" y="54528"/>
                  <a:pt x="262378" y="54312"/>
                </a:cubicBezTo>
                <a:cubicBezTo>
                  <a:pt x="262852" y="53956"/>
                  <a:pt x="263385" y="53868"/>
                  <a:pt x="263385" y="54312"/>
                </a:cubicBezTo>
                <a:cubicBezTo>
                  <a:pt x="263468" y="54863"/>
                  <a:pt x="263468" y="55419"/>
                  <a:pt x="263385" y="55970"/>
                </a:cubicBezTo>
                <a:cubicBezTo>
                  <a:pt x="263243" y="56272"/>
                  <a:pt x="263015" y="56530"/>
                  <a:pt x="262733" y="56711"/>
                </a:cubicBezTo>
                <a:cubicBezTo>
                  <a:pt x="262490" y="56814"/>
                  <a:pt x="262227" y="56865"/>
                  <a:pt x="261963" y="56859"/>
                </a:cubicBezTo>
                <a:cubicBezTo>
                  <a:pt x="261608" y="56918"/>
                  <a:pt x="261489" y="57066"/>
                  <a:pt x="261134" y="57125"/>
                </a:cubicBezTo>
                <a:cubicBezTo>
                  <a:pt x="260779" y="57184"/>
                  <a:pt x="260956" y="56888"/>
                  <a:pt x="260335" y="56977"/>
                </a:cubicBezTo>
                <a:cubicBezTo>
                  <a:pt x="259713" y="57066"/>
                  <a:pt x="259713" y="57421"/>
                  <a:pt x="259713" y="58102"/>
                </a:cubicBezTo>
                <a:cubicBezTo>
                  <a:pt x="259713" y="58784"/>
                  <a:pt x="259713" y="59228"/>
                  <a:pt x="259713" y="59494"/>
                </a:cubicBezTo>
                <a:cubicBezTo>
                  <a:pt x="259713" y="59761"/>
                  <a:pt x="259535" y="60235"/>
                  <a:pt x="259713" y="60649"/>
                </a:cubicBezTo>
                <a:cubicBezTo>
                  <a:pt x="259890" y="61064"/>
                  <a:pt x="260246" y="61064"/>
                  <a:pt x="260956" y="61064"/>
                </a:cubicBezTo>
                <a:cubicBezTo>
                  <a:pt x="261401" y="61256"/>
                  <a:pt x="261904" y="61256"/>
                  <a:pt x="262348" y="61064"/>
                </a:cubicBezTo>
                <a:cubicBezTo>
                  <a:pt x="262615" y="61005"/>
                  <a:pt x="263385" y="61271"/>
                  <a:pt x="263029" y="61952"/>
                </a:cubicBezTo>
                <a:cubicBezTo>
                  <a:pt x="261931" y="62536"/>
                  <a:pt x="260873" y="63187"/>
                  <a:pt x="259861" y="63907"/>
                </a:cubicBezTo>
                <a:cubicBezTo>
                  <a:pt x="259076" y="64431"/>
                  <a:pt x="258229" y="64857"/>
                  <a:pt x="257344" y="65180"/>
                </a:cubicBezTo>
                <a:cubicBezTo>
                  <a:pt x="256840" y="65328"/>
                  <a:pt x="256722" y="64884"/>
                  <a:pt x="256366" y="64884"/>
                </a:cubicBezTo>
                <a:cubicBezTo>
                  <a:pt x="256011" y="64884"/>
                  <a:pt x="255715" y="65565"/>
                  <a:pt x="255715" y="65565"/>
                </a:cubicBezTo>
                <a:cubicBezTo>
                  <a:pt x="255365" y="65974"/>
                  <a:pt x="255205" y="66513"/>
                  <a:pt x="255271" y="67046"/>
                </a:cubicBezTo>
                <a:cubicBezTo>
                  <a:pt x="255271" y="67312"/>
                  <a:pt x="255271" y="67905"/>
                  <a:pt x="255271" y="68260"/>
                </a:cubicBezTo>
                <a:cubicBezTo>
                  <a:pt x="255330" y="69474"/>
                  <a:pt x="255952" y="70066"/>
                  <a:pt x="256070" y="70807"/>
                </a:cubicBezTo>
                <a:cubicBezTo>
                  <a:pt x="256189" y="71547"/>
                  <a:pt x="257610" y="71695"/>
                  <a:pt x="258173" y="71547"/>
                </a:cubicBezTo>
                <a:cubicBezTo>
                  <a:pt x="259200" y="71186"/>
                  <a:pt x="260192" y="70730"/>
                  <a:pt x="261134" y="70185"/>
                </a:cubicBezTo>
                <a:cubicBezTo>
                  <a:pt x="262144" y="70037"/>
                  <a:pt x="263136" y="69788"/>
                  <a:pt x="264095" y="69444"/>
                </a:cubicBezTo>
                <a:cubicBezTo>
                  <a:pt x="264999" y="68905"/>
                  <a:pt x="266011" y="68574"/>
                  <a:pt x="267057" y="68467"/>
                </a:cubicBezTo>
                <a:cubicBezTo>
                  <a:pt x="267859" y="68295"/>
                  <a:pt x="268641" y="68047"/>
                  <a:pt x="269396" y="67727"/>
                </a:cubicBezTo>
                <a:cubicBezTo>
                  <a:pt x="270077" y="67490"/>
                  <a:pt x="270782" y="67321"/>
                  <a:pt x="271499" y="67223"/>
                </a:cubicBezTo>
                <a:cubicBezTo>
                  <a:pt x="272322" y="67223"/>
                  <a:pt x="273145" y="67155"/>
                  <a:pt x="273957" y="67016"/>
                </a:cubicBezTo>
                <a:cubicBezTo>
                  <a:pt x="274312" y="66898"/>
                  <a:pt x="275882" y="66720"/>
                  <a:pt x="278399" y="66217"/>
                </a:cubicBezTo>
                <a:cubicBezTo>
                  <a:pt x="280916" y="65713"/>
                  <a:pt x="280501" y="66217"/>
                  <a:pt x="281212" y="66217"/>
                </a:cubicBezTo>
                <a:cubicBezTo>
                  <a:pt x="282900" y="65832"/>
                  <a:pt x="283848" y="63462"/>
                  <a:pt x="283581" y="61508"/>
                </a:cubicBezTo>
                <a:cubicBezTo>
                  <a:pt x="283374" y="60116"/>
                  <a:pt x="282101" y="59524"/>
                  <a:pt x="281568" y="59080"/>
                </a:cubicBezTo>
                <a:cubicBezTo>
                  <a:pt x="281034" y="58635"/>
                  <a:pt x="280205" y="59465"/>
                  <a:pt x="279554" y="59405"/>
                </a:cubicBezTo>
                <a:cubicBezTo>
                  <a:pt x="278902" y="59346"/>
                  <a:pt x="277718" y="60205"/>
                  <a:pt x="277273" y="60205"/>
                </a:cubicBezTo>
                <a:cubicBezTo>
                  <a:pt x="276646" y="60300"/>
                  <a:pt x="276012" y="60359"/>
                  <a:pt x="275378" y="60383"/>
                </a:cubicBezTo>
                <a:cubicBezTo>
                  <a:pt x="274555" y="60617"/>
                  <a:pt x="273743" y="60895"/>
                  <a:pt x="272950" y="61212"/>
                </a:cubicBezTo>
                <a:cubicBezTo>
                  <a:pt x="272594" y="61271"/>
                  <a:pt x="271943" y="61271"/>
                  <a:pt x="271943" y="60620"/>
                </a:cubicBezTo>
                <a:cubicBezTo>
                  <a:pt x="271907" y="60184"/>
                  <a:pt x="272059" y="59752"/>
                  <a:pt x="272358" y="59435"/>
                </a:cubicBezTo>
                <a:cubicBezTo>
                  <a:pt x="272891" y="58991"/>
                  <a:pt x="273779" y="58784"/>
                  <a:pt x="274164" y="58487"/>
                </a:cubicBezTo>
                <a:cubicBezTo>
                  <a:pt x="274703" y="58085"/>
                  <a:pt x="275189" y="57617"/>
                  <a:pt x="275615" y="57096"/>
                </a:cubicBezTo>
                <a:cubicBezTo>
                  <a:pt x="275778" y="56796"/>
                  <a:pt x="275840" y="56456"/>
                  <a:pt x="275793" y="56118"/>
                </a:cubicBezTo>
                <a:cubicBezTo>
                  <a:pt x="275375" y="55431"/>
                  <a:pt x="275103" y="54664"/>
                  <a:pt x="274993" y="53868"/>
                </a:cubicBezTo>
                <a:cubicBezTo>
                  <a:pt x="274919" y="53453"/>
                  <a:pt x="274558" y="53151"/>
                  <a:pt x="274134" y="53157"/>
                </a:cubicBezTo>
                <a:cubicBezTo>
                  <a:pt x="273492" y="53115"/>
                  <a:pt x="272858" y="53006"/>
                  <a:pt x="272239" y="52831"/>
                </a:cubicBezTo>
                <a:cubicBezTo>
                  <a:pt x="271765" y="52772"/>
                  <a:pt x="271203" y="53305"/>
                  <a:pt x="271025" y="53631"/>
                </a:cubicBezTo>
                <a:cubicBezTo>
                  <a:pt x="270847" y="53956"/>
                  <a:pt x="269959" y="54667"/>
                  <a:pt x="269426" y="54134"/>
                </a:cubicBezTo>
                <a:cubicBezTo>
                  <a:pt x="269127" y="53637"/>
                  <a:pt x="269041" y="53038"/>
                  <a:pt x="269189" y="52476"/>
                </a:cubicBezTo>
                <a:cubicBezTo>
                  <a:pt x="269396" y="51824"/>
                  <a:pt x="270877" y="52002"/>
                  <a:pt x="271232" y="51528"/>
                </a:cubicBezTo>
                <a:cubicBezTo>
                  <a:pt x="271588" y="51054"/>
                  <a:pt x="272446" y="51054"/>
                  <a:pt x="272624" y="50847"/>
                </a:cubicBezTo>
                <a:cubicBezTo>
                  <a:pt x="273024" y="50551"/>
                  <a:pt x="273539" y="50465"/>
                  <a:pt x="274016" y="50610"/>
                </a:cubicBezTo>
                <a:cubicBezTo>
                  <a:pt x="274342" y="50729"/>
                  <a:pt x="274964" y="49751"/>
                  <a:pt x="274964" y="49337"/>
                </a:cubicBezTo>
                <a:cubicBezTo>
                  <a:pt x="275556" y="46583"/>
                  <a:pt x="276563" y="44569"/>
                  <a:pt x="277362" y="41785"/>
                </a:cubicBezTo>
                <a:cubicBezTo>
                  <a:pt x="277481" y="41371"/>
                  <a:pt x="278636" y="40275"/>
                  <a:pt x="278636" y="39831"/>
                </a:cubicBezTo>
                <a:cubicBezTo>
                  <a:pt x="278905" y="38723"/>
                  <a:pt x="279302" y="37648"/>
                  <a:pt x="279820" y="36632"/>
                </a:cubicBezTo>
                <a:cubicBezTo>
                  <a:pt x="280093" y="36028"/>
                  <a:pt x="280155" y="35350"/>
                  <a:pt x="279998" y="34708"/>
                </a:cubicBezTo>
                <a:cubicBezTo>
                  <a:pt x="279968" y="34471"/>
                  <a:pt x="280679" y="33257"/>
                  <a:pt x="280679" y="32575"/>
                </a:cubicBezTo>
                <a:cubicBezTo>
                  <a:pt x="280442" y="31693"/>
                  <a:pt x="279909" y="30920"/>
                  <a:pt x="279169" y="30384"/>
                </a:cubicBezTo>
                <a:cubicBezTo>
                  <a:pt x="278902" y="30206"/>
                  <a:pt x="278636" y="29229"/>
                  <a:pt x="278399" y="29081"/>
                </a:cubicBezTo>
                <a:cubicBezTo>
                  <a:pt x="277259" y="28983"/>
                  <a:pt x="276110" y="29063"/>
                  <a:pt x="274993" y="29318"/>
                </a:cubicBezTo>
                <a:cubicBezTo>
                  <a:pt x="274431" y="29377"/>
                  <a:pt x="273838" y="28903"/>
                  <a:pt x="273157" y="28903"/>
                </a:cubicBezTo>
                <a:close/>
                <a:moveTo>
                  <a:pt x="300520" y="10661"/>
                </a:moveTo>
                <a:cubicBezTo>
                  <a:pt x="460558" y="10727"/>
                  <a:pt x="590260" y="140482"/>
                  <a:pt x="590260" y="300520"/>
                </a:cubicBezTo>
                <a:cubicBezTo>
                  <a:pt x="590260" y="300558"/>
                  <a:pt x="590260" y="300600"/>
                  <a:pt x="590260" y="300638"/>
                </a:cubicBezTo>
                <a:cubicBezTo>
                  <a:pt x="590195" y="460724"/>
                  <a:pt x="460369" y="590443"/>
                  <a:pt x="300283" y="590378"/>
                </a:cubicBezTo>
                <a:cubicBezTo>
                  <a:pt x="140198" y="590313"/>
                  <a:pt x="10478" y="460487"/>
                  <a:pt x="10543" y="300401"/>
                </a:cubicBezTo>
                <a:cubicBezTo>
                  <a:pt x="10609" y="140316"/>
                  <a:pt x="140435" y="10596"/>
                  <a:pt x="300520" y="10661"/>
                </a:cubicBezTo>
                <a:close/>
                <a:moveTo>
                  <a:pt x="300520" y="6723"/>
                </a:moveTo>
                <a:cubicBezTo>
                  <a:pt x="138261" y="6723"/>
                  <a:pt x="6723" y="138261"/>
                  <a:pt x="6723" y="300520"/>
                </a:cubicBezTo>
                <a:cubicBezTo>
                  <a:pt x="6723" y="462779"/>
                  <a:pt x="138261" y="594317"/>
                  <a:pt x="300520" y="594317"/>
                </a:cubicBezTo>
                <a:cubicBezTo>
                  <a:pt x="462699" y="594121"/>
                  <a:pt x="594121" y="462699"/>
                  <a:pt x="594317" y="300520"/>
                </a:cubicBezTo>
                <a:cubicBezTo>
                  <a:pt x="594317" y="138261"/>
                  <a:pt x="462779" y="6723"/>
                  <a:pt x="300520" y="6723"/>
                </a:cubicBezTo>
                <a:close/>
                <a:moveTo>
                  <a:pt x="300520" y="0"/>
                </a:moveTo>
                <a:cubicBezTo>
                  <a:pt x="466409" y="196"/>
                  <a:pt x="600843" y="134630"/>
                  <a:pt x="601039" y="300520"/>
                </a:cubicBezTo>
                <a:cubicBezTo>
                  <a:pt x="601039" y="466492"/>
                  <a:pt x="466492" y="601039"/>
                  <a:pt x="300520" y="601039"/>
                </a:cubicBezTo>
                <a:cubicBezTo>
                  <a:pt x="134547" y="601039"/>
                  <a:pt x="0" y="466492"/>
                  <a:pt x="0" y="300520"/>
                </a:cubicBezTo>
                <a:cubicBezTo>
                  <a:pt x="0" y="134547"/>
                  <a:pt x="134547" y="0"/>
                  <a:pt x="300520" y="0"/>
                </a:cubicBezTo>
                <a:close/>
              </a:path>
            </a:pathLst>
          </a:custGeom>
          <a:solidFill>
            <a:schemeClr val="bg1"/>
          </a:solidFill>
          <a:ln w="295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 cstate="print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/>
        </p:nvSpPr>
        <p:spPr>
          <a:xfrm>
            <a:off x="4759765" y="1663027"/>
            <a:ext cx="2671650" cy="601039"/>
          </a:xfrm>
          <a:custGeom>
            <a:avLst/>
            <a:gdLst>
              <a:gd name="connsiteX0" fmla="*/ 351574 w 2671650"/>
              <a:gd name="connsiteY0" fmla="*/ 542908 h 601039"/>
              <a:gd name="connsiteX1" fmla="*/ 354920 w 2671650"/>
              <a:gd name="connsiteY1" fmla="*/ 550015 h 601039"/>
              <a:gd name="connsiteX2" fmla="*/ 354446 w 2671650"/>
              <a:gd name="connsiteY2" fmla="*/ 557656 h 601039"/>
              <a:gd name="connsiteX3" fmla="*/ 353410 w 2671650"/>
              <a:gd name="connsiteY3" fmla="*/ 559201 h 601039"/>
              <a:gd name="connsiteX4" fmla="*/ 343874 w 2671650"/>
              <a:gd name="connsiteY4" fmla="*/ 559729 h 601039"/>
              <a:gd name="connsiteX5" fmla="*/ 340557 w 2671650"/>
              <a:gd name="connsiteY5" fmla="*/ 552799 h 601039"/>
              <a:gd name="connsiteX6" fmla="*/ 341031 w 2671650"/>
              <a:gd name="connsiteY6" fmla="*/ 544951 h 601039"/>
              <a:gd name="connsiteX7" fmla="*/ 342198 w 2671650"/>
              <a:gd name="connsiteY7" fmla="*/ 543225 h 601039"/>
              <a:gd name="connsiteX8" fmla="*/ 351574 w 2671650"/>
              <a:gd name="connsiteY8" fmla="*/ 542908 h 601039"/>
              <a:gd name="connsiteX9" fmla="*/ 311300 w 2671650"/>
              <a:gd name="connsiteY9" fmla="*/ 540983 h 601039"/>
              <a:gd name="connsiteX10" fmla="*/ 291488 w 2671650"/>
              <a:gd name="connsiteY10" fmla="*/ 541338 h 601039"/>
              <a:gd name="connsiteX11" fmla="*/ 292021 w 2671650"/>
              <a:gd name="connsiteY11" fmla="*/ 570596 h 601039"/>
              <a:gd name="connsiteX12" fmla="*/ 311921 w 2671650"/>
              <a:gd name="connsiteY12" fmla="*/ 570211 h 601039"/>
              <a:gd name="connsiteX13" fmla="*/ 311921 w 2671650"/>
              <a:gd name="connsiteY13" fmla="*/ 567605 h 601039"/>
              <a:gd name="connsiteX14" fmla="*/ 311921 w 2671650"/>
              <a:gd name="connsiteY14" fmla="*/ 565029 h 601039"/>
              <a:gd name="connsiteX15" fmla="*/ 297115 w 2671650"/>
              <a:gd name="connsiteY15" fmla="*/ 565295 h 601039"/>
              <a:gd name="connsiteX16" fmla="*/ 297115 w 2671650"/>
              <a:gd name="connsiteY16" fmla="*/ 557685 h 601039"/>
              <a:gd name="connsiteX17" fmla="*/ 310263 w 2671650"/>
              <a:gd name="connsiteY17" fmla="*/ 557448 h 601039"/>
              <a:gd name="connsiteX18" fmla="*/ 310263 w 2671650"/>
              <a:gd name="connsiteY18" fmla="*/ 554931 h 601039"/>
              <a:gd name="connsiteX19" fmla="*/ 310263 w 2671650"/>
              <a:gd name="connsiteY19" fmla="*/ 552413 h 601039"/>
              <a:gd name="connsiteX20" fmla="*/ 297115 w 2671650"/>
              <a:gd name="connsiteY20" fmla="*/ 552650 h 601039"/>
              <a:gd name="connsiteX21" fmla="*/ 297115 w 2671650"/>
              <a:gd name="connsiteY21" fmla="*/ 546431 h 601039"/>
              <a:gd name="connsiteX22" fmla="*/ 311300 w 2671650"/>
              <a:gd name="connsiteY22" fmla="*/ 546194 h 601039"/>
              <a:gd name="connsiteX23" fmla="*/ 311300 w 2671650"/>
              <a:gd name="connsiteY23" fmla="*/ 543589 h 601039"/>
              <a:gd name="connsiteX24" fmla="*/ 262733 w 2671650"/>
              <a:gd name="connsiteY24" fmla="*/ 538732 h 601039"/>
              <a:gd name="connsiteX25" fmla="*/ 262407 w 2671650"/>
              <a:gd name="connsiteY25" fmla="*/ 541308 h 601039"/>
              <a:gd name="connsiteX26" fmla="*/ 262111 w 2671650"/>
              <a:gd name="connsiteY26" fmla="*/ 543885 h 601039"/>
              <a:gd name="connsiteX27" fmla="*/ 270166 w 2671650"/>
              <a:gd name="connsiteY27" fmla="*/ 544862 h 601039"/>
              <a:gd name="connsiteX28" fmla="*/ 267205 w 2671650"/>
              <a:gd name="connsiteY28" fmla="*/ 568731 h 601039"/>
              <a:gd name="connsiteX29" fmla="*/ 270166 w 2671650"/>
              <a:gd name="connsiteY29" fmla="*/ 569086 h 601039"/>
              <a:gd name="connsiteX30" fmla="*/ 272920 w 2671650"/>
              <a:gd name="connsiteY30" fmla="*/ 569412 h 601039"/>
              <a:gd name="connsiteX31" fmla="*/ 275882 w 2671650"/>
              <a:gd name="connsiteY31" fmla="*/ 545543 h 601039"/>
              <a:gd name="connsiteX32" fmla="*/ 283966 w 2671650"/>
              <a:gd name="connsiteY32" fmla="*/ 546550 h 601039"/>
              <a:gd name="connsiteX33" fmla="*/ 284262 w 2671650"/>
              <a:gd name="connsiteY33" fmla="*/ 543944 h 601039"/>
              <a:gd name="connsiteX34" fmla="*/ 284440 w 2671650"/>
              <a:gd name="connsiteY34" fmla="*/ 541397 h 601039"/>
              <a:gd name="connsiteX35" fmla="*/ 344254 w 2671650"/>
              <a:gd name="connsiteY35" fmla="*/ 536378 h 601039"/>
              <a:gd name="connsiteX36" fmla="*/ 336442 w 2671650"/>
              <a:gd name="connsiteY36" fmla="*/ 542167 h 601039"/>
              <a:gd name="connsiteX37" fmla="*/ 335168 w 2671650"/>
              <a:gd name="connsiteY37" fmla="*/ 554013 h 601039"/>
              <a:gd name="connsiteX38" fmla="*/ 340736 w 2671650"/>
              <a:gd name="connsiteY38" fmla="*/ 564288 h 601039"/>
              <a:gd name="connsiteX39" fmla="*/ 341585 w 2671650"/>
              <a:gd name="connsiteY39" fmla="*/ 564863 h 601039"/>
              <a:gd name="connsiteX40" fmla="*/ 359274 w 2671650"/>
              <a:gd name="connsiteY40" fmla="*/ 560676 h 601039"/>
              <a:gd name="connsiteX41" fmla="*/ 360547 w 2671650"/>
              <a:gd name="connsiteY41" fmla="*/ 549067 h 601039"/>
              <a:gd name="connsiteX42" fmla="*/ 354980 w 2671650"/>
              <a:gd name="connsiteY42" fmla="*/ 538554 h 601039"/>
              <a:gd name="connsiteX43" fmla="*/ 353872 w 2671650"/>
              <a:gd name="connsiteY43" fmla="*/ 537808 h 601039"/>
              <a:gd name="connsiteX44" fmla="*/ 344254 w 2671650"/>
              <a:gd name="connsiteY44" fmla="*/ 536378 h 601039"/>
              <a:gd name="connsiteX45" fmla="*/ 1100618 w 2671650"/>
              <a:gd name="connsiteY45" fmla="*/ 534622 h 601039"/>
              <a:gd name="connsiteX46" fmla="*/ 1101223 w 2671650"/>
              <a:gd name="connsiteY46" fmla="*/ 534890 h 601039"/>
              <a:gd name="connsiteX47" fmla="*/ 1100501 w 2671650"/>
              <a:gd name="connsiteY47" fmla="*/ 534684 h 601039"/>
              <a:gd name="connsiteX48" fmla="*/ 235370 w 2671650"/>
              <a:gd name="connsiteY48" fmla="*/ 532454 h 601039"/>
              <a:gd name="connsiteX49" fmla="*/ 230958 w 2671650"/>
              <a:gd name="connsiteY49" fmla="*/ 550222 h 601039"/>
              <a:gd name="connsiteX50" fmla="*/ 231402 w 2671650"/>
              <a:gd name="connsiteY50" fmla="*/ 559521 h 601039"/>
              <a:gd name="connsiteX51" fmla="*/ 238657 w 2671650"/>
              <a:gd name="connsiteY51" fmla="*/ 564318 h 601039"/>
              <a:gd name="connsiteX52" fmla="*/ 247393 w 2671650"/>
              <a:gd name="connsiteY52" fmla="*/ 563637 h 601039"/>
              <a:gd name="connsiteX53" fmla="*/ 252043 w 2671650"/>
              <a:gd name="connsiteY53" fmla="*/ 555464 h 601039"/>
              <a:gd name="connsiteX54" fmla="*/ 256337 w 2671650"/>
              <a:gd name="connsiteY54" fmla="*/ 537695 h 601039"/>
              <a:gd name="connsiteX55" fmla="*/ 253612 w 2671650"/>
              <a:gd name="connsiteY55" fmla="*/ 537014 h 601039"/>
              <a:gd name="connsiteX56" fmla="*/ 250888 w 2671650"/>
              <a:gd name="connsiteY56" fmla="*/ 536363 h 601039"/>
              <a:gd name="connsiteX57" fmla="*/ 246416 w 2671650"/>
              <a:gd name="connsiteY57" fmla="*/ 554131 h 601039"/>
              <a:gd name="connsiteX58" fmla="*/ 244077 w 2671650"/>
              <a:gd name="connsiteY58" fmla="*/ 558543 h 601039"/>
              <a:gd name="connsiteX59" fmla="*/ 239812 w 2671650"/>
              <a:gd name="connsiteY59" fmla="*/ 558958 h 601039"/>
              <a:gd name="connsiteX60" fmla="*/ 236377 w 2671650"/>
              <a:gd name="connsiteY60" fmla="*/ 556500 h 601039"/>
              <a:gd name="connsiteX61" fmla="*/ 236377 w 2671650"/>
              <a:gd name="connsiteY61" fmla="*/ 551584 h 601039"/>
              <a:gd name="connsiteX62" fmla="*/ 240819 w 2671650"/>
              <a:gd name="connsiteY62" fmla="*/ 533816 h 601039"/>
              <a:gd name="connsiteX63" fmla="*/ 238095 w 2671650"/>
              <a:gd name="connsiteY63" fmla="*/ 533135 h 601039"/>
              <a:gd name="connsiteX64" fmla="*/ 383972 w 2671650"/>
              <a:gd name="connsiteY64" fmla="*/ 526650 h 601039"/>
              <a:gd name="connsiteX65" fmla="*/ 365759 w 2671650"/>
              <a:gd name="connsiteY65" fmla="*/ 532572 h 601039"/>
              <a:gd name="connsiteX66" fmla="*/ 374643 w 2671650"/>
              <a:gd name="connsiteY66" fmla="*/ 560379 h 601039"/>
              <a:gd name="connsiteX67" fmla="*/ 377338 w 2671650"/>
              <a:gd name="connsiteY67" fmla="*/ 559491 h 601039"/>
              <a:gd name="connsiteX68" fmla="*/ 380003 w 2671650"/>
              <a:gd name="connsiteY68" fmla="*/ 558632 h 601039"/>
              <a:gd name="connsiteX69" fmla="*/ 376302 w 2671650"/>
              <a:gd name="connsiteY69" fmla="*/ 546876 h 601039"/>
              <a:gd name="connsiteX70" fmla="*/ 387525 w 2671650"/>
              <a:gd name="connsiteY70" fmla="*/ 543233 h 601039"/>
              <a:gd name="connsiteX71" fmla="*/ 386755 w 2671650"/>
              <a:gd name="connsiteY71" fmla="*/ 540834 h 601039"/>
              <a:gd name="connsiteX72" fmla="*/ 385956 w 2671650"/>
              <a:gd name="connsiteY72" fmla="*/ 538436 h 601039"/>
              <a:gd name="connsiteX73" fmla="*/ 374762 w 2671650"/>
              <a:gd name="connsiteY73" fmla="*/ 542078 h 601039"/>
              <a:gd name="connsiteX74" fmla="*/ 372718 w 2671650"/>
              <a:gd name="connsiteY74" fmla="*/ 535771 h 601039"/>
              <a:gd name="connsiteX75" fmla="*/ 385571 w 2671650"/>
              <a:gd name="connsiteY75" fmla="*/ 531595 h 601039"/>
              <a:gd name="connsiteX76" fmla="*/ 384771 w 2671650"/>
              <a:gd name="connsiteY76" fmla="*/ 529107 h 601039"/>
              <a:gd name="connsiteX77" fmla="*/ 208511 w 2671650"/>
              <a:gd name="connsiteY77" fmla="*/ 523303 h 601039"/>
              <a:gd name="connsiteX78" fmla="*/ 207652 w 2671650"/>
              <a:gd name="connsiteY78" fmla="*/ 525761 h 601039"/>
              <a:gd name="connsiteX79" fmla="*/ 206823 w 2671650"/>
              <a:gd name="connsiteY79" fmla="*/ 528219 h 601039"/>
              <a:gd name="connsiteX80" fmla="*/ 214493 w 2671650"/>
              <a:gd name="connsiteY80" fmla="*/ 530855 h 601039"/>
              <a:gd name="connsiteX81" fmla="*/ 206674 w 2671650"/>
              <a:gd name="connsiteY81" fmla="*/ 553598 h 601039"/>
              <a:gd name="connsiteX82" fmla="*/ 209340 w 2671650"/>
              <a:gd name="connsiteY82" fmla="*/ 554516 h 601039"/>
              <a:gd name="connsiteX83" fmla="*/ 211975 w 2671650"/>
              <a:gd name="connsiteY83" fmla="*/ 555434 h 601039"/>
              <a:gd name="connsiteX84" fmla="*/ 219793 w 2671650"/>
              <a:gd name="connsiteY84" fmla="*/ 532691 h 601039"/>
              <a:gd name="connsiteX85" fmla="*/ 227493 w 2671650"/>
              <a:gd name="connsiteY85" fmla="*/ 535326 h 601039"/>
              <a:gd name="connsiteX86" fmla="*/ 228352 w 2671650"/>
              <a:gd name="connsiteY86" fmla="*/ 532868 h 601039"/>
              <a:gd name="connsiteX87" fmla="*/ 229240 w 2671650"/>
              <a:gd name="connsiteY87" fmla="*/ 530440 h 601039"/>
              <a:gd name="connsiteX88" fmla="*/ 197879 w 2671650"/>
              <a:gd name="connsiteY88" fmla="*/ 518091 h 601039"/>
              <a:gd name="connsiteX89" fmla="*/ 185530 w 2671650"/>
              <a:gd name="connsiteY89" fmla="*/ 544595 h 601039"/>
              <a:gd name="connsiteX90" fmla="*/ 188077 w 2671650"/>
              <a:gd name="connsiteY90" fmla="*/ 545780 h 601039"/>
              <a:gd name="connsiteX91" fmla="*/ 190594 w 2671650"/>
              <a:gd name="connsiteY91" fmla="*/ 546964 h 601039"/>
              <a:gd name="connsiteX92" fmla="*/ 202973 w 2671650"/>
              <a:gd name="connsiteY92" fmla="*/ 520460 h 601039"/>
              <a:gd name="connsiteX93" fmla="*/ 200396 w 2671650"/>
              <a:gd name="connsiteY93" fmla="*/ 519276 h 601039"/>
              <a:gd name="connsiteX94" fmla="*/ 419715 w 2671650"/>
              <a:gd name="connsiteY94" fmla="*/ 509326 h 601039"/>
              <a:gd name="connsiteX95" fmla="*/ 400407 w 2671650"/>
              <a:gd name="connsiteY95" fmla="*/ 519572 h 601039"/>
              <a:gd name="connsiteX96" fmla="*/ 401621 w 2671650"/>
              <a:gd name="connsiteY96" fmla="*/ 521882 h 601039"/>
              <a:gd name="connsiteX97" fmla="*/ 402835 w 2671650"/>
              <a:gd name="connsiteY97" fmla="*/ 524162 h 601039"/>
              <a:gd name="connsiteX98" fmla="*/ 410002 w 2671650"/>
              <a:gd name="connsiteY98" fmla="*/ 520342 h 601039"/>
              <a:gd name="connsiteX99" fmla="*/ 421314 w 2671650"/>
              <a:gd name="connsiteY99" fmla="*/ 541575 h 601039"/>
              <a:gd name="connsiteX100" fmla="*/ 423802 w 2671650"/>
              <a:gd name="connsiteY100" fmla="*/ 540272 h 601039"/>
              <a:gd name="connsiteX101" fmla="*/ 426260 w 2671650"/>
              <a:gd name="connsiteY101" fmla="*/ 538939 h 601039"/>
              <a:gd name="connsiteX102" fmla="*/ 414977 w 2671650"/>
              <a:gd name="connsiteY102" fmla="*/ 517706 h 601039"/>
              <a:gd name="connsiteX103" fmla="*/ 422143 w 2671650"/>
              <a:gd name="connsiteY103" fmla="*/ 513886 h 601039"/>
              <a:gd name="connsiteX104" fmla="*/ 420929 w 2671650"/>
              <a:gd name="connsiteY104" fmla="*/ 511606 h 601039"/>
              <a:gd name="connsiteX105" fmla="*/ 172708 w 2671650"/>
              <a:gd name="connsiteY105" fmla="*/ 504410 h 601039"/>
              <a:gd name="connsiteX106" fmla="*/ 171553 w 2671650"/>
              <a:gd name="connsiteY106" fmla="*/ 506838 h 601039"/>
              <a:gd name="connsiteX107" fmla="*/ 170309 w 2671650"/>
              <a:gd name="connsiteY107" fmla="*/ 509118 h 601039"/>
              <a:gd name="connsiteX108" fmla="*/ 177416 w 2671650"/>
              <a:gd name="connsiteY108" fmla="*/ 513057 h 601039"/>
              <a:gd name="connsiteX109" fmla="*/ 165748 w 2671650"/>
              <a:gd name="connsiteY109" fmla="*/ 534083 h 601039"/>
              <a:gd name="connsiteX110" fmla="*/ 168206 w 2671650"/>
              <a:gd name="connsiteY110" fmla="*/ 535445 h 601039"/>
              <a:gd name="connsiteX111" fmla="*/ 170664 w 2671650"/>
              <a:gd name="connsiteY111" fmla="*/ 536807 h 601039"/>
              <a:gd name="connsiteX112" fmla="*/ 182214 w 2671650"/>
              <a:gd name="connsiteY112" fmla="*/ 515604 h 601039"/>
              <a:gd name="connsiteX113" fmla="*/ 189321 w 2671650"/>
              <a:gd name="connsiteY113" fmla="*/ 519542 h 601039"/>
              <a:gd name="connsiteX114" fmla="*/ 190565 w 2671650"/>
              <a:gd name="connsiteY114" fmla="*/ 517292 h 601039"/>
              <a:gd name="connsiteX115" fmla="*/ 191838 w 2671650"/>
              <a:gd name="connsiteY115" fmla="*/ 515011 h 601039"/>
              <a:gd name="connsiteX116" fmla="*/ 356579 w 2671650"/>
              <a:gd name="connsiteY116" fmla="*/ 500145 h 601039"/>
              <a:gd name="connsiteX117" fmla="*/ 356579 w 2671650"/>
              <a:gd name="connsiteY117" fmla="*/ 500234 h 601039"/>
              <a:gd name="connsiteX118" fmla="*/ 357733 w 2671650"/>
              <a:gd name="connsiteY118" fmla="*/ 502751 h 601039"/>
              <a:gd name="connsiteX119" fmla="*/ 356549 w 2671650"/>
              <a:gd name="connsiteY119" fmla="*/ 510214 h 601039"/>
              <a:gd name="connsiteX120" fmla="*/ 355838 w 2671650"/>
              <a:gd name="connsiteY120" fmla="*/ 503107 h 601039"/>
              <a:gd name="connsiteX121" fmla="*/ 356579 w 2671650"/>
              <a:gd name="connsiteY121" fmla="*/ 500145 h 601039"/>
              <a:gd name="connsiteX122" fmla="*/ 306561 w 2671650"/>
              <a:gd name="connsiteY122" fmla="*/ 500145 h 601039"/>
              <a:gd name="connsiteX123" fmla="*/ 306561 w 2671650"/>
              <a:gd name="connsiteY123" fmla="*/ 500234 h 601039"/>
              <a:gd name="connsiteX124" fmla="*/ 307716 w 2671650"/>
              <a:gd name="connsiteY124" fmla="*/ 502751 h 601039"/>
              <a:gd name="connsiteX125" fmla="*/ 306531 w 2671650"/>
              <a:gd name="connsiteY125" fmla="*/ 510214 h 601039"/>
              <a:gd name="connsiteX126" fmla="*/ 305820 w 2671650"/>
              <a:gd name="connsiteY126" fmla="*/ 503107 h 601039"/>
              <a:gd name="connsiteX127" fmla="*/ 306561 w 2671650"/>
              <a:gd name="connsiteY127" fmla="*/ 500145 h 601039"/>
              <a:gd name="connsiteX128" fmla="*/ 247215 w 2671650"/>
              <a:gd name="connsiteY128" fmla="*/ 499850 h 601039"/>
              <a:gd name="connsiteX129" fmla="*/ 248814 w 2671650"/>
              <a:gd name="connsiteY129" fmla="*/ 500087 h 601039"/>
              <a:gd name="connsiteX130" fmla="*/ 249021 w 2671650"/>
              <a:gd name="connsiteY130" fmla="*/ 509681 h 601039"/>
              <a:gd name="connsiteX131" fmla="*/ 247215 w 2671650"/>
              <a:gd name="connsiteY131" fmla="*/ 509681 h 601039"/>
              <a:gd name="connsiteX132" fmla="*/ 247215 w 2671650"/>
              <a:gd name="connsiteY132" fmla="*/ 499909 h 601039"/>
              <a:gd name="connsiteX133" fmla="*/ 348286 w 2671650"/>
              <a:gd name="connsiteY133" fmla="*/ 499701 h 601039"/>
              <a:gd name="connsiteX134" fmla="*/ 349382 w 2671650"/>
              <a:gd name="connsiteY134" fmla="*/ 502663 h 601039"/>
              <a:gd name="connsiteX135" fmla="*/ 348434 w 2671650"/>
              <a:gd name="connsiteY135" fmla="*/ 509977 h 601039"/>
              <a:gd name="connsiteX136" fmla="*/ 347042 w 2671650"/>
              <a:gd name="connsiteY136" fmla="*/ 502900 h 601039"/>
              <a:gd name="connsiteX137" fmla="*/ 348286 w 2671650"/>
              <a:gd name="connsiteY137" fmla="*/ 499790 h 601039"/>
              <a:gd name="connsiteX138" fmla="*/ 298269 w 2671650"/>
              <a:gd name="connsiteY138" fmla="*/ 499701 h 601039"/>
              <a:gd name="connsiteX139" fmla="*/ 299365 w 2671650"/>
              <a:gd name="connsiteY139" fmla="*/ 502663 h 601039"/>
              <a:gd name="connsiteX140" fmla="*/ 298447 w 2671650"/>
              <a:gd name="connsiteY140" fmla="*/ 510125 h 601039"/>
              <a:gd name="connsiteX141" fmla="*/ 297025 w 2671650"/>
              <a:gd name="connsiteY141" fmla="*/ 502900 h 601039"/>
              <a:gd name="connsiteX142" fmla="*/ 298269 w 2671650"/>
              <a:gd name="connsiteY142" fmla="*/ 499790 h 601039"/>
              <a:gd name="connsiteX143" fmla="*/ 741423 w 2671650"/>
              <a:gd name="connsiteY143" fmla="*/ 499170 h 601039"/>
              <a:gd name="connsiteX144" fmla="*/ 741527 w 2671650"/>
              <a:gd name="connsiteY144" fmla="*/ 519714 h 601039"/>
              <a:gd name="connsiteX145" fmla="*/ 759593 w 2671650"/>
              <a:gd name="connsiteY145" fmla="*/ 519714 h 601039"/>
              <a:gd name="connsiteX146" fmla="*/ 768370 w 2671650"/>
              <a:gd name="connsiteY146" fmla="*/ 517030 h 601039"/>
              <a:gd name="connsiteX147" fmla="*/ 771260 w 2671650"/>
              <a:gd name="connsiteY147" fmla="*/ 508771 h 601039"/>
              <a:gd name="connsiteX148" fmla="*/ 768266 w 2671650"/>
              <a:gd name="connsiteY148" fmla="*/ 501543 h 601039"/>
              <a:gd name="connsiteX149" fmla="*/ 759284 w 2671650"/>
              <a:gd name="connsiteY149" fmla="*/ 499170 h 601039"/>
              <a:gd name="connsiteX150" fmla="*/ 255922 w 2671650"/>
              <a:gd name="connsiteY150" fmla="*/ 499169 h 601039"/>
              <a:gd name="connsiteX151" fmla="*/ 256751 w 2671650"/>
              <a:gd name="connsiteY151" fmla="*/ 502663 h 601039"/>
              <a:gd name="connsiteX152" fmla="*/ 255922 w 2671650"/>
              <a:gd name="connsiteY152" fmla="*/ 509623 h 601039"/>
              <a:gd name="connsiteX153" fmla="*/ 255033 w 2671650"/>
              <a:gd name="connsiteY153" fmla="*/ 502663 h 601039"/>
              <a:gd name="connsiteX154" fmla="*/ 255922 w 2671650"/>
              <a:gd name="connsiteY154" fmla="*/ 499169 h 601039"/>
              <a:gd name="connsiteX155" fmla="*/ 251065 w 2671650"/>
              <a:gd name="connsiteY155" fmla="*/ 498487 h 601039"/>
              <a:gd name="connsiteX156" fmla="*/ 251071 w 2671650"/>
              <a:gd name="connsiteY156" fmla="*/ 498687 h 601039"/>
              <a:gd name="connsiteX157" fmla="*/ 251065 w 2671650"/>
              <a:gd name="connsiteY157" fmla="*/ 498695 h 601039"/>
              <a:gd name="connsiteX158" fmla="*/ 251551 w 2671650"/>
              <a:gd name="connsiteY158" fmla="*/ 498099 h 601039"/>
              <a:gd name="connsiteX159" fmla="*/ 253138 w 2671650"/>
              <a:gd name="connsiteY159" fmla="*/ 498487 h 601039"/>
              <a:gd name="connsiteX160" fmla="*/ 253493 w 2671650"/>
              <a:gd name="connsiteY160" fmla="*/ 510333 h 601039"/>
              <a:gd name="connsiteX161" fmla="*/ 251450 w 2671650"/>
              <a:gd name="connsiteY161" fmla="*/ 510333 h 601039"/>
              <a:gd name="connsiteX162" fmla="*/ 251071 w 2671650"/>
              <a:gd name="connsiteY162" fmla="*/ 498687 h 601039"/>
              <a:gd name="connsiteX163" fmla="*/ 352788 w 2671650"/>
              <a:gd name="connsiteY163" fmla="*/ 497658 h 601039"/>
              <a:gd name="connsiteX164" fmla="*/ 353854 w 2671650"/>
              <a:gd name="connsiteY164" fmla="*/ 502100 h 601039"/>
              <a:gd name="connsiteX165" fmla="*/ 352610 w 2671650"/>
              <a:gd name="connsiteY165" fmla="*/ 510718 h 601039"/>
              <a:gd name="connsiteX166" fmla="*/ 351337 w 2671650"/>
              <a:gd name="connsiteY166" fmla="*/ 501982 h 601039"/>
              <a:gd name="connsiteX167" fmla="*/ 352788 w 2671650"/>
              <a:gd name="connsiteY167" fmla="*/ 497658 h 601039"/>
              <a:gd name="connsiteX168" fmla="*/ 302770 w 2671650"/>
              <a:gd name="connsiteY168" fmla="*/ 497658 h 601039"/>
              <a:gd name="connsiteX169" fmla="*/ 303836 w 2671650"/>
              <a:gd name="connsiteY169" fmla="*/ 502100 h 601039"/>
              <a:gd name="connsiteX170" fmla="*/ 302592 w 2671650"/>
              <a:gd name="connsiteY170" fmla="*/ 510718 h 601039"/>
              <a:gd name="connsiteX171" fmla="*/ 301319 w 2671650"/>
              <a:gd name="connsiteY171" fmla="*/ 501982 h 601039"/>
              <a:gd name="connsiteX172" fmla="*/ 302770 w 2671650"/>
              <a:gd name="connsiteY172" fmla="*/ 497658 h 601039"/>
              <a:gd name="connsiteX173" fmla="*/ 222843 w 2671650"/>
              <a:gd name="connsiteY173" fmla="*/ 496740 h 601039"/>
              <a:gd name="connsiteX174" fmla="*/ 223022 w 2671650"/>
              <a:gd name="connsiteY174" fmla="*/ 496904 h 601039"/>
              <a:gd name="connsiteX175" fmla="*/ 222754 w 2671650"/>
              <a:gd name="connsiteY175" fmla="*/ 496859 h 601039"/>
              <a:gd name="connsiteX176" fmla="*/ 442251 w 2671650"/>
              <a:gd name="connsiteY176" fmla="*/ 495141 h 601039"/>
              <a:gd name="connsiteX177" fmla="*/ 425638 w 2671650"/>
              <a:gd name="connsiteY177" fmla="*/ 505920 h 601039"/>
              <a:gd name="connsiteX178" fmla="*/ 441570 w 2671650"/>
              <a:gd name="connsiteY178" fmla="*/ 530440 h 601039"/>
              <a:gd name="connsiteX179" fmla="*/ 458627 w 2671650"/>
              <a:gd name="connsiteY179" fmla="*/ 519246 h 601039"/>
              <a:gd name="connsiteX180" fmla="*/ 457206 w 2671650"/>
              <a:gd name="connsiteY180" fmla="*/ 517055 h 601039"/>
              <a:gd name="connsiteX181" fmla="*/ 455814 w 2671650"/>
              <a:gd name="connsiteY181" fmla="*/ 514893 h 601039"/>
              <a:gd name="connsiteX182" fmla="*/ 443406 w 2671650"/>
              <a:gd name="connsiteY182" fmla="*/ 522948 h 601039"/>
              <a:gd name="connsiteX183" fmla="*/ 439231 w 2671650"/>
              <a:gd name="connsiteY183" fmla="*/ 516581 h 601039"/>
              <a:gd name="connsiteX184" fmla="*/ 450365 w 2671650"/>
              <a:gd name="connsiteY184" fmla="*/ 509474 h 601039"/>
              <a:gd name="connsiteX185" fmla="*/ 449003 w 2671650"/>
              <a:gd name="connsiteY185" fmla="*/ 507341 h 601039"/>
              <a:gd name="connsiteX186" fmla="*/ 447641 w 2671650"/>
              <a:gd name="connsiteY186" fmla="*/ 505239 h 601039"/>
              <a:gd name="connsiteX187" fmla="*/ 436595 w 2671650"/>
              <a:gd name="connsiteY187" fmla="*/ 512405 h 601039"/>
              <a:gd name="connsiteX188" fmla="*/ 433219 w 2671650"/>
              <a:gd name="connsiteY188" fmla="*/ 507193 h 601039"/>
              <a:gd name="connsiteX189" fmla="*/ 445064 w 2671650"/>
              <a:gd name="connsiteY189" fmla="*/ 499494 h 601039"/>
              <a:gd name="connsiteX190" fmla="*/ 443673 w 2671650"/>
              <a:gd name="connsiteY190" fmla="*/ 497302 h 601039"/>
              <a:gd name="connsiteX191" fmla="*/ 152126 w 2671650"/>
              <a:gd name="connsiteY191" fmla="*/ 492179 h 601039"/>
              <a:gd name="connsiteX192" fmla="*/ 145878 w 2671650"/>
              <a:gd name="connsiteY192" fmla="*/ 495970 h 601039"/>
              <a:gd name="connsiteX193" fmla="*/ 144308 w 2671650"/>
              <a:gd name="connsiteY193" fmla="*/ 501744 h 601039"/>
              <a:gd name="connsiteX194" fmla="*/ 149254 w 2671650"/>
              <a:gd name="connsiteY194" fmla="*/ 509503 h 601039"/>
              <a:gd name="connsiteX195" fmla="*/ 151978 w 2671650"/>
              <a:gd name="connsiteY195" fmla="*/ 513471 h 601039"/>
              <a:gd name="connsiteX196" fmla="*/ 151445 w 2671650"/>
              <a:gd name="connsiteY196" fmla="*/ 516077 h 601039"/>
              <a:gd name="connsiteX197" fmla="*/ 148691 w 2671650"/>
              <a:gd name="connsiteY197" fmla="*/ 517321 h 601039"/>
              <a:gd name="connsiteX198" fmla="*/ 144723 w 2671650"/>
              <a:gd name="connsiteY198" fmla="*/ 515604 h 601039"/>
              <a:gd name="connsiteX199" fmla="*/ 142176 w 2671650"/>
              <a:gd name="connsiteY199" fmla="*/ 512198 h 601039"/>
              <a:gd name="connsiteX200" fmla="*/ 143005 w 2671650"/>
              <a:gd name="connsiteY200" fmla="*/ 508378 h 601039"/>
              <a:gd name="connsiteX201" fmla="*/ 138622 w 2671650"/>
              <a:gd name="connsiteY201" fmla="*/ 505209 h 601039"/>
              <a:gd name="connsiteX202" fmla="*/ 136816 w 2671650"/>
              <a:gd name="connsiteY202" fmla="*/ 512909 h 601039"/>
              <a:gd name="connsiteX203" fmla="*/ 141761 w 2671650"/>
              <a:gd name="connsiteY203" fmla="*/ 519690 h 601039"/>
              <a:gd name="connsiteX204" fmla="*/ 149727 w 2671650"/>
              <a:gd name="connsiteY204" fmla="*/ 522474 h 601039"/>
              <a:gd name="connsiteX205" fmla="*/ 155976 w 2671650"/>
              <a:gd name="connsiteY205" fmla="*/ 518920 h 601039"/>
              <a:gd name="connsiteX206" fmla="*/ 157871 w 2671650"/>
              <a:gd name="connsiteY206" fmla="*/ 512998 h 601039"/>
              <a:gd name="connsiteX207" fmla="*/ 153459 w 2671650"/>
              <a:gd name="connsiteY207" fmla="*/ 505713 h 601039"/>
              <a:gd name="connsiteX208" fmla="*/ 150172 w 2671650"/>
              <a:gd name="connsiteY208" fmla="*/ 501211 h 601039"/>
              <a:gd name="connsiteX209" fmla="*/ 150349 w 2671650"/>
              <a:gd name="connsiteY209" fmla="*/ 498842 h 601039"/>
              <a:gd name="connsiteX210" fmla="*/ 152985 w 2671650"/>
              <a:gd name="connsiteY210" fmla="*/ 497243 h 601039"/>
              <a:gd name="connsiteX211" fmla="*/ 156302 w 2671650"/>
              <a:gd name="connsiteY211" fmla="*/ 498368 h 601039"/>
              <a:gd name="connsiteX212" fmla="*/ 158819 w 2671650"/>
              <a:gd name="connsiteY212" fmla="*/ 501715 h 601039"/>
              <a:gd name="connsiteX213" fmla="*/ 158256 w 2671650"/>
              <a:gd name="connsiteY213" fmla="*/ 505387 h 601039"/>
              <a:gd name="connsiteX214" fmla="*/ 162669 w 2671650"/>
              <a:gd name="connsiteY214" fmla="*/ 508615 h 601039"/>
              <a:gd name="connsiteX215" fmla="*/ 162669 w 2671650"/>
              <a:gd name="connsiteY215" fmla="*/ 508556 h 601039"/>
              <a:gd name="connsiteX216" fmla="*/ 164238 w 2671650"/>
              <a:gd name="connsiteY216" fmla="*/ 501093 h 601039"/>
              <a:gd name="connsiteX217" fmla="*/ 159796 w 2671650"/>
              <a:gd name="connsiteY217" fmla="*/ 494667 h 601039"/>
              <a:gd name="connsiteX218" fmla="*/ 152126 w 2671650"/>
              <a:gd name="connsiteY218" fmla="*/ 492179 h 601039"/>
              <a:gd name="connsiteX219" fmla="*/ 464787 w 2671650"/>
              <a:gd name="connsiteY219" fmla="*/ 479031 h 601039"/>
              <a:gd name="connsiteX220" fmla="*/ 456910 w 2671650"/>
              <a:gd name="connsiteY220" fmla="*/ 481992 h 601039"/>
              <a:gd name="connsiteX221" fmla="*/ 452705 w 2671650"/>
              <a:gd name="connsiteY221" fmla="*/ 490876 h 601039"/>
              <a:gd name="connsiteX222" fmla="*/ 457443 w 2671650"/>
              <a:gd name="connsiteY222" fmla="*/ 501744 h 601039"/>
              <a:gd name="connsiteX223" fmla="*/ 467186 w 2671650"/>
              <a:gd name="connsiteY223" fmla="*/ 508111 h 601039"/>
              <a:gd name="connsiteX224" fmla="*/ 480927 w 2671650"/>
              <a:gd name="connsiteY224" fmla="*/ 498072 h 601039"/>
              <a:gd name="connsiteX225" fmla="*/ 480867 w 2671650"/>
              <a:gd name="connsiteY225" fmla="*/ 498013 h 601039"/>
              <a:gd name="connsiteX226" fmla="*/ 478409 w 2671650"/>
              <a:gd name="connsiteY226" fmla="*/ 489662 h 601039"/>
              <a:gd name="connsiteX227" fmla="*/ 474086 w 2671650"/>
              <a:gd name="connsiteY227" fmla="*/ 493275 h 601039"/>
              <a:gd name="connsiteX228" fmla="*/ 475359 w 2671650"/>
              <a:gd name="connsiteY228" fmla="*/ 497717 h 601039"/>
              <a:gd name="connsiteX229" fmla="*/ 475146 w 2671650"/>
              <a:gd name="connsiteY229" fmla="*/ 498706 h 601039"/>
              <a:gd name="connsiteX230" fmla="*/ 467748 w 2671650"/>
              <a:gd name="connsiteY230" fmla="*/ 502633 h 601039"/>
              <a:gd name="connsiteX231" fmla="*/ 461826 w 2671650"/>
              <a:gd name="connsiteY231" fmla="*/ 498132 h 601039"/>
              <a:gd name="connsiteX232" fmla="*/ 458331 w 2671650"/>
              <a:gd name="connsiteY232" fmla="*/ 491232 h 601039"/>
              <a:gd name="connsiteX233" fmla="*/ 460345 w 2671650"/>
              <a:gd name="connsiteY233" fmla="*/ 485990 h 601039"/>
              <a:gd name="connsiteX234" fmla="*/ 464372 w 2671650"/>
              <a:gd name="connsiteY234" fmla="*/ 484450 h 601039"/>
              <a:gd name="connsiteX235" fmla="*/ 468222 w 2671650"/>
              <a:gd name="connsiteY235" fmla="*/ 486108 h 601039"/>
              <a:gd name="connsiteX236" fmla="*/ 472546 w 2671650"/>
              <a:gd name="connsiteY236" fmla="*/ 482496 h 601039"/>
              <a:gd name="connsiteX237" fmla="*/ 464787 w 2671650"/>
              <a:gd name="connsiteY237" fmla="*/ 479031 h 601039"/>
              <a:gd name="connsiteX238" fmla="*/ 310420 w 2671650"/>
              <a:gd name="connsiteY238" fmla="*/ 478166 h 601039"/>
              <a:gd name="connsiteX239" fmla="*/ 310479 w 2671650"/>
              <a:gd name="connsiteY239" fmla="*/ 478166 h 601039"/>
              <a:gd name="connsiteX240" fmla="*/ 310479 w 2671650"/>
              <a:gd name="connsiteY240" fmla="*/ 486073 h 601039"/>
              <a:gd name="connsiteX241" fmla="*/ 303757 w 2671650"/>
              <a:gd name="connsiteY241" fmla="*/ 486073 h 601039"/>
              <a:gd name="connsiteX242" fmla="*/ 326520 w 2671650"/>
              <a:gd name="connsiteY242" fmla="*/ 476514 h 601039"/>
              <a:gd name="connsiteX243" fmla="*/ 330903 w 2671650"/>
              <a:gd name="connsiteY243" fmla="*/ 483503 h 601039"/>
              <a:gd name="connsiteX244" fmla="*/ 326520 w 2671650"/>
              <a:gd name="connsiteY244" fmla="*/ 490492 h 601039"/>
              <a:gd name="connsiteX245" fmla="*/ 322137 w 2671650"/>
              <a:gd name="connsiteY245" fmla="*/ 483503 h 601039"/>
              <a:gd name="connsiteX246" fmla="*/ 326520 w 2671650"/>
              <a:gd name="connsiteY246" fmla="*/ 476514 h 601039"/>
              <a:gd name="connsiteX247" fmla="*/ 290066 w 2671650"/>
              <a:gd name="connsiteY247" fmla="*/ 476514 h 601039"/>
              <a:gd name="connsiteX248" fmla="*/ 294301 w 2671650"/>
              <a:gd name="connsiteY248" fmla="*/ 480245 h 601039"/>
              <a:gd name="connsiteX249" fmla="*/ 294295 w 2671650"/>
              <a:gd name="connsiteY249" fmla="*/ 480930 h 601039"/>
              <a:gd name="connsiteX250" fmla="*/ 290273 w 2671650"/>
              <a:gd name="connsiteY250" fmla="*/ 484214 h 601039"/>
              <a:gd name="connsiteX251" fmla="*/ 286038 w 2671650"/>
              <a:gd name="connsiteY251" fmla="*/ 480423 h 601039"/>
              <a:gd name="connsiteX252" fmla="*/ 286044 w 2671650"/>
              <a:gd name="connsiteY252" fmla="*/ 479997 h 601039"/>
              <a:gd name="connsiteX253" fmla="*/ 290066 w 2671650"/>
              <a:gd name="connsiteY253" fmla="*/ 476514 h 601039"/>
              <a:gd name="connsiteX254" fmla="*/ 289243 w 2671650"/>
              <a:gd name="connsiteY254" fmla="*/ 474714 h 601039"/>
              <a:gd name="connsiteX255" fmla="*/ 283373 w 2671650"/>
              <a:gd name="connsiteY255" fmla="*/ 480690 h 601039"/>
              <a:gd name="connsiteX256" fmla="*/ 283403 w 2671650"/>
              <a:gd name="connsiteY256" fmla="*/ 481087 h 601039"/>
              <a:gd name="connsiteX257" fmla="*/ 289948 w 2671650"/>
              <a:gd name="connsiteY257" fmla="*/ 486316 h 601039"/>
              <a:gd name="connsiteX258" fmla="*/ 294745 w 2671650"/>
              <a:gd name="connsiteY258" fmla="*/ 484243 h 601039"/>
              <a:gd name="connsiteX259" fmla="*/ 289711 w 2671650"/>
              <a:gd name="connsiteY259" fmla="*/ 490759 h 601039"/>
              <a:gd name="connsiteX260" fmla="*/ 289095 w 2671650"/>
              <a:gd name="connsiteY260" fmla="*/ 490812 h 601039"/>
              <a:gd name="connsiteX261" fmla="*/ 286187 w 2671650"/>
              <a:gd name="connsiteY261" fmla="*/ 487797 h 601039"/>
              <a:gd name="connsiteX262" fmla="*/ 283551 w 2671650"/>
              <a:gd name="connsiteY262" fmla="*/ 487797 h 601039"/>
              <a:gd name="connsiteX263" fmla="*/ 289770 w 2671650"/>
              <a:gd name="connsiteY263" fmla="*/ 492476 h 601039"/>
              <a:gd name="connsiteX264" fmla="*/ 289770 w 2671650"/>
              <a:gd name="connsiteY264" fmla="*/ 492565 h 601039"/>
              <a:gd name="connsiteX265" fmla="*/ 297440 w 2671650"/>
              <a:gd name="connsiteY265" fmla="*/ 482852 h 601039"/>
              <a:gd name="connsiteX266" fmla="*/ 290096 w 2671650"/>
              <a:gd name="connsiteY266" fmla="*/ 474767 h 601039"/>
              <a:gd name="connsiteX267" fmla="*/ 289243 w 2671650"/>
              <a:gd name="connsiteY267" fmla="*/ 474714 h 601039"/>
              <a:gd name="connsiteX268" fmla="*/ 326520 w 2671650"/>
              <a:gd name="connsiteY268" fmla="*/ 474678 h 601039"/>
              <a:gd name="connsiteX269" fmla="*/ 319354 w 2671650"/>
              <a:gd name="connsiteY269" fmla="*/ 483562 h 601039"/>
              <a:gd name="connsiteX270" fmla="*/ 326520 w 2671650"/>
              <a:gd name="connsiteY270" fmla="*/ 492446 h 601039"/>
              <a:gd name="connsiteX271" fmla="*/ 326520 w 2671650"/>
              <a:gd name="connsiteY271" fmla="*/ 492565 h 601039"/>
              <a:gd name="connsiteX272" fmla="*/ 333687 w 2671650"/>
              <a:gd name="connsiteY272" fmla="*/ 483562 h 601039"/>
              <a:gd name="connsiteX273" fmla="*/ 326520 w 2671650"/>
              <a:gd name="connsiteY273" fmla="*/ 474678 h 601039"/>
              <a:gd name="connsiteX274" fmla="*/ 310559 w 2671650"/>
              <a:gd name="connsiteY274" fmla="*/ 474560 h 601039"/>
              <a:gd name="connsiteX275" fmla="*/ 300994 w 2671650"/>
              <a:gd name="connsiteY275" fmla="*/ 485606 h 601039"/>
              <a:gd name="connsiteX276" fmla="*/ 300994 w 2671650"/>
              <a:gd name="connsiteY276" fmla="*/ 487738 h 601039"/>
              <a:gd name="connsiteX277" fmla="*/ 310115 w 2671650"/>
              <a:gd name="connsiteY277" fmla="*/ 487738 h 601039"/>
              <a:gd name="connsiteX278" fmla="*/ 310115 w 2671650"/>
              <a:gd name="connsiteY278" fmla="*/ 492002 h 601039"/>
              <a:gd name="connsiteX279" fmla="*/ 312750 w 2671650"/>
              <a:gd name="connsiteY279" fmla="*/ 492002 h 601039"/>
              <a:gd name="connsiteX280" fmla="*/ 312750 w 2671650"/>
              <a:gd name="connsiteY280" fmla="*/ 487738 h 601039"/>
              <a:gd name="connsiteX281" fmla="*/ 315711 w 2671650"/>
              <a:gd name="connsiteY281" fmla="*/ 487738 h 601039"/>
              <a:gd name="connsiteX282" fmla="*/ 315711 w 2671650"/>
              <a:gd name="connsiteY282" fmla="*/ 485872 h 601039"/>
              <a:gd name="connsiteX283" fmla="*/ 312750 w 2671650"/>
              <a:gd name="connsiteY283" fmla="*/ 485872 h 601039"/>
              <a:gd name="connsiteX284" fmla="*/ 312750 w 2671650"/>
              <a:gd name="connsiteY284" fmla="*/ 474560 h 601039"/>
              <a:gd name="connsiteX285" fmla="*/ 272624 w 2671650"/>
              <a:gd name="connsiteY285" fmla="*/ 474441 h 601039"/>
              <a:gd name="connsiteX286" fmla="*/ 266997 w 2671650"/>
              <a:gd name="connsiteY286" fmla="*/ 477758 h 601039"/>
              <a:gd name="connsiteX287" fmla="*/ 266997 w 2671650"/>
              <a:gd name="connsiteY287" fmla="*/ 479624 h 601039"/>
              <a:gd name="connsiteX288" fmla="*/ 271883 w 2671650"/>
              <a:gd name="connsiteY288" fmla="*/ 479624 h 601039"/>
              <a:gd name="connsiteX289" fmla="*/ 271883 w 2671650"/>
              <a:gd name="connsiteY289" fmla="*/ 492002 h 601039"/>
              <a:gd name="connsiteX290" fmla="*/ 274667 w 2671650"/>
              <a:gd name="connsiteY290" fmla="*/ 492002 h 601039"/>
              <a:gd name="connsiteX291" fmla="*/ 274667 w 2671650"/>
              <a:gd name="connsiteY291" fmla="*/ 474441 h 601039"/>
              <a:gd name="connsiteX292" fmla="*/ 128554 w 2671650"/>
              <a:gd name="connsiteY292" fmla="*/ 469377 h 601039"/>
              <a:gd name="connsiteX293" fmla="*/ 108594 w 2671650"/>
              <a:gd name="connsiteY293" fmla="*/ 490758 h 601039"/>
              <a:gd name="connsiteX294" fmla="*/ 110519 w 2671650"/>
              <a:gd name="connsiteY294" fmla="*/ 492564 h 601039"/>
              <a:gd name="connsiteX295" fmla="*/ 112444 w 2671650"/>
              <a:gd name="connsiteY295" fmla="*/ 494460 h 601039"/>
              <a:gd name="connsiteX296" fmla="*/ 126807 w 2671650"/>
              <a:gd name="connsiteY296" fmla="*/ 479031 h 601039"/>
              <a:gd name="connsiteX297" fmla="*/ 120558 w 2671650"/>
              <a:gd name="connsiteY297" fmla="*/ 502041 h 601039"/>
              <a:gd name="connsiteX298" fmla="*/ 122601 w 2671650"/>
              <a:gd name="connsiteY298" fmla="*/ 503936 h 601039"/>
              <a:gd name="connsiteX299" fmla="*/ 124645 w 2671650"/>
              <a:gd name="connsiteY299" fmla="*/ 505742 h 601039"/>
              <a:gd name="connsiteX300" fmla="*/ 144575 w 2671650"/>
              <a:gd name="connsiteY300" fmla="*/ 484332 h 601039"/>
              <a:gd name="connsiteX301" fmla="*/ 142650 w 2671650"/>
              <a:gd name="connsiteY301" fmla="*/ 482555 h 601039"/>
              <a:gd name="connsiteX302" fmla="*/ 140755 w 2671650"/>
              <a:gd name="connsiteY302" fmla="*/ 480778 h 601039"/>
              <a:gd name="connsiteX303" fmla="*/ 126747 w 2671650"/>
              <a:gd name="connsiteY303" fmla="*/ 495792 h 601039"/>
              <a:gd name="connsiteX304" fmla="*/ 132848 w 2671650"/>
              <a:gd name="connsiteY304" fmla="*/ 473404 h 601039"/>
              <a:gd name="connsiteX305" fmla="*/ 130686 w 2671650"/>
              <a:gd name="connsiteY305" fmla="*/ 471390 h 601039"/>
              <a:gd name="connsiteX306" fmla="*/ 741423 w 2671650"/>
              <a:gd name="connsiteY306" fmla="*/ 469126 h 601039"/>
              <a:gd name="connsiteX307" fmla="*/ 741527 w 2671650"/>
              <a:gd name="connsiteY307" fmla="*/ 486161 h 601039"/>
              <a:gd name="connsiteX308" fmla="*/ 758561 w 2671650"/>
              <a:gd name="connsiteY308" fmla="*/ 486161 h 601039"/>
              <a:gd name="connsiteX309" fmla="*/ 766924 w 2671650"/>
              <a:gd name="connsiteY309" fmla="*/ 483890 h 601039"/>
              <a:gd name="connsiteX310" fmla="*/ 769609 w 2671650"/>
              <a:gd name="connsiteY310" fmla="*/ 476972 h 601039"/>
              <a:gd name="connsiteX311" fmla="*/ 766718 w 2671650"/>
              <a:gd name="connsiteY311" fmla="*/ 471088 h 601039"/>
              <a:gd name="connsiteX312" fmla="*/ 757941 w 2671650"/>
              <a:gd name="connsiteY312" fmla="*/ 469126 h 601039"/>
              <a:gd name="connsiteX313" fmla="*/ 2480444 w 2671650"/>
              <a:gd name="connsiteY313" fmla="*/ 466963 h 601039"/>
              <a:gd name="connsiteX314" fmla="*/ 2467383 w 2671650"/>
              <a:gd name="connsiteY314" fmla="*/ 470103 h 601039"/>
              <a:gd name="connsiteX315" fmla="*/ 2463508 w 2671650"/>
              <a:gd name="connsiteY315" fmla="*/ 473977 h 601039"/>
              <a:gd name="connsiteX316" fmla="*/ 2458345 w 2671650"/>
              <a:gd name="connsiteY316" fmla="*/ 494626 h 601039"/>
              <a:gd name="connsiteX317" fmla="*/ 2463405 w 2671650"/>
              <a:gd name="connsiteY317" fmla="*/ 514243 h 601039"/>
              <a:gd name="connsiteX318" fmla="*/ 2488251 w 2671650"/>
              <a:gd name="connsiteY318" fmla="*/ 517891 h 601039"/>
              <a:gd name="connsiteX319" fmla="*/ 2491899 w 2671650"/>
              <a:gd name="connsiteY319" fmla="*/ 514243 h 601039"/>
              <a:gd name="connsiteX320" fmla="*/ 2491900 w 2671650"/>
              <a:gd name="connsiteY320" fmla="*/ 514243 h 601039"/>
              <a:gd name="connsiteX321" fmla="*/ 2497061 w 2671650"/>
              <a:gd name="connsiteY321" fmla="*/ 494626 h 601039"/>
              <a:gd name="connsiteX322" fmla="*/ 2491900 w 2671650"/>
              <a:gd name="connsiteY322" fmla="*/ 473977 h 601039"/>
              <a:gd name="connsiteX323" fmla="*/ 2480444 w 2671650"/>
              <a:gd name="connsiteY323" fmla="*/ 466963 h 601039"/>
              <a:gd name="connsiteX324" fmla="*/ 2334782 w 2671650"/>
              <a:gd name="connsiteY324" fmla="*/ 466958 h 601039"/>
              <a:gd name="connsiteX325" fmla="*/ 2321654 w 2671650"/>
              <a:gd name="connsiteY325" fmla="*/ 470157 h 601039"/>
              <a:gd name="connsiteX326" fmla="*/ 2317832 w 2671650"/>
              <a:gd name="connsiteY326" fmla="*/ 473979 h 601039"/>
              <a:gd name="connsiteX327" fmla="*/ 2312774 w 2671650"/>
              <a:gd name="connsiteY327" fmla="*/ 494628 h 601039"/>
              <a:gd name="connsiteX328" fmla="*/ 2317832 w 2671650"/>
              <a:gd name="connsiteY328" fmla="*/ 514244 h 601039"/>
              <a:gd name="connsiteX329" fmla="*/ 2342679 w 2671650"/>
              <a:gd name="connsiteY329" fmla="*/ 517892 h 601039"/>
              <a:gd name="connsiteX330" fmla="*/ 2346327 w 2671650"/>
              <a:gd name="connsiteY330" fmla="*/ 514244 h 601039"/>
              <a:gd name="connsiteX331" fmla="*/ 2351386 w 2671650"/>
              <a:gd name="connsiteY331" fmla="*/ 494628 h 601039"/>
              <a:gd name="connsiteX332" fmla="*/ 2346327 w 2671650"/>
              <a:gd name="connsiteY332" fmla="*/ 473979 h 601039"/>
              <a:gd name="connsiteX333" fmla="*/ 2334782 w 2671650"/>
              <a:gd name="connsiteY333" fmla="*/ 466958 h 601039"/>
              <a:gd name="connsiteX334" fmla="*/ 1796372 w 2671650"/>
              <a:gd name="connsiteY334" fmla="*/ 466958 h 601039"/>
              <a:gd name="connsiteX335" fmla="*/ 1783244 w 2671650"/>
              <a:gd name="connsiteY335" fmla="*/ 470157 h 601039"/>
              <a:gd name="connsiteX336" fmla="*/ 1779422 w 2671650"/>
              <a:gd name="connsiteY336" fmla="*/ 473979 h 601039"/>
              <a:gd name="connsiteX337" fmla="*/ 1774364 w 2671650"/>
              <a:gd name="connsiteY337" fmla="*/ 494628 h 601039"/>
              <a:gd name="connsiteX338" fmla="*/ 1779422 w 2671650"/>
              <a:gd name="connsiteY338" fmla="*/ 514244 h 601039"/>
              <a:gd name="connsiteX339" fmla="*/ 1804269 w 2671650"/>
              <a:gd name="connsiteY339" fmla="*/ 517892 h 601039"/>
              <a:gd name="connsiteX340" fmla="*/ 1807917 w 2671650"/>
              <a:gd name="connsiteY340" fmla="*/ 514244 h 601039"/>
              <a:gd name="connsiteX341" fmla="*/ 1812976 w 2671650"/>
              <a:gd name="connsiteY341" fmla="*/ 494628 h 601039"/>
              <a:gd name="connsiteX342" fmla="*/ 1807917 w 2671650"/>
              <a:gd name="connsiteY342" fmla="*/ 473979 h 601039"/>
              <a:gd name="connsiteX343" fmla="*/ 1796372 w 2671650"/>
              <a:gd name="connsiteY343" fmla="*/ 466958 h 601039"/>
              <a:gd name="connsiteX344" fmla="*/ 119107 w 2671650"/>
              <a:gd name="connsiteY344" fmla="*/ 459071 h 601039"/>
              <a:gd name="connsiteX345" fmla="*/ 97371 w 2671650"/>
              <a:gd name="connsiteY345" fmla="*/ 478646 h 601039"/>
              <a:gd name="connsiteX346" fmla="*/ 99266 w 2671650"/>
              <a:gd name="connsiteY346" fmla="*/ 480719 h 601039"/>
              <a:gd name="connsiteX347" fmla="*/ 101131 w 2671650"/>
              <a:gd name="connsiteY347" fmla="*/ 482821 h 601039"/>
              <a:gd name="connsiteX348" fmla="*/ 122868 w 2671650"/>
              <a:gd name="connsiteY348" fmla="*/ 463247 h 601039"/>
              <a:gd name="connsiteX349" fmla="*/ 121002 w 2671650"/>
              <a:gd name="connsiteY349" fmla="*/ 461144 h 601039"/>
              <a:gd name="connsiteX350" fmla="*/ 2603178 w 2671650"/>
              <a:gd name="connsiteY350" fmla="*/ 455955 h 601039"/>
              <a:gd name="connsiteX351" fmla="*/ 2611954 w 2671650"/>
              <a:gd name="connsiteY351" fmla="*/ 455955 h 601039"/>
              <a:gd name="connsiteX352" fmla="*/ 2620833 w 2671650"/>
              <a:gd name="connsiteY352" fmla="*/ 455955 h 601039"/>
              <a:gd name="connsiteX353" fmla="*/ 2635647 w 2671650"/>
              <a:gd name="connsiteY353" fmla="*/ 489389 h 601039"/>
              <a:gd name="connsiteX354" fmla="*/ 2635597 w 2671650"/>
              <a:gd name="connsiteY354" fmla="*/ 489509 h 601039"/>
              <a:gd name="connsiteX355" fmla="*/ 2635700 w 2671650"/>
              <a:gd name="connsiteY355" fmla="*/ 489509 h 601039"/>
              <a:gd name="connsiteX356" fmla="*/ 2635647 w 2671650"/>
              <a:gd name="connsiteY356" fmla="*/ 489389 h 601039"/>
              <a:gd name="connsiteX357" fmla="*/ 2649534 w 2671650"/>
              <a:gd name="connsiteY357" fmla="*/ 455955 h 601039"/>
              <a:gd name="connsiteX358" fmla="*/ 2658001 w 2671650"/>
              <a:gd name="connsiteY358" fmla="*/ 455955 h 601039"/>
              <a:gd name="connsiteX359" fmla="*/ 2666363 w 2671650"/>
              <a:gd name="connsiteY359" fmla="*/ 455955 h 601039"/>
              <a:gd name="connsiteX360" fmla="*/ 2642824 w 2671650"/>
              <a:gd name="connsiteY360" fmla="*/ 503962 h 601039"/>
              <a:gd name="connsiteX361" fmla="*/ 2642824 w 2671650"/>
              <a:gd name="connsiteY361" fmla="*/ 533387 h 601039"/>
              <a:gd name="connsiteX362" fmla="*/ 2635493 w 2671650"/>
              <a:gd name="connsiteY362" fmla="*/ 533387 h 601039"/>
              <a:gd name="connsiteX363" fmla="*/ 2627957 w 2671650"/>
              <a:gd name="connsiteY363" fmla="*/ 533387 h 601039"/>
              <a:gd name="connsiteX364" fmla="*/ 2627957 w 2671650"/>
              <a:gd name="connsiteY364" fmla="*/ 504272 h 601039"/>
              <a:gd name="connsiteX365" fmla="*/ 2382549 w 2671650"/>
              <a:gd name="connsiteY365" fmla="*/ 455955 h 601039"/>
              <a:gd name="connsiteX366" fmla="*/ 2389983 w 2671650"/>
              <a:gd name="connsiteY366" fmla="*/ 455955 h 601039"/>
              <a:gd name="connsiteX367" fmla="*/ 2397416 w 2671650"/>
              <a:gd name="connsiteY367" fmla="*/ 455955 h 601039"/>
              <a:gd name="connsiteX368" fmla="*/ 2397416 w 2671650"/>
              <a:gd name="connsiteY368" fmla="*/ 519552 h 601039"/>
              <a:gd name="connsiteX369" fmla="*/ 2432725 w 2671650"/>
              <a:gd name="connsiteY369" fmla="*/ 519552 h 601039"/>
              <a:gd name="connsiteX370" fmla="*/ 2432725 w 2671650"/>
              <a:gd name="connsiteY370" fmla="*/ 526470 h 601039"/>
              <a:gd name="connsiteX371" fmla="*/ 2432725 w 2671650"/>
              <a:gd name="connsiteY371" fmla="*/ 533283 h 601039"/>
              <a:gd name="connsiteX372" fmla="*/ 2382549 w 2671650"/>
              <a:gd name="connsiteY372" fmla="*/ 533283 h 601039"/>
              <a:gd name="connsiteX373" fmla="*/ 2225207 w 2671650"/>
              <a:gd name="connsiteY373" fmla="*/ 455955 h 601039"/>
              <a:gd name="connsiteX374" fmla="*/ 2232951 w 2671650"/>
              <a:gd name="connsiteY374" fmla="*/ 455955 h 601039"/>
              <a:gd name="connsiteX375" fmla="*/ 2240694 w 2671650"/>
              <a:gd name="connsiteY375" fmla="*/ 455955 h 601039"/>
              <a:gd name="connsiteX376" fmla="*/ 2269292 w 2671650"/>
              <a:gd name="connsiteY376" fmla="*/ 510261 h 601039"/>
              <a:gd name="connsiteX377" fmla="*/ 2269292 w 2671650"/>
              <a:gd name="connsiteY377" fmla="*/ 455955 h 601039"/>
              <a:gd name="connsiteX378" fmla="*/ 2276210 w 2671650"/>
              <a:gd name="connsiteY378" fmla="*/ 455955 h 601039"/>
              <a:gd name="connsiteX379" fmla="*/ 2283229 w 2671650"/>
              <a:gd name="connsiteY379" fmla="*/ 455955 h 601039"/>
              <a:gd name="connsiteX380" fmla="*/ 2283229 w 2671650"/>
              <a:gd name="connsiteY380" fmla="*/ 533283 h 601039"/>
              <a:gd name="connsiteX381" fmla="*/ 2275796 w 2671650"/>
              <a:gd name="connsiteY381" fmla="*/ 533283 h 601039"/>
              <a:gd name="connsiteX382" fmla="*/ 2268362 w 2671650"/>
              <a:gd name="connsiteY382" fmla="*/ 533283 h 601039"/>
              <a:gd name="connsiteX383" fmla="*/ 2239041 w 2671650"/>
              <a:gd name="connsiteY383" fmla="*/ 477532 h 601039"/>
              <a:gd name="connsiteX384" fmla="*/ 2239041 w 2671650"/>
              <a:gd name="connsiteY384" fmla="*/ 533283 h 601039"/>
              <a:gd name="connsiteX385" fmla="*/ 2232125 w 2671650"/>
              <a:gd name="connsiteY385" fmla="*/ 533283 h 601039"/>
              <a:gd name="connsiteX386" fmla="*/ 2225207 w 2671650"/>
              <a:gd name="connsiteY386" fmla="*/ 533283 h 601039"/>
              <a:gd name="connsiteX387" fmla="*/ 2149839 w 2671650"/>
              <a:gd name="connsiteY387" fmla="*/ 455955 h 601039"/>
              <a:gd name="connsiteX388" fmla="*/ 2157170 w 2671650"/>
              <a:gd name="connsiteY388" fmla="*/ 455955 h 601039"/>
              <a:gd name="connsiteX389" fmla="*/ 2164603 w 2671650"/>
              <a:gd name="connsiteY389" fmla="*/ 455955 h 601039"/>
              <a:gd name="connsiteX390" fmla="*/ 2164603 w 2671650"/>
              <a:gd name="connsiteY390" fmla="*/ 484966 h 601039"/>
              <a:gd name="connsiteX391" fmla="*/ 2192478 w 2671650"/>
              <a:gd name="connsiteY391" fmla="*/ 484966 h 601039"/>
              <a:gd name="connsiteX392" fmla="*/ 2192478 w 2671650"/>
              <a:gd name="connsiteY392" fmla="*/ 455955 h 601039"/>
              <a:gd name="connsiteX393" fmla="*/ 2199912 w 2671650"/>
              <a:gd name="connsiteY393" fmla="*/ 455955 h 601039"/>
              <a:gd name="connsiteX394" fmla="*/ 2207345 w 2671650"/>
              <a:gd name="connsiteY394" fmla="*/ 455955 h 601039"/>
              <a:gd name="connsiteX395" fmla="*/ 2207345 w 2671650"/>
              <a:gd name="connsiteY395" fmla="*/ 533283 h 601039"/>
              <a:gd name="connsiteX396" fmla="*/ 2199912 w 2671650"/>
              <a:gd name="connsiteY396" fmla="*/ 533283 h 601039"/>
              <a:gd name="connsiteX397" fmla="*/ 2192478 w 2671650"/>
              <a:gd name="connsiteY397" fmla="*/ 533283 h 601039"/>
              <a:gd name="connsiteX398" fmla="*/ 2192478 w 2671650"/>
              <a:gd name="connsiteY398" fmla="*/ 498285 h 601039"/>
              <a:gd name="connsiteX399" fmla="*/ 2164603 w 2671650"/>
              <a:gd name="connsiteY399" fmla="*/ 498285 h 601039"/>
              <a:gd name="connsiteX400" fmla="*/ 2164603 w 2671650"/>
              <a:gd name="connsiteY400" fmla="*/ 533283 h 601039"/>
              <a:gd name="connsiteX401" fmla="*/ 2157273 w 2671650"/>
              <a:gd name="connsiteY401" fmla="*/ 533283 h 601039"/>
              <a:gd name="connsiteX402" fmla="*/ 2149839 w 2671650"/>
              <a:gd name="connsiteY402" fmla="*/ 533283 h 601039"/>
              <a:gd name="connsiteX403" fmla="*/ 2004681 w 2671650"/>
              <a:gd name="connsiteY403" fmla="*/ 455955 h 601039"/>
              <a:gd name="connsiteX404" fmla="*/ 2057025 w 2671650"/>
              <a:gd name="connsiteY404" fmla="*/ 455955 h 601039"/>
              <a:gd name="connsiteX405" fmla="*/ 2057025 w 2671650"/>
              <a:gd name="connsiteY405" fmla="*/ 462769 h 601039"/>
              <a:gd name="connsiteX406" fmla="*/ 2057025 w 2671650"/>
              <a:gd name="connsiteY406" fmla="*/ 469686 h 601039"/>
              <a:gd name="connsiteX407" fmla="*/ 2019548 w 2671650"/>
              <a:gd name="connsiteY407" fmla="*/ 469686 h 601039"/>
              <a:gd name="connsiteX408" fmla="*/ 2019548 w 2671650"/>
              <a:gd name="connsiteY408" fmla="*/ 486102 h 601039"/>
              <a:gd name="connsiteX409" fmla="*/ 2054341 w 2671650"/>
              <a:gd name="connsiteY409" fmla="*/ 486102 h 601039"/>
              <a:gd name="connsiteX410" fmla="*/ 2054341 w 2671650"/>
              <a:gd name="connsiteY410" fmla="*/ 492709 h 601039"/>
              <a:gd name="connsiteX411" fmla="*/ 2054341 w 2671650"/>
              <a:gd name="connsiteY411" fmla="*/ 499420 h 601039"/>
              <a:gd name="connsiteX412" fmla="*/ 2019548 w 2671650"/>
              <a:gd name="connsiteY412" fmla="*/ 499420 h 601039"/>
              <a:gd name="connsiteX413" fmla="*/ 2019548 w 2671650"/>
              <a:gd name="connsiteY413" fmla="*/ 519552 h 601039"/>
              <a:gd name="connsiteX414" fmla="*/ 2058677 w 2671650"/>
              <a:gd name="connsiteY414" fmla="*/ 519552 h 601039"/>
              <a:gd name="connsiteX415" fmla="*/ 2058677 w 2671650"/>
              <a:gd name="connsiteY415" fmla="*/ 526470 h 601039"/>
              <a:gd name="connsiteX416" fmla="*/ 2058677 w 2671650"/>
              <a:gd name="connsiteY416" fmla="*/ 533283 h 601039"/>
              <a:gd name="connsiteX417" fmla="*/ 2004681 w 2671650"/>
              <a:gd name="connsiteY417" fmla="*/ 533283 h 601039"/>
              <a:gd name="connsiteX418" fmla="*/ 1933959 w 2671650"/>
              <a:gd name="connsiteY418" fmla="*/ 455955 h 601039"/>
              <a:gd name="connsiteX419" fmla="*/ 1991878 w 2671650"/>
              <a:gd name="connsiteY419" fmla="*/ 455955 h 601039"/>
              <a:gd name="connsiteX420" fmla="*/ 1991878 w 2671650"/>
              <a:gd name="connsiteY420" fmla="*/ 462769 h 601039"/>
              <a:gd name="connsiteX421" fmla="*/ 1991878 w 2671650"/>
              <a:gd name="connsiteY421" fmla="*/ 469686 h 601039"/>
              <a:gd name="connsiteX422" fmla="*/ 1970301 w 2671650"/>
              <a:gd name="connsiteY422" fmla="*/ 469686 h 601039"/>
              <a:gd name="connsiteX423" fmla="*/ 1970301 w 2671650"/>
              <a:gd name="connsiteY423" fmla="*/ 533283 h 601039"/>
              <a:gd name="connsiteX424" fmla="*/ 1962970 w 2671650"/>
              <a:gd name="connsiteY424" fmla="*/ 533283 h 601039"/>
              <a:gd name="connsiteX425" fmla="*/ 1955537 w 2671650"/>
              <a:gd name="connsiteY425" fmla="*/ 533283 h 601039"/>
              <a:gd name="connsiteX426" fmla="*/ 1955537 w 2671650"/>
              <a:gd name="connsiteY426" fmla="*/ 469686 h 601039"/>
              <a:gd name="connsiteX427" fmla="*/ 1933959 w 2671650"/>
              <a:gd name="connsiteY427" fmla="*/ 469686 h 601039"/>
              <a:gd name="connsiteX428" fmla="*/ 1933959 w 2671650"/>
              <a:gd name="connsiteY428" fmla="*/ 462873 h 601039"/>
              <a:gd name="connsiteX429" fmla="*/ 1844139 w 2671650"/>
              <a:gd name="connsiteY429" fmla="*/ 455955 h 601039"/>
              <a:gd name="connsiteX430" fmla="*/ 1894727 w 2671650"/>
              <a:gd name="connsiteY430" fmla="*/ 455955 h 601039"/>
              <a:gd name="connsiteX431" fmla="*/ 1894727 w 2671650"/>
              <a:gd name="connsiteY431" fmla="*/ 462769 h 601039"/>
              <a:gd name="connsiteX432" fmla="*/ 1894727 w 2671650"/>
              <a:gd name="connsiteY432" fmla="*/ 469686 h 601039"/>
              <a:gd name="connsiteX433" fmla="*/ 1859006 w 2671650"/>
              <a:gd name="connsiteY433" fmla="*/ 469686 h 601039"/>
              <a:gd name="connsiteX434" fmla="*/ 1859006 w 2671650"/>
              <a:gd name="connsiteY434" fmla="*/ 487238 h 601039"/>
              <a:gd name="connsiteX435" fmla="*/ 1890186 w 2671650"/>
              <a:gd name="connsiteY435" fmla="*/ 487238 h 601039"/>
              <a:gd name="connsiteX436" fmla="*/ 1890186 w 2671650"/>
              <a:gd name="connsiteY436" fmla="*/ 493948 h 601039"/>
              <a:gd name="connsiteX437" fmla="*/ 1890186 w 2671650"/>
              <a:gd name="connsiteY437" fmla="*/ 500556 h 601039"/>
              <a:gd name="connsiteX438" fmla="*/ 1859006 w 2671650"/>
              <a:gd name="connsiteY438" fmla="*/ 500556 h 601039"/>
              <a:gd name="connsiteX439" fmla="*/ 1859006 w 2671650"/>
              <a:gd name="connsiteY439" fmla="*/ 533283 h 601039"/>
              <a:gd name="connsiteX440" fmla="*/ 1851573 w 2671650"/>
              <a:gd name="connsiteY440" fmla="*/ 533283 h 601039"/>
              <a:gd name="connsiteX441" fmla="*/ 1844139 w 2671650"/>
              <a:gd name="connsiteY441" fmla="*/ 533283 h 601039"/>
              <a:gd name="connsiteX442" fmla="*/ 1661400 w 2671650"/>
              <a:gd name="connsiteY442" fmla="*/ 455955 h 601039"/>
              <a:gd name="connsiteX443" fmla="*/ 1713847 w 2671650"/>
              <a:gd name="connsiteY443" fmla="*/ 455955 h 601039"/>
              <a:gd name="connsiteX444" fmla="*/ 1713847 w 2671650"/>
              <a:gd name="connsiteY444" fmla="*/ 462769 h 601039"/>
              <a:gd name="connsiteX445" fmla="*/ 1713847 w 2671650"/>
              <a:gd name="connsiteY445" fmla="*/ 469686 h 601039"/>
              <a:gd name="connsiteX446" fmla="*/ 1676267 w 2671650"/>
              <a:gd name="connsiteY446" fmla="*/ 469686 h 601039"/>
              <a:gd name="connsiteX447" fmla="*/ 1676267 w 2671650"/>
              <a:gd name="connsiteY447" fmla="*/ 486102 h 601039"/>
              <a:gd name="connsiteX448" fmla="*/ 1711060 w 2671650"/>
              <a:gd name="connsiteY448" fmla="*/ 486102 h 601039"/>
              <a:gd name="connsiteX449" fmla="*/ 1711060 w 2671650"/>
              <a:gd name="connsiteY449" fmla="*/ 492709 h 601039"/>
              <a:gd name="connsiteX450" fmla="*/ 1711060 w 2671650"/>
              <a:gd name="connsiteY450" fmla="*/ 499420 h 601039"/>
              <a:gd name="connsiteX451" fmla="*/ 1676267 w 2671650"/>
              <a:gd name="connsiteY451" fmla="*/ 499420 h 601039"/>
              <a:gd name="connsiteX452" fmla="*/ 1676267 w 2671650"/>
              <a:gd name="connsiteY452" fmla="*/ 519552 h 601039"/>
              <a:gd name="connsiteX453" fmla="*/ 1715499 w 2671650"/>
              <a:gd name="connsiteY453" fmla="*/ 519552 h 601039"/>
              <a:gd name="connsiteX454" fmla="*/ 1715499 w 2671650"/>
              <a:gd name="connsiteY454" fmla="*/ 526470 h 601039"/>
              <a:gd name="connsiteX455" fmla="*/ 1715499 w 2671650"/>
              <a:gd name="connsiteY455" fmla="*/ 533283 h 601039"/>
              <a:gd name="connsiteX456" fmla="*/ 1661400 w 2671650"/>
              <a:gd name="connsiteY456" fmla="*/ 533283 h 601039"/>
              <a:gd name="connsiteX457" fmla="*/ 1590782 w 2671650"/>
              <a:gd name="connsiteY457" fmla="*/ 455955 h 601039"/>
              <a:gd name="connsiteX458" fmla="*/ 1648598 w 2671650"/>
              <a:gd name="connsiteY458" fmla="*/ 455955 h 601039"/>
              <a:gd name="connsiteX459" fmla="*/ 1648598 w 2671650"/>
              <a:gd name="connsiteY459" fmla="*/ 462769 h 601039"/>
              <a:gd name="connsiteX460" fmla="*/ 1648598 w 2671650"/>
              <a:gd name="connsiteY460" fmla="*/ 469686 h 601039"/>
              <a:gd name="connsiteX461" fmla="*/ 1627124 w 2671650"/>
              <a:gd name="connsiteY461" fmla="*/ 469686 h 601039"/>
              <a:gd name="connsiteX462" fmla="*/ 1627124 w 2671650"/>
              <a:gd name="connsiteY462" fmla="*/ 533283 h 601039"/>
              <a:gd name="connsiteX463" fmla="*/ 1619690 w 2671650"/>
              <a:gd name="connsiteY463" fmla="*/ 533283 h 601039"/>
              <a:gd name="connsiteX464" fmla="*/ 1612257 w 2671650"/>
              <a:gd name="connsiteY464" fmla="*/ 533283 h 601039"/>
              <a:gd name="connsiteX465" fmla="*/ 1612257 w 2671650"/>
              <a:gd name="connsiteY465" fmla="*/ 469686 h 601039"/>
              <a:gd name="connsiteX466" fmla="*/ 1590782 w 2671650"/>
              <a:gd name="connsiteY466" fmla="*/ 469686 h 601039"/>
              <a:gd name="connsiteX467" fmla="*/ 1590782 w 2671650"/>
              <a:gd name="connsiteY467" fmla="*/ 462873 h 601039"/>
              <a:gd name="connsiteX468" fmla="*/ 1450681 w 2671650"/>
              <a:gd name="connsiteY468" fmla="*/ 455955 h 601039"/>
              <a:gd name="connsiteX469" fmla="*/ 1508497 w 2671650"/>
              <a:gd name="connsiteY469" fmla="*/ 455955 h 601039"/>
              <a:gd name="connsiteX470" fmla="*/ 1508497 w 2671650"/>
              <a:gd name="connsiteY470" fmla="*/ 462769 h 601039"/>
              <a:gd name="connsiteX471" fmla="*/ 1508497 w 2671650"/>
              <a:gd name="connsiteY471" fmla="*/ 469686 h 601039"/>
              <a:gd name="connsiteX472" fmla="*/ 1487023 w 2671650"/>
              <a:gd name="connsiteY472" fmla="*/ 469686 h 601039"/>
              <a:gd name="connsiteX473" fmla="*/ 1487023 w 2671650"/>
              <a:gd name="connsiteY473" fmla="*/ 533283 h 601039"/>
              <a:gd name="connsiteX474" fmla="*/ 1479589 w 2671650"/>
              <a:gd name="connsiteY474" fmla="*/ 533283 h 601039"/>
              <a:gd name="connsiteX475" fmla="*/ 1472156 w 2671650"/>
              <a:gd name="connsiteY475" fmla="*/ 533283 h 601039"/>
              <a:gd name="connsiteX476" fmla="*/ 1472156 w 2671650"/>
              <a:gd name="connsiteY476" fmla="*/ 469686 h 601039"/>
              <a:gd name="connsiteX477" fmla="*/ 1450681 w 2671650"/>
              <a:gd name="connsiteY477" fmla="*/ 469686 h 601039"/>
              <a:gd name="connsiteX478" fmla="*/ 1450681 w 2671650"/>
              <a:gd name="connsiteY478" fmla="*/ 462873 h 601039"/>
              <a:gd name="connsiteX479" fmla="*/ 1424045 w 2671650"/>
              <a:gd name="connsiteY479" fmla="*/ 455955 h 601039"/>
              <a:gd name="connsiteX480" fmla="*/ 1431479 w 2671650"/>
              <a:gd name="connsiteY480" fmla="*/ 455955 h 601039"/>
              <a:gd name="connsiteX481" fmla="*/ 1438912 w 2671650"/>
              <a:gd name="connsiteY481" fmla="*/ 455955 h 601039"/>
              <a:gd name="connsiteX482" fmla="*/ 1438912 w 2671650"/>
              <a:gd name="connsiteY482" fmla="*/ 533283 h 601039"/>
              <a:gd name="connsiteX483" fmla="*/ 1431582 w 2671650"/>
              <a:gd name="connsiteY483" fmla="*/ 533283 h 601039"/>
              <a:gd name="connsiteX484" fmla="*/ 1424045 w 2671650"/>
              <a:gd name="connsiteY484" fmla="*/ 533283 h 601039"/>
              <a:gd name="connsiteX485" fmla="*/ 1354666 w 2671650"/>
              <a:gd name="connsiteY485" fmla="*/ 455955 h 601039"/>
              <a:gd name="connsiteX486" fmla="*/ 1412482 w 2671650"/>
              <a:gd name="connsiteY486" fmla="*/ 455955 h 601039"/>
              <a:gd name="connsiteX487" fmla="*/ 1412482 w 2671650"/>
              <a:gd name="connsiteY487" fmla="*/ 462769 h 601039"/>
              <a:gd name="connsiteX488" fmla="*/ 1412482 w 2671650"/>
              <a:gd name="connsiteY488" fmla="*/ 469686 h 601039"/>
              <a:gd name="connsiteX489" fmla="*/ 1391008 w 2671650"/>
              <a:gd name="connsiteY489" fmla="*/ 469686 h 601039"/>
              <a:gd name="connsiteX490" fmla="*/ 1391008 w 2671650"/>
              <a:gd name="connsiteY490" fmla="*/ 533283 h 601039"/>
              <a:gd name="connsiteX491" fmla="*/ 1383574 w 2671650"/>
              <a:gd name="connsiteY491" fmla="*/ 533283 h 601039"/>
              <a:gd name="connsiteX492" fmla="*/ 1376141 w 2671650"/>
              <a:gd name="connsiteY492" fmla="*/ 533283 h 601039"/>
              <a:gd name="connsiteX493" fmla="*/ 1376141 w 2671650"/>
              <a:gd name="connsiteY493" fmla="*/ 469686 h 601039"/>
              <a:gd name="connsiteX494" fmla="*/ 1354666 w 2671650"/>
              <a:gd name="connsiteY494" fmla="*/ 469686 h 601039"/>
              <a:gd name="connsiteX495" fmla="*/ 1354666 w 2671650"/>
              <a:gd name="connsiteY495" fmla="*/ 462873 h 601039"/>
              <a:gd name="connsiteX496" fmla="*/ 1214359 w 2671650"/>
              <a:gd name="connsiteY496" fmla="*/ 455955 h 601039"/>
              <a:gd name="connsiteX497" fmla="*/ 1222206 w 2671650"/>
              <a:gd name="connsiteY497" fmla="*/ 455955 h 601039"/>
              <a:gd name="connsiteX498" fmla="*/ 1229949 w 2671650"/>
              <a:gd name="connsiteY498" fmla="*/ 455955 h 601039"/>
              <a:gd name="connsiteX499" fmla="*/ 1258547 w 2671650"/>
              <a:gd name="connsiteY499" fmla="*/ 510261 h 601039"/>
              <a:gd name="connsiteX500" fmla="*/ 1258547 w 2671650"/>
              <a:gd name="connsiteY500" fmla="*/ 455955 h 601039"/>
              <a:gd name="connsiteX501" fmla="*/ 1265465 w 2671650"/>
              <a:gd name="connsiteY501" fmla="*/ 455955 h 601039"/>
              <a:gd name="connsiteX502" fmla="*/ 1272485 w 2671650"/>
              <a:gd name="connsiteY502" fmla="*/ 455955 h 601039"/>
              <a:gd name="connsiteX503" fmla="*/ 1272485 w 2671650"/>
              <a:gd name="connsiteY503" fmla="*/ 533283 h 601039"/>
              <a:gd name="connsiteX504" fmla="*/ 1265052 w 2671650"/>
              <a:gd name="connsiteY504" fmla="*/ 533283 h 601039"/>
              <a:gd name="connsiteX505" fmla="*/ 1257618 w 2671650"/>
              <a:gd name="connsiteY505" fmla="*/ 533283 h 601039"/>
              <a:gd name="connsiteX506" fmla="*/ 1228297 w 2671650"/>
              <a:gd name="connsiteY506" fmla="*/ 477532 h 601039"/>
              <a:gd name="connsiteX507" fmla="*/ 1228297 w 2671650"/>
              <a:gd name="connsiteY507" fmla="*/ 533283 h 601039"/>
              <a:gd name="connsiteX508" fmla="*/ 1221380 w 2671650"/>
              <a:gd name="connsiteY508" fmla="*/ 533283 h 601039"/>
              <a:gd name="connsiteX509" fmla="*/ 1214359 w 2671650"/>
              <a:gd name="connsiteY509" fmla="*/ 533283 h 601039"/>
              <a:gd name="connsiteX510" fmla="*/ 1182457 w 2671650"/>
              <a:gd name="connsiteY510" fmla="*/ 455955 h 601039"/>
              <a:gd name="connsiteX511" fmla="*/ 1189788 w 2671650"/>
              <a:gd name="connsiteY511" fmla="*/ 455955 h 601039"/>
              <a:gd name="connsiteX512" fmla="*/ 1197324 w 2671650"/>
              <a:gd name="connsiteY512" fmla="*/ 455955 h 601039"/>
              <a:gd name="connsiteX513" fmla="*/ 1197324 w 2671650"/>
              <a:gd name="connsiteY513" fmla="*/ 533283 h 601039"/>
              <a:gd name="connsiteX514" fmla="*/ 1189891 w 2671650"/>
              <a:gd name="connsiteY514" fmla="*/ 533283 h 601039"/>
              <a:gd name="connsiteX515" fmla="*/ 1182457 w 2671650"/>
              <a:gd name="connsiteY515" fmla="*/ 533283 h 601039"/>
              <a:gd name="connsiteX516" fmla="*/ 994762 w 2671650"/>
              <a:gd name="connsiteY516" fmla="*/ 455955 h 601039"/>
              <a:gd name="connsiteX517" fmla="*/ 1002506 w 2671650"/>
              <a:gd name="connsiteY517" fmla="*/ 455955 h 601039"/>
              <a:gd name="connsiteX518" fmla="*/ 1010352 w 2671650"/>
              <a:gd name="connsiteY518" fmla="*/ 455955 h 601039"/>
              <a:gd name="connsiteX519" fmla="*/ 1038847 w 2671650"/>
              <a:gd name="connsiteY519" fmla="*/ 510261 h 601039"/>
              <a:gd name="connsiteX520" fmla="*/ 1038847 w 2671650"/>
              <a:gd name="connsiteY520" fmla="*/ 455955 h 601039"/>
              <a:gd name="connsiteX521" fmla="*/ 1045764 w 2671650"/>
              <a:gd name="connsiteY521" fmla="*/ 455955 h 601039"/>
              <a:gd name="connsiteX522" fmla="*/ 1052784 w 2671650"/>
              <a:gd name="connsiteY522" fmla="*/ 455955 h 601039"/>
              <a:gd name="connsiteX523" fmla="*/ 1052784 w 2671650"/>
              <a:gd name="connsiteY523" fmla="*/ 533283 h 601039"/>
              <a:gd name="connsiteX524" fmla="*/ 1045352 w 2671650"/>
              <a:gd name="connsiteY524" fmla="*/ 533283 h 601039"/>
              <a:gd name="connsiteX525" fmla="*/ 1037918 w 2671650"/>
              <a:gd name="connsiteY525" fmla="*/ 533283 h 601039"/>
              <a:gd name="connsiteX526" fmla="*/ 1008596 w 2671650"/>
              <a:gd name="connsiteY526" fmla="*/ 477532 h 601039"/>
              <a:gd name="connsiteX527" fmla="*/ 1008596 w 2671650"/>
              <a:gd name="connsiteY527" fmla="*/ 533283 h 601039"/>
              <a:gd name="connsiteX528" fmla="*/ 1001680 w 2671650"/>
              <a:gd name="connsiteY528" fmla="*/ 533283 h 601039"/>
              <a:gd name="connsiteX529" fmla="*/ 994762 w 2671650"/>
              <a:gd name="connsiteY529" fmla="*/ 533283 h 601039"/>
              <a:gd name="connsiteX530" fmla="*/ 962757 w 2671650"/>
              <a:gd name="connsiteY530" fmla="*/ 455955 h 601039"/>
              <a:gd name="connsiteX531" fmla="*/ 970191 w 2671650"/>
              <a:gd name="connsiteY531" fmla="*/ 455955 h 601039"/>
              <a:gd name="connsiteX532" fmla="*/ 977624 w 2671650"/>
              <a:gd name="connsiteY532" fmla="*/ 455955 h 601039"/>
              <a:gd name="connsiteX533" fmla="*/ 977624 w 2671650"/>
              <a:gd name="connsiteY533" fmla="*/ 533283 h 601039"/>
              <a:gd name="connsiteX534" fmla="*/ 970191 w 2671650"/>
              <a:gd name="connsiteY534" fmla="*/ 533283 h 601039"/>
              <a:gd name="connsiteX535" fmla="*/ 962757 w 2671650"/>
              <a:gd name="connsiteY535" fmla="*/ 533283 h 601039"/>
              <a:gd name="connsiteX536" fmla="*/ 872110 w 2671650"/>
              <a:gd name="connsiteY536" fmla="*/ 455955 h 601039"/>
              <a:gd name="connsiteX537" fmla="*/ 879544 w 2671650"/>
              <a:gd name="connsiteY537" fmla="*/ 455955 h 601039"/>
              <a:gd name="connsiteX538" fmla="*/ 886977 w 2671650"/>
              <a:gd name="connsiteY538" fmla="*/ 455955 h 601039"/>
              <a:gd name="connsiteX539" fmla="*/ 886977 w 2671650"/>
              <a:gd name="connsiteY539" fmla="*/ 533283 h 601039"/>
              <a:gd name="connsiteX540" fmla="*/ 879647 w 2671650"/>
              <a:gd name="connsiteY540" fmla="*/ 533283 h 601039"/>
              <a:gd name="connsiteX541" fmla="*/ 872110 w 2671650"/>
              <a:gd name="connsiteY541" fmla="*/ 533283 h 601039"/>
              <a:gd name="connsiteX542" fmla="*/ 803247 w 2671650"/>
              <a:gd name="connsiteY542" fmla="*/ 455955 h 601039"/>
              <a:gd name="connsiteX543" fmla="*/ 855591 w 2671650"/>
              <a:gd name="connsiteY543" fmla="*/ 455955 h 601039"/>
              <a:gd name="connsiteX544" fmla="*/ 855591 w 2671650"/>
              <a:gd name="connsiteY544" fmla="*/ 462769 h 601039"/>
              <a:gd name="connsiteX545" fmla="*/ 855591 w 2671650"/>
              <a:gd name="connsiteY545" fmla="*/ 469686 h 601039"/>
              <a:gd name="connsiteX546" fmla="*/ 818114 w 2671650"/>
              <a:gd name="connsiteY546" fmla="*/ 469686 h 601039"/>
              <a:gd name="connsiteX547" fmla="*/ 818114 w 2671650"/>
              <a:gd name="connsiteY547" fmla="*/ 486102 h 601039"/>
              <a:gd name="connsiteX548" fmla="*/ 852907 w 2671650"/>
              <a:gd name="connsiteY548" fmla="*/ 486102 h 601039"/>
              <a:gd name="connsiteX549" fmla="*/ 852907 w 2671650"/>
              <a:gd name="connsiteY549" fmla="*/ 492709 h 601039"/>
              <a:gd name="connsiteX550" fmla="*/ 852907 w 2671650"/>
              <a:gd name="connsiteY550" fmla="*/ 499420 h 601039"/>
              <a:gd name="connsiteX551" fmla="*/ 818114 w 2671650"/>
              <a:gd name="connsiteY551" fmla="*/ 499420 h 601039"/>
              <a:gd name="connsiteX552" fmla="*/ 818114 w 2671650"/>
              <a:gd name="connsiteY552" fmla="*/ 519552 h 601039"/>
              <a:gd name="connsiteX553" fmla="*/ 857243 w 2671650"/>
              <a:gd name="connsiteY553" fmla="*/ 519552 h 601039"/>
              <a:gd name="connsiteX554" fmla="*/ 857243 w 2671650"/>
              <a:gd name="connsiteY554" fmla="*/ 526470 h 601039"/>
              <a:gd name="connsiteX555" fmla="*/ 857243 w 2671650"/>
              <a:gd name="connsiteY555" fmla="*/ 533283 h 601039"/>
              <a:gd name="connsiteX556" fmla="*/ 803247 w 2671650"/>
              <a:gd name="connsiteY556" fmla="*/ 533283 h 601039"/>
              <a:gd name="connsiteX557" fmla="*/ 727279 w 2671650"/>
              <a:gd name="connsiteY557" fmla="*/ 455808 h 601039"/>
              <a:gd name="connsiteX558" fmla="*/ 762071 w 2671650"/>
              <a:gd name="connsiteY558" fmla="*/ 455808 h 601039"/>
              <a:gd name="connsiteX559" fmla="*/ 778177 w 2671650"/>
              <a:gd name="connsiteY559" fmla="*/ 460969 h 601039"/>
              <a:gd name="connsiteX560" fmla="*/ 784063 w 2671650"/>
              <a:gd name="connsiteY560" fmla="*/ 475423 h 601039"/>
              <a:gd name="connsiteX561" fmla="*/ 777454 w 2671650"/>
              <a:gd name="connsiteY561" fmla="*/ 489980 h 601039"/>
              <a:gd name="connsiteX562" fmla="*/ 775080 w 2671650"/>
              <a:gd name="connsiteY562" fmla="*/ 491529 h 601039"/>
              <a:gd name="connsiteX563" fmla="*/ 779623 w 2671650"/>
              <a:gd name="connsiteY563" fmla="*/ 494110 h 601039"/>
              <a:gd name="connsiteX564" fmla="*/ 786436 w 2671650"/>
              <a:gd name="connsiteY564" fmla="*/ 508977 h 601039"/>
              <a:gd name="connsiteX565" fmla="*/ 779623 w 2671650"/>
              <a:gd name="connsiteY565" fmla="*/ 526941 h 601039"/>
              <a:gd name="connsiteX566" fmla="*/ 759903 w 2671650"/>
              <a:gd name="connsiteY566" fmla="*/ 533136 h 601039"/>
              <a:gd name="connsiteX567" fmla="*/ 727589 w 2671650"/>
              <a:gd name="connsiteY567" fmla="*/ 533136 h 601039"/>
              <a:gd name="connsiteX568" fmla="*/ 930151 w 2671650"/>
              <a:gd name="connsiteY568" fmla="*/ 455808 h 601039"/>
              <a:gd name="connsiteX569" fmla="*/ 944915 w 2671650"/>
              <a:gd name="connsiteY569" fmla="*/ 455808 h 601039"/>
              <a:gd name="connsiteX570" fmla="*/ 944915 w 2671650"/>
              <a:gd name="connsiteY570" fmla="*/ 511455 h 601039"/>
              <a:gd name="connsiteX571" fmla="*/ 939133 w 2671650"/>
              <a:gd name="connsiteY571" fmla="*/ 529213 h 601039"/>
              <a:gd name="connsiteX572" fmla="*/ 921994 w 2671650"/>
              <a:gd name="connsiteY572" fmla="*/ 535305 h 601039"/>
              <a:gd name="connsiteX573" fmla="*/ 904340 w 2671650"/>
              <a:gd name="connsiteY573" fmla="*/ 528593 h 601039"/>
              <a:gd name="connsiteX574" fmla="*/ 899075 w 2671650"/>
              <a:gd name="connsiteY574" fmla="*/ 507945 h 601039"/>
              <a:gd name="connsiteX575" fmla="*/ 899075 w 2671650"/>
              <a:gd name="connsiteY575" fmla="*/ 503919 h 601039"/>
              <a:gd name="connsiteX576" fmla="*/ 913219 w 2671650"/>
              <a:gd name="connsiteY576" fmla="*/ 503919 h 601039"/>
              <a:gd name="connsiteX577" fmla="*/ 913219 w 2671650"/>
              <a:gd name="connsiteY577" fmla="*/ 508565 h 601039"/>
              <a:gd name="connsiteX578" fmla="*/ 915181 w 2671650"/>
              <a:gd name="connsiteY578" fmla="*/ 518889 h 601039"/>
              <a:gd name="connsiteX579" fmla="*/ 921891 w 2671650"/>
              <a:gd name="connsiteY579" fmla="*/ 522296 h 601039"/>
              <a:gd name="connsiteX580" fmla="*/ 928189 w 2671650"/>
              <a:gd name="connsiteY580" fmla="*/ 519818 h 601039"/>
              <a:gd name="connsiteX581" fmla="*/ 930151 w 2671650"/>
              <a:gd name="connsiteY581" fmla="*/ 511765 h 601039"/>
              <a:gd name="connsiteX582" fmla="*/ 1520182 w 2671650"/>
              <a:gd name="connsiteY582" fmla="*/ 455705 h 601039"/>
              <a:gd name="connsiteX583" fmla="*/ 1535049 w 2671650"/>
              <a:gd name="connsiteY583" fmla="*/ 455705 h 601039"/>
              <a:gd name="connsiteX584" fmla="*/ 1535049 w 2671650"/>
              <a:gd name="connsiteY584" fmla="*/ 504436 h 601039"/>
              <a:gd name="connsiteX585" fmla="*/ 1538559 w 2671650"/>
              <a:gd name="connsiteY585" fmla="*/ 516928 h 601039"/>
              <a:gd name="connsiteX586" fmla="*/ 1548883 w 2671650"/>
              <a:gd name="connsiteY586" fmla="*/ 521057 h 601039"/>
              <a:gd name="connsiteX587" fmla="*/ 1559207 w 2671650"/>
              <a:gd name="connsiteY587" fmla="*/ 517238 h 601039"/>
              <a:gd name="connsiteX588" fmla="*/ 1562408 w 2671650"/>
              <a:gd name="connsiteY588" fmla="*/ 504436 h 601039"/>
              <a:gd name="connsiteX589" fmla="*/ 1562408 w 2671650"/>
              <a:gd name="connsiteY589" fmla="*/ 455705 h 601039"/>
              <a:gd name="connsiteX590" fmla="*/ 1577688 w 2671650"/>
              <a:gd name="connsiteY590" fmla="*/ 455705 h 601039"/>
              <a:gd name="connsiteX591" fmla="*/ 1577688 w 2671650"/>
              <a:gd name="connsiteY591" fmla="*/ 503920 h 601039"/>
              <a:gd name="connsiteX592" fmla="*/ 1570977 w 2671650"/>
              <a:gd name="connsiteY592" fmla="*/ 527872 h 601039"/>
              <a:gd name="connsiteX593" fmla="*/ 1548986 w 2671650"/>
              <a:gd name="connsiteY593" fmla="*/ 535203 h 601039"/>
              <a:gd name="connsiteX594" fmla="*/ 1527306 w 2671650"/>
              <a:gd name="connsiteY594" fmla="*/ 527562 h 601039"/>
              <a:gd name="connsiteX595" fmla="*/ 1520182 w 2671650"/>
              <a:gd name="connsiteY595" fmla="*/ 503920 h 601039"/>
              <a:gd name="connsiteX596" fmla="*/ 2475842 w 2671650"/>
              <a:gd name="connsiteY596" fmla="*/ 454000 h 601039"/>
              <a:gd name="connsiteX597" fmla="*/ 2500004 w 2671650"/>
              <a:gd name="connsiteY597" fmla="*/ 462465 h 601039"/>
              <a:gd name="connsiteX598" fmla="*/ 2502637 w 2671650"/>
              <a:gd name="connsiteY598" fmla="*/ 465099 h 601039"/>
              <a:gd name="connsiteX599" fmla="*/ 2511929 w 2671650"/>
              <a:gd name="connsiteY599" fmla="*/ 495143 h 601039"/>
              <a:gd name="connsiteX600" fmla="*/ 2502637 w 2671650"/>
              <a:gd name="connsiteY600" fmla="*/ 524567 h 601039"/>
              <a:gd name="connsiteX601" fmla="*/ 2454789 w 2671650"/>
              <a:gd name="connsiteY601" fmla="*/ 526585 h 601039"/>
              <a:gd name="connsiteX602" fmla="*/ 2452770 w 2671650"/>
              <a:gd name="connsiteY602" fmla="*/ 524567 h 601039"/>
              <a:gd name="connsiteX603" fmla="*/ 2443478 w 2671650"/>
              <a:gd name="connsiteY603" fmla="*/ 495143 h 601039"/>
              <a:gd name="connsiteX604" fmla="*/ 2452770 w 2671650"/>
              <a:gd name="connsiteY604" fmla="*/ 465099 h 601039"/>
              <a:gd name="connsiteX605" fmla="*/ 2475842 w 2671650"/>
              <a:gd name="connsiteY605" fmla="*/ 454000 h 601039"/>
              <a:gd name="connsiteX606" fmla="*/ 2330250 w 2671650"/>
              <a:gd name="connsiteY606" fmla="*/ 453993 h 601039"/>
              <a:gd name="connsiteX607" fmla="*/ 2354477 w 2671650"/>
              <a:gd name="connsiteY607" fmla="*/ 462512 h 601039"/>
              <a:gd name="connsiteX608" fmla="*/ 2357064 w 2671650"/>
              <a:gd name="connsiteY608" fmla="*/ 465099 h 601039"/>
              <a:gd name="connsiteX609" fmla="*/ 2366253 w 2671650"/>
              <a:gd name="connsiteY609" fmla="*/ 495143 h 601039"/>
              <a:gd name="connsiteX610" fmla="*/ 2357064 w 2671650"/>
              <a:gd name="connsiteY610" fmla="*/ 524569 h 601039"/>
              <a:gd name="connsiteX611" fmla="*/ 2309070 w 2671650"/>
              <a:gd name="connsiteY611" fmla="*/ 526541 h 601039"/>
              <a:gd name="connsiteX612" fmla="*/ 2307096 w 2671650"/>
              <a:gd name="connsiteY612" fmla="*/ 524569 h 601039"/>
              <a:gd name="connsiteX613" fmla="*/ 2307095 w 2671650"/>
              <a:gd name="connsiteY613" fmla="*/ 524569 h 601039"/>
              <a:gd name="connsiteX614" fmla="*/ 2297907 w 2671650"/>
              <a:gd name="connsiteY614" fmla="*/ 495143 h 601039"/>
              <a:gd name="connsiteX615" fmla="*/ 2307095 w 2671650"/>
              <a:gd name="connsiteY615" fmla="*/ 465099 h 601039"/>
              <a:gd name="connsiteX616" fmla="*/ 2330250 w 2671650"/>
              <a:gd name="connsiteY616" fmla="*/ 453993 h 601039"/>
              <a:gd name="connsiteX617" fmla="*/ 1791840 w 2671650"/>
              <a:gd name="connsiteY617" fmla="*/ 453993 h 601039"/>
              <a:gd name="connsiteX618" fmla="*/ 1816067 w 2671650"/>
              <a:gd name="connsiteY618" fmla="*/ 462512 h 601039"/>
              <a:gd name="connsiteX619" fmla="*/ 1818654 w 2671650"/>
              <a:gd name="connsiteY619" fmla="*/ 465099 h 601039"/>
              <a:gd name="connsiteX620" fmla="*/ 1827843 w 2671650"/>
              <a:gd name="connsiteY620" fmla="*/ 495143 h 601039"/>
              <a:gd name="connsiteX621" fmla="*/ 1818654 w 2671650"/>
              <a:gd name="connsiteY621" fmla="*/ 524569 h 601039"/>
              <a:gd name="connsiteX622" fmla="*/ 1770660 w 2671650"/>
              <a:gd name="connsiteY622" fmla="*/ 526541 h 601039"/>
              <a:gd name="connsiteX623" fmla="*/ 1768686 w 2671650"/>
              <a:gd name="connsiteY623" fmla="*/ 524569 h 601039"/>
              <a:gd name="connsiteX624" fmla="*/ 1768685 w 2671650"/>
              <a:gd name="connsiteY624" fmla="*/ 524569 h 601039"/>
              <a:gd name="connsiteX625" fmla="*/ 1759497 w 2671650"/>
              <a:gd name="connsiteY625" fmla="*/ 495143 h 601039"/>
              <a:gd name="connsiteX626" fmla="*/ 1768685 w 2671650"/>
              <a:gd name="connsiteY626" fmla="*/ 465099 h 601039"/>
              <a:gd name="connsiteX627" fmla="*/ 1791840 w 2671650"/>
              <a:gd name="connsiteY627" fmla="*/ 453993 h 601039"/>
              <a:gd name="connsiteX628" fmla="*/ 2559420 w 2671650"/>
              <a:gd name="connsiteY628" fmla="*/ 453948 h 601039"/>
              <a:gd name="connsiteX629" fmla="*/ 2580791 w 2671650"/>
              <a:gd name="connsiteY629" fmla="*/ 460969 h 601039"/>
              <a:gd name="connsiteX630" fmla="*/ 2590600 w 2671650"/>
              <a:gd name="connsiteY630" fmla="*/ 479965 h 601039"/>
              <a:gd name="connsiteX631" fmla="*/ 2576043 w 2671650"/>
              <a:gd name="connsiteY631" fmla="*/ 479965 h 601039"/>
              <a:gd name="connsiteX632" fmla="*/ 2570777 w 2671650"/>
              <a:gd name="connsiteY632" fmla="*/ 471190 h 601039"/>
              <a:gd name="connsiteX633" fmla="*/ 2560453 w 2671650"/>
              <a:gd name="connsiteY633" fmla="*/ 467370 h 601039"/>
              <a:gd name="connsiteX634" fmla="*/ 2545276 w 2671650"/>
              <a:gd name="connsiteY634" fmla="*/ 474597 h 601039"/>
              <a:gd name="connsiteX635" fmla="*/ 2545276 w 2671650"/>
              <a:gd name="connsiteY635" fmla="*/ 514860 h 601039"/>
              <a:gd name="connsiteX636" fmla="*/ 2560660 w 2671650"/>
              <a:gd name="connsiteY636" fmla="*/ 521778 h 601039"/>
              <a:gd name="connsiteX637" fmla="*/ 2574081 w 2671650"/>
              <a:gd name="connsiteY637" fmla="*/ 514552 h 601039"/>
              <a:gd name="connsiteX638" fmla="*/ 2578004 w 2671650"/>
              <a:gd name="connsiteY638" fmla="*/ 505053 h 601039"/>
              <a:gd name="connsiteX639" fmla="*/ 2561279 w 2671650"/>
              <a:gd name="connsiteY639" fmla="*/ 505053 h 601039"/>
              <a:gd name="connsiteX640" fmla="*/ 2561279 w 2671650"/>
              <a:gd name="connsiteY640" fmla="*/ 491735 h 601039"/>
              <a:gd name="connsiteX641" fmla="*/ 2591116 w 2671650"/>
              <a:gd name="connsiteY641" fmla="*/ 491735 h 601039"/>
              <a:gd name="connsiteX642" fmla="*/ 2591116 w 2671650"/>
              <a:gd name="connsiteY642" fmla="*/ 533032 h 601039"/>
              <a:gd name="connsiteX643" fmla="*/ 2580791 w 2671650"/>
              <a:gd name="connsiteY643" fmla="*/ 533032 h 601039"/>
              <a:gd name="connsiteX644" fmla="*/ 2579347 w 2671650"/>
              <a:gd name="connsiteY644" fmla="*/ 522708 h 601039"/>
              <a:gd name="connsiteX645" fmla="*/ 2579140 w 2671650"/>
              <a:gd name="connsiteY645" fmla="*/ 524566 h 601039"/>
              <a:gd name="connsiteX646" fmla="*/ 2558491 w 2671650"/>
              <a:gd name="connsiteY646" fmla="*/ 535510 h 601039"/>
              <a:gd name="connsiteX647" fmla="*/ 2558491 w 2671650"/>
              <a:gd name="connsiteY647" fmla="*/ 534890 h 601039"/>
              <a:gd name="connsiteX648" fmla="*/ 2533713 w 2671650"/>
              <a:gd name="connsiteY648" fmla="*/ 524566 h 601039"/>
              <a:gd name="connsiteX649" fmla="*/ 2533713 w 2671650"/>
              <a:gd name="connsiteY649" fmla="*/ 465098 h 601039"/>
              <a:gd name="connsiteX650" fmla="*/ 2559420 w 2671650"/>
              <a:gd name="connsiteY650" fmla="*/ 453948 h 601039"/>
              <a:gd name="connsiteX651" fmla="*/ 2104844 w 2671650"/>
              <a:gd name="connsiteY651" fmla="*/ 453742 h 601039"/>
              <a:gd name="connsiteX652" fmla="*/ 2125492 w 2671650"/>
              <a:gd name="connsiteY652" fmla="*/ 461176 h 601039"/>
              <a:gd name="connsiteX653" fmla="*/ 2135817 w 2671650"/>
              <a:gd name="connsiteY653" fmla="*/ 481307 h 601039"/>
              <a:gd name="connsiteX654" fmla="*/ 2120950 w 2671650"/>
              <a:gd name="connsiteY654" fmla="*/ 481307 h 601039"/>
              <a:gd name="connsiteX655" fmla="*/ 2115994 w 2671650"/>
              <a:gd name="connsiteY655" fmla="*/ 470983 h 601039"/>
              <a:gd name="connsiteX656" fmla="*/ 2105670 w 2671650"/>
              <a:gd name="connsiteY656" fmla="*/ 467266 h 601039"/>
              <a:gd name="connsiteX657" fmla="*/ 2092662 w 2671650"/>
              <a:gd name="connsiteY657" fmla="*/ 474494 h 601039"/>
              <a:gd name="connsiteX658" fmla="*/ 2088015 w 2671650"/>
              <a:gd name="connsiteY658" fmla="*/ 494419 h 601039"/>
              <a:gd name="connsiteX659" fmla="*/ 2092662 w 2671650"/>
              <a:gd name="connsiteY659" fmla="*/ 513829 h 601039"/>
              <a:gd name="connsiteX660" fmla="*/ 2114734 w 2671650"/>
              <a:gd name="connsiteY660" fmla="*/ 518111 h 601039"/>
              <a:gd name="connsiteX661" fmla="*/ 2116510 w 2671650"/>
              <a:gd name="connsiteY661" fmla="*/ 516719 h 601039"/>
              <a:gd name="connsiteX662" fmla="*/ 2121466 w 2671650"/>
              <a:gd name="connsiteY662" fmla="*/ 505672 h 601039"/>
              <a:gd name="connsiteX663" fmla="*/ 2135198 w 2671650"/>
              <a:gd name="connsiteY663" fmla="*/ 506085 h 601039"/>
              <a:gd name="connsiteX664" fmla="*/ 2125492 w 2671650"/>
              <a:gd name="connsiteY664" fmla="*/ 527354 h 601039"/>
              <a:gd name="connsiteX665" fmla="*/ 2104844 w 2671650"/>
              <a:gd name="connsiteY665" fmla="*/ 535303 h 601039"/>
              <a:gd name="connsiteX666" fmla="*/ 2080994 w 2671650"/>
              <a:gd name="connsiteY666" fmla="*/ 524360 h 601039"/>
              <a:gd name="connsiteX667" fmla="*/ 2072116 w 2671650"/>
              <a:gd name="connsiteY667" fmla="*/ 494935 h 601039"/>
              <a:gd name="connsiteX668" fmla="*/ 2080994 w 2671650"/>
              <a:gd name="connsiteY668" fmla="*/ 464892 h 601039"/>
              <a:gd name="connsiteX669" fmla="*/ 2104844 w 2671650"/>
              <a:gd name="connsiteY669" fmla="*/ 453742 h 601039"/>
              <a:gd name="connsiteX670" fmla="*/ 1316173 w 2671650"/>
              <a:gd name="connsiteY670" fmla="*/ 453741 h 601039"/>
              <a:gd name="connsiteX671" fmla="*/ 1335686 w 2671650"/>
              <a:gd name="connsiteY671" fmla="*/ 460556 h 601039"/>
              <a:gd name="connsiteX672" fmla="*/ 1343946 w 2671650"/>
              <a:gd name="connsiteY672" fmla="*/ 479036 h 601039"/>
              <a:gd name="connsiteX673" fmla="*/ 1328872 w 2671650"/>
              <a:gd name="connsiteY673" fmla="*/ 479036 h 601039"/>
              <a:gd name="connsiteX674" fmla="*/ 1324432 w 2671650"/>
              <a:gd name="connsiteY674" fmla="*/ 470260 h 601039"/>
              <a:gd name="connsiteX675" fmla="*/ 1314108 w 2671650"/>
              <a:gd name="connsiteY675" fmla="*/ 467060 h 601039"/>
              <a:gd name="connsiteX676" fmla="*/ 1305332 w 2671650"/>
              <a:gd name="connsiteY676" fmla="*/ 469744 h 601039"/>
              <a:gd name="connsiteX677" fmla="*/ 1302132 w 2671650"/>
              <a:gd name="connsiteY677" fmla="*/ 477280 h 601039"/>
              <a:gd name="connsiteX678" fmla="*/ 1305435 w 2671650"/>
              <a:gd name="connsiteY678" fmla="*/ 482649 h 601039"/>
              <a:gd name="connsiteX679" fmla="*/ 1319476 w 2671650"/>
              <a:gd name="connsiteY679" fmla="*/ 487089 h 601039"/>
              <a:gd name="connsiteX680" fmla="*/ 1340125 w 2671650"/>
              <a:gd name="connsiteY680" fmla="*/ 495864 h 601039"/>
              <a:gd name="connsiteX681" fmla="*/ 1345288 w 2671650"/>
              <a:gd name="connsiteY681" fmla="*/ 511557 h 601039"/>
              <a:gd name="connsiteX682" fmla="*/ 1337440 w 2671650"/>
              <a:gd name="connsiteY682" fmla="*/ 528902 h 601039"/>
              <a:gd name="connsiteX683" fmla="*/ 1316070 w 2671650"/>
              <a:gd name="connsiteY683" fmla="*/ 535303 h 601039"/>
              <a:gd name="connsiteX684" fmla="*/ 1295421 w 2671650"/>
              <a:gd name="connsiteY684" fmla="*/ 528489 h 601039"/>
              <a:gd name="connsiteX685" fmla="*/ 1287265 w 2671650"/>
              <a:gd name="connsiteY685" fmla="*/ 509182 h 601039"/>
              <a:gd name="connsiteX686" fmla="*/ 1301616 w 2671650"/>
              <a:gd name="connsiteY686" fmla="*/ 509183 h 601039"/>
              <a:gd name="connsiteX687" fmla="*/ 1305745 w 2671650"/>
              <a:gd name="connsiteY687" fmla="*/ 518681 h 601039"/>
              <a:gd name="connsiteX688" fmla="*/ 1316070 w 2671650"/>
              <a:gd name="connsiteY688" fmla="*/ 521985 h 601039"/>
              <a:gd name="connsiteX689" fmla="*/ 1327220 w 2671650"/>
              <a:gd name="connsiteY689" fmla="*/ 519507 h 601039"/>
              <a:gd name="connsiteX690" fmla="*/ 1331247 w 2671650"/>
              <a:gd name="connsiteY690" fmla="*/ 512590 h 601039"/>
              <a:gd name="connsiteX691" fmla="*/ 1328356 w 2671650"/>
              <a:gd name="connsiteY691" fmla="*/ 506085 h 601039"/>
              <a:gd name="connsiteX692" fmla="*/ 1316276 w 2671650"/>
              <a:gd name="connsiteY692" fmla="*/ 501853 h 601039"/>
              <a:gd name="connsiteX693" fmla="*/ 1293666 w 2671650"/>
              <a:gd name="connsiteY693" fmla="*/ 492973 h 601039"/>
              <a:gd name="connsiteX694" fmla="*/ 1287988 w 2671650"/>
              <a:gd name="connsiteY694" fmla="*/ 478210 h 601039"/>
              <a:gd name="connsiteX695" fmla="*/ 1295524 w 2671650"/>
              <a:gd name="connsiteY695" fmla="*/ 460349 h 601039"/>
              <a:gd name="connsiteX696" fmla="*/ 1316173 w 2671650"/>
              <a:gd name="connsiteY696" fmla="*/ 453741 h 601039"/>
              <a:gd name="connsiteX697" fmla="*/ 1099249 w 2671650"/>
              <a:gd name="connsiteY697" fmla="*/ 453458 h 601039"/>
              <a:gd name="connsiteX698" fmla="*/ 1123523 w 2671650"/>
              <a:gd name="connsiteY698" fmla="*/ 460350 h 601039"/>
              <a:gd name="connsiteX699" fmla="*/ 1133332 w 2671650"/>
              <a:gd name="connsiteY699" fmla="*/ 479346 h 601039"/>
              <a:gd name="connsiteX700" fmla="*/ 1118465 w 2671650"/>
              <a:gd name="connsiteY700" fmla="*/ 479346 h 601039"/>
              <a:gd name="connsiteX701" fmla="*/ 1113302 w 2671650"/>
              <a:gd name="connsiteY701" fmla="*/ 470571 h 601039"/>
              <a:gd name="connsiteX702" fmla="*/ 1102978 w 2671650"/>
              <a:gd name="connsiteY702" fmla="*/ 466750 h 601039"/>
              <a:gd name="connsiteX703" fmla="*/ 1087802 w 2671650"/>
              <a:gd name="connsiteY703" fmla="*/ 473978 h 601039"/>
              <a:gd name="connsiteX704" fmla="*/ 1082329 w 2671650"/>
              <a:gd name="connsiteY704" fmla="*/ 494626 h 601039"/>
              <a:gd name="connsiteX705" fmla="*/ 1087595 w 2671650"/>
              <a:gd name="connsiteY705" fmla="*/ 514655 h 601039"/>
              <a:gd name="connsiteX706" fmla="*/ 1102978 w 2671650"/>
              <a:gd name="connsiteY706" fmla="*/ 521572 h 601039"/>
              <a:gd name="connsiteX707" fmla="*/ 1116400 w 2671650"/>
              <a:gd name="connsiteY707" fmla="*/ 514346 h 601039"/>
              <a:gd name="connsiteX708" fmla="*/ 1120323 w 2671650"/>
              <a:gd name="connsiteY708" fmla="*/ 504848 h 601039"/>
              <a:gd name="connsiteX709" fmla="*/ 1103598 w 2671650"/>
              <a:gd name="connsiteY709" fmla="*/ 504848 h 601039"/>
              <a:gd name="connsiteX710" fmla="*/ 1103598 w 2671650"/>
              <a:gd name="connsiteY710" fmla="*/ 491529 h 601039"/>
              <a:gd name="connsiteX711" fmla="*/ 1133745 w 2671650"/>
              <a:gd name="connsiteY711" fmla="*/ 491529 h 601039"/>
              <a:gd name="connsiteX712" fmla="*/ 1133745 w 2671650"/>
              <a:gd name="connsiteY712" fmla="*/ 532826 h 601039"/>
              <a:gd name="connsiteX713" fmla="*/ 1123420 w 2671650"/>
              <a:gd name="connsiteY713" fmla="*/ 532826 h 601039"/>
              <a:gd name="connsiteX714" fmla="*/ 1121974 w 2671650"/>
              <a:gd name="connsiteY714" fmla="*/ 522501 h 601039"/>
              <a:gd name="connsiteX715" fmla="*/ 1121150 w 2671650"/>
              <a:gd name="connsiteY715" fmla="*/ 523740 h 601039"/>
              <a:gd name="connsiteX716" fmla="*/ 1100618 w 2671650"/>
              <a:gd name="connsiteY716" fmla="*/ 534622 h 601039"/>
              <a:gd name="connsiteX717" fmla="*/ 1076548 w 2671650"/>
              <a:gd name="connsiteY717" fmla="*/ 523947 h 601039"/>
              <a:gd name="connsiteX718" fmla="*/ 1076548 w 2671650"/>
              <a:gd name="connsiteY718" fmla="*/ 464479 h 601039"/>
              <a:gd name="connsiteX719" fmla="*/ 1099249 w 2671650"/>
              <a:gd name="connsiteY719" fmla="*/ 453458 h 601039"/>
              <a:gd name="connsiteX720" fmla="*/ 486346 w 2671650"/>
              <a:gd name="connsiteY720" fmla="*/ 453356 h 601039"/>
              <a:gd name="connsiteX721" fmla="*/ 484480 w 2671650"/>
              <a:gd name="connsiteY721" fmla="*/ 455458 h 601039"/>
              <a:gd name="connsiteX722" fmla="*/ 482585 w 2671650"/>
              <a:gd name="connsiteY722" fmla="*/ 457531 h 601039"/>
              <a:gd name="connsiteX723" fmla="*/ 490729 w 2671650"/>
              <a:gd name="connsiteY723" fmla="*/ 464875 h 601039"/>
              <a:gd name="connsiteX724" fmla="*/ 483710 w 2671650"/>
              <a:gd name="connsiteY724" fmla="*/ 472693 h 601039"/>
              <a:gd name="connsiteX725" fmla="*/ 475567 w 2671650"/>
              <a:gd name="connsiteY725" fmla="*/ 465349 h 601039"/>
              <a:gd name="connsiteX726" fmla="*/ 473671 w 2671650"/>
              <a:gd name="connsiteY726" fmla="*/ 467452 h 601039"/>
              <a:gd name="connsiteX727" fmla="*/ 471806 w 2671650"/>
              <a:gd name="connsiteY727" fmla="*/ 469525 h 601039"/>
              <a:gd name="connsiteX728" fmla="*/ 493483 w 2671650"/>
              <a:gd name="connsiteY728" fmla="*/ 489159 h 601039"/>
              <a:gd name="connsiteX729" fmla="*/ 495348 w 2671650"/>
              <a:gd name="connsiteY729" fmla="*/ 487056 h 601039"/>
              <a:gd name="connsiteX730" fmla="*/ 497244 w 2671650"/>
              <a:gd name="connsiteY730" fmla="*/ 484983 h 601039"/>
              <a:gd name="connsiteX731" fmla="*/ 487382 w 2671650"/>
              <a:gd name="connsiteY731" fmla="*/ 476099 h 601039"/>
              <a:gd name="connsiteX732" fmla="*/ 494430 w 2671650"/>
              <a:gd name="connsiteY732" fmla="*/ 468281 h 601039"/>
              <a:gd name="connsiteX733" fmla="*/ 504262 w 2671650"/>
              <a:gd name="connsiteY733" fmla="*/ 477165 h 601039"/>
              <a:gd name="connsiteX734" fmla="*/ 506157 w 2671650"/>
              <a:gd name="connsiteY734" fmla="*/ 475063 h 601039"/>
              <a:gd name="connsiteX735" fmla="*/ 508082 w 2671650"/>
              <a:gd name="connsiteY735" fmla="*/ 472930 h 601039"/>
              <a:gd name="connsiteX736" fmla="*/ 300164 w 2671650"/>
              <a:gd name="connsiteY736" fmla="*/ 438727 h 601039"/>
              <a:gd name="connsiteX737" fmla="*/ 302326 w 2671650"/>
              <a:gd name="connsiteY737" fmla="*/ 441452 h 601039"/>
              <a:gd name="connsiteX738" fmla="*/ 304695 w 2671650"/>
              <a:gd name="connsiteY738" fmla="*/ 443732 h 601039"/>
              <a:gd name="connsiteX739" fmla="*/ 304044 w 2671650"/>
              <a:gd name="connsiteY739" fmla="*/ 444443 h 601039"/>
              <a:gd name="connsiteX740" fmla="*/ 304044 w 2671650"/>
              <a:gd name="connsiteY740" fmla="*/ 462685 h 601039"/>
              <a:gd name="connsiteX741" fmla="*/ 313224 w 2671650"/>
              <a:gd name="connsiteY741" fmla="*/ 464284 h 601039"/>
              <a:gd name="connsiteX742" fmla="*/ 320361 w 2671650"/>
              <a:gd name="connsiteY742" fmla="*/ 468637 h 601039"/>
              <a:gd name="connsiteX743" fmla="*/ 327290 w 2671650"/>
              <a:gd name="connsiteY743" fmla="*/ 470562 h 601039"/>
              <a:gd name="connsiteX744" fmla="*/ 330815 w 2671650"/>
              <a:gd name="connsiteY744" fmla="*/ 473997 h 601039"/>
              <a:gd name="connsiteX745" fmla="*/ 334753 w 2671650"/>
              <a:gd name="connsiteY745" fmla="*/ 474353 h 601039"/>
              <a:gd name="connsiteX746" fmla="*/ 340261 w 2671650"/>
              <a:gd name="connsiteY746" fmla="*/ 478469 h 601039"/>
              <a:gd name="connsiteX747" fmla="*/ 344526 w 2671650"/>
              <a:gd name="connsiteY747" fmla="*/ 481104 h 601039"/>
              <a:gd name="connsiteX748" fmla="*/ 346658 w 2671650"/>
              <a:gd name="connsiteY748" fmla="*/ 483770 h 601039"/>
              <a:gd name="connsiteX749" fmla="*/ 350626 w 2671650"/>
              <a:gd name="connsiteY749" fmla="*/ 485369 h 601039"/>
              <a:gd name="connsiteX750" fmla="*/ 355127 w 2671650"/>
              <a:gd name="connsiteY750" fmla="*/ 485902 h 601039"/>
              <a:gd name="connsiteX751" fmla="*/ 361050 w 2671650"/>
              <a:gd name="connsiteY751" fmla="*/ 488271 h 601039"/>
              <a:gd name="connsiteX752" fmla="*/ 369608 w 2671650"/>
              <a:gd name="connsiteY752" fmla="*/ 493039 h 601039"/>
              <a:gd name="connsiteX753" fmla="*/ 386222 w 2671650"/>
              <a:gd name="connsiteY753" fmla="*/ 495852 h 601039"/>
              <a:gd name="connsiteX754" fmla="*/ 216387 w 2671650"/>
              <a:gd name="connsiteY754" fmla="*/ 496030 h 601039"/>
              <a:gd name="connsiteX755" fmla="*/ 236673 w 2671650"/>
              <a:gd name="connsiteY755" fmla="*/ 493661 h 601039"/>
              <a:gd name="connsiteX756" fmla="*/ 245557 w 2671650"/>
              <a:gd name="connsiteY756" fmla="*/ 488893 h 601039"/>
              <a:gd name="connsiteX757" fmla="*/ 250325 w 2671650"/>
              <a:gd name="connsiteY757" fmla="*/ 484392 h 601039"/>
              <a:gd name="connsiteX758" fmla="*/ 255092 w 2671650"/>
              <a:gd name="connsiteY758" fmla="*/ 481993 h 601039"/>
              <a:gd name="connsiteX759" fmla="*/ 259357 w 2671650"/>
              <a:gd name="connsiteY759" fmla="*/ 479594 h 601039"/>
              <a:gd name="connsiteX760" fmla="*/ 263058 w 2671650"/>
              <a:gd name="connsiteY760" fmla="*/ 474826 h 601039"/>
              <a:gd name="connsiteX761" fmla="*/ 268626 w 2671650"/>
              <a:gd name="connsiteY761" fmla="*/ 472694 h 601039"/>
              <a:gd name="connsiteX762" fmla="*/ 273927 w 2671650"/>
              <a:gd name="connsiteY762" fmla="*/ 468992 h 601039"/>
              <a:gd name="connsiteX763" fmla="*/ 280827 w 2671650"/>
              <a:gd name="connsiteY763" fmla="*/ 467127 h 601039"/>
              <a:gd name="connsiteX764" fmla="*/ 286927 w 2671650"/>
              <a:gd name="connsiteY764" fmla="*/ 463425 h 601039"/>
              <a:gd name="connsiteX765" fmla="*/ 296611 w 2671650"/>
              <a:gd name="connsiteY765" fmla="*/ 462951 h 601039"/>
              <a:gd name="connsiteX766" fmla="*/ 296611 w 2671650"/>
              <a:gd name="connsiteY766" fmla="*/ 444828 h 601039"/>
              <a:gd name="connsiteX767" fmla="*/ 295722 w 2671650"/>
              <a:gd name="connsiteY767" fmla="*/ 443999 h 601039"/>
              <a:gd name="connsiteX768" fmla="*/ 298062 w 2671650"/>
              <a:gd name="connsiteY768" fmla="*/ 441452 h 601039"/>
              <a:gd name="connsiteX769" fmla="*/ 300164 w 2671650"/>
              <a:gd name="connsiteY769" fmla="*/ 438727 h 601039"/>
              <a:gd name="connsiteX770" fmla="*/ 504233 w 2671650"/>
              <a:gd name="connsiteY770" fmla="*/ 428895 h 601039"/>
              <a:gd name="connsiteX771" fmla="*/ 502722 w 2671650"/>
              <a:gd name="connsiteY771" fmla="*/ 431057 h 601039"/>
              <a:gd name="connsiteX772" fmla="*/ 501212 w 2671650"/>
              <a:gd name="connsiteY772" fmla="*/ 433218 h 601039"/>
              <a:gd name="connsiteX773" fmla="*/ 518032 w 2671650"/>
              <a:gd name="connsiteY773" fmla="*/ 445064 h 601039"/>
              <a:gd name="connsiteX774" fmla="*/ 495023 w 2671650"/>
              <a:gd name="connsiteY774" fmla="*/ 442103 h 601039"/>
              <a:gd name="connsiteX775" fmla="*/ 493335 w 2671650"/>
              <a:gd name="connsiteY775" fmla="*/ 444531 h 601039"/>
              <a:gd name="connsiteX776" fmla="*/ 491647 w 2671650"/>
              <a:gd name="connsiteY776" fmla="*/ 446930 h 601039"/>
              <a:gd name="connsiteX777" fmla="*/ 515604 w 2671650"/>
              <a:gd name="connsiteY777" fmla="*/ 463721 h 601039"/>
              <a:gd name="connsiteX778" fmla="*/ 517114 w 2671650"/>
              <a:gd name="connsiteY778" fmla="*/ 461559 h 601039"/>
              <a:gd name="connsiteX779" fmla="*/ 518595 w 2671650"/>
              <a:gd name="connsiteY779" fmla="*/ 459397 h 601039"/>
              <a:gd name="connsiteX780" fmla="*/ 501330 w 2671650"/>
              <a:gd name="connsiteY780" fmla="*/ 447315 h 601039"/>
              <a:gd name="connsiteX781" fmla="*/ 525021 w 2671650"/>
              <a:gd name="connsiteY781" fmla="*/ 450276 h 601039"/>
              <a:gd name="connsiteX782" fmla="*/ 526650 w 2671650"/>
              <a:gd name="connsiteY782" fmla="*/ 447966 h 601039"/>
              <a:gd name="connsiteX783" fmla="*/ 528190 w 2671650"/>
              <a:gd name="connsiteY783" fmla="*/ 445686 h 601039"/>
              <a:gd name="connsiteX784" fmla="*/ 91033 w 2671650"/>
              <a:gd name="connsiteY784" fmla="*/ 426318 h 601039"/>
              <a:gd name="connsiteX785" fmla="*/ 72081 w 2671650"/>
              <a:gd name="connsiteY785" fmla="*/ 438460 h 601039"/>
              <a:gd name="connsiteX786" fmla="*/ 73709 w 2671650"/>
              <a:gd name="connsiteY786" fmla="*/ 448499 h 601039"/>
              <a:gd name="connsiteX787" fmla="*/ 81350 w 2671650"/>
              <a:gd name="connsiteY787" fmla="*/ 452704 h 601039"/>
              <a:gd name="connsiteX788" fmla="*/ 81912 w 2671650"/>
              <a:gd name="connsiteY788" fmla="*/ 452704 h 601039"/>
              <a:gd name="connsiteX789" fmla="*/ 78951 w 2671650"/>
              <a:gd name="connsiteY789" fmla="*/ 455221 h 601039"/>
              <a:gd name="connsiteX790" fmla="*/ 80994 w 2671650"/>
              <a:gd name="connsiteY790" fmla="*/ 458390 h 601039"/>
              <a:gd name="connsiteX791" fmla="*/ 94232 w 2671650"/>
              <a:gd name="connsiteY791" fmla="*/ 449802 h 601039"/>
              <a:gd name="connsiteX792" fmla="*/ 88102 w 2671650"/>
              <a:gd name="connsiteY792" fmla="*/ 440326 h 601039"/>
              <a:gd name="connsiteX793" fmla="*/ 83867 w 2671650"/>
              <a:gd name="connsiteY793" fmla="*/ 443080 h 601039"/>
              <a:gd name="connsiteX794" fmla="*/ 87154 w 2671650"/>
              <a:gd name="connsiteY794" fmla="*/ 448499 h 601039"/>
              <a:gd name="connsiteX795" fmla="*/ 83334 w 2671650"/>
              <a:gd name="connsiteY795" fmla="*/ 449239 h 601039"/>
              <a:gd name="connsiteX796" fmla="*/ 78299 w 2671650"/>
              <a:gd name="connsiteY796" fmla="*/ 446456 h 601039"/>
              <a:gd name="connsiteX797" fmla="*/ 77322 w 2671650"/>
              <a:gd name="connsiteY797" fmla="*/ 440148 h 601039"/>
              <a:gd name="connsiteX798" fmla="*/ 82593 w 2671650"/>
              <a:gd name="connsiteY798" fmla="*/ 434373 h 601039"/>
              <a:gd name="connsiteX799" fmla="*/ 90115 w 2671650"/>
              <a:gd name="connsiteY799" fmla="*/ 431945 h 601039"/>
              <a:gd name="connsiteX800" fmla="*/ 95564 w 2671650"/>
              <a:gd name="connsiteY800" fmla="*/ 435262 h 601039"/>
              <a:gd name="connsiteX801" fmla="*/ 96453 w 2671650"/>
              <a:gd name="connsiteY801" fmla="*/ 439289 h 601039"/>
              <a:gd name="connsiteX802" fmla="*/ 94735 w 2671650"/>
              <a:gd name="connsiteY802" fmla="*/ 442784 h 601039"/>
              <a:gd name="connsiteX803" fmla="*/ 98052 w 2671650"/>
              <a:gd name="connsiteY803" fmla="*/ 447492 h 601039"/>
              <a:gd name="connsiteX804" fmla="*/ 102079 w 2671650"/>
              <a:gd name="connsiteY804" fmla="*/ 440474 h 601039"/>
              <a:gd name="connsiteX805" fmla="*/ 99917 w 2671650"/>
              <a:gd name="connsiteY805" fmla="*/ 432241 h 601039"/>
              <a:gd name="connsiteX806" fmla="*/ 91033 w 2671650"/>
              <a:gd name="connsiteY806" fmla="*/ 426318 h 601039"/>
              <a:gd name="connsiteX807" fmla="*/ 522977 w 2671650"/>
              <a:gd name="connsiteY807" fmla="*/ 409291 h 601039"/>
              <a:gd name="connsiteX808" fmla="*/ 530588 w 2671650"/>
              <a:gd name="connsiteY808" fmla="*/ 411156 h 601039"/>
              <a:gd name="connsiteX809" fmla="*/ 536481 w 2671650"/>
              <a:gd name="connsiteY809" fmla="*/ 416250 h 601039"/>
              <a:gd name="connsiteX810" fmla="*/ 537005 w 2671650"/>
              <a:gd name="connsiteY810" fmla="*/ 417962 h 601039"/>
              <a:gd name="connsiteX811" fmla="*/ 531446 w 2671650"/>
              <a:gd name="connsiteY811" fmla="*/ 425726 h 601039"/>
              <a:gd name="connsiteX812" fmla="*/ 523954 w 2671650"/>
              <a:gd name="connsiteY812" fmla="*/ 423949 h 601039"/>
              <a:gd name="connsiteX813" fmla="*/ 518031 w 2671650"/>
              <a:gd name="connsiteY813" fmla="*/ 418678 h 601039"/>
              <a:gd name="connsiteX814" fmla="*/ 518031 w 2671650"/>
              <a:gd name="connsiteY814" fmla="*/ 412755 h 601039"/>
              <a:gd name="connsiteX815" fmla="*/ 522977 w 2671650"/>
              <a:gd name="connsiteY815" fmla="*/ 409291 h 601039"/>
              <a:gd name="connsiteX816" fmla="*/ 521675 w 2671650"/>
              <a:gd name="connsiteY816" fmla="*/ 404019 h 601039"/>
              <a:gd name="connsiteX817" fmla="*/ 520390 w 2671650"/>
              <a:gd name="connsiteY817" fmla="*/ 404410 h 601039"/>
              <a:gd name="connsiteX818" fmla="*/ 512791 w 2671650"/>
              <a:gd name="connsiteY818" fmla="*/ 420692 h 601039"/>
              <a:gd name="connsiteX819" fmla="*/ 521171 w 2671650"/>
              <a:gd name="connsiteY819" fmla="*/ 429102 h 601039"/>
              <a:gd name="connsiteX820" fmla="*/ 532662 w 2671650"/>
              <a:gd name="connsiteY820" fmla="*/ 431234 h 601039"/>
              <a:gd name="connsiteX821" fmla="*/ 540717 w 2671650"/>
              <a:gd name="connsiteY821" fmla="*/ 424867 h 601039"/>
              <a:gd name="connsiteX822" fmla="*/ 540657 w 2671650"/>
              <a:gd name="connsiteY822" fmla="*/ 424808 h 601039"/>
              <a:gd name="connsiteX823" fmla="*/ 541546 w 2671650"/>
              <a:gd name="connsiteY823" fmla="*/ 414592 h 601039"/>
              <a:gd name="connsiteX824" fmla="*/ 533343 w 2671650"/>
              <a:gd name="connsiteY824" fmla="*/ 406270 h 601039"/>
              <a:gd name="connsiteX825" fmla="*/ 521675 w 2671650"/>
              <a:gd name="connsiteY825" fmla="*/ 404019 h 601039"/>
              <a:gd name="connsiteX826" fmla="*/ 79010 w 2671650"/>
              <a:gd name="connsiteY826" fmla="*/ 394750 h 601039"/>
              <a:gd name="connsiteX827" fmla="*/ 52506 w 2671650"/>
              <a:gd name="connsiteY827" fmla="*/ 407129 h 601039"/>
              <a:gd name="connsiteX828" fmla="*/ 53602 w 2671650"/>
              <a:gd name="connsiteY828" fmla="*/ 409498 h 601039"/>
              <a:gd name="connsiteX829" fmla="*/ 54727 w 2671650"/>
              <a:gd name="connsiteY829" fmla="*/ 411867 h 601039"/>
              <a:gd name="connsiteX830" fmla="*/ 73828 w 2671650"/>
              <a:gd name="connsiteY830" fmla="*/ 402983 h 601039"/>
              <a:gd name="connsiteX831" fmla="*/ 59406 w 2671650"/>
              <a:gd name="connsiteY831" fmla="*/ 421965 h 601039"/>
              <a:gd name="connsiteX832" fmla="*/ 60590 w 2671650"/>
              <a:gd name="connsiteY832" fmla="*/ 424482 h 601039"/>
              <a:gd name="connsiteX833" fmla="*/ 61775 w 2671650"/>
              <a:gd name="connsiteY833" fmla="*/ 426970 h 601039"/>
              <a:gd name="connsiteX834" fmla="*/ 88279 w 2671650"/>
              <a:gd name="connsiteY834" fmla="*/ 414621 h 601039"/>
              <a:gd name="connsiteX835" fmla="*/ 87154 w 2671650"/>
              <a:gd name="connsiteY835" fmla="*/ 412222 h 601039"/>
              <a:gd name="connsiteX836" fmla="*/ 86058 w 2671650"/>
              <a:gd name="connsiteY836" fmla="*/ 409853 h 601039"/>
              <a:gd name="connsiteX837" fmla="*/ 67461 w 2671650"/>
              <a:gd name="connsiteY837" fmla="*/ 418530 h 601039"/>
              <a:gd name="connsiteX838" fmla="*/ 81498 w 2671650"/>
              <a:gd name="connsiteY838" fmla="*/ 400110 h 601039"/>
              <a:gd name="connsiteX839" fmla="*/ 80254 w 2671650"/>
              <a:gd name="connsiteY839" fmla="*/ 397445 h 601039"/>
              <a:gd name="connsiteX840" fmla="*/ 552029 w 2671650"/>
              <a:gd name="connsiteY840" fmla="*/ 382757 h 601039"/>
              <a:gd name="connsiteX841" fmla="*/ 547231 w 2671650"/>
              <a:gd name="connsiteY841" fmla="*/ 395254 h 601039"/>
              <a:gd name="connsiteX842" fmla="*/ 524784 w 2671650"/>
              <a:gd name="connsiteY842" fmla="*/ 386636 h 601039"/>
              <a:gd name="connsiteX843" fmla="*/ 523777 w 2671650"/>
              <a:gd name="connsiteY843" fmla="*/ 389272 h 601039"/>
              <a:gd name="connsiteX844" fmla="*/ 522771 w 2671650"/>
              <a:gd name="connsiteY844" fmla="*/ 391878 h 601039"/>
              <a:gd name="connsiteX845" fmla="*/ 550134 w 2671650"/>
              <a:gd name="connsiteY845" fmla="*/ 402391 h 601039"/>
              <a:gd name="connsiteX846" fmla="*/ 556885 w 2671650"/>
              <a:gd name="connsiteY846" fmla="*/ 384622 h 601039"/>
              <a:gd name="connsiteX847" fmla="*/ 554457 w 2671650"/>
              <a:gd name="connsiteY847" fmla="*/ 383704 h 601039"/>
              <a:gd name="connsiteX848" fmla="*/ 73857 w 2671650"/>
              <a:gd name="connsiteY848" fmla="*/ 381750 h 601039"/>
              <a:gd name="connsiteX849" fmla="*/ 46554 w 2671650"/>
              <a:gd name="connsiteY849" fmla="*/ 392233 h 601039"/>
              <a:gd name="connsiteX850" fmla="*/ 47560 w 2671650"/>
              <a:gd name="connsiteY850" fmla="*/ 394869 h 601039"/>
              <a:gd name="connsiteX851" fmla="*/ 48567 w 2671650"/>
              <a:gd name="connsiteY851" fmla="*/ 397475 h 601039"/>
              <a:gd name="connsiteX852" fmla="*/ 75871 w 2671650"/>
              <a:gd name="connsiteY852" fmla="*/ 386992 h 601039"/>
              <a:gd name="connsiteX853" fmla="*/ 74864 w 2671650"/>
              <a:gd name="connsiteY853" fmla="*/ 384386 h 601039"/>
              <a:gd name="connsiteX854" fmla="*/ 48834 w 2671650"/>
              <a:gd name="connsiteY854" fmla="*/ 361820 h 601039"/>
              <a:gd name="connsiteX855" fmla="*/ 47146 w 2671650"/>
              <a:gd name="connsiteY855" fmla="*/ 362264 h 601039"/>
              <a:gd name="connsiteX856" fmla="*/ 40157 w 2671650"/>
              <a:gd name="connsiteY856" fmla="*/ 366232 h 601039"/>
              <a:gd name="connsiteX857" fmla="*/ 39476 w 2671650"/>
              <a:gd name="connsiteY857" fmla="*/ 373340 h 601039"/>
              <a:gd name="connsiteX858" fmla="*/ 43355 w 2671650"/>
              <a:gd name="connsiteY858" fmla="*/ 378996 h 601039"/>
              <a:gd name="connsiteX859" fmla="*/ 43355 w 2671650"/>
              <a:gd name="connsiteY859" fmla="*/ 378937 h 601039"/>
              <a:gd name="connsiteX860" fmla="*/ 50433 w 2671650"/>
              <a:gd name="connsiteY860" fmla="*/ 379410 h 601039"/>
              <a:gd name="connsiteX861" fmla="*/ 70748 w 2671650"/>
              <a:gd name="connsiteY861" fmla="*/ 373962 h 601039"/>
              <a:gd name="connsiteX862" fmla="*/ 70008 w 2671650"/>
              <a:gd name="connsiteY862" fmla="*/ 371237 h 601039"/>
              <a:gd name="connsiteX863" fmla="*/ 69297 w 2671650"/>
              <a:gd name="connsiteY863" fmla="*/ 368542 h 601039"/>
              <a:gd name="connsiteX864" fmla="*/ 48982 w 2671650"/>
              <a:gd name="connsiteY864" fmla="*/ 373991 h 601039"/>
              <a:gd name="connsiteX865" fmla="*/ 45813 w 2671650"/>
              <a:gd name="connsiteY865" fmla="*/ 373991 h 601039"/>
              <a:gd name="connsiteX866" fmla="*/ 45511 w 2671650"/>
              <a:gd name="connsiteY866" fmla="*/ 373784 h 601039"/>
              <a:gd name="connsiteX867" fmla="*/ 44895 w 2671650"/>
              <a:gd name="connsiteY867" fmla="*/ 369135 h 601039"/>
              <a:gd name="connsiteX868" fmla="*/ 48508 w 2671650"/>
              <a:gd name="connsiteY868" fmla="*/ 367417 h 601039"/>
              <a:gd name="connsiteX869" fmla="*/ 50196 w 2671650"/>
              <a:gd name="connsiteY869" fmla="*/ 366973 h 601039"/>
              <a:gd name="connsiteX870" fmla="*/ 1151502 w 2671650"/>
              <a:gd name="connsiteY870" fmla="*/ 355661 h 601039"/>
              <a:gd name="connsiteX871" fmla="*/ 1151398 w 2671650"/>
              <a:gd name="connsiteY871" fmla="*/ 355868 h 601039"/>
              <a:gd name="connsiteX872" fmla="*/ 1151415 w 2671650"/>
              <a:gd name="connsiteY872" fmla="*/ 355756 h 601039"/>
              <a:gd name="connsiteX873" fmla="*/ 542760 w 2671650"/>
              <a:gd name="connsiteY873" fmla="*/ 352404 h 601039"/>
              <a:gd name="connsiteX874" fmla="*/ 550607 w 2671650"/>
              <a:gd name="connsiteY874" fmla="*/ 352404 h 601039"/>
              <a:gd name="connsiteX875" fmla="*/ 557359 w 2671650"/>
              <a:gd name="connsiteY875" fmla="*/ 356105 h 601039"/>
              <a:gd name="connsiteX876" fmla="*/ 558283 w 2671650"/>
              <a:gd name="connsiteY876" fmla="*/ 357642 h 601039"/>
              <a:gd name="connsiteX877" fmla="*/ 554753 w 2671650"/>
              <a:gd name="connsiteY877" fmla="*/ 366559 h 601039"/>
              <a:gd name="connsiteX878" fmla="*/ 547054 w 2671650"/>
              <a:gd name="connsiteY878" fmla="*/ 366559 h 601039"/>
              <a:gd name="connsiteX879" fmla="*/ 540154 w 2671650"/>
              <a:gd name="connsiteY879" fmla="*/ 362828 h 601039"/>
              <a:gd name="connsiteX880" fmla="*/ 539076 w 2671650"/>
              <a:gd name="connsiteY880" fmla="*/ 361030 h 601039"/>
              <a:gd name="connsiteX881" fmla="*/ 542760 w 2671650"/>
              <a:gd name="connsiteY881" fmla="*/ 352404 h 601039"/>
              <a:gd name="connsiteX882" fmla="*/ 551910 w 2671650"/>
              <a:gd name="connsiteY882" fmla="*/ 346954 h 601039"/>
              <a:gd name="connsiteX883" fmla="*/ 540065 w 2671650"/>
              <a:gd name="connsiteY883" fmla="*/ 347605 h 601039"/>
              <a:gd name="connsiteX884" fmla="*/ 538898 w 2671650"/>
              <a:gd name="connsiteY884" fmla="*/ 348307 h 601039"/>
              <a:gd name="connsiteX885" fmla="*/ 535505 w 2671650"/>
              <a:gd name="connsiteY885" fmla="*/ 365907 h 601039"/>
              <a:gd name="connsiteX886" fmla="*/ 545692 w 2671650"/>
              <a:gd name="connsiteY886" fmla="*/ 372066 h 601039"/>
              <a:gd name="connsiteX887" fmla="*/ 557359 w 2671650"/>
              <a:gd name="connsiteY887" fmla="*/ 371356 h 601039"/>
              <a:gd name="connsiteX888" fmla="*/ 563608 w 2671650"/>
              <a:gd name="connsiteY888" fmla="*/ 363212 h 601039"/>
              <a:gd name="connsiteX889" fmla="*/ 561890 w 2671650"/>
              <a:gd name="connsiteY889" fmla="*/ 353054 h 601039"/>
              <a:gd name="connsiteX890" fmla="*/ 551910 w 2671650"/>
              <a:gd name="connsiteY890" fmla="*/ 346954 h 601039"/>
              <a:gd name="connsiteX891" fmla="*/ 63759 w 2671650"/>
              <a:gd name="connsiteY891" fmla="*/ 345029 h 601039"/>
              <a:gd name="connsiteX892" fmla="*/ 35063 w 2671650"/>
              <a:gd name="connsiteY892" fmla="*/ 350626 h 601039"/>
              <a:gd name="connsiteX893" fmla="*/ 35597 w 2671650"/>
              <a:gd name="connsiteY893" fmla="*/ 353380 h 601039"/>
              <a:gd name="connsiteX894" fmla="*/ 36130 w 2671650"/>
              <a:gd name="connsiteY894" fmla="*/ 356134 h 601039"/>
              <a:gd name="connsiteX895" fmla="*/ 64825 w 2671650"/>
              <a:gd name="connsiteY895" fmla="*/ 350567 h 601039"/>
              <a:gd name="connsiteX896" fmla="*/ 64292 w 2671650"/>
              <a:gd name="connsiteY896" fmla="*/ 347783 h 601039"/>
              <a:gd name="connsiteX897" fmla="*/ 126065 w 2671650"/>
              <a:gd name="connsiteY897" fmla="*/ 344733 h 601039"/>
              <a:gd name="connsiteX898" fmla="*/ 159499 w 2671650"/>
              <a:gd name="connsiteY898" fmla="*/ 350034 h 601039"/>
              <a:gd name="connsiteX899" fmla="*/ 239752 w 2671650"/>
              <a:gd name="connsiteY899" fmla="*/ 349383 h 601039"/>
              <a:gd name="connsiteX900" fmla="*/ 251390 w 2671650"/>
              <a:gd name="connsiteY900" fmla="*/ 351278 h 601039"/>
              <a:gd name="connsiteX901" fmla="*/ 276947 w 2671650"/>
              <a:gd name="connsiteY901" fmla="*/ 354239 h 601039"/>
              <a:gd name="connsiteX902" fmla="*/ 269099 w 2671650"/>
              <a:gd name="connsiteY902" fmla="*/ 385956 h 601039"/>
              <a:gd name="connsiteX903" fmla="*/ 300519 w 2671650"/>
              <a:gd name="connsiteY903" fmla="*/ 391286 h 601039"/>
              <a:gd name="connsiteX904" fmla="*/ 331910 w 2671650"/>
              <a:gd name="connsiteY904" fmla="*/ 385956 h 601039"/>
              <a:gd name="connsiteX905" fmla="*/ 324062 w 2671650"/>
              <a:gd name="connsiteY905" fmla="*/ 354269 h 601039"/>
              <a:gd name="connsiteX906" fmla="*/ 349619 w 2671650"/>
              <a:gd name="connsiteY906" fmla="*/ 351308 h 601039"/>
              <a:gd name="connsiteX907" fmla="*/ 361287 w 2671650"/>
              <a:gd name="connsiteY907" fmla="*/ 349412 h 601039"/>
              <a:gd name="connsiteX908" fmla="*/ 441540 w 2671650"/>
              <a:gd name="connsiteY908" fmla="*/ 350064 h 601039"/>
              <a:gd name="connsiteX909" fmla="*/ 441658 w 2671650"/>
              <a:gd name="connsiteY909" fmla="*/ 350034 h 601039"/>
              <a:gd name="connsiteX910" fmla="*/ 475062 w 2671650"/>
              <a:gd name="connsiteY910" fmla="*/ 344733 h 601039"/>
              <a:gd name="connsiteX911" fmla="*/ 454036 w 2671650"/>
              <a:gd name="connsiteY911" fmla="*/ 368187 h 601039"/>
              <a:gd name="connsiteX912" fmla="*/ 321545 w 2671650"/>
              <a:gd name="connsiteY912" fmla="*/ 392471 h 601039"/>
              <a:gd name="connsiteX913" fmla="*/ 330044 w 2671650"/>
              <a:gd name="connsiteY913" fmla="*/ 426467 h 601039"/>
              <a:gd name="connsiteX914" fmla="*/ 300430 w 2671650"/>
              <a:gd name="connsiteY914" fmla="*/ 432864 h 601039"/>
              <a:gd name="connsiteX915" fmla="*/ 270817 w 2671650"/>
              <a:gd name="connsiteY915" fmla="*/ 426467 h 601039"/>
              <a:gd name="connsiteX916" fmla="*/ 279316 w 2671650"/>
              <a:gd name="connsiteY916" fmla="*/ 392471 h 601039"/>
              <a:gd name="connsiteX917" fmla="*/ 147091 w 2671650"/>
              <a:gd name="connsiteY917" fmla="*/ 368187 h 601039"/>
              <a:gd name="connsiteX918" fmla="*/ 126065 w 2671650"/>
              <a:gd name="connsiteY918" fmla="*/ 344733 h 601039"/>
              <a:gd name="connsiteX919" fmla="*/ 1115264 w 2671650"/>
              <a:gd name="connsiteY919" fmla="*/ 328303 h 601039"/>
              <a:gd name="connsiteX920" fmla="*/ 1125588 w 2671650"/>
              <a:gd name="connsiteY920" fmla="*/ 341208 h 601039"/>
              <a:gd name="connsiteX921" fmla="*/ 1136531 w 2671650"/>
              <a:gd name="connsiteY921" fmla="*/ 338524 h 601039"/>
              <a:gd name="connsiteX922" fmla="*/ 1149230 w 2671650"/>
              <a:gd name="connsiteY922" fmla="*/ 338524 h 601039"/>
              <a:gd name="connsiteX923" fmla="*/ 1153670 w 2671650"/>
              <a:gd name="connsiteY923" fmla="*/ 340589 h 601039"/>
              <a:gd name="connsiteX924" fmla="*/ 1152637 w 2671650"/>
              <a:gd name="connsiteY924" fmla="*/ 347815 h 601039"/>
              <a:gd name="connsiteX925" fmla="*/ 1151415 w 2671650"/>
              <a:gd name="connsiteY925" fmla="*/ 355756 h 601039"/>
              <a:gd name="connsiteX926" fmla="*/ 1145926 w 2671650"/>
              <a:gd name="connsiteY926" fmla="*/ 361753 h 601039"/>
              <a:gd name="connsiteX927" fmla="*/ 1140248 w 2671650"/>
              <a:gd name="connsiteY927" fmla="*/ 365986 h 601039"/>
              <a:gd name="connsiteX928" fmla="*/ 1136222 w 2671650"/>
              <a:gd name="connsiteY928" fmla="*/ 377446 h 601039"/>
              <a:gd name="connsiteX929" fmla="*/ 1128169 w 2671650"/>
              <a:gd name="connsiteY929" fmla="*/ 382917 h 601039"/>
              <a:gd name="connsiteX930" fmla="*/ 1118877 w 2671650"/>
              <a:gd name="connsiteY930" fmla="*/ 383743 h 601039"/>
              <a:gd name="connsiteX931" fmla="*/ 1106591 w 2671650"/>
              <a:gd name="connsiteY931" fmla="*/ 388906 h 601039"/>
              <a:gd name="connsiteX932" fmla="*/ 1091931 w 2671650"/>
              <a:gd name="connsiteY932" fmla="*/ 376827 h 601039"/>
              <a:gd name="connsiteX933" fmla="*/ 1093479 w 2671650"/>
              <a:gd name="connsiteY933" fmla="*/ 367740 h 601039"/>
              <a:gd name="connsiteX934" fmla="*/ 1091312 w 2671650"/>
              <a:gd name="connsiteY934" fmla="*/ 360514 h 601039"/>
              <a:gd name="connsiteX935" fmla="*/ 1095751 w 2671650"/>
              <a:gd name="connsiteY935" fmla="*/ 352048 h 601039"/>
              <a:gd name="connsiteX936" fmla="*/ 1107004 w 2671650"/>
              <a:gd name="connsiteY936" fmla="*/ 332742 h 601039"/>
              <a:gd name="connsiteX937" fmla="*/ 1115264 w 2671650"/>
              <a:gd name="connsiteY937" fmla="*/ 328303 h 601039"/>
              <a:gd name="connsiteX938" fmla="*/ 60354 w 2671650"/>
              <a:gd name="connsiteY938" fmla="*/ 317340 h 601039"/>
              <a:gd name="connsiteX939" fmla="*/ 31332 w 2671650"/>
              <a:gd name="connsiteY939" fmla="*/ 320924 h 601039"/>
              <a:gd name="connsiteX940" fmla="*/ 33820 w 2671650"/>
              <a:gd name="connsiteY940" fmla="*/ 341298 h 601039"/>
              <a:gd name="connsiteX941" fmla="*/ 36396 w 2671650"/>
              <a:gd name="connsiteY941" fmla="*/ 341002 h 601039"/>
              <a:gd name="connsiteX942" fmla="*/ 38972 w 2671650"/>
              <a:gd name="connsiteY942" fmla="*/ 340676 h 601039"/>
              <a:gd name="connsiteX943" fmla="*/ 37166 w 2671650"/>
              <a:gd name="connsiteY943" fmla="*/ 325869 h 601039"/>
              <a:gd name="connsiteX944" fmla="*/ 44718 w 2671650"/>
              <a:gd name="connsiteY944" fmla="*/ 324921 h 601039"/>
              <a:gd name="connsiteX945" fmla="*/ 46317 w 2671650"/>
              <a:gd name="connsiteY945" fmla="*/ 337981 h 601039"/>
              <a:gd name="connsiteX946" fmla="*/ 48834 w 2671650"/>
              <a:gd name="connsiteY946" fmla="*/ 337685 h 601039"/>
              <a:gd name="connsiteX947" fmla="*/ 51321 w 2671650"/>
              <a:gd name="connsiteY947" fmla="*/ 337389 h 601039"/>
              <a:gd name="connsiteX948" fmla="*/ 49722 w 2671650"/>
              <a:gd name="connsiteY948" fmla="*/ 324329 h 601039"/>
              <a:gd name="connsiteX949" fmla="*/ 55882 w 2671650"/>
              <a:gd name="connsiteY949" fmla="*/ 323559 h 601039"/>
              <a:gd name="connsiteX950" fmla="*/ 57599 w 2671650"/>
              <a:gd name="connsiteY950" fmla="*/ 337626 h 601039"/>
              <a:gd name="connsiteX951" fmla="*/ 60205 w 2671650"/>
              <a:gd name="connsiteY951" fmla="*/ 337329 h 601039"/>
              <a:gd name="connsiteX952" fmla="*/ 62752 w 2671650"/>
              <a:gd name="connsiteY952" fmla="*/ 337004 h 601039"/>
              <a:gd name="connsiteX953" fmla="*/ 549778 w 2671650"/>
              <a:gd name="connsiteY953" fmla="*/ 312395 h 601039"/>
              <a:gd name="connsiteX954" fmla="*/ 542286 w 2671650"/>
              <a:gd name="connsiteY954" fmla="*/ 315356 h 601039"/>
              <a:gd name="connsiteX955" fmla="*/ 542286 w 2671650"/>
              <a:gd name="connsiteY955" fmla="*/ 333124 h 601039"/>
              <a:gd name="connsiteX956" fmla="*/ 564674 w 2671650"/>
              <a:gd name="connsiteY956" fmla="*/ 335227 h 601039"/>
              <a:gd name="connsiteX957" fmla="*/ 569590 w 2671650"/>
              <a:gd name="connsiteY957" fmla="*/ 326343 h 601039"/>
              <a:gd name="connsiteX958" fmla="*/ 566155 w 2671650"/>
              <a:gd name="connsiteY958" fmla="*/ 318318 h 601039"/>
              <a:gd name="connsiteX959" fmla="*/ 565710 w 2671650"/>
              <a:gd name="connsiteY959" fmla="*/ 318081 h 601039"/>
              <a:gd name="connsiteX960" fmla="*/ 569531 w 2671650"/>
              <a:gd name="connsiteY960" fmla="*/ 317844 h 601039"/>
              <a:gd name="connsiteX961" fmla="*/ 569797 w 2671650"/>
              <a:gd name="connsiteY961" fmla="*/ 314142 h 601039"/>
              <a:gd name="connsiteX962" fmla="*/ 554072 w 2671650"/>
              <a:gd name="connsiteY962" fmla="*/ 312780 h 601039"/>
              <a:gd name="connsiteX963" fmla="*/ 553095 w 2671650"/>
              <a:gd name="connsiteY963" fmla="*/ 324003 h 601039"/>
              <a:gd name="connsiteX964" fmla="*/ 558129 w 2671650"/>
              <a:gd name="connsiteY964" fmla="*/ 324448 h 601039"/>
              <a:gd name="connsiteX965" fmla="*/ 558662 w 2671650"/>
              <a:gd name="connsiteY965" fmla="*/ 318110 h 601039"/>
              <a:gd name="connsiteX966" fmla="*/ 562127 w 2671650"/>
              <a:gd name="connsiteY966" fmla="*/ 319887 h 601039"/>
              <a:gd name="connsiteX967" fmla="*/ 564378 w 2671650"/>
              <a:gd name="connsiteY967" fmla="*/ 325188 h 601039"/>
              <a:gd name="connsiteX968" fmla="*/ 561416 w 2671650"/>
              <a:gd name="connsiteY968" fmla="*/ 330755 h 601039"/>
              <a:gd name="connsiteX969" fmla="*/ 553687 w 2671650"/>
              <a:gd name="connsiteY969" fmla="*/ 332058 h 601039"/>
              <a:gd name="connsiteX970" fmla="*/ 546254 w 2671650"/>
              <a:gd name="connsiteY970" fmla="*/ 329334 h 601039"/>
              <a:gd name="connsiteX971" fmla="*/ 544004 w 2671650"/>
              <a:gd name="connsiteY971" fmla="*/ 323411 h 601039"/>
              <a:gd name="connsiteX972" fmla="*/ 545780 w 2671650"/>
              <a:gd name="connsiteY972" fmla="*/ 319650 h 601039"/>
              <a:gd name="connsiteX973" fmla="*/ 549304 w 2671650"/>
              <a:gd name="connsiteY973" fmla="*/ 317992 h 601039"/>
              <a:gd name="connsiteX974" fmla="*/ 145285 w 2671650"/>
              <a:gd name="connsiteY974" fmla="*/ 303303 h 601039"/>
              <a:gd name="connsiteX975" fmla="*/ 163824 w 2671650"/>
              <a:gd name="connsiteY975" fmla="*/ 305317 h 601039"/>
              <a:gd name="connsiteX976" fmla="*/ 179904 w 2671650"/>
              <a:gd name="connsiteY976" fmla="*/ 305317 h 601039"/>
              <a:gd name="connsiteX977" fmla="*/ 198323 w 2671650"/>
              <a:gd name="connsiteY977" fmla="*/ 305139 h 601039"/>
              <a:gd name="connsiteX978" fmla="*/ 226131 w 2671650"/>
              <a:gd name="connsiteY978" fmla="*/ 305850 h 601039"/>
              <a:gd name="connsiteX979" fmla="*/ 256188 w 2671650"/>
              <a:gd name="connsiteY979" fmla="*/ 312839 h 601039"/>
              <a:gd name="connsiteX980" fmla="*/ 277421 w 2671650"/>
              <a:gd name="connsiteY980" fmla="*/ 314290 h 601039"/>
              <a:gd name="connsiteX981" fmla="*/ 270255 w 2671650"/>
              <a:gd name="connsiteY981" fmla="*/ 344762 h 601039"/>
              <a:gd name="connsiteX982" fmla="*/ 299869 w 2671650"/>
              <a:gd name="connsiteY982" fmla="*/ 348257 h 601039"/>
              <a:gd name="connsiteX983" fmla="*/ 300194 w 2671650"/>
              <a:gd name="connsiteY983" fmla="*/ 348257 h 601039"/>
              <a:gd name="connsiteX984" fmla="*/ 300579 w 2671650"/>
              <a:gd name="connsiteY984" fmla="*/ 348257 h 601039"/>
              <a:gd name="connsiteX985" fmla="*/ 330400 w 2671650"/>
              <a:gd name="connsiteY985" fmla="*/ 344703 h 601039"/>
              <a:gd name="connsiteX986" fmla="*/ 323234 w 2671650"/>
              <a:gd name="connsiteY986" fmla="*/ 314231 h 601039"/>
              <a:gd name="connsiteX987" fmla="*/ 344467 w 2671650"/>
              <a:gd name="connsiteY987" fmla="*/ 312780 h 601039"/>
              <a:gd name="connsiteX988" fmla="*/ 374643 w 2671650"/>
              <a:gd name="connsiteY988" fmla="*/ 305880 h 601039"/>
              <a:gd name="connsiteX989" fmla="*/ 402450 w 2671650"/>
              <a:gd name="connsiteY989" fmla="*/ 305169 h 601039"/>
              <a:gd name="connsiteX990" fmla="*/ 420870 w 2671650"/>
              <a:gd name="connsiteY990" fmla="*/ 305347 h 601039"/>
              <a:gd name="connsiteX991" fmla="*/ 436950 w 2671650"/>
              <a:gd name="connsiteY991" fmla="*/ 305347 h 601039"/>
              <a:gd name="connsiteX992" fmla="*/ 436950 w 2671650"/>
              <a:gd name="connsiteY992" fmla="*/ 305317 h 601039"/>
              <a:gd name="connsiteX993" fmla="*/ 455488 w 2671650"/>
              <a:gd name="connsiteY993" fmla="*/ 303303 h 601039"/>
              <a:gd name="connsiteX994" fmla="*/ 437720 w 2671650"/>
              <a:gd name="connsiteY994" fmla="*/ 320805 h 601039"/>
              <a:gd name="connsiteX995" fmla="*/ 411867 w 2671650"/>
              <a:gd name="connsiteY995" fmla="*/ 332650 h 601039"/>
              <a:gd name="connsiteX996" fmla="*/ 348761 w 2671650"/>
              <a:gd name="connsiteY996" fmla="*/ 346598 h 601039"/>
              <a:gd name="connsiteX997" fmla="*/ 320598 w 2671650"/>
              <a:gd name="connsiteY997" fmla="*/ 349767 h 601039"/>
              <a:gd name="connsiteX998" fmla="*/ 317874 w 2671650"/>
              <a:gd name="connsiteY998" fmla="*/ 350034 h 601039"/>
              <a:gd name="connsiteX999" fmla="*/ 325781 w 2671650"/>
              <a:gd name="connsiteY999" fmla="*/ 382105 h 601039"/>
              <a:gd name="connsiteX1000" fmla="*/ 300283 w 2671650"/>
              <a:gd name="connsiteY1000" fmla="*/ 386429 h 601039"/>
              <a:gd name="connsiteX1001" fmla="*/ 274756 w 2671650"/>
              <a:gd name="connsiteY1001" fmla="*/ 382105 h 601039"/>
              <a:gd name="connsiteX1002" fmla="*/ 282693 w 2671650"/>
              <a:gd name="connsiteY1002" fmla="*/ 350034 h 601039"/>
              <a:gd name="connsiteX1003" fmla="*/ 279939 w 2671650"/>
              <a:gd name="connsiteY1003" fmla="*/ 349767 h 601039"/>
              <a:gd name="connsiteX1004" fmla="*/ 251776 w 2671650"/>
              <a:gd name="connsiteY1004" fmla="*/ 346598 h 601039"/>
              <a:gd name="connsiteX1005" fmla="*/ 188906 w 2671650"/>
              <a:gd name="connsiteY1005" fmla="*/ 332650 h 601039"/>
              <a:gd name="connsiteX1006" fmla="*/ 163054 w 2671650"/>
              <a:gd name="connsiteY1006" fmla="*/ 320805 h 601039"/>
              <a:gd name="connsiteX1007" fmla="*/ 145285 w 2671650"/>
              <a:gd name="connsiteY1007" fmla="*/ 303303 h 601039"/>
              <a:gd name="connsiteX1008" fmla="*/ 1252989 w 2671650"/>
              <a:gd name="connsiteY1008" fmla="*/ 302905 h 601039"/>
              <a:gd name="connsiteX1009" fmla="*/ 1261249 w 2671650"/>
              <a:gd name="connsiteY1009" fmla="*/ 304764 h 601039"/>
              <a:gd name="connsiteX1010" fmla="*/ 1269612 w 2671650"/>
              <a:gd name="connsiteY1010" fmla="*/ 309099 h 601039"/>
              <a:gd name="connsiteX1011" fmla="*/ 1277974 w 2671650"/>
              <a:gd name="connsiteY1011" fmla="*/ 309822 h 601039"/>
              <a:gd name="connsiteX1012" fmla="*/ 1286234 w 2671650"/>
              <a:gd name="connsiteY1012" fmla="*/ 312403 h 601039"/>
              <a:gd name="connsiteX1013" fmla="*/ 1293357 w 2671650"/>
              <a:gd name="connsiteY1013" fmla="*/ 311268 h 601039"/>
              <a:gd name="connsiteX1014" fmla="*/ 1310289 w 2671650"/>
              <a:gd name="connsiteY1014" fmla="*/ 326238 h 601039"/>
              <a:gd name="connsiteX1015" fmla="*/ 1309360 w 2671650"/>
              <a:gd name="connsiteY1015" fmla="*/ 326444 h 601039"/>
              <a:gd name="connsiteX1016" fmla="*/ 1313800 w 2671650"/>
              <a:gd name="connsiteY1016" fmla="*/ 332949 h 601039"/>
              <a:gd name="connsiteX1017" fmla="*/ 1313800 w 2671650"/>
              <a:gd name="connsiteY1017" fmla="*/ 341414 h 601039"/>
              <a:gd name="connsiteX1018" fmla="*/ 1307811 w 2671650"/>
              <a:gd name="connsiteY1018" fmla="*/ 349261 h 601039"/>
              <a:gd name="connsiteX1019" fmla="*/ 1303165 w 2671650"/>
              <a:gd name="connsiteY1019" fmla="*/ 358760 h 601039"/>
              <a:gd name="connsiteX1020" fmla="*/ 1297694 w 2671650"/>
              <a:gd name="connsiteY1020" fmla="*/ 365160 h 601039"/>
              <a:gd name="connsiteX1021" fmla="*/ 1288195 w 2671650"/>
              <a:gd name="connsiteY1021" fmla="*/ 368980 h 601039"/>
              <a:gd name="connsiteX1022" fmla="*/ 1280142 w 2671650"/>
              <a:gd name="connsiteY1022" fmla="*/ 368980 h 601039"/>
              <a:gd name="connsiteX1023" fmla="*/ 1271677 w 2671650"/>
              <a:gd name="connsiteY1023" fmla="*/ 373007 h 601039"/>
              <a:gd name="connsiteX1024" fmla="*/ 1265069 w 2671650"/>
              <a:gd name="connsiteY1024" fmla="*/ 365986 h 601039"/>
              <a:gd name="connsiteX1025" fmla="*/ 1265069 w 2671650"/>
              <a:gd name="connsiteY1025" fmla="*/ 356695 h 601039"/>
              <a:gd name="connsiteX1026" fmla="*/ 1258255 w 2671650"/>
              <a:gd name="connsiteY1026" fmla="*/ 344202 h 601039"/>
              <a:gd name="connsiteX1027" fmla="*/ 1252783 w 2671650"/>
              <a:gd name="connsiteY1027" fmla="*/ 333362 h 601039"/>
              <a:gd name="connsiteX1028" fmla="*/ 1249582 w 2671650"/>
              <a:gd name="connsiteY1028" fmla="*/ 321282 h 601039"/>
              <a:gd name="connsiteX1029" fmla="*/ 1250202 w 2671650"/>
              <a:gd name="connsiteY1029" fmla="*/ 313849 h 601039"/>
              <a:gd name="connsiteX1030" fmla="*/ 1252989 w 2671650"/>
              <a:gd name="connsiteY1030" fmla="*/ 302905 h 601039"/>
              <a:gd name="connsiteX1031" fmla="*/ 48389 w 2671650"/>
              <a:gd name="connsiteY1031" fmla="*/ 292465 h 601039"/>
              <a:gd name="connsiteX1032" fmla="*/ 54816 w 2671650"/>
              <a:gd name="connsiteY1032" fmla="*/ 292465 h 601039"/>
              <a:gd name="connsiteX1033" fmla="*/ 54816 w 2671650"/>
              <a:gd name="connsiteY1033" fmla="*/ 298684 h 601039"/>
              <a:gd name="connsiteX1034" fmla="*/ 54016 w 2671650"/>
              <a:gd name="connsiteY1034" fmla="*/ 301971 h 601039"/>
              <a:gd name="connsiteX1035" fmla="*/ 51765 w 2671650"/>
              <a:gd name="connsiteY1035" fmla="*/ 303037 h 601039"/>
              <a:gd name="connsiteX1036" fmla="*/ 49189 w 2671650"/>
              <a:gd name="connsiteY1036" fmla="*/ 302060 h 601039"/>
              <a:gd name="connsiteX1037" fmla="*/ 48389 w 2671650"/>
              <a:gd name="connsiteY1037" fmla="*/ 298892 h 601039"/>
              <a:gd name="connsiteX1038" fmla="*/ 35685 w 2671650"/>
              <a:gd name="connsiteY1038" fmla="*/ 292080 h 601039"/>
              <a:gd name="connsiteX1039" fmla="*/ 43473 w 2671650"/>
              <a:gd name="connsiteY1039" fmla="*/ 292228 h 601039"/>
              <a:gd name="connsiteX1040" fmla="*/ 43473 w 2671650"/>
              <a:gd name="connsiteY1040" fmla="*/ 298921 h 601039"/>
              <a:gd name="connsiteX1041" fmla="*/ 42526 w 2671650"/>
              <a:gd name="connsiteY1041" fmla="*/ 302297 h 601039"/>
              <a:gd name="connsiteX1042" fmla="*/ 39772 w 2671650"/>
              <a:gd name="connsiteY1042" fmla="*/ 303363 h 601039"/>
              <a:gd name="connsiteX1043" fmla="*/ 36662 w 2671650"/>
              <a:gd name="connsiteY1043" fmla="*/ 302208 h 601039"/>
              <a:gd name="connsiteX1044" fmla="*/ 35685 w 2671650"/>
              <a:gd name="connsiteY1044" fmla="*/ 298892 h 601039"/>
              <a:gd name="connsiteX1045" fmla="*/ 30799 w 2671650"/>
              <a:gd name="connsiteY1045" fmla="*/ 286601 h 601039"/>
              <a:gd name="connsiteX1046" fmla="*/ 30799 w 2671650"/>
              <a:gd name="connsiteY1046" fmla="*/ 289296 h 601039"/>
              <a:gd name="connsiteX1047" fmla="*/ 30770 w 2671650"/>
              <a:gd name="connsiteY1047" fmla="*/ 298802 h 601039"/>
              <a:gd name="connsiteX1048" fmla="*/ 32961 w 2671650"/>
              <a:gd name="connsiteY1048" fmla="*/ 306324 h 601039"/>
              <a:gd name="connsiteX1049" fmla="*/ 39742 w 2671650"/>
              <a:gd name="connsiteY1049" fmla="*/ 308989 h 601039"/>
              <a:gd name="connsiteX1050" fmla="*/ 45399 w 2671650"/>
              <a:gd name="connsiteY1050" fmla="*/ 306502 h 601039"/>
              <a:gd name="connsiteX1051" fmla="*/ 46376 w 2671650"/>
              <a:gd name="connsiteY1051" fmla="*/ 304843 h 601039"/>
              <a:gd name="connsiteX1052" fmla="*/ 52299 w 2671650"/>
              <a:gd name="connsiteY1052" fmla="*/ 308308 h 601039"/>
              <a:gd name="connsiteX1053" fmla="*/ 57777 w 2671650"/>
              <a:gd name="connsiteY1053" fmla="*/ 306206 h 601039"/>
              <a:gd name="connsiteX1054" fmla="*/ 59821 w 2671650"/>
              <a:gd name="connsiteY1054" fmla="*/ 300135 h 601039"/>
              <a:gd name="connsiteX1055" fmla="*/ 60028 w 2671650"/>
              <a:gd name="connsiteY1055" fmla="*/ 289800 h 601039"/>
              <a:gd name="connsiteX1056" fmla="*/ 60028 w 2671650"/>
              <a:gd name="connsiteY1056" fmla="*/ 287134 h 601039"/>
              <a:gd name="connsiteX1057" fmla="*/ 541013 w 2671650"/>
              <a:gd name="connsiteY1057" fmla="*/ 281389 h 601039"/>
              <a:gd name="connsiteX1058" fmla="*/ 541013 w 2671650"/>
              <a:gd name="connsiteY1058" fmla="*/ 284588 h 601039"/>
              <a:gd name="connsiteX1059" fmla="*/ 541013 w 2671650"/>
              <a:gd name="connsiteY1059" fmla="*/ 287756 h 601039"/>
              <a:gd name="connsiteX1060" fmla="*/ 553835 w 2671650"/>
              <a:gd name="connsiteY1060" fmla="*/ 292554 h 601039"/>
              <a:gd name="connsiteX1061" fmla="*/ 541368 w 2671650"/>
              <a:gd name="connsiteY1061" fmla="*/ 298476 h 601039"/>
              <a:gd name="connsiteX1062" fmla="*/ 541368 w 2671650"/>
              <a:gd name="connsiteY1062" fmla="*/ 301823 h 601039"/>
              <a:gd name="connsiteX1063" fmla="*/ 541368 w 2671650"/>
              <a:gd name="connsiteY1063" fmla="*/ 305169 h 601039"/>
              <a:gd name="connsiteX1064" fmla="*/ 559136 w 2671650"/>
              <a:gd name="connsiteY1064" fmla="*/ 295130 h 601039"/>
              <a:gd name="connsiteX1065" fmla="*/ 570123 w 2671650"/>
              <a:gd name="connsiteY1065" fmla="*/ 294745 h 601039"/>
              <a:gd name="connsiteX1066" fmla="*/ 570123 w 2671650"/>
              <a:gd name="connsiteY1066" fmla="*/ 291932 h 601039"/>
              <a:gd name="connsiteX1067" fmla="*/ 570123 w 2671650"/>
              <a:gd name="connsiteY1067" fmla="*/ 289148 h 601039"/>
              <a:gd name="connsiteX1068" fmla="*/ 559018 w 2671650"/>
              <a:gd name="connsiteY1068" fmla="*/ 289533 h 601039"/>
              <a:gd name="connsiteX1069" fmla="*/ 437631 w 2671650"/>
              <a:gd name="connsiteY1069" fmla="*/ 257136 h 601039"/>
              <a:gd name="connsiteX1070" fmla="*/ 420129 w 2671650"/>
              <a:gd name="connsiteY1070" fmla="*/ 276356 h 601039"/>
              <a:gd name="connsiteX1071" fmla="*/ 394336 w 2671650"/>
              <a:gd name="connsiteY1071" fmla="*/ 293058 h 601039"/>
              <a:gd name="connsiteX1072" fmla="*/ 343489 w 2671650"/>
              <a:gd name="connsiteY1072" fmla="*/ 308013 h 601039"/>
              <a:gd name="connsiteX1073" fmla="*/ 321545 w 2671650"/>
              <a:gd name="connsiteY1073" fmla="*/ 309404 h 601039"/>
              <a:gd name="connsiteX1074" fmla="*/ 317014 w 2671650"/>
              <a:gd name="connsiteY1074" fmla="*/ 309404 h 601039"/>
              <a:gd name="connsiteX1075" fmla="*/ 324359 w 2671650"/>
              <a:gd name="connsiteY1075" fmla="*/ 340588 h 601039"/>
              <a:gd name="connsiteX1076" fmla="*/ 300668 w 2671650"/>
              <a:gd name="connsiteY1076" fmla="*/ 343549 h 601039"/>
              <a:gd name="connsiteX1077" fmla="*/ 300372 w 2671650"/>
              <a:gd name="connsiteY1077" fmla="*/ 343549 h 601039"/>
              <a:gd name="connsiteX1078" fmla="*/ 300046 w 2671650"/>
              <a:gd name="connsiteY1078" fmla="*/ 343549 h 601039"/>
              <a:gd name="connsiteX1079" fmla="*/ 276355 w 2671650"/>
              <a:gd name="connsiteY1079" fmla="*/ 340588 h 601039"/>
              <a:gd name="connsiteX1080" fmla="*/ 283729 w 2671650"/>
              <a:gd name="connsiteY1080" fmla="*/ 309464 h 601039"/>
              <a:gd name="connsiteX1081" fmla="*/ 279198 w 2671650"/>
              <a:gd name="connsiteY1081" fmla="*/ 309464 h 601039"/>
              <a:gd name="connsiteX1082" fmla="*/ 257254 w 2671650"/>
              <a:gd name="connsiteY1082" fmla="*/ 308072 h 601039"/>
              <a:gd name="connsiteX1083" fmla="*/ 206407 w 2671650"/>
              <a:gd name="connsiteY1083" fmla="*/ 293117 h 601039"/>
              <a:gd name="connsiteX1084" fmla="*/ 180555 w 2671650"/>
              <a:gd name="connsiteY1084" fmla="*/ 276385 h 601039"/>
              <a:gd name="connsiteX1085" fmla="*/ 163112 w 2671650"/>
              <a:gd name="connsiteY1085" fmla="*/ 257196 h 601039"/>
              <a:gd name="connsiteX1086" fmla="*/ 181414 w 2671650"/>
              <a:gd name="connsiteY1086" fmla="*/ 259269 h 601039"/>
              <a:gd name="connsiteX1087" fmla="*/ 188521 w 2671650"/>
              <a:gd name="connsiteY1087" fmla="*/ 259594 h 601039"/>
              <a:gd name="connsiteX1088" fmla="*/ 221925 w 2671650"/>
              <a:gd name="connsiteY1088" fmla="*/ 261342 h 601039"/>
              <a:gd name="connsiteX1089" fmla="*/ 225656 w 2671650"/>
              <a:gd name="connsiteY1089" fmla="*/ 263326 h 601039"/>
              <a:gd name="connsiteX1090" fmla="*/ 263384 w 2671650"/>
              <a:gd name="connsiteY1090" fmla="*/ 275378 h 601039"/>
              <a:gd name="connsiteX1091" fmla="*/ 270136 w 2671650"/>
              <a:gd name="connsiteY1091" fmla="*/ 275823 h 601039"/>
              <a:gd name="connsiteX1092" fmla="*/ 278428 w 2671650"/>
              <a:gd name="connsiteY1092" fmla="*/ 275378 h 601039"/>
              <a:gd name="connsiteX1093" fmla="*/ 271913 w 2671650"/>
              <a:gd name="connsiteY1093" fmla="*/ 302475 h 601039"/>
              <a:gd name="connsiteX1094" fmla="*/ 300520 w 2671650"/>
              <a:gd name="connsiteY1094" fmla="*/ 304281 h 601039"/>
              <a:gd name="connsiteX1095" fmla="*/ 329097 w 2671650"/>
              <a:gd name="connsiteY1095" fmla="*/ 302475 h 601039"/>
              <a:gd name="connsiteX1096" fmla="*/ 322611 w 2671650"/>
              <a:gd name="connsiteY1096" fmla="*/ 275378 h 601039"/>
              <a:gd name="connsiteX1097" fmla="*/ 330874 w 2671650"/>
              <a:gd name="connsiteY1097" fmla="*/ 275823 h 601039"/>
              <a:gd name="connsiteX1098" fmla="*/ 337626 w 2671650"/>
              <a:gd name="connsiteY1098" fmla="*/ 275378 h 601039"/>
              <a:gd name="connsiteX1099" fmla="*/ 375383 w 2671650"/>
              <a:gd name="connsiteY1099" fmla="*/ 263326 h 601039"/>
              <a:gd name="connsiteX1100" fmla="*/ 379114 w 2671650"/>
              <a:gd name="connsiteY1100" fmla="*/ 261342 h 601039"/>
              <a:gd name="connsiteX1101" fmla="*/ 412518 w 2671650"/>
              <a:gd name="connsiteY1101" fmla="*/ 259594 h 601039"/>
              <a:gd name="connsiteX1102" fmla="*/ 419596 w 2671650"/>
              <a:gd name="connsiteY1102" fmla="*/ 259269 h 601039"/>
              <a:gd name="connsiteX1103" fmla="*/ 419300 w 2671650"/>
              <a:gd name="connsiteY1103" fmla="*/ 259209 h 601039"/>
              <a:gd name="connsiteX1104" fmla="*/ 437631 w 2671650"/>
              <a:gd name="connsiteY1104" fmla="*/ 257136 h 601039"/>
              <a:gd name="connsiteX1105" fmla="*/ 1223359 w 2671650"/>
              <a:gd name="connsiteY1105" fmla="*/ 243025 h 601039"/>
              <a:gd name="connsiteX1106" fmla="*/ 1215718 w 2671650"/>
              <a:gd name="connsiteY1106" fmla="*/ 244057 h 601039"/>
              <a:gd name="connsiteX1107" fmla="*/ 1207873 w 2671650"/>
              <a:gd name="connsiteY1107" fmla="*/ 246638 h 601039"/>
              <a:gd name="connsiteX1108" fmla="*/ 1201987 w 2671650"/>
              <a:gd name="connsiteY1108" fmla="*/ 250355 h 601039"/>
              <a:gd name="connsiteX1109" fmla="*/ 1186707 w 2671650"/>
              <a:gd name="connsiteY1109" fmla="*/ 256962 h 601039"/>
              <a:gd name="connsiteX1110" fmla="*/ 1182062 w 2671650"/>
              <a:gd name="connsiteY1110" fmla="*/ 264809 h 601039"/>
              <a:gd name="connsiteX1111" fmla="*/ 1188669 w 2671650"/>
              <a:gd name="connsiteY1111" fmla="*/ 271416 h 601039"/>
              <a:gd name="connsiteX1112" fmla="*/ 1200335 w 2671650"/>
              <a:gd name="connsiteY1112" fmla="*/ 267803 h 601039"/>
              <a:gd name="connsiteX1113" fmla="*/ 1211279 w 2671650"/>
              <a:gd name="connsiteY1113" fmla="*/ 259337 h 601039"/>
              <a:gd name="connsiteX1114" fmla="*/ 1220365 w 2671650"/>
              <a:gd name="connsiteY1114" fmla="*/ 251285 h 601039"/>
              <a:gd name="connsiteX1115" fmla="*/ 1223359 w 2671650"/>
              <a:gd name="connsiteY1115" fmla="*/ 243025 h 601039"/>
              <a:gd name="connsiteX1116" fmla="*/ 1586050 w 2671650"/>
              <a:gd name="connsiteY1116" fmla="*/ 226403 h 601039"/>
              <a:gd name="connsiteX1117" fmla="*/ 1573970 w 2671650"/>
              <a:gd name="connsiteY1117" fmla="*/ 228468 h 601039"/>
              <a:gd name="connsiteX1118" fmla="*/ 1571079 w 2671650"/>
              <a:gd name="connsiteY1118" fmla="*/ 234868 h 601039"/>
              <a:gd name="connsiteX1119" fmla="*/ 1572009 w 2671650"/>
              <a:gd name="connsiteY1119" fmla="*/ 240857 h 601039"/>
              <a:gd name="connsiteX1120" fmla="*/ 1582333 w 2671650"/>
              <a:gd name="connsiteY1120" fmla="*/ 241992 h 601039"/>
              <a:gd name="connsiteX1121" fmla="*/ 1582436 w 2671650"/>
              <a:gd name="connsiteY1121" fmla="*/ 241992 h 601039"/>
              <a:gd name="connsiteX1122" fmla="*/ 1589354 w 2671650"/>
              <a:gd name="connsiteY1122" fmla="*/ 230016 h 601039"/>
              <a:gd name="connsiteX1123" fmla="*/ 1589377 w 2671650"/>
              <a:gd name="connsiteY1123" fmla="*/ 229470 h 601039"/>
              <a:gd name="connsiteX1124" fmla="*/ 1586050 w 2671650"/>
              <a:gd name="connsiteY1124" fmla="*/ 226403 h 601039"/>
              <a:gd name="connsiteX1125" fmla="*/ 1622184 w 2671650"/>
              <a:gd name="connsiteY1125" fmla="*/ 215665 h 601039"/>
              <a:gd name="connsiteX1126" fmla="*/ 1612790 w 2671650"/>
              <a:gd name="connsiteY1126" fmla="*/ 218763 h 601039"/>
              <a:gd name="connsiteX1127" fmla="*/ 1611653 w 2671650"/>
              <a:gd name="connsiteY1127" fmla="*/ 228158 h 601039"/>
              <a:gd name="connsiteX1128" fmla="*/ 1617434 w 2671650"/>
              <a:gd name="connsiteY1128" fmla="*/ 233422 h 601039"/>
              <a:gd name="connsiteX1129" fmla="*/ 1627759 w 2671650"/>
              <a:gd name="connsiteY1129" fmla="*/ 225680 h 601039"/>
              <a:gd name="connsiteX1130" fmla="*/ 1628173 w 2671650"/>
              <a:gd name="connsiteY1130" fmla="*/ 225680 h 601039"/>
              <a:gd name="connsiteX1131" fmla="*/ 1628173 w 2671650"/>
              <a:gd name="connsiteY1131" fmla="*/ 217834 h 601039"/>
              <a:gd name="connsiteX1132" fmla="*/ 1622184 w 2671650"/>
              <a:gd name="connsiteY1132" fmla="*/ 215665 h 601039"/>
              <a:gd name="connsiteX1133" fmla="*/ 1244627 w 2671650"/>
              <a:gd name="connsiteY1133" fmla="*/ 203792 h 601039"/>
              <a:gd name="connsiteX1134" fmla="*/ 1253505 w 2671650"/>
              <a:gd name="connsiteY1134" fmla="*/ 207200 h 601039"/>
              <a:gd name="connsiteX1135" fmla="*/ 1263830 w 2671650"/>
              <a:gd name="connsiteY1135" fmla="*/ 207200 h 601039"/>
              <a:gd name="connsiteX1136" fmla="*/ 1278387 w 2671650"/>
              <a:gd name="connsiteY1136" fmla="*/ 216698 h 601039"/>
              <a:gd name="connsiteX1137" fmla="*/ 1282413 w 2671650"/>
              <a:gd name="connsiteY1137" fmla="*/ 228777 h 601039"/>
              <a:gd name="connsiteX1138" fmla="*/ 1282413 w 2671650"/>
              <a:gd name="connsiteY1138" fmla="*/ 238173 h 601039"/>
              <a:gd name="connsiteX1139" fmla="*/ 1270127 w 2671650"/>
              <a:gd name="connsiteY1139" fmla="*/ 250665 h 601039"/>
              <a:gd name="connsiteX1140" fmla="*/ 1269714 w 2671650"/>
              <a:gd name="connsiteY1140" fmla="*/ 250665 h 601039"/>
              <a:gd name="connsiteX1141" fmla="*/ 1263830 w 2671650"/>
              <a:gd name="connsiteY1141" fmla="*/ 260989 h 601039"/>
              <a:gd name="connsiteX1142" fmla="*/ 1244523 w 2671650"/>
              <a:gd name="connsiteY1142" fmla="*/ 294646 h 601039"/>
              <a:gd name="connsiteX1143" fmla="*/ 1236057 w 2671650"/>
              <a:gd name="connsiteY1143" fmla="*/ 305487 h 601039"/>
              <a:gd name="connsiteX1144" fmla="*/ 1229759 w 2671650"/>
              <a:gd name="connsiteY1144" fmla="*/ 306313 h 601039"/>
              <a:gd name="connsiteX1145" fmla="*/ 1223772 w 2671650"/>
              <a:gd name="connsiteY1145" fmla="*/ 313023 h 601039"/>
              <a:gd name="connsiteX1146" fmla="*/ 1225733 w 2671650"/>
              <a:gd name="connsiteY1146" fmla="*/ 325309 h 601039"/>
              <a:gd name="connsiteX1147" fmla="*/ 1225733 w 2671650"/>
              <a:gd name="connsiteY1147" fmla="*/ 379924 h 601039"/>
              <a:gd name="connsiteX1148" fmla="*/ 1215409 w 2671650"/>
              <a:gd name="connsiteY1148" fmla="*/ 395411 h 601039"/>
              <a:gd name="connsiteX1149" fmla="*/ 1204362 w 2671650"/>
              <a:gd name="connsiteY1149" fmla="*/ 406457 h 601039"/>
              <a:gd name="connsiteX1150" fmla="*/ 1194038 w 2671650"/>
              <a:gd name="connsiteY1150" fmla="*/ 411723 h 601039"/>
              <a:gd name="connsiteX1151" fmla="*/ 1189392 w 2671650"/>
              <a:gd name="connsiteY1151" fmla="*/ 408522 h 601039"/>
              <a:gd name="connsiteX1152" fmla="*/ 1182164 w 2671650"/>
              <a:gd name="connsiteY1152" fmla="*/ 405322 h 601039"/>
              <a:gd name="connsiteX1153" fmla="*/ 1176486 w 2671650"/>
              <a:gd name="connsiteY1153" fmla="*/ 400883 h 601039"/>
              <a:gd name="connsiteX1154" fmla="*/ 1166988 w 2671650"/>
              <a:gd name="connsiteY1154" fmla="*/ 396237 h 601039"/>
              <a:gd name="connsiteX1155" fmla="*/ 1161826 w 2671650"/>
              <a:gd name="connsiteY1155" fmla="*/ 386532 h 601039"/>
              <a:gd name="connsiteX1156" fmla="*/ 1147269 w 2671650"/>
              <a:gd name="connsiteY1156" fmla="*/ 371665 h 601039"/>
              <a:gd name="connsiteX1157" fmla="*/ 1156560 w 2671650"/>
              <a:gd name="connsiteY1157" fmla="*/ 367845 h 601039"/>
              <a:gd name="connsiteX1158" fmla="*/ 1170291 w 2671650"/>
              <a:gd name="connsiteY1158" fmla="*/ 372594 h 601039"/>
              <a:gd name="connsiteX1159" fmla="*/ 1181339 w 2671650"/>
              <a:gd name="connsiteY1159" fmla="*/ 359689 h 601039"/>
              <a:gd name="connsiteX1160" fmla="*/ 1181339 w 2671650"/>
              <a:gd name="connsiteY1160" fmla="*/ 350706 h 601039"/>
              <a:gd name="connsiteX1161" fmla="*/ 1181339 w 2671650"/>
              <a:gd name="connsiteY1161" fmla="*/ 338421 h 601039"/>
              <a:gd name="connsiteX1162" fmla="*/ 1183300 w 2671650"/>
              <a:gd name="connsiteY1162" fmla="*/ 322005 h 601039"/>
              <a:gd name="connsiteX1163" fmla="*/ 1180307 w 2671650"/>
              <a:gd name="connsiteY1163" fmla="*/ 316430 h 601039"/>
              <a:gd name="connsiteX1164" fmla="*/ 1171427 w 2671650"/>
              <a:gd name="connsiteY1164" fmla="*/ 313952 h 601039"/>
              <a:gd name="connsiteX1165" fmla="*/ 1164407 w 2671650"/>
              <a:gd name="connsiteY1165" fmla="*/ 315191 h 601039"/>
              <a:gd name="connsiteX1166" fmla="*/ 1153154 w 2671650"/>
              <a:gd name="connsiteY1166" fmla="*/ 314159 h 601039"/>
              <a:gd name="connsiteX1167" fmla="*/ 1149127 w 2671650"/>
              <a:gd name="connsiteY1167" fmla="*/ 310545 h 601039"/>
              <a:gd name="connsiteX1168" fmla="*/ 1146855 w 2671650"/>
              <a:gd name="connsiteY1168" fmla="*/ 302286 h 601039"/>
              <a:gd name="connsiteX1169" fmla="*/ 1144894 w 2671650"/>
              <a:gd name="connsiteY1169" fmla="*/ 297846 h 601039"/>
              <a:gd name="connsiteX1170" fmla="*/ 1143861 w 2671650"/>
              <a:gd name="connsiteY1170" fmla="*/ 289174 h 601039"/>
              <a:gd name="connsiteX1171" fmla="*/ 1141073 w 2671650"/>
              <a:gd name="connsiteY1171" fmla="*/ 276476 h 601039"/>
              <a:gd name="connsiteX1172" fmla="*/ 1138390 w 2671650"/>
              <a:gd name="connsiteY1172" fmla="*/ 260163 h 601039"/>
              <a:gd name="connsiteX1173" fmla="*/ 1137564 w 2671650"/>
              <a:gd name="connsiteY1173" fmla="*/ 243644 h 601039"/>
              <a:gd name="connsiteX1174" fmla="*/ 1147888 w 2671650"/>
              <a:gd name="connsiteY1174" fmla="*/ 224958 h 601039"/>
              <a:gd name="connsiteX1175" fmla="*/ 1157386 w 2671650"/>
              <a:gd name="connsiteY1175" fmla="*/ 220725 h 601039"/>
              <a:gd name="connsiteX1176" fmla="*/ 1165852 w 2671650"/>
              <a:gd name="connsiteY1176" fmla="*/ 225163 h 601039"/>
              <a:gd name="connsiteX1177" fmla="*/ 1169878 w 2671650"/>
              <a:gd name="connsiteY1177" fmla="*/ 230532 h 601039"/>
              <a:gd name="connsiteX1178" fmla="*/ 1187430 w 2671650"/>
              <a:gd name="connsiteY1178" fmla="*/ 225370 h 601039"/>
              <a:gd name="connsiteX1179" fmla="*/ 1200438 w 2671650"/>
              <a:gd name="connsiteY1179" fmla="*/ 221860 h 601039"/>
              <a:gd name="connsiteX1180" fmla="*/ 1209937 w 2671650"/>
              <a:gd name="connsiteY1180" fmla="*/ 218453 h 601039"/>
              <a:gd name="connsiteX1181" fmla="*/ 1217370 w 2671650"/>
              <a:gd name="connsiteY1181" fmla="*/ 216285 h 601039"/>
              <a:gd name="connsiteX1182" fmla="*/ 1227694 w 2671650"/>
              <a:gd name="connsiteY1182" fmla="*/ 212258 h 601039"/>
              <a:gd name="connsiteX1183" fmla="*/ 1233580 w 2671650"/>
              <a:gd name="connsiteY1183" fmla="*/ 208439 h 601039"/>
              <a:gd name="connsiteX1184" fmla="*/ 1238741 w 2671650"/>
              <a:gd name="connsiteY1184" fmla="*/ 205754 h 601039"/>
              <a:gd name="connsiteX1185" fmla="*/ 1244627 w 2671650"/>
              <a:gd name="connsiteY1185" fmla="*/ 203792 h 601039"/>
              <a:gd name="connsiteX1186" fmla="*/ 1582952 w 2671650"/>
              <a:gd name="connsiteY1186" fmla="*/ 186861 h 601039"/>
              <a:gd name="connsiteX1187" fmla="*/ 1572628 w 2671650"/>
              <a:gd name="connsiteY1187" fmla="*/ 193984 h 601039"/>
              <a:gd name="connsiteX1188" fmla="*/ 1573764 w 2671650"/>
              <a:gd name="connsiteY1188" fmla="*/ 204309 h 601039"/>
              <a:gd name="connsiteX1189" fmla="*/ 1578202 w 2671650"/>
              <a:gd name="connsiteY1189" fmla="*/ 206993 h 601039"/>
              <a:gd name="connsiteX1190" fmla="*/ 1589972 w 2671650"/>
              <a:gd name="connsiteY1190" fmla="*/ 195843 h 601039"/>
              <a:gd name="connsiteX1191" fmla="*/ 1590488 w 2671650"/>
              <a:gd name="connsiteY1191" fmla="*/ 195533 h 601039"/>
              <a:gd name="connsiteX1192" fmla="*/ 1582952 w 2671650"/>
              <a:gd name="connsiteY1192" fmla="*/ 186861 h 601039"/>
              <a:gd name="connsiteX1193" fmla="*/ 1638703 w 2671650"/>
              <a:gd name="connsiteY1193" fmla="*/ 171684 h 601039"/>
              <a:gd name="connsiteX1194" fmla="*/ 1615061 w 2671650"/>
              <a:gd name="connsiteY1194" fmla="*/ 180975 h 601039"/>
              <a:gd name="connsiteX1195" fmla="*/ 1618467 w 2671650"/>
              <a:gd name="connsiteY1195" fmla="*/ 192125 h 601039"/>
              <a:gd name="connsiteX1196" fmla="*/ 1631166 w 2671650"/>
              <a:gd name="connsiteY1196" fmla="*/ 192848 h 601039"/>
              <a:gd name="connsiteX1197" fmla="*/ 1639632 w 2671650"/>
              <a:gd name="connsiteY1197" fmla="*/ 180769 h 601039"/>
              <a:gd name="connsiteX1198" fmla="*/ 1638703 w 2671650"/>
              <a:gd name="connsiteY1198" fmla="*/ 171684 h 601039"/>
              <a:gd name="connsiteX1199" fmla="*/ 1976099 w 2671650"/>
              <a:gd name="connsiteY1199" fmla="*/ 169310 h 601039"/>
              <a:gd name="connsiteX1200" fmla="*/ 1983017 w 2671650"/>
              <a:gd name="connsiteY1200" fmla="*/ 173336 h 601039"/>
              <a:gd name="connsiteX1201" fmla="*/ 1993341 w 2671650"/>
              <a:gd name="connsiteY1201" fmla="*/ 182938 h 601039"/>
              <a:gd name="connsiteX1202" fmla="*/ 1996438 w 2671650"/>
              <a:gd name="connsiteY1202" fmla="*/ 192436 h 601039"/>
              <a:gd name="connsiteX1203" fmla="*/ 2000465 w 2671650"/>
              <a:gd name="connsiteY1203" fmla="*/ 198733 h 601039"/>
              <a:gd name="connsiteX1204" fmla="*/ 1984462 w 2671650"/>
              <a:gd name="connsiteY1204" fmla="*/ 213600 h 601039"/>
              <a:gd name="connsiteX1205" fmla="*/ 1971867 w 2671650"/>
              <a:gd name="connsiteY1205" fmla="*/ 223925 h 601039"/>
              <a:gd name="connsiteX1206" fmla="*/ 1962161 w 2671650"/>
              <a:gd name="connsiteY1206" fmla="*/ 230429 h 601039"/>
              <a:gd name="connsiteX1207" fmla="*/ 1942856 w 2671650"/>
              <a:gd name="connsiteY1207" fmla="*/ 243954 h 601039"/>
              <a:gd name="connsiteX1208" fmla="*/ 1947501 w 2671650"/>
              <a:gd name="connsiteY1208" fmla="*/ 260060 h 601039"/>
              <a:gd name="connsiteX1209" fmla="*/ 1944301 w 2671650"/>
              <a:gd name="connsiteY1209" fmla="*/ 267493 h 601039"/>
              <a:gd name="connsiteX1210" fmla="*/ 1941720 w 2671650"/>
              <a:gd name="connsiteY1210" fmla="*/ 274307 h 601039"/>
              <a:gd name="connsiteX1211" fmla="*/ 1939758 w 2671650"/>
              <a:gd name="connsiteY1211" fmla="*/ 281534 h 601039"/>
              <a:gd name="connsiteX1212" fmla="*/ 1938416 w 2671650"/>
              <a:gd name="connsiteY1212" fmla="*/ 289174 h 601039"/>
              <a:gd name="connsiteX1213" fmla="*/ 1939448 w 2671650"/>
              <a:gd name="connsiteY1213" fmla="*/ 308996 h 601039"/>
              <a:gd name="connsiteX1214" fmla="*/ 1975171 w 2671650"/>
              <a:gd name="connsiteY1214" fmla="*/ 308170 h 601039"/>
              <a:gd name="connsiteX1215" fmla="*/ 1984463 w 2671650"/>
              <a:gd name="connsiteY1215" fmla="*/ 304558 h 601039"/>
              <a:gd name="connsiteX1216" fmla="*/ 1993341 w 2671650"/>
              <a:gd name="connsiteY1216" fmla="*/ 303628 h 601039"/>
              <a:gd name="connsiteX1217" fmla="*/ 2003047 w 2671650"/>
              <a:gd name="connsiteY1217" fmla="*/ 306209 h 601039"/>
              <a:gd name="connsiteX1218" fmla="*/ 2012544 w 2671650"/>
              <a:gd name="connsiteY1218" fmla="*/ 311474 h 601039"/>
              <a:gd name="connsiteX1219" fmla="*/ 2024933 w 2671650"/>
              <a:gd name="connsiteY1219" fmla="*/ 321798 h 601039"/>
              <a:gd name="connsiteX1220" fmla="*/ 2026069 w 2671650"/>
              <a:gd name="connsiteY1220" fmla="*/ 330265 h 601039"/>
              <a:gd name="connsiteX1221" fmla="*/ 2024313 w 2671650"/>
              <a:gd name="connsiteY1221" fmla="*/ 330471 h 601039"/>
              <a:gd name="connsiteX1222" fmla="*/ 2025552 w 2671650"/>
              <a:gd name="connsiteY1222" fmla="*/ 333568 h 601039"/>
              <a:gd name="connsiteX1223" fmla="*/ 2026379 w 2671650"/>
              <a:gd name="connsiteY1223" fmla="*/ 338111 h 601039"/>
              <a:gd name="connsiteX1224" fmla="*/ 2023281 w 2671650"/>
              <a:gd name="connsiteY1224" fmla="*/ 345442 h 601039"/>
              <a:gd name="connsiteX1225" fmla="*/ 2017086 w 2671650"/>
              <a:gd name="connsiteY1225" fmla="*/ 351739 h 601039"/>
              <a:gd name="connsiteX1226" fmla="*/ 2005007 w 2671650"/>
              <a:gd name="connsiteY1226" fmla="*/ 352462 h 601039"/>
              <a:gd name="connsiteX1227" fmla="*/ 1991895 w 2671650"/>
              <a:gd name="connsiteY1227" fmla="*/ 350190 h 601039"/>
              <a:gd name="connsiteX1228" fmla="*/ 1978474 w 2671650"/>
              <a:gd name="connsiteY1228" fmla="*/ 351326 h 601039"/>
              <a:gd name="connsiteX1229" fmla="*/ 1956277 w 2671650"/>
              <a:gd name="connsiteY1229" fmla="*/ 349467 h 601039"/>
              <a:gd name="connsiteX1230" fmla="*/ 1935628 w 2671650"/>
              <a:gd name="connsiteY1230" fmla="*/ 349467 h 601039"/>
              <a:gd name="connsiteX1231" fmla="*/ 1914980 w 2671650"/>
              <a:gd name="connsiteY1231" fmla="*/ 351119 h 601039"/>
              <a:gd name="connsiteX1232" fmla="*/ 1895260 w 2671650"/>
              <a:gd name="connsiteY1232" fmla="*/ 353907 h 601039"/>
              <a:gd name="connsiteX1233" fmla="*/ 1872857 w 2671650"/>
              <a:gd name="connsiteY1233" fmla="*/ 353391 h 601039"/>
              <a:gd name="connsiteX1234" fmla="*/ 1833109 w 2671650"/>
              <a:gd name="connsiteY1234" fmla="*/ 361547 h 601039"/>
              <a:gd name="connsiteX1235" fmla="*/ 1784378 w 2671650"/>
              <a:gd name="connsiteY1235" fmla="*/ 380131 h 601039"/>
              <a:gd name="connsiteX1236" fmla="*/ 1765795 w 2671650"/>
              <a:gd name="connsiteY1236" fmla="*/ 362579 h 601039"/>
              <a:gd name="connsiteX1237" fmla="*/ 1765795 w 2671650"/>
              <a:gd name="connsiteY1237" fmla="*/ 352255 h 601039"/>
              <a:gd name="connsiteX1238" fmla="*/ 1764659 w 2671650"/>
              <a:gd name="connsiteY1238" fmla="*/ 339660 h 601039"/>
              <a:gd name="connsiteX1239" fmla="*/ 1785307 w 2671650"/>
              <a:gd name="connsiteY1239" fmla="*/ 328406 h 601039"/>
              <a:gd name="connsiteX1240" fmla="*/ 1797283 w 2671650"/>
              <a:gd name="connsiteY1240" fmla="*/ 329542 h 601039"/>
              <a:gd name="connsiteX1241" fmla="*/ 1822061 w 2671650"/>
              <a:gd name="connsiteY1241" fmla="*/ 320146 h 601039"/>
              <a:gd name="connsiteX1242" fmla="*/ 1832386 w 2671650"/>
              <a:gd name="connsiteY1242" fmla="*/ 318186 h 601039"/>
              <a:gd name="connsiteX1243" fmla="*/ 1859539 w 2671650"/>
              <a:gd name="connsiteY1243" fmla="*/ 306828 h 601039"/>
              <a:gd name="connsiteX1244" fmla="*/ 1880806 w 2671650"/>
              <a:gd name="connsiteY1244" fmla="*/ 270487 h 601039"/>
              <a:gd name="connsiteX1245" fmla="*/ 1882975 w 2671650"/>
              <a:gd name="connsiteY1245" fmla="*/ 258305 h 601039"/>
              <a:gd name="connsiteX1246" fmla="*/ 1880806 w 2671650"/>
              <a:gd name="connsiteY1246" fmla="*/ 248703 h 601039"/>
              <a:gd name="connsiteX1247" fmla="*/ 1870482 w 2671650"/>
              <a:gd name="connsiteY1247" fmla="*/ 250355 h 601039"/>
              <a:gd name="connsiteX1248" fmla="*/ 1856958 w 2671650"/>
              <a:gd name="connsiteY1248" fmla="*/ 251285 h 601039"/>
              <a:gd name="connsiteX1249" fmla="*/ 1852828 w 2671650"/>
              <a:gd name="connsiteY1249" fmla="*/ 238998 h 601039"/>
              <a:gd name="connsiteX1250" fmla="*/ 1844775 w 2671650"/>
              <a:gd name="connsiteY1250" fmla="*/ 224235 h 601039"/>
              <a:gd name="connsiteX1251" fmla="*/ 1842710 w 2671650"/>
              <a:gd name="connsiteY1251" fmla="*/ 212361 h 601039"/>
              <a:gd name="connsiteX1252" fmla="*/ 1841678 w 2671650"/>
              <a:gd name="connsiteY1252" fmla="*/ 200902 h 601039"/>
              <a:gd name="connsiteX1253" fmla="*/ 1852002 w 2671650"/>
              <a:gd name="connsiteY1253" fmla="*/ 192333 h 601039"/>
              <a:gd name="connsiteX1254" fmla="*/ 1870173 w 2671650"/>
              <a:gd name="connsiteY1254" fmla="*/ 196669 h 601039"/>
              <a:gd name="connsiteX1255" fmla="*/ 1913535 w 2671650"/>
              <a:gd name="connsiteY1255" fmla="*/ 189442 h 601039"/>
              <a:gd name="connsiteX1256" fmla="*/ 1921071 w 2671650"/>
              <a:gd name="connsiteY1256" fmla="*/ 187377 h 601039"/>
              <a:gd name="connsiteX1257" fmla="*/ 1926440 w 2671650"/>
              <a:gd name="connsiteY1257" fmla="*/ 185312 h 601039"/>
              <a:gd name="connsiteX1258" fmla="*/ 1958962 w 2671650"/>
              <a:gd name="connsiteY1258" fmla="*/ 171582 h 601039"/>
              <a:gd name="connsiteX1259" fmla="*/ 1968150 w 2671650"/>
              <a:gd name="connsiteY1259" fmla="*/ 170446 h 601039"/>
              <a:gd name="connsiteX1260" fmla="*/ 1976099 w 2671650"/>
              <a:gd name="connsiteY1260" fmla="*/ 169310 h 601039"/>
              <a:gd name="connsiteX1261" fmla="*/ 1519355 w 2671650"/>
              <a:gd name="connsiteY1261" fmla="*/ 157334 h 601039"/>
              <a:gd name="connsiteX1262" fmla="*/ 1528647 w 2671650"/>
              <a:gd name="connsiteY1262" fmla="*/ 169517 h 601039"/>
              <a:gd name="connsiteX1263" fmla="*/ 1526478 w 2671650"/>
              <a:gd name="connsiteY1263" fmla="*/ 181802 h 601039"/>
              <a:gd name="connsiteX1264" fmla="*/ 1522245 w 2671650"/>
              <a:gd name="connsiteY1264" fmla="*/ 195843 h 601039"/>
              <a:gd name="connsiteX1265" fmla="*/ 1514606 w 2671650"/>
              <a:gd name="connsiteY1265" fmla="*/ 206167 h 601039"/>
              <a:gd name="connsiteX1266" fmla="*/ 1501908 w 2671650"/>
              <a:gd name="connsiteY1266" fmla="*/ 220208 h 601039"/>
              <a:gd name="connsiteX1267" fmla="*/ 1500565 w 2671650"/>
              <a:gd name="connsiteY1267" fmla="*/ 235798 h 601039"/>
              <a:gd name="connsiteX1268" fmla="*/ 1501494 w 2671650"/>
              <a:gd name="connsiteY1268" fmla="*/ 246122 h 601039"/>
              <a:gd name="connsiteX1269" fmla="*/ 1509753 w 2671650"/>
              <a:gd name="connsiteY1269" fmla="*/ 246122 h 601039"/>
              <a:gd name="connsiteX1270" fmla="*/ 1512438 w 2671650"/>
              <a:gd name="connsiteY1270" fmla="*/ 253658 h 601039"/>
              <a:gd name="connsiteX1271" fmla="*/ 1517497 w 2671650"/>
              <a:gd name="connsiteY1271" fmla="*/ 265739 h 601039"/>
              <a:gd name="connsiteX1272" fmla="*/ 1515742 w 2671650"/>
              <a:gd name="connsiteY1272" fmla="*/ 270590 h 601039"/>
              <a:gd name="connsiteX1273" fmla="*/ 1491893 w 2671650"/>
              <a:gd name="connsiteY1273" fmla="*/ 293510 h 601039"/>
              <a:gd name="connsiteX1274" fmla="*/ 1493029 w 2671650"/>
              <a:gd name="connsiteY1274" fmla="*/ 302906 h 601039"/>
              <a:gd name="connsiteX1275" fmla="*/ 1502114 w 2671650"/>
              <a:gd name="connsiteY1275" fmla="*/ 302906 h 601039"/>
              <a:gd name="connsiteX1276" fmla="*/ 1501804 w 2671650"/>
              <a:gd name="connsiteY1276" fmla="*/ 303525 h 601039"/>
              <a:gd name="connsiteX1277" fmla="*/ 1510063 w 2671650"/>
              <a:gd name="connsiteY1277" fmla="*/ 308893 h 601039"/>
              <a:gd name="connsiteX1278" fmla="*/ 1512541 w 2671650"/>
              <a:gd name="connsiteY1278" fmla="*/ 317773 h 601039"/>
              <a:gd name="connsiteX1279" fmla="*/ 1489312 w 2671650"/>
              <a:gd name="connsiteY1279" fmla="*/ 345647 h 601039"/>
              <a:gd name="connsiteX1280" fmla="*/ 1451422 w 2671650"/>
              <a:gd name="connsiteY1280" fmla="*/ 364541 h 601039"/>
              <a:gd name="connsiteX1281" fmla="*/ 1432941 w 2671650"/>
              <a:gd name="connsiteY1281" fmla="*/ 381060 h 601039"/>
              <a:gd name="connsiteX1282" fmla="*/ 1425612 w 2671650"/>
              <a:gd name="connsiteY1282" fmla="*/ 381060 h 601039"/>
              <a:gd name="connsiteX1283" fmla="*/ 1415288 w 2671650"/>
              <a:gd name="connsiteY1283" fmla="*/ 378169 h 601039"/>
              <a:gd name="connsiteX1284" fmla="*/ 1410848 w 2671650"/>
              <a:gd name="connsiteY1284" fmla="*/ 369084 h 601039"/>
              <a:gd name="connsiteX1285" fmla="*/ 1404446 w 2671650"/>
              <a:gd name="connsiteY1285" fmla="*/ 359895 h 601039"/>
              <a:gd name="connsiteX1286" fmla="*/ 1401556 w 2671650"/>
              <a:gd name="connsiteY1286" fmla="*/ 343170 h 601039"/>
              <a:gd name="connsiteX1287" fmla="*/ 1417971 w 2671650"/>
              <a:gd name="connsiteY1287" fmla="*/ 327374 h 601039"/>
              <a:gd name="connsiteX1288" fmla="*/ 1427367 w 2671650"/>
              <a:gd name="connsiteY1288" fmla="*/ 320456 h 601039"/>
              <a:gd name="connsiteX1289" fmla="*/ 1434077 w 2671650"/>
              <a:gd name="connsiteY1289" fmla="*/ 313539 h 601039"/>
              <a:gd name="connsiteX1290" fmla="*/ 1435832 w 2671650"/>
              <a:gd name="connsiteY1290" fmla="*/ 306828 h 601039"/>
              <a:gd name="connsiteX1291" fmla="*/ 1437793 w 2671650"/>
              <a:gd name="connsiteY1291" fmla="*/ 298156 h 601039"/>
              <a:gd name="connsiteX1292" fmla="*/ 1434696 w 2671650"/>
              <a:gd name="connsiteY1292" fmla="*/ 291240 h 601039"/>
              <a:gd name="connsiteX1293" fmla="*/ 1430979 w 2671650"/>
              <a:gd name="connsiteY1293" fmla="*/ 285251 h 601039"/>
              <a:gd name="connsiteX1294" fmla="*/ 1423546 w 2671650"/>
              <a:gd name="connsiteY1294" fmla="*/ 272346 h 601039"/>
              <a:gd name="connsiteX1295" fmla="*/ 1435419 w 2671650"/>
              <a:gd name="connsiteY1295" fmla="*/ 260060 h 601039"/>
              <a:gd name="connsiteX1296" fmla="*/ 1443368 w 2671650"/>
              <a:gd name="connsiteY1296" fmla="*/ 260060 h 601039"/>
              <a:gd name="connsiteX1297" fmla="*/ 1454520 w 2671650"/>
              <a:gd name="connsiteY1297" fmla="*/ 250872 h 601039"/>
              <a:gd name="connsiteX1298" fmla="*/ 1456996 w 2671650"/>
              <a:gd name="connsiteY1298" fmla="*/ 233940 h 601039"/>
              <a:gd name="connsiteX1299" fmla="*/ 1448324 w 2671650"/>
              <a:gd name="connsiteY1299" fmla="*/ 225887 h 601039"/>
              <a:gd name="connsiteX1300" fmla="*/ 1438000 w 2671650"/>
              <a:gd name="connsiteY1300" fmla="*/ 222170 h 601039"/>
              <a:gd name="connsiteX1301" fmla="*/ 1431496 w 2671650"/>
              <a:gd name="connsiteY1301" fmla="*/ 215046 h 601039"/>
              <a:gd name="connsiteX1302" fmla="*/ 1426128 w 2671650"/>
              <a:gd name="connsiteY1302" fmla="*/ 211433 h 601039"/>
              <a:gd name="connsiteX1303" fmla="*/ 1423236 w 2671650"/>
              <a:gd name="connsiteY1303" fmla="*/ 199354 h 601039"/>
              <a:gd name="connsiteX1304" fmla="*/ 1428812 w 2671650"/>
              <a:gd name="connsiteY1304" fmla="*/ 195843 h 601039"/>
              <a:gd name="connsiteX1305" fmla="*/ 1433044 w 2671650"/>
              <a:gd name="connsiteY1305" fmla="*/ 189339 h 601039"/>
              <a:gd name="connsiteX1306" fmla="*/ 1442027 w 2671650"/>
              <a:gd name="connsiteY1306" fmla="*/ 184074 h 601039"/>
              <a:gd name="connsiteX1307" fmla="*/ 1453797 w 2671650"/>
              <a:gd name="connsiteY1307" fmla="*/ 182732 h 601039"/>
              <a:gd name="connsiteX1308" fmla="*/ 1504798 w 2671650"/>
              <a:gd name="connsiteY1308" fmla="*/ 158367 h 601039"/>
              <a:gd name="connsiteX1309" fmla="*/ 1519355 w 2671650"/>
              <a:gd name="connsiteY1309" fmla="*/ 157334 h 601039"/>
              <a:gd name="connsiteX1310" fmla="*/ 2231935 w 2671650"/>
              <a:gd name="connsiteY1310" fmla="*/ 156920 h 601039"/>
              <a:gd name="connsiteX1311" fmla="*/ 2246905 w 2671650"/>
              <a:gd name="connsiteY1311" fmla="*/ 157539 h 601039"/>
              <a:gd name="connsiteX1312" fmla="*/ 2258881 w 2671650"/>
              <a:gd name="connsiteY1312" fmla="*/ 167347 h 601039"/>
              <a:gd name="connsiteX1313" fmla="*/ 2261669 w 2671650"/>
              <a:gd name="connsiteY1313" fmla="*/ 175813 h 601039"/>
              <a:gd name="connsiteX1314" fmla="*/ 2263321 w 2671650"/>
              <a:gd name="connsiteY1314" fmla="*/ 183969 h 601039"/>
              <a:gd name="connsiteX1315" fmla="*/ 2257023 w 2671650"/>
              <a:gd name="connsiteY1315" fmla="*/ 199146 h 601039"/>
              <a:gd name="connsiteX1316" fmla="*/ 2257023 w 2671650"/>
              <a:gd name="connsiteY1316" fmla="*/ 208024 h 601039"/>
              <a:gd name="connsiteX1317" fmla="*/ 2263115 w 2671650"/>
              <a:gd name="connsiteY1317" fmla="*/ 206476 h 601039"/>
              <a:gd name="connsiteX1318" fmla="*/ 2270754 w 2671650"/>
              <a:gd name="connsiteY1318" fmla="*/ 203069 h 601039"/>
              <a:gd name="connsiteX1319" fmla="*/ 2279736 w 2671650"/>
              <a:gd name="connsiteY1319" fmla="*/ 199972 h 601039"/>
              <a:gd name="connsiteX1320" fmla="*/ 2290061 w 2671650"/>
              <a:gd name="connsiteY1320" fmla="*/ 192538 h 601039"/>
              <a:gd name="connsiteX1321" fmla="*/ 2306166 w 2671650"/>
              <a:gd name="connsiteY1321" fmla="*/ 192538 h 601039"/>
              <a:gd name="connsiteX1322" fmla="*/ 2320207 w 2671650"/>
              <a:gd name="connsiteY1322" fmla="*/ 197081 h 601039"/>
              <a:gd name="connsiteX1323" fmla="*/ 2329912 w 2671650"/>
              <a:gd name="connsiteY1323" fmla="*/ 215562 h 601039"/>
              <a:gd name="connsiteX1324" fmla="*/ 2326195 w 2671650"/>
              <a:gd name="connsiteY1324" fmla="*/ 220207 h 601039"/>
              <a:gd name="connsiteX1325" fmla="*/ 2318453 w 2671650"/>
              <a:gd name="connsiteY1325" fmla="*/ 225989 h 601039"/>
              <a:gd name="connsiteX1326" fmla="*/ 2300591 w 2671650"/>
              <a:gd name="connsiteY1326" fmla="*/ 233628 h 601039"/>
              <a:gd name="connsiteX1327" fmla="*/ 2290267 w 2671650"/>
              <a:gd name="connsiteY1327" fmla="*/ 238068 h 601039"/>
              <a:gd name="connsiteX1328" fmla="*/ 2278292 w 2671650"/>
              <a:gd name="connsiteY1328" fmla="*/ 239617 h 601039"/>
              <a:gd name="connsiteX1329" fmla="*/ 2259914 w 2671650"/>
              <a:gd name="connsiteY1329" fmla="*/ 246637 h 601039"/>
              <a:gd name="connsiteX1330" fmla="*/ 2253822 w 2671650"/>
              <a:gd name="connsiteY1330" fmla="*/ 255516 h 601039"/>
              <a:gd name="connsiteX1331" fmla="*/ 2255990 w 2671650"/>
              <a:gd name="connsiteY1331" fmla="*/ 269764 h 601039"/>
              <a:gd name="connsiteX1332" fmla="*/ 2286344 w 2671650"/>
              <a:gd name="connsiteY1332" fmla="*/ 300736 h 601039"/>
              <a:gd name="connsiteX1333" fmla="*/ 2308747 w 2671650"/>
              <a:gd name="connsiteY1333" fmla="*/ 326031 h 601039"/>
              <a:gd name="connsiteX1334" fmla="*/ 2331771 w 2671650"/>
              <a:gd name="connsiteY1334" fmla="*/ 341826 h 601039"/>
              <a:gd name="connsiteX1335" fmla="*/ 2344986 w 2671650"/>
              <a:gd name="connsiteY1335" fmla="*/ 346989 h 601039"/>
              <a:gd name="connsiteX1336" fmla="*/ 2355310 w 2671650"/>
              <a:gd name="connsiteY1336" fmla="*/ 353494 h 601039"/>
              <a:gd name="connsiteX1337" fmla="*/ 2378126 w 2671650"/>
              <a:gd name="connsiteY1337" fmla="*/ 361959 h 601039"/>
              <a:gd name="connsiteX1338" fmla="*/ 2385973 w 2671650"/>
              <a:gd name="connsiteY1338" fmla="*/ 365573 h 601039"/>
              <a:gd name="connsiteX1339" fmla="*/ 2385147 w 2671650"/>
              <a:gd name="connsiteY1339" fmla="*/ 366605 h 601039"/>
              <a:gd name="connsiteX1340" fmla="*/ 2382669 w 2671650"/>
              <a:gd name="connsiteY1340" fmla="*/ 372593 h 601039"/>
              <a:gd name="connsiteX1341" fmla="*/ 2381534 w 2671650"/>
              <a:gd name="connsiteY1341" fmla="*/ 381058 h 601039"/>
              <a:gd name="connsiteX1342" fmla="*/ 2368422 w 2671650"/>
              <a:gd name="connsiteY1342" fmla="*/ 387873 h 601039"/>
              <a:gd name="connsiteX1343" fmla="*/ 2363053 w 2671650"/>
              <a:gd name="connsiteY1343" fmla="*/ 392313 h 601039"/>
              <a:gd name="connsiteX1344" fmla="*/ 2357684 w 2671650"/>
              <a:gd name="connsiteY1344" fmla="*/ 393448 h 601039"/>
              <a:gd name="connsiteX1345" fmla="*/ 2345605 w 2671650"/>
              <a:gd name="connsiteY1345" fmla="*/ 392726 h 601039"/>
              <a:gd name="connsiteX1346" fmla="*/ 2333113 w 2671650"/>
              <a:gd name="connsiteY1346" fmla="*/ 392726 h 601039"/>
              <a:gd name="connsiteX1347" fmla="*/ 2322168 w 2671650"/>
              <a:gd name="connsiteY1347" fmla="*/ 390661 h 601039"/>
              <a:gd name="connsiteX1348" fmla="*/ 2305031 w 2671650"/>
              <a:gd name="connsiteY1348" fmla="*/ 388286 h 601039"/>
              <a:gd name="connsiteX1349" fmla="*/ 2295326 w 2671650"/>
              <a:gd name="connsiteY1349" fmla="*/ 381576 h 601039"/>
              <a:gd name="connsiteX1350" fmla="*/ 2280459 w 2671650"/>
              <a:gd name="connsiteY1350" fmla="*/ 355041 h 601039"/>
              <a:gd name="connsiteX1351" fmla="*/ 2263631 w 2671650"/>
              <a:gd name="connsiteY1351" fmla="*/ 333671 h 601039"/>
              <a:gd name="connsiteX1352" fmla="*/ 2253306 w 2671650"/>
              <a:gd name="connsiteY1352" fmla="*/ 322004 h 601039"/>
              <a:gd name="connsiteX1353" fmla="*/ 2229870 w 2671650"/>
              <a:gd name="connsiteY1353" fmla="*/ 301355 h 601039"/>
              <a:gd name="connsiteX1354" fmla="*/ 2213661 w 2671650"/>
              <a:gd name="connsiteY1354" fmla="*/ 325928 h 601039"/>
              <a:gd name="connsiteX1355" fmla="*/ 2190225 w 2671650"/>
              <a:gd name="connsiteY1355" fmla="*/ 348847 h 601039"/>
              <a:gd name="connsiteX1356" fmla="*/ 2166170 w 2671650"/>
              <a:gd name="connsiteY1356" fmla="*/ 363508 h 601039"/>
              <a:gd name="connsiteX1357" fmla="*/ 2148309 w 2671650"/>
              <a:gd name="connsiteY1357" fmla="*/ 373212 h 601039"/>
              <a:gd name="connsiteX1358" fmla="*/ 2131893 w 2671650"/>
              <a:gd name="connsiteY1358" fmla="*/ 377446 h 601039"/>
              <a:gd name="connsiteX1359" fmla="*/ 2122911 w 2671650"/>
              <a:gd name="connsiteY1359" fmla="*/ 379098 h 601039"/>
              <a:gd name="connsiteX1360" fmla="*/ 2116819 w 2671650"/>
              <a:gd name="connsiteY1360" fmla="*/ 373832 h 601039"/>
              <a:gd name="connsiteX1361" fmla="*/ 2112173 w 2671650"/>
              <a:gd name="connsiteY1361" fmla="*/ 364540 h 601039"/>
              <a:gd name="connsiteX1362" fmla="*/ 2104327 w 2671650"/>
              <a:gd name="connsiteY1362" fmla="*/ 361856 h 601039"/>
              <a:gd name="connsiteX1363" fmla="*/ 2109386 w 2671650"/>
              <a:gd name="connsiteY1363" fmla="*/ 355971 h 601039"/>
              <a:gd name="connsiteX1364" fmla="*/ 2120949 w 2671650"/>
              <a:gd name="connsiteY1364" fmla="*/ 349157 h 601039"/>
              <a:gd name="connsiteX1365" fmla="*/ 2128899 w 2671650"/>
              <a:gd name="connsiteY1365" fmla="*/ 343272 h 601039"/>
              <a:gd name="connsiteX1366" fmla="*/ 2134475 w 2671650"/>
              <a:gd name="connsiteY1366" fmla="*/ 340795 h 601039"/>
              <a:gd name="connsiteX1367" fmla="*/ 2171641 w 2671650"/>
              <a:gd name="connsiteY1367" fmla="*/ 305176 h 601039"/>
              <a:gd name="connsiteX1368" fmla="*/ 2185992 w 2671650"/>
              <a:gd name="connsiteY1368" fmla="*/ 279985 h 601039"/>
              <a:gd name="connsiteX1369" fmla="*/ 2188986 w 2671650"/>
              <a:gd name="connsiteY1369" fmla="*/ 269661 h 601039"/>
              <a:gd name="connsiteX1370" fmla="*/ 2181552 w 2671650"/>
              <a:gd name="connsiteY1370" fmla="*/ 269661 h 601039"/>
              <a:gd name="connsiteX1371" fmla="*/ 2175874 w 2671650"/>
              <a:gd name="connsiteY1371" fmla="*/ 269661 h 601039"/>
              <a:gd name="connsiteX1372" fmla="*/ 2168234 w 2671650"/>
              <a:gd name="connsiteY1372" fmla="*/ 271726 h 601039"/>
              <a:gd name="connsiteX1373" fmla="*/ 2160904 w 2671650"/>
              <a:gd name="connsiteY1373" fmla="*/ 271726 h 601039"/>
              <a:gd name="connsiteX1374" fmla="*/ 2149650 w 2671650"/>
              <a:gd name="connsiteY1374" fmla="*/ 266460 h 601039"/>
              <a:gd name="connsiteX1375" fmla="*/ 2136538 w 2671650"/>
              <a:gd name="connsiteY1375" fmla="*/ 250147 h 601039"/>
              <a:gd name="connsiteX1376" fmla="*/ 2140048 w 2671650"/>
              <a:gd name="connsiteY1376" fmla="*/ 239823 h 601039"/>
              <a:gd name="connsiteX1377" fmla="*/ 2146244 w 2671650"/>
              <a:gd name="connsiteY1377" fmla="*/ 233422 h 601039"/>
              <a:gd name="connsiteX1378" fmla="*/ 2154090 w 2671650"/>
              <a:gd name="connsiteY1378" fmla="*/ 230429 h 601039"/>
              <a:gd name="connsiteX1379" fmla="*/ 2160697 w 2671650"/>
              <a:gd name="connsiteY1379" fmla="*/ 226092 h 601039"/>
              <a:gd name="connsiteX1380" fmla="*/ 2176804 w 2671650"/>
              <a:gd name="connsiteY1380" fmla="*/ 226092 h 601039"/>
              <a:gd name="connsiteX1381" fmla="*/ 2203337 w 2671650"/>
              <a:gd name="connsiteY1381" fmla="*/ 216697 h 601039"/>
              <a:gd name="connsiteX1382" fmla="*/ 2208395 w 2671650"/>
              <a:gd name="connsiteY1382" fmla="*/ 192228 h 601039"/>
              <a:gd name="connsiteX1383" fmla="*/ 2210150 w 2671650"/>
              <a:gd name="connsiteY1383" fmla="*/ 176743 h 601039"/>
              <a:gd name="connsiteX1384" fmla="*/ 2209428 w 2671650"/>
              <a:gd name="connsiteY1384" fmla="*/ 163424 h 601039"/>
              <a:gd name="connsiteX1385" fmla="*/ 2213558 w 2671650"/>
              <a:gd name="connsiteY1385" fmla="*/ 158675 h 601039"/>
              <a:gd name="connsiteX1386" fmla="*/ 2223882 w 2671650"/>
              <a:gd name="connsiteY1386" fmla="*/ 159501 h 601039"/>
              <a:gd name="connsiteX1387" fmla="*/ 2231935 w 2671650"/>
              <a:gd name="connsiteY1387" fmla="*/ 156920 h 601039"/>
              <a:gd name="connsiteX1388" fmla="*/ 802852 w 2671650"/>
              <a:gd name="connsiteY1388" fmla="*/ 153616 h 601039"/>
              <a:gd name="connsiteX1389" fmla="*/ 810491 w 2671650"/>
              <a:gd name="connsiteY1389" fmla="*/ 157849 h 601039"/>
              <a:gd name="connsiteX1390" fmla="*/ 822673 w 2671650"/>
              <a:gd name="connsiteY1390" fmla="*/ 159192 h 601039"/>
              <a:gd name="connsiteX1391" fmla="*/ 835063 w 2671650"/>
              <a:gd name="connsiteY1391" fmla="*/ 159192 h 601039"/>
              <a:gd name="connsiteX1392" fmla="*/ 843116 w 2671650"/>
              <a:gd name="connsiteY1392" fmla="*/ 161257 h 601039"/>
              <a:gd name="connsiteX1393" fmla="*/ 850239 w 2671650"/>
              <a:gd name="connsiteY1393" fmla="*/ 164663 h 601039"/>
              <a:gd name="connsiteX1394" fmla="*/ 857880 w 2671650"/>
              <a:gd name="connsiteY1394" fmla="*/ 176536 h 601039"/>
              <a:gd name="connsiteX1395" fmla="*/ 856537 w 2671650"/>
              <a:gd name="connsiteY1395" fmla="*/ 177052 h 601039"/>
              <a:gd name="connsiteX1396" fmla="*/ 855918 w 2671650"/>
              <a:gd name="connsiteY1396" fmla="*/ 184899 h 601039"/>
              <a:gd name="connsiteX1397" fmla="*/ 855918 w 2671650"/>
              <a:gd name="connsiteY1397" fmla="*/ 196875 h 601039"/>
              <a:gd name="connsiteX1398" fmla="*/ 849826 w 2671650"/>
              <a:gd name="connsiteY1398" fmla="*/ 209884 h 601039"/>
              <a:gd name="connsiteX1399" fmla="*/ 848071 w 2671650"/>
              <a:gd name="connsiteY1399" fmla="*/ 223305 h 601039"/>
              <a:gd name="connsiteX1400" fmla="*/ 846730 w 2671650"/>
              <a:gd name="connsiteY1400" fmla="*/ 247670 h 601039"/>
              <a:gd name="connsiteX1401" fmla="*/ 844561 w 2671650"/>
              <a:gd name="connsiteY1401" fmla="*/ 262537 h 601039"/>
              <a:gd name="connsiteX1402" fmla="*/ 843632 w 2671650"/>
              <a:gd name="connsiteY1402" fmla="*/ 275132 h 601039"/>
              <a:gd name="connsiteX1403" fmla="*/ 846522 w 2671650"/>
              <a:gd name="connsiteY1403" fmla="*/ 283702 h 601039"/>
              <a:gd name="connsiteX1404" fmla="*/ 847348 w 2671650"/>
              <a:gd name="connsiteY1404" fmla="*/ 288658 h 601039"/>
              <a:gd name="connsiteX1405" fmla="*/ 849000 w 2671650"/>
              <a:gd name="connsiteY1405" fmla="*/ 296401 h 601039"/>
              <a:gd name="connsiteX1406" fmla="*/ 844355 w 2671650"/>
              <a:gd name="connsiteY1406" fmla="*/ 313023 h 601039"/>
              <a:gd name="connsiteX1407" fmla="*/ 838470 w 2671650"/>
              <a:gd name="connsiteY1407" fmla="*/ 322108 h 601039"/>
              <a:gd name="connsiteX1408" fmla="*/ 820918 w 2671650"/>
              <a:gd name="connsiteY1408" fmla="*/ 332432 h 601039"/>
              <a:gd name="connsiteX1409" fmla="*/ 805536 w 2671650"/>
              <a:gd name="connsiteY1409" fmla="*/ 346989 h 601039"/>
              <a:gd name="connsiteX1410" fmla="*/ 789327 w 2671650"/>
              <a:gd name="connsiteY1410" fmla="*/ 354320 h 601039"/>
              <a:gd name="connsiteX1411" fmla="*/ 768678 w 2671650"/>
              <a:gd name="connsiteY1411" fmla="*/ 366606 h 601039"/>
              <a:gd name="connsiteX1412" fmla="*/ 755979 w 2671650"/>
              <a:gd name="connsiteY1412" fmla="*/ 371975 h 601039"/>
              <a:gd name="connsiteX1413" fmla="*/ 736157 w 2671650"/>
              <a:gd name="connsiteY1413" fmla="*/ 386223 h 601039"/>
              <a:gd name="connsiteX1414" fmla="*/ 723458 w 2671650"/>
              <a:gd name="connsiteY1414" fmla="*/ 374762 h 601039"/>
              <a:gd name="connsiteX1415" fmla="*/ 715302 w 2671650"/>
              <a:gd name="connsiteY1415" fmla="*/ 368465 h 601039"/>
              <a:gd name="connsiteX1416" fmla="*/ 713030 w 2671650"/>
              <a:gd name="connsiteY1416" fmla="*/ 358141 h 601039"/>
              <a:gd name="connsiteX1417" fmla="*/ 710140 w 2671650"/>
              <a:gd name="connsiteY1417" fmla="*/ 349158 h 601039"/>
              <a:gd name="connsiteX1418" fmla="*/ 715095 w 2671650"/>
              <a:gd name="connsiteY1418" fmla="*/ 342344 h 601039"/>
              <a:gd name="connsiteX1419" fmla="*/ 722736 w 2671650"/>
              <a:gd name="connsiteY1419" fmla="*/ 341621 h 601039"/>
              <a:gd name="connsiteX1420" fmla="*/ 734608 w 2671650"/>
              <a:gd name="connsiteY1420" fmla="*/ 334600 h 601039"/>
              <a:gd name="connsiteX1421" fmla="*/ 747307 w 2671650"/>
              <a:gd name="connsiteY1421" fmla="*/ 329749 h 601039"/>
              <a:gd name="connsiteX1422" fmla="*/ 769297 w 2671650"/>
              <a:gd name="connsiteY1422" fmla="*/ 317565 h 601039"/>
              <a:gd name="connsiteX1423" fmla="*/ 779621 w 2671650"/>
              <a:gd name="connsiteY1423" fmla="*/ 307241 h 601039"/>
              <a:gd name="connsiteX1424" fmla="*/ 779003 w 2671650"/>
              <a:gd name="connsiteY1424" fmla="*/ 283909 h 601039"/>
              <a:gd name="connsiteX1425" fmla="*/ 773531 w 2671650"/>
              <a:gd name="connsiteY1425" fmla="*/ 280605 h 601039"/>
              <a:gd name="connsiteX1426" fmla="*/ 763207 w 2671650"/>
              <a:gd name="connsiteY1426" fmla="*/ 281947 h 601039"/>
              <a:gd name="connsiteX1427" fmla="*/ 753501 w 2671650"/>
              <a:gd name="connsiteY1427" fmla="*/ 285457 h 601039"/>
              <a:gd name="connsiteX1428" fmla="*/ 746171 w 2671650"/>
              <a:gd name="connsiteY1428" fmla="*/ 286387 h 601039"/>
              <a:gd name="connsiteX1429" fmla="*/ 741422 w 2671650"/>
              <a:gd name="connsiteY1429" fmla="*/ 282360 h 601039"/>
              <a:gd name="connsiteX1430" fmla="*/ 739255 w 2671650"/>
              <a:gd name="connsiteY1430" fmla="*/ 270384 h 601039"/>
              <a:gd name="connsiteX1431" fmla="*/ 737189 w 2671650"/>
              <a:gd name="connsiteY1431" fmla="*/ 262021 h 601039"/>
              <a:gd name="connsiteX1432" fmla="*/ 738119 w 2671650"/>
              <a:gd name="connsiteY1432" fmla="*/ 245090 h 601039"/>
              <a:gd name="connsiteX1433" fmla="*/ 748443 w 2671650"/>
              <a:gd name="connsiteY1433" fmla="*/ 235281 h 601039"/>
              <a:gd name="connsiteX1434" fmla="*/ 762174 w 2671650"/>
              <a:gd name="connsiteY1434" fmla="*/ 230946 h 601039"/>
              <a:gd name="connsiteX1435" fmla="*/ 772498 w 2671650"/>
              <a:gd name="connsiteY1435" fmla="*/ 230223 h 601039"/>
              <a:gd name="connsiteX1436" fmla="*/ 786333 w 2671650"/>
              <a:gd name="connsiteY1436" fmla="*/ 223925 h 601039"/>
              <a:gd name="connsiteX1437" fmla="*/ 793044 w 2671650"/>
              <a:gd name="connsiteY1437" fmla="*/ 211329 h 601039"/>
              <a:gd name="connsiteX1438" fmla="*/ 797276 w 2671650"/>
              <a:gd name="connsiteY1438" fmla="*/ 184176 h 601039"/>
              <a:gd name="connsiteX1439" fmla="*/ 790359 w 2671650"/>
              <a:gd name="connsiteY1439" fmla="*/ 166625 h 601039"/>
              <a:gd name="connsiteX1440" fmla="*/ 790359 w 2671650"/>
              <a:gd name="connsiteY1440" fmla="*/ 161669 h 601039"/>
              <a:gd name="connsiteX1441" fmla="*/ 798102 w 2671650"/>
              <a:gd name="connsiteY1441" fmla="*/ 155681 h 601039"/>
              <a:gd name="connsiteX1442" fmla="*/ 802852 w 2671650"/>
              <a:gd name="connsiteY1442" fmla="*/ 153616 h 601039"/>
              <a:gd name="connsiteX1443" fmla="*/ 949456 w 2671650"/>
              <a:gd name="connsiteY1443" fmla="*/ 139886 h 601039"/>
              <a:gd name="connsiteX1444" fmla="*/ 956993 w 2671650"/>
              <a:gd name="connsiteY1444" fmla="*/ 144325 h 601039"/>
              <a:gd name="connsiteX1445" fmla="*/ 963290 w 2671650"/>
              <a:gd name="connsiteY1445" fmla="*/ 145770 h 601039"/>
              <a:gd name="connsiteX1446" fmla="*/ 968143 w 2671650"/>
              <a:gd name="connsiteY1446" fmla="*/ 151242 h 601039"/>
              <a:gd name="connsiteX1447" fmla="*/ 972066 w 2671650"/>
              <a:gd name="connsiteY1447" fmla="*/ 166419 h 601039"/>
              <a:gd name="connsiteX1448" fmla="*/ 960813 w 2671650"/>
              <a:gd name="connsiteY1448" fmla="*/ 187067 h 601039"/>
              <a:gd name="connsiteX1449" fmla="*/ 958645 w 2671650"/>
              <a:gd name="connsiteY1449" fmla="*/ 197391 h 601039"/>
              <a:gd name="connsiteX1450" fmla="*/ 967936 w 2671650"/>
              <a:gd name="connsiteY1450" fmla="*/ 200592 h 601039"/>
              <a:gd name="connsiteX1451" fmla="*/ 977228 w 2671650"/>
              <a:gd name="connsiteY1451" fmla="*/ 195327 h 601039"/>
              <a:gd name="connsiteX1452" fmla="*/ 992198 w 2671650"/>
              <a:gd name="connsiteY1452" fmla="*/ 200592 h 601039"/>
              <a:gd name="connsiteX1453" fmla="*/ 1000561 w 2671650"/>
              <a:gd name="connsiteY1453" fmla="*/ 216182 h 601039"/>
              <a:gd name="connsiteX1454" fmla="*/ 1002316 w 2671650"/>
              <a:gd name="connsiteY1454" fmla="*/ 227332 h 601039"/>
              <a:gd name="connsiteX1455" fmla="*/ 997257 w 2671650"/>
              <a:gd name="connsiteY1455" fmla="*/ 233114 h 601039"/>
              <a:gd name="connsiteX1456" fmla="*/ 986933 w 2671650"/>
              <a:gd name="connsiteY1456" fmla="*/ 235798 h 601039"/>
              <a:gd name="connsiteX1457" fmla="*/ 977951 w 2671650"/>
              <a:gd name="connsiteY1457" fmla="*/ 242095 h 601039"/>
              <a:gd name="connsiteX1458" fmla="*/ 965355 w 2671650"/>
              <a:gd name="connsiteY1458" fmla="*/ 249116 h 601039"/>
              <a:gd name="connsiteX1459" fmla="*/ 945327 w 2671650"/>
              <a:gd name="connsiteY1459" fmla="*/ 258821 h 601039"/>
              <a:gd name="connsiteX1460" fmla="*/ 938409 w 2671650"/>
              <a:gd name="connsiteY1460" fmla="*/ 280914 h 601039"/>
              <a:gd name="connsiteX1461" fmla="*/ 939132 w 2671650"/>
              <a:gd name="connsiteY1461" fmla="*/ 291239 h 601039"/>
              <a:gd name="connsiteX1462" fmla="*/ 944707 w 2671650"/>
              <a:gd name="connsiteY1462" fmla="*/ 309513 h 601039"/>
              <a:gd name="connsiteX1463" fmla="*/ 959987 w 2671650"/>
              <a:gd name="connsiteY1463" fmla="*/ 316327 h 601039"/>
              <a:gd name="connsiteX1464" fmla="*/ 970931 w 2671650"/>
              <a:gd name="connsiteY1464" fmla="*/ 317773 h 601039"/>
              <a:gd name="connsiteX1465" fmla="*/ 978673 w 2671650"/>
              <a:gd name="connsiteY1465" fmla="*/ 319425 h 601039"/>
              <a:gd name="connsiteX1466" fmla="*/ 986314 w 2671650"/>
              <a:gd name="connsiteY1466" fmla="*/ 322418 h 601039"/>
              <a:gd name="connsiteX1467" fmla="*/ 998290 w 2671650"/>
              <a:gd name="connsiteY1467" fmla="*/ 323657 h 601039"/>
              <a:gd name="connsiteX1468" fmla="*/ 998806 w 2671650"/>
              <a:gd name="connsiteY1468" fmla="*/ 323863 h 601039"/>
              <a:gd name="connsiteX1469" fmla="*/ 1005516 w 2671650"/>
              <a:gd name="connsiteY1469" fmla="*/ 339247 h 601039"/>
              <a:gd name="connsiteX1470" fmla="*/ 999529 w 2671650"/>
              <a:gd name="connsiteY1470" fmla="*/ 356385 h 601039"/>
              <a:gd name="connsiteX1471" fmla="*/ 994573 w 2671650"/>
              <a:gd name="connsiteY1471" fmla="*/ 367639 h 601039"/>
              <a:gd name="connsiteX1472" fmla="*/ 981668 w 2671650"/>
              <a:gd name="connsiteY1472" fmla="*/ 369600 h 601039"/>
              <a:gd name="connsiteX1473" fmla="*/ 968969 w 2671650"/>
              <a:gd name="connsiteY1473" fmla="*/ 372594 h 601039"/>
              <a:gd name="connsiteX1474" fmla="*/ 960090 w 2671650"/>
              <a:gd name="connsiteY1474" fmla="*/ 368774 h 601039"/>
              <a:gd name="connsiteX1475" fmla="*/ 946359 w 2671650"/>
              <a:gd name="connsiteY1475" fmla="*/ 367432 h 601039"/>
              <a:gd name="connsiteX1476" fmla="*/ 932834 w 2671650"/>
              <a:gd name="connsiteY1476" fmla="*/ 367432 h 601039"/>
              <a:gd name="connsiteX1477" fmla="*/ 921374 w 2671650"/>
              <a:gd name="connsiteY1477" fmla="*/ 364128 h 601039"/>
              <a:gd name="connsiteX1478" fmla="*/ 904649 w 2671650"/>
              <a:gd name="connsiteY1478" fmla="*/ 363199 h 601039"/>
              <a:gd name="connsiteX1479" fmla="*/ 896183 w 2671650"/>
              <a:gd name="connsiteY1479" fmla="*/ 358553 h 601039"/>
              <a:gd name="connsiteX1480" fmla="*/ 888337 w 2671650"/>
              <a:gd name="connsiteY1480" fmla="*/ 345958 h 601039"/>
              <a:gd name="connsiteX1481" fmla="*/ 887304 w 2671650"/>
              <a:gd name="connsiteY1481" fmla="*/ 331297 h 601039"/>
              <a:gd name="connsiteX1482" fmla="*/ 883690 w 2671650"/>
              <a:gd name="connsiteY1482" fmla="*/ 313849 h 601039"/>
              <a:gd name="connsiteX1483" fmla="*/ 882968 w 2671650"/>
              <a:gd name="connsiteY1483" fmla="*/ 302906 h 601039"/>
              <a:gd name="connsiteX1484" fmla="*/ 881626 w 2671650"/>
              <a:gd name="connsiteY1484" fmla="*/ 292582 h 601039"/>
              <a:gd name="connsiteX1485" fmla="*/ 879973 w 2671650"/>
              <a:gd name="connsiteY1485" fmla="*/ 276373 h 601039"/>
              <a:gd name="connsiteX1486" fmla="*/ 884310 w 2671650"/>
              <a:gd name="connsiteY1486" fmla="*/ 250252 h 601039"/>
              <a:gd name="connsiteX1487" fmla="*/ 887924 w 2671650"/>
              <a:gd name="connsiteY1487" fmla="*/ 242095 h 601039"/>
              <a:gd name="connsiteX1488" fmla="*/ 891021 w 2671650"/>
              <a:gd name="connsiteY1488" fmla="*/ 228674 h 601039"/>
              <a:gd name="connsiteX1489" fmla="*/ 893911 w 2671650"/>
              <a:gd name="connsiteY1489" fmla="*/ 214943 h 601039"/>
              <a:gd name="connsiteX1490" fmla="*/ 895151 w 2671650"/>
              <a:gd name="connsiteY1490" fmla="*/ 193572 h 601039"/>
              <a:gd name="connsiteX1491" fmla="*/ 898248 w 2671650"/>
              <a:gd name="connsiteY1491" fmla="*/ 180563 h 601039"/>
              <a:gd name="connsiteX1492" fmla="*/ 902688 w 2671650"/>
              <a:gd name="connsiteY1492" fmla="*/ 159914 h 601039"/>
              <a:gd name="connsiteX1493" fmla="*/ 903204 w 2671650"/>
              <a:gd name="connsiteY1493" fmla="*/ 145770 h 601039"/>
              <a:gd name="connsiteX1494" fmla="*/ 911359 w 2671650"/>
              <a:gd name="connsiteY1494" fmla="*/ 139989 h 601039"/>
              <a:gd name="connsiteX1495" fmla="*/ 921683 w 2671650"/>
              <a:gd name="connsiteY1495" fmla="*/ 142158 h 601039"/>
              <a:gd name="connsiteX1496" fmla="*/ 930873 w 2671650"/>
              <a:gd name="connsiteY1496" fmla="*/ 140196 h 601039"/>
              <a:gd name="connsiteX1497" fmla="*/ 939132 w 2671650"/>
              <a:gd name="connsiteY1497" fmla="*/ 141848 h 601039"/>
              <a:gd name="connsiteX1498" fmla="*/ 949456 w 2671650"/>
              <a:gd name="connsiteY1498" fmla="*/ 139886 h 601039"/>
              <a:gd name="connsiteX1499" fmla="*/ 300224 w 2671650"/>
              <a:gd name="connsiteY1499" fmla="*/ 139362 h 601039"/>
              <a:gd name="connsiteX1500" fmla="*/ 294301 w 2671650"/>
              <a:gd name="connsiteY1500" fmla="*/ 147743 h 601039"/>
              <a:gd name="connsiteX1501" fmla="*/ 294301 w 2671650"/>
              <a:gd name="connsiteY1501" fmla="*/ 148157 h 601039"/>
              <a:gd name="connsiteX1502" fmla="*/ 289296 w 2671650"/>
              <a:gd name="connsiteY1502" fmla="*/ 174010 h 601039"/>
              <a:gd name="connsiteX1503" fmla="*/ 288911 w 2671650"/>
              <a:gd name="connsiteY1503" fmla="*/ 175935 h 601039"/>
              <a:gd name="connsiteX1504" fmla="*/ 285239 w 2671650"/>
              <a:gd name="connsiteY1504" fmla="*/ 175935 h 601039"/>
              <a:gd name="connsiteX1505" fmla="*/ 195154 w 2671650"/>
              <a:gd name="connsiteY1505" fmla="*/ 162935 h 601039"/>
              <a:gd name="connsiteX1506" fmla="*/ 203002 w 2671650"/>
              <a:gd name="connsiteY1506" fmla="*/ 182272 h 601039"/>
              <a:gd name="connsiteX1507" fmla="*/ 224413 w 2671650"/>
              <a:gd name="connsiteY1507" fmla="*/ 195658 h 601039"/>
              <a:gd name="connsiteX1508" fmla="*/ 226189 w 2671650"/>
              <a:gd name="connsiteY1508" fmla="*/ 196013 h 601039"/>
              <a:gd name="connsiteX1509" fmla="*/ 226189 w 2671650"/>
              <a:gd name="connsiteY1509" fmla="*/ 197820 h 601039"/>
              <a:gd name="connsiteX1510" fmla="*/ 226308 w 2671650"/>
              <a:gd name="connsiteY1510" fmla="*/ 197820 h 601039"/>
              <a:gd name="connsiteX1511" fmla="*/ 234156 w 2671650"/>
              <a:gd name="connsiteY1511" fmla="*/ 213633 h 601039"/>
              <a:gd name="connsiteX1512" fmla="*/ 250710 w 2671650"/>
              <a:gd name="connsiteY1512" fmla="*/ 218875 h 601039"/>
              <a:gd name="connsiteX1513" fmla="*/ 252931 w 2671650"/>
              <a:gd name="connsiteY1513" fmla="*/ 218875 h 601039"/>
              <a:gd name="connsiteX1514" fmla="*/ 254796 w 2671650"/>
              <a:gd name="connsiteY1514" fmla="*/ 218638 h 601039"/>
              <a:gd name="connsiteX1515" fmla="*/ 255448 w 2671650"/>
              <a:gd name="connsiteY1515" fmla="*/ 220385 h 601039"/>
              <a:gd name="connsiteX1516" fmla="*/ 267826 w 2671650"/>
              <a:gd name="connsiteY1516" fmla="*/ 230631 h 601039"/>
              <a:gd name="connsiteX1517" fmla="*/ 274164 w 2671650"/>
              <a:gd name="connsiteY1517" fmla="*/ 231579 h 601039"/>
              <a:gd name="connsiteX1518" fmla="*/ 282367 w 2671650"/>
              <a:gd name="connsiteY1518" fmla="*/ 230158 h 601039"/>
              <a:gd name="connsiteX1519" fmla="*/ 286720 w 2671650"/>
              <a:gd name="connsiteY1519" fmla="*/ 228351 h 601039"/>
              <a:gd name="connsiteX1520" fmla="*/ 280323 w 2671650"/>
              <a:gd name="connsiteY1520" fmla="*/ 254500 h 601039"/>
              <a:gd name="connsiteX1521" fmla="*/ 320598 w 2671650"/>
              <a:gd name="connsiteY1521" fmla="*/ 254500 h 601039"/>
              <a:gd name="connsiteX1522" fmla="*/ 314172 w 2671650"/>
              <a:gd name="connsiteY1522" fmla="*/ 228322 h 601039"/>
              <a:gd name="connsiteX1523" fmla="*/ 318554 w 2671650"/>
              <a:gd name="connsiteY1523" fmla="*/ 230158 h 601039"/>
              <a:gd name="connsiteX1524" fmla="*/ 326728 w 2671650"/>
              <a:gd name="connsiteY1524" fmla="*/ 231579 h 601039"/>
              <a:gd name="connsiteX1525" fmla="*/ 333065 w 2671650"/>
              <a:gd name="connsiteY1525" fmla="*/ 230631 h 601039"/>
              <a:gd name="connsiteX1526" fmla="*/ 345444 w 2671650"/>
              <a:gd name="connsiteY1526" fmla="*/ 220385 h 601039"/>
              <a:gd name="connsiteX1527" fmla="*/ 346095 w 2671650"/>
              <a:gd name="connsiteY1527" fmla="*/ 218638 h 601039"/>
              <a:gd name="connsiteX1528" fmla="*/ 347961 w 2671650"/>
              <a:gd name="connsiteY1528" fmla="*/ 218875 h 601039"/>
              <a:gd name="connsiteX1529" fmla="*/ 350182 w 2671650"/>
              <a:gd name="connsiteY1529" fmla="*/ 218875 h 601039"/>
              <a:gd name="connsiteX1530" fmla="*/ 366736 w 2671650"/>
              <a:gd name="connsiteY1530" fmla="*/ 213633 h 601039"/>
              <a:gd name="connsiteX1531" fmla="*/ 374583 w 2671650"/>
              <a:gd name="connsiteY1531" fmla="*/ 197790 h 601039"/>
              <a:gd name="connsiteX1532" fmla="*/ 374583 w 2671650"/>
              <a:gd name="connsiteY1532" fmla="*/ 196013 h 601039"/>
              <a:gd name="connsiteX1533" fmla="*/ 376360 w 2671650"/>
              <a:gd name="connsiteY1533" fmla="*/ 195658 h 601039"/>
              <a:gd name="connsiteX1534" fmla="*/ 397741 w 2671650"/>
              <a:gd name="connsiteY1534" fmla="*/ 182272 h 601039"/>
              <a:gd name="connsiteX1535" fmla="*/ 405589 w 2671650"/>
              <a:gd name="connsiteY1535" fmla="*/ 162935 h 601039"/>
              <a:gd name="connsiteX1536" fmla="*/ 315593 w 2671650"/>
              <a:gd name="connsiteY1536" fmla="*/ 175935 h 601039"/>
              <a:gd name="connsiteX1537" fmla="*/ 311921 w 2671650"/>
              <a:gd name="connsiteY1537" fmla="*/ 175935 h 601039"/>
              <a:gd name="connsiteX1538" fmla="*/ 311536 w 2671650"/>
              <a:gd name="connsiteY1538" fmla="*/ 174010 h 601039"/>
              <a:gd name="connsiteX1539" fmla="*/ 306531 w 2671650"/>
              <a:gd name="connsiteY1539" fmla="*/ 148157 h 601039"/>
              <a:gd name="connsiteX1540" fmla="*/ 306531 w 2671650"/>
              <a:gd name="connsiteY1540" fmla="*/ 147743 h 601039"/>
              <a:gd name="connsiteX1541" fmla="*/ 300609 w 2671650"/>
              <a:gd name="connsiteY1541" fmla="*/ 139362 h 601039"/>
              <a:gd name="connsiteX1542" fmla="*/ 346805 w 2671650"/>
              <a:gd name="connsiteY1542" fmla="*/ 138326 h 601039"/>
              <a:gd name="connsiteX1543" fmla="*/ 358384 w 2671650"/>
              <a:gd name="connsiteY1543" fmla="*/ 145818 h 601039"/>
              <a:gd name="connsiteX1544" fmla="*/ 344644 w 2671650"/>
              <a:gd name="connsiteY1544" fmla="*/ 146559 h 601039"/>
              <a:gd name="connsiteX1545" fmla="*/ 334397 w 2671650"/>
              <a:gd name="connsiteY1545" fmla="*/ 139096 h 601039"/>
              <a:gd name="connsiteX1546" fmla="*/ 346805 w 2671650"/>
              <a:gd name="connsiteY1546" fmla="*/ 138326 h 601039"/>
              <a:gd name="connsiteX1547" fmla="*/ 1653673 w 2671650"/>
              <a:gd name="connsiteY1547" fmla="*/ 136995 h 601039"/>
              <a:gd name="connsiteX1548" fmla="*/ 1663997 w 2671650"/>
              <a:gd name="connsiteY1548" fmla="*/ 141021 h 601039"/>
              <a:gd name="connsiteX1549" fmla="*/ 1684645 w 2671650"/>
              <a:gd name="connsiteY1549" fmla="*/ 142569 h 601039"/>
              <a:gd name="connsiteX1550" fmla="*/ 1685575 w 2671650"/>
              <a:gd name="connsiteY1550" fmla="*/ 143086 h 601039"/>
              <a:gd name="connsiteX1551" fmla="*/ 1689085 w 2671650"/>
              <a:gd name="connsiteY1551" fmla="*/ 151552 h 601039"/>
              <a:gd name="connsiteX1552" fmla="*/ 1696209 w 2671650"/>
              <a:gd name="connsiteY1552" fmla="*/ 166005 h 601039"/>
              <a:gd name="connsiteX1553" fmla="*/ 1690427 w 2671650"/>
              <a:gd name="connsiteY1553" fmla="*/ 178292 h 601039"/>
              <a:gd name="connsiteX1554" fmla="*/ 1687743 w 2671650"/>
              <a:gd name="connsiteY1554" fmla="*/ 189648 h 601039"/>
              <a:gd name="connsiteX1555" fmla="*/ 1677419 w 2671650"/>
              <a:gd name="connsiteY1555" fmla="*/ 207922 h 601039"/>
              <a:gd name="connsiteX1556" fmla="*/ 1668127 w 2671650"/>
              <a:gd name="connsiteY1556" fmla="*/ 218247 h 601039"/>
              <a:gd name="connsiteX1557" fmla="*/ 1647478 w 2671650"/>
              <a:gd name="connsiteY1557" fmla="*/ 261401 h 601039"/>
              <a:gd name="connsiteX1558" fmla="*/ 1640562 w 2671650"/>
              <a:gd name="connsiteY1558" fmla="*/ 268319 h 601039"/>
              <a:gd name="connsiteX1559" fmla="*/ 1632095 w 2671650"/>
              <a:gd name="connsiteY1559" fmla="*/ 268319 h 601039"/>
              <a:gd name="connsiteX1560" fmla="*/ 1623216 w 2671650"/>
              <a:gd name="connsiteY1560" fmla="*/ 271210 h 601039"/>
              <a:gd name="connsiteX1561" fmla="*/ 1610002 w 2671650"/>
              <a:gd name="connsiteY1561" fmla="*/ 275236 h 601039"/>
              <a:gd name="connsiteX1562" fmla="*/ 1610002 w 2671650"/>
              <a:gd name="connsiteY1562" fmla="*/ 285561 h 601039"/>
              <a:gd name="connsiteX1563" fmla="*/ 1620325 w 2671650"/>
              <a:gd name="connsiteY1563" fmla="*/ 283702 h 601039"/>
              <a:gd name="connsiteX1564" fmla="*/ 1628379 w 2671650"/>
              <a:gd name="connsiteY1564" fmla="*/ 279985 h 601039"/>
              <a:gd name="connsiteX1565" fmla="*/ 1639529 w 2671650"/>
              <a:gd name="connsiteY1565" fmla="*/ 283496 h 601039"/>
              <a:gd name="connsiteX1566" fmla="*/ 1643969 w 2671650"/>
              <a:gd name="connsiteY1566" fmla="*/ 288657 h 601039"/>
              <a:gd name="connsiteX1567" fmla="*/ 1646859 w 2671650"/>
              <a:gd name="connsiteY1567" fmla="*/ 302698 h 601039"/>
              <a:gd name="connsiteX1568" fmla="*/ 1645104 w 2671650"/>
              <a:gd name="connsiteY1568" fmla="*/ 308480 h 601039"/>
              <a:gd name="connsiteX1569" fmla="*/ 1634780 w 2671650"/>
              <a:gd name="connsiteY1569" fmla="*/ 315603 h 601039"/>
              <a:gd name="connsiteX1570" fmla="*/ 1623216 w 2671650"/>
              <a:gd name="connsiteY1570" fmla="*/ 319837 h 601039"/>
              <a:gd name="connsiteX1571" fmla="*/ 1619603 w 2671650"/>
              <a:gd name="connsiteY1571" fmla="*/ 326547 h 601039"/>
              <a:gd name="connsiteX1572" fmla="*/ 1625178 w 2671650"/>
              <a:gd name="connsiteY1572" fmla="*/ 330987 h 601039"/>
              <a:gd name="connsiteX1573" fmla="*/ 1640562 w 2671650"/>
              <a:gd name="connsiteY1573" fmla="*/ 328096 h 601039"/>
              <a:gd name="connsiteX1574" fmla="*/ 1652125 w 2671650"/>
              <a:gd name="connsiteY1574" fmla="*/ 328096 h 601039"/>
              <a:gd name="connsiteX1575" fmla="*/ 1666372 w 2671650"/>
              <a:gd name="connsiteY1575" fmla="*/ 325206 h 601039"/>
              <a:gd name="connsiteX1576" fmla="*/ 1678864 w 2671650"/>
              <a:gd name="connsiteY1576" fmla="*/ 325206 h 601039"/>
              <a:gd name="connsiteX1577" fmla="*/ 1689188 w 2671650"/>
              <a:gd name="connsiteY1577" fmla="*/ 341414 h 601039"/>
              <a:gd name="connsiteX1578" fmla="*/ 1670914 w 2671650"/>
              <a:gd name="connsiteY1578" fmla="*/ 367741 h 601039"/>
              <a:gd name="connsiteX1579" fmla="*/ 1654293 w 2671650"/>
              <a:gd name="connsiteY1579" fmla="*/ 364851 h 601039"/>
              <a:gd name="connsiteX1580" fmla="*/ 1626830 w 2671650"/>
              <a:gd name="connsiteY1580" fmla="*/ 365985 h 601039"/>
              <a:gd name="connsiteX1581" fmla="*/ 1611860 w 2671650"/>
              <a:gd name="connsiteY1581" fmla="*/ 365057 h 601039"/>
              <a:gd name="connsiteX1582" fmla="*/ 1598748 w 2671650"/>
              <a:gd name="connsiteY1582" fmla="*/ 366399 h 601039"/>
              <a:gd name="connsiteX1583" fmla="*/ 1584088 w 2671650"/>
              <a:gd name="connsiteY1583" fmla="*/ 368877 h 601039"/>
              <a:gd name="connsiteX1584" fmla="*/ 1566227 w 2671650"/>
              <a:gd name="connsiteY1584" fmla="*/ 372387 h 601039"/>
              <a:gd name="connsiteX1585" fmla="*/ 1547747 w 2671650"/>
              <a:gd name="connsiteY1585" fmla="*/ 374245 h 601039"/>
              <a:gd name="connsiteX1586" fmla="*/ 1528750 w 2671650"/>
              <a:gd name="connsiteY1586" fmla="*/ 380026 h 601039"/>
              <a:gd name="connsiteX1587" fmla="*/ 1516774 w 2671650"/>
              <a:gd name="connsiteY1587" fmla="*/ 373729 h 601039"/>
              <a:gd name="connsiteX1588" fmla="*/ 1514090 w 2671650"/>
              <a:gd name="connsiteY1588" fmla="*/ 357726 h 601039"/>
              <a:gd name="connsiteX1589" fmla="*/ 1514708 w 2671650"/>
              <a:gd name="connsiteY1589" fmla="*/ 350397 h 601039"/>
              <a:gd name="connsiteX1590" fmla="*/ 1518735 w 2671650"/>
              <a:gd name="connsiteY1590" fmla="*/ 341930 h 601039"/>
              <a:gd name="connsiteX1591" fmla="*/ 1523174 w 2671650"/>
              <a:gd name="connsiteY1591" fmla="*/ 338318 h 601039"/>
              <a:gd name="connsiteX1592" fmla="*/ 1528750 w 2671650"/>
              <a:gd name="connsiteY1592" fmla="*/ 341001 h 601039"/>
              <a:gd name="connsiteX1593" fmla="*/ 1545063 w 2671650"/>
              <a:gd name="connsiteY1593" fmla="*/ 335427 h 601039"/>
              <a:gd name="connsiteX1594" fmla="*/ 1565711 w 2671650"/>
              <a:gd name="connsiteY1594" fmla="*/ 326341 h 601039"/>
              <a:gd name="connsiteX1595" fmla="*/ 1562303 w 2671650"/>
              <a:gd name="connsiteY1595" fmla="*/ 320560 h 601039"/>
              <a:gd name="connsiteX1596" fmla="*/ 1553838 w 2671650"/>
              <a:gd name="connsiteY1596" fmla="*/ 319424 h 601039"/>
              <a:gd name="connsiteX1597" fmla="*/ 1546714 w 2671650"/>
              <a:gd name="connsiteY1597" fmla="*/ 315810 h 601039"/>
              <a:gd name="connsiteX1598" fmla="*/ 1546714 w 2671650"/>
              <a:gd name="connsiteY1598" fmla="*/ 308893 h 601039"/>
              <a:gd name="connsiteX1599" fmla="*/ 1547644 w 2671650"/>
              <a:gd name="connsiteY1599" fmla="*/ 300427 h 601039"/>
              <a:gd name="connsiteX1600" fmla="*/ 1552289 w 2671650"/>
              <a:gd name="connsiteY1600" fmla="*/ 294233 h 601039"/>
              <a:gd name="connsiteX1601" fmla="*/ 1557038 w 2671650"/>
              <a:gd name="connsiteY1601" fmla="*/ 295781 h 601039"/>
              <a:gd name="connsiteX1602" fmla="*/ 1562098 w 2671650"/>
              <a:gd name="connsiteY1602" fmla="*/ 294852 h 601039"/>
              <a:gd name="connsiteX1603" fmla="*/ 1567053 w 2671650"/>
              <a:gd name="connsiteY1603" fmla="*/ 294852 h 601039"/>
              <a:gd name="connsiteX1604" fmla="*/ 1571493 w 2671650"/>
              <a:gd name="connsiteY1604" fmla="*/ 290825 h 601039"/>
              <a:gd name="connsiteX1605" fmla="*/ 1572628 w 2671650"/>
              <a:gd name="connsiteY1605" fmla="*/ 280501 h 601039"/>
              <a:gd name="connsiteX1606" fmla="*/ 1566536 w 2671650"/>
              <a:gd name="connsiteY1606" fmla="*/ 279675 h 601039"/>
              <a:gd name="connsiteX1607" fmla="*/ 1558793 w 2671650"/>
              <a:gd name="connsiteY1607" fmla="*/ 281844 h 601039"/>
              <a:gd name="connsiteX1608" fmla="*/ 1551669 w 2671650"/>
              <a:gd name="connsiteY1608" fmla="*/ 283392 h 601039"/>
              <a:gd name="connsiteX1609" fmla="*/ 1545888 w 2671650"/>
              <a:gd name="connsiteY1609" fmla="*/ 282566 h 601039"/>
              <a:gd name="connsiteX1610" fmla="*/ 1542997 w 2671650"/>
              <a:gd name="connsiteY1610" fmla="*/ 278023 h 601039"/>
              <a:gd name="connsiteX1611" fmla="*/ 1540726 w 2671650"/>
              <a:gd name="connsiteY1611" fmla="*/ 271416 h 601039"/>
              <a:gd name="connsiteX1612" fmla="*/ 1535565 w 2671650"/>
              <a:gd name="connsiteY1612" fmla="*/ 261814 h 601039"/>
              <a:gd name="connsiteX1613" fmla="*/ 1532673 w 2671650"/>
              <a:gd name="connsiteY1613" fmla="*/ 251490 h 601039"/>
              <a:gd name="connsiteX1614" fmla="*/ 1538248 w 2671650"/>
              <a:gd name="connsiteY1614" fmla="*/ 235281 h 601039"/>
              <a:gd name="connsiteX1615" fmla="*/ 1535563 w 2671650"/>
              <a:gd name="connsiteY1615" fmla="*/ 209161 h 601039"/>
              <a:gd name="connsiteX1616" fmla="*/ 1532260 w 2671650"/>
              <a:gd name="connsiteY1616" fmla="*/ 198011 h 601039"/>
              <a:gd name="connsiteX1617" fmla="*/ 1533602 w 2671650"/>
              <a:gd name="connsiteY1617" fmla="*/ 189545 h 601039"/>
              <a:gd name="connsiteX1618" fmla="*/ 1536493 w 2671650"/>
              <a:gd name="connsiteY1618" fmla="*/ 175091 h 601039"/>
              <a:gd name="connsiteX1619" fmla="*/ 1543617 w 2671650"/>
              <a:gd name="connsiteY1619" fmla="*/ 160431 h 601039"/>
              <a:gd name="connsiteX1620" fmla="*/ 1552805 w 2671650"/>
              <a:gd name="connsiteY1620" fmla="*/ 166005 h 601039"/>
              <a:gd name="connsiteX1621" fmla="*/ 1561478 w 2671650"/>
              <a:gd name="connsiteY1621" fmla="*/ 165077 h 601039"/>
              <a:gd name="connsiteX1622" fmla="*/ 1572835 w 2671650"/>
              <a:gd name="connsiteY1622" fmla="*/ 161463 h 601039"/>
              <a:gd name="connsiteX1623" fmla="*/ 1592243 w 2671650"/>
              <a:gd name="connsiteY1623" fmla="*/ 153513 h 601039"/>
              <a:gd name="connsiteX1624" fmla="*/ 1607627 w 2671650"/>
              <a:gd name="connsiteY1624" fmla="*/ 151965 h 601039"/>
              <a:gd name="connsiteX1625" fmla="*/ 1653673 w 2671650"/>
              <a:gd name="connsiteY1625" fmla="*/ 136995 h 601039"/>
              <a:gd name="connsiteX1626" fmla="*/ 97904 w 2671650"/>
              <a:gd name="connsiteY1626" fmla="*/ 125237 h 601039"/>
              <a:gd name="connsiteX1627" fmla="*/ 96689 w 2671650"/>
              <a:gd name="connsiteY1627" fmla="*/ 125710 h 601039"/>
              <a:gd name="connsiteX1628" fmla="*/ 95535 w 2671650"/>
              <a:gd name="connsiteY1628" fmla="*/ 126451 h 601039"/>
              <a:gd name="connsiteX1629" fmla="*/ 94172 w 2671650"/>
              <a:gd name="connsiteY1629" fmla="*/ 127991 h 601039"/>
              <a:gd name="connsiteX1630" fmla="*/ 92632 w 2671650"/>
              <a:gd name="connsiteY1630" fmla="*/ 129294 h 601039"/>
              <a:gd name="connsiteX1631" fmla="*/ 91270 w 2671650"/>
              <a:gd name="connsiteY1631" fmla="*/ 129738 h 601039"/>
              <a:gd name="connsiteX1632" fmla="*/ 90974 w 2671650"/>
              <a:gd name="connsiteY1632" fmla="*/ 130537 h 601039"/>
              <a:gd name="connsiteX1633" fmla="*/ 90944 w 2671650"/>
              <a:gd name="connsiteY1633" fmla="*/ 130537 h 601039"/>
              <a:gd name="connsiteX1634" fmla="*/ 90796 w 2671650"/>
              <a:gd name="connsiteY1634" fmla="*/ 132077 h 601039"/>
              <a:gd name="connsiteX1635" fmla="*/ 91389 w 2671650"/>
              <a:gd name="connsiteY1635" fmla="*/ 132670 h 601039"/>
              <a:gd name="connsiteX1636" fmla="*/ 94350 w 2671650"/>
              <a:gd name="connsiteY1636" fmla="*/ 133795 h 601039"/>
              <a:gd name="connsiteX1637" fmla="*/ 97134 w 2671650"/>
              <a:gd name="connsiteY1637" fmla="*/ 137349 h 601039"/>
              <a:gd name="connsiteX1638" fmla="*/ 97904 w 2671650"/>
              <a:gd name="connsiteY1638" fmla="*/ 139570 h 601039"/>
              <a:gd name="connsiteX1639" fmla="*/ 97104 w 2671650"/>
              <a:gd name="connsiteY1639" fmla="*/ 141968 h 601039"/>
              <a:gd name="connsiteX1640" fmla="*/ 96068 w 2671650"/>
              <a:gd name="connsiteY1640" fmla="*/ 143242 h 601039"/>
              <a:gd name="connsiteX1641" fmla="*/ 95031 w 2671650"/>
              <a:gd name="connsiteY1641" fmla="*/ 145403 h 601039"/>
              <a:gd name="connsiteX1642" fmla="*/ 95031 w 2671650"/>
              <a:gd name="connsiteY1642" fmla="*/ 147713 h 601039"/>
              <a:gd name="connsiteX1643" fmla="*/ 96986 w 2671650"/>
              <a:gd name="connsiteY1643" fmla="*/ 149727 h 601039"/>
              <a:gd name="connsiteX1644" fmla="*/ 98200 w 2671650"/>
              <a:gd name="connsiteY1644" fmla="*/ 150408 h 601039"/>
              <a:gd name="connsiteX1645" fmla="*/ 99888 w 2671650"/>
              <a:gd name="connsiteY1645" fmla="*/ 151504 h 601039"/>
              <a:gd name="connsiteX1646" fmla="*/ 100924 w 2671650"/>
              <a:gd name="connsiteY1646" fmla="*/ 151504 h 601039"/>
              <a:gd name="connsiteX1647" fmla="*/ 101635 w 2671650"/>
              <a:gd name="connsiteY1647" fmla="*/ 150497 h 601039"/>
              <a:gd name="connsiteX1648" fmla="*/ 102286 w 2671650"/>
              <a:gd name="connsiteY1648" fmla="*/ 148927 h 601039"/>
              <a:gd name="connsiteX1649" fmla="*/ 103293 w 2671650"/>
              <a:gd name="connsiteY1649" fmla="*/ 147536 h 601039"/>
              <a:gd name="connsiteX1650" fmla="*/ 104300 w 2671650"/>
              <a:gd name="connsiteY1650" fmla="*/ 147239 h 601039"/>
              <a:gd name="connsiteX1651" fmla="*/ 107262 w 2671650"/>
              <a:gd name="connsiteY1651" fmla="*/ 149786 h 601039"/>
              <a:gd name="connsiteX1652" fmla="*/ 107262 w 2671650"/>
              <a:gd name="connsiteY1652" fmla="*/ 152155 h 601039"/>
              <a:gd name="connsiteX1653" fmla="*/ 106284 w 2671650"/>
              <a:gd name="connsiteY1653" fmla="*/ 156183 h 601039"/>
              <a:gd name="connsiteX1654" fmla="*/ 105426 w 2671650"/>
              <a:gd name="connsiteY1654" fmla="*/ 158256 h 601039"/>
              <a:gd name="connsiteX1655" fmla="*/ 104922 w 2671650"/>
              <a:gd name="connsiteY1655" fmla="*/ 160477 h 601039"/>
              <a:gd name="connsiteX1656" fmla="*/ 104152 w 2671650"/>
              <a:gd name="connsiteY1656" fmla="*/ 161484 h 601039"/>
              <a:gd name="connsiteX1657" fmla="*/ 104448 w 2671650"/>
              <a:gd name="connsiteY1657" fmla="*/ 162846 h 601039"/>
              <a:gd name="connsiteX1658" fmla="*/ 105840 w 2671650"/>
              <a:gd name="connsiteY1658" fmla="*/ 163497 h 601039"/>
              <a:gd name="connsiteX1659" fmla="*/ 107321 w 2671650"/>
              <a:gd name="connsiteY1659" fmla="*/ 164386 h 601039"/>
              <a:gd name="connsiteX1660" fmla="*/ 109009 w 2671650"/>
              <a:gd name="connsiteY1660" fmla="*/ 164090 h 601039"/>
              <a:gd name="connsiteX1661" fmla="*/ 111822 w 2671650"/>
              <a:gd name="connsiteY1661" fmla="*/ 163882 h 601039"/>
              <a:gd name="connsiteX1662" fmla="*/ 112325 w 2671650"/>
              <a:gd name="connsiteY1662" fmla="*/ 159885 h 601039"/>
              <a:gd name="connsiteX1663" fmla="*/ 113095 w 2671650"/>
              <a:gd name="connsiteY1663" fmla="*/ 157723 h 601039"/>
              <a:gd name="connsiteX1664" fmla="*/ 113984 w 2671650"/>
              <a:gd name="connsiteY1664" fmla="*/ 153843 h 601039"/>
              <a:gd name="connsiteX1665" fmla="*/ 114902 w 2671650"/>
              <a:gd name="connsiteY1665" fmla="*/ 151060 h 601039"/>
              <a:gd name="connsiteX1666" fmla="*/ 114902 w 2671650"/>
              <a:gd name="connsiteY1666" fmla="*/ 147565 h 601039"/>
              <a:gd name="connsiteX1667" fmla="*/ 115583 w 2671650"/>
              <a:gd name="connsiteY1667" fmla="*/ 144249 h 601039"/>
              <a:gd name="connsiteX1668" fmla="*/ 115139 w 2671650"/>
              <a:gd name="connsiteY1668" fmla="*/ 142531 h 601039"/>
              <a:gd name="connsiteX1669" fmla="*/ 113658 w 2671650"/>
              <a:gd name="connsiteY1669" fmla="*/ 140073 h 601039"/>
              <a:gd name="connsiteX1670" fmla="*/ 112562 w 2671650"/>
              <a:gd name="connsiteY1670" fmla="*/ 139421 h 601039"/>
              <a:gd name="connsiteX1671" fmla="*/ 111852 w 2671650"/>
              <a:gd name="connsiteY1671" fmla="*/ 138948 h 601039"/>
              <a:gd name="connsiteX1672" fmla="*/ 110519 w 2671650"/>
              <a:gd name="connsiteY1672" fmla="*/ 138326 h 601039"/>
              <a:gd name="connsiteX1673" fmla="*/ 109098 w 2671650"/>
              <a:gd name="connsiteY1673" fmla="*/ 136815 h 601039"/>
              <a:gd name="connsiteX1674" fmla="*/ 107558 w 2671650"/>
              <a:gd name="connsiteY1674" fmla="*/ 134891 h 601039"/>
              <a:gd name="connsiteX1675" fmla="*/ 104774 w 2671650"/>
              <a:gd name="connsiteY1675" fmla="*/ 131929 h 601039"/>
              <a:gd name="connsiteX1676" fmla="*/ 103323 w 2671650"/>
              <a:gd name="connsiteY1676" fmla="*/ 130212 h 601039"/>
              <a:gd name="connsiteX1677" fmla="*/ 102464 w 2671650"/>
              <a:gd name="connsiteY1677" fmla="*/ 128020 h 601039"/>
              <a:gd name="connsiteX1678" fmla="*/ 101072 w 2671650"/>
              <a:gd name="connsiteY1678" fmla="*/ 126599 h 601039"/>
              <a:gd name="connsiteX1679" fmla="*/ 100184 w 2671650"/>
              <a:gd name="connsiteY1679" fmla="*/ 125651 h 601039"/>
              <a:gd name="connsiteX1680" fmla="*/ 97904 w 2671650"/>
              <a:gd name="connsiteY1680" fmla="*/ 125237 h 601039"/>
              <a:gd name="connsiteX1681" fmla="*/ 359532 w 2671650"/>
              <a:gd name="connsiteY1681" fmla="*/ 125121 h 601039"/>
              <a:gd name="connsiteX1682" fmla="*/ 371356 w 2671650"/>
              <a:gd name="connsiteY1682" fmla="*/ 126747 h 601039"/>
              <a:gd name="connsiteX1683" fmla="*/ 360103 w 2671650"/>
              <a:gd name="connsiteY1683" fmla="*/ 133084 h 601039"/>
              <a:gd name="connsiteX1684" fmla="*/ 348079 w 2671650"/>
              <a:gd name="connsiteY1684" fmla="*/ 129294 h 601039"/>
              <a:gd name="connsiteX1685" fmla="*/ 359510 w 2671650"/>
              <a:gd name="connsiteY1685" fmla="*/ 125118 h 601039"/>
              <a:gd name="connsiteX1686" fmla="*/ 359540 w 2671650"/>
              <a:gd name="connsiteY1686" fmla="*/ 125118 h 601039"/>
              <a:gd name="connsiteX1687" fmla="*/ 359532 w 2671650"/>
              <a:gd name="connsiteY1687" fmla="*/ 125121 h 601039"/>
              <a:gd name="connsiteX1688" fmla="*/ 500886 w 2671650"/>
              <a:gd name="connsiteY1688" fmla="*/ 111200 h 601039"/>
              <a:gd name="connsiteX1689" fmla="*/ 499287 w 2671650"/>
              <a:gd name="connsiteY1689" fmla="*/ 111555 h 601039"/>
              <a:gd name="connsiteX1690" fmla="*/ 497747 w 2671650"/>
              <a:gd name="connsiteY1690" fmla="*/ 113510 h 601039"/>
              <a:gd name="connsiteX1691" fmla="*/ 494786 w 2671650"/>
              <a:gd name="connsiteY1691" fmla="*/ 116649 h 601039"/>
              <a:gd name="connsiteX1692" fmla="*/ 491647 w 2671650"/>
              <a:gd name="connsiteY1692" fmla="*/ 119195 h 601039"/>
              <a:gd name="connsiteX1693" fmla="*/ 490403 w 2671650"/>
              <a:gd name="connsiteY1693" fmla="*/ 120795 h 601039"/>
              <a:gd name="connsiteX1694" fmla="*/ 489781 w 2671650"/>
              <a:gd name="connsiteY1694" fmla="*/ 122068 h 601039"/>
              <a:gd name="connsiteX1695" fmla="*/ 488833 w 2671650"/>
              <a:gd name="connsiteY1695" fmla="*/ 122068 h 601039"/>
              <a:gd name="connsiteX1696" fmla="*/ 486938 w 2671650"/>
              <a:gd name="connsiteY1696" fmla="*/ 121179 h 601039"/>
              <a:gd name="connsiteX1697" fmla="*/ 486719 w 2671650"/>
              <a:gd name="connsiteY1697" fmla="*/ 120960 h 601039"/>
              <a:gd name="connsiteX1698" fmla="*/ 486938 w 2671650"/>
              <a:gd name="connsiteY1698" fmla="*/ 119936 h 601039"/>
              <a:gd name="connsiteX1699" fmla="*/ 488744 w 2671650"/>
              <a:gd name="connsiteY1699" fmla="*/ 117596 h 601039"/>
              <a:gd name="connsiteX1700" fmla="*/ 488271 w 2671650"/>
              <a:gd name="connsiteY1700" fmla="*/ 117152 h 601039"/>
              <a:gd name="connsiteX1701" fmla="*/ 483947 w 2671650"/>
              <a:gd name="connsiteY1701" fmla="*/ 118070 h 601039"/>
              <a:gd name="connsiteX1702" fmla="*/ 482881 w 2671650"/>
              <a:gd name="connsiteY1702" fmla="*/ 117804 h 601039"/>
              <a:gd name="connsiteX1703" fmla="*/ 481548 w 2671650"/>
              <a:gd name="connsiteY1703" fmla="*/ 118337 h 601039"/>
              <a:gd name="connsiteX1704" fmla="*/ 479120 w 2671650"/>
              <a:gd name="connsiteY1704" fmla="*/ 120528 h 601039"/>
              <a:gd name="connsiteX1705" fmla="*/ 477462 w 2671650"/>
              <a:gd name="connsiteY1705" fmla="*/ 123489 h 601039"/>
              <a:gd name="connsiteX1706" fmla="*/ 477995 w 2671650"/>
              <a:gd name="connsiteY1706" fmla="*/ 124881 h 601039"/>
              <a:gd name="connsiteX1707" fmla="*/ 482378 w 2671650"/>
              <a:gd name="connsiteY1707" fmla="*/ 125622 h 601039"/>
              <a:gd name="connsiteX1708" fmla="*/ 483651 w 2671650"/>
              <a:gd name="connsiteY1708" fmla="*/ 125622 h 601039"/>
              <a:gd name="connsiteX1709" fmla="*/ 486612 w 2671650"/>
              <a:gd name="connsiteY1709" fmla="*/ 125355 h 601039"/>
              <a:gd name="connsiteX1710" fmla="*/ 489189 w 2671650"/>
              <a:gd name="connsiteY1710" fmla="*/ 126747 h 601039"/>
              <a:gd name="connsiteX1711" fmla="*/ 491114 w 2671650"/>
              <a:gd name="connsiteY1711" fmla="*/ 128139 h 601039"/>
              <a:gd name="connsiteX1712" fmla="*/ 493483 w 2671650"/>
              <a:gd name="connsiteY1712" fmla="*/ 130093 h 601039"/>
              <a:gd name="connsiteX1713" fmla="*/ 495082 w 2671650"/>
              <a:gd name="connsiteY1713" fmla="*/ 131218 h 601039"/>
              <a:gd name="connsiteX1714" fmla="*/ 496681 w 2671650"/>
              <a:gd name="connsiteY1714" fmla="*/ 132285 h 601039"/>
              <a:gd name="connsiteX1715" fmla="*/ 499642 w 2671650"/>
              <a:gd name="connsiteY1715" fmla="*/ 134772 h 601039"/>
              <a:gd name="connsiteX1716" fmla="*/ 501508 w 2671650"/>
              <a:gd name="connsiteY1716" fmla="*/ 136282 h 601039"/>
              <a:gd name="connsiteX1717" fmla="*/ 503255 w 2671650"/>
              <a:gd name="connsiteY1717" fmla="*/ 137763 h 601039"/>
              <a:gd name="connsiteX1718" fmla="*/ 501271 w 2671650"/>
              <a:gd name="connsiteY1718" fmla="*/ 138296 h 601039"/>
              <a:gd name="connsiteX1719" fmla="*/ 499465 w 2671650"/>
              <a:gd name="connsiteY1719" fmla="*/ 137615 h 601039"/>
              <a:gd name="connsiteX1720" fmla="*/ 498695 w 2671650"/>
              <a:gd name="connsiteY1720" fmla="*/ 136194 h 601039"/>
              <a:gd name="connsiteX1721" fmla="*/ 497599 w 2671650"/>
              <a:gd name="connsiteY1721" fmla="*/ 135157 h 601039"/>
              <a:gd name="connsiteX1722" fmla="*/ 496355 w 2671650"/>
              <a:gd name="connsiteY1722" fmla="*/ 133795 h 601039"/>
              <a:gd name="connsiteX1723" fmla="*/ 495408 w 2671650"/>
              <a:gd name="connsiteY1723" fmla="*/ 133588 h 601039"/>
              <a:gd name="connsiteX1724" fmla="*/ 494164 w 2671650"/>
              <a:gd name="connsiteY1724" fmla="*/ 132936 h 601039"/>
              <a:gd name="connsiteX1725" fmla="*/ 492861 w 2671650"/>
              <a:gd name="connsiteY1725" fmla="*/ 131988 h 601039"/>
              <a:gd name="connsiteX1726" fmla="*/ 491054 w 2671650"/>
              <a:gd name="connsiteY1726" fmla="*/ 130774 h 601039"/>
              <a:gd name="connsiteX1727" fmla="*/ 489663 w 2671650"/>
              <a:gd name="connsiteY1727" fmla="*/ 129560 h 601039"/>
              <a:gd name="connsiteX1728" fmla="*/ 488804 w 2671650"/>
              <a:gd name="connsiteY1728" fmla="*/ 129353 h 601039"/>
              <a:gd name="connsiteX1729" fmla="*/ 487323 w 2671650"/>
              <a:gd name="connsiteY1729" fmla="*/ 127961 h 601039"/>
              <a:gd name="connsiteX1730" fmla="*/ 483888 w 2671650"/>
              <a:gd name="connsiteY1730" fmla="*/ 129234 h 601039"/>
              <a:gd name="connsiteX1731" fmla="*/ 482289 w 2671650"/>
              <a:gd name="connsiteY1731" fmla="*/ 130212 h 601039"/>
              <a:gd name="connsiteX1732" fmla="*/ 481726 w 2671650"/>
              <a:gd name="connsiteY1732" fmla="*/ 131426 h 601039"/>
              <a:gd name="connsiteX1733" fmla="*/ 482644 w 2671650"/>
              <a:gd name="connsiteY1733" fmla="*/ 132433 h 601039"/>
              <a:gd name="connsiteX1734" fmla="*/ 484362 w 2671650"/>
              <a:gd name="connsiteY1734" fmla="*/ 133055 h 601039"/>
              <a:gd name="connsiteX1735" fmla="*/ 486020 w 2671650"/>
              <a:gd name="connsiteY1735" fmla="*/ 133440 h 601039"/>
              <a:gd name="connsiteX1736" fmla="*/ 486790 w 2671650"/>
              <a:gd name="connsiteY1736" fmla="*/ 134476 h 601039"/>
              <a:gd name="connsiteX1737" fmla="*/ 485191 w 2671650"/>
              <a:gd name="connsiteY1737" fmla="*/ 135128 h 601039"/>
              <a:gd name="connsiteX1738" fmla="*/ 483829 w 2671650"/>
              <a:gd name="connsiteY1738" fmla="*/ 136075 h 601039"/>
              <a:gd name="connsiteX1739" fmla="*/ 482940 w 2671650"/>
              <a:gd name="connsiteY1739" fmla="*/ 136253 h 601039"/>
              <a:gd name="connsiteX1740" fmla="*/ 481519 w 2671650"/>
              <a:gd name="connsiteY1740" fmla="*/ 135749 h 601039"/>
              <a:gd name="connsiteX1741" fmla="*/ 479564 w 2671650"/>
              <a:gd name="connsiteY1741" fmla="*/ 134535 h 601039"/>
              <a:gd name="connsiteX1742" fmla="*/ 477491 w 2671650"/>
              <a:gd name="connsiteY1742" fmla="*/ 133973 h 601039"/>
              <a:gd name="connsiteX1743" fmla="*/ 476573 w 2671650"/>
              <a:gd name="connsiteY1743" fmla="*/ 132285 h 601039"/>
              <a:gd name="connsiteX1744" fmla="*/ 473612 w 2671650"/>
              <a:gd name="connsiteY1744" fmla="*/ 131515 h 601039"/>
              <a:gd name="connsiteX1745" fmla="*/ 471806 w 2671650"/>
              <a:gd name="connsiteY1745" fmla="*/ 132640 h 601039"/>
              <a:gd name="connsiteX1746" fmla="*/ 470828 w 2671650"/>
              <a:gd name="connsiteY1746" fmla="*/ 133824 h 601039"/>
              <a:gd name="connsiteX1747" fmla="*/ 471184 w 2671650"/>
              <a:gd name="connsiteY1747" fmla="*/ 134831 h 601039"/>
              <a:gd name="connsiteX1748" fmla="*/ 472220 w 2671650"/>
              <a:gd name="connsiteY1748" fmla="*/ 136697 h 601039"/>
              <a:gd name="connsiteX1749" fmla="*/ 474441 w 2671650"/>
              <a:gd name="connsiteY1749" fmla="*/ 137822 h 601039"/>
              <a:gd name="connsiteX1750" fmla="*/ 476721 w 2671650"/>
              <a:gd name="connsiteY1750" fmla="*/ 139570 h 601039"/>
              <a:gd name="connsiteX1751" fmla="*/ 478972 w 2671650"/>
              <a:gd name="connsiteY1751" fmla="*/ 141258 h 601039"/>
              <a:gd name="connsiteX1752" fmla="*/ 478676 w 2671650"/>
              <a:gd name="connsiteY1752" fmla="*/ 142649 h 601039"/>
              <a:gd name="connsiteX1753" fmla="*/ 472961 w 2671650"/>
              <a:gd name="connsiteY1753" fmla="*/ 143923 h 601039"/>
              <a:gd name="connsiteX1754" fmla="*/ 469999 w 2671650"/>
              <a:gd name="connsiteY1754" fmla="*/ 141672 h 601039"/>
              <a:gd name="connsiteX1755" fmla="*/ 468400 w 2671650"/>
              <a:gd name="connsiteY1755" fmla="*/ 141050 h 601039"/>
              <a:gd name="connsiteX1756" fmla="*/ 468400 w 2671650"/>
              <a:gd name="connsiteY1756" fmla="*/ 145048 h 601039"/>
              <a:gd name="connsiteX1757" fmla="*/ 466801 w 2671650"/>
              <a:gd name="connsiteY1757" fmla="*/ 146470 h 601039"/>
              <a:gd name="connsiteX1758" fmla="*/ 468844 w 2671650"/>
              <a:gd name="connsiteY1758" fmla="*/ 148691 h 601039"/>
              <a:gd name="connsiteX1759" fmla="*/ 470591 w 2671650"/>
              <a:gd name="connsiteY1759" fmla="*/ 149757 h 601039"/>
              <a:gd name="connsiteX1760" fmla="*/ 472961 w 2671650"/>
              <a:gd name="connsiteY1760" fmla="*/ 150971 h 601039"/>
              <a:gd name="connsiteX1761" fmla="*/ 476514 w 2671650"/>
              <a:gd name="connsiteY1761" fmla="*/ 149964 h 601039"/>
              <a:gd name="connsiteX1762" fmla="*/ 478232 w 2671650"/>
              <a:gd name="connsiteY1762" fmla="*/ 149579 h 601039"/>
              <a:gd name="connsiteX1763" fmla="*/ 480245 w 2671650"/>
              <a:gd name="connsiteY1763" fmla="*/ 148365 h 601039"/>
              <a:gd name="connsiteX1764" fmla="*/ 481874 w 2671650"/>
              <a:gd name="connsiteY1764" fmla="*/ 147180 h 601039"/>
              <a:gd name="connsiteX1765" fmla="*/ 483473 w 2671650"/>
              <a:gd name="connsiteY1765" fmla="*/ 145463 h 601039"/>
              <a:gd name="connsiteX1766" fmla="*/ 486908 w 2671650"/>
              <a:gd name="connsiteY1766" fmla="*/ 146884 h 601039"/>
              <a:gd name="connsiteX1767" fmla="*/ 488271 w 2671650"/>
              <a:gd name="connsiteY1767" fmla="*/ 147624 h 601039"/>
              <a:gd name="connsiteX1768" fmla="*/ 490047 w 2671650"/>
              <a:gd name="connsiteY1768" fmla="*/ 148927 h 601039"/>
              <a:gd name="connsiteX1769" fmla="*/ 491647 w 2671650"/>
              <a:gd name="connsiteY1769" fmla="*/ 149105 h 601039"/>
              <a:gd name="connsiteX1770" fmla="*/ 493571 w 2671650"/>
              <a:gd name="connsiteY1770" fmla="*/ 148039 h 601039"/>
              <a:gd name="connsiteX1771" fmla="*/ 493571 w 2671650"/>
              <a:gd name="connsiteY1771" fmla="*/ 146884 h 601039"/>
              <a:gd name="connsiteX1772" fmla="*/ 492772 w 2671650"/>
              <a:gd name="connsiteY1772" fmla="*/ 144782 h 601039"/>
              <a:gd name="connsiteX1773" fmla="*/ 492120 w 2671650"/>
              <a:gd name="connsiteY1773" fmla="*/ 142531 h 601039"/>
              <a:gd name="connsiteX1774" fmla="*/ 490847 w 2671650"/>
              <a:gd name="connsiteY1774" fmla="*/ 142087 h 601039"/>
              <a:gd name="connsiteX1775" fmla="*/ 489041 w 2671650"/>
              <a:gd name="connsiteY1775" fmla="*/ 141228 h 601039"/>
              <a:gd name="connsiteX1776" fmla="*/ 488478 w 2671650"/>
              <a:gd name="connsiteY1776" fmla="*/ 140339 h 601039"/>
              <a:gd name="connsiteX1777" fmla="*/ 490196 w 2671650"/>
              <a:gd name="connsiteY1777" fmla="*/ 139214 h 601039"/>
              <a:gd name="connsiteX1778" fmla="*/ 492802 w 2671650"/>
              <a:gd name="connsiteY1778" fmla="*/ 139214 h 601039"/>
              <a:gd name="connsiteX1779" fmla="*/ 494726 w 2671650"/>
              <a:gd name="connsiteY1779" fmla="*/ 139214 h 601039"/>
              <a:gd name="connsiteX1780" fmla="*/ 499139 w 2671650"/>
              <a:gd name="connsiteY1780" fmla="*/ 140132 h 601039"/>
              <a:gd name="connsiteX1781" fmla="*/ 500620 w 2671650"/>
              <a:gd name="connsiteY1781" fmla="*/ 141672 h 601039"/>
              <a:gd name="connsiteX1782" fmla="*/ 501627 w 2671650"/>
              <a:gd name="connsiteY1782" fmla="*/ 142975 h 601039"/>
              <a:gd name="connsiteX1783" fmla="*/ 502959 w 2671650"/>
              <a:gd name="connsiteY1783" fmla="*/ 143567 h 601039"/>
              <a:gd name="connsiteX1784" fmla="*/ 506720 w 2671650"/>
              <a:gd name="connsiteY1784" fmla="*/ 145936 h 601039"/>
              <a:gd name="connsiteX1785" fmla="*/ 509326 w 2671650"/>
              <a:gd name="connsiteY1785" fmla="*/ 144574 h 601039"/>
              <a:gd name="connsiteX1786" fmla="*/ 511133 w 2671650"/>
              <a:gd name="connsiteY1786" fmla="*/ 141879 h 601039"/>
              <a:gd name="connsiteX1787" fmla="*/ 510540 w 2671650"/>
              <a:gd name="connsiteY1787" fmla="*/ 140547 h 601039"/>
              <a:gd name="connsiteX1788" fmla="*/ 509978 w 2671650"/>
              <a:gd name="connsiteY1788" fmla="*/ 139421 h 601039"/>
              <a:gd name="connsiteX1789" fmla="*/ 509978 w 2671650"/>
              <a:gd name="connsiteY1789" fmla="*/ 138089 h 601039"/>
              <a:gd name="connsiteX1790" fmla="*/ 509030 w 2671650"/>
              <a:gd name="connsiteY1790" fmla="*/ 137171 h 601039"/>
              <a:gd name="connsiteX1791" fmla="*/ 506927 w 2671650"/>
              <a:gd name="connsiteY1791" fmla="*/ 136490 h 601039"/>
              <a:gd name="connsiteX1792" fmla="*/ 506483 w 2671650"/>
              <a:gd name="connsiteY1792" fmla="*/ 135542 h 601039"/>
              <a:gd name="connsiteX1793" fmla="*/ 508290 w 2671650"/>
              <a:gd name="connsiteY1793" fmla="*/ 134358 h 601039"/>
              <a:gd name="connsiteX1794" fmla="*/ 509800 w 2671650"/>
              <a:gd name="connsiteY1794" fmla="*/ 133528 h 601039"/>
              <a:gd name="connsiteX1795" fmla="*/ 511192 w 2671650"/>
              <a:gd name="connsiteY1795" fmla="*/ 132906 h 601039"/>
              <a:gd name="connsiteX1796" fmla="*/ 515367 w 2671650"/>
              <a:gd name="connsiteY1796" fmla="*/ 131367 h 601039"/>
              <a:gd name="connsiteX1797" fmla="*/ 518151 w 2671650"/>
              <a:gd name="connsiteY1797" fmla="*/ 131722 h 601039"/>
              <a:gd name="connsiteX1798" fmla="*/ 519780 w 2671650"/>
              <a:gd name="connsiteY1798" fmla="*/ 130449 h 601039"/>
              <a:gd name="connsiteX1799" fmla="*/ 520372 w 2671650"/>
              <a:gd name="connsiteY1799" fmla="*/ 129353 h 601039"/>
              <a:gd name="connsiteX1800" fmla="*/ 519987 w 2671650"/>
              <a:gd name="connsiteY1800" fmla="*/ 127517 h 601039"/>
              <a:gd name="connsiteX1801" fmla="*/ 518862 w 2671650"/>
              <a:gd name="connsiteY1801" fmla="*/ 126540 h 601039"/>
              <a:gd name="connsiteX1802" fmla="*/ 518092 w 2671650"/>
              <a:gd name="connsiteY1802" fmla="*/ 126540 h 601039"/>
              <a:gd name="connsiteX1803" fmla="*/ 512820 w 2671650"/>
              <a:gd name="connsiteY1803" fmla="*/ 124703 h 601039"/>
              <a:gd name="connsiteX1804" fmla="*/ 511754 w 2671650"/>
              <a:gd name="connsiteY1804" fmla="*/ 127043 h 601039"/>
              <a:gd name="connsiteX1805" fmla="*/ 510570 w 2671650"/>
              <a:gd name="connsiteY1805" fmla="*/ 127665 h 601039"/>
              <a:gd name="connsiteX1806" fmla="*/ 509178 w 2671650"/>
              <a:gd name="connsiteY1806" fmla="*/ 127902 h 601039"/>
              <a:gd name="connsiteX1807" fmla="*/ 507727 w 2671650"/>
              <a:gd name="connsiteY1807" fmla="*/ 127339 h 601039"/>
              <a:gd name="connsiteX1808" fmla="*/ 506631 w 2671650"/>
              <a:gd name="connsiteY1808" fmla="*/ 128553 h 601039"/>
              <a:gd name="connsiteX1809" fmla="*/ 505417 w 2671650"/>
              <a:gd name="connsiteY1809" fmla="*/ 128553 h 601039"/>
              <a:gd name="connsiteX1810" fmla="*/ 504203 w 2671650"/>
              <a:gd name="connsiteY1810" fmla="*/ 128376 h 601039"/>
              <a:gd name="connsiteX1811" fmla="*/ 503226 w 2671650"/>
              <a:gd name="connsiteY1811" fmla="*/ 129738 h 601039"/>
              <a:gd name="connsiteX1812" fmla="*/ 503877 w 2671650"/>
              <a:gd name="connsiteY1812" fmla="*/ 131159 h 601039"/>
              <a:gd name="connsiteX1813" fmla="*/ 501508 w 2671650"/>
              <a:gd name="connsiteY1813" fmla="*/ 131159 h 601039"/>
              <a:gd name="connsiteX1814" fmla="*/ 501982 w 2671650"/>
              <a:gd name="connsiteY1814" fmla="*/ 129501 h 601039"/>
              <a:gd name="connsiteX1815" fmla="*/ 501419 w 2671650"/>
              <a:gd name="connsiteY1815" fmla="*/ 127517 h 601039"/>
              <a:gd name="connsiteX1816" fmla="*/ 504055 w 2671650"/>
              <a:gd name="connsiteY1816" fmla="*/ 127132 h 601039"/>
              <a:gd name="connsiteX1817" fmla="*/ 508408 w 2671650"/>
              <a:gd name="connsiteY1817" fmla="*/ 125829 h 601039"/>
              <a:gd name="connsiteX1818" fmla="*/ 508763 w 2671650"/>
              <a:gd name="connsiteY1818" fmla="*/ 124200 h 601039"/>
              <a:gd name="connsiteX1819" fmla="*/ 510037 w 2671650"/>
              <a:gd name="connsiteY1819" fmla="*/ 123016 h 601039"/>
              <a:gd name="connsiteX1820" fmla="*/ 512465 w 2671650"/>
              <a:gd name="connsiteY1820" fmla="*/ 122779 h 601039"/>
              <a:gd name="connsiteX1821" fmla="*/ 514597 w 2671650"/>
              <a:gd name="connsiteY1821" fmla="*/ 121831 h 601039"/>
              <a:gd name="connsiteX1822" fmla="*/ 514390 w 2671650"/>
              <a:gd name="connsiteY1822" fmla="*/ 119551 h 601039"/>
              <a:gd name="connsiteX1823" fmla="*/ 513620 w 2671650"/>
              <a:gd name="connsiteY1823" fmla="*/ 118988 h 601039"/>
              <a:gd name="connsiteX1824" fmla="*/ 512909 w 2671650"/>
              <a:gd name="connsiteY1824" fmla="*/ 118366 h 601039"/>
              <a:gd name="connsiteX1825" fmla="*/ 510511 w 2671650"/>
              <a:gd name="connsiteY1825" fmla="*/ 118988 h 601039"/>
              <a:gd name="connsiteX1826" fmla="*/ 507905 w 2671650"/>
              <a:gd name="connsiteY1826" fmla="*/ 119255 h 601039"/>
              <a:gd name="connsiteX1827" fmla="*/ 507905 w 2671650"/>
              <a:gd name="connsiteY1827" fmla="*/ 117567 h 601039"/>
              <a:gd name="connsiteX1828" fmla="*/ 506217 w 2671650"/>
              <a:gd name="connsiteY1828" fmla="*/ 117567 h 601039"/>
              <a:gd name="connsiteX1829" fmla="*/ 505328 w 2671650"/>
              <a:gd name="connsiteY1829" fmla="*/ 119373 h 601039"/>
              <a:gd name="connsiteX1830" fmla="*/ 503581 w 2671650"/>
              <a:gd name="connsiteY1830" fmla="*/ 120113 h 601039"/>
              <a:gd name="connsiteX1831" fmla="*/ 502011 w 2671650"/>
              <a:gd name="connsiteY1831" fmla="*/ 121564 h 601039"/>
              <a:gd name="connsiteX1832" fmla="*/ 503107 w 2671650"/>
              <a:gd name="connsiteY1832" fmla="*/ 122009 h 601039"/>
              <a:gd name="connsiteX1833" fmla="*/ 504558 w 2671650"/>
              <a:gd name="connsiteY1833" fmla="*/ 122719 h 601039"/>
              <a:gd name="connsiteX1834" fmla="*/ 503611 w 2671650"/>
              <a:gd name="connsiteY1834" fmla="*/ 124852 h 601039"/>
              <a:gd name="connsiteX1835" fmla="*/ 501330 w 2671650"/>
              <a:gd name="connsiteY1835" fmla="*/ 124703 h 601039"/>
              <a:gd name="connsiteX1836" fmla="*/ 501478 w 2671650"/>
              <a:gd name="connsiteY1836" fmla="*/ 123608 h 601039"/>
              <a:gd name="connsiteX1837" fmla="*/ 500294 w 2671650"/>
              <a:gd name="connsiteY1837" fmla="*/ 122186 h 601039"/>
              <a:gd name="connsiteX1838" fmla="*/ 500560 w 2671650"/>
              <a:gd name="connsiteY1838" fmla="*/ 121298 h 601039"/>
              <a:gd name="connsiteX1839" fmla="*/ 502841 w 2671650"/>
              <a:gd name="connsiteY1839" fmla="*/ 118337 h 601039"/>
              <a:gd name="connsiteX1840" fmla="*/ 503374 w 2671650"/>
              <a:gd name="connsiteY1840" fmla="*/ 117359 h 601039"/>
              <a:gd name="connsiteX1841" fmla="*/ 504292 w 2671650"/>
              <a:gd name="connsiteY1841" fmla="*/ 115790 h 601039"/>
              <a:gd name="connsiteX1842" fmla="*/ 503107 w 2671650"/>
              <a:gd name="connsiteY1842" fmla="*/ 115405 h 601039"/>
              <a:gd name="connsiteX1843" fmla="*/ 501538 w 2671650"/>
              <a:gd name="connsiteY1843" fmla="*/ 115967 h 601039"/>
              <a:gd name="connsiteX1844" fmla="*/ 500916 w 2671650"/>
              <a:gd name="connsiteY1844" fmla="*/ 116885 h 601039"/>
              <a:gd name="connsiteX1845" fmla="*/ 498606 w 2671650"/>
              <a:gd name="connsiteY1845" fmla="*/ 119077 h 601039"/>
              <a:gd name="connsiteX1846" fmla="*/ 497214 w 2671650"/>
              <a:gd name="connsiteY1846" fmla="*/ 120883 h 601039"/>
              <a:gd name="connsiteX1847" fmla="*/ 494726 w 2671650"/>
              <a:gd name="connsiteY1847" fmla="*/ 123045 h 601039"/>
              <a:gd name="connsiteX1848" fmla="*/ 494134 w 2671650"/>
              <a:gd name="connsiteY1848" fmla="*/ 124763 h 601039"/>
              <a:gd name="connsiteX1849" fmla="*/ 495023 w 2671650"/>
              <a:gd name="connsiteY1849" fmla="*/ 125059 h 601039"/>
              <a:gd name="connsiteX1850" fmla="*/ 496029 w 2671650"/>
              <a:gd name="connsiteY1850" fmla="*/ 124911 h 601039"/>
              <a:gd name="connsiteX1851" fmla="*/ 497392 w 2671650"/>
              <a:gd name="connsiteY1851" fmla="*/ 124318 h 601039"/>
              <a:gd name="connsiteX1852" fmla="*/ 497214 w 2671650"/>
              <a:gd name="connsiteY1852" fmla="*/ 125503 h 601039"/>
              <a:gd name="connsiteX1853" fmla="*/ 496651 w 2671650"/>
              <a:gd name="connsiteY1853" fmla="*/ 126540 h 601039"/>
              <a:gd name="connsiteX1854" fmla="*/ 497836 w 2671650"/>
              <a:gd name="connsiteY1854" fmla="*/ 127102 h 601039"/>
              <a:gd name="connsiteX1855" fmla="*/ 498695 w 2671650"/>
              <a:gd name="connsiteY1855" fmla="*/ 128198 h 601039"/>
              <a:gd name="connsiteX1856" fmla="*/ 498043 w 2671650"/>
              <a:gd name="connsiteY1856" fmla="*/ 128613 h 601039"/>
              <a:gd name="connsiteX1857" fmla="*/ 496918 w 2671650"/>
              <a:gd name="connsiteY1857" fmla="*/ 128316 h 601039"/>
              <a:gd name="connsiteX1858" fmla="*/ 495763 w 2671650"/>
              <a:gd name="connsiteY1858" fmla="*/ 127694 h 601039"/>
              <a:gd name="connsiteX1859" fmla="*/ 493927 w 2671650"/>
              <a:gd name="connsiteY1859" fmla="*/ 126332 h 601039"/>
              <a:gd name="connsiteX1860" fmla="*/ 492890 w 2671650"/>
              <a:gd name="connsiteY1860" fmla="*/ 125385 h 601039"/>
              <a:gd name="connsiteX1861" fmla="*/ 491469 w 2671650"/>
              <a:gd name="connsiteY1861" fmla="*/ 124467 h 601039"/>
              <a:gd name="connsiteX1862" fmla="*/ 491469 w 2671650"/>
              <a:gd name="connsiteY1862" fmla="*/ 123312 h 601039"/>
              <a:gd name="connsiteX1863" fmla="*/ 493098 w 2671650"/>
              <a:gd name="connsiteY1863" fmla="*/ 122571 h 601039"/>
              <a:gd name="connsiteX1864" fmla="*/ 494164 w 2671650"/>
              <a:gd name="connsiteY1864" fmla="*/ 121624 h 601039"/>
              <a:gd name="connsiteX1865" fmla="*/ 495319 w 2671650"/>
              <a:gd name="connsiteY1865" fmla="*/ 120025 h 601039"/>
              <a:gd name="connsiteX1866" fmla="*/ 497332 w 2671650"/>
              <a:gd name="connsiteY1866" fmla="*/ 117922 h 601039"/>
              <a:gd name="connsiteX1867" fmla="*/ 498458 w 2671650"/>
              <a:gd name="connsiteY1867" fmla="*/ 116974 h 601039"/>
              <a:gd name="connsiteX1868" fmla="*/ 499376 w 2671650"/>
              <a:gd name="connsiteY1868" fmla="*/ 116234 h 601039"/>
              <a:gd name="connsiteX1869" fmla="*/ 500116 w 2671650"/>
              <a:gd name="connsiteY1869" fmla="*/ 115494 h 601039"/>
              <a:gd name="connsiteX1870" fmla="*/ 501301 w 2671650"/>
              <a:gd name="connsiteY1870" fmla="*/ 114220 h 601039"/>
              <a:gd name="connsiteX1871" fmla="*/ 502160 w 2671650"/>
              <a:gd name="connsiteY1871" fmla="*/ 113095 h 601039"/>
              <a:gd name="connsiteX1872" fmla="*/ 502367 w 2671650"/>
              <a:gd name="connsiteY1872" fmla="*/ 112207 h 601039"/>
              <a:gd name="connsiteX1873" fmla="*/ 501686 w 2671650"/>
              <a:gd name="connsiteY1873" fmla="*/ 112029 h 601039"/>
              <a:gd name="connsiteX1874" fmla="*/ 500886 w 2671650"/>
              <a:gd name="connsiteY1874" fmla="*/ 111200 h 601039"/>
              <a:gd name="connsiteX1875" fmla="*/ 108239 w 2671650"/>
              <a:gd name="connsiteY1875" fmla="*/ 109364 h 601039"/>
              <a:gd name="connsiteX1876" fmla="*/ 107350 w 2671650"/>
              <a:gd name="connsiteY1876" fmla="*/ 109986 h 601039"/>
              <a:gd name="connsiteX1877" fmla="*/ 105959 w 2671650"/>
              <a:gd name="connsiteY1877" fmla="*/ 110370 h 601039"/>
              <a:gd name="connsiteX1878" fmla="*/ 105011 w 2671650"/>
              <a:gd name="connsiteY1878" fmla="*/ 111881 h 601039"/>
              <a:gd name="connsiteX1879" fmla="*/ 103886 w 2671650"/>
              <a:gd name="connsiteY1879" fmla="*/ 112680 h 601039"/>
              <a:gd name="connsiteX1880" fmla="*/ 103116 w 2671650"/>
              <a:gd name="connsiteY1880" fmla="*/ 114013 h 601039"/>
              <a:gd name="connsiteX1881" fmla="*/ 101635 w 2671650"/>
              <a:gd name="connsiteY1881" fmla="*/ 115079 h 601039"/>
              <a:gd name="connsiteX1882" fmla="*/ 101280 w 2671650"/>
              <a:gd name="connsiteY1882" fmla="*/ 116619 h 601039"/>
              <a:gd name="connsiteX1883" fmla="*/ 102938 w 2671650"/>
              <a:gd name="connsiteY1883" fmla="*/ 118277 h 601039"/>
              <a:gd name="connsiteX1884" fmla="*/ 104952 w 2671650"/>
              <a:gd name="connsiteY1884" fmla="*/ 121239 h 601039"/>
              <a:gd name="connsiteX1885" fmla="*/ 106195 w 2671650"/>
              <a:gd name="connsiteY1885" fmla="*/ 123075 h 601039"/>
              <a:gd name="connsiteX1886" fmla="*/ 108624 w 2671650"/>
              <a:gd name="connsiteY1886" fmla="*/ 125622 h 601039"/>
              <a:gd name="connsiteX1887" fmla="*/ 109956 w 2671650"/>
              <a:gd name="connsiteY1887" fmla="*/ 127487 h 601039"/>
              <a:gd name="connsiteX1888" fmla="*/ 111230 w 2671650"/>
              <a:gd name="connsiteY1888" fmla="*/ 129382 h 601039"/>
              <a:gd name="connsiteX1889" fmla="*/ 111792 w 2671650"/>
              <a:gd name="connsiteY1889" fmla="*/ 130745 h 601039"/>
              <a:gd name="connsiteX1890" fmla="*/ 114458 w 2671650"/>
              <a:gd name="connsiteY1890" fmla="*/ 134180 h 601039"/>
              <a:gd name="connsiteX1891" fmla="*/ 116590 w 2671650"/>
              <a:gd name="connsiteY1891" fmla="*/ 135809 h 601039"/>
              <a:gd name="connsiteX1892" fmla="*/ 118011 w 2671650"/>
              <a:gd name="connsiteY1892" fmla="*/ 136815 h 601039"/>
              <a:gd name="connsiteX1893" fmla="*/ 119403 w 2671650"/>
              <a:gd name="connsiteY1893" fmla="*/ 137970 h 601039"/>
              <a:gd name="connsiteX1894" fmla="*/ 121920 w 2671650"/>
              <a:gd name="connsiteY1894" fmla="*/ 139481 h 601039"/>
              <a:gd name="connsiteX1895" fmla="*/ 123786 w 2671650"/>
              <a:gd name="connsiteY1895" fmla="*/ 141021 h 601039"/>
              <a:gd name="connsiteX1896" fmla="*/ 126185 w 2671650"/>
              <a:gd name="connsiteY1896" fmla="*/ 141465 h 601039"/>
              <a:gd name="connsiteX1897" fmla="*/ 127695 w 2671650"/>
              <a:gd name="connsiteY1897" fmla="*/ 140991 h 601039"/>
              <a:gd name="connsiteX1898" fmla="*/ 129709 w 2671650"/>
              <a:gd name="connsiteY1898" fmla="*/ 139066 h 601039"/>
              <a:gd name="connsiteX1899" fmla="*/ 131367 w 2671650"/>
              <a:gd name="connsiteY1899" fmla="*/ 138059 h 601039"/>
              <a:gd name="connsiteX1900" fmla="*/ 132937 w 2671650"/>
              <a:gd name="connsiteY1900" fmla="*/ 136460 h 601039"/>
              <a:gd name="connsiteX1901" fmla="*/ 134625 w 2671650"/>
              <a:gd name="connsiteY1901" fmla="*/ 134950 h 601039"/>
              <a:gd name="connsiteX1902" fmla="*/ 136076 w 2671650"/>
              <a:gd name="connsiteY1902" fmla="*/ 134328 h 601039"/>
              <a:gd name="connsiteX1903" fmla="*/ 137142 w 2671650"/>
              <a:gd name="connsiteY1903" fmla="*/ 132462 h 601039"/>
              <a:gd name="connsiteX1904" fmla="*/ 138356 w 2671650"/>
              <a:gd name="connsiteY1904" fmla="*/ 130685 h 601039"/>
              <a:gd name="connsiteX1905" fmla="*/ 137556 w 2671650"/>
              <a:gd name="connsiteY1905" fmla="*/ 128820 h 601039"/>
              <a:gd name="connsiteX1906" fmla="*/ 136164 w 2671650"/>
              <a:gd name="connsiteY1906" fmla="*/ 126184 h 601039"/>
              <a:gd name="connsiteX1907" fmla="*/ 133558 w 2671650"/>
              <a:gd name="connsiteY1907" fmla="*/ 125266 h 601039"/>
              <a:gd name="connsiteX1908" fmla="*/ 132078 w 2671650"/>
              <a:gd name="connsiteY1908" fmla="*/ 126540 h 601039"/>
              <a:gd name="connsiteX1909" fmla="*/ 130864 w 2671650"/>
              <a:gd name="connsiteY1909" fmla="*/ 127132 h 601039"/>
              <a:gd name="connsiteX1910" fmla="*/ 129768 w 2671650"/>
              <a:gd name="connsiteY1910" fmla="*/ 127872 h 601039"/>
              <a:gd name="connsiteX1911" fmla="*/ 128376 w 2671650"/>
              <a:gd name="connsiteY1911" fmla="*/ 129027 h 601039"/>
              <a:gd name="connsiteX1912" fmla="*/ 125829 w 2671650"/>
              <a:gd name="connsiteY1912" fmla="*/ 130123 h 601039"/>
              <a:gd name="connsiteX1913" fmla="*/ 123016 w 2671650"/>
              <a:gd name="connsiteY1913" fmla="*/ 128731 h 601039"/>
              <a:gd name="connsiteX1914" fmla="*/ 121654 w 2671650"/>
              <a:gd name="connsiteY1914" fmla="*/ 127606 h 601039"/>
              <a:gd name="connsiteX1915" fmla="*/ 119758 w 2671650"/>
              <a:gd name="connsiteY1915" fmla="*/ 124289 h 601039"/>
              <a:gd name="connsiteX1916" fmla="*/ 120854 w 2671650"/>
              <a:gd name="connsiteY1916" fmla="*/ 120795 h 601039"/>
              <a:gd name="connsiteX1917" fmla="*/ 121417 w 2671650"/>
              <a:gd name="connsiteY1917" fmla="*/ 118514 h 601039"/>
              <a:gd name="connsiteX1918" fmla="*/ 121654 w 2671650"/>
              <a:gd name="connsiteY1918" fmla="*/ 116708 h 601039"/>
              <a:gd name="connsiteX1919" fmla="*/ 122513 w 2671650"/>
              <a:gd name="connsiteY1919" fmla="*/ 115138 h 601039"/>
              <a:gd name="connsiteX1920" fmla="*/ 122513 w 2671650"/>
              <a:gd name="connsiteY1920" fmla="*/ 113865 h 601039"/>
              <a:gd name="connsiteX1921" fmla="*/ 120973 w 2671650"/>
              <a:gd name="connsiteY1921" fmla="*/ 112828 h 601039"/>
              <a:gd name="connsiteX1922" fmla="*/ 118159 w 2671650"/>
              <a:gd name="connsiteY1922" fmla="*/ 112088 h 601039"/>
              <a:gd name="connsiteX1923" fmla="*/ 115820 w 2671650"/>
              <a:gd name="connsiteY1923" fmla="*/ 113302 h 601039"/>
              <a:gd name="connsiteX1924" fmla="*/ 115435 w 2671650"/>
              <a:gd name="connsiteY1924" fmla="*/ 115020 h 601039"/>
              <a:gd name="connsiteX1925" fmla="*/ 113984 w 2671650"/>
              <a:gd name="connsiteY1925" fmla="*/ 115760 h 601039"/>
              <a:gd name="connsiteX1926" fmla="*/ 112947 w 2671650"/>
              <a:gd name="connsiteY1926" fmla="*/ 114309 h 601039"/>
              <a:gd name="connsiteX1927" fmla="*/ 111704 w 2671650"/>
              <a:gd name="connsiteY1927" fmla="*/ 110607 h 601039"/>
              <a:gd name="connsiteX1928" fmla="*/ 109453 w 2671650"/>
              <a:gd name="connsiteY1928" fmla="*/ 109364 h 601039"/>
              <a:gd name="connsiteX1929" fmla="*/ 108239 w 2671650"/>
              <a:gd name="connsiteY1929" fmla="*/ 109364 h 601039"/>
              <a:gd name="connsiteX1930" fmla="*/ 367269 w 2671650"/>
              <a:gd name="connsiteY1930" fmla="*/ 97104 h 601039"/>
              <a:gd name="connsiteX1931" fmla="*/ 364989 w 2671650"/>
              <a:gd name="connsiteY1931" fmla="*/ 110371 h 601039"/>
              <a:gd name="connsiteX1932" fmla="*/ 358030 w 2671650"/>
              <a:gd name="connsiteY1932" fmla="*/ 117627 h 601039"/>
              <a:gd name="connsiteX1933" fmla="*/ 355335 w 2671650"/>
              <a:gd name="connsiteY1933" fmla="*/ 122069 h 601039"/>
              <a:gd name="connsiteX1934" fmla="*/ 320331 w 2671650"/>
              <a:gd name="connsiteY1934" fmla="*/ 146263 h 601039"/>
              <a:gd name="connsiteX1935" fmla="*/ 330696 w 2671650"/>
              <a:gd name="connsiteY1935" fmla="*/ 146944 h 601039"/>
              <a:gd name="connsiteX1936" fmla="*/ 330815 w 2671650"/>
              <a:gd name="connsiteY1936" fmla="*/ 146855 h 601039"/>
              <a:gd name="connsiteX1937" fmla="*/ 342156 w 2671650"/>
              <a:gd name="connsiteY1937" fmla="*/ 155029 h 601039"/>
              <a:gd name="connsiteX1938" fmla="*/ 328771 w 2671650"/>
              <a:gd name="connsiteY1938" fmla="*/ 155266 h 601039"/>
              <a:gd name="connsiteX1939" fmla="*/ 319295 w 2671650"/>
              <a:gd name="connsiteY1939" fmla="*/ 146648 h 601039"/>
              <a:gd name="connsiteX1940" fmla="*/ 311863 w 2671650"/>
              <a:gd name="connsiteY1940" fmla="*/ 149377 h 601039"/>
              <a:gd name="connsiteX1941" fmla="*/ 313453 w 2671650"/>
              <a:gd name="connsiteY1941" fmla="*/ 157534 h 601039"/>
              <a:gd name="connsiteX1942" fmla="*/ 316067 w 2671650"/>
              <a:gd name="connsiteY1942" fmla="*/ 171019 h 601039"/>
              <a:gd name="connsiteX1943" fmla="*/ 407573 w 2671650"/>
              <a:gd name="connsiteY1943" fmla="*/ 157219 h 601039"/>
              <a:gd name="connsiteX1944" fmla="*/ 410742 w 2671650"/>
              <a:gd name="connsiteY1944" fmla="*/ 156153 h 601039"/>
              <a:gd name="connsiteX1945" fmla="*/ 410742 w 2671650"/>
              <a:gd name="connsiteY1945" fmla="*/ 159470 h 601039"/>
              <a:gd name="connsiteX1946" fmla="*/ 401680 w 2671650"/>
              <a:gd name="connsiteY1946" fmla="*/ 185145 h 601039"/>
              <a:gd name="connsiteX1947" fmla="*/ 379173 w 2671650"/>
              <a:gd name="connsiteY1947" fmla="*/ 199804 h 601039"/>
              <a:gd name="connsiteX1948" fmla="*/ 369786 w 2671650"/>
              <a:gd name="connsiteY1948" fmla="*/ 217216 h 601039"/>
              <a:gd name="connsiteX1949" fmla="*/ 365463 w 2671650"/>
              <a:gd name="connsiteY1949" fmla="*/ 220178 h 601039"/>
              <a:gd name="connsiteX1950" fmla="*/ 408698 w 2671650"/>
              <a:gd name="connsiteY1950" fmla="*/ 213574 h 601039"/>
              <a:gd name="connsiteX1951" fmla="*/ 412104 w 2671650"/>
              <a:gd name="connsiteY1951" fmla="*/ 212922 h 601039"/>
              <a:gd name="connsiteX1952" fmla="*/ 411926 w 2671650"/>
              <a:gd name="connsiteY1952" fmla="*/ 212922 h 601039"/>
              <a:gd name="connsiteX1953" fmla="*/ 421195 w 2671650"/>
              <a:gd name="connsiteY1953" fmla="*/ 210998 h 601039"/>
              <a:gd name="connsiteX1954" fmla="*/ 406833 w 2671650"/>
              <a:gd name="connsiteY1954" fmla="*/ 232142 h 601039"/>
              <a:gd name="connsiteX1955" fmla="*/ 373014 w 2671650"/>
              <a:gd name="connsiteY1955" fmla="*/ 259061 h 601039"/>
              <a:gd name="connsiteX1956" fmla="*/ 336737 w 2671650"/>
              <a:gd name="connsiteY1956" fmla="*/ 270639 h 601039"/>
              <a:gd name="connsiteX1957" fmla="*/ 330814 w 2671650"/>
              <a:gd name="connsiteY1957" fmla="*/ 271024 h 601039"/>
              <a:gd name="connsiteX1958" fmla="*/ 319768 w 2671650"/>
              <a:gd name="connsiteY1958" fmla="*/ 270225 h 601039"/>
              <a:gd name="connsiteX1959" fmla="*/ 316274 w 2671650"/>
              <a:gd name="connsiteY1959" fmla="*/ 269721 h 601039"/>
              <a:gd name="connsiteX1960" fmla="*/ 323056 w 2671650"/>
              <a:gd name="connsiteY1960" fmla="*/ 298062 h 601039"/>
              <a:gd name="connsiteX1961" fmla="*/ 300461 w 2671650"/>
              <a:gd name="connsiteY1961" fmla="*/ 299513 h 601039"/>
              <a:gd name="connsiteX1962" fmla="*/ 277836 w 2671650"/>
              <a:gd name="connsiteY1962" fmla="*/ 298062 h 601039"/>
              <a:gd name="connsiteX1963" fmla="*/ 284617 w 2671650"/>
              <a:gd name="connsiteY1963" fmla="*/ 269721 h 601039"/>
              <a:gd name="connsiteX1964" fmla="*/ 281123 w 2671650"/>
              <a:gd name="connsiteY1964" fmla="*/ 270225 h 601039"/>
              <a:gd name="connsiteX1965" fmla="*/ 270077 w 2671650"/>
              <a:gd name="connsiteY1965" fmla="*/ 271024 h 601039"/>
              <a:gd name="connsiteX1966" fmla="*/ 264154 w 2671650"/>
              <a:gd name="connsiteY1966" fmla="*/ 270639 h 601039"/>
              <a:gd name="connsiteX1967" fmla="*/ 227848 w 2671650"/>
              <a:gd name="connsiteY1967" fmla="*/ 259061 h 601039"/>
              <a:gd name="connsiteX1968" fmla="*/ 194029 w 2671650"/>
              <a:gd name="connsiteY1968" fmla="*/ 232142 h 601039"/>
              <a:gd name="connsiteX1969" fmla="*/ 179666 w 2671650"/>
              <a:gd name="connsiteY1969" fmla="*/ 210998 h 601039"/>
              <a:gd name="connsiteX1970" fmla="*/ 188935 w 2671650"/>
              <a:gd name="connsiteY1970" fmla="*/ 212922 h 601039"/>
              <a:gd name="connsiteX1971" fmla="*/ 192371 w 2671650"/>
              <a:gd name="connsiteY1971" fmla="*/ 213574 h 601039"/>
              <a:gd name="connsiteX1972" fmla="*/ 235577 w 2671650"/>
              <a:gd name="connsiteY1972" fmla="*/ 220148 h 601039"/>
              <a:gd name="connsiteX1973" fmla="*/ 231253 w 2671650"/>
              <a:gd name="connsiteY1973" fmla="*/ 217335 h 601039"/>
              <a:gd name="connsiteX1974" fmla="*/ 221866 w 2671650"/>
              <a:gd name="connsiteY1974" fmla="*/ 199922 h 601039"/>
              <a:gd name="connsiteX1975" fmla="*/ 199359 w 2671650"/>
              <a:gd name="connsiteY1975" fmla="*/ 185263 h 601039"/>
              <a:gd name="connsiteX1976" fmla="*/ 190298 w 2671650"/>
              <a:gd name="connsiteY1976" fmla="*/ 159588 h 601039"/>
              <a:gd name="connsiteX1977" fmla="*/ 190298 w 2671650"/>
              <a:gd name="connsiteY1977" fmla="*/ 156272 h 601039"/>
              <a:gd name="connsiteX1978" fmla="*/ 193437 w 2671650"/>
              <a:gd name="connsiteY1978" fmla="*/ 157338 h 601039"/>
              <a:gd name="connsiteX1979" fmla="*/ 285091 w 2671650"/>
              <a:gd name="connsiteY1979" fmla="*/ 171019 h 601039"/>
              <a:gd name="connsiteX1980" fmla="*/ 289740 w 2671650"/>
              <a:gd name="connsiteY1980" fmla="*/ 147091 h 601039"/>
              <a:gd name="connsiteX1981" fmla="*/ 289740 w 2671650"/>
              <a:gd name="connsiteY1981" fmla="*/ 146706 h 601039"/>
              <a:gd name="connsiteX1982" fmla="*/ 300372 w 2671650"/>
              <a:gd name="connsiteY1982" fmla="*/ 134446 h 601039"/>
              <a:gd name="connsiteX1983" fmla="*/ 300757 w 2671650"/>
              <a:gd name="connsiteY1983" fmla="*/ 134446 h 601039"/>
              <a:gd name="connsiteX1984" fmla="*/ 308963 w 2671650"/>
              <a:gd name="connsiteY1984" fmla="*/ 139466 h 601039"/>
              <a:gd name="connsiteX1985" fmla="*/ 311088 w 2671650"/>
              <a:gd name="connsiteY1985" fmla="*/ 145733 h 601039"/>
              <a:gd name="connsiteX1986" fmla="*/ 318229 w 2671650"/>
              <a:gd name="connsiteY1986" fmla="*/ 143124 h 601039"/>
              <a:gd name="connsiteX1987" fmla="*/ 315267 w 2671650"/>
              <a:gd name="connsiteY1987" fmla="*/ 130449 h 601039"/>
              <a:gd name="connsiteX1988" fmla="*/ 322286 w 2671650"/>
              <a:gd name="connsiteY1988" fmla="*/ 118278 h 601039"/>
              <a:gd name="connsiteX1989" fmla="*/ 324566 w 2671650"/>
              <a:gd name="connsiteY1989" fmla="*/ 131930 h 601039"/>
              <a:gd name="connsiteX1990" fmla="*/ 318406 w 2671650"/>
              <a:gd name="connsiteY1990" fmla="*/ 143005 h 601039"/>
              <a:gd name="connsiteX1991" fmla="*/ 332762 w 2671650"/>
              <a:gd name="connsiteY1991" fmla="*/ 134545 h 601039"/>
              <a:gd name="connsiteX1992" fmla="*/ 330044 w 2671650"/>
              <a:gd name="connsiteY1992" fmla="*/ 122779 h 601039"/>
              <a:gd name="connsiteX1993" fmla="*/ 336470 w 2671650"/>
              <a:gd name="connsiteY1993" fmla="*/ 110311 h 601039"/>
              <a:gd name="connsiteX1994" fmla="*/ 338839 w 2671650"/>
              <a:gd name="connsiteY1994" fmla="*/ 124111 h 601039"/>
              <a:gd name="connsiteX1995" fmla="*/ 338928 w 2671650"/>
              <a:gd name="connsiteY1995" fmla="*/ 124111 h 601039"/>
              <a:gd name="connsiteX1996" fmla="*/ 336022 w 2671650"/>
              <a:gd name="connsiteY1996" fmla="*/ 132033 h 601039"/>
              <a:gd name="connsiteX1997" fmla="*/ 335027 w 2671650"/>
              <a:gd name="connsiteY1997" fmla="*/ 133210 h 601039"/>
              <a:gd name="connsiteX1998" fmla="*/ 346095 w 2671650"/>
              <a:gd name="connsiteY1998" fmla="*/ 126688 h 601039"/>
              <a:gd name="connsiteX1999" fmla="*/ 343311 w 2671650"/>
              <a:gd name="connsiteY1999" fmla="*/ 114369 h 601039"/>
              <a:gd name="connsiteX2000" fmla="*/ 349234 w 2671650"/>
              <a:gd name="connsiteY2000" fmla="*/ 102524 h 601039"/>
              <a:gd name="connsiteX2001" fmla="*/ 351396 w 2671650"/>
              <a:gd name="connsiteY2001" fmla="*/ 115761 h 601039"/>
              <a:gd name="connsiteX2002" fmla="*/ 346184 w 2671650"/>
              <a:gd name="connsiteY2002" fmla="*/ 126659 h 601039"/>
              <a:gd name="connsiteX2003" fmla="*/ 354772 w 2671650"/>
              <a:gd name="connsiteY2003" fmla="*/ 118781 h 601039"/>
              <a:gd name="connsiteX2004" fmla="*/ 356697 w 2671650"/>
              <a:gd name="connsiteY2004" fmla="*/ 116472 h 601039"/>
              <a:gd name="connsiteX2005" fmla="*/ 358385 w 2671650"/>
              <a:gd name="connsiteY2005" fmla="*/ 105840 h 601039"/>
              <a:gd name="connsiteX2006" fmla="*/ 367269 w 2671650"/>
              <a:gd name="connsiteY2006" fmla="*/ 97104 h 601039"/>
              <a:gd name="connsiteX2007" fmla="*/ 176705 w 2671650"/>
              <a:gd name="connsiteY2007" fmla="*/ 95564 h 601039"/>
              <a:gd name="connsiteX2008" fmla="*/ 174929 w 2671650"/>
              <a:gd name="connsiteY2008" fmla="*/ 96659 h 601039"/>
              <a:gd name="connsiteX2009" fmla="*/ 173596 w 2671650"/>
              <a:gd name="connsiteY2009" fmla="*/ 97992 h 601039"/>
              <a:gd name="connsiteX2010" fmla="*/ 171049 w 2671650"/>
              <a:gd name="connsiteY2010" fmla="*/ 97044 h 601039"/>
              <a:gd name="connsiteX2011" fmla="*/ 170250 w 2671650"/>
              <a:gd name="connsiteY2011" fmla="*/ 98377 h 601039"/>
              <a:gd name="connsiteX2012" fmla="*/ 170250 w 2671650"/>
              <a:gd name="connsiteY2012" fmla="*/ 102049 h 601039"/>
              <a:gd name="connsiteX2013" fmla="*/ 170250 w 2671650"/>
              <a:gd name="connsiteY2013" fmla="*/ 103619 h 601039"/>
              <a:gd name="connsiteX2014" fmla="*/ 171168 w 2671650"/>
              <a:gd name="connsiteY2014" fmla="*/ 104477 h 601039"/>
              <a:gd name="connsiteX2015" fmla="*/ 171731 w 2671650"/>
              <a:gd name="connsiteY2015" fmla="*/ 105869 h 601039"/>
              <a:gd name="connsiteX2016" fmla="*/ 174692 w 2671650"/>
              <a:gd name="connsiteY2016" fmla="*/ 106343 h 601039"/>
              <a:gd name="connsiteX2017" fmla="*/ 175995 w 2671650"/>
              <a:gd name="connsiteY2017" fmla="*/ 104566 h 601039"/>
              <a:gd name="connsiteX2018" fmla="*/ 177239 w 2671650"/>
              <a:gd name="connsiteY2018" fmla="*/ 103678 h 601039"/>
              <a:gd name="connsiteX2019" fmla="*/ 177920 w 2671650"/>
              <a:gd name="connsiteY2019" fmla="*/ 102197 h 601039"/>
              <a:gd name="connsiteX2020" fmla="*/ 177920 w 2671650"/>
              <a:gd name="connsiteY2020" fmla="*/ 102079 h 601039"/>
              <a:gd name="connsiteX2021" fmla="*/ 177772 w 2671650"/>
              <a:gd name="connsiteY2021" fmla="*/ 100331 h 601039"/>
              <a:gd name="connsiteX2022" fmla="*/ 178216 w 2671650"/>
              <a:gd name="connsiteY2022" fmla="*/ 99265 h 601039"/>
              <a:gd name="connsiteX2023" fmla="*/ 178482 w 2671650"/>
              <a:gd name="connsiteY2023" fmla="*/ 97933 h 601039"/>
              <a:gd name="connsiteX2024" fmla="*/ 177979 w 2671650"/>
              <a:gd name="connsiteY2024" fmla="*/ 96689 h 601039"/>
              <a:gd name="connsiteX2025" fmla="*/ 177505 w 2671650"/>
              <a:gd name="connsiteY2025" fmla="*/ 95564 h 601039"/>
              <a:gd name="connsiteX2026" fmla="*/ 176705 w 2671650"/>
              <a:gd name="connsiteY2026" fmla="*/ 95564 h 601039"/>
              <a:gd name="connsiteX2027" fmla="*/ 1217989 w 2671650"/>
              <a:gd name="connsiteY2027" fmla="*/ 92910 h 601039"/>
              <a:gd name="connsiteX2028" fmla="*/ 1225836 w 2671650"/>
              <a:gd name="connsiteY2028" fmla="*/ 93735 h 601039"/>
              <a:gd name="connsiteX2029" fmla="*/ 1235541 w 2671650"/>
              <a:gd name="connsiteY2029" fmla="*/ 93735 h 601039"/>
              <a:gd name="connsiteX2030" fmla="*/ 1240599 w 2671650"/>
              <a:gd name="connsiteY2030" fmla="*/ 97762 h 601039"/>
              <a:gd name="connsiteX2031" fmla="*/ 1249686 w 2671650"/>
              <a:gd name="connsiteY2031" fmla="*/ 100549 h 601039"/>
              <a:gd name="connsiteX2032" fmla="*/ 1252679 w 2671650"/>
              <a:gd name="connsiteY2032" fmla="*/ 110873 h 601039"/>
              <a:gd name="connsiteX2033" fmla="*/ 1259700 w 2671650"/>
              <a:gd name="connsiteY2033" fmla="*/ 126360 h 601039"/>
              <a:gd name="connsiteX2034" fmla="*/ 1251027 w 2671650"/>
              <a:gd name="connsiteY2034" fmla="*/ 142260 h 601039"/>
              <a:gd name="connsiteX2035" fmla="*/ 1252679 w 2671650"/>
              <a:gd name="connsiteY2035" fmla="*/ 147525 h 601039"/>
              <a:gd name="connsiteX2036" fmla="*/ 1283652 w 2671650"/>
              <a:gd name="connsiteY2036" fmla="*/ 140298 h 601039"/>
              <a:gd name="connsiteX2037" fmla="*/ 1301307 w 2671650"/>
              <a:gd name="connsiteY2037" fmla="*/ 136272 h 601039"/>
              <a:gd name="connsiteX2038" fmla="*/ 1308843 w 2671650"/>
              <a:gd name="connsiteY2038" fmla="*/ 139472 h 601039"/>
              <a:gd name="connsiteX2039" fmla="*/ 1316690 w 2671650"/>
              <a:gd name="connsiteY2039" fmla="*/ 142053 h 601039"/>
              <a:gd name="connsiteX2040" fmla="*/ 1326084 w 2671650"/>
              <a:gd name="connsiteY2040" fmla="*/ 150313 h 601039"/>
              <a:gd name="connsiteX2041" fmla="*/ 1325878 w 2671650"/>
              <a:gd name="connsiteY2041" fmla="*/ 150313 h 601039"/>
              <a:gd name="connsiteX2042" fmla="*/ 1330111 w 2671650"/>
              <a:gd name="connsiteY2042" fmla="*/ 154958 h 601039"/>
              <a:gd name="connsiteX2043" fmla="*/ 1329595 w 2671650"/>
              <a:gd name="connsiteY2043" fmla="*/ 164456 h 601039"/>
              <a:gd name="connsiteX2044" fmla="*/ 1312663 w 2671650"/>
              <a:gd name="connsiteY2044" fmla="*/ 178807 h 601039"/>
              <a:gd name="connsiteX2045" fmla="*/ 1303578 w 2671650"/>
              <a:gd name="connsiteY2045" fmla="*/ 176124 h 601039"/>
              <a:gd name="connsiteX2046" fmla="*/ 1288195 w 2671650"/>
              <a:gd name="connsiteY2046" fmla="*/ 177156 h 601039"/>
              <a:gd name="connsiteX2047" fmla="*/ 1275909 w 2671650"/>
              <a:gd name="connsiteY2047" fmla="*/ 178602 h 601039"/>
              <a:gd name="connsiteX2048" fmla="*/ 1264655 w 2671650"/>
              <a:gd name="connsiteY2048" fmla="*/ 182008 h 601039"/>
              <a:gd name="connsiteX2049" fmla="*/ 1253401 w 2671650"/>
              <a:gd name="connsiteY2049" fmla="*/ 186035 h 601039"/>
              <a:gd name="connsiteX2050" fmla="*/ 1243077 w 2671650"/>
              <a:gd name="connsiteY2050" fmla="*/ 186035 h 601039"/>
              <a:gd name="connsiteX2051" fmla="*/ 1227384 w 2671650"/>
              <a:gd name="connsiteY2051" fmla="*/ 192641 h 601039"/>
              <a:gd name="connsiteX2052" fmla="*/ 1190734 w 2671650"/>
              <a:gd name="connsiteY2052" fmla="*/ 201727 h 601039"/>
              <a:gd name="connsiteX2053" fmla="*/ 1180410 w 2671650"/>
              <a:gd name="connsiteY2053" fmla="*/ 204412 h 601039"/>
              <a:gd name="connsiteX2054" fmla="*/ 1170085 w 2671650"/>
              <a:gd name="connsiteY2054" fmla="*/ 206992 h 601039"/>
              <a:gd name="connsiteX2055" fmla="*/ 1160793 w 2671650"/>
              <a:gd name="connsiteY2055" fmla="*/ 209367 h 601039"/>
              <a:gd name="connsiteX2056" fmla="*/ 1152947 w 2671650"/>
              <a:gd name="connsiteY2056" fmla="*/ 210399 h 601039"/>
              <a:gd name="connsiteX2057" fmla="*/ 1144481 w 2671650"/>
              <a:gd name="connsiteY2057" fmla="*/ 212671 h 601039"/>
              <a:gd name="connsiteX2058" fmla="*/ 1137048 w 2671650"/>
              <a:gd name="connsiteY2058" fmla="*/ 212671 h 601039"/>
              <a:gd name="connsiteX2059" fmla="*/ 1131162 w 2671650"/>
              <a:gd name="connsiteY2059" fmla="*/ 212671 h 601039"/>
              <a:gd name="connsiteX2060" fmla="*/ 1121664 w 2671650"/>
              <a:gd name="connsiteY2060" fmla="*/ 215252 h 601039"/>
              <a:gd name="connsiteX2061" fmla="*/ 1113612 w 2671650"/>
              <a:gd name="connsiteY2061" fmla="*/ 218040 h 601039"/>
              <a:gd name="connsiteX2062" fmla="*/ 1106591 w 2671650"/>
              <a:gd name="connsiteY2062" fmla="*/ 222066 h 601039"/>
              <a:gd name="connsiteX2063" fmla="*/ 1100913 w 2671650"/>
              <a:gd name="connsiteY2063" fmla="*/ 218040 h 601039"/>
              <a:gd name="connsiteX2064" fmla="*/ 1090588 w 2671650"/>
              <a:gd name="connsiteY2064" fmla="*/ 217421 h 601039"/>
              <a:gd name="connsiteX2065" fmla="*/ 1087905 w 2671650"/>
              <a:gd name="connsiteY2065" fmla="*/ 206373 h 601039"/>
              <a:gd name="connsiteX2066" fmla="*/ 1087389 w 2671650"/>
              <a:gd name="connsiteY2066" fmla="*/ 197288 h 601039"/>
              <a:gd name="connsiteX2067" fmla="*/ 1089349 w 2671650"/>
              <a:gd name="connsiteY2067" fmla="*/ 190061 h 601039"/>
              <a:gd name="connsiteX2068" fmla="*/ 1109998 w 2671650"/>
              <a:gd name="connsiteY2068" fmla="*/ 179736 h 601039"/>
              <a:gd name="connsiteX2069" fmla="*/ 1115471 w 2671650"/>
              <a:gd name="connsiteY2069" fmla="*/ 182834 h 601039"/>
              <a:gd name="connsiteX2070" fmla="*/ 1127343 w 2671650"/>
              <a:gd name="connsiteY2070" fmla="*/ 178807 h 601039"/>
              <a:gd name="connsiteX2071" fmla="*/ 1155735 w 2671650"/>
              <a:gd name="connsiteY2071" fmla="*/ 173129 h 601039"/>
              <a:gd name="connsiteX2072" fmla="*/ 1167814 w 2671650"/>
              <a:gd name="connsiteY2072" fmla="*/ 171477 h 601039"/>
              <a:gd name="connsiteX2073" fmla="*/ 1190011 w 2671650"/>
              <a:gd name="connsiteY2073" fmla="*/ 164664 h 601039"/>
              <a:gd name="connsiteX2074" fmla="*/ 1199096 w 2671650"/>
              <a:gd name="connsiteY2074" fmla="*/ 159398 h 601039"/>
              <a:gd name="connsiteX2075" fmla="*/ 1198064 w 2671650"/>
              <a:gd name="connsiteY2075" fmla="*/ 153203 h 601039"/>
              <a:gd name="connsiteX2076" fmla="*/ 1191663 w 2671650"/>
              <a:gd name="connsiteY2076" fmla="*/ 151138 h 601039"/>
              <a:gd name="connsiteX2077" fmla="*/ 1185571 w 2671650"/>
              <a:gd name="connsiteY2077" fmla="*/ 146493 h 601039"/>
              <a:gd name="connsiteX2078" fmla="*/ 1187017 w 2671650"/>
              <a:gd name="connsiteY2078" fmla="*/ 140091 h 601039"/>
              <a:gd name="connsiteX2079" fmla="*/ 1189392 w 2671650"/>
              <a:gd name="connsiteY2079" fmla="*/ 134000 h 601039"/>
              <a:gd name="connsiteX2080" fmla="*/ 1191869 w 2671650"/>
              <a:gd name="connsiteY2080" fmla="*/ 126360 h 601039"/>
              <a:gd name="connsiteX2081" fmla="*/ 1184126 w 2671650"/>
              <a:gd name="connsiteY2081" fmla="*/ 107261 h 601039"/>
              <a:gd name="connsiteX2082" fmla="*/ 1186397 w 2671650"/>
              <a:gd name="connsiteY2082" fmla="*/ 100756 h 601039"/>
              <a:gd name="connsiteX2083" fmla="*/ 1198064 w 2671650"/>
              <a:gd name="connsiteY2083" fmla="*/ 98794 h 601039"/>
              <a:gd name="connsiteX2084" fmla="*/ 1204878 w 2671650"/>
              <a:gd name="connsiteY2084" fmla="*/ 96110 h 601039"/>
              <a:gd name="connsiteX2085" fmla="*/ 1211382 w 2671650"/>
              <a:gd name="connsiteY2085" fmla="*/ 95387 h 601039"/>
              <a:gd name="connsiteX2086" fmla="*/ 1217989 w 2671650"/>
              <a:gd name="connsiteY2086" fmla="*/ 92910 h 601039"/>
              <a:gd name="connsiteX2087" fmla="*/ 2580585 w 2671650"/>
              <a:gd name="connsiteY2087" fmla="*/ 91051 h 601039"/>
              <a:gd name="connsiteX2088" fmla="*/ 2591529 w 2671650"/>
              <a:gd name="connsiteY2088" fmla="*/ 99518 h 601039"/>
              <a:gd name="connsiteX2089" fmla="*/ 2586882 w 2671650"/>
              <a:gd name="connsiteY2089" fmla="*/ 112939 h 601039"/>
              <a:gd name="connsiteX2090" fmla="*/ 2577901 w 2671650"/>
              <a:gd name="connsiteY2090" fmla="*/ 124709 h 601039"/>
              <a:gd name="connsiteX2091" fmla="*/ 2577901 w 2671650"/>
              <a:gd name="connsiteY2091" fmla="*/ 135033 h 601039"/>
              <a:gd name="connsiteX2092" fmla="*/ 2583476 w 2671650"/>
              <a:gd name="connsiteY2092" fmla="*/ 143395 h 601039"/>
              <a:gd name="connsiteX2093" fmla="*/ 2571293 w 2671650"/>
              <a:gd name="connsiteY2093" fmla="*/ 168071 h 601039"/>
              <a:gd name="connsiteX2094" fmla="*/ 2562104 w 2671650"/>
              <a:gd name="connsiteY2094" fmla="*/ 181389 h 601039"/>
              <a:gd name="connsiteX2095" fmla="*/ 2573254 w 2671650"/>
              <a:gd name="connsiteY2095" fmla="*/ 187273 h 601039"/>
              <a:gd name="connsiteX2096" fmla="*/ 2578727 w 2671650"/>
              <a:gd name="connsiteY2096" fmla="*/ 196049 h 601039"/>
              <a:gd name="connsiteX2097" fmla="*/ 2589051 w 2671650"/>
              <a:gd name="connsiteY2097" fmla="*/ 185724 h 601039"/>
              <a:gd name="connsiteX2098" fmla="*/ 2580069 w 2671650"/>
              <a:gd name="connsiteY2098" fmla="*/ 182731 h 601039"/>
              <a:gd name="connsiteX2099" fmla="*/ 2578004 w 2671650"/>
              <a:gd name="connsiteY2099" fmla="*/ 172406 h 601039"/>
              <a:gd name="connsiteX2100" fmla="*/ 2583889 w 2671650"/>
              <a:gd name="connsiteY2100" fmla="*/ 167761 h 601039"/>
              <a:gd name="connsiteX2101" fmla="*/ 2588637 w 2671650"/>
              <a:gd name="connsiteY2101" fmla="*/ 162185 h 601039"/>
              <a:gd name="connsiteX2102" fmla="*/ 2587812 w 2671650"/>
              <a:gd name="connsiteY2102" fmla="*/ 152378 h 601039"/>
              <a:gd name="connsiteX2103" fmla="*/ 2596175 w 2671650"/>
              <a:gd name="connsiteY2103" fmla="*/ 148144 h 601039"/>
              <a:gd name="connsiteX2104" fmla="*/ 2600923 w 2671650"/>
              <a:gd name="connsiteY2104" fmla="*/ 141021 h 601039"/>
              <a:gd name="connsiteX2105" fmla="*/ 2603092 w 2671650"/>
              <a:gd name="connsiteY2105" fmla="*/ 133174 h 601039"/>
              <a:gd name="connsiteX2106" fmla="*/ 2597104 w 2671650"/>
              <a:gd name="connsiteY2106" fmla="*/ 118720 h 601039"/>
              <a:gd name="connsiteX2107" fmla="*/ 2627148 w 2671650"/>
              <a:gd name="connsiteY2107" fmla="*/ 102821 h 601039"/>
              <a:gd name="connsiteX2108" fmla="*/ 2629832 w 2671650"/>
              <a:gd name="connsiteY2108" fmla="*/ 99002 h 601039"/>
              <a:gd name="connsiteX2109" fmla="*/ 2638814 w 2671650"/>
              <a:gd name="connsiteY2109" fmla="*/ 97969 h 601039"/>
              <a:gd name="connsiteX2110" fmla="*/ 2648519 w 2671650"/>
              <a:gd name="connsiteY2110" fmla="*/ 104060 h 601039"/>
              <a:gd name="connsiteX2111" fmla="*/ 2650997 w 2671650"/>
              <a:gd name="connsiteY2111" fmla="*/ 111184 h 601039"/>
              <a:gd name="connsiteX2112" fmla="*/ 2649861 w 2671650"/>
              <a:gd name="connsiteY2112" fmla="*/ 123676 h 601039"/>
              <a:gd name="connsiteX2113" fmla="*/ 2636646 w 2671650"/>
              <a:gd name="connsiteY2113" fmla="*/ 134000 h 601039"/>
              <a:gd name="connsiteX2114" fmla="*/ 2626322 w 2671650"/>
              <a:gd name="connsiteY2114" fmla="*/ 158985 h 601039"/>
              <a:gd name="connsiteX2115" fmla="*/ 2623224 w 2671650"/>
              <a:gd name="connsiteY2115" fmla="*/ 167658 h 601039"/>
              <a:gd name="connsiteX2116" fmla="*/ 2620643 w 2671650"/>
              <a:gd name="connsiteY2116" fmla="*/ 177982 h 601039"/>
              <a:gd name="connsiteX2117" fmla="*/ 2618578 w 2671650"/>
              <a:gd name="connsiteY2117" fmla="*/ 190990 h 601039"/>
              <a:gd name="connsiteX2118" fmla="*/ 2624566 w 2671650"/>
              <a:gd name="connsiteY2118" fmla="*/ 192849 h 601039"/>
              <a:gd name="connsiteX2119" fmla="*/ 2636233 w 2671650"/>
              <a:gd name="connsiteY2119" fmla="*/ 186447 h 601039"/>
              <a:gd name="connsiteX2120" fmla="*/ 2644285 w 2671650"/>
              <a:gd name="connsiteY2120" fmla="*/ 186447 h 601039"/>
              <a:gd name="connsiteX2121" fmla="*/ 2650790 w 2671650"/>
              <a:gd name="connsiteY2121" fmla="*/ 191197 h 601039"/>
              <a:gd name="connsiteX2122" fmla="*/ 2658120 w 2671650"/>
              <a:gd name="connsiteY2122" fmla="*/ 193365 h 601039"/>
              <a:gd name="connsiteX2123" fmla="*/ 2666483 w 2671650"/>
              <a:gd name="connsiteY2123" fmla="*/ 196359 h 601039"/>
              <a:gd name="connsiteX2124" fmla="*/ 2667103 w 2671650"/>
              <a:gd name="connsiteY2124" fmla="*/ 196256 h 601039"/>
              <a:gd name="connsiteX2125" fmla="*/ 2671542 w 2671650"/>
              <a:gd name="connsiteY2125" fmla="*/ 215355 h 601039"/>
              <a:gd name="connsiteX2126" fmla="*/ 2666793 w 2671650"/>
              <a:gd name="connsiteY2126" fmla="*/ 232597 h 601039"/>
              <a:gd name="connsiteX2127" fmla="*/ 2640776 w 2671650"/>
              <a:gd name="connsiteY2127" fmla="*/ 239514 h 601039"/>
              <a:gd name="connsiteX2128" fmla="*/ 2632722 w 2671650"/>
              <a:gd name="connsiteY2128" fmla="*/ 242921 h 601039"/>
              <a:gd name="connsiteX2129" fmla="*/ 2622398 w 2671650"/>
              <a:gd name="connsiteY2129" fmla="*/ 241992 h 601039"/>
              <a:gd name="connsiteX2130" fmla="*/ 2609493 w 2671650"/>
              <a:gd name="connsiteY2130" fmla="*/ 241992 h 601039"/>
              <a:gd name="connsiteX2131" fmla="*/ 2587295 w 2671650"/>
              <a:gd name="connsiteY2131" fmla="*/ 257788 h 601039"/>
              <a:gd name="connsiteX2132" fmla="*/ 2579140 w 2671650"/>
              <a:gd name="connsiteY2132" fmla="*/ 266460 h 601039"/>
              <a:gd name="connsiteX2133" fmla="*/ 2566131 w 2671650"/>
              <a:gd name="connsiteY2133" fmla="*/ 278436 h 601039"/>
              <a:gd name="connsiteX2134" fmla="*/ 2564066 w 2671650"/>
              <a:gd name="connsiteY2134" fmla="*/ 290723 h 601039"/>
              <a:gd name="connsiteX2135" fmla="*/ 2570261 w 2671650"/>
              <a:gd name="connsiteY2135" fmla="*/ 291961 h 601039"/>
              <a:gd name="connsiteX2136" fmla="*/ 2581411 w 2671650"/>
              <a:gd name="connsiteY2136" fmla="*/ 287522 h 601039"/>
              <a:gd name="connsiteX2137" fmla="*/ 2588741 w 2671650"/>
              <a:gd name="connsiteY2137" fmla="*/ 283598 h 601039"/>
              <a:gd name="connsiteX2138" fmla="*/ 2601543 w 2671650"/>
              <a:gd name="connsiteY2138" fmla="*/ 290103 h 601039"/>
              <a:gd name="connsiteX2139" fmla="*/ 2614035 w 2671650"/>
              <a:gd name="connsiteY2139" fmla="*/ 295265 h 601039"/>
              <a:gd name="connsiteX2140" fmla="*/ 2618888 w 2671650"/>
              <a:gd name="connsiteY2140" fmla="*/ 300221 h 601039"/>
              <a:gd name="connsiteX2141" fmla="*/ 2615687 w 2671650"/>
              <a:gd name="connsiteY2141" fmla="*/ 313229 h 601039"/>
              <a:gd name="connsiteX2142" fmla="*/ 2608254 w 2671650"/>
              <a:gd name="connsiteY2142" fmla="*/ 319630 h 601039"/>
              <a:gd name="connsiteX2143" fmla="*/ 2595142 w 2671650"/>
              <a:gd name="connsiteY2143" fmla="*/ 322108 h 601039"/>
              <a:gd name="connsiteX2144" fmla="*/ 2586264 w 2671650"/>
              <a:gd name="connsiteY2144" fmla="*/ 325102 h 601039"/>
              <a:gd name="connsiteX2145" fmla="*/ 2565615 w 2671650"/>
              <a:gd name="connsiteY2145" fmla="*/ 334393 h 601039"/>
              <a:gd name="connsiteX2146" fmla="*/ 2566544 w 2671650"/>
              <a:gd name="connsiteY2146" fmla="*/ 348641 h 601039"/>
              <a:gd name="connsiteX2147" fmla="*/ 2564995 w 2671650"/>
              <a:gd name="connsiteY2147" fmla="*/ 360823 h 601039"/>
              <a:gd name="connsiteX2148" fmla="*/ 2562104 w 2671650"/>
              <a:gd name="connsiteY2148" fmla="*/ 374761 h 601039"/>
              <a:gd name="connsiteX2149" fmla="*/ 2556736 w 2671650"/>
              <a:gd name="connsiteY2149" fmla="*/ 384054 h 601039"/>
              <a:gd name="connsiteX2150" fmla="*/ 2546411 w 2671650"/>
              <a:gd name="connsiteY2150" fmla="*/ 404082 h 601039"/>
              <a:gd name="connsiteX2151" fmla="*/ 2531339 w 2671650"/>
              <a:gd name="connsiteY2151" fmla="*/ 409451 h 601039"/>
              <a:gd name="connsiteX2152" fmla="*/ 2519259 w 2671650"/>
              <a:gd name="connsiteY2152" fmla="*/ 412754 h 601039"/>
              <a:gd name="connsiteX2153" fmla="*/ 2501089 w 2671650"/>
              <a:gd name="connsiteY2153" fmla="*/ 412754 h 601039"/>
              <a:gd name="connsiteX2154" fmla="*/ 2499953 w 2671650"/>
              <a:gd name="connsiteY2154" fmla="*/ 401811 h 601039"/>
              <a:gd name="connsiteX2155" fmla="*/ 2482401 w 2671650"/>
              <a:gd name="connsiteY2155" fmla="*/ 385189 h 601039"/>
              <a:gd name="connsiteX2156" fmla="*/ 2491796 w 2671650"/>
              <a:gd name="connsiteY2156" fmla="*/ 380543 h 601039"/>
              <a:gd name="connsiteX2157" fmla="*/ 2514510 w 2671650"/>
              <a:gd name="connsiteY2157" fmla="*/ 376413 h 601039"/>
              <a:gd name="connsiteX2158" fmla="*/ 2532370 w 2671650"/>
              <a:gd name="connsiteY2158" fmla="*/ 345440 h 601039"/>
              <a:gd name="connsiteX2159" fmla="*/ 2527415 w 2671650"/>
              <a:gd name="connsiteY2159" fmla="*/ 338420 h 601039"/>
              <a:gd name="connsiteX2160" fmla="*/ 2510690 w 2671650"/>
              <a:gd name="connsiteY2160" fmla="*/ 341415 h 601039"/>
              <a:gd name="connsiteX2161" fmla="*/ 2493448 w 2671650"/>
              <a:gd name="connsiteY2161" fmla="*/ 344409 h 601039"/>
              <a:gd name="connsiteX2162" fmla="*/ 2479304 w 2671650"/>
              <a:gd name="connsiteY2162" fmla="*/ 349467 h 601039"/>
              <a:gd name="connsiteX2163" fmla="*/ 2466605 w 2671650"/>
              <a:gd name="connsiteY2163" fmla="*/ 346370 h 601039"/>
              <a:gd name="connsiteX2164" fmla="*/ 2460824 w 2671650"/>
              <a:gd name="connsiteY2164" fmla="*/ 343789 h 601039"/>
              <a:gd name="connsiteX2165" fmla="*/ 2459482 w 2671650"/>
              <a:gd name="connsiteY2165" fmla="*/ 334497 h 601039"/>
              <a:gd name="connsiteX2166" fmla="*/ 2462063 w 2671650"/>
              <a:gd name="connsiteY2166" fmla="*/ 321695 h 601039"/>
              <a:gd name="connsiteX2167" fmla="*/ 2477548 w 2671650"/>
              <a:gd name="connsiteY2167" fmla="*/ 312093 h 601039"/>
              <a:gd name="connsiteX2168" fmla="*/ 2488803 w 2671650"/>
              <a:gd name="connsiteY2168" fmla="*/ 314984 h 601039"/>
              <a:gd name="connsiteX2169" fmla="*/ 2499746 w 2671650"/>
              <a:gd name="connsiteY2169" fmla="*/ 308170 h 601039"/>
              <a:gd name="connsiteX2170" fmla="*/ 2513271 w 2671650"/>
              <a:gd name="connsiteY2170" fmla="*/ 304556 h 601039"/>
              <a:gd name="connsiteX2171" fmla="*/ 2521427 w 2671650"/>
              <a:gd name="connsiteY2171" fmla="*/ 300427 h 601039"/>
              <a:gd name="connsiteX2172" fmla="*/ 2524318 w 2671650"/>
              <a:gd name="connsiteY2172" fmla="*/ 295678 h 601039"/>
              <a:gd name="connsiteX2173" fmla="*/ 2525763 w 2671650"/>
              <a:gd name="connsiteY2173" fmla="*/ 285354 h 601039"/>
              <a:gd name="connsiteX2174" fmla="*/ 2529584 w 2671650"/>
              <a:gd name="connsiteY2174" fmla="*/ 275030 h 601039"/>
              <a:gd name="connsiteX2175" fmla="*/ 2521737 w 2671650"/>
              <a:gd name="connsiteY2175" fmla="*/ 274307 h 601039"/>
              <a:gd name="connsiteX2176" fmla="*/ 2513064 w 2671650"/>
              <a:gd name="connsiteY2176" fmla="*/ 279985 h 601039"/>
              <a:gd name="connsiteX2177" fmla="*/ 2503256 w 2671650"/>
              <a:gd name="connsiteY2177" fmla="*/ 285044 h 601039"/>
              <a:gd name="connsiteX2178" fmla="*/ 2494997 w 2671650"/>
              <a:gd name="connsiteY2178" fmla="*/ 285044 h 601039"/>
              <a:gd name="connsiteX2179" fmla="*/ 2491901 w 2671650"/>
              <a:gd name="connsiteY2179" fmla="*/ 277508 h 601039"/>
              <a:gd name="connsiteX2180" fmla="*/ 2494171 w 2671650"/>
              <a:gd name="connsiteY2180" fmla="*/ 266253 h 601039"/>
              <a:gd name="connsiteX2181" fmla="*/ 2502844 w 2671650"/>
              <a:gd name="connsiteY2181" fmla="*/ 245605 h 601039"/>
              <a:gd name="connsiteX2182" fmla="*/ 2515026 w 2671650"/>
              <a:gd name="connsiteY2182" fmla="*/ 244779 h 601039"/>
              <a:gd name="connsiteX2183" fmla="*/ 2519568 w 2671650"/>
              <a:gd name="connsiteY2183" fmla="*/ 241785 h 601039"/>
              <a:gd name="connsiteX2184" fmla="*/ 2530823 w 2671650"/>
              <a:gd name="connsiteY2184" fmla="*/ 240753 h 601039"/>
              <a:gd name="connsiteX2185" fmla="*/ 2543625 w 2671650"/>
              <a:gd name="connsiteY2185" fmla="*/ 237552 h 601039"/>
              <a:gd name="connsiteX2186" fmla="*/ 2553226 w 2671650"/>
              <a:gd name="connsiteY2186" fmla="*/ 235901 h 601039"/>
              <a:gd name="connsiteX2187" fmla="*/ 2561278 w 2671650"/>
              <a:gd name="connsiteY2187" fmla="*/ 233010 h 601039"/>
              <a:gd name="connsiteX2188" fmla="*/ 2566028 w 2671650"/>
              <a:gd name="connsiteY2188" fmla="*/ 229603 h 601039"/>
              <a:gd name="connsiteX2189" fmla="*/ 2577281 w 2671650"/>
              <a:gd name="connsiteY2189" fmla="*/ 229603 h 601039"/>
              <a:gd name="connsiteX2190" fmla="*/ 2586471 w 2671650"/>
              <a:gd name="connsiteY2190" fmla="*/ 229603 h 601039"/>
              <a:gd name="connsiteX2191" fmla="*/ 2595968 w 2671650"/>
              <a:gd name="connsiteY2191" fmla="*/ 231874 h 601039"/>
              <a:gd name="connsiteX2192" fmla="*/ 2606292 w 2671650"/>
              <a:gd name="connsiteY2192" fmla="*/ 226815 h 601039"/>
              <a:gd name="connsiteX2193" fmla="*/ 2612074 w 2671650"/>
              <a:gd name="connsiteY2193" fmla="*/ 215768 h 601039"/>
              <a:gd name="connsiteX2194" fmla="*/ 2598343 w 2671650"/>
              <a:gd name="connsiteY2194" fmla="*/ 217317 h 601039"/>
              <a:gd name="connsiteX2195" fmla="*/ 2583889 w 2671650"/>
              <a:gd name="connsiteY2195" fmla="*/ 219382 h 601039"/>
              <a:gd name="connsiteX2196" fmla="*/ 2561175 w 2671650"/>
              <a:gd name="connsiteY2196" fmla="*/ 221757 h 601039"/>
              <a:gd name="connsiteX2197" fmla="*/ 2549715 w 2671650"/>
              <a:gd name="connsiteY2197" fmla="*/ 224440 h 601039"/>
              <a:gd name="connsiteX2198" fmla="*/ 2538255 w 2671650"/>
              <a:gd name="connsiteY2198" fmla="*/ 226815 h 601039"/>
              <a:gd name="connsiteX2199" fmla="*/ 2519671 w 2671650"/>
              <a:gd name="connsiteY2199" fmla="*/ 229190 h 601039"/>
              <a:gd name="connsiteX2200" fmla="*/ 2505424 w 2671650"/>
              <a:gd name="connsiteY2200" fmla="*/ 232081 h 601039"/>
              <a:gd name="connsiteX2201" fmla="*/ 2488596 w 2671650"/>
              <a:gd name="connsiteY2201" fmla="*/ 238894 h 601039"/>
              <a:gd name="connsiteX2202" fmla="*/ 2478271 w 2671650"/>
              <a:gd name="connsiteY2202" fmla="*/ 252625 h 601039"/>
              <a:gd name="connsiteX2203" fmla="*/ 2473316 w 2671650"/>
              <a:gd name="connsiteY2203" fmla="*/ 258511 h 601039"/>
              <a:gd name="connsiteX2204" fmla="*/ 2451841 w 2671650"/>
              <a:gd name="connsiteY2204" fmla="*/ 274927 h 601039"/>
              <a:gd name="connsiteX2205" fmla="*/ 2443479 w 2671650"/>
              <a:gd name="connsiteY2205" fmla="*/ 271519 h 601039"/>
              <a:gd name="connsiteX2206" fmla="*/ 2437182 w 2671650"/>
              <a:gd name="connsiteY2206" fmla="*/ 251799 h 601039"/>
              <a:gd name="connsiteX2207" fmla="*/ 2437182 w 2671650"/>
              <a:gd name="connsiteY2207" fmla="*/ 231977 h 601039"/>
              <a:gd name="connsiteX2208" fmla="*/ 2440278 w 2671650"/>
              <a:gd name="connsiteY2208" fmla="*/ 223924 h 601039"/>
              <a:gd name="connsiteX2209" fmla="*/ 2445957 w 2671650"/>
              <a:gd name="connsiteY2209" fmla="*/ 220208 h 601039"/>
              <a:gd name="connsiteX2210" fmla="*/ 2459792 w 2671650"/>
              <a:gd name="connsiteY2210" fmla="*/ 197287 h 601039"/>
              <a:gd name="connsiteX2211" fmla="*/ 2463715 w 2671650"/>
              <a:gd name="connsiteY2211" fmla="*/ 197287 h 601039"/>
              <a:gd name="connsiteX2212" fmla="*/ 2466502 w 2671650"/>
              <a:gd name="connsiteY2212" fmla="*/ 215045 h 601039"/>
              <a:gd name="connsiteX2213" fmla="*/ 2466769 w 2671650"/>
              <a:gd name="connsiteY2213" fmla="*/ 216878 h 601039"/>
              <a:gd name="connsiteX2214" fmla="*/ 2472593 w 2671650"/>
              <a:gd name="connsiteY2214" fmla="*/ 219588 h 601039"/>
              <a:gd name="connsiteX2215" fmla="*/ 2484466 w 2671650"/>
              <a:gd name="connsiteY2215" fmla="*/ 214942 h 601039"/>
              <a:gd name="connsiteX2216" fmla="*/ 2488493 w 2671650"/>
              <a:gd name="connsiteY2216" fmla="*/ 210916 h 601039"/>
              <a:gd name="connsiteX2217" fmla="*/ 2485395 w 2671650"/>
              <a:gd name="connsiteY2217" fmla="*/ 202657 h 601039"/>
              <a:gd name="connsiteX2218" fmla="*/ 2483330 w 2671650"/>
              <a:gd name="connsiteY2218" fmla="*/ 190680 h 601039"/>
              <a:gd name="connsiteX2219" fmla="*/ 2485189 w 2671650"/>
              <a:gd name="connsiteY2219" fmla="*/ 166109 h 601039"/>
              <a:gd name="connsiteX2220" fmla="*/ 2483434 w 2671650"/>
              <a:gd name="connsiteY2220" fmla="*/ 140092 h 601039"/>
              <a:gd name="connsiteX2221" fmla="*/ 2481059 w 2671650"/>
              <a:gd name="connsiteY2221" fmla="*/ 125225 h 601039"/>
              <a:gd name="connsiteX2222" fmla="*/ 2486015 w 2671650"/>
              <a:gd name="connsiteY2222" fmla="*/ 116655 h 601039"/>
              <a:gd name="connsiteX2223" fmla="*/ 2493138 w 2671650"/>
              <a:gd name="connsiteY2223" fmla="*/ 116655 h 601039"/>
              <a:gd name="connsiteX2224" fmla="*/ 2496752 w 2671650"/>
              <a:gd name="connsiteY2224" fmla="*/ 114280 h 601039"/>
              <a:gd name="connsiteX2225" fmla="*/ 2499850 w 2671650"/>
              <a:gd name="connsiteY2225" fmla="*/ 118927 h 601039"/>
              <a:gd name="connsiteX2226" fmla="*/ 2501089 w 2671650"/>
              <a:gd name="connsiteY2226" fmla="*/ 127393 h 601039"/>
              <a:gd name="connsiteX2227" fmla="*/ 2502018 w 2671650"/>
              <a:gd name="connsiteY2227" fmla="*/ 137717 h 601039"/>
              <a:gd name="connsiteX2228" fmla="*/ 2502018 w 2671650"/>
              <a:gd name="connsiteY2228" fmla="*/ 144221 h 601039"/>
              <a:gd name="connsiteX2229" fmla="*/ 2502018 w 2671650"/>
              <a:gd name="connsiteY2229" fmla="*/ 151345 h 601039"/>
              <a:gd name="connsiteX2230" fmla="*/ 2502018 w 2671650"/>
              <a:gd name="connsiteY2230" fmla="*/ 160327 h 601039"/>
              <a:gd name="connsiteX2231" fmla="*/ 2503050 w 2671650"/>
              <a:gd name="connsiteY2231" fmla="*/ 177878 h 601039"/>
              <a:gd name="connsiteX2232" fmla="*/ 2505322 w 2671650"/>
              <a:gd name="connsiteY2232" fmla="*/ 189648 h 601039"/>
              <a:gd name="connsiteX2233" fmla="*/ 2505322 w 2671650"/>
              <a:gd name="connsiteY2233" fmla="*/ 198320 h 601039"/>
              <a:gd name="connsiteX2234" fmla="*/ 2501811 w 2671650"/>
              <a:gd name="connsiteY2234" fmla="*/ 208645 h 601039"/>
              <a:gd name="connsiteX2235" fmla="*/ 2506766 w 2671650"/>
              <a:gd name="connsiteY2235" fmla="*/ 213703 h 601039"/>
              <a:gd name="connsiteX2236" fmla="*/ 2516574 w 2671650"/>
              <a:gd name="connsiteY2236" fmla="*/ 211019 h 601039"/>
              <a:gd name="connsiteX2237" fmla="*/ 2525040 w 2671650"/>
              <a:gd name="connsiteY2237" fmla="*/ 210502 h 601039"/>
              <a:gd name="connsiteX2238" fmla="*/ 2538875 w 2671650"/>
              <a:gd name="connsiteY2238" fmla="*/ 208025 h 601039"/>
              <a:gd name="connsiteX2239" fmla="*/ 2546411 w 2671650"/>
              <a:gd name="connsiteY2239" fmla="*/ 205444 h 601039"/>
              <a:gd name="connsiteX2240" fmla="*/ 2552296 w 2671650"/>
              <a:gd name="connsiteY2240" fmla="*/ 201521 h 601039"/>
              <a:gd name="connsiteX2241" fmla="*/ 2553122 w 2671650"/>
              <a:gd name="connsiteY2241" fmla="*/ 197081 h 601039"/>
              <a:gd name="connsiteX2242" fmla="*/ 2544863 w 2671650"/>
              <a:gd name="connsiteY2242" fmla="*/ 196256 h 601039"/>
              <a:gd name="connsiteX2243" fmla="*/ 2537326 w 2671650"/>
              <a:gd name="connsiteY2243" fmla="*/ 199352 h 601039"/>
              <a:gd name="connsiteX2244" fmla="*/ 2535158 w 2671650"/>
              <a:gd name="connsiteY2244" fmla="*/ 192436 h 601039"/>
              <a:gd name="connsiteX2245" fmla="*/ 2530616 w 2671650"/>
              <a:gd name="connsiteY2245" fmla="*/ 186757 h 601039"/>
              <a:gd name="connsiteX2246" fmla="*/ 2527622 w 2671650"/>
              <a:gd name="connsiteY2246" fmla="*/ 195224 h 601039"/>
              <a:gd name="connsiteX2247" fmla="*/ 2524008 w 2671650"/>
              <a:gd name="connsiteY2247" fmla="*/ 200282 h 601039"/>
              <a:gd name="connsiteX2248" fmla="*/ 2518950 w 2671650"/>
              <a:gd name="connsiteY2248" fmla="*/ 202966 h 601039"/>
              <a:gd name="connsiteX2249" fmla="*/ 2513787 w 2671650"/>
              <a:gd name="connsiteY2249" fmla="*/ 193262 h 601039"/>
              <a:gd name="connsiteX2250" fmla="*/ 2514510 w 2671650"/>
              <a:gd name="connsiteY2250" fmla="*/ 173232 h 601039"/>
              <a:gd name="connsiteX2251" fmla="*/ 2512239 w 2671650"/>
              <a:gd name="connsiteY2251" fmla="*/ 159604 h 601039"/>
              <a:gd name="connsiteX2252" fmla="*/ 2512239 w 2671650"/>
              <a:gd name="connsiteY2252" fmla="*/ 140299 h 601039"/>
              <a:gd name="connsiteX2253" fmla="*/ 2510793 w 2671650"/>
              <a:gd name="connsiteY2253" fmla="*/ 133794 h 601039"/>
              <a:gd name="connsiteX2254" fmla="*/ 2514717 w 2671650"/>
              <a:gd name="connsiteY2254" fmla="*/ 124399 h 601039"/>
              <a:gd name="connsiteX2255" fmla="*/ 2521324 w 2671650"/>
              <a:gd name="connsiteY2255" fmla="*/ 120682 h 601039"/>
              <a:gd name="connsiteX2256" fmla="*/ 2524524 w 2671650"/>
              <a:gd name="connsiteY2256" fmla="*/ 131006 h 601039"/>
              <a:gd name="connsiteX2257" fmla="*/ 2526692 w 2671650"/>
              <a:gd name="connsiteY2257" fmla="*/ 137511 h 601039"/>
              <a:gd name="connsiteX2258" fmla="*/ 2529790 w 2671650"/>
              <a:gd name="connsiteY2258" fmla="*/ 159294 h 601039"/>
              <a:gd name="connsiteX2259" fmla="*/ 2532680 w 2671650"/>
              <a:gd name="connsiteY2259" fmla="*/ 164354 h 601039"/>
              <a:gd name="connsiteX2260" fmla="*/ 2543935 w 2671650"/>
              <a:gd name="connsiteY2260" fmla="*/ 164354 h 601039"/>
              <a:gd name="connsiteX2261" fmla="*/ 2548167 w 2671650"/>
              <a:gd name="connsiteY2261" fmla="*/ 169723 h 601039"/>
              <a:gd name="connsiteX2262" fmla="*/ 2558492 w 2671650"/>
              <a:gd name="connsiteY2262" fmla="*/ 160120 h 601039"/>
              <a:gd name="connsiteX2263" fmla="*/ 2553019 w 2671650"/>
              <a:gd name="connsiteY2263" fmla="*/ 147112 h 601039"/>
              <a:gd name="connsiteX2264" fmla="*/ 2543935 w 2671650"/>
              <a:gd name="connsiteY2264" fmla="*/ 150622 h 601039"/>
              <a:gd name="connsiteX2265" fmla="*/ 2537533 w 2671650"/>
              <a:gd name="connsiteY2265" fmla="*/ 153617 h 601039"/>
              <a:gd name="connsiteX2266" fmla="*/ 2537533 w 2671650"/>
              <a:gd name="connsiteY2266" fmla="*/ 140712 h 601039"/>
              <a:gd name="connsiteX2267" fmla="*/ 2541456 w 2671650"/>
              <a:gd name="connsiteY2267" fmla="*/ 130387 h 601039"/>
              <a:gd name="connsiteX2268" fmla="*/ 2537120 w 2671650"/>
              <a:gd name="connsiteY2268" fmla="*/ 118927 h 601039"/>
              <a:gd name="connsiteX2269" fmla="*/ 2544347 w 2671650"/>
              <a:gd name="connsiteY2269" fmla="*/ 111700 h 601039"/>
              <a:gd name="connsiteX2270" fmla="*/ 2552297 w 2671650"/>
              <a:gd name="connsiteY2270" fmla="*/ 118204 h 601039"/>
              <a:gd name="connsiteX2271" fmla="*/ 2561898 w 2671650"/>
              <a:gd name="connsiteY2271" fmla="*/ 105505 h 601039"/>
              <a:gd name="connsiteX2272" fmla="*/ 2569022 w 2671650"/>
              <a:gd name="connsiteY2272" fmla="*/ 92290 h 601039"/>
              <a:gd name="connsiteX2273" fmla="*/ 2574803 w 2671650"/>
              <a:gd name="connsiteY2273" fmla="*/ 92290 h 601039"/>
              <a:gd name="connsiteX2274" fmla="*/ 2580585 w 2671650"/>
              <a:gd name="connsiteY2274" fmla="*/ 91051 h 601039"/>
              <a:gd name="connsiteX2275" fmla="*/ 289563 w 2671650"/>
              <a:gd name="connsiteY2275" fmla="*/ 80997 h 601039"/>
              <a:gd name="connsiteX2276" fmla="*/ 168680 w 2671650"/>
              <a:gd name="connsiteY2276" fmla="*/ 124615 h 601039"/>
              <a:gd name="connsiteX2277" fmla="*/ 168651 w 2671650"/>
              <a:gd name="connsiteY2277" fmla="*/ 124615 h 601039"/>
              <a:gd name="connsiteX2278" fmla="*/ 80698 w 2671650"/>
              <a:gd name="connsiteY2278" fmla="*/ 300579 h 601039"/>
              <a:gd name="connsiteX2279" fmla="*/ 83215 w 2671650"/>
              <a:gd name="connsiteY2279" fmla="*/ 334042 h 601039"/>
              <a:gd name="connsiteX2280" fmla="*/ 83719 w 2671650"/>
              <a:gd name="connsiteY2280" fmla="*/ 336767 h 601039"/>
              <a:gd name="connsiteX2281" fmla="*/ 86088 w 2671650"/>
              <a:gd name="connsiteY2281" fmla="*/ 348968 h 601039"/>
              <a:gd name="connsiteX2282" fmla="*/ 90530 w 2671650"/>
              <a:gd name="connsiteY2282" fmla="*/ 365818 h 601039"/>
              <a:gd name="connsiteX2283" fmla="*/ 96986 w 2671650"/>
              <a:gd name="connsiteY2283" fmla="*/ 383586 h 601039"/>
              <a:gd name="connsiteX2284" fmla="*/ 97933 w 2671650"/>
              <a:gd name="connsiteY2284" fmla="*/ 385955 h 601039"/>
              <a:gd name="connsiteX2285" fmla="*/ 124112 w 2671650"/>
              <a:gd name="connsiteY2285" fmla="*/ 431856 h 601039"/>
              <a:gd name="connsiteX2286" fmla="*/ 124260 w 2671650"/>
              <a:gd name="connsiteY2286" fmla="*/ 432034 h 601039"/>
              <a:gd name="connsiteX2287" fmla="*/ 124482 w 2671650"/>
              <a:gd name="connsiteY2287" fmla="*/ 432333 h 601039"/>
              <a:gd name="connsiteX2288" fmla="*/ 228202 w 2671650"/>
              <a:gd name="connsiteY2288" fmla="*/ 508209 h 601039"/>
              <a:gd name="connsiteX2289" fmla="*/ 237433 w 2671650"/>
              <a:gd name="connsiteY2289" fmla="*/ 510450 h 601039"/>
              <a:gd name="connsiteX2290" fmla="*/ 237005 w 2671650"/>
              <a:gd name="connsiteY2290" fmla="*/ 508153 h 601039"/>
              <a:gd name="connsiteX2291" fmla="*/ 232556 w 2671650"/>
              <a:gd name="connsiteY2291" fmla="*/ 501034 h 601039"/>
              <a:gd name="connsiteX2292" fmla="*/ 224294 w 2671650"/>
              <a:gd name="connsiteY2292" fmla="*/ 498073 h 601039"/>
              <a:gd name="connsiteX2293" fmla="*/ 223022 w 2671650"/>
              <a:gd name="connsiteY2293" fmla="*/ 496904 h 601039"/>
              <a:gd name="connsiteX2294" fmla="*/ 235695 w 2671650"/>
              <a:gd name="connsiteY2294" fmla="*/ 499050 h 601039"/>
              <a:gd name="connsiteX2295" fmla="*/ 243987 w 2671650"/>
              <a:gd name="connsiteY2295" fmla="*/ 511903 h 601039"/>
              <a:gd name="connsiteX2296" fmla="*/ 247748 w 2671650"/>
              <a:gd name="connsiteY2296" fmla="*/ 511903 h 601039"/>
              <a:gd name="connsiteX2297" fmla="*/ 248767 w 2671650"/>
              <a:gd name="connsiteY2297" fmla="*/ 513202 h 601039"/>
              <a:gd name="connsiteX2298" fmla="*/ 249635 w 2671650"/>
              <a:gd name="connsiteY2298" fmla="*/ 513413 h 601039"/>
              <a:gd name="connsiteX2299" fmla="*/ 258912 w 2671650"/>
              <a:gd name="connsiteY2299" fmla="*/ 513413 h 601039"/>
              <a:gd name="connsiteX2300" fmla="*/ 258790 w 2671650"/>
              <a:gd name="connsiteY2300" fmla="*/ 515636 h 601039"/>
              <a:gd name="connsiteX2301" fmla="*/ 269188 w 2671650"/>
              <a:gd name="connsiteY2301" fmla="*/ 518161 h 601039"/>
              <a:gd name="connsiteX2302" fmla="*/ 311319 w 2671650"/>
              <a:gd name="connsiteY2302" fmla="*/ 520146 h 601039"/>
              <a:gd name="connsiteX2303" fmla="*/ 347776 w 2671650"/>
              <a:gd name="connsiteY2303" fmla="*/ 514805 h 601039"/>
              <a:gd name="connsiteX2304" fmla="*/ 347754 w 2671650"/>
              <a:gd name="connsiteY2304" fmla="*/ 514804 h 601039"/>
              <a:gd name="connsiteX2305" fmla="*/ 349442 w 2671650"/>
              <a:gd name="connsiteY2305" fmla="*/ 514271 h 601039"/>
              <a:gd name="connsiteX2306" fmla="*/ 338840 w 2671650"/>
              <a:gd name="connsiteY2306" fmla="*/ 514271 h 601039"/>
              <a:gd name="connsiteX2307" fmla="*/ 332917 w 2671650"/>
              <a:gd name="connsiteY2307" fmla="*/ 500827 h 601039"/>
              <a:gd name="connsiteX2308" fmla="*/ 317814 w 2671650"/>
              <a:gd name="connsiteY2308" fmla="*/ 500205 h 601039"/>
              <a:gd name="connsiteX2309" fmla="*/ 310263 w 2671650"/>
              <a:gd name="connsiteY2309" fmla="*/ 511754 h 601039"/>
              <a:gd name="connsiteX2310" fmla="*/ 309580 w 2671650"/>
              <a:gd name="connsiteY2310" fmla="*/ 513330 h 601039"/>
              <a:gd name="connsiteX2311" fmla="*/ 309582 w 2671650"/>
              <a:gd name="connsiteY2311" fmla="*/ 513294 h 601039"/>
              <a:gd name="connsiteX2312" fmla="*/ 309493 w 2671650"/>
              <a:gd name="connsiteY2312" fmla="*/ 513531 h 601039"/>
              <a:gd name="connsiteX2313" fmla="*/ 309580 w 2671650"/>
              <a:gd name="connsiteY2313" fmla="*/ 513330 h 601039"/>
              <a:gd name="connsiteX2314" fmla="*/ 309345 w 2671650"/>
              <a:gd name="connsiteY2314" fmla="*/ 517884 h 601039"/>
              <a:gd name="connsiteX2315" fmla="*/ 303955 w 2671650"/>
              <a:gd name="connsiteY2315" fmla="*/ 517884 h 601039"/>
              <a:gd name="connsiteX2316" fmla="*/ 306235 w 2671650"/>
              <a:gd name="connsiteY2316" fmla="*/ 517055 h 601039"/>
              <a:gd name="connsiteX2317" fmla="*/ 304340 w 2671650"/>
              <a:gd name="connsiteY2317" fmla="*/ 516729 h 601039"/>
              <a:gd name="connsiteX2318" fmla="*/ 305169 w 2671650"/>
              <a:gd name="connsiteY2318" fmla="*/ 515841 h 601039"/>
              <a:gd name="connsiteX2319" fmla="*/ 302208 w 2671650"/>
              <a:gd name="connsiteY2319" fmla="*/ 515841 h 601039"/>
              <a:gd name="connsiteX2320" fmla="*/ 303363 w 2671650"/>
              <a:gd name="connsiteY2320" fmla="*/ 515071 h 601039"/>
              <a:gd name="connsiteX2321" fmla="*/ 298269 w 2671650"/>
              <a:gd name="connsiteY2321" fmla="*/ 515071 h 601039"/>
              <a:gd name="connsiteX2322" fmla="*/ 299306 w 2671650"/>
              <a:gd name="connsiteY2322" fmla="*/ 514271 h 601039"/>
              <a:gd name="connsiteX2323" fmla="*/ 288852 w 2671650"/>
              <a:gd name="connsiteY2323" fmla="*/ 514271 h 601039"/>
              <a:gd name="connsiteX2324" fmla="*/ 282929 w 2671650"/>
              <a:gd name="connsiteY2324" fmla="*/ 500827 h 601039"/>
              <a:gd name="connsiteX2325" fmla="*/ 267826 w 2671650"/>
              <a:gd name="connsiteY2325" fmla="*/ 500205 h 601039"/>
              <a:gd name="connsiteX2326" fmla="*/ 260275 w 2671650"/>
              <a:gd name="connsiteY2326" fmla="*/ 511754 h 601039"/>
              <a:gd name="connsiteX2327" fmla="*/ 258942 w 2671650"/>
              <a:gd name="connsiteY2327" fmla="*/ 511339 h 601039"/>
              <a:gd name="connsiteX2328" fmla="*/ 262259 w 2671650"/>
              <a:gd name="connsiteY2328" fmla="*/ 501804 h 601039"/>
              <a:gd name="connsiteX2329" fmla="*/ 274934 w 2671650"/>
              <a:gd name="connsiteY2329" fmla="*/ 496710 h 601039"/>
              <a:gd name="connsiteX2330" fmla="*/ 292702 w 2671650"/>
              <a:gd name="connsiteY2330" fmla="*/ 501360 h 601039"/>
              <a:gd name="connsiteX2331" fmla="*/ 296107 w 2671650"/>
              <a:gd name="connsiteY2331" fmla="*/ 512850 h 601039"/>
              <a:gd name="connsiteX2332" fmla="*/ 307953 w 2671650"/>
              <a:gd name="connsiteY2332" fmla="*/ 512554 h 601039"/>
              <a:gd name="connsiteX2333" fmla="*/ 312395 w 2671650"/>
              <a:gd name="connsiteY2333" fmla="*/ 501804 h 601039"/>
              <a:gd name="connsiteX2334" fmla="*/ 325070 w 2671650"/>
              <a:gd name="connsiteY2334" fmla="*/ 496710 h 601039"/>
              <a:gd name="connsiteX2335" fmla="*/ 342838 w 2671650"/>
              <a:gd name="connsiteY2335" fmla="*/ 501360 h 601039"/>
              <a:gd name="connsiteX2336" fmla="*/ 346243 w 2671650"/>
              <a:gd name="connsiteY2336" fmla="*/ 512850 h 601039"/>
              <a:gd name="connsiteX2337" fmla="*/ 357334 w 2671650"/>
              <a:gd name="connsiteY2337" fmla="*/ 512573 h 601039"/>
              <a:gd name="connsiteX2338" fmla="*/ 358182 w 2671650"/>
              <a:gd name="connsiteY2338" fmla="*/ 512271 h 601039"/>
              <a:gd name="connsiteX2339" fmla="*/ 359888 w 2671650"/>
              <a:gd name="connsiteY2339" fmla="*/ 507042 h 601039"/>
              <a:gd name="connsiteX2340" fmla="*/ 364930 w 2671650"/>
              <a:gd name="connsiteY2340" fmla="*/ 498931 h 601039"/>
              <a:gd name="connsiteX2341" fmla="*/ 377338 w 2671650"/>
              <a:gd name="connsiteY2341" fmla="*/ 496118 h 601039"/>
              <a:gd name="connsiteX2342" fmla="*/ 377338 w 2671650"/>
              <a:gd name="connsiteY2342" fmla="*/ 500501 h 601039"/>
              <a:gd name="connsiteX2343" fmla="*/ 365018 w 2671650"/>
              <a:gd name="connsiteY2343" fmla="*/ 502278 h 601039"/>
              <a:gd name="connsiteX2344" fmla="*/ 361247 w 2671650"/>
              <a:gd name="connsiteY2344" fmla="*/ 508060 h 601039"/>
              <a:gd name="connsiteX2345" fmla="*/ 360351 w 2671650"/>
              <a:gd name="connsiteY2345" fmla="*/ 511500 h 601039"/>
              <a:gd name="connsiteX2346" fmla="*/ 394062 w 2671650"/>
              <a:gd name="connsiteY2346" fmla="*/ 499508 h 601039"/>
              <a:gd name="connsiteX2347" fmla="*/ 432200 w 2671650"/>
              <a:gd name="connsiteY2347" fmla="*/ 476528 h 601039"/>
              <a:gd name="connsiteX2348" fmla="*/ 476399 w 2671650"/>
              <a:gd name="connsiteY2348" fmla="*/ 168813 h 601039"/>
              <a:gd name="connsiteX2349" fmla="*/ 289563 w 2671650"/>
              <a:gd name="connsiteY2349" fmla="*/ 80997 h 601039"/>
              <a:gd name="connsiteX2350" fmla="*/ 194563 w 2671650"/>
              <a:gd name="connsiteY2350" fmla="*/ 79632 h 601039"/>
              <a:gd name="connsiteX2351" fmla="*/ 193645 w 2671650"/>
              <a:gd name="connsiteY2351" fmla="*/ 80402 h 601039"/>
              <a:gd name="connsiteX2352" fmla="*/ 192282 w 2671650"/>
              <a:gd name="connsiteY2352" fmla="*/ 80727 h 601039"/>
              <a:gd name="connsiteX2353" fmla="*/ 191009 w 2671650"/>
              <a:gd name="connsiteY2353" fmla="*/ 81320 h 601039"/>
              <a:gd name="connsiteX2354" fmla="*/ 189469 w 2671650"/>
              <a:gd name="connsiteY2354" fmla="*/ 81320 h 601039"/>
              <a:gd name="connsiteX2355" fmla="*/ 188166 w 2671650"/>
              <a:gd name="connsiteY2355" fmla="*/ 81734 h 601039"/>
              <a:gd name="connsiteX2356" fmla="*/ 188077 w 2671650"/>
              <a:gd name="connsiteY2356" fmla="*/ 81616 h 601039"/>
              <a:gd name="connsiteX2357" fmla="*/ 188699 w 2671650"/>
              <a:gd name="connsiteY2357" fmla="*/ 83629 h 601039"/>
              <a:gd name="connsiteX2358" fmla="*/ 189232 w 2671650"/>
              <a:gd name="connsiteY2358" fmla="*/ 84755 h 601039"/>
              <a:gd name="connsiteX2359" fmla="*/ 190713 w 2671650"/>
              <a:gd name="connsiteY2359" fmla="*/ 86176 h 601039"/>
              <a:gd name="connsiteX2360" fmla="*/ 192401 w 2671650"/>
              <a:gd name="connsiteY2360" fmla="*/ 87242 h 601039"/>
              <a:gd name="connsiteX2361" fmla="*/ 194415 w 2671650"/>
              <a:gd name="connsiteY2361" fmla="*/ 88427 h 601039"/>
              <a:gd name="connsiteX2362" fmla="*/ 195273 w 2671650"/>
              <a:gd name="connsiteY2362" fmla="*/ 89700 h 601039"/>
              <a:gd name="connsiteX2363" fmla="*/ 196784 w 2671650"/>
              <a:gd name="connsiteY2363" fmla="*/ 90144 h 601039"/>
              <a:gd name="connsiteX2364" fmla="*/ 197642 w 2671650"/>
              <a:gd name="connsiteY2364" fmla="*/ 88841 h 601039"/>
              <a:gd name="connsiteX2365" fmla="*/ 198768 w 2671650"/>
              <a:gd name="connsiteY2365" fmla="*/ 88131 h 601039"/>
              <a:gd name="connsiteX2366" fmla="*/ 199775 w 2671650"/>
              <a:gd name="connsiteY2366" fmla="*/ 86798 h 601039"/>
              <a:gd name="connsiteX2367" fmla="*/ 200011 w 2671650"/>
              <a:gd name="connsiteY2367" fmla="*/ 85436 h 601039"/>
              <a:gd name="connsiteX2368" fmla="*/ 199863 w 2671650"/>
              <a:gd name="connsiteY2368" fmla="*/ 83689 h 601039"/>
              <a:gd name="connsiteX2369" fmla="*/ 200041 w 2671650"/>
              <a:gd name="connsiteY2369" fmla="*/ 82089 h 601039"/>
              <a:gd name="connsiteX2370" fmla="*/ 199419 w 2671650"/>
              <a:gd name="connsiteY2370" fmla="*/ 80846 h 601039"/>
              <a:gd name="connsiteX2371" fmla="*/ 198205 w 2671650"/>
              <a:gd name="connsiteY2371" fmla="*/ 80283 h 601039"/>
              <a:gd name="connsiteX2372" fmla="*/ 194563 w 2671650"/>
              <a:gd name="connsiteY2372" fmla="*/ 79632 h 601039"/>
              <a:gd name="connsiteX2373" fmla="*/ 178867 w 2671650"/>
              <a:gd name="connsiteY2373" fmla="*/ 75634 h 601039"/>
              <a:gd name="connsiteX2374" fmla="*/ 179134 w 2671650"/>
              <a:gd name="connsiteY2374" fmla="*/ 77056 h 601039"/>
              <a:gd name="connsiteX2375" fmla="*/ 178541 w 2671650"/>
              <a:gd name="connsiteY2375" fmla="*/ 78981 h 601039"/>
              <a:gd name="connsiteX2376" fmla="*/ 177712 w 2671650"/>
              <a:gd name="connsiteY2376" fmla="*/ 81113 h 601039"/>
              <a:gd name="connsiteX2377" fmla="*/ 176350 w 2671650"/>
              <a:gd name="connsiteY2377" fmla="*/ 82593 h 601039"/>
              <a:gd name="connsiteX2378" fmla="*/ 174869 w 2671650"/>
              <a:gd name="connsiteY2378" fmla="*/ 82238 h 601039"/>
              <a:gd name="connsiteX2379" fmla="*/ 174869 w 2671650"/>
              <a:gd name="connsiteY2379" fmla="*/ 80728 h 601039"/>
              <a:gd name="connsiteX2380" fmla="*/ 176469 w 2671650"/>
              <a:gd name="connsiteY2380" fmla="*/ 78507 h 601039"/>
              <a:gd name="connsiteX2381" fmla="*/ 176972 w 2671650"/>
              <a:gd name="connsiteY2381" fmla="*/ 77470 h 601039"/>
              <a:gd name="connsiteX2382" fmla="*/ 177860 w 2671650"/>
              <a:gd name="connsiteY2382" fmla="*/ 76434 h 601039"/>
              <a:gd name="connsiteX2383" fmla="*/ 178867 w 2671650"/>
              <a:gd name="connsiteY2383" fmla="*/ 75634 h 601039"/>
              <a:gd name="connsiteX2384" fmla="*/ 181414 w 2671650"/>
              <a:gd name="connsiteY2384" fmla="*/ 67431 h 601039"/>
              <a:gd name="connsiteX2385" fmla="*/ 179963 w 2671650"/>
              <a:gd name="connsiteY2385" fmla="*/ 68230 h 601039"/>
              <a:gd name="connsiteX2386" fmla="*/ 178423 w 2671650"/>
              <a:gd name="connsiteY2386" fmla="*/ 68497 h 601039"/>
              <a:gd name="connsiteX2387" fmla="*/ 177742 w 2671650"/>
              <a:gd name="connsiteY2387" fmla="*/ 69267 h 601039"/>
              <a:gd name="connsiteX2388" fmla="*/ 177268 w 2671650"/>
              <a:gd name="connsiteY2388" fmla="*/ 70096 h 601039"/>
              <a:gd name="connsiteX2389" fmla="*/ 176765 w 2671650"/>
              <a:gd name="connsiteY2389" fmla="*/ 71132 h 601039"/>
              <a:gd name="connsiteX2390" fmla="*/ 175699 w 2671650"/>
              <a:gd name="connsiteY2390" fmla="*/ 72554 h 601039"/>
              <a:gd name="connsiteX2391" fmla="*/ 174810 w 2671650"/>
              <a:gd name="connsiteY2391" fmla="*/ 73472 h 601039"/>
              <a:gd name="connsiteX2392" fmla="*/ 173774 w 2671650"/>
              <a:gd name="connsiteY2392" fmla="*/ 74775 h 601039"/>
              <a:gd name="connsiteX2393" fmla="*/ 172234 w 2671650"/>
              <a:gd name="connsiteY2393" fmla="*/ 76374 h 601039"/>
              <a:gd name="connsiteX2394" fmla="*/ 170191 w 2671650"/>
              <a:gd name="connsiteY2394" fmla="*/ 78565 h 601039"/>
              <a:gd name="connsiteX2395" fmla="*/ 169184 w 2671650"/>
              <a:gd name="connsiteY2395" fmla="*/ 78180 h 601039"/>
              <a:gd name="connsiteX2396" fmla="*/ 167614 w 2671650"/>
              <a:gd name="connsiteY2396" fmla="*/ 78180 h 601039"/>
              <a:gd name="connsiteX2397" fmla="*/ 166607 w 2671650"/>
              <a:gd name="connsiteY2397" fmla="*/ 79572 h 601039"/>
              <a:gd name="connsiteX2398" fmla="*/ 166785 w 2671650"/>
              <a:gd name="connsiteY2398" fmla="*/ 83037 h 601039"/>
              <a:gd name="connsiteX2399" fmla="*/ 168325 w 2671650"/>
              <a:gd name="connsiteY2399" fmla="*/ 85317 h 601039"/>
              <a:gd name="connsiteX2400" fmla="*/ 170102 w 2671650"/>
              <a:gd name="connsiteY2400" fmla="*/ 87390 h 601039"/>
              <a:gd name="connsiteX2401" fmla="*/ 171553 w 2671650"/>
              <a:gd name="connsiteY2401" fmla="*/ 88930 h 601039"/>
              <a:gd name="connsiteX2402" fmla="*/ 172441 w 2671650"/>
              <a:gd name="connsiteY2402" fmla="*/ 90085 h 601039"/>
              <a:gd name="connsiteX2403" fmla="*/ 173093 w 2671650"/>
              <a:gd name="connsiteY2403" fmla="*/ 90529 h 601039"/>
              <a:gd name="connsiteX2404" fmla="*/ 174129 w 2671650"/>
              <a:gd name="connsiteY2404" fmla="*/ 91507 h 601039"/>
              <a:gd name="connsiteX2405" fmla="*/ 174988 w 2671650"/>
              <a:gd name="connsiteY2405" fmla="*/ 91684 h 601039"/>
              <a:gd name="connsiteX2406" fmla="*/ 176676 w 2671650"/>
              <a:gd name="connsiteY2406" fmla="*/ 90885 h 601039"/>
              <a:gd name="connsiteX2407" fmla="*/ 177535 w 2671650"/>
              <a:gd name="connsiteY2407" fmla="*/ 90115 h 601039"/>
              <a:gd name="connsiteX2408" fmla="*/ 179015 w 2671650"/>
              <a:gd name="connsiteY2408" fmla="*/ 89700 h 601039"/>
              <a:gd name="connsiteX2409" fmla="*/ 179904 w 2671650"/>
              <a:gd name="connsiteY2409" fmla="*/ 90233 h 601039"/>
              <a:gd name="connsiteX2410" fmla="*/ 181029 w 2671650"/>
              <a:gd name="connsiteY2410" fmla="*/ 92721 h 601039"/>
              <a:gd name="connsiteX2411" fmla="*/ 182066 w 2671650"/>
              <a:gd name="connsiteY2411" fmla="*/ 94468 h 601039"/>
              <a:gd name="connsiteX2412" fmla="*/ 182806 w 2671650"/>
              <a:gd name="connsiteY2412" fmla="*/ 95741 h 601039"/>
              <a:gd name="connsiteX2413" fmla="*/ 182303 w 2671650"/>
              <a:gd name="connsiteY2413" fmla="*/ 98436 h 601039"/>
              <a:gd name="connsiteX2414" fmla="*/ 179963 w 2671650"/>
              <a:gd name="connsiteY2414" fmla="*/ 98940 h 601039"/>
              <a:gd name="connsiteX2415" fmla="*/ 178986 w 2671650"/>
              <a:gd name="connsiteY2415" fmla="*/ 100272 h 601039"/>
              <a:gd name="connsiteX2416" fmla="*/ 182303 w 2671650"/>
              <a:gd name="connsiteY2416" fmla="*/ 101131 h 601039"/>
              <a:gd name="connsiteX2417" fmla="*/ 183842 w 2671650"/>
              <a:gd name="connsiteY2417" fmla="*/ 102079 h 601039"/>
              <a:gd name="connsiteX2418" fmla="*/ 185590 w 2671650"/>
              <a:gd name="connsiteY2418" fmla="*/ 101901 h 601039"/>
              <a:gd name="connsiteX2419" fmla="*/ 186774 w 2671650"/>
              <a:gd name="connsiteY2419" fmla="*/ 102049 h 601039"/>
              <a:gd name="connsiteX2420" fmla="*/ 188048 w 2671650"/>
              <a:gd name="connsiteY2420" fmla="*/ 101901 h 601039"/>
              <a:gd name="connsiteX2421" fmla="*/ 188966 w 2671650"/>
              <a:gd name="connsiteY2421" fmla="*/ 101901 h 601039"/>
              <a:gd name="connsiteX2422" fmla="*/ 189973 w 2671650"/>
              <a:gd name="connsiteY2422" fmla="*/ 100272 h 601039"/>
              <a:gd name="connsiteX2423" fmla="*/ 190594 w 2671650"/>
              <a:gd name="connsiteY2423" fmla="*/ 97785 h 601039"/>
              <a:gd name="connsiteX2424" fmla="*/ 190743 w 2671650"/>
              <a:gd name="connsiteY2424" fmla="*/ 94823 h 601039"/>
              <a:gd name="connsiteX2425" fmla="*/ 186093 w 2671650"/>
              <a:gd name="connsiteY2425" fmla="*/ 87094 h 601039"/>
              <a:gd name="connsiteX2426" fmla="*/ 184790 w 2671650"/>
              <a:gd name="connsiteY2426" fmla="*/ 85525 h 601039"/>
              <a:gd name="connsiteX2427" fmla="*/ 185057 w 2671650"/>
              <a:gd name="connsiteY2427" fmla="*/ 84074 h 601039"/>
              <a:gd name="connsiteX2428" fmla="*/ 185886 w 2671650"/>
              <a:gd name="connsiteY2428" fmla="*/ 83422 h 601039"/>
              <a:gd name="connsiteX2429" fmla="*/ 186152 w 2671650"/>
              <a:gd name="connsiteY2429" fmla="*/ 81171 h 601039"/>
              <a:gd name="connsiteX2430" fmla="*/ 186152 w 2671650"/>
              <a:gd name="connsiteY2430" fmla="*/ 74775 h 601039"/>
              <a:gd name="connsiteX2431" fmla="*/ 186152 w 2671650"/>
              <a:gd name="connsiteY2431" fmla="*/ 72880 h 601039"/>
              <a:gd name="connsiteX2432" fmla="*/ 186804 w 2671650"/>
              <a:gd name="connsiteY2432" fmla="*/ 70066 h 601039"/>
              <a:gd name="connsiteX2433" fmla="*/ 185975 w 2671650"/>
              <a:gd name="connsiteY2433" fmla="*/ 68793 h 601039"/>
              <a:gd name="connsiteX2434" fmla="*/ 184375 w 2671650"/>
              <a:gd name="connsiteY2434" fmla="*/ 67431 h 601039"/>
              <a:gd name="connsiteX2435" fmla="*/ 181414 w 2671650"/>
              <a:gd name="connsiteY2435" fmla="*/ 67431 h 601039"/>
              <a:gd name="connsiteX2436" fmla="*/ 434907 w 2671650"/>
              <a:gd name="connsiteY2436" fmla="*/ 63492 h 601039"/>
              <a:gd name="connsiteX2437" fmla="*/ 433930 w 2671650"/>
              <a:gd name="connsiteY2437" fmla="*/ 63818 h 601039"/>
              <a:gd name="connsiteX2438" fmla="*/ 432923 w 2671650"/>
              <a:gd name="connsiteY2438" fmla="*/ 65802 h 601039"/>
              <a:gd name="connsiteX2439" fmla="*/ 431412 w 2671650"/>
              <a:gd name="connsiteY2439" fmla="*/ 67875 h 601039"/>
              <a:gd name="connsiteX2440" fmla="*/ 428658 w 2671650"/>
              <a:gd name="connsiteY2440" fmla="*/ 70836 h 601039"/>
              <a:gd name="connsiteX2441" fmla="*/ 424128 w 2671650"/>
              <a:gd name="connsiteY2441" fmla="*/ 69977 h 601039"/>
              <a:gd name="connsiteX2442" fmla="*/ 421847 w 2671650"/>
              <a:gd name="connsiteY2442" fmla="*/ 68586 h 601039"/>
              <a:gd name="connsiteX2443" fmla="*/ 420544 w 2671650"/>
              <a:gd name="connsiteY2443" fmla="*/ 68586 h 601039"/>
              <a:gd name="connsiteX2444" fmla="*/ 419182 w 2671650"/>
              <a:gd name="connsiteY2444" fmla="*/ 68349 h 601039"/>
              <a:gd name="connsiteX2445" fmla="*/ 417790 w 2671650"/>
              <a:gd name="connsiteY2445" fmla="*/ 68763 h 601039"/>
              <a:gd name="connsiteX2446" fmla="*/ 416458 w 2671650"/>
              <a:gd name="connsiteY2446" fmla="*/ 69918 h 601039"/>
              <a:gd name="connsiteX2447" fmla="*/ 416961 w 2671650"/>
              <a:gd name="connsiteY2447" fmla="*/ 73324 h 601039"/>
              <a:gd name="connsiteX2448" fmla="*/ 418146 w 2671650"/>
              <a:gd name="connsiteY2448" fmla="*/ 75012 h 601039"/>
              <a:gd name="connsiteX2449" fmla="*/ 419182 w 2671650"/>
              <a:gd name="connsiteY2449" fmla="*/ 75604 h 601039"/>
              <a:gd name="connsiteX2450" fmla="*/ 420426 w 2671650"/>
              <a:gd name="connsiteY2450" fmla="*/ 75930 h 601039"/>
              <a:gd name="connsiteX2451" fmla="*/ 421255 w 2671650"/>
              <a:gd name="connsiteY2451" fmla="*/ 76404 h 601039"/>
              <a:gd name="connsiteX2452" fmla="*/ 422351 w 2671650"/>
              <a:gd name="connsiteY2452" fmla="*/ 76966 h 601039"/>
              <a:gd name="connsiteX2453" fmla="*/ 421048 w 2671650"/>
              <a:gd name="connsiteY2453" fmla="*/ 78210 h 601039"/>
              <a:gd name="connsiteX2454" fmla="*/ 416931 w 2671650"/>
              <a:gd name="connsiteY2454" fmla="*/ 80638 h 601039"/>
              <a:gd name="connsiteX2455" fmla="*/ 408699 w 2671650"/>
              <a:gd name="connsiteY2455" fmla="*/ 82652 h 601039"/>
              <a:gd name="connsiteX2456" fmla="*/ 407692 w 2671650"/>
              <a:gd name="connsiteY2456" fmla="*/ 82652 h 601039"/>
              <a:gd name="connsiteX2457" fmla="*/ 406063 w 2671650"/>
              <a:gd name="connsiteY2457" fmla="*/ 82859 h 601039"/>
              <a:gd name="connsiteX2458" fmla="*/ 403872 w 2671650"/>
              <a:gd name="connsiteY2458" fmla="*/ 82859 h 601039"/>
              <a:gd name="connsiteX2459" fmla="*/ 403872 w 2671650"/>
              <a:gd name="connsiteY2459" fmla="*/ 82741 h 601039"/>
              <a:gd name="connsiteX2460" fmla="*/ 402421 w 2671650"/>
              <a:gd name="connsiteY2460" fmla="*/ 83096 h 601039"/>
              <a:gd name="connsiteX2461" fmla="*/ 403309 w 2671650"/>
              <a:gd name="connsiteY2461" fmla="*/ 84133 h 601039"/>
              <a:gd name="connsiteX2462" fmla="*/ 403309 w 2671650"/>
              <a:gd name="connsiteY2462" fmla="*/ 85850 h 601039"/>
              <a:gd name="connsiteX2463" fmla="*/ 403724 w 2671650"/>
              <a:gd name="connsiteY2463" fmla="*/ 87094 h 601039"/>
              <a:gd name="connsiteX2464" fmla="*/ 405175 w 2671650"/>
              <a:gd name="connsiteY2464" fmla="*/ 87598 h 601039"/>
              <a:gd name="connsiteX2465" fmla="*/ 407840 w 2671650"/>
              <a:gd name="connsiteY2465" fmla="*/ 88368 h 601039"/>
              <a:gd name="connsiteX2466" fmla="*/ 411186 w 2671650"/>
              <a:gd name="connsiteY2466" fmla="*/ 88368 h 601039"/>
              <a:gd name="connsiteX2467" fmla="*/ 415836 w 2671650"/>
              <a:gd name="connsiteY2467" fmla="*/ 88368 h 601039"/>
              <a:gd name="connsiteX2468" fmla="*/ 421077 w 2671650"/>
              <a:gd name="connsiteY2468" fmla="*/ 87065 h 601039"/>
              <a:gd name="connsiteX2469" fmla="*/ 425401 w 2671650"/>
              <a:gd name="connsiteY2469" fmla="*/ 84873 h 601039"/>
              <a:gd name="connsiteX2470" fmla="*/ 427059 w 2671650"/>
              <a:gd name="connsiteY2470" fmla="*/ 89730 h 601039"/>
              <a:gd name="connsiteX2471" fmla="*/ 427652 w 2671650"/>
              <a:gd name="connsiteY2471" fmla="*/ 92277 h 601039"/>
              <a:gd name="connsiteX2472" fmla="*/ 428273 w 2671650"/>
              <a:gd name="connsiteY2472" fmla="*/ 96748 h 601039"/>
              <a:gd name="connsiteX2473" fmla="*/ 428273 w 2671650"/>
              <a:gd name="connsiteY2473" fmla="*/ 101723 h 601039"/>
              <a:gd name="connsiteX2474" fmla="*/ 429103 w 2671650"/>
              <a:gd name="connsiteY2474" fmla="*/ 103500 h 601039"/>
              <a:gd name="connsiteX2475" fmla="*/ 431353 w 2671650"/>
              <a:gd name="connsiteY2475" fmla="*/ 105247 h 601039"/>
              <a:gd name="connsiteX2476" fmla="*/ 432745 w 2671650"/>
              <a:gd name="connsiteY2476" fmla="*/ 106432 h 601039"/>
              <a:gd name="connsiteX2477" fmla="*/ 434552 w 2671650"/>
              <a:gd name="connsiteY2477" fmla="*/ 107439 h 601039"/>
              <a:gd name="connsiteX2478" fmla="*/ 436210 w 2671650"/>
              <a:gd name="connsiteY2478" fmla="*/ 108534 h 601039"/>
              <a:gd name="connsiteX2479" fmla="*/ 437069 w 2671650"/>
              <a:gd name="connsiteY2479" fmla="*/ 108831 h 601039"/>
              <a:gd name="connsiteX2480" fmla="*/ 438194 w 2671650"/>
              <a:gd name="connsiteY2480" fmla="*/ 108623 h 601039"/>
              <a:gd name="connsiteX2481" fmla="*/ 440622 w 2671650"/>
              <a:gd name="connsiteY2481" fmla="*/ 108623 h 601039"/>
              <a:gd name="connsiteX2482" fmla="*/ 441481 w 2671650"/>
              <a:gd name="connsiteY2482" fmla="*/ 107498 h 601039"/>
              <a:gd name="connsiteX2483" fmla="*/ 442340 w 2671650"/>
              <a:gd name="connsiteY2483" fmla="*/ 106846 h 601039"/>
              <a:gd name="connsiteX2484" fmla="*/ 441511 w 2671650"/>
              <a:gd name="connsiteY2484" fmla="*/ 105692 h 601039"/>
              <a:gd name="connsiteX2485" fmla="*/ 438964 w 2671650"/>
              <a:gd name="connsiteY2485" fmla="*/ 102730 h 601039"/>
              <a:gd name="connsiteX2486" fmla="*/ 438076 w 2671650"/>
              <a:gd name="connsiteY2486" fmla="*/ 100983 h 601039"/>
              <a:gd name="connsiteX2487" fmla="*/ 436625 w 2671650"/>
              <a:gd name="connsiteY2487" fmla="*/ 99147 h 601039"/>
              <a:gd name="connsiteX2488" fmla="*/ 434640 w 2671650"/>
              <a:gd name="connsiteY2488" fmla="*/ 95001 h 601039"/>
              <a:gd name="connsiteX2489" fmla="*/ 433515 w 2671650"/>
              <a:gd name="connsiteY2489" fmla="*/ 89552 h 601039"/>
              <a:gd name="connsiteX2490" fmla="*/ 431738 w 2671650"/>
              <a:gd name="connsiteY2490" fmla="*/ 82623 h 601039"/>
              <a:gd name="connsiteX2491" fmla="*/ 432627 w 2671650"/>
              <a:gd name="connsiteY2491" fmla="*/ 80431 h 601039"/>
              <a:gd name="connsiteX2492" fmla="*/ 434196 w 2671650"/>
              <a:gd name="connsiteY2492" fmla="*/ 79661 h 601039"/>
              <a:gd name="connsiteX2493" fmla="*/ 437394 w 2671650"/>
              <a:gd name="connsiteY2493" fmla="*/ 80165 h 601039"/>
              <a:gd name="connsiteX2494" fmla="*/ 439231 w 2671650"/>
              <a:gd name="connsiteY2494" fmla="*/ 80935 h 601039"/>
              <a:gd name="connsiteX2495" fmla="*/ 441333 w 2671650"/>
              <a:gd name="connsiteY2495" fmla="*/ 81379 h 601039"/>
              <a:gd name="connsiteX2496" fmla="*/ 444531 w 2671650"/>
              <a:gd name="connsiteY2496" fmla="*/ 81764 h 601039"/>
              <a:gd name="connsiteX2497" fmla="*/ 446101 w 2671650"/>
              <a:gd name="connsiteY2497" fmla="*/ 81586 h 601039"/>
              <a:gd name="connsiteX2498" fmla="*/ 447019 w 2671650"/>
              <a:gd name="connsiteY2498" fmla="*/ 81201 h 601039"/>
              <a:gd name="connsiteX2499" fmla="*/ 447019 w 2671650"/>
              <a:gd name="connsiteY2499" fmla="*/ 77766 h 601039"/>
              <a:gd name="connsiteX2500" fmla="*/ 445390 w 2671650"/>
              <a:gd name="connsiteY2500" fmla="*/ 75989 h 601039"/>
              <a:gd name="connsiteX2501" fmla="*/ 443080 w 2671650"/>
              <a:gd name="connsiteY2501" fmla="*/ 74656 h 601039"/>
              <a:gd name="connsiteX2502" fmla="*/ 440948 w 2671650"/>
              <a:gd name="connsiteY2502" fmla="*/ 74834 h 601039"/>
              <a:gd name="connsiteX2503" fmla="*/ 439408 w 2671650"/>
              <a:gd name="connsiteY2503" fmla="*/ 74538 h 601039"/>
              <a:gd name="connsiteX2504" fmla="*/ 438046 w 2671650"/>
              <a:gd name="connsiteY2504" fmla="*/ 74390 h 601039"/>
              <a:gd name="connsiteX2505" fmla="*/ 437039 w 2671650"/>
              <a:gd name="connsiteY2505" fmla="*/ 74123 h 601039"/>
              <a:gd name="connsiteX2506" fmla="*/ 437809 w 2671650"/>
              <a:gd name="connsiteY2506" fmla="*/ 72880 h 601039"/>
              <a:gd name="connsiteX2507" fmla="*/ 439941 w 2671650"/>
              <a:gd name="connsiteY2507" fmla="*/ 71221 h 601039"/>
              <a:gd name="connsiteX2508" fmla="*/ 440386 w 2671650"/>
              <a:gd name="connsiteY2508" fmla="*/ 69918 h 601039"/>
              <a:gd name="connsiteX2509" fmla="*/ 440682 w 2671650"/>
              <a:gd name="connsiteY2509" fmla="*/ 68497 h 601039"/>
              <a:gd name="connsiteX2510" fmla="*/ 439793 w 2671650"/>
              <a:gd name="connsiteY2510" fmla="*/ 66098 h 601039"/>
              <a:gd name="connsiteX2511" fmla="*/ 437691 w 2671650"/>
              <a:gd name="connsiteY2511" fmla="*/ 64765 h 601039"/>
              <a:gd name="connsiteX2512" fmla="*/ 436328 w 2671650"/>
              <a:gd name="connsiteY2512" fmla="*/ 64469 h 601039"/>
              <a:gd name="connsiteX2513" fmla="*/ 434907 w 2671650"/>
              <a:gd name="connsiteY2513" fmla="*/ 63492 h 601039"/>
              <a:gd name="connsiteX2514" fmla="*/ 241115 w 2671650"/>
              <a:gd name="connsiteY2514" fmla="*/ 58902 h 601039"/>
              <a:gd name="connsiteX2515" fmla="*/ 241204 w 2671650"/>
              <a:gd name="connsiteY2515" fmla="*/ 59020 h 601039"/>
              <a:gd name="connsiteX2516" fmla="*/ 241136 w 2671650"/>
              <a:gd name="connsiteY2516" fmla="*/ 58941 h 601039"/>
              <a:gd name="connsiteX2517" fmla="*/ 170457 w 2671650"/>
              <a:gd name="connsiteY2517" fmla="*/ 53275 h 601039"/>
              <a:gd name="connsiteX2518" fmla="*/ 168947 w 2671650"/>
              <a:gd name="connsiteY2518" fmla="*/ 53660 h 601039"/>
              <a:gd name="connsiteX2519" fmla="*/ 167881 w 2671650"/>
              <a:gd name="connsiteY2519" fmla="*/ 53660 h 601039"/>
              <a:gd name="connsiteX2520" fmla="*/ 166489 w 2671650"/>
              <a:gd name="connsiteY2520" fmla="*/ 54490 h 601039"/>
              <a:gd name="connsiteX2521" fmla="*/ 165334 w 2671650"/>
              <a:gd name="connsiteY2521" fmla="*/ 55052 h 601039"/>
              <a:gd name="connsiteX2522" fmla="*/ 164623 w 2671650"/>
              <a:gd name="connsiteY2522" fmla="*/ 55941 h 601039"/>
              <a:gd name="connsiteX2523" fmla="*/ 163735 w 2671650"/>
              <a:gd name="connsiteY2523" fmla="*/ 56592 h 601039"/>
              <a:gd name="connsiteX2524" fmla="*/ 163024 w 2671650"/>
              <a:gd name="connsiteY2524" fmla="*/ 57569 h 601039"/>
              <a:gd name="connsiteX2525" fmla="*/ 161543 w 2671650"/>
              <a:gd name="connsiteY2525" fmla="*/ 58813 h 601039"/>
              <a:gd name="connsiteX2526" fmla="*/ 161751 w 2671650"/>
              <a:gd name="connsiteY2526" fmla="*/ 59938 h 601039"/>
              <a:gd name="connsiteX2527" fmla="*/ 164475 w 2671650"/>
              <a:gd name="connsiteY2527" fmla="*/ 61982 h 601039"/>
              <a:gd name="connsiteX2528" fmla="*/ 164771 w 2671650"/>
              <a:gd name="connsiteY2528" fmla="*/ 63255 h 601039"/>
              <a:gd name="connsiteX2529" fmla="*/ 164979 w 2671650"/>
              <a:gd name="connsiteY2529" fmla="*/ 64321 h 601039"/>
              <a:gd name="connsiteX2530" fmla="*/ 165304 w 2671650"/>
              <a:gd name="connsiteY2530" fmla="*/ 65358 h 601039"/>
              <a:gd name="connsiteX2531" fmla="*/ 166548 w 2671650"/>
              <a:gd name="connsiteY2531" fmla="*/ 65358 h 601039"/>
              <a:gd name="connsiteX2532" fmla="*/ 167644 w 2671650"/>
              <a:gd name="connsiteY2532" fmla="*/ 65121 h 601039"/>
              <a:gd name="connsiteX2533" fmla="*/ 168295 w 2671650"/>
              <a:gd name="connsiteY2533" fmla="*/ 65891 h 601039"/>
              <a:gd name="connsiteX2534" fmla="*/ 167466 w 2671650"/>
              <a:gd name="connsiteY2534" fmla="*/ 67431 h 601039"/>
              <a:gd name="connsiteX2535" fmla="*/ 164890 w 2671650"/>
              <a:gd name="connsiteY2535" fmla="*/ 70392 h 601039"/>
              <a:gd name="connsiteX2536" fmla="*/ 163350 w 2671650"/>
              <a:gd name="connsiteY2536" fmla="*/ 71636 h 601039"/>
              <a:gd name="connsiteX2537" fmla="*/ 159826 w 2671650"/>
              <a:gd name="connsiteY2537" fmla="*/ 74864 h 601039"/>
              <a:gd name="connsiteX2538" fmla="*/ 158493 w 2671650"/>
              <a:gd name="connsiteY2538" fmla="*/ 76433 h 601039"/>
              <a:gd name="connsiteX2539" fmla="*/ 157457 w 2671650"/>
              <a:gd name="connsiteY2539" fmla="*/ 76433 h 601039"/>
              <a:gd name="connsiteX2540" fmla="*/ 157457 w 2671650"/>
              <a:gd name="connsiteY2540" fmla="*/ 76315 h 601039"/>
              <a:gd name="connsiteX2541" fmla="*/ 155295 w 2671650"/>
              <a:gd name="connsiteY2541" fmla="*/ 79632 h 601039"/>
              <a:gd name="connsiteX2542" fmla="*/ 155621 w 2671650"/>
              <a:gd name="connsiteY2542" fmla="*/ 80786 h 601039"/>
              <a:gd name="connsiteX2543" fmla="*/ 156479 w 2671650"/>
              <a:gd name="connsiteY2543" fmla="*/ 82060 h 601039"/>
              <a:gd name="connsiteX2544" fmla="*/ 157782 w 2671650"/>
              <a:gd name="connsiteY2544" fmla="*/ 83363 h 601039"/>
              <a:gd name="connsiteX2545" fmla="*/ 159322 w 2671650"/>
              <a:gd name="connsiteY2545" fmla="*/ 82593 h 601039"/>
              <a:gd name="connsiteX2546" fmla="*/ 160448 w 2671650"/>
              <a:gd name="connsiteY2546" fmla="*/ 82593 h 601039"/>
              <a:gd name="connsiteX2547" fmla="*/ 161099 w 2671650"/>
              <a:gd name="connsiteY2547" fmla="*/ 81438 h 601039"/>
              <a:gd name="connsiteX2548" fmla="*/ 162017 w 2671650"/>
              <a:gd name="connsiteY2548" fmla="*/ 80372 h 601039"/>
              <a:gd name="connsiteX2549" fmla="*/ 163142 w 2671650"/>
              <a:gd name="connsiteY2549" fmla="*/ 79217 h 601039"/>
              <a:gd name="connsiteX2550" fmla="*/ 163942 w 2671650"/>
              <a:gd name="connsiteY2550" fmla="*/ 78684 h 601039"/>
              <a:gd name="connsiteX2551" fmla="*/ 164979 w 2671650"/>
              <a:gd name="connsiteY2551" fmla="*/ 78003 h 601039"/>
              <a:gd name="connsiteX2552" fmla="*/ 165985 w 2671650"/>
              <a:gd name="connsiteY2552" fmla="*/ 76966 h 601039"/>
              <a:gd name="connsiteX2553" fmla="*/ 166992 w 2671650"/>
              <a:gd name="connsiteY2553" fmla="*/ 76137 h 601039"/>
              <a:gd name="connsiteX2554" fmla="*/ 168118 w 2671650"/>
              <a:gd name="connsiteY2554" fmla="*/ 75041 h 601039"/>
              <a:gd name="connsiteX2555" fmla="*/ 169302 w 2671650"/>
              <a:gd name="connsiteY2555" fmla="*/ 73827 h 601039"/>
              <a:gd name="connsiteX2556" fmla="*/ 170516 w 2671650"/>
              <a:gd name="connsiteY2556" fmla="*/ 72583 h 601039"/>
              <a:gd name="connsiteX2557" fmla="*/ 174899 w 2671650"/>
              <a:gd name="connsiteY2557" fmla="*/ 68171 h 601039"/>
              <a:gd name="connsiteX2558" fmla="*/ 176557 w 2671650"/>
              <a:gd name="connsiteY2558" fmla="*/ 65920 h 601039"/>
              <a:gd name="connsiteX2559" fmla="*/ 178127 w 2671650"/>
              <a:gd name="connsiteY2559" fmla="*/ 65062 h 601039"/>
              <a:gd name="connsiteX2560" fmla="*/ 179371 w 2671650"/>
              <a:gd name="connsiteY2560" fmla="*/ 63551 h 601039"/>
              <a:gd name="connsiteX2561" fmla="*/ 180674 w 2671650"/>
              <a:gd name="connsiteY2561" fmla="*/ 62130 h 601039"/>
              <a:gd name="connsiteX2562" fmla="*/ 182273 w 2671650"/>
              <a:gd name="connsiteY2562" fmla="*/ 60886 h 601039"/>
              <a:gd name="connsiteX2563" fmla="*/ 184346 w 2671650"/>
              <a:gd name="connsiteY2563" fmla="*/ 59405 h 601039"/>
              <a:gd name="connsiteX2564" fmla="*/ 185886 w 2671650"/>
              <a:gd name="connsiteY2564" fmla="*/ 59020 h 601039"/>
              <a:gd name="connsiteX2565" fmla="*/ 187041 w 2671650"/>
              <a:gd name="connsiteY2565" fmla="*/ 55556 h 601039"/>
              <a:gd name="connsiteX2566" fmla="*/ 186300 w 2671650"/>
              <a:gd name="connsiteY2566" fmla="*/ 54164 h 601039"/>
              <a:gd name="connsiteX2567" fmla="*/ 185323 w 2671650"/>
              <a:gd name="connsiteY2567" fmla="*/ 53868 h 601039"/>
              <a:gd name="connsiteX2568" fmla="*/ 183280 w 2671650"/>
              <a:gd name="connsiteY2568" fmla="*/ 53512 h 601039"/>
              <a:gd name="connsiteX2569" fmla="*/ 181977 w 2671650"/>
              <a:gd name="connsiteY2569" fmla="*/ 53808 h 601039"/>
              <a:gd name="connsiteX2570" fmla="*/ 180615 w 2671650"/>
              <a:gd name="connsiteY2570" fmla="*/ 54016 h 601039"/>
              <a:gd name="connsiteX2571" fmla="*/ 178482 w 2671650"/>
              <a:gd name="connsiteY2571" fmla="*/ 56059 h 601039"/>
              <a:gd name="connsiteX2572" fmla="*/ 174751 w 2671650"/>
              <a:gd name="connsiteY2572" fmla="*/ 59672 h 601039"/>
              <a:gd name="connsiteX2573" fmla="*/ 174070 w 2671650"/>
              <a:gd name="connsiteY2573" fmla="*/ 59080 h 601039"/>
              <a:gd name="connsiteX2574" fmla="*/ 174070 w 2671650"/>
              <a:gd name="connsiteY2574" fmla="*/ 56118 h 601039"/>
              <a:gd name="connsiteX2575" fmla="*/ 171760 w 2671650"/>
              <a:gd name="connsiteY2575" fmla="*/ 54519 h 601039"/>
              <a:gd name="connsiteX2576" fmla="*/ 170457 w 2671650"/>
              <a:gd name="connsiteY2576" fmla="*/ 53275 h 601039"/>
              <a:gd name="connsiteX2577" fmla="*/ 264169 w 2671650"/>
              <a:gd name="connsiteY2577" fmla="*/ 44910 h 601039"/>
              <a:gd name="connsiteX2578" fmla="*/ 264658 w 2671650"/>
              <a:gd name="connsiteY2578" fmla="*/ 45429 h 601039"/>
              <a:gd name="connsiteX2579" fmla="*/ 263829 w 2671650"/>
              <a:gd name="connsiteY2579" fmla="*/ 47531 h 601039"/>
              <a:gd name="connsiteX2580" fmla="*/ 262082 w 2671650"/>
              <a:gd name="connsiteY2580" fmla="*/ 47531 h 601039"/>
              <a:gd name="connsiteX2581" fmla="*/ 261815 w 2671650"/>
              <a:gd name="connsiteY2581" fmla="*/ 46583 h 601039"/>
              <a:gd name="connsiteX2582" fmla="*/ 262141 w 2671650"/>
              <a:gd name="connsiteY2582" fmla="*/ 45517 h 601039"/>
              <a:gd name="connsiteX2583" fmla="*/ 264036 w 2671650"/>
              <a:gd name="connsiteY2583" fmla="*/ 44925 h 601039"/>
              <a:gd name="connsiteX2584" fmla="*/ 264169 w 2671650"/>
              <a:gd name="connsiteY2584" fmla="*/ 44910 h 601039"/>
              <a:gd name="connsiteX2585" fmla="*/ 269574 w 2671650"/>
              <a:gd name="connsiteY2585" fmla="*/ 42437 h 601039"/>
              <a:gd name="connsiteX2586" fmla="*/ 270580 w 2671650"/>
              <a:gd name="connsiteY2586" fmla="*/ 42645 h 601039"/>
              <a:gd name="connsiteX2587" fmla="*/ 270728 w 2671650"/>
              <a:gd name="connsiteY2587" fmla="*/ 43918 h 601039"/>
              <a:gd name="connsiteX2588" fmla="*/ 269189 w 2671650"/>
              <a:gd name="connsiteY2588" fmla="*/ 45428 h 601039"/>
              <a:gd name="connsiteX2589" fmla="*/ 268122 w 2671650"/>
              <a:gd name="connsiteY2589" fmla="*/ 44688 h 601039"/>
              <a:gd name="connsiteX2590" fmla="*/ 268122 w 2671650"/>
              <a:gd name="connsiteY2590" fmla="*/ 43148 h 601039"/>
              <a:gd name="connsiteX2591" fmla="*/ 269574 w 2671650"/>
              <a:gd name="connsiteY2591" fmla="*/ 42437 h 601039"/>
              <a:gd name="connsiteX2592" fmla="*/ 262555 w 2671650"/>
              <a:gd name="connsiteY2592" fmla="*/ 38529 h 601039"/>
              <a:gd name="connsiteX2593" fmla="*/ 264006 w 2671650"/>
              <a:gd name="connsiteY2593" fmla="*/ 39772 h 601039"/>
              <a:gd name="connsiteX2594" fmla="*/ 262318 w 2671650"/>
              <a:gd name="connsiteY2594" fmla="*/ 41875 h 601039"/>
              <a:gd name="connsiteX2595" fmla="*/ 261548 w 2671650"/>
              <a:gd name="connsiteY2595" fmla="*/ 41549 h 601039"/>
              <a:gd name="connsiteX2596" fmla="*/ 261134 w 2671650"/>
              <a:gd name="connsiteY2596" fmla="*/ 39920 h 601039"/>
              <a:gd name="connsiteX2597" fmla="*/ 262555 w 2671650"/>
              <a:gd name="connsiteY2597" fmla="*/ 38529 h 601039"/>
              <a:gd name="connsiteX2598" fmla="*/ 345770 w 2671650"/>
              <a:gd name="connsiteY2598" fmla="*/ 37314 h 601039"/>
              <a:gd name="connsiteX2599" fmla="*/ 343815 w 2671650"/>
              <a:gd name="connsiteY2599" fmla="*/ 38291 h 601039"/>
              <a:gd name="connsiteX2600" fmla="*/ 343519 w 2671650"/>
              <a:gd name="connsiteY2600" fmla="*/ 40157 h 601039"/>
              <a:gd name="connsiteX2601" fmla="*/ 343519 w 2671650"/>
              <a:gd name="connsiteY2601" fmla="*/ 42141 h 601039"/>
              <a:gd name="connsiteX2602" fmla="*/ 344230 w 2671650"/>
              <a:gd name="connsiteY2602" fmla="*/ 44806 h 601039"/>
              <a:gd name="connsiteX2603" fmla="*/ 344378 w 2671650"/>
              <a:gd name="connsiteY2603" fmla="*/ 46938 h 601039"/>
              <a:gd name="connsiteX2604" fmla="*/ 346569 w 2671650"/>
              <a:gd name="connsiteY2604" fmla="*/ 47323 h 601039"/>
              <a:gd name="connsiteX2605" fmla="*/ 348317 w 2671650"/>
              <a:gd name="connsiteY2605" fmla="*/ 47323 h 601039"/>
              <a:gd name="connsiteX2606" fmla="*/ 348317 w 2671650"/>
              <a:gd name="connsiteY2606" fmla="*/ 48952 h 601039"/>
              <a:gd name="connsiteX2607" fmla="*/ 347488 w 2671650"/>
              <a:gd name="connsiteY2607" fmla="*/ 50817 h 601039"/>
              <a:gd name="connsiteX2608" fmla="*/ 342660 w 2671650"/>
              <a:gd name="connsiteY2608" fmla="*/ 55793 h 601039"/>
              <a:gd name="connsiteX2609" fmla="*/ 337863 w 2671650"/>
              <a:gd name="connsiteY2609" fmla="*/ 56503 h 601039"/>
              <a:gd name="connsiteX2610" fmla="*/ 336205 w 2671650"/>
              <a:gd name="connsiteY2610" fmla="*/ 56503 h 601039"/>
              <a:gd name="connsiteX2611" fmla="*/ 331851 w 2671650"/>
              <a:gd name="connsiteY2611" fmla="*/ 57007 h 601039"/>
              <a:gd name="connsiteX2612" fmla="*/ 329986 w 2671650"/>
              <a:gd name="connsiteY2612" fmla="*/ 56355 h 601039"/>
              <a:gd name="connsiteX2613" fmla="*/ 326314 w 2671650"/>
              <a:gd name="connsiteY2613" fmla="*/ 57332 h 601039"/>
              <a:gd name="connsiteX2614" fmla="*/ 325988 w 2671650"/>
              <a:gd name="connsiteY2614" fmla="*/ 59405 h 601039"/>
              <a:gd name="connsiteX2615" fmla="*/ 325988 w 2671650"/>
              <a:gd name="connsiteY2615" fmla="*/ 59287 h 601039"/>
              <a:gd name="connsiteX2616" fmla="*/ 325396 w 2671650"/>
              <a:gd name="connsiteY2616" fmla="*/ 61123 h 601039"/>
              <a:gd name="connsiteX2617" fmla="*/ 327676 w 2671650"/>
              <a:gd name="connsiteY2617" fmla="*/ 64677 h 601039"/>
              <a:gd name="connsiteX2618" fmla="*/ 336175 w 2671650"/>
              <a:gd name="connsiteY2618" fmla="*/ 63670 h 601039"/>
              <a:gd name="connsiteX2619" fmla="*/ 342868 w 2671650"/>
              <a:gd name="connsiteY2619" fmla="*/ 63936 h 601039"/>
              <a:gd name="connsiteX2620" fmla="*/ 346451 w 2671650"/>
              <a:gd name="connsiteY2620" fmla="*/ 64914 h 601039"/>
              <a:gd name="connsiteX2621" fmla="*/ 349709 w 2671650"/>
              <a:gd name="connsiteY2621" fmla="*/ 65239 h 601039"/>
              <a:gd name="connsiteX2622" fmla="*/ 353055 w 2671650"/>
              <a:gd name="connsiteY2622" fmla="*/ 65802 h 601039"/>
              <a:gd name="connsiteX2623" fmla="*/ 356283 w 2671650"/>
              <a:gd name="connsiteY2623" fmla="*/ 66602 h 601039"/>
              <a:gd name="connsiteX2624" fmla="*/ 359747 w 2671650"/>
              <a:gd name="connsiteY2624" fmla="*/ 67786 h 601039"/>
              <a:gd name="connsiteX2625" fmla="*/ 361939 w 2671650"/>
              <a:gd name="connsiteY2625" fmla="*/ 68141 h 601039"/>
              <a:gd name="connsiteX2626" fmla="*/ 363953 w 2671650"/>
              <a:gd name="connsiteY2626" fmla="*/ 69030 h 601039"/>
              <a:gd name="connsiteX2627" fmla="*/ 365907 w 2671650"/>
              <a:gd name="connsiteY2627" fmla="*/ 69385 h 601039"/>
              <a:gd name="connsiteX2628" fmla="*/ 367151 w 2671650"/>
              <a:gd name="connsiteY2628" fmla="*/ 68615 h 601039"/>
              <a:gd name="connsiteX2629" fmla="*/ 367950 w 2671650"/>
              <a:gd name="connsiteY2629" fmla="*/ 67579 h 601039"/>
              <a:gd name="connsiteX2630" fmla="*/ 367950 w 2671650"/>
              <a:gd name="connsiteY2630" fmla="*/ 66809 h 601039"/>
              <a:gd name="connsiteX2631" fmla="*/ 367950 w 2671650"/>
              <a:gd name="connsiteY2631" fmla="*/ 66276 h 601039"/>
              <a:gd name="connsiteX2632" fmla="*/ 367950 w 2671650"/>
              <a:gd name="connsiteY2632" fmla="*/ 64884 h 601039"/>
              <a:gd name="connsiteX2633" fmla="*/ 366351 w 2671650"/>
              <a:gd name="connsiteY2633" fmla="*/ 62781 h 601039"/>
              <a:gd name="connsiteX2634" fmla="*/ 365048 w 2671650"/>
              <a:gd name="connsiteY2634" fmla="*/ 61567 h 601039"/>
              <a:gd name="connsiteX2635" fmla="*/ 363597 w 2671650"/>
              <a:gd name="connsiteY2635" fmla="*/ 60768 h 601039"/>
              <a:gd name="connsiteX2636" fmla="*/ 362146 w 2671650"/>
              <a:gd name="connsiteY2636" fmla="*/ 60560 h 601039"/>
              <a:gd name="connsiteX2637" fmla="*/ 360517 w 2671650"/>
              <a:gd name="connsiteY2637" fmla="*/ 60768 h 601039"/>
              <a:gd name="connsiteX2638" fmla="*/ 354772 w 2671650"/>
              <a:gd name="connsiteY2638" fmla="*/ 59494 h 601039"/>
              <a:gd name="connsiteX2639" fmla="*/ 355394 w 2671650"/>
              <a:gd name="connsiteY2639" fmla="*/ 56266 h 601039"/>
              <a:gd name="connsiteX2640" fmla="*/ 355927 w 2671650"/>
              <a:gd name="connsiteY2640" fmla="*/ 55111 h 601039"/>
              <a:gd name="connsiteX2641" fmla="*/ 356520 w 2671650"/>
              <a:gd name="connsiteY2641" fmla="*/ 54045 h 601039"/>
              <a:gd name="connsiteX2642" fmla="*/ 357230 w 2671650"/>
              <a:gd name="connsiteY2642" fmla="*/ 53038 h 601039"/>
              <a:gd name="connsiteX2643" fmla="*/ 358000 w 2671650"/>
              <a:gd name="connsiteY2643" fmla="*/ 52002 h 601039"/>
              <a:gd name="connsiteX2644" fmla="*/ 358000 w 2671650"/>
              <a:gd name="connsiteY2644" fmla="*/ 49218 h 601039"/>
              <a:gd name="connsiteX2645" fmla="*/ 361643 w 2671650"/>
              <a:gd name="connsiteY2645" fmla="*/ 47826 h 601039"/>
              <a:gd name="connsiteX2646" fmla="*/ 363449 w 2671650"/>
              <a:gd name="connsiteY2646" fmla="*/ 47175 h 601039"/>
              <a:gd name="connsiteX2647" fmla="*/ 365877 w 2671650"/>
              <a:gd name="connsiteY2647" fmla="*/ 45961 h 601039"/>
              <a:gd name="connsiteX2648" fmla="*/ 369017 w 2671650"/>
              <a:gd name="connsiteY2648" fmla="*/ 44243 h 601039"/>
              <a:gd name="connsiteX2649" fmla="*/ 368661 w 2671650"/>
              <a:gd name="connsiteY2649" fmla="*/ 43059 h 601039"/>
              <a:gd name="connsiteX2650" fmla="*/ 368661 w 2671650"/>
              <a:gd name="connsiteY2650" fmla="*/ 41430 h 601039"/>
              <a:gd name="connsiteX2651" fmla="*/ 367477 w 2671650"/>
              <a:gd name="connsiteY2651" fmla="*/ 39475 h 601039"/>
              <a:gd name="connsiteX2652" fmla="*/ 366529 w 2671650"/>
              <a:gd name="connsiteY2652" fmla="*/ 38587 h 601039"/>
              <a:gd name="connsiteX2653" fmla="*/ 365196 w 2671650"/>
              <a:gd name="connsiteY2653" fmla="*/ 38587 h 601039"/>
              <a:gd name="connsiteX2654" fmla="*/ 363686 w 2671650"/>
              <a:gd name="connsiteY2654" fmla="*/ 38409 h 601039"/>
              <a:gd name="connsiteX2655" fmla="*/ 357941 w 2671650"/>
              <a:gd name="connsiteY2655" fmla="*/ 39298 h 601039"/>
              <a:gd name="connsiteX2656" fmla="*/ 357023 w 2671650"/>
              <a:gd name="connsiteY2656" fmla="*/ 39298 h 601039"/>
              <a:gd name="connsiteX2657" fmla="*/ 355720 w 2671650"/>
              <a:gd name="connsiteY2657" fmla="*/ 39298 h 601039"/>
              <a:gd name="connsiteX2658" fmla="*/ 348494 w 2671650"/>
              <a:gd name="connsiteY2658" fmla="*/ 38735 h 601039"/>
              <a:gd name="connsiteX2659" fmla="*/ 345770 w 2671650"/>
              <a:gd name="connsiteY2659" fmla="*/ 37314 h 601039"/>
              <a:gd name="connsiteX2660" fmla="*/ 251954 w 2671650"/>
              <a:gd name="connsiteY2660" fmla="*/ 35270 h 601039"/>
              <a:gd name="connsiteX2661" fmla="*/ 249614 w 2671650"/>
              <a:gd name="connsiteY2661" fmla="*/ 35774 h 601039"/>
              <a:gd name="connsiteX2662" fmla="*/ 241856 w 2671650"/>
              <a:gd name="connsiteY2662" fmla="*/ 40927 h 601039"/>
              <a:gd name="connsiteX2663" fmla="*/ 239960 w 2671650"/>
              <a:gd name="connsiteY2663" fmla="*/ 41400 h 601039"/>
              <a:gd name="connsiteX2664" fmla="*/ 238628 w 2671650"/>
              <a:gd name="connsiteY2664" fmla="*/ 42496 h 601039"/>
              <a:gd name="connsiteX2665" fmla="*/ 238095 w 2671650"/>
              <a:gd name="connsiteY2665" fmla="*/ 43651 h 601039"/>
              <a:gd name="connsiteX2666" fmla="*/ 237265 w 2671650"/>
              <a:gd name="connsiteY2666" fmla="*/ 44332 h 601039"/>
              <a:gd name="connsiteX2667" fmla="*/ 238006 w 2671650"/>
              <a:gd name="connsiteY2667" fmla="*/ 46257 h 601039"/>
              <a:gd name="connsiteX2668" fmla="*/ 238953 w 2671650"/>
              <a:gd name="connsiteY2668" fmla="*/ 46701 h 601039"/>
              <a:gd name="connsiteX2669" fmla="*/ 240168 w 2671650"/>
              <a:gd name="connsiteY2669" fmla="*/ 47708 h 601039"/>
              <a:gd name="connsiteX2670" fmla="*/ 241915 w 2671650"/>
              <a:gd name="connsiteY2670" fmla="*/ 48093 h 601039"/>
              <a:gd name="connsiteX2671" fmla="*/ 243514 w 2671650"/>
              <a:gd name="connsiteY2671" fmla="*/ 49218 h 601039"/>
              <a:gd name="connsiteX2672" fmla="*/ 243514 w 2671650"/>
              <a:gd name="connsiteY2672" fmla="*/ 52180 h 601039"/>
              <a:gd name="connsiteX2673" fmla="*/ 241915 w 2671650"/>
              <a:gd name="connsiteY2673" fmla="*/ 53927 h 601039"/>
              <a:gd name="connsiteX2674" fmla="*/ 240582 w 2671650"/>
              <a:gd name="connsiteY2674" fmla="*/ 53927 h 601039"/>
              <a:gd name="connsiteX2675" fmla="*/ 238953 w 2671650"/>
              <a:gd name="connsiteY2675" fmla="*/ 56178 h 601039"/>
              <a:gd name="connsiteX2676" fmla="*/ 240434 w 2671650"/>
              <a:gd name="connsiteY2676" fmla="*/ 58132 h 601039"/>
              <a:gd name="connsiteX2677" fmla="*/ 241136 w 2671650"/>
              <a:gd name="connsiteY2677" fmla="*/ 58941 h 601039"/>
              <a:gd name="connsiteX2678" fmla="*/ 241648 w 2671650"/>
              <a:gd name="connsiteY2678" fmla="*/ 59909 h 601039"/>
              <a:gd name="connsiteX2679" fmla="*/ 241648 w 2671650"/>
              <a:gd name="connsiteY2679" fmla="*/ 61360 h 601039"/>
              <a:gd name="connsiteX2680" fmla="*/ 241648 w 2671650"/>
              <a:gd name="connsiteY2680" fmla="*/ 62485 h 601039"/>
              <a:gd name="connsiteX2681" fmla="*/ 240730 w 2671650"/>
              <a:gd name="connsiteY2681" fmla="*/ 63788 h 601039"/>
              <a:gd name="connsiteX2682" fmla="*/ 239368 w 2671650"/>
              <a:gd name="connsiteY2682" fmla="*/ 65121 h 601039"/>
              <a:gd name="connsiteX2683" fmla="*/ 237028 w 2671650"/>
              <a:gd name="connsiteY2683" fmla="*/ 68082 h 601039"/>
              <a:gd name="connsiteX2684" fmla="*/ 237887 w 2671650"/>
              <a:gd name="connsiteY2684" fmla="*/ 70747 h 601039"/>
              <a:gd name="connsiteX2685" fmla="*/ 239161 w 2671650"/>
              <a:gd name="connsiteY2685" fmla="*/ 72080 h 601039"/>
              <a:gd name="connsiteX2686" fmla="*/ 240079 w 2671650"/>
              <a:gd name="connsiteY2686" fmla="*/ 73472 h 601039"/>
              <a:gd name="connsiteX2687" fmla="*/ 241856 w 2671650"/>
              <a:gd name="connsiteY2687" fmla="*/ 73709 h 601039"/>
              <a:gd name="connsiteX2688" fmla="*/ 243070 w 2671650"/>
              <a:gd name="connsiteY2688" fmla="*/ 73502 h 601039"/>
              <a:gd name="connsiteX2689" fmla="*/ 245705 w 2671650"/>
              <a:gd name="connsiteY2689" fmla="*/ 70540 h 601039"/>
              <a:gd name="connsiteX2690" fmla="*/ 251450 w 2671650"/>
              <a:gd name="connsiteY2690" fmla="*/ 66572 h 601039"/>
              <a:gd name="connsiteX2691" fmla="*/ 254590 w 2671650"/>
              <a:gd name="connsiteY2691" fmla="*/ 61508 h 601039"/>
              <a:gd name="connsiteX2692" fmla="*/ 253968 w 2671650"/>
              <a:gd name="connsiteY2692" fmla="*/ 60087 h 601039"/>
              <a:gd name="connsiteX2693" fmla="*/ 252517 w 2671650"/>
              <a:gd name="connsiteY2693" fmla="*/ 59405 h 601039"/>
              <a:gd name="connsiteX2694" fmla="*/ 251036 w 2671650"/>
              <a:gd name="connsiteY2694" fmla="*/ 59613 h 601039"/>
              <a:gd name="connsiteX2695" fmla="*/ 250621 w 2671650"/>
              <a:gd name="connsiteY2695" fmla="*/ 58132 h 601039"/>
              <a:gd name="connsiteX2696" fmla="*/ 254056 w 2671650"/>
              <a:gd name="connsiteY2696" fmla="*/ 53808 h 601039"/>
              <a:gd name="connsiteX2697" fmla="*/ 254234 w 2671650"/>
              <a:gd name="connsiteY2697" fmla="*/ 52979 h 601039"/>
              <a:gd name="connsiteX2698" fmla="*/ 253138 w 2671650"/>
              <a:gd name="connsiteY2698" fmla="*/ 51143 h 601039"/>
              <a:gd name="connsiteX2699" fmla="*/ 252517 w 2671650"/>
              <a:gd name="connsiteY2699" fmla="*/ 49959 h 601039"/>
              <a:gd name="connsiteX2700" fmla="*/ 251184 w 2671650"/>
              <a:gd name="connsiteY2700" fmla="*/ 50196 h 601039"/>
              <a:gd name="connsiteX2701" fmla="*/ 250799 w 2671650"/>
              <a:gd name="connsiteY2701" fmla="*/ 48448 h 601039"/>
              <a:gd name="connsiteX2702" fmla="*/ 250651 w 2671650"/>
              <a:gd name="connsiteY2702" fmla="*/ 45872 h 601039"/>
              <a:gd name="connsiteX2703" fmla="*/ 252398 w 2671650"/>
              <a:gd name="connsiteY2703" fmla="*/ 43296 h 601039"/>
              <a:gd name="connsiteX2704" fmla="*/ 253405 w 2671650"/>
              <a:gd name="connsiteY2704" fmla="*/ 41489 h 601039"/>
              <a:gd name="connsiteX2705" fmla="*/ 253760 w 2671650"/>
              <a:gd name="connsiteY2705" fmla="*/ 39120 h 601039"/>
              <a:gd name="connsiteX2706" fmla="*/ 253760 w 2671650"/>
              <a:gd name="connsiteY2706" fmla="*/ 37047 h 601039"/>
              <a:gd name="connsiteX2707" fmla="*/ 251954 w 2671650"/>
              <a:gd name="connsiteY2707" fmla="*/ 35270 h 601039"/>
              <a:gd name="connsiteX2708" fmla="*/ 271646 w 2671650"/>
              <a:gd name="connsiteY2708" fmla="*/ 34797 h 601039"/>
              <a:gd name="connsiteX2709" fmla="*/ 272001 w 2671650"/>
              <a:gd name="connsiteY2709" fmla="*/ 36248 h 601039"/>
              <a:gd name="connsiteX2710" fmla="*/ 270876 w 2671650"/>
              <a:gd name="connsiteY2710" fmla="*/ 38410 h 601039"/>
              <a:gd name="connsiteX2711" fmla="*/ 268803 w 2671650"/>
              <a:gd name="connsiteY2711" fmla="*/ 38588 h 601039"/>
              <a:gd name="connsiteX2712" fmla="*/ 268003 w 2671650"/>
              <a:gd name="connsiteY2712" fmla="*/ 36841 h 601039"/>
              <a:gd name="connsiteX2713" fmla="*/ 271646 w 2671650"/>
              <a:gd name="connsiteY2713" fmla="*/ 34797 h 601039"/>
              <a:gd name="connsiteX2714" fmla="*/ 273157 w 2671650"/>
              <a:gd name="connsiteY2714" fmla="*/ 28903 h 601039"/>
              <a:gd name="connsiteX2715" fmla="*/ 265961 w 2671650"/>
              <a:gd name="connsiteY2715" fmla="*/ 32398 h 601039"/>
              <a:gd name="connsiteX2716" fmla="*/ 263503 w 2671650"/>
              <a:gd name="connsiteY2716" fmla="*/ 32990 h 601039"/>
              <a:gd name="connsiteX2717" fmla="*/ 260542 w 2671650"/>
              <a:gd name="connsiteY2717" fmla="*/ 34737 h 601039"/>
              <a:gd name="connsiteX2718" fmla="*/ 258765 w 2671650"/>
              <a:gd name="connsiteY2718" fmla="*/ 35596 h 601039"/>
              <a:gd name="connsiteX2719" fmla="*/ 257373 w 2671650"/>
              <a:gd name="connsiteY2719" fmla="*/ 35951 h 601039"/>
              <a:gd name="connsiteX2720" fmla="*/ 255744 w 2671650"/>
              <a:gd name="connsiteY2720" fmla="*/ 35241 h 601039"/>
              <a:gd name="connsiteX2721" fmla="*/ 254915 w 2671650"/>
              <a:gd name="connsiteY2721" fmla="*/ 37787 h 601039"/>
              <a:gd name="connsiteX2722" fmla="*/ 254915 w 2671650"/>
              <a:gd name="connsiteY2722" fmla="*/ 40245 h 601039"/>
              <a:gd name="connsiteX2723" fmla="*/ 254826 w 2671650"/>
              <a:gd name="connsiteY2723" fmla="*/ 40127 h 601039"/>
              <a:gd name="connsiteX2724" fmla="*/ 254915 w 2671650"/>
              <a:gd name="connsiteY2724" fmla="*/ 41756 h 601039"/>
              <a:gd name="connsiteX2725" fmla="*/ 255715 w 2671650"/>
              <a:gd name="connsiteY2725" fmla="*/ 43503 h 601039"/>
              <a:gd name="connsiteX2726" fmla="*/ 256751 w 2671650"/>
              <a:gd name="connsiteY2726" fmla="*/ 47708 h 601039"/>
              <a:gd name="connsiteX2727" fmla="*/ 256218 w 2671650"/>
              <a:gd name="connsiteY2727" fmla="*/ 50462 h 601039"/>
              <a:gd name="connsiteX2728" fmla="*/ 256929 w 2671650"/>
              <a:gd name="connsiteY2728" fmla="*/ 52150 h 601039"/>
              <a:gd name="connsiteX2729" fmla="*/ 257995 w 2671650"/>
              <a:gd name="connsiteY2729" fmla="*/ 53601 h 601039"/>
              <a:gd name="connsiteX2730" fmla="*/ 258498 w 2671650"/>
              <a:gd name="connsiteY2730" fmla="*/ 54638 h 601039"/>
              <a:gd name="connsiteX2731" fmla="*/ 259061 w 2671650"/>
              <a:gd name="connsiteY2731" fmla="*/ 55289 h 601039"/>
              <a:gd name="connsiteX2732" fmla="*/ 260038 w 2671650"/>
              <a:gd name="connsiteY2732" fmla="*/ 55289 h 601039"/>
              <a:gd name="connsiteX2733" fmla="*/ 261164 w 2671650"/>
              <a:gd name="connsiteY2733" fmla="*/ 54875 h 601039"/>
              <a:gd name="connsiteX2734" fmla="*/ 262378 w 2671650"/>
              <a:gd name="connsiteY2734" fmla="*/ 54312 h 601039"/>
              <a:gd name="connsiteX2735" fmla="*/ 263385 w 2671650"/>
              <a:gd name="connsiteY2735" fmla="*/ 54312 h 601039"/>
              <a:gd name="connsiteX2736" fmla="*/ 263385 w 2671650"/>
              <a:gd name="connsiteY2736" fmla="*/ 55970 h 601039"/>
              <a:gd name="connsiteX2737" fmla="*/ 262733 w 2671650"/>
              <a:gd name="connsiteY2737" fmla="*/ 56711 h 601039"/>
              <a:gd name="connsiteX2738" fmla="*/ 261963 w 2671650"/>
              <a:gd name="connsiteY2738" fmla="*/ 56859 h 601039"/>
              <a:gd name="connsiteX2739" fmla="*/ 261134 w 2671650"/>
              <a:gd name="connsiteY2739" fmla="*/ 57125 h 601039"/>
              <a:gd name="connsiteX2740" fmla="*/ 260335 w 2671650"/>
              <a:gd name="connsiteY2740" fmla="*/ 56977 h 601039"/>
              <a:gd name="connsiteX2741" fmla="*/ 259713 w 2671650"/>
              <a:gd name="connsiteY2741" fmla="*/ 58102 h 601039"/>
              <a:gd name="connsiteX2742" fmla="*/ 259713 w 2671650"/>
              <a:gd name="connsiteY2742" fmla="*/ 59494 h 601039"/>
              <a:gd name="connsiteX2743" fmla="*/ 259713 w 2671650"/>
              <a:gd name="connsiteY2743" fmla="*/ 60649 h 601039"/>
              <a:gd name="connsiteX2744" fmla="*/ 260956 w 2671650"/>
              <a:gd name="connsiteY2744" fmla="*/ 61064 h 601039"/>
              <a:gd name="connsiteX2745" fmla="*/ 262348 w 2671650"/>
              <a:gd name="connsiteY2745" fmla="*/ 61064 h 601039"/>
              <a:gd name="connsiteX2746" fmla="*/ 263029 w 2671650"/>
              <a:gd name="connsiteY2746" fmla="*/ 61952 h 601039"/>
              <a:gd name="connsiteX2747" fmla="*/ 259861 w 2671650"/>
              <a:gd name="connsiteY2747" fmla="*/ 63907 h 601039"/>
              <a:gd name="connsiteX2748" fmla="*/ 257344 w 2671650"/>
              <a:gd name="connsiteY2748" fmla="*/ 65180 h 601039"/>
              <a:gd name="connsiteX2749" fmla="*/ 256366 w 2671650"/>
              <a:gd name="connsiteY2749" fmla="*/ 64884 h 601039"/>
              <a:gd name="connsiteX2750" fmla="*/ 255715 w 2671650"/>
              <a:gd name="connsiteY2750" fmla="*/ 65565 h 601039"/>
              <a:gd name="connsiteX2751" fmla="*/ 255271 w 2671650"/>
              <a:gd name="connsiteY2751" fmla="*/ 67046 h 601039"/>
              <a:gd name="connsiteX2752" fmla="*/ 255271 w 2671650"/>
              <a:gd name="connsiteY2752" fmla="*/ 68260 h 601039"/>
              <a:gd name="connsiteX2753" fmla="*/ 256070 w 2671650"/>
              <a:gd name="connsiteY2753" fmla="*/ 70807 h 601039"/>
              <a:gd name="connsiteX2754" fmla="*/ 258173 w 2671650"/>
              <a:gd name="connsiteY2754" fmla="*/ 71547 h 601039"/>
              <a:gd name="connsiteX2755" fmla="*/ 261134 w 2671650"/>
              <a:gd name="connsiteY2755" fmla="*/ 70185 h 601039"/>
              <a:gd name="connsiteX2756" fmla="*/ 264095 w 2671650"/>
              <a:gd name="connsiteY2756" fmla="*/ 69444 h 601039"/>
              <a:gd name="connsiteX2757" fmla="*/ 267057 w 2671650"/>
              <a:gd name="connsiteY2757" fmla="*/ 68467 h 601039"/>
              <a:gd name="connsiteX2758" fmla="*/ 269396 w 2671650"/>
              <a:gd name="connsiteY2758" fmla="*/ 67727 h 601039"/>
              <a:gd name="connsiteX2759" fmla="*/ 271499 w 2671650"/>
              <a:gd name="connsiteY2759" fmla="*/ 67223 h 601039"/>
              <a:gd name="connsiteX2760" fmla="*/ 273957 w 2671650"/>
              <a:gd name="connsiteY2760" fmla="*/ 67016 h 601039"/>
              <a:gd name="connsiteX2761" fmla="*/ 278399 w 2671650"/>
              <a:gd name="connsiteY2761" fmla="*/ 66217 h 601039"/>
              <a:gd name="connsiteX2762" fmla="*/ 281212 w 2671650"/>
              <a:gd name="connsiteY2762" fmla="*/ 66217 h 601039"/>
              <a:gd name="connsiteX2763" fmla="*/ 283581 w 2671650"/>
              <a:gd name="connsiteY2763" fmla="*/ 61508 h 601039"/>
              <a:gd name="connsiteX2764" fmla="*/ 281568 w 2671650"/>
              <a:gd name="connsiteY2764" fmla="*/ 59080 h 601039"/>
              <a:gd name="connsiteX2765" fmla="*/ 279554 w 2671650"/>
              <a:gd name="connsiteY2765" fmla="*/ 59405 h 601039"/>
              <a:gd name="connsiteX2766" fmla="*/ 277273 w 2671650"/>
              <a:gd name="connsiteY2766" fmla="*/ 60205 h 601039"/>
              <a:gd name="connsiteX2767" fmla="*/ 275378 w 2671650"/>
              <a:gd name="connsiteY2767" fmla="*/ 60383 h 601039"/>
              <a:gd name="connsiteX2768" fmla="*/ 272950 w 2671650"/>
              <a:gd name="connsiteY2768" fmla="*/ 61212 h 601039"/>
              <a:gd name="connsiteX2769" fmla="*/ 271943 w 2671650"/>
              <a:gd name="connsiteY2769" fmla="*/ 60620 h 601039"/>
              <a:gd name="connsiteX2770" fmla="*/ 272358 w 2671650"/>
              <a:gd name="connsiteY2770" fmla="*/ 59435 h 601039"/>
              <a:gd name="connsiteX2771" fmla="*/ 274164 w 2671650"/>
              <a:gd name="connsiteY2771" fmla="*/ 58487 h 601039"/>
              <a:gd name="connsiteX2772" fmla="*/ 275615 w 2671650"/>
              <a:gd name="connsiteY2772" fmla="*/ 57096 h 601039"/>
              <a:gd name="connsiteX2773" fmla="*/ 275793 w 2671650"/>
              <a:gd name="connsiteY2773" fmla="*/ 56118 h 601039"/>
              <a:gd name="connsiteX2774" fmla="*/ 274993 w 2671650"/>
              <a:gd name="connsiteY2774" fmla="*/ 53868 h 601039"/>
              <a:gd name="connsiteX2775" fmla="*/ 274134 w 2671650"/>
              <a:gd name="connsiteY2775" fmla="*/ 53157 h 601039"/>
              <a:gd name="connsiteX2776" fmla="*/ 272239 w 2671650"/>
              <a:gd name="connsiteY2776" fmla="*/ 52831 h 601039"/>
              <a:gd name="connsiteX2777" fmla="*/ 271025 w 2671650"/>
              <a:gd name="connsiteY2777" fmla="*/ 53631 h 601039"/>
              <a:gd name="connsiteX2778" fmla="*/ 269426 w 2671650"/>
              <a:gd name="connsiteY2778" fmla="*/ 54134 h 601039"/>
              <a:gd name="connsiteX2779" fmla="*/ 269189 w 2671650"/>
              <a:gd name="connsiteY2779" fmla="*/ 52476 h 601039"/>
              <a:gd name="connsiteX2780" fmla="*/ 271232 w 2671650"/>
              <a:gd name="connsiteY2780" fmla="*/ 51528 h 601039"/>
              <a:gd name="connsiteX2781" fmla="*/ 272624 w 2671650"/>
              <a:gd name="connsiteY2781" fmla="*/ 50847 h 601039"/>
              <a:gd name="connsiteX2782" fmla="*/ 274016 w 2671650"/>
              <a:gd name="connsiteY2782" fmla="*/ 50610 h 601039"/>
              <a:gd name="connsiteX2783" fmla="*/ 274964 w 2671650"/>
              <a:gd name="connsiteY2783" fmla="*/ 49337 h 601039"/>
              <a:gd name="connsiteX2784" fmla="*/ 277362 w 2671650"/>
              <a:gd name="connsiteY2784" fmla="*/ 41785 h 601039"/>
              <a:gd name="connsiteX2785" fmla="*/ 278636 w 2671650"/>
              <a:gd name="connsiteY2785" fmla="*/ 39831 h 601039"/>
              <a:gd name="connsiteX2786" fmla="*/ 279820 w 2671650"/>
              <a:gd name="connsiteY2786" fmla="*/ 36632 h 601039"/>
              <a:gd name="connsiteX2787" fmla="*/ 279998 w 2671650"/>
              <a:gd name="connsiteY2787" fmla="*/ 34708 h 601039"/>
              <a:gd name="connsiteX2788" fmla="*/ 280679 w 2671650"/>
              <a:gd name="connsiteY2788" fmla="*/ 32575 h 601039"/>
              <a:gd name="connsiteX2789" fmla="*/ 279169 w 2671650"/>
              <a:gd name="connsiteY2789" fmla="*/ 30384 h 601039"/>
              <a:gd name="connsiteX2790" fmla="*/ 278399 w 2671650"/>
              <a:gd name="connsiteY2790" fmla="*/ 29081 h 601039"/>
              <a:gd name="connsiteX2791" fmla="*/ 274993 w 2671650"/>
              <a:gd name="connsiteY2791" fmla="*/ 29318 h 601039"/>
              <a:gd name="connsiteX2792" fmla="*/ 273157 w 2671650"/>
              <a:gd name="connsiteY2792" fmla="*/ 28903 h 601039"/>
              <a:gd name="connsiteX2793" fmla="*/ 300520 w 2671650"/>
              <a:gd name="connsiteY2793" fmla="*/ 10661 h 601039"/>
              <a:gd name="connsiteX2794" fmla="*/ 590260 w 2671650"/>
              <a:gd name="connsiteY2794" fmla="*/ 300520 h 601039"/>
              <a:gd name="connsiteX2795" fmla="*/ 590260 w 2671650"/>
              <a:gd name="connsiteY2795" fmla="*/ 300638 h 601039"/>
              <a:gd name="connsiteX2796" fmla="*/ 300283 w 2671650"/>
              <a:gd name="connsiteY2796" fmla="*/ 590378 h 601039"/>
              <a:gd name="connsiteX2797" fmla="*/ 10543 w 2671650"/>
              <a:gd name="connsiteY2797" fmla="*/ 300401 h 601039"/>
              <a:gd name="connsiteX2798" fmla="*/ 300520 w 2671650"/>
              <a:gd name="connsiteY2798" fmla="*/ 10661 h 601039"/>
              <a:gd name="connsiteX2799" fmla="*/ 300520 w 2671650"/>
              <a:gd name="connsiteY2799" fmla="*/ 6723 h 601039"/>
              <a:gd name="connsiteX2800" fmla="*/ 6723 w 2671650"/>
              <a:gd name="connsiteY2800" fmla="*/ 300520 h 601039"/>
              <a:gd name="connsiteX2801" fmla="*/ 300520 w 2671650"/>
              <a:gd name="connsiteY2801" fmla="*/ 594317 h 601039"/>
              <a:gd name="connsiteX2802" fmla="*/ 594317 w 2671650"/>
              <a:gd name="connsiteY2802" fmla="*/ 300520 h 601039"/>
              <a:gd name="connsiteX2803" fmla="*/ 300520 w 2671650"/>
              <a:gd name="connsiteY2803" fmla="*/ 6723 h 601039"/>
              <a:gd name="connsiteX2804" fmla="*/ 300520 w 2671650"/>
              <a:gd name="connsiteY2804" fmla="*/ 0 h 601039"/>
              <a:gd name="connsiteX2805" fmla="*/ 601039 w 2671650"/>
              <a:gd name="connsiteY2805" fmla="*/ 300520 h 601039"/>
              <a:gd name="connsiteX2806" fmla="*/ 300520 w 2671650"/>
              <a:gd name="connsiteY2806" fmla="*/ 601039 h 601039"/>
              <a:gd name="connsiteX2807" fmla="*/ 0 w 2671650"/>
              <a:gd name="connsiteY2807" fmla="*/ 300520 h 601039"/>
              <a:gd name="connsiteX2808" fmla="*/ 300520 w 2671650"/>
              <a:gd name="connsiteY2808" fmla="*/ 0 h 601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</a:cxnLst>
            <a:rect l="l" t="t" r="r" b="b"/>
            <a:pathLst>
              <a:path w="2671650" h="601039">
                <a:moveTo>
                  <a:pt x="351574" y="542908"/>
                </a:moveTo>
                <a:cubicBezTo>
                  <a:pt x="353392" y="544877"/>
                  <a:pt x="354559" y="547359"/>
                  <a:pt x="354920" y="550015"/>
                </a:cubicBezTo>
                <a:cubicBezTo>
                  <a:pt x="355563" y="552550"/>
                  <a:pt x="355397" y="555221"/>
                  <a:pt x="354446" y="557656"/>
                </a:cubicBezTo>
                <a:cubicBezTo>
                  <a:pt x="354174" y="558215"/>
                  <a:pt x="353824" y="558736"/>
                  <a:pt x="353410" y="559201"/>
                </a:cubicBezTo>
                <a:cubicBezTo>
                  <a:pt x="350922" y="561979"/>
                  <a:pt x="346652" y="562216"/>
                  <a:pt x="343874" y="559729"/>
                </a:cubicBezTo>
                <a:cubicBezTo>
                  <a:pt x="342080" y="557815"/>
                  <a:pt x="340922" y="555396"/>
                  <a:pt x="340557" y="552799"/>
                </a:cubicBezTo>
                <a:cubicBezTo>
                  <a:pt x="339903" y="550196"/>
                  <a:pt x="340069" y="547457"/>
                  <a:pt x="341031" y="544951"/>
                </a:cubicBezTo>
                <a:cubicBezTo>
                  <a:pt x="341327" y="544318"/>
                  <a:pt x="341721" y="543734"/>
                  <a:pt x="342198" y="543225"/>
                </a:cubicBezTo>
                <a:cubicBezTo>
                  <a:pt x="344700" y="540548"/>
                  <a:pt x="348897" y="540406"/>
                  <a:pt x="351574" y="542908"/>
                </a:cubicBezTo>
                <a:close/>
                <a:moveTo>
                  <a:pt x="311300" y="540983"/>
                </a:moveTo>
                <a:lnTo>
                  <a:pt x="291488" y="541338"/>
                </a:lnTo>
                <a:lnTo>
                  <a:pt x="292021" y="570596"/>
                </a:lnTo>
                <a:lnTo>
                  <a:pt x="311921" y="570211"/>
                </a:lnTo>
                <a:lnTo>
                  <a:pt x="311921" y="567605"/>
                </a:lnTo>
                <a:lnTo>
                  <a:pt x="311921" y="565029"/>
                </a:lnTo>
                <a:lnTo>
                  <a:pt x="297115" y="565295"/>
                </a:lnTo>
                <a:lnTo>
                  <a:pt x="297115" y="557685"/>
                </a:lnTo>
                <a:lnTo>
                  <a:pt x="310263" y="557448"/>
                </a:lnTo>
                <a:lnTo>
                  <a:pt x="310263" y="554931"/>
                </a:lnTo>
                <a:lnTo>
                  <a:pt x="310263" y="552413"/>
                </a:lnTo>
                <a:lnTo>
                  <a:pt x="297115" y="552650"/>
                </a:lnTo>
                <a:lnTo>
                  <a:pt x="297115" y="546431"/>
                </a:lnTo>
                <a:lnTo>
                  <a:pt x="311300" y="546194"/>
                </a:lnTo>
                <a:lnTo>
                  <a:pt x="311300" y="543589"/>
                </a:lnTo>
                <a:close/>
                <a:moveTo>
                  <a:pt x="262733" y="538732"/>
                </a:moveTo>
                <a:lnTo>
                  <a:pt x="262407" y="541308"/>
                </a:lnTo>
                <a:lnTo>
                  <a:pt x="262111" y="543885"/>
                </a:lnTo>
                <a:lnTo>
                  <a:pt x="270166" y="544862"/>
                </a:lnTo>
                <a:lnTo>
                  <a:pt x="267205" y="568731"/>
                </a:lnTo>
                <a:lnTo>
                  <a:pt x="270166" y="569086"/>
                </a:lnTo>
                <a:lnTo>
                  <a:pt x="272920" y="569412"/>
                </a:lnTo>
                <a:lnTo>
                  <a:pt x="275882" y="545543"/>
                </a:lnTo>
                <a:lnTo>
                  <a:pt x="283966" y="546550"/>
                </a:lnTo>
                <a:lnTo>
                  <a:pt x="284262" y="543944"/>
                </a:lnTo>
                <a:lnTo>
                  <a:pt x="284440" y="541397"/>
                </a:lnTo>
                <a:close/>
                <a:moveTo>
                  <a:pt x="344254" y="536378"/>
                </a:moveTo>
                <a:cubicBezTo>
                  <a:pt x="341100" y="537166"/>
                  <a:pt x="338246" y="539159"/>
                  <a:pt x="336442" y="542167"/>
                </a:cubicBezTo>
                <a:cubicBezTo>
                  <a:pt x="334635" y="545842"/>
                  <a:pt x="334185" y="550038"/>
                  <a:pt x="335168" y="554013"/>
                </a:cubicBezTo>
                <a:cubicBezTo>
                  <a:pt x="335728" y="557996"/>
                  <a:pt x="337706" y="561644"/>
                  <a:pt x="340736" y="564288"/>
                </a:cubicBezTo>
                <a:cubicBezTo>
                  <a:pt x="341011" y="564490"/>
                  <a:pt x="341295" y="564682"/>
                  <a:pt x="341585" y="564863"/>
                </a:cubicBezTo>
                <a:cubicBezTo>
                  <a:pt x="347627" y="568591"/>
                  <a:pt x="355545" y="566717"/>
                  <a:pt x="359274" y="560676"/>
                </a:cubicBezTo>
                <a:cubicBezTo>
                  <a:pt x="361095" y="557089"/>
                  <a:pt x="361548" y="552964"/>
                  <a:pt x="360547" y="549067"/>
                </a:cubicBezTo>
                <a:cubicBezTo>
                  <a:pt x="360005" y="545010"/>
                  <a:pt x="358030" y="541282"/>
                  <a:pt x="354980" y="538554"/>
                </a:cubicBezTo>
                <a:cubicBezTo>
                  <a:pt x="354624" y="538285"/>
                  <a:pt x="354254" y="538036"/>
                  <a:pt x="353872" y="537808"/>
                </a:cubicBezTo>
                <a:cubicBezTo>
                  <a:pt x="350864" y="536003"/>
                  <a:pt x="347408" y="535589"/>
                  <a:pt x="344254" y="536378"/>
                </a:cubicBezTo>
                <a:close/>
                <a:moveTo>
                  <a:pt x="1100618" y="534622"/>
                </a:moveTo>
                <a:lnTo>
                  <a:pt x="1101223" y="534890"/>
                </a:lnTo>
                <a:lnTo>
                  <a:pt x="1100501" y="534684"/>
                </a:lnTo>
                <a:close/>
                <a:moveTo>
                  <a:pt x="235370" y="532454"/>
                </a:moveTo>
                <a:lnTo>
                  <a:pt x="230958" y="550222"/>
                </a:lnTo>
                <a:cubicBezTo>
                  <a:pt x="229954" y="553269"/>
                  <a:pt x="230111" y="556583"/>
                  <a:pt x="231402" y="559521"/>
                </a:cubicBezTo>
                <a:cubicBezTo>
                  <a:pt x="233025" y="562082"/>
                  <a:pt x="235666" y="563826"/>
                  <a:pt x="238657" y="564318"/>
                </a:cubicBezTo>
                <a:cubicBezTo>
                  <a:pt x="241536" y="565331"/>
                  <a:pt x="244707" y="565082"/>
                  <a:pt x="247393" y="563637"/>
                </a:cubicBezTo>
                <a:cubicBezTo>
                  <a:pt x="249896" y="561576"/>
                  <a:pt x="251551" y="558668"/>
                  <a:pt x="252043" y="555464"/>
                </a:cubicBezTo>
                <a:lnTo>
                  <a:pt x="256337" y="537695"/>
                </a:lnTo>
                <a:lnTo>
                  <a:pt x="253612" y="537014"/>
                </a:lnTo>
                <a:lnTo>
                  <a:pt x="250888" y="536363"/>
                </a:lnTo>
                <a:lnTo>
                  <a:pt x="246416" y="554131"/>
                </a:lnTo>
                <a:cubicBezTo>
                  <a:pt x="246155" y="555825"/>
                  <a:pt x="245332" y="557380"/>
                  <a:pt x="244077" y="558543"/>
                </a:cubicBezTo>
                <a:cubicBezTo>
                  <a:pt x="242794" y="559325"/>
                  <a:pt x="241222" y="559479"/>
                  <a:pt x="239812" y="558958"/>
                </a:cubicBezTo>
                <a:cubicBezTo>
                  <a:pt x="238349" y="558709"/>
                  <a:pt x="237085" y="557803"/>
                  <a:pt x="236377" y="556500"/>
                </a:cubicBezTo>
                <a:cubicBezTo>
                  <a:pt x="235811" y="554910"/>
                  <a:pt x="235811" y="553175"/>
                  <a:pt x="236377" y="551584"/>
                </a:cubicBezTo>
                <a:lnTo>
                  <a:pt x="240819" y="533816"/>
                </a:lnTo>
                <a:lnTo>
                  <a:pt x="238095" y="533135"/>
                </a:lnTo>
                <a:close/>
                <a:moveTo>
                  <a:pt x="383972" y="526650"/>
                </a:moveTo>
                <a:lnTo>
                  <a:pt x="365759" y="532572"/>
                </a:lnTo>
                <a:lnTo>
                  <a:pt x="374643" y="560379"/>
                </a:lnTo>
                <a:lnTo>
                  <a:pt x="377338" y="559491"/>
                </a:lnTo>
                <a:lnTo>
                  <a:pt x="380003" y="558632"/>
                </a:lnTo>
                <a:lnTo>
                  <a:pt x="376302" y="546876"/>
                </a:lnTo>
                <a:lnTo>
                  <a:pt x="387525" y="543233"/>
                </a:lnTo>
                <a:lnTo>
                  <a:pt x="386755" y="540834"/>
                </a:lnTo>
                <a:lnTo>
                  <a:pt x="385956" y="538436"/>
                </a:lnTo>
                <a:lnTo>
                  <a:pt x="374762" y="542078"/>
                </a:lnTo>
                <a:lnTo>
                  <a:pt x="372718" y="535771"/>
                </a:lnTo>
                <a:lnTo>
                  <a:pt x="385571" y="531595"/>
                </a:lnTo>
                <a:lnTo>
                  <a:pt x="384771" y="529107"/>
                </a:lnTo>
                <a:close/>
                <a:moveTo>
                  <a:pt x="208511" y="523303"/>
                </a:moveTo>
                <a:lnTo>
                  <a:pt x="207652" y="525761"/>
                </a:lnTo>
                <a:lnTo>
                  <a:pt x="206823" y="528219"/>
                </a:lnTo>
                <a:lnTo>
                  <a:pt x="214493" y="530855"/>
                </a:lnTo>
                <a:lnTo>
                  <a:pt x="206674" y="553598"/>
                </a:lnTo>
                <a:lnTo>
                  <a:pt x="209340" y="554516"/>
                </a:lnTo>
                <a:lnTo>
                  <a:pt x="211975" y="555434"/>
                </a:lnTo>
                <a:lnTo>
                  <a:pt x="219793" y="532691"/>
                </a:lnTo>
                <a:lnTo>
                  <a:pt x="227493" y="535326"/>
                </a:lnTo>
                <a:lnTo>
                  <a:pt x="228352" y="532868"/>
                </a:lnTo>
                <a:lnTo>
                  <a:pt x="229240" y="530440"/>
                </a:lnTo>
                <a:close/>
                <a:moveTo>
                  <a:pt x="197879" y="518091"/>
                </a:moveTo>
                <a:lnTo>
                  <a:pt x="185530" y="544595"/>
                </a:lnTo>
                <a:lnTo>
                  <a:pt x="188077" y="545780"/>
                </a:lnTo>
                <a:lnTo>
                  <a:pt x="190594" y="546964"/>
                </a:lnTo>
                <a:lnTo>
                  <a:pt x="202973" y="520460"/>
                </a:lnTo>
                <a:lnTo>
                  <a:pt x="200396" y="519276"/>
                </a:lnTo>
                <a:close/>
                <a:moveTo>
                  <a:pt x="419715" y="509326"/>
                </a:moveTo>
                <a:lnTo>
                  <a:pt x="400407" y="519572"/>
                </a:lnTo>
                <a:lnTo>
                  <a:pt x="401621" y="521882"/>
                </a:lnTo>
                <a:lnTo>
                  <a:pt x="402835" y="524162"/>
                </a:lnTo>
                <a:lnTo>
                  <a:pt x="410002" y="520342"/>
                </a:lnTo>
                <a:lnTo>
                  <a:pt x="421314" y="541575"/>
                </a:lnTo>
                <a:lnTo>
                  <a:pt x="423802" y="540272"/>
                </a:lnTo>
                <a:lnTo>
                  <a:pt x="426260" y="538939"/>
                </a:lnTo>
                <a:lnTo>
                  <a:pt x="414977" y="517706"/>
                </a:lnTo>
                <a:lnTo>
                  <a:pt x="422143" y="513886"/>
                </a:lnTo>
                <a:lnTo>
                  <a:pt x="420929" y="511606"/>
                </a:lnTo>
                <a:close/>
                <a:moveTo>
                  <a:pt x="172708" y="504410"/>
                </a:moveTo>
                <a:lnTo>
                  <a:pt x="171553" y="506838"/>
                </a:lnTo>
                <a:lnTo>
                  <a:pt x="170309" y="509118"/>
                </a:lnTo>
                <a:lnTo>
                  <a:pt x="177416" y="513057"/>
                </a:lnTo>
                <a:lnTo>
                  <a:pt x="165748" y="534083"/>
                </a:lnTo>
                <a:lnTo>
                  <a:pt x="168206" y="535445"/>
                </a:lnTo>
                <a:lnTo>
                  <a:pt x="170664" y="536807"/>
                </a:lnTo>
                <a:lnTo>
                  <a:pt x="182214" y="515604"/>
                </a:lnTo>
                <a:lnTo>
                  <a:pt x="189321" y="519542"/>
                </a:lnTo>
                <a:lnTo>
                  <a:pt x="190565" y="517292"/>
                </a:lnTo>
                <a:lnTo>
                  <a:pt x="191838" y="515011"/>
                </a:lnTo>
                <a:close/>
                <a:moveTo>
                  <a:pt x="356579" y="500145"/>
                </a:moveTo>
                <a:lnTo>
                  <a:pt x="356579" y="500234"/>
                </a:lnTo>
                <a:cubicBezTo>
                  <a:pt x="357733" y="500234"/>
                  <a:pt x="357911" y="501360"/>
                  <a:pt x="357733" y="502751"/>
                </a:cubicBezTo>
                <a:cubicBezTo>
                  <a:pt x="357556" y="504143"/>
                  <a:pt x="357615" y="510214"/>
                  <a:pt x="356549" y="510214"/>
                </a:cubicBezTo>
                <a:cubicBezTo>
                  <a:pt x="355483" y="510214"/>
                  <a:pt x="355838" y="505387"/>
                  <a:pt x="355838" y="503107"/>
                </a:cubicBezTo>
                <a:cubicBezTo>
                  <a:pt x="355838" y="500826"/>
                  <a:pt x="355838" y="500145"/>
                  <a:pt x="356579" y="500145"/>
                </a:cubicBezTo>
                <a:close/>
                <a:moveTo>
                  <a:pt x="306561" y="500145"/>
                </a:moveTo>
                <a:lnTo>
                  <a:pt x="306561" y="500234"/>
                </a:lnTo>
                <a:cubicBezTo>
                  <a:pt x="307716" y="500234"/>
                  <a:pt x="307893" y="501360"/>
                  <a:pt x="307716" y="502751"/>
                </a:cubicBezTo>
                <a:cubicBezTo>
                  <a:pt x="307538" y="504143"/>
                  <a:pt x="307597" y="510214"/>
                  <a:pt x="306531" y="510214"/>
                </a:cubicBezTo>
                <a:cubicBezTo>
                  <a:pt x="305465" y="510214"/>
                  <a:pt x="305820" y="505387"/>
                  <a:pt x="305820" y="503107"/>
                </a:cubicBezTo>
                <a:cubicBezTo>
                  <a:pt x="305820" y="500826"/>
                  <a:pt x="305820" y="500145"/>
                  <a:pt x="306561" y="500145"/>
                </a:cubicBezTo>
                <a:close/>
                <a:moveTo>
                  <a:pt x="247215" y="499850"/>
                </a:moveTo>
                <a:cubicBezTo>
                  <a:pt x="247215" y="499850"/>
                  <a:pt x="248458" y="499287"/>
                  <a:pt x="248814" y="500087"/>
                </a:cubicBezTo>
                <a:cubicBezTo>
                  <a:pt x="249074" y="503279"/>
                  <a:pt x="249142" y="506483"/>
                  <a:pt x="249021" y="509681"/>
                </a:cubicBezTo>
                <a:cubicBezTo>
                  <a:pt x="249021" y="510422"/>
                  <a:pt x="247570" y="510718"/>
                  <a:pt x="247215" y="509681"/>
                </a:cubicBezTo>
                <a:cubicBezTo>
                  <a:pt x="247037" y="506427"/>
                  <a:pt x="247037" y="503163"/>
                  <a:pt x="247215" y="499909"/>
                </a:cubicBezTo>
                <a:close/>
                <a:moveTo>
                  <a:pt x="348286" y="499701"/>
                </a:moveTo>
                <a:cubicBezTo>
                  <a:pt x="349026" y="499701"/>
                  <a:pt x="349382" y="501271"/>
                  <a:pt x="349382" y="502663"/>
                </a:cubicBezTo>
                <a:cubicBezTo>
                  <a:pt x="349382" y="504055"/>
                  <a:pt x="349323" y="509977"/>
                  <a:pt x="348434" y="509977"/>
                </a:cubicBezTo>
                <a:cubicBezTo>
                  <a:pt x="347546" y="509977"/>
                  <a:pt x="347042" y="505091"/>
                  <a:pt x="347042" y="502900"/>
                </a:cubicBezTo>
                <a:cubicBezTo>
                  <a:pt x="347042" y="500708"/>
                  <a:pt x="347042" y="499790"/>
                  <a:pt x="348286" y="499790"/>
                </a:cubicBezTo>
                <a:close/>
                <a:moveTo>
                  <a:pt x="298269" y="499701"/>
                </a:moveTo>
                <a:cubicBezTo>
                  <a:pt x="299010" y="499701"/>
                  <a:pt x="299365" y="501389"/>
                  <a:pt x="299365" y="502663"/>
                </a:cubicBezTo>
                <a:cubicBezTo>
                  <a:pt x="299365" y="503936"/>
                  <a:pt x="299335" y="510125"/>
                  <a:pt x="298447" y="510125"/>
                </a:cubicBezTo>
                <a:cubicBezTo>
                  <a:pt x="297558" y="510125"/>
                  <a:pt x="297025" y="505091"/>
                  <a:pt x="297025" y="502900"/>
                </a:cubicBezTo>
                <a:cubicBezTo>
                  <a:pt x="297025" y="500708"/>
                  <a:pt x="297025" y="499790"/>
                  <a:pt x="298269" y="499790"/>
                </a:cubicBezTo>
                <a:close/>
                <a:moveTo>
                  <a:pt x="741423" y="499170"/>
                </a:moveTo>
                <a:lnTo>
                  <a:pt x="741527" y="519714"/>
                </a:lnTo>
                <a:lnTo>
                  <a:pt x="759593" y="519714"/>
                </a:lnTo>
                <a:cubicBezTo>
                  <a:pt x="762756" y="519987"/>
                  <a:pt x="765901" y="519025"/>
                  <a:pt x="768370" y="517030"/>
                </a:cubicBezTo>
                <a:cubicBezTo>
                  <a:pt x="770418" y="514785"/>
                  <a:pt x="771462" y="511803"/>
                  <a:pt x="771260" y="508771"/>
                </a:cubicBezTo>
                <a:cubicBezTo>
                  <a:pt x="771450" y="506025"/>
                  <a:pt x="770342" y="503350"/>
                  <a:pt x="768266" y="501543"/>
                </a:cubicBezTo>
                <a:cubicBezTo>
                  <a:pt x="765639" y="499733"/>
                  <a:pt x="762463" y="498893"/>
                  <a:pt x="759284" y="499170"/>
                </a:cubicBezTo>
                <a:close/>
                <a:moveTo>
                  <a:pt x="255922" y="499169"/>
                </a:moveTo>
                <a:cubicBezTo>
                  <a:pt x="257017" y="499050"/>
                  <a:pt x="256751" y="501864"/>
                  <a:pt x="256751" y="502663"/>
                </a:cubicBezTo>
                <a:cubicBezTo>
                  <a:pt x="256751" y="503463"/>
                  <a:pt x="256810" y="509623"/>
                  <a:pt x="255922" y="509623"/>
                </a:cubicBezTo>
                <a:cubicBezTo>
                  <a:pt x="255033" y="509623"/>
                  <a:pt x="255033" y="504381"/>
                  <a:pt x="255033" y="502663"/>
                </a:cubicBezTo>
                <a:cubicBezTo>
                  <a:pt x="255033" y="500946"/>
                  <a:pt x="254856" y="499169"/>
                  <a:pt x="255922" y="499169"/>
                </a:cubicBezTo>
                <a:close/>
                <a:moveTo>
                  <a:pt x="251065" y="498487"/>
                </a:moveTo>
                <a:lnTo>
                  <a:pt x="251071" y="498687"/>
                </a:lnTo>
                <a:lnTo>
                  <a:pt x="251065" y="498695"/>
                </a:lnTo>
                <a:close/>
                <a:moveTo>
                  <a:pt x="251551" y="498099"/>
                </a:moveTo>
                <a:cubicBezTo>
                  <a:pt x="252095" y="497768"/>
                  <a:pt x="252806" y="497942"/>
                  <a:pt x="253138" y="498487"/>
                </a:cubicBezTo>
                <a:cubicBezTo>
                  <a:pt x="253493" y="498961"/>
                  <a:pt x="253493" y="509652"/>
                  <a:pt x="253493" y="510333"/>
                </a:cubicBezTo>
                <a:cubicBezTo>
                  <a:pt x="253493" y="511014"/>
                  <a:pt x="251805" y="510895"/>
                  <a:pt x="251450" y="510333"/>
                </a:cubicBezTo>
                <a:lnTo>
                  <a:pt x="251071" y="498687"/>
                </a:lnTo>
                <a:close/>
                <a:moveTo>
                  <a:pt x="352788" y="497658"/>
                </a:moveTo>
                <a:cubicBezTo>
                  <a:pt x="354298" y="497658"/>
                  <a:pt x="353854" y="499820"/>
                  <a:pt x="353854" y="502100"/>
                </a:cubicBezTo>
                <a:cubicBezTo>
                  <a:pt x="353854" y="504381"/>
                  <a:pt x="354239" y="510718"/>
                  <a:pt x="352610" y="510718"/>
                </a:cubicBezTo>
                <a:cubicBezTo>
                  <a:pt x="350982" y="510718"/>
                  <a:pt x="351337" y="504055"/>
                  <a:pt x="351337" y="501982"/>
                </a:cubicBezTo>
                <a:cubicBezTo>
                  <a:pt x="351337" y="499909"/>
                  <a:pt x="350982" y="497658"/>
                  <a:pt x="352788" y="497658"/>
                </a:cubicBezTo>
                <a:close/>
                <a:moveTo>
                  <a:pt x="302770" y="497658"/>
                </a:moveTo>
                <a:cubicBezTo>
                  <a:pt x="304310" y="497658"/>
                  <a:pt x="303836" y="499820"/>
                  <a:pt x="303836" y="502100"/>
                </a:cubicBezTo>
                <a:cubicBezTo>
                  <a:pt x="303836" y="504381"/>
                  <a:pt x="304221" y="510718"/>
                  <a:pt x="302592" y="510718"/>
                </a:cubicBezTo>
                <a:cubicBezTo>
                  <a:pt x="300964" y="510718"/>
                  <a:pt x="301319" y="504055"/>
                  <a:pt x="301319" y="501982"/>
                </a:cubicBezTo>
                <a:cubicBezTo>
                  <a:pt x="301319" y="499909"/>
                  <a:pt x="300964" y="497658"/>
                  <a:pt x="302770" y="497658"/>
                </a:cubicBezTo>
                <a:close/>
                <a:moveTo>
                  <a:pt x="222843" y="496740"/>
                </a:moveTo>
                <a:lnTo>
                  <a:pt x="223022" y="496904"/>
                </a:lnTo>
                <a:lnTo>
                  <a:pt x="222754" y="496859"/>
                </a:lnTo>
                <a:close/>
                <a:moveTo>
                  <a:pt x="442251" y="495141"/>
                </a:moveTo>
                <a:lnTo>
                  <a:pt x="425638" y="505920"/>
                </a:lnTo>
                <a:lnTo>
                  <a:pt x="441570" y="530440"/>
                </a:lnTo>
                <a:lnTo>
                  <a:pt x="458627" y="519246"/>
                </a:lnTo>
                <a:lnTo>
                  <a:pt x="457206" y="517055"/>
                </a:lnTo>
                <a:lnTo>
                  <a:pt x="455814" y="514893"/>
                </a:lnTo>
                <a:lnTo>
                  <a:pt x="443406" y="522948"/>
                </a:lnTo>
                <a:lnTo>
                  <a:pt x="439231" y="516581"/>
                </a:lnTo>
                <a:lnTo>
                  <a:pt x="450365" y="509474"/>
                </a:lnTo>
                <a:lnTo>
                  <a:pt x="449003" y="507341"/>
                </a:lnTo>
                <a:lnTo>
                  <a:pt x="447641" y="505239"/>
                </a:lnTo>
                <a:lnTo>
                  <a:pt x="436595" y="512405"/>
                </a:lnTo>
                <a:lnTo>
                  <a:pt x="433219" y="507193"/>
                </a:lnTo>
                <a:lnTo>
                  <a:pt x="445064" y="499494"/>
                </a:lnTo>
                <a:lnTo>
                  <a:pt x="443673" y="497302"/>
                </a:lnTo>
                <a:close/>
                <a:moveTo>
                  <a:pt x="152126" y="492179"/>
                </a:moveTo>
                <a:cubicBezTo>
                  <a:pt x="149579" y="492440"/>
                  <a:pt x="147287" y="493832"/>
                  <a:pt x="145878" y="495970"/>
                </a:cubicBezTo>
                <a:cubicBezTo>
                  <a:pt x="144495" y="497551"/>
                  <a:pt x="143917" y="499680"/>
                  <a:pt x="144308" y="501744"/>
                </a:cubicBezTo>
                <a:cubicBezTo>
                  <a:pt x="145419" y="504638"/>
                  <a:pt x="147101" y="507276"/>
                  <a:pt x="149254" y="509503"/>
                </a:cubicBezTo>
                <a:cubicBezTo>
                  <a:pt x="150382" y="510658"/>
                  <a:pt x="151306" y="512003"/>
                  <a:pt x="151978" y="513471"/>
                </a:cubicBezTo>
                <a:cubicBezTo>
                  <a:pt x="152265" y="514375"/>
                  <a:pt x="152064" y="515361"/>
                  <a:pt x="151445" y="516077"/>
                </a:cubicBezTo>
                <a:cubicBezTo>
                  <a:pt x="150823" y="516966"/>
                  <a:pt x="149766" y="517443"/>
                  <a:pt x="148691" y="517321"/>
                </a:cubicBezTo>
                <a:cubicBezTo>
                  <a:pt x="147234" y="517126"/>
                  <a:pt x="145860" y="516533"/>
                  <a:pt x="144723" y="515604"/>
                </a:cubicBezTo>
                <a:cubicBezTo>
                  <a:pt x="143482" y="514822"/>
                  <a:pt x="142573" y="513611"/>
                  <a:pt x="142176" y="512198"/>
                </a:cubicBezTo>
                <a:cubicBezTo>
                  <a:pt x="141877" y="510865"/>
                  <a:pt x="142182" y="509468"/>
                  <a:pt x="143005" y="508378"/>
                </a:cubicBezTo>
                <a:lnTo>
                  <a:pt x="138622" y="505209"/>
                </a:lnTo>
                <a:cubicBezTo>
                  <a:pt x="136976" y="507413"/>
                  <a:pt x="136321" y="510202"/>
                  <a:pt x="136816" y="512909"/>
                </a:cubicBezTo>
                <a:cubicBezTo>
                  <a:pt x="137565" y="515704"/>
                  <a:pt x="139330" y="518121"/>
                  <a:pt x="141761" y="519690"/>
                </a:cubicBezTo>
                <a:cubicBezTo>
                  <a:pt x="144018" y="521506"/>
                  <a:pt x="146831" y="522489"/>
                  <a:pt x="149727" y="522474"/>
                </a:cubicBezTo>
                <a:cubicBezTo>
                  <a:pt x="152254" y="522335"/>
                  <a:pt x="154566" y="521020"/>
                  <a:pt x="155976" y="518920"/>
                </a:cubicBezTo>
                <a:cubicBezTo>
                  <a:pt x="157395" y="517289"/>
                  <a:pt x="158079" y="515148"/>
                  <a:pt x="157871" y="512998"/>
                </a:cubicBezTo>
                <a:cubicBezTo>
                  <a:pt x="157001" y="510252"/>
                  <a:pt x="155490" y="507753"/>
                  <a:pt x="153459" y="505713"/>
                </a:cubicBezTo>
                <a:cubicBezTo>
                  <a:pt x="152188" y="504347"/>
                  <a:pt x="151087" y="502837"/>
                  <a:pt x="150172" y="501211"/>
                </a:cubicBezTo>
                <a:cubicBezTo>
                  <a:pt x="149745" y="500459"/>
                  <a:pt x="149816" y="499523"/>
                  <a:pt x="150349" y="498842"/>
                </a:cubicBezTo>
                <a:cubicBezTo>
                  <a:pt x="150942" y="497939"/>
                  <a:pt x="151910" y="497353"/>
                  <a:pt x="152985" y="497243"/>
                </a:cubicBezTo>
                <a:cubicBezTo>
                  <a:pt x="154190" y="497208"/>
                  <a:pt x="155369" y="497607"/>
                  <a:pt x="156302" y="498368"/>
                </a:cubicBezTo>
                <a:cubicBezTo>
                  <a:pt x="157501" y="499159"/>
                  <a:pt x="158392" y="500341"/>
                  <a:pt x="158819" y="501715"/>
                </a:cubicBezTo>
                <a:cubicBezTo>
                  <a:pt x="159180" y="502962"/>
                  <a:pt x="158976" y="504306"/>
                  <a:pt x="158256" y="505387"/>
                </a:cubicBezTo>
                <a:lnTo>
                  <a:pt x="162669" y="508615"/>
                </a:lnTo>
                <a:lnTo>
                  <a:pt x="162669" y="508556"/>
                </a:lnTo>
                <a:cubicBezTo>
                  <a:pt x="164158" y="506373"/>
                  <a:pt x="164724" y="503690"/>
                  <a:pt x="164238" y="501093"/>
                </a:cubicBezTo>
                <a:cubicBezTo>
                  <a:pt x="163625" y="498463"/>
                  <a:pt x="162038" y="496168"/>
                  <a:pt x="159796" y="494667"/>
                </a:cubicBezTo>
                <a:cubicBezTo>
                  <a:pt x="157637" y="492911"/>
                  <a:pt x="154904" y="492025"/>
                  <a:pt x="152126" y="492179"/>
                </a:cubicBezTo>
                <a:close/>
                <a:moveTo>
                  <a:pt x="464787" y="479031"/>
                </a:moveTo>
                <a:cubicBezTo>
                  <a:pt x="461879" y="478975"/>
                  <a:pt x="459060" y="480035"/>
                  <a:pt x="456910" y="481992"/>
                </a:cubicBezTo>
                <a:cubicBezTo>
                  <a:pt x="454177" y="484118"/>
                  <a:pt x="452616" y="487414"/>
                  <a:pt x="452705" y="490876"/>
                </a:cubicBezTo>
                <a:cubicBezTo>
                  <a:pt x="452992" y="494933"/>
                  <a:pt x="454665" y="498771"/>
                  <a:pt x="457443" y="501744"/>
                </a:cubicBezTo>
                <a:cubicBezTo>
                  <a:pt x="459847" y="504937"/>
                  <a:pt x="463295" y="507190"/>
                  <a:pt x="467186" y="508111"/>
                </a:cubicBezTo>
                <a:cubicBezTo>
                  <a:pt x="473748" y="509121"/>
                  <a:pt x="479893" y="504632"/>
                  <a:pt x="480927" y="498072"/>
                </a:cubicBezTo>
                <a:lnTo>
                  <a:pt x="480867" y="498013"/>
                </a:lnTo>
                <a:cubicBezTo>
                  <a:pt x="481075" y="495025"/>
                  <a:pt x="480204" y="492061"/>
                  <a:pt x="478409" y="489662"/>
                </a:cubicBezTo>
                <a:lnTo>
                  <a:pt x="474086" y="493275"/>
                </a:lnTo>
                <a:cubicBezTo>
                  <a:pt x="475030" y="494554"/>
                  <a:pt x="475484" y="496130"/>
                  <a:pt x="475359" y="497717"/>
                </a:cubicBezTo>
                <a:cubicBezTo>
                  <a:pt x="475318" y="498052"/>
                  <a:pt x="475247" y="498383"/>
                  <a:pt x="475146" y="498706"/>
                </a:cubicBezTo>
                <a:cubicBezTo>
                  <a:pt x="474189" y="501833"/>
                  <a:pt x="470876" y="503592"/>
                  <a:pt x="467748" y="502633"/>
                </a:cubicBezTo>
                <a:cubicBezTo>
                  <a:pt x="465379" y="501736"/>
                  <a:pt x="463324" y="500172"/>
                  <a:pt x="461826" y="498132"/>
                </a:cubicBezTo>
                <a:cubicBezTo>
                  <a:pt x="460019" y="496219"/>
                  <a:pt x="458805" y="493820"/>
                  <a:pt x="458331" y="491232"/>
                </a:cubicBezTo>
                <a:cubicBezTo>
                  <a:pt x="458026" y="489250"/>
                  <a:pt x="458793" y="487257"/>
                  <a:pt x="460345" y="485990"/>
                </a:cubicBezTo>
                <a:cubicBezTo>
                  <a:pt x="461447" y="484989"/>
                  <a:pt x="462883" y="484438"/>
                  <a:pt x="464372" y="484450"/>
                </a:cubicBezTo>
                <a:cubicBezTo>
                  <a:pt x="465821" y="484483"/>
                  <a:pt x="467204" y="485078"/>
                  <a:pt x="468222" y="486108"/>
                </a:cubicBezTo>
                <a:lnTo>
                  <a:pt x="472546" y="482496"/>
                </a:lnTo>
                <a:cubicBezTo>
                  <a:pt x="470494" y="480399"/>
                  <a:pt x="467719" y="479161"/>
                  <a:pt x="464787" y="479031"/>
                </a:cubicBezTo>
                <a:close/>
                <a:moveTo>
                  <a:pt x="310420" y="478166"/>
                </a:moveTo>
                <a:lnTo>
                  <a:pt x="310479" y="478166"/>
                </a:lnTo>
                <a:lnTo>
                  <a:pt x="310479" y="486073"/>
                </a:lnTo>
                <a:lnTo>
                  <a:pt x="303757" y="486073"/>
                </a:lnTo>
                <a:close/>
                <a:moveTo>
                  <a:pt x="326520" y="476514"/>
                </a:moveTo>
                <a:cubicBezTo>
                  <a:pt x="329659" y="476514"/>
                  <a:pt x="330903" y="479120"/>
                  <a:pt x="330903" y="483503"/>
                </a:cubicBezTo>
                <a:cubicBezTo>
                  <a:pt x="330903" y="487886"/>
                  <a:pt x="329541" y="490492"/>
                  <a:pt x="326520" y="490492"/>
                </a:cubicBezTo>
                <a:cubicBezTo>
                  <a:pt x="323499" y="490492"/>
                  <a:pt x="322137" y="487856"/>
                  <a:pt x="322137" y="483503"/>
                </a:cubicBezTo>
                <a:cubicBezTo>
                  <a:pt x="322137" y="479150"/>
                  <a:pt x="323559" y="476514"/>
                  <a:pt x="326520" y="476514"/>
                </a:cubicBezTo>
                <a:close/>
                <a:moveTo>
                  <a:pt x="290066" y="476514"/>
                </a:moveTo>
                <a:cubicBezTo>
                  <a:pt x="293087" y="476514"/>
                  <a:pt x="294301" y="478261"/>
                  <a:pt x="294301" y="480245"/>
                </a:cubicBezTo>
                <a:cubicBezTo>
                  <a:pt x="294321" y="480473"/>
                  <a:pt x="294318" y="480701"/>
                  <a:pt x="294295" y="480930"/>
                </a:cubicBezTo>
                <a:cubicBezTo>
                  <a:pt x="294093" y="482946"/>
                  <a:pt x="292290" y="484418"/>
                  <a:pt x="290273" y="484214"/>
                </a:cubicBezTo>
                <a:cubicBezTo>
                  <a:pt x="288526" y="484214"/>
                  <a:pt x="286038" y="483799"/>
                  <a:pt x="286038" y="480423"/>
                </a:cubicBezTo>
                <a:cubicBezTo>
                  <a:pt x="286032" y="480281"/>
                  <a:pt x="286035" y="480139"/>
                  <a:pt x="286044" y="479997"/>
                </a:cubicBezTo>
                <a:cubicBezTo>
                  <a:pt x="286195" y="477924"/>
                  <a:pt x="287993" y="476366"/>
                  <a:pt x="290066" y="476514"/>
                </a:cubicBezTo>
                <a:close/>
                <a:moveTo>
                  <a:pt x="289243" y="474714"/>
                </a:moveTo>
                <a:cubicBezTo>
                  <a:pt x="285971" y="474743"/>
                  <a:pt x="283344" y="477418"/>
                  <a:pt x="283373" y="480690"/>
                </a:cubicBezTo>
                <a:cubicBezTo>
                  <a:pt x="283379" y="480823"/>
                  <a:pt x="283388" y="480956"/>
                  <a:pt x="283403" y="481087"/>
                </a:cubicBezTo>
                <a:cubicBezTo>
                  <a:pt x="283767" y="484338"/>
                  <a:pt x="286696" y="486681"/>
                  <a:pt x="289948" y="486316"/>
                </a:cubicBezTo>
                <a:cubicBezTo>
                  <a:pt x="291790" y="486450"/>
                  <a:pt x="293581" y="485677"/>
                  <a:pt x="294745" y="484243"/>
                </a:cubicBezTo>
                <a:cubicBezTo>
                  <a:pt x="294094" y="488774"/>
                  <a:pt x="292672" y="490759"/>
                  <a:pt x="289711" y="490759"/>
                </a:cubicBezTo>
                <a:cubicBezTo>
                  <a:pt x="289506" y="490797"/>
                  <a:pt x="289299" y="490815"/>
                  <a:pt x="289095" y="490812"/>
                </a:cubicBezTo>
                <a:cubicBezTo>
                  <a:pt x="287457" y="490782"/>
                  <a:pt x="286157" y="489432"/>
                  <a:pt x="286187" y="487797"/>
                </a:cubicBezTo>
                <a:lnTo>
                  <a:pt x="283551" y="487797"/>
                </a:lnTo>
                <a:cubicBezTo>
                  <a:pt x="283551" y="489515"/>
                  <a:pt x="284884" y="492476"/>
                  <a:pt x="289770" y="492476"/>
                </a:cubicBezTo>
                <a:lnTo>
                  <a:pt x="289770" y="492565"/>
                </a:lnTo>
                <a:cubicBezTo>
                  <a:pt x="297085" y="492565"/>
                  <a:pt x="297381" y="484510"/>
                  <a:pt x="297440" y="482852"/>
                </a:cubicBezTo>
                <a:cubicBezTo>
                  <a:pt x="297440" y="480038"/>
                  <a:pt x="296759" y="474767"/>
                  <a:pt x="290096" y="474767"/>
                </a:cubicBezTo>
                <a:cubicBezTo>
                  <a:pt x="289811" y="474729"/>
                  <a:pt x="289527" y="474711"/>
                  <a:pt x="289243" y="474714"/>
                </a:cubicBezTo>
                <a:close/>
                <a:moveTo>
                  <a:pt x="326520" y="474678"/>
                </a:moveTo>
                <a:cubicBezTo>
                  <a:pt x="320509" y="474678"/>
                  <a:pt x="319354" y="480009"/>
                  <a:pt x="319354" y="483562"/>
                </a:cubicBezTo>
                <a:cubicBezTo>
                  <a:pt x="319354" y="487116"/>
                  <a:pt x="320598" y="492446"/>
                  <a:pt x="326520" y="492446"/>
                </a:cubicBezTo>
                <a:lnTo>
                  <a:pt x="326520" y="492565"/>
                </a:lnTo>
                <a:cubicBezTo>
                  <a:pt x="332621" y="492565"/>
                  <a:pt x="333687" y="487116"/>
                  <a:pt x="333687" y="483562"/>
                </a:cubicBezTo>
                <a:cubicBezTo>
                  <a:pt x="333687" y="480009"/>
                  <a:pt x="332532" y="474678"/>
                  <a:pt x="326520" y="474678"/>
                </a:cubicBezTo>
                <a:close/>
                <a:moveTo>
                  <a:pt x="310559" y="474560"/>
                </a:moveTo>
                <a:lnTo>
                  <a:pt x="300994" y="485606"/>
                </a:lnTo>
                <a:lnTo>
                  <a:pt x="300994" y="487738"/>
                </a:lnTo>
                <a:lnTo>
                  <a:pt x="310115" y="487738"/>
                </a:lnTo>
                <a:lnTo>
                  <a:pt x="310115" y="492002"/>
                </a:lnTo>
                <a:lnTo>
                  <a:pt x="312750" y="492002"/>
                </a:lnTo>
                <a:lnTo>
                  <a:pt x="312750" y="487738"/>
                </a:lnTo>
                <a:lnTo>
                  <a:pt x="315711" y="487738"/>
                </a:lnTo>
                <a:lnTo>
                  <a:pt x="315711" y="485872"/>
                </a:lnTo>
                <a:lnTo>
                  <a:pt x="312750" y="485872"/>
                </a:lnTo>
                <a:lnTo>
                  <a:pt x="312750" y="474560"/>
                </a:lnTo>
                <a:close/>
                <a:moveTo>
                  <a:pt x="272624" y="474441"/>
                </a:moveTo>
                <a:cubicBezTo>
                  <a:pt x="271795" y="477284"/>
                  <a:pt x="270373" y="477580"/>
                  <a:pt x="266997" y="477758"/>
                </a:cubicBezTo>
                <a:lnTo>
                  <a:pt x="266997" y="479624"/>
                </a:lnTo>
                <a:lnTo>
                  <a:pt x="271883" y="479624"/>
                </a:lnTo>
                <a:lnTo>
                  <a:pt x="271883" y="492002"/>
                </a:lnTo>
                <a:lnTo>
                  <a:pt x="274667" y="492002"/>
                </a:lnTo>
                <a:lnTo>
                  <a:pt x="274667" y="474441"/>
                </a:lnTo>
                <a:close/>
                <a:moveTo>
                  <a:pt x="128554" y="469377"/>
                </a:moveTo>
                <a:lnTo>
                  <a:pt x="108594" y="490758"/>
                </a:lnTo>
                <a:lnTo>
                  <a:pt x="110519" y="492564"/>
                </a:lnTo>
                <a:lnTo>
                  <a:pt x="112444" y="494460"/>
                </a:lnTo>
                <a:lnTo>
                  <a:pt x="126807" y="479031"/>
                </a:lnTo>
                <a:lnTo>
                  <a:pt x="120558" y="502041"/>
                </a:lnTo>
                <a:lnTo>
                  <a:pt x="122601" y="503936"/>
                </a:lnTo>
                <a:lnTo>
                  <a:pt x="124645" y="505742"/>
                </a:lnTo>
                <a:lnTo>
                  <a:pt x="144575" y="484332"/>
                </a:lnTo>
                <a:lnTo>
                  <a:pt x="142650" y="482555"/>
                </a:lnTo>
                <a:lnTo>
                  <a:pt x="140755" y="480778"/>
                </a:lnTo>
                <a:lnTo>
                  <a:pt x="126747" y="495792"/>
                </a:lnTo>
                <a:lnTo>
                  <a:pt x="132848" y="473404"/>
                </a:lnTo>
                <a:lnTo>
                  <a:pt x="130686" y="471390"/>
                </a:lnTo>
                <a:close/>
                <a:moveTo>
                  <a:pt x="741423" y="469126"/>
                </a:moveTo>
                <a:lnTo>
                  <a:pt x="741527" y="486161"/>
                </a:lnTo>
                <a:lnTo>
                  <a:pt x="758561" y="486161"/>
                </a:lnTo>
                <a:cubicBezTo>
                  <a:pt x="761523" y="486349"/>
                  <a:pt x="764464" y="485550"/>
                  <a:pt x="766924" y="483890"/>
                </a:cubicBezTo>
                <a:cubicBezTo>
                  <a:pt x="768810" y="482102"/>
                  <a:pt x="769795" y="479564"/>
                  <a:pt x="769609" y="476972"/>
                </a:cubicBezTo>
                <a:cubicBezTo>
                  <a:pt x="769754" y="474638"/>
                  <a:pt x="768655" y="472399"/>
                  <a:pt x="766718" y="471088"/>
                </a:cubicBezTo>
                <a:cubicBezTo>
                  <a:pt x="764048" y="469585"/>
                  <a:pt x="760996" y="468904"/>
                  <a:pt x="757941" y="469126"/>
                </a:cubicBezTo>
                <a:close/>
                <a:moveTo>
                  <a:pt x="2480444" y="466963"/>
                </a:moveTo>
                <a:cubicBezTo>
                  <a:pt x="2476007" y="466262"/>
                  <a:pt x="2471303" y="467253"/>
                  <a:pt x="2467383" y="470103"/>
                </a:cubicBezTo>
                <a:cubicBezTo>
                  <a:pt x="2465896" y="471184"/>
                  <a:pt x="2464588" y="472491"/>
                  <a:pt x="2463508" y="473977"/>
                </a:cubicBezTo>
                <a:cubicBezTo>
                  <a:pt x="2459660" y="480147"/>
                  <a:pt x="2457853" y="487372"/>
                  <a:pt x="2458345" y="494626"/>
                </a:cubicBezTo>
                <a:cubicBezTo>
                  <a:pt x="2457984" y="501529"/>
                  <a:pt x="2459750" y="508376"/>
                  <a:pt x="2463405" y="514243"/>
                </a:cubicBezTo>
                <a:cubicBezTo>
                  <a:pt x="2469258" y="522111"/>
                  <a:pt x="2480382" y="523744"/>
                  <a:pt x="2488251" y="517891"/>
                </a:cubicBezTo>
                <a:cubicBezTo>
                  <a:pt x="2489637" y="516858"/>
                  <a:pt x="2490867" y="515630"/>
                  <a:pt x="2491899" y="514243"/>
                </a:cubicBezTo>
                <a:lnTo>
                  <a:pt x="2491900" y="514243"/>
                </a:lnTo>
                <a:cubicBezTo>
                  <a:pt x="2495634" y="508407"/>
                  <a:pt x="2497441" y="501545"/>
                  <a:pt x="2497061" y="494626"/>
                </a:cubicBezTo>
                <a:cubicBezTo>
                  <a:pt x="2497554" y="487372"/>
                  <a:pt x="2495747" y="480147"/>
                  <a:pt x="2491900" y="473977"/>
                </a:cubicBezTo>
                <a:cubicBezTo>
                  <a:pt x="2489050" y="470057"/>
                  <a:pt x="2484880" y="467664"/>
                  <a:pt x="2480444" y="466963"/>
                </a:cubicBezTo>
                <a:close/>
                <a:moveTo>
                  <a:pt x="2334782" y="466958"/>
                </a:moveTo>
                <a:cubicBezTo>
                  <a:pt x="2330318" y="466267"/>
                  <a:pt x="2325589" y="467278"/>
                  <a:pt x="2321654" y="470157"/>
                </a:cubicBezTo>
                <a:cubicBezTo>
                  <a:pt x="2320192" y="471227"/>
                  <a:pt x="2318902" y="472517"/>
                  <a:pt x="2317832" y="473979"/>
                </a:cubicBezTo>
                <a:cubicBezTo>
                  <a:pt x="2314020" y="480160"/>
                  <a:pt x="2312250" y="487385"/>
                  <a:pt x="2312774" y="494628"/>
                </a:cubicBezTo>
                <a:cubicBezTo>
                  <a:pt x="2312364" y="501535"/>
                  <a:pt x="2314133" y="508397"/>
                  <a:pt x="2317832" y="514244"/>
                </a:cubicBezTo>
                <a:cubicBezTo>
                  <a:pt x="2323686" y="522112"/>
                  <a:pt x="2334811" y="523746"/>
                  <a:pt x="2342679" y="517892"/>
                </a:cubicBezTo>
                <a:cubicBezTo>
                  <a:pt x="2344066" y="516860"/>
                  <a:pt x="2345295" y="515631"/>
                  <a:pt x="2346327" y="514244"/>
                </a:cubicBezTo>
                <a:cubicBezTo>
                  <a:pt x="2350026" y="508397"/>
                  <a:pt x="2351795" y="501534"/>
                  <a:pt x="2351386" y="494628"/>
                </a:cubicBezTo>
                <a:cubicBezTo>
                  <a:pt x="2351909" y="487385"/>
                  <a:pt x="2350139" y="480160"/>
                  <a:pt x="2346327" y="473979"/>
                </a:cubicBezTo>
                <a:cubicBezTo>
                  <a:pt x="2343448" y="470045"/>
                  <a:pt x="2339247" y="467650"/>
                  <a:pt x="2334782" y="466958"/>
                </a:cubicBezTo>
                <a:close/>
                <a:moveTo>
                  <a:pt x="1796372" y="466958"/>
                </a:moveTo>
                <a:cubicBezTo>
                  <a:pt x="1791908" y="466267"/>
                  <a:pt x="1787179" y="467278"/>
                  <a:pt x="1783244" y="470157"/>
                </a:cubicBezTo>
                <a:cubicBezTo>
                  <a:pt x="1781782" y="471227"/>
                  <a:pt x="1780492" y="472517"/>
                  <a:pt x="1779422" y="473979"/>
                </a:cubicBezTo>
                <a:cubicBezTo>
                  <a:pt x="1775610" y="480160"/>
                  <a:pt x="1773840" y="487385"/>
                  <a:pt x="1774364" y="494628"/>
                </a:cubicBezTo>
                <a:cubicBezTo>
                  <a:pt x="1773954" y="501535"/>
                  <a:pt x="1775723" y="508397"/>
                  <a:pt x="1779422" y="514244"/>
                </a:cubicBezTo>
                <a:cubicBezTo>
                  <a:pt x="1785276" y="522112"/>
                  <a:pt x="1796401" y="523746"/>
                  <a:pt x="1804269" y="517892"/>
                </a:cubicBezTo>
                <a:cubicBezTo>
                  <a:pt x="1805656" y="516860"/>
                  <a:pt x="1806885" y="515631"/>
                  <a:pt x="1807917" y="514244"/>
                </a:cubicBezTo>
                <a:cubicBezTo>
                  <a:pt x="1811616" y="508397"/>
                  <a:pt x="1813385" y="501534"/>
                  <a:pt x="1812976" y="494628"/>
                </a:cubicBezTo>
                <a:cubicBezTo>
                  <a:pt x="1813499" y="487385"/>
                  <a:pt x="1811729" y="480160"/>
                  <a:pt x="1807917" y="473979"/>
                </a:cubicBezTo>
                <a:cubicBezTo>
                  <a:pt x="1805038" y="470045"/>
                  <a:pt x="1800837" y="467650"/>
                  <a:pt x="1796372" y="466958"/>
                </a:cubicBezTo>
                <a:close/>
                <a:moveTo>
                  <a:pt x="119107" y="459071"/>
                </a:moveTo>
                <a:lnTo>
                  <a:pt x="97371" y="478646"/>
                </a:lnTo>
                <a:lnTo>
                  <a:pt x="99266" y="480719"/>
                </a:lnTo>
                <a:lnTo>
                  <a:pt x="101131" y="482821"/>
                </a:lnTo>
                <a:lnTo>
                  <a:pt x="122868" y="463247"/>
                </a:lnTo>
                <a:lnTo>
                  <a:pt x="121002" y="461144"/>
                </a:lnTo>
                <a:close/>
                <a:moveTo>
                  <a:pt x="2603178" y="455955"/>
                </a:moveTo>
                <a:lnTo>
                  <a:pt x="2611954" y="455955"/>
                </a:lnTo>
                <a:lnTo>
                  <a:pt x="2620833" y="455955"/>
                </a:lnTo>
                <a:lnTo>
                  <a:pt x="2635647" y="489389"/>
                </a:lnTo>
                <a:lnTo>
                  <a:pt x="2635597" y="489509"/>
                </a:lnTo>
                <a:lnTo>
                  <a:pt x="2635700" y="489509"/>
                </a:lnTo>
                <a:lnTo>
                  <a:pt x="2635647" y="489389"/>
                </a:lnTo>
                <a:lnTo>
                  <a:pt x="2649534" y="455955"/>
                </a:lnTo>
                <a:lnTo>
                  <a:pt x="2658001" y="455955"/>
                </a:lnTo>
                <a:lnTo>
                  <a:pt x="2666363" y="455955"/>
                </a:lnTo>
                <a:lnTo>
                  <a:pt x="2642824" y="503962"/>
                </a:lnTo>
                <a:lnTo>
                  <a:pt x="2642824" y="533387"/>
                </a:lnTo>
                <a:lnTo>
                  <a:pt x="2635493" y="533387"/>
                </a:lnTo>
                <a:lnTo>
                  <a:pt x="2627957" y="533387"/>
                </a:lnTo>
                <a:lnTo>
                  <a:pt x="2627957" y="504272"/>
                </a:lnTo>
                <a:close/>
                <a:moveTo>
                  <a:pt x="2382549" y="455955"/>
                </a:moveTo>
                <a:lnTo>
                  <a:pt x="2389983" y="455955"/>
                </a:lnTo>
                <a:lnTo>
                  <a:pt x="2397416" y="455955"/>
                </a:lnTo>
                <a:lnTo>
                  <a:pt x="2397416" y="519552"/>
                </a:lnTo>
                <a:lnTo>
                  <a:pt x="2432725" y="519552"/>
                </a:lnTo>
                <a:lnTo>
                  <a:pt x="2432725" y="526470"/>
                </a:lnTo>
                <a:lnTo>
                  <a:pt x="2432725" y="533283"/>
                </a:lnTo>
                <a:lnTo>
                  <a:pt x="2382549" y="533283"/>
                </a:lnTo>
                <a:close/>
                <a:moveTo>
                  <a:pt x="2225207" y="455955"/>
                </a:moveTo>
                <a:lnTo>
                  <a:pt x="2232951" y="455955"/>
                </a:lnTo>
                <a:lnTo>
                  <a:pt x="2240694" y="455955"/>
                </a:lnTo>
                <a:lnTo>
                  <a:pt x="2269292" y="510261"/>
                </a:lnTo>
                <a:lnTo>
                  <a:pt x="2269292" y="455955"/>
                </a:lnTo>
                <a:lnTo>
                  <a:pt x="2276210" y="455955"/>
                </a:lnTo>
                <a:lnTo>
                  <a:pt x="2283229" y="455955"/>
                </a:lnTo>
                <a:lnTo>
                  <a:pt x="2283229" y="533283"/>
                </a:lnTo>
                <a:lnTo>
                  <a:pt x="2275796" y="533283"/>
                </a:lnTo>
                <a:lnTo>
                  <a:pt x="2268362" y="533283"/>
                </a:lnTo>
                <a:lnTo>
                  <a:pt x="2239041" y="477532"/>
                </a:lnTo>
                <a:lnTo>
                  <a:pt x="2239041" y="533283"/>
                </a:lnTo>
                <a:lnTo>
                  <a:pt x="2232125" y="533283"/>
                </a:lnTo>
                <a:lnTo>
                  <a:pt x="2225207" y="533283"/>
                </a:lnTo>
                <a:close/>
                <a:moveTo>
                  <a:pt x="2149839" y="455955"/>
                </a:moveTo>
                <a:lnTo>
                  <a:pt x="2157170" y="455955"/>
                </a:lnTo>
                <a:lnTo>
                  <a:pt x="2164603" y="455955"/>
                </a:lnTo>
                <a:lnTo>
                  <a:pt x="2164603" y="484966"/>
                </a:lnTo>
                <a:lnTo>
                  <a:pt x="2192478" y="484966"/>
                </a:lnTo>
                <a:lnTo>
                  <a:pt x="2192478" y="455955"/>
                </a:lnTo>
                <a:lnTo>
                  <a:pt x="2199912" y="455955"/>
                </a:lnTo>
                <a:lnTo>
                  <a:pt x="2207345" y="455955"/>
                </a:lnTo>
                <a:lnTo>
                  <a:pt x="2207345" y="533283"/>
                </a:lnTo>
                <a:lnTo>
                  <a:pt x="2199912" y="533283"/>
                </a:lnTo>
                <a:lnTo>
                  <a:pt x="2192478" y="533283"/>
                </a:lnTo>
                <a:lnTo>
                  <a:pt x="2192478" y="498285"/>
                </a:lnTo>
                <a:lnTo>
                  <a:pt x="2164603" y="498285"/>
                </a:lnTo>
                <a:lnTo>
                  <a:pt x="2164603" y="533283"/>
                </a:lnTo>
                <a:lnTo>
                  <a:pt x="2157273" y="533283"/>
                </a:lnTo>
                <a:lnTo>
                  <a:pt x="2149839" y="533283"/>
                </a:lnTo>
                <a:close/>
                <a:moveTo>
                  <a:pt x="2004681" y="455955"/>
                </a:moveTo>
                <a:lnTo>
                  <a:pt x="2057025" y="455955"/>
                </a:lnTo>
                <a:lnTo>
                  <a:pt x="2057025" y="462769"/>
                </a:lnTo>
                <a:lnTo>
                  <a:pt x="2057025" y="469686"/>
                </a:lnTo>
                <a:lnTo>
                  <a:pt x="2019548" y="469686"/>
                </a:lnTo>
                <a:lnTo>
                  <a:pt x="2019548" y="486102"/>
                </a:lnTo>
                <a:lnTo>
                  <a:pt x="2054341" y="486102"/>
                </a:lnTo>
                <a:lnTo>
                  <a:pt x="2054341" y="492709"/>
                </a:lnTo>
                <a:lnTo>
                  <a:pt x="2054341" y="499420"/>
                </a:lnTo>
                <a:lnTo>
                  <a:pt x="2019548" y="499420"/>
                </a:lnTo>
                <a:lnTo>
                  <a:pt x="2019548" y="519552"/>
                </a:lnTo>
                <a:lnTo>
                  <a:pt x="2058677" y="519552"/>
                </a:lnTo>
                <a:lnTo>
                  <a:pt x="2058677" y="526470"/>
                </a:lnTo>
                <a:lnTo>
                  <a:pt x="2058677" y="533283"/>
                </a:lnTo>
                <a:lnTo>
                  <a:pt x="2004681" y="533283"/>
                </a:lnTo>
                <a:close/>
                <a:moveTo>
                  <a:pt x="1933959" y="455955"/>
                </a:moveTo>
                <a:lnTo>
                  <a:pt x="1991878" y="455955"/>
                </a:lnTo>
                <a:lnTo>
                  <a:pt x="1991878" y="462769"/>
                </a:lnTo>
                <a:lnTo>
                  <a:pt x="1991878" y="469686"/>
                </a:lnTo>
                <a:lnTo>
                  <a:pt x="1970301" y="469686"/>
                </a:lnTo>
                <a:lnTo>
                  <a:pt x="1970301" y="533283"/>
                </a:lnTo>
                <a:lnTo>
                  <a:pt x="1962970" y="533283"/>
                </a:lnTo>
                <a:lnTo>
                  <a:pt x="1955537" y="533283"/>
                </a:lnTo>
                <a:lnTo>
                  <a:pt x="1955537" y="469686"/>
                </a:lnTo>
                <a:lnTo>
                  <a:pt x="1933959" y="469686"/>
                </a:lnTo>
                <a:lnTo>
                  <a:pt x="1933959" y="462873"/>
                </a:lnTo>
                <a:close/>
                <a:moveTo>
                  <a:pt x="1844139" y="455955"/>
                </a:moveTo>
                <a:lnTo>
                  <a:pt x="1894727" y="455955"/>
                </a:lnTo>
                <a:lnTo>
                  <a:pt x="1894727" y="462769"/>
                </a:lnTo>
                <a:lnTo>
                  <a:pt x="1894727" y="469686"/>
                </a:lnTo>
                <a:lnTo>
                  <a:pt x="1859006" y="469686"/>
                </a:lnTo>
                <a:lnTo>
                  <a:pt x="1859006" y="487238"/>
                </a:lnTo>
                <a:lnTo>
                  <a:pt x="1890186" y="487238"/>
                </a:lnTo>
                <a:lnTo>
                  <a:pt x="1890186" y="493948"/>
                </a:lnTo>
                <a:lnTo>
                  <a:pt x="1890186" y="500556"/>
                </a:lnTo>
                <a:lnTo>
                  <a:pt x="1859006" y="500556"/>
                </a:lnTo>
                <a:lnTo>
                  <a:pt x="1859006" y="533283"/>
                </a:lnTo>
                <a:lnTo>
                  <a:pt x="1851573" y="533283"/>
                </a:lnTo>
                <a:lnTo>
                  <a:pt x="1844139" y="533283"/>
                </a:lnTo>
                <a:close/>
                <a:moveTo>
                  <a:pt x="1661400" y="455955"/>
                </a:moveTo>
                <a:lnTo>
                  <a:pt x="1713847" y="455955"/>
                </a:lnTo>
                <a:lnTo>
                  <a:pt x="1713847" y="462769"/>
                </a:lnTo>
                <a:lnTo>
                  <a:pt x="1713847" y="469686"/>
                </a:lnTo>
                <a:lnTo>
                  <a:pt x="1676267" y="469686"/>
                </a:lnTo>
                <a:lnTo>
                  <a:pt x="1676267" y="486102"/>
                </a:lnTo>
                <a:lnTo>
                  <a:pt x="1711060" y="486102"/>
                </a:lnTo>
                <a:lnTo>
                  <a:pt x="1711060" y="492709"/>
                </a:lnTo>
                <a:lnTo>
                  <a:pt x="1711060" y="499420"/>
                </a:lnTo>
                <a:lnTo>
                  <a:pt x="1676267" y="499420"/>
                </a:lnTo>
                <a:lnTo>
                  <a:pt x="1676267" y="519552"/>
                </a:lnTo>
                <a:lnTo>
                  <a:pt x="1715499" y="519552"/>
                </a:lnTo>
                <a:lnTo>
                  <a:pt x="1715499" y="526470"/>
                </a:lnTo>
                <a:lnTo>
                  <a:pt x="1715499" y="533283"/>
                </a:lnTo>
                <a:lnTo>
                  <a:pt x="1661400" y="533283"/>
                </a:lnTo>
                <a:close/>
                <a:moveTo>
                  <a:pt x="1590782" y="455955"/>
                </a:moveTo>
                <a:lnTo>
                  <a:pt x="1648598" y="455955"/>
                </a:lnTo>
                <a:lnTo>
                  <a:pt x="1648598" y="462769"/>
                </a:lnTo>
                <a:lnTo>
                  <a:pt x="1648598" y="469686"/>
                </a:lnTo>
                <a:lnTo>
                  <a:pt x="1627124" y="469686"/>
                </a:lnTo>
                <a:lnTo>
                  <a:pt x="1627124" y="533283"/>
                </a:lnTo>
                <a:lnTo>
                  <a:pt x="1619690" y="533283"/>
                </a:lnTo>
                <a:lnTo>
                  <a:pt x="1612257" y="533283"/>
                </a:lnTo>
                <a:lnTo>
                  <a:pt x="1612257" y="469686"/>
                </a:lnTo>
                <a:lnTo>
                  <a:pt x="1590782" y="469686"/>
                </a:lnTo>
                <a:lnTo>
                  <a:pt x="1590782" y="462873"/>
                </a:lnTo>
                <a:close/>
                <a:moveTo>
                  <a:pt x="1450681" y="455955"/>
                </a:moveTo>
                <a:lnTo>
                  <a:pt x="1508497" y="455955"/>
                </a:lnTo>
                <a:lnTo>
                  <a:pt x="1508497" y="462769"/>
                </a:lnTo>
                <a:lnTo>
                  <a:pt x="1508497" y="469686"/>
                </a:lnTo>
                <a:lnTo>
                  <a:pt x="1487023" y="469686"/>
                </a:lnTo>
                <a:lnTo>
                  <a:pt x="1487023" y="533283"/>
                </a:lnTo>
                <a:lnTo>
                  <a:pt x="1479589" y="533283"/>
                </a:lnTo>
                <a:lnTo>
                  <a:pt x="1472156" y="533283"/>
                </a:lnTo>
                <a:lnTo>
                  <a:pt x="1472156" y="469686"/>
                </a:lnTo>
                <a:lnTo>
                  <a:pt x="1450681" y="469686"/>
                </a:lnTo>
                <a:lnTo>
                  <a:pt x="1450681" y="462873"/>
                </a:lnTo>
                <a:close/>
                <a:moveTo>
                  <a:pt x="1424045" y="455955"/>
                </a:moveTo>
                <a:lnTo>
                  <a:pt x="1431479" y="455955"/>
                </a:lnTo>
                <a:lnTo>
                  <a:pt x="1438912" y="455955"/>
                </a:lnTo>
                <a:lnTo>
                  <a:pt x="1438912" y="533283"/>
                </a:lnTo>
                <a:lnTo>
                  <a:pt x="1431582" y="533283"/>
                </a:lnTo>
                <a:lnTo>
                  <a:pt x="1424045" y="533283"/>
                </a:lnTo>
                <a:close/>
                <a:moveTo>
                  <a:pt x="1354666" y="455955"/>
                </a:moveTo>
                <a:lnTo>
                  <a:pt x="1412482" y="455955"/>
                </a:lnTo>
                <a:lnTo>
                  <a:pt x="1412482" y="462769"/>
                </a:lnTo>
                <a:lnTo>
                  <a:pt x="1412482" y="469686"/>
                </a:lnTo>
                <a:lnTo>
                  <a:pt x="1391008" y="469686"/>
                </a:lnTo>
                <a:lnTo>
                  <a:pt x="1391008" y="533283"/>
                </a:lnTo>
                <a:lnTo>
                  <a:pt x="1383574" y="533283"/>
                </a:lnTo>
                <a:lnTo>
                  <a:pt x="1376141" y="533283"/>
                </a:lnTo>
                <a:lnTo>
                  <a:pt x="1376141" y="469686"/>
                </a:lnTo>
                <a:lnTo>
                  <a:pt x="1354666" y="469686"/>
                </a:lnTo>
                <a:lnTo>
                  <a:pt x="1354666" y="462873"/>
                </a:lnTo>
                <a:close/>
                <a:moveTo>
                  <a:pt x="1214359" y="455955"/>
                </a:moveTo>
                <a:lnTo>
                  <a:pt x="1222206" y="455955"/>
                </a:lnTo>
                <a:lnTo>
                  <a:pt x="1229949" y="455955"/>
                </a:lnTo>
                <a:lnTo>
                  <a:pt x="1258547" y="510261"/>
                </a:lnTo>
                <a:lnTo>
                  <a:pt x="1258547" y="455955"/>
                </a:lnTo>
                <a:lnTo>
                  <a:pt x="1265465" y="455955"/>
                </a:lnTo>
                <a:lnTo>
                  <a:pt x="1272485" y="455955"/>
                </a:lnTo>
                <a:lnTo>
                  <a:pt x="1272485" y="533283"/>
                </a:lnTo>
                <a:lnTo>
                  <a:pt x="1265052" y="533283"/>
                </a:lnTo>
                <a:lnTo>
                  <a:pt x="1257618" y="533283"/>
                </a:lnTo>
                <a:lnTo>
                  <a:pt x="1228297" y="477532"/>
                </a:lnTo>
                <a:lnTo>
                  <a:pt x="1228297" y="533283"/>
                </a:lnTo>
                <a:lnTo>
                  <a:pt x="1221380" y="533283"/>
                </a:lnTo>
                <a:lnTo>
                  <a:pt x="1214359" y="533283"/>
                </a:lnTo>
                <a:close/>
                <a:moveTo>
                  <a:pt x="1182457" y="455955"/>
                </a:moveTo>
                <a:lnTo>
                  <a:pt x="1189788" y="455955"/>
                </a:lnTo>
                <a:lnTo>
                  <a:pt x="1197324" y="455955"/>
                </a:lnTo>
                <a:lnTo>
                  <a:pt x="1197324" y="533283"/>
                </a:lnTo>
                <a:lnTo>
                  <a:pt x="1189891" y="533283"/>
                </a:lnTo>
                <a:lnTo>
                  <a:pt x="1182457" y="533283"/>
                </a:lnTo>
                <a:close/>
                <a:moveTo>
                  <a:pt x="994762" y="455955"/>
                </a:moveTo>
                <a:lnTo>
                  <a:pt x="1002506" y="455955"/>
                </a:lnTo>
                <a:lnTo>
                  <a:pt x="1010352" y="455955"/>
                </a:lnTo>
                <a:lnTo>
                  <a:pt x="1038847" y="510261"/>
                </a:lnTo>
                <a:lnTo>
                  <a:pt x="1038847" y="455955"/>
                </a:lnTo>
                <a:lnTo>
                  <a:pt x="1045764" y="455955"/>
                </a:lnTo>
                <a:lnTo>
                  <a:pt x="1052784" y="455955"/>
                </a:lnTo>
                <a:lnTo>
                  <a:pt x="1052784" y="533283"/>
                </a:lnTo>
                <a:lnTo>
                  <a:pt x="1045352" y="533283"/>
                </a:lnTo>
                <a:lnTo>
                  <a:pt x="1037918" y="533283"/>
                </a:lnTo>
                <a:lnTo>
                  <a:pt x="1008596" y="477532"/>
                </a:lnTo>
                <a:lnTo>
                  <a:pt x="1008596" y="533283"/>
                </a:lnTo>
                <a:lnTo>
                  <a:pt x="1001680" y="533283"/>
                </a:lnTo>
                <a:lnTo>
                  <a:pt x="994762" y="533283"/>
                </a:lnTo>
                <a:close/>
                <a:moveTo>
                  <a:pt x="962757" y="455955"/>
                </a:moveTo>
                <a:lnTo>
                  <a:pt x="970191" y="455955"/>
                </a:lnTo>
                <a:lnTo>
                  <a:pt x="977624" y="455955"/>
                </a:lnTo>
                <a:lnTo>
                  <a:pt x="977624" y="533283"/>
                </a:lnTo>
                <a:lnTo>
                  <a:pt x="970191" y="533283"/>
                </a:lnTo>
                <a:lnTo>
                  <a:pt x="962757" y="533283"/>
                </a:lnTo>
                <a:close/>
                <a:moveTo>
                  <a:pt x="872110" y="455955"/>
                </a:moveTo>
                <a:lnTo>
                  <a:pt x="879544" y="455955"/>
                </a:lnTo>
                <a:lnTo>
                  <a:pt x="886977" y="455955"/>
                </a:lnTo>
                <a:lnTo>
                  <a:pt x="886977" y="533283"/>
                </a:lnTo>
                <a:lnTo>
                  <a:pt x="879647" y="533283"/>
                </a:lnTo>
                <a:lnTo>
                  <a:pt x="872110" y="533283"/>
                </a:lnTo>
                <a:close/>
                <a:moveTo>
                  <a:pt x="803247" y="455955"/>
                </a:moveTo>
                <a:lnTo>
                  <a:pt x="855591" y="455955"/>
                </a:lnTo>
                <a:lnTo>
                  <a:pt x="855591" y="462769"/>
                </a:lnTo>
                <a:lnTo>
                  <a:pt x="855591" y="469686"/>
                </a:lnTo>
                <a:lnTo>
                  <a:pt x="818114" y="469686"/>
                </a:lnTo>
                <a:lnTo>
                  <a:pt x="818114" y="486102"/>
                </a:lnTo>
                <a:lnTo>
                  <a:pt x="852907" y="486102"/>
                </a:lnTo>
                <a:lnTo>
                  <a:pt x="852907" y="492709"/>
                </a:lnTo>
                <a:lnTo>
                  <a:pt x="852907" y="499420"/>
                </a:lnTo>
                <a:lnTo>
                  <a:pt x="818114" y="499420"/>
                </a:lnTo>
                <a:lnTo>
                  <a:pt x="818114" y="519552"/>
                </a:lnTo>
                <a:lnTo>
                  <a:pt x="857243" y="519552"/>
                </a:lnTo>
                <a:lnTo>
                  <a:pt x="857243" y="526470"/>
                </a:lnTo>
                <a:lnTo>
                  <a:pt x="857243" y="533283"/>
                </a:lnTo>
                <a:lnTo>
                  <a:pt x="803247" y="533283"/>
                </a:lnTo>
                <a:close/>
                <a:moveTo>
                  <a:pt x="727279" y="455808"/>
                </a:moveTo>
                <a:lnTo>
                  <a:pt x="762071" y="455808"/>
                </a:lnTo>
                <a:cubicBezTo>
                  <a:pt x="767895" y="455463"/>
                  <a:pt x="773639" y="457305"/>
                  <a:pt x="778177" y="460969"/>
                </a:cubicBezTo>
                <a:cubicBezTo>
                  <a:pt x="782200" y="464666"/>
                  <a:pt x="784360" y="469968"/>
                  <a:pt x="784063" y="475423"/>
                </a:cubicBezTo>
                <a:cubicBezTo>
                  <a:pt x="784433" y="481076"/>
                  <a:pt x="781953" y="486539"/>
                  <a:pt x="777454" y="489980"/>
                </a:cubicBezTo>
                <a:cubicBezTo>
                  <a:pt x="776764" y="490637"/>
                  <a:pt x="775959" y="491162"/>
                  <a:pt x="775080" y="491529"/>
                </a:cubicBezTo>
                <a:cubicBezTo>
                  <a:pt x="776704" y="492179"/>
                  <a:pt x="778232" y="493048"/>
                  <a:pt x="779623" y="494110"/>
                </a:cubicBezTo>
                <a:cubicBezTo>
                  <a:pt x="784220" y="497628"/>
                  <a:pt x="786772" y="503198"/>
                  <a:pt x="786436" y="508977"/>
                </a:cubicBezTo>
                <a:cubicBezTo>
                  <a:pt x="786906" y="515674"/>
                  <a:pt x="784415" y="522241"/>
                  <a:pt x="779623" y="526941"/>
                </a:cubicBezTo>
                <a:cubicBezTo>
                  <a:pt x="774075" y="531438"/>
                  <a:pt x="767025" y="533653"/>
                  <a:pt x="759903" y="533136"/>
                </a:cubicBezTo>
                <a:lnTo>
                  <a:pt x="727589" y="533136"/>
                </a:lnTo>
                <a:close/>
                <a:moveTo>
                  <a:pt x="930151" y="455808"/>
                </a:moveTo>
                <a:lnTo>
                  <a:pt x="944915" y="455808"/>
                </a:lnTo>
                <a:lnTo>
                  <a:pt x="944915" y="511455"/>
                </a:lnTo>
                <a:cubicBezTo>
                  <a:pt x="945422" y="517907"/>
                  <a:pt x="943342" y="524297"/>
                  <a:pt x="939133" y="529213"/>
                </a:cubicBezTo>
                <a:cubicBezTo>
                  <a:pt x="934518" y="533542"/>
                  <a:pt x="928307" y="535750"/>
                  <a:pt x="921994" y="535305"/>
                </a:cubicBezTo>
                <a:cubicBezTo>
                  <a:pt x="915395" y="535867"/>
                  <a:pt x="908899" y="533398"/>
                  <a:pt x="904340" y="528593"/>
                </a:cubicBezTo>
                <a:cubicBezTo>
                  <a:pt x="900112" y="522589"/>
                  <a:pt x="898238" y="515240"/>
                  <a:pt x="899075" y="507945"/>
                </a:cubicBezTo>
                <a:lnTo>
                  <a:pt x="899075" y="503919"/>
                </a:lnTo>
                <a:lnTo>
                  <a:pt x="913219" y="503919"/>
                </a:lnTo>
                <a:lnTo>
                  <a:pt x="913219" y="508565"/>
                </a:lnTo>
                <a:cubicBezTo>
                  <a:pt x="912884" y="512122"/>
                  <a:pt x="913563" y="515702"/>
                  <a:pt x="915181" y="518889"/>
                </a:cubicBezTo>
                <a:cubicBezTo>
                  <a:pt x="916604" y="521191"/>
                  <a:pt x="919193" y="522506"/>
                  <a:pt x="921891" y="522296"/>
                </a:cubicBezTo>
                <a:cubicBezTo>
                  <a:pt x="924267" y="522529"/>
                  <a:pt x="926610" y="521607"/>
                  <a:pt x="928189" y="519818"/>
                </a:cubicBezTo>
                <a:cubicBezTo>
                  <a:pt x="929669" y="517405"/>
                  <a:pt x="930356" y="514588"/>
                  <a:pt x="930151" y="511765"/>
                </a:cubicBezTo>
                <a:close/>
                <a:moveTo>
                  <a:pt x="1520182" y="455705"/>
                </a:moveTo>
                <a:lnTo>
                  <a:pt x="1535049" y="455705"/>
                </a:lnTo>
                <a:lnTo>
                  <a:pt x="1535049" y="504436"/>
                </a:lnTo>
                <a:cubicBezTo>
                  <a:pt x="1534751" y="508880"/>
                  <a:pt x="1535990" y="513290"/>
                  <a:pt x="1538559" y="516928"/>
                </a:cubicBezTo>
                <a:cubicBezTo>
                  <a:pt x="1541183" y="519819"/>
                  <a:pt x="1544991" y="521341"/>
                  <a:pt x="1548883" y="521057"/>
                </a:cubicBezTo>
                <a:cubicBezTo>
                  <a:pt x="1552720" y="521375"/>
                  <a:pt x="1556501" y="519977"/>
                  <a:pt x="1559207" y="517238"/>
                </a:cubicBezTo>
                <a:cubicBezTo>
                  <a:pt x="1561713" y="513465"/>
                  <a:pt x="1562843" y="508944"/>
                  <a:pt x="1562408" y="504436"/>
                </a:cubicBezTo>
                <a:lnTo>
                  <a:pt x="1562408" y="455705"/>
                </a:lnTo>
                <a:lnTo>
                  <a:pt x="1577688" y="455705"/>
                </a:lnTo>
                <a:lnTo>
                  <a:pt x="1577688" y="503920"/>
                </a:lnTo>
                <a:cubicBezTo>
                  <a:pt x="1578478" y="512458"/>
                  <a:pt x="1576089" y="520987"/>
                  <a:pt x="1570977" y="527872"/>
                </a:cubicBezTo>
                <a:cubicBezTo>
                  <a:pt x="1564990" y="533275"/>
                  <a:pt x="1557018" y="535933"/>
                  <a:pt x="1548986" y="535203"/>
                </a:cubicBezTo>
                <a:cubicBezTo>
                  <a:pt x="1541005" y="535826"/>
                  <a:pt x="1533132" y="533051"/>
                  <a:pt x="1527306" y="527562"/>
                </a:cubicBezTo>
                <a:cubicBezTo>
                  <a:pt x="1522129" y="520812"/>
                  <a:pt x="1519596" y="512406"/>
                  <a:pt x="1520182" y="503920"/>
                </a:cubicBezTo>
                <a:close/>
                <a:moveTo>
                  <a:pt x="2475842" y="454000"/>
                </a:moveTo>
                <a:cubicBezTo>
                  <a:pt x="2484389" y="453523"/>
                  <a:pt x="2493118" y="456307"/>
                  <a:pt x="2500004" y="462465"/>
                </a:cubicBezTo>
                <a:cubicBezTo>
                  <a:pt x="2500930" y="463294"/>
                  <a:pt x="2501809" y="464173"/>
                  <a:pt x="2502637" y="465099"/>
                </a:cubicBezTo>
                <a:cubicBezTo>
                  <a:pt x="2509237" y="473675"/>
                  <a:pt x="2512534" y="484337"/>
                  <a:pt x="2511929" y="495143"/>
                </a:cubicBezTo>
                <a:cubicBezTo>
                  <a:pt x="2512514" y="505755"/>
                  <a:pt x="2509212" y="516217"/>
                  <a:pt x="2502637" y="524567"/>
                </a:cubicBezTo>
                <a:cubicBezTo>
                  <a:pt x="2489982" y="538337"/>
                  <a:pt x="2468560" y="539241"/>
                  <a:pt x="2454789" y="526585"/>
                </a:cubicBezTo>
                <a:cubicBezTo>
                  <a:pt x="2454088" y="525941"/>
                  <a:pt x="2453414" y="525268"/>
                  <a:pt x="2452770" y="524567"/>
                </a:cubicBezTo>
                <a:cubicBezTo>
                  <a:pt x="2446197" y="516217"/>
                  <a:pt x="2442893" y="505755"/>
                  <a:pt x="2443478" y="495143"/>
                </a:cubicBezTo>
                <a:cubicBezTo>
                  <a:pt x="2442872" y="484337"/>
                  <a:pt x="2446169" y="473675"/>
                  <a:pt x="2452770" y="465099"/>
                </a:cubicBezTo>
                <a:cubicBezTo>
                  <a:pt x="2458928" y="458214"/>
                  <a:pt x="2467294" y="454477"/>
                  <a:pt x="2475842" y="454000"/>
                </a:cubicBezTo>
                <a:close/>
                <a:moveTo>
                  <a:pt x="2330250" y="453993"/>
                </a:moveTo>
                <a:cubicBezTo>
                  <a:pt x="2338824" y="453525"/>
                  <a:pt x="2347577" y="456327"/>
                  <a:pt x="2354477" y="462512"/>
                </a:cubicBezTo>
                <a:cubicBezTo>
                  <a:pt x="2355386" y="463327"/>
                  <a:pt x="2356249" y="464191"/>
                  <a:pt x="2357064" y="465099"/>
                </a:cubicBezTo>
                <a:cubicBezTo>
                  <a:pt x="2363636" y="473686"/>
                  <a:pt x="2366898" y="484351"/>
                  <a:pt x="2366253" y="495143"/>
                </a:cubicBezTo>
                <a:cubicBezTo>
                  <a:pt x="2366869" y="505743"/>
                  <a:pt x="2363602" y="516203"/>
                  <a:pt x="2357064" y="524569"/>
                </a:cubicBezTo>
                <a:cubicBezTo>
                  <a:pt x="2344356" y="538367"/>
                  <a:pt x="2322868" y="539250"/>
                  <a:pt x="2309070" y="526541"/>
                </a:cubicBezTo>
                <a:cubicBezTo>
                  <a:pt x="2308385" y="525912"/>
                  <a:pt x="2307727" y="525253"/>
                  <a:pt x="2307096" y="524569"/>
                </a:cubicBezTo>
                <a:lnTo>
                  <a:pt x="2307095" y="524569"/>
                </a:lnTo>
                <a:cubicBezTo>
                  <a:pt x="2300600" y="516181"/>
                  <a:pt x="2297338" y="505737"/>
                  <a:pt x="2297907" y="495143"/>
                </a:cubicBezTo>
                <a:cubicBezTo>
                  <a:pt x="2297317" y="484357"/>
                  <a:pt x="2300573" y="473711"/>
                  <a:pt x="2307095" y="465099"/>
                </a:cubicBezTo>
                <a:cubicBezTo>
                  <a:pt x="2313280" y="458200"/>
                  <a:pt x="2321676" y="454461"/>
                  <a:pt x="2330250" y="453993"/>
                </a:cubicBezTo>
                <a:close/>
                <a:moveTo>
                  <a:pt x="1791840" y="453993"/>
                </a:moveTo>
                <a:cubicBezTo>
                  <a:pt x="1800414" y="453525"/>
                  <a:pt x="1809167" y="456327"/>
                  <a:pt x="1816067" y="462512"/>
                </a:cubicBezTo>
                <a:cubicBezTo>
                  <a:pt x="1816976" y="463327"/>
                  <a:pt x="1817839" y="464191"/>
                  <a:pt x="1818654" y="465099"/>
                </a:cubicBezTo>
                <a:cubicBezTo>
                  <a:pt x="1825226" y="473686"/>
                  <a:pt x="1828488" y="484351"/>
                  <a:pt x="1827843" y="495143"/>
                </a:cubicBezTo>
                <a:cubicBezTo>
                  <a:pt x="1828459" y="505743"/>
                  <a:pt x="1825192" y="516203"/>
                  <a:pt x="1818654" y="524569"/>
                </a:cubicBezTo>
                <a:cubicBezTo>
                  <a:pt x="1805946" y="538367"/>
                  <a:pt x="1784458" y="539250"/>
                  <a:pt x="1770660" y="526541"/>
                </a:cubicBezTo>
                <a:cubicBezTo>
                  <a:pt x="1769975" y="525912"/>
                  <a:pt x="1769317" y="525253"/>
                  <a:pt x="1768686" y="524569"/>
                </a:cubicBezTo>
                <a:lnTo>
                  <a:pt x="1768685" y="524569"/>
                </a:lnTo>
                <a:cubicBezTo>
                  <a:pt x="1762190" y="516181"/>
                  <a:pt x="1758928" y="505737"/>
                  <a:pt x="1759497" y="495143"/>
                </a:cubicBezTo>
                <a:cubicBezTo>
                  <a:pt x="1758907" y="484357"/>
                  <a:pt x="1762163" y="473711"/>
                  <a:pt x="1768685" y="465099"/>
                </a:cubicBezTo>
                <a:cubicBezTo>
                  <a:pt x="1774870" y="458200"/>
                  <a:pt x="1783266" y="454461"/>
                  <a:pt x="1791840" y="453993"/>
                </a:cubicBezTo>
                <a:close/>
                <a:moveTo>
                  <a:pt x="2559420" y="453948"/>
                </a:moveTo>
                <a:cubicBezTo>
                  <a:pt x="2567162" y="453597"/>
                  <a:pt x="2574765" y="456094"/>
                  <a:pt x="2580791" y="460969"/>
                </a:cubicBezTo>
                <a:cubicBezTo>
                  <a:pt x="2586438" y="465760"/>
                  <a:pt x="2589962" y="472587"/>
                  <a:pt x="2590600" y="479965"/>
                </a:cubicBezTo>
                <a:lnTo>
                  <a:pt x="2576043" y="479965"/>
                </a:lnTo>
                <a:cubicBezTo>
                  <a:pt x="2575527" y="476456"/>
                  <a:pt x="2573631" y="473297"/>
                  <a:pt x="2570777" y="471190"/>
                </a:cubicBezTo>
                <a:cubicBezTo>
                  <a:pt x="2567915" y="468703"/>
                  <a:pt x="2564245" y="467345"/>
                  <a:pt x="2560453" y="467370"/>
                </a:cubicBezTo>
                <a:cubicBezTo>
                  <a:pt x="2554501" y="467080"/>
                  <a:pt x="2548802" y="469794"/>
                  <a:pt x="2545276" y="474597"/>
                </a:cubicBezTo>
                <a:cubicBezTo>
                  <a:pt x="2538127" y="487066"/>
                  <a:pt x="2538127" y="502392"/>
                  <a:pt x="2545276" y="514860"/>
                </a:cubicBezTo>
                <a:cubicBezTo>
                  <a:pt x="2548970" y="519536"/>
                  <a:pt x="2554711" y="522118"/>
                  <a:pt x="2560660" y="521778"/>
                </a:cubicBezTo>
                <a:cubicBezTo>
                  <a:pt x="2566111" y="521975"/>
                  <a:pt x="2571244" y="519211"/>
                  <a:pt x="2574081" y="514552"/>
                </a:cubicBezTo>
                <a:cubicBezTo>
                  <a:pt x="2575981" y="511664"/>
                  <a:pt x="2577313" y="508440"/>
                  <a:pt x="2578004" y="505053"/>
                </a:cubicBezTo>
                <a:lnTo>
                  <a:pt x="2561279" y="505053"/>
                </a:lnTo>
                <a:lnTo>
                  <a:pt x="2561279" y="491735"/>
                </a:lnTo>
                <a:lnTo>
                  <a:pt x="2591116" y="491735"/>
                </a:lnTo>
                <a:lnTo>
                  <a:pt x="2591116" y="533032"/>
                </a:lnTo>
                <a:lnTo>
                  <a:pt x="2580791" y="533032"/>
                </a:lnTo>
                <a:lnTo>
                  <a:pt x="2579347" y="522708"/>
                </a:lnTo>
                <a:lnTo>
                  <a:pt x="2579140" y="524566"/>
                </a:lnTo>
                <a:cubicBezTo>
                  <a:pt x="2574682" y="531614"/>
                  <a:pt x="2566826" y="535777"/>
                  <a:pt x="2558491" y="535510"/>
                </a:cubicBezTo>
                <a:lnTo>
                  <a:pt x="2558491" y="534890"/>
                </a:lnTo>
                <a:cubicBezTo>
                  <a:pt x="2549092" y="535393"/>
                  <a:pt x="2539975" y="531594"/>
                  <a:pt x="2533713" y="524566"/>
                </a:cubicBezTo>
                <a:cubicBezTo>
                  <a:pt x="2521148" y="506734"/>
                  <a:pt x="2521148" y="482930"/>
                  <a:pt x="2533713" y="465098"/>
                </a:cubicBezTo>
                <a:cubicBezTo>
                  <a:pt x="2540122" y="457641"/>
                  <a:pt x="2549596" y="453533"/>
                  <a:pt x="2559420" y="453948"/>
                </a:cubicBezTo>
                <a:close/>
                <a:moveTo>
                  <a:pt x="2104844" y="453742"/>
                </a:moveTo>
                <a:cubicBezTo>
                  <a:pt x="2112415" y="453547"/>
                  <a:pt x="2119782" y="456201"/>
                  <a:pt x="2125492" y="461176"/>
                </a:cubicBezTo>
                <a:cubicBezTo>
                  <a:pt x="2131350" y="466344"/>
                  <a:pt x="2135037" y="473534"/>
                  <a:pt x="2135817" y="481307"/>
                </a:cubicBezTo>
                <a:lnTo>
                  <a:pt x="2120950" y="481307"/>
                </a:lnTo>
                <a:cubicBezTo>
                  <a:pt x="2120699" y="477354"/>
                  <a:pt x="2118922" y="473651"/>
                  <a:pt x="2115994" y="470983"/>
                </a:cubicBezTo>
                <a:cubicBezTo>
                  <a:pt x="2113103" y="468558"/>
                  <a:pt x="2109444" y="467241"/>
                  <a:pt x="2105670" y="467266"/>
                </a:cubicBezTo>
                <a:cubicBezTo>
                  <a:pt x="2100348" y="467155"/>
                  <a:pt x="2095378" y="469915"/>
                  <a:pt x="2092662" y="474494"/>
                </a:cubicBezTo>
                <a:cubicBezTo>
                  <a:pt x="2089242" y="480556"/>
                  <a:pt x="2087630" y="487470"/>
                  <a:pt x="2088015" y="494419"/>
                </a:cubicBezTo>
                <a:cubicBezTo>
                  <a:pt x="2087636" y="501203"/>
                  <a:pt x="2089251" y="507952"/>
                  <a:pt x="2092662" y="513829"/>
                </a:cubicBezTo>
                <a:cubicBezTo>
                  <a:pt x="2097574" y="521107"/>
                  <a:pt x="2107457" y="523023"/>
                  <a:pt x="2114734" y="518111"/>
                </a:cubicBezTo>
                <a:cubicBezTo>
                  <a:pt x="2115359" y="517689"/>
                  <a:pt x="2115952" y="517224"/>
                  <a:pt x="2116510" y="516719"/>
                </a:cubicBezTo>
                <a:cubicBezTo>
                  <a:pt x="2119428" y="513746"/>
                  <a:pt x="2121186" y="509828"/>
                  <a:pt x="2121466" y="505672"/>
                </a:cubicBezTo>
                <a:lnTo>
                  <a:pt x="2135198" y="506085"/>
                </a:lnTo>
                <a:cubicBezTo>
                  <a:pt x="2134682" y="514126"/>
                  <a:pt x="2131227" y="521696"/>
                  <a:pt x="2125492" y="527354"/>
                </a:cubicBezTo>
                <a:cubicBezTo>
                  <a:pt x="2119912" y="532599"/>
                  <a:pt x="2112501" y="535451"/>
                  <a:pt x="2104844" y="535303"/>
                </a:cubicBezTo>
                <a:cubicBezTo>
                  <a:pt x="2095601" y="535681"/>
                  <a:pt x="2086736" y="531613"/>
                  <a:pt x="2080994" y="524360"/>
                </a:cubicBezTo>
                <a:cubicBezTo>
                  <a:pt x="2074691" y="515889"/>
                  <a:pt x="2071549" y="505479"/>
                  <a:pt x="2072116" y="494935"/>
                </a:cubicBezTo>
                <a:cubicBezTo>
                  <a:pt x="2071525" y="484197"/>
                  <a:pt x="2074662" y="473584"/>
                  <a:pt x="2080994" y="464892"/>
                </a:cubicBezTo>
                <a:cubicBezTo>
                  <a:pt x="2086682" y="457547"/>
                  <a:pt x="2095561" y="453395"/>
                  <a:pt x="2104844" y="453742"/>
                </a:cubicBezTo>
                <a:close/>
                <a:moveTo>
                  <a:pt x="1316173" y="453741"/>
                </a:moveTo>
                <a:cubicBezTo>
                  <a:pt x="1323310" y="453429"/>
                  <a:pt x="1330295" y="455868"/>
                  <a:pt x="1335686" y="460556"/>
                </a:cubicBezTo>
                <a:cubicBezTo>
                  <a:pt x="1340783" y="465376"/>
                  <a:pt x="1343754" y="472023"/>
                  <a:pt x="1343946" y="479036"/>
                </a:cubicBezTo>
                <a:lnTo>
                  <a:pt x="1328872" y="479036"/>
                </a:lnTo>
                <a:cubicBezTo>
                  <a:pt x="1328757" y="475599"/>
                  <a:pt x="1327133" y="472389"/>
                  <a:pt x="1324432" y="470260"/>
                </a:cubicBezTo>
                <a:cubicBezTo>
                  <a:pt x="1321455" y="468051"/>
                  <a:pt x="1317814" y="466923"/>
                  <a:pt x="1314108" y="467060"/>
                </a:cubicBezTo>
                <a:cubicBezTo>
                  <a:pt x="1310951" y="466839"/>
                  <a:pt x="1307825" y="467795"/>
                  <a:pt x="1305332" y="469744"/>
                </a:cubicBezTo>
                <a:cubicBezTo>
                  <a:pt x="1303143" y="471616"/>
                  <a:pt x="1301958" y="474406"/>
                  <a:pt x="1302132" y="477280"/>
                </a:cubicBezTo>
                <a:cubicBezTo>
                  <a:pt x="1302126" y="479552"/>
                  <a:pt x="1303405" y="481631"/>
                  <a:pt x="1305435" y="482649"/>
                </a:cubicBezTo>
                <a:cubicBezTo>
                  <a:pt x="1309916" y="484699"/>
                  <a:pt x="1314632" y="486190"/>
                  <a:pt x="1319476" y="487089"/>
                </a:cubicBezTo>
                <a:cubicBezTo>
                  <a:pt x="1326938" y="488400"/>
                  <a:pt x="1334002" y="491403"/>
                  <a:pt x="1340125" y="495864"/>
                </a:cubicBezTo>
                <a:cubicBezTo>
                  <a:pt x="1343954" y="500149"/>
                  <a:pt x="1345825" y="505836"/>
                  <a:pt x="1345288" y="511557"/>
                </a:cubicBezTo>
                <a:cubicBezTo>
                  <a:pt x="1345652" y="518272"/>
                  <a:pt x="1342724" y="524743"/>
                  <a:pt x="1337440" y="528902"/>
                </a:cubicBezTo>
                <a:cubicBezTo>
                  <a:pt x="1331270" y="533441"/>
                  <a:pt x="1323719" y="535703"/>
                  <a:pt x="1316070" y="535303"/>
                </a:cubicBezTo>
                <a:cubicBezTo>
                  <a:pt x="1308581" y="535660"/>
                  <a:pt x="1301226" y="533232"/>
                  <a:pt x="1295421" y="528489"/>
                </a:cubicBezTo>
                <a:cubicBezTo>
                  <a:pt x="1290158" y="523453"/>
                  <a:pt x="1287206" y="516467"/>
                  <a:pt x="1287265" y="509182"/>
                </a:cubicBezTo>
                <a:lnTo>
                  <a:pt x="1301616" y="509183"/>
                </a:lnTo>
                <a:cubicBezTo>
                  <a:pt x="1301540" y="512800"/>
                  <a:pt x="1303048" y="516270"/>
                  <a:pt x="1305745" y="518681"/>
                </a:cubicBezTo>
                <a:cubicBezTo>
                  <a:pt x="1308710" y="520927"/>
                  <a:pt x="1312352" y="522093"/>
                  <a:pt x="1316070" y="521985"/>
                </a:cubicBezTo>
                <a:cubicBezTo>
                  <a:pt x="1319943" y="522191"/>
                  <a:pt x="1323799" y="521334"/>
                  <a:pt x="1327220" y="519507"/>
                </a:cubicBezTo>
                <a:cubicBezTo>
                  <a:pt x="1329710" y="518094"/>
                  <a:pt x="1331248" y="515453"/>
                  <a:pt x="1331247" y="512590"/>
                </a:cubicBezTo>
                <a:cubicBezTo>
                  <a:pt x="1331414" y="510077"/>
                  <a:pt x="1330332" y="507645"/>
                  <a:pt x="1328356" y="506085"/>
                </a:cubicBezTo>
                <a:cubicBezTo>
                  <a:pt x="1324591" y="504014"/>
                  <a:pt x="1320509" y="502583"/>
                  <a:pt x="1316276" y="501853"/>
                </a:cubicBezTo>
                <a:cubicBezTo>
                  <a:pt x="1308208" y="500480"/>
                  <a:pt x="1300511" y="497457"/>
                  <a:pt x="1293666" y="492973"/>
                </a:cubicBezTo>
                <a:cubicBezTo>
                  <a:pt x="1289644" y="489160"/>
                  <a:pt x="1287557" y="483735"/>
                  <a:pt x="1287988" y="478210"/>
                </a:cubicBezTo>
                <a:cubicBezTo>
                  <a:pt x="1287645" y="471419"/>
                  <a:pt x="1290420" y="464843"/>
                  <a:pt x="1295524" y="460349"/>
                </a:cubicBezTo>
                <a:cubicBezTo>
                  <a:pt x="1301310" y="455589"/>
                  <a:pt x="1308699" y="453225"/>
                  <a:pt x="1316173" y="453741"/>
                </a:cubicBezTo>
                <a:close/>
                <a:moveTo>
                  <a:pt x="1099249" y="453458"/>
                </a:moveTo>
                <a:cubicBezTo>
                  <a:pt x="1107647" y="452720"/>
                  <a:pt x="1116308" y="454967"/>
                  <a:pt x="1123523" y="460350"/>
                </a:cubicBezTo>
                <a:cubicBezTo>
                  <a:pt x="1129206" y="465113"/>
                  <a:pt x="1132739" y="471956"/>
                  <a:pt x="1133332" y="479346"/>
                </a:cubicBezTo>
                <a:lnTo>
                  <a:pt x="1118465" y="479346"/>
                </a:lnTo>
                <a:cubicBezTo>
                  <a:pt x="1118043" y="475829"/>
                  <a:pt x="1116172" y="472648"/>
                  <a:pt x="1113302" y="470571"/>
                </a:cubicBezTo>
                <a:cubicBezTo>
                  <a:pt x="1110440" y="468085"/>
                  <a:pt x="1106769" y="466726"/>
                  <a:pt x="1102978" y="466750"/>
                </a:cubicBezTo>
                <a:cubicBezTo>
                  <a:pt x="1097039" y="466516"/>
                  <a:pt x="1091364" y="469218"/>
                  <a:pt x="1087802" y="473978"/>
                </a:cubicBezTo>
                <a:cubicBezTo>
                  <a:pt x="1083770" y="480077"/>
                  <a:pt x="1081848" y="487331"/>
                  <a:pt x="1082329" y="494626"/>
                </a:cubicBezTo>
                <a:cubicBezTo>
                  <a:pt x="1081848" y="501699"/>
                  <a:pt x="1083697" y="508735"/>
                  <a:pt x="1087595" y="514655"/>
                </a:cubicBezTo>
                <a:cubicBezTo>
                  <a:pt x="1091300" y="519317"/>
                  <a:pt x="1097032" y="521895"/>
                  <a:pt x="1102978" y="521572"/>
                </a:cubicBezTo>
                <a:cubicBezTo>
                  <a:pt x="1108420" y="521726"/>
                  <a:pt x="1113533" y="518973"/>
                  <a:pt x="1116400" y="514346"/>
                </a:cubicBezTo>
                <a:cubicBezTo>
                  <a:pt x="1118259" y="511437"/>
                  <a:pt x="1119587" y="508221"/>
                  <a:pt x="1120323" y="504848"/>
                </a:cubicBezTo>
                <a:lnTo>
                  <a:pt x="1103598" y="504848"/>
                </a:lnTo>
                <a:lnTo>
                  <a:pt x="1103598" y="491529"/>
                </a:lnTo>
                <a:lnTo>
                  <a:pt x="1133745" y="491529"/>
                </a:lnTo>
                <a:lnTo>
                  <a:pt x="1133745" y="532826"/>
                </a:lnTo>
                <a:lnTo>
                  <a:pt x="1123420" y="532826"/>
                </a:lnTo>
                <a:lnTo>
                  <a:pt x="1121974" y="522501"/>
                </a:lnTo>
                <a:lnTo>
                  <a:pt x="1121150" y="523740"/>
                </a:lnTo>
                <a:lnTo>
                  <a:pt x="1100618" y="534622"/>
                </a:lnTo>
                <a:lnTo>
                  <a:pt x="1076548" y="523947"/>
                </a:lnTo>
                <a:cubicBezTo>
                  <a:pt x="1064165" y="506058"/>
                  <a:pt x="1064165" y="482368"/>
                  <a:pt x="1076548" y="464479"/>
                </a:cubicBezTo>
                <a:cubicBezTo>
                  <a:pt x="1082714" y="457920"/>
                  <a:pt x="1090850" y="454196"/>
                  <a:pt x="1099249" y="453458"/>
                </a:cubicBezTo>
                <a:close/>
                <a:moveTo>
                  <a:pt x="486346" y="453356"/>
                </a:moveTo>
                <a:lnTo>
                  <a:pt x="484480" y="455458"/>
                </a:lnTo>
                <a:lnTo>
                  <a:pt x="482585" y="457531"/>
                </a:lnTo>
                <a:lnTo>
                  <a:pt x="490729" y="464875"/>
                </a:lnTo>
                <a:lnTo>
                  <a:pt x="483710" y="472693"/>
                </a:lnTo>
                <a:lnTo>
                  <a:pt x="475567" y="465349"/>
                </a:lnTo>
                <a:lnTo>
                  <a:pt x="473671" y="467452"/>
                </a:lnTo>
                <a:lnTo>
                  <a:pt x="471806" y="469525"/>
                </a:lnTo>
                <a:lnTo>
                  <a:pt x="493483" y="489159"/>
                </a:lnTo>
                <a:lnTo>
                  <a:pt x="495348" y="487056"/>
                </a:lnTo>
                <a:lnTo>
                  <a:pt x="497244" y="484983"/>
                </a:lnTo>
                <a:lnTo>
                  <a:pt x="487382" y="476099"/>
                </a:lnTo>
                <a:lnTo>
                  <a:pt x="494430" y="468281"/>
                </a:lnTo>
                <a:lnTo>
                  <a:pt x="504262" y="477165"/>
                </a:lnTo>
                <a:lnTo>
                  <a:pt x="506157" y="475063"/>
                </a:lnTo>
                <a:lnTo>
                  <a:pt x="508082" y="472930"/>
                </a:lnTo>
                <a:close/>
                <a:moveTo>
                  <a:pt x="300164" y="438727"/>
                </a:moveTo>
                <a:cubicBezTo>
                  <a:pt x="300813" y="439690"/>
                  <a:pt x="301535" y="440602"/>
                  <a:pt x="302326" y="441452"/>
                </a:cubicBezTo>
                <a:cubicBezTo>
                  <a:pt x="303244" y="442370"/>
                  <a:pt x="304606" y="443199"/>
                  <a:pt x="304695" y="443732"/>
                </a:cubicBezTo>
                <a:cubicBezTo>
                  <a:pt x="304784" y="444265"/>
                  <a:pt x="304044" y="444443"/>
                  <a:pt x="304044" y="444443"/>
                </a:cubicBezTo>
                <a:lnTo>
                  <a:pt x="304044" y="462685"/>
                </a:lnTo>
                <a:cubicBezTo>
                  <a:pt x="304044" y="462685"/>
                  <a:pt x="310973" y="462566"/>
                  <a:pt x="313224" y="464284"/>
                </a:cubicBezTo>
                <a:cubicBezTo>
                  <a:pt x="315475" y="466001"/>
                  <a:pt x="319354" y="467453"/>
                  <a:pt x="320361" y="468637"/>
                </a:cubicBezTo>
                <a:cubicBezTo>
                  <a:pt x="321368" y="469822"/>
                  <a:pt x="325573" y="470088"/>
                  <a:pt x="327290" y="470562"/>
                </a:cubicBezTo>
                <a:cubicBezTo>
                  <a:pt x="329008" y="471036"/>
                  <a:pt x="329837" y="473257"/>
                  <a:pt x="330815" y="473997"/>
                </a:cubicBezTo>
                <a:cubicBezTo>
                  <a:pt x="331792" y="474738"/>
                  <a:pt x="333302" y="473908"/>
                  <a:pt x="334753" y="474353"/>
                </a:cubicBezTo>
                <a:cubicBezTo>
                  <a:pt x="336204" y="474797"/>
                  <a:pt x="338662" y="477699"/>
                  <a:pt x="340261" y="478469"/>
                </a:cubicBezTo>
                <a:cubicBezTo>
                  <a:pt x="341860" y="479239"/>
                  <a:pt x="343815" y="479387"/>
                  <a:pt x="344526" y="481104"/>
                </a:cubicBezTo>
                <a:cubicBezTo>
                  <a:pt x="345236" y="482822"/>
                  <a:pt x="344822" y="483770"/>
                  <a:pt x="346658" y="483770"/>
                </a:cubicBezTo>
                <a:cubicBezTo>
                  <a:pt x="348150" y="483707"/>
                  <a:pt x="349595" y="484288"/>
                  <a:pt x="350626" y="485369"/>
                </a:cubicBezTo>
                <a:cubicBezTo>
                  <a:pt x="351248" y="485902"/>
                  <a:pt x="353262" y="485250"/>
                  <a:pt x="355127" y="485902"/>
                </a:cubicBezTo>
                <a:cubicBezTo>
                  <a:pt x="356075" y="486168"/>
                  <a:pt x="359155" y="487738"/>
                  <a:pt x="361050" y="488271"/>
                </a:cubicBezTo>
                <a:cubicBezTo>
                  <a:pt x="364056" y="489565"/>
                  <a:pt x="366925" y="491164"/>
                  <a:pt x="369608" y="493039"/>
                </a:cubicBezTo>
                <a:cubicBezTo>
                  <a:pt x="375226" y="493424"/>
                  <a:pt x="380790" y="494365"/>
                  <a:pt x="386222" y="495852"/>
                </a:cubicBezTo>
                <a:lnTo>
                  <a:pt x="216387" y="496030"/>
                </a:lnTo>
                <a:cubicBezTo>
                  <a:pt x="216387" y="496030"/>
                  <a:pt x="221866" y="494934"/>
                  <a:pt x="236673" y="493661"/>
                </a:cubicBezTo>
                <a:cubicBezTo>
                  <a:pt x="239282" y="491490"/>
                  <a:pt x="242305" y="489867"/>
                  <a:pt x="245557" y="488893"/>
                </a:cubicBezTo>
                <a:cubicBezTo>
                  <a:pt x="246623" y="488804"/>
                  <a:pt x="249910" y="485013"/>
                  <a:pt x="250325" y="484392"/>
                </a:cubicBezTo>
                <a:cubicBezTo>
                  <a:pt x="250739" y="483770"/>
                  <a:pt x="254293" y="484243"/>
                  <a:pt x="255092" y="481993"/>
                </a:cubicBezTo>
                <a:cubicBezTo>
                  <a:pt x="255892" y="479742"/>
                  <a:pt x="258113" y="480038"/>
                  <a:pt x="259357" y="479594"/>
                </a:cubicBezTo>
                <a:cubicBezTo>
                  <a:pt x="260600" y="479150"/>
                  <a:pt x="260778" y="476011"/>
                  <a:pt x="263058" y="474826"/>
                </a:cubicBezTo>
                <a:cubicBezTo>
                  <a:pt x="264095" y="474293"/>
                  <a:pt x="266731" y="473435"/>
                  <a:pt x="268626" y="472694"/>
                </a:cubicBezTo>
                <a:cubicBezTo>
                  <a:pt x="270521" y="471954"/>
                  <a:pt x="272535" y="469200"/>
                  <a:pt x="273927" y="468992"/>
                </a:cubicBezTo>
                <a:cubicBezTo>
                  <a:pt x="276334" y="468874"/>
                  <a:pt x="278689" y="468237"/>
                  <a:pt x="280827" y="467127"/>
                </a:cubicBezTo>
                <a:cubicBezTo>
                  <a:pt x="282840" y="465765"/>
                  <a:pt x="285180" y="464432"/>
                  <a:pt x="286927" y="463425"/>
                </a:cubicBezTo>
                <a:cubicBezTo>
                  <a:pt x="288674" y="462418"/>
                  <a:pt x="296611" y="462951"/>
                  <a:pt x="296611" y="462951"/>
                </a:cubicBezTo>
                <a:lnTo>
                  <a:pt x="296611" y="444828"/>
                </a:lnTo>
                <a:lnTo>
                  <a:pt x="295722" y="443999"/>
                </a:lnTo>
                <a:cubicBezTo>
                  <a:pt x="295337" y="443643"/>
                  <a:pt x="296966" y="442547"/>
                  <a:pt x="298062" y="441452"/>
                </a:cubicBezTo>
                <a:cubicBezTo>
                  <a:pt x="298855" y="440620"/>
                  <a:pt x="299560" y="439708"/>
                  <a:pt x="300164" y="438727"/>
                </a:cubicBezTo>
                <a:close/>
                <a:moveTo>
                  <a:pt x="504233" y="428895"/>
                </a:moveTo>
                <a:lnTo>
                  <a:pt x="502722" y="431057"/>
                </a:lnTo>
                <a:lnTo>
                  <a:pt x="501212" y="433218"/>
                </a:lnTo>
                <a:lnTo>
                  <a:pt x="518032" y="445064"/>
                </a:lnTo>
                <a:lnTo>
                  <a:pt x="495023" y="442103"/>
                </a:lnTo>
                <a:lnTo>
                  <a:pt x="493335" y="444531"/>
                </a:lnTo>
                <a:lnTo>
                  <a:pt x="491647" y="446930"/>
                </a:lnTo>
                <a:lnTo>
                  <a:pt x="515604" y="463721"/>
                </a:lnTo>
                <a:lnTo>
                  <a:pt x="517114" y="461559"/>
                </a:lnTo>
                <a:lnTo>
                  <a:pt x="518595" y="459397"/>
                </a:lnTo>
                <a:lnTo>
                  <a:pt x="501330" y="447315"/>
                </a:lnTo>
                <a:lnTo>
                  <a:pt x="525021" y="450276"/>
                </a:lnTo>
                <a:lnTo>
                  <a:pt x="526650" y="447966"/>
                </a:lnTo>
                <a:lnTo>
                  <a:pt x="528190" y="445686"/>
                </a:lnTo>
                <a:close/>
                <a:moveTo>
                  <a:pt x="91033" y="426318"/>
                </a:moveTo>
                <a:cubicBezTo>
                  <a:pt x="82798" y="426002"/>
                  <a:pt x="75234" y="430846"/>
                  <a:pt x="72081" y="438460"/>
                </a:cubicBezTo>
                <a:cubicBezTo>
                  <a:pt x="71041" y="441878"/>
                  <a:pt x="71642" y="445585"/>
                  <a:pt x="73709" y="448499"/>
                </a:cubicBezTo>
                <a:cubicBezTo>
                  <a:pt x="75347" y="451141"/>
                  <a:pt x="78243" y="452734"/>
                  <a:pt x="81350" y="452704"/>
                </a:cubicBezTo>
                <a:lnTo>
                  <a:pt x="81912" y="452704"/>
                </a:lnTo>
                <a:lnTo>
                  <a:pt x="78951" y="455221"/>
                </a:lnTo>
                <a:lnTo>
                  <a:pt x="80994" y="458390"/>
                </a:lnTo>
                <a:lnTo>
                  <a:pt x="94232" y="449802"/>
                </a:lnTo>
                <a:lnTo>
                  <a:pt x="88102" y="440326"/>
                </a:lnTo>
                <a:lnTo>
                  <a:pt x="83867" y="443080"/>
                </a:lnTo>
                <a:lnTo>
                  <a:pt x="87154" y="448499"/>
                </a:lnTo>
                <a:cubicBezTo>
                  <a:pt x="85937" y="448976"/>
                  <a:pt x="84643" y="449228"/>
                  <a:pt x="83334" y="449239"/>
                </a:cubicBezTo>
                <a:cubicBezTo>
                  <a:pt x="81287" y="449242"/>
                  <a:pt x="79383" y="448191"/>
                  <a:pt x="78299" y="446456"/>
                </a:cubicBezTo>
                <a:cubicBezTo>
                  <a:pt x="76952" y="444643"/>
                  <a:pt x="76588" y="442283"/>
                  <a:pt x="77322" y="440148"/>
                </a:cubicBezTo>
                <a:cubicBezTo>
                  <a:pt x="78397" y="437696"/>
                  <a:pt x="80251" y="435667"/>
                  <a:pt x="82593" y="434373"/>
                </a:cubicBezTo>
                <a:cubicBezTo>
                  <a:pt x="84773" y="432771"/>
                  <a:pt x="87411" y="431918"/>
                  <a:pt x="90115" y="431945"/>
                </a:cubicBezTo>
                <a:cubicBezTo>
                  <a:pt x="92375" y="432058"/>
                  <a:pt x="94424" y="433307"/>
                  <a:pt x="95564" y="435262"/>
                </a:cubicBezTo>
                <a:cubicBezTo>
                  <a:pt x="96334" y="436455"/>
                  <a:pt x="96648" y="437883"/>
                  <a:pt x="96453" y="439289"/>
                </a:cubicBezTo>
                <a:cubicBezTo>
                  <a:pt x="96373" y="440637"/>
                  <a:pt x="95754" y="441895"/>
                  <a:pt x="94735" y="442784"/>
                </a:cubicBezTo>
                <a:lnTo>
                  <a:pt x="98052" y="447492"/>
                </a:lnTo>
                <a:cubicBezTo>
                  <a:pt x="100258" y="445766"/>
                  <a:pt x="101703" y="443249"/>
                  <a:pt x="102079" y="440474"/>
                </a:cubicBezTo>
                <a:cubicBezTo>
                  <a:pt x="102369" y="437560"/>
                  <a:pt x="101602" y="434637"/>
                  <a:pt x="99917" y="432241"/>
                </a:cubicBezTo>
                <a:cubicBezTo>
                  <a:pt x="98043" y="428987"/>
                  <a:pt x="94756" y="426798"/>
                  <a:pt x="91033" y="426318"/>
                </a:cubicBezTo>
                <a:close/>
                <a:moveTo>
                  <a:pt x="522977" y="409291"/>
                </a:moveTo>
                <a:cubicBezTo>
                  <a:pt x="525645" y="409125"/>
                  <a:pt x="528299" y="409776"/>
                  <a:pt x="530588" y="411156"/>
                </a:cubicBezTo>
                <a:cubicBezTo>
                  <a:pt x="533049" y="412178"/>
                  <a:pt x="535116" y="413964"/>
                  <a:pt x="536481" y="416250"/>
                </a:cubicBezTo>
                <a:cubicBezTo>
                  <a:pt x="536730" y="416795"/>
                  <a:pt x="536907" y="417372"/>
                  <a:pt x="537005" y="417962"/>
                </a:cubicBezTo>
                <a:cubicBezTo>
                  <a:pt x="537615" y="421642"/>
                  <a:pt x="535124" y="425116"/>
                  <a:pt x="531446" y="425726"/>
                </a:cubicBezTo>
                <a:cubicBezTo>
                  <a:pt x="528826" y="425928"/>
                  <a:pt x="526205" y="425306"/>
                  <a:pt x="523954" y="423949"/>
                </a:cubicBezTo>
                <a:cubicBezTo>
                  <a:pt x="521482" y="422848"/>
                  <a:pt x="519414" y="421006"/>
                  <a:pt x="518031" y="418678"/>
                </a:cubicBezTo>
                <a:cubicBezTo>
                  <a:pt x="517025" y="416833"/>
                  <a:pt x="517025" y="414600"/>
                  <a:pt x="518031" y="412755"/>
                </a:cubicBezTo>
                <a:cubicBezTo>
                  <a:pt x="518976" y="410828"/>
                  <a:pt x="520842" y="409519"/>
                  <a:pt x="522977" y="409291"/>
                </a:cubicBezTo>
                <a:close/>
                <a:moveTo>
                  <a:pt x="521675" y="404019"/>
                </a:moveTo>
                <a:cubicBezTo>
                  <a:pt x="521240" y="404126"/>
                  <a:pt x="520810" y="404259"/>
                  <a:pt x="520390" y="404410"/>
                </a:cubicBezTo>
                <a:cubicBezTo>
                  <a:pt x="513795" y="406809"/>
                  <a:pt x="510392" y="414097"/>
                  <a:pt x="512791" y="420692"/>
                </a:cubicBezTo>
                <a:cubicBezTo>
                  <a:pt x="514505" y="424397"/>
                  <a:pt x="517473" y="427376"/>
                  <a:pt x="521171" y="429102"/>
                </a:cubicBezTo>
                <a:cubicBezTo>
                  <a:pt x="524618" y="431172"/>
                  <a:pt x="528699" y="431930"/>
                  <a:pt x="532662" y="431234"/>
                </a:cubicBezTo>
                <a:cubicBezTo>
                  <a:pt x="536189" y="430476"/>
                  <a:pt x="539165" y="428125"/>
                  <a:pt x="540717" y="424867"/>
                </a:cubicBezTo>
                <a:lnTo>
                  <a:pt x="540657" y="424808"/>
                </a:lnTo>
                <a:cubicBezTo>
                  <a:pt x="542487" y="421714"/>
                  <a:pt x="542816" y="417956"/>
                  <a:pt x="541546" y="414592"/>
                </a:cubicBezTo>
                <a:cubicBezTo>
                  <a:pt x="539908" y="410916"/>
                  <a:pt x="536994" y="407958"/>
                  <a:pt x="533343" y="406270"/>
                </a:cubicBezTo>
                <a:cubicBezTo>
                  <a:pt x="529845" y="404153"/>
                  <a:pt x="525708" y="403356"/>
                  <a:pt x="521675" y="404019"/>
                </a:cubicBezTo>
                <a:close/>
                <a:moveTo>
                  <a:pt x="79010" y="394750"/>
                </a:moveTo>
                <a:lnTo>
                  <a:pt x="52506" y="407129"/>
                </a:lnTo>
                <a:lnTo>
                  <a:pt x="53602" y="409498"/>
                </a:lnTo>
                <a:lnTo>
                  <a:pt x="54727" y="411867"/>
                </a:lnTo>
                <a:lnTo>
                  <a:pt x="73828" y="402983"/>
                </a:lnTo>
                <a:lnTo>
                  <a:pt x="59406" y="421965"/>
                </a:lnTo>
                <a:lnTo>
                  <a:pt x="60590" y="424482"/>
                </a:lnTo>
                <a:lnTo>
                  <a:pt x="61775" y="426970"/>
                </a:lnTo>
                <a:lnTo>
                  <a:pt x="88279" y="414621"/>
                </a:lnTo>
                <a:lnTo>
                  <a:pt x="87154" y="412222"/>
                </a:lnTo>
                <a:lnTo>
                  <a:pt x="86058" y="409853"/>
                </a:lnTo>
                <a:lnTo>
                  <a:pt x="67461" y="418530"/>
                </a:lnTo>
                <a:lnTo>
                  <a:pt x="81498" y="400110"/>
                </a:lnTo>
                <a:lnTo>
                  <a:pt x="80254" y="397445"/>
                </a:lnTo>
                <a:close/>
                <a:moveTo>
                  <a:pt x="552029" y="382757"/>
                </a:moveTo>
                <a:lnTo>
                  <a:pt x="547231" y="395254"/>
                </a:lnTo>
                <a:lnTo>
                  <a:pt x="524784" y="386636"/>
                </a:lnTo>
                <a:lnTo>
                  <a:pt x="523777" y="389272"/>
                </a:lnTo>
                <a:lnTo>
                  <a:pt x="522771" y="391878"/>
                </a:lnTo>
                <a:lnTo>
                  <a:pt x="550134" y="402391"/>
                </a:lnTo>
                <a:lnTo>
                  <a:pt x="556885" y="384622"/>
                </a:lnTo>
                <a:lnTo>
                  <a:pt x="554457" y="383704"/>
                </a:lnTo>
                <a:close/>
                <a:moveTo>
                  <a:pt x="73857" y="381750"/>
                </a:moveTo>
                <a:lnTo>
                  <a:pt x="46554" y="392233"/>
                </a:lnTo>
                <a:lnTo>
                  <a:pt x="47560" y="394869"/>
                </a:lnTo>
                <a:lnTo>
                  <a:pt x="48567" y="397475"/>
                </a:lnTo>
                <a:lnTo>
                  <a:pt x="75871" y="386992"/>
                </a:lnTo>
                <a:lnTo>
                  <a:pt x="74864" y="384386"/>
                </a:lnTo>
                <a:close/>
                <a:moveTo>
                  <a:pt x="48834" y="361820"/>
                </a:moveTo>
                <a:lnTo>
                  <a:pt x="47146" y="362264"/>
                </a:lnTo>
                <a:cubicBezTo>
                  <a:pt x="44410" y="362688"/>
                  <a:pt x="41922" y="364100"/>
                  <a:pt x="40157" y="366232"/>
                </a:cubicBezTo>
                <a:cubicBezTo>
                  <a:pt x="38881" y="368382"/>
                  <a:pt x="38632" y="370988"/>
                  <a:pt x="39476" y="373340"/>
                </a:cubicBezTo>
                <a:cubicBezTo>
                  <a:pt x="39926" y="375682"/>
                  <a:pt x="41333" y="377731"/>
                  <a:pt x="43355" y="378996"/>
                </a:cubicBezTo>
                <a:lnTo>
                  <a:pt x="43355" y="378937"/>
                </a:lnTo>
                <a:cubicBezTo>
                  <a:pt x="45559" y="380026"/>
                  <a:pt x="48105" y="380198"/>
                  <a:pt x="50433" y="379410"/>
                </a:cubicBezTo>
                <a:lnTo>
                  <a:pt x="70748" y="373962"/>
                </a:lnTo>
                <a:lnTo>
                  <a:pt x="70008" y="371237"/>
                </a:lnTo>
                <a:lnTo>
                  <a:pt x="69297" y="368542"/>
                </a:lnTo>
                <a:lnTo>
                  <a:pt x="48982" y="373991"/>
                </a:lnTo>
                <a:cubicBezTo>
                  <a:pt x="47951" y="374317"/>
                  <a:pt x="46844" y="374317"/>
                  <a:pt x="45813" y="373991"/>
                </a:cubicBezTo>
                <a:cubicBezTo>
                  <a:pt x="45710" y="373929"/>
                  <a:pt x="45609" y="373858"/>
                  <a:pt x="45511" y="373784"/>
                </a:cubicBezTo>
                <a:cubicBezTo>
                  <a:pt x="44057" y="372670"/>
                  <a:pt x="43782" y="370589"/>
                  <a:pt x="44895" y="369135"/>
                </a:cubicBezTo>
                <a:cubicBezTo>
                  <a:pt x="45920" y="368243"/>
                  <a:pt x="47170" y="367651"/>
                  <a:pt x="48508" y="367417"/>
                </a:cubicBezTo>
                <a:lnTo>
                  <a:pt x="50196" y="366973"/>
                </a:lnTo>
                <a:close/>
                <a:moveTo>
                  <a:pt x="1151502" y="355661"/>
                </a:moveTo>
                <a:lnTo>
                  <a:pt x="1151398" y="355868"/>
                </a:lnTo>
                <a:lnTo>
                  <a:pt x="1151415" y="355756"/>
                </a:lnTo>
                <a:close/>
                <a:moveTo>
                  <a:pt x="542760" y="352404"/>
                </a:moveTo>
                <a:cubicBezTo>
                  <a:pt x="545315" y="351610"/>
                  <a:pt x="548052" y="351610"/>
                  <a:pt x="550607" y="352404"/>
                </a:cubicBezTo>
                <a:cubicBezTo>
                  <a:pt x="553193" y="352895"/>
                  <a:pt x="555553" y="354192"/>
                  <a:pt x="557359" y="356105"/>
                </a:cubicBezTo>
                <a:cubicBezTo>
                  <a:pt x="557732" y="356573"/>
                  <a:pt x="558043" y="357091"/>
                  <a:pt x="558283" y="357642"/>
                </a:cubicBezTo>
                <a:cubicBezTo>
                  <a:pt x="559770" y="361077"/>
                  <a:pt x="558191" y="365072"/>
                  <a:pt x="554753" y="366559"/>
                </a:cubicBezTo>
                <a:cubicBezTo>
                  <a:pt x="552248" y="367355"/>
                  <a:pt x="549559" y="367355"/>
                  <a:pt x="547054" y="366559"/>
                </a:cubicBezTo>
                <a:cubicBezTo>
                  <a:pt x="544424" y="366058"/>
                  <a:pt x="542014" y="364755"/>
                  <a:pt x="540154" y="362828"/>
                </a:cubicBezTo>
                <a:cubicBezTo>
                  <a:pt x="539701" y="362289"/>
                  <a:pt x="539336" y="361684"/>
                  <a:pt x="539076" y="361030"/>
                </a:cubicBezTo>
                <a:cubicBezTo>
                  <a:pt x="537711" y="357630"/>
                  <a:pt x="539360" y="353769"/>
                  <a:pt x="542760" y="352404"/>
                </a:cubicBezTo>
                <a:close/>
                <a:moveTo>
                  <a:pt x="551910" y="346954"/>
                </a:moveTo>
                <a:cubicBezTo>
                  <a:pt x="548010" y="345755"/>
                  <a:pt x="543811" y="345986"/>
                  <a:pt x="540065" y="347605"/>
                </a:cubicBezTo>
                <a:cubicBezTo>
                  <a:pt x="539665" y="347819"/>
                  <a:pt x="539274" y="348053"/>
                  <a:pt x="538898" y="348307"/>
                </a:cubicBezTo>
                <a:cubicBezTo>
                  <a:pt x="533100" y="352228"/>
                  <a:pt x="531581" y="360108"/>
                  <a:pt x="535505" y="365907"/>
                </a:cubicBezTo>
                <a:cubicBezTo>
                  <a:pt x="538075" y="369087"/>
                  <a:pt x="541682" y="371267"/>
                  <a:pt x="545692" y="372066"/>
                </a:cubicBezTo>
                <a:cubicBezTo>
                  <a:pt x="549541" y="373239"/>
                  <a:pt x="553681" y="372987"/>
                  <a:pt x="557359" y="371356"/>
                </a:cubicBezTo>
                <a:cubicBezTo>
                  <a:pt x="560572" y="369733"/>
                  <a:pt x="562870" y="366736"/>
                  <a:pt x="563608" y="363212"/>
                </a:cubicBezTo>
                <a:cubicBezTo>
                  <a:pt x="564641" y="359744"/>
                  <a:pt x="564008" y="355989"/>
                  <a:pt x="561890" y="353054"/>
                </a:cubicBezTo>
                <a:cubicBezTo>
                  <a:pt x="559412" y="349880"/>
                  <a:pt x="555867" y="347709"/>
                  <a:pt x="551910" y="346954"/>
                </a:cubicBezTo>
                <a:close/>
                <a:moveTo>
                  <a:pt x="63759" y="345029"/>
                </a:moveTo>
                <a:lnTo>
                  <a:pt x="35063" y="350626"/>
                </a:lnTo>
                <a:lnTo>
                  <a:pt x="35597" y="353380"/>
                </a:lnTo>
                <a:lnTo>
                  <a:pt x="36130" y="356134"/>
                </a:lnTo>
                <a:lnTo>
                  <a:pt x="64825" y="350567"/>
                </a:lnTo>
                <a:lnTo>
                  <a:pt x="64292" y="347783"/>
                </a:lnTo>
                <a:close/>
                <a:moveTo>
                  <a:pt x="126065" y="344733"/>
                </a:moveTo>
                <a:cubicBezTo>
                  <a:pt x="137043" y="347419"/>
                  <a:pt x="148228" y="349193"/>
                  <a:pt x="159499" y="350034"/>
                </a:cubicBezTo>
                <a:cubicBezTo>
                  <a:pt x="181117" y="350893"/>
                  <a:pt x="211738" y="349057"/>
                  <a:pt x="239752" y="349383"/>
                </a:cubicBezTo>
                <a:cubicBezTo>
                  <a:pt x="244224" y="350212"/>
                  <a:pt x="248251" y="350893"/>
                  <a:pt x="251390" y="351278"/>
                </a:cubicBezTo>
                <a:cubicBezTo>
                  <a:pt x="258912" y="352315"/>
                  <a:pt x="271439" y="353647"/>
                  <a:pt x="276947" y="354239"/>
                </a:cubicBezTo>
                <a:lnTo>
                  <a:pt x="269099" y="385956"/>
                </a:lnTo>
                <a:lnTo>
                  <a:pt x="300519" y="391286"/>
                </a:lnTo>
                <a:lnTo>
                  <a:pt x="331910" y="385956"/>
                </a:lnTo>
                <a:lnTo>
                  <a:pt x="324062" y="354269"/>
                </a:lnTo>
                <a:cubicBezTo>
                  <a:pt x="329570" y="353617"/>
                  <a:pt x="342097" y="352285"/>
                  <a:pt x="349619" y="351308"/>
                </a:cubicBezTo>
                <a:cubicBezTo>
                  <a:pt x="352758" y="350923"/>
                  <a:pt x="356785" y="350242"/>
                  <a:pt x="361287" y="349412"/>
                </a:cubicBezTo>
                <a:cubicBezTo>
                  <a:pt x="389301" y="349087"/>
                  <a:pt x="419892" y="350923"/>
                  <a:pt x="441540" y="350064"/>
                </a:cubicBezTo>
                <a:lnTo>
                  <a:pt x="441658" y="350034"/>
                </a:lnTo>
                <a:cubicBezTo>
                  <a:pt x="452920" y="349190"/>
                  <a:pt x="464093" y="347419"/>
                  <a:pt x="475062" y="344733"/>
                </a:cubicBezTo>
                <a:cubicBezTo>
                  <a:pt x="475062" y="344733"/>
                  <a:pt x="465260" y="360488"/>
                  <a:pt x="454036" y="368187"/>
                </a:cubicBezTo>
                <a:cubicBezTo>
                  <a:pt x="410795" y="380687"/>
                  <a:pt x="366410" y="388822"/>
                  <a:pt x="321545" y="392471"/>
                </a:cubicBezTo>
                <a:lnTo>
                  <a:pt x="330044" y="426467"/>
                </a:lnTo>
                <a:lnTo>
                  <a:pt x="300430" y="432864"/>
                </a:lnTo>
                <a:lnTo>
                  <a:pt x="270817" y="426467"/>
                </a:lnTo>
                <a:lnTo>
                  <a:pt x="279316" y="392471"/>
                </a:lnTo>
                <a:cubicBezTo>
                  <a:pt x="234540" y="388804"/>
                  <a:pt x="190247" y="380670"/>
                  <a:pt x="147091" y="368187"/>
                </a:cubicBezTo>
                <a:cubicBezTo>
                  <a:pt x="135867" y="360488"/>
                  <a:pt x="126065" y="344733"/>
                  <a:pt x="126065" y="344733"/>
                </a:cubicBezTo>
                <a:close/>
                <a:moveTo>
                  <a:pt x="1115264" y="328303"/>
                </a:moveTo>
                <a:cubicBezTo>
                  <a:pt x="1122594" y="328303"/>
                  <a:pt x="1123007" y="341208"/>
                  <a:pt x="1125588" y="341208"/>
                </a:cubicBezTo>
                <a:cubicBezTo>
                  <a:pt x="1129356" y="340903"/>
                  <a:pt x="1133051" y="339997"/>
                  <a:pt x="1136531" y="338524"/>
                </a:cubicBezTo>
                <a:cubicBezTo>
                  <a:pt x="1140760" y="338273"/>
                  <a:pt x="1145001" y="338273"/>
                  <a:pt x="1149230" y="338524"/>
                </a:cubicBezTo>
                <a:cubicBezTo>
                  <a:pt x="1151295" y="338524"/>
                  <a:pt x="1153670" y="338937"/>
                  <a:pt x="1153670" y="340589"/>
                </a:cubicBezTo>
                <a:cubicBezTo>
                  <a:pt x="1154086" y="343046"/>
                  <a:pt x="1153725" y="345572"/>
                  <a:pt x="1152637" y="347815"/>
                </a:cubicBezTo>
                <a:lnTo>
                  <a:pt x="1151415" y="355756"/>
                </a:lnTo>
                <a:lnTo>
                  <a:pt x="1145926" y="361753"/>
                </a:lnTo>
                <a:cubicBezTo>
                  <a:pt x="1145100" y="363095"/>
                  <a:pt x="1141074" y="364024"/>
                  <a:pt x="1140248" y="365986"/>
                </a:cubicBezTo>
                <a:cubicBezTo>
                  <a:pt x="1138390" y="370631"/>
                  <a:pt x="1138390" y="374865"/>
                  <a:pt x="1136222" y="377446"/>
                </a:cubicBezTo>
                <a:cubicBezTo>
                  <a:pt x="1134053" y="380026"/>
                  <a:pt x="1131575" y="380749"/>
                  <a:pt x="1128169" y="382917"/>
                </a:cubicBezTo>
                <a:cubicBezTo>
                  <a:pt x="1124762" y="385086"/>
                  <a:pt x="1121148" y="383124"/>
                  <a:pt x="1118877" y="383743"/>
                </a:cubicBezTo>
                <a:cubicBezTo>
                  <a:pt x="1115037" y="386017"/>
                  <a:pt x="1110903" y="387755"/>
                  <a:pt x="1106591" y="388906"/>
                </a:cubicBezTo>
                <a:cubicBezTo>
                  <a:pt x="1099055" y="388906"/>
                  <a:pt x="1091931" y="385498"/>
                  <a:pt x="1091931" y="376827"/>
                </a:cubicBezTo>
                <a:cubicBezTo>
                  <a:pt x="1091931" y="374762"/>
                  <a:pt x="1093479" y="369805"/>
                  <a:pt x="1093479" y="367740"/>
                </a:cubicBezTo>
                <a:cubicBezTo>
                  <a:pt x="1093479" y="365676"/>
                  <a:pt x="1091312" y="362579"/>
                  <a:pt x="1091312" y="360514"/>
                </a:cubicBezTo>
                <a:cubicBezTo>
                  <a:pt x="1091312" y="358449"/>
                  <a:pt x="1095131" y="354525"/>
                  <a:pt x="1095751" y="352048"/>
                </a:cubicBezTo>
                <a:cubicBezTo>
                  <a:pt x="1096969" y="344437"/>
                  <a:pt x="1100981" y="337553"/>
                  <a:pt x="1107004" y="332742"/>
                </a:cubicBezTo>
                <a:cubicBezTo>
                  <a:pt x="1109792" y="331296"/>
                  <a:pt x="1113199" y="328303"/>
                  <a:pt x="1115264" y="328303"/>
                </a:cubicBezTo>
                <a:close/>
                <a:moveTo>
                  <a:pt x="60354" y="317340"/>
                </a:moveTo>
                <a:lnTo>
                  <a:pt x="31332" y="320924"/>
                </a:lnTo>
                <a:lnTo>
                  <a:pt x="33820" y="341298"/>
                </a:lnTo>
                <a:lnTo>
                  <a:pt x="36396" y="341002"/>
                </a:lnTo>
                <a:lnTo>
                  <a:pt x="38972" y="340676"/>
                </a:lnTo>
                <a:lnTo>
                  <a:pt x="37166" y="325869"/>
                </a:lnTo>
                <a:lnTo>
                  <a:pt x="44718" y="324921"/>
                </a:lnTo>
                <a:lnTo>
                  <a:pt x="46317" y="337981"/>
                </a:lnTo>
                <a:lnTo>
                  <a:pt x="48834" y="337685"/>
                </a:lnTo>
                <a:lnTo>
                  <a:pt x="51321" y="337389"/>
                </a:lnTo>
                <a:lnTo>
                  <a:pt x="49722" y="324329"/>
                </a:lnTo>
                <a:lnTo>
                  <a:pt x="55882" y="323559"/>
                </a:lnTo>
                <a:lnTo>
                  <a:pt x="57599" y="337626"/>
                </a:lnTo>
                <a:lnTo>
                  <a:pt x="60205" y="337329"/>
                </a:lnTo>
                <a:lnTo>
                  <a:pt x="62752" y="337004"/>
                </a:lnTo>
                <a:close/>
                <a:moveTo>
                  <a:pt x="549778" y="312395"/>
                </a:moveTo>
                <a:cubicBezTo>
                  <a:pt x="546989" y="312353"/>
                  <a:pt x="544294" y="313419"/>
                  <a:pt x="542286" y="315356"/>
                </a:cubicBezTo>
                <a:cubicBezTo>
                  <a:pt x="537814" y="320435"/>
                  <a:pt x="537814" y="328046"/>
                  <a:pt x="542286" y="333124"/>
                </a:cubicBezTo>
                <a:cubicBezTo>
                  <a:pt x="548582" y="338419"/>
                  <a:pt x="557501" y="339257"/>
                  <a:pt x="564674" y="335227"/>
                </a:cubicBezTo>
                <a:cubicBezTo>
                  <a:pt x="567606" y="333192"/>
                  <a:pt x="569424" y="329908"/>
                  <a:pt x="569590" y="326343"/>
                </a:cubicBezTo>
                <a:cubicBezTo>
                  <a:pt x="569927" y="323251"/>
                  <a:pt x="568624" y="320207"/>
                  <a:pt x="566155" y="318318"/>
                </a:cubicBezTo>
                <a:lnTo>
                  <a:pt x="565710" y="318081"/>
                </a:lnTo>
                <a:lnTo>
                  <a:pt x="569531" y="317844"/>
                </a:lnTo>
                <a:lnTo>
                  <a:pt x="569797" y="314142"/>
                </a:lnTo>
                <a:lnTo>
                  <a:pt x="554072" y="312780"/>
                </a:lnTo>
                <a:lnTo>
                  <a:pt x="553095" y="324003"/>
                </a:lnTo>
                <a:lnTo>
                  <a:pt x="558129" y="324448"/>
                </a:lnTo>
                <a:lnTo>
                  <a:pt x="558662" y="318110"/>
                </a:lnTo>
                <a:cubicBezTo>
                  <a:pt x="559918" y="318483"/>
                  <a:pt x="561091" y="319088"/>
                  <a:pt x="562127" y="319887"/>
                </a:cubicBezTo>
                <a:cubicBezTo>
                  <a:pt x="563744" y="321146"/>
                  <a:pt x="564594" y="323150"/>
                  <a:pt x="564378" y="325188"/>
                </a:cubicBezTo>
                <a:cubicBezTo>
                  <a:pt x="564345" y="327412"/>
                  <a:pt x="563244" y="329485"/>
                  <a:pt x="561416" y="330755"/>
                </a:cubicBezTo>
                <a:cubicBezTo>
                  <a:pt x="559050" y="332014"/>
                  <a:pt x="556338" y="332473"/>
                  <a:pt x="553687" y="332058"/>
                </a:cubicBezTo>
                <a:cubicBezTo>
                  <a:pt x="550981" y="331978"/>
                  <a:pt x="548372" y="331022"/>
                  <a:pt x="546254" y="329334"/>
                </a:cubicBezTo>
                <a:cubicBezTo>
                  <a:pt x="544572" y="327853"/>
                  <a:pt x="543728" y="325635"/>
                  <a:pt x="544004" y="323411"/>
                </a:cubicBezTo>
                <a:cubicBezTo>
                  <a:pt x="544122" y="321984"/>
                  <a:pt x="544753" y="320648"/>
                  <a:pt x="545780" y="319650"/>
                </a:cubicBezTo>
                <a:cubicBezTo>
                  <a:pt x="546687" y="318649"/>
                  <a:pt x="547957" y="318054"/>
                  <a:pt x="549304" y="317992"/>
                </a:cubicBezTo>
                <a:close/>
                <a:moveTo>
                  <a:pt x="145285" y="303303"/>
                </a:moveTo>
                <a:cubicBezTo>
                  <a:pt x="151404" y="304443"/>
                  <a:pt x="157602" y="305116"/>
                  <a:pt x="163824" y="305317"/>
                </a:cubicBezTo>
                <a:cubicBezTo>
                  <a:pt x="168236" y="305495"/>
                  <a:pt x="173685" y="305317"/>
                  <a:pt x="179904" y="305317"/>
                </a:cubicBezTo>
                <a:cubicBezTo>
                  <a:pt x="185441" y="305139"/>
                  <a:pt x="191720" y="305139"/>
                  <a:pt x="198323" y="305139"/>
                </a:cubicBezTo>
                <a:cubicBezTo>
                  <a:pt x="205993" y="305139"/>
                  <a:pt x="215677" y="305228"/>
                  <a:pt x="226131" y="305850"/>
                </a:cubicBezTo>
                <a:cubicBezTo>
                  <a:pt x="235998" y="308797"/>
                  <a:pt x="246034" y="311130"/>
                  <a:pt x="256188" y="312839"/>
                </a:cubicBezTo>
                <a:cubicBezTo>
                  <a:pt x="263222" y="313837"/>
                  <a:pt x="270317" y="314323"/>
                  <a:pt x="277421" y="314290"/>
                </a:cubicBezTo>
                <a:lnTo>
                  <a:pt x="270255" y="344762"/>
                </a:lnTo>
                <a:lnTo>
                  <a:pt x="299869" y="348257"/>
                </a:lnTo>
                <a:lnTo>
                  <a:pt x="300194" y="348257"/>
                </a:lnTo>
                <a:lnTo>
                  <a:pt x="300579" y="348257"/>
                </a:lnTo>
                <a:lnTo>
                  <a:pt x="330400" y="344703"/>
                </a:lnTo>
                <a:lnTo>
                  <a:pt x="323234" y="314231"/>
                </a:lnTo>
                <a:cubicBezTo>
                  <a:pt x="330338" y="314263"/>
                  <a:pt x="337434" y="313778"/>
                  <a:pt x="344467" y="312780"/>
                </a:cubicBezTo>
                <a:cubicBezTo>
                  <a:pt x="354660" y="311107"/>
                  <a:pt x="364737" y="308800"/>
                  <a:pt x="374643" y="305880"/>
                </a:cubicBezTo>
                <a:cubicBezTo>
                  <a:pt x="385097" y="305169"/>
                  <a:pt x="394780" y="305169"/>
                  <a:pt x="402450" y="305169"/>
                </a:cubicBezTo>
                <a:cubicBezTo>
                  <a:pt x="409024" y="305169"/>
                  <a:pt x="415332" y="305347"/>
                  <a:pt x="420870" y="305347"/>
                </a:cubicBezTo>
                <a:cubicBezTo>
                  <a:pt x="427118" y="305347"/>
                  <a:pt x="432567" y="305347"/>
                  <a:pt x="436950" y="305347"/>
                </a:cubicBezTo>
                <a:lnTo>
                  <a:pt x="436950" y="305317"/>
                </a:lnTo>
                <a:cubicBezTo>
                  <a:pt x="443172" y="305116"/>
                  <a:pt x="449370" y="304443"/>
                  <a:pt x="455488" y="303303"/>
                </a:cubicBezTo>
                <a:cubicBezTo>
                  <a:pt x="450466" y="309984"/>
                  <a:pt x="444478" y="315883"/>
                  <a:pt x="437720" y="320805"/>
                </a:cubicBezTo>
                <a:cubicBezTo>
                  <a:pt x="429467" y="325508"/>
                  <a:pt x="420817" y="329470"/>
                  <a:pt x="411867" y="332650"/>
                </a:cubicBezTo>
                <a:cubicBezTo>
                  <a:pt x="391150" y="338635"/>
                  <a:pt x="370071" y="343294"/>
                  <a:pt x="348761" y="346598"/>
                </a:cubicBezTo>
                <a:cubicBezTo>
                  <a:pt x="339047" y="347842"/>
                  <a:pt x="320776" y="349767"/>
                  <a:pt x="320598" y="349767"/>
                </a:cubicBezTo>
                <a:lnTo>
                  <a:pt x="317874" y="350034"/>
                </a:lnTo>
                <a:lnTo>
                  <a:pt x="325781" y="382105"/>
                </a:lnTo>
                <a:lnTo>
                  <a:pt x="300283" y="386429"/>
                </a:lnTo>
                <a:lnTo>
                  <a:pt x="274756" y="382105"/>
                </a:lnTo>
                <a:lnTo>
                  <a:pt x="282693" y="350034"/>
                </a:lnTo>
                <a:lnTo>
                  <a:pt x="279939" y="349767"/>
                </a:lnTo>
                <a:cubicBezTo>
                  <a:pt x="279761" y="349738"/>
                  <a:pt x="261489" y="347842"/>
                  <a:pt x="251776" y="346598"/>
                </a:cubicBezTo>
                <a:cubicBezTo>
                  <a:pt x="230546" y="343279"/>
                  <a:pt x="209547" y="338621"/>
                  <a:pt x="188906" y="332650"/>
                </a:cubicBezTo>
                <a:cubicBezTo>
                  <a:pt x="179957" y="329470"/>
                  <a:pt x="171307" y="325508"/>
                  <a:pt x="163054" y="320805"/>
                </a:cubicBezTo>
                <a:cubicBezTo>
                  <a:pt x="156296" y="315883"/>
                  <a:pt x="150308" y="309984"/>
                  <a:pt x="145285" y="303303"/>
                </a:cubicBezTo>
                <a:close/>
                <a:moveTo>
                  <a:pt x="1252989" y="302905"/>
                </a:moveTo>
                <a:cubicBezTo>
                  <a:pt x="1255674" y="302492"/>
                  <a:pt x="1257016" y="305487"/>
                  <a:pt x="1261249" y="304764"/>
                </a:cubicBezTo>
                <a:cubicBezTo>
                  <a:pt x="1262591" y="304661"/>
                  <a:pt x="1267650" y="309099"/>
                  <a:pt x="1269612" y="309099"/>
                </a:cubicBezTo>
                <a:cubicBezTo>
                  <a:pt x="1272326" y="309880"/>
                  <a:pt x="1275166" y="310126"/>
                  <a:pt x="1277974" y="309822"/>
                </a:cubicBezTo>
                <a:cubicBezTo>
                  <a:pt x="1280452" y="309512"/>
                  <a:pt x="1284272" y="312403"/>
                  <a:pt x="1286234" y="312403"/>
                </a:cubicBezTo>
                <a:cubicBezTo>
                  <a:pt x="1288636" y="312226"/>
                  <a:pt x="1291019" y="311847"/>
                  <a:pt x="1293357" y="311268"/>
                </a:cubicBezTo>
                <a:cubicBezTo>
                  <a:pt x="1297590" y="310441"/>
                  <a:pt x="1307089" y="321901"/>
                  <a:pt x="1310289" y="326238"/>
                </a:cubicBezTo>
                <a:lnTo>
                  <a:pt x="1309360" y="326444"/>
                </a:lnTo>
                <a:cubicBezTo>
                  <a:pt x="1311070" y="328446"/>
                  <a:pt x="1312559" y="330627"/>
                  <a:pt x="1313800" y="332949"/>
                </a:cubicBezTo>
                <a:cubicBezTo>
                  <a:pt x="1314402" y="335739"/>
                  <a:pt x="1314402" y="338625"/>
                  <a:pt x="1313800" y="341414"/>
                </a:cubicBezTo>
                <a:cubicBezTo>
                  <a:pt x="1312354" y="345958"/>
                  <a:pt x="1309670" y="347197"/>
                  <a:pt x="1307811" y="349261"/>
                </a:cubicBezTo>
                <a:cubicBezTo>
                  <a:pt x="1305953" y="351326"/>
                  <a:pt x="1305230" y="356282"/>
                  <a:pt x="1303165" y="358760"/>
                </a:cubicBezTo>
                <a:cubicBezTo>
                  <a:pt x="1301574" y="361081"/>
                  <a:pt x="1299740" y="363228"/>
                  <a:pt x="1297694" y="365160"/>
                </a:cubicBezTo>
                <a:cubicBezTo>
                  <a:pt x="1294846" y="367115"/>
                  <a:pt x="1291603" y="368420"/>
                  <a:pt x="1288195" y="368980"/>
                </a:cubicBezTo>
                <a:cubicBezTo>
                  <a:pt x="1285924" y="368980"/>
                  <a:pt x="1282414" y="368361"/>
                  <a:pt x="1280142" y="368980"/>
                </a:cubicBezTo>
                <a:cubicBezTo>
                  <a:pt x="1276219" y="370013"/>
                  <a:pt x="1274464" y="373007"/>
                  <a:pt x="1271677" y="373007"/>
                </a:cubicBezTo>
                <a:cubicBezTo>
                  <a:pt x="1268889" y="373007"/>
                  <a:pt x="1266101" y="370426"/>
                  <a:pt x="1265069" y="365986"/>
                </a:cubicBezTo>
                <a:cubicBezTo>
                  <a:pt x="1265069" y="363715"/>
                  <a:pt x="1266204" y="359482"/>
                  <a:pt x="1265069" y="356695"/>
                </a:cubicBezTo>
                <a:cubicBezTo>
                  <a:pt x="1262565" y="352662"/>
                  <a:pt x="1260290" y="348491"/>
                  <a:pt x="1258255" y="344202"/>
                </a:cubicBezTo>
                <a:cubicBezTo>
                  <a:pt x="1258049" y="339143"/>
                  <a:pt x="1252783" y="336665"/>
                  <a:pt x="1252783" y="333362"/>
                </a:cubicBezTo>
                <a:cubicBezTo>
                  <a:pt x="1252798" y="329123"/>
                  <a:pt x="1251695" y="324957"/>
                  <a:pt x="1249582" y="321282"/>
                </a:cubicBezTo>
                <a:cubicBezTo>
                  <a:pt x="1248855" y="318813"/>
                  <a:pt x="1249076" y="316163"/>
                  <a:pt x="1250202" y="313849"/>
                </a:cubicBezTo>
                <a:cubicBezTo>
                  <a:pt x="1251854" y="311577"/>
                  <a:pt x="1249582" y="305487"/>
                  <a:pt x="1252989" y="302905"/>
                </a:cubicBezTo>
                <a:close/>
                <a:moveTo>
                  <a:pt x="48389" y="292465"/>
                </a:moveTo>
                <a:lnTo>
                  <a:pt x="54816" y="292465"/>
                </a:lnTo>
                <a:lnTo>
                  <a:pt x="54816" y="298684"/>
                </a:lnTo>
                <a:cubicBezTo>
                  <a:pt x="54875" y="299833"/>
                  <a:pt x="54597" y="300976"/>
                  <a:pt x="54016" y="301971"/>
                </a:cubicBezTo>
                <a:cubicBezTo>
                  <a:pt x="53510" y="302703"/>
                  <a:pt x="52654" y="303111"/>
                  <a:pt x="51765" y="303037"/>
                </a:cubicBezTo>
                <a:cubicBezTo>
                  <a:pt x="50803" y="303117"/>
                  <a:pt x="49855" y="302759"/>
                  <a:pt x="49189" y="302060"/>
                </a:cubicBezTo>
                <a:cubicBezTo>
                  <a:pt x="48561" y="301130"/>
                  <a:pt x="48280" y="300008"/>
                  <a:pt x="48389" y="298892"/>
                </a:cubicBezTo>
                <a:close/>
                <a:moveTo>
                  <a:pt x="35685" y="292080"/>
                </a:moveTo>
                <a:lnTo>
                  <a:pt x="43473" y="292228"/>
                </a:lnTo>
                <a:lnTo>
                  <a:pt x="43473" y="298921"/>
                </a:lnTo>
                <a:cubicBezTo>
                  <a:pt x="43533" y="300121"/>
                  <a:pt x="43198" y="301305"/>
                  <a:pt x="42526" y="302297"/>
                </a:cubicBezTo>
                <a:cubicBezTo>
                  <a:pt x="41827" y="303067"/>
                  <a:pt x="40805" y="303464"/>
                  <a:pt x="39772" y="303363"/>
                </a:cubicBezTo>
                <a:cubicBezTo>
                  <a:pt x="38620" y="303428"/>
                  <a:pt x="37491" y="303008"/>
                  <a:pt x="36662" y="302208"/>
                </a:cubicBezTo>
                <a:cubicBezTo>
                  <a:pt x="35916" y="301272"/>
                  <a:pt x="35566" y="300082"/>
                  <a:pt x="35685" y="298892"/>
                </a:cubicBezTo>
                <a:close/>
                <a:moveTo>
                  <a:pt x="30799" y="286601"/>
                </a:moveTo>
                <a:lnTo>
                  <a:pt x="30799" y="289296"/>
                </a:lnTo>
                <a:lnTo>
                  <a:pt x="30770" y="298802"/>
                </a:lnTo>
                <a:cubicBezTo>
                  <a:pt x="30521" y="301497"/>
                  <a:pt x="31306" y="304183"/>
                  <a:pt x="32961" y="306324"/>
                </a:cubicBezTo>
                <a:cubicBezTo>
                  <a:pt x="34738" y="308142"/>
                  <a:pt x="37205" y="309111"/>
                  <a:pt x="39742" y="308989"/>
                </a:cubicBezTo>
                <a:cubicBezTo>
                  <a:pt x="41922" y="309146"/>
                  <a:pt x="44042" y="308216"/>
                  <a:pt x="45399" y="306502"/>
                </a:cubicBezTo>
                <a:cubicBezTo>
                  <a:pt x="45798" y="305995"/>
                  <a:pt x="46127" y="305439"/>
                  <a:pt x="46376" y="304843"/>
                </a:cubicBezTo>
                <a:cubicBezTo>
                  <a:pt x="47528" y="307035"/>
                  <a:pt x="49826" y="308376"/>
                  <a:pt x="52299" y="308308"/>
                </a:cubicBezTo>
                <a:cubicBezTo>
                  <a:pt x="54345" y="308453"/>
                  <a:pt x="56353" y="307683"/>
                  <a:pt x="57777" y="306206"/>
                </a:cubicBezTo>
                <a:cubicBezTo>
                  <a:pt x="59190" y="304506"/>
                  <a:pt x="59918" y="302341"/>
                  <a:pt x="59821" y="300135"/>
                </a:cubicBezTo>
                <a:lnTo>
                  <a:pt x="60028" y="289800"/>
                </a:lnTo>
                <a:lnTo>
                  <a:pt x="60028" y="287134"/>
                </a:lnTo>
                <a:close/>
                <a:moveTo>
                  <a:pt x="541013" y="281389"/>
                </a:moveTo>
                <a:lnTo>
                  <a:pt x="541013" y="284588"/>
                </a:lnTo>
                <a:lnTo>
                  <a:pt x="541013" y="287756"/>
                </a:lnTo>
                <a:lnTo>
                  <a:pt x="553835" y="292554"/>
                </a:lnTo>
                <a:lnTo>
                  <a:pt x="541368" y="298476"/>
                </a:lnTo>
                <a:lnTo>
                  <a:pt x="541368" y="301823"/>
                </a:lnTo>
                <a:lnTo>
                  <a:pt x="541368" y="305169"/>
                </a:lnTo>
                <a:lnTo>
                  <a:pt x="559136" y="295130"/>
                </a:lnTo>
                <a:lnTo>
                  <a:pt x="570123" y="294745"/>
                </a:lnTo>
                <a:lnTo>
                  <a:pt x="570123" y="291932"/>
                </a:lnTo>
                <a:lnTo>
                  <a:pt x="570123" y="289148"/>
                </a:lnTo>
                <a:lnTo>
                  <a:pt x="559018" y="289533"/>
                </a:lnTo>
                <a:close/>
                <a:moveTo>
                  <a:pt x="437631" y="257136"/>
                </a:moveTo>
                <a:cubicBezTo>
                  <a:pt x="432771" y="264365"/>
                  <a:pt x="426875" y="270841"/>
                  <a:pt x="420129" y="276356"/>
                </a:cubicBezTo>
                <a:cubicBezTo>
                  <a:pt x="412299" y="283028"/>
                  <a:pt x="403625" y="288642"/>
                  <a:pt x="394336" y="293058"/>
                </a:cubicBezTo>
                <a:cubicBezTo>
                  <a:pt x="378125" y="300280"/>
                  <a:pt x="361026" y="305309"/>
                  <a:pt x="343489" y="308013"/>
                </a:cubicBezTo>
                <a:cubicBezTo>
                  <a:pt x="336219" y="309005"/>
                  <a:pt x="328884" y="309470"/>
                  <a:pt x="321545" y="309404"/>
                </a:cubicBezTo>
                <a:lnTo>
                  <a:pt x="317014" y="309404"/>
                </a:lnTo>
                <a:lnTo>
                  <a:pt x="324359" y="340588"/>
                </a:lnTo>
                <a:lnTo>
                  <a:pt x="300668" y="343549"/>
                </a:lnTo>
                <a:lnTo>
                  <a:pt x="300372" y="343549"/>
                </a:lnTo>
                <a:lnTo>
                  <a:pt x="300046" y="343549"/>
                </a:lnTo>
                <a:lnTo>
                  <a:pt x="276355" y="340588"/>
                </a:lnTo>
                <a:lnTo>
                  <a:pt x="283729" y="309464"/>
                </a:lnTo>
                <a:lnTo>
                  <a:pt x="279198" y="309464"/>
                </a:lnTo>
                <a:cubicBezTo>
                  <a:pt x="271860" y="309532"/>
                  <a:pt x="264524" y="309067"/>
                  <a:pt x="257254" y="308072"/>
                </a:cubicBezTo>
                <a:cubicBezTo>
                  <a:pt x="239714" y="305377"/>
                  <a:pt x="222615" y="300346"/>
                  <a:pt x="206407" y="293117"/>
                </a:cubicBezTo>
                <a:cubicBezTo>
                  <a:pt x="197091" y="288702"/>
                  <a:pt x="188399" y="283075"/>
                  <a:pt x="180555" y="276385"/>
                </a:cubicBezTo>
                <a:cubicBezTo>
                  <a:pt x="173821" y="270889"/>
                  <a:pt x="167942" y="264421"/>
                  <a:pt x="163112" y="257196"/>
                </a:cubicBezTo>
                <a:cubicBezTo>
                  <a:pt x="169568" y="258173"/>
                  <a:pt x="179074" y="259269"/>
                  <a:pt x="181414" y="259269"/>
                </a:cubicBezTo>
                <a:lnTo>
                  <a:pt x="188521" y="259594"/>
                </a:lnTo>
                <a:cubicBezTo>
                  <a:pt x="197138" y="259979"/>
                  <a:pt x="208332" y="260512"/>
                  <a:pt x="221925" y="261342"/>
                </a:cubicBezTo>
                <a:cubicBezTo>
                  <a:pt x="223139" y="262023"/>
                  <a:pt x="224383" y="262674"/>
                  <a:pt x="225656" y="263326"/>
                </a:cubicBezTo>
                <a:cubicBezTo>
                  <a:pt x="237511" y="269328"/>
                  <a:pt x="250248" y="273397"/>
                  <a:pt x="263384" y="275378"/>
                </a:cubicBezTo>
                <a:cubicBezTo>
                  <a:pt x="265620" y="275692"/>
                  <a:pt x="267877" y="275840"/>
                  <a:pt x="270136" y="275823"/>
                </a:cubicBezTo>
                <a:cubicBezTo>
                  <a:pt x="273245" y="275823"/>
                  <a:pt x="276236" y="275586"/>
                  <a:pt x="278428" y="275378"/>
                </a:cubicBezTo>
                <a:lnTo>
                  <a:pt x="271913" y="302475"/>
                </a:lnTo>
                <a:lnTo>
                  <a:pt x="300520" y="304281"/>
                </a:lnTo>
                <a:lnTo>
                  <a:pt x="329097" y="302475"/>
                </a:lnTo>
                <a:lnTo>
                  <a:pt x="322611" y="275378"/>
                </a:lnTo>
                <a:cubicBezTo>
                  <a:pt x="324773" y="275586"/>
                  <a:pt x="327912" y="275823"/>
                  <a:pt x="330874" y="275823"/>
                </a:cubicBezTo>
                <a:cubicBezTo>
                  <a:pt x="333133" y="275843"/>
                  <a:pt x="335390" y="275695"/>
                  <a:pt x="337626" y="275378"/>
                </a:cubicBezTo>
                <a:cubicBezTo>
                  <a:pt x="350771" y="273391"/>
                  <a:pt x="363517" y="269322"/>
                  <a:pt x="375383" y="263326"/>
                </a:cubicBezTo>
                <a:lnTo>
                  <a:pt x="379114" y="261342"/>
                </a:lnTo>
                <a:cubicBezTo>
                  <a:pt x="392707" y="260512"/>
                  <a:pt x="403871" y="259979"/>
                  <a:pt x="412518" y="259594"/>
                </a:cubicBezTo>
                <a:lnTo>
                  <a:pt x="419596" y="259269"/>
                </a:lnTo>
                <a:lnTo>
                  <a:pt x="419300" y="259209"/>
                </a:lnTo>
                <a:cubicBezTo>
                  <a:pt x="421669" y="259091"/>
                  <a:pt x="431145" y="258114"/>
                  <a:pt x="437631" y="257136"/>
                </a:cubicBezTo>
                <a:close/>
                <a:moveTo>
                  <a:pt x="1223359" y="243025"/>
                </a:moveTo>
                <a:cubicBezTo>
                  <a:pt x="1220768" y="242840"/>
                  <a:pt x="1218167" y="243191"/>
                  <a:pt x="1215718" y="244057"/>
                </a:cubicBezTo>
                <a:cubicBezTo>
                  <a:pt x="1212724" y="245916"/>
                  <a:pt x="1209834" y="244883"/>
                  <a:pt x="1207873" y="246638"/>
                </a:cubicBezTo>
                <a:cubicBezTo>
                  <a:pt x="1206080" y="248127"/>
                  <a:pt x="1204102" y="249377"/>
                  <a:pt x="1201987" y="250355"/>
                </a:cubicBezTo>
                <a:cubicBezTo>
                  <a:pt x="1196747" y="252204"/>
                  <a:pt x="1191642" y="254412"/>
                  <a:pt x="1186707" y="256962"/>
                </a:cubicBezTo>
                <a:cubicBezTo>
                  <a:pt x="1183762" y="258449"/>
                  <a:pt x="1181949" y="261511"/>
                  <a:pt x="1182062" y="264809"/>
                </a:cubicBezTo>
                <a:cubicBezTo>
                  <a:pt x="1182169" y="268413"/>
                  <a:pt x="1185065" y="271309"/>
                  <a:pt x="1188669" y="271416"/>
                </a:cubicBezTo>
                <a:cubicBezTo>
                  <a:pt x="1192727" y="270851"/>
                  <a:pt x="1196667" y="269631"/>
                  <a:pt x="1200335" y="267803"/>
                </a:cubicBezTo>
                <a:cubicBezTo>
                  <a:pt x="1204258" y="265429"/>
                  <a:pt x="1206220" y="262435"/>
                  <a:pt x="1211279" y="259337"/>
                </a:cubicBezTo>
                <a:cubicBezTo>
                  <a:pt x="1214688" y="257115"/>
                  <a:pt x="1217749" y="254401"/>
                  <a:pt x="1220365" y="251285"/>
                </a:cubicBezTo>
                <a:cubicBezTo>
                  <a:pt x="1222326" y="247877"/>
                  <a:pt x="1224906" y="243025"/>
                  <a:pt x="1223359" y="243025"/>
                </a:cubicBezTo>
                <a:close/>
                <a:moveTo>
                  <a:pt x="1586050" y="226403"/>
                </a:moveTo>
                <a:cubicBezTo>
                  <a:pt x="1581975" y="226776"/>
                  <a:pt x="1577937" y="227466"/>
                  <a:pt x="1573970" y="228468"/>
                </a:cubicBezTo>
                <a:cubicBezTo>
                  <a:pt x="1572287" y="230198"/>
                  <a:pt x="1571265" y="232462"/>
                  <a:pt x="1571079" y="234868"/>
                </a:cubicBezTo>
                <a:cubicBezTo>
                  <a:pt x="1570783" y="236913"/>
                  <a:pt x="1571107" y="238998"/>
                  <a:pt x="1572009" y="240857"/>
                </a:cubicBezTo>
                <a:cubicBezTo>
                  <a:pt x="1575416" y="241992"/>
                  <a:pt x="1580268" y="243128"/>
                  <a:pt x="1582333" y="241992"/>
                </a:cubicBezTo>
                <a:lnTo>
                  <a:pt x="1582436" y="241992"/>
                </a:lnTo>
                <a:cubicBezTo>
                  <a:pt x="1586426" y="239244"/>
                  <a:pt x="1588967" y="234846"/>
                  <a:pt x="1589354" y="230016"/>
                </a:cubicBezTo>
                <a:cubicBezTo>
                  <a:pt x="1589377" y="229835"/>
                  <a:pt x="1589385" y="229653"/>
                  <a:pt x="1589377" y="229470"/>
                </a:cubicBezTo>
                <a:cubicBezTo>
                  <a:pt x="1589305" y="227704"/>
                  <a:pt x="1587815" y="226330"/>
                  <a:pt x="1586050" y="226403"/>
                </a:cubicBezTo>
                <a:close/>
                <a:moveTo>
                  <a:pt x="1622184" y="215665"/>
                </a:moveTo>
                <a:cubicBezTo>
                  <a:pt x="1619293" y="216492"/>
                  <a:pt x="1617228" y="218763"/>
                  <a:pt x="1612790" y="218763"/>
                </a:cubicBezTo>
                <a:cubicBezTo>
                  <a:pt x="1610621" y="221240"/>
                  <a:pt x="1611551" y="225989"/>
                  <a:pt x="1611653" y="228158"/>
                </a:cubicBezTo>
                <a:cubicBezTo>
                  <a:pt x="1611757" y="230326"/>
                  <a:pt x="1616093" y="233422"/>
                  <a:pt x="1617434" y="233422"/>
                </a:cubicBezTo>
                <a:cubicBezTo>
                  <a:pt x="1621915" y="232638"/>
                  <a:pt x="1625751" y="229761"/>
                  <a:pt x="1627759" y="225680"/>
                </a:cubicBezTo>
                <a:lnTo>
                  <a:pt x="1628173" y="225680"/>
                </a:lnTo>
                <a:cubicBezTo>
                  <a:pt x="1628436" y="223071"/>
                  <a:pt x="1628436" y="220441"/>
                  <a:pt x="1628173" y="217834"/>
                </a:cubicBezTo>
                <a:cubicBezTo>
                  <a:pt x="1627759" y="215149"/>
                  <a:pt x="1625075" y="214839"/>
                  <a:pt x="1622184" y="215665"/>
                </a:cubicBezTo>
                <a:close/>
                <a:moveTo>
                  <a:pt x="1244627" y="203792"/>
                </a:moveTo>
                <a:cubicBezTo>
                  <a:pt x="1247715" y="204557"/>
                  <a:pt x="1250698" y="205702"/>
                  <a:pt x="1253505" y="207200"/>
                </a:cubicBezTo>
                <a:cubicBezTo>
                  <a:pt x="1255570" y="207200"/>
                  <a:pt x="1261765" y="205858"/>
                  <a:pt x="1263830" y="207200"/>
                </a:cubicBezTo>
                <a:cubicBezTo>
                  <a:pt x="1268988" y="209871"/>
                  <a:pt x="1273865" y="213052"/>
                  <a:pt x="1278387" y="216698"/>
                </a:cubicBezTo>
                <a:cubicBezTo>
                  <a:pt x="1280071" y="220602"/>
                  <a:pt x="1281417" y="224643"/>
                  <a:pt x="1282413" y="228777"/>
                </a:cubicBezTo>
                <a:cubicBezTo>
                  <a:pt x="1283467" y="231820"/>
                  <a:pt x="1283467" y="235129"/>
                  <a:pt x="1282413" y="238173"/>
                </a:cubicBezTo>
                <a:cubicBezTo>
                  <a:pt x="1278092" y="242108"/>
                  <a:pt x="1273990" y="246278"/>
                  <a:pt x="1270127" y="250665"/>
                </a:cubicBezTo>
                <a:lnTo>
                  <a:pt x="1269714" y="250665"/>
                </a:lnTo>
                <a:cubicBezTo>
                  <a:pt x="1267975" y="254228"/>
                  <a:pt x="1266010" y="257676"/>
                  <a:pt x="1263830" y="260989"/>
                </a:cubicBezTo>
                <a:cubicBezTo>
                  <a:pt x="1256766" y="271836"/>
                  <a:pt x="1250320" y="283072"/>
                  <a:pt x="1244523" y="294646"/>
                </a:cubicBezTo>
                <a:cubicBezTo>
                  <a:pt x="1241925" y="298428"/>
                  <a:pt x="1239097" y="302048"/>
                  <a:pt x="1236057" y="305487"/>
                </a:cubicBezTo>
                <a:cubicBezTo>
                  <a:pt x="1234269" y="306899"/>
                  <a:pt x="1231851" y="307217"/>
                  <a:pt x="1229759" y="306313"/>
                </a:cubicBezTo>
                <a:cubicBezTo>
                  <a:pt x="1228211" y="305693"/>
                  <a:pt x="1223772" y="308790"/>
                  <a:pt x="1223772" y="313023"/>
                </a:cubicBezTo>
                <a:cubicBezTo>
                  <a:pt x="1223587" y="317209"/>
                  <a:pt x="1224255" y="321389"/>
                  <a:pt x="1225733" y="325309"/>
                </a:cubicBezTo>
                <a:cubicBezTo>
                  <a:pt x="1226973" y="343493"/>
                  <a:pt x="1226973" y="361740"/>
                  <a:pt x="1225733" y="379924"/>
                </a:cubicBezTo>
                <a:cubicBezTo>
                  <a:pt x="1224838" y="386393"/>
                  <a:pt x="1221036" y="392096"/>
                  <a:pt x="1215409" y="395411"/>
                </a:cubicBezTo>
                <a:cubicBezTo>
                  <a:pt x="1212414" y="396856"/>
                  <a:pt x="1208182" y="404702"/>
                  <a:pt x="1204362" y="406457"/>
                </a:cubicBezTo>
                <a:cubicBezTo>
                  <a:pt x="1200542" y="408213"/>
                  <a:pt x="1196103" y="411723"/>
                  <a:pt x="1194038" y="411723"/>
                </a:cubicBezTo>
                <a:cubicBezTo>
                  <a:pt x="1192045" y="411516"/>
                  <a:pt x="1190295" y="410310"/>
                  <a:pt x="1189392" y="408522"/>
                </a:cubicBezTo>
                <a:cubicBezTo>
                  <a:pt x="1188462" y="407283"/>
                  <a:pt x="1184436" y="406664"/>
                  <a:pt x="1182164" y="405322"/>
                </a:cubicBezTo>
                <a:cubicBezTo>
                  <a:pt x="1179894" y="403979"/>
                  <a:pt x="1178861" y="402121"/>
                  <a:pt x="1176486" y="400883"/>
                </a:cubicBezTo>
                <a:cubicBezTo>
                  <a:pt x="1173044" y="399976"/>
                  <a:pt x="1169815" y="398397"/>
                  <a:pt x="1166988" y="396237"/>
                </a:cubicBezTo>
                <a:cubicBezTo>
                  <a:pt x="1164613" y="393965"/>
                  <a:pt x="1164201" y="390661"/>
                  <a:pt x="1161826" y="386532"/>
                </a:cubicBezTo>
                <a:cubicBezTo>
                  <a:pt x="1158522" y="380647"/>
                  <a:pt x="1147475" y="374968"/>
                  <a:pt x="1147269" y="371665"/>
                </a:cubicBezTo>
                <a:cubicBezTo>
                  <a:pt x="1147062" y="368361"/>
                  <a:pt x="1155527" y="367845"/>
                  <a:pt x="1156560" y="367845"/>
                </a:cubicBezTo>
                <a:cubicBezTo>
                  <a:pt x="1163581" y="367638"/>
                  <a:pt x="1168330" y="372594"/>
                  <a:pt x="1170291" y="372594"/>
                </a:cubicBezTo>
                <a:cubicBezTo>
                  <a:pt x="1177312" y="372594"/>
                  <a:pt x="1180719" y="370013"/>
                  <a:pt x="1181339" y="359689"/>
                </a:cubicBezTo>
                <a:cubicBezTo>
                  <a:pt x="1181339" y="357624"/>
                  <a:pt x="1181339" y="352771"/>
                  <a:pt x="1181339" y="350706"/>
                </a:cubicBezTo>
                <a:cubicBezTo>
                  <a:pt x="1180919" y="346622"/>
                  <a:pt x="1180919" y="342505"/>
                  <a:pt x="1181339" y="338421"/>
                </a:cubicBezTo>
                <a:cubicBezTo>
                  <a:pt x="1181536" y="332904"/>
                  <a:pt x="1182192" y="327413"/>
                  <a:pt x="1183300" y="322005"/>
                </a:cubicBezTo>
                <a:cubicBezTo>
                  <a:pt x="1183300" y="320353"/>
                  <a:pt x="1181752" y="316430"/>
                  <a:pt x="1180307" y="316430"/>
                </a:cubicBezTo>
                <a:cubicBezTo>
                  <a:pt x="1176899" y="317256"/>
                  <a:pt x="1173492" y="313952"/>
                  <a:pt x="1171427" y="313952"/>
                </a:cubicBezTo>
                <a:cubicBezTo>
                  <a:pt x="1169362" y="313952"/>
                  <a:pt x="1166472" y="315191"/>
                  <a:pt x="1164407" y="315191"/>
                </a:cubicBezTo>
                <a:cubicBezTo>
                  <a:pt x="1160629" y="315271"/>
                  <a:pt x="1156854" y="314925"/>
                  <a:pt x="1153154" y="314159"/>
                </a:cubicBezTo>
                <a:cubicBezTo>
                  <a:pt x="1151585" y="313233"/>
                  <a:pt x="1150216" y="312005"/>
                  <a:pt x="1149127" y="310545"/>
                </a:cubicBezTo>
                <a:cubicBezTo>
                  <a:pt x="1148045" y="307892"/>
                  <a:pt x="1147282" y="305119"/>
                  <a:pt x="1146855" y="302286"/>
                </a:cubicBezTo>
                <a:cubicBezTo>
                  <a:pt x="1146339" y="301563"/>
                  <a:pt x="1145720" y="297846"/>
                  <a:pt x="1144894" y="297846"/>
                </a:cubicBezTo>
                <a:cubicBezTo>
                  <a:pt x="1144687" y="295472"/>
                  <a:pt x="1143861" y="291549"/>
                  <a:pt x="1143861" y="289174"/>
                </a:cubicBezTo>
                <a:cubicBezTo>
                  <a:pt x="1143861" y="286800"/>
                  <a:pt x="1141796" y="282463"/>
                  <a:pt x="1141073" y="276476"/>
                </a:cubicBezTo>
                <a:cubicBezTo>
                  <a:pt x="1140351" y="270487"/>
                  <a:pt x="1138390" y="266667"/>
                  <a:pt x="1138390" y="260163"/>
                </a:cubicBezTo>
                <a:cubicBezTo>
                  <a:pt x="1137564" y="250355"/>
                  <a:pt x="1137564" y="245606"/>
                  <a:pt x="1137564" y="243644"/>
                </a:cubicBezTo>
                <a:cubicBezTo>
                  <a:pt x="1138183" y="231978"/>
                  <a:pt x="1145100" y="229397"/>
                  <a:pt x="1147888" y="224958"/>
                </a:cubicBezTo>
                <a:cubicBezTo>
                  <a:pt x="1150882" y="223306"/>
                  <a:pt x="1153772" y="220312"/>
                  <a:pt x="1157386" y="220725"/>
                </a:cubicBezTo>
                <a:cubicBezTo>
                  <a:pt x="1161000" y="221138"/>
                  <a:pt x="1162032" y="222480"/>
                  <a:pt x="1165852" y="225163"/>
                </a:cubicBezTo>
                <a:cubicBezTo>
                  <a:pt x="1167293" y="226877"/>
                  <a:pt x="1168637" y="228669"/>
                  <a:pt x="1169878" y="230532"/>
                </a:cubicBezTo>
                <a:cubicBezTo>
                  <a:pt x="1176031" y="230082"/>
                  <a:pt x="1182015" y="228323"/>
                  <a:pt x="1187430" y="225370"/>
                </a:cubicBezTo>
                <a:cubicBezTo>
                  <a:pt x="1190114" y="223925"/>
                  <a:pt x="1195895" y="223925"/>
                  <a:pt x="1200438" y="221860"/>
                </a:cubicBezTo>
                <a:cubicBezTo>
                  <a:pt x="1203420" y="220263"/>
                  <a:pt x="1206621" y="219115"/>
                  <a:pt x="1209937" y="218453"/>
                </a:cubicBezTo>
                <a:cubicBezTo>
                  <a:pt x="1212001" y="218453"/>
                  <a:pt x="1212621" y="217627"/>
                  <a:pt x="1217370" y="216285"/>
                </a:cubicBezTo>
                <a:cubicBezTo>
                  <a:pt x="1221068" y="215726"/>
                  <a:pt x="1224594" y="214350"/>
                  <a:pt x="1227694" y="212258"/>
                </a:cubicBezTo>
                <a:cubicBezTo>
                  <a:pt x="1229863" y="210710"/>
                  <a:pt x="1231824" y="209471"/>
                  <a:pt x="1233580" y="208439"/>
                </a:cubicBezTo>
                <a:cubicBezTo>
                  <a:pt x="1235235" y="207423"/>
                  <a:pt x="1236960" y="206527"/>
                  <a:pt x="1238741" y="205754"/>
                </a:cubicBezTo>
                <a:cubicBezTo>
                  <a:pt x="1240324" y="204274"/>
                  <a:pt x="1242472" y="203558"/>
                  <a:pt x="1244627" y="203792"/>
                </a:cubicBezTo>
                <a:close/>
                <a:moveTo>
                  <a:pt x="1582952" y="186861"/>
                </a:moveTo>
                <a:cubicBezTo>
                  <a:pt x="1580474" y="189339"/>
                  <a:pt x="1572628" y="186861"/>
                  <a:pt x="1572628" y="193984"/>
                </a:cubicBezTo>
                <a:cubicBezTo>
                  <a:pt x="1572731" y="197495"/>
                  <a:pt x="1571286" y="202141"/>
                  <a:pt x="1573764" y="204309"/>
                </a:cubicBezTo>
                <a:cubicBezTo>
                  <a:pt x="1573764" y="204309"/>
                  <a:pt x="1575726" y="208954"/>
                  <a:pt x="1578202" y="206993"/>
                </a:cubicBezTo>
                <a:cubicBezTo>
                  <a:pt x="1583159" y="203277"/>
                  <a:pt x="1589354" y="201728"/>
                  <a:pt x="1589972" y="195843"/>
                </a:cubicBezTo>
                <a:lnTo>
                  <a:pt x="1590488" y="195533"/>
                </a:lnTo>
                <a:cubicBezTo>
                  <a:pt x="1591418" y="187583"/>
                  <a:pt x="1589457" y="185312"/>
                  <a:pt x="1582952" y="186861"/>
                </a:cubicBezTo>
                <a:close/>
                <a:moveTo>
                  <a:pt x="1638703" y="171684"/>
                </a:moveTo>
                <a:cubicBezTo>
                  <a:pt x="1629928" y="174472"/>
                  <a:pt x="1615784" y="174059"/>
                  <a:pt x="1615061" y="180975"/>
                </a:cubicBezTo>
                <a:cubicBezTo>
                  <a:pt x="1614751" y="184589"/>
                  <a:pt x="1614751" y="190784"/>
                  <a:pt x="1618467" y="192125"/>
                </a:cubicBezTo>
                <a:cubicBezTo>
                  <a:pt x="1622617" y="193169"/>
                  <a:pt x="1626926" y="193414"/>
                  <a:pt x="1631166" y="192848"/>
                </a:cubicBezTo>
                <a:cubicBezTo>
                  <a:pt x="1635178" y="189803"/>
                  <a:pt x="1638138" y="185580"/>
                  <a:pt x="1639632" y="180769"/>
                </a:cubicBezTo>
                <a:cubicBezTo>
                  <a:pt x="1639632" y="178602"/>
                  <a:pt x="1639736" y="172613"/>
                  <a:pt x="1638703" y="171684"/>
                </a:cubicBezTo>
                <a:close/>
                <a:moveTo>
                  <a:pt x="1976099" y="169310"/>
                </a:moveTo>
                <a:cubicBezTo>
                  <a:pt x="1978798" y="169819"/>
                  <a:pt x="1981241" y="171240"/>
                  <a:pt x="1983017" y="173336"/>
                </a:cubicBezTo>
                <a:cubicBezTo>
                  <a:pt x="1986631" y="177156"/>
                  <a:pt x="1990553" y="179015"/>
                  <a:pt x="1993341" y="182938"/>
                </a:cubicBezTo>
                <a:cubicBezTo>
                  <a:pt x="1994939" y="185890"/>
                  <a:pt x="1995988" y="189108"/>
                  <a:pt x="1996438" y="192436"/>
                </a:cubicBezTo>
                <a:cubicBezTo>
                  <a:pt x="1997058" y="194708"/>
                  <a:pt x="2000465" y="197495"/>
                  <a:pt x="2000465" y="198733"/>
                </a:cubicBezTo>
                <a:cubicBezTo>
                  <a:pt x="1999742" y="207613"/>
                  <a:pt x="1993238" y="207406"/>
                  <a:pt x="1984462" y="213600"/>
                </a:cubicBezTo>
                <a:cubicBezTo>
                  <a:pt x="1979652" y="216220"/>
                  <a:pt x="1975379" y="219722"/>
                  <a:pt x="1971867" y="223925"/>
                </a:cubicBezTo>
                <a:cubicBezTo>
                  <a:pt x="1969104" y="226726"/>
                  <a:pt x="1965802" y="228939"/>
                  <a:pt x="1962161" y="230429"/>
                </a:cubicBezTo>
                <a:cubicBezTo>
                  <a:pt x="1952353" y="234662"/>
                  <a:pt x="1943578" y="234249"/>
                  <a:pt x="1942856" y="243954"/>
                </a:cubicBezTo>
                <a:cubicBezTo>
                  <a:pt x="1942133" y="253658"/>
                  <a:pt x="1947501" y="249736"/>
                  <a:pt x="1947501" y="260060"/>
                </a:cubicBezTo>
                <a:cubicBezTo>
                  <a:pt x="1947040" y="262757"/>
                  <a:pt x="1945943" y="265304"/>
                  <a:pt x="1944301" y="267493"/>
                </a:cubicBezTo>
                <a:cubicBezTo>
                  <a:pt x="1942771" y="269451"/>
                  <a:pt x="1941872" y="271827"/>
                  <a:pt x="1941720" y="274307"/>
                </a:cubicBezTo>
                <a:cubicBezTo>
                  <a:pt x="1941694" y="276844"/>
                  <a:pt x="1941018" y="279332"/>
                  <a:pt x="1939758" y="281534"/>
                </a:cubicBezTo>
                <a:cubicBezTo>
                  <a:pt x="1938628" y="283912"/>
                  <a:pt x="1938164" y="286553"/>
                  <a:pt x="1938416" y="289174"/>
                </a:cubicBezTo>
                <a:cubicBezTo>
                  <a:pt x="1938209" y="298672"/>
                  <a:pt x="1936661" y="306622"/>
                  <a:pt x="1939448" y="308996"/>
                </a:cubicBezTo>
                <a:cubicBezTo>
                  <a:pt x="1951330" y="308037"/>
                  <a:pt x="1963257" y="307762"/>
                  <a:pt x="1975171" y="308170"/>
                </a:cubicBezTo>
                <a:cubicBezTo>
                  <a:pt x="1979506" y="308170"/>
                  <a:pt x="1981262" y="305280"/>
                  <a:pt x="1984463" y="304558"/>
                </a:cubicBezTo>
                <a:cubicBezTo>
                  <a:pt x="1987376" y="303912"/>
                  <a:pt x="1990356" y="303599"/>
                  <a:pt x="1993341" y="303628"/>
                </a:cubicBezTo>
                <a:cubicBezTo>
                  <a:pt x="1996648" y="304191"/>
                  <a:pt x="1999897" y="305055"/>
                  <a:pt x="2003047" y="306209"/>
                </a:cubicBezTo>
                <a:cubicBezTo>
                  <a:pt x="2006348" y="307706"/>
                  <a:pt x="2009524" y="309468"/>
                  <a:pt x="2012544" y="311474"/>
                </a:cubicBezTo>
                <a:cubicBezTo>
                  <a:pt x="2016055" y="313952"/>
                  <a:pt x="2022352" y="315295"/>
                  <a:pt x="2024933" y="321798"/>
                </a:cubicBezTo>
                <a:cubicBezTo>
                  <a:pt x="2025722" y="324550"/>
                  <a:pt x="2026105" y="327402"/>
                  <a:pt x="2026069" y="330265"/>
                </a:cubicBezTo>
                <a:lnTo>
                  <a:pt x="2024313" y="330471"/>
                </a:lnTo>
                <a:cubicBezTo>
                  <a:pt x="2024318" y="331623"/>
                  <a:pt x="2024762" y="332731"/>
                  <a:pt x="2025552" y="333568"/>
                </a:cubicBezTo>
                <a:cubicBezTo>
                  <a:pt x="2026317" y="334952"/>
                  <a:pt x="2026608" y="336547"/>
                  <a:pt x="2026379" y="338111"/>
                </a:cubicBezTo>
                <a:cubicBezTo>
                  <a:pt x="2025896" y="340753"/>
                  <a:pt x="2024840" y="343254"/>
                  <a:pt x="2023281" y="345442"/>
                </a:cubicBezTo>
                <a:cubicBezTo>
                  <a:pt x="2021629" y="348022"/>
                  <a:pt x="2019564" y="351739"/>
                  <a:pt x="2017086" y="351739"/>
                </a:cubicBezTo>
                <a:cubicBezTo>
                  <a:pt x="2010479" y="351945"/>
                  <a:pt x="2007175" y="352565"/>
                  <a:pt x="2005007" y="352462"/>
                </a:cubicBezTo>
                <a:cubicBezTo>
                  <a:pt x="2002840" y="352358"/>
                  <a:pt x="1996438" y="350190"/>
                  <a:pt x="1991895" y="350190"/>
                </a:cubicBezTo>
                <a:cubicBezTo>
                  <a:pt x="1987353" y="350190"/>
                  <a:pt x="1984153" y="351429"/>
                  <a:pt x="1978474" y="351326"/>
                </a:cubicBezTo>
                <a:cubicBezTo>
                  <a:pt x="1972796" y="351223"/>
                  <a:pt x="1962575" y="350190"/>
                  <a:pt x="1956277" y="349467"/>
                </a:cubicBezTo>
                <a:cubicBezTo>
                  <a:pt x="1952251" y="348951"/>
                  <a:pt x="1939655" y="349984"/>
                  <a:pt x="1935628" y="349467"/>
                </a:cubicBezTo>
                <a:cubicBezTo>
                  <a:pt x="1928702" y="348819"/>
                  <a:pt x="1921715" y="349377"/>
                  <a:pt x="1914980" y="351119"/>
                </a:cubicBezTo>
                <a:lnTo>
                  <a:pt x="1895260" y="353907"/>
                </a:lnTo>
                <a:cubicBezTo>
                  <a:pt x="1888241" y="354940"/>
                  <a:pt x="1879155" y="353391"/>
                  <a:pt x="1872857" y="353391"/>
                </a:cubicBezTo>
                <a:cubicBezTo>
                  <a:pt x="1859349" y="354650"/>
                  <a:pt x="1846020" y="357385"/>
                  <a:pt x="1833109" y="361547"/>
                </a:cubicBezTo>
                <a:cubicBezTo>
                  <a:pt x="1816693" y="367225"/>
                  <a:pt x="1787992" y="380544"/>
                  <a:pt x="1784378" y="380131"/>
                </a:cubicBezTo>
                <a:cubicBezTo>
                  <a:pt x="1780764" y="379718"/>
                  <a:pt x="1773125" y="369497"/>
                  <a:pt x="1765795" y="362579"/>
                </a:cubicBezTo>
                <a:cubicBezTo>
                  <a:pt x="1765175" y="359166"/>
                  <a:pt x="1765175" y="355668"/>
                  <a:pt x="1765795" y="352255"/>
                </a:cubicBezTo>
                <a:cubicBezTo>
                  <a:pt x="1766474" y="348028"/>
                  <a:pt x="1766085" y="343696"/>
                  <a:pt x="1764659" y="339660"/>
                </a:cubicBezTo>
                <a:cubicBezTo>
                  <a:pt x="1767446" y="334807"/>
                  <a:pt x="1783655" y="328819"/>
                  <a:pt x="1785307" y="328406"/>
                </a:cubicBezTo>
                <a:cubicBezTo>
                  <a:pt x="1786959" y="327993"/>
                  <a:pt x="1793361" y="330471"/>
                  <a:pt x="1797283" y="329542"/>
                </a:cubicBezTo>
                <a:cubicBezTo>
                  <a:pt x="1799348" y="329026"/>
                  <a:pt x="1814009" y="323037"/>
                  <a:pt x="1822061" y="320146"/>
                </a:cubicBezTo>
                <a:cubicBezTo>
                  <a:pt x="1825262" y="319115"/>
                  <a:pt x="1829908" y="318907"/>
                  <a:pt x="1832386" y="318186"/>
                </a:cubicBezTo>
                <a:cubicBezTo>
                  <a:pt x="1840025" y="315811"/>
                  <a:pt x="1851279" y="310132"/>
                  <a:pt x="1859539" y="306828"/>
                </a:cubicBezTo>
                <a:cubicBezTo>
                  <a:pt x="1877194" y="299808"/>
                  <a:pt x="1878122" y="278541"/>
                  <a:pt x="1880806" y="270487"/>
                </a:cubicBezTo>
                <a:cubicBezTo>
                  <a:pt x="1882223" y="266581"/>
                  <a:pt x="1882956" y="262460"/>
                  <a:pt x="1882975" y="258305"/>
                </a:cubicBezTo>
                <a:cubicBezTo>
                  <a:pt x="1883078" y="254278"/>
                  <a:pt x="1882768" y="249426"/>
                  <a:pt x="1880806" y="248703"/>
                </a:cubicBezTo>
                <a:cubicBezTo>
                  <a:pt x="1877329" y="248999"/>
                  <a:pt x="1873878" y="249551"/>
                  <a:pt x="1870482" y="250355"/>
                </a:cubicBezTo>
                <a:cubicBezTo>
                  <a:pt x="1866134" y="251849"/>
                  <a:pt x="1861468" y="252170"/>
                  <a:pt x="1856958" y="251285"/>
                </a:cubicBezTo>
                <a:cubicBezTo>
                  <a:pt x="1852828" y="249323"/>
                  <a:pt x="1853447" y="244470"/>
                  <a:pt x="1852828" y="238998"/>
                </a:cubicBezTo>
                <a:cubicBezTo>
                  <a:pt x="1851507" y="233447"/>
                  <a:pt x="1848727" y="228350"/>
                  <a:pt x="1844775" y="224235"/>
                </a:cubicBezTo>
                <a:cubicBezTo>
                  <a:pt x="1843226" y="220476"/>
                  <a:pt x="1842521" y="216423"/>
                  <a:pt x="1842710" y="212361"/>
                </a:cubicBezTo>
                <a:cubicBezTo>
                  <a:pt x="1842813" y="210194"/>
                  <a:pt x="1841678" y="203070"/>
                  <a:pt x="1841678" y="200902"/>
                </a:cubicBezTo>
                <a:cubicBezTo>
                  <a:pt x="1841678" y="195224"/>
                  <a:pt x="1847047" y="194811"/>
                  <a:pt x="1852002" y="192333"/>
                </a:cubicBezTo>
                <a:cubicBezTo>
                  <a:pt x="1858142" y="193405"/>
                  <a:pt x="1864210" y="194853"/>
                  <a:pt x="1870173" y="196669"/>
                </a:cubicBezTo>
                <a:cubicBezTo>
                  <a:pt x="1884753" y="195089"/>
                  <a:pt x="1899231" y="192677"/>
                  <a:pt x="1913535" y="189442"/>
                </a:cubicBezTo>
                <a:cubicBezTo>
                  <a:pt x="1916736" y="188719"/>
                  <a:pt x="1920245" y="187583"/>
                  <a:pt x="1921071" y="187377"/>
                </a:cubicBezTo>
                <a:cubicBezTo>
                  <a:pt x="1921897" y="187170"/>
                  <a:pt x="1924891" y="185828"/>
                  <a:pt x="1926440" y="185312"/>
                </a:cubicBezTo>
                <a:cubicBezTo>
                  <a:pt x="1937768" y="181989"/>
                  <a:pt x="1948680" y="177383"/>
                  <a:pt x="1958962" y="171582"/>
                </a:cubicBezTo>
                <a:cubicBezTo>
                  <a:pt x="1961912" y="170567"/>
                  <a:pt x="1965041" y="170180"/>
                  <a:pt x="1968150" y="170446"/>
                </a:cubicBezTo>
                <a:cubicBezTo>
                  <a:pt x="1970820" y="170217"/>
                  <a:pt x="1973473" y="169838"/>
                  <a:pt x="1976099" y="169310"/>
                </a:cubicBezTo>
                <a:close/>
                <a:moveTo>
                  <a:pt x="1519355" y="157334"/>
                </a:moveTo>
                <a:cubicBezTo>
                  <a:pt x="1524414" y="154340"/>
                  <a:pt x="1526995" y="165490"/>
                  <a:pt x="1528647" y="169517"/>
                </a:cubicBezTo>
                <a:cubicBezTo>
                  <a:pt x="1529576" y="171478"/>
                  <a:pt x="1526789" y="179118"/>
                  <a:pt x="1526478" y="181802"/>
                </a:cubicBezTo>
                <a:cubicBezTo>
                  <a:pt x="1526169" y="184487"/>
                  <a:pt x="1522245" y="187790"/>
                  <a:pt x="1522245" y="195843"/>
                </a:cubicBezTo>
                <a:cubicBezTo>
                  <a:pt x="1522350" y="199456"/>
                  <a:pt x="1519046" y="202141"/>
                  <a:pt x="1514606" y="206167"/>
                </a:cubicBezTo>
                <a:cubicBezTo>
                  <a:pt x="1510065" y="210559"/>
                  <a:pt x="1505823" y="215250"/>
                  <a:pt x="1501908" y="220208"/>
                </a:cubicBezTo>
                <a:cubicBezTo>
                  <a:pt x="1499838" y="225135"/>
                  <a:pt x="1499368" y="230590"/>
                  <a:pt x="1500565" y="235798"/>
                </a:cubicBezTo>
                <a:cubicBezTo>
                  <a:pt x="1500565" y="237553"/>
                  <a:pt x="1498397" y="243128"/>
                  <a:pt x="1501494" y="246122"/>
                </a:cubicBezTo>
                <a:cubicBezTo>
                  <a:pt x="1504592" y="249117"/>
                  <a:pt x="1507999" y="245916"/>
                  <a:pt x="1509753" y="246122"/>
                </a:cubicBezTo>
                <a:cubicBezTo>
                  <a:pt x="1511509" y="246329"/>
                  <a:pt x="1510373" y="249839"/>
                  <a:pt x="1512438" y="253658"/>
                </a:cubicBezTo>
                <a:cubicBezTo>
                  <a:pt x="1516258" y="260989"/>
                  <a:pt x="1517497" y="262125"/>
                  <a:pt x="1517497" y="265739"/>
                </a:cubicBezTo>
                <a:cubicBezTo>
                  <a:pt x="1517393" y="267803"/>
                  <a:pt x="1517393" y="269558"/>
                  <a:pt x="1515742" y="270590"/>
                </a:cubicBezTo>
                <a:cubicBezTo>
                  <a:pt x="1506180" y="276353"/>
                  <a:pt x="1498031" y="284186"/>
                  <a:pt x="1491893" y="293510"/>
                </a:cubicBezTo>
                <a:cubicBezTo>
                  <a:pt x="1491214" y="296681"/>
                  <a:pt x="1491614" y="299988"/>
                  <a:pt x="1493029" y="302906"/>
                </a:cubicBezTo>
                <a:cubicBezTo>
                  <a:pt x="1494990" y="302906"/>
                  <a:pt x="1499945" y="302906"/>
                  <a:pt x="1502114" y="302906"/>
                </a:cubicBezTo>
                <a:lnTo>
                  <a:pt x="1501804" y="303525"/>
                </a:lnTo>
                <a:cubicBezTo>
                  <a:pt x="1505045" y="304420"/>
                  <a:pt x="1507929" y="306295"/>
                  <a:pt x="1510063" y="308893"/>
                </a:cubicBezTo>
                <a:cubicBezTo>
                  <a:pt x="1511548" y="311629"/>
                  <a:pt x="1512395" y="314664"/>
                  <a:pt x="1512541" y="317773"/>
                </a:cubicBezTo>
                <a:cubicBezTo>
                  <a:pt x="1510992" y="330885"/>
                  <a:pt x="1499636" y="339040"/>
                  <a:pt x="1489312" y="345647"/>
                </a:cubicBezTo>
                <a:cubicBezTo>
                  <a:pt x="1478988" y="352255"/>
                  <a:pt x="1460300" y="359482"/>
                  <a:pt x="1451422" y="364541"/>
                </a:cubicBezTo>
                <a:cubicBezTo>
                  <a:pt x="1444091" y="368774"/>
                  <a:pt x="1437175" y="379305"/>
                  <a:pt x="1432941" y="381060"/>
                </a:cubicBezTo>
                <a:cubicBezTo>
                  <a:pt x="1432941" y="381060"/>
                  <a:pt x="1427883" y="382712"/>
                  <a:pt x="1425612" y="381060"/>
                </a:cubicBezTo>
                <a:cubicBezTo>
                  <a:pt x="1422246" y="379845"/>
                  <a:pt x="1418794" y="378878"/>
                  <a:pt x="1415288" y="378169"/>
                </a:cubicBezTo>
                <a:cubicBezTo>
                  <a:pt x="1411777" y="377033"/>
                  <a:pt x="1413429" y="372078"/>
                  <a:pt x="1410848" y="369084"/>
                </a:cubicBezTo>
                <a:cubicBezTo>
                  <a:pt x="1408150" y="366455"/>
                  <a:pt x="1405977" y="363337"/>
                  <a:pt x="1404446" y="359895"/>
                </a:cubicBezTo>
                <a:cubicBezTo>
                  <a:pt x="1402290" y="354593"/>
                  <a:pt x="1401304" y="348888"/>
                  <a:pt x="1401556" y="343170"/>
                </a:cubicBezTo>
                <a:cubicBezTo>
                  <a:pt x="1404635" y="335879"/>
                  <a:pt x="1410568" y="330170"/>
                  <a:pt x="1417971" y="327374"/>
                </a:cubicBezTo>
                <a:cubicBezTo>
                  <a:pt x="1421231" y="325247"/>
                  <a:pt x="1424367" y="322937"/>
                  <a:pt x="1427367" y="320456"/>
                </a:cubicBezTo>
                <a:cubicBezTo>
                  <a:pt x="1430237" y="318864"/>
                  <a:pt x="1432573" y="316457"/>
                  <a:pt x="1434077" y="313539"/>
                </a:cubicBezTo>
                <a:cubicBezTo>
                  <a:pt x="1434974" y="311396"/>
                  <a:pt x="1435565" y="309137"/>
                  <a:pt x="1435832" y="306828"/>
                </a:cubicBezTo>
                <a:cubicBezTo>
                  <a:pt x="1436039" y="303319"/>
                  <a:pt x="1437794" y="300738"/>
                  <a:pt x="1437793" y="298156"/>
                </a:cubicBezTo>
                <a:cubicBezTo>
                  <a:pt x="1437509" y="295584"/>
                  <a:pt x="1436426" y="293165"/>
                  <a:pt x="1434696" y="291240"/>
                </a:cubicBezTo>
                <a:cubicBezTo>
                  <a:pt x="1433028" y="289544"/>
                  <a:pt x="1431758" y="287498"/>
                  <a:pt x="1430979" y="285251"/>
                </a:cubicBezTo>
                <a:cubicBezTo>
                  <a:pt x="1430979" y="285148"/>
                  <a:pt x="1423547" y="276579"/>
                  <a:pt x="1423546" y="272346"/>
                </a:cubicBezTo>
                <a:cubicBezTo>
                  <a:pt x="1423792" y="265822"/>
                  <a:pt x="1428908" y="260529"/>
                  <a:pt x="1435419" y="260060"/>
                </a:cubicBezTo>
                <a:cubicBezTo>
                  <a:pt x="1437484" y="259234"/>
                  <a:pt x="1441304" y="260060"/>
                  <a:pt x="1443368" y="260060"/>
                </a:cubicBezTo>
                <a:cubicBezTo>
                  <a:pt x="1448324" y="259647"/>
                  <a:pt x="1451835" y="254897"/>
                  <a:pt x="1454520" y="250872"/>
                </a:cubicBezTo>
                <a:cubicBezTo>
                  <a:pt x="1455954" y="245333"/>
                  <a:pt x="1456784" y="239656"/>
                  <a:pt x="1456996" y="233940"/>
                </a:cubicBezTo>
                <a:cubicBezTo>
                  <a:pt x="1458648" y="228158"/>
                  <a:pt x="1451732" y="227228"/>
                  <a:pt x="1448324" y="225887"/>
                </a:cubicBezTo>
                <a:cubicBezTo>
                  <a:pt x="1445047" y="224232"/>
                  <a:pt x="1441580" y="222985"/>
                  <a:pt x="1438000" y="222170"/>
                </a:cubicBezTo>
                <a:cubicBezTo>
                  <a:pt x="1435213" y="221964"/>
                  <a:pt x="1432838" y="218660"/>
                  <a:pt x="1431496" y="215046"/>
                </a:cubicBezTo>
                <a:cubicBezTo>
                  <a:pt x="1430154" y="211433"/>
                  <a:pt x="1429017" y="212569"/>
                  <a:pt x="1426128" y="211433"/>
                </a:cubicBezTo>
                <a:cubicBezTo>
                  <a:pt x="1423236" y="210297"/>
                  <a:pt x="1423236" y="200489"/>
                  <a:pt x="1423236" y="199354"/>
                </a:cubicBezTo>
                <a:cubicBezTo>
                  <a:pt x="1423236" y="198218"/>
                  <a:pt x="1426231" y="196979"/>
                  <a:pt x="1428812" y="195843"/>
                </a:cubicBezTo>
                <a:cubicBezTo>
                  <a:pt x="1431393" y="194708"/>
                  <a:pt x="1431393" y="192849"/>
                  <a:pt x="1433044" y="189339"/>
                </a:cubicBezTo>
                <a:cubicBezTo>
                  <a:pt x="1434697" y="185829"/>
                  <a:pt x="1438517" y="185003"/>
                  <a:pt x="1442027" y="184074"/>
                </a:cubicBezTo>
                <a:cubicBezTo>
                  <a:pt x="1445971" y="183842"/>
                  <a:pt x="1449901" y="183393"/>
                  <a:pt x="1453797" y="182732"/>
                </a:cubicBezTo>
                <a:cubicBezTo>
                  <a:pt x="1470314" y="176021"/>
                  <a:pt x="1489002" y="157541"/>
                  <a:pt x="1504798" y="158367"/>
                </a:cubicBezTo>
                <a:cubicBezTo>
                  <a:pt x="1512850" y="158883"/>
                  <a:pt x="1516154" y="159090"/>
                  <a:pt x="1519355" y="157334"/>
                </a:cubicBezTo>
                <a:close/>
                <a:moveTo>
                  <a:pt x="2231935" y="156920"/>
                </a:moveTo>
                <a:cubicBezTo>
                  <a:pt x="2235754" y="157539"/>
                  <a:pt x="2245976" y="155784"/>
                  <a:pt x="2246905" y="157539"/>
                </a:cubicBezTo>
                <a:cubicBezTo>
                  <a:pt x="2249874" y="161889"/>
                  <a:pt x="2254030" y="165293"/>
                  <a:pt x="2258881" y="167347"/>
                </a:cubicBezTo>
                <a:cubicBezTo>
                  <a:pt x="2262908" y="169412"/>
                  <a:pt x="2261153" y="172200"/>
                  <a:pt x="2261669" y="175813"/>
                </a:cubicBezTo>
                <a:cubicBezTo>
                  <a:pt x="2262185" y="179426"/>
                  <a:pt x="2264456" y="180872"/>
                  <a:pt x="2263321" y="183969"/>
                </a:cubicBezTo>
                <a:cubicBezTo>
                  <a:pt x="2262185" y="187067"/>
                  <a:pt x="2259398" y="192538"/>
                  <a:pt x="2257023" y="199146"/>
                </a:cubicBezTo>
                <a:cubicBezTo>
                  <a:pt x="2257023" y="200591"/>
                  <a:pt x="2255164" y="208024"/>
                  <a:pt x="2257023" y="208024"/>
                </a:cubicBezTo>
                <a:cubicBezTo>
                  <a:pt x="2259165" y="208154"/>
                  <a:pt x="2261295" y="207612"/>
                  <a:pt x="2263115" y="206476"/>
                </a:cubicBezTo>
                <a:cubicBezTo>
                  <a:pt x="2264043" y="206063"/>
                  <a:pt x="2268173" y="203999"/>
                  <a:pt x="2270754" y="203069"/>
                </a:cubicBezTo>
                <a:cubicBezTo>
                  <a:pt x="2273855" y="202378"/>
                  <a:pt x="2276868" y="201340"/>
                  <a:pt x="2279736" y="199972"/>
                </a:cubicBezTo>
                <a:cubicBezTo>
                  <a:pt x="2283247" y="197494"/>
                  <a:pt x="2287892" y="192538"/>
                  <a:pt x="2290061" y="192538"/>
                </a:cubicBezTo>
                <a:cubicBezTo>
                  <a:pt x="2290061" y="192538"/>
                  <a:pt x="2303792" y="188512"/>
                  <a:pt x="2306166" y="192538"/>
                </a:cubicBezTo>
                <a:cubicBezTo>
                  <a:pt x="2308540" y="196565"/>
                  <a:pt x="2314322" y="196152"/>
                  <a:pt x="2320207" y="197081"/>
                </a:cubicBezTo>
                <a:cubicBezTo>
                  <a:pt x="2326092" y="198010"/>
                  <a:pt x="2329912" y="207508"/>
                  <a:pt x="2329912" y="215562"/>
                </a:cubicBezTo>
                <a:cubicBezTo>
                  <a:pt x="2330015" y="218866"/>
                  <a:pt x="2329809" y="220207"/>
                  <a:pt x="2326195" y="220207"/>
                </a:cubicBezTo>
                <a:cubicBezTo>
                  <a:pt x="2324234" y="220310"/>
                  <a:pt x="2322065" y="223614"/>
                  <a:pt x="2318453" y="225989"/>
                </a:cubicBezTo>
                <a:cubicBezTo>
                  <a:pt x="2312820" y="229229"/>
                  <a:pt x="2306824" y="231793"/>
                  <a:pt x="2300591" y="233628"/>
                </a:cubicBezTo>
                <a:cubicBezTo>
                  <a:pt x="2297450" y="235726"/>
                  <a:pt x="2293951" y="237230"/>
                  <a:pt x="2290267" y="238068"/>
                </a:cubicBezTo>
                <a:cubicBezTo>
                  <a:pt x="2285724" y="238688"/>
                  <a:pt x="2281698" y="238894"/>
                  <a:pt x="2278292" y="239617"/>
                </a:cubicBezTo>
                <a:cubicBezTo>
                  <a:pt x="2271898" y="241186"/>
                  <a:pt x="2265725" y="243544"/>
                  <a:pt x="2259914" y="246637"/>
                </a:cubicBezTo>
                <a:cubicBezTo>
                  <a:pt x="2257436" y="249264"/>
                  <a:pt x="2255381" y="252260"/>
                  <a:pt x="2253822" y="255516"/>
                </a:cubicBezTo>
                <a:cubicBezTo>
                  <a:pt x="2252387" y="260351"/>
                  <a:pt x="2253182" y="265574"/>
                  <a:pt x="2255990" y="269764"/>
                </a:cubicBezTo>
                <a:cubicBezTo>
                  <a:pt x="2264589" y="281474"/>
                  <a:pt x="2274809" y="291904"/>
                  <a:pt x="2286344" y="300736"/>
                </a:cubicBezTo>
                <a:cubicBezTo>
                  <a:pt x="2291815" y="305382"/>
                  <a:pt x="2299559" y="321385"/>
                  <a:pt x="2308747" y="326031"/>
                </a:cubicBezTo>
                <a:cubicBezTo>
                  <a:pt x="2316944" y="330490"/>
                  <a:pt x="2324660" y="335784"/>
                  <a:pt x="2331771" y="341826"/>
                </a:cubicBezTo>
                <a:cubicBezTo>
                  <a:pt x="2335963" y="344047"/>
                  <a:pt x="2340397" y="345780"/>
                  <a:pt x="2344986" y="346989"/>
                </a:cubicBezTo>
                <a:cubicBezTo>
                  <a:pt x="2349115" y="348744"/>
                  <a:pt x="2352729" y="352564"/>
                  <a:pt x="2355310" y="353494"/>
                </a:cubicBezTo>
                <a:cubicBezTo>
                  <a:pt x="2362020" y="355764"/>
                  <a:pt x="2367802" y="357829"/>
                  <a:pt x="2378126" y="361959"/>
                </a:cubicBezTo>
                <a:cubicBezTo>
                  <a:pt x="2380604" y="362992"/>
                  <a:pt x="2384734" y="363301"/>
                  <a:pt x="2385973" y="365573"/>
                </a:cubicBezTo>
                <a:lnTo>
                  <a:pt x="2385147" y="366605"/>
                </a:lnTo>
                <a:cubicBezTo>
                  <a:pt x="2386180" y="368566"/>
                  <a:pt x="2382875" y="370321"/>
                  <a:pt x="2382669" y="372593"/>
                </a:cubicBezTo>
                <a:cubicBezTo>
                  <a:pt x="2382463" y="374864"/>
                  <a:pt x="2383495" y="378685"/>
                  <a:pt x="2381534" y="381058"/>
                </a:cubicBezTo>
                <a:cubicBezTo>
                  <a:pt x="2378360" y="385127"/>
                  <a:pt x="2373575" y="387614"/>
                  <a:pt x="2368422" y="387873"/>
                </a:cubicBezTo>
                <a:cubicBezTo>
                  <a:pt x="2366253" y="388079"/>
                  <a:pt x="2364601" y="391177"/>
                  <a:pt x="2363053" y="392313"/>
                </a:cubicBezTo>
                <a:cubicBezTo>
                  <a:pt x="2361504" y="393448"/>
                  <a:pt x="2359233" y="393448"/>
                  <a:pt x="2357684" y="393448"/>
                </a:cubicBezTo>
                <a:cubicBezTo>
                  <a:pt x="2353647" y="393464"/>
                  <a:pt x="2349612" y="393222"/>
                  <a:pt x="2345605" y="392726"/>
                </a:cubicBezTo>
                <a:cubicBezTo>
                  <a:pt x="2341443" y="392953"/>
                  <a:pt x="2337274" y="392953"/>
                  <a:pt x="2333113" y="392726"/>
                </a:cubicBezTo>
                <a:cubicBezTo>
                  <a:pt x="2329371" y="392692"/>
                  <a:pt x="2325665" y="391993"/>
                  <a:pt x="2322168" y="390661"/>
                </a:cubicBezTo>
                <a:cubicBezTo>
                  <a:pt x="2315355" y="386737"/>
                  <a:pt x="2310193" y="389628"/>
                  <a:pt x="2305031" y="388286"/>
                </a:cubicBezTo>
                <a:cubicBezTo>
                  <a:pt x="2300978" y="387557"/>
                  <a:pt x="2297439" y="385109"/>
                  <a:pt x="2295326" y="381576"/>
                </a:cubicBezTo>
                <a:cubicBezTo>
                  <a:pt x="2292023" y="372386"/>
                  <a:pt x="2296461" y="369702"/>
                  <a:pt x="2280459" y="355041"/>
                </a:cubicBezTo>
                <a:cubicBezTo>
                  <a:pt x="2274422" y="348266"/>
                  <a:pt x="2268802" y="341128"/>
                  <a:pt x="2263631" y="333671"/>
                </a:cubicBezTo>
                <a:cubicBezTo>
                  <a:pt x="2260482" y="329532"/>
                  <a:pt x="2257032" y="325633"/>
                  <a:pt x="2253306" y="322004"/>
                </a:cubicBezTo>
                <a:cubicBezTo>
                  <a:pt x="2242775" y="314261"/>
                  <a:pt x="2233381" y="303524"/>
                  <a:pt x="2229870" y="301355"/>
                </a:cubicBezTo>
                <a:cubicBezTo>
                  <a:pt x="2228631" y="300633"/>
                  <a:pt x="2221611" y="317358"/>
                  <a:pt x="2213661" y="325928"/>
                </a:cubicBezTo>
                <a:cubicBezTo>
                  <a:pt x="2205712" y="334497"/>
                  <a:pt x="2199930" y="338523"/>
                  <a:pt x="2190225" y="348847"/>
                </a:cubicBezTo>
                <a:cubicBezTo>
                  <a:pt x="2183141" y="355125"/>
                  <a:pt x="2174996" y="360090"/>
                  <a:pt x="2166170" y="363508"/>
                </a:cubicBezTo>
                <a:cubicBezTo>
                  <a:pt x="2162143" y="366192"/>
                  <a:pt x="2152954" y="370321"/>
                  <a:pt x="2148309" y="373212"/>
                </a:cubicBezTo>
                <a:cubicBezTo>
                  <a:pt x="2143662" y="376103"/>
                  <a:pt x="2135507" y="375690"/>
                  <a:pt x="2131893" y="377446"/>
                </a:cubicBezTo>
                <a:cubicBezTo>
                  <a:pt x="2129031" y="378564"/>
                  <a:pt x="2125982" y="379125"/>
                  <a:pt x="2122911" y="379098"/>
                </a:cubicBezTo>
                <a:cubicBezTo>
                  <a:pt x="2120433" y="378685"/>
                  <a:pt x="2118678" y="375174"/>
                  <a:pt x="2116819" y="373832"/>
                </a:cubicBezTo>
                <a:cubicBezTo>
                  <a:pt x="2114961" y="372490"/>
                  <a:pt x="2114961" y="365779"/>
                  <a:pt x="2112173" y="364540"/>
                </a:cubicBezTo>
                <a:cubicBezTo>
                  <a:pt x="2109483" y="363880"/>
                  <a:pt x="2106858" y="362981"/>
                  <a:pt x="2104327" y="361856"/>
                </a:cubicBezTo>
                <a:cubicBezTo>
                  <a:pt x="2102675" y="360307"/>
                  <a:pt x="2104017" y="357726"/>
                  <a:pt x="2109386" y="355971"/>
                </a:cubicBezTo>
                <a:cubicBezTo>
                  <a:pt x="2113667" y="354518"/>
                  <a:pt x="2117603" y="352198"/>
                  <a:pt x="2120949" y="349157"/>
                </a:cubicBezTo>
                <a:cubicBezTo>
                  <a:pt x="2123788" y="347464"/>
                  <a:pt x="2126451" y="345492"/>
                  <a:pt x="2128899" y="343272"/>
                </a:cubicBezTo>
                <a:cubicBezTo>
                  <a:pt x="2129828" y="342136"/>
                  <a:pt x="2133132" y="341620"/>
                  <a:pt x="2134475" y="340795"/>
                </a:cubicBezTo>
                <a:cubicBezTo>
                  <a:pt x="2147577" y="329689"/>
                  <a:pt x="2159989" y="317794"/>
                  <a:pt x="2171641" y="305176"/>
                </a:cubicBezTo>
                <a:cubicBezTo>
                  <a:pt x="2178304" y="297997"/>
                  <a:pt x="2183215" y="289376"/>
                  <a:pt x="2185992" y="279985"/>
                </a:cubicBezTo>
                <a:cubicBezTo>
                  <a:pt x="2187750" y="276810"/>
                  <a:pt x="2188772" y="273282"/>
                  <a:pt x="2188986" y="269661"/>
                </a:cubicBezTo>
                <a:cubicBezTo>
                  <a:pt x="2188676" y="268009"/>
                  <a:pt x="2183720" y="269661"/>
                  <a:pt x="2181552" y="269661"/>
                </a:cubicBezTo>
                <a:cubicBezTo>
                  <a:pt x="2179385" y="269661"/>
                  <a:pt x="2178043" y="269557"/>
                  <a:pt x="2175874" y="269661"/>
                </a:cubicBezTo>
                <a:cubicBezTo>
                  <a:pt x="2173706" y="269764"/>
                  <a:pt x="2170712" y="271726"/>
                  <a:pt x="2168234" y="271726"/>
                </a:cubicBezTo>
                <a:cubicBezTo>
                  <a:pt x="2165861" y="272552"/>
                  <a:pt x="2163278" y="272552"/>
                  <a:pt x="2160904" y="271726"/>
                </a:cubicBezTo>
                <a:cubicBezTo>
                  <a:pt x="2156980" y="270487"/>
                  <a:pt x="2154915" y="267183"/>
                  <a:pt x="2149650" y="266460"/>
                </a:cubicBezTo>
                <a:cubicBezTo>
                  <a:pt x="2142546" y="263940"/>
                  <a:pt x="2137471" y="257627"/>
                  <a:pt x="2136538" y="250147"/>
                </a:cubicBezTo>
                <a:cubicBezTo>
                  <a:pt x="2135647" y="246319"/>
                  <a:pt x="2137008" y="242316"/>
                  <a:pt x="2140048" y="239823"/>
                </a:cubicBezTo>
                <a:cubicBezTo>
                  <a:pt x="2142733" y="237862"/>
                  <a:pt x="2144075" y="235074"/>
                  <a:pt x="2146244" y="233422"/>
                </a:cubicBezTo>
                <a:cubicBezTo>
                  <a:pt x="2148412" y="231771"/>
                  <a:pt x="2152334" y="231564"/>
                  <a:pt x="2154090" y="230429"/>
                </a:cubicBezTo>
                <a:cubicBezTo>
                  <a:pt x="2155845" y="229293"/>
                  <a:pt x="2157703" y="227228"/>
                  <a:pt x="2160697" y="226092"/>
                </a:cubicBezTo>
                <a:cubicBezTo>
                  <a:pt x="2163692" y="224956"/>
                  <a:pt x="2171331" y="226092"/>
                  <a:pt x="2176804" y="226092"/>
                </a:cubicBezTo>
                <a:cubicBezTo>
                  <a:pt x="2186209" y="224856"/>
                  <a:pt x="2195249" y="221655"/>
                  <a:pt x="2203337" y="216697"/>
                </a:cubicBezTo>
                <a:cubicBezTo>
                  <a:pt x="2203056" y="208255"/>
                  <a:pt x="2204790" y="199867"/>
                  <a:pt x="2208395" y="192228"/>
                </a:cubicBezTo>
                <a:cubicBezTo>
                  <a:pt x="2209616" y="187158"/>
                  <a:pt x="2210207" y="181957"/>
                  <a:pt x="2210150" y="176743"/>
                </a:cubicBezTo>
                <a:cubicBezTo>
                  <a:pt x="2210717" y="172295"/>
                  <a:pt x="2210472" y="167783"/>
                  <a:pt x="2209428" y="163424"/>
                </a:cubicBezTo>
                <a:cubicBezTo>
                  <a:pt x="2209324" y="159707"/>
                  <a:pt x="2211389" y="159294"/>
                  <a:pt x="2213558" y="158675"/>
                </a:cubicBezTo>
                <a:cubicBezTo>
                  <a:pt x="2220372" y="156816"/>
                  <a:pt x="2220269" y="159398"/>
                  <a:pt x="2223882" y="159501"/>
                </a:cubicBezTo>
                <a:cubicBezTo>
                  <a:pt x="2227495" y="159604"/>
                  <a:pt x="2228115" y="156300"/>
                  <a:pt x="2231935" y="156920"/>
                </a:cubicBezTo>
                <a:close/>
                <a:moveTo>
                  <a:pt x="802852" y="153616"/>
                </a:moveTo>
                <a:cubicBezTo>
                  <a:pt x="804813" y="153823"/>
                  <a:pt x="807084" y="157127"/>
                  <a:pt x="810491" y="157849"/>
                </a:cubicBezTo>
                <a:cubicBezTo>
                  <a:pt x="813898" y="158572"/>
                  <a:pt x="818751" y="158469"/>
                  <a:pt x="822673" y="159192"/>
                </a:cubicBezTo>
                <a:cubicBezTo>
                  <a:pt x="824739" y="159192"/>
                  <a:pt x="832997" y="159192"/>
                  <a:pt x="835063" y="159192"/>
                </a:cubicBezTo>
                <a:cubicBezTo>
                  <a:pt x="837854" y="159362"/>
                  <a:pt x="840587" y="160062"/>
                  <a:pt x="843116" y="161257"/>
                </a:cubicBezTo>
                <a:cubicBezTo>
                  <a:pt x="844355" y="161979"/>
                  <a:pt x="848691" y="162908"/>
                  <a:pt x="850239" y="164663"/>
                </a:cubicBezTo>
                <a:cubicBezTo>
                  <a:pt x="853746" y="167914"/>
                  <a:pt x="856373" y="171998"/>
                  <a:pt x="857880" y="176536"/>
                </a:cubicBezTo>
                <a:lnTo>
                  <a:pt x="856537" y="177052"/>
                </a:lnTo>
                <a:cubicBezTo>
                  <a:pt x="857054" y="180769"/>
                  <a:pt x="855918" y="182008"/>
                  <a:pt x="855918" y="184899"/>
                </a:cubicBezTo>
                <a:cubicBezTo>
                  <a:pt x="856373" y="188878"/>
                  <a:pt x="856373" y="192896"/>
                  <a:pt x="855918" y="196875"/>
                </a:cubicBezTo>
                <a:cubicBezTo>
                  <a:pt x="855402" y="198940"/>
                  <a:pt x="852304" y="203998"/>
                  <a:pt x="849826" y="209884"/>
                </a:cubicBezTo>
                <a:cubicBezTo>
                  <a:pt x="848945" y="214314"/>
                  <a:pt x="848360" y="218797"/>
                  <a:pt x="848071" y="223305"/>
                </a:cubicBezTo>
                <a:cubicBezTo>
                  <a:pt x="847968" y="229603"/>
                  <a:pt x="847658" y="234249"/>
                  <a:pt x="846730" y="247670"/>
                </a:cubicBezTo>
                <a:cubicBezTo>
                  <a:pt x="846522" y="252213"/>
                  <a:pt x="845284" y="256446"/>
                  <a:pt x="844561" y="262537"/>
                </a:cubicBezTo>
                <a:cubicBezTo>
                  <a:pt x="844252" y="264808"/>
                  <a:pt x="843632" y="271210"/>
                  <a:pt x="843632" y="275132"/>
                </a:cubicBezTo>
                <a:cubicBezTo>
                  <a:pt x="843529" y="281018"/>
                  <a:pt x="846212" y="282154"/>
                  <a:pt x="846522" y="283702"/>
                </a:cubicBezTo>
                <a:cubicBezTo>
                  <a:pt x="846832" y="285251"/>
                  <a:pt x="846935" y="285561"/>
                  <a:pt x="847348" y="288658"/>
                </a:cubicBezTo>
                <a:cubicBezTo>
                  <a:pt x="847761" y="291755"/>
                  <a:pt x="849517" y="293200"/>
                  <a:pt x="849000" y="296401"/>
                </a:cubicBezTo>
                <a:cubicBezTo>
                  <a:pt x="848484" y="299602"/>
                  <a:pt x="845800" y="304970"/>
                  <a:pt x="844355" y="313023"/>
                </a:cubicBezTo>
                <a:cubicBezTo>
                  <a:pt x="843605" y="316683"/>
                  <a:pt x="841504" y="319927"/>
                  <a:pt x="838470" y="322108"/>
                </a:cubicBezTo>
                <a:cubicBezTo>
                  <a:pt x="833229" y="326495"/>
                  <a:pt x="827298" y="329983"/>
                  <a:pt x="820918" y="332432"/>
                </a:cubicBezTo>
                <a:cubicBezTo>
                  <a:pt x="813898" y="334704"/>
                  <a:pt x="809562" y="344409"/>
                  <a:pt x="805536" y="346989"/>
                </a:cubicBezTo>
                <a:cubicBezTo>
                  <a:pt x="800282" y="349750"/>
                  <a:pt x="794869" y="352198"/>
                  <a:pt x="789327" y="354320"/>
                </a:cubicBezTo>
                <a:cubicBezTo>
                  <a:pt x="781941" y="357504"/>
                  <a:pt x="775001" y="361634"/>
                  <a:pt x="768678" y="366606"/>
                </a:cubicBezTo>
                <a:cubicBezTo>
                  <a:pt x="764620" y="368785"/>
                  <a:pt x="760369" y="370582"/>
                  <a:pt x="755979" y="371975"/>
                </a:cubicBezTo>
                <a:cubicBezTo>
                  <a:pt x="749765" y="377249"/>
                  <a:pt x="743136" y="382013"/>
                  <a:pt x="736157" y="386223"/>
                </a:cubicBezTo>
                <a:cubicBezTo>
                  <a:pt x="732130" y="387978"/>
                  <a:pt x="727278" y="378789"/>
                  <a:pt x="723458" y="374762"/>
                </a:cubicBezTo>
                <a:cubicBezTo>
                  <a:pt x="720904" y="372457"/>
                  <a:pt x="718178" y="370352"/>
                  <a:pt x="715302" y="368465"/>
                </a:cubicBezTo>
                <a:cubicBezTo>
                  <a:pt x="713030" y="366606"/>
                  <a:pt x="713856" y="361340"/>
                  <a:pt x="713030" y="358141"/>
                </a:cubicBezTo>
                <a:cubicBezTo>
                  <a:pt x="712204" y="354940"/>
                  <a:pt x="710140" y="350603"/>
                  <a:pt x="710140" y="349158"/>
                </a:cubicBezTo>
                <a:cubicBezTo>
                  <a:pt x="710353" y="346127"/>
                  <a:pt x="712277" y="343482"/>
                  <a:pt x="715095" y="342344"/>
                </a:cubicBezTo>
                <a:cubicBezTo>
                  <a:pt x="717367" y="341621"/>
                  <a:pt x="720567" y="342654"/>
                  <a:pt x="722736" y="341621"/>
                </a:cubicBezTo>
                <a:cubicBezTo>
                  <a:pt x="726881" y="339613"/>
                  <a:pt x="730851" y="337266"/>
                  <a:pt x="734608" y="334600"/>
                </a:cubicBezTo>
                <a:cubicBezTo>
                  <a:pt x="738561" y="332328"/>
                  <a:pt x="742847" y="330692"/>
                  <a:pt x="747307" y="329749"/>
                </a:cubicBezTo>
                <a:cubicBezTo>
                  <a:pt x="754915" y="326211"/>
                  <a:pt x="762264" y="322140"/>
                  <a:pt x="769297" y="317565"/>
                </a:cubicBezTo>
                <a:cubicBezTo>
                  <a:pt x="772911" y="315604"/>
                  <a:pt x="779621" y="312301"/>
                  <a:pt x="779621" y="307241"/>
                </a:cubicBezTo>
                <a:cubicBezTo>
                  <a:pt x="779904" y="299459"/>
                  <a:pt x="779697" y="291665"/>
                  <a:pt x="779003" y="283909"/>
                </a:cubicBezTo>
                <a:cubicBezTo>
                  <a:pt x="777867" y="281534"/>
                  <a:pt x="773530" y="280605"/>
                  <a:pt x="773531" y="280605"/>
                </a:cubicBezTo>
                <a:cubicBezTo>
                  <a:pt x="770178" y="281580"/>
                  <a:pt x="766697" y="282033"/>
                  <a:pt x="763207" y="281947"/>
                </a:cubicBezTo>
                <a:cubicBezTo>
                  <a:pt x="759887" y="282867"/>
                  <a:pt x="756643" y="284041"/>
                  <a:pt x="753501" y="285457"/>
                </a:cubicBezTo>
                <a:cubicBezTo>
                  <a:pt x="751540" y="286387"/>
                  <a:pt x="748030" y="287316"/>
                  <a:pt x="746171" y="286387"/>
                </a:cubicBezTo>
                <a:cubicBezTo>
                  <a:pt x="744062" y="285830"/>
                  <a:pt x="742317" y="284350"/>
                  <a:pt x="741422" y="282360"/>
                </a:cubicBezTo>
                <a:cubicBezTo>
                  <a:pt x="740073" y="278507"/>
                  <a:pt x="739341" y="274465"/>
                  <a:pt x="739255" y="270384"/>
                </a:cubicBezTo>
                <a:cubicBezTo>
                  <a:pt x="738019" y="267761"/>
                  <a:pt x="737316" y="264918"/>
                  <a:pt x="737189" y="262021"/>
                </a:cubicBezTo>
                <a:cubicBezTo>
                  <a:pt x="738135" y="256431"/>
                  <a:pt x="738447" y="250750"/>
                  <a:pt x="738119" y="245090"/>
                </a:cubicBezTo>
                <a:cubicBezTo>
                  <a:pt x="738119" y="238378"/>
                  <a:pt x="743693" y="236107"/>
                  <a:pt x="748443" y="235281"/>
                </a:cubicBezTo>
                <a:cubicBezTo>
                  <a:pt x="753191" y="234455"/>
                  <a:pt x="757424" y="230945"/>
                  <a:pt x="762174" y="230946"/>
                </a:cubicBezTo>
                <a:cubicBezTo>
                  <a:pt x="765630" y="231051"/>
                  <a:pt x="769090" y="230809"/>
                  <a:pt x="772498" y="230223"/>
                </a:cubicBezTo>
                <a:cubicBezTo>
                  <a:pt x="777392" y="228807"/>
                  <a:pt x="782052" y="226686"/>
                  <a:pt x="786333" y="223925"/>
                </a:cubicBezTo>
                <a:cubicBezTo>
                  <a:pt x="789017" y="220001"/>
                  <a:pt x="793044" y="217524"/>
                  <a:pt x="793044" y="211329"/>
                </a:cubicBezTo>
                <a:cubicBezTo>
                  <a:pt x="793662" y="199663"/>
                  <a:pt x="797276" y="194500"/>
                  <a:pt x="797276" y="184176"/>
                </a:cubicBezTo>
                <a:cubicBezTo>
                  <a:pt x="797740" y="177581"/>
                  <a:pt x="795197" y="171130"/>
                  <a:pt x="790359" y="166625"/>
                </a:cubicBezTo>
                <a:cubicBezTo>
                  <a:pt x="789379" y="165119"/>
                  <a:pt x="789379" y="163176"/>
                  <a:pt x="790359" y="161669"/>
                </a:cubicBezTo>
                <a:cubicBezTo>
                  <a:pt x="793227" y="160074"/>
                  <a:pt x="795837" y="158056"/>
                  <a:pt x="798102" y="155681"/>
                </a:cubicBezTo>
                <a:cubicBezTo>
                  <a:pt x="799155" y="154135"/>
                  <a:pt x="801003" y="153332"/>
                  <a:pt x="802852" y="153616"/>
                </a:cubicBezTo>
                <a:close/>
                <a:moveTo>
                  <a:pt x="949456" y="139886"/>
                </a:moveTo>
                <a:cubicBezTo>
                  <a:pt x="954205" y="140092"/>
                  <a:pt x="954825" y="142776"/>
                  <a:pt x="956993" y="144325"/>
                </a:cubicBezTo>
                <a:cubicBezTo>
                  <a:pt x="958973" y="145227"/>
                  <a:pt x="961115" y="145719"/>
                  <a:pt x="963290" y="145770"/>
                </a:cubicBezTo>
                <a:cubicBezTo>
                  <a:pt x="965252" y="146080"/>
                  <a:pt x="967110" y="148868"/>
                  <a:pt x="968143" y="151242"/>
                </a:cubicBezTo>
                <a:cubicBezTo>
                  <a:pt x="970440" y="155993"/>
                  <a:pt x="971773" y="161151"/>
                  <a:pt x="972066" y="166419"/>
                </a:cubicBezTo>
                <a:cubicBezTo>
                  <a:pt x="971653" y="177672"/>
                  <a:pt x="963703" y="180150"/>
                  <a:pt x="960813" y="187067"/>
                </a:cubicBezTo>
                <a:cubicBezTo>
                  <a:pt x="959677" y="190409"/>
                  <a:pt x="958948" y="193875"/>
                  <a:pt x="958645" y="197391"/>
                </a:cubicBezTo>
                <a:cubicBezTo>
                  <a:pt x="959677" y="203070"/>
                  <a:pt x="965458" y="204619"/>
                  <a:pt x="967936" y="200592"/>
                </a:cubicBezTo>
                <a:cubicBezTo>
                  <a:pt x="972583" y="199560"/>
                  <a:pt x="974028" y="196875"/>
                  <a:pt x="977228" y="195327"/>
                </a:cubicBezTo>
                <a:cubicBezTo>
                  <a:pt x="980429" y="193779"/>
                  <a:pt x="984972" y="198940"/>
                  <a:pt x="992198" y="200592"/>
                </a:cubicBezTo>
                <a:cubicBezTo>
                  <a:pt x="996225" y="201521"/>
                  <a:pt x="997877" y="211535"/>
                  <a:pt x="1000561" y="216182"/>
                </a:cubicBezTo>
                <a:cubicBezTo>
                  <a:pt x="1001774" y="219772"/>
                  <a:pt x="1002367" y="223543"/>
                  <a:pt x="1002316" y="227332"/>
                </a:cubicBezTo>
                <a:cubicBezTo>
                  <a:pt x="1002173" y="230198"/>
                  <a:pt x="1000080" y="232591"/>
                  <a:pt x="997257" y="233114"/>
                </a:cubicBezTo>
                <a:cubicBezTo>
                  <a:pt x="993644" y="233940"/>
                  <a:pt x="991475" y="234456"/>
                  <a:pt x="986933" y="235798"/>
                </a:cubicBezTo>
                <a:cubicBezTo>
                  <a:pt x="983540" y="237262"/>
                  <a:pt x="980483" y="239405"/>
                  <a:pt x="977951" y="242095"/>
                </a:cubicBezTo>
                <a:cubicBezTo>
                  <a:pt x="973925" y="244986"/>
                  <a:pt x="969691" y="245606"/>
                  <a:pt x="965355" y="249116"/>
                </a:cubicBezTo>
                <a:cubicBezTo>
                  <a:pt x="959392" y="253652"/>
                  <a:pt x="952582" y="256951"/>
                  <a:pt x="945327" y="258821"/>
                </a:cubicBezTo>
                <a:cubicBezTo>
                  <a:pt x="941620" y="265671"/>
                  <a:pt x="939271" y="273173"/>
                  <a:pt x="938409" y="280914"/>
                </a:cubicBezTo>
                <a:cubicBezTo>
                  <a:pt x="937944" y="284370"/>
                  <a:pt x="938190" y="287883"/>
                  <a:pt x="939132" y="291239"/>
                </a:cubicBezTo>
                <a:cubicBezTo>
                  <a:pt x="940887" y="297433"/>
                  <a:pt x="939338" y="303319"/>
                  <a:pt x="944707" y="309513"/>
                </a:cubicBezTo>
                <a:cubicBezTo>
                  <a:pt x="948880" y="313452"/>
                  <a:pt x="954268" y="315854"/>
                  <a:pt x="959987" y="316327"/>
                </a:cubicBezTo>
                <a:cubicBezTo>
                  <a:pt x="963678" y="316391"/>
                  <a:pt x="967350" y="316876"/>
                  <a:pt x="970931" y="317773"/>
                </a:cubicBezTo>
                <a:cubicBezTo>
                  <a:pt x="973443" y="318606"/>
                  <a:pt x="976039" y="319160"/>
                  <a:pt x="978673" y="319425"/>
                </a:cubicBezTo>
                <a:cubicBezTo>
                  <a:pt x="980967" y="320976"/>
                  <a:pt x="983577" y="321999"/>
                  <a:pt x="986314" y="322418"/>
                </a:cubicBezTo>
                <a:cubicBezTo>
                  <a:pt x="990345" y="322251"/>
                  <a:pt x="994378" y="322669"/>
                  <a:pt x="998290" y="323657"/>
                </a:cubicBezTo>
                <a:lnTo>
                  <a:pt x="998806" y="323863"/>
                </a:lnTo>
                <a:cubicBezTo>
                  <a:pt x="1004072" y="327056"/>
                  <a:pt x="1006759" y="333216"/>
                  <a:pt x="1005516" y="339247"/>
                </a:cubicBezTo>
                <a:cubicBezTo>
                  <a:pt x="1003841" y="345067"/>
                  <a:pt x="1001841" y="350788"/>
                  <a:pt x="999529" y="356385"/>
                </a:cubicBezTo>
                <a:cubicBezTo>
                  <a:pt x="998083" y="360928"/>
                  <a:pt x="997154" y="365677"/>
                  <a:pt x="994573" y="367639"/>
                </a:cubicBezTo>
                <a:cubicBezTo>
                  <a:pt x="991991" y="369600"/>
                  <a:pt x="985385" y="368155"/>
                  <a:pt x="981668" y="369600"/>
                </a:cubicBezTo>
                <a:cubicBezTo>
                  <a:pt x="977639" y="371324"/>
                  <a:pt x="973343" y="372338"/>
                  <a:pt x="968969" y="372594"/>
                </a:cubicBezTo>
                <a:cubicBezTo>
                  <a:pt x="965871" y="372594"/>
                  <a:pt x="962052" y="369600"/>
                  <a:pt x="960090" y="368774"/>
                </a:cubicBezTo>
                <a:cubicBezTo>
                  <a:pt x="955641" y="367449"/>
                  <a:pt x="950979" y="366993"/>
                  <a:pt x="946359" y="367432"/>
                </a:cubicBezTo>
                <a:cubicBezTo>
                  <a:pt x="942642" y="367432"/>
                  <a:pt x="932834" y="367432"/>
                  <a:pt x="932834" y="367432"/>
                </a:cubicBezTo>
                <a:cubicBezTo>
                  <a:pt x="930769" y="367432"/>
                  <a:pt x="926330" y="365057"/>
                  <a:pt x="921374" y="364128"/>
                </a:cubicBezTo>
                <a:cubicBezTo>
                  <a:pt x="916419" y="363199"/>
                  <a:pt x="908262" y="364334"/>
                  <a:pt x="904649" y="363199"/>
                </a:cubicBezTo>
                <a:cubicBezTo>
                  <a:pt x="901602" y="362102"/>
                  <a:pt x="898745" y="360535"/>
                  <a:pt x="896183" y="358553"/>
                </a:cubicBezTo>
                <a:cubicBezTo>
                  <a:pt x="892975" y="354755"/>
                  <a:pt x="890332" y="350512"/>
                  <a:pt x="888337" y="345958"/>
                </a:cubicBezTo>
                <a:cubicBezTo>
                  <a:pt x="887586" y="341108"/>
                  <a:pt x="887240" y="336205"/>
                  <a:pt x="887304" y="331297"/>
                </a:cubicBezTo>
                <a:cubicBezTo>
                  <a:pt x="886891" y="328510"/>
                  <a:pt x="883690" y="315914"/>
                  <a:pt x="883690" y="313849"/>
                </a:cubicBezTo>
                <a:lnTo>
                  <a:pt x="882968" y="302906"/>
                </a:lnTo>
                <a:cubicBezTo>
                  <a:pt x="882957" y="299421"/>
                  <a:pt x="882507" y="295953"/>
                  <a:pt x="881626" y="292582"/>
                </a:cubicBezTo>
                <a:cubicBezTo>
                  <a:pt x="880343" y="287278"/>
                  <a:pt x="879787" y="281825"/>
                  <a:pt x="879973" y="276373"/>
                </a:cubicBezTo>
                <a:cubicBezTo>
                  <a:pt x="879870" y="267906"/>
                  <a:pt x="882348" y="266564"/>
                  <a:pt x="884310" y="250252"/>
                </a:cubicBezTo>
                <a:cubicBezTo>
                  <a:pt x="884516" y="248600"/>
                  <a:pt x="887924" y="243644"/>
                  <a:pt x="887924" y="242095"/>
                </a:cubicBezTo>
                <a:cubicBezTo>
                  <a:pt x="888543" y="234043"/>
                  <a:pt x="890298" y="234146"/>
                  <a:pt x="891021" y="228674"/>
                </a:cubicBezTo>
                <a:cubicBezTo>
                  <a:pt x="891744" y="223203"/>
                  <a:pt x="893911" y="216595"/>
                  <a:pt x="893911" y="214943"/>
                </a:cubicBezTo>
                <a:cubicBezTo>
                  <a:pt x="895150" y="206580"/>
                  <a:pt x="895150" y="195740"/>
                  <a:pt x="895151" y="193572"/>
                </a:cubicBezTo>
                <a:cubicBezTo>
                  <a:pt x="895565" y="189111"/>
                  <a:pt x="896608" y="184732"/>
                  <a:pt x="898248" y="180563"/>
                </a:cubicBezTo>
                <a:cubicBezTo>
                  <a:pt x="900164" y="173782"/>
                  <a:pt x="901646" y="166885"/>
                  <a:pt x="902688" y="159914"/>
                </a:cubicBezTo>
                <a:cubicBezTo>
                  <a:pt x="902340" y="155195"/>
                  <a:pt x="902513" y="150452"/>
                  <a:pt x="903204" y="145770"/>
                </a:cubicBezTo>
                <a:cubicBezTo>
                  <a:pt x="904649" y="140815"/>
                  <a:pt x="907229" y="139989"/>
                  <a:pt x="911359" y="139989"/>
                </a:cubicBezTo>
                <a:cubicBezTo>
                  <a:pt x="913218" y="139886"/>
                  <a:pt x="918690" y="142053"/>
                  <a:pt x="921683" y="142158"/>
                </a:cubicBezTo>
                <a:cubicBezTo>
                  <a:pt x="924678" y="142260"/>
                  <a:pt x="928808" y="140196"/>
                  <a:pt x="930873" y="140196"/>
                </a:cubicBezTo>
                <a:cubicBezTo>
                  <a:pt x="933657" y="140575"/>
                  <a:pt x="936416" y="141127"/>
                  <a:pt x="939132" y="141848"/>
                </a:cubicBezTo>
                <a:cubicBezTo>
                  <a:pt x="942516" y="140923"/>
                  <a:pt x="945968" y="140267"/>
                  <a:pt x="949456" y="139886"/>
                </a:cubicBezTo>
                <a:close/>
                <a:moveTo>
                  <a:pt x="300224" y="139362"/>
                </a:moveTo>
                <a:cubicBezTo>
                  <a:pt x="296463" y="139362"/>
                  <a:pt x="295100" y="143597"/>
                  <a:pt x="294301" y="147743"/>
                </a:cubicBezTo>
                <a:lnTo>
                  <a:pt x="294301" y="148157"/>
                </a:lnTo>
                <a:cubicBezTo>
                  <a:pt x="293916" y="150319"/>
                  <a:pt x="289296" y="174010"/>
                  <a:pt x="289296" y="174010"/>
                </a:cubicBezTo>
                <a:lnTo>
                  <a:pt x="288911" y="175935"/>
                </a:lnTo>
                <a:lnTo>
                  <a:pt x="285239" y="175935"/>
                </a:lnTo>
                <a:cubicBezTo>
                  <a:pt x="254734" y="176059"/>
                  <a:pt x="224380" y="171680"/>
                  <a:pt x="195154" y="162935"/>
                </a:cubicBezTo>
                <a:cubicBezTo>
                  <a:pt x="195827" y="170009"/>
                  <a:pt x="198554" y="176732"/>
                  <a:pt x="203002" y="182272"/>
                </a:cubicBezTo>
                <a:cubicBezTo>
                  <a:pt x="208546" y="188885"/>
                  <a:pt x="216041" y="193570"/>
                  <a:pt x="224413" y="195658"/>
                </a:cubicBezTo>
                <a:lnTo>
                  <a:pt x="226189" y="196013"/>
                </a:lnTo>
                <a:lnTo>
                  <a:pt x="226189" y="197820"/>
                </a:lnTo>
                <a:lnTo>
                  <a:pt x="226308" y="197820"/>
                </a:lnTo>
                <a:cubicBezTo>
                  <a:pt x="226962" y="203855"/>
                  <a:pt x="229743" y="209461"/>
                  <a:pt x="234156" y="213633"/>
                </a:cubicBezTo>
                <a:cubicBezTo>
                  <a:pt x="238941" y="217166"/>
                  <a:pt x="244763" y="219008"/>
                  <a:pt x="250710" y="218875"/>
                </a:cubicBezTo>
                <a:cubicBezTo>
                  <a:pt x="252072" y="218875"/>
                  <a:pt x="252931" y="218875"/>
                  <a:pt x="252931" y="218875"/>
                </a:cubicBezTo>
                <a:lnTo>
                  <a:pt x="254796" y="218638"/>
                </a:lnTo>
                <a:lnTo>
                  <a:pt x="255448" y="220385"/>
                </a:lnTo>
                <a:cubicBezTo>
                  <a:pt x="257917" y="225413"/>
                  <a:pt x="262425" y="229145"/>
                  <a:pt x="267826" y="230631"/>
                </a:cubicBezTo>
                <a:cubicBezTo>
                  <a:pt x="269878" y="231268"/>
                  <a:pt x="272016" y="231588"/>
                  <a:pt x="274164" y="231579"/>
                </a:cubicBezTo>
                <a:cubicBezTo>
                  <a:pt x="276959" y="231576"/>
                  <a:pt x="279734" y="231093"/>
                  <a:pt x="282367" y="230158"/>
                </a:cubicBezTo>
                <a:lnTo>
                  <a:pt x="286720" y="228351"/>
                </a:lnTo>
                <a:lnTo>
                  <a:pt x="280323" y="254500"/>
                </a:lnTo>
                <a:lnTo>
                  <a:pt x="320598" y="254500"/>
                </a:lnTo>
                <a:lnTo>
                  <a:pt x="314172" y="228322"/>
                </a:lnTo>
                <a:lnTo>
                  <a:pt x="318554" y="230158"/>
                </a:lnTo>
                <a:cubicBezTo>
                  <a:pt x="321178" y="231096"/>
                  <a:pt x="323941" y="231579"/>
                  <a:pt x="326728" y="231579"/>
                </a:cubicBezTo>
                <a:cubicBezTo>
                  <a:pt x="328875" y="231585"/>
                  <a:pt x="331013" y="231268"/>
                  <a:pt x="333065" y="230631"/>
                </a:cubicBezTo>
                <a:cubicBezTo>
                  <a:pt x="338470" y="229148"/>
                  <a:pt x="342977" y="225416"/>
                  <a:pt x="345444" y="220385"/>
                </a:cubicBezTo>
                <a:lnTo>
                  <a:pt x="346095" y="218638"/>
                </a:lnTo>
                <a:lnTo>
                  <a:pt x="347961" y="218875"/>
                </a:lnTo>
                <a:cubicBezTo>
                  <a:pt x="347961" y="218875"/>
                  <a:pt x="348819" y="218875"/>
                  <a:pt x="350182" y="218875"/>
                </a:cubicBezTo>
                <a:cubicBezTo>
                  <a:pt x="356128" y="219008"/>
                  <a:pt x="361950" y="217166"/>
                  <a:pt x="366736" y="213633"/>
                </a:cubicBezTo>
                <a:cubicBezTo>
                  <a:pt x="371178" y="209472"/>
                  <a:pt x="373967" y="203846"/>
                  <a:pt x="374583" y="197790"/>
                </a:cubicBezTo>
                <a:lnTo>
                  <a:pt x="374583" y="196013"/>
                </a:lnTo>
                <a:lnTo>
                  <a:pt x="376360" y="195658"/>
                </a:lnTo>
                <a:cubicBezTo>
                  <a:pt x="384708" y="193537"/>
                  <a:pt x="392186" y="188855"/>
                  <a:pt x="397741" y="182272"/>
                </a:cubicBezTo>
                <a:cubicBezTo>
                  <a:pt x="402189" y="176732"/>
                  <a:pt x="404917" y="170009"/>
                  <a:pt x="405589" y="162935"/>
                </a:cubicBezTo>
                <a:cubicBezTo>
                  <a:pt x="376393" y="171671"/>
                  <a:pt x="346068" y="176050"/>
                  <a:pt x="315593" y="175935"/>
                </a:cubicBezTo>
                <a:lnTo>
                  <a:pt x="311921" y="175935"/>
                </a:lnTo>
                <a:lnTo>
                  <a:pt x="311536" y="174010"/>
                </a:lnTo>
                <a:cubicBezTo>
                  <a:pt x="311536" y="174010"/>
                  <a:pt x="306946" y="150201"/>
                  <a:pt x="306531" y="148157"/>
                </a:cubicBezTo>
                <a:lnTo>
                  <a:pt x="306531" y="147743"/>
                </a:lnTo>
                <a:cubicBezTo>
                  <a:pt x="305761" y="143597"/>
                  <a:pt x="304429" y="139362"/>
                  <a:pt x="300609" y="139362"/>
                </a:cubicBezTo>
                <a:close/>
                <a:moveTo>
                  <a:pt x="346805" y="138326"/>
                </a:moveTo>
                <a:cubicBezTo>
                  <a:pt x="351212" y="139857"/>
                  <a:pt x="355183" y="142428"/>
                  <a:pt x="358384" y="145818"/>
                </a:cubicBezTo>
                <a:cubicBezTo>
                  <a:pt x="353874" y="146796"/>
                  <a:pt x="349234" y="147047"/>
                  <a:pt x="344644" y="146559"/>
                </a:cubicBezTo>
                <a:cubicBezTo>
                  <a:pt x="338958" y="145967"/>
                  <a:pt x="334397" y="139096"/>
                  <a:pt x="334397" y="139096"/>
                </a:cubicBezTo>
                <a:cubicBezTo>
                  <a:pt x="338336" y="137488"/>
                  <a:pt x="342698" y="137216"/>
                  <a:pt x="346805" y="138326"/>
                </a:cubicBezTo>
                <a:close/>
                <a:moveTo>
                  <a:pt x="1653673" y="136995"/>
                </a:moveTo>
                <a:cubicBezTo>
                  <a:pt x="1657492" y="136995"/>
                  <a:pt x="1660590" y="141021"/>
                  <a:pt x="1663997" y="141021"/>
                </a:cubicBezTo>
                <a:cubicBezTo>
                  <a:pt x="1670919" y="140517"/>
                  <a:pt x="1677876" y="141039"/>
                  <a:pt x="1684645" y="142569"/>
                </a:cubicBezTo>
                <a:lnTo>
                  <a:pt x="1685575" y="143086"/>
                </a:lnTo>
                <a:cubicBezTo>
                  <a:pt x="1686814" y="144118"/>
                  <a:pt x="1687640" y="150210"/>
                  <a:pt x="1689085" y="151552"/>
                </a:cubicBezTo>
                <a:cubicBezTo>
                  <a:pt x="1693123" y="155354"/>
                  <a:pt x="1695653" y="160487"/>
                  <a:pt x="1696209" y="166005"/>
                </a:cubicBezTo>
                <a:cubicBezTo>
                  <a:pt x="1695900" y="170135"/>
                  <a:pt x="1690427" y="176743"/>
                  <a:pt x="1690427" y="178292"/>
                </a:cubicBezTo>
                <a:cubicBezTo>
                  <a:pt x="1690733" y="182264"/>
                  <a:pt x="1689794" y="186232"/>
                  <a:pt x="1687743" y="189648"/>
                </a:cubicBezTo>
                <a:cubicBezTo>
                  <a:pt x="1683591" y="195310"/>
                  <a:pt x="1680126" y="201444"/>
                  <a:pt x="1677419" y="207922"/>
                </a:cubicBezTo>
                <a:cubicBezTo>
                  <a:pt x="1676283" y="210090"/>
                  <a:pt x="1669263" y="215665"/>
                  <a:pt x="1668127" y="218247"/>
                </a:cubicBezTo>
                <a:cubicBezTo>
                  <a:pt x="1661106" y="234249"/>
                  <a:pt x="1653260" y="245400"/>
                  <a:pt x="1647478" y="261401"/>
                </a:cubicBezTo>
                <a:cubicBezTo>
                  <a:pt x="1646549" y="263982"/>
                  <a:pt x="1642524" y="269248"/>
                  <a:pt x="1640562" y="268319"/>
                </a:cubicBezTo>
                <a:cubicBezTo>
                  <a:pt x="1637869" y="267108"/>
                  <a:pt x="1634788" y="267108"/>
                  <a:pt x="1632095" y="268319"/>
                </a:cubicBezTo>
                <a:cubicBezTo>
                  <a:pt x="1630753" y="269455"/>
                  <a:pt x="1625075" y="269351"/>
                  <a:pt x="1623216" y="271210"/>
                </a:cubicBezTo>
                <a:cubicBezTo>
                  <a:pt x="1621358" y="273067"/>
                  <a:pt x="1611860" y="271623"/>
                  <a:pt x="1610002" y="275236"/>
                </a:cubicBezTo>
                <a:cubicBezTo>
                  <a:pt x="1608659" y="278547"/>
                  <a:pt x="1608659" y="282250"/>
                  <a:pt x="1610002" y="285561"/>
                </a:cubicBezTo>
                <a:cubicBezTo>
                  <a:pt x="1612996" y="289070"/>
                  <a:pt x="1619087" y="285561"/>
                  <a:pt x="1620325" y="283702"/>
                </a:cubicBezTo>
                <a:cubicBezTo>
                  <a:pt x="1622314" y="281314"/>
                  <a:pt x="1625272" y="279949"/>
                  <a:pt x="1628379" y="279985"/>
                </a:cubicBezTo>
                <a:cubicBezTo>
                  <a:pt x="1631960" y="281549"/>
                  <a:pt x="1635697" y="282726"/>
                  <a:pt x="1639529" y="283496"/>
                </a:cubicBezTo>
                <a:cubicBezTo>
                  <a:pt x="1642072" y="283899"/>
                  <a:pt x="1643949" y="286083"/>
                  <a:pt x="1643969" y="288657"/>
                </a:cubicBezTo>
                <a:cubicBezTo>
                  <a:pt x="1644032" y="293478"/>
                  <a:pt x="1645013" y="298244"/>
                  <a:pt x="1646859" y="302698"/>
                </a:cubicBezTo>
                <a:cubicBezTo>
                  <a:pt x="1646943" y="304768"/>
                  <a:pt x="1646324" y="306805"/>
                  <a:pt x="1645104" y="308480"/>
                </a:cubicBezTo>
                <a:cubicBezTo>
                  <a:pt x="1641977" y="311282"/>
                  <a:pt x="1638509" y="313675"/>
                  <a:pt x="1634780" y="315603"/>
                </a:cubicBezTo>
                <a:cubicBezTo>
                  <a:pt x="1632301" y="317152"/>
                  <a:pt x="1626727" y="317565"/>
                  <a:pt x="1623216" y="319837"/>
                </a:cubicBezTo>
                <a:cubicBezTo>
                  <a:pt x="1621086" y="321436"/>
                  <a:pt x="1619766" y="323889"/>
                  <a:pt x="1619603" y="326547"/>
                </a:cubicBezTo>
                <a:cubicBezTo>
                  <a:pt x="1619603" y="330987"/>
                  <a:pt x="1623010" y="330987"/>
                  <a:pt x="1625178" y="330987"/>
                </a:cubicBezTo>
                <a:cubicBezTo>
                  <a:pt x="1627347" y="330987"/>
                  <a:pt x="1636328" y="328096"/>
                  <a:pt x="1640562" y="328096"/>
                </a:cubicBezTo>
                <a:cubicBezTo>
                  <a:pt x="1644414" y="328290"/>
                  <a:pt x="1648273" y="328290"/>
                  <a:pt x="1652125" y="328096"/>
                </a:cubicBezTo>
                <a:cubicBezTo>
                  <a:pt x="1656734" y="326539"/>
                  <a:pt x="1661520" y="325568"/>
                  <a:pt x="1666372" y="325206"/>
                </a:cubicBezTo>
                <a:cubicBezTo>
                  <a:pt x="1670914" y="326341"/>
                  <a:pt x="1675973" y="322108"/>
                  <a:pt x="1678864" y="325206"/>
                </a:cubicBezTo>
                <a:cubicBezTo>
                  <a:pt x="1678864" y="330574"/>
                  <a:pt x="1689188" y="333052"/>
                  <a:pt x="1689188" y="341414"/>
                </a:cubicBezTo>
                <a:cubicBezTo>
                  <a:pt x="1689188" y="353390"/>
                  <a:pt x="1681239" y="366915"/>
                  <a:pt x="1670914" y="367741"/>
                </a:cubicBezTo>
                <a:cubicBezTo>
                  <a:pt x="1666578" y="368154"/>
                  <a:pt x="1669573" y="364851"/>
                  <a:pt x="1654293" y="364851"/>
                </a:cubicBezTo>
                <a:cubicBezTo>
                  <a:pt x="1640665" y="365057"/>
                  <a:pt x="1628998" y="365985"/>
                  <a:pt x="1626830" y="365985"/>
                </a:cubicBezTo>
                <a:cubicBezTo>
                  <a:pt x="1621823" y="366048"/>
                  <a:pt x="1616820" y="365737"/>
                  <a:pt x="1611860" y="365057"/>
                </a:cubicBezTo>
                <a:cubicBezTo>
                  <a:pt x="1607460" y="365150"/>
                  <a:pt x="1603075" y="365598"/>
                  <a:pt x="1598748" y="366399"/>
                </a:cubicBezTo>
                <a:cubicBezTo>
                  <a:pt x="1593940" y="367636"/>
                  <a:pt x="1589036" y="368465"/>
                  <a:pt x="1584088" y="368877"/>
                </a:cubicBezTo>
                <a:cubicBezTo>
                  <a:pt x="1577954" y="368788"/>
                  <a:pt x="1571870" y="369984"/>
                  <a:pt x="1566227" y="372387"/>
                </a:cubicBezTo>
                <a:cubicBezTo>
                  <a:pt x="1560145" y="373630"/>
                  <a:pt x="1553954" y="374252"/>
                  <a:pt x="1547747" y="374245"/>
                </a:cubicBezTo>
                <a:cubicBezTo>
                  <a:pt x="1541639" y="376845"/>
                  <a:pt x="1535271" y="378784"/>
                  <a:pt x="1528750" y="380026"/>
                </a:cubicBezTo>
                <a:cubicBezTo>
                  <a:pt x="1525239" y="380439"/>
                  <a:pt x="1517084" y="379407"/>
                  <a:pt x="1516774" y="373729"/>
                </a:cubicBezTo>
                <a:cubicBezTo>
                  <a:pt x="1516464" y="368050"/>
                  <a:pt x="1513367" y="365057"/>
                  <a:pt x="1514090" y="357726"/>
                </a:cubicBezTo>
                <a:cubicBezTo>
                  <a:pt x="1514709" y="355558"/>
                  <a:pt x="1514709" y="352049"/>
                  <a:pt x="1514708" y="350397"/>
                </a:cubicBezTo>
                <a:cubicBezTo>
                  <a:pt x="1514727" y="347117"/>
                  <a:pt x="1516203" y="344015"/>
                  <a:pt x="1518735" y="341930"/>
                </a:cubicBezTo>
                <a:cubicBezTo>
                  <a:pt x="1519458" y="341724"/>
                  <a:pt x="1521109" y="338111"/>
                  <a:pt x="1523174" y="338318"/>
                </a:cubicBezTo>
                <a:cubicBezTo>
                  <a:pt x="1525239" y="338524"/>
                  <a:pt x="1525653" y="341001"/>
                  <a:pt x="1528750" y="341001"/>
                </a:cubicBezTo>
                <a:cubicBezTo>
                  <a:pt x="1534385" y="339782"/>
                  <a:pt x="1539859" y="337911"/>
                  <a:pt x="1545063" y="335427"/>
                </a:cubicBezTo>
                <a:cubicBezTo>
                  <a:pt x="1551765" y="332003"/>
                  <a:pt x="1558659" y="328970"/>
                  <a:pt x="1565711" y="326341"/>
                </a:cubicBezTo>
                <a:cubicBezTo>
                  <a:pt x="1568395" y="322521"/>
                  <a:pt x="1563955" y="320560"/>
                  <a:pt x="1562303" y="320560"/>
                </a:cubicBezTo>
                <a:cubicBezTo>
                  <a:pt x="1559443" y="321332"/>
                  <a:pt x="1556393" y="320922"/>
                  <a:pt x="1553838" y="319424"/>
                </a:cubicBezTo>
                <a:cubicBezTo>
                  <a:pt x="1549605" y="318701"/>
                  <a:pt x="1547850" y="317669"/>
                  <a:pt x="1546714" y="315810"/>
                </a:cubicBezTo>
                <a:cubicBezTo>
                  <a:pt x="1545579" y="313952"/>
                  <a:pt x="1546404" y="311784"/>
                  <a:pt x="1546714" y="308893"/>
                </a:cubicBezTo>
                <a:cubicBezTo>
                  <a:pt x="1547024" y="306002"/>
                  <a:pt x="1547230" y="302905"/>
                  <a:pt x="1547644" y="300427"/>
                </a:cubicBezTo>
                <a:cubicBezTo>
                  <a:pt x="1548057" y="297950"/>
                  <a:pt x="1548365" y="294233"/>
                  <a:pt x="1552289" y="294233"/>
                </a:cubicBezTo>
                <a:cubicBezTo>
                  <a:pt x="1554457" y="294233"/>
                  <a:pt x="1554973" y="295781"/>
                  <a:pt x="1557038" y="295781"/>
                </a:cubicBezTo>
                <a:cubicBezTo>
                  <a:pt x="1559103" y="295781"/>
                  <a:pt x="1560032" y="294852"/>
                  <a:pt x="1562098" y="294852"/>
                </a:cubicBezTo>
                <a:cubicBezTo>
                  <a:pt x="1563738" y="295125"/>
                  <a:pt x="1565413" y="295125"/>
                  <a:pt x="1567053" y="294852"/>
                </a:cubicBezTo>
                <a:cubicBezTo>
                  <a:pt x="1568882" y="293953"/>
                  <a:pt x="1570421" y="292558"/>
                  <a:pt x="1571493" y="290825"/>
                </a:cubicBezTo>
                <a:cubicBezTo>
                  <a:pt x="1572421" y="287467"/>
                  <a:pt x="1572805" y="283981"/>
                  <a:pt x="1572628" y="280501"/>
                </a:cubicBezTo>
                <a:cubicBezTo>
                  <a:pt x="1572215" y="277714"/>
                  <a:pt x="1569737" y="278127"/>
                  <a:pt x="1566536" y="279675"/>
                </a:cubicBezTo>
                <a:cubicBezTo>
                  <a:pt x="1564015" y="280594"/>
                  <a:pt x="1561426" y="281319"/>
                  <a:pt x="1558793" y="281844"/>
                </a:cubicBezTo>
                <a:cubicBezTo>
                  <a:pt x="1556447" y="282484"/>
                  <a:pt x="1554070" y="283001"/>
                  <a:pt x="1551669" y="283392"/>
                </a:cubicBezTo>
                <a:cubicBezTo>
                  <a:pt x="1549712" y="283400"/>
                  <a:pt x="1547764" y="283123"/>
                  <a:pt x="1545888" y="282566"/>
                </a:cubicBezTo>
                <a:cubicBezTo>
                  <a:pt x="1542997" y="281844"/>
                  <a:pt x="1543720" y="280089"/>
                  <a:pt x="1542997" y="278023"/>
                </a:cubicBezTo>
                <a:cubicBezTo>
                  <a:pt x="1541830" y="275984"/>
                  <a:pt x="1541059" y="273743"/>
                  <a:pt x="1540726" y="271416"/>
                </a:cubicBezTo>
                <a:cubicBezTo>
                  <a:pt x="1541139" y="265531"/>
                  <a:pt x="1536389" y="263363"/>
                  <a:pt x="1535565" y="261814"/>
                </a:cubicBezTo>
                <a:cubicBezTo>
                  <a:pt x="1534008" y="258567"/>
                  <a:pt x="1533029" y="255073"/>
                  <a:pt x="1532673" y="251490"/>
                </a:cubicBezTo>
                <a:cubicBezTo>
                  <a:pt x="1532673" y="244780"/>
                  <a:pt x="1538971" y="239514"/>
                  <a:pt x="1538248" y="235281"/>
                </a:cubicBezTo>
                <a:cubicBezTo>
                  <a:pt x="1536373" y="226703"/>
                  <a:pt x="1535472" y="217941"/>
                  <a:pt x="1535563" y="209161"/>
                </a:cubicBezTo>
                <a:cubicBezTo>
                  <a:pt x="1535873" y="206786"/>
                  <a:pt x="1532260" y="202760"/>
                  <a:pt x="1532260" y="198011"/>
                </a:cubicBezTo>
                <a:cubicBezTo>
                  <a:pt x="1532413" y="195150"/>
                  <a:pt x="1532862" y="192313"/>
                  <a:pt x="1533602" y="189545"/>
                </a:cubicBezTo>
                <a:cubicBezTo>
                  <a:pt x="1535083" y="184845"/>
                  <a:pt x="1536052" y="179999"/>
                  <a:pt x="1536493" y="175091"/>
                </a:cubicBezTo>
                <a:cubicBezTo>
                  <a:pt x="1535873" y="168587"/>
                  <a:pt x="1539177" y="160431"/>
                  <a:pt x="1543617" y="160431"/>
                </a:cubicBezTo>
                <a:cubicBezTo>
                  <a:pt x="1548057" y="160431"/>
                  <a:pt x="1547953" y="166005"/>
                  <a:pt x="1552805" y="166005"/>
                </a:cubicBezTo>
                <a:cubicBezTo>
                  <a:pt x="1555726" y="166156"/>
                  <a:pt x="1558654" y="165843"/>
                  <a:pt x="1561478" y="165077"/>
                </a:cubicBezTo>
                <a:cubicBezTo>
                  <a:pt x="1562511" y="164354"/>
                  <a:pt x="1570460" y="162392"/>
                  <a:pt x="1572835" y="161463"/>
                </a:cubicBezTo>
                <a:cubicBezTo>
                  <a:pt x="1579751" y="158985"/>
                  <a:pt x="1584707" y="155888"/>
                  <a:pt x="1592243" y="153513"/>
                </a:cubicBezTo>
                <a:cubicBezTo>
                  <a:pt x="1597303" y="151965"/>
                  <a:pt x="1603600" y="153306"/>
                  <a:pt x="1607627" y="151965"/>
                </a:cubicBezTo>
                <a:cubicBezTo>
                  <a:pt x="1618777" y="148145"/>
                  <a:pt x="1649853" y="136995"/>
                  <a:pt x="1653673" y="136995"/>
                </a:cubicBezTo>
                <a:close/>
                <a:moveTo>
                  <a:pt x="97904" y="125237"/>
                </a:moveTo>
                <a:cubicBezTo>
                  <a:pt x="97519" y="125237"/>
                  <a:pt x="96926" y="125710"/>
                  <a:pt x="96689" y="125710"/>
                </a:cubicBezTo>
                <a:cubicBezTo>
                  <a:pt x="96263" y="125888"/>
                  <a:pt x="95872" y="126137"/>
                  <a:pt x="95535" y="126451"/>
                </a:cubicBezTo>
                <a:cubicBezTo>
                  <a:pt x="95298" y="126717"/>
                  <a:pt x="94705" y="127606"/>
                  <a:pt x="94172" y="127991"/>
                </a:cubicBezTo>
                <a:cubicBezTo>
                  <a:pt x="93639" y="128376"/>
                  <a:pt x="92988" y="129027"/>
                  <a:pt x="92632" y="129294"/>
                </a:cubicBezTo>
                <a:cubicBezTo>
                  <a:pt x="92277" y="129560"/>
                  <a:pt x="91507" y="129531"/>
                  <a:pt x="91270" y="129738"/>
                </a:cubicBezTo>
                <a:cubicBezTo>
                  <a:pt x="91030" y="129930"/>
                  <a:pt x="90918" y="130235"/>
                  <a:pt x="90974" y="130537"/>
                </a:cubicBezTo>
                <a:lnTo>
                  <a:pt x="90944" y="130537"/>
                </a:lnTo>
                <a:cubicBezTo>
                  <a:pt x="90971" y="131056"/>
                  <a:pt x="90921" y="131574"/>
                  <a:pt x="90796" y="132077"/>
                </a:cubicBezTo>
                <a:cubicBezTo>
                  <a:pt x="90867" y="132370"/>
                  <a:pt x="91095" y="132598"/>
                  <a:pt x="91389" y="132670"/>
                </a:cubicBezTo>
                <a:cubicBezTo>
                  <a:pt x="92496" y="132560"/>
                  <a:pt x="93595" y="132978"/>
                  <a:pt x="94350" y="133795"/>
                </a:cubicBezTo>
                <a:cubicBezTo>
                  <a:pt x="95505" y="134979"/>
                  <a:pt x="95801" y="135957"/>
                  <a:pt x="97134" y="137349"/>
                </a:cubicBezTo>
                <a:cubicBezTo>
                  <a:pt x="97904" y="138089"/>
                  <a:pt x="97726" y="138829"/>
                  <a:pt x="97904" y="139570"/>
                </a:cubicBezTo>
                <a:cubicBezTo>
                  <a:pt x="97741" y="140399"/>
                  <a:pt x="97471" y="141207"/>
                  <a:pt x="97104" y="141968"/>
                </a:cubicBezTo>
                <a:cubicBezTo>
                  <a:pt x="96787" y="142415"/>
                  <a:pt x="96441" y="142842"/>
                  <a:pt x="96068" y="143242"/>
                </a:cubicBezTo>
                <a:cubicBezTo>
                  <a:pt x="95535" y="143834"/>
                  <a:pt x="95475" y="144722"/>
                  <a:pt x="95031" y="145403"/>
                </a:cubicBezTo>
                <a:cubicBezTo>
                  <a:pt x="94421" y="146052"/>
                  <a:pt x="94421" y="147065"/>
                  <a:pt x="95031" y="147713"/>
                </a:cubicBezTo>
                <a:cubicBezTo>
                  <a:pt x="95751" y="148314"/>
                  <a:pt x="96408" y="148990"/>
                  <a:pt x="96986" y="149727"/>
                </a:cubicBezTo>
                <a:cubicBezTo>
                  <a:pt x="97489" y="150230"/>
                  <a:pt x="97608" y="150053"/>
                  <a:pt x="98200" y="150408"/>
                </a:cubicBezTo>
                <a:cubicBezTo>
                  <a:pt x="98792" y="150764"/>
                  <a:pt x="99118" y="151267"/>
                  <a:pt x="99888" y="151504"/>
                </a:cubicBezTo>
                <a:cubicBezTo>
                  <a:pt x="100216" y="151655"/>
                  <a:pt x="100595" y="151655"/>
                  <a:pt x="100924" y="151504"/>
                </a:cubicBezTo>
                <a:cubicBezTo>
                  <a:pt x="101250" y="151356"/>
                  <a:pt x="101457" y="150793"/>
                  <a:pt x="101635" y="150497"/>
                </a:cubicBezTo>
                <a:cubicBezTo>
                  <a:pt x="101816" y="149958"/>
                  <a:pt x="102032" y="149434"/>
                  <a:pt x="102286" y="148927"/>
                </a:cubicBezTo>
                <a:cubicBezTo>
                  <a:pt x="102701" y="148525"/>
                  <a:pt x="103042" y="148054"/>
                  <a:pt x="103293" y="147536"/>
                </a:cubicBezTo>
                <a:cubicBezTo>
                  <a:pt x="103293" y="147536"/>
                  <a:pt x="103886" y="147239"/>
                  <a:pt x="104300" y="147239"/>
                </a:cubicBezTo>
                <a:cubicBezTo>
                  <a:pt x="105334" y="148033"/>
                  <a:pt x="106323" y="148883"/>
                  <a:pt x="107262" y="149786"/>
                </a:cubicBezTo>
                <a:cubicBezTo>
                  <a:pt x="107765" y="150379"/>
                  <a:pt x="107439" y="151563"/>
                  <a:pt x="107262" y="152155"/>
                </a:cubicBezTo>
                <a:cubicBezTo>
                  <a:pt x="107039" y="153521"/>
                  <a:pt x="106711" y="154868"/>
                  <a:pt x="106284" y="156183"/>
                </a:cubicBezTo>
                <a:cubicBezTo>
                  <a:pt x="105882" y="156819"/>
                  <a:pt x="105591" y="157521"/>
                  <a:pt x="105426" y="158256"/>
                </a:cubicBezTo>
                <a:cubicBezTo>
                  <a:pt x="105322" y="159008"/>
                  <a:pt x="105153" y="159751"/>
                  <a:pt x="104922" y="160477"/>
                </a:cubicBezTo>
                <a:cubicBezTo>
                  <a:pt x="104804" y="160862"/>
                  <a:pt x="104330" y="161099"/>
                  <a:pt x="104152" y="161484"/>
                </a:cubicBezTo>
                <a:cubicBezTo>
                  <a:pt x="103986" y="161957"/>
                  <a:pt x="104102" y="162485"/>
                  <a:pt x="104448" y="162846"/>
                </a:cubicBezTo>
                <a:cubicBezTo>
                  <a:pt x="104596" y="162994"/>
                  <a:pt x="105426" y="163260"/>
                  <a:pt x="105840" y="163497"/>
                </a:cubicBezTo>
                <a:cubicBezTo>
                  <a:pt x="106255" y="163734"/>
                  <a:pt x="106847" y="164386"/>
                  <a:pt x="107321" y="164386"/>
                </a:cubicBezTo>
                <a:cubicBezTo>
                  <a:pt x="107878" y="164253"/>
                  <a:pt x="108440" y="164152"/>
                  <a:pt x="109009" y="164090"/>
                </a:cubicBezTo>
                <a:cubicBezTo>
                  <a:pt x="109927" y="164090"/>
                  <a:pt x="111585" y="164534"/>
                  <a:pt x="111822" y="163882"/>
                </a:cubicBezTo>
                <a:cubicBezTo>
                  <a:pt x="112097" y="162565"/>
                  <a:pt x="112266" y="161229"/>
                  <a:pt x="112325" y="159885"/>
                </a:cubicBezTo>
                <a:cubicBezTo>
                  <a:pt x="112648" y="159189"/>
                  <a:pt x="112906" y="158466"/>
                  <a:pt x="113095" y="157723"/>
                </a:cubicBezTo>
                <a:cubicBezTo>
                  <a:pt x="113226" y="156396"/>
                  <a:pt x="113525" y="155093"/>
                  <a:pt x="113984" y="153843"/>
                </a:cubicBezTo>
                <a:cubicBezTo>
                  <a:pt x="114351" y="152937"/>
                  <a:pt x="114659" y="152007"/>
                  <a:pt x="114902" y="151060"/>
                </a:cubicBezTo>
                <a:cubicBezTo>
                  <a:pt x="115080" y="150290"/>
                  <a:pt x="114398" y="148691"/>
                  <a:pt x="114902" y="147565"/>
                </a:cubicBezTo>
                <a:cubicBezTo>
                  <a:pt x="115319" y="146508"/>
                  <a:pt x="115550" y="145386"/>
                  <a:pt x="115583" y="144249"/>
                </a:cubicBezTo>
                <a:cubicBezTo>
                  <a:pt x="115669" y="143638"/>
                  <a:pt x="115509" y="143023"/>
                  <a:pt x="115139" y="142531"/>
                </a:cubicBezTo>
                <a:cubicBezTo>
                  <a:pt x="114339" y="141435"/>
                  <a:pt x="113865" y="140339"/>
                  <a:pt x="113658" y="140073"/>
                </a:cubicBezTo>
                <a:cubicBezTo>
                  <a:pt x="113451" y="139806"/>
                  <a:pt x="112977" y="139718"/>
                  <a:pt x="112562" y="139421"/>
                </a:cubicBezTo>
                <a:lnTo>
                  <a:pt x="111852" y="138948"/>
                </a:lnTo>
                <a:cubicBezTo>
                  <a:pt x="111644" y="138800"/>
                  <a:pt x="111200" y="139007"/>
                  <a:pt x="110519" y="138326"/>
                </a:cubicBezTo>
                <a:cubicBezTo>
                  <a:pt x="110019" y="137849"/>
                  <a:pt x="109545" y="137343"/>
                  <a:pt x="109098" y="136815"/>
                </a:cubicBezTo>
                <a:cubicBezTo>
                  <a:pt x="108446" y="136046"/>
                  <a:pt x="108032" y="135394"/>
                  <a:pt x="107558" y="134891"/>
                </a:cubicBezTo>
                <a:cubicBezTo>
                  <a:pt x="106018" y="133203"/>
                  <a:pt x="105514" y="132640"/>
                  <a:pt x="104774" y="131929"/>
                </a:cubicBezTo>
                <a:cubicBezTo>
                  <a:pt x="104256" y="131387"/>
                  <a:pt x="103770" y="130813"/>
                  <a:pt x="103323" y="130212"/>
                </a:cubicBezTo>
                <a:cubicBezTo>
                  <a:pt x="102908" y="129234"/>
                  <a:pt x="102642" y="128316"/>
                  <a:pt x="102464" y="128020"/>
                </a:cubicBezTo>
                <a:cubicBezTo>
                  <a:pt x="102047" y="127505"/>
                  <a:pt x="101579" y="127028"/>
                  <a:pt x="101072" y="126599"/>
                </a:cubicBezTo>
                <a:cubicBezTo>
                  <a:pt x="100687" y="126303"/>
                  <a:pt x="100687" y="126006"/>
                  <a:pt x="100184" y="125651"/>
                </a:cubicBezTo>
                <a:cubicBezTo>
                  <a:pt x="99467" y="125334"/>
                  <a:pt x="98685" y="125192"/>
                  <a:pt x="97904" y="125237"/>
                </a:cubicBezTo>
                <a:close/>
                <a:moveTo>
                  <a:pt x="359532" y="125121"/>
                </a:moveTo>
                <a:lnTo>
                  <a:pt x="371356" y="126747"/>
                </a:lnTo>
                <a:cubicBezTo>
                  <a:pt x="368297" y="129904"/>
                  <a:pt x="364388" y="132104"/>
                  <a:pt x="360103" y="133084"/>
                </a:cubicBezTo>
                <a:cubicBezTo>
                  <a:pt x="354831" y="134210"/>
                  <a:pt x="348079" y="129294"/>
                  <a:pt x="348079" y="129294"/>
                </a:cubicBezTo>
                <a:close/>
                <a:moveTo>
                  <a:pt x="359510" y="125118"/>
                </a:moveTo>
                <a:lnTo>
                  <a:pt x="359540" y="125118"/>
                </a:lnTo>
                <a:lnTo>
                  <a:pt x="359532" y="125121"/>
                </a:lnTo>
                <a:close/>
                <a:moveTo>
                  <a:pt x="500886" y="111200"/>
                </a:moveTo>
                <a:cubicBezTo>
                  <a:pt x="500323" y="110815"/>
                  <a:pt x="499228" y="111318"/>
                  <a:pt x="499287" y="111555"/>
                </a:cubicBezTo>
                <a:cubicBezTo>
                  <a:pt x="499346" y="111792"/>
                  <a:pt x="498280" y="113036"/>
                  <a:pt x="497747" y="113510"/>
                </a:cubicBezTo>
                <a:cubicBezTo>
                  <a:pt x="495970" y="115049"/>
                  <a:pt x="495556" y="116086"/>
                  <a:pt x="494786" y="116649"/>
                </a:cubicBezTo>
                <a:cubicBezTo>
                  <a:pt x="493542" y="117626"/>
                  <a:pt x="491884" y="118929"/>
                  <a:pt x="491647" y="119195"/>
                </a:cubicBezTo>
                <a:cubicBezTo>
                  <a:pt x="491170" y="119675"/>
                  <a:pt x="490752" y="120214"/>
                  <a:pt x="490403" y="120795"/>
                </a:cubicBezTo>
                <a:cubicBezTo>
                  <a:pt x="490249" y="121245"/>
                  <a:pt x="490042" y="121671"/>
                  <a:pt x="489781" y="122068"/>
                </a:cubicBezTo>
                <a:cubicBezTo>
                  <a:pt x="489544" y="122364"/>
                  <a:pt x="488833" y="122068"/>
                  <a:pt x="488833" y="122068"/>
                </a:cubicBezTo>
                <a:cubicBezTo>
                  <a:pt x="488155" y="121881"/>
                  <a:pt x="487516" y="121582"/>
                  <a:pt x="486938" y="121179"/>
                </a:cubicBezTo>
                <a:cubicBezTo>
                  <a:pt x="486849" y="121123"/>
                  <a:pt x="486775" y="121046"/>
                  <a:pt x="486719" y="120960"/>
                </a:cubicBezTo>
                <a:cubicBezTo>
                  <a:pt x="486497" y="120617"/>
                  <a:pt x="486595" y="120158"/>
                  <a:pt x="486938" y="119936"/>
                </a:cubicBezTo>
                <a:cubicBezTo>
                  <a:pt x="487640" y="119237"/>
                  <a:pt x="488247" y="118452"/>
                  <a:pt x="488744" y="117596"/>
                </a:cubicBezTo>
                <a:cubicBezTo>
                  <a:pt x="488715" y="117152"/>
                  <a:pt x="488271" y="117152"/>
                  <a:pt x="488271" y="117152"/>
                </a:cubicBezTo>
                <a:cubicBezTo>
                  <a:pt x="486849" y="117543"/>
                  <a:pt x="485404" y="117851"/>
                  <a:pt x="483947" y="118070"/>
                </a:cubicBezTo>
                <a:cubicBezTo>
                  <a:pt x="483577" y="118049"/>
                  <a:pt x="483216" y="117958"/>
                  <a:pt x="482881" y="117804"/>
                </a:cubicBezTo>
                <a:cubicBezTo>
                  <a:pt x="482372" y="117727"/>
                  <a:pt x="481862" y="117931"/>
                  <a:pt x="481548" y="118337"/>
                </a:cubicBezTo>
                <a:cubicBezTo>
                  <a:pt x="480512" y="120113"/>
                  <a:pt x="479890" y="119788"/>
                  <a:pt x="479120" y="120528"/>
                </a:cubicBezTo>
                <a:cubicBezTo>
                  <a:pt x="478344" y="121372"/>
                  <a:pt x="477779" y="122388"/>
                  <a:pt x="477462" y="123489"/>
                </a:cubicBezTo>
                <a:cubicBezTo>
                  <a:pt x="477275" y="124022"/>
                  <a:pt x="477500" y="124609"/>
                  <a:pt x="477995" y="124881"/>
                </a:cubicBezTo>
                <a:cubicBezTo>
                  <a:pt x="479061" y="125622"/>
                  <a:pt x="480630" y="125355"/>
                  <a:pt x="482378" y="125622"/>
                </a:cubicBezTo>
                <a:cubicBezTo>
                  <a:pt x="482801" y="125666"/>
                  <a:pt x="483228" y="125666"/>
                  <a:pt x="483651" y="125622"/>
                </a:cubicBezTo>
                <a:cubicBezTo>
                  <a:pt x="484619" y="125382"/>
                  <a:pt x="485617" y="125293"/>
                  <a:pt x="486612" y="125355"/>
                </a:cubicBezTo>
                <a:cubicBezTo>
                  <a:pt x="487533" y="125693"/>
                  <a:pt x="488401" y="126160"/>
                  <a:pt x="489189" y="126747"/>
                </a:cubicBezTo>
                <a:cubicBezTo>
                  <a:pt x="489781" y="127132"/>
                  <a:pt x="490669" y="127813"/>
                  <a:pt x="491114" y="128139"/>
                </a:cubicBezTo>
                <a:cubicBezTo>
                  <a:pt x="491940" y="128743"/>
                  <a:pt x="492734" y="129394"/>
                  <a:pt x="493483" y="130093"/>
                </a:cubicBezTo>
                <a:cubicBezTo>
                  <a:pt x="493980" y="130517"/>
                  <a:pt x="494516" y="130893"/>
                  <a:pt x="495082" y="131218"/>
                </a:cubicBezTo>
                <a:cubicBezTo>
                  <a:pt x="495677" y="131470"/>
                  <a:pt x="496219" y="131834"/>
                  <a:pt x="496681" y="132285"/>
                </a:cubicBezTo>
                <a:cubicBezTo>
                  <a:pt x="497451" y="133342"/>
                  <a:pt x="498467" y="134198"/>
                  <a:pt x="499642" y="134772"/>
                </a:cubicBezTo>
                <a:cubicBezTo>
                  <a:pt x="499998" y="134891"/>
                  <a:pt x="501005" y="136046"/>
                  <a:pt x="501508" y="136282"/>
                </a:cubicBezTo>
                <a:cubicBezTo>
                  <a:pt x="502162" y="136685"/>
                  <a:pt x="502752" y="137183"/>
                  <a:pt x="503255" y="137763"/>
                </a:cubicBezTo>
                <a:cubicBezTo>
                  <a:pt x="502784" y="138361"/>
                  <a:pt x="501979" y="138577"/>
                  <a:pt x="501271" y="138296"/>
                </a:cubicBezTo>
                <a:cubicBezTo>
                  <a:pt x="500945" y="138089"/>
                  <a:pt x="499731" y="137882"/>
                  <a:pt x="499465" y="137615"/>
                </a:cubicBezTo>
                <a:cubicBezTo>
                  <a:pt x="499142" y="137180"/>
                  <a:pt x="498881" y="136703"/>
                  <a:pt x="498695" y="136194"/>
                </a:cubicBezTo>
                <a:cubicBezTo>
                  <a:pt x="498547" y="135957"/>
                  <a:pt x="497954" y="135601"/>
                  <a:pt x="497599" y="135157"/>
                </a:cubicBezTo>
                <a:cubicBezTo>
                  <a:pt x="497270" y="134630"/>
                  <a:pt x="496850" y="134168"/>
                  <a:pt x="496355" y="133795"/>
                </a:cubicBezTo>
                <a:cubicBezTo>
                  <a:pt x="496000" y="133588"/>
                  <a:pt x="495408" y="133588"/>
                  <a:pt x="495408" y="133588"/>
                </a:cubicBezTo>
                <a:cubicBezTo>
                  <a:pt x="494401" y="132936"/>
                  <a:pt x="494638" y="133055"/>
                  <a:pt x="494164" y="132936"/>
                </a:cubicBezTo>
                <a:cubicBezTo>
                  <a:pt x="493690" y="132818"/>
                  <a:pt x="493098" y="131988"/>
                  <a:pt x="492861" y="131988"/>
                </a:cubicBezTo>
                <a:cubicBezTo>
                  <a:pt x="492230" y="131627"/>
                  <a:pt x="491626" y="131221"/>
                  <a:pt x="491054" y="130774"/>
                </a:cubicBezTo>
                <a:cubicBezTo>
                  <a:pt x="490640" y="130508"/>
                  <a:pt x="490018" y="129767"/>
                  <a:pt x="489663" y="129560"/>
                </a:cubicBezTo>
                <a:cubicBezTo>
                  <a:pt x="489381" y="129471"/>
                  <a:pt x="489094" y="129400"/>
                  <a:pt x="488804" y="129353"/>
                </a:cubicBezTo>
                <a:cubicBezTo>
                  <a:pt x="488300" y="129205"/>
                  <a:pt x="487886" y="127961"/>
                  <a:pt x="487323" y="127961"/>
                </a:cubicBezTo>
                <a:cubicBezTo>
                  <a:pt x="485665" y="127843"/>
                  <a:pt x="484332" y="129234"/>
                  <a:pt x="483888" y="129234"/>
                </a:cubicBezTo>
                <a:cubicBezTo>
                  <a:pt x="483269" y="129394"/>
                  <a:pt x="482712" y="129735"/>
                  <a:pt x="482289" y="130212"/>
                </a:cubicBezTo>
                <a:cubicBezTo>
                  <a:pt x="481726" y="130626"/>
                  <a:pt x="481519" y="130834"/>
                  <a:pt x="481726" y="131426"/>
                </a:cubicBezTo>
                <a:cubicBezTo>
                  <a:pt x="481907" y="131855"/>
                  <a:pt x="482232" y="132211"/>
                  <a:pt x="482644" y="132433"/>
                </a:cubicBezTo>
                <a:cubicBezTo>
                  <a:pt x="483156" y="132779"/>
                  <a:pt x="483746" y="132995"/>
                  <a:pt x="484362" y="133055"/>
                </a:cubicBezTo>
                <a:cubicBezTo>
                  <a:pt x="484939" y="133019"/>
                  <a:pt x="485517" y="133152"/>
                  <a:pt x="486020" y="133440"/>
                </a:cubicBezTo>
                <a:cubicBezTo>
                  <a:pt x="486257" y="133706"/>
                  <a:pt x="487205" y="134209"/>
                  <a:pt x="486790" y="134476"/>
                </a:cubicBezTo>
                <a:cubicBezTo>
                  <a:pt x="486281" y="134748"/>
                  <a:pt x="485745" y="134968"/>
                  <a:pt x="485191" y="135128"/>
                </a:cubicBezTo>
                <a:cubicBezTo>
                  <a:pt x="484806" y="135246"/>
                  <a:pt x="484095" y="135897"/>
                  <a:pt x="483829" y="136075"/>
                </a:cubicBezTo>
                <a:cubicBezTo>
                  <a:pt x="483562" y="136253"/>
                  <a:pt x="483355" y="136253"/>
                  <a:pt x="482940" y="136253"/>
                </a:cubicBezTo>
                <a:cubicBezTo>
                  <a:pt x="482443" y="136167"/>
                  <a:pt x="481960" y="135995"/>
                  <a:pt x="481519" y="135749"/>
                </a:cubicBezTo>
                <a:cubicBezTo>
                  <a:pt x="480903" y="135290"/>
                  <a:pt x="480248" y="134885"/>
                  <a:pt x="479564" y="134535"/>
                </a:cubicBezTo>
                <a:cubicBezTo>
                  <a:pt x="478913" y="134298"/>
                  <a:pt x="477728" y="134239"/>
                  <a:pt x="477491" y="133973"/>
                </a:cubicBezTo>
                <a:cubicBezTo>
                  <a:pt x="477255" y="133706"/>
                  <a:pt x="476840" y="132551"/>
                  <a:pt x="476573" y="132285"/>
                </a:cubicBezTo>
                <a:cubicBezTo>
                  <a:pt x="475741" y="131615"/>
                  <a:pt x="474663" y="131337"/>
                  <a:pt x="473612" y="131515"/>
                </a:cubicBezTo>
                <a:cubicBezTo>
                  <a:pt x="472957" y="131799"/>
                  <a:pt x="472350" y="132178"/>
                  <a:pt x="471806" y="132640"/>
                </a:cubicBezTo>
                <a:cubicBezTo>
                  <a:pt x="471539" y="132877"/>
                  <a:pt x="470769" y="133528"/>
                  <a:pt x="470828" y="133824"/>
                </a:cubicBezTo>
                <a:cubicBezTo>
                  <a:pt x="470888" y="134121"/>
                  <a:pt x="471184" y="134535"/>
                  <a:pt x="471184" y="134831"/>
                </a:cubicBezTo>
                <a:cubicBezTo>
                  <a:pt x="471154" y="135957"/>
                  <a:pt x="471954" y="136431"/>
                  <a:pt x="472220" y="136697"/>
                </a:cubicBezTo>
                <a:cubicBezTo>
                  <a:pt x="472487" y="136964"/>
                  <a:pt x="473967" y="137378"/>
                  <a:pt x="474441" y="137822"/>
                </a:cubicBezTo>
                <a:cubicBezTo>
                  <a:pt x="475143" y="138477"/>
                  <a:pt x="475907" y="139063"/>
                  <a:pt x="476721" y="139570"/>
                </a:cubicBezTo>
                <a:cubicBezTo>
                  <a:pt x="477524" y="140058"/>
                  <a:pt x="478276" y="140624"/>
                  <a:pt x="478972" y="141258"/>
                </a:cubicBezTo>
                <a:cubicBezTo>
                  <a:pt x="479564" y="142027"/>
                  <a:pt x="479150" y="142501"/>
                  <a:pt x="478676" y="142649"/>
                </a:cubicBezTo>
                <a:cubicBezTo>
                  <a:pt x="477106" y="143034"/>
                  <a:pt x="474382" y="144722"/>
                  <a:pt x="472961" y="143923"/>
                </a:cubicBezTo>
                <a:cubicBezTo>
                  <a:pt x="472398" y="143567"/>
                  <a:pt x="471273" y="142590"/>
                  <a:pt x="469999" y="141672"/>
                </a:cubicBezTo>
                <a:cubicBezTo>
                  <a:pt x="469288" y="141050"/>
                  <a:pt x="468578" y="140576"/>
                  <a:pt x="468400" y="141050"/>
                </a:cubicBezTo>
                <a:cubicBezTo>
                  <a:pt x="468222" y="141524"/>
                  <a:pt x="469200" y="144249"/>
                  <a:pt x="468400" y="145048"/>
                </a:cubicBezTo>
                <a:cubicBezTo>
                  <a:pt x="467985" y="145433"/>
                  <a:pt x="467186" y="146085"/>
                  <a:pt x="466801" y="146470"/>
                </a:cubicBezTo>
                <a:cubicBezTo>
                  <a:pt x="467260" y="147388"/>
                  <a:pt x="467968" y="148157"/>
                  <a:pt x="468844" y="148691"/>
                </a:cubicBezTo>
                <a:cubicBezTo>
                  <a:pt x="469481" y="148951"/>
                  <a:pt x="470070" y="149312"/>
                  <a:pt x="470591" y="149757"/>
                </a:cubicBezTo>
                <a:cubicBezTo>
                  <a:pt x="471350" y="150222"/>
                  <a:pt x="472140" y="150627"/>
                  <a:pt x="472961" y="150971"/>
                </a:cubicBezTo>
                <a:cubicBezTo>
                  <a:pt x="474086" y="151622"/>
                  <a:pt x="475270" y="150379"/>
                  <a:pt x="476514" y="149964"/>
                </a:cubicBezTo>
                <a:cubicBezTo>
                  <a:pt x="476692" y="149934"/>
                  <a:pt x="477728" y="150082"/>
                  <a:pt x="478232" y="149579"/>
                </a:cubicBezTo>
                <a:cubicBezTo>
                  <a:pt x="478815" y="149043"/>
                  <a:pt x="479499" y="148631"/>
                  <a:pt x="480245" y="148365"/>
                </a:cubicBezTo>
                <a:cubicBezTo>
                  <a:pt x="480867" y="148009"/>
                  <a:pt x="481312" y="147595"/>
                  <a:pt x="481874" y="147180"/>
                </a:cubicBezTo>
                <a:cubicBezTo>
                  <a:pt x="482437" y="146766"/>
                  <a:pt x="482763" y="146055"/>
                  <a:pt x="483473" y="145463"/>
                </a:cubicBezTo>
                <a:cubicBezTo>
                  <a:pt x="484184" y="144870"/>
                  <a:pt x="486553" y="146618"/>
                  <a:pt x="486908" y="146884"/>
                </a:cubicBezTo>
                <a:cubicBezTo>
                  <a:pt x="487264" y="147151"/>
                  <a:pt x="487501" y="147151"/>
                  <a:pt x="488271" y="147624"/>
                </a:cubicBezTo>
                <a:cubicBezTo>
                  <a:pt x="489041" y="148098"/>
                  <a:pt x="489366" y="148454"/>
                  <a:pt x="490047" y="148927"/>
                </a:cubicBezTo>
                <a:cubicBezTo>
                  <a:pt x="490551" y="149144"/>
                  <a:pt x="491108" y="149206"/>
                  <a:pt x="491647" y="149105"/>
                </a:cubicBezTo>
                <a:cubicBezTo>
                  <a:pt x="492268" y="149076"/>
                  <a:pt x="493068" y="148365"/>
                  <a:pt x="493571" y="148039"/>
                </a:cubicBezTo>
                <a:cubicBezTo>
                  <a:pt x="494075" y="147713"/>
                  <a:pt x="493571" y="146884"/>
                  <a:pt x="493571" y="146884"/>
                </a:cubicBezTo>
                <a:cubicBezTo>
                  <a:pt x="493098" y="145907"/>
                  <a:pt x="492979" y="145167"/>
                  <a:pt x="492772" y="144782"/>
                </a:cubicBezTo>
                <a:cubicBezTo>
                  <a:pt x="492120" y="143775"/>
                  <a:pt x="492357" y="142797"/>
                  <a:pt x="492120" y="142531"/>
                </a:cubicBezTo>
                <a:cubicBezTo>
                  <a:pt x="491884" y="142264"/>
                  <a:pt x="491321" y="142472"/>
                  <a:pt x="490847" y="142087"/>
                </a:cubicBezTo>
                <a:cubicBezTo>
                  <a:pt x="490373" y="141702"/>
                  <a:pt x="489455" y="141494"/>
                  <a:pt x="489041" y="141228"/>
                </a:cubicBezTo>
                <a:cubicBezTo>
                  <a:pt x="488626" y="140961"/>
                  <a:pt x="488478" y="140576"/>
                  <a:pt x="488478" y="140339"/>
                </a:cubicBezTo>
                <a:cubicBezTo>
                  <a:pt x="488898" y="139771"/>
                  <a:pt x="489506" y="139371"/>
                  <a:pt x="490196" y="139214"/>
                </a:cubicBezTo>
                <a:cubicBezTo>
                  <a:pt x="491060" y="139119"/>
                  <a:pt x="491934" y="139119"/>
                  <a:pt x="492802" y="139214"/>
                </a:cubicBezTo>
                <a:cubicBezTo>
                  <a:pt x="493432" y="139377"/>
                  <a:pt x="494096" y="139377"/>
                  <a:pt x="494726" y="139214"/>
                </a:cubicBezTo>
                <a:cubicBezTo>
                  <a:pt x="496260" y="138998"/>
                  <a:pt x="497818" y="139324"/>
                  <a:pt x="499139" y="140132"/>
                </a:cubicBezTo>
                <a:cubicBezTo>
                  <a:pt x="499761" y="140606"/>
                  <a:pt x="500560" y="141169"/>
                  <a:pt x="500620" y="141672"/>
                </a:cubicBezTo>
                <a:cubicBezTo>
                  <a:pt x="500679" y="142176"/>
                  <a:pt x="501419" y="142975"/>
                  <a:pt x="501627" y="142975"/>
                </a:cubicBezTo>
                <a:cubicBezTo>
                  <a:pt x="502130" y="142996"/>
                  <a:pt x="502607" y="143209"/>
                  <a:pt x="502959" y="143567"/>
                </a:cubicBezTo>
                <a:cubicBezTo>
                  <a:pt x="503966" y="144696"/>
                  <a:pt x="505269" y="145516"/>
                  <a:pt x="506720" y="145936"/>
                </a:cubicBezTo>
                <a:cubicBezTo>
                  <a:pt x="507680" y="145679"/>
                  <a:pt x="508568" y="145214"/>
                  <a:pt x="509326" y="144574"/>
                </a:cubicBezTo>
                <a:cubicBezTo>
                  <a:pt x="510188" y="143881"/>
                  <a:pt x="510819" y="142940"/>
                  <a:pt x="511133" y="141879"/>
                </a:cubicBezTo>
                <a:cubicBezTo>
                  <a:pt x="511192" y="141258"/>
                  <a:pt x="510629" y="141228"/>
                  <a:pt x="510540" y="140547"/>
                </a:cubicBezTo>
                <a:cubicBezTo>
                  <a:pt x="510451" y="139866"/>
                  <a:pt x="509978" y="139718"/>
                  <a:pt x="509978" y="139421"/>
                </a:cubicBezTo>
                <a:cubicBezTo>
                  <a:pt x="509978" y="139125"/>
                  <a:pt x="509978" y="138415"/>
                  <a:pt x="509978" y="138089"/>
                </a:cubicBezTo>
                <a:cubicBezTo>
                  <a:pt x="509708" y="137739"/>
                  <a:pt x="509388" y="137431"/>
                  <a:pt x="509030" y="137171"/>
                </a:cubicBezTo>
                <a:cubicBezTo>
                  <a:pt x="508281" y="137135"/>
                  <a:pt x="507555" y="136901"/>
                  <a:pt x="506927" y="136490"/>
                </a:cubicBezTo>
                <a:cubicBezTo>
                  <a:pt x="506690" y="136223"/>
                  <a:pt x="506187" y="135897"/>
                  <a:pt x="506483" y="135542"/>
                </a:cubicBezTo>
                <a:cubicBezTo>
                  <a:pt x="507016" y="135051"/>
                  <a:pt x="507626" y="134651"/>
                  <a:pt x="508290" y="134358"/>
                </a:cubicBezTo>
                <a:lnTo>
                  <a:pt x="509800" y="133528"/>
                </a:lnTo>
                <a:cubicBezTo>
                  <a:pt x="510037" y="133380"/>
                  <a:pt x="511192" y="132906"/>
                  <a:pt x="511192" y="132906"/>
                </a:cubicBezTo>
                <a:cubicBezTo>
                  <a:pt x="512415" y="132018"/>
                  <a:pt x="513860" y="131485"/>
                  <a:pt x="515367" y="131367"/>
                </a:cubicBezTo>
                <a:cubicBezTo>
                  <a:pt x="516374" y="131396"/>
                  <a:pt x="518062" y="132285"/>
                  <a:pt x="518151" y="131722"/>
                </a:cubicBezTo>
                <a:cubicBezTo>
                  <a:pt x="518240" y="131159"/>
                  <a:pt x="519365" y="130745"/>
                  <a:pt x="519780" y="130449"/>
                </a:cubicBezTo>
                <a:cubicBezTo>
                  <a:pt x="520156" y="130212"/>
                  <a:pt x="520378" y="129797"/>
                  <a:pt x="520372" y="129353"/>
                </a:cubicBezTo>
                <a:cubicBezTo>
                  <a:pt x="520313" y="128728"/>
                  <a:pt x="520182" y="128112"/>
                  <a:pt x="519987" y="127517"/>
                </a:cubicBezTo>
                <a:cubicBezTo>
                  <a:pt x="519809" y="127016"/>
                  <a:pt x="519383" y="126643"/>
                  <a:pt x="518862" y="126540"/>
                </a:cubicBezTo>
                <a:cubicBezTo>
                  <a:pt x="518595" y="126391"/>
                  <a:pt x="518595" y="126658"/>
                  <a:pt x="518092" y="126540"/>
                </a:cubicBezTo>
                <a:cubicBezTo>
                  <a:pt x="517588" y="126421"/>
                  <a:pt x="514331" y="123845"/>
                  <a:pt x="512820" y="124703"/>
                </a:cubicBezTo>
                <a:cubicBezTo>
                  <a:pt x="512080" y="125118"/>
                  <a:pt x="512554" y="126332"/>
                  <a:pt x="511754" y="127043"/>
                </a:cubicBezTo>
                <a:cubicBezTo>
                  <a:pt x="511402" y="127321"/>
                  <a:pt x="510999" y="127532"/>
                  <a:pt x="510570" y="127665"/>
                </a:cubicBezTo>
                <a:cubicBezTo>
                  <a:pt x="510155" y="127902"/>
                  <a:pt x="509504" y="128109"/>
                  <a:pt x="509178" y="127902"/>
                </a:cubicBezTo>
                <a:cubicBezTo>
                  <a:pt x="508852" y="127694"/>
                  <a:pt x="508556" y="127339"/>
                  <a:pt x="507727" y="127339"/>
                </a:cubicBezTo>
                <a:cubicBezTo>
                  <a:pt x="506424" y="127546"/>
                  <a:pt x="506987" y="128257"/>
                  <a:pt x="506631" y="128553"/>
                </a:cubicBezTo>
                <a:cubicBezTo>
                  <a:pt x="506276" y="128849"/>
                  <a:pt x="505684" y="128553"/>
                  <a:pt x="505417" y="128553"/>
                </a:cubicBezTo>
                <a:cubicBezTo>
                  <a:pt x="505003" y="128615"/>
                  <a:pt x="504582" y="128553"/>
                  <a:pt x="504203" y="128376"/>
                </a:cubicBezTo>
                <a:cubicBezTo>
                  <a:pt x="504025" y="128228"/>
                  <a:pt x="503166" y="129323"/>
                  <a:pt x="503226" y="129738"/>
                </a:cubicBezTo>
                <a:cubicBezTo>
                  <a:pt x="503285" y="130152"/>
                  <a:pt x="504262" y="130271"/>
                  <a:pt x="503877" y="131159"/>
                </a:cubicBezTo>
                <a:cubicBezTo>
                  <a:pt x="503492" y="132048"/>
                  <a:pt x="502337" y="132048"/>
                  <a:pt x="501508" y="131159"/>
                </a:cubicBezTo>
                <a:cubicBezTo>
                  <a:pt x="500679" y="130271"/>
                  <a:pt x="502900" y="130064"/>
                  <a:pt x="501982" y="129501"/>
                </a:cubicBezTo>
                <a:cubicBezTo>
                  <a:pt x="501064" y="128938"/>
                  <a:pt x="501093" y="127576"/>
                  <a:pt x="501419" y="127517"/>
                </a:cubicBezTo>
                <a:cubicBezTo>
                  <a:pt x="501745" y="127458"/>
                  <a:pt x="504055" y="127132"/>
                  <a:pt x="504055" y="127132"/>
                </a:cubicBezTo>
                <a:cubicBezTo>
                  <a:pt x="506927" y="126243"/>
                  <a:pt x="507875" y="126391"/>
                  <a:pt x="508408" y="125829"/>
                </a:cubicBezTo>
                <a:cubicBezTo>
                  <a:pt x="508731" y="125352"/>
                  <a:pt x="508858" y="124769"/>
                  <a:pt x="508763" y="124200"/>
                </a:cubicBezTo>
                <a:cubicBezTo>
                  <a:pt x="508763" y="123785"/>
                  <a:pt x="509800" y="123016"/>
                  <a:pt x="510037" y="123016"/>
                </a:cubicBezTo>
                <a:cubicBezTo>
                  <a:pt x="510819" y="122758"/>
                  <a:pt x="511648" y="122678"/>
                  <a:pt x="512465" y="122779"/>
                </a:cubicBezTo>
                <a:cubicBezTo>
                  <a:pt x="513265" y="122867"/>
                  <a:pt x="514597" y="122571"/>
                  <a:pt x="514597" y="121831"/>
                </a:cubicBezTo>
                <a:cubicBezTo>
                  <a:pt x="514837" y="121073"/>
                  <a:pt x="514763" y="120253"/>
                  <a:pt x="514390" y="119551"/>
                </a:cubicBezTo>
                <a:cubicBezTo>
                  <a:pt x="514186" y="119302"/>
                  <a:pt x="513919" y="119109"/>
                  <a:pt x="513620" y="118988"/>
                </a:cubicBezTo>
                <a:cubicBezTo>
                  <a:pt x="513354" y="118929"/>
                  <a:pt x="513205" y="118366"/>
                  <a:pt x="512909" y="118366"/>
                </a:cubicBezTo>
                <a:cubicBezTo>
                  <a:pt x="512110" y="118040"/>
                  <a:pt x="511369" y="118722"/>
                  <a:pt x="510511" y="118988"/>
                </a:cubicBezTo>
                <a:cubicBezTo>
                  <a:pt x="509652" y="119255"/>
                  <a:pt x="507905" y="119610"/>
                  <a:pt x="507905" y="119255"/>
                </a:cubicBezTo>
                <a:cubicBezTo>
                  <a:pt x="507905" y="118899"/>
                  <a:pt x="508171" y="117833"/>
                  <a:pt x="507905" y="117567"/>
                </a:cubicBezTo>
                <a:cubicBezTo>
                  <a:pt x="507363" y="117344"/>
                  <a:pt x="506758" y="117344"/>
                  <a:pt x="506217" y="117567"/>
                </a:cubicBezTo>
                <a:cubicBezTo>
                  <a:pt x="505980" y="117804"/>
                  <a:pt x="505802" y="118840"/>
                  <a:pt x="505328" y="119373"/>
                </a:cubicBezTo>
                <a:cubicBezTo>
                  <a:pt x="504825" y="119776"/>
                  <a:pt x="504221" y="120030"/>
                  <a:pt x="503581" y="120113"/>
                </a:cubicBezTo>
                <a:cubicBezTo>
                  <a:pt x="502900" y="120291"/>
                  <a:pt x="501775" y="121120"/>
                  <a:pt x="502011" y="121564"/>
                </a:cubicBezTo>
                <a:cubicBezTo>
                  <a:pt x="502248" y="122009"/>
                  <a:pt x="502604" y="121624"/>
                  <a:pt x="503107" y="122009"/>
                </a:cubicBezTo>
                <a:cubicBezTo>
                  <a:pt x="503611" y="122394"/>
                  <a:pt x="504351" y="122394"/>
                  <a:pt x="504558" y="122719"/>
                </a:cubicBezTo>
                <a:cubicBezTo>
                  <a:pt x="504766" y="123045"/>
                  <a:pt x="504677" y="124703"/>
                  <a:pt x="503611" y="124852"/>
                </a:cubicBezTo>
                <a:cubicBezTo>
                  <a:pt x="503196" y="124911"/>
                  <a:pt x="501745" y="125414"/>
                  <a:pt x="501330" y="124703"/>
                </a:cubicBezTo>
                <a:cubicBezTo>
                  <a:pt x="501182" y="124467"/>
                  <a:pt x="501508" y="124141"/>
                  <a:pt x="501478" y="123608"/>
                </a:cubicBezTo>
                <a:cubicBezTo>
                  <a:pt x="501449" y="123075"/>
                  <a:pt x="500323" y="122512"/>
                  <a:pt x="500294" y="122186"/>
                </a:cubicBezTo>
                <a:cubicBezTo>
                  <a:pt x="500264" y="121861"/>
                  <a:pt x="500087" y="121713"/>
                  <a:pt x="500560" y="121298"/>
                </a:cubicBezTo>
                <a:cubicBezTo>
                  <a:pt x="501455" y="120421"/>
                  <a:pt x="502222" y="119423"/>
                  <a:pt x="502841" y="118337"/>
                </a:cubicBezTo>
                <a:cubicBezTo>
                  <a:pt x="502891" y="117955"/>
                  <a:pt x="503080" y="117608"/>
                  <a:pt x="503374" y="117359"/>
                </a:cubicBezTo>
                <a:cubicBezTo>
                  <a:pt x="503936" y="116856"/>
                  <a:pt x="504618" y="116056"/>
                  <a:pt x="504292" y="115790"/>
                </a:cubicBezTo>
                <a:cubicBezTo>
                  <a:pt x="503966" y="115503"/>
                  <a:pt x="503540" y="115363"/>
                  <a:pt x="503107" y="115405"/>
                </a:cubicBezTo>
                <a:cubicBezTo>
                  <a:pt x="502542" y="115437"/>
                  <a:pt x="501997" y="115633"/>
                  <a:pt x="501538" y="115967"/>
                </a:cubicBezTo>
                <a:cubicBezTo>
                  <a:pt x="501357" y="116290"/>
                  <a:pt x="501150" y="116598"/>
                  <a:pt x="500916" y="116885"/>
                </a:cubicBezTo>
                <a:cubicBezTo>
                  <a:pt x="500184" y="117655"/>
                  <a:pt x="499411" y="118387"/>
                  <a:pt x="498606" y="119077"/>
                </a:cubicBezTo>
                <a:cubicBezTo>
                  <a:pt x="498162" y="119462"/>
                  <a:pt x="497481" y="120676"/>
                  <a:pt x="497214" y="120883"/>
                </a:cubicBezTo>
                <a:cubicBezTo>
                  <a:pt x="496947" y="121091"/>
                  <a:pt x="494963" y="122779"/>
                  <a:pt x="494726" y="123045"/>
                </a:cubicBezTo>
                <a:cubicBezTo>
                  <a:pt x="494199" y="123445"/>
                  <a:pt x="493965" y="124123"/>
                  <a:pt x="494134" y="124763"/>
                </a:cubicBezTo>
                <a:cubicBezTo>
                  <a:pt x="494282" y="125059"/>
                  <a:pt x="494726" y="125029"/>
                  <a:pt x="495023" y="125059"/>
                </a:cubicBezTo>
                <a:cubicBezTo>
                  <a:pt x="495319" y="125088"/>
                  <a:pt x="495763" y="125207"/>
                  <a:pt x="496029" y="124911"/>
                </a:cubicBezTo>
                <a:cubicBezTo>
                  <a:pt x="496296" y="124615"/>
                  <a:pt x="496829" y="124022"/>
                  <a:pt x="497392" y="124318"/>
                </a:cubicBezTo>
                <a:cubicBezTo>
                  <a:pt x="497954" y="124615"/>
                  <a:pt x="497777" y="125207"/>
                  <a:pt x="497214" y="125503"/>
                </a:cubicBezTo>
                <a:cubicBezTo>
                  <a:pt x="496651" y="125799"/>
                  <a:pt x="496681" y="126214"/>
                  <a:pt x="496651" y="126540"/>
                </a:cubicBezTo>
                <a:cubicBezTo>
                  <a:pt x="496622" y="126865"/>
                  <a:pt x="497214" y="126776"/>
                  <a:pt x="497836" y="127102"/>
                </a:cubicBezTo>
                <a:cubicBezTo>
                  <a:pt x="498458" y="127428"/>
                  <a:pt x="498961" y="127635"/>
                  <a:pt x="498695" y="128198"/>
                </a:cubicBezTo>
                <a:cubicBezTo>
                  <a:pt x="498591" y="128464"/>
                  <a:pt x="498328" y="128633"/>
                  <a:pt x="498043" y="128613"/>
                </a:cubicBezTo>
                <a:cubicBezTo>
                  <a:pt x="497655" y="128574"/>
                  <a:pt x="497276" y="128473"/>
                  <a:pt x="496918" y="128316"/>
                </a:cubicBezTo>
                <a:cubicBezTo>
                  <a:pt x="496518" y="128139"/>
                  <a:pt x="496133" y="127931"/>
                  <a:pt x="495763" y="127694"/>
                </a:cubicBezTo>
                <a:cubicBezTo>
                  <a:pt x="495197" y="127179"/>
                  <a:pt x="494584" y="126723"/>
                  <a:pt x="493927" y="126332"/>
                </a:cubicBezTo>
                <a:cubicBezTo>
                  <a:pt x="493563" y="126039"/>
                  <a:pt x="493216" y="125722"/>
                  <a:pt x="492890" y="125385"/>
                </a:cubicBezTo>
                <a:cubicBezTo>
                  <a:pt x="492594" y="125118"/>
                  <a:pt x="491706" y="124881"/>
                  <a:pt x="491469" y="124467"/>
                </a:cubicBezTo>
                <a:cubicBezTo>
                  <a:pt x="491324" y="124096"/>
                  <a:pt x="491324" y="123682"/>
                  <a:pt x="491469" y="123312"/>
                </a:cubicBezTo>
                <a:cubicBezTo>
                  <a:pt x="491647" y="122927"/>
                  <a:pt x="492802" y="122749"/>
                  <a:pt x="493098" y="122571"/>
                </a:cubicBezTo>
                <a:cubicBezTo>
                  <a:pt x="493394" y="122394"/>
                  <a:pt x="493453" y="122157"/>
                  <a:pt x="494164" y="121624"/>
                </a:cubicBezTo>
                <a:cubicBezTo>
                  <a:pt x="494875" y="121091"/>
                  <a:pt x="495023" y="120321"/>
                  <a:pt x="495319" y="120025"/>
                </a:cubicBezTo>
                <a:cubicBezTo>
                  <a:pt x="495615" y="119728"/>
                  <a:pt x="496947" y="118337"/>
                  <a:pt x="497332" y="117922"/>
                </a:cubicBezTo>
                <a:cubicBezTo>
                  <a:pt x="497717" y="117507"/>
                  <a:pt x="498280" y="117152"/>
                  <a:pt x="498458" y="116974"/>
                </a:cubicBezTo>
                <a:cubicBezTo>
                  <a:pt x="498635" y="116797"/>
                  <a:pt x="499169" y="116234"/>
                  <a:pt x="499376" y="116234"/>
                </a:cubicBezTo>
                <a:cubicBezTo>
                  <a:pt x="499716" y="116104"/>
                  <a:pt x="499986" y="115834"/>
                  <a:pt x="500116" y="115494"/>
                </a:cubicBezTo>
                <a:cubicBezTo>
                  <a:pt x="500205" y="115079"/>
                  <a:pt x="501005" y="114724"/>
                  <a:pt x="501301" y="114220"/>
                </a:cubicBezTo>
                <a:cubicBezTo>
                  <a:pt x="501597" y="113717"/>
                  <a:pt x="501952" y="113539"/>
                  <a:pt x="502160" y="113095"/>
                </a:cubicBezTo>
                <a:cubicBezTo>
                  <a:pt x="502367" y="112651"/>
                  <a:pt x="502485" y="112384"/>
                  <a:pt x="502367" y="112207"/>
                </a:cubicBezTo>
                <a:cubicBezTo>
                  <a:pt x="502248" y="112029"/>
                  <a:pt x="501863" y="112236"/>
                  <a:pt x="501686" y="112029"/>
                </a:cubicBezTo>
                <a:cubicBezTo>
                  <a:pt x="501434" y="111739"/>
                  <a:pt x="501167" y="111460"/>
                  <a:pt x="500886" y="111200"/>
                </a:cubicBezTo>
                <a:close/>
                <a:moveTo>
                  <a:pt x="108239" y="109364"/>
                </a:moveTo>
                <a:cubicBezTo>
                  <a:pt x="107990" y="109633"/>
                  <a:pt x="107688" y="109843"/>
                  <a:pt x="107350" y="109986"/>
                </a:cubicBezTo>
                <a:cubicBezTo>
                  <a:pt x="106906" y="110074"/>
                  <a:pt x="106521" y="109837"/>
                  <a:pt x="105959" y="110370"/>
                </a:cubicBezTo>
                <a:cubicBezTo>
                  <a:pt x="105612" y="110853"/>
                  <a:pt x="105295" y="111360"/>
                  <a:pt x="105011" y="111881"/>
                </a:cubicBezTo>
                <a:cubicBezTo>
                  <a:pt x="104774" y="112118"/>
                  <a:pt x="104122" y="112414"/>
                  <a:pt x="103886" y="112680"/>
                </a:cubicBezTo>
                <a:cubicBezTo>
                  <a:pt x="103649" y="112947"/>
                  <a:pt x="103530" y="113628"/>
                  <a:pt x="103116" y="114013"/>
                </a:cubicBezTo>
                <a:cubicBezTo>
                  <a:pt x="102701" y="114398"/>
                  <a:pt x="101872" y="114783"/>
                  <a:pt x="101635" y="115079"/>
                </a:cubicBezTo>
                <a:cubicBezTo>
                  <a:pt x="101161" y="115612"/>
                  <a:pt x="100924" y="115967"/>
                  <a:pt x="101280" y="116619"/>
                </a:cubicBezTo>
                <a:cubicBezTo>
                  <a:pt x="101777" y="117226"/>
                  <a:pt x="102334" y="117780"/>
                  <a:pt x="102938" y="118277"/>
                </a:cubicBezTo>
                <a:cubicBezTo>
                  <a:pt x="103675" y="119216"/>
                  <a:pt x="104351" y="120205"/>
                  <a:pt x="104952" y="121239"/>
                </a:cubicBezTo>
                <a:cubicBezTo>
                  <a:pt x="105280" y="121905"/>
                  <a:pt x="105698" y="122524"/>
                  <a:pt x="106195" y="123075"/>
                </a:cubicBezTo>
                <a:cubicBezTo>
                  <a:pt x="106432" y="123312"/>
                  <a:pt x="107706" y="124585"/>
                  <a:pt x="108624" y="125622"/>
                </a:cubicBezTo>
                <a:cubicBezTo>
                  <a:pt x="108802" y="125829"/>
                  <a:pt x="109305" y="126688"/>
                  <a:pt x="109956" y="127487"/>
                </a:cubicBezTo>
                <a:cubicBezTo>
                  <a:pt x="110608" y="128287"/>
                  <a:pt x="110312" y="128405"/>
                  <a:pt x="111230" y="129382"/>
                </a:cubicBezTo>
                <a:cubicBezTo>
                  <a:pt x="111407" y="129560"/>
                  <a:pt x="111615" y="130508"/>
                  <a:pt x="111792" y="130745"/>
                </a:cubicBezTo>
                <a:cubicBezTo>
                  <a:pt x="113540" y="132818"/>
                  <a:pt x="113421" y="133232"/>
                  <a:pt x="114458" y="134180"/>
                </a:cubicBezTo>
                <a:cubicBezTo>
                  <a:pt x="115088" y="134820"/>
                  <a:pt x="115805" y="135370"/>
                  <a:pt x="116590" y="135809"/>
                </a:cubicBezTo>
                <a:cubicBezTo>
                  <a:pt x="117096" y="136093"/>
                  <a:pt x="117573" y="136431"/>
                  <a:pt x="118011" y="136815"/>
                </a:cubicBezTo>
                <a:lnTo>
                  <a:pt x="119403" y="137970"/>
                </a:lnTo>
                <a:cubicBezTo>
                  <a:pt x="119640" y="138207"/>
                  <a:pt x="121535" y="139214"/>
                  <a:pt x="121920" y="139481"/>
                </a:cubicBezTo>
                <a:cubicBezTo>
                  <a:pt x="122489" y="140055"/>
                  <a:pt x="123114" y="140570"/>
                  <a:pt x="123786" y="141021"/>
                </a:cubicBezTo>
                <a:cubicBezTo>
                  <a:pt x="124559" y="141290"/>
                  <a:pt x="125367" y="141438"/>
                  <a:pt x="126185" y="141465"/>
                </a:cubicBezTo>
                <a:cubicBezTo>
                  <a:pt x="126712" y="141394"/>
                  <a:pt x="127221" y="141234"/>
                  <a:pt x="127695" y="140991"/>
                </a:cubicBezTo>
                <a:cubicBezTo>
                  <a:pt x="128258" y="140665"/>
                  <a:pt x="129146" y="139481"/>
                  <a:pt x="129709" y="139066"/>
                </a:cubicBezTo>
                <a:cubicBezTo>
                  <a:pt x="130271" y="138652"/>
                  <a:pt x="131367" y="138059"/>
                  <a:pt x="131367" y="138059"/>
                </a:cubicBezTo>
                <a:cubicBezTo>
                  <a:pt x="131367" y="138059"/>
                  <a:pt x="132522" y="136934"/>
                  <a:pt x="132937" y="136460"/>
                </a:cubicBezTo>
                <a:cubicBezTo>
                  <a:pt x="133396" y="135853"/>
                  <a:pt x="133970" y="135341"/>
                  <a:pt x="134625" y="134950"/>
                </a:cubicBezTo>
                <a:cubicBezTo>
                  <a:pt x="134950" y="134802"/>
                  <a:pt x="135750" y="134683"/>
                  <a:pt x="136076" y="134328"/>
                </a:cubicBezTo>
                <a:cubicBezTo>
                  <a:pt x="136532" y="133768"/>
                  <a:pt x="136890" y="133137"/>
                  <a:pt x="137142" y="132462"/>
                </a:cubicBezTo>
                <a:cubicBezTo>
                  <a:pt x="137379" y="131840"/>
                  <a:pt x="138297" y="131337"/>
                  <a:pt x="138356" y="130685"/>
                </a:cubicBezTo>
                <a:cubicBezTo>
                  <a:pt x="138415" y="130034"/>
                  <a:pt x="137971" y="129501"/>
                  <a:pt x="137556" y="128820"/>
                </a:cubicBezTo>
                <a:cubicBezTo>
                  <a:pt x="137159" y="127908"/>
                  <a:pt x="136695" y="127025"/>
                  <a:pt x="136164" y="126184"/>
                </a:cubicBezTo>
                <a:cubicBezTo>
                  <a:pt x="135596" y="125334"/>
                  <a:pt x="134536" y="124961"/>
                  <a:pt x="133558" y="125266"/>
                </a:cubicBezTo>
                <a:cubicBezTo>
                  <a:pt x="132999" y="125607"/>
                  <a:pt x="132498" y="126036"/>
                  <a:pt x="132078" y="126540"/>
                </a:cubicBezTo>
                <a:cubicBezTo>
                  <a:pt x="131725" y="126827"/>
                  <a:pt x="131308" y="127031"/>
                  <a:pt x="130864" y="127132"/>
                </a:cubicBezTo>
                <a:cubicBezTo>
                  <a:pt x="130716" y="127161"/>
                  <a:pt x="130212" y="127872"/>
                  <a:pt x="129768" y="127872"/>
                </a:cubicBezTo>
                <a:cubicBezTo>
                  <a:pt x="129270" y="128216"/>
                  <a:pt x="128805" y="128601"/>
                  <a:pt x="128376" y="129027"/>
                </a:cubicBezTo>
                <a:cubicBezTo>
                  <a:pt x="127680" y="129676"/>
                  <a:pt x="126780" y="130064"/>
                  <a:pt x="125829" y="130123"/>
                </a:cubicBezTo>
                <a:cubicBezTo>
                  <a:pt x="124467" y="130064"/>
                  <a:pt x="123964" y="129205"/>
                  <a:pt x="123016" y="128731"/>
                </a:cubicBezTo>
                <a:cubicBezTo>
                  <a:pt x="122489" y="128456"/>
                  <a:pt x="122024" y="128071"/>
                  <a:pt x="121654" y="127606"/>
                </a:cubicBezTo>
                <a:cubicBezTo>
                  <a:pt x="120816" y="126631"/>
                  <a:pt x="120170" y="125506"/>
                  <a:pt x="119758" y="124289"/>
                </a:cubicBezTo>
                <a:cubicBezTo>
                  <a:pt x="120363" y="123214"/>
                  <a:pt x="120736" y="122023"/>
                  <a:pt x="120854" y="120795"/>
                </a:cubicBezTo>
                <a:cubicBezTo>
                  <a:pt x="120999" y="120025"/>
                  <a:pt x="121189" y="119263"/>
                  <a:pt x="121417" y="118514"/>
                </a:cubicBezTo>
                <a:cubicBezTo>
                  <a:pt x="121372" y="117901"/>
                  <a:pt x="121452" y="117288"/>
                  <a:pt x="121654" y="116708"/>
                </a:cubicBezTo>
                <a:cubicBezTo>
                  <a:pt x="122009" y="116027"/>
                  <a:pt x="122187" y="115701"/>
                  <a:pt x="122513" y="115138"/>
                </a:cubicBezTo>
                <a:cubicBezTo>
                  <a:pt x="122827" y="114771"/>
                  <a:pt x="122827" y="114232"/>
                  <a:pt x="122513" y="113865"/>
                </a:cubicBezTo>
                <a:cubicBezTo>
                  <a:pt x="122057" y="113441"/>
                  <a:pt x="121538" y="113092"/>
                  <a:pt x="120973" y="112828"/>
                </a:cubicBezTo>
                <a:cubicBezTo>
                  <a:pt x="120114" y="112651"/>
                  <a:pt x="119166" y="111407"/>
                  <a:pt x="118159" y="112088"/>
                </a:cubicBezTo>
                <a:cubicBezTo>
                  <a:pt x="117152" y="112769"/>
                  <a:pt x="115998" y="112740"/>
                  <a:pt x="115820" y="113302"/>
                </a:cubicBezTo>
                <a:cubicBezTo>
                  <a:pt x="115799" y="113895"/>
                  <a:pt x="115669" y="114475"/>
                  <a:pt x="115435" y="115020"/>
                </a:cubicBezTo>
                <a:cubicBezTo>
                  <a:pt x="115642" y="115760"/>
                  <a:pt x="114783" y="116293"/>
                  <a:pt x="113984" y="115760"/>
                </a:cubicBezTo>
                <a:cubicBezTo>
                  <a:pt x="113578" y="115322"/>
                  <a:pt x="113232" y="114833"/>
                  <a:pt x="112947" y="114309"/>
                </a:cubicBezTo>
                <a:cubicBezTo>
                  <a:pt x="112444" y="113184"/>
                  <a:pt x="113036" y="111970"/>
                  <a:pt x="111704" y="110607"/>
                </a:cubicBezTo>
                <a:cubicBezTo>
                  <a:pt x="111034" y="110060"/>
                  <a:pt x="110273" y="109636"/>
                  <a:pt x="109453" y="109364"/>
                </a:cubicBezTo>
                <a:cubicBezTo>
                  <a:pt x="109038" y="109364"/>
                  <a:pt x="108476" y="109186"/>
                  <a:pt x="108239" y="109364"/>
                </a:cubicBezTo>
                <a:close/>
                <a:moveTo>
                  <a:pt x="367269" y="97104"/>
                </a:moveTo>
                <a:cubicBezTo>
                  <a:pt x="367180" y="101617"/>
                  <a:pt x="366410" y="106089"/>
                  <a:pt x="364989" y="110371"/>
                </a:cubicBezTo>
                <a:cubicBezTo>
                  <a:pt x="363955" y="113759"/>
                  <a:pt x="361370" y="116454"/>
                  <a:pt x="358030" y="117627"/>
                </a:cubicBezTo>
                <a:cubicBezTo>
                  <a:pt x="357396" y="119252"/>
                  <a:pt x="356484" y="120754"/>
                  <a:pt x="355335" y="122069"/>
                </a:cubicBezTo>
                <a:cubicBezTo>
                  <a:pt x="348168" y="130597"/>
                  <a:pt x="335138" y="139866"/>
                  <a:pt x="320331" y="146263"/>
                </a:cubicBezTo>
                <a:cubicBezTo>
                  <a:pt x="323755" y="145232"/>
                  <a:pt x="327436" y="145472"/>
                  <a:pt x="330696" y="146944"/>
                </a:cubicBezTo>
                <a:lnTo>
                  <a:pt x="330815" y="146855"/>
                </a:lnTo>
                <a:cubicBezTo>
                  <a:pt x="335032" y="148919"/>
                  <a:pt x="338867" y="151682"/>
                  <a:pt x="342156" y="155029"/>
                </a:cubicBezTo>
                <a:cubicBezTo>
                  <a:pt x="342156" y="155029"/>
                  <a:pt x="337833" y="157309"/>
                  <a:pt x="328771" y="155266"/>
                </a:cubicBezTo>
                <a:cubicBezTo>
                  <a:pt x="324415" y="154078"/>
                  <a:pt x="320891" y="150874"/>
                  <a:pt x="319295" y="146648"/>
                </a:cubicBezTo>
                <a:lnTo>
                  <a:pt x="311863" y="149377"/>
                </a:lnTo>
                <a:lnTo>
                  <a:pt x="313453" y="157534"/>
                </a:lnTo>
                <a:cubicBezTo>
                  <a:pt x="314438" y="162594"/>
                  <a:pt x="315519" y="168162"/>
                  <a:pt x="316067" y="171019"/>
                </a:cubicBezTo>
                <a:cubicBezTo>
                  <a:pt x="347099" y="171194"/>
                  <a:pt x="377971" y="166539"/>
                  <a:pt x="407573" y="157219"/>
                </a:cubicBezTo>
                <a:lnTo>
                  <a:pt x="410742" y="156153"/>
                </a:lnTo>
                <a:lnTo>
                  <a:pt x="410742" y="159470"/>
                </a:lnTo>
                <a:cubicBezTo>
                  <a:pt x="410721" y="168807"/>
                  <a:pt x="407526" y="177863"/>
                  <a:pt x="401680" y="185145"/>
                </a:cubicBezTo>
                <a:cubicBezTo>
                  <a:pt x="395828" y="192187"/>
                  <a:pt x="387981" y="197298"/>
                  <a:pt x="379173" y="199804"/>
                </a:cubicBezTo>
                <a:cubicBezTo>
                  <a:pt x="378211" y="206538"/>
                  <a:pt x="374885" y="212712"/>
                  <a:pt x="369786" y="217216"/>
                </a:cubicBezTo>
                <a:cubicBezTo>
                  <a:pt x="368448" y="218348"/>
                  <a:pt x="366999" y="219340"/>
                  <a:pt x="365463" y="220178"/>
                </a:cubicBezTo>
                <a:cubicBezTo>
                  <a:pt x="385807" y="217868"/>
                  <a:pt x="401295" y="214966"/>
                  <a:pt x="408698" y="213574"/>
                </a:cubicBezTo>
                <a:lnTo>
                  <a:pt x="412104" y="212922"/>
                </a:lnTo>
                <a:lnTo>
                  <a:pt x="411926" y="212922"/>
                </a:lnTo>
                <a:cubicBezTo>
                  <a:pt x="415272" y="212360"/>
                  <a:pt x="418530" y="211649"/>
                  <a:pt x="421195" y="210998"/>
                </a:cubicBezTo>
                <a:cubicBezTo>
                  <a:pt x="417197" y="218552"/>
                  <a:pt x="412382" y="225642"/>
                  <a:pt x="406833" y="232142"/>
                </a:cubicBezTo>
                <a:cubicBezTo>
                  <a:pt x="397466" y="243279"/>
                  <a:pt x="385967" y="252430"/>
                  <a:pt x="373014" y="259061"/>
                </a:cubicBezTo>
                <a:cubicBezTo>
                  <a:pt x="361616" y="264829"/>
                  <a:pt x="349370" y="268738"/>
                  <a:pt x="336737" y="270639"/>
                </a:cubicBezTo>
                <a:cubicBezTo>
                  <a:pt x="334774" y="270915"/>
                  <a:pt x="332796" y="271042"/>
                  <a:pt x="330814" y="271024"/>
                </a:cubicBezTo>
                <a:cubicBezTo>
                  <a:pt x="327119" y="271010"/>
                  <a:pt x="323429" y="270743"/>
                  <a:pt x="319768" y="270225"/>
                </a:cubicBezTo>
                <a:lnTo>
                  <a:pt x="316274" y="269721"/>
                </a:lnTo>
                <a:lnTo>
                  <a:pt x="323056" y="298062"/>
                </a:lnTo>
                <a:lnTo>
                  <a:pt x="300461" y="299513"/>
                </a:lnTo>
                <a:lnTo>
                  <a:pt x="277836" y="298062"/>
                </a:lnTo>
                <a:lnTo>
                  <a:pt x="284617" y="269721"/>
                </a:lnTo>
                <a:lnTo>
                  <a:pt x="281123" y="270225"/>
                </a:lnTo>
                <a:cubicBezTo>
                  <a:pt x="277463" y="270743"/>
                  <a:pt x="273773" y="271010"/>
                  <a:pt x="270077" y="271024"/>
                </a:cubicBezTo>
                <a:cubicBezTo>
                  <a:pt x="268096" y="271045"/>
                  <a:pt x="266115" y="270915"/>
                  <a:pt x="264154" y="270639"/>
                </a:cubicBezTo>
                <a:cubicBezTo>
                  <a:pt x="251512" y="268744"/>
                  <a:pt x="239255" y="264835"/>
                  <a:pt x="227848" y="259061"/>
                </a:cubicBezTo>
                <a:cubicBezTo>
                  <a:pt x="214892" y="252433"/>
                  <a:pt x="203396" y="243279"/>
                  <a:pt x="194029" y="232142"/>
                </a:cubicBezTo>
                <a:cubicBezTo>
                  <a:pt x="188479" y="225642"/>
                  <a:pt x="183664" y="218552"/>
                  <a:pt x="179666" y="210998"/>
                </a:cubicBezTo>
                <a:cubicBezTo>
                  <a:pt x="182361" y="211649"/>
                  <a:pt x="185678" y="212360"/>
                  <a:pt x="188935" y="212922"/>
                </a:cubicBezTo>
                <a:lnTo>
                  <a:pt x="192371" y="213574"/>
                </a:lnTo>
                <a:cubicBezTo>
                  <a:pt x="199744" y="214966"/>
                  <a:pt x="215203" y="217868"/>
                  <a:pt x="235577" y="220148"/>
                </a:cubicBezTo>
                <a:cubicBezTo>
                  <a:pt x="234040" y="219369"/>
                  <a:pt x="232589" y="218425"/>
                  <a:pt x="231253" y="217335"/>
                </a:cubicBezTo>
                <a:cubicBezTo>
                  <a:pt x="226169" y="212822"/>
                  <a:pt x="222843" y="206653"/>
                  <a:pt x="221866" y="199922"/>
                </a:cubicBezTo>
                <a:cubicBezTo>
                  <a:pt x="213062" y="197408"/>
                  <a:pt x="205217" y="192299"/>
                  <a:pt x="199359" y="185263"/>
                </a:cubicBezTo>
                <a:cubicBezTo>
                  <a:pt x="193535" y="177969"/>
                  <a:pt x="190342" y="168923"/>
                  <a:pt x="190298" y="159588"/>
                </a:cubicBezTo>
                <a:lnTo>
                  <a:pt x="190298" y="156272"/>
                </a:lnTo>
                <a:lnTo>
                  <a:pt x="193437" y="157338"/>
                </a:lnTo>
                <a:cubicBezTo>
                  <a:pt x="223092" y="166633"/>
                  <a:pt x="254014" y="171247"/>
                  <a:pt x="285091" y="171019"/>
                </a:cubicBezTo>
                <a:cubicBezTo>
                  <a:pt x="286187" y="165304"/>
                  <a:pt x="289414" y="148750"/>
                  <a:pt x="289740" y="147091"/>
                </a:cubicBezTo>
                <a:lnTo>
                  <a:pt x="289740" y="146706"/>
                </a:lnTo>
                <a:cubicBezTo>
                  <a:pt x="290333" y="143656"/>
                  <a:pt x="292109" y="134446"/>
                  <a:pt x="300372" y="134446"/>
                </a:cubicBezTo>
                <a:lnTo>
                  <a:pt x="300757" y="134446"/>
                </a:lnTo>
                <a:cubicBezTo>
                  <a:pt x="304888" y="134446"/>
                  <a:pt x="307405" y="136771"/>
                  <a:pt x="308963" y="139466"/>
                </a:cubicBezTo>
                <a:lnTo>
                  <a:pt x="311088" y="145733"/>
                </a:lnTo>
                <a:lnTo>
                  <a:pt x="318229" y="143124"/>
                </a:lnTo>
                <a:cubicBezTo>
                  <a:pt x="315833" y="139357"/>
                  <a:pt x="314791" y="134888"/>
                  <a:pt x="315267" y="130449"/>
                </a:cubicBezTo>
                <a:cubicBezTo>
                  <a:pt x="316348" y="125788"/>
                  <a:pt x="318791" y="121550"/>
                  <a:pt x="322286" y="118278"/>
                </a:cubicBezTo>
                <a:cubicBezTo>
                  <a:pt x="323621" y="122714"/>
                  <a:pt x="324388" y="127301"/>
                  <a:pt x="324566" y="131930"/>
                </a:cubicBezTo>
                <a:cubicBezTo>
                  <a:pt x="324744" y="137083"/>
                  <a:pt x="319443" y="142087"/>
                  <a:pt x="318406" y="143005"/>
                </a:cubicBezTo>
                <a:lnTo>
                  <a:pt x="332762" y="134545"/>
                </a:lnTo>
                <a:lnTo>
                  <a:pt x="330044" y="122779"/>
                </a:lnTo>
                <a:cubicBezTo>
                  <a:pt x="330945" y="118091"/>
                  <a:pt x="333174" y="113764"/>
                  <a:pt x="336470" y="110311"/>
                </a:cubicBezTo>
                <a:cubicBezTo>
                  <a:pt x="337797" y="114804"/>
                  <a:pt x="338591" y="119435"/>
                  <a:pt x="338839" y="124111"/>
                </a:cubicBezTo>
                <a:lnTo>
                  <a:pt x="338928" y="124111"/>
                </a:lnTo>
                <a:cubicBezTo>
                  <a:pt x="339002" y="127014"/>
                  <a:pt x="337521" y="129886"/>
                  <a:pt x="336022" y="132033"/>
                </a:cubicBezTo>
                <a:lnTo>
                  <a:pt x="335027" y="133210"/>
                </a:lnTo>
                <a:lnTo>
                  <a:pt x="346095" y="126688"/>
                </a:lnTo>
                <a:cubicBezTo>
                  <a:pt x="343910" y="122972"/>
                  <a:pt x="342935" y="118666"/>
                  <a:pt x="343311" y="114369"/>
                </a:cubicBezTo>
                <a:cubicBezTo>
                  <a:pt x="344135" y="109942"/>
                  <a:pt x="346187" y="105837"/>
                  <a:pt x="349234" y="102524"/>
                </a:cubicBezTo>
                <a:cubicBezTo>
                  <a:pt x="350463" y="106838"/>
                  <a:pt x="351189" y="111280"/>
                  <a:pt x="351396" y="115761"/>
                </a:cubicBezTo>
                <a:cubicBezTo>
                  <a:pt x="351663" y="120736"/>
                  <a:pt x="346984" y="125830"/>
                  <a:pt x="346184" y="126659"/>
                </a:cubicBezTo>
                <a:cubicBezTo>
                  <a:pt x="349228" y="124236"/>
                  <a:pt x="352098" y="121607"/>
                  <a:pt x="354772" y="118781"/>
                </a:cubicBezTo>
                <a:cubicBezTo>
                  <a:pt x="355424" y="118071"/>
                  <a:pt x="356164" y="117153"/>
                  <a:pt x="356697" y="116472"/>
                </a:cubicBezTo>
                <a:cubicBezTo>
                  <a:pt x="355983" y="112841"/>
                  <a:pt x="356581" y="109071"/>
                  <a:pt x="358385" y="105840"/>
                </a:cubicBezTo>
                <a:cubicBezTo>
                  <a:pt x="360381" y="102085"/>
                  <a:pt x="363481" y="99035"/>
                  <a:pt x="367269" y="97104"/>
                </a:cubicBezTo>
                <a:close/>
                <a:moveTo>
                  <a:pt x="176705" y="95564"/>
                </a:moveTo>
                <a:cubicBezTo>
                  <a:pt x="176705" y="95564"/>
                  <a:pt x="174929" y="96659"/>
                  <a:pt x="174929" y="96659"/>
                </a:cubicBezTo>
                <a:cubicBezTo>
                  <a:pt x="174561" y="97175"/>
                  <a:pt x="174111" y="97625"/>
                  <a:pt x="173596" y="97992"/>
                </a:cubicBezTo>
                <a:cubicBezTo>
                  <a:pt x="173241" y="98199"/>
                  <a:pt x="172086" y="96422"/>
                  <a:pt x="171049" y="97044"/>
                </a:cubicBezTo>
                <a:cubicBezTo>
                  <a:pt x="170753" y="97222"/>
                  <a:pt x="170516" y="97933"/>
                  <a:pt x="170250" y="98377"/>
                </a:cubicBezTo>
                <a:cubicBezTo>
                  <a:pt x="169791" y="99559"/>
                  <a:pt x="169791" y="100867"/>
                  <a:pt x="170250" y="102049"/>
                </a:cubicBezTo>
                <a:cubicBezTo>
                  <a:pt x="170250" y="102464"/>
                  <a:pt x="170072" y="103322"/>
                  <a:pt x="170250" y="103619"/>
                </a:cubicBezTo>
                <a:cubicBezTo>
                  <a:pt x="170427" y="103915"/>
                  <a:pt x="171020" y="104211"/>
                  <a:pt x="171168" y="104477"/>
                </a:cubicBezTo>
                <a:cubicBezTo>
                  <a:pt x="171316" y="104744"/>
                  <a:pt x="171553" y="105573"/>
                  <a:pt x="171731" y="105869"/>
                </a:cubicBezTo>
                <a:cubicBezTo>
                  <a:pt x="172352" y="107113"/>
                  <a:pt x="173626" y="106965"/>
                  <a:pt x="174692" y="106343"/>
                </a:cubicBezTo>
                <a:cubicBezTo>
                  <a:pt x="175195" y="106017"/>
                  <a:pt x="175728" y="104833"/>
                  <a:pt x="175995" y="104566"/>
                </a:cubicBezTo>
                <a:cubicBezTo>
                  <a:pt x="176261" y="104300"/>
                  <a:pt x="176942" y="104270"/>
                  <a:pt x="177239" y="103678"/>
                </a:cubicBezTo>
                <a:cubicBezTo>
                  <a:pt x="177547" y="103225"/>
                  <a:pt x="177777" y="102724"/>
                  <a:pt x="177920" y="102197"/>
                </a:cubicBezTo>
                <a:lnTo>
                  <a:pt x="177920" y="102079"/>
                </a:lnTo>
                <a:cubicBezTo>
                  <a:pt x="178008" y="101368"/>
                  <a:pt x="177623" y="100953"/>
                  <a:pt x="177772" y="100331"/>
                </a:cubicBezTo>
                <a:cubicBezTo>
                  <a:pt x="177712" y="100006"/>
                  <a:pt x="178216" y="99502"/>
                  <a:pt x="178216" y="99265"/>
                </a:cubicBezTo>
                <a:cubicBezTo>
                  <a:pt x="178269" y="98815"/>
                  <a:pt x="178361" y="98368"/>
                  <a:pt x="178482" y="97933"/>
                </a:cubicBezTo>
                <a:cubicBezTo>
                  <a:pt x="178405" y="97486"/>
                  <a:pt x="178234" y="97062"/>
                  <a:pt x="177979" y="96689"/>
                </a:cubicBezTo>
                <a:cubicBezTo>
                  <a:pt x="177929" y="96277"/>
                  <a:pt x="177766" y="95886"/>
                  <a:pt x="177505" y="95564"/>
                </a:cubicBezTo>
                <a:cubicBezTo>
                  <a:pt x="177298" y="95297"/>
                  <a:pt x="176705" y="95564"/>
                  <a:pt x="176705" y="95564"/>
                </a:cubicBezTo>
                <a:close/>
                <a:moveTo>
                  <a:pt x="1217989" y="92910"/>
                </a:moveTo>
                <a:cubicBezTo>
                  <a:pt x="1220621" y="93007"/>
                  <a:pt x="1223243" y="93282"/>
                  <a:pt x="1225836" y="93735"/>
                </a:cubicBezTo>
                <a:cubicBezTo>
                  <a:pt x="1229067" y="93944"/>
                  <a:pt x="1232309" y="93944"/>
                  <a:pt x="1235541" y="93735"/>
                </a:cubicBezTo>
                <a:cubicBezTo>
                  <a:pt x="1238018" y="93735"/>
                  <a:pt x="1239567" y="96936"/>
                  <a:pt x="1240599" y="97762"/>
                </a:cubicBezTo>
                <a:cubicBezTo>
                  <a:pt x="1241632" y="98588"/>
                  <a:pt x="1248137" y="98898"/>
                  <a:pt x="1249686" y="100549"/>
                </a:cubicBezTo>
                <a:cubicBezTo>
                  <a:pt x="1251233" y="102201"/>
                  <a:pt x="1251027" y="107466"/>
                  <a:pt x="1252679" y="110873"/>
                </a:cubicBezTo>
                <a:cubicBezTo>
                  <a:pt x="1254331" y="114281"/>
                  <a:pt x="1259287" y="116036"/>
                  <a:pt x="1259700" y="126360"/>
                </a:cubicBezTo>
                <a:cubicBezTo>
                  <a:pt x="1260113" y="136684"/>
                  <a:pt x="1257325" y="136890"/>
                  <a:pt x="1251027" y="142260"/>
                </a:cubicBezTo>
                <a:cubicBezTo>
                  <a:pt x="1249272" y="144531"/>
                  <a:pt x="1249479" y="148145"/>
                  <a:pt x="1252679" y="147525"/>
                </a:cubicBezTo>
                <a:cubicBezTo>
                  <a:pt x="1258358" y="146389"/>
                  <a:pt x="1278799" y="141846"/>
                  <a:pt x="1283652" y="140298"/>
                </a:cubicBezTo>
                <a:cubicBezTo>
                  <a:pt x="1289421" y="138490"/>
                  <a:pt x="1295324" y="137144"/>
                  <a:pt x="1301307" y="136272"/>
                </a:cubicBezTo>
                <a:cubicBezTo>
                  <a:pt x="1303268" y="136065"/>
                  <a:pt x="1306468" y="138852"/>
                  <a:pt x="1308843" y="139472"/>
                </a:cubicBezTo>
                <a:cubicBezTo>
                  <a:pt x="1311217" y="140091"/>
                  <a:pt x="1315864" y="139885"/>
                  <a:pt x="1316690" y="142053"/>
                </a:cubicBezTo>
                <a:cubicBezTo>
                  <a:pt x="1318298" y="146165"/>
                  <a:pt x="1321799" y="149244"/>
                  <a:pt x="1326084" y="150313"/>
                </a:cubicBezTo>
                <a:lnTo>
                  <a:pt x="1325878" y="150313"/>
                </a:lnTo>
                <a:cubicBezTo>
                  <a:pt x="1328096" y="150867"/>
                  <a:pt x="1329764" y="152699"/>
                  <a:pt x="1330111" y="154958"/>
                </a:cubicBezTo>
                <a:cubicBezTo>
                  <a:pt x="1330111" y="156920"/>
                  <a:pt x="1329595" y="160224"/>
                  <a:pt x="1329595" y="164456"/>
                </a:cubicBezTo>
                <a:cubicBezTo>
                  <a:pt x="1328975" y="171064"/>
                  <a:pt x="1317619" y="175711"/>
                  <a:pt x="1312663" y="178807"/>
                </a:cubicBezTo>
                <a:cubicBezTo>
                  <a:pt x="1311011" y="179943"/>
                  <a:pt x="1309359" y="176124"/>
                  <a:pt x="1303578" y="176124"/>
                </a:cubicBezTo>
                <a:cubicBezTo>
                  <a:pt x="1301616" y="176227"/>
                  <a:pt x="1290156" y="177156"/>
                  <a:pt x="1288195" y="177156"/>
                </a:cubicBezTo>
                <a:lnTo>
                  <a:pt x="1275909" y="178602"/>
                </a:lnTo>
                <a:cubicBezTo>
                  <a:pt x="1273121" y="179220"/>
                  <a:pt x="1267339" y="181182"/>
                  <a:pt x="1264655" y="182008"/>
                </a:cubicBezTo>
                <a:cubicBezTo>
                  <a:pt x="1260816" y="183090"/>
                  <a:pt x="1257056" y="184436"/>
                  <a:pt x="1253401" y="186035"/>
                </a:cubicBezTo>
                <a:cubicBezTo>
                  <a:pt x="1251749" y="187067"/>
                  <a:pt x="1247724" y="185209"/>
                  <a:pt x="1243077" y="186035"/>
                </a:cubicBezTo>
                <a:cubicBezTo>
                  <a:pt x="1241013" y="186448"/>
                  <a:pt x="1233683" y="190887"/>
                  <a:pt x="1227384" y="192641"/>
                </a:cubicBezTo>
                <a:cubicBezTo>
                  <a:pt x="1214971" y="194814"/>
                  <a:pt x="1202724" y="197850"/>
                  <a:pt x="1190734" y="201727"/>
                </a:cubicBezTo>
                <a:cubicBezTo>
                  <a:pt x="1188049" y="204412"/>
                  <a:pt x="1182475" y="203276"/>
                  <a:pt x="1180410" y="204412"/>
                </a:cubicBezTo>
                <a:cubicBezTo>
                  <a:pt x="1178345" y="205548"/>
                  <a:pt x="1172873" y="205548"/>
                  <a:pt x="1170085" y="206992"/>
                </a:cubicBezTo>
                <a:cubicBezTo>
                  <a:pt x="1165440" y="209367"/>
                  <a:pt x="1163374" y="208025"/>
                  <a:pt x="1160793" y="209367"/>
                </a:cubicBezTo>
                <a:cubicBezTo>
                  <a:pt x="1158289" y="210301"/>
                  <a:pt x="1155607" y="210654"/>
                  <a:pt x="1152947" y="210399"/>
                </a:cubicBezTo>
                <a:cubicBezTo>
                  <a:pt x="1150079" y="210971"/>
                  <a:pt x="1147251" y="211730"/>
                  <a:pt x="1144481" y="212671"/>
                </a:cubicBezTo>
                <a:cubicBezTo>
                  <a:pt x="1142036" y="213236"/>
                  <a:pt x="1139493" y="213236"/>
                  <a:pt x="1137048" y="212671"/>
                </a:cubicBezTo>
                <a:cubicBezTo>
                  <a:pt x="1135097" y="212382"/>
                  <a:pt x="1133113" y="212382"/>
                  <a:pt x="1131162" y="212671"/>
                </a:cubicBezTo>
                <a:cubicBezTo>
                  <a:pt x="1129201" y="215252"/>
                  <a:pt x="1125485" y="215252"/>
                  <a:pt x="1121664" y="215252"/>
                </a:cubicBezTo>
                <a:cubicBezTo>
                  <a:pt x="1118862" y="215798"/>
                  <a:pt x="1116151" y="216737"/>
                  <a:pt x="1113612" y="218040"/>
                </a:cubicBezTo>
                <a:cubicBezTo>
                  <a:pt x="1112992" y="219899"/>
                  <a:pt x="1109689" y="221549"/>
                  <a:pt x="1106591" y="222066"/>
                </a:cubicBezTo>
                <a:cubicBezTo>
                  <a:pt x="1103494" y="222582"/>
                  <a:pt x="1105352" y="220104"/>
                  <a:pt x="1100913" y="218040"/>
                </a:cubicBezTo>
                <a:cubicBezTo>
                  <a:pt x="1098848" y="217421"/>
                  <a:pt x="1094202" y="219176"/>
                  <a:pt x="1090588" y="217421"/>
                </a:cubicBezTo>
                <a:cubicBezTo>
                  <a:pt x="1086975" y="215665"/>
                  <a:pt x="1087182" y="210606"/>
                  <a:pt x="1087905" y="206373"/>
                </a:cubicBezTo>
                <a:cubicBezTo>
                  <a:pt x="1088008" y="205444"/>
                  <a:pt x="1087389" y="201521"/>
                  <a:pt x="1087389" y="197288"/>
                </a:cubicBezTo>
                <a:cubicBezTo>
                  <a:pt x="1086944" y="194707"/>
                  <a:pt x="1087662" y="192063"/>
                  <a:pt x="1089349" y="190061"/>
                </a:cubicBezTo>
                <a:cubicBezTo>
                  <a:pt x="1095580" y="185445"/>
                  <a:pt x="1102568" y="181952"/>
                  <a:pt x="1109998" y="179736"/>
                </a:cubicBezTo>
                <a:cubicBezTo>
                  <a:pt x="1111960" y="179323"/>
                  <a:pt x="1113922" y="182834"/>
                  <a:pt x="1115471" y="182834"/>
                </a:cubicBezTo>
                <a:cubicBezTo>
                  <a:pt x="1117018" y="182834"/>
                  <a:pt x="1124246" y="178807"/>
                  <a:pt x="1127343" y="178807"/>
                </a:cubicBezTo>
                <a:cubicBezTo>
                  <a:pt x="1136940" y="177652"/>
                  <a:pt x="1146431" y="175754"/>
                  <a:pt x="1155735" y="173129"/>
                </a:cubicBezTo>
                <a:cubicBezTo>
                  <a:pt x="1160587" y="171477"/>
                  <a:pt x="1165026" y="173749"/>
                  <a:pt x="1167814" y="171477"/>
                </a:cubicBezTo>
                <a:cubicBezTo>
                  <a:pt x="1175079" y="168790"/>
                  <a:pt x="1182490" y="166515"/>
                  <a:pt x="1190011" y="164664"/>
                </a:cubicBezTo>
                <a:cubicBezTo>
                  <a:pt x="1192695" y="164044"/>
                  <a:pt x="1197650" y="162702"/>
                  <a:pt x="1199096" y="159398"/>
                </a:cubicBezTo>
                <a:cubicBezTo>
                  <a:pt x="1199251" y="157280"/>
                  <a:pt x="1198897" y="155157"/>
                  <a:pt x="1198064" y="153203"/>
                </a:cubicBezTo>
                <a:cubicBezTo>
                  <a:pt x="1196824" y="150003"/>
                  <a:pt x="1194347" y="151138"/>
                  <a:pt x="1191663" y="151138"/>
                </a:cubicBezTo>
                <a:cubicBezTo>
                  <a:pt x="1189111" y="150428"/>
                  <a:pt x="1186931" y="148765"/>
                  <a:pt x="1185571" y="146493"/>
                </a:cubicBezTo>
                <a:cubicBezTo>
                  <a:pt x="1185442" y="144265"/>
                  <a:pt x="1185943" y="142047"/>
                  <a:pt x="1187017" y="140091"/>
                </a:cubicBezTo>
                <a:cubicBezTo>
                  <a:pt x="1187843" y="137820"/>
                  <a:pt x="1188359" y="136890"/>
                  <a:pt x="1189392" y="134000"/>
                </a:cubicBezTo>
                <a:cubicBezTo>
                  <a:pt x="1190354" y="131500"/>
                  <a:pt x="1191181" y="128950"/>
                  <a:pt x="1191869" y="126360"/>
                </a:cubicBezTo>
                <a:cubicBezTo>
                  <a:pt x="1193212" y="122127"/>
                  <a:pt x="1185158" y="110461"/>
                  <a:pt x="1184126" y="107261"/>
                </a:cubicBezTo>
                <a:cubicBezTo>
                  <a:pt x="1183628" y="104839"/>
                  <a:pt x="1184500" y="102341"/>
                  <a:pt x="1186397" y="100756"/>
                </a:cubicBezTo>
                <a:cubicBezTo>
                  <a:pt x="1189908" y="97142"/>
                  <a:pt x="1193934" y="98794"/>
                  <a:pt x="1198064" y="98794"/>
                </a:cubicBezTo>
                <a:cubicBezTo>
                  <a:pt x="1200495" y="98371"/>
                  <a:pt x="1202812" y="97458"/>
                  <a:pt x="1204878" y="96110"/>
                </a:cubicBezTo>
                <a:cubicBezTo>
                  <a:pt x="1206220" y="95387"/>
                  <a:pt x="1208389" y="96419"/>
                  <a:pt x="1211382" y="95387"/>
                </a:cubicBezTo>
                <a:cubicBezTo>
                  <a:pt x="1214376" y="94355"/>
                  <a:pt x="1214376" y="92910"/>
                  <a:pt x="1217989" y="92910"/>
                </a:cubicBezTo>
                <a:close/>
                <a:moveTo>
                  <a:pt x="2580585" y="91051"/>
                </a:moveTo>
                <a:cubicBezTo>
                  <a:pt x="2585334" y="91361"/>
                  <a:pt x="2588741" y="95801"/>
                  <a:pt x="2591529" y="99518"/>
                </a:cubicBezTo>
                <a:cubicBezTo>
                  <a:pt x="2594316" y="103234"/>
                  <a:pt x="2590496" y="109739"/>
                  <a:pt x="2586882" y="112939"/>
                </a:cubicBezTo>
                <a:cubicBezTo>
                  <a:pt x="2583032" y="116127"/>
                  <a:pt x="2579960" y="120153"/>
                  <a:pt x="2577901" y="124709"/>
                </a:cubicBezTo>
                <a:cubicBezTo>
                  <a:pt x="2577281" y="126051"/>
                  <a:pt x="2577281" y="134516"/>
                  <a:pt x="2577901" y="135033"/>
                </a:cubicBezTo>
                <a:cubicBezTo>
                  <a:pt x="2578520" y="135549"/>
                  <a:pt x="2583166" y="138750"/>
                  <a:pt x="2583476" y="143395"/>
                </a:cubicBezTo>
                <a:cubicBezTo>
                  <a:pt x="2583786" y="148041"/>
                  <a:pt x="2579346" y="151655"/>
                  <a:pt x="2571293" y="168071"/>
                </a:cubicBezTo>
                <a:cubicBezTo>
                  <a:pt x="2571603" y="168277"/>
                  <a:pt x="2564066" y="178601"/>
                  <a:pt x="2562104" y="181389"/>
                </a:cubicBezTo>
                <a:cubicBezTo>
                  <a:pt x="2560142" y="184176"/>
                  <a:pt x="2567060" y="188925"/>
                  <a:pt x="2573254" y="187273"/>
                </a:cubicBezTo>
                <a:cubicBezTo>
                  <a:pt x="2576558" y="186344"/>
                  <a:pt x="2571293" y="196049"/>
                  <a:pt x="2578727" y="196049"/>
                </a:cubicBezTo>
                <a:cubicBezTo>
                  <a:pt x="2584405" y="196049"/>
                  <a:pt x="2591219" y="190990"/>
                  <a:pt x="2589051" y="185724"/>
                </a:cubicBezTo>
                <a:cubicBezTo>
                  <a:pt x="2587192" y="183969"/>
                  <a:pt x="2583579" y="185724"/>
                  <a:pt x="2580069" y="182731"/>
                </a:cubicBezTo>
                <a:cubicBezTo>
                  <a:pt x="2576558" y="179737"/>
                  <a:pt x="2576662" y="172406"/>
                  <a:pt x="2578004" y="172406"/>
                </a:cubicBezTo>
                <a:cubicBezTo>
                  <a:pt x="2580386" y="171480"/>
                  <a:pt x="2582435" y="169862"/>
                  <a:pt x="2583889" y="167761"/>
                </a:cubicBezTo>
                <a:cubicBezTo>
                  <a:pt x="2585025" y="166625"/>
                  <a:pt x="2588637" y="164044"/>
                  <a:pt x="2588637" y="162185"/>
                </a:cubicBezTo>
                <a:cubicBezTo>
                  <a:pt x="2588637" y="160327"/>
                  <a:pt x="2583270" y="158985"/>
                  <a:pt x="2587812" y="152378"/>
                </a:cubicBezTo>
                <a:cubicBezTo>
                  <a:pt x="2590703" y="148144"/>
                  <a:pt x="2594316" y="148557"/>
                  <a:pt x="2596175" y="148144"/>
                </a:cubicBezTo>
                <a:cubicBezTo>
                  <a:pt x="2598033" y="147731"/>
                  <a:pt x="2599892" y="143292"/>
                  <a:pt x="2600923" y="141021"/>
                </a:cubicBezTo>
                <a:cubicBezTo>
                  <a:pt x="2602103" y="138554"/>
                  <a:pt x="2602837" y="135897"/>
                  <a:pt x="2603092" y="133174"/>
                </a:cubicBezTo>
                <a:cubicBezTo>
                  <a:pt x="2603195" y="126671"/>
                  <a:pt x="2595865" y="123779"/>
                  <a:pt x="2597104" y="118720"/>
                </a:cubicBezTo>
                <a:cubicBezTo>
                  <a:pt x="2599685" y="108499"/>
                  <a:pt x="2624567" y="104576"/>
                  <a:pt x="2627148" y="102821"/>
                </a:cubicBezTo>
                <a:cubicBezTo>
                  <a:pt x="2627869" y="102305"/>
                  <a:pt x="2628489" y="100034"/>
                  <a:pt x="2629832" y="99002"/>
                </a:cubicBezTo>
                <a:cubicBezTo>
                  <a:pt x="2632413" y="97044"/>
                  <a:pt x="2635856" y="96649"/>
                  <a:pt x="2638814" y="97969"/>
                </a:cubicBezTo>
                <a:cubicBezTo>
                  <a:pt x="2642244" y="99669"/>
                  <a:pt x="2645495" y="101710"/>
                  <a:pt x="2648519" y="104060"/>
                </a:cubicBezTo>
                <a:cubicBezTo>
                  <a:pt x="2650491" y="105867"/>
                  <a:pt x="2651422" y="108543"/>
                  <a:pt x="2650997" y="111184"/>
                </a:cubicBezTo>
                <a:cubicBezTo>
                  <a:pt x="2650583" y="114280"/>
                  <a:pt x="2648932" y="122954"/>
                  <a:pt x="2649861" y="123676"/>
                </a:cubicBezTo>
                <a:cubicBezTo>
                  <a:pt x="2650790" y="124399"/>
                  <a:pt x="2641086" y="129665"/>
                  <a:pt x="2636646" y="134000"/>
                </a:cubicBezTo>
                <a:cubicBezTo>
                  <a:pt x="2631011" y="141243"/>
                  <a:pt x="2627443" y="149877"/>
                  <a:pt x="2626322" y="158985"/>
                </a:cubicBezTo>
                <a:cubicBezTo>
                  <a:pt x="2626115" y="159811"/>
                  <a:pt x="2623534" y="166006"/>
                  <a:pt x="2623224" y="167658"/>
                </a:cubicBezTo>
                <a:cubicBezTo>
                  <a:pt x="2622914" y="169310"/>
                  <a:pt x="2621779" y="173955"/>
                  <a:pt x="2620643" y="177982"/>
                </a:cubicBezTo>
                <a:cubicBezTo>
                  <a:pt x="2619228" y="182171"/>
                  <a:pt x="2618530" y="186569"/>
                  <a:pt x="2618578" y="190990"/>
                </a:cubicBezTo>
                <a:cubicBezTo>
                  <a:pt x="2618888" y="193571"/>
                  <a:pt x="2622398" y="192849"/>
                  <a:pt x="2624566" y="192849"/>
                </a:cubicBezTo>
                <a:cubicBezTo>
                  <a:pt x="2628975" y="191844"/>
                  <a:pt x="2633016" y="189626"/>
                  <a:pt x="2636233" y="186447"/>
                </a:cubicBezTo>
                <a:cubicBezTo>
                  <a:pt x="2638898" y="185999"/>
                  <a:pt x="2641620" y="185999"/>
                  <a:pt x="2644285" y="186447"/>
                </a:cubicBezTo>
                <a:cubicBezTo>
                  <a:pt x="2646350" y="187067"/>
                  <a:pt x="2648518" y="190474"/>
                  <a:pt x="2650790" y="191197"/>
                </a:cubicBezTo>
                <a:cubicBezTo>
                  <a:pt x="2653061" y="191919"/>
                  <a:pt x="2656261" y="192126"/>
                  <a:pt x="2658120" y="193365"/>
                </a:cubicBezTo>
                <a:cubicBezTo>
                  <a:pt x="2659978" y="194604"/>
                  <a:pt x="2664005" y="193365"/>
                  <a:pt x="2666483" y="196359"/>
                </a:cubicBezTo>
                <a:lnTo>
                  <a:pt x="2667103" y="196256"/>
                </a:lnTo>
                <a:cubicBezTo>
                  <a:pt x="2670538" y="202004"/>
                  <a:pt x="2672091" y="208681"/>
                  <a:pt x="2671542" y="215355"/>
                </a:cubicBezTo>
                <a:cubicBezTo>
                  <a:pt x="2671373" y="221401"/>
                  <a:pt x="2669744" y="227317"/>
                  <a:pt x="2666793" y="232597"/>
                </a:cubicBezTo>
                <a:cubicBezTo>
                  <a:pt x="2658969" y="237364"/>
                  <a:pt x="2649933" y="239766"/>
                  <a:pt x="2640776" y="239514"/>
                </a:cubicBezTo>
                <a:cubicBezTo>
                  <a:pt x="2637739" y="239506"/>
                  <a:pt x="2634831" y="240736"/>
                  <a:pt x="2632722" y="242921"/>
                </a:cubicBezTo>
                <a:cubicBezTo>
                  <a:pt x="2629296" y="244006"/>
                  <a:pt x="2625576" y="243672"/>
                  <a:pt x="2622398" y="241992"/>
                </a:cubicBezTo>
                <a:cubicBezTo>
                  <a:pt x="2618160" y="240955"/>
                  <a:pt x="2613732" y="240955"/>
                  <a:pt x="2609493" y="241992"/>
                </a:cubicBezTo>
                <a:cubicBezTo>
                  <a:pt x="2600452" y="244454"/>
                  <a:pt x="2592583" y="250053"/>
                  <a:pt x="2587295" y="257788"/>
                </a:cubicBezTo>
                <a:cubicBezTo>
                  <a:pt x="2585332" y="261306"/>
                  <a:pt x="2582531" y="264285"/>
                  <a:pt x="2579140" y="266460"/>
                </a:cubicBezTo>
                <a:cubicBezTo>
                  <a:pt x="2574220" y="269770"/>
                  <a:pt x="2569835" y="273808"/>
                  <a:pt x="2566131" y="278436"/>
                </a:cubicBezTo>
                <a:cubicBezTo>
                  <a:pt x="2563925" y="282127"/>
                  <a:pt x="2563189" y="286513"/>
                  <a:pt x="2564066" y="290723"/>
                </a:cubicBezTo>
                <a:cubicBezTo>
                  <a:pt x="2564479" y="291961"/>
                  <a:pt x="2567267" y="292683"/>
                  <a:pt x="2570261" y="291961"/>
                </a:cubicBezTo>
                <a:cubicBezTo>
                  <a:pt x="2573896" y="290286"/>
                  <a:pt x="2577618" y="288804"/>
                  <a:pt x="2581411" y="287522"/>
                </a:cubicBezTo>
                <a:cubicBezTo>
                  <a:pt x="2584405" y="287109"/>
                  <a:pt x="2586264" y="283392"/>
                  <a:pt x="2588741" y="283598"/>
                </a:cubicBezTo>
                <a:cubicBezTo>
                  <a:pt x="2591219" y="283805"/>
                  <a:pt x="2594523" y="288451"/>
                  <a:pt x="2601543" y="290103"/>
                </a:cubicBezTo>
                <a:cubicBezTo>
                  <a:pt x="2603711" y="290723"/>
                  <a:pt x="2607738" y="293303"/>
                  <a:pt x="2614035" y="295265"/>
                </a:cubicBezTo>
                <a:cubicBezTo>
                  <a:pt x="2614861" y="295471"/>
                  <a:pt x="2619817" y="296504"/>
                  <a:pt x="2618888" y="300221"/>
                </a:cubicBezTo>
                <a:cubicBezTo>
                  <a:pt x="2618727" y="304731"/>
                  <a:pt x="2617637" y="309159"/>
                  <a:pt x="2615687" y="313229"/>
                </a:cubicBezTo>
                <a:cubicBezTo>
                  <a:pt x="2613520" y="315810"/>
                  <a:pt x="2610939" y="319010"/>
                  <a:pt x="2608254" y="319630"/>
                </a:cubicBezTo>
                <a:cubicBezTo>
                  <a:pt x="2603401" y="320559"/>
                  <a:pt x="2600510" y="320662"/>
                  <a:pt x="2595142" y="322108"/>
                </a:cubicBezTo>
                <a:cubicBezTo>
                  <a:pt x="2592458" y="322831"/>
                  <a:pt x="2590496" y="324379"/>
                  <a:pt x="2586264" y="325102"/>
                </a:cubicBezTo>
                <a:cubicBezTo>
                  <a:pt x="2582031" y="325825"/>
                  <a:pt x="2565615" y="328922"/>
                  <a:pt x="2565615" y="334393"/>
                </a:cubicBezTo>
                <a:cubicBezTo>
                  <a:pt x="2566175" y="339123"/>
                  <a:pt x="2566485" y="343880"/>
                  <a:pt x="2566544" y="348641"/>
                </a:cubicBezTo>
                <a:cubicBezTo>
                  <a:pt x="2566308" y="352733"/>
                  <a:pt x="2565790" y="356803"/>
                  <a:pt x="2564995" y="360823"/>
                </a:cubicBezTo>
                <a:cubicBezTo>
                  <a:pt x="2563233" y="365267"/>
                  <a:pt x="2562254" y="369983"/>
                  <a:pt x="2562104" y="374761"/>
                </a:cubicBezTo>
                <a:cubicBezTo>
                  <a:pt x="2562414" y="379098"/>
                  <a:pt x="2557356" y="383228"/>
                  <a:pt x="2556736" y="384054"/>
                </a:cubicBezTo>
                <a:cubicBezTo>
                  <a:pt x="2553432" y="391177"/>
                  <a:pt x="2553949" y="401708"/>
                  <a:pt x="2546411" y="404082"/>
                </a:cubicBezTo>
                <a:cubicBezTo>
                  <a:pt x="2541509" y="406198"/>
                  <a:pt x="2536474" y="407992"/>
                  <a:pt x="2531339" y="409451"/>
                </a:cubicBezTo>
                <a:cubicBezTo>
                  <a:pt x="2527181" y="409997"/>
                  <a:pt x="2523116" y="411108"/>
                  <a:pt x="2519259" y="412754"/>
                </a:cubicBezTo>
                <a:cubicBezTo>
                  <a:pt x="2513325" y="414481"/>
                  <a:pt x="2507022" y="414481"/>
                  <a:pt x="2501089" y="412754"/>
                </a:cubicBezTo>
                <a:cubicBezTo>
                  <a:pt x="2498920" y="411000"/>
                  <a:pt x="2499953" y="405218"/>
                  <a:pt x="2499953" y="401811"/>
                </a:cubicBezTo>
                <a:cubicBezTo>
                  <a:pt x="2499850" y="395513"/>
                  <a:pt x="2483950" y="388905"/>
                  <a:pt x="2482401" y="385189"/>
                </a:cubicBezTo>
                <a:cubicBezTo>
                  <a:pt x="2480852" y="381472"/>
                  <a:pt x="2486325" y="381576"/>
                  <a:pt x="2491796" y="380543"/>
                </a:cubicBezTo>
                <a:cubicBezTo>
                  <a:pt x="2501192" y="378891"/>
                  <a:pt x="2510070" y="377859"/>
                  <a:pt x="2514510" y="376413"/>
                </a:cubicBezTo>
                <a:cubicBezTo>
                  <a:pt x="2523802" y="373006"/>
                  <a:pt x="2527725" y="354010"/>
                  <a:pt x="2532370" y="345440"/>
                </a:cubicBezTo>
                <a:cubicBezTo>
                  <a:pt x="2533816" y="342757"/>
                  <a:pt x="2533403" y="338420"/>
                  <a:pt x="2527415" y="338420"/>
                </a:cubicBezTo>
                <a:cubicBezTo>
                  <a:pt x="2521760" y="338898"/>
                  <a:pt x="2516161" y="339901"/>
                  <a:pt x="2510690" y="341415"/>
                </a:cubicBezTo>
                <a:cubicBezTo>
                  <a:pt x="2505039" y="342899"/>
                  <a:pt x="2499270" y="343900"/>
                  <a:pt x="2493448" y="344409"/>
                </a:cubicBezTo>
                <a:cubicBezTo>
                  <a:pt x="2489629" y="344615"/>
                  <a:pt x="2481575" y="349467"/>
                  <a:pt x="2479304" y="349467"/>
                </a:cubicBezTo>
                <a:cubicBezTo>
                  <a:pt x="2475175" y="349570"/>
                  <a:pt x="2471561" y="351222"/>
                  <a:pt x="2466605" y="346370"/>
                </a:cubicBezTo>
                <a:cubicBezTo>
                  <a:pt x="2464778" y="345302"/>
                  <a:pt x="2462840" y="344436"/>
                  <a:pt x="2460824" y="343789"/>
                </a:cubicBezTo>
                <a:cubicBezTo>
                  <a:pt x="2458036" y="342344"/>
                  <a:pt x="2459482" y="336665"/>
                  <a:pt x="2459482" y="334497"/>
                </a:cubicBezTo>
                <a:cubicBezTo>
                  <a:pt x="2459784" y="330136"/>
                  <a:pt x="2460651" y="325833"/>
                  <a:pt x="2462063" y="321695"/>
                </a:cubicBezTo>
                <a:cubicBezTo>
                  <a:pt x="2465658" y="316473"/>
                  <a:pt x="2471273" y="312993"/>
                  <a:pt x="2477548" y="312093"/>
                </a:cubicBezTo>
                <a:cubicBezTo>
                  <a:pt x="2479717" y="312093"/>
                  <a:pt x="2486532" y="314984"/>
                  <a:pt x="2488803" y="314984"/>
                </a:cubicBezTo>
                <a:cubicBezTo>
                  <a:pt x="2491074" y="314984"/>
                  <a:pt x="2496133" y="310132"/>
                  <a:pt x="2499746" y="308170"/>
                </a:cubicBezTo>
                <a:cubicBezTo>
                  <a:pt x="2504135" y="306557"/>
                  <a:pt x="2508662" y="305348"/>
                  <a:pt x="2513271" y="304556"/>
                </a:cubicBezTo>
                <a:cubicBezTo>
                  <a:pt x="2516205" y="303655"/>
                  <a:pt x="2518963" y="302258"/>
                  <a:pt x="2521427" y="300427"/>
                </a:cubicBezTo>
                <a:cubicBezTo>
                  <a:pt x="2523698" y="299085"/>
                  <a:pt x="2523492" y="297949"/>
                  <a:pt x="2524318" y="295678"/>
                </a:cubicBezTo>
                <a:cubicBezTo>
                  <a:pt x="2525144" y="293406"/>
                  <a:pt x="2524731" y="287522"/>
                  <a:pt x="2525763" y="285354"/>
                </a:cubicBezTo>
                <a:cubicBezTo>
                  <a:pt x="2527425" y="282069"/>
                  <a:pt x="2528706" y="278604"/>
                  <a:pt x="2529584" y="275030"/>
                </a:cubicBezTo>
                <a:cubicBezTo>
                  <a:pt x="2530100" y="272139"/>
                  <a:pt x="2523905" y="274307"/>
                  <a:pt x="2521737" y="274307"/>
                </a:cubicBezTo>
                <a:cubicBezTo>
                  <a:pt x="2518323" y="275247"/>
                  <a:pt x="2515290" y="277232"/>
                  <a:pt x="2513064" y="279985"/>
                </a:cubicBezTo>
                <a:cubicBezTo>
                  <a:pt x="2510280" y="282482"/>
                  <a:pt x="2506904" y="284223"/>
                  <a:pt x="2503256" y="285044"/>
                </a:cubicBezTo>
                <a:cubicBezTo>
                  <a:pt x="2500582" y="285972"/>
                  <a:pt x="2497671" y="285972"/>
                  <a:pt x="2494997" y="285044"/>
                </a:cubicBezTo>
                <a:cubicBezTo>
                  <a:pt x="2491899" y="283392"/>
                  <a:pt x="2491899" y="281224"/>
                  <a:pt x="2491901" y="277508"/>
                </a:cubicBezTo>
                <a:cubicBezTo>
                  <a:pt x="2491579" y="273616"/>
                  <a:pt x="2492366" y="269715"/>
                  <a:pt x="2494171" y="266253"/>
                </a:cubicBezTo>
                <a:cubicBezTo>
                  <a:pt x="2496029" y="264085"/>
                  <a:pt x="2495307" y="252522"/>
                  <a:pt x="2502844" y="245605"/>
                </a:cubicBezTo>
                <a:cubicBezTo>
                  <a:pt x="2505322" y="243437"/>
                  <a:pt x="2512239" y="246431"/>
                  <a:pt x="2515026" y="244779"/>
                </a:cubicBezTo>
                <a:cubicBezTo>
                  <a:pt x="2516488" y="243706"/>
                  <a:pt x="2518004" y="242706"/>
                  <a:pt x="2519568" y="241785"/>
                </a:cubicBezTo>
                <a:cubicBezTo>
                  <a:pt x="2522046" y="240753"/>
                  <a:pt x="2527829" y="241475"/>
                  <a:pt x="2530823" y="240753"/>
                </a:cubicBezTo>
                <a:cubicBezTo>
                  <a:pt x="2535163" y="240004"/>
                  <a:pt x="2539442" y="238934"/>
                  <a:pt x="2543625" y="237552"/>
                </a:cubicBezTo>
                <a:cubicBezTo>
                  <a:pt x="2545174" y="237037"/>
                  <a:pt x="2551367" y="237037"/>
                  <a:pt x="2553226" y="235901"/>
                </a:cubicBezTo>
                <a:cubicBezTo>
                  <a:pt x="2555084" y="234765"/>
                  <a:pt x="2554465" y="235075"/>
                  <a:pt x="2561278" y="233010"/>
                </a:cubicBezTo>
                <a:cubicBezTo>
                  <a:pt x="2560659" y="232804"/>
                  <a:pt x="2564066" y="230738"/>
                  <a:pt x="2566028" y="229603"/>
                </a:cubicBezTo>
                <a:cubicBezTo>
                  <a:pt x="2569758" y="229035"/>
                  <a:pt x="2573551" y="229035"/>
                  <a:pt x="2577281" y="229603"/>
                </a:cubicBezTo>
                <a:cubicBezTo>
                  <a:pt x="2580689" y="230325"/>
                  <a:pt x="2584818" y="229603"/>
                  <a:pt x="2586471" y="229603"/>
                </a:cubicBezTo>
                <a:cubicBezTo>
                  <a:pt x="2589482" y="230901"/>
                  <a:pt x="2592695" y="231669"/>
                  <a:pt x="2595968" y="231874"/>
                </a:cubicBezTo>
                <a:cubicBezTo>
                  <a:pt x="2598137" y="231771"/>
                  <a:pt x="2604021" y="226815"/>
                  <a:pt x="2606292" y="226815"/>
                </a:cubicBezTo>
                <a:cubicBezTo>
                  <a:pt x="2610477" y="224844"/>
                  <a:pt x="2612839" y="220330"/>
                  <a:pt x="2612074" y="215768"/>
                </a:cubicBezTo>
                <a:cubicBezTo>
                  <a:pt x="2607446" y="215633"/>
                  <a:pt x="2602824" y="216154"/>
                  <a:pt x="2598343" y="217317"/>
                </a:cubicBezTo>
                <a:cubicBezTo>
                  <a:pt x="2595246" y="218556"/>
                  <a:pt x="2585954" y="218349"/>
                  <a:pt x="2583889" y="219382"/>
                </a:cubicBezTo>
                <a:cubicBezTo>
                  <a:pt x="2576599" y="221905"/>
                  <a:pt x="2568828" y="222718"/>
                  <a:pt x="2561175" y="221757"/>
                </a:cubicBezTo>
                <a:cubicBezTo>
                  <a:pt x="2557225" y="221952"/>
                  <a:pt x="2553342" y="222861"/>
                  <a:pt x="2549715" y="224440"/>
                </a:cubicBezTo>
                <a:cubicBezTo>
                  <a:pt x="2545981" y="225602"/>
                  <a:pt x="2542143" y="226398"/>
                  <a:pt x="2538255" y="226815"/>
                </a:cubicBezTo>
                <a:cubicBezTo>
                  <a:pt x="2532025" y="227290"/>
                  <a:pt x="2525823" y="228082"/>
                  <a:pt x="2519671" y="229190"/>
                </a:cubicBezTo>
                <a:cubicBezTo>
                  <a:pt x="2516472" y="229913"/>
                  <a:pt x="2509657" y="230945"/>
                  <a:pt x="2505424" y="232081"/>
                </a:cubicBezTo>
                <a:cubicBezTo>
                  <a:pt x="2499517" y="233534"/>
                  <a:pt x="2493849" y="235829"/>
                  <a:pt x="2488596" y="238894"/>
                </a:cubicBezTo>
                <a:cubicBezTo>
                  <a:pt x="2484499" y="242938"/>
                  <a:pt x="2481019" y="247566"/>
                  <a:pt x="2478271" y="252625"/>
                </a:cubicBezTo>
                <a:cubicBezTo>
                  <a:pt x="2476810" y="254740"/>
                  <a:pt x="2475151" y="256711"/>
                  <a:pt x="2473316" y="258511"/>
                </a:cubicBezTo>
                <a:cubicBezTo>
                  <a:pt x="2464953" y="264603"/>
                  <a:pt x="2459792" y="273481"/>
                  <a:pt x="2451841" y="274927"/>
                </a:cubicBezTo>
                <a:cubicBezTo>
                  <a:pt x="2448598" y="275928"/>
                  <a:pt x="2445099" y="274502"/>
                  <a:pt x="2443479" y="271519"/>
                </a:cubicBezTo>
                <a:cubicBezTo>
                  <a:pt x="2439897" y="265515"/>
                  <a:pt x="2437742" y="258769"/>
                  <a:pt x="2437182" y="251799"/>
                </a:cubicBezTo>
                <a:cubicBezTo>
                  <a:pt x="2437182" y="245502"/>
                  <a:pt x="2440794" y="243954"/>
                  <a:pt x="2437182" y="231977"/>
                </a:cubicBezTo>
                <a:cubicBezTo>
                  <a:pt x="2436643" y="228927"/>
                  <a:pt x="2437834" y="225828"/>
                  <a:pt x="2440278" y="223924"/>
                </a:cubicBezTo>
                <a:cubicBezTo>
                  <a:pt x="2442379" y="223037"/>
                  <a:pt x="2444303" y="221777"/>
                  <a:pt x="2445957" y="220208"/>
                </a:cubicBezTo>
                <a:cubicBezTo>
                  <a:pt x="2450980" y="212824"/>
                  <a:pt x="2455598" y="205173"/>
                  <a:pt x="2459792" y="197287"/>
                </a:cubicBezTo>
                <a:cubicBezTo>
                  <a:pt x="2459792" y="197287"/>
                  <a:pt x="2462063" y="195946"/>
                  <a:pt x="2463715" y="197287"/>
                </a:cubicBezTo>
                <a:cubicBezTo>
                  <a:pt x="2465513" y="203038"/>
                  <a:pt x="2466453" y="209022"/>
                  <a:pt x="2466502" y="215045"/>
                </a:cubicBezTo>
                <a:cubicBezTo>
                  <a:pt x="2466464" y="215668"/>
                  <a:pt x="2466555" y="216292"/>
                  <a:pt x="2466769" y="216878"/>
                </a:cubicBezTo>
                <a:cubicBezTo>
                  <a:pt x="2467629" y="219234"/>
                  <a:pt x="2470236" y="220448"/>
                  <a:pt x="2472593" y="219588"/>
                </a:cubicBezTo>
                <a:cubicBezTo>
                  <a:pt x="2476784" y="218715"/>
                  <a:pt x="2480797" y="217145"/>
                  <a:pt x="2484466" y="214942"/>
                </a:cubicBezTo>
                <a:cubicBezTo>
                  <a:pt x="2485189" y="214426"/>
                  <a:pt x="2488493" y="212981"/>
                  <a:pt x="2488493" y="210916"/>
                </a:cubicBezTo>
                <a:cubicBezTo>
                  <a:pt x="2487781" y="208053"/>
                  <a:pt x="2486741" y="205281"/>
                  <a:pt x="2485395" y="202657"/>
                </a:cubicBezTo>
                <a:cubicBezTo>
                  <a:pt x="2484291" y="198747"/>
                  <a:pt x="2483600" y="194734"/>
                  <a:pt x="2483330" y="190680"/>
                </a:cubicBezTo>
                <a:cubicBezTo>
                  <a:pt x="2483330" y="188512"/>
                  <a:pt x="2484260" y="175710"/>
                  <a:pt x="2485189" y="166109"/>
                </a:cubicBezTo>
                <a:cubicBezTo>
                  <a:pt x="2485809" y="160740"/>
                  <a:pt x="2483434" y="154339"/>
                  <a:pt x="2483434" y="140092"/>
                </a:cubicBezTo>
                <a:cubicBezTo>
                  <a:pt x="2483665" y="135026"/>
                  <a:pt x="2482856" y="129967"/>
                  <a:pt x="2481059" y="125225"/>
                </a:cubicBezTo>
                <a:cubicBezTo>
                  <a:pt x="2478478" y="123676"/>
                  <a:pt x="2481989" y="117584"/>
                  <a:pt x="2486015" y="116655"/>
                </a:cubicBezTo>
                <a:cubicBezTo>
                  <a:pt x="2488384" y="116450"/>
                  <a:pt x="2490769" y="116450"/>
                  <a:pt x="2493138" y="116655"/>
                </a:cubicBezTo>
                <a:cubicBezTo>
                  <a:pt x="2494687" y="116552"/>
                  <a:pt x="2494480" y="113352"/>
                  <a:pt x="2496752" y="114280"/>
                </a:cubicBezTo>
                <a:cubicBezTo>
                  <a:pt x="2499023" y="115210"/>
                  <a:pt x="2498611" y="115623"/>
                  <a:pt x="2499850" y="118927"/>
                </a:cubicBezTo>
                <a:cubicBezTo>
                  <a:pt x="2501089" y="122231"/>
                  <a:pt x="2500159" y="123986"/>
                  <a:pt x="2501089" y="127393"/>
                </a:cubicBezTo>
                <a:cubicBezTo>
                  <a:pt x="2502018" y="130799"/>
                  <a:pt x="2500572" y="135755"/>
                  <a:pt x="2502018" y="137717"/>
                </a:cubicBezTo>
                <a:cubicBezTo>
                  <a:pt x="2502920" y="139791"/>
                  <a:pt x="2502920" y="142147"/>
                  <a:pt x="2502018" y="144221"/>
                </a:cubicBezTo>
                <a:cubicBezTo>
                  <a:pt x="2501587" y="146577"/>
                  <a:pt x="2501587" y="148990"/>
                  <a:pt x="2502018" y="151345"/>
                </a:cubicBezTo>
                <a:cubicBezTo>
                  <a:pt x="2502844" y="154030"/>
                  <a:pt x="2501708" y="156816"/>
                  <a:pt x="2502018" y="160327"/>
                </a:cubicBezTo>
                <a:cubicBezTo>
                  <a:pt x="2502328" y="163837"/>
                  <a:pt x="2503050" y="175400"/>
                  <a:pt x="2503050" y="177878"/>
                </a:cubicBezTo>
                <a:cubicBezTo>
                  <a:pt x="2503050" y="180356"/>
                  <a:pt x="2505940" y="184279"/>
                  <a:pt x="2505322" y="189648"/>
                </a:cubicBezTo>
                <a:cubicBezTo>
                  <a:pt x="2505322" y="191816"/>
                  <a:pt x="2505322" y="196256"/>
                  <a:pt x="2505322" y="198320"/>
                </a:cubicBezTo>
                <a:cubicBezTo>
                  <a:pt x="2504702" y="202760"/>
                  <a:pt x="2500882" y="206167"/>
                  <a:pt x="2501811" y="208645"/>
                </a:cubicBezTo>
                <a:cubicBezTo>
                  <a:pt x="2502710" y="210932"/>
                  <a:pt x="2504499" y="212757"/>
                  <a:pt x="2506766" y="213703"/>
                </a:cubicBezTo>
                <a:cubicBezTo>
                  <a:pt x="2509554" y="214323"/>
                  <a:pt x="2514303" y="211019"/>
                  <a:pt x="2516574" y="211019"/>
                </a:cubicBezTo>
                <a:cubicBezTo>
                  <a:pt x="2519406" y="211092"/>
                  <a:pt x="2522238" y="210920"/>
                  <a:pt x="2525040" y="210502"/>
                </a:cubicBezTo>
                <a:cubicBezTo>
                  <a:pt x="2529546" y="209167"/>
                  <a:pt x="2534186" y="208337"/>
                  <a:pt x="2538875" y="208025"/>
                </a:cubicBezTo>
                <a:cubicBezTo>
                  <a:pt x="2540940" y="207922"/>
                  <a:pt x="2544554" y="205444"/>
                  <a:pt x="2546411" y="205444"/>
                </a:cubicBezTo>
                <a:cubicBezTo>
                  <a:pt x="2548596" y="204505"/>
                  <a:pt x="2550590" y="203176"/>
                  <a:pt x="2552296" y="201521"/>
                </a:cubicBezTo>
                <a:cubicBezTo>
                  <a:pt x="2553542" y="200397"/>
                  <a:pt x="2553881" y="198578"/>
                  <a:pt x="2553122" y="197081"/>
                </a:cubicBezTo>
                <a:cubicBezTo>
                  <a:pt x="2551677" y="193468"/>
                  <a:pt x="2548683" y="194914"/>
                  <a:pt x="2544863" y="196256"/>
                </a:cubicBezTo>
                <a:cubicBezTo>
                  <a:pt x="2542798" y="197081"/>
                  <a:pt x="2538669" y="200695"/>
                  <a:pt x="2537326" y="199352"/>
                </a:cubicBezTo>
                <a:cubicBezTo>
                  <a:pt x="2534961" y="197925"/>
                  <a:pt x="2534031" y="194958"/>
                  <a:pt x="2535158" y="192436"/>
                </a:cubicBezTo>
                <a:cubicBezTo>
                  <a:pt x="2535674" y="190164"/>
                  <a:pt x="2533610" y="185828"/>
                  <a:pt x="2530616" y="186757"/>
                </a:cubicBezTo>
                <a:cubicBezTo>
                  <a:pt x="2527622" y="187686"/>
                  <a:pt x="2527415" y="192023"/>
                  <a:pt x="2527622" y="195224"/>
                </a:cubicBezTo>
                <a:cubicBezTo>
                  <a:pt x="2527829" y="198423"/>
                  <a:pt x="2525453" y="199146"/>
                  <a:pt x="2524008" y="200282"/>
                </a:cubicBezTo>
                <a:cubicBezTo>
                  <a:pt x="2522563" y="201417"/>
                  <a:pt x="2521220" y="203895"/>
                  <a:pt x="2518950" y="202966"/>
                </a:cubicBezTo>
                <a:cubicBezTo>
                  <a:pt x="2515506" y="200992"/>
                  <a:pt x="2513500" y="197220"/>
                  <a:pt x="2513787" y="193262"/>
                </a:cubicBezTo>
                <a:cubicBezTo>
                  <a:pt x="2513684" y="191093"/>
                  <a:pt x="2514510" y="175297"/>
                  <a:pt x="2514510" y="173232"/>
                </a:cubicBezTo>
                <a:cubicBezTo>
                  <a:pt x="2514923" y="169000"/>
                  <a:pt x="2512239" y="163218"/>
                  <a:pt x="2512239" y="159604"/>
                </a:cubicBezTo>
                <a:cubicBezTo>
                  <a:pt x="2512578" y="153173"/>
                  <a:pt x="2512578" y="146730"/>
                  <a:pt x="2512239" y="140299"/>
                </a:cubicBezTo>
                <a:cubicBezTo>
                  <a:pt x="2511883" y="138104"/>
                  <a:pt x="2511402" y="135932"/>
                  <a:pt x="2510793" y="133794"/>
                </a:cubicBezTo>
                <a:cubicBezTo>
                  <a:pt x="2511100" y="130332"/>
                  <a:pt x="2512470" y="127050"/>
                  <a:pt x="2514717" y="124399"/>
                </a:cubicBezTo>
                <a:cubicBezTo>
                  <a:pt x="2516406" y="122412"/>
                  <a:pt x="2518749" y="121094"/>
                  <a:pt x="2521324" y="120682"/>
                </a:cubicBezTo>
                <a:cubicBezTo>
                  <a:pt x="2523802" y="120166"/>
                  <a:pt x="2524525" y="126567"/>
                  <a:pt x="2524524" y="131006"/>
                </a:cubicBezTo>
                <a:cubicBezTo>
                  <a:pt x="2524431" y="133366"/>
                  <a:pt x="2525201" y="135678"/>
                  <a:pt x="2526692" y="137511"/>
                </a:cubicBezTo>
                <a:cubicBezTo>
                  <a:pt x="2528645" y="144611"/>
                  <a:pt x="2529686" y="151931"/>
                  <a:pt x="2529790" y="159294"/>
                </a:cubicBezTo>
                <a:cubicBezTo>
                  <a:pt x="2529687" y="163321"/>
                  <a:pt x="2530306" y="162805"/>
                  <a:pt x="2532680" y="164354"/>
                </a:cubicBezTo>
                <a:cubicBezTo>
                  <a:pt x="2535055" y="165902"/>
                  <a:pt x="2542179" y="162908"/>
                  <a:pt x="2543935" y="164354"/>
                </a:cubicBezTo>
                <a:cubicBezTo>
                  <a:pt x="2545690" y="165799"/>
                  <a:pt x="2546515" y="169723"/>
                  <a:pt x="2548167" y="169723"/>
                </a:cubicBezTo>
                <a:cubicBezTo>
                  <a:pt x="2553432" y="170444"/>
                  <a:pt x="2557046" y="162185"/>
                  <a:pt x="2558492" y="160120"/>
                </a:cubicBezTo>
                <a:cubicBezTo>
                  <a:pt x="2562311" y="154752"/>
                  <a:pt x="2554155" y="147319"/>
                  <a:pt x="2553019" y="147112"/>
                </a:cubicBezTo>
                <a:cubicBezTo>
                  <a:pt x="2551883" y="146905"/>
                  <a:pt x="2548579" y="149900"/>
                  <a:pt x="2543935" y="150622"/>
                </a:cubicBezTo>
                <a:cubicBezTo>
                  <a:pt x="2539288" y="151345"/>
                  <a:pt x="2541250" y="154649"/>
                  <a:pt x="2537533" y="153617"/>
                </a:cubicBezTo>
                <a:cubicBezTo>
                  <a:pt x="2533816" y="152584"/>
                  <a:pt x="2535468" y="144427"/>
                  <a:pt x="2537533" y="140712"/>
                </a:cubicBezTo>
                <a:cubicBezTo>
                  <a:pt x="2539637" y="137628"/>
                  <a:pt x="2540981" y="134090"/>
                  <a:pt x="2541456" y="130387"/>
                </a:cubicBezTo>
                <a:cubicBezTo>
                  <a:pt x="2541043" y="125948"/>
                  <a:pt x="2537120" y="120579"/>
                  <a:pt x="2537120" y="118927"/>
                </a:cubicBezTo>
                <a:cubicBezTo>
                  <a:pt x="2537120" y="117275"/>
                  <a:pt x="2542179" y="111803"/>
                  <a:pt x="2544347" y="111700"/>
                </a:cubicBezTo>
                <a:cubicBezTo>
                  <a:pt x="2546515" y="111597"/>
                  <a:pt x="2550232" y="118204"/>
                  <a:pt x="2552297" y="118204"/>
                </a:cubicBezTo>
                <a:cubicBezTo>
                  <a:pt x="2554361" y="118204"/>
                  <a:pt x="2559523" y="110151"/>
                  <a:pt x="2561898" y="105505"/>
                </a:cubicBezTo>
                <a:cubicBezTo>
                  <a:pt x="2563446" y="102614"/>
                  <a:pt x="2564376" y="94355"/>
                  <a:pt x="2569022" y="92290"/>
                </a:cubicBezTo>
                <a:cubicBezTo>
                  <a:pt x="2570881" y="92290"/>
                  <a:pt x="2573461" y="93219"/>
                  <a:pt x="2574803" y="92290"/>
                </a:cubicBezTo>
                <a:cubicBezTo>
                  <a:pt x="2576597" y="91400"/>
                  <a:pt x="2578584" y="90974"/>
                  <a:pt x="2580585" y="91051"/>
                </a:cubicBezTo>
                <a:close/>
                <a:moveTo>
                  <a:pt x="289563" y="80997"/>
                </a:moveTo>
                <a:cubicBezTo>
                  <a:pt x="247273" y="83053"/>
                  <a:pt x="205122" y="97326"/>
                  <a:pt x="168680" y="124615"/>
                </a:cubicBezTo>
                <a:lnTo>
                  <a:pt x="168651" y="124615"/>
                </a:lnTo>
                <a:cubicBezTo>
                  <a:pt x="113214" y="166109"/>
                  <a:pt x="80615" y="231333"/>
                  <a:pt x="80698" y="300579"/>
                </a:cubicBezTo>
                <a:cubicBezTo>
                  <a:pt x="80692" y="311782"/>
                  <a:pt x="81536" y="322967"/>
                  <a:pt x="83215" y="334042"/>
                </a:cubicBezTo>
                <a:cubicBezTo>
                  <a:pt x="83363" y="334960"/>
                  <a:pt x="83571" y="335849"/>
                  <a:pt x="83719" y="336767"/>
                </a:cubicBezTo>
                <a:cubicBezTo>
                  <a:pt x="84400" y="340883"/>
                  <a:pt x="85199" y="344940"/>
                  <a:pt x="86088" y="348968"/>
                </a:cubicBezTo>
                <a:cubicBezTo>
                  <a:pt x="87391" y="354653"/>
                  <a:pt x="88812" y="360310"/>
                  <a:pt x="90530" y="365818"/>
                </a:cubicBezTo>
                <a:cubicBezTo>
                  <a:pt x="92425" y="371741"/>
                  <a:pt x="94617" y="377663"/>
                  <a:pt x="96986" y="383586"/>
                </a:cubicBezTo>
                <a:cubicBezTo>
                  <a:pt x="97311" y="384356"/>
                  <a:pt x="97608" y="385185"/>
                  <a:pt x="97933" y="385955"/>
                </a:cubicBezTo>
                <a:cubicBezTo>
                  <a:pt x="104786" y="402251"/>
                  <a:pt x="113575" y="417662"/>
                  <a:pt x="124112" y="431856"/>
                </a:cubicBezTo>
                <a:lnTo>
                  <a:pt x="124260" y="432034"/>
                </a:lnTo>
                <a:cubicBezTo>
                  <a:pt x="124334" y="432135"/>
                  <a:pt x="124408" y="432232"/>
                  <a:pt x="124482" y="432333"/>
                </a:cubicBezTo>
                <a:cubicBezTo>
                  <a:pt x="151771" y="468774"/>
                  <a:pt x="188200" y="494333"/>
                  <a:pt x="228202" y="508209"/>
                </a:cubicBezTo>
                <a:lnTo>
                  <a:pt x="237433" y="510450"/>
                </a:lnTo>
                <a:lnTo>
                  <a:pt x="237005" y="508153"/>
                </a:lnTo>
                <a:cubicBezTo>
                  <a:pt x="236243" y="505454"/>
                  <a:pt x="234895" y="502411"/>
                  <a:pt x="232556" y="501034"/>
                </a:cubicBezTo>
                <a:cubicBezTo>
                  <a:pt x="229956" y="499657"/>
                  <a:pt x="227176" y="498662"/>
                  <a:pt x="224294" y="498073"/>
                </a:cubicBezTo>
                <a:lnTo>
                  <a:pt x="223022" y="496904"/>
                </a:lnTo>
                <a:lnTo>
                  <a:pt x="235695" y="499050"/>
                </a:lnTo>
                <a:cubicBezTo>
                  <a:pt x="242003" y="501686"/>
                  <a:pt x="243987" y="511903"/>
                  <a:pt x="243987" y="511903"/>
                </a:cubicBezTo>
                <a:cubicBezTo>
                  <a:pt x="243987" y="511903"/>
                  <a:pt x="246564" y="511784"/>
                  <a:pt x="247748" y="511903"/>
                </a:cubicBezTo>
                <a:lnTo>
                  <a:pt x="248767" y="513202"/>
                </a:lnTo>
                <a:lnTo>
                  <a:pt x="249635" y="513413"/>
                </a:lnTo>
                <a:lnTo>
                  <a:pt x="258912" y="513413"/>
                </a:lnTo>
                <a:lnTo>
                  <a:pt x="258790" y="515636"/>
                </a:lnTo>
                <a:lnTo>
                  <a:pt x="269188" y="518161"/>
                </a:lnTo>
                <a:cubicBezTo>
                  <a:pt x="283110" y="520160"/>
                  <a:pt x="297222" y="520832"/>
                  <a:pt x="311319" y="520146"/>
                </a:cubicBezTo>
                <a:lnTo>
                  <a:pt x="347776" y="514805"/>
                </a:lnTo>
                <a:lnTo>
                  <a:pt x="347754" y="514804"/>
                </a:lnTo>
                <a:lnTo>
                  <a:pt x="349442" y="514271"/>
                </a:lnTo>
                <a:lnTo>
                  <a:pt x="338840" y="514271"/>
                </a:lnTo>
                <a:cubicBezTo>
                  <a:pt x="338840" y="514271"/>
                  <a:pt x="339373" y="503314"/>
                  <a:pt x="332917" y="500827"/>
                </a:cubicBezTo>
                <a:cubicBezTo>
                  <a:pt x="328108" y="498866"/>
                  <a:pt x="322766" y="498644"/>
                  <a:pt x="317814" y="500205"/>
                </a:cubicBezTo>
                <a:cubicBezTo>
                  <a:pt x="312425" y="502041"/>
                  <a:pt x="311062" y="511221"/>
                  <a:pt x="310263" y="511754"/>
                </a:cubicBezTo>
                <a:lnTo>
                  <a:pt x="309580" y="513330"/>
                </a:lnTo>
                <a:lnTo>
                  <a:pt x="309582" y="513294"/>
                </a:lnTo>
                <a:lnTo>
                  <a:pt x="309493" y="513531"/>
                </a:lnTo>
                <a:lnTo>
                  <a:pt x="309580" y="513330"/>
                </a:lnTo>
                <a:lnTo>
                  <a:pt x="309345" y="517884"/>
                </a:lnTo>
                <a:cubicBezTo>
                  <a:pt x="307556" y="518124"/>
                  <a:pt x="305744" y="518124"/>
                  <a:pt x="303955" y="517884"/>
                </a:cubicBezTo>
                <a:cubicBezTo>
                  <a:pt x="303185" y="517617"/>
                  <a:pt x="306916" y="517440"/>
                  <a:pt x="306235" y="517055"/>
                </a:cubicBezTo>
                <a:cubicBezTo>
                  <a:pt x="305554" y="516670"/>
                  <a:pt x="304636" y="516877"/>
                  <a:pt x="304340" y="516729"/>
                </a:cubicBezTo>
                <a:cubicBezTo>
                  <a:pt x="303540" y="516314"/>
                  <a:pt x="305110" y="516314"/>
                  <a:pt x="305169" y="515841"/>
                </a:cubicBezTo>
                <a:cubicBezTo>
                  <a:pt x="305228" y="515367"/>
                  <a:pt x="302563" y="515841"/>
                  <a:pt x="302208" y="515841"/>
                </a:cubicBezTo>
                <a:cubicBezTo>
                  <a:pt x="301852" y="515841"/>
                  <a:pt x="303363" y="515071"/>
                  <a:pt x="303363" y="515071"/>
                </a:cubicBezTo>
                <a:lnTo>
                  <a:pt x="298269" y="515071"/>
                </a:lnTo>
                <a:lnTo>
                  <a:pt x="299306" y="514271"/>
                </a:lnTo>
                <a:lnTo>
                  <a:pt x="288852" y="514271"/>
                </a:lnTo>
                <a:cubicBezTo>
                  <a:pt x="288852" y="514271"/>
                  <a:pt x="289415" y="503314"/>
                  <a:pt x="282929" y="500827"/>
                </a:cubicBezTo>
                <a:cubicBezTo>
                  <a:pt x="278120" y="498866"/>
                  <a:pt x="272778" y="498644"/>
                  <a:pt x="267826" y="500205"/>
                </a:cubicBezTo>
                <a:cubicBezTo>
                  <a:pt x="262437" y="502041"/>
                  <a:pt x="261075" y="511221"/>
                  <a:pt x="260275" y="511754"/>
                </a:cubicBezTo>
                <a:cubicBezTo>
                  <a:pt x="259475" y="512287"/>
                  <a:pt x="258942" y="511339"/>
                  <a:pt x="258942" y="511339"/>
                </a:cubicBezTo>
                <a:cubicBezTo>
                  <a:pt x="258942" y="511339"/>
                  <a:pt x="260097" y="503995"/>
                  <a:pt x="262259" y="501804"/>
                </a:cubicBezTo>
                <a:cubicBezTo>
                  <a:pt x="265597" y="498428"/>
                  <a:pt x="270187" y="496583"/>
                  <a:pt x="274934" y="496710"/>
                </a:cubicBezTo>
                <a:cubicBezTo>
                  <a:pt x="282574" y="496177"/>
                  <a:pt x="289504" y="498132"/>
                  <a:pt x="292702" y="501360"/>
                </a:cubicBezTo>
                <a:cubicBezTo>
                  <a:pt x="295900" y="504587"/>
                  <a:pt x="296107" y="512850"/>
                  <a:pt x="296107" y="512850"/>
                </a:cubicBezTo>
                <a:lnTo>
                  <a:pt x="307953" y="512554"/>
                </a:lnTo>
                <a:cubicBezTo>
                  <a:pt x="307953" y="512554"/>
                  <a:pt x="310233" y="503995"/>
                  <a:pt x="312395" y="501804"/>
                </a:cubicBezTo>
                <a:cubicBezTo>
                  <a:pt x="315730" y="498422"/>
                  <a:pt x="320320" y="496577"/>
                  <a:pt x="325070" y="496710"/>
                </a:cubicBezTo>
                <a:cubicBezTo>
                  <a:pt x="332710" y="496177"/>
                  <a:pt x="339640" y="498132"/>
                  <a:pt x="342838" y="501360"/>
                </a:cubicBezTo>
                <a:cubicBezTo>
                  <a:pt x="346036" y="504587"/>
                  <a:pt x="346243" y="512850"/>
                  <a:pt x="346243" y="512850"/>
                </a:cubicBezTo>
                <a:lnTo>
                  <a:pt x="357334" y="512573"/>
                </a:lnTo>
                <a:lnTo>
                  <a:pt x="358182" y="512271"/>
                </a:lnTo>
                <a:lnTo>
                  <a:pt x="359888" y="507042"/>
                </a:lnTo>
                <a:cubicBezTo>
                  <a:pt x="361058" y="504069"/>
                  <a:pt x="362768" y="500664"/>
                  <a:pt x="364930" y="498931"/>
                </a:cubicBezTo>
                <a:cubicBezTo>
                  <a:pt x="369253" y="495466"/>
                  <a:pt x="377338" y="496118"/>
                  <a:pt x="377338" y="496118"/>
                </a:cubicBezTo>
                <a:lnTo>
                  <a:pt x="377338" y="500501"/>
                </a:lnTo>
                <a:cubicBezTo>
                  <a:pt x="377338" y="500501"/>
                  <a:pt x="368454" y="499760"/>
                  <a:pt x="365018" y="502278"/>
                </a:cubicBezTo>
                <a:cubicBezTo>
                  <a:pt x="363301" y="503537"/>
                  <a:pt x="362065" y="505876"/>
                  <a:pt x="361247" y="508060"/>
                </a:cubicBezTo>
                <a:lnTo>
                  <a:pt x="360351" y="511500"/>
                </a:lnTo>
                <a:lnTo>
                  <a:pt x="394062" y="499508"/>
                </a:lnTo>
                <a:cubicBezTo>
                  <a:pt x="407272" y="493274"/>
                  <a:pt x="420053" y="485624"/>
                  <a:pt x="432200" y="476528"/>
                </a:cubicBezTo>
                <a:cubicBezTo>
                  <a:pt x="529380" y="403762"/>
                  <a:pt x="549168" y="265990"/>
                  <a:pt x="476399" y="168813"/>
                </a:cubicBezTo>
                <a:cubicBezTo>
                  <a:pt x="430918" y="108075"/>
                  <a:pt x="360047" y="77569"/>
                  <a:pt x="289563" y="80997"/>
                </a:cubicBezTo>
                <a:close/>
                <a:moveTo>
                  <a:pt x="194563" y="79632"/>
                </a:moveTo>
                <a:cubicBezTo>
                  <a:pt x="194275" y="79910"/>
                  <a:pt x="193970" y="80168"/>
                  <a:pt x="193645" y="80402"/>
                </a:cubicBezTo>
                <a:cubicBezTo>
                  <a:pt x="193378" y="80550"/>
                  <a:pt x="192579" y="80461"/>
                  <a:pt x="192282" y="80727"/>
                </a:cubicBezTo>
                <a:cubicBezTo>
                  <a:pt x="191894" y="80994"/>
                  <a:pt x="191462" y="81195"/>
                  <a:pt x="191009" y="81320"/>
                </a:cubicBezTo>
                <a:cubicBezTo>
                  <a:pt x="190683" y="81320"/>
                  <a:pt x="190002" y="80905"/>
                  <a:pt x="189469" y="81320"/>
                </a:cubicBezTo>
                <a:cubicBezTo>
                  <a:pt x="188936" y="81734"/>
                  <a:pt x="188492" y="81468"/>
                  <a:pt x="188166" y="81734"/>
                </a:cubicBezTo>
                <a:lnTo>
                  <a:pt x="188077" y="81616"/>
                </a:lnTo>
                <a:cubicBezTo>
                  <a:pt x="187811" y="82267"/>
                  <a:pt x="188640" y="82948"/>
                  <a:pt x="188699" y="83629"/>
                </a:cubicBezTo>
                <a:cubicBezTo>
                  <a:pt x="188711" y="84062"/>
                  <a:pt x="188903" y="84470"/>
                  <a:pt x="189232" y="84755"/>
                </a:cubicBezTo>
                <a:cubicBezTo>
                  <a:pt x="189842" y="85089"/>
                  <a:pt x="190354" y="85578"/>
                  <a:pt x="190713" y="86176"/>
                </a:cubicBezTo>
                <a:cubicBezTo>
                  <a:pt x="191009" y="86620"/>
                  <a:pt x="192223" y="86946"/>
                  <a:pt x="192401" y="87242"/>
                </a:cubicBezTo>
                <a:cubicBezTo>
                  <a:pt x="192579" y="87538"/>
                  <a:pt x="194000" y="88131"/>
                  <a:pt x="194415" y="88427"/>
                </a:cubicBezTo>
                <a:cubicBezTo>
                  <a:pt x="194829" y="88723"/>
                  <a:pt x="195007" y="89434"/>
                  <a:pt x="195273" y="89700"/>
                </a:cubicBezTo>
                <a:cubicBezTo>
                  <a:pt x="195608" y="90189"/>
                  <a:pt x="196239" y="90375"/>
                  <a:pt x="196784" y="90144"/>
                </a:cubicBezTo>
                <a:cubicBezTo>
                  <a:pt x="197080" y="89967"/>
                  <a:pt x="197376" y="89108"/>
                  <a:pt x="197642" y="88841"/>
                </a:cubicBezTo>
                <a:cubicBezTo>
                  <a:pt x="197909" y="88575"/>
                  <a:pt x="198472" y="88397"/>
                  <a:pt x="198768" y="88131"/>
                </a:cubicBezTo>
                <a:cubicBezTo>
                  <a:pt x="199200" y="87769"/>
                  <a:pt x="199544" y="87313"/>
                  <a:pt x="199775" y="86798"/>
                </a:cubicBezTo>
                <a:cubicBezTo>
                  <a:pt x="199899" y="86354"/>
                  <a:pt x="199979" y="85898"/>
                  <a:pt x="200011" y="85436"/>
                </a:cubicBezTo>
                <a:cubicBezTo>
                  <a:pt x="200100" y="84903"/>
                  <a:pt x="199863" y="84162"/>
                  <a:pt x="199863" y="83689"/>
                </a:cubicBezTo>
                <a:cubicBezTo>
                  <a:pt x="200068" y="83182"/>
                  <a:pt x="200130" y="82628"/>
                  <a:pt x="200041" y="82089"/>
                </a:cubicBezTo>
                <a:cubicBezTo>
                  <a:pt x="199934" y="81630"/>
                  <a:pt x="199721" y="81204"/>
                  <a:pt x="199419" y="80846"/>
                </a:cubicBezTo>
                <a:cubicBezTo>
                  <a:pt x="199034" y="80618"/>
                  <a:pt x="198629" y="80431"/>
                  <a:pt x="198205" y="80283"/>
                </a:cubicBezTo>
                <a:cubicBezTo>
                  <a:pt x="197524" y="79957"/>
                  <a:pt x="195096" y="79158"/>
                  <a:pt x="194563" y="79632"/>
                </a:cubicBezTo>
                <a:close/>
                <a:moveTo>
                  <a:pt x="178867" y="75634"/>
                </a:moveTo>
                <a:cubicBezTo>
                  <a:pt x="179104" y="75575"/>
                  <a:pt x="179104" y="76434"/>
                  <a:pt x="179134" y="77056"/>
                </a:cubicBezTo>
                <a:cubicBezTo>
                  <a:pt x="179024" y="77722"/>
                  <a:pt x="178826" y="78368"/>
                  <a:pt x="178541" y="78981"/>
                </a:cubicBezTo>
                <a:cubicBezTo>
                  <a:pt x="178097" y="79839"/>
                  <a:pt x="178068" y="80432"/>
                  <a:pt x="177712" y="81113"/>
                </a:cubicBezTo>
                <a:cubicBezTo>
                  <a:pt x="177345" y="81681"/>
                  <a:pt x="176886" y="82182"/>
                  <a:pt x="176350" y="82593"/>
                </a:cubicBezTo>
                <a:cubicBezTo>
                  <a:pt x="175841" y="82893"/>
                  <a:pt x="175186" y="82736"/>
                  <a:pt x="174869" y="82238"/>
                </a:cubicBezTo>
                <a:cubicBezTo>
                  <a:pt x="174573" y="81779"/>
                  <a:pt x="174573" y="81187"/>
                  <a:pt x="174869" y="80728"/>
                </a:cubicBezTo>
                <a:cubicBezTo>
                  <a:pt x="175346" y="79949"/>
                  <a:pt x="175882" y="79206"/>
                  <a:pt x="176469" y="78507"/>
                </a:cubicBezTo>
                <a:cubicBezTo>
                  <a:pt x="176688" y="78190"/>
                  <a:pt x="176859" y="77840"/>
                  <a:pt x="176972" y="77470"/>
                </a:cubicBezTo>
                <a:cubicBezTo>
                  <a:pt x="177090" y="77056"/>
                  <a:pt x="177594" y="76937"/>
                  <a:pt x="177860" y="76434"/>
                </a:cubicBezTo>
                <a:cubicBezTo>
                  <a:pt x="178139" y="76102"/>
                  <a:pt x="178482" y="75833"/>
                  <a:pt x="178867" y="75634"/>
                </a:cubicBezTo>
                <a:close/>
                <a:moveTo>
                  <a:pt x="181414" y="67431"/>
                </a:moveTo>
                <a:cubicBezTo>
                  <a:pt x="180999" y="67431"/>
                  <a:pt x="180259" y="68230"/>
                  <a:pt x="179963" y="68230"/>
                </a:cubicBezTo>
                <a:cubicBezTo>
                  <a:pt x="179442" y="68263"/>
                  <a:pt x="178927" y="68355"/>
                  <a:pt x="178423" y="68497"/>
                </a:cubicBezTo>
                <a:cubicBezTo>
                  <a:pt x="178100" y="68648"/>
                  <a:pt x="177854" y="68926"/>
                  <a:pt x="177742" y="69267"/>
                </a:cubicBezTo>
                <a:cubicBezTo>
                  <a:pt x="177564" y="69533"/>
                  <a:pt x="177407" y="69809"/>
                  <a:pt x="177268" y="70096"/>
                </a:cubicBezTo>
                <a:cubicBezTo>
                  <a:pt x="177070" y="70428"/>
                  <a:pt x="176904" y="70774"/>
                  <a:pt x="176765" y="71132"/>
                </a:cubicBezTo>
                <a:cubicBezTo>
                  <a:pt x="176504" y="71671"/>
                  <a:pt x="176143" y="72154"/>
                  <a:pt x="175699" y="72554"/>
                </a:cubicBezTo>
                <a:cubicBezTo>
                  <a:pt x="175136" y="73117"/>
                  <a:pt x="175106" y="73294"/>
                  <a:pt x="174810" y="73472"/>
                </a:cubicBezTo>
                <a:cubicBezTo>
                  <a:pt x="174411" y="73860"/>
                  <a:pt x="174061" y="74298"/>
                  <a:pt x="173774" y="74775"/>
                </a:cubicBezTo>
                <a:cubicBezTo>
                  <a:pt x="173300" y="75456"/>
                  <a:pt x="172530" y="75930"/>
                  <a:pt x="172234" y="76374"/>
                </a:cubicBezTo>
                <a:cubicBezTo>
                  <a:pt x="171728" y="77248"/>
                  <a:pt x="171029" y="77997"/>
                  <a:pt x="170191" y="78565"/>
                </a:cubicBezTo>
                <a:cubicBezTo>
                  <a:pt x="169865" y="78414"/>
                  <a:pt x="169527" y="78284"/>
                  <a:pt x="169184" y="78180"/>
                </a:cubicBezTo>
                <a:cubicBezTo>
                  <a:pt x="168414" y="78032"/>
                  <a:pt x="168147" y="77914"/>
                  <a:pt x="167614" y="78180"/>
                </a:cubicBezTo>
                <a:cubicBezTo>
                  <a:pt x="167253" y="78625"/>
                  <a:pt x="166918" y="79090"/>
                  <a:pt x="166607" y="79572"/>
                </a:cubicBezTo>
                <a:cubicBezTo>
                  <a:pt x="166607" y="80431"/>
                  <a:pt x="165837" y="81379"/>
                  <a:pt x="166785" y="83037"/>
                </a:cubicBezTo>
                <a:cubicBezTo>
                  <a:pt x="166963" y="83333"/>
                  <a:pt x="167436" y="83955"/>
                  <a:pt x="168325" y="85317"/>
                </a:cubicBezTo>
                <a:cubicBezTo>
                  <a:pt x="168879" y="86040"/>
                  <a:pt x="169474" y="86730"/>
                  <a:pt x="170102" y="87390"/>
                </a:cubicBezTo>
                <a:cubicBezTo>
                  <a:pt x="170605" y="88012"/>
                  <a:pt x="171375" y="88634"/>
                  <a:pt x="171553" y="88930"/>
                </a:cubicBezTo>
                <a:cubicBezTo>
                  <a:pt x="171731" y="89226"/>
                  <a:pt x="172293" y="90085"/>
                  <a:pt x="172441" y="90085"/>
                </a:cubicBezTo>
                <a:cubicBezTo>
                  <a:pt x="172589" y="90085"/>
                  <a:pt x="172678" y="90174"/>
                  <a:pt x="173093" y="90529"/>
                </a:cubicBezTo>
                <a:cubicBezTo>
                  <a:pt x="173507" y="90885"/>
                  <a:pt x="173626" y="91240"/>
                  <a:pt x="174129" y="91507"/>
                </a:cubicBezTo>
                <a:cubicBezTo>
                  <a:pt x="174399" y="91628"/>
                  <a:pt x="174692" y="91690"/>
                  <a:pt x="174988" y="91684"/>
                </a:cubicBezTo>
                <a:cubicBezTo>
                  <a:pt x="175574" y="91471"/>
                  <a:pt x="176140" y="91202"/>
                  <a:pt x="176676" y="90885"/>
                </a:cubicBezTo>
                <a:cubicBezTo>
                  <a:pt x="176942" y="90707"/>
                  <a:pt x="177120" y="90381"/>
                  <a:pt x="177535" y="90115"/>
                </a:cubicBezTo>
                <a:cubicBezTo>
                  <a:pt x="177949" y="89848"/>
                  <a:pt x="178778" y="89759"/>
                  <a:pt x="179015" y="89700"/>
                </a:cubicBezTo>
                <a:cubicBezTo>
                  <a:pt x="179252" y="89641"/>
                  <a:pt x="179904" y="89996"/>
                  <a:pt x="179904" y="90233"/>
                </a:cubicBezTo>
                <a:cubicBezTo>
                  <a:pt x="180227" y="91086"/>
                  <a:pt x="180603" y="91915"/>
                  <a:pt x="181029" y="92721"/>
                </a:cubicBezTo>
                <a:cubicBezTo>
                  <a:pt x="181316" y="93337"/>
                  <a:pt x="181663" y="93920"/>
                  <a:pt x="182066" y="94468"/>
                </a:cubicBezTo>
                <a:cubicBezTo>
                  <a:pt x="182243" y="94734"/>
                  <a:pt x="182806" y="95445"/>
                  <a:pt x="182806" y="95741"/>
                </a:cubicBezTo>
                <a:cubicBezTo>
                  <a:pt x="183576" y="97104"/>
                  <a:pt x="183339" y="97785"/>
                  <a:pt x="182303" y="98436"/>
                </a:cubicBezTo>
                <a:cubicBezTo>
                  <a:pt x="182006" y="98614"/>
                  <a:pt x="180940" y="98318"/>
                  <a:pt x="179963" y="98940"/>
                </a:cubicBezTo>
                <a:cubicBezTo>
                  <a:pt x="179815" y="99028"/>
                  <a:pt x="178630" y="99976"/>
                  <a:pt x="178986" y="100272"/>
                </a:cubicBezTo>
                <a:cubicBezTo>
                  <a:pt x="179341" y="100568"/>
                  <a:pt x="181621" y="100746"/>
                  <a:pt x="182303" y="101131"/>
                </a:cubicBezTo>
                <a:cubicBezTo>
                  <a:pt x="182984" y="101516"/>
                  <a:pt x="183309" y="101931"/>
                  <a:pt x="183842" y="102079"/>
                </a:cubicBezTo>
                <a:cubicBezTo>
                  <a:pt x="184432" y="102129"/>
                  <a:pt x="185024" y="102070"/>
                  <a:pt x="185590" y="101901"/>
                </a:cubicBezTo>
                <a:cubicBezTo>
                  <a:pt x="186034" y="101871"/>
                  <a:pt x="186478" y="102049"/>
                  <a:pt x="186774" y="102049"/>
                </a:cubicBezTo>
                <a:cubicBezTo>
                  <a:pt x="187070" y="102049"/>
                  <a:pt x="187811" y="101901"/>
                  <a:pt x="188048" y="101901"/>
                </a:cubicBezTo>
                <a:cubicBezTo>
                  <a:pt x="188341" y="102031"/>
                  <a:pt x="188672" y="102031"/>
                  <a:pt x="188966" y="101901"/>
                </a:cubicBezTo>
                <a:cubicBezTo>
                  <a:pt x="189262" y="101723"/>
                  <a:pt x="189351" y="101042"/>
                  <a:pt x="189973" y="100272"/>
                </a:cubicBezTo>
                <a:cubicBezTo>
                  <a:pt x="190594" y="99502"/>
                  <a:pt x="190269" y="98229"/>
                  <a:pt x="190594" y="97785"/>
                </a:cubicBezTo>
                <a:cubicBezTo>
                  <a:pt x="191068" y="96867"/>
                  <a:pt x="191124" y="95786"/>
                  <a:pt x="190743" y="94823"/>
                </a:cubicBezTo>
                <a:cubicBezTo>
                  <a:pt x="189380" y="92137"/>
                  <a:pt x="187825" y="89555"/>
                  <a:pt x="186093" y="87094"/>
                </a:cubicBezTo>
                <a:cubicBezTo>
                  <a:pt x="185557" y="86665"/>
                  <a:pt x="185113" y="86132"/>
                  <a:pt x="184790" y="85525"/>
                </a:cubicBezTo>
                <a:cubicBezTo>
                  <a:pt x="184435" y="84932"/>
                  <a:pt x="184790" y="84074"/>
                  <a:pt x="185057" y="84074"/>
                </a:cubicBezTo>
                <a:cubicBezTo>
                  <a:pt x="185427" y="84011"/>
                  <a:pt x="185738" y="83766"/>
                  <a:pt x="185886" y="83422"/>
                </a:cubicBezTo>
                <a:cubicBezTo>
                  <a:pt x="186025" y="82679"/>
                  <a:pt x="186114" y="81927"/>
                  <a:pt x="186152" y="81171"/>
                </a:cubicBezTo>
                <a:cubicBezTo>
                  <a:pt x="186034" y="79042"/>
                  <a:pt x="186034" y="76904"/>
                  <a:pt x="186152" y="74775"/>
                </a:cubicBezTo>
                <a:cubicBezTo>
                  <a:pt x="186185" y="74144"/>
                  <a:pt x="186185" y="73510"/>
                  <a:pt x="186152" y="72880"/>
                </a:cubicBezTo>
                <a:cubicBezTo>
                  <a:pt x="186300" y="71926"/>
                  <a:pt x="186520" y="70987"/>
                  <a:pt x="186804" y="70066"/>
                </a:cubicBezTo>
                <a:cubicBezTo>
                  <a:pt x="186682" y="69560"/>
                  <a:pt x="186389" y="69110"/>
                  <a:pt x="185975" y="68793"/>
                </a:cubicBezTo>
                <a:cubicBezTo>
                  <a:pt x="185679" y="68615"/>
                  <a:pt x="184968" y="67697"/>
                  <a:pt x="184375" y="67431"/>
                </a:cubicBezTo>
                <a:cubicBezTo>
                  <a:pt x="183389" y="67333"/>
                  <a:pt x="182400" y="67333"/>
                  <a:pt x="181414" y="67431"/>
                </a:cubicBezTo>
                <a:close/>
                <a:moveTo>
                  <a:pt x="434907" y="63492"/>
                </a:moveTo>
                <a:cubicBezTo>
                  <a:pt x="434552" y="63403"/>
                  <a:pt x="434196" y="63314"/>
                  <a:pt x="433930" y="63818"/>
                </a:cubicBezTo>
                <a:cubicBezTo>
                  <a:pt x="433711" y="64532"/>
                  <a:pt x="433370" y="65204"/>
                  <a:pt x="432923" y="65802"/>
                </a:cubicBezTo>
                <a:cubicBezTo>
                  <a:pt x="432505" y="66551"/>
                  <a:pt x="431996" y="67247"/>
                  <a:pt x="431412" y="67875"/>
                </a:cubicBezTo>
                <a:cubicBezTo>
                  <a:pt x="430263" y="68618"/>
                  <a:pt x="429319" y="69637"/>
                  <a:pt x="428658" y="70836"/>
                </a:cubicBezTo>
                <a:cubicBezTo>
                  <a:pt x="427104" y="70869"/>
                  <a:pt x="425561" y="70576"/>
                  <a:pt x="424128" y="69977"/>
                </a:cubicBezTo>
                <a:cubicBezTo>
                  <a:pt x="423298" y="69563"/>
                  <a:pt x="422321" y="68586"/>
                  <a:pt x="421847" y="68586"/>
                </a:cubicBezTo>
                <a:cubicBezTo>
                  <a:pt x="421418" y="68488"/>
                  <a:pt x="420974" y="68488"/>
                  <a:pt x="420544" y="68586"/>
                </a:cubicBezTo>
                <a:cubicBezTo>
                  <a:pt x="420041" y="68615"/>
                  <a:pt x="419626" y="68349"/>
                  <a:pt x="419182" y="68349"/>
                </a:cubicBezTo>
                <a:cubicBezTo>
                  <a:pt x="418726" y="68512"/>
                  <a:pt x="418261" y="68651"/>
                  <a:pt x="417790" y="68763"/>
                </a:cubicBezTo>
                <a:cubicBezTo>
                  <a:pt x="417148" y="68831"/>
                  <a:pt x="416615" y="69290"/>
                  <a:pt x="416458" y="69918"/>
                </a:cubicBezTo>
                <a:cubicBezTo>
                  <a:pt x="415954" y="71055"/>
                  <a:pt x="416153" y="72379"/>
                  <a:pt x="416961" y="73324"/>
                </a:cubicBezTo>
                <a:cubicBezTo>
                  <a:pt x="417642" y="73857"/>
                  <a:pt x="417672" y="74479"/>
                  <a:pt x="418146" y="75012"/>
                </a:cubicBezTo>
                <a:cubicBezTo>
                  <a:pt x="418418" y="75317"/>
                  <a:pt x="418782" y="75524"/>
                  <a:pt x="419182" y="75604"/>
                </a:cubicBezTo>
                <a:cubicBezTo>
                  <a:pt x="419603" y="75687"/>
                  <a:pt x="420017" y="75797"/>
                  <a:pt x="420426" y="75930"/>
                </a:cubicBezTo>
                <a:lnTo>
                  <a:pt x="421255" y="76404"/>
                </a:lnTo>
                <a:cubicBezTo>
                  <a:pt x="421551" y="76581"/>
                  <a:pt x="422469" y="76581"/>
                  <a:pt x="422351" y="76966"/>
                </a:cubicBezTo>
                <a:cubicBezTo>
                  <a:pt x="422232" y="77351"/>
                  <a:pt x="421433" y="77944"/>
                  <a:pt x="421048" y="78210"/>
                </a:cubicBezTo>
                <a:cubicBezTo>
                  <a:pt x="419881" y="79327"/>
                  <a:pt x="418474" y="80159"/>
                  <a:pt x="416931" y="80638"/>
                </a:cubicBezTo>
                <a:cubicBezTo>
                  <a:pt x="414225" y="81456"/>
                  <a:pt x="411477" y="82128"/>
                  <a:pt x="408699" y="82652"/>
                </a:cubicBezTo>
                <a:cubicBezTo>
                  <a:pt x="408432" y="82652"/>
                  <a:pt x="407929" y="82652"/>
                  <a:pt x="407692" y="82652"/>
                </a:cubicBezTo>
                <a:cubicBezTo>
                  <a:pt x="407153" y="82753"/>
                  <a:pt x="406608" y="82821"/>
                  <a:pt x="406063" y="82859"/>
                </a:cubicBezTo>
                <a:cubicBezTo>
                  <a:pt x="405341" y="83007"/>
                  <a:pt x="404594" y="83007"/>
                  <a:pt x="403872" y="82859"/>
                </a:cubicBezTo>
                <a:lnTo>
                  <a:pt x="403872" y="82741"/>
                </a:lnTo>
                <a:cubicBezTo>
                  <a:pt x="402954" y="82563"/>
                  <a:pt x="402332" y="82830"/>
                  <a:pt x="402421" y="83096"/>
                </a:cubicBezTo>
                <a:cubicBezTo>
                  <a:pt x="402510" y="83363"/>
                  <a:pt x="402924" y="83718"/>
                  <a:pt x="403309" y="84133"/>
                </a:cubicBezTo>
                <a:cubicBezTo>
                  <a:pt x="403694" y="84547"/>
                  <a:pt x="403131" y="85406"/>
                  <a:pt x="403309" y="85850"/>
                </a:cubicBezTo>
                <a:cubicBezTo>
                  <a:pt x="403487" y="86295"/>
                  <a:pt x="403428" y="86828"/>
                  <a:pt x="403724" y="87094"/>
                </a:cubicBezTo>
                <a:cubicBezTo>
                  <a:pt x="404171" y="87349"/>
                  <a:pt x="404665" y="87521"/>
                  <a:pt x="405175" y="87598"/>
                </a:cubicBezTo>
                <a:cubicBezTo>
                  <a:pt x="406045" y="87914"/>
                  <a:pt x="406937" y="88172"/>
                  <a:pt x="407840" y="88368"/>
                </a:cubicBezTo>
                <a:cubicBezTo>
                  <a:pt x="408551" y="88368"/>
                  <a:pt x="410417" y="88368"/>
                  <a:pt x="411186" y="88368"/>
                </a:cubicBezTo>
                <a:cubicBezTo>
                  <a:pt x="412723" y="88658"/>
                  <a:pt x="414299" y="88658"/>
                  <a:pt x="415836" y="88368"/>
                </a:cubicBezTo>
                <a:cubicBezTo>
                  <a:pt x="418116" y="87657"/>
                  <a:pt x="419449" y="87568"/>
                  <a:pt x="421077" y="87065"/>
                </a:cubicBezTo>
                <a:cubicBezTo>
                  <a:pt x="422706" y="86561"/>
                  <a:pt x="425075" y="84281"/>
                  <a:pt x="425401" y="84873"/>
                </a:cubicBezTo>
                <a:cubicBezTo>
                  <a:pt x="425727" y="85465"/>
                  <a:pt x="426171" y="87775"/>
                  <a:pt x="427059" y="89730"/>
                </a:cubicBezTo>
                <a:cubicBezTo>
                  <a:pt x="427308" y="90565"/>
                  <a:pt x="427507" y="91418"/>
                  <a:pt x="427652" y="92277"/>
                </a:cubicBezTo>
                <a:cubicBezTo>
                  <a:pt x="427764" y="93778"/>
                  <a:pt x="427971" y="95273"/>
                  <a:pt x="428273" y="96748"/>
                </a:cubicBezTo>
                <a:cubicBezTo>
                  <a:pt x="429005" y="98327"/>
                  <a:pt x="429005" y="100145"/>
                  <a:pt x="428273" y="101723"/>
                </a:cubicBezTo>
                <a:cubicBezTo>
                  <a:pt x="428285" y="102407"/>
                  <a:pt x="428585" y="103053"/>
                  <a:pt x="429103" y="103500"/>
                </a:cubicBezTo>
                <a:cubicBezTo>
                  <a:pt x="429724" y="104122"/>
                  <a:pt x="430761" y="104152"/>
                  <a:pt x="431353" y="105247"/>
                </a:cubicBezTo>
                <a:cubicBezTo>
                  <a:pt x="431741" y="105724"/>
                  <a:pt x="432212" y="106124"/>
                  <a:pt x="432745" y="106432"/>
                </a:cubicBezTo>
                <a:cubicBezTo>
                  <a:pt x="433397" y="106935"/>
                  <a:pt x="434167" y="107143"/>
                  <a:pt x="434552" y="107439"/>
                </a:cubicBezTo>
                <a:cubicBezTo>
                  <a:pt x="435082" y="107839"/>
                  <a:pt x="435635" y="108206"/>
                  <a:pt x="436210" y="108534"/>
                </a:cubicBezTo>
                <a:cubicBezTo>
                  <a:pt x="436447" y="108623"/>
                  <a:pt x="436743" y="108890"/>
                  <a:pt x="437069" y="108831"/>
                </a:cubicBezTo>
                <a:cubicBezTo>
                  <a:pt x="437394" y="108771"/>
                  <a:pt x="437868" y="108623"/>
                  <a:pt x="438194" y="108623"/>
                </a:cubicBezTo>
                <a:cubicBezTo>
                  <a:pt x="438967" y="108970"/>
                  <a:pt x="439849" y="108970"/>
                  <a:pt x="440622" y="108623"/>
                </a:cubicBezTo>
                <a:cubicBezTo>
                  <a:pt x="441096" y="108446"/>
                  <a:pt x="441304" y="107764"/>
                  <a:pt x="441481" y="107498"/>
                </a:cubicBezTo>
                <a:cubicBezTo>
                  <a:pt x="441659" y="107231"/>
                  <a:pt x="442340" y="107261"/>
                  <a:pt x="442340" y="106846"/>
                </a:cubicBezTo>
                <a:cubicBezTo>
                  <a:pt x="442340" y="106432"/>
                  <a:pt x="441777" y="106047"/>
                  <a:pt x="441511" y="105692"/>
                </a:cubicBezTo>
                <a:cubicBezTo>
                  <a:pt x="440415" y="104389"/>
                  <a:pt x="439734" y="103589"/>
                  <a:pt x="438964" y="102730"/>
                </a:cubicBezTo>
                <a:cubicBezTo>
                  <a:pt x="438668" y="102375"/>
                  <a:pt x="438461" y="101516"/>
                  <a:pt x="438076" y="100983"/>
                </a:cubicBezTo>
                <a:cubicBezTo>
                  <a:pt x="437531" y="100420"/>
                  <a:pt x="437045" y="99807"/>
                  <a:pt x="436625" y="99147"/>
                </a:cubicBezTo>
                <a:cubicBezTo>
                  <a:pt x="436094" y="97705"/>
                  <a:pt x="435431" y="96316"/>
                  <a:pt x="434640" y="95001"/>
                </a:cubicBezTo>
                <a:cubicBezTo>
                  <a:pt x="433693" y="93580"/>
                  <a:pt x="433930" y="90618"/>
                  <a:pt x="433515" y="89552"/>
                </a:cubicBezTo>
                <a:cubicBezTo>
                  <a:pt x="432600" y="87337"/>
                  <a:pt x="432002" y="85003"/>
                  <a:pt x="431738" y="82623"/>
                </a:cubicBezTo>
                <a:cubicBezTo>
                  <a:pt x="431691" y="81796"/>
                  <a:pt x="432017" y="80991"/>
                  <a:pt x="432627" y="80431"/>
                </a:cubicBezTo>
                <a:cubicBezTo>
                  <a:pt x="433100" y="80085"/>
                  <a:pt x="433634" y="79824"/>
                  <a:pt x="434196" y="79661"/>
                </a:cubicBezTo>
                <a:cubicBezTo>
                  <a:pt x="435280" y="79691"/>
                  <a:pt x="436355" y="79860"/>
                  <a:pt x="437394" y="80165"/>
                </a:cubicBezTo>
                <a:cubicBezTo>
                  <a:pt x="437957" y="80342"/>
                  <a:pt x="438549" y="80638"/>
                  <a:pt x="439231" y="80935"/>
                </a:cubicBezTo>
                <a:cubicBezTo>
                  <a:pt x="439891" y="81234"/>
                  <a:pt x="440608" y="81385"/>
                  <a:pt x="441333" y="81379"/>
                </a:cubicBezTo>
                <a:cubicBezTo>
                  <a:pt x="442381" y="81619"/>
                  <a:pt x="443454" y="81749"/>
                  <a:pt x="444531" y="81764"/>
                </a:cubicBezTo>
                <a:cubicBezTo>
                  <a:pt x="445242" y="81586"/>
                  <a:pt x="445568" y="81320"/>
                  <a:pt x="446101" y="81586"/>
                </a:cubicBezTo>
                <a:cubicBezTo>
                  <a:pt x="446634" y="81853"/>
                  <a:pt x="446752" y="81675"/>
                  <a:pt x="447019" y="81201"/>
                </a:cubicBezTo>
                <a:cubicBezTo>
                  <a:pt x="447493" y="80046"/>
                  <a:pt x="447878" y="78447"/>
                  <a:pt x="447019" y="77766"/>
                </a:cubicBezTo>
                <a:cubicBezTo>
                  <a:pt x="446160" y="77085"/>
                  <a:pt x="445420" y="76581"/>
                  <a:pt x="445390" y="75989"/>
                </a:cubicBezTo>
                <a:cubicBezTo>
                  <a:pt x="445361" y="75397"/>
                  <a:pt x="443406" y="74834"/>
                  <a:pt x="443080" y="74656"/>
                </a:cubicBezTo>
                <a:cubicBezTo>
                  <a:pt x="442755" y="74479"/>
                  <a:pt x="441689" y="74834"/>
                  <a:pt x="440948" y="74834"/>
                </a:cubicBezTo>
                <a:cubicBezTo>
                  <a:pt x="440424" y="74799"/>
                  <a:pt x="439909" y="74698"/>
                  <a:pt x="439408" y="74538"/>
                </a:cubicBezTo>
                <a:cubicBezTo>
                  <a:pt x="438964" y="74390"/>
                  <a:pt x="438046" y="74390"/>
                  <a:pt x="438046" y="74390"/>
                </a:cubicBezTo>
                <a:cubicBezTo>
                  <a:pt x="437691" y="74411"/>
                  <a:pt x="437338" y="74316"/>
                  <a:pt x="437039" y="74123"/>
                </a:cubicBezTo>
                <a:cubicBezTo>
                  <a:pt x="436802" y="73916"/>
                  <a:pt x="437809" y="73057"/>
                  <a:pt x="437809" y="72880"/>
                </a:cubicBezTo>
                <a:cubicBezTo>
                  <a:pt x="438698" y="72139"/>
                  <a:pt x="439497" y="71547"/>
                  <a:pt x="439941" y="71221"/>
                </a:cubicBezTo>
                <a:cubicBezTo>
                  <a:pt x="440386" y="70896"/>
                  <a:pt x="440089" y="70540"/>
                  <a:pt x="440386" y="69918"/>
                </a:cubicBezTo>
                <a:cubicBezTo>
                  <a:pt x="440682" y="69296"/>
                  <a:pt x="441096" y="69119"/>
                  <a:pt x="440682" y="68497"/>
                </a:cubicBezTo>
                <a:cubicBezTo>
                  <a:pt x="440157" y="67801"/>
                  <a:pt x="439847" y="66969"/>
                  <a:pt x="439793" y="66098"/>
                </a:cubicBezTo>
                <a:cubicBezTo>
                  <a:pt x="439793" y="65772"/>
                  <a:pt x="437987" y="65062"/>
                  <a:pt x="437691" y="64765"/>
                </a:cubicBezTo>
                <a:cubicBezTo>
                  <a:pt x="437394" y="64469"/>
                  <a:pt x="436684" y="64677"/>
                  <a:pt x="436328" y="64469"/>
                </a:cubicBezTo>
                <a:cubicBezTo>
                  <a:pt x="435973" y="64262"/>
                  <a:pt x="436062" y="63818"/>
                  <a:pt x="434907" y="63492"/>
                </a:cubicBezTo>
                <a:close/>
                <a:moveTo>
                  <a:pt x="241115" y="58902"/>
                </a:moveTo>
                <a:lnTo>
                  <a:pt x="241204" y="59020"/>
                </a:lnTo>
                <a:lnTo>
                  <a:pt x="241136" y="58941"/>
                </a:lnTo>
                <a:close/>
                <a:moveTo>
                  <a:pt x="170457" y="53275"/>
                </a:moveTo>
                <a:cubicBezTo>
                  <a:pt x="170072" y="53127"/>
                  <a:pt x="169480" y="53660"/>
                  <a:pt x="168947" y="53660"/>
                </a:cubicBezTo>
                <a:cubicBezTo>
                  <a:pt x="168414" y="53660"/>
                  <a:pt x="168236" y="53453"/>
                  <a:pt x="167881" y="53660"/>
                </a:cubicBezTo>
                <a:cubicBezTo>
                  <a:pt x="167439" y="53971"/>
                  <a:pt x="166974" y="54250"/>
                  <a:pt x="166489" y="54490"/>
                </a:cubicBezTo>
                <a:cubicBezTo>
                  <a:pt x="166089" y="54646"/>
                  <a:pt x="165704" y="54836"/>
                  <a:pt x="165334" y="55052"/>
                </a:cubicBezTo>
                <a:cubicBezTo>
                  <a:pt x="164830" y="55378"/>
                  <a:pt x="164830" y="55704"/>
                  <a:pt x="164623" y="55941"/>
                </a:cubicBezTo>
                <a:cubicBezTo>
                  <a:pt x="164416" y="56178"/>
                  <a:pt x="163883" y="56414"/>
                  <a:pt x="163735" y="56592"/>
                </a:cubicBezTo>
                <a:cubicBezTo>
                  <a:pt x="163587" y="56770"/>
                  <a:pt x="163587" y="57214"/>
                  <a:pt x="163024" y="57569"/>
                </a:cubicBezTo>
                <a:cubicBezTo>
                  <a:pt x="162461" y="57925"/>
                  <a:pt x="161721" y="58014"/>
                  <a:pt x="161543" y="58813"/>
                </a:cubicBezTo>
                <a:cubicBezTo>
                  <a:pt x="161416" y="59198"/>
                  <a:pt x="161493" y="59625"/>
                  <a:pt x="161751" y="59938"/>
                </a:cubicBezTo>
                <a:cubicBezTo>
                  <a:pt x="162195" y="60294"/>
                  <a:pt x="164297" y="61271"/>
                  <a:pt x="164475" y="61982"/>
                </a:cubicBezTo>
                <a:cubicBezTo>
                  <a:pt x="164608" y="62396"/>
                  <a:pt x="164706" y="62823"/>
                  <a:pt x="164771" y="63255"/>
                </a:cubicBezTo>
                <a:cubicBezTo>
                  <a:pt x="164979" y="63759"/>
                  <a:pt x="164979" y="63936"/>
                  <a:pt x="164979" y="64321"/>
                </a:cubicBezTo>
                <a:cubicBezTo>
                  <a:pt x="164964" y="64694"/>
                  <a:pt x="165079" y="65062"/>
                  <a:pt x="165304" y="65358"/>
                </a:cubicBezTo>
                <a:cubicBezTo>
                  <a:pt x="165698" y="65544"/>
                  <a:pt x="166154" y="65544"/>
                  <a:pt x="166548" y="65358"/>
                </a:cubicBezTo>
                <a:cubicBezTo>
                  <a:pt x="166963" y="65121"/>
                  <a:pt x="167466" y="64973"/>
                  <a:pt x="167644" y="65121"/>
                </a:cubicBezTo>
                <a:cubicBezTo>
                  <a:pt x="167821" y="65269"/>
                  <a:pt x="168206" y="65269"/>
                  <a:pt x="168295" y="65891"/>
                </a:cubicBezTo>
                <a:cubicBezTo>
                  <a:pt x="168384" y="66513"/>
                  <a:pt x="167999" y="66779"/>
                  <a:pt x="167466" y="67431"/>
                </a:cubicBezTo>
                <a:cubicBezTo>
                  <a:pt x="166933" y="68082"/>
                  <a:pt x="165067" y="69829"/>
                  <a:pt x="164890" y="70392"/>
                </a:cubicBezTo>
                <a:cubicBezTo>
                  <a:pt x="164712" y="70955"/>
                  <a:pt x="163912" y="71044"/>
                  <a:pt x="163350" y="71636"/>
                </a:cubicBezTo>
                <a:cubicBezTo>
                  <a:pt x="162254" y="72797"/>
                  <a:pt x="161078" y="73875"/>
                  <a:pt x="159826" y="74864"/>
                </a:cubicBezTo>
                <a:cubicBezTo>
                  <a:pt x="159411" y="75160"/>
                  <a:pt x="158789" y="76285"/>
                  <a:pt x="158493" y="76433"/>
                </a:cubicBezTo>
                <a:cubicBezTo>
                  <a:pt x="158197" y="76581"/>
                  <a:pt x="157694" y="76196"/>
                  <a:pt x="157457" y="76433"/>
                </a:cubicBezTo>
                <a:lnTo>
                  <a:pt x="157457" y="76315"/>
                </a:lnTo>
                <a:cubicBezTo>
                  <a:pt x="156533" y="77274"/>
                  <a:pt x="155798" y="78400"/>
                  <a:pt x="155295" y="79632"/>
                </a:cubicBezTo>
                <a:cubicBezTo>
                  <a:pt x="155233" y="80046"/>
                  <a:pt x="155351" y="80467"/>
                  <a:pt x="155621" y="80786"/>
                </a:cubicBezTo>
                <a:cubicBezTo>
                  <a:pt x="156035" y="81379"/>
                  <a:pt x="156479" y="81912"/>
                  <a:pt x="156479" y="82060"/>
                </a:cubicBezTo>
                <a:cubicBezTo>
                  <a:pt x="156746" y="82711"/>
                  <a:pt x="157249" y="83422"/>
                  <a:pt x="157782" y="83363"/>
                </a:cubicBezTo>
                <a:cubicBezTo>
                  <a:pt x="158316" y="83304"/>
                  <a:pt x="158523" y="82741"/>
                  <a:pt x="159322" y="82593"/>
                </a:cubicBezTo>
                <a:cubicBezTo>
                  <a:pt x="160122" y="82445"/>
                  <a:pt x="160003" y="82948"/>
                  <a:pt x="160448" y="82593"/>
                </a:cubicBezTo>
                <a:cubicBezTo>
                  <a:pt x="160892" y="82238"/>
                  <a:pt x="161099" y="81764"/>
                  <a:pt x="161099" y="81438"/>
                </a:cubicBezTo>
                <a:cubicBezTo>
                  <a:pt x="161351" y="81038"/>
                  <a:pt x="161659" y="80680"/>
                  <a:pt x="162017" y="80372"/>
                </a:cubicBezTo>
                <a:cubicBezTo>
                  <a:pt x="162521" y="80017"/>
                  <a:pt x="163142" y="79691"/>
                  <a:pt x="163142" y="79217"/>
                </a:cubicBezTo>
                <a:cubicBezTo>
                  <a:pt x="163379" y="78998"/>
                  <a:pt x="163649" y="78817"/>
                  <a:pt x="163942" y="78684"/>
                </a:cubicBezTo>
                <a:cubicBezTo>
                  <a:pt x="164333" y="78533"/>
                  <a:pt x="164685" y="78302"/>
                  <a:pt x="164979" y="78003"/>
                </a:cubicBezTo>
                <a:cubicBezTo>
                  <a:pt x="165292" y="77636"/>
                  <a:pt x="165627" y="77289"/>
                  <a:pt x="165985" y="76966"/>
                </a:cubicBezTo>
                <a:cubicBezTo>
                  <a:pt x="166385" y="76777"/>
                  <a:pt x="166732" y="76492"/>
                  <a:pt x="166992" y="76137"/>
                </a:cubicBezTo>
                <a:cubicBezTo>
                  <a:pt x="167259" y="75752"/>
                  <a:pt x="167851" y="75486"/>
                  <a:pt x="168118" y="75041"/>
                </a:cubicBezTo>
                <a:cubicBezTo>
                  <a:pt x="168384" y="74597"/>
                  <a:pt x="169006" y="74390"/>
                  <a:pt x="169302" y="73827"/>
                </a:cubicBezTo>
                <a:cubicBezTo>
                  <a:pt x="169598" y="73265"/>
                  <a:pt x="170516" y="73205"/>
                  <a:pt x="170516" y="72583"/>
                </a:cubicBezTo>
                <a:cubicBezTo>
                  <a:pt x="171876" y="71014"/>
                  <a:pt x="173341" y="69542"/>
                  <a:pt x="174899" y="68171"/>
                </a:cubicBezTo>
                <a:cubicBezTo>
                  <a:pt x="175497" y="67457"/>
                  <a:pt x="176054" y="66705"/>
                  <a:pt x="176557" y="65920"/>
                </a:cubicBezTo>
                <a:cubicBezTo>
                  <a:pt x="177150" y="65417"/>
                  <a:pt x="177860" y="65328"/>
                  <a:pt x="178127" y="65062"/>
                </a:cubicBezTo>
                <a:cubicBezTo>
                  <a:pt x="178494" y="64520"/>
                  <a:pt x="178912" y="64016"/>
                  <a:pt x="179371" y="63551"/>
                </a:cubicBezTo>
                <a:cubicBezTo>
                  <a:pt x="179667" y="63196"/>
                  <a:pt x="180318" y="62456"/>
                  <a:pt x="180674" y="62130"/>
                </a:cubicBezTo>
                <a:lnTo>
                  <a:pt x="182273" y="60886"/>
                </a:lnTo>
                <a:cubicBezTo>
                  <a:pt x="182569" y="60708"/>
                  <a:pt x="184079" y="59613"/>
                  <a:pt x="184346" y="59405"/>
                </a:cubicBezTo>
                <a:cubicBezTo>
                  <a:pt x="185145" y="59020"/>
                  <a:pt x="185886" y="59317"/>
                  <a:pt x="185886" y="59020"/>
                </a:cubicBezTo>
                <a:cubicBezTo>
                  <a:pt x="186300" y="58162"/>
                  <a:pt x="187337" y="56178"/>
                  <a:pt x="187041" y="55556"/>
                </a:cubicBezTo>
                <a:cubicBezTo>
                  <a:pt x="186745" y="54934"/>
                  <a:pt x="186478" y="54460"/>
                  <a:pt x="186300" y="54164"/>
                </a:cubicBezTo>
                <a:cubicBezTo>
                  <a:pt x="186049" y="53900"/>
                  <a:pt x="185679" y="53788"/>
                  <a:pt x="185323" y="53868"/>
                </a:cubicBezTo>
                <a:cubicBezTo>
                  <a:pt x="184624" y="54093"/>
                  <a:pt x="183860" y="53962"/>
                  <a:pt x="183280" y="53512"/>
                </a:cubicBezTo>
                <a:cubicBezTo>
                  <a:pt x="182984" y="53275"/>
                  <a:pt x="182480" y="53601"/>
                  <a:pt x="181977" y="53808"/>
                </a:cubicBezTo>
                <a:cubicBezTo>
                  <a:pt x="181473" y="54016"/>
                  <a:pt x="180881" y="53808"/>
                  <a:pt x="180615" y="54016"/>
                </a:cubicBezTo>
                <a:cubicBezTo>
                  <a:pt x="179850" y="54641"/>
                  <a:pt x="179137" y="55322"/>
                  <a:pt x="178482" y="56059"/>
                </a:cubicBezTo>
                <a:cubicBezTo>
                  <a:pt x="177920" y="56711"/>
                  <a:pt x="175136" y="59287"/>
                  <a:pt x="174751" y="59672"/>
                </a:cubicBezTo>
                <a:cubicBezTo>
                  <a:pt x="174366" y="60057"/>
                  <a:pt x="174070" y="59553"/>
                  <a:pt x="174070" y="59080"/>
                </a:cubicBezTo>
                <a:cubicBezTo>
                  <a:pt x="174633" y="57806"/>
                  <a:pt x="175018" y="57717"/>
                  <a:pt x="174070" y="56118"/>
                </a:cubicBezTo>
                <a:cubicBezTo>
                  <a:pt x="173122" y="54519"/>
                  <a:pt x="172086" y="54726"/>
                  <a:pt x="171760" y="54519"/>
                </a:cubicBezTo>
                <a:cubicBezTo>
                  <a:pt x="171434" y="54312"/>
                  <a:pt x="170842" y="53423"/>
                  <a:pt x="170457" y="53275"/>
                </a:cubicBezTo>
                <a:close/>
                <a:moveTo>
                  <a:pt x="264169" y="44910"/>
                </a:moveTo>
                <a:cubicBezTo>
                  <a:pt x="264448" y="44919"/>
                  <a:pt x="264667" y="45150"/>
                  <a:pt x="264658" y="45429"/>
                </a:cubicBezTo>
                <a:cubicBezTo>
                  <a:pt x="264720" y="46219"/>
                  <a:pt x="264415" y="46995"/>
                  <a:pt x="263829" y="47531"/>
                </a:cubicBezTo>
                <a:cubicBezTo>
                  <a:pt x="263260" y="47706"/>
                  <a:pt x="262650" y="47706"/>
                  <a:pt x="262082" y="47531"/>
                </a:cubicBezTo>
                <a:cubicBezTo>
                  <a:pt x="261886" y="47256"/>
                  <a:pt x="261794" y="46921"/>
                  <a:pt x="261815" y="46583"/>
                </a:cubicBezTo>
                <a:cubicBezTo>
                  <a:pt x="261797" y="46201"/>
                  <a:pt x="261913" y="45825"/>
                  <a:pt x="262141" y="45517"/>
                </a:cubicBezTo>
                <a:cubicBezTo>
                  <a:pt x="262760" y="45278"/>
                  <a:pt x="263391" y="45079"/>
                  <a:pt x="264036" y="44925"/>
                </a:cubicBezTo>
                <a:cubicBezTo>
                  <a:pt x="264081" y="44913"/>
                  <a:pt x="264125" y="44910"/>
                  <a:pt x="264169" y="44910"/>
                </a:cubicBezTo>
                <a:close/>
                <a:moveTo>
                  <a:pt x="269574" y="42437"/>
                </a:moveTo>
                <a:cubicBezTo>
                  <a:pt x="269840" y="42230"/>
                  <a:pt x="270432" y="42112"/>
                  <a:pt x="270580" y="42645"/>
                </a:cubicBezTo>
                <a:cubicBezTo>
                  <a:pt x="270678" y="43062"/>
                  <a:pt x="270728" y="43489"/>
                  <a:pt x="270728" y="43918"/>
                </a:cubicBezTo>
                <a:cubicBezTo>
                  <a:pt x="270489" y="44641"/>
                  <a:pt x="269914" y="45200"/>
                  <a:pt x="269189" y="45428"/>
                </a:cubicBezTo>
                <a:cubicBezTo>
                  <a:pt x="268981" y="45517"/>
                  <a:pt x="268122" y="45014"/>
                  <a:pt x="268122" y="44688"/>
                </a:cubicBezTo>
                <a:cubicBezTo>
                  <a:pt x="268122" y="44362"/>
                  <a:pt x="267382" y="43178"/>
                  <a:pt x="268122" y="43148"/>
                </a:cubicBezTo>
                <a:cubicBezTo>
                  <a:pt x="268863" y="43118"/>
                  <a:pt x="269129" y="42645"/>
                  <a:pt x="269574" y="42437"/>
                </a:cubicBezTo>
                <a:close/>
                <a:moveTo>
                  <a:pt x="262555" y="38529"/>
                </a:moveTo>
                <a:cubicBezTo>
                  <a:pt x="263592" y="38144"/>
                  <a:pt x="263977" y="38795"/>
                  <a:pt x="264006" y="39772"/>
                </a:cubicBezTo>
                <a:cubicBezTo>
                  <a:pt x="264036" y="40750"/>
                  <a:pt x="263029" y="41135"/>
                  <a:pt x="262318" y="41875"/>
                </a:cubicBezTo>
                <a:cubicBezTo>
                  <a:pt x="261963" y="42230"/>
                  <a:pt x="261963" y="41875"/>
                  <a:pt x="261548" y="41549"/>
                </a:cubicBezTo>
                <a:cubicBezTo>
                  <a:pt x="261134" y="41223"/>
                  <a:pt x="261134" y="40424"/>
                  <a:pt x="261134" y="39920"/>
                </a:cubicBezTo>
                <a:cubicBezTo>
                  <a:pt x="260926" y="38766"/>
                  <a:pt x="262289" y="39002"/>
                  <a:pt x="262555" y="38529"/>
                </a:cubicBezTo>
                <a:close/>
                <a:moveTo>
                  <a:pt x="345770" y="37314"/>
                </a:moveTo>
                <a:cubicBezTo>
                  <a:pt x="344881" y="37521"/>
                  <a:pt x="344082" y="37373"/>
                  <a:pt x="343815" y="38291"/>
                </a:cubicBezTo>
                <a:cubicBezTo>
                  <a:pt x="343727" y="38617"/>
                  <a:pt x="343519" y="39801"/>
                  <a:pt x="343519" y="40157"/>
                </a:cubicBezTo>
                <a:cubicBezTo>
                  <a:pt x="343386" y="40811"/>
                  <a:pt x="343386" y="41486"/>
                  <a:pt x="343519" y="42141"/>
                </a:cubicBezTo>
                <a:cubicBezTo>
                  <a:pt x="343984" y="42952"/>
                  <a:pt x="344227" y="43870"/>
                  <a:pt x="344230" y="44806"/>
                </a:cubicBezTo>
                <a:cubicBezTo>
                  <a:pt x="344112" y="45724"/>
                  <a:pt x="343786" y="46523"/>
                  <a:pt x="344378" y="46938"/>
                </a:cubicBezTo>
                <a:cubicBezTo>
                  <a:pt x="345062" y="47258"/>
                  <a:pt x="345817" y="47391"/>
                  <a:pt x="346569" y="47323"/>
                </a:cubicBezTo>
                <a:cubicBezTo>
                  <a:pt x="347150" y="47288"/>
                  <a:pt x="347736" y="47288"/>
                  <a:pt x="348317" y="47323"/>
                </a:cubicBezTo>
                <a:cubicBezTo>
                  <a:pt x="348642" y="47530"/>
                  <a:pt x="348494" y="48300"/>
                  <a:pt x="348317" y="48952"/>
                </a:cubicBezTo>
                <a:cubicBezTo>
                  <a:pt x="348160" y="49621"/>
                  <a:pt x="347878" y="50255"/>
                  <a:pt x="347488" y="50817"/>
                </a:cubicBezTo>
                <a:cubicBezTo>
                  <a:pt x="346747" y="52002"/>
                  <a:pt x="345622" y="55378"/>
                  <a:pt x="342660" y="55793"/>
                </a:cubicBezTo>
                <a:cubicBezTo>
                  <a:pt x="341180" y="55970"/>
                  <a:pt x="339166" y="56503"/>
                  <a:pt x="337863" y="56503"/>
                </a:cubicBezTo>
                <a:cubicBezTo>
                  <a:pt x="337419" y="56503"/>
                  <a:pt x="336678" y="56503"/>
                  <a:pt x="336205" y="56503"/>
                </a:cubicBezTo>
                <a:cubicBezTo>
                  <a:pt x="334813" y="56622"/>
                  <a:pt x="332503" y="57007"/>
                  <a:pt x="331851" y="57007"/>
                </a:cubicBezTo>
                <a:cubicBezTo>
                  <a:pt x="331200" y="57007"/>
                  <a:pt x="330341" y="56355"/>
                  <a:pt x="329986" y="56355"/>
                </a:cubicBezTo>
                <a:cubicBezTo>
                  <a:pt x="328698" y="56352"/>
                  <a:pt x="327430" y="56690"/>
                  <a:pt x="326314" y="57332"/>
                </a:cubicBezTo>
                <a:cubicBezTo>
                  <a:pt x="326382" y="58040"/>
                  <a:pt x="326269" y="58754"/>
                  <a:pt x="325988" y="59405"/>
                </a:cubicBezTo>
                <a:lnTo>
                  <a:pt x="325988" y="59287"/>
                </a:lnTo>
                <a:cubicBezTo>
                  <a:pt x="325662" y="59850"/>
                  <a:pt x="325461" y="60474"/>
                  <a:pt x="325396" y="61123"/>
                </a:cubicBezTo>
                <a:cubicBezTo>
                  <a:pt x="326284" y="62544"/>
                  <a:pt x="327350" y="64529"/>
                  <a:pt x="327676" y="64677"/>
                </a:cubicBezTo>
                <a:cubicBezTo>
                  <a:pt x="328002" y="64825"/>
                  <a:pt x="333214" y="63907"/>
                  <a:pt x="336175" y="63670"/>
                </a:cubicBezTo>
                <a:cubicBezTo>
                  <a:pt x="338408" y="63510"/>
                  <a:pt x="340653" y="63599"/>
                  <a:pt x="342868" y="63936"/>
                </a:cubicBezTo>
                <a:cubicBezTo>
                  <a:pt x="343904" y="64114"/>
                  <a:pt x="345474" y="64795"/>
                  <a:pt x="346451" y="64914"/>
                </a:cubicBezTo>
                <a:cubicBezTo>
                  <a:pt x="347428" y="65032"/>
                  <a:pt x="349087" y="65239"/>
                  <a:pt x="349709" y="65239"/>
                </a:cubicBezTo>
                <a:cubicBezTo>
                  <a:pt x="350846" y="65248"/>
                  <a:pt x="351977" y="65438"/>
                  <a:pt x="353055" y="65802"/>
                </a:cubicBezTo>
                <a:cubicBezTo>
                  <a:pt x="353677" y="66039"/>
                  <a:pt x="355305" y="66217"/>
                  <a:pt x="356283" y="66602"/>
                </a:cubicBezTo>
                <a:cubicBezTo>
                  <a:pt x="357260" y="66986"/>
                  <a:pt x="358948" y="67579"/>
                  <a:pt x="359747" y="67786"/>
                </a:cubicBezTo>
                <a:cubicBezTo>
                  <a:pt x="360547" y="67993"/>
                  <a:pt x="361228" y="67964"/>
                  <a:pt x="361939" y="68141"/>
                </a:cubicBezTo>
                <a:cubicBezTo>
                  <a:pt x="362626" y="68399"/>
                  <a:pt x="363298" y="68698"/>
                  <a:pt x="363953" y="69030"/>
                </a:cubicBezTo>
                <a:cubicBezTo>
                  <a:pt x="364278" y="69119"/>
                  <a:pt x="364841" y="69148"/>
                  <a:pt x="365907" y="69385"/>
                </a:cubicBezTo>
                <a:cubicBezTo>
                  <a:pt x="366322" y="69474"/>
                  <a:pt x="366795" y="68971"/>
                  <a:pt x="367151" y="68615"/>
                </a:cubicBezTo>
                <a:cubicBezTo>
                  <a:pt x="367492" y="68334"/>
                  <a:pt x="367764" y="67979"/>
                  <a:pt x="367950" y="67579"/>
                </a:cubicBezTo>
                <a:cubicBezTo>
                  <a:pt x="368021" y="67327"/>
                  <a:pt x="368021" y="67061"/>
                  <a:pt x="367950" y="66809"/>
                </a:cubicBezTo>
                <a:cubicBezTo>
                  <a:pt x="367950" y="66750"/>
                  <a:pt x="367950" y="66424"/>
                  <a:pt x="367950" y="66276"/>
                </a:cubicBezTo>
                <a:cubicBezTo>
                  <a:pt x="368025" y="65814"/>
                  <a:pt x="368025" y="65346"/>
                  <a:pt x="367950" y="64884"/>
                </a:cubicBezTo>
                <a:cubicBezTo>
                  <a:pt x="367802" y="63729"/>
                  <a:pt x="366855" y="63255"/>
                  <a:pt x="366351" y="62781"/>
                </a:cubicBezTo>
                <a:cubicBezTo>
                  <a:pt x="365946" y="62346"/>
                  <a:pt x="365510" y="61940"/>
                  <a:pt x="365048" y="61567"/>
                </a:cubicBezTo>
                <a:cubicBezTo>
                  <a:pt x="364589" y="61259"/>
                  <a:pt x="364104" y="60990"/>
                  <a:pt x="363597" y="60768"/>
                </a:cubicBezTo>
                <a:cubicBezTo>
                  <a:pt x="363121" y="60661"/>
                  <a:pt x="362635" y="60593"/>
                  <a:pt x="362146" y="60560"/>
                </a:cubicBezTo>
                <a:cubicBezTo>
                  <a:pt x="361613" y="60560"/>
                  <a:pt x="361228" y="60945"/>
                  <a:pt x="360517" y="60768"/>
                </a:cubicBezTo>
                <a:cubicBezTo>
                  <a:pt x="358628" y="60229"/>
                  <a:pt x="356712" y="59805"/>
                  <a:pt x="354772" y="59494"/>
                </a:cubicBezTo>
                <a:cubicBezTo>
                  <a:pt x="354417" y="58991"/>
                  <a:pt x="355009" y="57747"/>
                  <a:pt x="355394" y="56266"/>
                </a:cubicBezTo>
                <a:cubicBezTo>
                  <a:pt x="355542" y="55852"/>
                  <a:pt x="355631" y="55319"/>
                  <a:pt x="355927" y="55111"/>
                </a:cubicBezTo>
                <a:cubicBezTo>
                  <a:pt x="356221" y="54818"/>
                  <a:pt x="356425" y="54448"/>
                  <a:pt x="356520" y="54045"/>
                </a:cubicBezTo>
                <a:cubicBezTo>
                  <a:pt x="356656" y="53648"/>
                  <a:pt x="356902" y="53299"/>
                  <a:pt x="357230" y="53038"/>
                </a:cubicBezTo>
                <a:cubicBezTo>
                  <a:pt x="357574" y="52769"/>
                  <a:pt x="357840" y="52411"/>
                  <a:pt x="358000" y="52002"/>
                </a:cubicBezTo>
                <a:cubicBezTo>
                  <a:pt x="358444" y="50344"/>
                  <a:pt x="357526" y="50610"/>
                  <a:pt x="358000" y="49218"/>
                </a:cubicBezTo>
                <a:cubicBezTo>
                  <a:pt x="358474" y="47826"/>
                  <a:pt x="359896" y="48123"/>
                  <a:pt x="361643" y="47826"/>
                </a:cubicBezTo>
                <a:cubicBezTo>
                  <a:pt x="362285" y="47747"/>
                  <a:pt x="362901" y="47524"/>
                  <a:pt x="363449" y="47175"/>
                </a:cubicBezTo>
                <a:cubicBezTo>
                  <a:pt x="364175" y="46621"/>
                  <a:pt x="364998" y="46207"/>
                  <a:pt x="365877" y="45961"/>
                </a:cubicBezTo>
                <a:cubicBezTo>
                  <a:pt x="367536" y="45339"/>
                  <a:pt x="368572" y="45605"/>
                  <a:pt x="369017" y="44243"/>
                </a:cubicBezTo>
                <a:cubicBezTo>
                  <a:pt x="369105" y="44036"/>
                  <a:pt x="368661" y="43444"/>
                  <a:pt x="368661" y="43059"/>
                </a:cubicBezTo>
                <a:cubicBezTo>
                  <a:pt x="368759" y="42520"/>
                  <a:pt x="368759" y="41969"/>
                  <a:pt x="368661" y="41430"/>
                </a:cubicBezTo>
                <a:cubicBezTo>
                  <a:pt x="368395" y="40690"/>
                  <a:pt x="367832" y="40216"/>
                  <a:pt x="367477" y="39475"/>
                </a:cubicBezTo>
                <a:cubicBezTo>
                  <a:pt x="367278" y="39073"/>
                  <a:pt x="366944" y="38759"/>
                  <a:pt x="366529" y="38587"/>
                </a:cubicBezTo>
                <a:cubicBezTo>
                  <a:pt x="366174" y="38587"/>
                  <a:pt x="365877" y="38794"/>
                  <a:pt x="365196" y="38587"/>
                </a:cubicBezTo>
                <a:cubicBezTo>
                  <a:pt x="364714" y="38406"/>
                  <a:pt x="364195" y="38344"/>
                  <a:pt x="363686" y="38409"/>
                </a:cubicBezTo>
                <a:cubicBezTo>
                  <a:pt x="361812" y="38922"/>
                  <a:pt x="359884" y="39221"/>
                  <a:pt x="357941" y="39298"/>
                </a:cubicBezTo>
                <a:lnTo>
                  <a:pt x="357023" y="39298"/>
                </a:lnTo>
                <a:lnTo>
                  <a:pt x="355720" y="39298"/>
                </a:lnTo>
                <a:cubicBezTo>
                  <a:pt x="353233" y="39239"/>
                  <a:pt x="348820" y="38735"/>
                  <a:pt x="348494" y="38735"/>
                </a:cubicBezTo>
                <a:cubicBezTo>
                  <a:pt x="347636" y="38380"/>
                  <a:pt x="346125" y="37314"/>
                  <a:pt x="345770" y="37314"/>
                </a:cubicBezTo>
                <a:close/>
                <a:moveTo>
                  <a:pt x="251954" y="35270"/>
                </a:moveTo>
                <a:cubicBezTo>
                  <a:pt x="251480" y="35626"/>
                  <a:pt x="250947" y="35774"/>
                  <a:pt x="249614" y="35774"/>
                </a:cubicBezTo>
                <a:cubicBezTo>
                  <a:pt x="247008" y="36011"/>
                  <a:pt x="244402" y="39446"/>
                  <a:pt x="241856" y="40927"/>
                </a:cubicBezTo>
                <a:cubicBezTo>
                  <a:pt x="241237" y="41131"/>
                  <a:pt x="240603" y="41288"/>
                  <a:pt x="239960" y="41400"/>
                </a:cubicBezTo>
                <a:cubicBezTo>
                  <a:pt x="239427" y="41637"/>
                  <a:pt x="238746" y="42081"/>
                  <a:pt x="238628" y="42496"/>
                </a:cubicBezTo>
                <a:cubicBezTo>
                  <a:pt x="238509" y="42911"/>
                  <a:pt x="238568" y="43384"/>
                  <a:pt x="238095" y="43651"/>
                </a:cubicBezTo>
                <a:cubicBezTo>
                  <a:pt x="237621" y="43917"/>
                  <a:pt x="237236" y="43977"/>
                  <a:pt x="237265" y="44332"/>
                </a:cubicBezTo>
                <a:cubicBezTo>
                  <a:pt x="237295" y="44687"/>
                  <a:pt x="237562" y="46168"/>
                  <a:pt x="238006" y="46257"/>
                </a:cubicBezTo>
                <a:cubicBezTo>
                  <a:pt x="238450" y="46346"/>
                  <a:pt x="238776" y="46257"/>
                  <a:pt x="238953" y="46701"/>
                </a:cubicBezTo>
                <a:cubicBezTo>
                  <a:pt x="239131" y="47145"/>
                  <a:pt x="239723" y="47708"/>
                  <a:pt x="240168" y="47708"/>
                </a:cubicBezTo>
                <a:cubicBezTo>
                  <a:pt x="240763" y="47761"/>
                  <a:pt x="241352" y="47892"/>
                  <a:pt x="241915" y="48093"/>
                </a:cubicBezTo>
                <a:cubicBezTo>
                  <a:pt x="242477" y="48241"/>
                  <a:pt x="243514" y="48300"/>
                  <a:pt x="243514" y="49218"/>
                </a:cubicBezTo>
                <a:cubicBezTo>
                  <a:pt x="243514" y="50136"/>
                  <a:pt x="243840" y="51469"/>
                  <a:pt x="243514" y="52180"/>
                </a:cubicBezTo>
                <a:cubicBezTo>
                  <a:pt x="243188" y="52890"/>
                  <a:pt x="242270" y="53927"/>
                  <a:pt x="241915" y="53927"/>
                </a:cubicBezTo>
                <a:cubicBezTo>
                  <a:pt x="241559" y="53927"/>
                  <a:pt x="240937" y="53927"/>
                  <a:pt x="240582" y="53927"/>
                </a:cubicBezTo>
                <a:cubicBezTo>
                  <a:pt x="239543" y="54149"/>
                  <a:pt x="238838" y="55120"/>
                  <a:pt x="238953" y="56178"/>
                </a:cubicBezTo>
                <a:cubicBezTo>
                  <a:pt x="239042" y="56888"/>
                  <a:pt x="240434" y="58132"/>
                  <a:pt x="240434" y="58132"/>
                </a:cubicBezTo>
                <a:lnTo>
                  <a:pt x="241136" y="58941"/>
                </a:lnTo>
                <a:lnTo>
                  <a:pt x="241648" y="59909"/>
                </a:lnTo>
                <a:cubicBezTo>
                  <a:pt x="241826" y="60323"/>
                  <a:pt x="241648" y="60768"/>
                  <a:pt x="241648" y="61360"/>
                </a:cubicBezTo>
                <a:cubicBezTo>
                  <a:pt x="241707" y="61733"/>
                  <a:pt x="241707" y="62112"/>
                  <a:pt x="241648" y="62485"/>
                </a:cubicBezTo>
                <a:cubicBezTo>
                  <a:pt x="241480" y="63003"/>
                  <a:pt x="241160" y="63457"/>
                  <a:pt x="240730" y="63788"/>
                </a:cubicBezTo>
                <a:cubicBezTo>
                  <a:pt x="240434" y="64025"/>
                  <a:pt x="239664" y="64973"/>
                  <a:pt x="239368" y="65121"/>
                </a:cubicBezTo>
                <a:cubicBezTo>
                  <a:pt x="238222" y="65752"/>
                  <a:pt x="237378" y="66821"/>
                  <a:pt x="237028" y="68082"/>
                </a:cubicBezTo>
                <a:cubicBezTo>
                  <a:pt x="237138" y="69018"/>
                  <a:pt x="237428" y="69924"/>
                  <a:pt x="237887" y="70747"/>
                </a:cubicBezTo>
                <a:cubicBezTo>
                  <a:pt x="238225" y="71269"/>
                  <a:pt x="238657" y="71719"/>
                  <a:pt x="239161" y="72080"/>
                </a:cubicBezTo>
                <a:cubicBezTo>
                  <a:pt x="239634" y="72495"/>
                  <a:pt x="239486" y="73472"/>
                  <a:pt x="240079" y="73472"/>
                </a:cubicBezTo>
                <a:cubicBezTo>
                  <a:pt x="240677" y="73499"/>
                  <a:pt x="241272" y="73579"/>
                  <a:pt x="241856" y="73709"/>
                </a:cubicBezTo>
                <a:cubicBezTo>
                  <a:pt x="242270" y="73916"/>
                  <a:pt x="243070" y="73502"/>
                  <a:pt x="243070" y="73502"/>
                </a:cubicBezTo>
                <a:cubicBezTo>
                  <a:pt x="243721" y="73265"/>
                  <a:pt x="244402" y="71547"/>
                  <a:pt x="245705" y="70540"/>
                </a:cubicBezTo>
                <a:cubicBezTo>
                  <a:pt x="247008" y="69533"/>
                  <a:pt x="249911" y="67875"/>
                  <a:pt x="251450" y="66572"/>
                </a:cubicBezTo>
                <a:cubicBezTo>
                  <a:pt x="253210" y="65447"/>
                  <a:pt x="254364" y="63584"/>
                  <a:pt x="254590" y="61508"/>
                </a:cubicBezTo>
                <a:cubicBezTo>
                  <a:pt x="254501" y="60990"/>
                  <a:pt x="254287" y="60504"/>
                  <a:pt x="253968" y="60087"/>
                </a:cubicBezTo>
                <a:cubicBezTo>
                  <a:pt x="253556" y="59731"/>
                  <a:pt x="253052" y="59494"/>
                  <a:pt x="252517" y="59405"/>
                </a:cubicBezTo>
                <a:lnTo>
                  <a:pt x="251036" y="59613"/>
                </a:lnTo>
                <a:cubicBezTo>
                  <a:pt x="250829" y="59553"/>
                  <a:pt x="250621" y="58458"/>
                  <a:pt x="250621" y="58132"/>
                </a:cubicBezTo>
                <a:cubicBezTo>
                  <a:pt x="251441" y="56459"/>
                  <a:pt x="252611" y="54984"/>
                  <a:pt x="254056" y="53808"/>
                </a:cubicBezTo>
                <a:cubicBezTo>
                  <a:pt x="254234" y="53631"/>
                  <a:pt x="254264" y="53571"/>
                  <a:pt x="254234" y="52979"/>
                </a:cubicBezTo>
                <a:cubicBezTo>
                  <a:pt x="254205" y="52387"/>
                  <a:pt x="253938" y="52239"/>
                  <a:pt x="253138" y="51143"/>
                </a:cubicBezTo>
                <a:cubicBezTo>
                  <a:pt x="252724" y="50551"/>
                  <a:pt x="252961" y="49959"/>
                  <a:pt x="252517" y="49959"/>
                </a:cubicBezTo>
                <a:cubicBezTo>
                  <a:pt x="252072" y="49959"/>
                  <a:pt x="251569" y="50551"/>
                  <a:pt x="251184" y="50196"/>
                </a:cubicBezTo>
                <a:cubicBezTo>
                  <a:pt x="250799" y="49840"/>
                  <a:pt x="250799" y="48804"/>
                  <a:pt x="250799" y="48448"/>
                </a:cubicBezTo>
                <a:cubicBezTo>
                  <a:pt x="250461" y="47631"/>
                  <a:pt x="250408" y="46722"/>
                  <a:pt x="250651" y="45872"/>
                </a:cubicBezTo>
                <a:cubicBezTo>
                  <a:pt x="251169" y="44972"/>
                  <a:pt x="251753" y="44110"/>
                  <a:pt x="252398" y="43296"/>
                </a:cubicBezTo>
                <a:cubicBezTo>
                  <a:pt x="253020" y="42555"/>
                  <a:pt x="253405" y="42052"/>
                  <a:pt x="253405" y="41489"/>
                </a:cubicBezTo>
                <a:cubicBezTo>
                  <a:pt x="253198" y="40186"/>
                  <a:pt x="253760" y="39712"/>
                  <a:pt x="253760" y="39120"/>
                </a:cubicBezTo>
                <a:cubicBezTo>
                  <a:pt x="253760" y="38528"/>
                  <a:pt x="254116" y="37669"/>
                  <a:pt x="253760" y="37047"/>
                </a:cubicBezTo>
                <a:cubicBezTo>
                  <a:pt x="253405" y="36425"/>
                  <a:pt x="252428" y="34915"/>
                  <a:pt x="251954" y="35270"/>
                </a:cubicBezTo>
                <a:close/>
                <a:moveTo>
                  <a:pt x="271646" y="34797"/>
                </a:moveTo>
                <a:cubicBezTo>
                  <a:pt x="271824" y="34916"/>
                  <a:pt x="272001" y="35893"/>
                  <a:pt x="272001" y="36248"/>
                </a:cubicBezTo>
                <a:cubicBezTo>
                  <a:pt x="271871" y="37072"/>
                  <a:pt x="271474" y="37830"/>
                  <a:pt x="270876" y="38410"/>
                </a:cubicBezTo>
                <a:cubicBezTo>
                  <a:pt x="270204" y="38603"/>
                  <a:pt x="269499" y="38662"/>
                  <a:pt x="268803" y="38588"/>
                </a:cubicBezTo>
                <a:cubicBezTo>
                  <a:pt x="268181" y="38440"/>
                  <a:pt x="268033" y="37433"/>
                  <a:pt x="268003" y="36841"/>
                </a:cubicBezTo>
                <a:cubicBezTo>
                  <a:pt x="267944" y="35715"/>
                  <a:pt x="270254" y="35449"/>
                  <a:pt x="271646" y="34797"/>
                </a:cubicBezTo>
                <a:close/>
                <a:moveTo>
                  <a:pt x="273157" y="28903"/>
                </a:moveTo>
                <a:cubicBezTo>
                  <a:pt x="270702" y="29946"/>
                  <a:pt x="268301" y="31113"/>
                  <a:pt x="265961" y="32398"/>
                </a:cubicBezTo>
                <a:cubicBezTo>
                  <a:pt x="265339" y="32694"/>
                  <a:pt x="264658" y="32427"/>
                  <a:pt x="263503" y="32990"/>
                </a:cubicBezTo>
                <a:cubicBezTo>
                  <a:pt x="262348" y="33553"/>
                  <a:pt x="261608" y="34175"/>
                  <a:pt x="260542" y="34737"/>
                </a:cubicBezTo>
                <a:cubicBezTo>
                  <a:pt x="260186" y="34945"/>
                  <a:pt x="259002" y="35448"/>
                  <a:pt x="258765" y="35596"/>
                </a:cubicBezTo>
                <a:cubicBezTo>
                  <a:pt x="258324" y="35791"/>
                  <a:pt x="257853" y="35910"/>
                  <a:pt x="257373" y="35951"/>
                </a:cubicBezTo>
                <a:cubicBezTo>
                  <a:pt x="256574" y="36040"/>
                  <a:pt x="256307" y="35152"/>
                  <a:pt x="255744" y="35241"/>
                </a:cubicBezTo>
                <a:cubicBezTo>
                  <a:pt x="255182" y="35330"/>
                  <a:pt x="254678" y="36751"/>
                  <a:pt x="254915" y="37787"/>
                </a:cubicBezTo>
                <a:cubicBezTo>
                  <a:pt x="254995" y="38605"/>
                  <a:pt x="254995" y="39428"/>
                  <a:pt x="254915" y="40245"/>
                </a:cubicBezTo>
                <a:lnTo>
                  <a:pt x="254826" y="40127"/>
                </a:lnTo>
                <a:cubicBezTo>
                  <a:pt x="254791" y="40672"/>
                  <a:pt x="254821" y="41220"/>
                  <a:pt x="254915" y="41756"/>
                </a:cubicBezTo>
                <a:cubicBezTo>
                  <a:pt x="255063" y="42526"/>
                  <a:pt x="255715" y="43088"/>
                  <a:pt x="255715" y="43503"/>
                </a:cubicBezTo>
                <a:cubicBezTo>
                  <a:pt x="255889" y="44942"/>
                  <a:pt x="256236" y="46355"/>
                  <a:pt x="256751" y="47708"/>
                </a:cubicBezTo>
                <a:cubicBezTo>
                  <a:pt x="256959" y="48360"/>
                  <a:pt x="256218" y="49366"/>
                  <a:pt x="256218" y="50462"/>
                </a:cubicBezTo>
                <a:cubicBezTo>
                  <a:pt x="256337" y="51066"/>
                  <a:pt x="256580" y="51641"/>
                  <a:pt x="256929" y="52150"/>
                </a:cubicBezTo>
                <a:cubicBezTo>
                  <a:pt x="257077" y="52387"/>
                  <a:pt x="257995" y="52624"/>
                  <a:pt x="257995" y="53601"/>
                </a:cubicBezTo>
                <a:cubicBezTo>
                  <a:pt x="257995" y="53956"/>
                  <a:pt x="258321" y="54341"/>
                  <a:pt x="258498" y="54638"/>
                </a:cubicBezTo>
                <a:cubicBezTo>
                  <a:pt x="258676" y="54934"/>
                  <a:pt x="258647" y="55289"/>
                  <a:pt x="259061" y="55289"/>
                </a:cubicBezTo>
                <a:cubicBezTo>
                  <a:pt x="259387" y="55334"/>
                  <a:pt x="259713" y="55334"/>
                  <a:pt x="260038" y="55289"/>
                </a:cubicBezTo>
                <a:cubicBezTo>
                  <a:pt x="260394" y="55230"/>
                  <a:pt x="260927" y="54875"/>
                  <a:pt x="261164" y="54875"/>
                </a:cubicBezTo>
                <a:cubicBezTo>
                  <a:pt x="261581" y="54715"/>
                  <a:pt x="261987" y="54528"/>
                  <a:pt x="262378" y="54312"/>
                </a:cubicBezTo>
                <a:cubicBezTo>
                  <a:pt x="262852" y="53956"/>
                  <a:pt x="263385" y="53868"/>
                  <a:pt x="263385" y="54312"/>
                </a:cubicBezTo>
                <a:cubicBezTo>
                  <a:pt x="263468" y="54863"/>
                  <a:pt x="263468" y="55419"/>
                  <a:pt x="263385" y="55970"/>
                </a:cubicBezTo>
                <a:cubicBezTo>
                  <a:pt x="263243" y="56272"/>
                  <a:pt x="263015" y="56530"/>
                  <a:pt x="262733" y="56711"/>
                </a:cubicBezTo>
                <a:cubicBezTo>
                  <a:pt x="262490" y="56814"/>
                  <a:pt x="262227" y="56865"/>
                  <a:pt x="261963" y="56859"/>
                </a:cubicBezTo>
                <a:cubicBezTo>
                  <a:pt x="261608" y="56918"/>
                  <a:pt x="261489" y="57066"/>
                  <a:pt x="261134" y="57125"/>
                </a:cubicBezTo>
                <a:cubicBezTo>
                  <a:pt x="260779" y="57184"/>
                  <a:pt x="260956" y="56888"/>
                  <a:pt x="260335" y="56977"/>
                </a:cubicBezTo>
                <a:cubicBezTo>
                  <a:pt x="259713" y="57066"/>
                  <a:pt x="259713" y="57421"/>
                  <a:pt x="259713" y="58102"/>
                </a:cubicBezTo>
                <a:cubicBezTo>
                  <a:pt x="259713" y="58784"/>
                  <a:pt x="259713" y="59228"/>
                  <a:pt x="259713" y="59494"/>
                </a:cubicBezTo>
                <a:cubicBezTo>
                  <a:pt x="259713" y="59761"/>
                  <a:pt x="259535" y="60235"/>
                  <a:pt x="259713" y="60649"/>
                </a:cubicBezTo>
                <a:cubicBezTo>
                  <a:pt x="259890" y="61064"/>
                  <a:pt x="260246" y="61064"/>
                  <a:pt x="260956" y="61064"/>
                </a:cubicBezTo>
                <a:cubicBezTo>
                  <a:pt x="261401" y="61256"/>
                  <a:pt x="261904" y="61256"/>
                  <a:pt x="262348" y="61064"/>
                </a:cubicBezTo>
                <a:cubicBezTo>
                  <a:pt x="262615" y="61005"/>
                  <a:pt x="263385" y="61271"/>
                  <a:pt x="263029" y="61952"/>
                </a:cubicBezTo>
                <a:cubicBezTo>
                  <a:pt x="261931" y="62536"/>
                  <a:pt x="260873" y="63187"/>
                  <a:pt x="259861" y="63907"/>
                </a:cubicBezTo>
                <a:cubicBezTo>
                  <a:pt x="259076" y="64431"/>
                  <a:pt x="258229" y="64857"/>
                  <a:pt x="257344" y="65180"/>
                </a:cubicBezTo>
                <a:cubicBezTo>
                  <a:pt x="256840" y="65328"/>
                  <a:pt x="256722" y="64884"/>
                  <a:pt x="256366" y="64884"/>
                </a:cubicBezTo>
                <a:cubicBezTo>
                  <a:pt x="256011" y="64884"/>
                  <a:pt x="255715" y="65565"/>
                  <a:pt x="255715" y="65565"/>
                </a:cubicBezTo>
                <a:cubicBezTo>
                  <a:pt x="255365" y="65974"/>
                  <a:pt x="255205" y="66513"/>
                  <a:pt x="255271" y="67046"/>
                </a:cubicBezTo>
                <a:cubicBezTo>
                  <a:pt x="255271" y="67312"/>
                  <a:pt x="255271" y="67905"/>
                  <a:pt x="255271" y="68260"/>
                </a:cubicBezTo>
                <a:cubicBezTo>
                  <a:pt x="255330" y="69474"/>
                  <a:pt x="255952" y="70066"/>
                  <a:pt x="256070" y="70807"/>
                </a:cubicBezTo>
                <a:cubicBezTo>
                  <a:pt x="256189" y="71547"/>
                  <a:pt x="257610" y="71695"/>
                  <a:pt x="258173" y="71547"/>
                </a:cubicBezTo>
                <a:cubicBezTo>
                  <a:pt x="259200" y="71186"/>
                  <a:pt x="260192" y="70730"/>
                  <a:pt x="261134" y="70185"/>
                </a:cubicBezTo>
                <a:cubicBezTo>
                  <a:pt x="262144" y="70037"/>
                  <a:pt x="263136" y="69788"/>
                  <a:pt x="264095" y="69444"/>
                </a:cubicBezTo>
                <a:cubicBezTo>
                  <a:pt x="264999" y="68905"/>
                  <a:pt x="266011" y="68574"/>
                  <a:pt x="267057" y="68467"/>
                </a:cubicBezTo>
                <a:cubicBezTo>
                  <a:pt x="267859" y="68295"/>
                  <a:pt x="268641" y="68047"/>
                  <a:pt x="269396" y="67727"/>
                </a:cubicBezTo>
                <a:cubicBezTo>
                  <a:pt x="270077" y="67490"/>
                  <a:pt x="270782" y="67321"/>
                  <a:pt x="271499" y="67223"/>
                </a:cubicBezTo>
                <a:cubicBezTo>
                  <a:pt x="272322" y="67223"/>
                  <a:pt x="273145" y="67155"/>
                  <a:pt x="273957" y="67016"/>
                </a:cubicBezTo>
                <a:cubicBezTo>
                  <a:pt x="274312" y="66898"/>
                  <a:pt x="275882" y="66720"/>
                  <a:pt x="278399" y="66217"/>
                </a:cubicBezTo>
                <a:cubicBezTo>
                  <a:pt x="280916" y="65713"/>
                  <a:pt x="280501" y="66217"/>
                  <a:pt x="281212" y="66217"/>
                </a:cubicBezTo>
                <a:cubicBezTo>
                  <a:pt x="282900" y="65832"/>
                  <a:pt x="283848" y="63462"/>
                  <a:pt x="283581" y="61508"/>
                </a:cubicBezTo>
                <a:cubicBezTo>
                  <a:pt x="283374" y="60116"/>
                  <a:pt x="282101" y="59524"/>
                  <a:pt x="281568" y="59080"/>
                </a:cubicBezTo>
                <a:cubicBezTo>
                  <a:pt x="281034" y="58635"/>
                  <a:pt x="280205" y="59465"/>
                  <a:pt x="279554" y="59405"/>
                </a:cubicBezTo>
                <a:cubicBezTo>
                  <a:pt x="278902" y="59346"/>
                  <a:pt x="277718" y="60205"/>
                  <a:pt x="277273" y="60205"/>
                </a:cubicBezTo>
                <a:cubicBezTo>
                  <a:pt x="276646" y="60300"/>
                  <a:pt x="276012" y="60359"/>
                  <a:pt x="275378" y="60383"/>
                </a:cubicBezTo>
                <a:cubicBezTo>
                  <a:pt x="274555" y="60617"/>
                  <a:pt x="273743" y="60895"/>
                  <a:pt x="272950" y="61212"/>
                </a:cubicBezTo>
                <a:cubicBezTo>
                  <a:pt x="272594" y="61271"/>
                  <a:pt x="271943" y="61271"/>
                  <a:pt x="271943" y="60620"/>
                </a:cubicBezTo>
                <a:cubicBezTo>
                  <a:pt x="271907" y="60184"/>
                  <a:pt x="272059" y="59752"/>
                  <a:pt x="272358" y="59435"/>
                </a:cubicBezTo>
                <a:cubicBezTo>
                  <a:pt x="272891" y="58991"/>
                  <a:pt x="273779" y="58784"/>
                  <a:pt x="274164" y="58487"/>
                </a:cubicBezTo>
                <a:cubicBezTo>
                  <a:pt x="274703" y="58085"/>
                  <a:pt x="275189" y="57617"/>
                  <a:pt x="275615" y="57096"/>
                </a:cubicBezTo>
                <a:cubicBezTo>
                  <a:pt x="275778" y="56796"/>
                  <a:pt x="275840" y="56456"/>
                  <a:pt x="275793" y="56118"/>
                </a:cubicBezTo>
                <a:cubicBezTo>
                  <a:pt x="275375" y="55431"/>
                  <a:pt x="275103" y="54664"/>
                  <a:pt x="274993" y="53868"/>
                </a:cubicBezTo>
                <a:cubicBezTo>
                  <a:pt x="274919" y="53453"/>
                  <a:pt x="274558" y="53151"/>
                  <a:pt x="274134" y="53157"/>
                </a:cubicBezTo>
                <a:cubicBezTo>
                  <a:pt x="273492" y="53115"/>
                  <a:pt x="272858" y="53006"/>
                  <a:pt x="272239" y="52831"/>
                </a:cubicBezTo>
                <a:cubicBezTo>
                  <a:pt x="271765" y="52772"/>
                  <a:pt x="271203" y="53305"/>
                  <a:pt x="271025" y="53631"/>
                </a:cubicBezTo>
                <a:cubicBezTo>
                  <a:pt x="270847" y="53956"/>
                  <a:pt x="269959" y="54667"/>
                  <a:pt x="269426" y="54134"/>
                </a:cubicBezTo>
                <a:cubicBezTo>
                  <a:pt x="269127" y="53637"/>
                  <a:pt x="269041" y="53038"/>
                  <a:pt x="269189" y="52476"/>
                </a:cubicBezTo>
                <a:cubicBezTo>
                  <a:pt x="269396" y="51824"/>
                  <a:pt x="270877" y="52002"/>
                  <a:pt x="271232" y="51528"/>
                </a:cubicBezTo>
                <a:cubicBezTo>
                  <a:pt x="271588" y="51054"/>
                  <a:pt x="272446" y="51054"/>
                  <a:pt x="272624" y="50847"/>
                </a:cubicBezTo>
                <a:cubicBezTo>
                  <a:pt x="273024" y="50551"/>
                  <a:pt x="273539" y="50465"/>
                  <a:pt x="274016" y="50610"/>
                </a:cubicBezTo>
                <a:cubicBezTo>
                  <a:pt x="274342" y="50729"/>
                  <a:pt x="274964" y="49751"/>
                  <a:pt x="274964" y="49337"/>
                </a:cubicBezTo>
                <a:cubicBezTo>
                  <a:pt x="275556" y="46583"/>
                  <a:pt x="276563" y="44569"/>
                  <a:pt x="277362" y="41785"/>
                </a:cubicBezTo>
                <a:cubicBezTo>
                  <a:pt x="277481" y="41371"/>
                  <a:pt x="278636" y="40275"/>
                  <a:pt x="278636" y="39831"/>
                </a:cubicBezTo>
                <a:cubicBezTo>
                  <a:pt x="278905" y="38723"/>
                  <a:pt x="279302" y="37648"/>
                  <a:pt x="279820" y="36632"/>
                </a:cubicBezTo>
                <a:cubicBezTo>
                  <a:pt x="280093" y="36028"/>
                  <a:pt x="280155" y="35350"/>
                  <a:pt x="279998" y="34708"/>
                </a:cubicBezTo>
                <a:cubicBezTo>
                  <a:pt x="279968" y="34471"/>
                  <a:pt x="280679" y="33257"/>
                  <a:pt x="280679" y="32575"/>
                </a:cubicBezTo>
                <a:cubicBezTo>
                  <a:pt x="280442" y="31693"/>
                  <a:pt x="279909" y="30920"/>
                  <a:pt x="279169" y="30384"/>
                </a:cubicBezTo>
                <a:cubicBezTo>
                  <a:pt x="278902" y="30206"/>
                  <a:pt x="278636" y="29229"/>
                  <a:pt x="278399" y="29081"/>
                </a:cubicBezTo>
                <a:cubicBezTo>
                  <a:pt x="277259" y="28983"/>
                  <a:pt x="276110" y="29063"/>
                  <a:pt x="274993" y="29318"/>
                </a:cubicBezTo>
                <a:cubicBezTo>
                  <a:pt x="274431" y="29377"/>
                  <a:pt x="273838" y="28903"/>
                  <a:pt x="273157" y="28903"/>
                </a:cubicBezTo>
                <a:close/>
                <a:moveTo>
                  <a:pt x="300520" y="10661"/>
                </a:moveTo>
                <a:cubicBezTo>
                  <a:pt x="460558" y="10727"/>
                  <a:pt x="590260" y="140482"/>
                  <a:pt x="590260" y="300520"/>
                </a:cubicBezTo>
                <a:cubicBezTo>
                  <a:pt x="590260" y="300558"/>
                  <a:pt x="590260" y="300600"/>
                  <a:pt x="590260" y="300638"/>
                </a:cubicBezTo>
                <a:cubicBezTo>
                  <a:pt x="590195" y="460724"/>
                  <a:pt x="460369" y="590443"/>
                  <a:pt x="300283" y="590378"/>
                </a:cubicBezTo>
                <a:cubicBezTo>
                  <a:pt x="140198" y="590313"/>
                  <a:pt x="10478" y="460487"/>
                  <a:pt x="10543" y="300401"/>
                </a:cubicBezTo>
                <a:cubicBezTo>
                  <a:pt x="10609" y="140316"/>
                  <a:pt x="140435" y="10596"/>
                  <a:pt x="300520" y="10661"/>
                </a:cubicBezTo>
                <a:close/>
                <a:moveTo>
                  <a:pt x="300520" y="6723"/>
                </a:moveTo>
                <a:cubicBezTo>
                  <a:pt x="138261" y="6723"/>
                  <a:pt x="6723" y="138261"/>
                  <a:pt x="6723" y="300520"/>
                </a:cubicBezTo>
                <a:cubicBezTo>
                  <a:pt x="6723" y="462779"/>
                  <a:pt x="138261" y="594317"/>
                  <a:pt x="300520" y="594317"/>
                </a:cubicBezTo>
                <a:cubicBezTo>
                  <a:pt x="462699" y="594121"/>
                  <a:pt x="594121" y="462699"/>
                  <a:pt x="594317" y="300520"/>
                </a:cubicBezTo>
                <a:cubicBezTo>
                  <a:pt x="594317" y="138261"/>
                  <a:pt x="462779" y="6723"/>
                  <a:pt x="300520" y="6723"/>
                </a:cubicBezTo>
                <a:close/>
                <a:moveTo>
                  <a:pt x="300520" y="0"/>
                </a:moveTo>
                <a:cubicBezTo>
                  <a:pt x="466409" y="196"/>
                  <a:pt x="600843" y="134630"/>
                  <a:pt x="601039" y="300520"/>
                </a:cubicBezTo>
                <a:cubicBezTo>
                  <a:pt x="601039" y="466492"/>
                  <a:pt x="466492" y="601039"/>
                  <a:pt x="300520" y="601039"/>
                </a:cubicBezTo>
                <a:cubicBezTo>
                  <a:pt x="134547" y="601039"/>
                  <a:pt x="0" y="466492"/>
                  <a:pt x="0" y="300520"/>
                </a:cubicBezTo>
                <a:cubicBezTo>
                  <a:pt x="0" y="134547"/>
                  <a:pt x="134547" y="0"/>
                  <a:pt x="300520" y="0"/>
                </a:cubicBezTo>
                <a:close/>
              </a:path>
            </a:pathLst>
          </a:custGeom>
          <a:solidFill>
            <a:schemeClr val="bg1"/>
          </a:solidFill>
          <a:ln w="295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4330696"/>
            <a:ext cx="12192001" cy="2527304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 cstate="print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-73936" y="4356278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4" name="任意多边形: 形状 83"/>
          <p:cNvSpPr/>
          <p:nvPr/>
        </p:nvSpPr>
        <p:spPr>
          <a:xfrm>
            <a:off x="4759765" y="961283"/>
            <a:ext cx="2671650" cy="601039"/>
          </a:xfrm>
          <a:custGeom>
            <a:avLst/>
            <a:gdLst>
              <a:gd name="connsiteX0" fmla="*/ 351574 w 2671650"/>
              <a:gd name="connsiteY0" fmla="*/ 542908 h 601039"/>
              <a:gd name="connsiteX1" fmla="*/ 354920 w 2671650"/>
              <a:gd name="connsiteY1" fmla="*/ 550015 h 601039"/>
              <a:gd name="connsiteX2" fmla="*/ 354446 w 2671650"/>
              <a:gd name="connsiteY2" fmla="*/ 557656 h 601039"/>
              <a:gd name="connsiteX3" fmla="*/ 353410 w 2671650"/>
              <a:gd name="connsiteY3" fmla="*/ 559201 h 601039"/>
              <a:gd name="connsiteX4" fmla="*/ 343874 w 2671650"/>
              <a:gd name="connsiteY4" fmla="*/ 559729 h 601039"/>
              <a:gd name="connsiteX5" fmla="*/ 340557 w 2671650"/>
              <a:gd name="connsiteY5" fmla="*/ 552799 h 601039"/>
              <a:gd name="connsiteX6" fmla="*/ 341031 w 2671650"/>
              <a:gd name="connsiteY6" fmla="*/ 544951 h 601039"/>
              <a:gd name="connsiteX7" fmla="*/ 342198 w 2671650"/>
              <a:gd name="connsiteY7" fmla="*/ 543225 h 601039"/>
              <a:gd name="connsiteX8" fmla="*/ 351574 w 2671650"/>
              <a:gd name="connsiteY8" fmla="*/ 542908 h 601039"/>
              <a:gd name="connsiteX9" fmla="*/ 311300 w 2671650"/>
              <a:gd name="connsiteY9" fmla="*/ 540983 h 601039"/>
              <a:gd name="connsiteX10" fmla="*/ 291488 w 2671650"/>
              <a:gd name="connsiteY10" fmla="*/ 541338 h 601039"/>
              <a:gd name="connsiteX11" fmla="*/ 292021 w 2671650"/>
              <a:gd name="connsiteY11" fmla="*/ 570596 h 601039"/>
              <a:gd name="connsiteX12" fmla="*/ 311921 w 2671650"/>
              <a:gd name="connsiteY12" fmla="*/ 570211 h 601039"/>
              <a:gd name="connsiteX13" fmla="*/ 311921 w 2671650"/>
              <a:gd name="connsiteY13" fmla="*/ 567605 h 601039"/>
              <a:gd name="connsiteX14" fmla="*/ 311921 w 2671650"/>
              <a:gd name="connsiteY14" fmla="*/ 565029 h 601039"/>
              <a:gd name="connsiteX15" fmla="*/ 297115 w 2671650"/>
              <a:gd name="connsiteY15" fmla="*/ 565295 h 601039"/>
              <a:gd name="connsiteX16" fmla="*/ 297115 w 2671650"/>
              <a:gd name="connsiteY16" fmla="*/ 557685 h 601039"/>
              <a:gd name="connsiteX17" fmla="*/ 310263 w 2671650"/>
              <a:gd name="connsiteY17" fmla="*/ 557448 h 601039"/>
              <a:gd name="connsiteX18" fmla="*/ 310263 w 2671650"/>
              <a:gd name="connsiteY18" fmla="*/ 554931 h 601039"/>
              <a:gd name="connsiteX19" fmla="*/ 310263 w 2671650"/>
              <a:gd name="connsiteY19" fmla="*/ 552413 h 601039"/>
              <a:gd name="connsiteX20" fmla="*/ 297115 w 2671650"/>
              <a:gd name="connsiteY20" fmla="*/ 552650 h 601039"/>
              <a:gd name="connsiteX21" fmla="*/ 297115 w 2671650"/>
              <a:gd name="connsiteY21" fmla="*/ 546431 h 601039"/>
              <a:gd name="connsiteX22" fmla="*/ 311300 w 2671650"/>
              <a:gd name="connsiteY22" fmla="*/ 546194 h 601039"/>
              <a:gd name="connsiteX23" fmla="*/ 311300 w 2671650"/>
              <a:gd name="connsiteY23" fmla="*/ 543589 h 601039"/>
              <a:gd name="connsiteX24" fmla="*/ 262733 w 2671650"/>
              <a:gd name="connsiteY24" fmla="*/ 538732 h 601039"/>
              <a:gd name="connsiteX25" fmla="*/ 262407 w 2671650"/>
              <a:gd name="connsiteY25" fmla="*/ 541308 h 601039"/>
              <a:gd name="connsiteX26" fmla="*/ 262111 w 2671650"/>
              <a:gd name="connsiteY26" fmla="*/ 543885 h 601039"/>
              <a:gd name="connsiteX27" fmla="*/ 270166 w 2671650"/>
              <a:gd name="connsiteY27" fmla="*/ 544862 h 601039"/>
              <a:gd name="connsiteX28" fmla="*/ 267205 w 2671650"/>
              <a:gd name="connsiteY28" fmla="*/ 568731 h 601039"/>
              <a:gd name="connsiteX29" fmla="*/ 270166 w 2671650"/>
              <a:gd name="connsiteY29" fmla="*/ 569086 h 601039"/>
              <a:gd name="connsiteX30" fmla="*/ 272920 w 2671650"/>
              <a:gd name="connsiteY30" fmla="*/ 569412 h 601039"/>
              <a:gd name="connsiteX31" fmla="*/ 275882 w 2671650"/>
              <a:gd name="connsiteY31" fmla="*/ 545543 h 601039"/>
              <a:gd name="connsiteX32" fmla="*/ 283966 w 2671650"/>
              <a:gd name="connsiteY32" fmla="*/ 546550 h 601039"/>
              <a:gd name="connsiteX33" fmla="*/ 284262 w 2671650"/>
              <a:gd name="connsiteY33" fmla="*/ 543944 h 601039"/>
              <a:gd name="connsiteX34" fmla="*/ 284440 w 2671650"/>
              <a:gd name="connsiteY34" fmla="*/ 541397 h 601039"/>
              <a:gd name="connsiteX35" fmla="*/ 344254 w 2671650"/>
              <a:gd name="connsiteY35" fmla="*/ 536377 h 601039"/>
              <a:gd name="connsiteX36" fmla="*/ 336442 w 2671650"/>
              <a:gd name="connsiteY36" fmla="*/ 542167 h 601039"/>
              <a:gd name="connsiteX37" fmla="*/ 335168 w 2671650"/>
              <a:gd name="connsiteY37" fmla="*/ 554013 h 601039"/>
              <a:gd name="connsiteX38" fmla="*/ 340736 w 2671650"/>
              <a:gd name="connsiteY38" fmla="*/ 564288 h 601039"/>
              <a:gd name="connsiteX39" fmla="*/ 341585 w 2671650"/>
              <a:gd name="connsiteY39" fmla="*/ 564863 h 601039"/>
              <a:gd name="connsiteX40" fmla="*/ 359274 w 2671650"/>
              <a:gd name="connsiteY40" fmla="*/ 560676 h 601039"/>
              <a:gd name="connsiteX41" fmla="*/ 360547 w 2671650"/>
              <a:gd name="connsiteY41" fmla="*/ 549067 h 601039"/>
              <a:gd name="connsiteX42" fmla="*/ 354980 w 2671650"/>
              <a:gd name="connsiteY42" fmla="*/ 538554 h 601039"/>
              <a:gd name="connsiteX43" fmla="*/ 353872 w 2671650"/>
              <a:gd name="connsiteY43" fmla="*/ 537808 h 601039"/>
              <a:gd name="connsiteX44" fmla="*/ 344254 w 2671650"/>
              <a:gd name="connsiteY44" fmla="*/ 536377 h 601039"/>
              <a:gd name="connsiteX45" fmla="*/ 1100618 w 2671650"/>
              <a:gd name="connsiteY45" fmla="*/ 534622 h 601039"/>
              <a:gd name="connsiteX46" fmla="*/ 1101223 w 2671650"/>
              <a:gd name="connsiteY46" fmla="*/ 534890 h 601039"/>
              <a:gd name="connsiteX47" fmla="*/ 1100501 w 2671650"/>
              <a:gd name="connsiteY47" fmla="*/ 534684 h 601039"/>
              <a:gd name="connsiteX48" fmla="*/ 235370 w 2671650"/>
              <a:gd name="connsiteY48" fmla="*/ 532454 h 601039"/>
              <a:gd name="connsiteX49" fmla="*/ 230958 w 2671650"/>
              <a:gd name="connsiteY49" fmla="*/ 550222 h 601039"/>
              <a:gd name="connsiteX50" fmla="*/ 231402 w 2671650"/>
              <a:gd name="connsiteY50" fmla="*/ 559521 h 601039"/>
              <a:gd name="connsiteX51" fmla="*/ 238657 w 2671650"/>
              <a:gd name="connsiteY51" fmla="*/ 564318 h 601039"/>
              <a:gd name="connsiteX52" fmla="*/ 247393 w 2671650"/>
              <a:gd name="connsiteY52" fmla="*/ 563637 h 601039"/>
              <a:gd name="connsiteX53" fmla="*/ 252043 w 2671650"/>
              <a:gd name="connsiteY53" fmla="*/ 555464 h 601039"/>
              <a:gd name="connsiteX54" fmla="*/ 256337 w 2671650"/>
              <a:gd name="connsiteY54" fmla="*/ 537695 h 601039"/>
              <a:gd name="connsiteX55" fmla="*/ 253612 w 2671650"/>
              <a:gd name="connsiteY55" fmla="*/ 537014 h 601039"/>
              <a:gd name="connsiteX56" fmla="*/ 250888 w 2671650"/>
              <a:gd name="connsiteY56" fmla="*/ 536363 h 601039"/>
              <a:gd name="connsiteX57" fmla="*/ 246416 w 2671650"/>
              <a:gd name="connsiteY57" fmla="*/ 554131 h 601039"/>
              <a:gd name="connsiteX58" fmla="*/ 244077 w 2671650"/>
              <a:gd name="connsiteY58" fmla="*/ 558543 h 601039"/>
              <a:gd name="connsiteX59" fmla="*/ 239812 w 2671650"/>
              <a:gd name="connsiteY59" fmla="*/ 558958 h 601039"/>
              <a:gd name="connsiteX60" fmla="*/ 236377 w 2671650"/>
              <a:gd name="connsiteY60" fmla="*/ 556500 h 601039"/>
              <a:gd name="connsiteX61" fmla="*/ 236377 w 2671650"/>
              <a:gd name="connsiteY61" fmla="*/ 551584 h 601039"/>
              <a:gd name="connsiteX62" fmla="*/ 240819 w 2671650"/>
              <a:gd name="connsiteY62" fmla="*/ 533816 h 601039"/>
              <a:gd name="connsiteX63" fmla="*/ 238095 w 2671650"/>
              <a:gd name="connsiteY63" fmla="*/ 533135 h 601039"/>
              <a:gd name="connsiteX64" fmla="*/ 383972 w 2671650"/>
              <a:gd name="connsiteY64" fmla="*/ 526650 h 601039"/>
              <a:gd name="connsiteX65" fmla="*/ 365759 w 2671650"/>
              <a:gd name="connsiteY65" fmla="*/ 532572 h 601039"/>
              <a:gd name="connsiteX66" fmla="*/ 374643 w 2671650"/>
              <a:gd name="connsiteY66" fmla="*/ 560379 h 601039"/>
              <a:gd name="connsiteX67" fmla="*/ 377338 w 2671650"/>
              <a:gd name="connsiteY67" fmla="*/ 559491 h 601039"/>
              <a:gd name="connsiteX68" fmla="*/ 380003 w 2671650"/>
              <a:gd name="connsiteY68" fmla="*/ 558632 h 601039"/>
              <a:gd name="connsiteX69" fmla="*/ 376302 w 2671650"/>
              <a:gd name="connsiteY69" fmla="*/ 546876 h 601039"/>
              <a:gd name="connsiteX70" fmla="*/ 387525 w 2671650"/>
              <a:gd name="connsiteY70" fmla="*/ 543233 h 601039"/>
              <a:gd name="connsiteX71" fmla="*/ 386755 w 2671650"/>
              <a:gd name="connsiteY71" fmla="*/ 540834 h 601039"/>
              <a:gd name="connsiteX72" fmla="*/ 385956 w 2671650"/>
              <a:gd name="connsiteY72" fmla="*/ 538436 h 601039"/>
              <a:gd name="connsiteX73" fmla="*/ 374762 w 2671650"/>
              <a:gd name="connsiteY73" fmla="*/ 542078 h 601039"/>
              <a:gd name="connsiteX74" fmla="*/ 372718 w 2671650"/>
              <a:gd name="connsiteY74" fmla="*/ 535771 h 601039"/>
              <a:gd name="connsiteX75" fmla="*/ 385571 w 2671650"/>
              <a:gd name="connsiteY75" fmla="*/ 531595 h 601039"/>
              <a:gd name="connsiteX76" fmla="*/ 384771 w 2671650"/>
              <a:gd name="connsiteY76" fmla="*/ 529107 h 601039"/>
              <a:gd name="connsiteX77" fmla="*/ 208511 w 2671650"/>
              <a:gd name="connsiteY77" fmla="*/ 523303 h 601039"/>
              <a:gd name="connsiteX78" fmla="*/ 207652 w 2671650"/>
              <a:gd name="connsiteY78" fmla="*/ 525761 h 601039"/>
              <a:gd name="connsiteX79" fmla="*/ 206823 w 2671650"/>
              <a:gd name="connsiteY79" fmla="*/ 528219 h 601039"/>
              <a:gd name="connsiteX80" fmla="*/ 214493 w 2671650"/>
              <a:gd name="connsiteY80" fmla="*/ 530855 h 601039"/>
              <a:gd name="connsiteX81" fmla="*/ 206674 w 2671650"/>
              <a:gd name="connsiteY81" fmla="*/ 553598 h 601039"/>
              <a:gd name="connsiteX82" fmla="*/ 209340 w 2671650"/>
              <a:gd name="connsiteY82" fmla="*/ 554516 h 601039"/>
              <a:gd name="connsiteX83" fmla="*/ 211975 w 2671650"/>
              <a:gd name="connsiteY83" fmla="*/ 555434 h 601039"/>
              <a:gd name="connsiteX84" fmla="*/ 219793 w 2671650"/>
              <a:gd name="connsiteY84" fmla="*/ 532691 h 601039"/>
              <a:gd name="connsiteX85" fmla="*/ 227493 w 2671650"/>
              <a:gd name="connsiteY85" fmla="*/ 535326 h 601039"/>
              <a:gd name="connsiteX86" fmla="*/ 228352 w 2671650"/>
              <a:gd name="connsiteY86" fmla="*/ 532868 h 601039"/>
              <a:gd name="connsiteX87" fmla="*/ 229240 w 2671650"/>
              <a:gd name="connsiteY87" fmla="*/ 530440 h 601039"/>
              <a:gd name="connsiteX88" fmla="*/ 197879 w 2671650"/>
              <a:gd name="connsiteY88" fmla="*/ 518091 h 601039"/>
              <a:gd name="connsiteX89" fmla="*/ 185530 w 2671650"/>
              <a:gd name="connsiteY89" fmla="*/ 544595 h 601039"/>
              <a:gd name="connsiteX90" fmla="*/ 188077 w 2671650"/>
              <a:gd name="connsiteY90" fmla="*/ 545780 h 601039"/>
              <a:gd name="connsiteX91" fmla="*/ 190594 w 2671650"/>
              <a:gd name="connsiteY91" fmla="*/ 546964 h 601039"/>
              <a:gd name="connsiteX92" fmla="*/ 202973 w 2671650"/>
              <a:gd name="connsiteY92" fmla="*/ 520460 h 601039"/>
              <a:gd name="connsiteX93" fmla="*/ 200396 w 2671650"/>
              <a:gd name="connsiteY93" fmla="*/ 519276 h 601039"/>
              <a:gd name="connsiteX94" fmla="*/ 419715 w 2671650"/>
              <a:gd name="connsiteY94" fmla="*/ 509326 h 601039"/>
              <a:gd name="connsiteX95" fmla="*/ 400407 w 2671650"/>
              <a:gd name="connsiteY95" fmla="*/ 519572 h 601039"/>
              <a:gd name="connsiteX96" fmla="*/ 401621 w 2671650"/>
              <a:gd name="connsiteY96" fmla="*/ 521882 h 601039"/>
              <a:gd name="connsiteX97" fmla="*/ 402835 w 2671650"/>
              <a:gd name="connsiteY97" fmla="*/ 524162 h 601039"/>
              <a:gd name="connsiteX98" fmla="*/ 410002 w 2671650"/>
              <a:gd name="connsiteY98" fmla="*/ 520342 h 601039"/>
              <a:gd name="connsiteX99" fmla="*/ 421314 w 2671650"/>
              <a:gd name="connsiteY99" fmla="*/ 541575 h 601039"/>
              <a:gd name="connsiteX100" fmla="*/ 423802 w 2671650"/>
              <a:gd name="connsiteY100" fmla="*/ 540272 h 601039"/>
              <a:gd name="connsiteX101" fmla="*/ 426260 w 2671650"/>
              <a:gd name="connsiteY101" fmla="*/ 538939 h 601039"/>
              <a:gd name="connsiteX102" fmla="*/ 414977 w 2671650"/>
              <a:gd name="connsiteY102" fmla="*/ 517706 h 601039"/>
              <a:gd name="connsiteX103" fmla="*/ 422143 w 2671650"/>
              <a:gd name="connsiteY103" fmla="*/ 513886 h 601039"/>
              <a:gd name="connsiteX104" fmla="*/ 420929 w 2671650"/>
              <a:gd name="connsiteY104" fmla="*/ 511606 h 601039"/>
              <a:gd name="connsiteX105" fmla="*/ 172708 w 2671650"/>
              <a:gd name="connsiteY105" fmla="*/ 504410 h 601039"/>
              <a:gd name="connsiteX106" fmla="*/ 171553 w 2671650"/>
              <a:gd name="connsiteY106" fmla="*/ 506838 h 601039"/>
              <a:gd name="connsiteX107" fmla="*/ 170309 w 2671650"/>
              <a:gd name="connsiteY107" fmla="*/ 509118 h 601039"/>
              <a:gd name="connsiteX108" fmla="*/ 177416 w 2671650"/>
              <a:gd name="connsiteY108" fmla="*/ 513057 h 601039"/>
              <a:gd name="connsiteX109" fmla="*/ 165748 w 2671650"/>
              <a:gd name="connsiteY109" fmla="*/ 534083 h 601039"/>
              <a:gd name="connsiteX110" fmla="*/ 168206 w 2671650"/>
              <a:gd name="connsiteY110" fmla="*/ 535445 h 601039"/>
              <a:gd name="connsiteX111" fmla="*/ 170664 w 2671650"/>
              <a:gd name="connsiteY111" fmla="*/ 536807 h 601039"/>
              <a:gd name="connsiteX112" fmla="*/ 182214 w 2671650"/>
              <a:gd name="connsiteY112" fmla="*/ 515604 h 601039"/>
              <a:gd name="connsiteX113" fmla="*/ 189321 w 2671650"/>
              <a:gd name="connsiteY113" fmla="*/ 519542 h 601039"/>
              <a:gd name="connsiteX114" fmla="*/ 190565 w 2671650"/>
              <a:gd name="connsiteY114" fmla="*/ 517292 h 601039"/>
              <a:gd name="connsiteX115" fmla="*/ 191838 w 2671650"/>
              <a:gd name="connsiteY115" fmla="*/ 515011 h 601039"/>
              <a:gd name="connsiteX116" fmla="*/ 356579 w 2671650"/>
              <a:gd name="connsiteY116" fmla="*/ 500145 h 601039"/>
              <a:gd name="connsiteX117" fmla="*/ 356579 w 2671650"/>
              <a:gd name="connsiteY117" fmla="*/ 500234 h 601039"/>
              <a:gd name="connsiteX118" fmla="*/ 357733 w 2671650"/>
              <a:gd name="connsiteY118" fmla="*/ 502751 h 601039"/>
              <a:gd name="connsiteX119" fmla="*/ 356549 w 2671650"/>
              <a:gd name="connsiteY119" fmla="*/ 510214 h 601039"/>
              <a:gd name="connsiteX120" fmla="*/ 355838 w 2671650"/>
              <a:gd name="connsiteY120" fmla="*/ 503107 h 601039"/>
              <a:gd name="connsiteX121" fmla="*/ 356579 w 2671650"/>
              <a:gd name="connsiteY121" fmla="*/ 500145 h 601039"/>
              <a:gd name="connsiteX122" fmla="*/ 306561 w 2671650"/>
              <a:gd name="connsiteY122" fmla="*/ 500145 h 601039"/>
              <a:gd name="connsiteX123" fmla="*/ 306561 w 2671650"/>
              <a:gd name="connsiteY123" fmla="*/ 500234 h 601039"/>
              <a:gd name="connsiteX124" fmla="*/ 307716 w 2671650"/>
              <a:gd name="connsiteY124" fmla="*/ 502751 h 601039"/>
              <a:gd name="connsiteX125" fmla="*/ 306531 w 2671650"/>
              <a:gd name="connsiteY125" fmla="*/ 510214 h 601039"/>
              <a:gd name="connsiteX126" fmla="*/ 305820 w 2671650"/>
              <a:gd name="connsiteY126" fmla="*/ 503107 h 601039"/>
              <a:gd name="connsiteX127" fmla="*/ 306561 w 2671650"/>
              <a:gd name="connsiteY127" fmla="*/ 500145 h 601039"/>
              <a:gd name="connsiteX128" fmla="*/ 247215 w 2671650"/>
              <a:gd name="connsiteY128" fmla="*/ 499850 h 601039"/>
              <a:gd name="connsiteX129" fmla="*/ 248814 w 2671650"/>
              <a:gd name="connsiteY129" fmla="*/ 500087 h 601039"/>
              <a:gd name="connsiteX130" fmla="*/ 249021 w 2671650"/>
              <a:gd name="connsiteY130" fmla="*/ 509681 h 601039"/>
              <a:gd name="connsiteX131" fmla="*/ 247215 w 2671650"/>
              <a:gd name="connsiteY131" fmla="*/ 509681 h 601039"/>
              <a:gd name="connsiteX132" fmla="*/ 247215 w 2671650"/>
              <a:gd name="connsiteY132" fmla="*/ 499909 h 601039"/>
              <a:gd name="connsiteX133" fmla="*/ 348286 w 2671650"/>
              <a:gd name="connsiteY133" fmla="*/ 499701 h 601039"/>
              <a:gd name="connsiteX134" fmla="*/ 349382 w 2671650"/>
              <a:gd name="connsiteY134" fmla="*/ 502663 h 601039"/>
              <a:gd name="connsiteX135" fmla="*/ 348434 w 2671650"/>
              <a:gd name="connsiteY135" fmla="*/ 509977 h 601039"/>
              <a:gd name="connsiteX136" fmla="*/ 347042 w 2671650"/>
              <a:gd name="connsiteY136" fmla="*/ 502900 h 601039"/>
              <a:gd name="connsiteX137" fmla="*/ 348286 w 2671650"/>
              <a:gd name="connsiteY137" fmla="*/ 499790 h 601039"/>
              <a:gd name="connsiteX138" fmla="*/ 298269 w 2671650"/>
              <a:gd name="connsiteY138" fmla="*/ 499701 h 601039"/>
              <a:gd name="connsiteX139" fmla="*/ 299365 w 2671650"/>
              <a:gd name="connsiteY139" fmla="*/ 502663 h 601039"/>
              <a:gd name="connsiteX140" fmla="*/ 298447 w 2671650"/>
              <a:gd name="connsiteY140" fmla="*/ 510125 h 601039"/>
              <a:gd name="connsiteX141" fmla="*/ 297025 w 2671650"/>
              <a:gd name="connsiteY141" fmla="*/ 502900 h 601039"/>
              <a:gd name="connsiteX142" fmla="*/ 298269 w 2671650"/>
              <a:gd name="connsiteY142" fmla="*/ 499790 h 601039"/>
              <a:gd name="connsiteX143" fmla="*/ 741423 w 2671650"/>
              <a:gd name="connsiteY143" fmla="*/ 499170 h 601039"/>
              <a:gd name="connsiteX144" fmla="*/ 741527 w 2671650"/>
              <a:gd name="connsiteY144" fmla="*/ 519714 h 601039"/>
              <a:gd name="connsiteX145" fmla="*/ 759593 w 2671650"/>
              <a:gd name="connsiteY145" fmla="*/ 519714 h 601039"/>
              <a:gd name="connsiteX146" fmla="*/ 768370 w 2671650"/>
              <a:gd name="connsiteY146" fmla="*/ 517030 h 601039"/>
              <a:gd name="connsiteX147" fmla="*/ 771260 w 2671650"/>
              <a:gd name="connsiteY147" fmla="*/ 508771 h 601039"/>
              <a:gd name="connsiteX148" fmla="*/ 768266 w 2671650"/>
              <a:gd name="connsiteY148" fmla="*/ 501543 h 601039"/>
              <a:gd name="connsiteX149" fmla="*/ 759284 w 2671650"/>
              <a:gd name="connsiteY149" fmla="*/ 499170 h 601039"/>
              <a:gd name="connsiteX150" fmla="*/ 255922 w 2671650"/>
              <a:gd name="connsiteY150" fmla="*/ 499169 h 601039"/>
              <a:gd name="connsiteX151" fmla="*/ 256751 w 2671650"/>
              <a:gd name="connsiteY151" fmla="*/ 502663 h 601039"/>
              <a:gd name="connsiteX152" fmla="*/ 255922 w 2671650"/>
              <a:gd name="connsiteY152" fmla="*/ 509623 h 601039"/>
              <a:gd name="connsiteX153" fmla="*/ 255033 w 2671650"/>
              <a:gd name="connsiteY153" fmla="*/ 502663 h 601039"/>
              <a:gd name="connsiteX154" fmla="*/ 255922 w 2671650"/>
              <a:gd name="connsiteY154" fmla="*/ 499169 h 601039"/>
              <a:gd name="connsiteX155" fmla="*/ 251065 w 2671650"/>
              <a:gd name="connsiteY155" fmla="*/ 498487 h 601039"/>
              <a:gd name="connsiteX156" fmla="*/ 251071 w 2671650"/>
              <a:gd name="connsiteY156" fmla="*/ 498687 h 601039"/>
              <a:gd name="connsiteX157" fmla="*/ 251065 w 2671650"/>
              <a:gd name="connsiteY157" fmla="*/ 498695 h 601039"/>
              <a:gd name="connsiteX158" fmla="*/ 251551 w 2671650"/>
              <a:gd name="connsiteY158" fmla="*/ 498099 h 601039"/>
              <a:gd name="connsiteX159" fmla="*/ 253138 w 2671650"/>
              <a:gd name="connsiteY159" fmla="*/ 498487 h 601039"/>
              <a:gd name="connsiteX160" fmla="*/ 253493 w 2671650"/>
              <a:gd name="connsiteY160" fmla="*/ 510333 h 601039"/>
              <a:gd name="connsiteX161" fmla="*/ 251450 w 2671650"/>
              <a:gd name="connsiteY161" fmla="*/ 510333 h 601039"/>
              <a:gd name="connsiteX162" fmla="*/ 251071 w 2671650"/>
              <a:gd name="connsiteY162" fmla="*/ 498687 h 601039"/>
              <a:gd name="connsiteX163" fmla="*/ 352788 w 2671650"/>
              <a:gd name="connsiteY163" fmla="*/ 497658 h 601039"/>
              <a:gd name="connsiteX164" fmla="*/ 353854 w 2671650"/>
              <a:gd name="connsiteY164" fmla="*/ 502100 h 601039"/>
              <a:gd name="connsiteX165" fmla="*/ 352610 w 2671650"/>
              <a:gd name="connsiteY165" fmla="*/ 510718 h 601039"/>
              <a:gd name="connsiteX166" fmla="*/ 351337 w 2671650"/>
              <a:gd name="connsiteY166" fmla="*/ 501982 h 601039"/>
              <a:gd name="connsiteX167" fmla="*/ 352788 w 2671650"/>
              <a:gd name="connsiteY167" fmla="*/ 497658 h 601039"/>
              <a:gd name="connsiteX168" fmla="*/ 302770 w 2671650"/>
              <a:gd name="connsiteY168" fmla="*/ 497658 h 601039"/>
              <a:gd name="connsiteX169" fmla="*/ 303836 w 2671650"/>
              <a:gd name="connsiteY169" fmla="*/ 502100 h 601039"/>
              <a:gd name="connsiteX170" fmla="*/ 302592 w 2671650"/>
              <a:gd name="connsiteY170" fmla="*/ 510718 h 601039"/>
              <a:gd name="connsiteX171" fmla="*/ 301319 w 2671650"/>
              <a:gd name="connsiteY171" fmla="*/ 501982 h 601039"/>
              <a:gd name="connsiteX172" fmla="*/ 302770 w 2671650"/>
              <a:gd name="connsiteY172" fmla="*/ 497658 h 601039"/>
              <a:gd name="connsiteX173" fmla="*/ 222843 w 2671650"/>
              <a:gd name="connsiteY173" fmla="*/ 496740 h 601039"/>
              <a:gd name="connsiteX174" fmla="*/ 223022 w 2671650"/>
              <a:gd name="connsiteY174" fmla="*/ 496904 h 601039"/>
              <a:gd name="connsiteX175" fmla="*/ 222754 w 2671650"/>
              <a:gd name="connsiteY175" fmla="*/ 496859 h 601039"/>
              <a:gd name="connsiteX176" fmla="*/ 442251 w 2671650"/>
              <a:gd name="connsiteY176" fmla="*/ 495141 h 601039"/>
              <a:gd name="connsiteX177" fmla="*/ 425638 w 2671650"/>
              <a:gd name="connsiteY177" fmla="*/ 505920 h 601039"/>
              <a:gd name="connsiteX178" fmla="*/ 441570 w 2671650"/>
              <a:gd name="connsiteY178" fmla="*/ 530440 h 601039"/>
              <a:gd name="connsiteX179" fmla="*/ 458627 w 2671650"/>
              <a:gd name="connsiteY179" fmla="*/ 519246 h 601039"/>
              <a:gd name="connsiteX180" fmla="*/ 457206 w 2671650"/>
              <a:gd name="connsiteY180" fmla="*/ 517055 h 601039"/>
              <a:gd name="connsiteX181" fmla="*/ 455814 w 2671650"/>
              <a:gd name="connsiteY181" fmla="*/ 514893 h 601039"/>
              <a:gd name="connsiteX182" fmla="*/ 443406 w 2671650"/>
              <a:gd name="connsiteY182" fmla="*/ 522948 h 601039"/>
              <a:gd name="connsiteX183" fmla="*/ 439231 w 2671650"/>
              <a:gd name="connsiteY183" fmla="*/ 516581 h 601039"/>
              <a:gd name="connsiteX184" fmla="*/ 450365 w 2671650"/>
              <a:gd name="connsiteY184" fmla="*/ 509474 h 601039"/>
              <a:gd name="connsiteX185" fmla="*/ 449003 w 2671650"/>
              <a:gd name="connsiteY185" fmla="*/ 507341 h 601039"/>
              <a:gd name="connsiteX186" fmla="*/ 447641 w 2671650"/>
              <a:gd name="connsiteY186" fmla="*/ 505239 h 601039"/>
              <a:gd name="connsiteX187" fmla="*/ 436595 w 2671650"/>
              <a:gd name="connsiteY187" fmla="*/ 512405 h 601039"/>
              <a:gd name="connsiteX188" fmla="*/ 433219 w 2671650"/>
              <a:gd name="connsiteY188" fmla="*/ 507193 h 601039"/>
              <a:gd name="connsiteX189" fmla="*/ 445064 w 2671650"/>
              <a:gd name="connsiteY189" fmla="*/ 499494 h 601039"/>
              <a:gd name="connsiteX190" fmla="*/ 443673 w 2671650"/>
              <a:gd name="connsiteY190" fmla="*/ 497302 h 601039"/>
              <a:gd name="connsiteX191" fmla="*/ 152126 w 2671650"/>
              <a:gd name="connsiteY191" fmla="*/ 492179 h 601039"/>
              <a:gd name="connsiteX192" fmla="*/ 145878 w 2671650"/>
              <a:gd name="connsiteY192" fmla="*/ 495970 h 601039"/>
              <a:gd name="connsiteX193" fmla="*/ 144308 w 2671650"/>
              <a:gd name="connsiteY193" fmla="*/ 501744 h 601039"/>
              <a:gd name="connsiteX194" fmla="*/ 149254 w 2671650"/>
              <a:gd name="connsiteY194" fmla="*/ 509503 h 601039"/>
              <a:gd name="connsiteX195" fmla="*/ 151978 w 2671650"/>
              <a:gd name="connsiteY195" fmla="*/ 513471 h 601039"/>
              <a:gd name="connsiteX196" fmla="*/ 151445 w 2671650"/>
              <a:gd name="connsiteY196" fmla="*/ 516077 h 601039"/>
              <a:gd name="connsiteX197" fmla="*/ 148691 w 2671650"/>
              <a:gd name="connsiteY197" fmla="*/ 517321 h 601039"/>
              <a:gd name="connsiteX198" fmla="*/ 144723 w 2671650"/>
              <a:gd name="connsiteY198" fmla="*/ 515604 h 601039"/>
              <a:gd name="connsiteX199" fmla="*/ 142176 w 2671650"/>
              <a:gd name="connsiteY199" fmla="*/ 512198 h 601039"/>
              <a:gd name="connsiteX200" fmla="*/ 143005 w 2671650"/>
              <a:gd name="connsiteY200" fmla="*/ 508378 h 601039"/>
              <a:gd name="connsiteX201" fmla="*/ 138622 w 2671650"/>
              <a:gd name="connsiteY201" fmla="*/ 505209 h 601039"/>
              <a:gd name="connsiteX202" fmla="*/ 136816 w 2671650"/>
              <a:gd name="connsiteY202" fmla="*/ 512909 h 601039"/>
              <a:gd name="connsiteX203" fmla="*/ 141761 w 2671650"/>
              <a:gd name="connsiteY203" fmla="*/ 519690 h 601039"/>
              <a:gd name="connsiteX204" fmla="*/ 149727 w 2671650"/>
              <a:gd name="connsiteY204" fmla="*/ 522474 h 601039"/>
              <a:gd name="connsiteX205" fmla="*/ 155976 w 2671650"/>
              <a:gd name="connsiteY205" fmla="*/ 518920 h 601039"/>
              <a:gd name="connsiteX206" fmla="*/ 157871 w 2671650"/>
              <a:gd name="connsiteY206" fmla="*/ 512998 h 601039"/>
              <a:gd name="connsiteX207" fmla="*/ 153459 w 2671650"/>
              <a:gd name="connsiteY207" fmla="*/ 505713 h 601039"/>
              <a:gd name="connsiteX208" fmla="*/ 150172 w 2671650"/>
              <a:gd name="connsiteY208" fmla="*/ 501211 h 601039"/>
              <a:gd name="connsiteX209" fmla="*/ 150349 w 2671650"/>
              <a:gd name="connsiteY209" fmla="*/ 498842 h 601039"/>
              <a:gd name="connsiteX210" fmla="*/ 152985 w 2671650"/>
              <a:gd name="connsiteY210" fmla="*/ 497243 h 601039"/>
              <a:gd name="connsiteX211" fmla="*/ 156302 w 2671650"/>
              <a:gd name="connsiteY211" fmla="*/ 498368 h 601039"/>
              <a:gd name="connsiteX212" fmla="*/ 158819 w 2671650"/>
              <a:gd name="connsiteY212" fmla="*/ 501715 h 601039"/>
              <a:gd name="connsiteX213" fmla="*/ 158256 w 2671650"/>
              <a:gd name="connsiteY213" fmla="*/ 505387 h 601039"/>
              <a:gd name="connsiteX214" fmla="*/ 162669 w 2671650"/>
              <a:gd name="connsiteY214" fmla="*/ 508615 h 601039"/>
              <a:gd name="connsiteX215" fmla="*/ 162669 w 2671650"/>
              <a:gd name="connsiteY215" fmla="*/ 508556 h 601039"/>
              <a:gd name="connsiteX216" fmla="*/ 164238 w 2671650"/>
              <a:gd name="connsiteY216" fmla="*/ 501093 h 601039"/>
              <a:gd name="connsiteX217" fmla="*/ 159796 w 2671650"/>
              <a:gd name="connsiteY217" fmla="*/ 494667 h 601039"/>
              <a:gd name="connsiteX218" fmla="*/ 152126 w 2671650"/>
              <a:gd name="connsiteY218" fmla="*/ 492179 h 601039"/>
              <a:gd name="connsiteX219" fmla="*/ 464787 w 2671650"/>
              <a:gd name="connsiteY219" fmla="*/ 479031 h 601039"/>
              <a:gd name="connsiteX220" fmla="*/ 456910 w 2671650"/>
              <a:gd name="connsiteY220" fmla="*/ 481992 h 601039"/>
              <a:gd name="connsiteX221" fmla="*/ 452705 w 2671650"/>
              <a:gd name="connsiteY221" fmla="*/ 490876 h 601039"/>
              <a:gd name="connsiteX222" fmla="*/ 457443 w 2671650"/>
              <a:gd name="connsiteY222" fmla="*/ 501744 h 601039"/>
              <a:gd name="connsiteX223" fmla="*/ 467186 w 2671650"/>
              <a:gd name="connsiteY223" fmla="*/ 508111 h 601039"/>
              <a:gd name="connsiteX224" fmla="*/ 480927 w 2671650"/>
              <a:gd name="connsiteY224" fmla="*/ 498072 h 601039"/>
              <a:gd name="connsiteX225" fmla="*/ 480867 w 2671650"/>
              <a:gd name="connsiteY225" fmla="*/ 498013 h 601039"/>
              <a:gd name="connsiteX226" fmla="*/ 478409 w 2671650"/>
              <a:gd name="connsiteY226" fmla="*/ 489662 h 601039"/>
              <a:gd name="connsiteX227" fmla="*/ 474086 w 2671650"/>
              <a:gd name="connsiteY227" fmla="*/ 493275 h 601039"/>
              <a:gd name="connsiteX228" fmla="*/ 475359 w 2671650"/>
              <a:gd name="connsiteY228" fmla="*/ 497717 h 601039"/>
              <a:gd name="connsiteX229" fmla="*/ 475146 w 2671650"/>
              <a:gd name="connsiteY229" fmla="*/ 498706 h 601039"/>
              <a:gd name="connsiteX230" fmla="*/ 467748 w 2671650"/>
              <a:gd name="connsiteY230" fmla="*/ 502633 h 601039"/>
              <a:gd name="connsiteX231" fmla="*/ 461826 w 2671650"/>
              <a:gd name="connsiteY231" fmla="*/ 498132 h 601039"/>
              <a:gd name="connsiteX232" fmla="*/ 458331 w 2671650"/>
              <a:gd name="connsiteY232" fmla="*/ 491232 h 601039"/>
              <a:gd name="connsiteX233" fmla="*/ 460345 w 2671650"/>
              <a:gd name="connsiteY233" fmla="*/ 485990 h 601039"/>
              <a:gd name="connsiteX234" fmla="*/ 464372 w 2671650"/>
              <a:gd name="connsiteY234" fmla="*/ 484450 h 601039"/>
              <a:gd name="connsiteX235" fmla="*/ 468222 w 2671650"/>
              <a:gd name="connsiteY235" fmla="*/ 486108 h 601039"/>
              <a:gd name="connsiteX236" fmla="*/ 472546 w 2671650"/>
              <a:gd name="connsiteY236" fmla="*/ 482496 h 601039"/>
              <a:gd name="connsiteX237" fmla="*/ 464787 w 2671650"/>
              <a:gd name="connsiteY237" fmla="*/ 479031 h 601039"/>
              <a:gd name="connsiteX238" fmla="*/ 310420 w 2671650"/>
              <a:gd name="connsiteY238" fmla="*/ 478166 h 601039"/>
              <a:gd name="connsiteX239" fmla="*/ 310479 w 2671650"/>
              <a:gd name="connsiteY239" fmla="*/ 478166 h 601039"/>
              <a:gd name="connsiteX240" fmla="*/ 310479 w 2671650"/>
              <a:gd name="connsiteY240" fmla="*/ 486073 h 601039"/>
              <a:gd name="connsiteX241" fmla="*/ 303757 w 2671650"/>
              <a:gd name="connsiteY241" fmla="*/ 486073 h 601039"/>
              <a:gd name="connsiteX242" fmla="*/ 326520 w 2671650"/>
              <a:gd name="connsiteY242" fmla="*/ 476514 h 601039"/>
              <a:gd name="connsiteX243" fmla="*/ 330903 w 2671650"/>
              <a:gd name="connsiteY243" fmla="*/ 483503 h 601039"/>
              <a:gd name="connsiteX244" fmla="*/ 326520 w 2671650"/>
              <a:gd name="connsiteY244" fmla="*/ 490492 h 601039"/>
              <a:gd name="connsiteX245" fmla="*/ 322137 w 2671650"/>
              <a:gd name="connsiteY245" fmla="*/ 483503 h 601039"/>
              <a:gd name="connsiteX246" fmla="*/ 326520 w 2671650"/>
              <a:gd name="connsiteY246" fmla="*/ 476514 h 601039"/>
              <a:gd name="connsiteX247" fmla="*/ 290066 w 2671650"/>
              <a:gd name="connsiteY247" fmla="*/ 476514 h 601039"/>
              <a:gd name="connsiteX248" fmla="*/ 294301 w 2671650"/>
              <a:gd name="connsiteY248" fmla="*/ 480245 h 601039"/>
              <a:gd name="connsiteX249" fmla="*/ 294295 w 2671650"/>
              <a:gd name="connsiteY249" fmla="*/ 480930 h 601039"/>
              <a:gd name="connsiteX250" fmla="*/ 290273 w 2671650"/>
              <a:gd name="connsiteY250" fmla="*/ 484214 h 601039"/>
              <a:gd name="connsiteX251" fmla="*/ 286038 w 2671650"/>
              <a:gd name="connsiteY251" fmla="*/ 480423 h 601039"/>
              <a:gd name="connsiteX252" fmla="*/ 286044 w 2671650"/>
              <a:gd name="connsiteY252" fmla="*/ 479997 h 601039"/>
              <a:gd name="connsiteX253" fmla="*/ 290066 w 2671650"/>
              <a:gd name="connsiteY253" fmla="*/ 476514 h 601039"/>
              <a:gd name="connsiteX254" fmla="*/ 289243 w 2671650"/>
              <a:gd name="connsiteY254" fmla="*/ 474714 h 601039"/>
              <a:gd name="connsiteX255" fmla="*/ 283373 w 2671650"/>
              <a:gd name="connsiteY255" fmla="*/ 480690 h 601039"/>
              <a:gd name="connsiteX256" fmla="*/ 283403 w 2671650"/>
              <a:gd name="connsiteY256" fmla="*/ 481087 h 601039"/>
              <a:gd name="connsiteX257" fmla="*/ 289948 w 2671650"/>
              <a:gd name="connsiteY257" fmla="*/ 486316 h 601039"/>
              <a:gd name="connsiteX258" fmla="*/ 294745 w 2671650"/>
              <a:gd name="connsiteY258" fmla="*/ 484243 h 601039"/>
              <a:gd name="connsiteX259" fmla="*/ 289711 w 2671650"/>
              <a:gd name="connsiteY259" fmla="*/ 490759 h 601039"/>
              <a:gd name="connsiteX260" fmla="*/ 289095 w 2671650"/>
              <a:gd name="connsiteY260" fmla="*/ 490812 h 601039"/>
              <a:gd name="connsiteX261" fmla="*/ 286187 w 2671650"/>
              <a:gd name="connsiteY261" fmla="*/ 487797 h 601039"/>
              <a:gd name="connsiteX262" fmla="*/ 283551 w 2671650"/>
              <a:gd name="connsiteY262" fmla="*/ 487797 h 601039"/>
              <a:gd name="connsiteX263" fmla="*/ 289770 w 2671650"/>
              <a:gd name="connsiteY263" fmla="*/ 492476 h 601039"/>
              <a:gd name="connsiteX264" fmla="*/ 289770 w 2671650"/>
              <a:gd name="connsiteY264" fmla="*/ 492565 h 601039"/>
              <a:gd name="connsiteX265" fmla="*/ 297440 w 2671650"/>
              <a:gd name="connsiteY265" fmla="*/ 482852 h 601039"/>
              <a:gd name="connsiteX266" fmla="*/ 290096 w 2671650"/>
              <a:gd name="connsiteY266" fmla="*/ 474767 h 601039"/>
              <a:gd name="connsiteX267" fmla="*/ 289243 w 2671650"/>
              <a:gd name="connsiteY267" fmla="*/ 474714 h 601039"/>
              <a:gd name="connsiteX268" fmla="*/ 326520 w 2671650"/>
              <a:gd name="connsiteY268" fmla="*/ 474678 h 601039"/>
              <a:gd name="connsiteX269" fmla="*/ 319354 w 2671650"/>
              <a:gd name="connsiteY269" fmla="*/ 483562 h 601039"/>
              <a:gd name="connsiteX270" fmla="*/ 326520 w 2671650"/>
              <a:gd name="connsiteY270" fmla="*/ 492446 h 601039"/>
              <a:gd name="connsiteX271" fmla="*/ 326520 w 2671650"/>
              <a:gd name="connsiteY271" fmla="*/ 492565 h 601039"/>
              <a:gd name="connsiteX272" fmla="*/ 333687 w 2671650"/>
              <a:gd name="connsiteY272" fmla="*/ 483562 h 601039"/>
              <a:gd name="connsiteX273" fmla="*/ 326520 w 2671650"/>
              <a:gd name="connsiteY273" fmla="*/ 474678 h 601039"/>
              <a:gd name="connsiteX274" fmla="*/ 310559 w 2671650"/>
              <a:gd name="connsiteY274" fmla="*/ 474560 h 601039"/>
              <a:gd name="connsiteX275" fmla="*/ 300994 w 2671650"/>
              <a:gd name="connsiteY275" fmla="*/ 485606 h 601039"/>
              <a:gd name="connsiteX276" fmla="*/ 300994 w 2671650"/>
              <a:gd name="connsiteY276" fmla="*/ 487738 h 601039"/>
              <a:gd name="connsiteX277" fmla="*/ 310115 w 2671650"/>
              <a:gd name="connsiteY277" fmla="*/ 487738 h 601039"/>
              <a:gd name="connsiteX278" fmla="*/ 310115 w 2671650"/>
              <a:gd name="connsiteY278" fmla="*/ 492002 h 601039"/>
              <a:gd name="connsiteX279" fmla="*/ 312750 w 2671650"/>
              <a:gd name="connsiteY279" fmla="*/ 492002 h 601039"/>
              <a:gd name="connsiteX280" fmla="*/ 312750 w 2671650"/>
              <a:gd name="connsiteY280" fmla="*/ 487738 h 601039"/>
              <a:gd name="connsiteX281" fmla="*/ 315711 w 2671650"/>
              <a:gd name="connsiteY281" fmla="*/ 487738 h 601039"/>
              <a:gd name="connsiteX282" fmla="*/ 315711 w 2671650"/>
              <a:gd name="connsiteY282" fmla="*/ 485872 h 601039"/>
              <a:gd name="connsiteX283" fmla="*/ 312750 w 2671650"/>
              <a:gd name="connsiteY283" fmla="*/ 485872 h 601039"/>
              <a:gd name="connsiteX284" fmla="*/ 312750 w 2671650"/>
              <a:gd name="connsiteY284" fmla="*/ 474560 h 601039"/>
              <a:gd name="connsiteX285" fmla="*/ 272624 w 2671650"/>
              <a:gd name="connsiteY285" fmla="*/ 474441 h 601039"/>
              <a:gd name="connsiteX286" fmla="*/ 266997 w 2671650"/>
              <a:gd name="connsiteY286" fmla="*/ 477758 h 601039"/>
              <a:gd name="connsiteX287" fmla="*/ 266997 w 2671650"/>
              <a:gd name="connsiteY287" fmla="*/ 479624 h 601039"/>
              <a:gd name="connsiteX288" fmla="*/ 271883 w 2671650"/>
              <a:gd name="connsiteY288" fmla="*/ 479624 h 601039"/>
              <a:gd name="connsiteX289" fmla="*/ 271883 w 2671650"/>
              <a:gd name="connsiteY289" fmla="*/ 492002 h 601039"/>
              <a:gd name="connsiteX290" fmla="*/ 274667 w 2671650"/>
              <a:gd name="connsiteY290" fmla="*/ 492002 h 601039"/>
              <a:gd name="connsiteX291" fmla="*/ 274667 w 2671650"/>
              <a:gd name="connsiteY291" fmla="*/ 474441 h 601039"/>
              <a:gd name="connsiteX292" fmla="*/ 128554 w 2671650"/>
              <a:gd name="connsiteY292" fmla="*/ 469377 h 601039"/>
              <a:gd name="connsiteX293" fmla="*/ 108594 w 2671650"/>
              <a:gd name="connsiteY293" fmla="*/ 490758 h 601039"/>
              <a:gd name="connsiteX294" fmla="*/ 110519 w 2671650"/>
              <a:gd name="connsiteY294" fmla="*/ 492564 h 601039"/>
              <a:gd name="connsiteX295" fmla="*/ 112444 w 2671650"/>
              <a:gd name="connsiteY295" fmla="*/ 494460 h 601039"/>
              <a:gd name="connsiteX296" fmla="*/ 126807 w 2671650"/>
              <a:gd name="connsiteY296" fmla="*/ 479031 h 601039"/>
              <a:gd name="connsiteX297" fmla="*/ 120558 w 2671650"/>
              <a:gd name="connsiteY297" fmla="*/ 502041 h 601039"/>
              <a:gd name="connsiteX298" fmla="*/ 122601 w 2671650"/>
              <a:gd name="connsiteY298" fmla="*/ 503936 h 601039"/>
              <a:gd name="connsiteX299" fmla="*/ 124645 w 2671650"/>
              <a:gd name="connsiteY299" fmla="*/ 505742 h 601039"/>
              <a:gd name="connsiteX300" fmla="*/ 144575 w 2671650"/>
              <a:gd name="connsiteY300" fmla="*/ 484332 h 601039"/>
              <a:gd name="connsiteX301" fmla="*/ 142650 w 2671650"/>
              <a:gd name="connsiteY301" fmla="*/ 482555 h 601039"/>
              <a:gd name="connsiteX302" fmla="*/ 140755 w 2671650"/>
              <a:gd name="connsiteY302" fmla="*/ 480778 h 601039"/>
              <a:gd name="connsiteX303" fmla="*/ 126747 w 2671650"/>
              <a:gd name="connsiteY303" fmla="*/ 495792 h 601039"/>
              <a:gd name="connsiteX304" fmla="*/ 132848 w 2671650"/>
              <a:gd name="connsiteY304" fmla="*/ 473404 h 601039"/>
              <a:gd name="connsiteX305" fmla="*/ 130686 w 2671650"/>
              <a:gd name="connsiteY305" fmla="*/ 471390 h 601039"/>
              <a:gd name="connsiteX306" fmla="*/ 741423 w 2671650"/>
              <a:gd name="connsiteY306" fmla="*/ 469126 h 601039"/>
              <a:gd name="connsiteX307" fmla="*/ 741527 w 2671650"/>
              <a:gd name="connsiteY307" fmla="*/ 486160 h 601039"/>
              <a:gd name="connsiteX308" fmla="*/ 758561 w 2671650"/>
              <a:gd name="connsiteY308" fmla="*/ 486160 h 601039"/>
              <a:gd name="connsiteX309" fmla="*/ 766924 w 2671650"/>
              <a:gd name="connsiteY309" fmla="*/ 483890 h 601039"/>
              <a:gd name="connsiteX310" fmla="*/ 769609 w 2671650"/>
              <a:gd name="connsiteY310" fmla="*/ 476972 h 601039"/>
              <a:gd name="connsiteX311" fmla="*/ 766718 w 2671650"/>
              <a:gd name="connsiteY311" fmla="*/ 471088 h 601039"/>
              <a:gd name="connsiteX312" fmla="*/ 757941 w 2671650"/>
              <a:gd name="connsiteY312" fmla="*/ 469126 h 601039"/>
              <a:gd name="connsiteX313" fmla="*/ 2480444 w 2671650"/>
              <a:gd name="connsiteY313" fmla="*/ 466963 h 601039"/>
              <a:gd name="connsiteX314" fmla="*/ 2467383 w 2671650"/>
              <a:gd name="connsiteY314" fmla="*/ 470103 h 601039"/>
              <a:gd name="connsiteX315" fmla="*/ 2463508 w 2671650"/>
              <a:gd name="connsiteY315" fmla="*/ 473977 h 601039"/>
              <a:gd name="connsiteX316" fmla="*/ 2458345 w 2671650"/>
              <a:gd name="connsiteY316" fmla="*/ 494626 h 601039"/>
              <a:gd name="connsiteX317" fmla="*/ 2463405 w 2671650"/>
              <a:gd name="connsiteY317" fmla="*/ 514243 h 601039"/>
              <a:gd name="connsiteX318" fmla="*/ 2488251 w 2671650"/>
              <a:gd name="connsiteY318" fmla="*/ 517891 h 601039"/>
              <a:gd name="connsiteX319" fmla="*/ 2491899 w 2671650"/>
              <a:gd name="connsiteY319" fmla="*/ 514243 h 601039"/>
              <a:gd name="connsiteX320" fmla="*/ 2491900 w 2671650"/>
              <a:gd name="connsiteY320" fmla="*/ 514243 h 601039"/>
              <a:gd name="connsiteX321" fmla="*/ 2497061 w 2671650"/>
              <a:gd name="connsiteY321" fmla="*/ 494626 h 601039"/>
              <a:gd name="connsiteX322" fmla="*/ 2491900 w 2671650"/>
              <a:gd name="connsiteY322" fmla="*/ 473977 h 601039"/>
              <a:gd name="connsiteX323" fmla="*/ 2480444 w 2671650"/>
              <a:gd name="connsiteY323" fmla="*/ 466963 h 601039"/>
              <a:gd name="connsiteX324" fmla="*/ 2334782 w 2671650"/>
              <a:gd name="connsiteY324" fmla="*/ 466958 h 601039"/>
              <a:gd name="connsiteX325" fmla="*/ 2321654 w 2671650"/>
              <a:gd name="connsiteY325" fmla="*/ 470157 h 601039"/>
              <a:gd name="connsiteX326" fmla="*/ 2317832 w 2671650"/>
              <a:gd name="connsiteY326" fmla="*/ 473979 h 601039"/>
              <a:gd name="connsiteX327" fmla="*/ 2312774 w 2671650"/>
              <a:gd name="connsiteY327" fmla="*/ 494627 h 601039"/>
              <a:gd name="connsiteX328" fmla="*/ 2317832 w 2671650"/>
              <a:gd name="connsiteY328" fmla="*/ 514244 h 601039"/>
              <a:gd name="connsiteX329" fmla="*/ 2342679 w 2671650"/>
              <a:gd name="connsiteY329" fmla="*/ 517892 h 601039"/>
              <a:gd name="connsiteX330" fmla="*/ 2346327 w 2671650"/>
              <a:gd name="connsiteY330" fmla="*/ 514244 h 601039"/>
              <a:gd name="connsiteX331" fmla="*/ 2351386 w 2671650"/>
              <a:gd name="connsiteY331" fmla="*/ 494627 h 601039"/>
              <a:gd name="connsiteX332" fmla="*/ 2346327 w 2671650"/>
              <a:gd name="connsiteY332" fmla="*/ 473979 h 601039"/>
              <a:gd name="connsiteX333" fmla="*/ 2334782 w 2671650"/>
              <a:gd name="connsiteY333" fmla="*/ 466958 h 601039"/>
              <a:gd name="connsiteX334" fmla="*/ 1796372 w 2671650"/>
              <a:gd name="connsiteY334" fmla="*/ 466958 h 601039"/>
              <a:gd name="connsiteX335" fmla="*/ 1783244 w 2671650"/>
              <a:gd name="connsiteY335" fmla="*/ 470157 h 601039"/>
              <a:gd name="connsiteX336" fmla="*/ 1779422 w 2671650"/>
              <a:gd name="connsiteY336" fmla="*/ 473979 h 601039"/>
              <a:gd name="connsiteX337" fmla="*/ 1774364 w 2671650"/>
              <a:gd name="connsiteY337" fmla="*/ 494627 h 601039"/>
              <a:gd name="connsiteX338" fmla="*/ 1779422 w 2671650"/>
              <a:gd name="connsiteY338" fmla="*/ 514244 h 601039"/>
              <a:gd name="connsiteX339" fmla="*/ 1804269 w 2671650"/>
              <a:gd name="connsiteY339" fmla="*/ 517892 h 601039"/>
              <a:gd name="connsiteX340" fmla="*/ 1807917 w 2671650"/>
              <a:gd name="connsiteY340" fmla="*/ 514244 h 601039"/>
              <a:gd name="connsiteX341" fmla="*/ 1812976 w 2671650"/>
              <a:gd name="connsiteY341" fmla="*/ 494627 h 601039"/>
              <a:gd name="connsiteX342" fmla="*/ 1807917 w 2671650"/>
              <a:gd name="connsiteY342" fmla="*/ 473979 h 601039"/>
              <a:gd name="connsiteX343" fmla="*/ 1796372 w 2671650"/>
              <a:gd name="connsiteY343" fmla="*/ 466958 h 601039"/>
              <a:gd name="connsiteX344" fmla="*/ 119107 w 2671650"/>
              <a:gd name="connsiteY344" fmla="*/ 459071 h 601039"/>
              <a:gd name="connsiteX345" fmla="*/ 97371 w 2671650"/>
              <a:gd name="connsiteY345" fmla="*/ 478646 h 601039"/>
              <a:gd name="connsiteX346" fmla="*/ 99266 w 2671650"/>
              <a:gd name="connsiteY346" fmla="*/ 480719 h 601039"/>
              <a:gd name="connsiteX347" fmla="*/ 101131 w 2671650"/>
              <a:gd name="connsiteY347" fmla="*/ 482821 h 601039"/>
              <a:gd name="connsiteX348" fmla="*/ 122868 w 2671650"/>
              <a:gd name="connsiteY348" fmla="*/ 463247 h 601039"/>
              <a:gd name="connsiteX349" fmla="*/ 121002 w 2671650"/>
              <a:gd name="connsiteY349" fmla="*/ 461144 h 601039"/>
              <a:gd name="connsiteX350" fmla="*/ 2603178 w 2671650"/>
              <a:gd name="connsiteY350" fmla="*/ 455955 h 601039"/>
              <a:gd name="connsiteX351" fmla="*/ 2611954 w 2671650"/>
              <a:gd name="connsiteY351" fmla="*/ 455955 h 601039"/>
              <a:gd name="connsiteX352" fmla="*/ 2620833 w 2671650"/>
              <a:gd name="connsiteY352" fmla="*/ 455955 h 601039"/>
              <a:gd name="connsiteX353" fmla="*/ 2635647 w 2671650"/>
              <a:gd name="connsiteY353" fmla="*/ 489388 h 601039"/>
              <a:gd name="connsiteX354" fmla="*/ 2635597 w 2671650"/>
              <a:gd name="connsiteY354" fmla="*/ 489508 h 601039"/>
              <a:gd name="connsiteX355" fmla="*/ 2635700 w 2671650"/>
              <a:gd name="connsiteY355" fmla="*/ 489508 h 601039"/>
              <a:gd name="connsiteX356" fmla="*/ 2635647 w 2671650"/>
              <a:gd name="connsiteY356" fmla="*/ 489388 h 601039"/>
              <a:gd name="connsiteX357" fmla="*/ 2649534 w 2671650"/>
              <a:gd name="connsiteY357" fmla="*/ 455955 h 601039"/>
              <a:gd name="connsiteX358" fmla="*/ 2658001 w 2671650"/>
              <a:gd name="connsiteY358" fmla="*/ 455955 h 601039"/>
              <a:gd name="connsiteX359" fmla="*/ 2666363 w 2671650"/>
              <a:gd name="connsiteY359" fmla="*/ 455955 h 601039"/>
              <a:gd name="connsiteX360" fmla="*/ 2642824 w 2671650"/>
              <a:gd name="connsiteY360" fmla="*/ 503962 h 601039"/>
              <a:gd name="connsiteX361" fmla="*/ 2642824 w 2671650"/>
              <a:gd name="connsiteY361" fmla="*/ 533387 h 601039"/>
              <a:gd name="connsiteX362" fmla="*/ 2635493 w 2671650"/>
              <a:gd name="connsiteY362" fmla="*/ 533387 h 601039"/>
              <a:gd name="connsiteX363" fmla="*/ 2627957 w 2671650"/>
              <a:gd name="connsiteY363" fmla="*/ 533387 h 601039"/>
              <a:gd name="connsiteX364" fmla="*/ 2627957 w 2671650"/>
              <a:gd name="connsiteY364" fmla="*/ 504272 h 601039"/>
              <a:gd name="connsiteX365" fmla="*/ 2382549 w 2671650"/>
              <a:gd name="connsiteY365" fmla="*/ 455955 h 601039"/>
              <a:gd name="connsiteX366" fmla="*/ 2389983 w 2671650"/>
              <a:gd name="connsiteY366" fmla="*/ 455955 h 601039"/>
              <a:gd name="connsiteX367" fmla="*/ 2397416 w 2671650"/>
              <a:gd name="connsiteY367" fmla="*/ 455955 h 601039"/>
              <a:gd name="connsiteX368" fmla="*/ 2397416 w 2671650"/>
              <a:gd name="connsiteY368" fmla="*/ 519552 h 601039"/>
              <a:gd name="connsiteX369" fmla="*/ 2432725 w 2671650"/>
              <a:gd name="connsiteY369" fmla="*/ 519552 h 601039"/>
              <a:gd name="connsiteX370" fmla="*/ 2432725 w 2671650"/>
              <a:gd name="connsiteY370" fmla="*/ 526470 h 601039"/>
              <a:gd name="connsiteX371" fmla="*/ 2432725 w 2671650"/>
              <a:gd name="connsiteY371" fmla="*/ 533283 h 601039"/>
              <a:gd name="connsiteX372" fmla="*/ 2382549 w 2671650"/>
              <a:gd name="connsiteY372" fmla="*/ 533283 h 601039"/>
              <a:gd name="connsiteX373" fmla="*/ 2225207 w 2671650"/>
              <a:gd name="connsiteY373" fmla="*/ 455955 h 601039"/>
              <a:gd name="connsiteX374" fmla="*/ 2232951 w 2671650"/>
              <a:gd name="connsiteY374" fmla="*/ 455955 h 601039"/>
              <a:gd name="connsiteX375" fmla="*/ 2240694 w 2671650"/>
              <a:gd name="connsiteY375" fmla="*/ 455955 h 601039"/>
              <a:gd name="connsiteX376" fmla="*/ 2269292 w 2671650"/>
              <a:gd name="connsiteY376" fmla="*/ 510261 h 601039"/>
              <a:gd name="connsiteX377" fmla="*/ 2269292 w 2671650"/>
              <a:gd name="connsiteY377" fmla="*/ 455955 h 601039"/>
              <a:gd name="connsiteX378" fmla="*/ 2276210 w 2671650"/>
              <a:gd name="connsiteY378" fmla="*/ 455955 h 601039"/>
              <a:gd name="connsiteX379" fmla="*/ 2283229 w 2671650"/>
              <a:gd name="connsiteY379" fmla="*/ 455955 h 601039"/>
              <a:gd name="connsiteX380" fmla="*/ 2283229 w 2671650"/>
              <a:gd name="connsiteY380" fmla="*/ 533283 h 601039"/>
              <a:gd name="connsiteX381" fmla="*/ 2275796 w 2671650"/>
              <a:gd name="connsiteY381" fmla="*/ 533283 h 601039"/>
              <a:gd name="connsiteX382" fmla="*/ 2268362 w 2671650"/>
              <a:gd name="connsiteY382" fmla="*/ 533283 h 601039"/>
              <a:gd name="connsiteX383" fmla="*/ 2239041 w 2671650"/>
              <a:gd name="connsiteY383" fmla="*/ 477532 h 601039"/>
              <a:gd name="connsiteX384" fmla="*/ 2239041 w 2671650"/>
              <a:gd name="connsiteY384" fmla="*/ 533283 h 601039"/>
              <a:gd name="connsiteX385" fmla="*/ 2232125 w 2671650"/>
              <a:gd name="connsiteY385" fmla="*/ 533283 h 601039"/>
              <a:gd name="connsiteX386" fmla="*/ 2225207 w 2671650"/>
              <a:gd name="connsiteY386" fmla="*/ 533283 h 601039"/>
              <a:gd name="connsiteX387" fmla="*/ 2149839 w 2671650"/>
              <a:gd name="connsiteY387" fmla="*/ 455955 h 601039"/>
              <a:gd name="connsiteX388" fmla="*/ 2157170 w 2671650"/>
              <a:gd name="connsiteY388" fmla="*/ 455955 h 601039"/>
              <a:gd name="connsiteX389" fmla="*/ 2164603 w 2671650"/>
              <a:gd name="connsiteY389" fmla="*/ 455955 h 601039"/>
              <a:gd name="connsiteX390" fmla="*/ 2164603 w 2671650"/>
              <a:gd name="connsiteY390" fmla="*/ 484966 h 601039"/>
              <a:gd name="connsiteX391" fmla="*/ 2192478 w 2671650"/>
              <a:gd name="connsiteY391" fmla="*/ 484966 h 601039"/>
              <a:gd name="connsiteX392" fmla="*/ 2192478 w 2671650"/>
              <a:gd name="connsiteY392" fmla="*/ 455955 h 601039"/>
              <a:gd name="connsiteX393" fmla="*/ 2199912 w 2671650"/>
              <a:gd name="connsiteY393" fmla="*/ 455955 h 601039"/>
              <a:gd name="connsiteX394" fmla="*/ 2207345 w 2671650"/>
              <a:gd name="connsiteY394" fmla="*/ 455955 h 601039"/>
              <a:gd name="connsiteX395" fmla="*/ 2207345 w 2671650"/>
              <a:gd name="connsiteY395" fmla="*/ 533283 h 601039"/>
              <a:gd name="connsiteX396" fmla="*/ 2199912 w 2671650"/>
              <a:gd name="connsiteY396" fmla="*/ 533283 h 601039"/>
              <a:gd name="connsiteX397" fmla="*/ 2192478 w 2671650"/>
              <a:gd name="connsiteY397" fmla="*/ 533283 h 601039"/>
              <a:gd name="connsiteX398" fmla="*/ 2192478 w 2671650"/>
              <a:gd name="connsiteY398" fmla="*/ 498285 h 601039"/>
              <a:gd name="connsiteX399" fmla="*/ 2164603 w 2671650"/>
              <a:gd name="connsiteY399" fmla="*/ 498285 h 601039"/>
              <a:gd name="connsiteX400" fmla="*/ 2164603 w 2671650"/>
              <a:gd name="connsiteY400" fmla="*/ 533283 h 601039"/>
              <a:gd name="connsiteX401" fmla="*/ 2157273 w 2671650"/>
              <a:gd name="connsiteY401" fmla="*/ 533283 h 601039"/>
              <a:gd name="connsiteX402" fmla="*/ 2149839 w 2671650"/>
              <a:gd name="connsiteY402" fmla="*/ 533283 h 601039"/>
              <a:gd name="connsiteX403" fmla="*/ 2004681 w 2671650"/>
              <a:gd name="connsiteY403" fmla="*/ 455955 h 601039"/>
              <a:gd name="connsiteX404" fmla="*/ 2057025 w 2671650"/>
              <a:gd name="connsiteY404" fmla="*/ 455955 h 601039"/>
              <a:gd name="connsiteX405" fmla="*/ 2057025 w 2671650"/>
              <a:gd name="connsiteY405" fmla="*/ 462768 h 601039"/>
              <a:gd name="connsiteX406" fmla="*/ 2057025 w 2671650"/>
              <a:gd name="connsiteY406" fmla="*/ 469686 h 601039"/>
              <a:gd name="connsiteX407" fmla="*/ 2019548 w 2671650"/>
              <a:gd name="connsiteY407" fmla="*/ 469686 h 601039"/>
              <a:gd name="connsiteX408" fmla="*/ 2019548 w 2671650"/>
              <a:gd name="connsiteY408" fmla="*/ 486102 h 601039"/>
              <a:gd name="connsiteX409" fmla="*/ 2054341 w 2671650"/>
              <a:gd name="connsiteY409" fmla="*/ 486102 h 601039"/>
              <a:gd name="connsiteX410" fmla="*/ 2054341 w 2671650"/>
              <a:gd name="connsiteY410" fmla="*/ 492709 h 601039"/>
              <a:gd name="connsiteX411" fmla="*/ 2054341 w 2671650"/>
              <a:gd name="connsiteY411" fmla="*/ 499420 h 601039"/>
              <a:gd name="connsiteX412" fmla="*/ 2019548 w 2671650"/>
              <a:gd name="connsiteY412" fmla="*/ 499420 h 601039"/>
              <a:gd name="connsiteX413" fmla="*/ 2019548 w 2671650"/>
              <a:gd name="connsiteY413" fmla="*/ 519552 h 601039"/>
              <a:gd name="connsiteX414" fmla="*/ 2058677 w 2671650"/>
              <a:gd name="connsiteY414" fmla="*/ 519552 h 601039"/>
              <a:gd name="connsiteX415" fmla="*/ 2058677 w 2671650"/>
              <a:gd name="connsiteY415" fmla="*/ 526470 h 601039"/>
              <a:gd name="connsiteX416" fmla="*/ 2058677 w 2671650"/>
              <a:gd name="connsiteY416" fmla="*/ 533283 h 601039"/>
              <a:gd name="connsiteX417" fmla="*/ 2004681 w 2671650"/>
              <a:gd name="connsiteY417" fmla="*/ 533283 h 601039"/>
              <a:gd name="connsiteX418" fmla="*/ 1933959 w 2671650"/>
              <a:gd name="connsiteY418" fmla="*/ 455955 h 601039"/>
              <a:gd name="connsiteX419" fmla="*/ 1991878 w 2671650"/>
              <a:gd name="connsiteY419" fmla="*/ 455955 h 601039"/>
              <a:gd name="connsiteX420" fmla="*/ 1991878 w 2671650"/>
              <a:gd name="connsiteY420" fmla="*/ 462768 h 601039"/>
              <a:gd name="connsiteX421" fmla="*/ 1991878 w 2671650"/>
              <a:gd name="connsiteY421" fmla="*/ 469686 h 601039"/>
              <a:gd name="connsiteX422" fmla="*/ 1970301 w 2671650"/>
              <a:gd name="connsiteY422" fmla="*/ 469686 h 601039"/>
              <a:gd name="connsiteX423" fmla="*/ 1970301 w 2671650"/>
              <a:gd name="connsiteY423" fmla="*/ 533283 h 601039"/>
              <a:gd name="connsiteX424" fmla="*/ 1962970 w 2671650"/>
              <a:gd name="connsiteY424" fmla="*/ 533283 h 601039"/>
              <a:gd name="connsiteX425" fmla="*/ 1955537 w 2671650"/>
              <a:gd name="connsiteY425" fmla="*/ 533283 h 601039"/>
              <a:gd name="connsiteX426" fmla="*/ 1955537 w 2671650"/>
              <a:gd name="connsiteY426" fmla="*/ 469686 h 601039"/>
              <a:gd name="connsiteX427" fmla="*/ 1933959 w 2671650"/>
              <a:gd name="connsiteY427" fmla="*/ 469686 h 601039"/>
              <a:gd name="connsiteX428" fmla="*/ 1933959 w 2671650"/>
              <a:gd name="connsiteY428" fmla="*/ 462873 h 601039"/>
              <a:gd name="connsiteX429" fmla="*/ 1844139 w 2671650"/>
              <a:gd name="connsiteY429" fmla="*/ 455955 h 601039"/>
              <a:gd name="connsiteX430" fmla="*/ 1894727 w 2671650"/>
              <a:gd name="connsiteY430" fmla="*/ 455955 h 601039"/>
              <a:gd name="connsiteX431" fmla="*/ 1894727 w 2671650"/>
              <a:gd name="connsiteY431" fmla="*/ 462768 h 601039"/>
              <a:gd name="connsiteX432" fmla="*/ 1894727 w 2671650"/>
              <a:gd name="connsiteY432" fmla="*/ 469686 h 601039"/>
              <a:gd name="connsiteX433" fmla="*/ 1859006 w 2671650"/>
              <a:gd name="connsiteY433" fmla="*/ 469686 h 601039"/>
              <a:gd name="connsiteX434" fmla="*/ 1859006 w 2671650"/>
              <a:gd name="connsiteY434" fmla="*/ 487238 h 601039"/>
              <a:gd name="connsiteX435" fmla="*/ 1890186 w 2671650"/>
              <a:gd name="connsiteY435" fmla="*/ 487238 h 601039"/>
              <a:gd name="connsiteX436" fmla="*/ 1890186 w 2671650"/>
              <a:gd name="connsiteY436" fmla="*/ 493948 h 601039"/>
              <a:gd name="connsiteX437" fmla="*/ 1890186 w 2671650"/>
              <a:gd name="connsiteY437" fmla="*/ 500556 h 601039"/>
              <a:gd name="connsiteX438" fmla="*/ 1859006 w 2671650"/>
              <a:gd name="connsiteY438" fmla="*/ 500556 h 601039"/>
              <a:gd name="connsiteX439" fmla="*/ 1859006 w 2671650"/>
              <a:gd name="connsiteY439" fmla="*/ 533283 h 601039"/>
              <a:gd name="connsiteX440" fmla="*/ 1851573 w 2671650"/>
              <a:gd name="connsiteY440" fmla="*/ 533283 h 601039"/>
              <a:gd name="connsiteX441" fmla="*/ 1844139 w 2671650"/>
              <a:gd name="connsiteY441" fmla="*/ 533283 h 601039"/>
              <a:gd name="connsiteX442" fmla="*/ 1661400 w 2671650"/>
              <a:gd name="connsiteY442" fmla="*/ 455955 h 601039"/>
              <a:gd name="connsiteX443" fmla="*/ 1713847 w 2671650"/>
              <a:gd name="connsiteY443" fmla="*/ 455955 h 601039"/>
              <a:gd name="connsiteX444" fmla="*/ 1713847 w 2671650"/>
              <a:gd name="connsiteY444" fmla="*/ 462768 h 601039"/>
              <a:gd name="connsiteX445" fmla="*/ 1713847 w 2671650"/>
              <a:gd name="connsiteY445" fmla="*/ 469686 h 601039"/>
              <a:gd name="connsiteX446" fmla="*/ 1676267 w 2671650"/>
              <a:gd name="connsiteY446" fmla="*/ 469686 h 601039"/>
              <a:gd name="connsiteX447" fmla="*/ 1676267 w 2671650"/>
              <a:gd name="connsiteY447" fmla="*/ 486102 h 601039"/>
              <a:gd name="connsiteX448" fmla="*/ 1711060 w 2671650"/>
              <a:gd name="connsiteY448" fmla="*/ 486102 h 601039"/>
              <a:gd name="connsiteX449" fmla="*/ 1711060 w 2671650"/>
              <a:gd name="connsiteY449" fmla="*/ 492709 h 601039"/>
              <a:gd name="connsiteX450" fmla="*/ 1711060 w 2671650"/>
              <a:gd name="connsiteY450" fmla="*/ 499420 h 601039"/>
              <a:gd name="connsiteX451" fmla="*/ 1676267 w 2671650"/>
              <a:gd name="connsiteY451" fmla="*/ 499420 h 601039"/>
              <a:gd name="connsiteX452" fmla="*/ 1676267 w 2671650"/>
              <a:gd name="connsiteY452" fmla="*/ 519552 h 601039"/>
              <a:gd name="connsiteX453" fmla="*/ 1715499 w 2671650"/>
              <a:gd name="connsiteY453" fmla="*/ 519552 h 601039"/>
              <a:gd name="connsiteX454" fmla="*/ 1715499 w 2671650"/>
              <a:gd name="connsiteY454" fmla="*/ 526470 h 601039"/>
              <a:gd name="connsiteX455" fmla="*/ 1715499 w 2671650"/>
              <a:gd name="connsiteY455" fmla="*/ 533283 h 601039"/>
              <a:gd name="connsiteX456" fmla="*/ 1661400 w 2671650"/>
              <a:gd name="connsiteY456" fmla="*/ 533283 h 601039"/>
              <a:gd name="connsiteX457" fmla="*/ 1590782 w 2671650"/>
              <a:gd name="connsiteY457" fmla="*/ 455955 h 601039"/>
              <a:gd name="connsiteX458" fmla="*/ 1648598 w 2671650"/>
              <a:gd name="connsiteY458" fmla="*/ 455955 h 601039"/>
              <a:gd name="connsiteX459" fmla="*/ 1648598 w 2671650"/>
              <a:gd name="connsiteY459" fmla="*/ 462768 h 601039"/>
              <a:gd name="connsiteX460" fmla="*/ 1648598 w 2671650"/>
              <a:gd name="connsiteY460" fmla="*/ 469686 h 601039"/>
              <a:gd name="connsiteX461" fmla="*/ 1627124 w 2671650"/>
              <a:gd name="connsiteY461" fmla="*/ 469686 h 601039"/>
              <a:gd name="connsiteX462" fmla="*/ 1627124 w 2671650"/>
              <a:gd name="connsiteY462" fmla="*/ 533283 h 601039"/>
              <a:gd name="connsiteX463" fmla="*/ 1619690 w 2671650"/>
              <a:gd name="connsiteY463" fmla="*/ 533283 h 601039"/>
              <a:gd name="connsiteX464" fmla="*/ 1612257 w 2671650"/>
              <a:gd name="connsiteY464" fmla="*/ 533283 h 601039"/>
              <a:gd name="connsiteX465" fmla="*/ 1612257 w 2671650"/>
              <a:gd name="connsiteY465" fmla="*/ 469686 h 601039"/>
              <a:gd name="connsiteX466" fmla="*/ 1590782 w 2671650"/>
              <a:gd name="connsiteY466" fmla="*/ 469686 h 601039"/>
              <a:gd name="connsiteX467" fmla="*/ 1590782 w 2671650"/>
              <a:gd name="connsiteY467" fmla="*/ 462873 h 601039"/>
              <a:gd name="connsiteX468" fmla="*/ 1450681 w 2671650"/>
              <a:gd name="connsiteY468" fmla="*/ 455955 h 601039"/>
              <a:gd name="connsiteX469" fmla="*/ 1508497 w 2671650"/>
              <a:gd name="connsiteY469" fmla="*/ 455955 h 601039"/>
              <a:gd name="connsiteX470" fmla="*/ 1508497 w 2671650"/>
              <a:gd name="connsiteY470" fmla="*/ 462768 h 601039"/>
              <a:gd name="connsiteX471" fmla="*/ 1508497 w 2671650"/>
              <a:gd name="connsiteY471" fmla="*/ 469686 h 601039"/>
              <a:gd name="connsiteX472" fmla="*/ 1487023 w 2671650"/>
              <a:gd name="connsiteY472" fmla="*/ 469686 h 601039"/>
              <a:gd name="connsiteX473" fmla="*/ 1487023 w 2671650"/>
              <a:gd name="connsiteY473" fmla="*/ 533283 h 601039"/>
              <a:gd name="connsiteX474" fmla="*/ 1479589 w 2671650"/>
              <a:gd name="connsiteY474" fmla="*/ 533283 h 601039"/>
              <a:gd name="connsiteX475" fmla="*/ 1472156 w 2671650"/>
              <a:gd name="connsiteY475" fmla="*/ 533283 h 601039"/>
              <a:gd name="connsiteX476" fmla="*/ 1472156 w 2671650"/>
              <a:gd name="connsiteY476" fmla="*/ 469686 h 601039"/>
              <a:gd name="connsiteX477" fmla="*/ 1450681 w 2671650"/>
              <a:gd name="connsiteY477" fmla="*/ 469686 h 601039"/>
              <a:gd name="connsiteX478" fmla="*/ 1450681 w 2671650"/>
              <a:gd name="connsiteY478" fmla="*/ 462873 h 601039"/>
              <a:gd name="connsiteX479" fmla="*/ 1424045 w 2671650"/>
              <a:gd name="connsiteY479" fmla="*/ 455955 h 601039"/>
              <a:gd name="connsiteX480" fmla="*/ 1431479 w 2671650"/>
              <a:gd name="connsiteY480" fmla="*/ 455955 h 601039"/>
              <a:gd name="connsiteX481" fmla="*/ 1438912 w 2671650"/>
              <a:gd name="connsiteY481" fmla="*/ 455955 h 601039"/>
              <a:gd name="connsiteX482" fmla="*/ 1438912 w 2671650"/>
              <a:gd name="connsiteY482" fmla="*/ 533283 h 601039"/>
              <a:gd name="connsiteX483" fmla="*/ 1431582 w 2671650"/>
              <a:gd name="connsiteY483" fmla="*/ 533283 h 601039"/>
              <a:gd name="connsiteX484" fmla="*/ 1424045 w 2671650"/>
              <a:gd name="connsiteY484" fmla="*/ 533283 h 601039"/>
              <a:gd name="connsiteX485" fmla="*/ 1354666 w 2671650"/>
              <a:gd name="connsiteY485" fmla="*/ 455955 h 601039"/>
              <a:gd name="connsiteX486" fmla="*/ 1412482 w 2671650"/>
              <a:gd name="connsiteY486" fmla="*/ 455955 h 601039"/>
              <a:gd name="connsiteX487" fmla="*/ 1412482 w 2671650"/>
              <a:gd name="connsiteY487" fmla="*/ 462768 h 601039"/>
              <a:gd name="connsiteX488" fmla="*/ 1412482 w 2671650"/>
              <a:gd name="connsiteY488" fmla="*/ 469686 h 601039"/>
              <a:gd name="connsiteX489" fmla="*/ 1391008 w 2671650"/>
              <a:gd name="connsiteY489" fmla="*/ 469686 h 601039"/>
              <a:gd name="connsiteX490" fmla="*/ 1391008 w 2671650"/>
              <a:gd name="connsiteY490" fmla="*/ 533283 h 601039"/>
              <a:gd name="connsiteX491" fmla="*/ 1383574 w 2671650"/>
              <a:gd name="connsiteY491" fmla="*/ 533283 h 601039"/>
              <a:gd name="connsiteX492" fmla="*/ 1376141 w 2671650"/>
              <a:gd name="connsiteY492" fmla="*/ 533283 h 601039"/>
              <a:gd name="connsiteX493" fmla="*/ 1376141 w 2671650"/>
              <a:gd name="connsiteY493" fmla="*/ 469686 h 601039"/>
              <a:gd name="connsiteX494" fmla="*/ 1354666 w 2671650"/>
              <a:gd name="connsiteY494" fmla="*/ 469686 h 601039"/>
              <a:gd name="connsiteX495" fmla="*/ 1354666 w 2671650"/>
              <a:gd name="connsiteY495" fmla="*/ 462873 h 601039"/>
              <a:gd name="connsiteX496" fmla="*/ 1214359 w 2671650"/>
              <a:gd name="connsiteY496" fmla="*/ 455955 h 601039"/>
              <a:gd name="connsiteX497" fmla="*/ 1222206 w 2671650"/>
              <a:gd name="connsiteY497" fmla="*/ 455955 h 601039"/>
              <a:gd name="connsiteX498" fmla="*/ 1229949 w 2671650"/>
              <a:gd name="connsiteY498" fmla="*/ 455955 h 601039"/>
              <a:gd name="connsiteX499" fmla="*/ 1258547 w 2671650"/>
              <a:gd name="connsiteY499" fmla="*/ 510261 h 601039"/>
              <a:gd name="connsiteX500" fmla="*/ 1258547 w 2671650"/>
              <a:gd name="connsiteY500" fmla="*/ 455955 h 601039"/>
              <a:gd name="connsiteX501" fmla="*/ 1265465 w 2671650"/>
              <a:gd name="connsiteY501" fmla="*/ 455955 h 601039"/>
              <a:gd name="connsiteX502" fmla="*/ 1272485 w 2671650"/>
              <a:gd name="connsiteY502" fmla="*/ 455955 h 601039"/>
              <a:gd name="connsiteX503" fmla="*/ 1272485 w 2671650"/>
              <a:gd name="connsiteY503" fmla="*/ 533283 h 601039"/>
              <a:gd name="connsiteX504" fmla="*/ 1265052 w 2671650"/>
              <a:gd name="connsiteY504" fmla="*/ 533283 h 601039"/>
              <a:gd name="connsiteX505" fmla="*/ 1257618 w 2671650"/>
              <a:gd name="connsiteY505" fmla="*/ 533283 h 601039"/>
              <a:gd name="connsiteX506" fmla="*/ 1228297 w 2671650"/>
              <a:gd name="connsiteY506" fmla="*/ 477532 h 601039"/>
              <a:gd name="connsiteX507" fmla="*/ 1228297 w 2671650"/>
              <a:gd name="connsiteY507" fmla="*/ 533283 h 601039"/>
              <a:gd name="connsiteX508" fmla="*/ 1221380 w 2671650"/>
              <a:gd name="connsiteY508" fmla="*/ 533283 h 601039"/>
              <a:gd name="connsiteX509" fmla="*/ 1214359 w 2671650"/>
              <a:gd name="connsiteY509" fmla="*/ 533283 h 601039"/>
              <a:gd name="connsiteX510" fmla="*/ 1182457 w 2671650"/>
              <a:gd name="connsiteY510" fmla="*/ 455955 h 601039"/>
              <a:gd name="connsiteX511" fmla="*/ 1189788 w 2671650"/>
              <a:gd name="connsiteY511" fmla="*/ 455955 h 601039"/>
              <a:gd name="connsiteX512" fmla="*/ 1197324 w 2671650"/>
              <a:gd name="connsiteY512" fmla="*/ 455955 h 601039"/>
              <a:gd name="connsiteX513" fmla="*/ 1197324 w 2671650"/>
              <a:gd name="connsiteY513" fmla="*/ 533283 h 601039"/>
              <a:gd name="connsiteX514" fmla="*/ 1189891 w 2671650"/>
              <a:gd name="connsiteY514" fmla="*/ 533283 h 601039"/>
              <a:gd name="connsiteX515" fmla="*/ 1182457 w 2671650"/>
              <a:gd name="connsiteY515" fmla="*/ 533283 h 601039"/>
              <a:gd name="connsiteX516" fmla="*/ 994762 w 2671650"/>
              <a:gd name="connsiteY516" fmla="*/ 455955 h 601039"/>
              <a:gd name="connsiteX517" fmla="*/ 1002506 w 2671650"/>
              <a:gd name="connsiteY517" fmla="*/ 455955 h 601039"/>
              <a:gd name="connsiteX518" fmla="*/ 1010352 w 2671650"/>
              <a:gd name="connsiteY518" fmla="*/ 455955 h 601039"/>
              <a:gd name="connsiteX519" fmla="*/ 1038847 w 2671650"/>
              <a:gd name="connsiteY519" fmla="*/ 510261 h 601039"/>
              <a:gd name="connsiteX520" fmla="*/ 1038847 w 2671650"/>
              <a:gd name="connsiteY520" fmla="*/ 455955 h 601039"/>
              <a:gd name="connsiteX521" fmla="*/ 1045764 w 2671650"/>
              <a:gd name="connsiteY521" fmla="*/ 455955 h 601039"/>
              <a:gd name="connsiteX522" fmla="*/ 1052784 w 2671650"/>
              <a:gd name="connsiteY522" fmla="*/ 455955 h 601039"/>
              <a:gd name="connsiteX523" fmla="*/ 1052784 w 2671650"/>
              <a:gd name="connsiteY523" fmla="*/ 533283 h 601039"/>
              <a:gd name="connsiteX524" fmla="*/ 1045352 w 2671650"/>
              <a:gd name="connsiteY524" fmla="*/ 533283 h 601039"/>
              <a:gd name="connsiteX525" fmla="*/ 1037918 w 2671650"/>
              <a:gd name="connsiteY525" fmla="*/ 533283 h 601039"/>
              <a:gd name="connsiteX526" fmla="*/ 1008596 w 2671650"/>
              <a:gd name="connsiteY526" fmla="*/ 477532 h 601039"/>
              <a:gd name="connsiteX527" fmla="*/ 1008596 w 2671650"/>
              <a:gd name="connsiteY527" fmla="*/ 533283 h 601039"/>
              <a:gd name="connsiteX528" fmla="*/ 1001680 w 2671650"/>
              <a:gd name="connsiteY528" fmla="*/ 533283 h 601039"/>
              <a:gd name="connsiteX529" fmla="*/ 994762 w 2671650"/>
              <a:gd name="connsiteY529" fmla="*/ 533283 h 601039"/>
              <a:gd name="connsiteX530" fmla="*/ 962757 w 2671650"/>
              <a:gd name="connsiteY530" fmla="*/ 455955 h 601039"/>
              <a:gd name="connsiteX531" fmla="*/ 970191 w 2671650"/>
              <a:gd name="connsiteY531" fmla="*/ 455955 h 601039"/>
              <a:gd name="connsiteX532" fmla="*/ 977624 w 2671650"/>
              <a:gd name="connsiteY532" fmla="*/ 455955 h 601039"/>
              <a:gd name="connsiteX533" fmla="*/ 977624 w 2671650"/>
              <a:gd name="connsiteY533" fmla="*/ 533283 h 601039"/>
              <a:gd name="connsiteX534" fmla="*/ 970191 w 2671650"/>
              <a:gd name="connsiteY534" fmla="*/ 533283 h 601039"/>
              <a:gd name="connsiteX535" fmla="*/ 962757 w 2671650"/>
              <a:gd name="connsiteY535" fmla="*/ 533283 h 601039"/>
              <a:gd name="connsiteX536" fmla="*/ 872110 w 2671650"/>
              <a:gd name="connsiteY536" fmla="*/ 455955 h 601039"/>
              <a:gd name="connsiteX537" fmla="*/ 879544 w 2671650"/>
              <a:gd name="connsiteY537" fmla="*/ 455955 h 601039"/>
              <a:gd name="connsiteX538" fmla="*/ 886977 w 2671650"/>
              <a:gd name="connsiteY538" fmla="*/ 455955 h 601039"/>
              <a:gd name="connsiteX539" fmla="*/ 886977 w 2671650"/>
              <a:gd name="connsiteY539" fmla="*/ 533283 h 601039"/>
              <a:gd name="connsiteX540" fmla="*/ 879647 w 2671650"/>
              <a:gd name="connsiteY540" fmla="*/ 533283 h 601039"/>
              <a:gd name="connsiteX541" fmla="*/ 872110 w 2671650"/>
              <a:gd name="connsiteY541" fmla="*/ 533283 h 601039"/>
              <a:gd name="connsiteX542" fmla="*/ 803247 w 2671650"/>
              <a:gd name="connsiteY542" fmla="*/ 455955 h 601039"/>
              <a:gd name="connsiteX543" fmla="*/ 855591 w 2671650"/>
              <a:gd name="connsiteY543" fmla="*/ 455955 h 601039"/>
              <a:gd name="connsiteX544" fmla="*/ 855591 w 2671650"/>
              <a:gd name="connsiteY544" fmla="*/ 462768 h 601039"/>
              <a:gd name="connsiteX545" fmla="*/ 855591 w 2671650"/>
              <a:gd name="connsiteY545" fmla="*/ 469686 h 601039"/>
              <a:gd name="connsiteX546" fmla="*/ 818114 w 2671650"/>
              <a:gd name="connsiteY546" fmla="*/ 469686 h 601039"/>
              <a:gd name="connsiteX547" fmla="*/ 818114 w 2671650"/>
              <a:gd name="connsiteY547" fmla="*/ 486102 h 601039"/>
              <a:gd name="connsiteX548" fmla="*/ 852907 w 2671650"/>
              <a:gd name="connsiteY548" fmla="*/ 486102 h 601039"/>
              <a:gd name="connsiteX549" fmla="*/ 852907 w 2671650"/>
              <a:gd name="connsiteY549" fmla="*/ 492709 h 601039"/>
              <a:gd name="connsiteX550" fmla="*/ 852907 w 2671650"/>
              <a:gd name="connsiteY550" fmla="*/ 499420 h 601039"/>
              <a:gd name="connsiteX551" fmla="*/ 818114 w 2671650"/>
              <a:gd name="connsiteY551" fmla="*/ 499420 h 601039"/>
              <a:gd name="connsiteX552" fmla="*/ 818114 w 2671650"/>
              <a:gd name="connsiteY552" fmla="*/ 519552 h 601039"/>
              <a:gd name="connsiteX553" fmla="*/ 857243 w 2671650"/>
              <a:gd name="connsiteY553" fmla="*/ 519552 h 601039"/>
              <a:gd name="connsiteX554" fmla="*/ 857243 w 2671650"/>
              <a:gd name="connsiteY554" fmla="*/ 526470 h 601039"/>
              <a:gd name="connsiteX555" fmla="*/ 857243 w 2671650"/>
              <a:gd name="connsiteY555" fmla="*/ 533283 h 601039"/>
              <a:gd name="connsiteX556" fmla="*/ 803247 w 2671650"/>
              <a:gd name="connsiteY556" fmla="*/ 533283 h 601039"/>
              <a:gd name="connsiteX557" fmla="*/ 727279 w 2671650"/>
              <a:gd name="connsiteY557" fmla="*/ 455808 h 601039"/>
              <a:gd name="connsiteX558" fmla="*/ 762071 w 2671650"/>
              <a:gd name="connsiteY558" fmla="*/ 455808 h 601039"/>
              <a:gd name="connsiteX559" fmla="*/ 778177 w 2671650"/>
              <a:gd name="connsiteY559" fmla="*/ 460969 h 601039"/>
              <a:gd name="connsiteX560" fmla="*/ 784063 w 2671650"/>
              <a:gd name="connsiteY560" fmla="*/ 475423 h 601039"/>
              <a:gd name="connsiteX561" fmla="*/ 777454 w 2671650"/>
              <a:gd name="connsiteY561" fmla="*/ 489980 h 601039"/>
              <a:gd name="connsiteX562" fmla="*/ 775080 w 2671650"/>
              <a:gd name="connsiteY562" fmla="*/ 491529 h 601039"/>
              <a:gd name="connsiteX563" fmla="*/ 779623 w 2671650"/>
              <a:gd name="connsiteY563" fmla="*/ 494110 h 601039"/>
              <a:gd name="connsiteX564" fmla="*/ 786436 w 2671650"/>
              <a:gd name="connsiteY564" fmla="*/ 508977 h 601039"/>
              <a:gd name="connsiteX565" fmla="*/ 779623 w 2671650"/>
              <a:gd name="connsiteY565" fmla="*/ 526941 h 601039"/>
              <a:gd name="connsiteX566" fmla="*/ 759903 w 2671650"/>
              <a:gd name="connsiteY566" fmla="*/ 533136 h 601039"/>
              <a:gd name="connsiteX567" fmla="*/ 727589 w 2671650"/>
              <a:gd name="connsiteY567" fmla="*/ 533136 h 601039"/>
              <a:gd name="connsiteX568" fmla="*/ 930151 w 2671650"/>
              <a:gd name="connsiteY568" fmla="*/ 455808 h 601039"/>
              <a:gd name="connsiteX569" fmla="*/ 944915 w 2671650"/>
              <a:gd name="connsiteY569" fmla="*/ 455808 h 601039"/>
              <a:gd name="connsiteX570" fmla="*/ 944915 w 2671650"/>
              <a:gd name="connsiteY570" fmla="*/ 511455 h 601039"/>
              <a:gd name="connsiteX571" fmla="*/ 939133 w 2671650"/>
              <a:gd name="connsiteY571" fmla="*/ 529213 h 601039"/>
              <a:gd name="connsiteX572" fmla="*/ 921994 w 2671650"/>
              <a:gd name="connsiteY572" fmla="*/ 535305 h 601039"/>
              <a:gd name="connsiteX573" fmla="*/ 904340 w 2671650"/>
              <a:gd name="connsiteY573" fmla="*/ 528593 h 601039"/>
              <a:gd name="connsiteX574" fmla="*/ 899075 w 2671650"/>
              <a:gd name="connsiteY574" fmla="*/ 507945 h 601039"/>
              <a:gd name="connsiteX575" fmla="*/ 899075 w 2671650"/>
              <a:gd name="connsiteY575" fmla="*/ 503919 h 601039"/>
              <a:gd name="connsiteX576" fmla="*/ 913219 w 2671650"/>
              <a:gd name="connsiteY576" fmla="*/ 503919 h 601039"/>
              <a:gd name="connsiteX577" fmla="*/ 913219 w 2671650"/>
              <a:gd name="connsiteY577" fmla="*/ 508565 h 601039"/>
              <a:gd name="connsiteX578" fmla="*/ 915181 w 2671650"/>
              <a:gd name="connsiteY578" fmla="*/ 518889 h 601039"/>
              <a:gd name="connsiteX579" fmla="*/ 921891 w 2671650"/>
              <a:gd name="connsiteY579" fmla="*/ 522296 h 601039"/>
              <a:gd name="connsiteX580" fmla="*/ 928189 w 2671650"/>
              <a:gd name="connsiteY580" fmla="*/ 519818 h 601039"/>
              <a:gd name="connsiteX581" fmla="*/ 930151 w 2671650"/>
              <a:gd name="connsiteY581" fmla="*/ 511765 h 601039"/>
              <a:gd name="connsiteX582" fmla="*/ 1520182 w 2671650"/>
              <a:gd name="connsiteY582" fmla="*/ 455705 h 601039"/>
              <a:gd name="connsiteX583" fmla="*/ 1535049 w 2671650"/>
              <a:gd name="connsiteY583" fmla="*/ 455705 h 601039"/>
              <a:gd name="connsiteX584" fmla="*/ 1535049 w 2671650"/>
              <a:gd name="connsiteY584" fmla="*/ 504435 h 601039"/>
              <a:gd name="connsiteX585" fmla="*/ 1538559 w 2671650"/>
              <a:gd name="connsiteY585" fmla="*/ 516928 h 601039"/>
              <a:gd name="connsiteX586" fmla="*/ 1548883 w 2671650"/>
              <a:gd name="connsiteY586" fmla="*/ 521057 h 601039"/>
              <a:gd name="connsiteX587" fmla="*/ 1559207 w 2671650"/>
              <a:gd name="connsiteY587" fmla="*/ 517238 h 601039"/>
              <a:gd name="connsiteX588" fmla="*/ 1562408 w 2671650"/>
              <a:gd name="connsiteY588" fmla="*/ 504435 h 601039"/>
              <a:gd name="connsiteX589" fmla="*/ 1562408 w 2671650"/>
              <a:gd name="connsiteY589" fmla="*/ 455705 h 601039"/>
              <a:gd name="connsiteX590" fmla="*/ 1577688 w 2671650"/>
              <a:gd name="connsiteY590" fmla="*/ 455705 h 601039"/>
              <a:gd name="connsiteX591" fmla="*/ 1577688 w 2671650"/>
              <a:gd name="connsiteY591" fmla="*/ 503920 h 601039"/>
              <a:gd name="connsiteX592" fmla="*/ 1570977 w 2671650"/>
              <a:gd name="connsiteY592" fmla="*/ 527872 h 601039"/>
              <a:gd name="connsiteX593" fmla="*/ 1548986 w 2671650"/>
              <a:gd name="connsiteY593" fmla="*/ 535203 h 601039"/>
              <a:gd name="connsiteX594" fmla="*/ 1527306 w 2671650"/>
              <a:gd name="connsiteY594" fmla="*/ 527562 h 601039"/>
              <a:gd name="connsiteX595" fmla="*/ 1520182 w 2671650"/>
              <a:gd name="connsiteY595" fmla="*/ 503920 h 601039"/>
              <a:gd name="connsiteX596" fmla="*/ 2475842 w 2671650"/>
              <a:gd name="connsiteY596" fmla="*/ 454000 h 601039"/>
              <a:gd name="connsiteX597" fmla="*/ 2500004 w 2671650"/>
              <a:gd name="connsiteY597" fmla="*/ 462465 h 601039"/>
              <a:gd name="connsiteX598" fmla="*/ 2502637 w 2671650"/>
              <a:gd name="connsiteY598" fmla="*/ 465099 h 601039"/>
              <a:gd name="connsiteX599" fmla="*/ 2511929 w 2671650"/>
              <a:gd name="connsiteY599" fmla="*/ 495143 h 601039"/>
              <a:gd name="connsiteX600" fmla="*/ 2502637 w 2671650"/>
              <a:gd name="connsiteY600" fmla="*/ 524567 h 601039"/>
              <a:gd name="connsiteX601" fmla="*/ 2454789 w 2671650"/>
              <a:gd name="connsiteY601" fmla="*/ 526585 h 601039"/>
              <a:gd name="connsiteX602" fmla="*/ 2452770 w 2671650"/>
              <a:gd name="connsiteY602" fmla="*/ 524567 h 601039"/>
              <a:gd name="connsiteX603" fmla="*/ 2443478 w 2671650"/>
              <a:gd name="connsiteY603" fmla="*/ 495143 h 601039"/>
              <a:gd name="connsiteX604" fmla="*/ 2452770 w 2671650"/>
              <a:gd name="connsiteY604" fmla="*/ 465099 h 601039"/>
              <a:gd name="connsiteX605" fmla="*/ 2475842 w 2671650"/>
              <a:gd name="connsiteY605" fmla="*/ 454000 h 601039"/>
              <a:gd name="connsiteX606" fmla="*/ 2330250 w 2671650"/>
              <a:gd name="connsiteY606" fmla="*/ 453993 h 601039"/>
              <a:gd name="connsiteX607" fmla="*/ 2354477 w 2671650"/>
              <a:gd name="connsiteY607" fmla="*/ 462512 h 601039"/>
              <a:gd name="connsiteX608" fmla="*/ 2357064 w 2671650"/>
              <a:gd name="connsiteY608" fmla="*/ 465099 h 601039"/>
              <a:gd name="connsiteX609" fmla="*/ 2366253 w 2671650"/>
              <a:gd name="connsiteY609" fmla="*/ 495143 h 601039"/>
              <a:gd name="connsiteX610" fmla="*/ 2357064 w 2671650"/>
              <a:gd name="connsiteY610" fmla="*/ 524569 h 601039"/>
              <a:gd name="connsiteX611" fmla="*/ 2309070 w 2671650"/>
              <a:gd name="connsiteY611" fmla="*/ 526541 h 601039"/>
              <a:gd name="connsiteX612" fmla="*/ 2307096 w 2671650"/>
              <a:gd name="connsiteY612" fmla="*/ 524569 h 601039"/>
              <a:gd name="connsiteX613" fmla="*/ 2307095 w 2671650"/>
              <a:gd name="connsiteY613" fmla="*/ 524569 h 601039"/>
              <a:gd name="connsiteX614" fmla="*/ 2297907 w 2671650"/>
              <a:gd name="connsiteY614" fmla="*/ 495143 h 601039"/>
              <a:gd name="connsiteX615" fmla="*/ 2307095 w 2671650"/>
              <a:gd name="connsiteY615" fmla="*/ 465099 h 601039"/>
              <a:gd name="connsiteX616" fmla="*/ 2330250 w 2671650"/>
              <a:gd name="connsiteY616" fmla="*/ 453993 h 601039"/>
              <a:gd name="connsiteX617" fmla="*/ 1791840 w 2671650"/>
              <a:gd name="connsiteY617" fmla="*/ 453993 h 601039"/>
              <a:gd name="connsiteX618" fmla="*/ 1816067 w 2671650"/>
              <a:gd name="connsiteY618" fmla="*/ 462512 h 601039"/>
              <a:gd name="connsiteX619" fmla="*/ 1818654 w 2671650"/>
              <a:gd name="connsiteY619" fmla="*/ 465099 h 601039"/>
              <a:gd name="connsiteX620" fmla="*/ 1827843 w 2671650"/>
              <a:gd name="connsiteY620" fmla="*/ 495143 h 601039"/>
              <a:gd name="connsiteX621" fmla="*/ 1818654 w 2671650"/>
              <a:gd name="connsiteY621" fmla="*/ 524569 h 601039"/>
              <a:gd name="connsiteX622" fmla="*/ 1770660 w 2671650"/>
              <a:gd name="connsiteY622" fmla="*/ 526541 h 601039"/>
              <a:gd name="connsiteX623" fmla="*/ 1768686 w 2671650"/>
              <a:gd name="connsiteY623" fmla="*/ 524569 h 601039"/>
              <a:gd name="connsiteX624" fmla="*/ 1768685 w 2671650"/>
              <a:gd name="connsiteY624" fmla="*/ 524569 h 601039"/>
              <a:gd name="connsiteX625" fmla="*/ 1759497 w 2671650"/>
              <a:gd name="connsiteY625" fmla="*/ 495143 h 601039"/>
              <a:gd name="connsiteX626" fmla="*/ 1768685 w 2671650"/>
              <a:gd name="connsiteY626" fmla="*/ 465099 h 601039"/>
              <a:gd name="connsiteX627" fmla="*/ 1791840 w 2671650"/>
              <a:gd name="connsiteY627" fmla="*/ 453993 h 601039"/>
              <a:gd name="connsiteX628" fmla="*/ 2559420 w 2671650"/>
              <a:gd name="connsiteY628" fmla="*/ 453948 h 601039"/>
              <a:gd name="connsiteX629" fmla="*/ 2580791 w 2671650"/>
              <a:gd name="connsiteY629" fmla="*/ 460969 h 601039"/>
              <a:gd name="connsiteX630" fmla="*/ 2590600 w 2671650"/>
              <a:gd name="connsiteY630" fmla="*/ 479965 h 601039"/>
              <a:gd name="connsiteX631" fmla="*/ 2576043 w 2671650"/>
              <a:gd name="connsiteY631" fmla="*/ 479965 h 601039"/>
              <a:gd name="connsiteX632" fmla="*/ 2570777 w 2671650"/>
              <a:gd name="connsiteY632" fmla="*/ 471190 h 601039"/>
              <a:gd name="connsiteX633" fmla="*/ 2560453 w 2671650"/>
              <a:gd name="connsiteY633" fmla="*/ 467370 h 601039"/>
              <a:gd name="connsiteX634" fmla="*/ 2545276 w 2671650"/>
              <a:gd name="connsiteY634" fmla="*/ 474597 h 601039"/>
              <a:gd name="connsiteX635" fmla="*/ 2545276 w 2671650"/>
              <a:gd name="connsiteY635" fmla="*/ 514860 h 601039"/>
              <a:gd name="connsiteX636" fmla="*/ 2560660 w 2671650"/>
              <a:gd name="connsiteY636" fmla="*/ 521778 h 601039"/>
              <a:gd name="connsiteX637" fmla="*/ 2574081 w 2671650"/>
              <a:gd name="connsiteY637" fmla="*/ 514551 h 601039"/>
              <a:gd name="connsiteX638" fmla="*/ 2578004 w 2671650"/>
              <a:gd name="connsiteY638" fmla="*/ 505053 h 601039"/>
              <a:gd name="connsiteX639" fmla="*/ 2561279 w 2671650"/>
              <a:gd name="connsiteY639" fmla="*/ 505053 h 601039"/>
              <a:gd name="connsiteX640" fmla="*/ 2561279 w 2671650"/>
              <a:gd name="connsiteY640" fmla="*/ 491735 h 601039"/>
              <a:gd name="connsiteX641" fmla="*/ 2591116 w 2671650"/>
              <a:gd name="connsiteY641" fmla="*/ 491735 h 601039"/>
              <a:gd name="connsiteX642" fmla="*/ 2591116 w 2671650"/>
              <a:gd name="connsiteY642" fmla="*/ 533032 h 601039"/>
              <a:gd name="connsiteX643" fmla="*/ 2580791 w 2671650"/>
              <a:gd name="connsiteY643" fmla="*/ 533032 h 601039"/>
              <a:gd name="connsiteX644" fmla="*/ 2579347 w 2671650"/>
              <a:gd name="connsiteY644" fmla="*/ 522708 h 601039"/>
              <a:gd name="connsiteX645" fmla="*/ 2579140 w 2671650"/>
              <a:gd name="connsiteY645" fmla="*/ 524566 h 601039"/>
              <a:gd name="connsiteX646" fmla="*/ 2558491 w 2671650"/>
              <a:gd name="connsiteY646" fmla="*/ 535510 h 601039"/>
              <a:gd name="connsiteX647" fmla="*/ 2558491 w 2671650"/>
              <a:gd name="connsiteY647" fmla="*/ 534890 h 601039"/>
              <a:gd name="connsiteX648" fmla="*/ 2533713 w 2671650"/>
              <a:gd name="connsiteY648" fmla="*/ 524566 h 601039"/>
              <a:gd name="connsiteX649" fmla="*/ 2533713 w 2671650"/>
              <a:gd name="connsiteY649" fmla="*/ 465098 h 601039"/>
              <a:gd name="connsiteX650" fmla="*/ 2559420 w 2671650"/>
              <a:gd name="connsiteY650" fmla="*/ 453948 h 601039"/>
              <a:gd name="connsiteX651" fmla="*/ 2104844 w 2671650"/>
              <a:gd name="connsiteY651" fmla="*/ 453742 h 601039"/>
              <a:gd name="connsiteX652" fmla="*/ 2125492 w 2671650"/>
              <a:gd name="connsiteY652" fmla="*/ 461176 h 601039"/>
              <a:gd name="connsiteX653" fmla="*/ 2135817 w 2671650"/>
              <a:gd name="connsiteY653" fmla="*/ 481307 h 601039"/>
              <a:gd name="connsiteX654" fmla="*/ 2120950 w 2671650"/>
              <a:gd name="connsiteY654" fmla="*/ 481307 h 601039"/>
              <a:gd name="connsiteX655" fmla="*/ 2115994 w 2671650"/>
              <a:gd name="connsiteY655" fmla="*/ 470983 h 601039"/>
              <a:gd name="connsiteX656" fmla="*/ 2105670 w 2671650"/>
              <a:gd name="connsiteY656" fmla="*/ 467266 h 601039"/>
              <a:gd name="connsiteX657" fmla="*/ 2092662 w 2671650"/>
              <a:gd name="connsiteY657" fmla="*/ 474494 h 601039"/>
              <a:gd name="connsiteX658" fmla="*/ 2088015 w 2671650"/>
              <a:gd name="connsiteY658" fmla="*/ 494419 h 601039"/>
              <a:gd name="connsiteX659" fmla="*/ 2092662 w 2671650"/>
              <a:gd name="connsiteY659" fmla="*/ 513828 h 601039"/>
              <a:gd name="connsiteX660" fmla="*/ 2114734 w 2671650"/>
              <a:gd name="connsiteY660" fmla="*/ 518111 h 601039"/>
              <a:gd name="connsiteX661" fmla="*/ 2116510 w 2671650"/>
              <a:gd name="connsiteY661" fmla="*/ 516719 h 601039"/>
              <a:gd name="connsiteX662" fmla="*/ 2121466 w 2671650"/>
              <a:gd name="connsiteY662" fmla="*/ 505672 h 601039"/>
              <a:gd name="connsiteX663" fmla="*/ 2135198 w 2671650"/>
              <a:gd name="connsiteY663" fmla="*/ 506085 h 601039"/>
              <a:gd name="connsiteX664" fmla="*/ 2125492 w 2671650"/>
              <a:gd name="connsiteY664" fmla="*/ 527353 h 601039"/>
              <a:gd name="connsiteX665" fmla="*/ 2104844 w 2671650"/>
              <a:gd name="connsiteY665" fmla="*/ 535303 h 601039"/>
              <a:gd name="connsiteX666" fmla="*/ 2080994 w 2671650"/>
              <a:gd name="connsiteY666" fmla="*/ 524360 h 601039"/>
              <a:gd name="connsiteX667" fmla="*/ 2072116 w 2671650"/>
              <a:gd name="connsiteY667" fmla="*/ 494935 h 601039"/>
              <a:gd name="connsiteX668" fmla="*/ 2080994 w 2671650"/>
              <a:gd name="connsiteY668" fmla="*/ 464892 h 601039"/>
              <a:gd name="connsiteX669" fmla="*/ 2104844 w 2671650"/>
              <a:gd name="connsiteY669" fmla="*/ 453742 h 601039"/>
              <a:gd name="connsiteX670" fmla="*/ 1316173 w 2671650"/>
              <a:gd name="connsiteY670" fmla="*/ 453741 h 601039"/>
              <a:gd name="connsiteX671" fmla="*/ 1335686 w 2671650"/>
              <a:gd name="connsiteY671" fmla="*/ 460556 h 601039"/>
              <a:gd name="connsiteX672" fmla="*/ 1343946 w 2671650"/>
              <a:gd name="connsiteY672" fmla="*/ 479036 h 601039"/>
              <a:gd name="connsiteX673" fmla="*/ 1328872 w 2671650"/>
              <a:gd name="connsiteY673" fmla="*/ 479036 h 601039"/>
              <a:gd name="connsiteX674" fmla="*/ 1324432 w 2671650"/>
              <a:gd name="connsiteY674" fmla="*/ 470260 h 601039"/>
              <a:gd name="connsiteX675" fmla="*/ 1314108 w 2671650"/>
              <a:gd name="connsiteY675" fmla="*/ 467060 h 601039"/>
              <a:gd name="connsiteX676" fmla="*/ 1305332 w 2671650"/>
              <a:gd name="connsiteY676" fmla="*/ 469744 h 601039"/>
              <a:gd name="connsiteX677" fmla="*/ 1302132 w 2671650"/>
              <a:gd name="connsiteY677" fmla="*/ 477280 h 601039"/>
              <a:gd name="connsiteX678" fmla="*/ 1305435 w 2671650"/>
              <a:gd name="connsiteY678" fmla="*/ 482649 h 601039"/>
              <a:gd name="connsiteX679" fmla="*/ 1319476 w 2671650"/>
              <a:gd name="connsiteY679" fmla="*/ 487089 h 601039"/>
              <a:gd name="connsiteX680" fmla="*/ 1340125 w 2671650"/>
              <a:gd name="connsiteY680" fmla="*/ 495864 h 601039"/>
              <a:gd name="connsiteX681" fmla="*/ 1345288 w 2671650"/>
              <a:gd name="connsiteY681" fmla="*/ 511557 h 601039"/>
              <a:gd name="connsiteX682" fmla="*/ 1337440 w 2671650"/>
              <a:gd name="connsiteY682" fmla="*/ 528902 h 601039"/>
              <a:gd name="connsiteX683" fmla="*/ 1316070 w 2671650"/>
              <a:gd name="connsiteY683" fmla="*/ 535303 h 601039"/>
              <a:gd name="connsiteX684" fmla="*/ 1295421 w 2671650"/>
              <a:gd name="connsiteY684" fmla="*/ 528489 h 601039"/>
              <a:gd name="connsiteX685" fmla="*/ 1287265 w 2671650"/>
              <a:gd name="connsiteY685" fmla="*/ 509182 h 601039"/>
              <a:gd name="connsiteX686" fmla="*/ 1301616 w 2671650"/>
              <a:gd name="connsiteY686" fmla="*/ 509183 h 601039"/>
              <a:gd name="connsiteX687" fmla="*/ 1305745 w 2671650"/>
              <a:gd name="connsiteY687" fmla="*/ 518681 h 601039"/>
              <a:gd name="connsiteX688" fmla="*/ 1316070 w 2671650"/>
              <a:gd name="connsiteY688" fmla="*/ 521985 h 601039"/>
              <a:gd name="connsiteX689" fmla="*/ 1327220 w 2671650"/>
              <a:gd name="connsiteY689" fmla="*/ 519507 h 601039"/>
              <a:gd name="connsiteX690" fmla="*/ 1331247 w 2671650"/>
              <a:gd name="connsiteY690" fmla="*/ 512590 h 601039"/>
              <a:gd name="connsiteX691" fmla="*/ 1328356 w 2671650"/>
              <a:gd name="connsiteY691" fmla="*/ 506085 h 601039"/>
              <a:gd name="connsiteX692" fmla="*/ 1316276 w 2671650"/>
              <a:gd name="connsiteY692" fmla="*/ 501853 h 601039"/>
              <a:gd name="connsiteX693" fmla="*/ 1293666 w 2671650"/>
              <a:gd name="connsiteY693" fmla="*/ 492973 h 601039"/>
              <a:gd name="connsiteX694" fmla="*/ 1287988 w 2671650"/>
              <a:gd name="connsiteY694" fmla="*/ 478210 h 601039"/>
              <a:gd name="connsiteX695" fmla="*/ 1295524 w 2671650"/>
              <a:gd name="connsiteY695" fmla="*/ 460349 h 601039"/>
              <a:gd name="connsiteX696" fmla="*/ 1316173 w 2671650"/>
              <a:gd name="connsiteY696" fmla="*/ 453741 h 601039"/>
              <a:gd name="connsiteX697" fmla="*/ 1099249 w 2671650"/>
              <a:gd name="connsiteY697" fmla="*/ 453458 h 601039"/>
              <a:gd name="connsiteX698" fmla="*/ 1123523 w 2671650"/>
              <a:gd name="connsiteY698" fmla="*/ 460350 h 601039"/>
              <a:gd name="connsiteX699" fmla="*/ 1133332 w 2671650"/>
              <a:gd name="connsiteY699" fmla="*/ 479346 h 601039"/>
              <a:gd name="connsiteX700" fmla="*/ 1118465 w 2671650"/>
              <a:gd name="connsiteY700" fmla="*/ 479346 h 601039"/>
              <a:gd name="connsiteX701" fmla="*/ 1113302 w 2671650"/>
              <a:gd name="connsiteY701" fmla="*/ 470571 h 601039"/>
              <a:gd name="connsiteX702" fmla="*/ 1102978 w 2671650"/>
              <a:gd name="connsiteY702" fmla="*/ 466750 h 601039"/>
              <a:gd name="connsiteX703" fmla="*/ 1087802 w 2671650"/>
              <a:gd name="connsiteY703" fmla="*/ 473978 h 601039"/>
              <a:gd name="connsiteX704" fmla="*/ 1082329 w 2671650"/>
              <a:gd name="connsiteY704" fmla="*/ 494626 h 601039"/>
              <a:gd name="connsiteX705" fmla="*/ 1087595 w 2671650"/>
              <a:gd name="connsiteY705" fmla="*/ 514655 h 601039"/>
              <a:gd name="connsiteX706" fmla="*/ 1102978 w 2671650"/>
              <a:gd name="connsiteY706" fmla="*/ 521572 h 601039"/>
              <a:gd name="connsiteX707" fmla="*/ 1116400 w 2671650"/>
              <a:gd name="connsiteY707" fmla="*/ 514346 h 601039"/>
              <a:gd name="connsiteX708" fmla="*/ 1120323 w 2671650"/>
              <a:gd name="connsiteY708" fmla="*/ 504848 h 601039"/>
              <a:gd name="connsiteX709" fmla="*/ 1103598 w 2671650"/>
              <a:gd name="connsiteY709" fmla="*/ 504848 h 601039"/>
              <a:gd name="connsiteX710" fmla="*/ 1103598 w 2671650"/>
              <a:gd name="connsiteY710" fmla="*/ 491528 h 601039"/>
              <a:gd name="connsiteX711" fmla="*/ 1133745 w 2671650"/>
              <a:gd name="connsiteY711" fmla="*/ 491528 h 601039"/>
              <a:gd name="connsiteX712" fmla="*/ 1133745 w 2671650"/>
              <a:gd name="connsiteY712" fmla="*/ 532825 h 601039"/>
              <a:gd name="connsiteX713" fmla="*/ 1123420 w 2671650"/>
              <a:gd name="connsiteY713" fmla="*/ 532825 h 601039"/>
              <a:gd name="connsiteX714" fmla="*/ 1121974 w 2671650"/>
              <a:gd name="connsiteY714" fmla="*/ 522501 h 601039"/>
              <a:gd name="connsiteX715" fmla="*/ 1121150 w 2671650"/>
              <a:gd name="connsiteY715" fmla="*/ 523740 h 601039"/>
              <a:gd name="connsiteX716" fmla="*/ 1100618 w 2671650"/>
              <a:gd name="connsiteY716" fmla="*/ 534622 h 601039"/>
              <a:gd name="connsiteX717" fmla="*/ 1076548 w 2671650"/>
              <a:gd name="connsiteY717" fmla="*/ 523947 h 601039"/>
              <a:gd name="connsiteX718" fmla="*/ 1076548 w 2671650"/>
              <a:gd name="connsiteY718" fmla="*/ 464479 h 601039"/>
              <a:gd name="connsiteX719" fmla="*/ 1099249 w 2671650"/>
              <a:gd name="connsiteY719" fmla="*/ 453458 h 601039"/>
              <a:gd name="connsiteX720" fmla="*/ 486346 w 2671650"/>
              <a:gd name="connsiteY720" fmla="*/ 453356 h 601039"/>
              <a:gd name="connsiteX721" fmla="*/ 484480 w 2671650"/>
              <a:gd name="connsiteY721" fmla="*/ 455458 h 601039"/>
              <a:gd name="connsiteX722" fmla="*/ 482585 w 2671650"/>
              <a:gd name="connsiteY722" fmla="*/ 457531 h 601039"/>
              <a:gd name="connsiteX723" fmla="*/ 490729 w 2671650"/>
              <a:gd name="connsiteY723" fmla="*/ 464875 h 601039"/>
              <a:gd name="connsiteX724" fmla="*/ 483710 w 2671650"/>
              <a:gd name="connsiteY724" fmla="*/ 472693 h 601039"/>
              <a:gd name="connsiteX725" fmla="*/ 475567 w 2671650"/>
              <a:gd name="connsiteY725" fmla="*/ 465349 h 601039"/>
              <a:gd name="connsiteX726" fmla="*/ 473671 w 2671650"/>
              <a:gd name="connsiteY726" fmla="*/ 467452 h 601039"/>
              <a:gd name="connsiteX727" fmla="*/ 471806 w 2671650"/>
              <a:gd name="connsiteY727" fmla="*/ 469525 h 601039"/>
              <a:gd name="connsiteX728" fmla="*/ 493483 w 2671650"/>
              <a:gd name="connsiteY728" fmla="*/ 489159 h 601039"/>
              <a:gd name="connsiteX729" fmla="*/ 495348 w 2671650"/>
              <a:gd name="connsiteY729" fmla="*/ 487056 h 601039"/>
              <a:gd name="connsiteX730" fmla="*/ 497244 w 2671650"/>
              <a:gd name="connsiteY730" fmla="*/ 484983 h 601039"/>
              <a:gd name="connsiteX731" fmla="*/ 487382 w 2671650"/>
              <a:gd name="connsiteY731" fmla="*/ 476099 h 601039"/>
              <a:gd name="connsiteX732" fmla="*/ 494430 w 2671650"/>
              <a:gd name="connsiteY732" fmla="*/ 468281 h 601039"/>
              <a:gd name="connsiteX733" fmla="*/ 504262 w 2671650"/>
              <a:gd name="connsiteY733" fmla="*/ 477165 h 601039"/>
              <a:gd name="connsiteX734" fmla="*/ 506157 w 2671650"/>
              <a:gd name="connsiteY734" fmla="*/ 475063 h 601039"/>
              <a:gd name="connsiteX735" fmla="*/ 508082 w 2671650"/>
              <a:gd name="connsiteY735" fmla="*/ 472930 h 601039"/>
              <a:gd name="connsiteX736" fmla="*/ 300164 w 2671650"/>
              <a:gd name="connsiteY736" fmla="*/ 438727 h 601039"/>
              <a:gd name="connsiteX737" fmla="*/ 302326 w 2671650"/>
              <a:gd name="connsiteY737" fmla="*/ 441452 h 601039"/>
              <a:gd name="connsiteX738" fmla="*/ 304695 w 2671650"/>
              <a:gd name="connsiteY738" fmla="*/ 443732 h 601039"/>
              <a:gd name="connsiteX739" fmla="*/ 304044 w 2671650"/>
              <a:gd name="connsiteY739" fmla="*/ 444443 h 601039"/>
              <a:gd name="connsiteX740" fmla="*/ 304044 w 2671650"/>
              <a:gd name="connsiteY740" fmla="*/ 462685 h 601039"/>
              <a:gd name="connsiteX741" fmla="*/ 313224 w 2671650"/>
              <a:gd name="connsiteY741" fmla="*/ 464284 h 601039"/>
              <a:gd name="connsiteX742" fmla="*/ 320361 w 2671650"/>
              <a:gd name="connsiteY742" fmla="*/ 468637 h 601039"/>
              <a:gd name="connsiteX743" fmla="*/ 327290 w 2671650"/>
              <a:gd name="connsiteY743" fmla="*/ 470562 h 601039"/>
              <a:gd name="connsiteX744" fmla="*/ 330815 w 2671650"/>
              <a:gd name="connsiteY744" fmla="*/ 473997 h 601039"/>
              <a:gd name="connsiteX745" fmla="*/ 334753 w 2671650"/>
              <a:gd name="connsiteY745" fmla="*/ 474353 h 601039"/>
              <a:gd name="connsiteX746" fmla="*/ 340261 w 2671650"/>
              <a:gd name="connsiteY746" fmla="*/ 478469 h 601039"/>
              <a:gd name="connsiteX747" fmla="*/ 344526 w 2671650"/>
              <a:gd name="connsiteY747" fmla="*/ 481104 h 601039"/>
              <a:gd name="connsiteX748" fmla="*/ 346658 w 2671650"/>
              <a:gd name="connsiteY748" fmla="*/ 483770 h 601039"/>
              <a:gd name="connsiteX749" fmla="*/ 350626 w 2671650"/>
              <a:gd name="connsiteY749" fmla="*/ 485369 h 601039"/>
              <a:gd name="connsiteX750" fmla="*/ 355127 w 2671650"/>
              <a:gd name="connsiteY750" fmla="*/ 485902 h 601039"/>
              <a:gd name="connsiteX751" fmla="*/ 361050 w 2671650"/>
              <a:gd name="connsiteY751" fmla="*/ 488271 h 601039"/>
              <a:gd name="connsiteX752" fmla="*/ 369608 w 2671650"/>
              <a:gd name="connsiteY752" fmla="*/ 493039 h 601039"/>
              <a:gd name="connsiteX753" fmla="*/ 386222 w 2671650"/>
              <a:gd name="connsiteY753" fmla="*/ 495852 h 601039"/>
              <a:gd name="connsiteX754" fmla="*/ 216387 w 2671650"/>
              <a:gd name="connsiteY754" fmla="*/ 496030 h 601039"/>
              <a:gd name="connsiteX755" fmla="*/ 236673 w 2671650"/>
              <a:gd name="connsiteY755" fmla="*/ 493661 h 601039"/>
              <a:gd name="connsiteX756" fmla="*/ 245557 w 2671650"/>
              <a:gd name="connsiteY756" fmla="*/ 488893 h 601039"/>
              <a:gd name="connsiteX757" fmla="*/ 250325 w 2671650"/>
              <a:gd name="connsiteY757" fmla="*/ 484392 h 601039"/>
              <a:gd name="connsiteX758" fmla="*/ 255092 w 2671650"/>
              <a:gd name="connsiteY758" fmla="*/ 481993 h 601039"/>
              <a:gd name="connsiteX759" fmla="*/ 259357 w 2671650"/>
              <a:gd name="connsiteY759" fmla="*/ 479594 h 601039"/>
              <a:gd name="connsiteX760" fmla="*/ 263058 w 2671650"/>
              <a:gd name="connsiteY760" fmla="*/ 474826 h 601039"/>
              <a:gd name="connsiteX761" fmla="*/ 268626 w 2671650"/>
              <a:gd name="connsiteY761" fmla="*/ 472694 h 601039"/>
              <a:gd name="connsiteX762" fmla="*/ 273927 w 2671650"/>
              <a:gd name="connsiteY762" fmla="*/ 468992 h 601039"/>
              <a:gd name="connsiteX763" fmla="*/ 280827 w 2671650"/>
              <a:gd name="connsiteY763" fmla="*/ 467127 h 601039"/>
              <a:gd name="connsiteX764" fmla="*/ 286927 w 2671650"/>
              <a:gd name="connsiteY764" fmla="*/ 463425 h 601039"/>
              <a:gd name="connsiteX765" fmla="*/ 296611 w 2671650"/>
              <a:gd name="connsiteY765" fmla="*/ 462951 h 601039"/>
              <a:gd name="connsiteX766" fmla="*/ 296611 w 2671650"/>
              <a:gd name="connsiteY766" fmla="*/ 444828 h 601039"/>
              <a:gd name="connsiteX767" fmla="*/ 295722 w 2671650"/>
              <a:gd name="connsiteY767" fmla="*/ 443999 h 601039"/>
              <a:gd name="connsiteX768" fmla="*/ 298062 w 2671650"/>
              <a:gd name="connsiteY768" fmla="*/ 441452 h 601039"/>
              <a:gd name="connsiteX769" fmla="*/ 300164 w 2671650"/>
              <a:gd name="connsiteY769" fmla="*/ 438727 h 601039"/>
              <a:gd name="connsiteX770" fmla="*/ 504233 w 2671650"/>
              <a:gd name="connsiteY770" fmla="*/ 428895 h 601039"/>
              <a:gd name="connsiteX771" fmla="*/ 502722 w 2671650"/>
              <a:gd name="connsiteY771" fmla="*/ 431057 h 601039"/>
              <a:gd name="connsiteX772" fmla="*/ 501212 w 2671650"/>
              <a:gd name="connsiteY772" fmla="*/ 433218 h 601039"/>
              <a:gd name="connsiteX773" fmla="*/ 518032 w 2671650"/>
              <a:gd name="connsiteY773" fmla="*/ 445064 h 601039"/>
              <a:gd name="connsiteX774" fmla="*/ 495023 w 2671650"/>
              <a:gd name="connsiteY774" fmla="*/ 442103 h 601039"/>
              <a:gd name="connsiteX775" fmla="*/ 493335 w 2671650"/>
              <a:gd name="connsiteY775" fmla="*/ 444531 h 601039"/>
              <a:gd name="connsiteX776" fmla="*/ 491647 w 2671650"/>
              <a:gd name="connsiteY776" fmla="*/ 446930 h 601039"/>
              <a:gd name="connsiteX777" fmla="*/ 515604 w 2671650"/>
              <a:gd name="connsiteY777" fmla="*/ 463721 h 601039"/>
              <a:gd name="connsiteX778" fmla="*/ 517114 w 2671650"/>
              <a:gd name="connsiteY778" fmla="*/ 461559 h 601039"/>
              <a:gd name="connsiteX779" fmla="*/ 518595 w 2671650"/>
              <a:gd name="connsiteY779" fmla="*/ 459397 h 601039"/>
              <a:gd name="connsiteX780" fmla="*/ 501330 w 2671650"/>
              <a:gd name="connsiteY780" fmla="*/ 447315 h 601039"/>
              <a:gd name="connsiteX781" fmla="*/ 525021 w 2671650"/>
              <a:gd name="connsiteY781" fmla="*/ 450276 h 601039"/>
              <a:gd name="connsiteX782" fmla="*/ 526650 w 2671650"/>
              <a:gd name="connsiteY782" fmla="*/ 447966 h 601039"/>
              <a:gd name="connsiteX783" fmla="*/ 528190 w 2671650"/>
              <a:gd name="connsiteY783" fmla="*/ 445686 h 601039"/>
              <a:gd name="connsiteX784" fmla="*/ 91033 w 2671650"/>
              <a:gd name="connsiteY784" fmla="*/ 426318 h 601039"/>
              <a:gd name="connsiteX785" fmla="*/ 72081 w 2671650"/>
              <a:gd name="connsiteY785" fmla="*/ 438460 h 601039"/>
              <a:gd name="connsiteX786" fmla="*/ 73709 w 2671650"/>
              <a:gd name="connsiteY786" fmla="*/ 448499 h 601039"/>
              <a:gd name="connsiteX787" fmla="*/ 81350 w 2671650"/>
              <a:gd name="connsiteY787" fmla="*/ 452704 h 601039"/>
              <a:gd name="connsiteX788" fmla="*/ 81912 w 2671650"/>
              <a:gd name="connsiteY788" fmla="*/ 452704 h 601039"/>
              <a:gd name="connsiteX789" fmla="*/ 78951 w 2671650"/>
              <a:gd name="connsiteY789" fmla="*/ 455221 h 601039"/>
              <a:gd name="connsiteX790" fmla="*/ 80994 w 2671650"/>
              <a:gd name="connsiteY790" fmla="*/ 458390 h 601039"/>
              <a:gd name="connsiteX791" fmla="*/ 94232 w 2671650"/>
              <a:gd name="connsiteY791" fmla="*/ 449802 h 601039"/>
              <a:gd name="connsiteX792" fmla="*/ 88102 w 2671650"/>
              <a:gd name="connsiteY792" fmla="*/ 440326 h 601039"/>
              <a:gd name="connsiteX793" fmla="*/ 83867 w 2671650"/>
              <a:gd name="connsiteY793" fmla="*/ 443080 h 601039"/>
              <a:gd name="connsiteX794" fmla="*/ 87154 w 2671650"/>
              <a:gd name="connsiteY794" fmla="*/ 448499 h 601039"/>
              <a:gd name="connsiteX795" fmla="*/ 83334 w 2671650"/>
              <a:gd name="connsiteY795" fmla="*/ 449239 h 601039"/>
              <a:gd name="connsiteX796" fmla="*/ 78299 w 2671650"/>
              <a:gd name="connsiteY796" fmla="*/ 446456 h 601039"/>
              <a:gd name="connsiteX797" fmla="*/ 77322 w 2671650"/>
              <a:gd name="connsiteY797" fmla="*/ 440148 h 601039"/>
              <a:gd name="connsiteX798" fmla="*/ 82593 w 2671650"/>
              <a:gd name="connsiteY798" fmla="*/ 434373 h 601039"/>
              <a:gd name="connsiteX799" fmla="*/ 90115 w 2671650"/>
              <a:gd name="connsiteY799" fmla="*/ 431945 h 601039"/>
              <a:gd name="connsiteX800" fmla="*/ 95564 w 2671650"/>
              <a:gd name="connsiteY800" fmla="*/ 435262 h 601039"/>
              <a:gd name="connsiteX801" fmla="*/ 96453 w 2671650"/>
              <a:gd name="connsiteY801" fmla="*/ 439289 h 601039"/>
              <a:gd name="connsiteX802" fmla="*/ 94735 w 2671650"/>
              <a:gd name="connsiteY802" fmla="*/ 442784 h 601039"/>
              <a:gd name="connsiteX803" fmla="*/ 98052 w 2671650"/>
              <a:gd name="connsiteY803" fmla="*/ 447492 h 601039"/>
              <a:gd name="connsiteX804" fmla="*/ 102079 w 2671650"/>
              <a:gd name="connsiteY804" fmla="*/ 440474 h 601039"/>
              <a:gd name="connsiteX805" fmla="*/ 99917 w 2671650"/>
              <a:gd name="connsiteY805" fmla="*/ 432241 h 601039"/>
              <a:gd name="connsiteX806" fmla="*/ 91033 w 2671650"/>
              <a:gd name="connsiteY806" fmla="*/ 426318 h 601039"/>
              <a:gd name="connsiteX807" fmla="*/ 522977 w 2671650"/>
              <a:gd name="connsiteY807" fmla="*/ 409291 h 601039"/>
              <a:gd name="connsiteX808" fmla="*/ 530588 w 2671650"/>
              <a:gd name="connsiteY808" fmla="*/ 411156 h 601039"/>
              <a:gd name="connsiteX809" fmla="*/ 536481 w 2671650"/>
              <a:gd name="connsiteY809" fmla="*/ 416250 h 601039"/>
              <a:gd name="connsiteX810" fmla="*/ 537005 w 2671650"/>
              <a:gd name="connsiteY810" fmla="*/ 417962 h 601039"/>
              <a:gd name="connsiteX811" fmla="*/ 531446 w 2671650"/>
              <a:gd name="connsiteY811" fmla="*/ 425726 h 601039"/>
              <a:gd name="connsiteX812" fmla="*/ 523954 w 2671650"/>
              <a:gd name="connsiteY812" fmla="*/ 423949 h 601039"/>
              <a:gd name="connsiteX813" fmla="*/ 518031 w 2671650"/>
              <a:gd name="connsiteY813" fmla="*/ 418678 h 601039"/>
              <a:gd name="connsiteX814" fmla="*/ 518031 w 2671650"/>
              <a:gd name="connsiteY814" fmla="*/ 412755 h 601039"/>
              <a:gd name="connsiteX815" fmla="*/ 522977 w 2671650"/>
              <a:gd name="connsiteY815" fmla="*/ 409291 h 601039"/>
              <a:gd name="connsiteX816" fmla="*/ 521675 w 2671650"/>
              <a:gd name="connsiteY816" fmla="*/ 404019 h 601039"/>
              <a:gd name="connsiteX817" fmla="*/ 520390 w 2671650"/>
              <a:gd name="connsiteY817" fmla="*/ 404410 h 601039"/>
              <a:gd name="connsiteX818" fmla="*/ 512791 w 2671650"/>
              <a:gd name="connsiteY818" fmla="*/ 420692 h 601039"/>
              <a:gd name="connsiteX819" fmla="*/ 521171 w 2671650"/>
              <a:gd name="connsiteY819" fmla="*/ 429102 h 601039"/>
              <a:gd name="connsiteX820" fmla="*/ 532662 w 2671650"/>
              <a:gd name="connsiteY820" fmla="*/ 431234 h 601039"/>
              <a:gd name="connsiteX821" fmla="*/ 540717 w 2671650"/>
              <a:gd name="connsiteY821" fmla="*/ 424867 h 601039"/>
              <a:gd name="connsiteX822" fmla="*/ 540657 w 2671650"/>
              <a:gd name="connsiteY822" fmla="*/ 424808 h 601039"/>
              <a:gd name="connsiteX823" fmla="*/ 541546 w 2671650"/>
              <a:gd name="connsiteY823" fmla="*/ 414592 h 601039"/>
              <a:gd name="connsiteX824" fmla="*/ 533343 w 2671650"/>
              <a:gd name="connsiteY824" fmla="*/ 406270 h 601039"/>
              <a:gd name="connsiteX825" fmla="*/ 521675 w 2671650"/>
              <a:gd name="connsiteY825" fmla="*/ 404019 h 601039"/>
              <a:gd name="connsiteX826" fmla="*/ 79010 w 2671650"/>
              <a:gd name="connsiteY826" fmla="*/ 394750 h 601039"/>
              <a:gd name="connsiteX827" fmla="*/ 52506 w 2671650"/>
              <a:gd name="connsiteY827" fmla="*/ 407129 h 601039"/>
              <a:gd name="connsiteX828" fmla="*/ 53602 w 2671650"/>
              <a:gd name="connsiteY828" fmla="*/ 409498 h 601039"/>
              <a:gd name="connsiteX829" fmla="*/ 54727 w 2671650"/>
              <a:gd name="connsiteY829" fmla="*/ 411867 h 601039"/>
              <a:gd name="connsiteX830" fmla="*/ 73828 w 2671650"/>
              <a:gd name="connsiteY830" fmla="*/ 402983 h 601039"/>
              <a:gd name="connsiteX831" fmla="*/ 59406 w 2671650"/>
              <a:gd name="connsiteY831" fmla="*/ 421965 h 601039"/>
              <a:gd name="connsiteX832" fmla="*/ 60590 w 2671650"/>
              <a:gd name="connsiteY832" fmla="*/ 424482 h 601039"/>
              <a:gd name="connsiteX833" fmla="*/ 61775 w 2671650"/>
              <a:gd name="connsiteY833" fmla="*/ 426970 h 601039"/>
              <a:gd name="connsiteX834" fmla="*/ 88279 w 2671650"/>
              <a:gd name="connsiteY834" fmla="*/ 414621 h 601039"/>
              <a:gd name="connsiteX835" fmla="*/ 87154 w 2671650"/>
              <a:gd name="connsiteY835" fmla="*/ 412222 h 601039"/>
              <a:gd name="connsiteX836" fmla="*/ 86058 w 2671650"/>
              <a:gd name="connsiteY836" fmla="*/ 409853 h 601039"/>
              <a:gd name="connsiteX837" fmla="*/ 67461 w 2671650"/>
              <a:gd name="connsiteY837" fmla="*/ 418530 h 601039"/>
              <a:gd name="connsiteX838" fmla="*/ 81498 w 2671650"/>
              <a:gd name="connsiteY838" fmla="*/ 400110 h 601039"/>
              <a:gd name="connsiteX839" fmla="*/ 80254 w 2671650"/>
              <a:gd name="connsiteY839" fmla="*/ 397445 h 601039"/>
              <a:gd name="connsiteX840" fmla="*/ 552029 w 2671650"/>
              <a:gd name="connsiteY840" fmla="*/ 382757 h 601039"/>
              <a:gd name="connsiteX841" fmla="*/ 547231 w 2671650"/>
              <a:gd name="connsiteY841" fmla="*/ 395254 h 601039"/>
              <a:gd name="connsiteX842" fmla="*/ 524784 w 2671650"/>
              <a:gd name="connsiteY842" fmla="*/ 386636 h 601039"/>
              <a:gd name="connsiteX843" fmla="*/ 523777 w 2671650"/>
              <a:gd name="connsiteY843" fmla="*/ 389272 h 601039"/>
              <a:gd name="connsiteX844" fmla="*/ 522771 w 2671650"/>
              <a:gd name="connsiteY844" fmla="*/ 391878 h 601039"/>
              <a:gd name="connsiteX845" fmla="*/ 550134 w 2671650"/>
              <a:gd name="connsiteY845" fmla="*/ 402391 h 601039"/>
              <a:gd name="connsiteX846" fmla="*/ 556885 w 2671650"/>
              <a:gd name="connsiteY846" fmla="*/ 384622 h 601039"/>
              <a:gd name="connsiteX847" fmla="*/ 554457 w 2671650"/>
              <a:gd name="connsiteY847" fmla="*/ 383704 h 601039"/>
              <a:gd name="connsiteX848" fmla="*/ 73857 w 2671650"/>
              <a:gd name="connsiteY848" fmla="*/ 381750 h 601039"/>
              <a:gd name="connsiteX849" fmla="*/ 46554 w 2671650"/>
              <a:gd name="connsiteY849" fmla="*/ 392233 h 601039"/>
              <a:gd name="connsiteX850" fmla="*/ 47560 w 2671650"/>
              <a:gd name="connsiteY850" fmla="*/ 394869 h 601039"/>
              <a:gd name="connsiteX851" fmla="*/ 48567 w 2671650"/>
              <a:gd name="connsiteY851" fmla="*/ 397475 h 601039"/>
              <a:gd name="connsiteX852" fmla="*/ 75871 w 2671650"/>
              <a:gd name="connsiteY852" fmla="*/ 386992 h 601039"/>
              <a:gd name="connsiteX853" fmla="*/ 74864 w 2671650"/>
              <a:gd name="connsiteY853" fmla="*/ 384386 h 601039"/>
              <a:gd name="connsiteX854" fmla="*/ 48834 w 2671650"/>
              <a:gd name="connsiteY854" fmla="*/ 361820 h 601039"/>
              <a:gd name="connsiteX855" fmla="*/ 47146 w 2671650"/>
              <a:gd name="connsiteY855" fmla="*/ 362264 h 601039"/>
              <a:gd name="connsiteX856" fmla="*/ 40157 w 2671650"/>
              <a:gd name="connsiteY856" fmla="*/ 366232 h 601039"/>
              <a:gd name="connsiteX857" fmla="*/ 39476 w 2671650"/>
              <a:gd name="connsiteY857" fmla="*/ 373340 h 601039"/>
              <a:gd name="connsiteX858" fmla="*/ 43355 w 2671650"/>
              <a:gd name="connsiteY858" fmla="*/ 378996 h 601039"/>
              <a:gd name="connsiteX859" fmla="*/ 43355 w 2671650"/>
              <a:gd name="connsiteY859" fmla="*/ 378937 h 601039"/>
              <a:gd name="connsiteX860" fmla="*/ 50433 w 2671650"/>
              <a:gd name="connsiteY860" fmla="*/ 379410 h 601039"/>
              <a:gd name="connsiteX861" fmla="*/ 70748 w 2671650"/>
              <a:gd name="connsiteY861" fmla="*/ 373962 h 601039"/>
              <a:gd name="connsiteX862" fmla="*/ 70008 w 2671650"/>
              <a:gd name="connsiteY862" fmla="*/ 371237 h 601039"/>
              <a:gd name="connsiteX863" fmla="*/ 69297 w 2671650"/>
              <a:gd name="connsiteY863" fmla="*/ 368542 h 601039"/>
              <a:gd name="connsiteX864" fmla="*/ 48982 w 2671650"/>
              <a:gd name="connsiteY864" fmla="*/ 373991 h 601039"/>
              <a:gd name="connsiteX865" fmla="*/ 45813 w 2671650"/>
              <a:gd name="connsiteY865" fmla="*/ 373991 h 601039"/>
              <a:gd name="connsiteX866" fmla="*/ 45511 w 2671650"/>
              <a:gd name="connsiteY866" fmla="*/ 373784 h 601039"/>
              <a:gd name="connsiteX867" fmla="*/ 44895 w 2671650"/>
              <a:gd name="connsiteY867" fmla="*/ 369135 h 601039"/>
              <a:gd name="connsiteX868" fmla="*/ 48508 w 2671650"/>
              <a:gd name="connsiteY868" fmla="*/ 367417 h 601039"/>
              <a:gd name="connsiteX869" fmla="*/ 50196 w 2671650"/>
              <a:gd name="connsiteY869" fmla="*/ 366973 h 601039"/>
              <a:gd name="connsiteX870" fmla="*/ 1151502 w 2671650"/>
              <a:gd name="connsiteY870" fmla="*/ 355661 h 601039"/>
              <a:gd name="connsiteX871" fmla="*/ 1151398 w 2671650"/>
              <a:gd name="connsiteY871" fmla="*/ 355868 h 601039"/>
              <a:gd name="connsiteX872" fmla="*/ 1151415 w 2671650"/>
              <a:gd name="connsiteY872" fmla="*/ 355756 h 601039"/>
              <a:gd name="connsiteX873" fmla="*/ 542760 w 2671650"/>
              <a:gd name="connsiteY873" fmla="*/ 352404 h 601039"/>
              <a:gd name="connsiteX874" fmla="*/ 550607 w 2671650"/>
              <a:gd name="connsiteY874" fmla="*/ 352404 h 601039"/>
              <a:gd name="connsiteX875" fmla="*/ 557359 w 2671650"/>
              <a:gd name="connsiteY875" fmla="*/ 356105 h 601039"/>
              <a:gd name="connsiteX876" fmla="*/ 558283 w 2671650"/>
              <a:gd name="connsiteY876" fmla="*/ 357642 h 601039"/>
              <a:gd name="connsiteX877" fmla="*/ 554753 w 2671650"/>
              <a:gd name="connsiteY877" fmla="*/ 366559 h 601039"/>
              <a:gd name="connsiteX878" fmla="*/ 547054 w 2671650"/>
              <a:gd name="connsiteY878" fmla="*/ 366559 h 601039"/>
              <a:gd name="connsiteX879" fmla="*/ 540154 w 2671650"/>
              <a:gd name="connsiteY879" fmla="*/ 362828 h 601039"/>
              <a:gd name="connsiteX880" fmla="*/ 539076 w 2671650"/>
              <a:gd name="connsiteY880" fmla="*/ 361030 h 601039"/>
              <a:gd name="connsiteX881" fmla="*/ 542760 w 2671650"/>
              <a:gd name="connsiteY881" fmla="*/ 352404 h 601039"/>
              <a:gd name="connsiteX882" fmla="*/ 551910 w 2671650"/>
              <a:gd name="connsiteY882" fmla="*/ 346954 h 601039"/>
              <a:gd name="connsiteX883" fmla="*/ 540065 w 2671650"/>
              <a:gd name="connsiteY883" fmla="*/ 347605 h 601039"/>
              <a:gd name="connsiteX884" fmla="*/ 538898 w 2671650"/>
              <a:gd name="connsiteY884" fmla="*/ 348307 h 601039"/>
              <a:gd name="connsiteX885" fmla="*/ 535505 w 2671650"/>
              <a:gd name="connsiteY885" fmla="*/ 365907 h 601039"/>
              <a:gd name="connsiteX886" fmla="*/ 545692 w 2671650"/>
              <a:gd name="connsiteY886" fmla="*/ 372066 h 601039"/>
              <a:gd name="connsiteX887" fmla="*/ 557359 w 2671650"/>
              <a:gd name="connsiteY887" fmla="*/ 371356 h 601039"/>
              <a:gd name="connsiteX888" fmla="*/ 563608 w 2671650"/>
              <a:gd name="connsiteY888" fmla="*/ 363212 h 601039"/>
              <a:gd name="connsiteX889" fmla="*/ 561890 w 2671650"/>
              <a:gd name="connsiteY889" fmla="*/ 353054 h 601039"/>
              <a:gd name="connsiteX890" fmla="*/ 551910 w 2671650"/>
              <a:gd name="connsiteY890" fmla="*/ 346954 h 601039"/>
              <a:gd name="connsiteX891" fmla="*/ 63759 w 2671650"/>
              <a:gd name="connsiteY891" fmla="*/ 345029 h 601039"/>
              <a:gd name="connsiteX892" fmla="*/ 35063 w 2671650"/>
              <a:gd name="connsiteY892" fmla="*/ 350626 h 601039"/>
              <a:gd name="connsiteX893" fmla="*/ 35597 w 2671650"/>
              <a:gd name="connsiteY893" fmla="*/ 353380 h 601039"/>
              <a:gd name="connsiteX894" fmla="*/ 36130 w 2671650"/>
              <a:gd name="connsiteY894" fmla="*/ 356134 h 601039"/>
              <a:gd name="connsiteX895" fmla="*/ 64825 w 2671650"/>
              <a:gd name="connsiteY895" fmla="*/ 350567 h 601039"/>
              <a:gd name="connsiteX896" fmla="*/ 64292 w 2671650"/>
              <a:gd name="connsiteY896" fmla="*/ 347783 h 601039"/>
              <a:gd name="connsiteX897" fmla="*/ 126065 w 2671650"/>
              <a:gd name="connsiteY897" fmla="*/ 344733 h 601039"/>
              <a:gd name="connsiteX898" fmla="*/ 159499 w 2671650"/>
              <a:gd name="connsiteY898" fmla="*/ 350034 h 601039"/>
              <a:gd name="connsiteX899" fmla="*/ 239752 w 2671650"/>
              <a:gd name="connsiteY899" fmla="*/ 349383 h 601039"/>
              <a:gd name="connsiteX900" fmla="*/ 251390 w 2671650"/>
              <a:gd name="connsiteY900" fmla="*/ 351278 h 601039"/>
              <a:gd name="connsiteX901" fmla="*/ 276947 w 2671650"/>
              <a:gd name="connsiteY901" fmla="*/ 354239 h 601039"/>
              <a:gd name="connsiteX902" fmla="*/ 269099 w 2671650"/>
              <a:gd name="connsiteY902" fmla="*/ 385956 h 601039"/>
              <a:gd name="connsiteX903" fmla="*/ 300519 w 2671650"/>
              <a:gd name="connsiteY903" fmla="*/ 391286 h 601039"/>
              <a:gd name="connsiteX904" fmla="*/ 331910 w 2671650"/>
              <a:gd name="connsiteY904" fmla="*/ 385956 h 601039"/>
              <a:gd name="connsiteX905" fmla="*/ 324062 w 2671650"/>
              <a:gd name="connsiteY905" fmla="*/ 354269 h 601039"/>
              <a:gd name="connsiteX906" fmla="*/ 349619 w 2671650"/>
              <a:gd name="connsiteY906" fmla="*/ 351308 h 601039"/>
              <a:gd name="connsiteX907" fmla="*/ 361287 w 2671650"/>
              <a:gd name="connsiteY907" fmla="*/ 349412 h 601039"/>
              <a:gd name="connsiteX908" fmla="*/ 441540 w 2671650"/>
              <a:gd name="connsiteY908" fmla="*/ 350064 h 601039"/>
              <a:gd name="connsiteX909" fmla="*/ 441658 w 2671650"/>
              <a:gd name="connsiteY909" fmla="*/ 350034 h 601039"/>
              <a:gd name="connsiteX910" fmla="*/ 475062 w 2671650"/>
              <a:gd name="connsiteY910" fmla="*/ 344733 h 601039"/>
              <a:gd name="connsiteX911" fmla="*/ 454036 w 2671650"/>
              <a:gd name="connsiteY911" fmla="*/ 368187 h 601039"/>
              <a:gd name="connsiteX912" fmla="*/ 321545 w 2671650"/>
              <a:gd name="connsiteY912" fmla="*/ 392471 h 601039"/>
              <a:gd name="connsiteX913" fmla="*/ 330044 w 2671650"/>
              <a:gd name="connsiteY913" fmla="*/ 426467 h 601039"/>
              <a:gd name="connsiteX914" fmla="*/ 300430 w 2671650"/>
              <a:gd name="connsiteY914" fmla="*/ 432864 h 601039"/>
              <a:gd name="connsiteX915" fmla="*/ 270817 w 2671650"/>
              <a:gd name="connsiteY915" fmla="*/ 426467 h 601039"/>
              <a:gd name="connsiteX916" fmla="*/ 279316 w 2671650"/>
              <a:gd name="connsiteY916" fmla="*/ 392471 h 601039"/>
              <a:gd name="connsiteX917" fmla="*/ 147091 w 2671650"/>
              <a:gd name="connsiteY917" fmla="*/ 368187 h 601039"/>
              <a:gd name="connsiteX918" fmla="*/ 126065 w 2671650"/>
              <a:gd name="connsiteY918" fmla="*/ 344733 h 601039"/>
              <a:gd name="connsiteX919" fmla="*/ 1115264 w 2671650"/>
              <a:gd name="connsiteY919" fmla="*/ 328303 h 601039"/>
              <a:gd name="connsiteX920" fmla="*/ 1125588 w 2671650"/>
              <a:gd name="connsiteY920" fmla="*/ 341208 h 601039"/>
              <a:gd name="connsiteX921" fmla="*/ 1136531 w 2671650"/>
              <a:gd name="connsiteY921" fmla="*/ 338524 h 601039"/>
              <a:gd name="connsiteX922" fmla="*/ 1149230 w 2671650"/>
              <a:gd name="connsiteY922" fmla="*/ 338524 h 601039"/>
              <a:gd name="connsiteX923" fmla="*/ 1153670 w 2671650"/>
              <a:gd name="connsiteY923" fmla="*/ 340589 h 601039"/>
              <a:gd name="connsiteX924" fmla="*/ 1152637 w 2671650"/>
              <a:gd name="connsiteY924" fmla="*/ 347815 h 601039"/>
              <a:gd name="connsiteX925" fmla="*/ 1151415 w 2671650"/>
              <a:gd name="connsiteY925" fmla="*/ 355756 h 601039"/>
              <a:gd name="connsiteX926" fmla="*/ 1145926 w 2671650"/>
              <a:gd name="connsiteY926" fmla="*/ 361753 h 601039"/>
              <a:gd name="connsiteX927" fmla="*/ 1140248 w 2671650"/>
              <a:gd name="connsiteY927" fmla="*/ 365986 h 601039"/>
              <a:gd name="connsiteX928" fmla="*/ 1136222 w 2671650"/>
              <a:gd name="connsiteY928" fmla="*/ 377446 h 601039"/>
              <a:gd name="connsiteX929" fmla="*/ 1128169 w 2671650"/>
              <a:gd name="connsiteY929" fmla="*/ 382917 h 601039"/>
              <a:gd name="connsiteX930" fmla="*/ 1118877 w 2671650"/>
              <a:gd name="connsiteY930" fmla="*/ 383743 h 601039"/>
              <a:gd name="connsiteX931" fmla="*/ 1106591 w 2671650"/>
              <a:gd name="connsiteY931" fmla="*/ 388906 h 601039"/>
              <a:gd name="connsiteX932" fmla="*/ 1091931 w 2671650"/>
              <a:gd name="connsiteY932" fmla="*/ 376827 h 601039"/>
              <a:gd name="connsiteX933" fmla="*/ 1093479 w 2671650"/>
              <a:gd name="connsiteY933" fmla="*/ 367740 h 601039"/>
              <a:gd name="connsiteX934" fmla="*/ 1091312 w 2671650"/>
              <a:gd name="connsiteY934" fmla="*/ 360514 h 601039"/>
              <a:gd name="connsiteX935" fmla="*/ 1095751 w 2671650"/>
              <a:gd name="connsiteY935" fmla="*/ 352048 h 601039"/>
              <a:gd name="connsiteX936" fmla="*/ 1107004 w 2671650"/>
              <a:gd name="connsiteY936" fmla="*/ 332742 h 601039"/>
              <a:gd name="connsiteX937" fmla="*/ 1115264 w 2671650"/>
              <a:gd name="connsiteY937" fmla="*/ 328303 h 601039"/>
              <a:gd name="connsiteX938" fmla="*/ 60354 w 2671650"/>
              <a:gd name="connsiteY938" fmla="*/ 317340 h 601039"/>
              <a:gd name="connsiteX939" fmla="*/ 31332 w 2671650"/>
              <a:gd name="connsiteY939" fmla="*/ 320924 h 601039"/>
              <a:gd name="connsiteX940" fmla="*/ 33820 w 2671650"/>
              <a:gd name="connsiteY940" fmla="*/ 341298 h 601039"/>
              <a:gd name="connsiteX941" fmla="*/ 36396 w 2671650"/>
              <a:gd name="connsiteY941" fmla="*/ 341002 h 601039"/>
              <a:gd name="connsiteX942" fmla="*/ 38972 w 2671650"/>
              <a:gd name="connsiteY942" fmla="*/ 340676 h 601039"/>
              <a:gd name="connsiteX943" fmla="*/ 37166 w 2671650"/>
              <a:gd name="connsiteY943" fmla="*/ 325869 h 601039"/>
              <a:gd name="connsiteX944" fmla="*/ 44718 w 2671650"/>
              <a:gd name="connsiteY944" fmla="*/ 324921 h 601039"/>
              <a:gd name="connsiteX945" fmla="*/ 46317 w 2671650"/>
              <a:gd name="connsiteY945" fmla="*/ 337981 h 601039"/>
              <a:gd name="connsiteX946" fmla="*/ 48834 w 2671650"/>
              <a:gd name="connsiteY946" fmla="*/ 337685 h 601039"/>
              <a:gd name="connsiteX947" fmla="*/ 51321 w 2671650"/>
              <a:gd name="connsiteY947" fmla="*/ 337389 h 601039"/>
              <a:gd name="connsiteX948" fmla="*/ 49722 w 2671650"/>
              <a:gd name="connsiteY948" fmla="*/ 324329 h 601039"/>
              <a:gd name="connsiteX949" fmla="*/ 55882 w 2671650"/>
              <a:gd name="connsiteY949" fmla="*/ 323559 h 601039"/>
              <a:gd name="connsiteX950" fmla="*/ 57599 w 2671650"/>
              <a:gd name="connsiteY950" fmla="*/ 337626 h 601039"/>
              <a:gd name="connsiteX951" fmla="*/ 60205 w 2671650"/>
              <a:gd name="connsiteY951" fmla="*/ 337329 h 601039"/>
              <a:gd name="connsiteX952" fmla="*/ 62752 w 2671650"/>
              <a:gd name="connsiteY952" fmla="*/ 337004 h 601039"/>
              <a:gd name="connsiteX953" fmla="*/ 549778 w 2671650"/>
              <a:gd name="connsiteY953" fmla="*/ 312395 h 601039"/>
              <a:gd name="connsiteX954" fmla="*/ 542286 w 2671650"/>
              <a:gd name="connsiteY954" fmla="*/ 315356 h 601039"/>
              <a:gd name="connsiteX955" fmla="*/ 542286 w 2671650"/>
              <a:gd name="connsiteY955" fmla="*/ 333124 h 601039"/>
              <a:gd name="connsiteX956" fmla="*/ 564674 w 2671650"/>
              <a:gd name="connsiteY956" fmla="*/ 335227 h 601039"/>
              <a:gd name="connsiteX957" fmla="*/ 569590 w 2671650"/>
              <a:gd name="connsiteY957" fmla="*/ 326343 h 601039"/>
              <a:gd name="connsiteX958" fmla="*/ 566155 w 2671650"/>
              <a:gd name="connsiteY958" fmla="*/ 318318 h 601039"/>
              <a:gd name="connsiteX959" fmla="*/ 565710 w 2671650"/>
              <a:gd name="connsiteY959" fmla="*/ 318081 h 601039"/>
              <a:gd name="connsiteX960" fmla="*/ 569531 w 2671650"/>
              <a:gd name="connsiteY960" fmla="*/ 317844 h 601039"/>
              <a:gd name="connsiteX961" fmla="*/ 569797 w 2671650"/>
              <a:gd name="connsiteY961" fmla="*/ 314142 h 601039"/>
              <a:gd name="connsiteX962" fmla="*/ 554072 w 2671650"/>
              <a:gd name="connsiteY962" fmla="*/ 312780 h 601039"/>
              <a:gd name="connsiteX963" fmla="*/ 553095 w 2671650"/>
              <a:gd name="connsiteY963" fmla="*/ 324003 h 601039"/>
              <a:gd name="connsiteX964" fmla="*/ 558129 w 2671650"/>
              <a:gd name="connsiteY964" fmla="*/ 324448 h 601039"/>
              <a:gd name="connsiteX965" fmla="*/ 558662 w 2671650"/>
              <a:gd name="connsiteY965" fmla="*/ 318110 h 601039"/>
              <a:gd name="connsiteX966" fmla="*/ 562127 w 2671650"/>
              <a:gd name="connsiteY966" fmla="*/ 319887 h 601039"/>
              <a:gd name="connsiteX967" fmla="*/ 564378 w 2671650"/>
              <a:gd name="connsiteY967" fmla="*/ 325188 h 601039"/>
              <a:gd name="connsiteX968" fmla="*/ 561416 w 2671650"/>
              <a:gd name="connsiteY968" fmla="*/ 330755 h 601039"/>
              <a:gd name="connsiteX969" fmla="*/ 553687 w 2671650"/>
              <a:gd name="connsiteY969" fmla="*/ 332058 h 601039"/>
              <a:gd name="connsiteX970" fmla="*/ 546254 w 2671650"/>
              <a:gd name="connsiteY970" fmla="*/ 329334 h 601039"/>
              <a:gd name="connsiteX971" fmla="*/ 544004 w 2671650"/>
              <a:gd name="connsiteY971" fmla="*/ 323411 h 601039"/>
              <a:gd name="connsiteX972" fmla="*/ 545780 w 2671650"/>
              <a:gd name="connsiteY972" fmla="*/ 319650 h 601039"/>
              <a:gd name="connsiteX973" fmla="*/ 549304 w 2671650"/>
              <a:gd name="connsiteY973" fmla="*/ 317992 h 601039"/>
              <a:gd name="connsiteX974" fmla="*/ 145285 w 2671650"/>
              <a:gd name="connsiteY974" fmla="*/ 303303 h 601039"/>
              <a:gd name="connsiteX975" fmla="*/ 163824 w 2671650"/>
              <a:gd name="connsiteY975" fmla="*/ 305317 h 601039"/>
              <a:gd name="connsiteX976" fmla="*/ 179904 w 2671650"/>
              <a:gd name="connsiteY976" fmla="*/ 305317 h 601039"/>
              <a:gd name="connsiteX977" fmla="*/ 198323 w 2671650"/>
              <a:gd name="connsiteY977" fmla="*/ 305139 h 601039"/>
              <a:gd name="connsiteX978" fmla="*/ 226131 w 2671650"/>
              <a:gd name="connsiteY978" fmla="*/ 305850 h 601039"/>
              <a:gd name="connsiteX979" fmla="*/ 256188 w 2671650"/>
              <a:gd name="connsiteY979" fmla="*/ 312839 h 601039"/>
              <a:gd name="connsiteX980" fmla="*/ 277421 w 2671650"/>
              <a:gd name="connsiteY980" fmla="*/ 314290 h 601039"/>
              <a:gd name="connsiteX981" fmla="*/ 270255 w 2671650"/>
              <a:gd name="connsiteY981" fmla="*/ 344762 h 601039"/>
              <a:gd name="connsiteX982" fmla="*/ 299869 w 2671650"/>
              <a:gd name="connsiteY982" fmla="*/ 348257 h 601039"/>
              <a:gd name="connsiteX983" fmla="*/ 300194 w 2671650"/>
              <a:gd name="connsiteY983" fmla="*/ 348257 h 601039"/>
              <a:gd name="connsiteX984" fmla="*/ 300579 w 2671650"/>
              <a:gd name="connsiteY984" fmla="*/ 348257 h 601039"/>
              <a:gd name="connsiteX985" fmla="*/ 330400 w 2671650"/>
              <a:gd name="connsiteY985" fmla="*/ 344703 h 601039"/>
              <a:gd name="connsiteX986" fmla="*/ 323234 w 2671650"/>
              <a:gd name="connsiteY986" fmla="*/ 314231 h 601039"/>
              <a:gd name="connsiteX987" fmla="*/ 344467 w 2671650"/>
              <a:gd name="connsiteY987" fmla="*/ 312780 h 601039"/>
              <a:gd name="connsiteX988" fmla="*/ 374643 w 2671650"/>
              <a:gd name="connsiteY988" fmla="*/ 305880 h 601039"/>
              <a:gd name="connsiteX989" fmla="*/ 402450 w 2671650"/>
              <a:gd name="connsiteY989" fmla="*/ 305169 h 601039"/>
              <a:gd name="connsiteX990" fmla="*/ 420870 w 2671650"/>
              <a:gd name="connsiteY990" fmla="*/ 305347 h 601039"/>
              <a:gd name="connsiteX991" fmla="*/ 436950 w 2671650"/>
              <a:gd name="connsiteY991" fmla="*/ 305347 h 601039"/>
              <a:gd name="connsiteX992" fmla="*/ 436950 w 2671650"/>
              <a:gd name="connsiteY992" fmla="*/ 305317 h 601039"/>
              <a:gd name="connsiteX993" fmla="*/ 455488 w 2671650"/>
              <a:gd name="connsiteY993" fmla="*/ 303303 h 601039"/>
              <a:gd name="connsiteX994" fmla="*/ 437720 w 2671650"/>
              <a:gd name="connsiteY994" fmla="*/ 320805 h 601039"/>
              <a:gd name="connsiteX995" fmla="*/ 411867 w 2671650"/>
              <a:gd name="connsiteY995" fmla="*/ 332650 h 601039"/>
              <a:gd name="connsiteX996" fmla="*/ 348761 w 2671650"/>
              <a:gd name="connsiteY996" fmla="*/ 346598 h 601039"/>
              <a:gd name="connsiteX997" fmla="*/ 320598 w 2671650"/>
              <a:gd name="connsiteY997" fmla="*/ 349767 h 601039"/>
              <a:gd name="connsiteX998" fmla="*/ 317874 w 2671650"/>
              <a:gd name="connsiteY998" fmla="*/ 350034 h 601039"/>
              <a:gd name="connsiteX999" fmla="*/ 325781 w 2671650"/>
              <a:gd name="connsiteY999" fmla="*/ 382105 h 601039"/>
              <a:gd name="connsiteX1000" fmla="*/ 300283 w 2671650"/>
              <a:gd name="connsiteY1000" fmla="*/ 386429 h 601039"/>
              <a:gd name="connsiteX1001" fmla="*/ 274756 w 2671650"/>
              <a:gd name="connsiteY1001" fmla="*/ 382105 h 601039"/>
              <a:gd name="connsiteX1002" fmla="*/ 282693 w 2671650"/>
              <a:gd name="connsiteY1002" fmla="*/ 350034 h 601039"/>
              <a:gd name="connsiteX1003" fmla="*/ 279939 w 2671650"/>
              <a:gd name="connsiteY1003" fmla="*/ 349767 h 601039"/>
              <a:gd name="connsiteX1004" fmla="*/ 251776 w 2671650"/>
              <a:gd name="connsiteY1004" fmla="*/ 346598 h 601039"/>
              <a:gd name="connsiteX1005" fmla="*/ 188906 w 2671650"/>
              <a:gd name="connsiteY1005" fmla="*/ 332650 h 601039"/>
              <a:gd name="connsiteX1006" fmla="*/ 163054 w 2671650"/>
              <a:gd name="connsiteY1006" fmla="*/ 320805 h 601039"/>
              <a:gd name="connsiteX1007" fmla="*/ 145285 w 2671650"/>
              <a:gd name="connsiteY1007" fmla="*/ 303303 h 601039"/>
              <a:gd name="connsiteX1008" fmla="*/ 1252989 w 2671650"/>
              <a:gd name="connsiteY1008" fmla="*/ 302905 h 601039"/>
              <a:gd name="connsiteX1009" fmla="*/ 1261249 w 2671650"/>
              <a:gd name="connsiteY1009" fmla="*/ 304764 h 601039"/>
              <a:gd name="connsiteX1010" fmla="*/ 1269612 w 2671650"/>
              <a:gd name="connsiteY1010" fmla="*/ 309099 h 601039"/>
              <a:gd name="connsiteX1011" fmla="*/ 1277974 w 2671650"/>
              <a:gd name="connsiteY1011" fmla="*/ 309822 h 601039"/>
              <a:gd name="connsiteX1012" fmla="*/ 1286234 w 2671650"/>
              <a:gd name="connsiteY1012" fmla="*/ 312403 h 601039"/>
              <a:gd name="connsiteX1013" fmla="*/ 1293357 w 2671650"/>
              <a:gd name="connsiteY1013" fmla="*/ 311268 h 601039"/>
              <a:gd name="connsiteX1014" fmla="*/ 1310289 w 2671650"/>
              <a:gd name="connsiteY1014" fmla="*/ 326238 h 601039"/>
              <a:gd name="connsiteX1015" fmla="*/ 1309360 w 2671650"/>
              <a:gd name="connsiteY1015" fmla="*/ 326444 h 601039"/>
              <a:gd name="connsiteX1016" fmla="*/ 1313800 w 2671650"/>
              <a:gd name="connsiteY1016" fmla="*/ 332949 h 601039"/>
              <a:gd name="connsiteX1017" fmla="*/ 1313800 w 2671650"/>
              <a:gd name="connsiteY1017" fmla="*/ 341414 h 601039"/>
              <a:gd name="connsiteX1018" fmla="*/ 1307811 w 2671650"/>
              <a:gd name="connsiteY1018" fmla="*/ 349261 h 601039"/>
              <a:gd name="connsiteX1019" fmla="*/ 1303165 w 2671650"/>
              <a:gd name="connsiteY1019" fmla="*/ 358760 h 601039"/>
              <a:gd name="connsiteX1020" fmla="*/ 1297694 w 2671650"/>
              <a:gd name="connsiteY1020" fmla="*/ 365160 h 601039"/>
              <a:gd name="connsiteX1021" fmla="*/ 1288195 w 2671650"/>
              <a:gd name="connsiteY1021" fmla="*/ 368980 h 601039"/>
              <a:gd name="connsiteX1022" fmla="*/ 1280142 w 2671650"/>
              <a:gd name="connsiteY1022" fmla="*/ 368980 h 601039"/>
              <a:gd name="connsiteX1023" fmla="*/ 1271677 w 2671650"/>
              <a:gd name="connsiteY1023" fmla="*/ 373007 h 601039"/>
              <a:gd name="connsiteX1024" fmla="*/ 1265069 w 2671650"/>
              <a:gd name="connsiteY1024" fmla="*/ 365986 h 601039"/>
              <a:gd name="connsiteX1025" fmla="*/ 1265069 w 2671650"/>
              <a:gd name="connsiteY1025" fmla="*/ 356695 h 601039"/>
              <a:gd name="connsiteX1026" fmla="*/ 1258255 w 2671650"/>
              <a:gd name="connsiteY1026" fmla="*/ 344202 h 601039"/>
              <a:gd name="connsiteX1027" fmla="*/ 1252783 w 2671650"/>
              <a:gd name="connsiteY1027" fmla="*/ 333362 h 601039"/>
              <a:gd name="connsiteX1028" fmla="*/ 1249582 w 2671650"/>
              <a:gd name="connsiteY1028" fmla="*/ 321282 h 601039"/>
              <a:gd name="connsiteX1029" fmla="*/ 1250202 w 2671650"/>
              <a:gd name="connsiteY1029" fmla="*/ 313849 h 601039"/>
              <a:gd name="connsiteX1030" fmla="*/ 1252989 w 2671650"/>
              <a:gd name="connsiteY1030" fmla="*/ 302905 h 601039"/>
              <a:gd name="connsiteX1031" fmla="*/ 48389 w 2671650"/>
              <a:gd name="connsiteY1031" fmla="*/ 292465 h 601039"/>
              <a:gd name="connsiteX1032" fmla="*/ 54816 w 2671650"/>
              <a:gd name="connsiteY1032" fmla="*/ 292465 h 601039"/>
              <a:gd name="connsiteX1033" fmla="*/ 54816 w 2671650"/>
              <a:gd name="connsiteY1033" fmla="*/ 298684 h 601039"/>
              <a:gd name="connsiteX1034" fmla="*/ 54016 w 2671650"/>
              <a:gd name="connsiteY1034" fmla="*/ 301971 h 601039"/>
              <a:gd name="connsiteX1035" fmla="*/ 51765 w 2671650"/>
              <a:gd name="connsiteY1035" fmla="*/ 303037 h 601039"/>
              <a:gd name="connsiteX1036" fmla="*/ 49189 w 2671650"/>
              <a:gd name="connsiteY1036" fmla="*/ 302060 h 601039"/>
              <a:gd name="connsiteX1037" fmla="*/ 48389 w 2671650"/>
              <a:gd name="connsiteY1037" fmla="*/ 298892 h 601039"/>
              <a:gd name="connsiteX1038" fmla="*/ 35685 w 2671650"/>
              <a:gd name="connsiteY1038" fmla="*/ 292080 h 601039"/>
              <a:gd name="connsiteX1039" fmla="*/ 43473 w 2671650"/>
              <a:gd name="connsiteY1039" fmla="*/ 292228 h 601039"/>
              <a:gd name="connsiteX1040" fmla="*/ 43473 w 2671650"/>
              <a:gd name="connsiteY1040" fmla="*/ 298921 h 601039"/>
              <a:gd name="connsiteX1041" fmla="*/ 42526 w 2671650"/>
              <a:gd name="connsiteY1041" fmla="*/ 302297 h 601039"/>
              <a:gd name="connsiteX1042" fmla="*/ 39772 w 2671650"/>
              <a:gd name="connsiteY1042" fmla="*/ 303363 h 601039"/>
              <a:gd name="connsiteX1043" fmla="*/ 36662 w 2671650"/>
              <a:gd name="connsiteY1043" fmla="*/ 302208 h 601039"/>
              <a:gd name="connsiteX1044" fmla="*/ 35685 w 2671650"/>
              <a:gd name="connsiteY1044" fmla="*/ 298892 h 601039"/>
              <a:gd name="connsiteX1045" fmla="*/ 30799 w 2671650"/>
              <a:gd name="connsiteY1045" fmla="*/ 286601 h 601039"/>
              <a:gd name="connsiteX1046" fmla="*/ 30799 w 2671650"/>
              <a:gd name="connsiteY1046" fmla="*/ 289296 h 601039"/>
              <a:gd name="connsiteX1047" fmla="*/ 30770 w 2671650"/>
              <a:gd name="connsiteY1047" fmla="*/ 298802 h 601039"/>
              <a:gd name="connsiteX1048" fmla="*/ 32961 w 2671650"/>
              <a:gd name="connsiteY1048" fmla="*/ 306324 h 601039"/>
              <a:gd name="connsiteX1049" fmla="*/ 39742 w 2671650"/>
              <a:gd name="connsiteY1049" fmla="*/ 308989 h 601039"/>
              <a:gd name="connsiteX1050" fmla="*/ 45399 w 2671650"/>
              <a:gd name="connsiteY1050" fmla="*/ 306502 h 601039"/>
              <a:gd name="connsiteX1051" fmla="*/ 46376 w 2671650"/>
              <a:gd name="connsiteY1051" fmla="*/ 304843 h 601039"/>
              <a:gd name="connsiteX1052" fmla="*/ 52299 w 2671650"/>
              <a:gd name="connsiteY1052" fmla="*/ 308308 h 601039"/>
              <a:gd name="connsiteX1053" fmla="*/ 57777 w 2671650"/>
              <a:gd name="connsiteY1053" fmla="*/ 306206 h 601039"/>
              <a:gd name="connsiteX1054" fmla="*/ 59821 w 2671650"/>
              <a:gd name="connsiteY1054" fmla="*/ 300135 h 601039"/>
              <a:gd name="connsiteX1055" fmla="*/ 60028 w 2671650"/>
              <a:gd name="connsiteY1055" fmla="*/ 289800 h 601039"/>
              <a:gd name="connsiteX1056" fmla="*/ 60028 w 2671650"/>
              <a:gd name="connsiteY1056" fmla="*/ 287134 h 601039"/>
              <a:gd name="connsiteX1057" fmla="*/ 541013 w 2671650"/>
              <a:gd name="connsiteY1057" fmla="*/ 281389 h 601039"/>
              <a:gd name="connsiteX1058" fmla="*/ 541013 w 2671650"/>
              <a:gd name="connsiteY1058" fmla="*/ 284588 h 601039"/>
              <a:gd name="connsiteX1059" fmla="*/ 541013 w 2671650"/>
              <a:gd name="connsiteY1059" fmla="*/ 287756 h 601039"/>
              <a:gd name="connsiteX1060" fmla="*/ 553835 w 2671650"/>
              <a:gd name="connsiteY1060" fmla="*/ 292554 h 601039"/>
              <a:gd name="connsiteX1061" fmla="*/ 541368 w 2671650"/>
              <a:gd name="connsiteY1061" fmla="*/ 298476 h 601039"/>
              <a:gd name="connsiteX1062" fmla="*/ 541368 w 2671650"/>
              <a:gd name="connsiteY1062" fmla="*/ 301823 h 601039"/>
              <a:gd name="connsiteX1063" fmla="*/ 541368 w 2671650"/>
              <a:gd name="connsiteY1063" fmla="*/ 305169 h 601039"/>
              <a:gd name="connsiteX1064" fmla="*/ 559136 w 2671650"/>
              <a:gd name="connsiteY1064" fmla="*/ 295130 h 601039"/>
              <a:gd name="connsiteX1065" fmla="*/ 570123 w 2671650"/>
              <a:gd name="connsiteY1065" fmla="*/ 294745 h 601039"/>
              <a:gd name="connsiteX1066" fmla="*/ 570123 w 2671650"/>
              <a:gd name="connsiteY1066" fmla="*/ 291932 h 601039"/>
              <a:gd name="connsiteX1067" fmla="*/ 570123 w 2671650"/>
              <a:gd name="connsiteY1067" fmla="*/ 289148 h 601039"/>
              <a:gd name="connsiteX1068" fmla="*/ 559018 w 2671650"/>
              <a:gd name="connsiteY1068" fmla="*/ 289533 h 601039"/>
              <a:gd name="connsiteX1069" fmla="*/ 437631 w 2671650"/>
              <a:gd name="connsiteY1069" fmla="*/ 257136 h 601039"/>
              <a:gd name="connsiteX1070" fmla="*/ 420129 w 2671650"/>
              <a:gd name="connsiteY1070" fmla="*/ 276356 h 601039"/>
              <a:gd name="connsiteX1071" fmla="*/ 394336 w 2671650"/>
              <a:gd name="connsiteY1071" fmla="*/ 293058 h 601039"/>
              <a:gd name="connsiteX1072" fmla="*/ 343489 w 2671650"/>
              <a:gd name="connsiteY1072" fmla="*/ 308013 h 601039"/>
              <a:gd name="connsiteX1073" fmla="*/ 321545 w 2671650"/>
              <a:gd name="connsiteY1073" fmla="*/ 309404 h 601039"/>
              <a:gd name="connsiteX1074" fmla="*/ 317014 w 2671650"/>
              <a:gd name="connsiteY1074" fmla="*/ 309404 h 601039"/>
              <a:gd name="connsiteX1075" fmla="*/ 324359 w 2671650"/>
              <a:gd name="connsiteY1075" fmla="*/ 340588 h 601039"/>
              <a:gd name="connsiteX1076" fmla="*/ 300668 w 2671650"/>
              <a:gd name="connsiteY1076" fmla="*/ 343549 h 601039"/>
              <a:gd name="connsiteX1077" fmla="*/ 300372 w 2671650"/>
              <a:gd name="connsiteY1077" fmla="*/ 343549 h 601039"/>
              <a:gd name="connsiteX1078" fmla="*/ 300046 w 2671650"/>
              <a:gd name="connsiteY1078" fmla="*/ 343549 h 601039"/>
              <a:gd name="connsiteX1079" fmla="*/ 276355 w 2671650"/>
              <a:gd name="connsiteY1079" fmla="*/ 340588 h 601039"/>
              <a:gd name="connsiteX1080" fmla="*/ 283729 w 2671650"/>
              <a:gd name="connsiteY1080" fmla="*/ 309464 h 601039"/>
              <a:gd name="connsiteX1081" fmla="*/ 279198 w 2671650"/>
              <a:gd name="connsiteY1081" fmla="*/ 309464 h 601039"/>
              <a:gd name="connsiteX1082" fmla="*/ 257254 w 2671650"/>
              <a:gd name="connsiteY1082" fmla="*/ 308072 h 601039"/>
              <a:gd name="connsiteX1083" fmla="*/ 206407 w 2671650"/>
              <a:gd name="connsiteY1083" fmla="*/ 293117 h 601039"/>
              <a:gd name="connsiteX1084" fmla="*/ 180555 w 2671650"/>
              <a:gd name="connsiteY1084" fmla="*/ 276385 h 601039"/>
              <a:gd name="connsiteX1085" fmla="*/ 163112 w 2671650"/>
              <a:gd name="connsiteY1085" fmla="*/ 257196 h 601039"/>
              <a:gd name="connsiteX1086" fmla="*/ 181414 w 2671650"/>
              <a:gd name="connsiteY1086" fmla="*/ 259269 h 601039"/>
              <a:gd name="connsiteX1087" fmla="*/ 188521 w 2671650"/>
              <a:gd name="connsiteY1087" fmla="*/ 259594 h 601039"/>
              <a:gd name="connsiteX1088" fmla="*/ 221925 w 2671650"/>
              <a:gd name="connsiteY1088" fmla="*/ 261342 h 601039"/>
              <a:gd name="connsiteX1089" fmla="*/ 225656 w 2671650"/>
              <a:gd name="connsiteY1089" fmla="*/ 263326 h 601039"/>
              <a:gd name="connsiteX1090" fmla="*/ 263384 w 2671650"/>
              <a:gd name="connsiteY1090" fmla="*/ 275378 h 601039"/>
              <a:gd name="connsiteX1091" fmla="*/ 270136 w 2671650"/>
              <a:gd name="connsiteY1091" fmla="*/ 275823 h 601039"/>
              <a:gd name="connsiteX1092" fmla="*/ 278428 w 2671650"/>
              <a:gd name="connsiteY1092" fmla="*/ 275378 h 601039"/>
              <a:gd name="connsiteX1093" fmla="*/ 271913 w 2671650"/>
              <a:gd name="connsiteY1093" fmla="*/ 302475 h 601039"/>
              <a:gd name="connsiteX1094" fmla="*/ 300520 w 2671650"/>
              <a:gd name="connsiteY1094" fmla="*/ 304281 h 601039"/>
              <a:gd name="connsiteX1095" fmla="*/ 329097 w 2671650"/>
              <a:gd name="connsiteY1095" fmla="*/ 302475 h 601039"/>
              <a:gd name="connsiteX1096" fmla="*/ 322611 w 2671650"/>
              <a:gd name="connsiteY1096" fmla="*/ 275378 h 601039"/>
              <a:gd name="connsiteX1097" fmla="*/ 330874 w 2671650"/>
              <a:gd name="connsiteY1097" fmla="*/ 275823 h 601039"/>
              <a:gd name="connsiteX1098" fmla="*/ 337626 w 2671650"/>
              <a:gd name="connsiteY1098" fmla="*/ 275378 h 601039"/>
              <a:gd name="connsiteX1099" fmla="*/ 375383 w 2671650"/>
              <a:gd name="connsiteY1099" fmla="*/ 263326 h 601039"/>
              <a:gd name="connsiteX1100" fmla="*/ 379114 w 2671650"/>
              <a:gd name="connsiteY1100" fmla="*/ 261342 h 601039"/>
              <a:gd name="connsiteX1101" fmla="*/ 412518 w 2671650"/>
              <a:gd name="connsiteY1101" fmla="*/ 259594 h 601039"/>
              <a:gd name="connsiteX1102" fmla="*/ 419596 w 2671650"/>
              <a:gd name="connsiteY1102" fmla="*/ 259269 h 601039"/>
              <a:gd name="connsiteX1103" fmla="*/ 419300 w 2671650"/>
              <a:gd name="connsiteY1103" fmla="*/ 259209 h 601039"/>
              <a:gd name="connsiteX1104" fmla="*/ 437631 w 2671650"/>
              <a:gd name="connsiteY1104" fmla="*/ 257136 h 601039"/>
              <a:gd name="connsiteX1105" fmla="*/ 1223359 w 2671650"/>
              <a:gd name="connsiteY1105" fmla="*/ 243025 h 601039"/>
              <a:gd name="connsiteX1106" fmla="*/ 1215718 w 2671650"/>
              <a:gd name="connsiteY1106" fmla="*/ 244057 h 601039"/>
              <a:gd name="connsiteX1107" fmla="*/ 1207873 w 2671650"/>
              <a:gd name="connsiteY1107" fmla="*/ 246638 h 601039"/>
              <a:gd name="connsiteX1108" fmla="*/ 1201987 w 2671650"/>
              <a:gd name="connsiteY1108" fmla="*/ 250355 h 601039"/>
              <a:gd name="connsiteX1109" fmla="*/ 1186707 w 2671650"/>
              <a:gd name="connsiteY1109" fmla="*/ 256962 h 601039"/>
              <a:gd name="connsiteX1110" fmla="*/ 1182062 w 2671650"/>
              <a:gd name="connsiteY1110" fmla="*/ 264809 h 601039"/>
              <a:gd name="connsiteX1111" fmla="*/ 1188669 w 2671650"/>
              <a:gd name="connsiteY1111" fmla="*/ 271416 h 601039"/>
              <a:gd name="connsiteX1112" fmla="*/ 1200335 w 2671650"/>
              <a:gd name="connsiteY1112" fmla="*/ 267803 h 601039"/>
              <a:gd name="connsiteX1113" fmla="*/ 1211279 w 2671650"/>
              <a:gd name="connsiteY1113" fmla="*/ 259337 h 601039"/>
              <a:gd name="connsiteX1114" fmla="*/ 1220365 w 2671650"/>
              <a:gd name="connsiteY1114" fmla="*/ 251285 h 601039"/>
              <a:gd name="connsiteX1115" fmla="*/ 1223359 w 2671650"/>
              <a:gd name="connsiteY1115" fmla="*/ 243025 h 601039"/>
              <a:gd name="connsiteX1116" fmla="*/ 1586050 w 2671650"/>
              <a:gd name="connsiteY1116" fmla="*/ 226403 h 601039"/>
              <a:gd name="connsiteX1117" fmla="*/ 1573970 w 2671650"/>
              <a:gd name="connsiteY1117" fmla="*/ 228468 h 601039"/>
              <a:gd name="connsiteX1118" fmla="*/ 1571079 w 2671650"/>
              <a:gd name="connsiteY1118" fmla="*/ 234868 h 601039"/>
              <a:gd name="connsiteX1119" fmla="*/ 1572009 w 2671650"/>
              <a:gd name="connsiteY1119" fmla="*/ 240857 h 601039"/>
              <a:gd name="connsiteX1120" fmla="*/ 1582333 w 2671650"/>
              <a:gd name="connsiteY1120" fmla="*/ 241992 h 601039"/>
              <a:gd name="connsiteX1121" fmla="*/ 1582436 w 2671650"/>
              <a:gd name="connsiteY1121" fmla="*/ 241992 h 601039"/>
              <a:gd name="connsiteX1122" fmla="*/ 1589354 w 2671650"/>
              <a:gd name="connsiteY1122" fmla="*/ 230016 h 601039"/>
              <a:gd name="connsiteX1123" fmla="*/ 1589377 w 2671650"/>
              <a:gd name="connsiteY1123" fmla="*/ 229470 h 601039"/>
              <a:gd name="connsiteX1124" fmla="*/ 1586050 w 2671650"/>
              <a:gd name="connsiteY1124" fmla="*/ 226403 h 601039"/>
              <a:gd name="connsiteX1125" fmla="*/ 1622184 w 2671650"/>
              <a:gd name="connsiteY1125" fmla="*/ 215665 h 601039"/>
              <a:gd name="connsiteX1126" fmla="*/ 1612790 w 2671650"/>
              <a:gd name="connsiteY1126" fmla="*/ 218763 h 601039"/>
              <a:gd name="connsiteX1127" fmla="*/ 1611653 w 2671650"/>
              <a:gd name="connsiteY1127" fmla="*/ 228158 h 601039"/>
              <a:gd name="connsiteX1128" fmla="*/ 1617434 w 2671650"/>
              <a:gd name="connsiteY1128" fmla="*/ 233422 h 601039"/>
              <a:gd name="connsiteX1129" fmla="*/ 1627759 w 2671650"/>
              <a:gd name="connsiteY1129" fmla="*/ 225680 h 601039"/>
              <a:gd name="connsiteX1130" fmla="*/ 1628173 w 2671650"/>
              <a:gd name="connsiteY1130" fmla="*/ 225680 h 601039"/>
              <a:gd name="connsiteX1131" fmla="*/ 1628173 w 2671650"/>
              <a:gd name="connsiteY1131" fmla="*/ 217834 h 601039"/>
              <a:gd name="connsiteX1132" fmla="*/ 1622184 w 2671650"/>
              <a:gd name="connsiteY1132" fmla="*/ 215665 h 601039"/>
              <a:gd name="connsiteX1133" fmla="*/ 1244627 w 2671650"/>
              <a:gd name="connsiteY1133" fmla="*/ 203792 h 601039"/>
              <a:gd name="connsiteX1134" fmla="*/ 1253505 w 2671650"/>
              <a:gd name="connsiteY1134" fmla="*/ 207200 h 601039"/>
              <a:gd name="connsiteX1135" fmla="*/ 1263830 w 2671650"/>
              <a:gd name="connsiteY1135" fmla="*/ 207200 h 601039"/>
              <a:gd name="connsiteX1136" fmla="*/ 1278387 w 2671650"/>
              <a:gd name="connsiteY1136" fmla="*/ 216698 h 601039"/>
              <a:gd name="connsiteX1137" fmla="*/ 1282413 w 2671650"/>
              <a:gd name="connsiteY1137" fmla="*/ 228777 h 601039"/>
              <a:gd name="connsiteX1138" fmla="*/ 1282413 w 2671650"/>
              <a:gd name="connsiteY1138" fmla="*/ 238173 h 601039"/>
              <a:gd name="connsiteX1139" fmla="*/ 1270127 w 2671650"/>
              <a:gd name="connsiteY1139" fmla="*/ 250665 h 601039"/>
              <a:gd name="connsiteX1140" fmla="*/ 1269714 w 2671650"/>
              <a:gd name="connsiteY1140" fmla="*/ 250665 h 601039"/>
              <a:gd name="connsiteX1141" fmla="*/ 1263830 w 2671650"/>
              <a:gd name="connsiteY1141" fmla="*/ 260989 h 601039"/>
              <a:gd name="connsiteX1142" fmla="*/ 1244523 w 2671650"/>
              <a:gd name="connsiteY1142" fmla="*/ 294646 h 601039"/>
              <a:gd name="connsiteX1143" fmla="*/ 1236057 w 2671650"/>
              <a:gd name="connsiteY1143" fmla="*/ 305487 h 601039"/>
              <a:gd name="connsiteX1144" fmla="*/ 1229759 w 2671650"/>
              <a:gd name="connsiteY1144" fmla="*/ 306313 h 601039"/>
              <a:gd name="connsiteX1145" fmla="*/ 1223772 w 2671650"/>
              <a:gd name="connsiteY1145" fmla="*/ 313023 h 601039"/>
              <a:gd name="connsiteX1146" fmla="*/ 1225733 w 2671650"/>
              <a:gd name="connsiteY1146" fmla="*/ 325309 h 601039"/>
              <a:gd name="connsiteX1147" fmla="*/ 1225733 w 2671650"/>
              <a:gd name="connsiteY1147" fmla="*/ 379924 h 601039"/>
              <a:gd name="connsiteX1148" fmla="*/ 1215409 w 2671650"/>
              <a:gd name="connsiteY1148" fmla="*/ 395411 h 601039"/>
              <a:gd name="connsiteX1149" fmla="*/ 1204362 w 2671650"/>
              <a:gd name="connsiteY1149" fmla="*/ 406457 h 601039"/>
              <a:gd name="connsiteX1150" fmla="*/ 1194038 w 2671650"/>
              <a:gd name="connsiteY1150" fmla="*/ 411723 h 601039"/>
              <a:gd name="connsiteX1151" fmla="*/ 1189392 w 2671650"/>
              <a:gd name="connsiteY1151" fmla="*/ 408522 h 601039"/>
              <a:gd name="connsiteX1152" fmla="*/ 1182164 w 2671650"/>
              <a:gd name="connsiteY1152" fmla="*/ 405322 h 601039"/>
              <a:gd name="connsiteX1153" fmla="*/ 1176486 w 2671650"/>
              <a:gd name="connsiteY1153" fmla="*/ 400883 h 601039"/>
              <a:gd name="connsiteX1154" fmla="*/ 1166988 w 2671650"/>
              <a:gd name="connsiteY1154" fmla="*/ 396237 h 601039"/>
              <a:gd name="connsiteX1155" fmla="*/ 1161826 w 2671650"/>
              <a:gd name="connsiteY1155" fmla="*/ 386532 h 601039"/>
              <a:gd name="connsiteX1156" fmla="*/ 1147269 w 2671650"/>
              <a:gd name="connsiteY1156" fmla="*/ 371665 h 601039"/>
              <a:gd name="connsiteX1157" fmla="*/ 1156560 w 2671650"/>
              <a:gd name="connsiteY1157" fmla="*/ 367845 h 601039"/>
              <a:gd name="connsiteX1158" fmla="*/ 1170291 w 2671650"/>
              <a:gd name="connsiteY1158" fmla="*/ 372594 h 601039"/>
              <a:gd name="connsiteX1159" fmla="*/ 1181339 w 2671650"/>
              <a:gd name="connsiteY1159" fmla="*/ 359689 h 601039"/>
              <a:gd name="connsiteX1160" fmla="*/ 1181339 w 2671650"/>
              <a:gd name="connsiteY1160" fmla="*/ 350706 h 601039"/>
              <a:gd name="connsiteX1161" fmla="*/ 1181339 w 2671650"/>
              <a:gd name="connsiteY1161" fmla="*/ 338421 h 601039"/>
              <a:gd name="connsiteX1162" fmla="*/ 1183300 w 2671650"/>
              <a:gd name="connsiteY1162" fmla="*/ 322005 h 601039"/>
              <a:gd name="connsiteX1163" fmla="*/ 1180307 w 2671650"/>
              <a:gd name="connsiteY1163" fmla="*/ 316430 h 601039"/>
              <a:gd name="connsiteX1164" fmla="*/ 1171427 w 2671650"/>
              <a:gd name="connsiteY1164" fmla="*/ 313952 h 601039"/>
              <a:gd name="connsiteX1165" fmla="*/ 1164407 w 2671650"/>
              <a:gd name="connsiteY1165" fmla="*/ 315191 h 601039"/>
              <a:gd name="connsiteX1166" fmla="*/ 1153154 w 2671650"/>
              <a:gd name="connsiteY1166" fmla="*/ 314159 h 601039"/>
              <a:gd name="connsiteX1167" fmla="*/ 1149127 w 2671650"/>
              <a:gd name="connsiteY1167" fmla="*/ 310545 h 601039"/>
              <a:gd name="connsiteX1168" fmla="*/ 1146855 w 2671650"/>
              <a:gd name="connsiteY1168" fmla="*/ 302286 h 601039"/>
              <a:gd name="connsiteX1169" fmla="*/ 1144894 w 2671650"/>
              <a:gd name="connsiteY1169" fmla="*/ 297846 h 601039"/>
              <a:gd name="connsiteX1170" fmla="*/ 1143861 w 2671650"/>
              <a:gd name="connsiteY1170" fmla="*/ 289174 h 601039"/>
              <a:gd name="connsiteX1171" fmla="*/ 1141073 w 2671650"/>
              <a:gd name="connsiteY1171" fmla="*/ 276476 h 601039"/>
              <a:gd name="connsiteX1172" fmla="*/ 1138390 w 2671650"/>
              <a:gd name="connsiteY1172" fmla="*/ 260163 h 601039"/>
              <a:gd name="connsiteX1173" fmla="*/ 1137564 w 2671650"/>
              <a:gd name="connsiteY1173" fmla="*/ 243644 h 601039"/>
              <a:gd name="connsiteX1174" fmla="*/ 1147888 w 2671650"/>
              <a:gd name="connsiteY1174" fmla="*/ 224958 h 601039"/>
              <a:gd name="connsiteX1175" fmla="*/ 1157386 w 2671650"/>
              <a:gd name="connsiteY1175" fmla="*/ 220725 h 601039"/>
              <a:gd name="connsiteX1176" fmla="*/ 1165852 w 2671650"/>
              <a:gd name="connsiteY1176" fmla="*/ 225163 h 601039"/>
              <a:gd name="connsiteX1177" fmla="*/ 1169878 w 2671650"/>
              <a:gd name="connsiteY1177" fmla="*/ 230532 h 601039"/>
              <a:gd name="connsiteX1178" fmla="*/ 1187430 w 2671650"/>
              <a:gd name="connsiteY1178" fmla="*/ 225370 h 601039"/>
              <a:gd name="connsiteX1179" fmla="*/ 1200438 w 2671650"/>
              <a:gd name="connsiteY1179" fmla="*/ 221860 h 601039"/>
              <a:gd name="connsiteX1180" fmla="*/ 1209937 w 2671650"/>
              <a:gd name="connsiteY1180" fmla="*/ 218453 h 601039"/>
              <a:gd name="connsiteX1181" fmla="*/ 1217370 w 2671650"/>
              <a:gd name="connsiteY1181" fmla="*/ 216285 h 601039"/>
              <a:gd name="connsiteX1182" fmla="*/ 1227694 w 2671650"/>
              <a:gd name="connsiteY1182" fmla="*/ 212258 h 601039"/>
              <a:gd name="connsiteX1183" fmla="*/ 1233580 w 2671650"/>
              <a:gd name="connsiteY1183" fmla="*/ 208439 h 601039"/>
              <a:gd name="connsiteX1184" fmla="*/ 1238741 w 2671650"/>
              <a:gd name="connsiteY1184" fmla="*/ 205754 h 601039"/>
              <a:gd name="connsiteX1185" fmla="*/ 1244627 w 2671650"/>
              <a:gd name="connsiteY1185" fmla="*/ 203792 h 601039"/>
              <a:gd name="connsiteX1186" fmla="*/ 1582952 w 2671650"/>
              <a:gd name="connsiteY1186" fmla="*/ 186861 h 601039"/>
              <a:gd name="connsiteX1187" fmla="*/ 1572628 w 2671650"/>
              <a:gd name="connsiteY1187" fmla="*/ 193984 h 601039"/>
              <a:gd name="connsiteX1188" fmla="*/ 1573764 w 2671650"/>
              <a:gd name="connsiteY1188" fmla="*/ 204309 h 601039"/>
              <a:gd name="connsiteX1189" fmla="*/ 1578202 w 2671650"/>
              <a:gd name="connsiteY1189" fmla="*/ 206993 h 601039"/>
              <a:gd name="connsiteX1190" fmla="*/ 1589972 w 2671650"/>
              <a:gd name="connsiteY1190" fmla="*/ 195843 h 601039"/>
              <a:gd name="connsiteX1191" fmla="*/ 1590488 w 2671650"/>
              <a:gd name="connsiteY1191" fmla="*/ 195533 h 601039"/>
              <a:gd name="connsiteX1192" fmla="*/ 1582952 w 2671650"/>
              <a:gd name="connsiteY1192" fmla="*/ 186861 h 601039"/>
              <a:gd name="connsiteX1193" fmla="*/ 1638703 w 2671650"/>
              <a:gd name="connsiteY1193" fmla="*/ 171684 h 601039"/>
              <a:gd name="connsiteX1194" fmla="*/ 1615061 w 2671650"/>
              <a:gd name="connsiteY1194" fmla="*/ 180975 h 601039"/>
              <a:gd name="connsiteX1195" fmla="*/ 1618467 w 2671650"/>
              <a:gd name="connsiteY1195" fmla="*/ 192125 h 601039"/>
              <a:gd name="connsiteX1196" fmla="*/ 1631166 w 2671650"/>
              <a:gd name="connsiteY1196" fmla="*/ 192848 h 601039"/>
              <a:gd name="connsiteX1197" fmla="*/ 1639632 w 2671650"/>
              <a:gd name="connsiteY1197" fmla="*/ 180769 h 601039"/>
              <a:gd name="connsiteX1198" fmla="*/ 1638703 w 2671650"/>
              <a:gd name="connsiteY1198" fmla="*/ 171684 h 601039"/>
              <a:gd name="connsiteX1199" fmla="*/ 1976099 w 2671650"/>
              <a:gd name="connsiteY1199" fmla="*/ 169310 h 601039"/>
              <a:gd name="connsiteX1200" fmla="*/ 1983017 w 2671650"/>
              <a:gd name="connsiteY1200" fmla="*/ 173336 h 601039"/>
              <a:gd name="connsiteX1201" fmla="*/ 1993341 w 2671650"/>
              <a:gd name="connsiteY1201" fmla="*/ 182938 h 601039"/>
              <a:gd name="connsiteX1202" fmla="*/ 1996438 w 2671650"/>
              <a:gd name="connsiteY1202" fmla="*/ 192436 h 601039"/>
              <a:gd name="connsiteX1203" fmla="*/ 2000465 w 2671650"/>
              <a:gd name="connsiteY1203" fmla="*/ 198733 h 601039"/>
              <a:gd name="connsiteX1204" fmla="*/ 1984462 w 2671650"/>
              <a:gd name="connsiteY1204" fmla="*/ 213600 h 601039"/>
              <a:gd name="connsiteX1205" fmla="*/ 1971867 w 2671650"/>
              <a:gd name="connsiteY1205" fmla="*/ 223925 h 601039"/>
              <a:gd name="connsiteX1206" fmla="*/ 1962161 w 2671650"/>
              <a:gd name="connsiteY1206" fmla="*/ 230429 h 601039"/>
              <a:gd name="connsiteX1207" fmla="*/ 1942856 w 2671650"/>
              <a:gd name="connsiteY1207" fmla="*/ 243954 h 601039"/>
              <a:gd name="connsiteX1208" fmla="*/ 1947501 w 2671650"/>
              <a:gd name="connsiteY1208" fmla="*/ 260060 h 601039"/>
              <a:gd name="connsiteX1209" fmla="*/ 1944301 w 2671650"/>
              <a:gd name="connsiteY1209" fmla="*/ 267493 h 601039"/>
              <a:gd name="connsiteX1210" fmla="*/ 1941720 w 2671650"/>
              <a:gd name="connsiteY1210" fmla="*/ 274307 h 601039"/>
              <a:gd name="connsiteX1211" fmla="*/ 1939758 w 2671650"/>
              <a:gd name="connsiteY1211" fmla="*/ 281534 h 601039"/>
              <a:gd name="connsiteX1212" fmla="*/ 1938416 w 2671650"/>
              <a:gd name="connsiteY1212" fmla="*/ 289174 h 601039"/>
              <a:gd name="connsiteX1213" fmla="*/ 1939448 w 2671650"/>
              <a:gd name="connsiteY1213" fmla="*/ 308996 h 601039"/>
              <a:gd name="connsiteX1214" fmla="*/ 1975171 w 2671650"/>
              <a:gd name="connsiteY1214" fmla="*/ 308170 h 601039"/>
              <a:gd name="connsiteX1215" fmla="*/ 1984463 w 2671650"/>
              <a:gd name="connsiteY1215" fmla="*/ 304558 h 601039"/>
              <a:gd name="connsiteX1216" fmla="*/ 1993341 w 2671650"/>
              <a:gd name="connsiteY1216" fmla="*/ 303628 h 601039"/>
              <a:gd name="connsiteX1217" fmla="*/ 2003047 w 2671650"/>
              <a:gd name="connsiteY1217" fmla="*/ 306209 h 601039"/>
              <a:gd name="connsiteX1218" fmla="*/ 2012544 w 2671650"/>
              <a:gd name="connsiteY1218" fmla="*/ 311474 h 601039"/>
              <a:gd name="connsiteX1219" fmla="*/ 2024933 w 2671650"/>
              <a:gd name="connsiteY1219" fmla="*/ 321798 h 601039"/>
              <a:gd name="connsiteX1220" fmla="*/ 2026069 w 2671650"/>
              <a:gd name="connsiteY1220" fmla="*/ 330265 h 601039"/>
              <a:gd name="connsiteX1221" fmla="*/ 2024313 w 2671650"/>
              <a:gd name="connsiteY1221" fmla="*/ 330471 h 601039"/>
              <a:gd name="connsiteX1222" fmla="*/ 2025552 w 2671650"/>
              <a:gd name="connsiteY1222" fmla="*/ 333568 h 601039"/>
              <a:gd name="connsiteX1223" fmla="*/ 2026379 w 2671650"/>
              <a:gd name="connsiteY1223" fmla="*/ 338111 h 601039"/>
              <a:gd name="connsiteX1224" fmla="*/ 2023281 w 2671650"/>
              <a:gd name="connsiteY1224" fmla="*/ 345442 h 601039"/>
              <a:gd name="connsiteX1225" fmla="*/ 2017086 w 2671650"/>
              <a:gd name="connsiteY1225" fmla="*/ 351739 h 601039"/>
              <a:gd name="connsiteX1226" fmla="*/ 2005007 w 2671650"/>
              <a:gd name="connsiteY1226" fmla="*/ 352462 h 601039"/>
              <a:gd name="connsiteX1227" fmla="*/ 1991895 w 2671650"/>
              <a:gd name="connsiteY1227" fmla="*/ 350190 h 601039"/>
              <a:gd name="connsiteX1228" fmla="*/ 1978474 w 2671650"/>
              <a:gd name="connsiteY1228" fmla="*/ 351326 h 601039"/>
              <a:gd name="connsiteX1229" fmla="*/ 1956277 w 2671650"/>
              <a:gd name="connsiteY1229" fmla="*/ 349467 h 601039"/>
              <a:gd name="connsiteX1230" fmla="*/ 1935628 w 2671650"/>
              <a:gd name="connsiteY1230" fmla="*/ 349467 h 601039"/>
              <a:gd name="connsiteX1231" fmla="*/ 1914980 w 2671650"/>
              <a:gd name="connsiteY1231" fmla="*/ 351119 h 601039"/>
              <a:gd name="connsiteX1232" fmla="*/ 1895260 w 2671650"/>
              <a:gd name="connsiteY1232" fmla="*/ 353907 h 601039"/>
              <a:gd name="connsiteX1233" fmla="*/ 1872857 w 2671650"/>
              <a:gd name="connsiteY1233" fmla="*/ 353391 h 601039"/>
              <a:gd name="connsiteX1234" fmla="*/ 1833109 w 2671650"/>
              <a:gd name="connsiteY1234" fmla="*/ 361547 h 601039"/>
              <a:gd name="connsiteX1235" fmla="*/ 1784378 w 2671650"/>
              <a:gd name="connsiteY1235" fmla="*/ 380131 h 601039"/>
              <a:gd name="connsiteX1236" fmla="*/ 1765795 w 2671650"/>
              <a:gd name="connsiteY1236" fmla="*/ 362579 h 601039"/>
              <a:gd name="connsiteX1237" fmla="*/ 1765795 w 2671650"/>
              <a:gd name="connsiteY1237" fmla="*/ 352255 h 601039"/>
              <a:gd name="connsiteX1238" fmla="*/ 1764659 w 2671650"/>
              <a:gd name="connsiteY1238" fmla="*/ 339660 h 601039"/>
              <a:gd name="connsiteX1239" fmla="*/ 1785307 w 2671650"/>
              <a:gd name="connsiteY1239" fmla="*/ 328406 h 601039"/>
              <a:gd name="connsiteX1240" fmla="*/ 1797283 w 2671650"/>
              <a:gd name="connsiteY1240" fmla="*/ 329542 h 601039"/>
              <a:gd name="connsiteX1241" fmla="*/ 1822061 w 2671650"/>
              <a:gd name="connsiteY1241" fmla="*/ 320146 h 601039"/>
              <a:gd name="connsiteX1242" fmla="*/ 1832386 w 2671650"/>
              <a:gd name="connsiteY1242" fmla="*/ 318186 h 601039"/>
              <a:gd name="connsiteX1243" fmla="*/ 1859539 w 2671650"/>
              <a:gd name="connsiteY1243" fmla="*/ 306828 h 601039"/>
              <a:gd name="connsiteX1244" fmla="*/ 1880806 w 2671650"/>
              <a:gd name="connsiteY1244" fmla="*/ 270487 h 601039"/>
              <a:gd name="connsiteX1245" fmla="*/ 1882975 w 2671650"/>
              <a:gd name="connsiteY1245" fmla="*/ 258305 h 601039"/>
              <a:gd name="connsiteX1246" fmla="*/ 1880806 w 2671650"/>
              <a:gd name="connsiteY1246" fmla="*/ 248703 h 601039"/>
              <a:gd name="connsiteX1247" fmla="*/ 1870482 w 2671650"/>
              <a:gd name="connsiteY1247" fmla="*/ 250355 h 601039"/>
              <a:gd name="connsiteX1248" fmla="*/ 1856958 w 2671650"/>
              <a:gd name="connsiteY1248" fmla="*/ 251285 h 601039"/>
              <a:gd name="connsiteX1249" fmla="*/ 1852828 w 2671650"/>
              <a:gd name="connsiteY1249" fmla="*/ 238998 h 601039"/>
              <a:gd name="connsiteX1250" fmla="*/ 1844775 w 2671650"/>
              <a:gd name="connsiteY1250" fmla="*/ 224235 h 601039"/>
              <a:gd name="connsiteX1251" fmla="*/ 1842710 w 2671650"/>
              <a:gd name="connsiteY1251" fmla="*/ 212361 h 601039"/>
              <a:gd name="connsiteX1252" fmla="*/ 1841678 w 2671650"/>
              <a:gd name="connsiteY1252" fmla="*/ 200902 h 601039"/>
              <a:gd name="connsiteX1253" fmla="*/ 1852002 w 2671650"/>
              <a:gd name="connsiteY1253" fmla="*/ 192333 h 601039"/>
              <a:gd name="connsiteX1254" fmla="*/ 1870173 w 2671650"/>
              <a:gd name="connsiteY1254" fmla="*/ 196669 h 601039"/>
              <a:gd name="connsiteX1255" fmla="*/ 1913535 w 2671650"/>
              <a:gd name="connsiteY1255" fmla="*/ 189442 h 601039"/>
              <a:gd name="connsiteX1256" fmla="*/ 1921071 w 2671650"/>
              <a:gd name="connsiteY1256" fmla="*/ 187377 h 601039"/>
              <a:gd name="connsiteX1257" fmla="*/ 1926440 w 2671650"/>
              <a:gd name="connsiteY1257" fmla="*/ 185312 h 601039"/>
              <a:gd name="connsiteX1258" fmla="*/ 1958962 w 2671650"/>
              <a:gd name="connsiteY1258" fmla="*/ 171582 h 601039"/>
              <a:gd name="connsiteX1259" fmla="*/ 1968150 w 2671650"/>
              <a:gd name="connsiteY1259" fmla="*/ 170446 h 601039"/>
              <a:gd name="connsiteX1260" fmla="*/ 1976099 w 2671650"/>
              <a:gd name="connsiteY1260" fmla="*/ 169310 h 601039"/>
              <a:gd name="connsiteX1261" fmla="*/ 1519355 w 2671650"/>
              <a:gd name="connsiteY1261" fmla="*/ 157334 h 601039"/>
              <a:gd name="connsiteX1262" fmla="*/ 1528647 w 2671650"/>
              <a:gd name="connsiteY1262" fmla="*/ 169517 h 601039"/>
              <a:gd name="connsiteX1263" fmla="*/ 1526478 w 2671650"/>
              <a:gd name="connsiteY1263" fmla="*/ 181802 h 601039"/>
              <a:gd name="connsiteX1264" fmla="*/ 1522245 w 2671650"/>
              <a:gd name="connsiteY1264" fmla="*/ 195843 h 601039"/>
              <a:gd name="connsiteX1265" fmla="*/ 1514606 w 2671650"/>
              <a:gd name="connsiteY1265" fmla="*/ 206167 h 601039"/>
              <a:gd name="connsiteX1266" fmla="*/ 1501908 w 2671650"/>
              <a:gd name="connsiteY1266" fmla="*/ 220208 h 601039"/>
              <a:gd name="connsiteX1267" fmla="*/ 1500565 w 2671650"/>
              <a:gd name="connsiteY1267" fmla="*/ 235798 h 601039"/>
              <a:gd name="connsiteX1268" fmla="*/ 1501494 w 2671650"/>
              <a:gd name="connsiteY1268" fmla="*/ 246122 h 601039"/>
              <a:gd name="connsiteX1269" fmla="*/ 1509753 w 2671650"/>
              <a:gd name="connsiteY1269" fmla="*/ 246122 h 601039"/>
              <a:gd name="connsiteX1270" fmla="*/ 1512438 w 2671650"/>
              <a:gd name="connsiteY1270" fmla="*/ 253658 h 601039"/>
              <a:gd name="connsiteX1271" fmla="*/ 1517497 w 2671650"/>
              <a:gd name="connsiteY1271" fmla="*/ 265739 h 601039"/>
              <a:gd name="connsiteX1272" fmla="*/ 1515742 w 2671650"/>
              <a:gd name="connsiteY1272" fmla="*/ 270590 h 601039"/>
              <a:gd name="connsiteX1273" fmla="*/ 1491893 w 2671650"/>
              <a:gd name="connsiteY1273" fmla="*/ 293510 h 601039"/>
              <a:gd name="connsiteX1274" fmla="*/ 1493029 w 2671650"/>
              <a:gd name="connsiteY1274" fmla="*/ 302906 h 601039"/>
              <a:gd name="connsiteX1275" fmla="*/ 1502114 w 2671650"/>
              <a:gd name="connsiteY1275" fmla="*/ 302906 h 601039"/>
              <a:gd name="connsiteX1276" fmla="*/ 1501804 w 2671650"/>
              <a:gd name="connsiteY1276" fmla="*/ 303525 h 601039"/>
              <a:gd name="connsiteX1277" fmla="*/ 1510063 w 2671650"/>
              <a:gd name="connsiteY1277" fmla="*/ 308893 h 601039"/>
              <a:gd name="connsiteX1278" fmla="*/ 1512541 w 2671650"/>
              <a:gd name="connsiteY1278" fmla="*/ 317773 h 601039"/>
              <a:gd name="connsiteX1279" fmla="*/ 1489312 w 2671650"/>
              <a:gd name="connsiteY1279" fmla="*/ 345647 h 601039"/>
              <a:gd name="connsiteX1280" fmla="*/ 1451422 w 2671650"/>
              <a:gd name="connsiteY1280" fmla="*/ 364541 h 601039"/>
              <a:gd name="connsiteX1281" fmla="*/ 1432941 w 2671650"/>
              <a:gd name="connsiteY1281" fmla="*/ 381060 h 601039"/>
              <a:gd name="connsiteX1282" fmla="*/ 1425612 w 2671650"/>
              <a:gd name="connsiteY1282" fmla="*/ 381060 h 601039"/>
              <a:gd name="connsiteX1283" fmla="*/ 1415288 w 2671650"/>
              <a:gd name="connsiteY1283" fmla="*/ 378169 h 601039"/>
              <a:gd name="connsiteX1284" fmla="*/ 1410848 w 2671650"/>
              <a:gd name="connsiteY1284" fmla="*/ 369084 h 601039"/>
              <a:gd name="connsiteX1285" fmla="*/ 1404446 w 2671650"/>
              <a:gd name="connsiteY1285" fmla="*/ 359895 h 601039"/>
              <a:gd name="connsiteX1286" fmla="*/ 1401556 w 2671650"/>
              <a:gd name="connsiteY1286" fmla="*/ 343170 h 601039"/>
              <a:gd name="connsiteX1287" fmla="*/ 1417971 w 2671650"/>
              <a:gd name="connsiteY1287" fmla="*/ 327374 h 601039"/>
              <a:gd name="connsiteX1288" fmla="*/ 1427367 w 2671650"/>
              <a:gd name="connsiteY1288" fmla="*/ 320456 h 601039"/>
              <a:gd name="connsiteX1289" fmla="*/ 1434077 w 2671650"/>
              <a:gd name="connsiteY1289" fmla="*/ 313539 h 601039"/>
              <a:gd name="connsiteX1290" fmla="*/ 1435832 w 2671650"/>
              <a:gd name="connsiteY1290" fmla="*/ 306828 h 601039"/>
              <a:gd name="connsiteX1291" fmla="*/ 1437793 w 2671650"/>
              <a:gd name="connsiteY1291" fmla="*/ 298156 h 601039"/>
              <a:gd name="connsiteX1292" fmla="*/ 1434696 w 2671650"/>
              <a:gd name="connsiteY1292" fmla="*/ 291240 h 601039"/>
              <a:gd name="connsiteX1293" fmla="*/ 1430979 w 2671650"/>
              <a:gd name="connsiteY1293" fmla="*/ 285251 h 601039"/>
              <a:gd name="connsiteX1294" fmla="*/ 1423546 w 2671650"/>
              <a:gd name="connsiteY1294" fmla="*/ 272346 h 601039"/>
              <a:gd name="connsiteX1295" fmla="*/ 1435419 w 2671650"/>
              <a:gd name="connsiteY1295" fmla="*/ 260060 h 601039"/>
              <a:gd name="connsiteX1296" fmla="*/ 1443368 w 2671650"/>
              <a:gd name="connsiteY1296" fmla="*/ 260060 h 601039"/>
              <a:gd name="connsiteX1297" fmla="*/ 1454520 w 2671650"/>
              <a:gd name="connsiteY1297" fmla="*/ 250872 h 601039"/>
              <a:gd name="connsiteX1298" fmla="*/ 1456996 w 2671650"/>
              <a:gd name="connsiteY1298" fmla="*/ 233940 h 601039"/>
              <a:gd name="connsiteX1299" fmla="*/ 1448324 w 2671650"/>
              <a:gd name="connsiteY1299" fmla="*/ 225887 h 601039"/>
              <a:gd name="connsiteX1300" fmla="*/ 1438000 w 2671650"/>
              <a:gd name="connsiteY1300" fmla="*/ 222170 h 601039"/>
              <a:gd name="connsiteX1301" fmla="*/ 1431496 w 2671650"/>
              <a:gd name="connsiteY1301" fmla="*/ 215046 h 601039"/>
              <a:gd name="connsiteX1302" fmla="*/ 1426128 w 2671650"/>
              <a:gd name="connsiteY1302" fmla="*/ 211433 h 601039"/>
              <a:gd name="connsiteX1303" fmla="*/ 1423236 w 2671650"/>
              <a:gd name="connsiteY1303" fmla="*/ 199354 h 601039"/>
              <a:gd name="connsiteX1304" fmla="*/ 1428812 w 2671650"/>
              <a:gd name="connsiteY1304" fmla="*/ 195843 h 601039"/>
              <a:gd name="connsiteX1305" fmla="*/ 1433044 w 2671650"/>
              <a:gd name="connsiteY1305" fmla="*/ 189339 h 601039"/>
              <a:gd name="connsiteX1306" fmla="*/ 1442027 w 2671650"/>
              <a:gd name="connsiteY1306" fmla="*/ 184074 h 601039"/>
              <a:gd name="connsiteX1307" fmla="*/ 1453797 w 2671650"/>
              <a:gd name="connsiteY1307" fmla="*/ 182732 h 601039"/>
              <a:gd name="connsiteX1308" fmla="*/ 1504798 w 2671650"/>
              <a:gd name="connsiteY1308" fmla="*/ 158367 h 601039"/>
              <a:gd name="connsiteX1309" fmla="*/ 1519355 w 2671650"/>
              <a:gd name="connsiteY1309" fmla="*/ 157334 h 601039"/>
              <a:gd name="connsiteX1310" fmla="*/ 2231935 w 2671650"/>
              <a:gd name="connsiteY1310" fmla="*/ 156920 h 601039"/>
              <a:gd name="connsiteX1311" fmla="*/ 2246905 w 2671650"/>
              <a:gd name="connsiteY1311" fmla="*/ 157539 h 601039"/>
              <a:gd name="connsiteX1312" fmla="*/ 2258881 w 2671650"/>
              <a:gd name="connsiteY1312" fmla="*/ 167347 h 601039"/>
              <a:gd name="connsiteX1313" fmla="*/ 2261669 w 2671650"/>
              <a:gd name="connsiteY1313" fmla="*/ 175813 h 601039"/>
              <a:gd name="connsiteX1314" fmla="*/ 2263321 w 2671650"/>
              <a:gd name="connsiteY1314" fmla="*/ 183969 h 601039"/>
              <a:gd name="connsiteX1315" fmla="*/ 2257023 w 2671650"/>
              <a:gd name="connsiteY1315" fmla="*/ 199146 h 601039"/>
              <a:gd name="connsiteX1316" fmla="*/ 2257023 w 2671650"/>
              <a:gd name="connsiteY1316" fmla="*/ 208024 h 601039"/>
              <a:gd name="connsiteX1317" fmla="*/ 2263115 w 2671650"/>
              <a:gd name="connsiteY1317" fmla="*/ 206476 h 601039"/>
              <a:gd name="connsiteX1318" fmla="*/ 2270754 w 2671650"/>
              <a:gd name="connsiteY1318" fmla="*/ 203069 h 601039"/>
              <a:gd name="connsiteX1319" fmla="*/ 2279736 w 2671650"/>
              <a:gd name="connsiteY1319" fmla="*/ 199972 h 601039"/>
              <a:gd name="connsiteX1320" fmla="*/ 2290061 w 2671650"/>
              <a:gd name="connsiteY1320" fmla="*/ 192538 h 601039"/>
              <a:gd name="connsiteX1321" fmla="*/ 2306166 w 2671650"/>
              <a:gd name="connsiteY1321" fmla="*/ 192538 h 601039"/>
              <a:gd name="connsiteX1322" fmla="*/ 2320207 w 2671650"/>
              <a:gd name="connsiteY1322" fmla="*/ 197081 h 601039"/>
              <a:gd name="connsiteX1323" fmla="*/ 2329912 w 2671650"/>
              <a:gd name="connsiteY1323" fmla="*/ 215562 h 601039"/>
              <a:gd name="connsiteX1324" fmla="*/ 2326195 w 2671650"/>
              <a:gd name="connsiteY1324" fmla="*/ 220207 h 601039"/>
              <a:gd name="connsiteX1325" fmla="*/ 2318453 w 2671650"/>
              <a:gd name="connsiteY1325" fmla="*/ 225989 h 601039"/>
              <a:gd name="connsiteX1326" fmla="*/ 2300591 w 2671650"/>
              <a:gd name="connsiteY1326" fmla="*/ 233628 h 601039"/>
              <a:gd name="connsiteX1327" fmla="*/ 2290267 w 2671650"/>
              <a:gd name="connsiteY1327" fmla="*/ 238068 h 601039"/>
              <a:gd name="connsiteX1328" fmla="*/ 2278292 w 2671650"/>
              <a:gd name="connsiteY1328" fmla="*/ 239617 h 601039"/>
              <a:gd name="connsiteX1329" fmla="*/ 2259914 w 2671650"/>
              <a:gd name="connsiteY1329" fmla="*/ 246637 h 601039"/>
              <a:gd name="connsiteX1330" fmla="*/ 2253822 w 2671650"/>
              <a:gd name="connsiteY1330" fmla="*/ 255516 h 601039"/>
              <a:gd name="connsiteX1331" fmla="*/ 2255990 w 2671650"/>
              <a:gd name="connsiteY1331" fmla="*/ 269764 h 601039"/>
              <a:gd name="connsiteX1332" fmla="*/ 2286344 w 2671650"/>
              <a:gd name="connsiteY1332" fmla="*/ 300736 h 601039"/>
              <a:gd name="connsiteX1333" fmla="*/ 2308747 w 2671650"/>
              <a:gd name="connsiteY1333" fmla="*/ 326031 h 601039"/>
              <a:gd name="connsiteX1334" fmla="*/ 2331771 w 2671650"/>
              <a:gd name="connsiteY1334" fmla="*/ 341826 h 601039"/>
              <a:gd name="connsiteX1335" fmla="*/ 2344986 w 2671650"/>
              <a:gd name="connsiteY1335" fmla="*/ 346989 h 601039"/>
              <a:gd name="connsiteX1336" fmla="*/ 2355310 w 2671650"/>
              <a:gd name="connsiteY1336" fmla="*/ 353494 h 601039"/>
              <a:gd name="connsiteX1337" fmla="*/ 2378126 w 2671650"/>
              <a:gd name="connsiteY1337" fmla="*/ 361959 h 601039"/>
              <a:gd name="connsiteX1338" fmla="*/ 2385973 w 2671650"/>
              <a:gd name="connsiteY1338" fmla="*/ 365573 h 601039"/>
              <a:gd name="connsiteX1339" fmla="*/ 2385147 w 2671650"/>
              <a:gd name="connsiteY1339" fmla="*/ 366605 h 601039"/>
              <a:gd name="connsiteX1340" fmla="*/ 2382669 w 2671650"/>
              <a:gd name="connsiteY1340" fmla="*/ 372593 h 601039"/>
              <a:gd name="connsiteX1341" fmla="*/ 2381534 w 2671650"/>
              <a:gd name="connsiteY1341" fmla="*/ 381058 h 601039"/>
              <a:gd name="connsiteX1342" fmla="*/ 2368422 w 2671650"/>
              <a:gd name="connsiteY1342" fmla="*/ 387873 h 601039"/>
              <a:gd name="connsiteX1343" fmla="*/ 2363053 w 2671650"/>
              <a:gd name="connsiteY1343" fmla="*/ 392313 h 601039"/>
              <a:gd name="connsiteX1344" fmla="*/ 2357684 w 2671650"/>
              <a:gd name="connsiteY1344" fmla="*/ 393448 h 601039"/>
              <a:gd name="connsiteX1345" fmla="*/ 2345605 w 2671650"/>
              <a:gd name="connsiteY1345" fmla="*/ 392726 h 601039"/>
              <a:gd name="connsiteX1346" fmla="*/ 2333113 w 2671650"/>
              <a:gd name="connsiteY1346" fmla="*/ 392726 h 601039"/>
              <a:gd name="connsiteX1347" fmla="*/ 2322168 w 2671650"/>
              <a:gd name="connsiteY1347" fmla="*/ 390661 h 601039"/>
              <a:gd name="connsiteX1348" fmla="*/ 2305031 w 2671650"/>
              <a:gd name="connsiteY1348" fmla="*/ 388286 h 601039"/>
              <a:gd name="connsiteX1349" fmla="*/ 2295326 w 2671650"/>
              <a:gd name="connsiteY1349" fmla="*/ 381576 h 601039"/>
              <a:gd name="connsiteX1350" fmla="*/ 2280459 w 2671650"/>
              <a:gd name="connsiteY1350" fmla="*/ 355041 h 601039"/>
              <a:gd name="connsiteX1351" fmla="*/ 2263631 w 2671650"/>
              <a:gd name="connsiteY1351" fmla="*/ 333671 h 601039"/>
              <a:gd name="connsiteX1352" fmla="*/ 2253306 w 2671650"/>
              <a:gd name="connsiteY1352" fmla="*/ 322004 h 601039"/>
              <a:gd name="connsiteX1353" fmla="*/ 2229870 w 2671650"/>
              <a:gd name="connsiteY1353" fmla="*/ 301355 h 601039"/>
              <a:gd name="connsiteX1354" fmla="*/ 2213661 w 2671650"/>
              <a:gd name="connsiteY1354" fmla="*/ 325928 h 601039"/>
              <a:gd name="connsiteX1355" fmla="*/ 2190225 w 2671650"/>
              <a:gd name="connsiteY1355" fmla="*/ 348847 h 601039"/>
              <a:gd name="connsiteX1356" fmla="*/ 2166170 w 2671650"/>
              <a:gd name="connsiteY1356" fmla="*/ 363508 h 601039"/>
              <a:gd name="connsiteX1357" fmla="*/ 2148309 w 2671650"/>
              <a:gd name="connsiteY1357" fmla="*/ 373212 h 601039"/>
              <a:gd name="connsiteX1358" fmla="*/ 2131893 w 2671650"/>
              <a:gd name="connsiteY1358" fmla="*/ 377446 h 601039"/>
              <a:gd name="connsiteX1359" fmla="*/ 2122911 w 2671650"/>
              <a:gd name="connsiteY1359" fmla="*/ 379098 h 601039"/>
              <a:gd name="connsiteX1360" fmla="*/ 2116819 w 2671650"/>
              <a:gd name="connsiteY1360" fmla="*/ 373832 h 601039"/>
              <a:gd name="connsiteX1361" fmla="*/ 2112173 w 2671650"/>
              <a:gd name="connsiteY1361" fmla="*/ 364540 h 601039"/>
              <a:gd name="connsiteX1362" fmla="*/ 2104327 w 2671650"/>
              <a:gd name="connsiteY1362" fmla="*/ 361856 h 601039"/>
              <a:gd name="connsiteX1363" fmla="*/ 2109386 w 2671650"/>
              <a:gd name="connsiteY1363" fmla="*/ 355971 h 601039"/>
              <a:gd name="connsiteX1364" fmla="*/ 2120949 w 2671650"/>
              <a:gd name="connsiteY1364" fmla="*/ 349157 h 601039"/>
              <a:gd name="connsiteX1365" fmla="*/ 2128899 w 2671650"/>
              <a:gd name="connsiteY1365" fmla="*/ 343272 h 601039"/>
              <a:gd name="connsiteX1366" fmla="*/ 2134475 w 2671650"/>
              <a:gd name="connsiteY1366" fmla="*/ 340795 h 601039"/>
              <a:gd name="connsiteX1367" fmla="*/ 2171641 w 2671650"/>
              <a:gd name="connsiteY1367" fmla="*/ 305176 h 601039"/>
              <a:gd name="connsiteX1368" fmla="*/ 2185992 w 2671650"/>
              <a:gd name="connsiteY1368" fmla="*/ 279985 h 601039"/>
              <a:gd name="connsiteX1369" fmla="*/ 2188986 w 2671650"/>
              <a:gd name="connsiteY1369" fmla="*/ 269661 h 601039"/>
              <a:gd name="connsiteX1370" fmla="*/ 2181552 w 2671650"/>
              <a:gd name="connsiteY1370" fmla="*/ 269661 h 601039"/>
              <a:gd name="connsiteX1371" fmla="*/ 2175874 w 2671650"/>
              <a:gd name="connsiteY1371" fmla="*/ 269661 h 601039"/>
              <a:gd name="connsiteX1372" fmla="*/ 2168234 w 2671650"/>
              <a:gd name="connsiteY1372" fmla="*/ 271726 h 601039"/>
              <a:gd name="connsiteX1373" fmla="*/ 2160904 w 2671650"/>
              <a:gd name="connsiteY1373" fmla="*/ 271726 h 601039"/>
              <a:gd name="connsiteX1374" fmla="*/ 2149650 w 2671650"/>
              <a:gd name="connsiteY1374" fmla="*/ 266460 h 601039"/>
              <a:gd name="connsiteX1375" fmla="*/ 2136538 w 2671650"/>
              <a:gd name="connsiteY1375" fmla="*/ 250147 h 601039"/>
              <a:gd name="connsiteX1376" fmla="*/ 2140048 w 2671650"/>
              <a:gd name="connsiteY1376" fmla="*/ 239823 h 601039"/>
              <a:gd name="connsiteX1377" fmla="*/ 2146244 w 2671650"/>
              <a:gd name="connsiteY1377" fmla="*/ 233422 h 601039"/>
              <a:gd name="connsiteX1378" fmla="*/ 2154090 w 2671650"/>
              <a:gd name="connsiteY1378" fmla="*/ 230429 h 601039"/>
              <a:gd name="connsiteX1379" fmla="*/ 2160697 w 2671650"/>
              <a:gd name="connsiteY1379" fmla="*/ 226092 h 601039"/>
              <a:gd name="connsiteX1380" fmla="*/ 2176804 w 2671650"/>
              <a:gd name="connsiteY1380" fmla="*/ 226092 h 601039"/>
              <a:gd name="connsiteX1381" fmla="*/ 2203337 w 2671650"/>
              <a:gd name="connsiteY1381" fmla="*/ 216697 h 601039"/>
              <a:gd name="connsiteX1382" fmla="*/ 2208395 w 2671650"/>
              <a:gd name="connsiteY1382" fmla="*/ 192228 h 601039"/>
              <a:gd name="connsiteX1383" fmla="*/ 2210150 w 2671650"/>
              <a:gd name="connsiteY1383" fmla="*/ 176743 h 601039"/>
              <a:gd name="connsiteX1384" fmla="*/ 2209428 w 2671650"/>
              <a:gd name="connsiteY1384" fmla="*/ 163424 h 601039"/>
              <a:gd name="connsiteX1385" fmla="*/ 2213558 w 2671650"/>
              <a:gd name="connsiteY1385" fmla="*/ 158675 h 601039"/>
              <a:gd name="connsiteX1386" fmla="*/ 2223882 w 2671650"/>
              <a:gd name="connsiteY1386" fmla="*/ 159501 h 601039"/>
              <a:gd name="connsiteX1387" fmla="*/ 2231935 w 2671650"/>
              <a:gd name="connsiteY1387" fmla="*/ 156920 h 601039"/>
              <a:gd name="connsiteX1388" fmla="*/ 802852 w 2671650"/>
              <a:gd name="connsiteY1388" fmla="*/ 153616 h 601039"/>
              <a:gd name="connsiteX1389" fmla="*/ 810491 w 2671650"/>
              <a:gd name="connsiteY1389" fmla="*/ 157849 h 601039"/>
              <a:gd name="connsiteX1390" fmla="*/ 822673 w 2671650"/>
              <a:gd name="connsiteY1390" fmla="*/ 159192 h 601039"/>
              <a:gd name="connsiteX1391" fmla="*/ 835063 w 2671650"/>
              <a:gd name="connsiteY1391" fmla="*/ 159192 h 601039"/>
              <a:gd name="connsiteX1392" fmla="*/ 843116 w 2671650"/>
              <a:gd name="connsiteY1392" fmla="*/ 161257 h 601039"/>
              <a:gd name="connsiteX1393" fmla="*/ 850239 w 2671650"/>
              <a:gd name="connsiteY1393" fmla="*/ 164663 h 601039"/>
              <a:gd name="connsiteX1394" fmla="*/ 857880 w 2671650"/>
              <a:gd name="connsiteY1394" fmla="*/ 176536 h 601039"/>
              <a:gd name="connsiteX1395" fmla="*/ 856537 w 2671650"/>
              <a:gd name="connsiteY1395" fmla="*/ 177052 h 601039"/>
              <a:gd name="connsiteX1396" fmla="*/ 855918 w 2671650"/>
              <a:gd name="connsiteY1396" fmla="*/ 184899 h 601039"/>
              <a:gd name="connsiteX1397" fmla="*/ 855918 w 2671650"/>
              <a:gd name="connsiteY1397" fmla="*/ 196875 h 601039"/>
              <a:gd name="connsiteX1398" fmla="*/ 849826 w 2671650"/>
              <a:gd name="connsiteY1398" fmla="*/ 209884 h 601039"/>
              <a:gd name="connsiteX1399" fmla="*/ 848071 w 2671650"/>
              <a:gd name="connsiteY1399" fmla="*/ 223305 h 601039"/>
              <a:gd name="connsiteX1400" fmla="*/ 846730 w 2671650"/>
              <a:gd name="connsiteY1400" fmla="*/ 247670 h 601039"/>
              <a:gd name="connsiteX1401" fmla="*/ 844561 w 2671650"/>
              <a:gd name="connsiteY1401" fmla="*/ 262537 h 601039"/>
              <a:gd name="connsiteX1402" fmla="*/ 843632 w 2671650"/>
              <a:gd name="connsiteY1402" fmla="*/ 275132 h 601039"/>
              <a:gd name="connsiteX1403" fmla="*/ 846522 w 2671650"/>
              <a:gd name="connsiteY1403" fmla="*/ 283702 h 601039"/>
              <a:gd name="connsiteX1404" fmla="*/ 847348 w 2671650"/>
              <a:gd name="connsiteY1404" fmla="*/ 288658 h 601039"/>
              <a:gd name="connsiteX1405" fmla="*/ 849000 w 2671650"/>
              <a:gd name="connsiteY1405" fmla="*/ 296401 h 601039"/>
              <a:gd name="connsiteX1406" fmla="*/ 844355 w 2671650"/>
              <a:gd name="connsiteY1406" fmla="*/ 313023 h 601039"/>
              <a:gd name="connsiteX1407" fmla="*/ 838470 w 2671650"/>
              <a:gd name="connsiteY1407" fmla="*/ 322108 h 601039"/>
              <a:gd name="connsiteX1408" fmla="*/ 820918 w 2671650"/>
              <a:gd name="connsiteY1408" fmla="*/ 332432 h 601039"/>
              <a:gd name="connsiteX1409" fmla="*/ 805536 w 2671650"/>
              <a:gd name="connsiteY1409" fmla="*/ 346989 h 601039"/>
              <a:gd name="connsiteX1410" fmla="*/ 789327 w 2671650"/>
              <a:gd name="connsiteY1410" fmla="*/ 354320 h 601039"/>
              <a:gd name="connsiteX1411" fmla="*/ 768678 w 2671650"/>
              <a:gd name="connsiteY1411" fmla="*/ 366606 h 601039"/>
              <a:gd name="connsiteX1412" fmla="*/ 755979 w 2671650"/>
              <a:gd name="connsiteY1412" fmla="*/ 371975 h 601039"/>
              <a:gd name="connsiteX1413" fmla="*/ 736157 w 2671650"/>
              <a:gd name="connsiteY1413" fmla="*/ 386223 h 601039"/>
              <a:gd name="connsiteX1414" fmla="*/ 723458 w 2671650"/>
              <a:gd name="connsiteY1414" fmla="*/ 374762 h 601039"/>
              <a:gd name="connsiteX1415" fmla="*/ 715302 w 2671650"/>
              <a:gd name="connsiteY1415" fmla="*/ 368465 h 601039"/>
              <a:gd name="connsiteX1416" fmla="*/ 713030 w 2671650"/>
              <a:gd name="connsiteY1416" fmla="*/ 358141 h 601039"/>
              <a:gd name="connsiteX1417" fmla="*/ 710140 w 2671650"/>
              <a:gd name="connsiteY1417" fmla="*/ 349158 h 601039"/>
              <a:gd name="connsiteX1418" fmla="*/ 715095 w 2671650"/>
              <a:gd name="connsiteY1418" fmla="*/ 342344 h 601039"/>
              <a:gd name="connsiteX1419" fmla="*/ 722736 w 2671650"/>
              <a:gd name="connsiteY1419" fmla="*/ 341621 h 601039"/>
              <a:gd name="connsiteX1420" fmla="*/ 734608 w 2671650"/>
              <a:gd name="connsiteY1420" fmla="*/ 334600 h 601039"/>
              <a:gd name="connsiteX1421" fmla="*/ 747307 w 2671650"/>
              <a:gd name="connsiteY1421" fmla="*/ 329749 h 601039"/>
              <a:gd name="connsiteX1422" fmla="*/ 769297 w 2671650"/>
              <a:gd name="connsiteY1422" fmla="*/ 317565 h 601039"/>
              <a:gd name="connsiteX1423" fmla="*/ 779621 w 2671650"/>
              <a:gd name="connsiteY1423" fmla="*/ 307241 h 601039"/>
              <a:gd name="connsiteX1424" fmla="*/ 779003 w 2671650"/>
              <a:gd name="connsiteY1424" fmla="*/ 283909 h 601039"/>
              <a:gd name="connsiteX1425" fmla="*/ 773531 w 2671650"/>
              <a:gd name="connsiteY1425" fmla="*/ 280605 h 601039"/>
              <a:gd name="connsiteX1426" fmla="*/ 763207 w 2671650"/>
              <a:gd name="connsiteY1426" fmla="*/ 281947 h 601039"/>
              <a:gd name="connsiteX1427" fmla="*/ 753501 w 2671650"/>
              <a:gd name="connsiteY1427" fmla="*/ 285457 h 601039"/>
              <a:gd name="connsiteX1428" fmla="*/ 746171 w 2671650"/>
              <a:gd name="connsiteY1428" fmla="*/ 286387 h 601039"/>
              <a:gd name="connsiteX1429" fmla="*/ 741422 w 2671650"/>
              <a:gd name="connsiteY1429" fmla="*/ 282360 h 601039"/>
              <a:gd name="connsiteX1430" fmla="*/ 739255 w 2671650"/>
              <a:gd name="connsiteY1430" fmla="*/ 270384 h 601039"/>
              <a:gd name="connsiteX1431" fmla="*/ 737189 w 2671650"/>
              <a:gd name="connsiteY1431" fmla="*/ 262021 h 601039"/>
              <a:gd name="connsiteX1432" fmla="*/ 738119 w 2671650"/>
              <a:gd name="connsiteY1432" fmla="*/ 245090 h 601039"/>
              <a:gd name="connsiteX1433" fmla="*/ 748443 w 2671650"/>
              <a:gd name="connsiteY1433" fmla="*/ 235281 h 601039"/>
              <a:gd name="connsiteX1434" fmla="*/ 762174 w 2671650"/>
              <a:gd name="connsiteY1434" fmla="*/ 230946 h 601039"/>
              <a:gd name="connsiteX1435" fmla="*/ 772498 w 2671650"/>
              <a:gd name="connsiteY1435" fmla="*/ 230223 h 601039"/>
              <a:gd name="connsiteX1436" fmla="*/ 786333 w 2671650"/>
              <a:gd name="connsiteY1436" fmla="*/ 223925 h 601039"/>
              <a:gd name="connsiteX1437" fmla="*/ 793044 w 2671650"/>
              <a:gd name="connsiteY1437" fmla="*/ 211329 h 601039"/>
              <a:gd name="connsiteX1438" fmla="*/ 797276 w 2671650"/>
              <a:gd name="connsiteY1438" fmla="*/ 184176 h 601039"/>
              <a:gd name="connsiteX1439" fmla="*/ 790359 w 2671650"/>
              <a:gd name="connsiteY1439" fmla="*/ 166625 h 601039"/>
              <a:gd name="connsiteX1440" fmla="*/ 790359 w 2671650"/>
              <a:gd name="connsiteY1440" fmla="*/ 161669 h 601039"/>
              <a:gd name="connsiteX1441" fmla="*/ 798102 w 2671650"/>
              <a:gd name="connsiteY1441" fmla="*/ 155681 h 601039"/>
              <a:gd name="connsiteX1442" fmla="*/ 802852 w 2671650"/>
              <a:gd name="connsiteY1442" fmla="*/ 153616 h 601039"/>
              <a:gd name="connsiteX1443" fmla="*/ 949456 w 2671650"/>
              <a:gd name="connsiteY1443" fmla="*/ 139886 h 601039"/>
              <a:gd name="connsiteX1444" fmla="*/ 956993 w 2671650"/>
              <a:gd name="connsiteY1444" fmla="*/ 144325 h 601039"/>
              <a:gd name="connsiteX1445" fmla="*/ 963290 w 2671650"/>
              <a:gd name="connsiteY1445" fmla="*/ 145770 h 601039"/>
              <a:gd name="connsiteX1446" fmla="*/ 968143 w 2671650"/>
              <a:gd name="connsiteY1446" fmla="*/ 151242 h 601039"/>
              <a:gd name="connsiteX1447" fmla="*/ 972066 w 2671650"/>
              <a:gd name="connsiteY1447" fmla="*/ 166419 h 601039"/>
              <a:gd name="connsiteX1448" fmla="*/ 960813 w 2671650"/>
              <a:gd name="connsiteY1448" fmla="*/ 187067 h 601039"/>
              <a:gd name="connsiteX1449" fmla="*/ 958645 w 2671650"/>
              <a:gd name="connsiteY1449" fmla="*/ 197391 h 601039"/>
              <a:gd name="connsiteX1450" fmla="*/ 967936 w 2671650"/>
              <a:gd name="connsiteY1450" fmla="*/ 200592 h 601039"/>
              <a:gd name="connsiteX1451" fmla="*/ 977228 w 2671650"/>
              <a:gd name="connsiteY1451" fmla="*/ 195327 h 601039"/>
              <a:gd name="connsiteX1452" fmla="*/ 992198 w 2671650"/>
              <a:gd name="connsiteY1452" fmla="*/ 200592 h 601039"/>
              <a:gd name="connsiteX1453" fmla="*/ 1000561 w 2671650"/>
              <a:gd name="connsiteY1453" fmla="*/ 216182 h 601039"/>
              <a:gd name="connsiteX1454" fmla="*/ 1002316 w 2671650"/>
              <a:gd name="connsiteY1454" fmla="*/ 227332 h 601039"/>
              <a:gd name="connsiteX1455" fmla="*/ 997257 w 2671650"/>
              <a:gd name="connsiteY1455" fmla="*/ 233114 h 601039"/>
              <a:gd name="connsiteX1456" fmla="*/ 986933 w 2671650"/>
              <a:gd name="connsiteY1456" fmla="*/ 235798 h 601039"/>
              <a:gd name="connsiteX1457" fmla="*/ 977951 w 2671650"/>
              <a:gd name="connsiteY1457" fmla="*/ 242095 h 601039"/>
              <a:gd name="connsiteX1458" fmla="*/ 965355 w 2671650"/>
              <a:gd name="connsiteY1458" fmla="*/ 249116 h 601039"/>
              <a:gd name="connsiteX1459" fmla="*/ 945327 w 2671650"/>
              <a:gd name="connsiteY1459" fmla="*/ 258821 h 601039"/>
              <a:gd name="connsiteX1460" fmla="*/ 938409 w 2671650"/>
              <a:gd name="connsiteY1460" fmla="*/ 280914 h 601039"/>
              <a:gd name="connsiteX1461" fmla="*/ 939132 w 2671650"/>
              <a:gd name="connsiteY1461" fmla="*/ 291239 h 601039"/>
              <a:gd name="connsiteX1462" fmla="*/ 944707 w 2671650"/>
              <a:gd name="connsiteY1462" fmla="*/ 309513 h 601039"/>
              <a:gd name="connsiteX1463" fmla="*/ 959987 w 2671650"/>
              <a:gd name="connsiteY1463" fmla="*/ 316327 h 601039"/>
              <a:gd name="connsiteX1464" fmla="*/ 970931 w 2671650"/>
              <a:gd name="connsiteY1464" fmla="*/ 317773 h 601039"/>
              <a:gd name="connsiteX1465" fmla="*/ 978673 w 2671650"/>
              <a:gd name="connsiteY1465" fmla="*/ 319425 h 601039"/>
              <a:gd name="connsiteX1466" fmla="*/ 986314 w 2671650"/>
              <a:gd name="connsiteY1466" fmla="*/ 322418 h 601039"/>
              <a:gd name="connsiteX1467" fmla="*/ 998290 w 2671650"/>
              <a:gd name="connsiteY1467" fmla="*/ 323657 h 601039"/>
              <a:gd name="connsiteX1468" fmla="*/ 998806 w 2671650"/>
              <a:gd name="connsiteY1468" fmla="*/ 323863 h 601039"/>
              <a:gd name="connsiteX1469" fmla="*/ 1005516 w 2671650"/>
              <a:gd name="connsiteY1469" fmla="*/ 339247 h 601039"/>
              <a:gd name="connsiteX1470" fmla="*/ 999529 w 2671650"/>
              <a:gd name="connsiteY1470" fmla="*/ 356385 h 601039"/>
              <a:gd name="connsiteX1471" fmla="*/ 994573 w 2671650"/>
              <a:gd name="connsiteY1471" fmla="*/ 367639 h 601039"/>
              <a:gd name="connsiteX1472" fmla="*/ 981668 w 2671650"/>
              <a:gd name="connsiteY1472" fmla="*/ 369600 h 601039"/>
              <a:gd name="connsiteX1473" fmla="*/ 968969 w 2671650"/>
              <a:gd name="connsiteY1473" fmla="*/ 372594 h 601039"/>
              <a:gd name="connsiteX1474" fmla="*/ 960090 w 2671650"/>
              <a:gd name="connsiteY1474" fmla="*/ 368774 h 601039"/>
              <a:gd name="connsiteX1475" fmla="*/ 946359 w 2671650"/>
              <a:gd name="connsiteY1475" fmla="*/ 367432 h 601039"/>
              <a:gd name="connsiteX1476" fmla="*/ 932834 w 2671650"/>
              <a:gd name="connsiteY1476" fmla="*/ 367432 h 601039"/>
              <a:gd name="connsiteX1477" fmla="*/ 921374 w 2671650"/>
              <a:gd name="connsiteY1477" fmla="*/ 364128 h 601039"/>
              <a:gd name="connsiteX1478" fmla="*/ 904649 w 2671650"/>
              <a:gd name="connsiteY1478" fmla="*/ 363199 h 601039"/>
              <a:gd name="connsiteX1479" fmla="*/ 896183 w 2671650"/>
              <a:gd name="connsiteY1479" fmla="*/ 358553 h 601039"/>
              <a:gd name="connsiteX1480" fmla="*/ 888337 w 2671650"/>
              <a:gd name="connsiteY1480" fmla="*/ 345958 h 601039"/>
              <a:gd name="connsiteX1481" fmla="*/ 887304 w 2671650"/>
              <a:gd name="connsiteY1481" fmla="*/ 331297 h 601039"/>
              <a:gd name="connsiteX1482" fmla="*/ 883690 w 2671650"/>
              <a:gd name="connsiteY1482" fmla="*/ 313849 h 601039"/>
              <a:gd name="connsiteX1483" fmla="*/ 882968 w 2671650"/>
              <a:gd name="connsiteY1483" fmla="*/ 302906 h 601039"/>
              <a:gd name="connsiteX1484" fmla="*/ 881626 w 2671650"/>
              <a:gd name="connsiteY1484" fmla="*/ 292582 h 601039"/>
              <a:gd name="connsiteX1485" fmla="*/ 879973 w 2671650"/>
              <a:gd name="connsiteY1485" fmla="*/ 276373 h 601039"/>
              <a:gd name="connsiteX1486" fmla="*/ 884310 w 2671650"/>
              <a:gd name="connsiteY1486" fmla="*/ 250252 h 601039"/>
              <a:gd name="connsiteX1487" fmla="*/ 887924 w 2671650"/>
              <a:gd name="connsiteY1487" fmla="*/ 242095 h 601039"/>
              <a:gd name="connsiteX1488" fmla="*/ 891021 w 2671650"/>
              <a:gd name="connsiteY1488" fmla="*/ 228674 h 601039"/>
              <a:gd name="connsiteX1489" fmla="*/ 893911 w 2671650"/>
              <a:gd name="connsiteY1489" fmla="*/ 214943 h 601039"/>
              <a:gd name="connsiteX1490" fmla="*/ 895151 w 2671650"/>
              <a:gd name="connsiteY1490" fmla="*/ 193572 h 601039"/>
              <a:gd name="connsiteX1491" fmla="*/ 898248 w 2671650"/>
              <a:gd name="connsiteY1491" fmla="*/ 180563 h 601039"/>
              <a:gd name="connsiteX1492" fmla="*/ 902688 w 2671650"/>
              <a:gd name="connsiteY1492" fmla="*/ 159914 h 601039"/>
              <a:gd name="connsiteX1493" fmla="*/ 903204 w 2671650"/>
              <a:gd name="connsiteY1493" fmla="*/ 145770 h 601039"/>
              <a:gd name="connsiteX1494" fmla="*/ 911359 w 2671650"/>
              <a:gd name="connsiteY1494" fmla="*/ 139989 h 601039"/>
              <a:gd name="connsiteX1495" fmla="*/ 921683 w 2671650"/>
              <a:gd name="connsiteY1495" fmla="*/ 142158 h 601039"/>
              <a:gd name="connsiteX1496" fmla="*/ 930873 w 2671650"/>
              <a:gd name="connsiteY1496" fmla="*/ 140196 h 601039"/>
              <a:gd name="connsiteX1497" fmla="*/ 939132 w 2671650"/>
              <a:gd name="connsiteY1497" fmla="*/ 141848 h 601039"/>
              <a:gd name="connsiteX1498" fmla="*/ 949456 w 2671650"/>
              <a:gd name="connsiteY1498" fmla="*/ 139886 h 601039"/>
              <a:gd name="connsiteX1499" fmla="*/ 300224 w 2671650"/>
              <a:gd name="connsiteY1499" fmla="*/ 139362 h 601039"/>
              <a:gd name="connsiteX1500" fmla="*/ 294301 w 2671650"/>
              <a:gd name="connsiteY1500" fmla="*/ 147743 h 601039"/>
              <a:gd name="connsiteX1501" fmla="*/ 294301 w 2671650"/>
              <a:gd name="connsiteY1501" fmla="*/ 148157 h 601039"/>
              <a:gd name="connsiteX1502" fmla="*/ 289296 w 2671650"/>
              <a:gd name="connsiteY1502" fmla="*/ 174010 h 601039"/>
              <a:gd name="connsiteX1503" fmla="*/ 288911 w 2671650"/>
              <a:gd name="connsiteY1503" fmla="*/ 175935 h 601039"/>
              <a:gd name="connsiteX1504" fmla="*/ 285239 w 2671650"/>
              <a:gd name="connsiteY1504" fmla="*/ 175935 h 601039"/>
              <a:gd name="connsiteX1505" fmla="*/ 195154 w 2671650"/>
              <a:gd name="connsiteY1505" fmla="*/ 162935 h 601039"/>
              <a:gd name="connsiteX1506" fmla="*/ 203002 w 2671650"/>
              <a:gd name="connsiteY1506" fmla="*/ 182272 h 601039"/>
              <a:gd name="connsiteX1507" fmla="*/ 224413 w 2671650"/>
              <a:gd name="connsiteY1507" fmla="*/ 195658 h 601039"/>
              <a:gd name="connsiteX1508" fmla="*/ 226189 w 2671650"/>
              <a:gd name="connsiteY1508" fmla="*/ 196013 h 601039"/>
              <a:gd name="connsiteX1509" fmla="*/ 226189 w 2671650"/>
              <a:gd name="connsiteY1509" fmla="*/ 197820 h 601039"/>
              <a:gd name="connsiteX1510" fmla="*/ 226308 w 2671650"/>
              <a:gd name="connsiteY1510" fmla="*/ 197820 h 601039"/>
              <a:gd name="connsiteX1511" fmla="*/ 234156 w 2671650"/>
              <a:gd name="connsiteY1511" fmla="*/ 213633 h 601039"/>
              <a:gd name="connsiteX1512" fmla="*/ 250710 w 2671650"/>
              <a:gd name="connsiteY1512" fmla="*/ 218875 h 601039"/>
              <a:gd name="connsiteX1513" fmla="*/ 252931 w 2671650"/>
              <a:gd name="connsiteY1513" fmla="*/ 218875 h 601039"/>
              <a:gd name="connsiteX1514" fmla="*/ 254796 w 2671650"/>
              <a:gd name="connsiteY1514" fmla="*/ 218638 h 601039"/>
              <a:gd name="connsiteX1515" fmla="*/ 255448 w 2671650"/>
              <a:gd name="connsiteY1515" fmla="*/ 220385 h 601039"/>
              <a:gd name="connsiteX1516" fmla="*/ 267826 w 2671650"/>
              <a:gd name="connsiteY1516" fmla="*/ 230631 h 601039"/>
              <a:gd name="connsiteX1517" fmla="*/ 274164 w 2671650"/>
              <a:gd name="connsiteY1517" fmla="*/ 231579 h 601039"/>
              <a:gd name="connsiteX1518" fmla="*/ 282367 w 2671650"/>
              <a:gd name="connsiteY1518" fmla="*/ 230158 h 601039"/>
              <a:gd name="connsiteX1519" fmla="*/ 286720 w 2671650"/>
              <a:gd name="connsiteY1519" fmla="*/ 228351 h 601039"/>
              <a:gd name="connsiteX1520" fmla="*/ 280323 w 2671650"/>
              <a:gd name="connsiteY1520" fmla="*/ 254500 h 601039"/>
              <a:gd name="connsiteX1521" fmla="*/ 320598 w 2671650"/>
              <a:gd name="connsiteY1521" fmla="*/ 254500 h 601039"/>
              <a:gd name="connsiteX1522" fmla="*/ 314172 w 2671650"/>
              <a:gd name="connsiteY1522" fmla="*/ 228322 h 601039"/>
              <a:gd name="connsiteX1523" fmla="*/ 318554 w 2671650"/>
              <a:gd name="connsiteY1523" fmla="*/ 230158 h 601039"/>
              <a:gd name="connsiteX1524" fmla="*/ 326728 w 2671650"/>
              <a:gd name="connsiteY1524" fmla="*/ 231579 h 601039"/>
              <a:gd name="connsiteX1525" fmla="*/ 333065 w 2671650"/>
              <a:gd name="connsiteY1525" fmla="*/ 230631 h 601039"/>
              <a:gd name="connsiteX1526" fmla="*/ 345444 w 2671650"/>
              <a:gd name="connsiteY1526" fmla="*/ 220385 h 601039"/>
              <a:gd name="connsiteX1527" fmla="*/ 346095 w 2671650"/>
              <a:gd name="connsiteY1527" fmla="*/ 218638 h 601039"/>
              <a:gd name="connsiteX1528" fmla="*/ 347961 w 2671650"/>
              <a:gd name="connsiteY1528" fmla="*/ 218875 h 601039"/>
              <a:gd name="connsiteX1529" fmla="*/ 350182 w 2671650"/>
              <a:gd name="connsiteY1529" fmla="*/ 218875 h 601039"/>
              <a:gd name="connsiteX1530" fmla="*/ 366736 w 2671650"/>
              <a:gd name="connsiteY1530" fmla="*/ 213633 h 601039"/>
              <a:gd name="connsiteX1531" fmla="*/ 374583 w 2671650"/>
              <a:gd name="connsiteY1531" fmla="*/ 197790 h 601039"/>
              <a:gd name="connsiteX1532" fmla="*/ 374583 w 2671650"/>
              <a:gd name="connsiteY1532" fmla="*/ 196013 h 601039"/>
              <a:gd name="connsiteX1533" fmla="*/ 376360 w 2671650"/>
              <a:gd name="connsiteY1533" fmla="*/ 195658 h 601039"/>
              <a:gd name="connsiteX1534" fmla="*/ 397741 w 2671650"/>
              <a:gd name="connsiteY1534" fmla="*/ 182272 h 601039"/>
              <a:gd name="connsiteX1535" fmla="*/ 405589 w 2671650"/>
              <a:gd name="connsiteY1535" fmla="*/ 162935 h 601039"/>
              <a:gd name="connsiteX1536" fmla="*/ 315593 w 2671650"/>
              <a:gd name="connsiteY1536" fmla="*/ 175935 h 601039"/>
              <a:gd name="connsiteX1537" fmla="*/ 311921 w 2671650"/>
              <a:gd name="connsiteY1537" fmla="*/ 175935 h 601039"/>
              <a:gd name="connsiteX1538" fmla="*/ 311536 w 2671650"/>
              <a:gd name="connsiteY1538" fmla="*/ 174010 h 601039"/>
              <a:gd name="connsiteX1539" fmla="*/ 306531 w 2671650"/>
              <a:gd name="connsiteY1539" fmla="*/ 148157 h 601039"/>
              <a:gd name="connsiteX1540" fmla="*/ 306531 w 2671650"/>
              <a:gd name="connsiteY1540" fmla="*/ 147743 h 601039"/>
              <a:gd name="connsiteX1541" fmla="*/ 300609 w 2671650"/>
              <a:gd name="connsiteY1541" fmla="*/ 139362 h 601039"/>
              <a:gd name="connsiteX1542" fmla="*/ 346805 w 2671650"/>
              <a:gd name="connsiteY1542" fmla="*/ 138326 h 601039"/>
              <a:gd name="connsiteX1543" fmla="*/ 358384 w 2671650"/>
              <a:gd name="connsiteY1543" fmla="*/ 145818 h 601039"/>
              <a:gd name="connsiteX1544" fmla="*/ 344644 w 2671650"/>
              <a:gd name="connsiteY1544" fmla="*/ 146559 h 601039"/>
              <a:gd name="connsiteX1545" fmla="*/ 334397 w 2671650"/>
              <a:gd name="connsiteY1545" fmla="*/ 139096 h 601039"/>
              <a:gd name="connsiteX1546" fmla="*/ 346805 w 2671650"/>
              <a:gd name="connsiteY1546" fmla="*/ 138326 h 601039"/>
              <a:gd name="connsiteX1547" fmla="*/ 1653673 w 2671650"/>
              <a:gd name="connsiteY1547" fmla="*/ 136995 h 601039"/>
              <a:gd name="connsiteX1548" fmla="*/ 1663997 w 2671650"/>
              <a:gd name="connsiteY1548" fmla="*/ 141021 h 601039"/>
              <a:gd name="connsiteX1549" fmla="*/ 1684645 w 2671650"/>
              <a:gd name="connsiteY1549" fmla="*/ 142569 h 601039"/>
              <a:gd name="connsiteX1550" fmla="*/ 1685575 w 2671650"/>
              <a:gd name="connsiteY1550" fmla="*/ 143086 h 601039"/>
              <a:gd name="connsiteX1551" fmla="*/ 1689085 w 2671650"/>
              <a:gd name="connsiteY1551" fmla="*/ 151552 h 601039"/>
              <a:gd name="connsiteX1552" fmla="*/ 1696209 w 2671650"/>
              <a:gd name="connsiteY1552" fmla="*/ 166005 h 601039"/>
              <a:gd name="connsiteX1553" fmla="*/ 1690427 w 2671650"/>
              <a:gd name="connsiteY1553" fmla="*/ 178292 h 601039"/>
              <a:gd name="connsiteX1554" fmla="*/ 1687743 w 2671650"/>
              <a:gd name="connsiteY1554" fmla="*/ 189648 h 601039"/>
              <a:gd name="connsiteX1555" fmla="*/ 1677419 w 2671650"/>
              <a:gd name="connsiteY1555" fmla="*/ 207922 h 601039"/>
              <a:gd name="connsiteX1556" fmla="*/ 1668127 w 2671650"/>
              <a:gd name="connsiteY1556" fmla="*/ 218247 h 601039"/>
              <a:gd name="connsiteX1557" fmla="*/ 1647478 w 2671650"/>
              <a:gd name="connsiteY1557" fmla="*/ 261401 h 601039"/>
              <a:gd name="connsiteX1558" fmla="*/ 1640562 w 2671650"/>
              <a:gd name="connsiteY1558" fmla="*/ 268319 h 601039"/>
              <a:gd name="connsiteX1559" fmla="*/ 1632095 w 2671650"/>
              <a:gd name="connsiteY1559" fmla="*/ 268319 h 601039"/>
              <a:gd name="connsiteX1560" fmla="*/ 1623216 w 2671650"/>
              <a:gd name="connsiteY1560" fmla="*/ 271210 h 601039"/>
              <a:gd name="connsiteX1561" fmla="*/ 1610002 w 2671650"/>
              <a:gd name="connsiteY1561" fmla="*/ 275236 h 601039"/>
              <a:gd name="connsiteX1562" fmla="*/ 1610002 w 2671650"/>
              <a:gd name="connsiteY1562" fmla="*/ 285561 h 601039"/>
              <a:gd name="connsiteX1563" fmla="*/ 1620325 w 2671650"/>
              <a:gd name="connsiteY1563" fmla="*/ 283702 h 601039"/>
              <a:gd name="connsiteX1564" fmla="*/ 1628379 w 2671650"/>
              <a:gd name="connsiteY1564" fmla="*/ 279985 h 601039"/>
              <a:gd name="connsiteX1565" fmla="*/ 1639529 w 2671650"/>
              <a:gd name="connsiteY1565" fmla="*/ 283496 h 601039"/>
              <a:gd name="connsiteX1566" fmla="*/ 1643969 w 2671650"/>
              <a:gd name="connsiteY1566" fmla="*/ 288657 h 601039"/>
              <a:gd name="connsiteX1567" fmla="*/ 1646859 w 2671650"/>
              <a:gd name="connsiteY1567" fmla="*/ 302698 h 601039"/>
              <a:gd name="connsiteX1568" fmla="*/ 1645104 w 2671650"/>
              <a:gd name="connsiteY1568" fmla="*/ 308480 h 601039"/>
              <a:gd name="connsiteX1569" fmla="*/ 1634780 w 2671650"/>
              <a:gd name="connsiteY1569" fmla="*/ 315603 h 601039"/>
              <a:gd name="connsiteX1570" fmla="*/ 1623216 w 2671650"/>
              <a:gd name="connsiteY1570" fmla="*/ 319837 h 601039"/>
              <a:gd name="connsiteX1571" fmla="*/ 1619603 w 2671650"/>
              <a:gd name="connsiteY1571" fmla="*/ 326547 h 601039"/>
              <a:gd name="connsiteX1572" fmla="*/ 1625178 w 2671650"/>
              <a:gd name="connsiteY1572" fmla="*/ 330987 h 601039"/>
              <a:gd name="connsiteX1573" fmla="*/ 1640562 w 2671650"/>
              <a:gd name="connsiteY1573" fmla="*/ 328096 h 601039"/>
              <a:gd name="connsiteX1574" fmla="*/ 1652125 w 2671650"/>
              <a:gd name="connsiteY1574" fmla="*/ 328096 h 601039"/>
              <a:gd name="connsiteX1575" fmla="*/ 1666372 w 2671650"/>
              <a:gd name="connsiteY1575" fmla="*/ 325206 h 601039"/>
              <a:gd name="connsiteX1576" fmla="*/ 1678864 w 2671650"/>
              <a:gd name="connsiteY1576" fmla="*/ 325206 h 601039"/>
              <a:gd name="connsiteX1577" fmla="*/ 1689188 w 2671650"/>
              <a:gd name="connsiteY1577" fmla="*/ 341414 h 601039"/>
              <a:gd name="connsiteX1578" fmla="*/ 1670914 w 2671650"/>
              <a:gd name="connsiteY1578" fmla="*/ 367741 h 601039"/>
              <a:gd name="connsiteX1579" fmla="*/ 1654293 w 2671650"/>
              <a:gd name="connsiteY1579" fmla="*/ 364851 h 601039"/>
              <a:gd name="connsiteX1580" fmla="*/ 1626830 w 2671650"/>
              <a:gd name="connsiteY1580" fmla="*/ 365985 h 601039"/>
              <a:gd name="connsiteX1581" fmla="*/ 1611860 w 2671650"/>
              <a:gd name="connsiteY1581" fmla="*/ 365057 h 601039"/>
              <a:gd name="connsiteX1582" fmla="*/ 1598748 w 2671650"/>
              <a:gd name="connsiteY1582" fmla="*/ 366399 h 601039"/>
              <a:gd name="connsiteX1583" fmla="*/ 1584088 w 2671650"/>
              <a:gd name="connsiteY1583" fmla="*/ 368877 h 601039"/>
              <a:gd name="connsiteX1584" fmla="*/ 1566227 w 2671650"/>
              <a:gd name="connsiteY1584" fmla="*/ 372387 h 601039"/>
              <a:gd name="connsiteX1585" fmla="*/ 1547747 w 2671650"/>
              <a:gd name="connsiteY1585" fmla="*/ 374245 h 601039"/>
              <a:gd name="connsiteX1586" fmla="*/ 1528750 w 2671650"/>
              <a:gd name="connsiteY1586" fmla="*/ 380026 h 601039"/>
              <a:gd name="connsiteX1587" fmla="*/ 1516774 w 2671650"/>
              <a:gd name="connsiteY1587" fmla="*/ 373729 h 601039"/>
              <a:gd name="connsiteX1588" fmla="*/ 1514090 w 2671650"/>
              <a:gd name="connsiteY1588" fmla="*/ 357726 h 601039"/>
              <a:gd name="connsiteX1589" fmla="*/ 1514708 w 2671650"/>
              <a:gd name="connsiteY1589" fmla="*/ 350397 h 601039"/>
              <a:gd name="connsiteX1590" fmla="*/ 1518735 w 2671650"/>
              <a:gd name="connsiteY1590" fmla="*/ 341930 h 601039"/>
              <a:gd name="connsiteX1591" fmla="*/ 1523174 w 2671650"/>
              <a:gd name="connsiteY1591" fmla="*/ 338318 h 601039"/>
              <a:gd name="connsiteX1592" fmla="*/ 1528750 w 2671650"/>
              <a:gd name="connsiteY1592" fmla="*/ 341001 h 601039"/>
              <a:gd name="connsiteX1593" fmla="*/ 1545063 w 2671650"/>
              <a:gd name="connsiteY1593" fmla="*/ 335427 h 601039"/>
              <a:gd name="connsiteX1594" fmla="*/ 1565711 w 2671650"/>
              <a:gd name="connsiteY1594" fmla="*/ 326341 h 601039"/>
              <a:gd name="connsiteX1595" fmla="*/ 1562303 w 2671650"/>
              <a:gd name="connsiteY1595" fmla="*/ 320560 h 601039"/>
              <a:gd name="connsiteX1596" fmla="*/ 1553838 w 2671650"/>
              <a:gd name="connsiteY1596" fmla="*/ 319424 h 601039"/>
              <a:gd name="connsiteX1597" fmla="*/ 1546714 w 2671650"/>
              <a:gd name="connsiteY1597" fmla="*/ 315810 h 601039"/>
              <a:gd name="connsiteX1598" fmla="*/ 1546714 w 2671650"/>
              <a:gd name="connsiteY1598" fmla="*/ 308893 h 601039"/>
              <a:gd name="connsiteX1599" fmla="*/ 1547644 w 2671650"/>
              <a:gd name="connsiteY1599" fmla="*/ 300427 h 601039"/>
              <a:gd name="connsiteX1600" fmla="*/ 1552289 w 2671650"/>
              <a:gd name="connsiteY1600" fmla="*/ 294233 h 601039"/>
              <a:gd name="connsiteX1601" fmla="*/ 1557038 w 2671650"/>
              <a:gd name="connsiteY1601" fmla="*/ 295781 h 601039"/>
              <a:gd name="connsiteX1602" fmla="*/ 1562098 w 2671650"/>
              <a:gd name="connsiteY1602" fmla="*/ 294852 h 601039"/>
              <a:gd name="connsiteX1603" fmla="*/ 1567053 w 2671650"/>
              <a:gd name="connsiteY1603" fmla="*/ 294852 h 601039"/>
              <a:gd name="connsiteX1604" fmla="*/ 1571493 w 2671650"/>
              <a:gd name="connsiteY1604" fmla="*/ 290825 h 601039"/>
              <a:gd name="connsiteX1605" fmla="*/ 1572628 w 2671650"/>
              <a:gd name="connsiteY1605" fmla="*/ 280501 h 601039"/>
              <a:gd name="connsiteX1606" fmla="*/ 1566536 w 2671650"/>
              <a:gd name="connsiteY1606" fmla="*/ 279675 h 601039"/>
              <a:gd name="connsiteX1607" fmla="*/ 1558793 w 2671650"/>
              <a:gd name="connsiteY1607" fmla="*/ 281844 h 601039"/>
              <a:gd name="connsiteX1608" fmla="*/ 1551669 w 2671650"/>
              <a:gd name="connsiteY1608" fmla="*/ 283392 h 601039"/>
              <a:gd name="connsiteX1609" fmla="*/ 1545888 w 2671650"/>
              <a:gd name="connsiteY1609" fmla="*/ 282566 h 601039"/>
              <a:gd name="connsiteX1610" fmla="*/ 1542997 w 2671650"/>
              <a:gd name="connsiteY1610" fmla="*/ 278023 h 601039"/>
              <a:gd name="connsiteX1611" fmla="*/ 1540726 w 2671650"/>
              <a:gd name="connsiteY1611" fmla="*/ 271416 h 601039"/>
              <a:gd name="connsiteX1612" fmla="*/ 1535565 w 2671650"/>
              <a:gd name="connsiteY1612" fmla="*/ 261814 h 601039"/>
              <a:gd name="connsiteX1613" fmla="*/ 1532673 w 2671650"/>
              <a:gd name="connsiteY1613" fmla="*/ 251490 h 601039"/>
              <a:gd name="connsiteX1614" fmla="*/ 1538248 w 2671650"/>
              <a:gd name="connsiteY1614" fmla="*/ 235281 h 601039"/>
              <a:gd name="connsiteX1615" fmla="*/ 1535563 w 2671650"/>
              <a:gd name="connsiteY1615" fmla="*/ 209161 h 601039"/>
              <a:gd name="connsiteX1616" fmla="*/ 1532260 w 2671650"/>
              <a:gd name="connsiteY1616" fmla="*/ 198011 h 601039"/>
              <a:gd name="connsiteX1617" fmla="*/ 1533602 w 2671650"/>
              <a:gd name="connsiteY1617" fmla="*/ 189545 h 601039"/>
              <a:gd name="connsiteX1618" fmla="*/ 1536493 w 2671650"/>
              <a:gd name="connsiteY1618" fmla="*/ 175091 h 601039"/>
              <a:gd name="connsiteX1619" fmla="*/ 1543617 w 2671650"/>
              <a:gd name="connsiteY1619" fmla="*/ 160431 h 601039"/>
              <a:gd name="connsiteX1620" fmla="*/ 1552805 w 2671650"/>
              <a:gd name="connsiteY1620" fmla="*/ 166005 h 601039"/>
              <a:gd name="connsiteX1621" fmla="*/ 1561478 w 2671650"/>
              <a:gd name="connsiteY1621" fmla="*/ 165077 h 601039"/>
              <a:gd name="connsiteX1622" fmla="*/ 1572835 w 2671650"/>
              <a:gd name="connsiteY1622" fmla="*/ 161463 h 601039"/>
              <a:gd name="connsiteX1623" fmla="*/ 1592243 w 2671650"/>
              <a:gd name="connsiteY1623" fmla="*/ 153513 h 601039"/>
              <a:gd name="connsiteX1624" fmla="*/ 1607627 w 2671650"/>
              <a:gd name="connsiteY1624" fmla="*/ 151965 h 601039"/>
              <a:gd name="connsiteX1625" fmla="*/ 1653673 w 2671650"/>
              <a:gd name="connsiteY1625" fmla="*/ 136995 h 601039"/>
              <a:gd name="connsiteX1626" fmla="*/ 97904 w 2671650"/>
              <a:gd name="connsiteY1626" fmla="*/ 125237 h 601039"/>
              <a:gd name="connsiteX1627" fmla="*/ 96689 w 2671650"/>
              <a:gd name="connsiteY1627" fmla="*/ 125710 h 601039"/>
              <a:gd name="connsiteX1628" fmla="*/ 95535 w 2671650"/>
              <a:gd name="connsiteY1628" fmla="*/ 126451 h 601039"/>
              <a:gd name="connsiteX1629" fmla="*/ 94172 w 2671650"/>
              <a:gd name="connsiteY1629" fmla="*/ 127991 h 601039"/>
              <a:gd name="connsiteX1630" fmla="*/ 92632 w 2671650"/>
              <a:gd name="connsiteY1630" fmla="*/ 129294 h 601039"/>
              <a:gd name="connsiteX1631" fmla="*/ 91270 w 2671650"/>
              <a:gd name="connsiteY1631" fmla="*/ 129738 h 601039"/>
              <a:gd name="connsiteX1632" fmla="*/ 90974 w 2671650"/>
              <a:gd name="connsiteY1632" fmla="*/ 130537 h 601039"/>
              <a:gd name="connsiteX1633" fmla="*/ 90944 w 2671650"/>
              <a:gd name="connsiteY1633" fmla="*/ 130537 h 601039"/>
              <a:gd name="connsiteX1634" fmla="*/ 90796 w 2671650"/>
              <a:gd name="connsiteY1634" fmla="*/ 132077 h 601039"/>
              <a:gd name="connsiteX1635" fmla="*/ 91389 w 2671650"/>
              <a:gd name="connsiteY1635" fmla="*/ 132670 h 601039"/>
              <a:gd name="connsiteX1636" fmla="*/ 94350 w 2671650"/>
              <a:gd name="connsiteY1636" fmla="*/ 133795 h 601039"/>
              <a:gd name="connsiteX1637" fmla="*/ 97134 w 2671650"/>
              <a:gd name="connsiteY1637" fmla="*/ 137349 h 601039"/>
              <a:gd name="connsiteX1638" fmla="*/ 97904 w 2671650"/>
              <a:gd name="connsiteY1638" fmla="*/ 139570 h 601039"/>
              <a:gd name="connsiteX1639" fmla="*/ 97104 w 2671650"/>
              <a:gd name="connsiteY1639" fmla="*/ 141968 h 601039"/>
              <a:gd name="connsiteX1640" fmla="*/ 96068 w 2671650"/>
              <a:gd name="connsiteY1640" fmla="*/ 143242 h 601039"/>
              <a:gd name="connsiteX1641" fmla="*/ 95031 w 2671650"/>
              <a:gd name="connsiteY1641" fmla="*/ 145403 h 601039"/>
              <a:gd name="connsiteX1642" fmla="*/ 95031 w 2671650"/>
              <a:gd name="connsiteY1642" fmla="*/ 147713 h 601039"/>
              <a:gd name="connsiteX1643" fmla="*/ 96986 w 2671650"/>
              <a:gd name="connsiteY1643" fmla="*/ 149727 h 601039"/>
              <a:gd name="connsiteX1644" fmla="*/ 98200 w 2671650"/>
              <a:gd name="connsiteY1644" fmla="*/ 150408 h 601039"/>
              <a:gd name="connsiteX1645" fmla="*/ 99888 w 2671650"/>
              <a:gd name="connsiteY1645" fmla="*/ 151504 h 601039"/>
              <a:gd name="connsiteX1646" fmla="*/ 100924 w 2671650"/>
              <a:gd name="connsiteY1646" fmla="*/ 151504 h 601039"/>
              <a:gd name="connsiteX1647" fmla="*/ 101635 w 2671650"/>
              <a:gd name="connsiteY1647" fmla="*/ 150497 h 601039"/>
              <a:gd name="connsiteX1648" fmla="*/ 102286 w 2671650"/>
              <a:gd name="connsiteY1648" fmla="*/ 148927 h 601039"/>
              <a:gd name="connsiteX1649" fmla="*/ 103293 w 2671650"/>
              <a:gd name="connsiteY1649" fmla="*/ 147536 h 601039"/>
              <a:gd name="connsiteX1650" fmla="*/ 104300 w 2671650"/>
              <a:gd name="connsiteY1650" fmla="*/ 147239 h 601039"/>
              <a:gd name="connsiteX1651" fmla="*/ 107262 w 2671650"/>
              <a:gd name="connsiteY1651" fmla="*/ 149786 h 601039"/>
              <a:gd name="connsiteX1652" fmla="*/ 107262 w 2671650"/>
              <a:gd name="connsiteY1652" fmla="*/ 152155 h 601039"/>
              <a:gd name="connsiteX1653" fmla="*/ 106284 w 2671650"/>
              <a:gd name="connsiteY1653" fmla="*/ 156183 h 601039"/>
              <a:gd name="connsiteX1654" fmla="*/ 105426 w 2671650"/>
              <a:gd name="connsiteY1654" fmla="*/ 158256 h 601039"/>
              <a:gd name="connsiteX1655" fmla="*/ 104922 w 2671650"/>
              <a:gd name="connsiteY1655" fmla="*/ 160477 h 601039"/>
              <a:gd name="connsiteX1656" fmla="*/ 104152 w 2671650"/>
              <a:gd name="connsiteY1656" fmla="*/ 161484 h 601039"/>
              <a:gd name="connsiteX1657" fmla="*/ 104448 w 2671650"/>
              <a:gd name="connsiteY1657" fmla="*/ 162846 h 601039"/>
              <a:gd name="connsiteX1658" fmla="*/ 105840 w 2671650"/>
              <a:gd name="connsiteY1658" fmla="*/ 163497 h 601039"/>
              <a:gd name="connsiteX1659" fmla="*/ 107321 w 2671650"/>
              <a:gd name="connsiteY1659" fmla="*/ 164386 h 601039"/>
              <a:gd name="connsiteX1660" fmla="*/ 109009 w 2671650"/>
              <a:gd name="connsiteY1660" fmla="*/ 164090 h 601039"/>
              <a:gd name="connsiteX1661" fmla="*/ 111822 w 2671650"/>
              <a:gd name="connsiteY1661" fmla="*/ 163882 h 601039"/>
              <a:gd name="connsiteX1662" fmla="*/ 112325 w 2671650"/>
              <a:gd name="connsiteY1662" fmla="*/ 159885 h 601039"/>
              <a:gd name="connsiteX1663" fmla="*/ 113095 w 2671650"/>
              <a:gd name="connsiteY1663" fmla="*/ 157723 h 601039"/>
              <a:gd name="connsiteX1664" fmla="*/ 113984 w 2671650"/>
              <a:gd name="connsiteY1664" fmla="*/ 153843 h 601039"/>
              <a:gd name="connsiteX1665" fmla="*/ 114902 w 2671650"/>
              <a:gd name="connsiteY1665" fmla="*/ 151060 h 601039"/>
              <a:gd name="connsiteX1666" fmla="*/ 114902 w 2671650"/>
              <a:gd name="connsiteY1666" fmla="*/ 147565 h 601039"/>
              <a:gd name="connsiteX1667" fmla="*/ 115583 w 2671650"/>
              <a:gd name="connsiteY1667" fmla="*/ 144249 h 601039"/>
              <a:gd name="connsiteX1668" fmla="*/ 115139 w 2671650"/>
              <a:gd name="connsiteY1668" fmla="*/ 142531 h 601039"/>
              <a:gd name="connsiteX1669" fmla="*/ 113658 w 2671650"/>
              <a:gd name="connsiteY1669" fmla="*/ 140073 h 601039"/>
              <a:gd name="connsiteX1670" fmla="*/ 112562 w 2671650"/>
              <a:gd name="connsiteY1670" fmla="*/ 139421 h 601039"/>
              <a:gd name="connsiteX1671" fmla="*/ 111852 w 2671650"/>
              <a:gd name="connsiteY1671" fmla="*/ 138948 h 601039"/>
              <a:gd name="connsiteX1672" fmla="*/ 110519 w 2671650"/>
              <a:gd name="connsiteY1672" fmla="*/ 138326 h 601039"/>
              <a:gd name="connsiteX1673" fmla="*/ 109098 w 2671650"/>
              <a:gd name="connsiteY1673" fmla="*/ 136815 h 601039"/>
              <a:gd name="connsiteX1674" fmla="*/ 107558 w 2671650"/>
              <a:gd name="connsiteY1674" fmla="*/ 134891 h 601039"/>
              <a:gd name="connsiteX1675" fmla="*/ 104774 w 2671650"/>
              <a:gd name="connsiteY1675" fmla="*/ 131929 h 601039"/>
              <a:gd name="connsiteX1676" fmla="*/ 103323 w 2671650"/>
              <a:gd name="connsiteY1676" fmla="*/ 130212 h 601039"/>
              <a:gd name="connsiteX1677" fmla="*/ 102464 w 2671650"/>
              <a:gd name="connsiteY1677" fmla="*/ 128020 h 601039"/>
              <a:gd name="connsiteX1678" fmla="*/ 101072 w 2671650"/>
              <a:gd name="connsiteY1678" fmla="*/ 126599 h 601039"/>
              <a:gd name="connsiteX1679" fmla="*/ 100184 w 2671650"/>
              <a:gd name="connsiteY1679" fmla="*/ 125651 h 601039"/>
              <a:gd name="connsiteX1680" fmla="*/ 97904 w 2671650"/>
              <a:gd name="connsiteY1680" fmla="*/ 125237 h 601039"/>
              <a:gd name="connsiteX1681" fmla="*/ 359532 w 2671650"/>
              <a:gd name="connsiteY1681" fmla="*/ 125121 h 601039"/>
              <a:gd name="connsiteX1682" fmla="*/ 371356 w 2671650"/>
              <a:gd name="connsiteY1682" fmla="*/ 126747 h 601039"/>
              <a:gd name="connsiteX1683" fmla="*/ 360103 w 2671650"/>
              <a:gd name="connsiteY1683" fmla="*/ 133084 h 601039"/>
              <a:gd name="connsiteX1684" fmla="*/ 348079 w 2671650"/>
              <a:gd name="connsiteY1684" fmla="*/ 129294 h 601039"/>
              <a:gd name="connsiteX1685" fmla="*/ 359510 w 2671650"/>
              <a:gd name="connsiteY1685" fmla="*/ 125118 h 601039"/>
              <a:gd name="connsiteX1686" fmla="*/ 359540 w 2671650"/>
              <a:gd name="connsiteY1686" fmla="*/ 125118 h 601039"/>
              <a:gd name="connsiteX1687" fmla="*/ 359532 w 2671650"/>
              <a:gd name="connsiteY1687" fmla="*/ 125121 h 601039"/>
              <a:gd name="connsiteX1688" fmla="*/ 500886 w 2671650"/>
              <a:gd name="connsiteY1688" fmla="*/ 111200 h 601039"/>
              <a:gd name="connsiteX1689" fmla="*/ 499287 w 2671650"/>
              <a:gd name="connsiteY1689" fmla="*/ 111555 h 601039"/>
              <a:gd name="connsiteX1690" fmla="*/ 497747 w 2671650"/>
              <a:gd name="connsiteY1690" fmla="*/ 113510 h 601039"/>
              <a:gd name="connsiteX1691" fmla="*/ 494786 w 2671650"/>
              <a:gd name="connsiteY1691" fmla="*/ 116649 h 601039"/>
              <a:gd name="connsiteX1692" fmla="*/ 491647 w 2671650"/>
              <a:gd name="connsiteY1692" fmla="*/ 119195 h 601039"/>
              <a:gd name="connsiteX1693" fmla="*/ 490403 w 2671650"/>
              <a:gd name="connsiteY1693" fmla="*/ 120795 h 601039"/>
              <a:gd name="connsiteX1694" fmla="*/ 489781 w 2671650"/>
              <a:gd name="connsiteY1694" fmla="*/ 122068 h 601039"/>
              <a:gd name="connsiteX1695" fmla="*/ 488833 w 2671650"/>
              <a:gd name="connsiteY1695" fmla="*/ 122068 h 601039"/>
              <a:gd name="connsiteX1696" fmla="*/ 486938 w 2671650"/>
              <a:gd name="connsiteY1696" fmla="*/ 121179 h 601039"/>
              <a:gd name="connsiteX1697" fmla="*/ 486719 w 2671650"/>
              <a:gd name="connsiteY1697" fmla="*/ 120960 h 601039"/>
              <a:gd name="connsiteX1698" fmla="*/ 486938 w 2671650"/>
              <a:gd name="connsiteY1698" fmla="*/ 119936 h 601039"/>
              <a:gd name="connsiteX1699" fmla="*/ 488744 w 2671650"/>
              <a:gd name="connsiteY1699" fmla="*/ 117596 h 601039"/>
              <a:gd name="connsiteX1700" fmla="*/ 488271 w 2671650"/>
              <a:gd name="connsiteY1700" fmla="*/ 117152 h 601039"/>
              <a:gd name="connsiteX1701" fmla="*/ 483947 w 2671650"/>
              <a:gd name="connsiteY1701" fmla="*/ 118070 h 601039"/>
              <a:gd name="connsiteX1702" fmla="*/ 482881 w 2671650"/>
              <a:gd name="connsiteY1702" fmla="*/ 117804 h 601039"/>
              <a:gd name="connsiteX1703" fmla="*/ 481548 w 2671650"/>
              <a:gd name="connsiteY1703" fmla="*/ 118337 h 601039"/>
              <a:gd name="connsiteX1704" fmla="*/ 479120 w 2671650"/>
              <a:gd name="connsiteY1704" fmla="*/ 120528 h 601039"/>
              <a:gd name="connsiteX1705" fmla="*/ 477462 w 2671650"/>
              <a:gd name="connsiteY1705" fmla="*/ 123489 h 601039"/>
              <a:gd name="connsiteX1706" fmla="*/ 477995 w 2671650"/>
              <a:gd name="connsiteY1706" fmla="*/ 124881 h 601039"/>
              <a:gd name="connsiteX1707" fmla="*/ 482378 w 2671650"/>
              <a:gd name="connsiteY1707" fmla="*/ 125622 h 601039"/>
              <a:gd name="connsiteX1708" fmla="*/ 483651 w 2671650"/>
              <a:gd name="connsiteY1708" fmla="*/ 125622 h 601039"/>
              <a:gd name="connsiteX1709" fmla="*/ 486612 w 2671650"/>
              <a:gd name="connsiteY1709" fmla="*/ 125355 h 601039"/>
              <a:gd name="connsiteX1710" fmla="*/ 489189 w 2671650"/>
              <a:gd name="connsiteY1710" fmla="*/ 126747 h 601039"/>
              <a:gd name="connsiteX1711" fmla="*/ 491114 w 2671650"/>
              <a:gd name="connsiteY1711" fmla="*/ 128139 h 601039"/>
              <a:gd name="connsiteX1712" fmla="*/ 493483 w 2671650"/>
              <a:gd name="connsiteY1712" fmla="*/ 130093 h 601039"/>
              <a:gd name="connsiteX1713" fmla="*/ 495082 w 2671650"/>
              <a:gd name="connsiteY1713" fmla="*/ 131218 h 601039"/>
              <a:gd name="connsiteX1714" fmla="*/ 496681 w 2671650"/>
              <a:gd name="connsiteY1714" fmla="*/ 132285 h 601039"/>
              <a:gd name="connsiteX1715" fmla="*/ 499642 w 2671650"/>
              <a:gd name="connsiteY1715" fmla="*/ 134772 h 601039"/>
              <a:gd name="connsiteX1716" fmla="*/ 501508 w 2671650"/>
              <a:gd name="connsiteY1716" fmla="*/ 136282 h 601039"/>
              <a:gd name="connsiteX1717" fmla="*/ 503255 w 2671650"/>
              <a:gd name="connsiteY1717" fmla="*/ 137763 h 601039"/>
              <a:gd name="connsiteX1718" fmla="*/ 501271 w 2671650"/>
              <a:gd name="connsiteY1718" fmla="*/ 138296 h 601039"/>
              <a:gd name="connsiteX1719" fmla="*/ 499465 w 2671650"/>
              <a:gd name="connsiteY1719" fmla="*/ 137615 h 601039"/>
              <a:gd name="connsiteX1720" fmla="*/ 498695 w 2671650"/>
              <a:gd name="connsiteY1720" fmla="*/ 136194 h 601039"/>
              <a:gd name="connsiteX1721" fmla="*/ 497599 w 2671650"/>
              <a:gd name="connsiteY1721" fmla="*/ 135157 h 601039"/>
              <a:gd name="connsiteX1722" fmla="*/ 496355 w 2671650"/>
              <a:gd name="connsiteY1722" fmla="*/ 133795 h 601039"/>
              <a:gd name="connsiteX1723" fmla="*/ 495408 w 2671650"/>
              <a:gd name="connsiteY1723" fmla="*/ 133588 h 601039"/>
              <a:gd name="connsiteX1724" fmla="*/ 494164 w 2671650"/>
              <a:gd name="connsiteY1724" fmla="*/ 132936 h 601039"/>
              <a:gd name="connsiteX1725" fmla="*/ 492861 w 2671650"/>
              <a:gd name="connsiteY1725" fmla="*/ 131988 h 601039"/>
              <a:gd name="connsiteX1726" fmla="*/ 491054 w 2671650"/>
              <a:gd name="connsiteY1726" fmla="*/ 130774 h 601039"/>
              <a:gd name="connsiteX1727" fmla="*/ 489663 w 2671650"/>
              <a:gd name="connsiteY1727" fmla="*/ 129560 h 601039"/>
              <a:gd name="connsiteX1728" fmla="*/ 488804 w 2671650"/>
              <a:gd name="connsiteY1728" fmla="*/ 129353 h 601039"/>
              <a:gd name="connsiteX1729" fmla="*/ 487323 w 2671650"/>
              <a:gd name="connsiteY1729" fmla="*/ 127961 h 601039"/>
              <a:gd name="connsiteX1730" fmla="*/ 483888 w 2671650"/>
              <a:gd name="connsiteY1730" fmla="*/ 129234 h 601039"/>
              <a:gd name="connsiteX1731" fmla="*/ 482289 w 2671650"/>
              <a:gd name="connsiteY1731" fmla="*/ 130212 h 601039"/>
              <a:gd name="connsiteX1732" fmla="*/ 481726 w 2671650"/>
              <a:gd name="connsiteY1732" fmla="*/ 131426 h 601039"/>
              <a:gd name="connsiteX1733" fmla="*/ 482644 w 2671650"/>
              <a:gd name="connsiteY1733" fmla="*/ 132433 h 601039"/>
              <a:gd name="connsiteX1734" fmla="*/ 484362 w 2671650"/>
              <a:gd name="connsiteY1734" fmla="*/ 133055 h 601039"/>
              <a:gd name="connsiteX1735" fmla="*/ 486020 w 2671650"/>
              <a:gd name="connsiteY1735" fmla="*/ 133440 h 601039"/>
              <a:gd name="connsiteX1736" fmla="*/ 486790 w 2671650"/>
              <a:gd name="connsiteY1736" fmla="*/ 134476 h 601039"/>
              <a:gd name="connsiteX1737" fmla="*/ 485191 w 2671650"/>
              <a:gd name="connsiteY1737" fmla="*/ 135128 h 601039"/>
              <a:gd name="connsiteX1738" fmla="*/ 483829 w 2671650"/>
              <a:gd name="connsiteY1738" fmla="*/ 136075 h 601039"/>
              <a:gd name="connsiteX1739" fmla="*/ 482940 w 2671650"/>
              <a:gd name="connsiteY1739" fmla="*/ 136253 h 601039"/>
              <a:gd name="connsiteX1740" fmla="*/ 481519 w 2671650"/>
              <a:gd name="connsiteY1740" fmla="*/ 135749 h 601039"/>
              <a:gd name="connsiteX1741" fmla="*/ 479564 w 2671650"/>
              <a:gd name="connsiteY1741" fmla="*/ 134535 h 601039"/>
              <a:gd name="connsiteX1742" fmla="*/ 477491 w 2671650"/>
              <a:gd name="connsiteY1742" fmla="*/ 133973 h 601039"/>
              <a:gd name="connsiteX1743" fmla="*/ 476573 w 2671650"/>
              <a:gd name="connsiteY1743" fmla="*/ 132285 h 601039"/>
              <a:gd name="connsiteX1744" fmla="*/ 473612 w 2671650"/>
              <a:gd name="connsiteY1744" fmla="*/ 131515 h 601039"/>
              <a:gd name="connsiteX1745" fmla="*/ 471806 w 2671650"/>
              <a:gd name="connsiteY1745" fmla="*/ 132640 h 601039"/>
              <a:gd name="connsiteX1746" fmla="*/ 470828 w 2671650"/>
              <a:gd name="connsiteY1746" fmla="*/ 133824 h 601039"/>
              <a:gd name="connsiteX1747" fmla="*/ 471184 w 2671650"/>
              <a:gd name="connsiteY1747" fmla="*/ 134831 h 601039"/>
              <a:gd name="connsiteX1748" fmla="*/ 472220 w 2671650"/>
              <a:gd name="connsiteY1748" fmla="*/ 136697 h 601039"/>
              <a:gd name="connsiteX1749" fmla="*/ 474441 w 2671650"/>
              <a:gd name="connsiteY1749" fmla="*/ 137822 h 601039"/>
              <a:gd name="connsiteX1750" fmla="*/ 476721 w 2671650"/>
              <a:gd name="connsiteY1750" fmla="*/ 139570 h 601039"/>
              <a:gd name="connsiteX1751" fmla="*/ 478972 w 2671650"/>
              <a:gd name="connsiteY1751" fmla="*/ 141258 h 601039"/>
              <a:gd name="connsiteX1752" fmla="*/ 478676 w 2671650"/>
              <a:gd name="connsiteY1752" fmla="*/ 142649 h 601039"/>
              <a:gd name="connsiteX1753" fmla="*/ 472961 w 2671650"/>
              <a:gd name="connsiteY1753" fmla="*/ 143923 h 601039"/>
              <a:gd name="connsiteX1754" fmla="*/ 469999 w 2671650"/>
              <a:gd name="connsiteY1754" fmla="*/ 141672 h 601039"/>
              <a:gd name="connsiteX1755" fmla="*/ 468400 w 2671650"/>
              <a:gd name="connsiteY1755" fmla="*/ 141050 h 601039"/>
              <a:gd name="connsiteX1756" fmla="*/ 468400 w 2671650"/>
              <a:gd name="connsiteY1756" fmla="*/ 145048 h 601039"/>
              <a:gd name="connsiteX1757" fmla="*/ 466801 w 2671650"/>
              <a:gd name="connsiteY1757" fmla="*/ 146470 h 601039"/>
              <a:gd name="connsiteX1758" fmla="*/ 468844 w 2671650"/>
              <a:gd name="connsiteY1758" fmla="*/ 148691 h 601039"/>
              <a:gd name="connsiteX1759" fmla="*/ 470591 w 2671650"/>
              <a:gd name="connsiteY1759" fmla="*/ 149757 h 601039"/>
              <a:gd name="connsiteX1760" fmla="*/ 472961 w 2671650"/>
              <a:gd name="connsiteY1760" fmla="*/ 150971 h 601039"/>
              <a:gd name="connsiteX1761" fmla="*/ 476514 w 2671650"/>
              <a:gd name="connsiteY1761" fmla="*/ 149964 h 601039"/>
              <a:gd name="connsiteX1762" fmla="*/ 478232 w 2671650"/>
              <a:gd name="connsiteY1762" fmla="*/ 149579 h 601039"/>
              <a:gd name="connsiteX1763" fmla="*/ 480245 w 2671650"/>
              <a:gd name="connsiteY1763" fmla="*/ 148365 h 601039"/>
              <a:gd name="connsiteX1764" fmla="*/ 481874 w 2671650"/>
              <a:gd name="connsiteY1764" fmla="*/ 147180 h 601039"/>
              <a:gd name="connsiteX1765" fmla="*/ 483473 w 2671650"/>
              <a:gd name="connsiteY1765" fmla="*/ 145463 h 601039"/>
              <a:gd name="connsiteX1766" fmla="*/ 486908 w 2671650"/>
              <a:gd name="connsiteY1766" fmla="*/ 146884 h 601039"/>
              <a:gd name="connsiteX1767" fmla="*/ 488271 w 2671650"/>
              <a:gd name="connsiteY1767" fmla="*/ 147624 h 601039"/>
              <a:gd name="connsiteX1768" fmla="*/ 490047 w 2671650"/>
              <a:gd name="connsiteY1768" fmla="*/ 148927 h 601039"/>
              <a:gd name="connsiteX1769" fmla="*/ 491647 w 2671650"/>
              <a:gd name="connsiteY1769" fmla="*/ 149105 h 601039"/>
              <a:gd name="connsiteX1770" fmla="*/ 493571 w 2671650"/>
              <a:gd name="connsiteY1770" fmla="*/ 148039 h 601039"/>
              <a:gd name="connsiteX1771" fmla="*/ 493571 w 2671650"/>
              <a:gd name="connsiteY1771" fmla="*/ 146884 h 601039"/>
              <a:gd name="connsiteX1772" fmla="*/ 492772 w 2671650"/>
              <a:gd name="connsiteY1772" fmla="*/ 144782 h 601039"/>
              <a:gd name="connsiteX1773" fmla="*/ 492120 w 2671650"/>
              <a:gd name="connsiteY1773" fmla="*/ 142531 h 601039"/>
              <a:gd name="connsiteX1774" fmla="*/ 490847 w 2671650"/>
              <a:gd name="connsiteY1774" fmla="*/ 142087 h 601039"/>
              <a:gd name="connsiteX1775" fmla="*/ 489041 w 2671650"/>
              <a:gd name="connsiteY1775" fmla="*/ 141228 h 601039"/>
              <a:gd name="connsiteX1776" fmla="*/ 488478 w 2671650"/>
              <a:gd name="connsiteY1776" fmla="*/ 140339 h 601039"/>
              <a:gd name="connsiteX1777" fmla="*/ 490196 w 2671650"/>
              <a:gd name="connsiteY1777" fmla="*/ 139214 h 601039"/>
              <a:gd name="connsiteX1778" fmla="*/ 492802 w 2671650"/>
              <a:gd name="connsiteY1778" fmla="*/ 139214 h 601039"/>
              <a:gd name="connsiteX1779" fmla="*/ 494726 w 2671650"/>
              <a:gd name="connsiteY1779" fmla="*/ 139214 h 601039"/>
              <a:gd name="connsiteX1780" fmla="*/ 499139 w 2671650"/>
              <a:gd name="connsiteY1780" fmla="*/ 140132 h 601039"/>
              <a:gd name="connsiteX1781" fmla="*/ 500620 w 2671650"/>
              <a:gd name="connsiteY1781" fmla="*/ 141672 h 601039"/>
              <a:gd name="connsiteX1782" fmla="*/ 501627 w 2671650"/>
              <a:gd name="connsiteY1782" fmla="*/ 142975 h 601039"/>
              <a:gd name="connsiteX1783" fmla="*/ 502959 w 2671650"/>
              <a:gd name="connsiteY1783" fmla="*/ 143567 h 601039"/>
              <a:gd name="connsiteX1784" fmla="*/ 506720 w 2671650"/>
              <a:gd name="connsiteY1784" fmla="*/ 145936 h 601039"/>
              <a:gd name="connsiteX1785" fmla="*/ 509326 w 2671650"/>
              <a:gd name="connsiteY1785" fmla="*/ 144574 h 601039"/>
              <a:gd name="connsiteX1786" fmla="*/ 511133 w 2671650"/>
              <a:gd name="connsiteY1786" fmla="*/ 141879 h 601039"/>
              <a:gd name="connsiteX1787" fmla="*/ 510540 w 2671650"/>
              <a:gd name="connsiteY1787" fmla="*/ 140547 h 601039"/>
              <a:gd name="connsiteX1788" fmla="*/ 509978 w 2671650"/>
              <a:gd name="connsiteY1788" fmla="*/ 139421 h 601039"/>
              <a:gd name="connsiteX1789" fmla="*/ 509978 w 2671650"/>
              <a:gd name="connsiteY1789" fmla="*/ 138089 h 601039"/>
              <a:gd name="connsiteX1790" fmla="*/ 509030 w 2671650"/>
              <a:gd name="connsiteY1790" fmla="*/ 137171 h 601039"/>
              <a:gd name="connsiteX1791" fmla="*/ 506927 w 2671650"/>
              <a:gd name="connsiteY1791" fmla="*/ 136490 h 601039"/>
              <a:gd name="connsiteX1792" fmla="*/ 506483 w 2671650"/>
              <a:gd name="connsiteY1792" fmla="*/ 135542 h 601039"/>
              <a:gd name="connsiteX1793" fmla="*/ 508290 w 2671650"/>
              <a:gd name="connsiteY1793" fmla="*/ 134358 h 601039"/>
              <a:gd name="connsiteX1794" fmla="*/ 509800 w 2671650"/>
              <a:gd name="connsiteY1794" fmla="*/ 133528 h 601039"/>
              <a:gd name="connsiteX1795" fmla="*/ 511192 w 2671650"/>
              <a:gd name="connsiteY1795" fmla="*/ 132906 h 601039"/>
              <a:gd name="connsiteX1796" fmla="*/ 515367 w 2671650"/>
              <a:gd name="connsiteY1796" fmla="*/ 131367 h 601039"/>
              <a:gd name="connsiteX1797" fmla="*/ 518151 w 2671650"/>
              <a:gd name="connsiteY1797" fmla="*/ 131722 h 601039"/>
              <a:gd name="connsiteX1798" fmla="*/ 519780 w 2671650"/>
              <a:gd name="connsiteY1798" fmla="*/ 130449 h 601039"/>
              <a:gd name="connsiteX1799" fmla="*/ 520372 w 2671650"/>
              <a:gd name="connsiteY1799" fmla="*/ 129353 h 601039"/>
              <a:gd name="connsiteX1800" fmla="*/ 519987 w 2671650"/>
              <a:gd name="connsiteY1800" fmla="*/ 127517 h 601039"/>
              <a:gd name="connsiteX1801" fmla="*/ 518862 w 2671650"/>
              <a:gd name="connsiteY1801" fmla="*/ 126540 h 601039"/>
              <a:gd name="connsiteX1802" fmla="*/ 518092 w 2671650"/>
              <a:gd name="connsiteY1802" fmla="*/ 126540 h 601039"/>
              <a:gd name="connsiteX1803" fmla="*/ 512820 w 2671650"/>
              <a:gd name="connsiteY1803" fmla="*/ 124703 h 601039"/>
              <a:gd name="connsiteX1804" fmla="*/ 511754 w 2671650"/>
              <a:gd name="connsiteY1804" fmla="*/ 127043 h 601039"/>
              <a:gd name="connsiteX1805" fmla="*/ 510570 w 2671650"/>
              <a:gd name="connsiteY1805" fmla="*/ 127665 h 601039"/>
              <a:gd name="connsiteX1806" fmla="*/ 509178 w 2671650"/>
              <a:gd name="connsiteY1806" fmla="*/ 127902 h 601039"/>
              <a:gd name="connsiteX1807" fmla="*/ 507727 w 2671650"/>
              <a:gd name="connsiteY1807" fmla="*/ 127339 h 601039"/>
              <a:gd name="connsiteX1808" fmla="*/ 506631 w 2671650"/>
              <a:gd name="connsiteY1808" fmla="*/ 128553 h 601039"/>
              <a:gd name="connsiteX1809" fmla="*/ 505417 w 2671650"/>
              <a:gd name="connsiteY1809" fmla="*/ 128553 h 601039"/>
              <a:gd name="connsiteX1810" fmla="*/ 504203 w 2671650"/>
              <a:gd name="connsiteY1810" fmla="*/ 128376 h 601039"/>
              <a:gd name="connsiteX1811" fmla="*/ 503226 w 2671650"/>
              <a:gd name="connsiteY1811" fmla="*/ 129738 h 601039"/>
              <a:gd name="connsiteX1812" fmla="*/ 503877 w 2671650"/>
              <a:gd name="connsiteY1812" fmla="*/ 131159 h 601039"/>
              <a:gd name="connsiteX1813" fmla="*/ 501508 w 2671650"/>
              <a:gd name="connsiteY1813" fmla="*/ 131159 h 601039"/>
              <a:gd name="connsiteX1814" fmla="*/ 501982 w 2671650"/>
              <a:gd name="connsiteY1814" fmla="*/ 129501 h 601039"/>
              <a:gd name="connsiteX1815" fmla="*/ 501419 w 2671650"/>
              <a:gd name="connsiteY1815" fmla="*/ 127517 h 601039"/>
              <a:gd name="connsiteX1816" fmla="*/ 504055 w 2671650"/>
              <a:gd name="connsiteY1816" fmla="*/ 127132 h 601039"/>
              <a:gd name="connsiteX1817" fmla="*/ 508408 w 2671650"/>
              <a:gd name="connsiteY1817" fmla="*/ 125829 h 601039"/>
              <a:gd name="connsiteX1818" fmla="*/ 508763 w 2671650"/>
              <a:gd name="connsiteY1818" fmla="*/ 124200 h 601039"/>
              <a:gd name="connsiteX1819" fmla="*/ 510037 w 2671650"/>
              <a:gd name="connsiteY1819" fmla="*/ 123016 h 601039"/>
              <a:gd name="connsiteX1820" fmla="*/ 512465 w 2671650"/>
              <a:gd name="connsiteY1820" fmla="*/ 122779 h 601039"/>
              <a:gd name="connsiteX1821" fmla="*/ 514597 w 2671650"/>
              <a:gd name="connsiteY1821" fmla="*/ 121831 h 601039"/>
              <a:gd name="connsiteX1822" fmla="*/ 514390 w 2671650"/>
              <a:gd name="connsiteY1822" fmla="*/ 119551 h 601039"/>
              <a:gd name="connsiteX1823" fmla="*/ 513620 w 2671650"/>
              <a:gd name="connsiteY1823" fmla="*/ 118988 h 601039"/>
              <a:gd name="connsiteX1824" fmla="*/ 512909 w 2671650"/>
              <a:gd name="connsiteY1824" fmla="*/ 118366 h 601039"/>
              <a:gd name="connsiteX1825" fmla="*/ 510511 w 2671650"/>
              <a:gd name="connsiteY1825" fmla="*/ 118988 h 601039"/>
              <a:gd name="connsiteX1826" fmla="*/ 507905 w 2671650"/>
              <a:gd name="connsiteY1826" fmla="*/ 119255 h 601039"/>
              <a:gd name="connsiteX1827" fmla="*/ 507905 w 2671650"/>
              <a:gd name="connsiteY1827" fmla="*/ 117567 h 601039"/>
              <a:gd name="connsiteX1828" fmla="*/ 506217 w 2671650"/>
              <a:gd name="connsiteY1828" fmla="*/ 117567 h 601039"/>
              <a:gd name="connsiteX1829" fmla="*/ 505328 w 2671650"/>
              <a:gd name="connsiteY1829" fmla="*/ 119373 h 601039"/>
              <a:gd name="connsiteX1830" fmla="*/ 503581 w 2671650"/>
              <a:gd name="connsiteY1830" fmla="*/ 120113 h 601039"/>
              <a:gd name="connsiteX1831" fmla="*/ 502011 w 2671650"/>
              <a:gd name="connsiteY1831" fmla="*/ 121564 h 601039"/>
              <a:gd name="connsiteX1832" fmla="*/ 503107 w 2671650"/>
              <a:gd name="connsiteY1832" fmla="*/ 122009 h 601039"/>
              <a:gd name="connsiteX1833" fmla="*/ 504558 w 2671650"/>
              <a:gd name="connsiteY1833" fmla="*/ 122719 h 601039"/>
              <a:gd name="connsiteX1834" fmla="*/ 503611 w 2671650"/>
              <a:gd name="connsiteY1834" fmla="*/ 124852 h 601039"/>
              <a:gd name="connsiteX1835" fmla="*/ 501330 w 2671650"/>
              <a:gd name="connsiteY1835" fmla="*/ 124703 h 601039"/>
              <a:gd name="connsiteX1836" fmla="*/ 501478 w 2671650"/>
              <a:gd name="connsiteY1836" fmla="*/ 123608 h 601039"/>
              <a:gd name="connsiteX1837" fmla="*/ 500294 w 2671650"/>
              <a:gd name="connsiteY1837" fmla="*/ 122186 h 601039"/>
              <a:gd name="connsiteX1838" fmla="*/ 500560 w 2671650"/>
              <a:gd name="connsiteY1838" fmla="*/ 121298 h 601039"/>
              <a:gd name="connsiteX1839" fmla="*/ 502841 w 2671650"/>
              <a:gd name="connsiteY1839" fmla="*/ 118337 h 601039"/>
              <a:gd name="connsiteX1840" fmla="*/ 503374 w 2671650"/>
              <a:gd name="connsiteY1840" fmla="*/ 117359 h 601039"/>
              <a:gd name="connsiteX1841" fmla="*/ 504292 w 2671650"/>
              <a:gd name="connsiteY1841" fmla="*/ 115790 h 601039"/>
              <a:gd name="connsiteX1842" fmla="*/ 503107 w 2671650"/>
              <a:gd name="connsiteY1842" fmla="*/ 115405 h 601039"/>
              <a:gd name="connsiteX1843" fmla="*/ 501538 w 2671650"/>
              <a:gd name="connsiteY1843" fmla="*/ 115967 h 601039"/>
              <a:gd name="connsiteX1844" fmla="*/ 500916 w 2671650"/>
              <a:gd name="connsiteY1844" fmla="*/ 116885 h 601039"/>
              <a:gd name="connsiteX1845" fmla="*/ 498606 w 2671650"/>
              <a:gd name="connsiteY1845" fmla="*/ 119077 h 601039"/>
              <a:gd name="connsiteX1846" fmla="*/ 497214 w 2671650"/>
              <a:gd name="connsiteY1846" fmla="*/ 120883 h 601039"/>
              <a:gd name="connsiteX1847" fmla="*/ 494726 w 2671650"/>
              <a:gd name="connsiteY1847" fmla="*/ 123045 h 601039"/>
              <a:gd name="connsiteX1848" fmla="*/ 494134 w 2671650"/>
              <a:gd name="connsiteY1848" fmla="*/ 124763 h 601039"/>
              <a:gd name="connsiteX1849" fmla="*/ 495023 w 2671650"/>
              <a:gd name="connsiteY1849" fmla="*/ 125059 h 601039"/>
              <a:gd name="connsiteX1850" fmla="*/ 496029 w 2671650"/>
              <a:gd name="connsiteY1850" fmla="*/ 124911 h 601039"/>
              <a:gd name="connsiteX1851" fmla="*/ 497392 w 2671650"/>
              <a:gd name="connsiteY1851" fmla="*/ 124318 h 601039"/>
              <a:gd name="connsiteX1852" fmla="*/ 497214 w 2671650"/>
              <a:gd name="connsiteY1852" fmla="*/ 125503 h 601039"/>
              <a:gd name="connsiteX1853" fmla="*/ 496651 w 2671650"/>
              <a:gd name="connsiteY1853" fmla="*/ 126540 h 601039"/>
              <a:gd name="connsiteX1854" fmla="*/ 497836 w 2671650"/>
              <a:gd name="connsiteY1854" fmla="*/ 127102 h 601039"/>
              <a:gd name="connsiteX1855" fmla="*/ 498695 w 2671650"/>
              <a:gd name="connsiteY1855" fmla="*/ 128198 h 601039"/>
              <a:gd name="connsiteX1856" fmla="*/ 498043 w 2671650"/>
              <a:gd name="connsiteY1856" fmla="*/ 128613 h 601039"/>
              <a:gd name="connsiteX1857" fmla="*/ 496918 w 2671650"/>
              <a:gd name="connsiteY1857" fmla="*/ 128316 h 601039"/>
              <a:gd name="connsiteX1858" fmla="*/ 495763 w 2671650"/>
              <a:gd name="connsiteY1858" fmla="*/ 127694 h 601039"/>
              <a:gd name="connsiteX1859" fmla="*/ 493927 w 2671650"/>
              <a:gd name="connsiteY1859" fmla="*/ 126332 h 601039"/>
              <a:gd name="connsiteX1860" fmla="*/ 492890 w 2671650"/>
              <a:gd name="connsiteY1860" fmla="*/ 125385 h 601039"/>
              <a:gd name="connsiteX1861" fmla="*/ 491469 w 2671650"/>
              <a:gd name="connsiteY1861" fmla="*/ 124467 h 601039"/>
              <a:gd name="connsiteX1862" fmla="*/ 491469 w 2671650"/>
              <a:gd name="connsiteY1862" fmla="*/ 123312 h 601039"/>
              <a:gd name="connsiteX1863" fmla="*/ 493098 w 2671650"/>
              <a:gd name="connsiteY1863" fmla="*/ 122571 h 601039"/>
              <a:gd name="connsiteX1864" fmla="*/ 494164 w 2671650"/>
              <a:gd name="connsiteY1864" fmla="*/ 121624 h 601039"/>
              <a:gd name="connsiteX1865" fmla="*/ 495319 w 2671650"/>
              <a:gd name="connsiteY1865" fmla="*/ 120025 h 601039"/>
              <a:gd name="connsiteX1866" fmla="*/ 497332 w 2671650"/>
              <a:gd name="connsiteY1866" fmla="*/ 117922 h 601039"/>
              <a:gd name="connsiteX1867" fmla="*/ 498458 w 2671650"/>
              <a:gd name="connsiteY1867" fmla="*/ 116974 h 601039"/>
              <a:gd name="connsiteX1868" fmla="*/ 499376 w 2671650"/>
              <a:gd name="connsiteY1868" fmla="*/ 116234 h 601039"/>
              <a:gd name="connsiteX1869" fmla="*/ 500116 w 2671650"/>
              <a:gd name="connsiteY1869" fmla="*/ 115494 h 601039"/>
              <a:gd name="connsiteX1870" fmla="*/ 501301 w 2671650"/>
              <a:gd name="connsiteY1870" fmla="*/ 114220 h 601039"/>
              <a:gd name="connsiteX1871" fmla="*/ 502160 w 2671650"/>
              <a:gd name="connsiteY1871" fmla="*/ 113095 h 601039"/>
              <a:gd name="connsiteX1872" fmla="*/ 502367 w 2671650"/>
              <a:gd name="connsiteY1872" fmla="*/ 112207 h 601039"/>
              <a:gd name="connsiteX1873" fmla="*/ 501686 w 2671650"/>
              <a:gd name="connsiteY1873" fmla="*/ 112029 h 601039"/>
              <a:gd name="connsiteX1874" fmla="*/ 500886 w 2671650"/>
              <a:gd name="connsiteY1874" fmla="*/ 111200 h 601039"/>
              <a:gd name="connsiteX1875" fmla="*/ 108239 w 2671650"/>
              <a:gd name="connsiteY1875" fmla="*/ 109364 h 601039"/>
              <a:gd name="connsiteX1876" fmla="*/ 107350 w 2671650"/>
              <a:gd name="connsiteY1876" fmla="*/ 109986 h 601039"/>
              <a:gd name="connsiteX1877" fmla="*/ 105959 w 2671650"/>
              <a:gd name="connsiteY1877" fmla="*/ 110370 h 601039"/>
              <a:gd name="connsiteX1878" fmla="*/ 105011 w 2671650"/>
              <a:gd name="connsiteY1878" fmla="*/ 111881 h 601039"/>
              <a:gd name="connsiteX1879" fmla="*/ 103886 w 2671650"/>
              <a:gd name="connsiteY1879" fmla="*/ 112680 h 601039"/>
              <a:gd name="connsiteX1880" fmla="*/ 103116 w 2671650"/>
              <a:gd name="connsiteY1880" fmla="*/ 114013 h 601039"/>
              <a:gd name="connsiteX1881" fmla="*/ 101635 w 2671650"/>
              <a:gd name="connsiteY1881" fmla="*/ 115079 h 601039"/>
              <a:gd name="connsiteX1882" fmla="*/ 101280 w 2671650"/>
              <a:gd name="connsiteY1882" fmla="*/ 116619 h 601039"/>
              <a:gd name="connsiteX1883" fmla="*/ 102938 w 2671650"/>
              <a:gd name="connsiteY1883" fmla="*/ 118277 h 601039"/>
              <a:gd name="connsiteX1884" fmla="*/ 104952 w 2671650"/>
              <a:gd name="connsiteY1884" fmla="*/ 121239 h 601039"/>
              <a:gd name="connsiteX1885" fmla="*/ 106195 w 2671650"/>
              <a:gd name="connsiteY1885" fmla="*/ 123075 h 601039"/>
              <a:gd name="connsiteX1886" fmla="*/ 108624 w 2671650"/>
              <a:gd name="connsiteY1886" fmla="*/ 125622 h 601039"/>
              <a:gd name="connsiteX1887" fmla="*/ 109956 w 2671650"/>
              <a:gd name="connsiteY1887" fmla="*/ 127487 h 601039"/>
              <a:gd name="connsiteX1888" fmla="*/ 111230 w 2671650"/>
              <a:gd name="connsiteY1888" fmla="*/ 129382 h 601039"/>
              <a:gd name="connsiteX1889" fmla="*/ 111792 w 2671650"/>
              <a:gd name="connsiteY1889" fmla="*/ 130745 h 601039"/>
              <a:gd name="connsiteX1890" fmla="*/ 114458 w 2671650"/>
              <a:gd name="connsiteY1890" fmla="*/ 134180 h 601039"/>
              <a:gd name="connsiteX1891" fmla="*/ 116590 w 2671650"/>
              <a:gd name="connsiteY1891" fmla="*/ 135809 h 601039"/>
              <a:gd name="connsiteX1892" fmla="*/ 118011 w 2671650"/>
              <a:gd name="connsiteY1892" fmla="*/ 136815 h 601039"/>
              <a:gd name="connsiteX1893" fmla="*/ 119403 w 2671650"/>
              <a:gd name="connsiteY1893" fmla="*/ 137970 h 601039"/>
              <a:gd name="connsiteX1894" fmla="*/ 121920 w 2671650"/>
              <a:gd name="connsiteY1894" fmla="*/ 139481 h 601039"/>
              <a:gd name="connsiteX1895" fmla="*/ 123786 w 2671650"/>
              <a:gd name="connsiteY1895" fmla="*/ 141021 h 601039"/>
              <a:gd name="connsiteX1896" fmla="*/ 126185 w 2671650"/>
              <a:gd name="connsiteY1896" fmla="*/ 141465 h 601039"/>
              <a:gd name="connsiteX1897" fmla="*/ 127695 w 2671650"/>
              <a:gd name="connsiteY1897" fmla="*/ 140991 h 601039"/>
              <a:gd name="connsiteX1898" fmla="*/ 129709 w 2671650"/>
              <a:gd name="connsiteY1898" fmla="*/ 139066 h 601039"/>
              <a:gd name="connsiteX1899" fmla="*/ 131367 w 2671650"/>
              <a:gd name="connsiteY1899" fmla="*/ 138059 h 601039"/>
              <a:gd name="connsiteX1900" fmla="*/ 132937 w 2671650"/>
              <a:gd name="connsiteY1900" fmla="*/ 136460 h 601039"/>
              <a:gd name="connsiteX1901" fmla="*/ 134625 w 2671650"/>
              <a:gd name="connsiteY1901" fmla="*/ 134950 h 601039"/>
              <a:gd name="connsiteX1902" fmla="*/ 136076 w 2671650"/>
              <a:gd name="connsiteY1902" fmla="*/ 134328 h 601039"/>
              <a:gd name="connsiteX1903" fmla="*/ 137142 w 2671650"/>
              <a:gd name="connsiteY1903" fmla="*/ 132462 h 601039"/>
              <a:gd name="connsiteX1904" fmla="*/ 138356 w 2671650"/>
              <a:gd name="connsiteY1904" fmla="*/ 130685 h 601039"/>
              <a:gd name="connsiteX1905" fmla="*/ 137556 w 2671650"/>
              <a:gd name="connsiteY1905" fmla="*/ 128820 h 601039"/>
              <a:gd name="connsiteX1906" fmla="*/ 136164 w 2671650"/>
              <a:gd name="connsiteY1906" fmla="*/ 126184 h 601039"/>
              <a:gd name="connsiteX1907" fmla="*/ 133558 w 2671650"/>
              <a:gd name="connsiteY1907" fmla="*/ 125266 h 601039"/>
              <a:gd name="connsiteX1908" fmla="*/ 132078 w 2671650"/>
              <a:gd name="connsiteY1908" fmla="*/ 126540 h 601039"/>
              <a:gd name="connsiteX1909" fmla="*/ 130864 w 2671650"/>
              <a:gd name="connsiteY1909" fmla="*/ 127132 h 601039"/>
              <a:gd name="connsiteX1910" fmla="*/ 129768 w 2671650"/>
              <a:gd name="connsiteY1910" fmla="*/ 127872 h 601039"/>
              <a:gd name="connsiteX1911" fmla="*/ 128376 w 2671650"/>
              <a:gd name="connsiteY1911" fmla="*/ 129027 h 601039"/>
              <a:gd name="connsiteX1912" fmla="*/ 125829 w 2671650"/>
              <a:gd name="connsiteY1912" fmla="*/ 130123 h 601039"/>
              <a:gd name="connsiteX1913" fmla="*/ 123016 w 2671650"/>
              <a:gd name="connsiteY1913" fmla="*/ 128731 h 601039"/>
              <a:gd name="connsiteX1914" fmla="*/ 121654 w 2671650"/>
              <a:gd name="connsiteY1914" fmla="*/ 127606 h 601039"/>
              <a:gd name="connsiteX1915" fmla="*/ 119758 w 2671650"/>
              <a:gd name="connsiteY1915" fmla="*/ 124289 h 601039"/>
              <a:gd name="connsiteX1916" fmla="*/ 120854 w 2671650"/>
              <a:gd name="connsiteY1916" fmla="*/ 120795 h 601039"/>
              <a:gd name="connsiteX1917" fmla="*/ 121417 w 2671650"/>
              <a:gd name="connsiteY1917" fmla="*/ 118514 h 601039"/>
              <a:gd name="connsiteX1918" fmla="*/ 121654 w 2671650"/>
              <a:gd name="connsiteY1918" fmla="*/ 116708 h 601039"/>
              <a:gd name="connsiteX1919" fmla="*/ 122513 w 2671650"/>
              <a:gd name="connsiteY1919" fmla="*/ 115138 h 601039"/>
              <a:gd name="connsiteX1920" fmla="*/ 122513 w 2671650"/>
              <a:gd name="connsiteY1920" fmla="*/ 113865 h 601039"/>
              <a:gd name="connsiteX1921" fmla="*/ 120973 w 2671650"/>
              <a:gd name="connsiteY1921" fmla="*/ 112828 h 601039"/>
              <a:gd name="connsiteX1922" fmla="*/ 118159 w 2671650"/>
              <a:gd name="connsiteY1922" fmla="*/ 112088 h 601039"/>
              <a:gd name="connsiteX1923" fmla="*/ 115820 w 2671650"/>
              <a:gd name="connsiteY1923" fmla="*/ 113302 h 601039"/>
              <a:gd name="connsiteX1924" fmla="*/ 115435 w 2671650"/>
              <a:gd name="connsiteY1924" fmla="*/ 115020 h 601039"/>
              <a:gd name="connsiteX1925" fmla="*/ 113984 w 2671650"/>
              <a:gd name="connsiteY1925" fmla="*/ 115760 h 601039"/>
              <a:gd name="connsiteX1926" fmla="*/ 112947 w 2671650"/>
              <a:gd name="connsiteY1926" fmla="*/ 114309 h 601039"/>
              <a:gd name="connsiteX1927" fmla="*/ 111704 w 2671650"/>
              <a:gd name="connsiteY1927" fmla="*/ 110607 h 601039"/>
              <a:gd name="connsiteX1928" fmla="*/ 109453 w 2671650"/>
              <a:gd name="connsiteY1928" fmla="*/ 109364 h 601039"/>
              <a:gd name="connsiteX1929" fmla="*/ 108239 w 2671650"/>
              <a:gd name="connsiteY1929" fmla="*/ 109364 h 601039"/>
              <a:gd name="connsiteX1930" fmla="*/ 367269 w 2671650"/>
              <a:gd name="connsiteY1930" fmla="*/ 97104 h 601039"/>
              <a:gd name="connsiteX1931" fmla="*/ 364989 w 2671650"/>
              <a:gd name="connsiteY1931" fmla="*/ 110371 h 601039"/>
              <a:gd name="connsiteX1932" fmla="*/ 358030 w 2671650"/>
              <a:gd name="connsiteY1932" fmla="*/ 117627 h 601039"/>
              <a:gd name="connsiteX1933" fmla="*/ 355335 w 2671650"/>
              <a:gd name="connsiteY1933" fmla="*/ 122069 h 601039"/>
              <a:gd name="connsiteX1934" fmla="*/ 320331 w 2671650"/>
              <a:gd name="connsiteY1934" fmla="*/ 146263 h 601039"/>
              <a:gd name="connsiteX1935" fmla="*/ 330696 w 2671650"/>
              <a:gd name="connsiteY1935" fmla="*/ 146944 h 601039"/>
              <a:gd name="connsiteX1936" fmla="*/ 330815 w 2671650"/>
              <a:gd name="connsiteY1936" fmla="*/ 146855 h 601039"/>
              <a:gd name="connsiteX1937" fmla="*/ 342156 w 2671650"/>
              <a:gd name="connsiteY1937" fmla="*/ 155029 h 601039"/>
              <a:gd name="connsiteX1938" fmla="*/ 328771 w 2671650"/>
              <a:gd name="connsiteY1938" fmla="*/ 155266 h 601039"/>
              <a:gd name="connsiteX1939" fmla="*/ 319295 w 2671650"/>
              <a:gd name="connsiteY1939" fmla="*/ 146648 h 601039"/>
              <a:gd name="connsiteX1940" fmla="*/ 311863 w 2671650"/>
              <a:gd name="connsiteY1940" fmla="*/ 149377 h 601039"/>
              <a:gd name="connsiteX1941" fmla="*/ 313453 w 2671650"/>
              <a:gd name="connsiteY1941" fmla="*/ 157534 h 601039"/>
              <a:gd name="connsiteX1942" fmla="*/ 316067 w 2671650"/>
              <a:gd name="connsiteY1942" fmla="*/ 171019 h 601039"/>
              <a:gd name="connsiteX1943" fmla="*/ 407573 w 2671650"/>
              <a:gd name="connsiteY1943" fmla="*/ 157219 h 601039"/>
              <a:gd name="connsiteX1944" fmla="*/ 410742 w 2671650"/>
              <a:gd name="connsiteY1944" fmla="*/ 156153 h 601039"/>
              <a:gd name="connsiteX1945" fmla="*/ 410742 w 2671650"/>
              <a:gd name="connsiteY1945" fmla="*/ 159470 h 601039"/>
              <a:gd name="connsiteX1946" fmla="*/ 401680 w 2671650"/>
              <a:gd name="connsiteY1946" fmla="*/ 185145 h 601039"/>
              <a:gd name="connsiteX1947" fmla="*/ 379173 w 2671650"/>
              <a:gd name="connsiteY1947" fmla="*/ 199804 h 601039"/>
              <a:gd name="connsiteX1948" fmla="*/ 369786 w 2671650"/>
              <a:gd name="connsiteY1948" fmla="*/ 217216 h 601039"/>
              <a:gd name="connsiteX1949" fmla="*/ 365463 w 2671650"/>
              <a:gd name="connsiteY1949" fmla="*/ 220178 h 601039"/>
              <a:gd name="connsiteX1950" fmla="*/ 408698 w 2671650"/>
              <a:gd name="connsiteY1950" fmla="*/ 213574 h 601039"/>
              <a:gd name="connsiteX1951" fmla="*/ 412104 w 2671650"/>
              <a:gd name="connsiteY1951" fmla="*/ 212922 h 601039"/>
              <a:gd name="connsiteX1952" fmla="*/ 411926 w 2671650"/>
              <a:gd name="connsiteY1952" fmla="*/ 212922 h 601039"/>
              <a:gd name="connsiteX1953" fmla="*/ 421195 w 2671650"/>
              <a:gd name="connsiteY1953" fmla="*/ 210998 h 601039"/>
              <a:gd name="connsiteX1954" fmla="*/ 406833 w 2671650"/>
              <a:gd name="connsiteY1954" fmla="*/ 232142 h 601039"/>
              <a:gd name="connsiteX1955" fmla="*/ 373014 w 2671650"/>
              <a:gd name="connsiteY1955" fmla="*/ 259061 h 601039"/>
              <a:gd name="connsiteX1956" fmla="*/ 336737 w 2671650"/>
              <a:gd name="connsiteY1956" fmla="*/ 270639 h 601039"/>
              <a:gd name="connsiteX1957" fmla="*/ 330814 w 2671650"/>
              <a:gd name="connsiteY1957" fmla="*/ 271024 h 601039"/>
              <a:gd name="connsiteX1958" fmla="*/ 319768 w 2671650"/>
              <a:gd name="connsiteY1958" fmla="*/ 270225 h 601039"/>
              <a:gd name="connsiteX1959" fmla="*/ 316274 w 2671650"/>
              <a:gd name="connsiteY1959" fmla="*/ 269721 h 601039"/>
              <a:gd name="connsiteX1960" fmla="*/ 323056 w 2671650"/>
              <a:gd name="connsiteY1960" fmla="*/ 298062 h 601039"/>
              <a:gd name="connsiteX1961" fmla="*/ 300461 w 2671650"/>
              <a:gd name="connsiteY1961" fmla="*/ 299513 h 601039"/>
              <a:gd name="connsiteX1962" fmla="*/ 277836 w 2671650"/>
              <a:gd name="connsiteY1962" fmla="*/ 298062 h 601039"/>
              <a:gd name="connsiteX1963" fmla="*/ 284617 w 2671650"/>
              <a:gd name="connsiteY1963" fmla="*/ 269721 h 601039"/>
              <a:gd name="connsiteX1964" fmla="*/ 281123 w 2671650"/>
              <a:gd name="connsiteY1964" fmla="*/ 270225 h 601039"/>
              <a:gd name="connsiteX1965" fmla="*/ 270077 w 2671650"/>
              <a:gd name="connsiteY1965" fmla="*/ 271024 h 601039"/>
              <a:gd name="connsiteX1966" fmla="*/ 264154 w 2671650"/>
              <a:gd name="connsiteY1966" fmla="*/ 270639 h 601039"/>
              <a:gd name="connsiteX1967" fmla="*/ 227848 w 2671650"/>
              <a:gd name="connsiteY1967" fmla="*/ 259061 h 601039"/>
              <a:gd name="connsiteX1968" fmla="*/ 194029 w 2671650"/>
              <a:gd name="connsiteY1968" fmla="*/ 232142 h 601039"/>
              <a:gd name="connsiteX1969" fmla="*/ 179666 w 2671650"/>
              <a:gd name="connsiteY1969" fmla="*/ 210998 h 601039"/>
              <a:gd name="connsiteX1970" fmla="*/ 188935 w 2671650"/>
              <a:gd name="connsiteY1970" fmla="*/ 212922 h 601039"/>
              <a:gd name="connsiteX1971" fmla="*/ 192371 w 2671650"/>
              <a:gd name="connsiteY1971" fmla="*/ 213574 h 601039"/>
              <a:gd name="connsiteX1972" fmla="*/ 235577 w 2671650"/>
              <a:gd name="connsiteY1972" fmla="*/ 220148 h 601039"/>
              <a:gd name="connsiteX1973" fmla="*/ 231253 w 2671650"/>
              <a:gd name="connsiteY1973" fmla="*/ 217335 h 601039"/>
              <a:gd name="connsiteX1974" fmla="*/ 221866 w 2671650"/>
              <a:gd name="connsiteY1974" fmla="*/ 199922 h 601039"/>
              <a:gd name="connsiteX1975" fmla="*/ 199359 w 2671650"/>
              <a:gd name="connsiteY1975" fmla="*/ 185263 h 601039"/>
              <a:gd name="connsiteX1976" fmla="*/ 190298 w 2671650"/>
              <a:gd name="connsiteY1976" fmla="*/ 159588 h 601039"/>
              <a:gd name="connsiteX1977" fmla="*/ 190298 w 2671650"/>
              <a:gd name="connsiteY1977" fmla="*/ 156272 h 601039"/>
              <a:gd name="connsiteX1978" fmla="*/ 193437 w 2671650"/>
              <a:gd name="connsiteY1978" fmla="*/ 157338 h 601039"/>
              <a:gd name="connsiteX1979" fmla="*/ 285091 w 2671650"/>
              <a:gd name="connsiteY1979" fmla="*/ 171019 h 601039"/>
              <a:gd name="connsiteX1980" fmla="*/ 289740 w 2671650"/>
              <a:gd name="connsiteY1980" fmla="*/ 147091 h 601039"/>
              <a:gd name="connsiteX1981" fmla="*/ 289740 w 2671650"/>
              <a:gd name="connsiteY1981" fmla="*/ 146706 h 601039"/>
              <a:gd name="connsiteX1982" fmla="*/ 300372 w 2671650"/>
              <a:gd name="connsiteY1982" fmla="*/ 134446 h 601039"/>
              <a:gd name="connsiteX1983" fmla="*/ 300757 w 2671650"/>
              <a:gd name="connsiteY1983" fmla="*/ 134446 h 601039"/>
              <a:gd name="connsiteX1984" fmla="*/ 308963 w 2671650"/>
              <a:gd name="connsiteY1984" fmla="*/ 139466 h 601039"/>
              <a:gd name="connsiteX1985" fmla="*/ 311088 w 2671650"/>
              <a:gd name="connsiteY1985" fmla="*/ 145733 h 601039"/>
              <a:gd name="connsiteX1986" fmla="*/ 318229 w 2671650"/>
              <a:gd name="connsiteY1986" fmla="*/ 143124 h 601039"/>
              <a:gd name="connsiteX1987" fmla="*/ 315267 w 2671650"/>
              <a:gd name="connsiteY1987" fmla="*/ 130449 h 601039"/>
              <a:gd name="connsiteX1988" fmla="*/ 322286 w 2671650"/>
              <a:gd name="connsiteY1988" fmla="*/ 118278 h 601039"/>
              <a:gd name="connsiteX1989" fmla="*/ 324566 w 2671650"/>
              <a:gd name="connsiteY1989" fmla="*/ 131930 h 601039"/>
              <a:gd name="connsiteX1990" fmla="*/ 318406 w 2671650"/>
              <a:gd name="connsiteY1990" fmla="*/ 143005 h 601039"/>
              <a:gd name="connsiteX1991" fmla="*/ 332762 w 2671650"/>
              <a:gd name="connsiteY1991" fmla="*/ 134545 h 601039"/>
              <a:gd name="connsiteX1992" fmla="*/ 330044 w 2671650"/>
              <a:gd name="connsiteY1992" fmla="*/ 122779 h 601039"/>
              <a:gd name="connsiteX1993" fmla="*/ 336470 w 2671650"/>
              <a:gd name="connsiteY1993" fmla="*/ 110311 h 601039"/>
              <a:gd name="connsiteX1994" fmla="*/ 338839 w 2671650"/>
              <a:gd name="connsiteY1994" fmla="*/ 124111 h 601039"/>
              <a:gd name="connsiteX1995" fmla="*/ 338928 w 2671650"/>
              <a:gd name="connsiteY1995" fmla="*/ 124111 h 601039"/>
              <a:gd name="connsiteX1996" fmla="*/ 336022 w 2671650"/>
              <a:gd name="connsiteY1996" fmla="*/ 132033 h 601039"/>
              <a:gd name="connsiteX1997" fmla="*/ 335027 w 2671650"/>
              <a:gd name="connsiteY1997" fmla="*/ 133210 h 601039"/>
              <a:gd name="connsiteX1998" fmla="*/ 346095 w 2671650"/>
              <a:gd name="connsiteY1998" fmla="*/ 126688 h 601039"/>
              <a:gd name="connsiteX1999" fmla="*/ 343311 w 2671650"/>
              <a:gd name="connsiteY1999" fmla="*/ 114369 h 601039"/>
              <a:gd name="connsiteX2000" fmla="*/ 349234 w 2671650"/>
              <a:gd name="connsiteY2000" fmla="*/ 102524 h 601039"/>
              <a:gd name="connsiteX2001" fmla="*/ 351396 w 2671650"/>
              <a:gd name="connsiteY2001" fmla="*/ 115761 h 601039"/>
              <a:gd name="connsiteX2002" fmla="*/ 346184 w 2671650"/>
              <a:gd name="connsiteY2002" fmla="*/ 126659 h 601039"/>
              <a:gd name="connsiteX2003" fmla="*/ 354772 w 2671650"/>
              <a:gd name="connsiteY2003" fmla="*/ 118781 h 601039"/>
              <a:gd name="connsiteX2004" fmla="*/ 356697 w 2671650"/>
              <a:gd name="connsiteY2004" fmla="*/ 116472 h 601039"/>
              <a:gd name="connsiteX2005" fmla="*/ 358385 w 2671650"/>
              <a:gd name="connsiteY2005" fmla="*/ 105840 h 601039"/>
              <a:gd name="connsiteX2006" fmla="*/ 367269 w 2671650"/>
              <a:gd name="connsiteY2006" fmla="*/ 97104 h 601039"/>
              <a:gd name="connsiteX2007" fmla="*/ 176705 w 2671650"/>
              <a:gd name="connsiteY2007" fmla="*/ 95564 h 601039"/>
              <a:gd name="connsiteX2008" fmla="*/ 174929 w 2671650"/>
              <a:gd name="connsiteY2008" fmla="*/ 96659 h 601039"/>
              <a:gd name="connsiteX2009" fmla="*/ 173596 w 2671650"/>
              <a:gd name="connsiteY2009" fmla="*/ 97992 h 601039"/>
              <a:gd name="connsiteX2010" fmla="*/ 171049 w 2671650"/>
              <a:gd name="connsiteY2010" fmla="*/ 97044 h 601039"/>
              <a:gd name="connsiteX2011" fmla="*/ 170250 w 2671650"/>
              <a:gd name="connsiteY2011" fmla="*/ 98377 h 601039"/>
              <a:gd name="connsiteX2012" fmla="*/ 170250 w 2671650"/>
              <a:gd name="connsiteY2012" fmla="*/ 102049 h 601039"/>
              <a:gd name="connsiteX2013" fmla="*/ 170250 w 2671650"/>
              <a:gd name="connsiteY2013" fmla="*/ 103619 h 601039"/>
              <a:gd name="connsiteX2014" fmla="*/ 171168 w 2671650"/>
              <a:gd name="connsiteY2014" fmla="*/ 104477 h 601039"/>
              <a:gd name="connsiteX2015" fmla="*/ 171731 w 2671650"/>
              <a:gd name="connsiteY2015" fmla="*/ 105869 h 601039"/>
              <a:gd name="connsiteX2016" fmla="*/ 174692 w 2671650"/>
              <a:gd name="connsiteY2016" fmla="*/ 106343 h 601039"/>
              <a:gd name="connsiteX2017" fmla="*/ 175995 w 2671650"/>
              <a:gd name="connsiteY2017" fmla="*/ 104566 h 601039"/>
              <a:gd name="connsiteX2018" fmla="*/ 177239 w 2671650"/>
              <a:gd name="connsiteY2018" fmla="*/ 103678 h 601039"/>
              <a:gd name="connsiteX2019" fmla="*/ 177920 w 2671650"/>
              <a:gd name="connsiteY2019" fmla="*/ 102197 h 601039"/>
              <a:gd name="connsiteX2020" fmla="*/ 177920 w 2671650"/>
              <a:gd name="connsiteY2020" fmla="*/ 102079 h 601039"/>
              <a:gd name="connsiteX2021" fmla="*/ 177772 w 2671650"/>
              <a:gd name="connsiteY2021" fmla="*/ 100331 h 601039"/>
              <a:gd name="connsiteX2022" fmla="*/ 178216 w 2671650"/>
              <a:gd name="connsiteY2022" fmla="*/ 99265 h 601039"/>
              <a:gd name="connsiteX2023" fmla="*/ 178482 w 2671650"/>
              <a:gd name="connsiteY2023" fmla="*/ 97933 h 601039"/>
              <a:gd name="connsiteX2024" fmla="*/ 177979 w 2671650"/>
              <a:gd name="connsiteY2024" fmla="*/ 96689 h 601039"/>
              <a:gd name="connsiteX2025" fmla="*/ 177505 w 2671650"/>
              <a:gd name="connsiteY2025" fmla="*/ 95564 h 601039"/>
              <a:gd name="connsiteX2026" fmla="*/ 176705 w 2671650"/>
              <a:gd name="connsiteY2026" fmla="*/ 95564 h 601039"/>
              <a:gd name="connsiteX2027" fmla="*/ 1217989 w 2671650"/>
              <a:gd name="connsiteY2027" fmla="*/ 92910 h 601039"/>
              <a:gd name="connsiteX2028" fmla="*/ 1225836 w 2671650"/>
              <a:gd name="connsiteY2028" fmla="*/ 93735 h 601039"/>
              <a:gd name="connsiteX2029" fmla="*/ 1235541 w 2671650"/>
              <a:gd name="connsiteY2029" fmla="*/ 93735 h 601039"/>
              <a:gd name="connsiteX2030" fmla="*/ 1240599 w 2671650"/>
              <a:gd name="connsiteY2030" fmla="*/ 97762 h 601039"/>
              <a:gd name="connsiteX2031" fmla="*/ 1249686 w 2671650"/>
              <a:gd name="connsiteY2031" fmla="*/ 100549 h 601039"/>
              <a:gd name="connsiteX2032" fmla="*/ 1252679 w 2671650"/>
              <a:gd name="connsiteY2032" fmla="*/ 110873 h 601039"/>
              <a:gd name="connsiteX2033" fmla="*/ 1259700 w 2671650"/>
              <a:gd name="connsiteY2033" fmla="*/ 126360 h 601039"/>
              <a:gd name="connsiteX2034" fmla="*/ 1251027 w 2671650"/>
              <a:gd name="connsiteY2034" fmla="*/ 142260 h 601039"/>
              <a:gd name="connsiteX2035" fmla="*/ 1252679 w 2671650"/>
              <a:gd name="connsiteY2035" fmla="*/ 147525 h 601039"/>
              <a:gd name="connsiteX2036" fmla="*/ 1283652 w 2671650"/>
              <a:gd name="connsiteY2036" fmla="*/ 140298 h 601039"/>
              <a:gd name="connsiteX2037" fmla="*/ 1301307 w 2671650"/>
              <a:gd name="connsiteY2037" fmla="*/ 136272 h 601039"/>
              <a:gd name="connsiteX2038" fmla="*/ 1308843 w 2671650"/>
              <a:gd name="connsiteY2038" fmla="*/ 139472 h 601039"/>
              <a:gd name="connsiteX2039" fmla="*/ 1316690 w 2671650"/>
              <a:gd name="connsiteY2039" fmla="*/ 142053 h 601039"/>
              <a:gd name="connsiteX2040" fmla="*/ 1326084 w 2671650"/>
              <a:gd name="connsiteY2040" fmla="*/ 150313 h 601039"/>
              <a:gd name="connsiteX2041" fmla="*/ 1325878 w 2671650"/>
              <a:gd name="connsiteY2041" fmla="*/ 150313 h 601039"/>
              <a:gd name="connsiteX2042" fmla="*/ 1330111 w 2671650"/>
              <a:gd name="connsiteY2042" fmla="*/ 154958 h 601039"/>
              <a:gd name="connsiteX2043" fmla="*/ 1329595 w 2671650"/>
              <a:gd name="connsiteY2043" fmla="*/ 164456 h 601039"/>
              <a:gd name="connsiteX2044" fmla="*/ 1312663 w 2671650"/>
              <a:gd name="connsiteY2044" fmla="*/ 178807 h 601039"/>
              <a:gd name="connsiteX2045" fmla="*/ 1303578 w 2671650"/>
              <a:gd name="connsiteY2045" fmla="*/ 176124 h 601039"/>
              <a:gd name="connsiteX2046" fmla="*/ 1288195 w 2671650"/>
              <a:gd name="connsiteY2046" fmla="*/ 177156 h 601039"/>
              <a:gd name="connsiteX2047" fmla="*/ 1275909 w 2671650"/>
              <a:gd name="connsiteY2047" fmla="*/ 178602 h 601039"/>
              <a:gd name="connsiteX2048" fmla="*/ 1264655 w 2671650"/>
              <a:gd name="connsiteY2048" fmla="*/ 182008 h 601039"/>
              <a:gd name="connsiteX2049" fmla="*/ 1253401 w 2671650"/>
              <a:gd name="connsiteY2049" fmla="*/ 186035 h 601039"/>
              <a:gd name="connsiteX2050" fmla="*/ 1243077 w 2671650"/>
              <a:gd name="connsiteY2050" fmla="*/ 186035 h 601039"/>
              <a:gd name="connsiteX2051" fmla="*/ 1227384 w 2671650"/>
              <a:gd name="connsiteY2051" fmla="*/ 192641 h 601039"/>
              <a:gd name="connsiteX2052" fmla="*/ 1190734 w 2671650"/>
              <a:gd name="connsiteY2052" fmla="*/ 201727 h 601039"/>
              <a:gd name="connsiteX2053" fmla="*/ 1180410 w 2671650"/>
              <a:gd name="connsiteY2053" fmla="*/ 204412 h 601039"/>
              <a:gd name="connsiteX2054" fmla="*/ 1170085 w 2671650"/>
              <a:gd name="connsiteY2054" fmla="*/ 206992 h 601039"/>
              <a:gd name="connsiteX2055" fmla="*/ 1160793 w 2671650"/>
              <a:gd name="connsiteY2055" fmla="*/ 209367 h 601039"/>
              <a:gd name="connsiteX2056" fmla="*/ 1152947 w 2671650"/>
              <a:gd name="connsiteY2056" fmla="*/ 210399 h 601039"/>
              <a:gd name="connsiteX2057" fmla="*/ 1144481 w 2671650"/>
              <a:gd name="connsiteY2057" fmla="*/ 212671 h 601039"/>
              <a:gd name="connsiteX2058" fmla="*/ 1137048 w 2671650"/>
              <a:gd name="connsiteY2058" fmla="*/ 212671 h 601039"/>
              <a:gd name="connsiteX2059" fmla="*/ 1131162 w 2671650"/>
              <a:gd name="connsiteY2059" fmla="*/ 212671 h 601039"/>
              <a:gd name="connsiteX2060" fmla="*/ 1121664 w 2671650"/>
              <a:gd name="connsiteY2060" fmla="*/ 215252 h 601039"/>
              <a:gd name="connsiteX2061" fmla="*/ 1113612 w 2671650"/>
              <a:gd name="connsiteY2061" fmla="*/ 218040 h 601039"/>
              <a:gd name="connsiteX2062" fmla="*/ 1106591 w 2671650"/>
              <a:gd name="connsiteY2062" fmla="*/ 222066 h 601039"/>
              <a:gd name="connsiteX2063" fmla="*/ 1100913 w 2671650"/>
              <a:gd name="connsiteY2063" fmla="*/ 218040 h 601039"/>
              <a:gd name="connsiteX2064" fmla="*/ 1090588 w 2671650"/>
              <a:gd name="connsiteY2064" fmla="*/ 217421 h 601039"/>
              <a:gd name="connsiteX2065" fmla="*/ 1087905 w 2671650"/>
              <a:gd name="connsiteY2065" fmla="*/ 206373 h 601039"/>
              <a:gd name="connsiteX2066" fmla="*/ 1087389 w 2671650"/>
              <a:gd name="connsiteY2066" fmla="*/ 197288 h 601039"/>
              <a:gd name="connsiteX2067" fmla="*/ 1089349 w 2671650"/>
              <a:gd name="connsiteY2067" fmla="*/ 190061 h 601039"/>
              <a:gd name="connsiteX2068" fmla="*/ 1109998 w 2671650"/>
              <a:gd name="connsiteY2068" fmla="*/ 179736 h 601039"/>
              <a:gd name="connsiteX2069" fmla="*/ 1115471 w 2671650"/>
              <a:gd name="connsiteY2069" fmla="*/ 182834 h 601039"/>
              <a:gd name="connsiteX2070" fmla="*/ 1127343 w 2671650"/>
              <a:gd name="connsiteY2070" fmla="*/ 178807 h 601039"/>
              <a:gd name="connsiteX2071" fmla="*/ 1155735 w 2671650"/>
              <a:gd name="connsiteY2071" fmla="*/ 173129 h 601039"/>
              <a:gd name="connsiteX2072" fmla="*/ 1167814 w 2671650"/>
              <a:gd name="connsiteY2072" fmla="*/ 171477 h 601039"/>
              <a:gd name="connsiteX2073" fmla="*/ 1190011 w 2671650"/>
              <a:gd name="connsiteY2073" fmla="*/ 164664 h 601039"/>
              <a:gd name="connsiteX2074" fmla="*/ 1199096 w 2671650"/>
              <a:gd name="connsiteY2074" fmla="*/ 159398 h 601039"/>
              <a:gd name="connsiteX2075" fmla="*/ 1198064 w 2671650"/>
              <a:gd name="connsiteY2075" fmla="*/ 153203 h 601039"/>
              <a:gd name="connsiteX2076" fmla="*/ 1191663 w 2671650"/>
              <a:gd name="connsiteY2076" fmla="*/ 151138 h 601039"/>
              <a:gd name="connsiteX2077" fmla="*/ 1185571 w 2671650"/>
              <a:gd name="connsiteY2077" fmla="*/ 146493 h 601039"/>
              <a:gd name="connsiteX2078" fmla="*/ 1187017 w 2671650"/>
              <a:gd name="connsiteY2078" fmla="*/ 140091 h 601039"/>
              <a:gd name="connsiteX2079" fmla="*/ 1189392 w 2671650"/>
              <a:gd name="connsiteY2079" fmla="*/ 134000 h 601039"/>
              <a:gd name="connsiteX2080" fmla="*/ 1191869 w 2671650"/>
              <a:gd name="connsiteY2080" fmla="*/ 126360 h 601039"/>
              <a:gd name="connsiteX2081" fmla="*/ 1184126 w 2671650"/>
              <a:gd name="connsiteY2081" fmla="*/ 107261 h 601039"/>
              <a:gd name="connsiteX2082" fmla="*/ 1186397 w 2671650"/>
              <a:gd name="connsiteY2082" fmla="*/ 100756 h 601039"/>
              <a:gd name="connsiteX2083" fmla="*/ 1198064 w 2671650"/>
              <a:gd name="connsiteY2083" fmla="*/ 98794 h 601039"/>
              <a:gd name="connsiteX2084" fmla="*/ 1204878 w 2671650"/>
              <a:gd name="connsiteY2084" fmla="*/ 96110 h 601039"/>
              <a:gd name="connsiteX2085" fmla="*/ 1211382 w 2671650"/>
              <a:gd name="connsiteY2085" fmla="*/ 95387 h 601039"/>
              <a:gd name="connsiteX2086" fmla="*/ 1217989 w 2671650"/>
              <a:gd name="connsiteY2086" fmla="*/ 92910 h 601039"/>
              <a:gd name="connsiteX2087" fmla="*/ 2580585 w 2671650"/>
              <a:gd name="connsiteY2087" fmla="*/ 91051 h 601039"/>
              <a:gd name="connsiteX2088" fmla="*/ 2591529 w 2671650"/>
              <a:gd name="connsiteY2088" fmla="*/ 99518 h 601039"/>
              <a:gd name="connsiteX2089" fmla="*/ 2586882 w 2671650"/>
              <a:gd name="connsiteY2089" fmla="*/ 112939 h 601039"/>
              <a:gd name="connsiteX2090" fmla="*/ 2577901 w 2671650"/>
              <a:gd name="connsiteY2090" fmla="*/ 124709 h 601039"/>
              <a:gd name="connsiteX2091" fmla="*/ 2577901 w 2671650"/>
              <a:gd name="connsiteY2091" fmla="*/ 135033 h 601039"/>
              <a:gd name="connsiteX2092" fmla="*/ 2583476 w 2671650"/>
              <a:gd name="connsiteY2092" fmla="*/ 143395 h 601039"/>
              <a:gd name="connsiteX2093" fmla="*/ 2571293 w 2671650"/>
              <a:gd name="connsiteY2093" fmla="*/ 168071 h 601039"/>
              <a:gd name="connsiteX2094" fmla="*/ 2562104 w 2671650"/>
              <a:gd name="connsiteY2094" fmla="*/ 181389 h 601039"/>
              <a:gd name="connsiteX2095" fmla="*/ 2573254 w 2671650"/>
              <a:gd name="connsiteY2095" fmla="*/ 187273 h 601039"/>
              <a:gd name="connsiteX2096" fmla="*/ 2578727 w 2671650"/>
              <a:gd name="connsiteY2096" fmla="*/ 196049 h 601039"/>
              <a:gd name="connsiteX2097" fmla="*/ 2589051 w 2671650"/>
              <a:gd name="connsiteY2097" fmla="*/ 185724 h 601039"/>
              <a:gd name="connsiteX2098" fmla="*/ 2580069 w 2671650"/>
              <a:gd name="connsiteY2098" fmla="*/ 182731 h 601039"/>
              <a:gd name="connsiteX2099" fmla="*/ 2578004 w 2671650"/>
              <a:gd name="connsiteY2099" fmla="*/ 172406 h 601039"/>
              <a:gd name="connsiteX2100" fmla="*/ 2583889 w 2671650"/>
              <a:gd name="connsiteY2100" fmla="*/ 167761 h 601039"/>
              <a:gd name="connsiteX2101" fmla="*/ 2588637 w 2671650"/>
              <a:gd name="connsiteY2101" fmla="*/ 162185 h 601039"/>
              <a:gd name="connsiteX2102" fmla="*/ 2587812 w 2671650"/>
              <a:gd name="connsiteY2102" fmla="*/ 152378 h 601039"/>
              <a:gd name="connsiteX2103" fmla="*/ 2596175 w 2671650"/>
              <a:gd name="connsiteY2103" fmla="*/ 148144 h 601039"/>
              <a:gd name="connsiteX2104" fmla="*/ 2600923 w 2671650"/>
              <a:gd name="connsiteY2104" fmla="*/ 141021 h 601039"/>
              <a:gd name="connsiteX2105" fmla="*/ 2603092 w 2671650"/>
              <a:gd name="connsiteY2105" fmla="*/ 133174 h 601039"/>
              <a:gd name="connsiteX2106" fmla="*/ 2597104 w 2671650"/>
              <a:gd name="connsiteY2106" fmla="*/ 118720 h 601039"/>
              <a:gd name="connsiteX2107" fmla="*/ 2627148 w 2671650"/>
              <a:gd name="connsiteY2107" fmla="*/ 102821 h 601039"/>
              <a:gd name="connsiteX2108" fmla="*/ 2629832 w 2671650"/>
              <a:gd name="connsiteY2108" fmla="*/ 99002 h 601039"/>
              <a:gd name="connsiteX2109" fmla="*/ 2638814 w 2671650"/>
              <a:gd name="connsiteY2109" fmla="*/ 97969 h 601039"/>
              <a:gd name="connsiteX2110" fmla="*/ 2648519 w 2671650"/>
              <a:gd name="connsiteY2110" fmla="*/ 104060 h 601039"/>
              <a:gd name="connsiteX2111" fmla="*/ 2650997 w 2671650"/>
              <a:gd name="connsiteY2111" fmla="*/ 111184 h 601039"/>
              <a:gd name="connsiteX2112" fmla="*/ 2649861 w 2671650"/>
              <a:gd name="connsiteY2112" fmla="*/ 123676 h 601039"/>
              <a:gd name="connsiteX2113" fmla="*/ 2636646 w 2671650"/>
              <a:gd name="connsiteY2113" fmla="*/ 134000 h 601039"/>
              <a:gd name="connsiteX2114" fmla="*/ 2626322 w 2671650"/>
              <a:gd name="connsiteY2114" fmla="*/ 158985 h 601039"/>
              <a:gd name="connsiteX2115" fmla="*/ 2623224 w 2671650"/>
              <a:gd name="connsiteY2115" fmla="*/ 167658 h 601039"/>
              <a:gd name="connsiteX2116" fmla="*/ 2620643 w 2671650"/>
              <a:gd name="connsiteY2116" fmla="*/ 177982 h 601039"/>
              <a:gd name="connsiteX2117" fmla="*/ 2618578 w 2671650"/>
              <a:gd name="connsiteY2117" fmla="*/ 190990 h 601039"/>
              <a:gd name="connsiteX2118" fmla="*/ 2624566 w 2671650"/>
              <a:gd name="connsiteY2118" fmla="*/ 192849 h 601039"/>
              <a:gd name="connsiteX2119" fmla="*/ 2636233 w 2671650"/>
              <a:gd name="connsiteY2119" fmla="*/ 186447 h 601039"/>
              <a:gd name="connsiteX2120" fmla="*/ 2644285 w 2671650"/>
              <a:gd name="connsiteY2120" fmla="*/ 186447 h 601039"/>
              <a:gd name="connsiteX2121" fmla="*/ 2650790 w 2671650"/>
              <a:gd name="connsiteY2121" fmla="*/ 191197 h 601039"/>
              <a:gd name="connsiteX2122" fmla="*/ 2658120 w 2671650"/>
              <a:gd name="connsiteY2122" fmla="*/ 193365 h 601039"/>
              <a:gd name="connsiteX2123" fmla="*/ 2666483 w 2671650"/>
              <a:gd name="connsiteY2123" fmla="*/ 196359 h 601039"/>
              <a:gd name="connsiteX2124" fmla="*/ 2667103 w 2671650"/>
              <a:gd name="connsiteY2124" fmla="*/ 196256 h 601039"/>
              <a:gd name="connsiteX2125" fmla="*/ 2671542 w 2671650"/>
              <a:gd name="connsiteY2125" fmla="*/ 215355 h 601039"/>
              <a:gd name="connsiteX2126" fmla="*/ 2666793 w 2671650"/>
              <a:gd name="connsiteY2126" fmla="*/ 232597 h 601039"/>
              <a:gd name="connsiteX2127" fmla="*/ 2640776 w 2671650"/>
              <a:gd name="connsiteY2127" fmla="*/ 239514 h 601039"/>
              <a:gd name="connsiteX2128" fmla="*/ 2632722 w 2671650"/>
              <a:gd name="connsiteY2128" fmla="*/ 242921 h 601039"/>
              <a:gd name="connsiteX2129" fmla="*/ 2622398 w 2671650"/>
              <a:gd name="connsiteY2129" fmla="*/ 241992 h 601039"/>
              <a:gd name="connsiteX2130" fmla="*/ 2609493 w 2671650"/>
              <a:gd name="connsiteY2130" fmla="*/ 241992 h 601039"/>
              <a:gd name="connsiteX2131" fmla="*/ 2587295 w 2671650"/>
              <a:gd name="connsiteY2131" fmla="*/ 257788 h 601039"/>
              <a:gd name="connsiteX2132" fmla="*/ 2579140 w 2671650"/>
              <a:gd name="connsiteY2132" fmla="*/ 266460 h 601039"/>
              <a:gd name="connsiteX2133" fmla="*/ 2566131 w 2671650"/>
              <a:gd name="connsiteY2133" fmla="*/ 278436 h 601039"/>
              <a:gd name="connsiteX2134" fmla="*/ 2564066 w 2671650"/>
              <a:gd name="connsiteY2134" fmla="*/ 290723 h 601039"/>
              <a:gd name="connsiteX2135" fmla="*/ 2570261 w 2671650"/>
              <a:gd name="connsiteY2135" fmla="*/ 291961 h 601039"/>
              <a:gd name="connsiteX2136" fmla="*/ 2581411 w 2671650"/>
              <a:gd name="connsiteY2136" fmla="*/ 287522 h 601039"/>
              <a:gd name="connsiteX2137" fmla="*/ 2588741 w 2671650"/>
              <a:gd name="connsiteY2137" fmla="*/ 283598 h 601039"/>
              <a:gd name="connsiteX2138" fmla="*/ 2601543 w 2671650"/>
              <a:gd name="connsiteY2138" fmla="*/ 290103 h 601039"/>
              <a:gd name="connsiteX2139" fmla="*/ 2614035 w 2671650"/>
              <a:gd name="connsiteY2139" fmla="*/ 295265 h 601039"/>
              <a:gd name="connsiteX2140" fmla="*/ 2618888 w 2671650"/>
              <a:gd name="connsiteY2140" fmla="*/ 300221 h 601039"/>
              <a:gd name="connsiteX2141" fmla="*/ 2615687 w 2671650"/>
              <a:gd name="connsiteY2141" fmla="*/ 313229 h 601039"/>
              <a:gd name="connsiteX2142" fmla="*/ 2608254 w 2671650"/>
              <a:gd name="connsiteY2142" fmla="*/ 319630 h 601039"/>
              <a:gd name="connsiteX2143" fmla="*/ 2595142 w 2671650"/>
              <a:gd name="connsiteY2143" fmla="*/ 322108 h 601039"/>
              <a:gd name="connsiteX2144" fmla="*/ 2586264 w 2671650"/>
              <a:gd name="connsiteY2144" fmla="*/ 325102 h 601039"/>
              <a:gd name="connsiteX2145" fmla="*/ 2565615 w 2671650"/>
              <a:gd name="connsiteY2145" fmla="*/ 334393 h 601039"/>
              <a:gd name="connsiteX2146" fmla="*/ 2566544 w 2671650"/>
              <a:gd name="connsiteY2146" fmla="*/ 348641 h 601039"/>
              <a:gd name="connsiteX2147" fmla="*/ 2564995 w 2671650"/>
              <a:gd name="connsiteY2147" fmla="*/ 360823 h 601039"/>
              <a:gd name="connsiteX2148" fmla="*/ 2562104 w 2671650"/>
              <a:gd name="connsiteY2148" fmla="*/ 374761 h 601039"/>
              <a:gd name="connsiteX2149" fmla="*/ 2556736 w 2671650"/>
              <a:gd name="connsiteY2149" fmla="*/ 384054 h 601039"/>
              <a:gd name="connsiteX2150" fmla="*/ 2546411 w 2671650"/>
              <a:gd name="connsiteY2150" fmla="*/ 404082 h 601039"/>
              <a:gd name="connsiteX2151" fmla="*/ 2531339 w 2671650"/>
              <a:gd name="connsiteY2151" fmla="*/ 409451 h 601039"/>
              <a:gd name="connsiteX2152" fmla="*/ 2519259 w 2671650"/>
              <a:gd name="connsiteY2152" fmla="*/ 412754 h 601039"/>
              <a:gd name="connsiteX2153" fmla="*/ 2501089 w 2671650"/>
              <a:gd name="connsiteY2153" fmla="*/ 412754 h 601039"/>
              <a:gd name="connsiteX2154" fmla="*/ 2499953 w 2671650"/>
              <a:gd name="connsiteY2154" fmla="*/ 401811 h 601039"/>
              <a:gd name="connsiteX2155" fmla="*/ 2482401 w 2671650"/>
              <a:gd name="connsiteY2155" fmla="*/ 385189 h 601039"/>
              <a:gd name="connsiteX2156" fmla="*/ 2491796 w 2671650"/>
              <a:gd name="connsiteY2156" fmla="*/ 380543 h 601039"/>
              <a:gd name="connsiteX2157" fmla="*/ 2514510 w 2671650"/>
              <a:gd name="connsiteY2157" fmla="*/ 376413 h 601039"/>
              <a:gd name="connsiteX2158" fmla="*/ 2532370 w 2671650"/>
              <a:gd name="connsiteY2158" fmla="*/ 345440 h 601039"/>
              <a:gd name="connsiteX2159" fmla="*/ 2527415 w 2671650"/>
              <a:gd name="connsiteY2159" fmla="*/ 338420 h 601039"/>
              <a:gd name="connsiteX2160" fmla="*/ 2510690 w 2671650"/>
              <a:gd name="connsiteY2160" fmla="*/ 341415 h 601039"/>
              <a:gd name="connsiteX2161" fmla="*/ 2493448 w 2671650"/>
              <a:gd name="connsiteY2161" fmla="*/ 344409 h 601039"/>
              <a:gd name="connsiteX2162" fmla="*/ 2479304 w 2671650"/>
              <a:gd name="connsiteY2162" fmla="*/ 349467 h 601039"/>
              <a:gd name="connsiteX2163" fmla="*/ 2466605 w 2671650"/>
              <a:gd name="connsiteY2163" fmla="*/ 346370 h 601039"/>
              <a:gd name="connsiteX2164" fmla="*/ 2460824 w 2671650"/>
              <a:gd name="connsiteY2164" fmla="*/ 343789 h 601039"/>
              <a:gd name="connsiteX2165" fmla="*/ 2459482 w 2671650"/>
              <a:gd name="connsiteY2165" fmla="*/ 334497 h 601039"/>
              <a:gd name="connsiteX2166" fmla="*/ 2462063 w 2671650"/>
              <a:gd name="connsiteY2166" fmla="*/ 321695 h 601039"/>
              <a:gd name="connsiteX2167" fmla="*/ 2477548 w 2671650"/>
              <a:gd name="connsiteY2167" fmla="*/ 312093 h 601039"/>
              <a:gd name="connsiteX2168" fmla="*/ 2488803 w 2671650"/>
              <a:gd name="connsiteY2168" fmla="*/ 314984 h 601039"/>
              <a:gd name="connsiteX2169" fmla="*/ 2499746 w 2671650"/>
              <a:gd name="connsiteY2169" fmla="*/ 308170 h 601039"/>
              <a:gd name="connsiteX2170" fmla="*/ 2513271 w 2671650"/>
              <a:gd name="connsiteY2170" fmla="*/ 304556 h 601039"/>
              <a:gd name="connsiteX2171" fmla="*/ 2521427 w 2671650"/>
              <a:gd name="connsiteY2171" fmla="*/ 300427 h 601039"/>
              <a:gd name="connsiteX2172" fmla="*/ 2524318 w 2671650"/>
              <a:gd name="connsiteY2172" fmla="*/ 295678 h 601039"/>
              <a:gd name="connsiteX2173" fmla="*/ 2525763 w 2671650"/>
              <a:gd name="connsiteY2173" fmla="*/ 285354 h 601039"/>
              <a:gd name="connsiteX2174" fmla="*/ 2529584 w 2671650"/>
              <a:gd name="connsiteY2174" fmla="*/ 275030 h 601039"/>
              <a:gd name="connsiteX2175" fmla="*/ 2521737 w 2671650"/>
              <a:gd name="connsiteY2175" fmla="*/ 274307 h 601039"/>
              <a:gd name="connsiteX2176" fmla="*/ 2513064 w 2671650"/>
              <a:gd name="connsiteY2176" fmla="*/ 279985 h 601039"/>
              <a:gd name="connsiteX2177" fmla="*/ 2503256 w 2671650"/>
              <a:gd name="connsiteY2177" fmla="*/ 285044 h 601039"/>
              <a:gd name="connsiteX2178" fmla="*/ 2494997 w 2671650"/>
              <a:gd name="connsiteY2178" fmla="*/ 285044 h 601039"/>
              <a:gd name="connsiteX2179" fmla="*/ 2491901 w 2671650"/>
              <a:gd name="connsiteY2179" fmla="*/ 277508 h 601039"/>
              <a:gd name="connsiteX2180" fmla="*/ 2494171 w 2671650"/>
              <a:gd name="connsiteY2180" fmla="*/ 266253 h 601039"/>
              <a:gd name="connsiteX2181" fmla="*/ 2502844 w 2671650"/>
              <a:gd name="connsiteY2181" fmla="*/ 245605 h 601039"/>
              <a:gd name="connsiteX2182" fmla="*/ 2515026 w 2671650"/>
              <a:gd name="connsiteY2182" fmla="*/ 244779 h 601039"/>
              <a:gd name="connsiteX2183" fmla="*/ 2519568 w 2671650"/>
              <a:gd name="connsiteY2183" fmla="*/ 241785 h 601039"/>
              <a:gd name="connsiteX2184" fmla="*/ 2530823 w 2671650"/>
              <a:gd name="connsiteY2184" fmla="*/ 240753 h 601039"/>
              <a:gd name="connsiteX2185" fmla="*/ 2543625 w 2671650"/>
              <a:gd name="connsiteY2185" fmla="*/ 237552 h 601039"/>
              <a:gd name="connsiteX2186" fmla="*/ 2553226 w 2671650"/>
              <a:gd name="connsiteY2186" fmla="*/ 235901 h 601039"/>
              <a:gd name="connsiteX2187" fmla="*/ 2561278 w 2671650"/>
              <a:gd name="connsiteY2187" fmla="*/ 233010 h 601039"/>
              <a:gd name="connsiteX2188" fmla="*/ 2566028 w 2671650"/>
              <a:gd name="connsiteY2188" fmla="*/ 229603 h 601039"/>
              <a:gd name="connsiteX2189" fmla="*/ 2577281 w 2671650"/>
              <a:gd name="connsiteY2189" fmla="*/ 229603 h 601039"/>
              <a:gd name="connsiteX2190" fmla="*/ 2586471 w 2671650"/>
              <a:gd name="connsiteY2190" fmla="*/ 229603 h 601039"/>
              <a:gd name="connsiteX2191" fmla="*/ 2595968 w 2671650"/>
              <a:gd name="connsiteY2191" fmla="*/ 231874 h 601039"/>
              <a:gd name="connsiteX2192" fmla="*/ 2606292 w 2671650"/>
              <a:gd name="connsiteY2192" fmla="*/ 226815 h 601039"/>
              <a:gd name="connsiteX2193" fmla="*/ 2612074 w 2671650"/>
              <a:gd name="connsiteY2193" fmla="*/ 215768 h 601039"/>
              <a:gd name="connsiteX2194" fmla="*/ 2598343 w 2671650"/>
              <a:gd name="connsiteY2194" fmla="*/ 217317 h 601039"/>
              <a:gd name="connsiteX2195" fmla="*/ 2583889 w 2671650"/>
              <a:gd name="connsiteY2195" fmla="*/ 219382 h 601039"/>
              <a:gd name="connsiteX2196" fmla="*/ 2561175 w 2671650"/>
              <a:gd name="connsiteY2196" fmla="*/ 221757 h 601039"/>
              <a:gd name="connsiteX2197" fmla="*/ 2549715 w 2671650"/>
              <a:gd name="connsiteY2197" fmla="*/ 224440 h 601039"/>
              <a:gd name="connsiteX2198" fmla="*/ 2538255 w 2671650"/>
              <a:gd name="connsiteY2198" fmla="*/ 226815 h 601039"/>
              <a:gd name="connsiteX2199" fmla="*/ 2519671 w 2671650"/>
              <a:gd name="connsiteY2199" fmla="*/ 229190 h 601039"/>
              <a:gd name="connsiteX2200" fmla="*/ 2505424 w 2671650"/>
              <a:gd name="connsiteY2200" fmla="*/ 232081 h 601039"/>
              <a:gd name="connsiteX2201" fmla="*/ 2488596 w 2671650"/>
              <a:gd name="connsiteY2201" fmla="*/ 238894 h 601039"/>
              <a:gd name="connsiteX2202" fmla="*/ 2478271 w 2671650"/>
              <a:gd name="connsiteY2202" fmla="*/ 252625 h 601039"/>
              <a:gd name="connsiteX2203" fmla="*/ 2473316 w 2671650"/>
              <a:gd name="connsiteY2203" fmla="*/ 258511 h 601039"/>
              <a:gd name="connsiteX2204" fmla="*/ 2451841 w 2671650"/>
              <a:gd name="connsiteY2204" fmla="*/ 274927 h 601039"/>
              <a:gd name="connsiteX2205" fmla="*/ 2443479 w 2671650"/>
              <a:gd name="connsiteY2205" fmla="*/ 271519 h 601039"/>
              <a:gd name="connsiteX2206" fmla="*/ 2437182 w 2671650"/>
              <a:gd name="connsiteY2206" fmla="*/ 251799 h 601039"/>
              <a:gd name="connsiteX2207" fmla="*/ 2437182 w 2671650"/>
              <a:gd name="connsiteY2207" fmla="*/ 231977 h 601039"/>
              <a:gd name="connsiteX2208" fmla="*/ 2440278 w 2671650"/>
              <a:gd name="connsiteY2208" fmla="*/ 223924 h 601039"/>
              <a:gd name="connsiteX2209" fmla="*/ 2445957 w 2671650"/>
              <a:gd name="connsiteY2209" fmla="*/ 220208 h 601039"/>
              <a:gd name="connsiteX2210" fmla="*/ 2459792 w 2671650"/>
              <a:gd name="connsiteY2210" fmla="*/ 197287 h 601039"/>
              <a:gd name="connsiteX2211" fmla="*/ 2463715 w 2671650"/>
              <a:gd name="connsiteY2211" fmla="*/ 197287 h 601039"/>
              <a:gd name="connsiteX2212" fmla="*/ 2466502 w 2671650"/>
              <a:gd name="connsiteY2212" fmla="*/ 215045 h 601039"/>
              <a:gd name="connsiteX2213" fmla="*/ 2466769 w 2671650"/>
              <a:gd name="connsiteY2213" fmla="*/ 216878 h 601039"/>
              <a:gd name="connsiteX2214" fmla="*/ 2472593 w 2671650"/>
              <a:gd name="connsiteY2214" fmla="*/ 219588 h 601039"/>
              <a:gd name="connsiteX2215" fmla="*/ 2484466 w 2671650"/>
              <a:gd name="connsiteY2215" fmla="*/ 214942 h 601039"/>
              <a:gd name="connsiteX2216" fmla="*/ 2488493 w 2671650"/>
              <a:gd name="connsiteY2216" fmla="*/ 210916 h 601039"/>
              <a:gd name="connsiteX2217" fmla="*/ 2485395 w 2671650"/>
              <a:gd name="connsiteY2217" fmla="*/ 202657 h 601039"/>
              <a:gd name="connsiteX2218" fmla="*/ 2483330 w 2671650"/>
              <a:gd name="connsiteY2218" fmla="*/ 190680 h 601039"/>
              <a:gd name="connsiteX2219" fmla="*/ 2485189 w 2671650"/>
              <a:gd name="connsiteY2219" fmla="*/ 166109 h 601039"/>
              <a:gd name="connsiteX2220" fmla="*/ 2483434 w 2671650"/>
              <a:gd name="connsiteY2220" fmla="*/ 140092 h 601039"/>
              <a:gd name="connsiteX2221" fmla="*/ 2481059 w 2671650"/>
              <a:gd name="connsiteY2221" fmla="*/ 125225 h 601039"/>
              <a:gd name="connsiteX2222" fmla="*/ 2486015 w 2671650"/>
              <a:gd name="connsiteY2222" fmla="*/ 116655 h 601039"/>
              <a:gd name="connsiteX2223" fmla="*/ 2493138 w 2671650"/>
              <a:gd name="connsiteY2223" fmla="*/ 116655 h 601039"/>
              <a:gd name="connsiteX2224" fmla="*/ 2496752 w 2671650"/>
              <a:gd name="connsiteY2224" fmla="*/ 114280 h 601039"/>
              <a:gd name="connsiteX2225" fmla="*/ 2499850 w 2671650"/>
              <a:gd name="connsiteY2225" fmla="*/ 118927 h 601039"/>
              <a:gd name="connsiteX2226" fmla="*/ 2501089 w 2671650"/>
              <a:gd name="connsiteY2226" fmla="*/ 127393 h 601039"/>
              <a:gd name="connsiteX2227" fmla="*/ 2502018 w 2671650"/>
              <a:gd name="connsiteY2227" fmla="*/ 137717 h 601039"/>
              <a:gd name="connsiteX2228" fmla="*/ 2502018 w 2671650"/>
              <a:gd name="connsiteY2228" fmla="*/ 144221 h 601039"/>
              <a:gd name="connsiteX2229" fmla="*/ 2502018 w 2671650"/>
              <a:gd name="connsiteY2229" fmla="*/ 151345 h 601039"/>
              <a:gd name="connsiteX2230" fmla="*/ 2502018 w 2671650"/>
              <a:gd name="connsiteY2230" fmla="*/ 160327 h 601039"/>
              <a:gd name="connsiteX2231" fmla="*/ 2503050 w 2671650"/>
              <a:gd name="connsiteY2231" fmla="*/ 177878 h 601039"/>
              <a:gd name="connsiteX2232" fmla="*/ 2505322 w 2671650"/>
              <a:gd name="connsiteY2232" fmla="*/ 189648 h 601039"/>
              <a:gd name="connsiteX2233" fmla="*/ 2505322 w 2671650"/>
              <a:gd name="connsiteY2233" fmla="*/ 198320 h 601039"/>
              <a:gd name="connsiteX2234" fmla="*/ 2501811 w 2671650"/>
              <a:gd name="connsiteY2234" fmla="*/ 208645 h 601039"/>
              <a:gd name="connsiteX2235" fmla="*/ 2506766 w 2671650"/>
              <a:gd name="connsiteY2235" fmla="*/ 213703 h 601039"/>
              <a:gd name="connsiteX2236" fmla="*/ 2516574 w 2671650"/>
              <a:gd name="connsiteY2236" fmla="*/ 211019 h 601039"/>
              <a:gd name="connsiteX2237" fmla="*/ 2525040 w 2671650"/>
              <a:gd name="connsiteY2237" fmla="*/ 210502 h 601039"/>
              <a:gd name="connsiteX2238" fmla="*/ 2538875 w 2671650"/>
              <a:gd name="connsiteY2238" fmla="*/ 208025 h 601039"/>
              <a:gd name="connsiteX2239" fmla="*/ 2546411 w 2671650"/>
              <a:gd name="connsiteY2239" fmla="*/ 205444 h 601039"/>
              <a:gd name="connsiteX2240" fmla="*/ 2552296 w 2671650"/>
              <a:gd name="connsiteY2240" fmla="*/ 201521 h 601039"/>
              <a:gd name="connsiteX2241" fmla="*/ 2553122 w 2671650"/>
              <a:gd name="connsiteY2241" fmla="*/ 197081 h 601039"/>
              <a:gd name="connsiteX2242" fmla="*/ 2544863 w 2671650"/>
              <a:gd name="connsiteY2242" fmla="*/ 196256 h 601039"/>
              <a:gd name="connsiteX2243" fmla="*/ 2537326 w 2671650"/>
              <a:gd name="connsiteY2243" fmla="*/ 199352 h 601039"/>
              <a:gd name="connsiteX2244" fmla="*/ 2535158 w 2671650"/>
              <a:gd name="connsiteY2244" fmla="*/ 192436 h 601039"/>
              <a:gd name="connsiteX2245" fmla="*/ 2530616 w 2671650"/>
              <a:gd name="connsiteY2245" fmla="*/ 186757 h 601039"/>
              <a:gd name="connsiteX2246" fmla="*/ 2527622 w 2671650"/>
              <a:gd name="connsiteY2246" fmla="*/ 195224 h 601039"/>
              <a:gd name="connsiteX2247" fmla="*/ 2524008 w 2671650"/>
              <a:gd name="connsiteY2247" fmla="*/ 200282 h 601039"/>
              <a:gd name="connsiteX2248" fmla="*/ 2518950 w 2671650"/>
              <a:gd name="connsiteY2248" fmla="*/ 202966 h 601039"/>
              <a:gd name="connsiteX2249" fmla="*/ 2513787 w 2671650"/>
              <a:gd name="connsiteY2249" fmla="*/ 193262 h 601039"/>
              <a:gd name="connsiteX2250" fmla="*/ 2514510 w 2671650"/>
              <a:gd name="connsiteY2250" fmla="*/ 173232 h 601039"/>
              <a:gd name="connsiteX2251" fmla="*/ 2512239 w 2671650"/>
              <a:gd name="connsiteY2251" fmla="*/ 159604 h 601039"/>
              <a:gd name="connsiteX2252" fmla="*/ 2512239 w 2671650"/>
              <a:gd name="connsiteY2252" fmla="*/ 140299 h 601039"/>
              <a:gd name="connsiteX2253" fmla="*/ 2510793 w 2671650"/>
              <a:gd name="connsiteY2253" fmla="*/ 133794 h 601039"/>
              <a:gd name="connsiteX2254" fmla="*/ 2514717 w 2671650"/>
              <a:gd name="connsiteY2254" fmla="*/ 124399 h 601039"/>
              <a:gd name="connsiteX2255" fmla="*/ 2521324 w 2671650"/>
              <a:gd name="connsiteY2255" fmla="*/ 120682 h 601039"/>
              <a:gd name="connsiteX2256" fmla="*/ 2524524 w 2671650"/>
              <a:gd name="connsiteY2256" fmla="*/ 131006 h 601039"/>
              <a:gd name="connsiteX2257" fmla="*/ 2526692 w 2671650"/>
              <a:gd name="connsiteY2257" fmla="*/ 137511 h 601039"/>
              <a:gd name="connsiteX2258" fmla="*/ 2529790 w 2671650"/>
              <a:gd name="connsiteY2258" fmla="*/ 159294 h 601039"/>
              <a:gd name="connsiteX2259" fmla="*/ 2532680 w 2671650"/>
              <a:gd name="connsiteY2259" fmla="*/ 164354 h 601039"/>
              <a:gd name="connsiteX2260" fmla="*/ 2543935 w 2671650"/>
              <a:gd name="connsiteY2260" fmla="*/ 164354 h 601039"/>
              <a:gd name="connsiteX2261" fmla="*/ 2548167 w 2671650"/>
              <a:gd name="connsiteY2261" fmla="*/ 169723 h 601039"/>
              <a:gd name="connsiteX2262" fmla="*/ 2558492 w 2671650"/>
              <a:gd name="connsiteY2262" fmla="*/ 160120 h 601039"/>
              <a:gd name="connsiteX2263" fmla="*/ 2553019 w 2671650"/>
              <a:gd name="connsiteY2263" fmla="*/ 147112 h 601039"/>
              <a:gd name="connsiteX2264" fmla="*/ 2543935 w 2671650"/>
              <a:gd name="connsiteY2264" fmla="*/ 150622 h 601039"/>
              <a:gd name="connsiteX2265" fmla="*/ 2537533 w 2671650"/>
              <a:gd name="connsiteY2265" fmla="*/ 153617 h 601039"/>
              <a:gd name="connsiteX2266" fmla="*/ 2537533 w 2671650"/>
              <a:gd name="connsiteY2266" fmla="*/ 140712 h 601039"/>
              <a:gd name="connsiteX2267" fmla="*/ 2541456 w 2671650"/>
              <a:gd name="connsiteY2267" fmla="*/ 130387 h 601039"/>
              <a:gd name="connsiteX2268" fmla="*/ 2537120 w 2671650"/>
              <a:gd name="connsiteY2268" fmla="*/ 118927 h 601039"/>
              <a:gd name="connsiteX2269" fmla="*/ 2544347 w 2671650"/>
              <a:gd name="connsiteY2269" fmla="*/ 111700 h 601039"/>
              <a:gd name="connsiteX2270" fmla="*/ 2552297 w 2671650"/>
              <a:gd name="connsiteY2270" fmla="*/ 118204 h 601039"/>
              <a:gd name="connsiteX2271" fmla="*/ 2561898 w 2671650"/>
              <a:gd name="connsiteY2271" fmla="*/ 105505 h 601039"/>
              <a:gd name="connsiteX2272" fmla="*/ 2569022 w 2671650"/>
              <a:gd name="connsiteY2272" fmla="*/ 92290 h 601039"/>
              <a:gd name="connsiteX2273" fmla="*/ 2574803 w 2671650"/>
              <a:gd name="connsiteY2273" fmla="*/ 92290 h 601039"/>
              <a:gd name="connsiteX2274" fmla="*/ 2580585 w 2671650"/>
              <a:gd name="connsiteY2274" fmla="*/ 91051 h 601039"/>
              <a:gd name="connsiteX2275" fmla="*/ 289563 w 2671650"/>
              <a:gd name="connsiteY2275" fmla="*/ 80997 h 601039"/>
              <a:gd name="connsiteX2276" fmla="*/ 168680 w 2671650"/>
              <a:gd name="connsiteY2276" fmla="*/ 124615 h 601039"/>
              <a:gd name="connsiteX2277" fmla="*/ 168651 w 2671650"/>
              <a:gd name="connsiteY2277" fmla="*/ 124615 h 601039"/>
              <a:gd name="connsiteX2278" fmla="*/ 80698 w 2671650"/>
              <a:gd name="connsiteY2278" fmla="*/ 300579 h 601039"/>
              <a:gd name="connsiteX2279" fmla="*/ 83215 w 2671650"/>
              <a:gd name="connsiteY2279" fmla="*/ 334042 h 601039"/>
              <a:gd name="connsiteX2280" fmla="*/ 83719 w 2671650"/>
              <a:gd name="connsiteY2280" fmla="*/ 336767 h 601039"/>
              <a:gd name="connsiteX2281" fmla="*/ 86088 w 2671650"/>
              <a:gd name="connsiteY2281" fmla="*/ 348968 h 601039"/>
              <a:gd name="connsiteX2282" fmla="*/ 90530 w 2671650"/>
              <a:gd name="connsiteY2282" fmla="*/ 365818 h 601039"/>
              <a:gd name="connsiteX2283" fmla="*/ 96986 w 2671650"/>
              <a:gd name="connsiteY2283" fmla="*/ 383586 h 601039"/>
              <a:gd name="connsiteX2284" fmla="*/ 97933 w 2671650"/>
              <a:gd name="connsiteY2284" fmla="*/ 385955 h 601039"/>
              <a:gd name="connsiteX2285" fmla="*/ 124112 w 2671650"/>
              <a:gd name="connsiteY2285" fmla="*/ 431856 h 601039"/>
              <a:gd name="connsiteX2286" fmla="*/ 124260 w 2671650"/>
              <a:gd name="connsiteY2286" fmla="*/ 432034 h 601039"/>
              <a:gd name="connsiteX2287" fmla="*/ 124482 w 2671650"/>
              <a:gd name="connsiteY2287" fmla="*/ 432333 h 601039"/>
              <a:gd name="connsiteX2288" fmla="*/ 228202 w 2671650"/>
              <a:gd name="connsiteY2288" fmla="*/ 508209 h 601039"/>
              <a:gd name="connsiteX2289" fmla="*/ 237433 w 2671650"/>
              <a:gd name="connsiteY2289" fmla="*/ 510450 h 601039"/>
              <a:gd name="connsiteX2290" fmla="*/ 237005 w 2671650"/>
              <a:gd name="connsiteY2290" fmla="*/ 508153 h 601039"/>
              <a:gd name="connsiteX2291" fmla="*/ 232556 w 2671650"/>
              <a:gd name="connsiteY2291" fmla="*/ 501034 h 601039"/>
              <a:gd name="connsiteX2292" fmla="*/ 224294 w 2671650"/>
              <a:gd name="connsiteY2292" fmla="*/ 498073 h 601039"/>
              <a:gd name="connsiteX2293" fmla="*/ 223022 w 2671650"/>
              <a:gd name="connsiteY2293" fmla="*/ 496904 h 601039"/>
              <a:gd name="connsiteX2294" fmla="*/ 235695 w 2671650"/>
              <a:gd name="connsiteY2294" fmla="*/ 499050 h 601039"/>
              <a:gd name="connsiteX2295" fmla="*/ 243987 w 2671650"/>
              <a:gd name="connsiteY2295" fmla="*/ 511903 h 601039"/>
              <a:gd name="connsiteX2296" fmla="*/ 247748 w 2671650"/>
              <a:gd name="connsiteY2296" fmla="*/ 511903 h 601039"/>
              <a:gd name="connsiteX2297" fmla="*/ 248767 w 2671650"/>
              <a:gd name="connsiteY2297" fmla="*/ 513202 h 601039"/>
              <a:gd name="connsiteX2298" fmla="*/ 249635 w 2671650"/>
              <a:gd name="connsiteY2298" fmla="*/ 513413 h 601039"/>
              <a:gd name="connsiteX2299" fmla="*/ 258912 w 2671650"/>
              <a:gd name="connsiteY2299" fmla="*/ 513413 h 601039"/>
              <a:gd name="connsiteX2300" fmla="*/ 258790 w 2671650"/>
              <a:gd name="connsiteY2300" fmla="*/ 515636 h 601039"/>
              <a:gd name="connsiteX2301" fmla="*/ 269188 w 2671650"/>
              <a:gd name="connsiteY2301" fmla="*/ 518161 h 601039"/>
              <a:gd name="connsiteX2302" fmla="*/ 311319 w 2671650"/>
              <a:gd name="connsiteY2302" fmla="*/ 520146 h 601039"/>
              <a:gd name="connsiteX2303" fmla="*/ 347776 w 2671650"/>
              <a:gd name="connsiteY2303" fmla="*/ 514805 h 601039"/>
              <a:gd name="connsiteX2304" fmla="*/ 347754 w 2671650"/>
              <a:gd name="connsiteY2304" fmla="*/ 514804 h 601039"/>
              <a:gd name="connsiteX2305" fmla="*/ 349442 w 2671650"/>
              <a:gd name="connsiteY2305" fmla="*/ 514271 h 601039"/>
              <a:gd name="connsiteX2306" fmla="*/ 338840 w 2671650"/>
              <a:gd name="connsiteY2306" fmla="*/ 514271 h 601039"/>
              <a:gd name="connsiteX2307" fmla="*/ 332917 w 2671650"/>
              <a:gd name="connsiteY2307" fmla="*/ 500827 h 601039"/>
              <a:gd name="connsiteX2308" fmla="*/ 317814 w 2671650"/>
              <a:gd name="connsiteY2308" fmla="*/ 500205 h 601039"/>
              <a:gd name="connsiteX2309" fmla="*/ 310263 w 2671650"/>
              <a:gd name="connsiteY2309" fmla="*/ 511754 h 601039"/>
              <a:gd name="connsiteX2310" fmla="*/ 309580 w 2671650"/>
              <a:gd name="connsiteY2310" fmla="*/ 513330 h 601039"/>
              <a:gd name="connsiteX2311" fmla="*/ 309582 w 2671650"/>
              <a:gd name="connsiteY2311" fmla="*/ 513294 h 601039"/>
              <a:gd name="connsiteX2312" fmla="*/ 309493 w 2671650"/>
              <a:gd name="connsiteY2312" fmla="*/ 513531 h 601039"/>
              <a:gd name="connsiteX2313" fmla="*/ 309580 w 2671650"/>
              <a:gd name="connsiteY2313" fmla="*/ 513330 h 601039"/>
              <a:gd name="connsiteX2314" fmla="*/ 309345 w 2671650"/>
              <a:gd name="connsiteY2314" fmla="*/ 517884 h 601039"/>
              <a:gd name="connsiteX2315" fmla="*/ 303955 w 2671650"/>
              <a:gd name="connsiteY2315" fmla="*/ 517884 h 601039"/>
              <a:gd name="connsiteX2316" fmla="*/ 306235 w 2671650"/>
              <a:gd name="connsiteY2316" fmla="*/ 517055 h 601039"/>
              <a:gd name="connsiteX2317" fmla="*/ 304340 w 2671650"/>
              <a:gd name="connsiteY2317" fmla="*/ 516729 h 601039"/>
              <a:gd name="connsiteX2318" fmla="*/ 305169 w 2671650"/>
              <a:gd name="connsiteY2318" fmla="*/ 515841 h 601039"/>
              <a:gd name="connsiteX2319" fmla="*/ 302208 w 2671650"/>
              <a:gd name="connsiteY2319" fmla="*/ 515841 h 601039"/>
              <a:gd name="connsiteX2320" fmla="*/ 303363 w 2671650"/>
              <a:gd name="connsiteY2320" fmla="*/ 515071 h 601039"/>
              <a:gd name="connsiteX2321" fmla="*/ 298269 w 2671650"/>
              <a:gd name="connsiteY2321" fmla="*/ 515071 h 601039"/>
              <a:gd name="connsiteX2322" fmla="*/ 299306 w 2671650"/>
              <a:gd name="connsiteY2322" fmla="*/ 514271 h 601039"/>
              <a:gd name="connsiteX2323" fmla="*/ 288852 w 2671650"/>
              <a:gd name="connsiteY2323" fmla="*/ 514271 h 601039"/>
              <a:gd name="connsiteX2324" fmla="*/ 282929 w 2671650"/>
              <a:gd name="connsiteY2324" fmla="*/ 500827 h 601039"/>
              <a:gd name="connsiteX2325" fmla="*/ 267826 w 2671650"/>
              <a:gd name="connsiteY2325" fmla="*/ 500205 h 601039"/>
              <a:gd name="connsiteX2326" fmla="*/ 260275 w 2671650"/>
              <a:gd name="connsiteY2326" fmla="*/ 511754 h 601039"/>
              <a:gd name="connsiteX2327" fmla="*/ 258942 w 2671650"/>
              <a:gd name="connsiteY2327" fmla="*/ 511339 h 601039"/>
              <a:gd name="connsiteX2328" fmla="*/ 262259 w 2671650"/>
              <a:gd name="connsiteY2328" fmla="*/ 501804 h 601039"/>
              <a:gd name="connsiteX2329" fmla="*/ 274934 w 2671650"/>
              <a:gd name="connsiteY2329" fmla="*/ 496710 h 601039"/>
              <a:gd name="connsiteX2330" fmla="*/ 292702 w 2671650"/>
              <a:gd name="connsiteY2330" fmla="*/ 501360 h 601039"/>
              <a:gd name="connsiteX2331" fmla="*/ 296107 w 2671650"/>
              <a:gd name="connsiteY2331" fmla="*/ 512850 h 601039"/>
              <a:gd name="connsiteX2332" fmla="*/ 307953 w 2671650"/>
              <a:gd name="connsiteY2332" fmla="*/ 512554 h 601039"/>
              <a:gd name="connsiteX2333" fmla="*/ 312395 w 2671650"/>
              <a:gd name="connsiteY2333" fmla="*/ 501804 h 601039"/>
              <a:gd name="connsiteX2334" fmla="*/ 325070 w 2671650"/>
              <a:gd name="connsiteY2334" fmla="*/ 496710 h 601039"/>
              <a:gd name="connsiteX2335" fmla="*/ 342838 w 2671650"/>
              <a:gd name="connsiteY2335" fmla="*/ 501360 h 601039"/>
              <a:gd name="connsiteX2336" fmla="*/ 346243 w 2671650"/>
              <a:gd name="connsiteY2336" fmla="*/ 512850 h 601039"/>
              <a:gd name="connsiteX2337" fmla="*/ 357334 w 2671650"/>
              <a:gd name="connsiteY2337" fmla="*/ 512573 h 601039"/>
              <a:gd name="connsiteX2338" fmla="*/ 358182 w 2671650"/>
              <a:gd name="connsiteY2338" fmla="*/ 512271 h 601039"/>
              <a:gd name="connsiteX2339" fmla="*/ 359888 w 2671650"/>
              <a:gd name="connsiteY2339" fmla="*/ 507042 h 601039"/>
              <a:gd name="connsiteX2340" fmla="*/ 364930 w 2671650"/>
              <a:gd name="connsiteY2340" fmla="*/ 498931 h 601039"/>
              <a:gd name="connsiteX2341" fmla="*/ 377338 w 2671650"/>
              <a:gd name="connsiteY2341" fmla="*/ 496118 h 601039"/>
              <a:gd name="connsiteX2342" fmla="*/ 377338 w 2671650"/>
              <a:gd name="connsiteY2342" fmla="*/ 500501 h 601039"/>
              <a:gd name="connsiteX2343" fmla="*/ 365018 w 2671650"/>
              <a:gd name="connsiteY2343" fmla="*/ 502278 h 601039"/>
              <a:gd name="connsiteX2344" fmla="*/ 361247 w 2671650"/>
              <a:gd name="connsiteY2344" fmla="*/ 508060 h 601039"/>
              <a:gd name="connsiteX2345" fmla="*/ 360351 w 2671650"/>
              <a:gd name="connsiteY2345" fmla="*/ 511500 h 601039"/>
              <a:gd name="connsiteX2346" fmla="*/ 394062 w 2671650"/>
              <a:gd name="connsiteY2346" fmla="*/ 499508 h 601039"/>
              <a:gd name="connsiteX2347" fmla="*/ 432200 w 2671650"/>
              <a:gd name="connsiteY2347" fmla="*/ 476528 h 601039"/>
              <a:gd name="connsiteX2348" fmla="*/ 476399 w 2671650"/>
              <a:gd name="connsiteY2348" fmla="*/ 168813 h 601039"/>
              <a:gd name="connsiteX2349" fmla="*/ 289563 w 2671650"/>
              <a:gd name="connsiteY2349" fmla="*/ 80997 h 601039"/>
              <a:gd name="connsiteX2350" fmla="*/ 194563 w 2671650"/>
              <a:gd name="connsiteY2350" fmla="*/ 79632 h 601039"/>
              <a:gd name="connsiteX2351" fmla="*/ 193645 w 2671650"/>
              <a:gd name="connsiteY2351" fmla="*/ 80402 h 601039"/>
              <a:gd name="connsiteX2352" fmla="*/ 192282 w 2671650"/>
              <a:gd name="connsiteY2352" fmla="*/ 80727 h 601039"/>
              <a:gd name="connsiteX2353" fmla="*/ 191009 w 2671650"/>
              <a:gd name="connsiteY2353" fmla="*/ 81320 h 601039"/>
              <a:gd name="connsiteX2354" fmla="*/ 189469 w 2671650"/>
              <a:gd name="connsiteY2354" fmla="*/ 81320 h 601039"/>
              <a:gd name="connsiteX2355" fmla="*/ 188166 w 2671650"/>
              <a:gd name="connsiteY2355" fmla="*/ 81734 h 601039"/>
              <a:gd name="connsiteX2356" fmla="*/ 188077 w 2671650"/>
              <a:gd name="connsiteY2356" fmla="*/ 81616 h 601039"/>
              <a:gd name="connsiteX2357" fmla="*/ 188699 w 2671650"/>
              <a:gd name="connsiteY2357" fmla="*/ 83629 h 601039"/>
              <a:gd name="connsiteX2358" fmla="*/ 189232 w 2671650"/>
              <a:gd name="connsiteY2358" fmla="*/ 84755 h 601039"/>
              <a:gd name="connsiteX2359" fmla="*/ 190713 w 2671650"/>
              <a:gd name="connsiteY2359" fmla="*/ 86176 h 601039"/>
              <a:gd name="connsiteX2360" fmla="*/ 192401 w 2671650"/>
              <a:gd name="connsiteY2360" fmla="*/ 87242 h 601039"/>
              <a:gd name="connsiteX2361" fmla="*/ 194415 w 2671650"/>
              <a:gd name="connsiteY2361" fmla="*/ 88427 h 601039"/>
              <a:gd name="connsiteX2362" fmla="*/ 195273 w 2671650"/>
              <a:gd name="connsiteY2362" fmla="*/ 89700 h 601039"/>
              <a:gd name="connsiteX2363" fmla="*/ 196784 w 2671650"/>
              <a:gd name="connsiteY2363" fmla="*/ 90144 h 601039"/>
              <a:gd name="connsiteX2364" fmla="*/ 197642 w 2671650"/>
              <a:gd name="connsiteY2364" fmla="*/ 88841 h 601039"/>
              <a:gd name="connsiteX2365" fmla="*/ 198768 w 2671650"/>
              <a:gd name="connsiteY2365" fmla="*/ 88131 h 601039"/>
              <a:gd name="connsiteX2366" fmla="*/ 199775 w 2671650"/>
              <a:gd name="connsiteY2366" fmla="*/ 86798 h 601039"/>
              <a:gd name="connsiteX2367" fmla="*/ 200011 w 2671650"/>
              <a:gd name="connsiteY2367" fmla="*/ 85436 h 601039"/>
              <a:gd name="connsiteX2368" fmla="*/ 199863 w 2671650"/>
              <a:gd name="connsiteY2368" fmla="*/ 83689 h 601039"/>
              <a:gd name="connsiteX2369" fmla="*/ 200041 w 2671650"/>
              <a:gd name="connsiteY2369" fmla="*/ 82089 h 601039"/>
              <a:gd name="connsiteX2370" fmla="*/ 199419 w 2671650"/>
              <a:gd name="connsiteY2370" fmla="*/ 80846 h 601039"/>
              <a:gd name="connsiteX2371" fmla="*/ 198205 w 2671650"/>
              <a:gd name="connsiteY2371" fmla="*/ 80283 h 601039"/>
              <a:gd name="connsiteX2372" fmla="*/ 194563 w 2671650"/>
              <a:gd name="connsiteY2372" fmla="*/ 79632 h 601039"/>
              <a:gd name="connsiteX2373" fmla="*/ 178867 w 2671650"/>
              <a:gd name="connsiteY2373" fmla="*/ 75634 h 601039"/>
              <a:gd name="connsiteX2374" fmla="*/ 179134 w 2671650"/>
              <a:gd name="connsiteY2374" fmla="*/ 77056 h 601039"/>
              <a:gd name="connsiteX2375" fmla="*/ 178541 w 2671650"/>
              <a:gd name="connsiteY2375" fmla="*/ 78981 h 601039"/>
              <a:gd name="connsiteX2376" fmla="*/ 177712 w 2671650"/>
              <a:gd name="connsiteY2376" fmla="*/ 81113 h 601039"/>
              <a:gd name="connsiteX2377" fmla="*/ 176350 w 2671650"/>
              <a:gd name="connsiteY2377" fmla="*/ 82593 h 601039"/>
              <a:gd name="connsiteX2378" fmla="*/ 174869 w 2671650"/>
              <a:gd name="connsiteY2378" fmla="*/ 82238 h 601039"/>
              <a:gd name="connsiteX2379" fmla="*/ 174869 w 2671650"/>
              <a:gd name="connsiteY2379" fmla="*/ 80728 h 601039"/>
              <a:gd name="connsiteX2380" fmla="*/ 176469 w 2671650"/>
              <a:gd name="connsiteY2380" fmla="*/ 78507 h 601039"/>
              <a:gd name="connsiteX2381" fmla="*/ 176972 w 2671650"/>
              <a:gd name="connsiteY2381" fmla="*/ 77470 h 601039"/>
              <a:gd name="connsiteX2382" fmla="*/ 177860 w 2671650"/>
              <a:gd name="connsiteY2382" fmla="*/ 76434 h 601039"/>
              <a:gd name="connsiteX2383" fmla="*/ 178867 w 2671650"/>
              <a:gd name="connsiteY2383" fmla="*/ 75634 h 601039"/>
              <a:gd name="connsiteX2384" fmla="*/ 181414 w 2671650"/>
              <a:gd name="connsiteY2384" fmla="*/ 67431 h 601039"/>
              <a:gd name="connsiteX2385" fmla="*/ 179963 w 2671650"/>
              <a:gd name="connsiteY2385" fmla="*/ 68230 h 601039"/>
              <a:gd name="connsiteX2386" fmla="*/ 178423 w 2671650"/>
              <a:gd name="connsiteY2386" fmla="*/ 68497 h 601039"/>
              <a:gd name="connsiteX2387" fmla="*/ 177742 w 2671650"/>
              <a:gd name="connsiteY2387" fmla="*/ 69267 h 601039"/>
              <a:gd name="connsiteX2388" fmla="*/ 177268 w 2671650"/>
              <a:gd name="connsiteY2388" fmla="*/ 70096 h 601039"/>
              <a:gd name="connsiteX2389" fmla="*/ 176765 w 2671650"/>
              <a:gd name="connsiteY2389" fmla="*/ 71132 h 601039"/>
              <a:gd name="connsiteX2390" fmla="*/ 175699 w 2671650"/>
              <a:gd name="connsiteY2390" fmla="*/ 72554 h 601039"/>
              <a:gd name="connsiteX2391" fmla="*/ 174810 w 2671650"/>
              <a:gd name="connsiteY2391" fmla="*/ 73472 h 601039"/>
              <a:gd name="connsiteX2392" fmla="*/ 173774 w 2671650"/>
              <a:gd name="connsiteY2392" fmla="*/ 74775 h 601039"/>
              <a:gd name="connsiteX2393" fmla="*/ 172234 w 2671650"/>
              <a:gd name="connsiteY2393" fmla="*/ 76374 h 601039"/>
              <a:gd name="connsiteX2394" fmla="*/ 170191 w 2671650"/>
              <a:gd name="connsiteY2394" fmla="*/ 78565 h 601039"/>
              <a:gd name="connsiteX2395" fmla="*/ 169184 w 2671650"/>
              <a:gd name="connsiteY2395" fmla="*/ 78180 h 601039"/>
              <a:gd name="connsiteX2396" fmla="*/ 167614 w 2671650"/>
              <a:gd name="connsiteY2396" fmla="*/ 78180 h 601039"/>
              <a:gd name="connsiteX2397" fmla="*/ 166607 w 2671650"/>
              <a:gd name="connsiteY2397" fmla="*/ 79572 h 601039"/>
              <a:gd name="connsiteX2398" fmla="*/ 166785 w 2671650"/>
              <a:gd name="connsiteY2398" fmla="*/ 83037 h 601039"/>
              <a:gd name="connsiteX2399" fmla="*/ 168325 w 2671650"/>
              <a:gd name="connsiteY2399" fmla="*/ 85317 h 601039"/>
              <a:gd name="connsiteX2400" fmla="*/ 170102 w 2671650"/>
              <a:gd name="connsiteY2400" fmla="*/ 87390 h 601039"/>
              <a:gd name="connsiteX2401" fmla="*/ 171553 w 2671650"/>
              <a:gd name="connsiteY2401" fmla="*/ 88930 h 601039"/>
              <a:gd name="connsiteX2402" fmla="*/ 172441 w 2671650"/>
              <a:gd name="connsiteY2402" fmla="*/ 90085 h 601039"/>
              <a:gd name="connsiteX2403" fmla="*/ 173093 w 2671650"/>
              <a:gd name="connsiteY2403" fmla="*/ 90529 h 601039"/>
              <a:gd name="connsiteX2404" fmla="*/ 174129 w 2671650"/>
              <a:gd name="connsiteY2404" fmla="*/ 91507 h 601039"/>
              <a:gd name="connsiteX2405" fmla="*/ 174988 w 2671650"/>
              <a:gd name="connsiteY2405" fmla="*/ 91684 h 601039"/>
              <a:gd name="connsiteX2406" fmla="*/ 176676 w 2671650"/>
              <a:gd name="connsiteY2406" fmla="*/ 90885 h 601039"/>
              <a:gd name="connsiteX2407" fmla="*/ 177535 w 2671650"/>
              <a:gd name="connsiteY2407" fmla="*/ 90115 h 601039"/>
              <a:gd name="connsiteX2408" fmla="*/ 179015 w 2671650"/>
              <a:gd name="connsiteY2408" fmla="*/ 89700 h 601039"/>
              <a:gd name="connsiteX2409" fmla="*/ 179904 w 2671650"/>
              <a:gd name="connsiteY2409" fmla="*/ 90233 h 601039"/>
              <a:gd name="connsiteX2410" fmla="*/ 181029 w 2671650"/>
              <a:gd name="connsiteY2410" fmla="*/ 92721 h 601039"/>
              <a:gd name="connsiteX2411" fmla="*/ 182066 w 2671650"/>
              <a:gd name="connsiteY2411" fmla="*/ 94468 h 601039"/>
              <a:gd name="connsiteX2412" fmla="*/ 182806 w 2671650"/>
              <a:gd name="connsiteY2412" fmla="*/ 95741 h 601039"/>
              <a:gd name="connsiteX2413" fmla="*/ 182303 w 2671650"/>
              <a:gd name="connsiteY2413" fmla="*/ 98436 h 601039"/>
              <a:gd name="connsiteX2414" fmla="*/ 179963 w 2671650"/>
              <a:gd name="connsiteY2414" fmla="*/ 98940 h 601039"/>
              <a:gd name="connsiteX2415" fmla="*/ 178986 w 2671650"/>
              <a:gd name="connsiteY2415" fmla="*/ 100272 h 601039"/>
              <a:gd name="connsiteX2416" fmla="*/ 182303 w 2671650"/>
              <a:gd name="connsiteY2416" fmla="*/ 101131 h 601039"/>
              <a:gd name="connsiteX2417" fmla="*/ 183842 w 2671650"/>
              <a:gd name="connsiteY2417" fmla="*/ 102079 h 601039"/>
              <a:gd name="connsiteX2418" fmla="*/ 185590 w 2671650"/>
              <a:gd name="connsiteY2418" fmla="*/ 101901 h 601039"/>
              <a:gd name="connsiteX2419" fmla="*/ 186774 w 2671650"/>
              <a:gd name="connsiteY2419" fmla="*/ 102049 h 601039"/>
              <a:gd name="connsiteX2420" fmla="*/ 188048 w 2671650"/>
              <a:gd name="connsiteY2420" fmla="*/ 101901 h 601039"/>
              <a:gd name="connsiteX2421" fmla="*/ 188966 w 2671650"/>
              <a:gd name="connsiteY2421" fmla="*/ 101901 h 601039"/>
              <a:gd name="connsiteX2422" fmla="*/ 189973 w 2671650"/>
              <a:gd name="connsiteY2422" fmla="*/ 100272 h 601039"/>
              <a:gd name="connsiteX2423" fmla="*/ 190594 w 2671650"/>
              <a:gd name="connsiteY2423" fmla="*/ 97785 h 601039"/>
              <a:gd name="connsiteX2424" fmla="*/ 190743 w 2671650"/>
              <a:gd name="connsiteY2424" fmla="*/ 94823 h 601039"/>
              <a:gd name="connsiteX2425" fmla="*/ 186093 w 2671650"/>
              <a:gd name="connsiteY2425" fmla="*/ 87094 h 601039"/>
              <a:gd name="connsiteX2426" fmla="*/ 184790 w 2671650"/>
              <a:gd name="connsiteY2426" fmla="*/ 85525 h 601039"/>
              <a:gd name="connsiteX2427" fmla="*/ 185057 w 2671650"/>
              <a:gd name="connsiteY2427" fmla="*/ 84074 h 601039"/>
              <a:gd name="connsiteX2428" fmla="*/ 185886 w 2671650"/>
              <a:gd name="connsiteY2428" fmla="*/ 83422 h 601039"/>
              <a:gd name="connsiteX2429" fmla="*/ 186152 w 2671650"/>
              <a:gd name="connsiteY2429" fmla="*/ 81171 h 601039"/>
              <a:gd name="connsiteX2430" fmla="*/ 186152 w 2671650"/>
              <a:gd name="connsiteY2430" fmla="*/ 74775 h 601039"/>
              <a:gd name="connsiteX2431" fmla="*/ 186152 w 2671650"/>
              <a:gd name="connsiteY2431" fmla="*/ 72880 h 601039"/>
              <a:gd name="connsiteX2432" fmla="*/ 186804 w 2671650"/>
              <a:gd name="connsiteY2432" fmla="*/ 70066 h 601039"/>
              <a:gd name="connsiteX2433" fmla="*/ 185975 w 2671650"/>
              <a:gd name="connsiteY2433" fmla="*/ 68793 h 601039"/>
              <a:gd name="connsiteX2434" fmla="*/ 184375 w 2671650"/>
              <a:gd name="connsiteY2434" fmla="*/ 67431 h 601039"/>
              <a:gd name="connsiteX2435" fmla="*/ 181414 w 2671650"/>
              <a:gd name="connsiteY2435" fmla="*/ 67431 h 601039"/>
              <a:gd name="connsiteX2436" fmla="*/ 434907 w 2671650"/>
              <a:gd name="connsiteY2436" fmla="*/ 63492 h 601039"/>
              <a:gd name="connsiteX2437" fmla="*/ 433930 w 2671650"/>
              <a:gd name="connsiteY2437" fmla="*/ 63818 h 601039"/>
              <a:gd name="connsiteX2438" fmla="*/ 432923 w 2671650"/>
              <a:gd name="connsiteY2438" fmla="*/ 65802 h 601039"/>
              <a:gd name="connsiteX2439" fmla="*/ 431412 w 2671650"/>
              <a:gd name="connsiteY2439" fmla="*/ 67875 h 601039"/>
              <a:gd name="connsiteX2440" fmla="*/ 428658 w 2671650"/>
              <a:gd name="connsiteY2440" fmla="*/ 70836 h 601039"/>
              <a:gd name="connsiteX2441" fmla="*/ 424128 w 2671650"/>
              <a:gd name="connsiteY2441" fmla="*/ 69977 h 601039"/>
              <a:gd name="connsiteX2442" fmla="*/ 421847 w 2671650"/>
              <a:gd name="connsiteY2442" fmla="*/ 68586 h 601039"/>
              <a:gd name="connsiteX2443" fmla="*/ 420544 w 2671650"/>
              <a:gd name="connsiteY2443" fmla="*/ 68586 h 601039"/>
              <a:gd name="connsiteX2444" fmla="*/ 419182 w 2671650"/>
              <a:gd name="connsiteY2444" fmla="*/ 68349 h 601039"/>
              <a:gd name="connsiteX2445" fmla="*/ 417790 w 2671650"/>
              <a:gd name="connsiteY2445" fmla="*/ 68763 h 601039"/>
              <a:gd name="connsiteX2446" fmla="*/ 416458 w 2671650"/>
              <a:gd name="connsiteY2446" fmla="*/ 69918 h 601039"/>
              <a:gd name="connsiteX2447" fmla="*/ 416961 w 2671650"/>
              <a:gd name="connsiteY2447" fmla="*/ 73324 h 601039"/>
              <a:gd name="connsiteX2448" fmla="*/ 418146 w 2671650"/>
              <a:gd name="connsiteY2448" fmla="*/ 75012 h 601039"/>
              <a:gd name="connsiteX2449" fmla="*/ 419182 w 2671650"/>
              <a:gd name="connsiteY2449" fmla="*/ 75604 h 601039"/>
              <a:gd name="connsiteX2450" fmla="*/ 420426 w 2671650"/>
              <a:gd name="connsiteY2450" fmla="*/ 75930 h 601039"/>
              <a:gd name="connsiteX2451" fmla="*/ 421255 w 2671650"/>
              <a:gd name="connsiteY2451" fmla="*/ 76404 h 601039"/>
              <a:gd name="connsiteX2452" fmla="*/ 422351 w 2671650"/>
              <a:gd name="connsiteY2452" fmla="*/ 76966 h 601039"/>
              <a:gd name="connsiteX2453" fmla="*/ 421048 w 2671650"/>
              <a:gd name="connsiteY2453" fmla="*/ 78210 h 601039"/>
              <a:gd name="connsiteX2454" fmla="*/ 416931 w 2671650"/>
              <a:gd name="connsiteY2454" fmla="*/ 80638 h 601039"/>
              <a:gd name="connsiteX2455" fmla="*/ 408699 w 2671650"/>
              <a:gd name="connsiteY2455" fmla="*/ 82652 h 601039"/>
              <a:gd name="connsiteX2456" fmla="*/ 407692 w 2671650"/>
              <a:gd name="connsiteY2456" fmla="*/ 82652 h 601039"/>
              <a:gd name="connsiteX2457" fmla="*/ 406063 w 2671650"/>
              <a:gd name="connsiteY2457" fmla="*/ 82859 h 601039"/>
              <a:gd name="connsiteX2458" fmla="*/ 403872 w 2671650"/>
              <a:gd name="connsiteY2458" fmla="*/ 82859 h 601039"/>
              <a:gd name="connsiteX2459" fmla="*/ 403872 w 2671650"/>
              <a:gd name="connsiteY2459" fmla="*/ 82741 h 601039"/>
              <a:gd name="connsiteX2460" fmla="*/ 402421 w 2671650"/>
              <a:gd name="connsiteY2460" fmla="*/ 83096 h 601039"/>
              <a:gd name="connsiteX2461" fmla="*/ 403309 w 2671650"/>
              <a:gd name="connsiteY2461" fmla="*/ 84133 h 601039"/>
              <a:gd name="connsiteX2462" fmla="*/ 403309 w 2671650"/>
              <a:gd name="connsiteY2462" fmla="*/ 85850 h 601039"/>
              <a:gd name="connsiteX2463" fmla="*/ 403724 w 2671650"/>
              <a:gd name="connsiteY2463" fmla="*/ 87094 h 601039"/>
              <a:gd name="connsiteX2464" fmla="*/ 405175 w 2671650"/>
              <a:gd name="connsiteY2464" fmla="*/ 87598 h 601039"/>
              <a:gd name="connsiteX2465" fmla="*/ 407840 w 2671650"/>
              <a:gd name="connsiteY2465" fmla="*/ 88368 h 601039"/>
              <a:gd name="connsiteX2466" fmla="*/ 411186 w 2671650"/>
              <a:gd name="connsiteY2466" fmla="*/ 88368 h 601039"/>
              <a:gd name="connsiteX2467" fmla="*/ 415836 w 2671650"/>
              <a:gd name="connsiteY2467" fmla="*/ 88368 h 601039"/>
              <a:gd name="connsiteX2468" fmla="*/ 421077 w 2671650"/>
              <a:gd name="connsiteY2468" fmla="*/ 87065 h 601039"/>
              <a:gd name="connsiteX2469" fmla="*/ 425401 w 2671650"/>
              <a:gd name="connsiteY2469" fmla="*/ 84873 h 601039"/>
              <a:gd name="connsiteX2470" fmla="*/ 427059 w 2671650"/>
              <a:gd name="connsiteY2470" fmla="*/ 89730 h 601039"/>
              <a:gd name="connsiteX2471" fmla="*/ 427652 w 2671650"/>
              <a:gd name="connsiteY2471" fmla="*/ 92277 h 601039"/>
              <a:gd name="connsiteX2472" fmla="*/ 428273 w 2671650"/>
              <a:gd name="connsiteY2472" fmla="*/ 96748 h 601039"/>
              <a:gd name="connsiteX2473" fmla="*/ 428273 w 2671650"/>
              <a:gd name="connsiteY2473" fmla="*/ 101723 h 601039"/>
              <a:gd name="connsiteX2474" fmla="*/ 429103 w 2671650"/>
              <a:gd name="connsiteY2474" fmla="*/ 103500 h 601039"/>
              <a:gd name="connsiteX2475" fmla="*/ 431353 w 2671650"/>
              <a:gd name="connsiteY2475" fmla="*/ 105247 h 601039"/>
              <a:gd name="connsiteX2476" fmla="*/ 432745 w 2671650"/>
              <a:gd name="connsiteY2476" fmla="*/ 106432 h 601039"/>
              <a:gd name="connsiteX2477" fmla="*/ 434552 w 2671650"/>
              <a:gd name="connsiteY2477" fmla="*/ 107439 h 601039"/>
              <a:gd name="connsiteX2478" fmla="*/ 436210 w 2671650"/>
              <a:gd name="connsiteY2478" fmla="*/ 108534 h 601039"/>
              <a:gd name="connsiteX2479" fmla="*/ 437069 w 2671650"/>
              <a:gd name="connsiteY2479" fmla="*/ 108831 h 601039"/>
              <a:gd name="connsiteX2480" fmla="*/ 438194 w 2671650"/>
              <a:gd name="connsiteY2480" fmla="*/ 108623 h 601039"/>
              <a:gd name="connsiteX2481" fmla="*/ 440622 w 2671650"/>
              <a:gd name="connsiteY2481" fmla="*/ 108623 h 601039"/>
              <a:gd name="connsiteX2482" fmla="*/ 441481 w 2671650"/>
              <a:gd name="connsiteY2482" fmla="*/ 107498 h 601039"/>
              <a:gd name="connsiteX2483" fmla="*/ 442340 w 2671650"/>
              <a:gd name="connsiteY2483" fmla="*/ 106846 h 601039"/>
              <a:gd name="connsiteX2484" fmla="*/ 441511 w 2671650"/>
              <a:gd name="connsiteY2484" fmla="*/ 105692 h 601039"/>
              <a:gd name="connsiteX2485" fmla="*/ 438964 w 2671650"/>
              <a:gd name="connsiteY2485" fmla="*/ 102730 h 601039"/>
              <a:gd name="connsiteX2486" fmla="*/ 438076 w 2671650"/>
              <a:gd name="connsiteY2486" fmla="*/ 100983 h 601039"/>
              <a:gd name="connsiteX2487" fmla="*/ 436625 w 2671650"/>
              <a:gd name="connsiteY2487" fmla="*/ 99147 h 601039"/>
              <a:gd name="connsiteX2488" fmla="*/ 434640 w 2671650"/>
              <a:gd name="connsiteY2488" fmla="*/ 95001 h 601039"/>
              <a:gd name="connsiteX2489" fmla="*/ 433515 w 2671650"/>
              <a:gd name="connsiteY2489" fmla="*/ 89552 h 601039"/>
              <a:gd name="connsiteX2490" fmla="*/ 431738 w 2671650"/>
              <a:gd name="connsiteY2490" fmla="*/ 82623 h 601039"/>
              <a:gd name="connsiteX2491" fmla="*/ 432627 w 2671650"/>
              <a:gd name="connsiteY2491" fmla="*/ 80431 h 601039"/>
              <a:gd name="connsiteX2492" fmla="*/ 434196 w 2671650"/>
              <a:gd name="connsiteY2492" fmla="*/ 79661 h 601039"/>
              <a:gd name="connsiteX2493" fmla="*/ 437394 w 2671650"/>
              <a:gd name="connsiteY2493" fmla="*/ 80165 h 601039"/>
              <a:gd name="connsiteX2494" fmla="*/ 439231 w 2671650"/>
              <a:gd name="connsiteY2494" fmla="*/ 80935 h 601039"/>
              <a:gd name="connsiteX2495" fmla="*/ 441333 w 2671650"/>
              <a:gd name="connsiteY2495" fmla="*/ 81379 h 601039"/>
              <a:gd name="connsiteX2496" fmla="*/ 444531 w 2671650"/>
              <a:gd name="connsiteY2496" fmla="*/ 81764 h 601039"/>
              <a:gd name="connsiteX2497" fmla="*/ 446101 w 2671650"/>
              <a:gd name="connsiteY2497" fmla="*/ 81586 h 601039"/>
              <a:gd name="connsiteX2498" fmla="*/ 447019 w 2671650"/>
              <a:gd name="connsiteY2498" fmla="*/ 81201 h 601039"/>
              <a:gd name="connsiteX2499" fmla="*/ 447019 w 2671650"/>
              <a:gd name="connsiteY2499" fmla="*/ 77766 h 601039"/>
              <a:gd name="connsiteX2500" fmla="*/ 445390 w 2671650"/>
              <a:gd name="connsiteY2500" fmla="*/ 75989 h 601039"/>
              <a:gd name="connsiteX2501" fmla="*/ 443080 w 2671650"/>
              <a:gd name="connsiteY2501" fmla="*/ 74656 h 601039"/>
              <a:gd name="connsiteX2502" fmla="*/ 440948 w 2671650"/>
              <a:gd name="connsiteY2502" fmla="*/ 74834 h 601039"/>
              <a:gd name="connsiteX2503" fmla="*/ 439408 w 2671650"/>
              <a:gd name="connsiteY2503" fmla="*/ 74538 h 601039"/>
              <a:gd name="connsiteX2504" fmla="*/ 438046 w 2671650"/>
              <a:gd name="connsiteY2504" fmla="*/ 74390 h 601039"/>
              <a:gd name="connsiteX2505" fmla="*/ 437039 w 2671650"/>
              <a:gd name="connsiteY2505" fmla="*/ 74123 h 601039"/>
              <a:gd name="connsiteX2506" fmla="*/ 437809 w 2671650"/>
              <a:gd name="connsiteY2506" fmla="*/ 72880 h 601039"/>
              <a:gd name="connsiteX2507" fmla="*/ 439941 w 2671650"/>
              <a:gd name="connsiteY2507" fmla="*/ 71221 h 601039"/>
              <a:gd name="connsiteX2508" fmla="*/ 440386 w 2671650"/>
              <a:gd name="connsiteY2508" fmla="*/ 69918 h 601039"/>
              <a:gd name="connsiteX2509" fmla="*/ 440682 w 2671650"/>
              <a:gd name="connsiteY2509" fmla="*/ 68497 h 601039"/>
              <a:gd name="connsiteX2510" fmla="*/ 439793 w 2671650"/>
              <a:gd name="connsiteY2510" fmla="*/ 66098 h 601039"/>
              <a:gd name="connsiteX2511" fmla="*/ 437691 w 2671650"/>
              <a:gd name="connsiteY2511" fmla="*/ 64765 h 601039"/>
              <a:gd name="connsiteX2512" fmla="*/ 436328 w 2671650"/>
              <a:gd name="connsiteY2512" fmla="*/ 64469 h 601039"/>
              <a:gd name="connsiteX2513" fmla="*/ 434907 w 2671650"/>
              <a:gd name="connsiteY2513" fmla="*/ 63492 h 601039"/>
              <a:gd name="connsiteX2514" fmla="*/ 241115 w 2671650"/>
              <a:gd name="connsiteY2514" fmla="*/ 58902 h 601039"/>
              <a:gd name="connsiteX2515" fmla="*/ 241204 w 2671650"/>
              <a:gd name="connsiteY2515" fmla="*/ 59020 h 601039"/>
              <a:gd name="connsiteX2516" fmla="*/ 241136 w 2671650"/>
              <a:gd name="connsiteY2516" fmla="*/ 58941 h 601039"/>
              <a:gd name="connsiteX2517" fmla="*/ 170457 w 2671650"/>
              <a:gd name="connsiteY2517" fmla="*/ 53275 h 601039"/>
              <a:gd name="connsiteX2518" fmla="*/ 168947 w 2671650"/>
              <a:gd name="connsiteY2518" fmla="*/ 53660 h 601039"/>
              <a:gd name="connsiteX2519" fmla="*/ 167881 w 2671650"/>
              <a:gd name="connsiteY2519" fmla="*/ 53660 h 601039"/>
              <a:gd name="connsiteX2520" fmla="*/ 166489 w 2671650"/>
              <a:gd name="connsiteY2520" fmla="*/ 54490 h 601039"/>
              <a:gd name="connsiteX2521" fmla="*/ 165334 w 2671650"/>
              <a:gd name="connsiteY2521" fmla="*/ 55052 h 601039"/>
              <a:gd name="connsiteX2522" fmla="*/ 164623 w 2671650"/>
              <a:gd name="connsiteY2522" fmla="*/ 55941 h 601039"/>
              <a:gd name="connsiteX2523" fmla="*/ 163735 w 2671650"/>
              <a:gd name="connsiteY2523" fmla="*/ 56592 h 601039"/>
              <a:gd name="connsiteX2524" fmla="*/ 163024 w 2671650"/>
              <a:gd name="connsiteY2524" fmla="*/ 57569 h 601039"/>
              <a:gd name="connsiteX2525" fmla="*/ 161543 w 2671650"/>
              <a:gd name="connsiteY2525" fmla="*/ 58813 h 601039"/>
              <a:gd name="connsiteX2526" fmla="*/ 161751 w 2671650"/>
              <a:gd name="connsiteY2526" fmla="*/ 59938 h 601039"/>
              <a:gd name="connsiteX2527" fmla="*/ 164475 w 2671650"/>
              <a:gd name="connsiteY2527" fmla="*/ 61982 h 601039"/>
              <a:gd name="connsiteX2528" fmla="*/ 164771 w 2671650"/>
              <a:gd name="connsiteY2528" fmla="*/ 63255 h 601039"/>
              <a:gd name="connsiteX2529" fmla="*/ 164979 w 2671650"/>
              <a:gd name="connsiteY2529" fmla="*/ 64321 h 601039"/>
              <a:gd name="connsiteX2530" fmla="*/ 165304 w 2671650"/>
              <a:gd name="connsiteY2530" fmla="*/ 65358 h 601039"/>
              <a:gd name="connsiteX2531" fmla="*/ 166548 w 2671650"/>
              <a:gd name="connsiteY2531" fmla="*/ 65358 h 601039"/>
              <a:gd name="connsiteX2532" fmla="*/ 167644 w 2671650"/>
              <a:gd name="connsiteY2532" fmla="*/ 65121 h 601039"/>
              <a:gd name="connsiteX2533" fmla="*/ 168295 w 2671650"/>
              <a:gd name="connsiteY2533" fmla="*/ 65891 h 601039"/>
              <a:gd name="connsiteX2534" fmla="*/ 167466 w 2671650"/>
              <a:gd name="connsiteY2534" fmla="*/ 67431 h 601039"/>
              <a:gd name="connsiteX2535" fmla="*/ 164890 w 2671650"/>
              <a:gd name="connsiteY2535" fmla="*/ 70392 h 601039"/>
              <a:gd name="connsiteX2536" fmla="*/ 163350 w 2671650"/>
              <a:gd name="connsiteY2536" fmla="*/ 71636 h 601039"/>
              <a:gd name="connsiteX2537" fmla="*/ 159826 w 2671650"/>
              <a:gd name="connsiteY2537" fmla="*/ 74864 h 601039"/>
              <a:gd name="connsiteX2538" fmla="*/ 158493 w 2671650"/>
              <a:gd name="connsiteY2538" fmla="*/ 76433 h 601039"/>
              <a:gd name="connsiteX2539" fmla="*/ 157457 w 2671650"/>
              <a:gd name="connsiteY2539" fmla="*/ 76433 h 601039"/>
              <a:gd name="connsiteX2540" fmla="*/ 157457 w 2671650"/>
              <a:gd name="connsiteY2540" fmla="*/ 76315 h 601039"/>
              <a:gd name="connsiteX2541" fmla="*/ 155295 w 2671650"/>
              <a:gd name="connsiteY2541" fmla="*/ 79632 h 601039"/>
              <a:gd name="connsiteX2542" fmla="*/ 155621 w 2671650"/>
              <a:gd name="connsiteY2542" fmla="*/ 80786 h 601039"/>
              <a:gd name="connsiteX2543" fmla="*/ 156479 w 2671650"/>
              <a:gd name="connsiteY2543" fmla="*/ 82060 h 601039"/>
              <a:gd name="connsiteX2544" fmla="*/ 157782 w 2671650"/>
              <a:gd name="connsiteY2544" fmla="*/ 83363 h 601039"/>
              <a:gd name="connsiteX2545" fmla="*/ 159322 w 2671650"/>
              <a:gd name="connsiteY2545" fmla="*/ 82593 h 601039"/>
              <a:gd name="connsiteX2546" fmla="*/ 160448 w 2671650"/>
              <a:gd name="connsiteY2546" fmla="*/ 82593 h 601039"/>
              <a:gd name="connsiteX2547" fmla="*/ 161099 w 2671650"/>
              <a:gd name="connsiteY2547" fmla="*/ 81438 h 601039"/>
              <a:gd name="connsiteX2548" fmla="*/ 162017 w 2671650"/>
              <a:gd name="connsiteY2548" fmla="*/ 80372 h 601039"/>
              <a:gd name="connsiteX2549" fmla="*/ 163142 w 2671650"/>
              <a:gd name="connsiteY2549" fmla="*/ 79217 h 601039"/>
              <a:gd name="connsiteX2550" fmla="*/ 163942 w 2671650"/>
              <a:gd name="connsiteY2550" fmla="*/ 78684 h 601039"/>
              <a:gd name="connsiteX2551" fmla="*/ 164979 w 2671650"/>
              <a:gd name="connsiteY2551" fmla="*/ 78003 h 601039"/>
              <a:gd name="connsiteX2552" fmla="*/ 165985 w 2671650"/>
              <a:gd name="connsiteY2552" fmla="*/ 76966 h 601039"/>
              <a:gd name="connsiteX2553" fmla="*/ 166992 w 2671650"/>
              <a:gd name="connsiteY2553" fmla="*/ 76137 h 601039"/>
              <a:gd name="connsiteX2554" fmla="*/ 168118 w 2671650"/>
              <a:gd name="connsiteY2554" fmla="*/ 75041 h 601039"/>
              <a:gd name="connsiteX2555" fmla="*/ 169302 w 2671650"/>
              <a:gd name="connsiteY2555" fmla="*/ 73827 h 601039"/>
              <a:gd name="connsiteX2556" fmla="*/ 170516 w 2671650"/>
              <a:gd name="connsiteY2556" fmla="*/ 72583 h 601039"/>
              <a:gd name="connsiteX2557" fmla="*/ 174899 w 2671650"/>
              <a:gd name="connsiteY2557" fmla="*/ 68171 h 601039"/>
              <a:gd name="connsiteX2558" fmla="*/ 176557 w 2671650"/>
              <a:gd name="connsiteY2558" fmla="*/ 65920 h 601039"/>
              <a:gd name="connsiteX2559" fmla="*/ 178127 w 2671650"/>
              <a:gd name="connsiteY2559" fmla="*/ 65062 h 601039"/>
              <a:gd name="connsiteX2560" fmla="*/ 179371 w 2671650"/>
              <a:gd name="connsiteY2560" fmla="*/ 63551 h 601039"/>
              <a:gd name="connsiteX2561" fmla="*/ 180674 w 2671650"/>
              <a:gd name="connsiteY2561" fmla="*/ 62130 h 601039"/>
              <a:gd name="connsiteX2562" fmla="*/ 182273 w 2671650"/>
              <a:gd name="connsiteY2562" fmla="*/ 60886 h 601039"/>
              <a:gd name="connsiteX2563" fmla="*/ 184346 w 2671650"/>
              <a:gd name="connsiteY2563" fmla="*/ 59405 h 601039"/>
              <a:gd name="connsiteX2564" fmla="*/ 185886 w 2671650"/>
              <a:gd name="connsiteY2564" fmla="*/ 59020 h 601039"/>
              <a:gd name="connsiteX2565" fmla="*/ 187041 w 2671650"/>
              <a:gd name="connsiteY2565" fmla="*/ 55556 h 601039"/>
              <a:gd name="connsiteX2566" fmla="*/ 186300 w 2671650"/>
              <a:gd name="connsiteY2566" fmla="*/ 54164 h 601039"/>
              <a:gd name="connsiteX2567" fmla="*/ 185323 w 2671650"/>
              <a:gd name="connsiteY2567" fmla="*/ 53868 h 601039"/>
              <a:gd name="connsiteX2568" fmla="*/ 183280 w 2671650"/>
              <a:gd name="connsiteY2568" fmla="*/ 53512 h 601039"/>
              <a:gd name="connsiteX2569" fmla="*/ 181977 w 2671650"/>
              <a:gd name="connsiteY2569" fmla="*/ 53808 h 601039"/>
              <a:gd name="connsiteX2570" fmla="*/ 180615 w 2671650"/>
              <a:gd name="connsiteY2570" fmla="*/ 54016 h 601039"/>
              <a:gd name="connsiteX2571" fmla="*/ 178482 w 2671650"/>
              <a:gd name="connsiteY2571" fmla="*/ 56059 h 601039"/>
              <a:gd name="connsiteX2572" fmla="*/ 174751 w 2671650"/>
              <a:gd name="connsiteY2572" fmla="*/ 59672 h 601039"/>
              <a:gd name="connsiteX2573" fmla="*/ 174070 w 2671650"/>
              <a:gd name="connsiteY2573" fmla="*/ 59080 h 601039"/>
              <a:gd name="connsiteX2574" fmla="*/ 174070 w 2671650"/>
              <a:gd name="connsiteY2574" fmla="*/ 56118 h 601039"/>
              <a:gd name="connsiteX2575" fmla="*/ 171760 w 2671650"/>
              <a:gd name="connsiteY2575" fmla="*/ 54519 h 601039"/>
              <a:gd name="connsiteX2576" fmla="*/ 170457 w 2671650"/>
              <a:gd name="connsiteY2576" fmla="*/ 53275 h 601039"/>
              <a:gd name="connsiteX2577" fmla="*/ 264169 w 2671650"/>
              <a:gd name="connsiteY2577" fmla="*/ 44910 h 601039"/>
              <a:gd name="connsiteX2578" fmla="*/ 264658 w 2671650"/>
              <a:gd name="connsiteY2578" fmla="*/ 45429 h 601039"/>
              <a:gd name="connsiteX2579" fmla="*/ 263829 w 2671650"/>
              <a:gd name="connsiteY2579" fmla="*/ 47531 h 601039"/>
              <a:gd name="connsiteX2580" fmla="*/ 262082 w 2671650"/>
              <a:gd name="connsiteY2580" fmla="*/ 47531 h 601039"/>
              <a:gd name="connsiteX2581" fmla="*/ 261815 w 2671650"/>
              <a:gd name="connsiteY2581" fmla="*/ 46583 h 601039"/>
              <a:gd name="connsiteX2582" fmla="*/ 262141 w 2671650"/>
              <a:gd name="connsiteY2582" fmla="*/ 45517 h 601039"/>
              <a:gd name="connsiteX2583" fmla="*/ 264036 w 2671650"/>
              <a:gd name="connsiteY2583" fmla="*/ 44925 h 601039"/>
              <a:gd name="connsiteX2584" fmla="*/ 264169 w 2671650"/>
              <a:gd name="connsiteY2584" fmla="*/ 44910 h 601039"/>
              <a:gd name="connsiteX2585" fmla="*/ 269574 w 2671650"/>
              <a:gd name="connsiteY2585" fmla="*/ 42437 h 601039"/>
              <a:gd name="connsiteX2586" fmla="*/ 270580 w 2671650"/>
              <a:gd name="connsiteY2586" fmla="*/ 42645 h 601039"/>
              <a:gd name="connsiteX2587" fmla="*/ 270728 w 2671650"/>
              <a:gd name="connsiteY2587" fmla="*/ 43918 h 601039"/>
              <a:gd name="connsiteX2588" fmla="*/ 269189 w 2671650"/>
              <a:gd name="connsiteY2588" fmla="*/ 45428 h 601039"/>
              <a:gd name="connsiteX2589" fmla="*/ 268122 w 2671650"/>
              <a:gd name="connsiteY2589" fmla="*/ 44688 h 601039"/>
              <a:gd name="connsiteX2590" fmla="*/ 268122 w 2671650"/>
              <a:gd name="connsiteY2590" fmla="*/ 43148 h 601039"/>
              <a:gd name="connsiteX2591" fmla="*/ 269574 w 2671650"/>
              <a:gd name="connsiteY2591" fmla="*/ 42437 h 601039"/>
              <a:gd name="connsiteX2592" fmla="*/ 262555 w 2671650"/>
              <a:gd name="connsiteY2592" fmla="*/ 38529 h 601039"/>
              <a:gd name="connsiteX2593" fmla="*/ 264006 w 2671650"/>
              <a:gd name="connsiteY2593" fmla="*/ 39772 h 601039"/>
              <a:gd name="connsiteX2594" fmla="*/ 262318 w 2671650"/>
              <a:gd name="connsiteY2594" fmla="*/ 41875 h 601039"/>
              <a:gd name="connsiteX2595" fmla="*/ 261548 w 2671650"/>
              <a:gd name="connsiteY2595" fmla="*/ 41549 h 601039"/>
              <a:gd name="connsiteX2596" fmla="*/ 261134 w 2671650"/>
              <a:gd name="connsiteY2596" fmla="*/ 39920 h 601039"/>
              <a:gd name="connsiteX2597" fmla="*/ 262555 w 2671650"/>
              <a:gd name="connsiteY2597" fmla="*/ 38529 h 601039"/>
              <a:gd name="connsiteX2598" fmla="*/ 345770 w 2671650"/>
              <a:gd name="connsiteY2598" fmla="*/ 37314 h 601039"/>
              <a:gd name="connsiteX2599" fmla="*/ 343815 w 2671650"/>
              <a:gd name="connsiteY2599" fmla="*/ 38291 h 601039"/>
              <a:gd name="connsiteX2600" fmla="*/ 343519 w 2671650"/>
              <a:gd name="connsiteY2600" fmla="*/ 40157 h 601039"/>
              <a:gd name="connsiteX2601" fmla="*/ 343519 w 2671650"/>
              <a:gd name="connsiteY2601" fmla="*/ 42141 h 601039"/>
              <a:gd name="connsiteX2602" fmla="*/ 344230 w 2671650"/>
              <a:gd name="connsiteY2602" fmla="*/ 44806 h 601039"/>
              <a:gd name="connsiteX2603" fmla="*/ 344378 w 2671650"/>
              <a:gd name="connsiteY2603" fmla="*/ 46938 h 601039"/>
              <a:gd name="connsiteX2604" fmla="*/ 346569 w 2671650"/>
              <a:gd name="connsiteY2604" fmla="*/ 47323 h 601039"/>
              <a:gd name="connsiteX2605" fmla="*/ 348317 w 2671650"/>
              <a:gd name="connsiteY2605" fmla="*/ 47323 h 601039"/>
              <a:gd name="connsiteX2606" fmla="*/ 348317 w 2671650"/>
              <a:gd name="connsiteY2606" fmla="*/ 48952 h 601039"/>
              <a:gd name="connsiteX2607" fmla="*/ 347488 w 2671650"/>
              <a:gd name="connsiteY2607" fmla="*/ 50817 h 601039"/>
              <a:gd name="connsiteX2608" fmla="*/ 342660 w 2671650"/>
              <a:gd name="connsiteY2608" fmla="*/ 55793 h 601039"/>
              <a:gd name="connsiteX2609" fmla="*/ 337863 w 2671650"/>
              <a:gd name="connsiteY2609" fmla="*/ 56503 h 601039"/>
              <a:gd name="connsiteX2610" fmla="*/ 336205 w 2671650"/>
              <a:gd name="connsiteY2610" fmla="*/ 56503 h 601039"/>
              <a:gd name="connsiteX2611" fmla="*/ 331851 w 2671650"/>
              <a:gd name="connsiteY2611" fmla="*/ 57007 h 601039"/>
              <a:gd name="connsiteX2612" fmla="*/ 329986 w 2671650"/>
              <a:gd name="connsiteY2612" fmla="*/ 56355 h 601039"/>
              <a:gd name="connsiteX2613" fmla="*/ 326314 w 2671650"/>
              <a:gd name="connsiteY2613" fmla="*/ 57332 h 601039"/>
              <a:gd name="connsiteX2614" fmla="*/ 325988 w 2671650"/>
              <a:gd name="connsiteY2614" fmla="*/ 59405 h 601039"/>
              <a:gd name="connsiteX2615" fmla="*/ 325988 w 2671650"/>
              <a:gd name="connsiteY2615" fmla="*/ 59287 h 601039"/>
              <a:gd name="connsiteX2616" fmla="*/ 325396 w 2671650"/>
              <a:gd name="connsiteY2616" fmla="*/ 61123 h 601039"/>
              <a:gd name="connsiteX2617" fmla="*/ 327676 w 2671650"/>
              <a:gd name="connsiteY2617" fmla="*/ 64677 h 601039"/>
              <a:gd name="connsiteX2618" fmla="*/ 336175 w 2671650"/>
              <a:gd name="connsiteY2618" fmla="*/ 63670 h 601039"/>
              <a:gd name="connsiteX2619" fmla="*/ 342868 w 2671650"/>
              <a:gd name="connsiteY2619" fmla="*/ 63936 h 601039"/>
              <a:gd name="connsiteX2620" fmla="*/ 346451 w 2671650"/>
              <a:gd name="connsiteY2620" fmla="*/ 64914 h 601039"/>
              <a:gd name="connsiteX2621" fmla="*/ 349709 w 2671650"/>
              <a:gd name="connsiteY2621" fmla="*/ 65239 h 601039"/>
              <a:gd name="connsiteX2622" fmla="*/ 353055 w 2671650"/>
              <a:gd name="connsiteY2622" fmla="*/ 65802 h 601039"/>
              <a:gd name="connsiteX2623" fmla="*/ 356283 w 2671650"/>
              <a:gd name="connsiteY2623" fmla="*/ 66602 h 601039"/>
              <a:gd name="connsiteX2624" fmla="*/ 359747 w 2671650"/>
              <a:gd name="connsiteY2624" fmla="*/ 67786 h 601039"/>
              <a:gd name="connsiteX2625" fmla="*/ 361939 w 2671650"/>
              <a:gd name="connsiteY2625" fmla="*/ 68141 h 601039"/>
              <a:gd name="connsiteX2626" fmla="*/ 363953 w 2671650"/>
              <a:gd name="connsiteY2626" fmla="*/ 69030 h 601039"/>
              <a:gd name="connsiteX2627" fmla="*/ 365907 w 2671650"/>
              <a:gd name="connsiteY2627" fmla="*/ 69385 h 601039"/>
              <a:gd name="connsiteX2628" fmla="*/ 367151 w 2671650"/>
              <a:gd name="connsiteY2628" fmla="*/ 68615 h 601039"/>
              <a:gd name="connsiteX2629" fmla="*/ 367950 w 2671650"/>
              <a:gd name="connsiteY2629" fmla="*/ 67579 h 601039"/>
              <a:gd name="connsiteX2630" fmla="*/ 367950 w 2671650"/>
              <a:gd name="connsiteY2630" fmla="*/ 66809 h 601039"/>
              <a:gd name="connsiteX2631" fmla="*/ 367950 w 2671650"/>
              <a:gd name="connsiteY2631" fmla="*/ 66276 h 601039"/>
              <a:gd name="connsiteX2632" fmla="*/ 367950 w 2671650"/>
              <a:gd name="connsiteY2632" fmla="*/ 64884 h 601039"/>
              <a:gd name="connsiteX2633" fmla="*/ 366351 w 2671650"/>
              <a:gd name="connsiteY2633" fmla="*/ 62781 h 601039"/>
              <a:gd name="connsiteX2634" fmla="*/ 365048 w 2671650"/>
              <a:gd name="connsiteY2634" fmla="*/ 61567 h 601039"/>
              <a:gd name="connsiteX2635" fmla="*/ 363597 w 2671650"/>
              <a:gd name="connsiteY2635" fmla="*/ 60768 h 601039"/>
              <a:gd name="connsiteX2636" fmla="*/ 362146 w 2671650"/>
              <a:gd name="connsiteY2636" fmla="*/ 60560 h 601039"/>
              <a:gd name="connsiteX2637" fmla="*/ 360517 w 2671650"/>
              <a:gd name="connsiteY2637" fmla="*/ 60768 h 601039"/>
              <a:gd name="connsiteX2638" fmla="*/ 354772 w 2671650"/>
              <a:gd name="connsiteY2638" fmla="*/ 59494 h 601039"/>
              <a:gd name="connsiteX2639" fmla="*/ 355394 w 2671650"/>
              <a:gd name="connsiteY2639" fmla="*/ 56266 h 601039"/>
              <a:gd name="connsiteX2640" fmla="*/ 355927 w 2671650"/>
              <a:gd name="connsiteY2640" fmla="*/ 55111 h 601039"/>
              <a:gd name="connsiteX2641" fmla="*/ 356520 w 2671650"/>
              <a:gd name="connsiteY2641" fmla="*/ 54045 h 601039"/>
              <a:gd name="connsiteX2642" fmla="*/ 357230 w 2671650"/>
              <a:gd name="connsiteY2642" fmla="*/ 53038 h 601039"/>
              <a:gd name="connsiteX2643" fmla="*/ 358000 w 2671650"/>
              <a:gd name="connsiteY2643" fmla="*/ 52002 h 601039"/>
              <a:gd name="connsiteX2644" fmla="*/ 358000 w 2671650"/>
              <a:gd name="connsiteY2644" fmla="*/ 49218 h 601039"/>
              <a:gd name="connsiteX2645" fmla="*/ 361643 w 2671650"/>
              <a:gd name="connsiteY2645" fmla="*/ 47826 h 601039"/>
              <a:gd name="connsiteX2646" fmla="*/ 363449 w 2671650"/>
              <a:gd name="connsiteY2646" fmla="*/ 47175 h 601039"/>
              <a:gd name="connsiteX2647" fmla="*/ 365877 w 2671650"/>
              <a:gd name="connsiteY2647" fmla="*/ 45961 h 601039"/>
              <a:gd name="connsiteX2648" fmla="*/ 369017 w 2671650"/>
              <a:gd name="connsiteY2648" fmla="*/ 44243 h 601039"/>
              <a:gd name="connsiteX2649" fmla="*/ 368661 w 2671650"/>
              <a:gd name="connsiteY2649" fmla="*/ 43059 h 601039"/>
              <a:gd name="connsiteX2650" fmla="*/ 368661 w 2671650"/>
              <a:gd name="connsiteY2650" fmla="*/ 41430 h 601039"/>
              <a:gd name="connsiteX2651" fmla="*/ 367477 w 2671650"/>
              <a:gd name="connsiteY2651" fmla="*/ 39475 h 601039"/>
              <a:gd name="connsiteX2652" fmla="*/ 366529 w 2671650"/>
              <a:gd name="connsiteY2652" fmla="*/ 38587 h 601039"/>
              <a:gd name="connsiteX2653" fmla="*/ 365196 w 2671650"/>
              <a:gd name="connsiteY2653" fmla="*/ 38587 h 601039"/>
              <a:gd name="connsiteX2654" fmla="*/ 363686 w 2671650"/>
              <a:gd name="connsiteY2654" fmla="*/ 38409 h 601039"/>
              <a:gd name="connsiteX2655" fmla="*/ 357941 w 2671650"/>
              <a:gd name="connsiteY2655" fmla="*/ 39298 h 601039"/>
              <a:gd name="connsiteX2656" fmla="*/ 357023 w 2671650"/>
              <a:gd name="connsiteY2656" fmla="*/ 39298 h 601039"/>
              <a:gd name="connsiteX2657" fmla="*/ 355720 w 2671650"/>
              <a:gd name="connsiteY2657" fmla="*/ 39298 h 601039"/>
              <a:gd name="connsiteX2658" fmla="*/ 348494 w 2671650"/>
              <a:gd name="connsiteY2658" fmla="*/ 38735 h 601039"/>
              <a:gd name="connsiteX2659" fmla="*/ 345770 w 2671650"/>
              <a:gd name="connsiteY2659" fmla="*/ 37314 h 601039"/>
              <a:gd name="connsiteX2660" fmla="*/ 251954 w 2671650"/>
              <a:gd name="connsiteY2660" fmla="*/ 35270 h 601039"/>
              <a:gd name="connsiteX2661" fmla="*/ 249614 w 2671650"/>
              <a:gd name="connsiteY2661" fmla="*/ 35774 h 601039"/>
              <a:gd name="connsiteX2662" fmla="*/ 241856 w 2671650"/>
              <a:gd name="connsiteY2662" fmla="*/ 40927 h 601039"/>
              <a:gd name="connsiteX2663" fmla="*/ 239960 w 2671650"/>
              <a:gd name="connsiteY2663" fmla="*/ 41400 h 601039"/>
              <a:gd name="connsiteX2664" fmla="*/ 238628 w 2671650"/>
              <a:gd name="connsiteY2664" fmla="*/ 42496 h 601039"/>
              <a:gd name="connsiteX2665" fmla="*/ 238095 w 2671650"/>
              <a:gd name="connsiteY2665" fmla="*/ 43651 h 601039"/>
              <a:gd name="connsiteX2666" fmla="*/ 237265 w 2671650"/>
              <a:gd name="connsiteY2666" fmla="*/ 44332 h 601039"/>
              <a:gd name="connsiteX2667" fmla="*/ 238006 w 2671650"/>
              <a:gd name="connsiteY2667" fmla="*/ 46257 h 601039"/>
              <a:gd name="connsiteX2668" fmla="*/ 238953 w 2671650"/>
              <a:gd name="connsiteY2668" fmla="*/ 46701 h 601039"/>
              <a:gd name="connsiteX2669" fmla="*/ 240168 w 2671650"/>
              <a:gd name="connsiteY2669" fmla="*/ 47708 h 601039"/>
              <a:gd name="connsiteX2670" fmla="*/ 241915 w 2671650"/>
              <a:gd name="connsiteY2670" fmla="*/ 48093 h 601039"/>
              <a:gd name="connsiteX2671" fmla="*/ 243514 w 2671650"/>
              <a:gd name="connsiteY2671" fmla="*/ 49218 h 601039"/>
              <a:gd name="connsiteX2672" fmla="*/ 243514 w 2671650"/>
              <a:gd name="connsiteY2672" fmla="*/ 52180 h 601039"/>
              <a:gd name="connsiteX2673" fmla="*/ 241915 w 2671650"/>
              <a:gd name="connsiteY2673" fmla="*/ 53927 h 601039"/>
              <a:gd name="connsiteX2674" fmla="*/ 240582 w 2671650"/>
              <a:gd name="connsiteY2674" fmla="*/ 53927 h 601039"/>
              <a:gd name="connsiteX2675" fmla="*/ 238953 w 2671650"/>
              <a:gd name="connsiteY2675" fmla="*/ 56178 h 601039"/>
              <a:gd name="connsiteX2676" fmla="*/ 240434 w 2671650"/>
              <a:gd name="connsiteY2676" fmla="*/ 58132 h 601039"/>
              <a:gd name="connsiteX2677" fmla="*/ 241136 w 2671650"/>
              <a:gd name="connsiteY2677" fmla="*/ 58941 h 601039"/>
              <a:gd name="connsiteX2678" fmla="*/ 241648 w 2671650"/>
              <a:gd name="connsiteY2678" fmla="*/ 59909 h 601039"/>
              <a:gd name="connsiteX2679" fmla="*/ 241648 w 2671650"/>
              <a:gd name="connsiteY2679" fmla="*/ 61360 h 601039"/>
              <a:gd name="connsiteX2680" fmla="*/ 241648 w 2671650"/>
              <a:gd name="connsiteY2680" fmla="*/ 62485 h 601039"/>
              <a:gd name="connsiteX2681" fmla="*/ 240730 w 2671650"/>
              <a:gd name="connsiteY2681" fmla="*/ 63788 h 601039"/>
              <a:gd name="connsiteX2682" fmla="*/ 239368 w 2671650"/>
              <a:gd name="connsiteY2682" fmla="*/ 65121 h 601039"/>
              <a:gd name="connsiteX2683" fmla="*/ 237028 w 2671650"/>
              <a:gd name="connsiteY2683" fmla="*/ 68082 h 601039"/>
              <a:gd name="connsiteX2684" fmla="*/ 237887 w 2671650"/>
              <a:gd name="connsiteY2684" fmla="*/ 70747 h 601039"/>
              <a:gd name="connsiteX2685" fmla="*/ 239161 w 2671650"/>
              <a:gd name="connsiteY2685" fmla="*/ 72080 h 601039"/>
              <a:gd name="connsiteX2686" fmla="*/ 240079 w 2671650"/>
              <a:gd name="connsiteY2686" fmla="*/ 73472 h 601039"/>
              <a:gd name="connsiteX2687" fmla="*/ 241856 w 2671650"/>
              <a:gd name="connsiteY2687" fmla="*/ 73709 h 601039"/>
              <a:gd name="connsiteX2688" fmla="*/ 243070 w 2671650"/>
              <a:gd name="connsiteY2688" fmla="*/ 73502 h 601039"/>
              <a:gd name="connsiteX2689" fmla="*/ 245705 w 2671650"/>
              <a:gd name="connsiteY2689" fmla="*/ 70540 h 601039"/>
              <a:gd name="connsiteX2690" fmla="*/ 251450 w 2671650"/>
              <a:gd name="connsiteY2690" fmla="*/ 66572 h 601039"/>
              <a:gd name="connsiteX2691" fmla="*/ 254590 w 2671650"/>
              <a:gd name="connsiteY2691" fmla="*/ 61508 h 601039"/>
              <a:gd name="connsiteX2692" fmla="*/ 253968 w 2671650"/>
              <a:gd name="connsiteY2692" fmla="*/ 60087 h 601039"/>
              <a:gd name="connsiteX2693" fmla="*/ 252517 w 2671650"/>
              <a:gd name="connsiteY2693" fmla="*/ 59405 h 601039"/>
              <a:gd name="connsiteX2694" fmla="*/ 251036 w 2671650"/>
              <a:gd name="connsiteY2694" fmla="*/ 59613 h 601039"/>
              <a:gd name="connsiteX2695" fmla="*/ 250621 w 2671650"/>
              <a:gd name="connsiteY2695" fmla="*/ 58132 h 601039"/>
              <a:gd name="connsiteX2696" fmla="*/ 254056 w 2671650"/>
              <a:gd name="connsiteY2696" fmla="*/ 53808 h 601039"/>
              <a:gd name="connsiteX2697" fmla="*/ 254234 w 2671650"/>
              <a:gd name="connsiteY2697" fmla="*/ 52979 h 601039"/>
              <a:gd name="connsiteX2698" fmla="*/ 253138 w 2671650"/>
              <a:gd name="connsiteY2698" fmla="*/ 51143 h 601039"/>
              <a:gd name="connsiteX2699" fmla="*/ 252517 w 2671650"/>
              <a:gd name="connsiteY2699" fmla="*/ 49959 h 601039"/>
              <a:gd name="connsiteX2700" fmla="*/ 251184 w 2671650"/>
              <a:gd name="connsiteY2700" fmla="*/ 50196 h 601039"/>
              <a:gd name="connsiteX2701" fmla="*/ 250799 w 2671650"/>
              <a:gd name="connsiteY2701" fmla="*/ 48448 h 601039"/>
              <a:gd name="connsiteX2702" fmla="*/ 250651 w 2671650"/>
              <a:gd name="connsiteY2702" fmla="*/ 45872 h 601039"/>
              <a:gd name="connsiteX2703" fmla="*/ 252398 w 2671650"/>
              <a:gd name="connsiteY2703" fmla="*/ 43296 h 601039"/>
              <a:gd name="connsiteX2704" fmla="*/ 253405 w 2671650"/>
              <a:gd name="connsiteY2704" fmla="*/ 41489 h 601039"/>
              <a:gd name="connsiteX2705" fmla="*/ 253760 w 2671650"/>
              <a:gd name="connsiteY2705" fmla="*/ 39120 h 601039"/>
              <a:gd name="connsiteX2706" fmla="*/ 253760 w 2671650"/>
              <a:gd name="connsiteY2706" fmla="*/ 37047 h 601039"/>
              <a:gd name="connsiteX2707" fmla="*/ 251954 w 2671650"/>
              <a:gd name="connsiteY2707" fmla="*/ 35270 h 601039"/>
              <a:gd name="connsiteX2708" fmla="*/ 271646 w 2671650"/>
              <a:gd name="connsiteY2708" fmla="*/ 34797 h 601039"/>
              <a:gd name="connsiteX2709" fmla="*/ 272001 w 2671650"/>
              <a:gd name="connsiteY2709" fmla="*/ 36248 h 601039"/>
              <a:gd name="connsiteX2710" fmla="*/ 270876 w 2671650"/>
              <a:gd name="connsiteY2710" fmla="*/ 38410 h 601039"/>
              <a:gd name="connsiteX2711" fmla="*/ 268803 w 2671650"/>
              <a:gd name="connsiteY2711" fmla="*/ 38588 h 601039"/>
              <a:gd name="connsiteX2712" fmla="*/ 268003 w 2671650"/>
              <a:gd name="connsiteY2712" fmla="*/ 36841 h 601039"/>
              <a:gd name="connsiteX2713" fmla="*/ 271646 w 2671650"/>
              <a:gd name="connsiteY2713" fmla="*/ 34797 h 601039"/>
              <a:gd name="connsiteX2714" fmla="*/ 273157 w 2671650"/>
              <a:gd name="connsiteY2714" fmla="*/ 28903 h 601039"/>
              <a:gd name="connsiteX2715" fmla="*/ 265961 w 2671650"/>
              <a:gd name="connsiteY2715" fmla="*/ 32398 h 601039"/>
              <a:gd name="connsiteX2716" fmla="*/ 263503 w 2671650"/>
              <a:gd name="connsiteY2716" fmla="*/ 32990 h 601039"/>
              <a:gd name="connsiteX2717" fmla="*/ 260542 w 2671650"/>
              <a:gd name="connsiteY2717" fmla="*/ 34737 h 601039"/>
              <a:gd name="connsiteX2718" fmla="*/ 258765 w 2671650"/>
              <a:gd name="connsiteY2718" fmla="*/ 35596 h 601039"/>
              <a:gd name="connsiteX2719" fmla="*/ 257373 w 2671650"/>
              <a:gd name="connsiteY2719" fmla="*/ 35951 h 601039"/>
              <a:gd name="connsiteX2720" fmla="*/ 255744 w 2671650"/>
              <a:gd name="connsiteY2720" fmla="*/ 35241 h 601039"/>
              <a:gd name="connsiteX2721" fmla="*/ 254915 w 2671650"/>
              <a:gd name="connsiteY2721" fmla="*/ 37787 h 601039"/>
              <a:gd name="connsiteX2722" fmla="*/ 254915 w 2671650"/>
              <a:gd name="connsiteY2722" fmla="*/ 40245 h 601039"/>
              <a:gd name="connsiteX2723" fmla="*/ 254826 w 2671650"/>
              <a:gd name="connsiteY2723" fmla="*/ 40127 h 601039"/>
              <a:gd name="connsiteX2724" fmla="*/ 254915 w 2671650"/>
              <a:gd name="connsiteY2724" fmla="*/ 41756 h 601039"/>
              <a:gd name="connsiteX2725" fmla="*/ 255715 w 2671650"/>
              <a:gd name="connsiteY2725" fmla="*/ 43503 h 601039"/>
              <a:gd name="connsiteX2726" fmla="*/ 256751 w 2671650"/>
              <a:gd name="connsiteY2726" fmla="*/ 47708 h 601039"/>
              <a:gd name="connsiteX2727" fmla="*/ 256218 w 2671650"/>
              <a:gd name="connsiteY2727" fmla="*/ 50462 h 601039"/>
              <a:gd name="connsiteX2728" fmla="*/ 256929 w 2671650"/>
              <a:gd name="connsiteY2728" fmla="*/ 52150 h 601039"/>
              <a:gd name="connsiteX2729" fmla="*/ 257995 w 2671650"/>
              <a:gd name="connsiteY2729" fmla="*/ 53601 h 601039"/>
              <a:gd name="connsiteX2730" fmla="*/ 258498 w 2671650"/>
              <a:gd name="connsiteY2730" fmla="*/ 54638 h 601039"/>
              <a:gd name="connsiteX2731" fmla="*/ 259061 w 2671650"/>
              <a:gd name="connsiteY2731" fmla="*/ 55289 h 601039"/>
              <a:gd name="connsiteX2732" fmla="*/ 260038 w 2671650"/>
              <a:gd name="connsiteY2732" fmla="*/ 55289 h 601039"/>
              <a:gd name="connsiteX2733" fmla="*/ 261164 w 2671650"/>
              <a:gd name="connsiteY2733" fmla="*/ 54875 h 601039"/>
              <a:gd name="connsiteX2734" fmla="*/ 262378 w 2671650"/>
              <a:gd name="connsiteY2734" fmla="*/ 54312 h 601039"/>
              <a:gd name="connsiteX2735" fmla="*/ 263385 w 2671650"/>
              <a:gd name="connsiteY2735" fmla="*/ 54312 h 601039"/>
              <a:gd name="connsiteX2736" fmla="*/ 263385 w 2671650"/>
              <a:gd name="connsiteY2736" fmla="*/ 55970 h 601039"/>
              <a:gd name="connsiteX2737" fmla="*/ 262733 w 2671650"/>
              <a:gd name="connsiteY2737" fmla="*/ 56711 h 601039"/>
              <a:gd name="connsiteX2738" fmla="*/ 261963 w 2671650"/>
              <a:gd name="connsiteY2738" fmla="*/ 56859 h 601039"/>
              <a:gd name="connsiteX2739" fmla="*/ 261134 w 2671650"/>
              <a:gd name="connsiteY2739" fmla="*/ 57125 h 601039"/>
              <a:gd name="connsiteX2740" fmla="*/ 260335 w 2671650"/>
              <a:gd name="connsiteY2740" fmla="*/ 56977 h 601039"/>
              <a:gd name="connsiteX2741" fmla="*/ 259713 w 2671650"/>
              <a:gd name="connsiteY2741" fmla="*/ 58102 h 601039"/>
              <a:gd name="connsiteX2742" fmla="*/ 259713 w 2671650"/>
              <a:gd name="connsiteY2742" fmla="*/ 59494 h 601039"/>
              <a:gd name="connsiteX2743" fmla="*/ 259713 w 2671650"/>
              <a:gd name="connsiteY2743" fmla="*/ 60649 h 601039"/>
              <a:gd name="connsiteX2744" fmla="*/ 260956 w 2671650"/>
              <a:gd name="connsiteY2744" fmla="*/ 61064 h 601039"/>
              <a:gd name="connsiteX2745" fmla="*/ 262348 w 2671650"/>
              <a:gd name="connsiteY2745" fmla="*/ 61064 h 601039"/>
              <a:gd name="connsiteX2746" fmla="*/ 263029 w 2671650"/>
              <a:gd name="connsiteY2746" fmla="*/ 61952 h 601039"/>
              <a:gd name="connsiteX2747" fmla="*/ 259861 w 2671650"/>
              <a:gd name="connsiteY2747" fmla="*/ 63907 h 601039"/>
              <a:gd name="connsiteX2748" fmla="*/ 257344 w 2671650"/>
              <a:gd name="connsiteY2748" fmla="*/ 65180 h 601039"/>
              <a:gd name="connsiteX2749" fmla="*/ 256366 w 2671650"/>
              <a:gd name="connsiteY2749" fmla="*/ 64884 h 601039"/>
              <a:gd name="connsiteX2750" fmla="*/ 255715 w 2671650"/>
              <a:gd name="connsiteY2750" fmla="*/ 65565 h 601039"/>
              <a:gd name="connsiteX2751" fmla="*/ 255271 w 2671650"/>
              <a:gd name="connsiteY2751" fmla="*/ 67046 h 601039"/>
              <a:gd name="connsiteX2752" fmla="*/ 255271 w 2671650"/>
              <a:gd name="connsiteY2752" fmla="*/ 68260 h 601039"/>
              <a:gd name="connsiteX2753" fmla="*/ 256070 w 2671650"/>
              <a:gd name="connsiteY2753" fmla="*/ 70807 h 601039"/>
              <a:gd name="connsiteX2754" fmla="*/ 258173 w 2671650"/>
              <a:gd name="connsiteY2754" fmla="*/ 71547 h 601039"/>
              <a:gd name="connsiteX2755" fmla="*/ 261134 w 2671650"/>
              <a:gd name="connsiteY2755" fmla="*/ 70185 h 601039"/>
              <a:gd name="connsiteX2756" fmla="*/ 264095 w 2671650"/>
              <a:gd name="connsiteY2756" fmla="*/ 69444 h 601039"/>
              <a:gd name="connsiteX2757" fmla="*/ 267057 w 2671650"/>
              <a:gd name="connsiteY2757" fmla="*/ 68467 h 601039"/>
              <a:gd name="connsiteX2758" fmla="*/ 269396 w 2671650"/>
              <a:gd name="connsiteY2758" fmla="*/ 67727 h 601039"/>
              <a:gd name="connsiteX2759" fmla="*/ 271499 w 2671650"/>
              <a:gd name="connsiteY2759" fmla="*/ 67223 h 601039"/>
              <a:gd name="connsiteX2760" fmla="*/ 273957 w 2671650"/>
              <a:gd name="connsiteY2760" fmla="*/ 67016 h 601039"/>
              <a:gd name="connsiteX2761" fmla="*/ 278399 w 2671650"/>
              <a:gd name="connsiteY2761" fmla="*/ 66217 h 601039"/>
              <a:gd name="connsiteX2762" fmla="*/ 281212 w 2671650"/>
              <a:gd name="connsiteY2762" fmla="*/ 66217 h 601039"/>
              <a:gd name="connsiteX2763" fmla="*/ 283581 w 2671650"/>
              <a:gd name="connsiteY2763" fmla="*/ 61508 h 601039"/>
              <a:gd name="connsiteX2764" fmla="*/ 281568 w 2671650"/>
              <a:gd name="connsiteY2764" fmla="*/ 59080 h 601039"/>
              <a:gd name="connsiteX2765" fmla="*/ 279554 w 2671650"/>
              <a:gd name="connsiteY2765" fmla="*/ 59405 h 601039"/>
              <a:gd name="connsiteX2766" fmla="*/ 277273 w 2671650"/>
              <a:gd name="connsiteY2766" fmla="*/ 60205 h 601039"/>
              <a:gd name="connsiteX2767" fmla="*/ 275378 w 2671650"/>
              <a:gd name="connsiteY2767" fmla="*/ 60383 h 601039"/>
              <a:gd name="connsiteX2768" fmla="*/ 272950 w 2671650"/>
              <a:gd name="connsiteY2768" fmla="*/ 61212 h 601039"/>
              <a:gd name="connsiteX2769" fmla="*/ 271943 w 2671650"/>
              <a:gd name="connsiteY2769" fmla="*/ 60620 h 601039"/>
              <a:gd name="connsiteX2770" fmla="*/ 272358 w 2671650"/>
              <a:gd name="connsiteY2770" fmla="*/ 59435 h 601039"/>
              <a:gd name="connsiteX2771" fmla="*/ 274164 w 2671650"/>
              <a:gd name="connsiteY2771" fmla="*/ 58487 h 601039"/>
              <a:gd name="connsiteX2772" fmla="*/ 275615 w 2671650"/>
              <a:gd name="connsiteY2772" fmla="*/ 57096 h 601039"/>
              <a:gd name="connsiteX2773" fmla="*/ 275793 w 2671650"/>
              <a:gd name="connsiteY2773" fmla="*/ 56118 h 601039"/>
              <a:gd name="connsiteX2774" fmla="*/ 274993 w 2671650"/>
              <a:gd name="connsiteY2774" fmla="*/ 53868 h 601039"/>
              <a:gd name="connsiteX2775" fmla="*/ 274134 w 2671650"/>
              <a:gd name="connsiteY2775" fmla="*/ 53157 h 601039"/>
              <a:gd name="connsiteX2776" fmla="*/ 272239 w 2671650"/>
              <a:gd name="connsiteY2776" fmla="*/ 52831 h 601039"/>
              <a:gd name="connsiteX2777" fmla="*/ 271025 w 2671650"/>
              <a:gd name="connsiteY2777" fmla="*/ 53631 h 601039"/>
              <a:gd name="connsiteX2778" fmla="*/ 269426 w 2671650"/>
              <a:gd name="connsiteY2778" fmla="*/ 54134 h 601039"/>
              <a:gd name="connsiteX2779" fmla="*/ 269189 w 2671650"/>
              <a:gd name="connsiteY2779" fmla="*/ 52476 h 601039"/>
              <a:gd name="connsiteX2780" fmla="*/ 271232 w 2671650"/>
              <a:gd name="connsiteY2780" fmla="*/ 51528 h 601039"/>
              <a:gd name="connsiteX2781" fmla="*/ 272624 w 2671650"/>
              <a:gd name="connsiteY2781" fmla="*/ 50847 h 601039"/>
              <a:gd name="connsiteX2782" fmla="*/ 274016 w 2671650"/>
              <a:gd name="connsiteY2782" fmla="*/ 50610 h 601039"/>
              <a:gd name="connsiteX2783" fmla="*/ 274964 w 2671650"/>
              <a:gd name="connsiteY2783" fmla="*/ 49337 h 601039"/>
              <a:gd name="connsiteX2784" fmla="*/ 277362 w 2671650"/>
              <a:gd name="connsiteY2784" fmla="*/ 41785 h 601039"/>
              <a:gd name="connsiteX2785" fmla="*/ 278636 w 2671650"/>
              <a:gd name="connsiteY2785" fmla="*/ 39831 h 601039"/>
              <a:gd name="connsiteX2786" fmla="*/ 279820 w 2671650"/>
              <a:gd name="connsiteY2786" fmla="*/ 36632 h 601039"/>
              <a:gd name="connsiteX2787" fmla="*/ 279998 w 2671650"/>
              <a:gd name="connsiteY2787" fmla="*/ 34708 h 601039"/>
              <a:gd name="connsiteX2788" fmla="*/ 280679 w 2671650"/>
              <a:gd name="connsiteY2788" fmla="*/ 32575 h 601039"/>
              <a:gd name="connsiteX2789" fmla="*/ 279169 w 2671650"/>
              <a:gd name="connsiteY2789" fmla="*/ 30384 h 601039"/>
              <a:gd name="connsiteX2790" fmla="*/ 278399 w 2671650"/>
              <a:gd name="connsiteY2790" fmla="*/ 29081 h 601039"/>
              <a:gd name="connsiteX2791" fmla="*/ 274993 w 2671650"/>
              <a:gd name="connsiteY2791" fmla="*/ 29318 h 601039"/>
              <a:gd name="connsiteX2792" fmla="*/ 273157 w 2671650"/>
              <a:gd name="connsiteY2792" fmla="*/ 28903 h 601039"/>
              <a:gd name="connsiteX2793" fmla="*/ 300520 w 2671650"/>
              <a:gd name="connsiteY2793" fmla="*/ 10661 h 601039"/>
              <a:gd name="connsiteX2794" fmla="*/ 590260 w 2671650"/>
              <a:gd name="connsiteY2794" fmla="*/ 300520 h 601039"/>
              <a:gd name="connsiteX2795" fmla="*/ 590260 w 2671650"/>
              <a:gd name="connsiteY2795" fmla="*/ 300638 h 601039"/>
              <a:gd name="connsiteX2796" fmla="*/ 300283 w 2671650"/>
              <a:gd name="connsiteY2796" fmla="*/ 590378 h 601039"/>
              <a:gd name="connsiteX2797" fmla="*/ 10543 w 2671650"/>
              <a:gd name="connsiteY2797" fmla="*/ 300401 h 601039"/>
              <a:gd name="connsiteX2798" fmla="*/ 300520 w 2671650"/>
              <a:gd name="connsiteY2798" fmla="*/ 10661 h 601039"/>
              <a:gd name="connsiteX2799" fmla="*/ 300520 w 2671650"/>
              <a:gd name="connsiteY2799" fmla="*/ 6723 h 601039"/>
              <a:gd name="connsiteX2800" fmla="*/ 6723 w 2671650"/>
              <a:gd name="connsiteY2800" fmla="*/ 300520 h 601039"/>
              <a:gd name="connsiteX2801" fmla="*/ 300520 w 2671650"/>
              <a:gd name="connsiteY2801" fmla="*/ 594317 h 601039"/>
              <a:gd name="connsiteX2802" fmla="*/ 594317 w 2671650"/>
              <a:gd name="connsiteY2802" fmla="*/ 300520 h 601039"/>
              <a:gd name="connsiteX2803" fmla="*/ 300520 w 2671650"/>
              <a:gd name="connsiteY2803" fmla="*/ 6723 h 601039"/>
              <a:gd name="connsiteX2804" fmla="*/ 300520 w 2671650"/>
              <a:gd name="connsiteY2804" fmla="*/ 0 h 601039"/>
              <a:gd name="connsiteX2805" fmla="*/ 601039 w 2671650"/>
              <a:gd name="connsiteY2805" fmla="*/ 300520 h 601039"/>
              <a:gd name="connsiteX2806" fmla="*/ 300520 w 2671650"/>
              <a:gd name="connsiteY2806" fmla="*/ 601039 h 601039"/>
              <a:gd name="connsiteX2807" fmla="*/ 0 w 2671650"/>
              <a:gd name="connsiteY2807" fmla="*/ 300520 h 601039"/>
              <a:gd name="connsiteX2808" fmla="*/ 300520 w 2671650"/>
              <a:gd name="connsiteY2808" fmla="*/ 0 h 601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</a:cxnLst>
            <a:rect l="l" t="t" r="r" b="b"/>
            <a:pathLst>
              <a:path w="2671650" h="601039">
                <a:moveTo>
                  <a:pt x="351574" y="542908"/>
                </a:moveTo>
                <a:cubicBezTo>
                  <a:pt x="353392" y="544877"/>
                  <a:pt x="354559" y="547359"/>
                  <a:pt x="354920" y="550015"/>
                </a:cubicBezTo>
                <a:cubicBezTo>
                  <a:pt x="355563" y="552550"/>
                  <a:pt x="355397" y="555221"/>
                  <a:pt x="354446" y="557656"/>
                </a:cubicBezTo>
                <a:cubicBezTo>
                  <a:pt x="354174" y="558215"/>
                  <a:pt x="353824" y="558736"/>
                  <a:pt x="353410" y="559201"/>
                </a:cubicBezTo>
                <a:cubicBezTo>
                  <a:pt x="350922" y="561979"/>
                  <a:pt x="346652" y="562216"/>
                  <a:pt x="343874" y="559729"/>
                </a:cubicBezTo>
                <a:cubicBezTo>
                  <a:pt x="342080" y="557815"/>
                  <a:pt x="340922" y="555396"/>
                  <a:pt x="340557" y="552799"/>
                </a:cubicBezTo>
                <a:cubicBezTo>
                  <a:pt x="339903" y="550196"/>
                  <a:pt x="340069" y="547457"/>
                  <a:pt x="341031" y="544951"/>
                </a:cubicBezTo>
                <a:cubicBezTo>
                  <a:pt x="341327" y="544318"/>
                  <a:pt x="341721" y="543734"/>
                  <a:pt x="342198" y="543225"/>
                </a:cubicBezTo>
                <a:cubicBezTo>
                  <a:pt x="344700" y="540548"/>
                  <a:pt x="348897" y="540406"/>
                  <a:pt x="351574" y="542908"/>
                </a:cubicBezTo>
                <a:close/>
                <a:moveTo>
                  <a:pt x="311300" y="540983"/>
                </a:moveTo>
                <a:lnTo>
                  <a:pt x="291488" y="541338"/>
                </a:lnTo>
                <a:lnTo>
                  <a:pt x="292021" y="570596"/>
                </a:lnTo>
                <a:lnTo>
                  <a:pt x="311921" y="570211"/>
                </a:lnTo>
                <a:lnTo>
                  <a:pt x="311921" y="567605"/>
                </a:lnTo>
                <a:lnTo>
                  <a:pt x="311921" y="565029"/>
                </a:lnTo>
                <a:lnTo>
                  <a:pt x="297115" y="565295"/>
                </a:lnTo>
                <a:lnTo>
                  <a:pt x="297115" y="557685"/>
                </a:lnTo>
                <a:lnTo>
                  <a:pt x="310263" y="557448"/>
                </a:lnTo>
                <a:lnTo>
                  <a:pt x="310263" y="554931"/>
                </a:lnTo>
                <a:lnTo>
                  <a:pt x="310263" y="552413"/>
                </a:lnTo>
                <a:lnTo>
                  <a:pt x="297115" y="552650"/>
                </a:lnTo>
                <a:lnTo>
                  <a:pt x="297115" y="546431"/>
                </a:lnTo>
                <a:lnTo>
                  <a:pt x="311300" y="546194"/>
                </a:lnTo>
                <a:lnTo>
                  <a:pt x="311300" y="543589"/>
                </a:lnTo>
                <a:close/>
                <a:moveTo>
                  <a:pt x="262733" y="538732"/>
                </a:moveTo>
                <a:lnTo>
                  <a:pt x="262407" y="541308"/>
                </a:lnTo>
                <a:lnTo>
                  <a:pt x="262111" y="543885"/>
                </a:lnTo>
                <a:lnTo>
                  <a:pt x="270166" y="544862"/>
                </a:lnTo>
                <a:lnTo>
                  <a:pt x="267205" y="568731"/>
                </a:lnTo>
                <a:lnTo>
                  <a:pt x="270166" y="569086"/>
                </a:lnTo>
                <a:lnTo>
                  <a:pt x="272920" y="569412"/>
                </a:lnTo>
                <a:lnTo>
                  <a:pt x="275882" y="545543"/>
                </a:lnTo>
                <a:lnTo>
                  <a:pt x="283966" y="546550"/>
                </a:lnTo>
                <a:lnTo>
                  <a:pt x="284262" y="543944"/>
                </a:lnTo>
                <a:lnTo>
                  <a:pt x="284440" y="541397"/>
                </a:lnTo>
                <a:close/>
                <a:moveTo>
                  <a:pt x="344254" y="536377"/>
                </a:moveTo>
                <a:cubicBezTo>
                  <a:pt x="341100" y="537166"/>
                  <a:pt x="338246" y="539159"/>
                  <a:pt x="336442" y="542167"/>
                </a:cubicBezTo>
                <a:cubicBezTo>
                  <a:pt x="334635" y="545842"/>
                  <a:pt x="334185" y="550038"/>
                  <a:pt x="335168" y="554013"/>
                </a:cubicBezTo>
                <a:cubicBezTo>
                  <a:pt x="335728" y="557996"/>
                  <a:pt x="337706" y="561644"/>
                  <a:pt x="340736" y="564288"/>
                </a:cubicBezTo>
                <a:cubicBezTo>
                  <a:pt x="341011" y="564490"/>
                  <a:pt x="341295" y="564682"/>
                  <a:pt x="341585" y="564863"/>
                </a:cubicBezTo>
                <a:cubicBezTo>
                  <a:pt x="347627" y="568591"/>
                  <a:pt x="355545" y="566717"/>
                  <a:pt x="359274" y="560676"/>
                </a:cubicBezTo>
                <a:cubicBezTo>
                  <a:pt x="361095" y="557089"/>
                  <a:pt x="361548" y="552964"/>
                  <a:pt x="360547" y="549067"/>
                </a:cubicBezTo>
                <a:cubicBezTo>
                  <a:pt x="360005" y="545010"/>
                  <a:pt x="358030" y="541282"/>
                  <a:pt x="354980" y="538554"/>
                </a:cubicBezTo>
                <a:cubicBezTo>
                  <a:pt x="354624" y="538285"/>
                  <a:pt x="354254" y="538036"/>
                  <a:pt x="353872" y="537808"/>
                </a:cubicBezTo>
                <a:cubicBezTo>
                  <a:pt x="350864" y="536003"/>
                  <a:pt x="347408" y="535589"/>
                  <a:pt x="344254" y="536377"/>
                </a:cubicBezTo>
                <a:close/>
                <a:moveTo>
                  <a:pt x="1100618" y="534622"/>
                </a:moveTo>
                <a:lnTo>
                  <a:pt x="1101223" y="534890"/>
                </a:lnTo>
                <a:lnTo>
                  <a:pt x="1100501" y="534684"/>
                </a:lnTo>
                <a:close/>
                <a:moveTo>
                  <a:pt x="235370" y="532454"/>
                </a:moveTo>
                <a:lnTo>
                  <a:pt x="230958" y="550222"/>
                </a:lnTo>
                <a:cubicBezTo>
                  <a:pt x="229954" y="553269"/>
                  <a:pt x="230111" y="556583"/>
                  <a:pt x="231402" y="559521"/>
                </a:cubicBezTo>
                <a:cubicBezTo>
                  <a:pt x="233025" y="562082"/>
                  <a:pt x="235666" y="563826"/>
                  <a:pt x="238657" y="564318"/>
                </a:cubicBezTo>
                <a:cubicBezTo>
                  <a:pt x="241536" y="565331"/>
                  <a:pt x="244707" y="565082"/>
                  <a:pt x="247393" y="563637"/>
                </a:cubicBezTo>
                <a:cubicBezTo>
                  <a:pt x="249896" y="561576"/>
                  <a:pt x="251551" y="558668"/>
                  <a:pt x="252043" y="555464"/>
                </a:cubicBezTo>
                <a:lnTo>
                  <a:pt x="256337" y="537695"/>
                </a:lnTo>
                <a:lnTo>
                  <a:pt x="253612" y="537014"/>
                </a:lnTo>
                <a:lnTo>
                  <a:pt x="250888" y="536363"/>
                </a:lnTo>
                <a:lnTo>
                  <a:pt x="246416" y="554131"/>
                </a:lnTo>
                <a:cubicBezTo>
                  <a:pt x="246155" y="555825"/>
                  <a:pt x="245332" y="557380"/>
                  <a:pt x="244077" y="558543"/>
                </a:cubicBezTo>
                <a:cubicBezTo>
                  <a:pt x="242794" y="559325"/>
                  <a:pt x="241222" y="559479"/>
                  <a:pt x="239812" y="558958"/>
                </a:cubicBezTo>
                <a:cubicBezTo>
                  <a:pt x="238349" y="558709"/>
                  <a:pt x="237085" y="557803"/>
                  <a:pt x="236377" y="556500"/>
                </a:cubicBezTo>
                <a:cubicBezTo>
                  <a:pt x="235811" y="554910"/>
                  <a:pt x="235811" y="553175"/>
                  <a:pt x="236377" y="551584"/>
                </a:cubicBezTo>
                <a:lnTo>
                  <a:pt x="240819" y="533816"/>
                </a:lnTo>
                <a:lnTo>
                  <a:pt x="238095" y="533135"/>
                </a:lnTo>
                <a:close/>
                <a:moveTo>
                  <a:pt x="383972" y="526650"/>
                </a:moveTo>
                <a:lnTo>
                  <a:pt x="365759" y="532572"/>
                </a:lnTo>
                <a:lnTo>
                  <a:pt x="374643" y="560379"/>
                </a:lnTo>
                <a:lnTo>
                  <a:pt x="377338" y="559491"/>
                </a:lnTo>
                <a:lnTo>
                  <a:pt x="380003" y="558632"/>
                </a:lnTo>
                <a:lnTo>
                  <a:pt x="376302" y="546876"/>
                </a:lnTo>
                <a:lnTo>
                  <a:pt x="387525" y="543233"/>
                </a:lnTo>
                <a:lnTo>
                  <a:pt x="386755" y="540834"/>
                </a:lnTo>
                <a:lnTo>
                  <a:pt x="385956" y="538436"/>
                </a:lnTo>
                <a:lnTo>
                  <a:pt x="374762" y="542078"/>
                </a:lnTo>
                <a:lnTo>
                  <a:pt x="372718" y="535771"/>
                </a:lnTo>
                <a:lnTo>
                  <a:pt x="385571" y="531595"/>
                </a:lnTo>
                <a:lnTo>
                  <a:pt x="384771" y="529107"/>
                </a:lnTo>
                <a:close/>
                <a:moveTo>
                  <a:pt x="208511" y="523303"/>
                </a:moveTo>
                <a:lnTo>
                  <a:pt x="207652" y="525761"/>
                </a:lnTo>
                <a:lnTo>
                  <a:pt x="206823" y="528219"/>
                </a:lnTo>
                <a:lnTo>
                  <a:pt x="214493" y="530855"/>
                </a:lnTo>
                <a:lnTo>
                  <a:pt x="206674" y="553598"/>
                </a:lnTo>
                <a:lnTo>
                  <a:pt x="209340" y="554516"/>
                </a:lnTo>
                <a:lnTo>
                  <a:pt x="211975" y="555434"/>
                </a:lnTo>
                <a:lnTo>
                  <a:pt x="219793" y="532691"/>
                </a:lnTo>
                <a:lnTo>
                  <a:pt x="227493" y="535326"/>
                </a:lnTo>
                <a:lnTo>
                  <a:pt x="228352" y="532868"/>
                </a:lnTo>
                <a:lnTo>
                  <a:pt x="229240" y="530440"/>
                </a:lnTo>
                <a:close/>
                <a:moveTo>
                  <a:pt x="197879" y="518091"/>
                </a:moveTo>
                <a:lnTo>
                  <a:pt x="185530" y="544595"/>
                </a:lnTo>
                <a:lnTo>
                  <a:pt x="188077" y="545780"/>
                </a:lnTo>
                <a:lnTo>
                  <a:pt x="190594" y="546964"/>
                </a:lnTo>
                <a:lnTo>
                  <a:pt x="202973" y="520460"/>
                </a:lnTo>
                <a:lnTo>
                  <a:pt x="200396" y="519276"/>
                </a:lnTo>
                <a:close/>
                <a:moveTo>
                  <a:pt x="419715" y="509326"/>
                </a:moveTo>
                <a:lnTo>
                  <a:pt x="400407" y="519572"/>
                </a:lnTo>
                <a:lnTo>
                  <a:pt x="401621" y="521882"/>
                </a:lnTo>
                <a:lnTo>
                  <a:pt x="402835" y="524162"/>
                </a:lnTo>
                <a:lnTo>
                  <a:pt x="410002" y="520342"/>
                </a:lnTo>
                <a:lnTo>
                  <a:pt x="421314" y="541575"/>
                </a:lnTo>
                <a:lnTo>
                  <a:pt x="423802" y="540272"/>
                </a:lnTo>
                <a:lnTo>
                  <a:pt x="426260" y="538939"/>
                </a:lnTo>
                <a:lnTo>
                  <a:pt x="414977" y="517706"/>
                </a:lnTo>
                <a:lnTo>
                  <a:pt x="422143" y="513886"/>
                </a:lnTo>
                <a:lnTo>
                  <a:pt x="420929" y="511606"/>
                </a:lnTo>
                <a:close/>
                <a:moveTo>
                  <a:pt x="172708" y="504410"/>
                </a:moveTo>
                <a:lnTo>
                  <a:pt x="171553" y="506838"/>
                </a:lnTo>
                <a:lnTo>
                  <a:pt x="170309" y="509118"/>
                </a:lnTo>
                <a:lnTo>
                  <a:pt x="177416" y="513057"/>
                </a:lnTo>
                <a:lnTo>
                  <a:pt x="165748" y="534083"/>
                </a:lnTo>
                <a:lnTo>
                  <a:pt x="168206" y="535445"/>
                </a:lnTo>
                <a:lnTo>
                  <a:pt x="170664" y="536807"/>
                </a:lnTo>
                <a:lnTo>
                  <a:pt x="182214" y="515604"/>
                </a:lnTo>
                <a:lnTo>
                  <a:pt x="189321" y="519542"/>
                </a:lnTo>
                <a:lnTo>
                  <a:pt x="190565" y="517292"/>
                </a:lnTo>
                <a:lnTo>
                  <a:pt x="191838" y="515011"/>
                </a:lnTo>
                <a:close/>
                <a:moveTo>
                  <a:pt x="356579" y="500145"/>
                </a:moveTo>
                <a:lnTo>
                  <a:pt x="356579" y="500234"/>
                </a:lnTo>
                <a:cubicBezTo>
                  <a:pt x="357733" y="500234"/>
                  <a:pt x="357911" y="501360"/>
                  <a:pt x="357733" y="502751"/>
                </a:cubicBezTo>
                <a:cubicBezTo>
                  <a:pt x="357556" y="504143"/>
                  <a:pt x="357615" y="510214"/>
                  <a:pt x="356549" y="510214"/>
                </a:cubicBezTo>
                <a:cubicBezTo>
                  <a:pt x="355483" y="510214"/>
                  <a:pt x="355838" y="505387"/>
                  <a:pt x="355838" y="503107"/>
                </a:cubicBezTo>
                <a:cubicBezTo>
                  <a:pt x="355838" y="500826"/>
                  <a:pt x="355838" y="500145"/>
                  <a:pt x="356579" y="500145"/>
                </a:cubicBezTo>
                <a:close/>
                <a:moveTo>
                  <a:pt x="306561" y="500145"/>
                </a:moveTo>
                <a:lnTo>
                  <a:pt x="306561" y="500234"/>
                </a:lnTo>
                <a:cubicBezTo>
                  <a:pt x="307716" y="500234"/>
                  <a:pt x="307893" y="501360"/>
                  <a:pt x="307716" y="502751"/>
                </a:cubicBezTo>
                <a:cubicBezTo>
                  <a:pt x="307538" y="504143"/>
                  <a:pt x="307597" y="510214"/>
                  <a:pt x="306531" y="510214"/>
                </a:cubicBezTo>
                <a:cubicBezTo>
                  <a:pt x="305465" y="510214"/>
                  <a:pt x="305820" y="505387"/>
                  <a:pt x="305820" y="503107"/>
                </a:cubicBezTo>
                <a:cubicBezTo>
                  <a:pt x="305820" y="500826"/>
                  <a:pt x="305820" y="500145"/>
                  <a:pt x="306561" y="500145"/>
                </a:cubicBezTo>
                <a:close/>
                <a:moveTo>
                  <a:pt x="247215" y="499850"/>
                </a:moveTo>
                <a:cubicBezTo>
                  <a:pt x="247215" y="499850"/>
                  <a:pt x="248458" y="499287"/>
                  <a:pt x="248814" y="500087"/>
                </a:cubicBezTo>
                <a:cubicBezTo>
                  <a:pt x="249074" y="503279"/>
                  <a:pt x="249142" y="506483"/>
                  <a:pt x="249021" y="509681"/>
                </a:cubicBezTo>
                <a:cubicBezTo>
                  <a:pt x="249021" y="510422"/>
                  <a:pt x="247570" y="510718"/>
                  <a:pt x="247215" y="509681"/>
                </a:cubicBezTo>
                <a:cubicBezTo>
                  <a:pt x="247037" y="506427"/>
                  <a:pt x="247037" y="503163"/>
                  <a:pt x="247215" y="499909"/>
                </a:cubicBezTo>
                <a:close/>
                <a:moveTo>
                  <a:pt x="348286" y="499701"/>
                </a:moveTo>
                <a:cubicBezTo>
                  <a:pt x="349026" y="499701"/>
                  <a:pt x="349382" y="501271"/>
                  <a:pt x="349382" y="502663"/>
                </a:cubicBezTo>
                <a:cubicBezTo>
                  <a:pt x="349382" y="504055"/>
                  <a:pt x="349323" y="509977"/>
                  <a:pt x="348434" y="509977"/>
                </a:cubicBezTo>
                <a:cubicBezTo>
                  <a:pt x="347546" y="509977"/>
                  <a:pt x="347042" y="505091"/>
                  <a:pt x="347042" y="502900"/>
                </a:cubicBezTo>
                <a:cubicBezTo>
                  <a:pt x="347042" y="500708"/>
                  <a:pt x="347042" y="499790"/>
                  <a:pt x="348286" y="499790"/>
                </a:cubicBezTo>
                <a:close/>
                <a:moveTo>
                  <a:pt x="298269" y="499701"/>
                </a:moveTo>
                <a:cubicBezTo>
                  <a:pt x="299010" y="499701"/>
                  <a:pt x="299365" y="501389"/>
                  <a:pt x="299365" y="502663"/>
                </a:cubicBezTo>
                <a:cubicBezTo>
                  <a:pt x="299365" y="503936"/>
                  <a:pt x="299335" y="510125"/>
                  <a:pt x="298447" y="510125"/>
                </a:cubicBezTo>
                <a:cubicBezTo>
                  <a:pt x="297558" y="510125"/>
                  <a:pt x="297025" y="505091"/>
                  <a:pt x="297025" y="502900"/>
                </a:cubicBezTo>
                <a:cubicBezTo>
                  <a:pt x="297025" y="500708"/>
                  <a:pt x="297025" y="499790"/>
                  <a:pt x="298269" y="499790"/>
                </a:cubicBezTo>
                <a:close/>
                <a:moveTo>
                  <a:pt x="741423" y="499170"/>
                </a:moveTo>
                <a:lnTo>
                  <a:pt x="741527" y="519714"/>
                </a:lnTo>
                <a:lnTo>
                  <a:pt x="759593" y="519714"/>
                </a:lnTo>
                <a:cubicBezTo>
                  <a:pt x="762756" y="519987"/>
                  <a:pt x="765901" y="519025"/>
                  <a:pt x="768370" y="517030"/>
                </a:cubicBezTo>
                <a:cubicBezTo>
                  <a:pt x="770418" y="514785"/>
                  <a:pt x="771462" y="511802"/>
                  <a:pt x="771260" y="508771"/>
                </a:cubicBezTo>
                <a:cubicBezTo>
                  <a:pt x="771450" y="506025"/>
                  <a:pt x="770342" y="503350"/>
                  <a:pt x="768266" y="501543"/>
                </a:cubicBezTo>
                <a:cubicBezTo>
                  <a:pt x="765639" y="499733"/>
                  <a:pt x="762463" y="498893"/>
                  <a:pt x="759284" y="499170"/>
                </a:cubicBezTo>
                <a:close/>
                <a:moveTo>
                  <a:pt x="255922" y="499169"/>
                </a:moveTo>
                <a:cubicBezTo>
                  <a:pt x="257017" y="499050"/>
                  <a:pt x="256751" y="501864"/>
                  <a:pt x="256751" y="502663"/>
                </a:cubicBezTo>
                <a:cubicBezTo>
                  <a:pt x="256751" y="503463"/>
                  <a:pt x="256810" y="509623"/>
                  <a:pt x="255922" y="509623"/>
                </a:cubicBezTo>
                <a:cubicBezTo>
                  <a:pt x="255033" y="509623"/>
                  <a:pt x="255033" y="504381"/>
                  <a:pt x="255033" y="502663"/>
                </a:cubicBezTo>
                <a:cubicBezTo>
                  <a:pt x="255033" y="500946"/>
                  <a:pt x="254856" y="499169"/>
                  <a:pt x="255922" y="499169"/>
                </a:cubicBezTo>
                <a:close/>
                <a:moveTo>
                  <a:pt x="251065" y="498487"/>
                </a:moveTo>
                <a:lnTo>
                  <a:pt x="251071" y="498687"/>
                </a:lnTo>
                <a:lnTo>
                  <a:pt x="251065" y="498695"/>
                </a:lnTo>
                <a:close/>
                <a:moveTo>
                  <a:pt x="251551" y="498099"/>
                </a:moveTo>
                <a:cubicBezTo>
                  <a:pt x="252095" y="497768"/>
                  <a:pt x="252806" y="497942"/>
                  <a:pt x="253138" y="498487"/>
                </a:cubicBezTo>
                <a:cubicBezTo>
                  <a:pt x="253493" y="498961"/>
                  <a:pt x="253493" y="509652"/>
                  <a:pt x="253493" y="510333"/>
                </a:cubicBezTo>
                <a:cubicBezTo>
                  <a:pt x="253493" y="511014"/>
                  <a:pt x="251805" y="510895"/>
                  <a:pt x="251450" y="510333"/>
                </a:cubicBezTo>
                <a:lnTo>
                  <a:pt x="251071" y="498687"/>
                </a:lnTo>
                <a:close/>
                <a:moveTo>
                  <a:pt x="352788" y="497658"/>
                </a:moveTo>
                <a:cubicBezTo>
                  <a:pt x="354298" y="497658"/>
                  <a:pt x="353854" y="499820"/>
                  <a:pt x="353854" y="502100"/>
                </a:cubicBezTo>
                <a:cubicBezTo>
                  <a:pt x="353854" y="504381"/>
                  <a:pt x="354239" y="510718"/>
                  <a:pt x="352610" y="510718"/>
                </a:cubicBezTo>
                <a:cubicBezTo>
                  <a:pt x="350982" y="510718"/>
                  <a:pt x="351337" y="504055"/>
                  <a:pt x="351337" y="501982"/>
                </a:cubicBezTo>
                <a:cubicBezTo>
                  <a:pt x="351337" y="499909"/>
                  <a:pt x="350982" y="497658"/>
                  <a:pt x="352788" y="497658"/>
                </a:cubicBezTo>
                <a:close/>
                <a:moveTo>
                  <a:pt x="302770" y="497658"/>
                </a:moveTo>
                <a:cubicBezTo>
                  <a:pt x="304310" y="497658"/>
                  <a:pt x="303836" y="499820"/>
                  <a:pt x="303836" y="502100"/>
                </a:cubicBezTo>
                <a:cubicBezTo>
                  <a:pt x="303836" y="504381"/>
                  <a:pt x="304221" y="510718"/>
                  <a:pt x="302592" y="510718"/>
                </a:cubicBezTo>
                <a:cubicBezTo>
                  <a:pt x="300964" y="510718"/>
                  <a:pt x="301319" y="504055"/>
                  <a:pt x="301319" y="501982"/>
                </a:cubicBezTo>
                <a:cubicBezTo>
                  <a:pt x="301319" y="499909"/>
                  <a:pt x="300964" y="497658"/>
                  <a:pt x="302770" y="497658"/>
                </a:cubicBezTo>
                <a:close/>
                <a:moveTo>
                  <a:pt x="222843" y="496740"/>
                </a:moveTo>
                <a:lnTo>
                  <a:pt x="223022" y="496904"/>
                </a:lnTo>
                <a:lnTo>
                  <a:pt x="222754" y="496859"/>
                </a:lnTo>
                <a:close/>
                <a:moveTo>
                  <a:pt x="442251" y="495141"/>
                </a:moveTo>
                <a:lnTo>
                  <a:pt x="425638" y="505920"/>
                </a:lnTo>
                <a:lnTo>
                  <a:pt x="441570" y="530440"/>
                </a:lnTo>
                <a:lnTo>
                  <a:pt x="458627" y="519246"/>
                </a:lnTo>
                <a:lnTo>
                  <a:pt x="457206" y="517055"/>
                </a:lnTo>
                <a:lnTo>
                  <a:pt x="455814" y="514893"/>
                </a:lnTo>
                <a:lnTo>
                  <a:pt x="443406" y="522948"/>
                </a:lnTo>
                <a:lnTo>
                  <a:pt x="439231" y="516581"/>
                </a:lnTo>
                <a:lnTo>
                  <a:pt x="450365" y="509474"/>
                </a:lnTo>
                <a:lnTo>
                  <a:pt x="449003" y="507341"/>
                </a:lnTo>
                <a:lnTo>
                  <a:pt x="447641" y="505239"/>
                </a:lnTo>
                <a:lnTo>
                  <a:pt x="436595" y="512405"/>
                </a:lnTo>
                <a:lnTo>
                  <a:pt x="433219" y="507193"/>
                </a:lnTo>
                <a:lnTo>
                  <a:pt x="445064" y="499494"/>
                </a:lnTo>
                <a:lnTo>
                  <a:pt x="443673" y="497302"/>
                </a:lnTo>
                <a:close/>
                <a:moveTo>
                  <a:pt x="152126" y="492179"/>
                </a:moveTo>
                <a:cubicBezTo>
                  <a:pt x="149579" y="492440"/>
                  <a:pt x="147287" y="493832"/>
                  <a:pt x="145878" y="495970"/>
                </a:cubicBezTo>
                <a:cubicBezTo>
                  <a:pt x="144495" y="497551"/>
                  <a:pt x="143917" y="499680"/>
                  <a:pt x="144308" y="501744"/>
                </a:cubicBezTo>
                <a:cubicBezTo>
                  <a:pt x="145419" y="504638"/>
                  <a:pt x="147101" y="507276"/>
                  <a:pt x="149254" y="509503"/>
                </a:cubicBezTo>
                <a:cubicBezTo>
                  <a:pt x="150382" y="510658"/>
                  <a:pt x="151306" y="512003"/>
                  <a:pt x="151978" y="513471"/>
                </a:cubicBezTo>
                <a:cubicBezTo>
                  <a:pt x="152265" y="514375"/>
                  <a:pt x="152064" y="515361"/>
                  <a:pt x="151445" y="516077"/>
                </a:cubicBezTo>
                <a:cubicBezTo>
                  <a:pt x="150823" y="516966"/>
                  <a:pt x="149766" y="517443"/>
                  <a:pt x="148691" y="517321"/>
                </a:cubicBezTo>
                <a:cubicBezTo>
                  <a:pt x="147234" y="517126"/>
                  <a:pt x="145860" y="516533"/>
                  <a:pt x="144723" y="515604"/>
                </a:cubicBezTo>
                <a:cubicBezTo>
                  <a:pt x="143482" y="514822"/>
                  <a:pt x="142573" y="513611"/>
                  <a:pt x="142176" y="512198"/>
                </a:cubicBezTo>
                <a:cubicBezTo>
                  <a:pt x="141877" y="510865"/>
                  <a:pt x="142182" y="509468"/>
                  <a:pt x="143005" y="508378"/>
                </a:cubicBezTo>
                <a:lnTo>
                  <a:pt x="138622" y="505209"/>
                </a:lnTo>
                <a:cubicBezTo>
                  <a:pt x="136976" y="507413"/>
                  <a:pt x="136321" y="510202"/>
                  <a:pt x="136816" y="512909"/>
                </a:cubicBezTo>
                <a:cubicBezTo>
                  <a:pt x="137565" y="515704"/>
                  <a:pt x="139330" y="518121"/>
                  <a:pt x="141761" y="519690"/>
                </a:cubicBezTo>
                <a:cubicBezTo>
                  <a:pt x="144018" y="521506"/>
                  <a:pt x="146831" y="522489"/>
                  <a:pt x="149727" y="522474"/>
                </a:cubicBezTo>
                <a:cubicBezTo>
                  <a:pt x="152254" y="522335"/>
                  <a:pt x="154566" y="521020"/>
                  <a:pt x="155976" y="518920"/>
                </a:cubicBezTo>
                <a:cubicBezTo>
                  <a:pt x="157395" y="517289"/>
                  <a:pt x="158079" y="515148"/>
                  <a:pt x="157871" y="512998"/>
                </a:cubicBezTo>
                <a:cubicBezTo>
                  <a:pt x="157001" y="510252"/>
                  <a:pt x="155490" y="507753"/>
                  <a:pt x="153459" y="505713"/>
                </a:cubicBezTo>
                <a:cubicBezTo>
                  <a:pt x="152188" y="504347"/>
                  <a:pt x="151087" y="502837"/>
                  <a:pt x="150172" y="501211"/>
                </a:cubicBezTo>
                <a:cubicBezTo>
                  <a:pt x="149745" y="500459"/>
                  <a:pt x="149816" y="499523"/>
                  <a:pt x="150349" y="498842"/>
                </a:cubicBezTo>
                <a:cubicBezTo>
                  <a:pt x="150942" y="497939"/>
                  <a:pt x="151910" y="497353"/>
                  <a:pt x="152985" y="497243"/>
                </a:cubicBezTo>
                <a:cubicBezTo>
                  <a:pt x="154190" y="497208"/>
                  <a:pt x="155369" y="497607"/>
                  <a:pt x="156302" y="498368"/>
                </a:cubicBezTo>
                <a:cubicBezTo>
                  <a:pt x="157501" y="499159"/>
                  <a:pt x="158392" y="500341"/>
                  <a:pt x="158819" y="501715"/>
                </a:cubicBezTo>
                <a:cubicBezTo>
                  <a:pt x="159180" y="502962"/>
                  <a:pt x="158976" y="504306"/>
                  <a:pt x="158256" y="505387"/>
                </a:cubicBezTo>
                <a:lnTo>
                  <a:pt x="162669" y="508615"/>
                </a:lnTo>
                <a:lnTo>
                  <a:pt x="162669" y="508556"/>
                </a:lnTo>
                <a:cubicBezTo>
                  <a:pt x="164158" y="506373"/>
                  <a:pt x="164724" y="503690"/>
                  <a:pt x="164238" y="501093"/>
                </a:cubicBezTo>
                <a:cubicBezTo>
                  <a:pt x="163625" y="498463"/>
                  <a:pt x="162038" y="496168"/>
                  <a:pt x="159796" y="494667"/>
                </a:cubicBezTo>
                <a:cubicBezTo>
                  <a:pt x="157637" y="492911"/>
                  <a:pt x="154904" y="492025"/>
                  <a:pt x="152126" y="492179"/>
                </a:cubicBezTo>
                <a:close/>
                <a:moveTo>
                  <a:pt x="464787" y="479031"/>
                </a:moveTo>
                <a:cubicBezTo>
                  <a:pt x="461879" y="478975"/>
                  <a:pt x="459060" y="480035"/>
                  <a:pt x="456910" y="481992"/>
                </a:cubicBezTo>
                <a:cubicBezTo>
                  <a:pt x="454177" y="484118"/>
                  <a:pt x="452616" y="487414"/>
                  <a:pt x="452705" y="490876"/>
                </a:cubicBezTo>
                <a:cubicBezTo>
                  <a:pt x="452992" y="494933"/>
                  <a:pt x="454665" y="498771"/>
                  <a:pt x="457443" y="501744"/>
                </a:cubicBezTo>
                <a:cubicBezTo>
                  <a:pt x="459847" y="504937"/>
                  <a:pt x="463295" y="507190"/>
                  <a:pt x="467186" y="508111"/>
                </a:cubicBezTo>
                <a:cubicBezTo>
                  <a:pt x="473748" y="509121"/>
                  <a:pt x="479893" y="504632"/>
                  <a:pt x="480927" y="498072"/>
                </a:cubicBezTo>
                <a:lnTo>
                  <a:pt x="480867" y="498013"/>
                </a:lnTo>
                <a:cubicBezTo>
                  <a:pt x="481075" y="495025"/>
                  <a:pt x="480204" y="492061"/>
                  <a:pt x="478409" y="489662"/>
                </a:cubicBezTo>
                <a:lnTo>
                  <a:pt x="474086" y="493275"/>
                </a:lnTo>
                <a:cubicBezTo>
                  <a:pt x="475030" y="494554"/>
                  <a:pt x="475484" y="496130"/>
                  <a:pt x="475359" y="497717"/>
                </a:cubicBezTo>
                <a:cubicBezTo>
                  <a:pt x="475318" y="498052"/>
                  <a:pt x="475247" y="498383"/>
                  <a:pt x="475146" y="498706"/>
                </a:cubicBezTo>
                <a:cubicBezTo>
                  <a:pt x="474189" y="501833"/>
                  <a:pt x="470876" y="503592"/>
                  <a:pt x="467748" y="502633"/>
                </a:cubicBezTo>
                <a:cubicBezTo>
                  <a:pt x="465379" y="501736"/>
                  <a:pt x="463324" y="500172"/>
                  <a:pt x="461826" y="498132"/>
                </a:cubicBezTo>
                <a:cubicBezTo>
                  <a:pt x="460019" y="496219"/>
                  <a:pt x="458805" y="493820"/>
                  <a:pt x="458331" y="491232"/>
                </a:cubicBezTo>
                <a:cubicBezTo>
                  <a:pt x="458026" y="489250"/>
                  <a:pt x="458793" y="487257"/>
                  <a:pt x="460345" y="485990"/>
                </a:cubicBezTo>
                <a:cubicBezTo>
                  <a:pt x="461447" y="484989"/>
                  <a:pt x="462883" y="484438"/>
                  <a:pt x="464372" y="484450"/>
                </a:cubicBezTo>
                <a:cubicBezTo>
                  <a:pt x="465821" y="484483"/>
                  <a:pt x="467204" y="485078"/>
                  <a:pt x="468222" y="486108"/>
                </a:cubicBezTo>
                <a:lnTo>
                  <a:pt x="472546" y="482496"/>
                </a:lnTo>
                <a:cubicBezTo>
                  <a:pt x="470494" y="480399"/>
                  <a:pt x="467719" y="479161"/>
                  <a:pt x="464787" y="479031"/>
                </a:cubicBezTo>
                <a:close/>
                <a:moveTo>
                  <a:pt x="310420" y="478166"/>
                </a:moveTo>
                <a:lnTo>
                  <a:pt x="310479" y="478166"/>
                </a:lnTo>
                <a:lnTo>
                  <a:pt x="310479" y="486073"/>
                </a:lnTo>
                <a:lnTo>
                  <a:pt x="303757" y="486073"/>
                </a:lnTo>
                <a:close/>
                <a:moveTo>
                  <a:pt x="326520" y="476514"/>
                </a:moveTo>
                <a:cubicBezTo>
                  <a:pt x="329659" y="476514"/>
                  <a:pt x="330903" y="479120"/>
                  <a:pt x="330903" y="483503"/>
                </a:cubicBezTo>
                <a:cubicBezTo>
                  <a:pt x="330903" y="487886"/>
                  <a:pt x="329541" y="490492"/>
                  <a:pt x="326520" y="490492"/>
                </a:cubicBezTo>
                <a:cubicBezTo>
                  <a:pt x="323499" y="490492"/>
                  <a:pt x="322137" y="487856"/>
                  <a:pt x="322137" y="483503"/>
                </a:cubicBezTo>
                <a:cubicBezTo>
                  <a:pt x="322137" y="479150"/>
                  <a:pt x="323559" y="476514"/>
                  <a:pt x="326520" y="476514"/>
                </a:cubicBezTo>
                <a:close/>
                <a:moveTo>
                  <a:pt x="290066" y="476514"/>
                </a:moveTo>
                <a:cubicBezTo>
                  <a:pt x="293087" y="476514"/>
                  <a:pt x="294301" y="478261"/>
                  <a:pt x="294301" y="480245"/>
                </a:cubicBezTo>
                <a:cubicBezTo>
                  <a:pt x="294321" y="480473"/>
                  <a:pt x="294318" y="480701"/>
                  <a:pt x="294295" y="480930"/>
                </a:cubicBezTo>
                <a:cubicBezTo>
                  <a:pt x="294093" y="482946"/>
                  <a:pt x="292290" y="484418"/>
                  <a:pt x="290273" y="484214"/>
                </a:cubicBezTo>
                <a:cubicBezTo>
                  <a:pt x="288526" y="484214"/>
                  <a:pt x="286038" y="483799"/>
                  <a:pt x="286038" y="480423"/>
                </a:cubicBezTo>
                <a:cubicBezTo>
                  <a:pt x="286032" y="480281"/>
                  <a:pt x="286035" y="480139"/>
                  <a:pt x="286044" y="479997"/>
                </a:cubicBezTo>
                <a:cubicBezTo>
                  <a:pt x="286195" y="477924"/>
                  <a:pt x="287993" y="476366"/>
                  <a:pt x="290066" y="476514"/>
                </a:cubicBezTo>
                <a:close/>
                <a:moveTo>
                  <a:pt x="289243" y="474714"/>
                </a:moveTo>
                <a:cubicBezTo>
                  <a:pt x="285971" y="474743"/>
                  <a:pt x="283344" y="477418"/>
                  <a:pt x="283373" y="480690"/>
                </a:cubicBezTo>
                <a:cubicBezTo>
                  <a:pt x="283379" y="480823"/>
                  <a:pt x="283388" y="480956"/>
                  <a:pt x="283403" y="481087"/>
                </a:cubicBezTo>
                <a:cubicBezTo>
                  <a:pt x="283767" y="484338"/>
                  <a:pt x="286696" y="486681"/>
                  <a:pt x="289948" y="486316"/>
                </a:cubicBezTo>
                <a:cubicBezTo>
                  <a:pt x="291790" y="486450"/>
                  <a:pt x="293581" y="485677"/>
                  <a:pt x="294745" y="484243"/>
                </a:cubicBezTo>
                <a:cubicBezTo>
                  <a:pt x="294094" y="488774"/>
                  <a:pt x="292672" y="490759"/>
                  <a:pt x="289711" y="490759"/>
                </a:cubicBezTo>
                <a:cubicBezTo>
                  <a:pt x="289506" y="490797"/>
                  <a:pt x="289299" y="490815"/>
                  <a:pt x="289095" y="490812"/>
                </a:cubicBezTo>
                <a:cubicBezTo>
                  <a:pt x="287457" y="490782"/>
                  <a:pt x="286157" y="489432"/>
                  <a:pt x="286187" y="487797"/>
                </a:cubicBezTo>
                <a:lnTo>
                  <a:pt x="283551" y="487797"/>
                </a:lnTo>
                <a:cubicBezTo>
                  <a:pt x="283551" y="489515"/>
                  <a:pt x="284884" y="492476"/>
                  <a:pt x="289770" y="492476"/>
                </a:cubicBezTo>
                <a:lnTo>
                  <a:pt x="289770" y="492565"/>
                </a:lnTo>
                <a:cubicBezTo>
                  <a:pt x="297085" y="492565"/>
                  <a:pt x="297381" y="484510"/>
                  <a:pt x="297440" y="482852"/>
                </a:cubicBezTo>
                <a:cubicBezTo>
                  <a:pt x="297440" y="480038"/>
                  <a:pt x="296759" y="474767"/>
                  <a:pt x="290096" y="474767"/>
                </a:cubicBezTo>
                <a:cubicBezTo>
                  <a:pt x="289811" y="474729"/>
                  <a:pt x="289527" y="474711"/>
                  <a:pt x="289243" y="474714"/>
                </a:cubicBezTo>
                <a:close/>
                <a:moveTo>
                  <a:pt x="326520" y="474678"/>
                </a:moveTo>
                <a:cubicBezTo>
                  <a:pt x="320509" y="474678"/>
                  <a:pt x="319354" y="480009"/>
                  <a:pt x="319354" y="483562"/>
                </a:cubicBezTo>
                <a:cubicBezTo>
                  <a:pt x="319354" y="487116"/>
                  <a:pt x="320598" y="492446"/>
                  <a:pt x="326520" y="492446"/>
                </a:cubicBezTo>
                <a:lnTo>
                  <a:pt x="326520" y="492565"/>
                </a:lnTo>
                <a:cubicBezTo>
                  <a:pt x="332621" y="492565"/>
                  <a:pt x="333687" y="487116"/>
                  <a:pt x="333687" y="483562"/>
                </a:cubicBezTo>
                <a:cubicBezTo>
                  <a:pt x="333687" y="480009"/>
                  <a:pt x="332532" y="474678"/>
                  <a:pt x="326520" y="474678"/>
                </a:cubicBezTo>
                <a:close/>
                <a:moveTo>
                  <a:pt x="310559" y="474560"/>
                </a:moveTo>
                <a:lnTo>
                  <a:pt x="300994" y="485606"/>
                </a:lnTo>
                <a:lnTo>
                  <a:pt x="300994" y="487738"/>
                </a:lnTo>
                <a:lnTo>
                  <a:pt x="310115" y="487738"/>
                </a:lnTo>
                <a:lnTo>
                  <a:pt x="310115" y="492002"/>
                </a:lnTo>
                <a:lnTo>
                  <a:pt x="312750" y="492002"/>
                </a:lnTo>
                <a:lnTo>
                  <a:pt x="312750" y="487738"/>
                </a:lnTo>
                <a:lnTo>
                  <a:pt x="315711" y="487738"/>
                </a:lnTo>
                <a:lnTo>
                  <a:pt x="315711" y="485872"/>
                </a:lnTo>
                <a:lnTo>
                  <a:pt x="312750" y="485872"/>
                </a:lnTo>
                <a:lnTo>
                  <a:pt x="312750" y="474560"/>
                </a:lnTo>
                <a:close/>
                <a:moveTo>
                  <a:pt x="272624" y="474441"/>
                </a:moveTo>
                <a:cubicBezTo>
                  <a:pt x="271795" y="477284"/>
                  <a:pt x="270373" y="477580"/>
                  <a:pt x="266997" y="477758"/>
                </a:cubicBezTo>
                <a:lnTo>
                  <a:pt x="266997" y="479624"/>
                </a:lnTo>
                <a:lnTo>
                  <a:pt x="271883" y="479624"/>
                </a:lnTo>
                <a:lnTo>
                  <a:pt x="271883" y="492002"/>
                </a:lnTo>
                <a:lnTo>
                  <a:pt x="274667" y="492002"/>
                </a:lnTo>
                <a:lnTo>
                  <a:pt x="274667" y="474441"/>
                </a:lnTo>
                <a:close/>
                <a:moveTo>
                  <a:pt x="128554" y="469377"/>
                </a:moveTo>
                <a:lnTo>
                  <a:pt x="108594" y="490758"/>
                </a:lnTo>
                <a:lnTo>
                  <a:pt x="110519" y="492564"/>
                </a:lnTo>
                <a:lnTo>
                  <a:pt x="112444" y="494460"/>
                </a:lnTo>
                <a:lnTo>
                  <a:pt x="126807" y="479031"/>
                </a:lnTo>
                <a:lnTo>
                  <a:pt x="120558" y="502041"/>
                </a:lnTo>
                <a:lnTo>
                  <a:pt x="122601" y="503936"/>
                </a:lnTo>
                <a:lnTo>
                  <a:pt x="124645" y="505742"/>
                </a:lnTo>
                <a:lnTo>
                  <a:pt x="144575" y="484332"/>
                </a:lnTo>
                <a:lnTo>
                  <a:pt x="142650" y="482555"/>
                </a:lnTo>
                <a:lnTo>
                  <a:pt x="140755" y="480778"/>
                </a:lnTo>
                <a:lnTo>
                  <a:pt x="126747" y="495792"/>
                </a:lnTo>
                <a:lnTo>
                  <a:pt x="132848" y="473404"/>
                </a:lnTo>
                <a:lnTo>
                  <a:pt x="130686" y="471390"/>
                </a:lnTo>
                <a:close/>
                <a:moveTo>
                  <a:pt x="741423" y="469126"/>
                </a:moveTo>
                <a:lnTo>
                  <a:pt x="741527" y="486160"/>
                </a:lnTo>
                <a:lnTo>
                  <a:pt x="758561" y="486160"/>
                </a:lnTo>
                <a:cubicBezTo>
                  <a:pt x="761523" y="486349"/>
                  <a:pt x="764464" y="485550"/>
                  <a:pt x="766924" y="483890"/>
                </a:cubicBezTo>
                <a:cubicBezTo>
                  <a:pt x="768810" y="482102"/>
                  <a:pt x="769795" y="479564"/>
                  <a:pt x="769609" y="476972"/>
                </a:cubicBezTo>
                <a:cubicBezTo>
                  <a:pt x="769754" y="474637"/>
                  <a:pt x="768655" y="472399"/>
                  <a:pt x="766718" y="471088"/>
                </a:cubicBezTo>
                <a:cubicBezTo>
                  <a:pt x="764048" y="469585"/>
                  <a:pt x="760996" y="468904"/>
                  <a:pt x="757941" y="469126"/>
                </a:cubicBezTo>
                <a:close/>
                <a:moveTo>
                  <a:pt x="2480444" y="466963"/>
                </a:moveTo>
                <a:cubicBezTo>
                  <a:pt x="2476007" y="466262"/>
                  <a:pt x="2471303" y="467253"/>
                  <a:pt x="2467383" y="470103"/>
                </a:cubicBezTo>
                <a:cubicBezTo>
                  <a:pt x="2465896" y="471184"/>
                  <a:pt x="2464588" y="472491"/>
                  <a:pt x="2463508" y="473977"/>
                </a:cubicBezTo>
                <a:cubicBezTo>
                  <a:pt x="2459660" y="480147"/>
                  <a:pt x="2457853" y="487372"/>
                  <a:pt x="2458345" y="494626"/>
                </a:cubicBezTo>
                <a:cubicBezTo>
                  <a:pt x="2457984" y="501529"/>
                  <a:pt x="2459750" y="508375"/>
                  <a:pt x="2463405" y="514243"/>
                </a:cubicBezTo>
                <a:cubicBezTo>
                  <a:pt x="2469258" y="522111"/>
                  <a:pt x="2480382" y="523744"/>
                  <a:pt x="2488251" y="517891"/>
                </a:cubicBezTo>
                <a:cubicBezTo>
                  <a:pt x="2489637" y="516858"/>
                  <a:pt x="2490867" y="515630"/>
                  <a:pt x="2491899" y="514243"/>
                </a:cubicBezTo>
                <a:lnTo>
                  <a:pt x="2491900" y="514243"/>
                </a:lnTo>
                <a:cubicBezTo>
                  <a:pt x="2495634" y="508407"/>
                  <a:pt x="2497441" y="501545"/>
                  <a:pt x="2497061" y="494626"/>
                </a:cubicBezTo>
                <a:cubicBezTo>
                  <a:pt x="2497554" y="487372"/>
                  <a:pt x="2495747" y="480147"/>
                  <a:pt x="2491900" y="473977"/>
                </a:cubicBezTo>
                <a:cubicBezTo>
                  <a:pt x="2489050" y="470057"/>
                  <a:pt x="2484880" y="467664"/>
                  <a:pt x="2480444" y="466963"/>
                </a:cubicBezTo>
                <a:close/>
                <a:moveTo>
                  <a:pt x="2334782" y="466958"/>
                </a:moveTo>
                <a:cubicBezTo>
                  <a:pt x="2330318" y="466267"/>
                  <a:pt x="2325589" y="467278"/>
                  <a:pt x="2321654" y="470157"/>
                </a:cubicBezTo>
                <a:cubicBezTo>
                  <a:pt x="2320192" y="471227"/>
                  <a:pt x="2318902" y="472517"/>
                  <a:pt x="2317832" y="473979"/>
                </a:cubicBezTo>
                <a:cubicBezTo>
                  <a:pt x="2314020" y="480160"/>
                  <a:pt x="2312250" y="487385"/>
                  <a:pt x="2312774" y="494627"/>
                </a:cubicBezTo>
                <a:cubicBezTo>
                  <a:pt x="2312364" y="501535"/>
                  <a:pt x="2314133" y="508396"/>
                  <a:pt x="2317832" y="514244"/>
                </a:cubicBezTo>
                <a:cubicBezTo>
                  <a:pt x="2323686" y="522112"/>
                  <a:pt x="2334811" y="523746"/>
                  <a:pt x="2342679" y="517892"/>
                </a:cubicBezTo>
                <a:cubicBezTo>
                  <a:pt x="2344066" y="516860"/>
                  <a:pt x="2345295" y="515631"/>
                  <a:pt x="2346327" y="514244"/>
                </a:cubicBezTo>
                <a:cubicBezTo>
                  <a:pt x="2350026" y="508396"/>
                  <a:pt x="2351795" y="501534"/>
                  <a:pt x="2351386" y="494627"/>
                </a:cubicBezTo>
                <a:cubicBezTo>
                  <a:pt x="2351909" y="487385"/>
                  <a:pt x="2350139" y="480160"/>
                  <a:pt x="2346327" y="473979"/>
                </a:cubicBezTo>
                <a:cubicBezTo>
                  <a:pt x="2343448" y="470045"/>
                  <a:pt x="2339247" y="467650"/>
                  <a:pt x="2334782" y="466958"/>
                </a:cubicBezTo>
                <a:close/>
                <a:moveTo>
                  <a:pt x="1796372" y="466958"/>
                </a:moveTo>
                <a:cubicBezTo>
                  <a:pt x="1791908" y="466267"/>
                  <a:pt x="1787179" y="467278"/>
                  <a:pt x="1783244" y="470157"/>
                </a:cubicBezTo>
                <a:cubicBezTo>
                  <a:pt x="1781782" y="471227"/>
                  <a:pt x="1780492" y="472517"/>
                  <a:pt x="1779422" y="473979"/>
                </a:cubicBezTo>
                <a:cubicBezTo>
                  <a:pt x="1775610" y="480160"/>
                  <a:pt x="1773840" y="487385"/>
                  <a:pt x="1774364" y="494627"/>
                </a:cubicBezTo>
                <a:cubicBezTo>
                  <a:pt x="1773954" y="501535"/>
                  <a:pt x="1775723" y="508396"/>
                  <a:pt x="1779422" y="514244"/>
                </a:cubicBezTo>
                <a:cubicBezTo>
                  <a:pt x="1785276" y="522112"/>
                  <a:pt x="1796401" y="523746"/>
                  <a:pt x="1804269" y="517892"/>
                </a:cubicBezTo>
                <a:cubicBezTo>
                  <a:pt x="1805656" y="516860"/>
                  <a:pt x="1806885" y="515631"/>
                  <a:pt x="1807917" y="514244"/>
                </a:cubicBezTo>
                <a:cubicBezTo>
                  <a:pt x="1811616" y="508396"/>
                  <a:pt x="1813385" y="501534"/>
                  <a:pt x="1812976" y="494627"/>
                </a:cubicBezTo>
                <a:cubicBezTo>
                  <a:pt x="1813499" y="487385"/>
                  <a:pt x="1811729" y="480160"/>
                  <a:pt x="1807917" y="473979"/>
                </a:cubicBezTo>
                <a:cubicBezTo>
                  <a:pt x="1805038" y="470045"/>
                  <a:pt x="1800837" y="467650"/>
                  <a:pt x="1796372" y="466958"/>
                </a:cubicBezTo>
                <a:close/>
                <a:moveTo>
                  <a:pt x="119107" y="459071"/>
                </a:moveTo>
                <a:lnTo>
                  <a:pt x="97371" y="478646"/>
                </a:lnTo>
                <a:lnTo>
                  <a:pt x="99266" y="480719"/>
                </a:lnTo>
                <a:lnTo>
                  <a:pt x="101131" y="482821"/>
                </a:lnTo>
                <a:lnTo>
                  <a:pt x="122868" y="463247"/>
                </a:lnTo>
                <a:lnTo>
                  <a:pt x="121002" y="461144"/>
                </a:lnTo>
                <a:close/>
                <a:moveTo>
                  <a:pt x="2603178" y="455955"/>
                </a:moveTo>
                <a:lnTo>
                  <a:pt x="2611954" y="455955"/>
                </a:lnTo>
                <a:lnTo>
                  <a:pt x="2620833" y="455955"/>
                </a:lnTo>
                <a:lnTo>
                  <a:pt x="2635647" y="489388"/>
                </a:lnTo>
                <a:lnTo>
                  <a:pt x="2635597" y="489508"/>
                </a:lnTo>
                <a:lnTo>
                  <a:pt x="2635700" y="489508"/>
                </a:lnTo>
                <a:lnTo>
                  <a:pt x="2635647" y="489388"/>
                </a:lnTo>
                <a:lnTo>
                  <a:pt x="2649534" y="455955"/>
                </a:lnTo>
                <a:lnTo>
                  <a:pt x="2658001" y="455955"/>
                </a:lnTo>
                <a:lnTo>
                  <a:pt x="2666363" y="455955"/>
                </a:lnTo>
                <a:lnTo>
                  <a:pt x="2642824" y="503962"/>
                </a:lnTo>
                <a:lnTo>
                  <a:pt x="2642824" y="533387"/>
                </a:lnTo>
                <a:lnTo>
                  <a:pt x="2635493" y="533387"/>
                </a:lnTo>
                <a:lnTo>
                  <a:pt x="2627957" y="533387"/>
                </a:lnTo>
                <a:lnTo>
                  <a:pt x="2627957" y="504272"/>
                </a:lnTo>
                <a:close/>
                <a:moveTo>
                  <a:pt x="2382549" y="455955"/>
                </a:moveTo>
                <a:lnTo>
                  <a:pt x="2389983" y="455955"/>
                </a:lnTo>
                <a:lnTo>
                  <a:pt x="2397416" y="455955"/>
                </a:lnTo>
                <a:lnTo>
                  <a:pt x="2397416" y="519552"/>
                </a:lnTo>
                <a:lnTo>
                  <a:pt x="2432725" y="519552"/>
                </a:lnTo>
                <a:lnTo>
                  <a:pt x="2432725" y="526470"/>
                </a:lnTo>
                <a:lnTo>
                  <a:pt x="2432725" y="533283"/>
                </a:lnTo>
                <a:lnTo>
                  <a:pt x="2382549" y="533283"/>
                </a:lnTo>
                <a:close/>
                <a:moveTo>
                  <a:pt x="2225207" y="455955"/>
                </a:moveTo>
                <a:lnTo>
                  <a:pt x="2232951" y="455955"/>
                </a:lnTo>
                <a:lnTo>
                  <a:pt x="2240694" y="455955"/>
                </a:lnTo>
                <a:lnTo>
                  <a:pt x="2269292" y="510261"/>
                </a:lnTo>
                <a:lnTo>
                  <a:pt x="2269292" y="455955"/>
                </a:lnTo>
                <a:lnTo>
                  <a:pt x="2276210" y="455955"/>
                </a:lnTo>
                <a:lnTo>
                  <a:pt x="2283229" y="455955"/>
                </a:lnTo>
                <a:lnTo>
                  <a:pt x="2283229" y="533283"/>
                </a:lnTo>
                <a:lnTo>
                  <a:pt x="2275796" y="533283"/>
                </a:lnTo>
                <a:lnTo>
                  <a:pt x="2268362" y="533283"/>
                </a:lnTo>
                <a:lnTo>
                  <a:pt x="2239041" y="477532"/>
                </a:lnTo>
                <a:lnTo>
                  <a:pt x="2239041" y="533283"/>
                </a:lnTo>
                <a:lnTo>
                  <a:pt x="2232125" y="533283"/>
                </a:lnTo>
                <a:lnTo>
                  <a:pt x="2225207" y="533283"/>
                </a:lnTo>
                <a:close/>
                <a:moveTo>
                  <a:pt x="2149839" y="455955"/>
                </a:moveTo>
                <a:lnTo>
                  <a:pt x="2157170" y="455955"/>
                </a:lnTo>
                <a:lnTo>
                  <a:pt x="2164603" y="455955"/>
                </a:lnTo>
                <a:lnTo>
                  <a:pt x="2164603" y="484966"/>
                </a:lnTo>
                <a:lnTo>
                  <a:pt x="2192478" y="484966"/>
                </a:lnTo>
                <a:lnTo>
                  <a:pt x="2192478" y="455955"/>
                </a:lnTo>
                <a:lnTo>
                  <a:pt x="2199912" y="455955"/>
                </a:lnTo>
                <a:lnTo>
                  <a:pt x="2207345" y="455955"/>
                </a:lnTo>
                <a:lnTo>
                  <a:pt x="2207345" y="533283"/>
                </a:lnTo>
                <a:lnTo>
                  <a:pt x="2199912" y="533283"/>
                </a:lnTo>
                <a:lnTo>
                  <a:pt x="2192478" y="533283"/>
                </a:lnTo>
                <a:lnTo>
                  <a:pt x="2192478" y="498285"/>
                </a:lnTo>
                <a:lnTo>
                  <a:pt x="2164603" y="498285"/>
                </a:lnTo>
                <a:lnTo>
                  <a:pt x="2164603" y="533283"/>
                </a:lnTo>
                <a:lnTo>
                  <a:pt x="2157273" y="533283"/>
                </a:lnTo>
                <a:lnTo>
                  <a:pt x="2149839" y="533283"/>
                </a:lnTo>
                <a:close/>
                <a:moveTo>
                  <a:pt x="2004681" y="455955"/>
                </a:moveTo>
                <a:lnTo>
                  <a:pt x="2057025" y="455955"/>
                </a:lnTo>
                <a:lnTo>
                  <a:pt x="2057025" y="462768"/>
                </a:lnTo>
                <a:lnTo>
                  <a:pt x="2057025" y="469686"/>
                </a:lnTo>
                <a:lnTo>
                  <a:pt x="2019548" y="469686"/>
                </a:lnTo>
                <a:lnTo>
                  <a:pt x="2019548" y="486102"/>
                </a:lnTo>
                <a:lnTo>
                  <a:pt x="2054341" y="486102"/>
                </a:lnTo>
                <a:lnTo>
                  <a:pt x="2054341" y="492709"/>
                </a:lnTo>
                <a:lnTo>
                  <a:pt x="2054341" y="499420"/>
                </a:lnTo>
                <a:lnTo>
                  <a:pt x="2019548" y="499420"/>
                </a:lnTo>
                <a:lnTo>
                  <a:pt x="2019548" y="519552"/>
                </a:lnTo>
                <a:lnTo>
                  <a:pt x="2058677" y="519552"/>
                </a:lnTo>
                <a:lnTo>
                  <a:pt x="2058677" y="526470"/>
                </a:lnTo>
                <a:lnTo>
                  <a:pt x="2058677" y="533283"/>
                </a:lnTo>
                <a:lnTo>
                  <a:pt x="2004681" y="533283"/>
                </a:lnTo>
                <a:close/>
                <a:moveTo>
                  <a:pt x="1933959" y="455955"/>
                </a:moveTo>
                <a:lnTo>
                  <a:pt x="1991878" y="455955"/>
                </a:lnTo>
                <a:lnTo>
                  <a:pt x="1991878" y="462768"/>
                </a:lnTo>
                <a:lnTo>
                  <a:pt x="1991878" y="469686"/>
                </a:lnTo>
                <a:lnTo>
                  <a:pt x="1970301" y="469686"/>
                </a:lnTo>
                <a:lnTo>
                  <a:pt x="1970301" y="533283"/>
                </a:lnTo>
                <a:lnTo>
                  <a:pt x="1962970" y="533283"/>
                </a:lnTo>
                <a:lnTo>
                  <a:pt x="1955537" y="533283"/>
                </a:lnTo>
                <a:lnTo>
                  <a:pt x="1955537" y="469686"/>
                </a:lnTo>
                <a:lnTo>
                  <a:pt x="1933959" y="469686"/>
                </a:lnTo>
                <a:lnTo>
                  <a:pt x="1933959" y="462873"/>
                </a:lnTo>
                <a:close/>
                <a:moveTo>
                  <a:pt x="1844139" y="455955"/>
                </a:moveTo>
                <a:lnTo>
                  <a:pt x="1894727" y="455955"/>
                </a:lnTo>
                <a:lnTo>
                  <a:pt x="1894727" y="462768"/>
                </a:lnTo>
                <a:lnTo>
                  <a:pt x="1894727" y="469686"/>
                </a:lnTo>
                <a:lnTo>
                  <a:pt x="1859006" y="469686"/>
                </a:lnTo>
                <a:lnTo>
                  <a:pt x="1859006" y="487238"/>
                </a:lnTo>
                <a:lnTo>
                  <a:pt x="1890186" y="487238"/>
                </a:lnTo>
                <a:lnTo>
                  <a:pt x="1890186" y="493948"/>
                </a:lnTo>
                <a:lnTo>
                  <a:pt x="1890186" y="500556"/>
                </a:lnTo>
                <a:lnTo>
                  <a:pt x="1859006" y="500556"/>
                </a:lnTo>
                <a:lnTo>
                  <a:pt x="1859006" y="533283"/>
                </a:lnTo>
                <a:lnTo>
                  <a:pt x="1851573" y="533283"/>
                </a:lnTo>
                <a:lnTo>
                  <a:pt x="1844139" y="533283"/>
                </a:lnTo>
                <a:close/>
                <a:moveTo>
                  <a:pt x="1661400" y="455955"/>
                </a:moveTo>
                <a:lnTo>
                  <a:pt x="1713847" y="455955"/>
                </a:lnTo>
                <a:lnTo>
                  <a:pt x="1713847" y="462768"/>
                </a:lnTo>
                <a:lnTo>
                  <a:pt x="1713847" y="469686"/>
                </a:lnTo>
                <a:lnTo>
                  <a:pt x="1676267" y="469686"/>
                </a:lnTo>
                <a:lnTo>
                  <a:pt x="1676267" y="486102"/>
                </a:lnTo>
                <a:lnTo>
                  <a:pt x="1711060" y="486102"/>
                </a:lnTo>
                <a:lnTo>
                  <a:pt x="1711060" y="492709"/>
                </a:lnTo>
                <a:lnTo>
                  <a:pt x="1711060" y="499420"/>
                </a:lnTo>
                <a:lnTo>
                  <a:pt x="1676267" y="499420"/>
                </a:lnTo>
                <a:lnTo>
                  <a:pt x="1676267" y="519552"/>
                </a:lnTo>
                <a:lnTo>
                  <a:pt x="1715499" y="519552"/>
                </a:lnTo>
                <a:lnTo>
                  <a:pt x="1715499" y="526470"/>
                </a:lnTo>
                <a:lnTo>
                  <a:pt x="1715499" y="533283"/>
                </a:lnTo>
                <a:lnTo>
                  <a:pt x="1661400" y="533283"/>
                </a:lnTo>
                <a:close/>
                <a:moveTo>
                  <a:pt x="1590782" y="455955"/>
                </a:moveTo>
                <a:lnTo>
                  <a:pt x="1648598" y="455955"/>
                </a:lnTo>
                <a:lnTo>
                  <a:pt x="1648598" y="462768"/>
                </a:lnTo>
                <a:lnTo>
                  <a:pt x="1648598" y="469686"/>
                </a:lnTo>
                <a:lnTo>
                  <a:pt x="1627124" y="469686"/>
                </a:lnTo>
                <a:lnTo>
                  <a:pt x="1627124" y="533283"/>
                </a:lnTo>
                <a:lnTo>
                  <a:pt x="1619690" y="533283"/>
                </a:lnTo>
                <a:lnTo>
                  <a:pt x="1612257" y="533283"/>
                </a:lnTo>
                <a:lnTo>
                  <a:pt x="1612257" y="469686"/>
                </a:lnTo>
                <a:lnTo>
                  <a:pt x="1590782" y="469686"/>
                </a:lnTo>
                <a:lnTo>
                  <a:pt x="1590782" y="462873"/>
                </a:lnTo>
                <a:close/>
                <a:moveTo>
                  <a:pt x="1450681" y="455955"/>
                </a:moveTo>
                <a:lnTo>
                  <a:pt x="1508497" y="455955"/>
                </a:lnTo>
                <a:lnTo>
                  <a:pt x="1508497" y="462768"/>
                </a:lnTo>
                <a:lnTo>
                  <a:pt x="1508497" y="469686"/>
                </a:lnTo>
                <a:lnTo>
                  <a:pt x="1487023" y="469686"/>
                </a:lnTo>
                <a:lnTo>
                  <a:pt x="1487023" y="533283"/>
                </a:lnTo>
                <a:lnTo>
                  <a:pt x="1479589" y="533283"/>
                </a:lnTo>
                <a:lnTo>
                  <a:pt x="1472156" y="533283"/>
                </a:lnTo>
                <a:lnTo>
                  <a:pt x="1472156" y="469686"/>
                </a:lnTo>
                <a:lnTo>
                  <a:pt x="1450681" y="469686"/>
                </a:lnTo>
                <a:lnTo>
                  <a:pt x="1450681" y="462873"/>
                </a:lnTo>
                <a:close/>
                <a:moveTo>
                  <a:pt x="1424045" y="455955"/>
                </a:moveTo>
                <a:lnTo>
                  <a:pt x="1431479" y="455955"/>
                </a:lnTo>
                <a:lnTo>
                  <a:pt x="1438912" y="455955"/>
                </a:lnTo>
                <a:lnTo>
                  <a:pt x="1438912" y="533283"/>
                </a:lnTo>
                <a:lnTo>
                  <a:pt x="1431582" y="533283"/>
                </a:lnTo>
                <a:lnTo>
                  <a:pt x="1424045" y="533283"/>
                </a:lnTo>
                <a:close/>
                <a:moveTo>
                  <a:pt x="1354666" y="455955"/>
                </a:moveTo>
                <a:lnTo>
                  <a:pt x="1412482" y="455955"/>
                </a:lnTo>
                <a:lnTo>
                  <a:pt x="1412482" y="462768"/>
                </a:lnTo>
                <a:lnTo>
                  <a:pt x="1412482" y="469686"/>
                </a:lnTo>
                <a:lnTo>
                  <a:pt x="1391008" y="469686"/>
                </a:lnTo>
                <a:lnTo>
                  <a:pt x="1391008" y="533283"/>
                </a:lnTo>
                <a:lnTo>
                  <a:pt x="1383574" y="533283"/>
                </a:lnTo>
                <a:lnTo>
                  <a:pt x="1376141" y="533283"/>
                </a:lnTo>
                <a:lnTo>
                  <a:pt x="1376141" y="469686"/>
                </a:lnTo>
                <a:lnTo>
                  <a:pt x="1354666" y="469686"/>
                </a:lnTo>
                <a:lnTo>
                  <a:pt x="1354666" y="462873"/>
                </a:lnTo>
                <a:close/>
                <a:moveTo>
                  <a:pt x="1214359" y="455955"/>
                </a:moveTo>
                <a:lnTo>
                  <a:pt x="1222206" y="455955"/>
                </a:lnTo>
                <a:lnTo>
                  <a:pt x="1229949" y="455955"/>
                </a:lnTo>
                <a:lnTo>
                  <a:pt x="1258547" y="510261"/>
                </a:lnTo>
                <a:lnTo>
                  <a:pt x="1258547" y="455955"/>
                </a:lnTo>
                <a:lnTo>
                  <a:pt x="1265465" y="455955"/>
                </a:lnTo>
                <a:lnTo>
                  <a:pt x="1272485" y="455955"/>
                </a:lnTo>
                <a:lnTo>
                  <a:pt x="1272485" y="533283"/>
                </a:lnTo>
                <a:lnTo>
                  <a:pt x="1265052" y="533283"/>
                </a:lnTo>
                <a:lnTo>
                  <a:pt x="1257618" y="533283"/>
                </a:lnTo>
                <a:lnTo>
                  <a:pt x="1228297" y="477532"/>
                </a:lnTo>
                <a:lnTo>
                  <a:pt x="1228297" y="533283"/>
                </a:lnTo>
                <a:lnTo>
                  <a:pt x="1221380" y="533283"/>
                </a:lnTo>
                <a:lnTo>
                  <a:pt x="1214359" y="533283"/>
                </a:lnTo>
                <a:close/>
                <a:moveTo>
                  <a:pt x="1182457" y="455955"/>
                </a:moveTo>
                <a:lnTo>
                  <a:pt x="1189788" y="455955"/>
                </a:lnTo>
                <a:lnTo>
                  <a:pt x="1197324" y="455955"/>
                </a:lnTo>
                <a:lnTo>
                  <a:pt x="1197324" y="533283"/>
                </a:lnTo>
                <a:lnTo>
                  <a:pt x="1189891" y="533283"/>
                </a:lnTo>
                <a:lnTo>
                  <a:pt x="1182457" y="533283"/>
                </a:lnTo>
                <a:close/>
                <a:moveTo>
                  <a:pt x="994762" y="455955"/>
                </a:moveTo>
                <a:lnTo>
                  <a:pt x="1002506" y="455955"/>
                </a:lnTo>
                <a:lnTo>
                  <a:pt x="1010352" y="455955"/>
                </a:lnTo>
                <a:lnTo>
                  <a:pt x="1038847" y="510261"/>
                </a:lnTo>
                <a:lnTo>
                  <a:pt x="1038847" y="455955"/>
                </a:lnTo>
                <a:lnTo>
                  <a:pt x="1045764" y="455955"/>
                </a:lnTo>
                <a:lnTo>
                  <a:pt x="1052784" y="455955"/>
                </a:lnTo>
                <a:lnTo>
                  <a:pt x="1052784" y="533283"/>
                </a:lnTo>
                <a:lnTo>
                  <a:pt x="1045352" y="533283"/>
                </a:lnTo>
                <a:lnTo>
                  <a:pt x="1037918" y="533283"/>
                </a:lnTo>
                <a:lnTo>
                  <a:pt x="1008596" y="477532"/>
                </a:lnTo>
                <a:lnTo>
                  <a:pt x="1008596" y="533283"/>
                </a:lnTo>
                <a:lnTo>
                  <a:pt x="1001680" y="533283"/>
                </a:lnTo>
                <a:lnTo>
                  <a:pt x="994762" y="533283"/>
                </a:lnTo>
                <a:close/>
                <a:moveTo>
                  <a:pt x="962757" y="455955"/>
                </a:moveTo>
                <a:lnTo>
                  <a:pt x="970191" y="455955"/>
                </a:lnTo>
                <a:lnTo>
                  <a:pt x="977624" y="455955"/>
                </a:lnTo>
                <a:lnTo>
                  <a:pt x="977624" y="533283"/>
                </a:lnTo>
                <a:lnTo>
                  <a:pt x="970191" y="533283"/>
                </a:lnTo>
                <a:lnTo>
                  <a:pt x="962757" y="533283"/>
                </a:lnTo>
                <a:close/>
                <a:moveTo>
                  <a:pt x="872110" y="455955"/>
                </a:moveTo>
                <a:lnTo>
                  <a:pt x="879544" y="455955"/>
                </a:lnTo>
                <a:lnTo>
                  <a:pt x="886977" y="455955"/>
                </a:lnTo>
                <a:lnTo>
                  <a:pt x="886977" y="533283"/>
                </a:lnTo>
                <a:lnTo>
                  <a:pt x="879647" y="533283"/>
                </a:lnTo>
                <a:lnTo>
                  <a:pt x="872110" y="533283"/>
                </a:lnTo>
                <a:close/>
                <a:moveTo>
                  <a:pt x="803247" y="455955"/>
                </a:moveTo>
                <a:lnTo>
                  <a:pt x="855591" y="455955"/>
                </a:lnTo>
                <a:lnTo>
                  <a:pt x="855591" y="462768"/>
                </a:lnTo>
                <a:lnTo>
                  <a:pt x="855591" y="469686"/>
                </a:lnTo>
                <a:lnTo>
                  <a:pt x="818114" y="469686"/>
                </a:lnTo>
                <a:lnTo>
                  <a:pt x="818114" y="486102"/>
                </a:lnTo>
                <a:lnTo>
                  <a:pt x="852907" y="486102"/>
                </a:lnTo>
                <a:lnTo>
                  <a:pt x="852907" y="492709"/>
                </a:lnTo>
                <a:lnTo>
                  <a:pt x="852907" y="499420"/>
                </a:lnTo>
                <a:lnTo>
                  <a:pt x="818114" y="499420"/>
                </a:lnTo>
                <a:lnTo>
                  <a:pt x="818114" y="519552"/>
                </a:lnTo>
                <a:lnTo>
                  <a:pt x="857243" y="519552"/>
                </a:lnTo>
                <a:lnTo>
                  <a:pt x="857243" y="526470"/>
                </a:lnTo>
                <a:lnTo>
                  <a:pt x="857243" y="533283"/>
                </a:lnTo>
                <a:lnTo>
                  <a:pt x="803247" y="533283"/>
                </a:lnTo>
                <a:close/>
                <a:moveTo>
                  <a:pt x="727279" y="455808"/>
                </a:moveTo>
                <a:lnTo>
                  <a:pt x="762071" y="455808"/>
                </a:lnTo>
                <a:cubicBezTo>
                  <a:pt x="767895" y="455463"/>
                  <a:pt x="773639" y="457305"/>
                  <a:pt x="778177" y="460969"/>
                </a:cubicBezTo>
                <a:cubicBezTo>
                  <a:pt x="782200" y="464666"/>
                  <a:pt x="784360" y="469968"/>
                  <a:pt x="784063" y="475423"/>
                </a:cubicBezTo>
                <a:cubicBezTo>
                  <a:pt x="784433" y="481076"/>
                  <a:pt x="781953" y="486539"/>
                  <a:pt x="777454" y="489980"/>
                </a:cubicBezTo>
                <a:cubicBezTo>
                  <a:pt x="776764" y="490637"/>
                  <a:pt x="775959" y="491162"/>
                  <a:pt x="775080" y="491529"/>
                </a:cubicBezTo>
                <a:cubicBezTo>
                  <a:pt x="776704" y="492179"/>
                  <a:pt x="778232" y="493048"/>
                  <a:pt x="779623" y="494110"/>
                </a:cubicBezTo>
                <a:cubicBezTo>
                  <a:pt x="784220" y="497628"/>
                  <a:pt x="786772" y="503198"/>
                  <a:pt x="786436" y="508977"/>
                </a:cubicBezTo>
                <a:cubicBezTo>
                  <a:pt x="786906" y="515674"/>
                  <a:pt x="784415" y="522241"/>
                  <a:pt x="779623" y="526941"/>
                </a:cubicBezTo>
                <a:cubicBezTo>
                  <a:pt x="774075" y="531437"/>
                  <a:pt x="767025" y="533653"/>
                  <a:pt x="759903" y="533136"/>
                </a:cubicBezTo>
                <a:lnTo>
                  <a:pt x="727589" y="533136"/>
                </a:lnTo>
                <a:close/>
                <a:moveTo>
                  <a:pt x="930151" y="455808"/>
                </a:moveTo>
                <a:lnTo>
                  <a:pt x="944915" y="455808"/>
                </a:lnTo>
                <a:lnTo>
                  <a:pt x="944915" y="511455"/>
                </a:lnTo>
                <a:cubicBezTo>
                  <a:pt x="945422" y="517907"/>
                  <a:pt x="943342" y="524296"/>
                  <a:pt x="939133" y="529213"/>
                </a:cubicBezTo>
                <a:cubicBezTo>
                  <a:pt x="934518" y="533542"/>
                  <a:pt x="928307" y="535750"/>
                  <a:pt x="921994" y="535305"/>
                </a:cubicBezTo>
                <a:cubicBezTo>
                  <a:pt x="915395" y="535867"/>
                  <a:pt x="908899" y="533398"/>
                  <a:pt x="904340" y="528593"/>
                </a:cubicBezTo>
                <a:cubicBezTo>
                  <a:pt x="900112" y="522589"/>
                  <a:pt x="898238" y="515240"/>
                  <a:pt x="899075" y="507945"/>
                </a:cubicBezTo>
                <a:lnTo>
                  <a:pt x="899075" y="503919"/>
                </a:lnTo>
                <a:lnTo>
                  <a:pt x="913219" y="503919"/>
                </a:lnTo>
                <a:lnTo>
                  <a:pt x="913219" y="508565"/>
                </a:lnTo>
                <a:cubicBezTo>
                  <a:pt x="912884" y="512122"/>
                  <a:pt x="913563" y="515702"/>
                  <a:pt x="915181" y="518889"/>
                </a:cubicBezTo>
                <a:cubicBezTo>
                  <a:pt x="916604" y="521191"/>
                  <a:pt x="919193" y="522506"/>
                  <a:pt x="921891" y="522296"/>
                </a:cubicBezTo>
                <a:cubicBezTo>
                  <a:pt x="924267" y="522529"/>
                  <a:pt x="926610" y="521607"/>
                  <a:pt x="928189" y="519818"/>
                </a:cubicBezTo>
                <a:cubicBezTo>
                  <a:pt x="929669" y="517405"/>
                  <a:pt x="930356" y="514588"/>
                  <a:pt x="930151" y="511765"/>
                </a:cubicBezTo>
                <a:close/>
                <a:moveTo>
                  <a:pt x="1520182" y="455705"/>
                </a:moveTo>
                <a:lnTo>
                  <a:pt x="1535049" y="455705"/>
                </a:lnTo>
                <a:lnTo>
                  <a:pt x="1535049" y="504435"/>
                </a:lnTo>
                <a:cubicBezTo>
                  <a:pt x="1534751" y="508880"/>
                  <a:pt x="1535990" y="513290"/>
                  <a:pt x="1538559" y="516928"/>
                </a:cubicBezTo>
                <a:cubicBezTo>
                  <a:pt x="1541183" y="519818"/>
                  <a:pt x="1544991" y="521341"/>
                  <a:pt x="1548883" y="521057"/>
                </a:cubicBezTo>
                <a:cubicBezTo>
                  <a:pt x="1552720" y="521375"/>
                  <a:pt x="1556501" y="519977"/>
                  <a:pt x="1559207" y="517238"/>
                </a:cubicBezTo>
                <a:cubicBezTo>
                  <a:pt x="1561713" y="513465"/>
                  <a:pt x="1562843" y="508943"/>
                  <a:pt x="1562408" y="504435"/>
                </a:cubicBezTo>
                <a:lnTo>
                  <a:pt x="1562408" y="455705"/>
                </a:lnTo>
                <a:lnTo>
                  <a:pt x="1577688" y="455705"/>
                </a:lnTo>
                <a:lnTo>
                  <a:pt x="1577688" y="503920"/>
                </a:lnTo>
                <a:cubicBezTo>
                  <a:pt x="1578478" y="512458"/>
                  <a:pt x="1576089" y="520987"/>
                  <a:pt x="1570977" y="527872"/>
                </a:cubicBezTo>
                <a:cubicBezTo>
                  <a:pt x="1564990" y="533275"/>
                  <a:pt x="1557018" y="535933"/>
                  <a:pt x="1548986" y="535203"/>
                </a:cubicBezTo>
                <a:cubicBezTo>
                  <a:pt x="1541005" y="535826"/>
                  <a:pt x="1533132" y="533051"/>
                  <a:pt x="1527306" y="527562"/>
                </a:cubicBezTo>
                <a:cubicBezTo>
                  <a:pt x="1522129" y="520812"/>
                  <a:pt x="1519596" y="512406"/>
                  <a:pt x="1520182" y="503920"/>
                </a:cubicBezTo>
                <a:close/>
                <a:moveTo>
                  <a:pt x="2475842" y="454000"/>
                </a:moveTo>
                <a:cubicBezTo>
                  <a:pt x="2484389" y="453523"/>
                  <a:pt x="2493118" y="456307"/>
                  <a:pt x="2500004" y="462465"/>
                </a:cubicBezTo>
                <a:cubicBezTo>
                  <a:pt x="2500930" y="463294"/>
                  <a:pt x="2501809" y="464173"/>
                  <a:pt x="2502637" y="465099"/>
                </a:cubicBezTo>
                <a:cubicBezTo>
                  <a:pt x="2509237" y="473675"/>
                  <a:pt x="2512534" y="484337"/>
                  <a:pt x="2511929" y="495143"/>
                </a:cubicBezTo>
                <a:cubicBezTo>
                  <a:pt x="2512514" y="505755"/>
                  <a:pt x="2509212" y="516217"/>
                  <a:pt x="2502637" y="524567"/>
                </a:cubicBezTo>
                <a:cubicBezTo>
                  <a:pt x="2489982" y="538337"/>
                  <a:pt x="2468560" y="539241"/>
                  <a:pt x="2454789" y="526585"/>
                </a:cubicBezTo>
                <a:cubicBezTo>
                  <a:pt x="2454088" y="525941"/>
                  <a:pt x="2453414" y="525268"/>
                  <a:pt x="2452770" y="524567"/>
                </a:cubicBezTo>
                <a:cubicBezTo>
                  <a:pt x="2446197" y="516217"/>
                  <a:pt x="2442893" y="505755"/>
                  <a:pt x="2443478" y="495143"/>
                </a:cubicBezTo>
                <a:cubicBezTo>
                  <a:pt x="2442872" y="484337"/>
                  <a:pt x="2446169" y="473675"/>
                  <a:pt x="2452770" y="465099"/>
                </a:cubicBezTo>
                <a:cubicBezTo>
                  <a:pt x="2458928" y="458214"/>
                  <a:pt x="2467294" y="454477"/>
                  <a:pt x="2475842" y="454000"/>
                </a:cubicBezTo>
                <a:close/>
                <a:moveTo>
                  <a:pt x="2330250" y="453993"/>
                </a:moveTo>
                <a:cubicBezTo>
                  <a:pt x="2338824" y="453525"/>
                  <a:pt x="2347577" y="456327"/>
                  <a:pt x="2354477" y="462512"/>
                </a:cubicBezTo>
                <a:cubicBezTo>
                  <a:pt x="2355386" y="463327"/>
                  <a:pt x="2356249" y="464191"/>
                  <a:pt x="2357064" y="465099"/>
                </a:cubicBezTo>
                <a:cubicBezTo>
                  <a:pt x="2363636" y="473686"/>
                  <a:pt x="2366898" y="484351"/>
                  <a:pt x="2366253" y="495143"/>
                </a:cubicBezTo>
                <a:cubicBezTo>
                  <a:pt x="2366869" y="505743"/>
                  <a:pt x="2363602" y="516203"/>
                  <a:pt x="2357064" y="524569"/>
                </a:cubicBezTo>
                <a:cubicBezTo>
                  <a:pt x="2344356" y="538367"/>
                  <a:pt x="2322868" y="539250"/>
                  <a:pt x="2309070" y="526541"/>
                </a:cubicBezTo>
                <a:cubicBezTo>
                  <a:pt x="2308385" y="525911"/>
                  <a:pt x="2307727" y="525252"/>
                  <a:pt x="2307096" y="524569"/>
                </a:cubicBezTo>
                <a:lnTo>
                  <a:pt x="2307095" y="524569"/>
                </a:lnTo>
                <a:cubicBezTo>
                  <a:pt x="2300600" y="516181"/>
                  <a:pt x="2297338" y="505737"/>
                  <a:pt x="2297907" y="495143"/>
                </a:cubicBezTo>
                <a:cubicBezTo>
                  <a:pt x="2297317" y="484357"/>
                  <a:pt x="2300573" y="473711"/>
                  <a:pt x="2307095" y="465099"/>
                </a:cubicBezTo>
                <a:cubicBezTo>
                  <a:pt x="2313280" y="458200"/>
                  <a:pt x="2321676" y="454461"/>
                  <a:pt x="2330250" y="453993"/>
                </a:cubicBezTo>
                <a:close/>
                <a:moveTo>
                  <a:pt x="1791840" y="453993"/>
                </a:moveTo>
                <a:cubicBezTo>
                  <a:pt x="1800414" y="453525"/>
                  <a:pt x="1809167" y="456327"/>
                  <a:pt x="1816067" y="462512"/>
                </a:cubicBezTo>
                <a:cubicBezTo>
                  <a:pt x="1816976" y="463327"/>
                  <a:pt x="1817839" y="464191"/>
                  <a:pt x="1818654" y="465099"/>
                </a:cubicBezTo>
                <a:cubicBezTo>
                  <a:pt x="1825226" y="473686"/>
                  <a:pt x="1828488" y="484351"/>
                  <a:pt x="1827843" y="495143"/>
                </a:cubicBezTo>
                <a:cubicBezTo>
                  <a:pt x="1828459" y="505743"/>
                  <a:pt x="1825192" y="516203"/>
                  <a:pt x="1818654" y="524569"/>
                </a:cubicBezTo>
                <a:cubicBezTo>
                  <a:pt x="1805946" y="538367"/>
                  <a:pt x="1784458" y="539250"/>
                  <a:pt x="1770660" y="526541"/>
                </a:cubicBezTo>
                <a:cubicBezTo>
                  <a:pt x="1769975" y="525911"/>
                  <a:pt x="1769317" y="525252"/>
                  <a:pt x="1768686" y="524569"/>
                </a:cubicBezTo>
                <a:lnTo>
                  <a:pt x="1768685" y="524569"/>
                </a:lnTo>
                <a:cubicBezTo>
                  <a:pt x="1762190" y="516181"/>
                  <a:pt x="1758928" y="505737"/>
                  <a:pt x="1759497" y="495143"/>
                </a:cubicBezTo>
                <a:cubicBezTo>
                  <a:pt x="1758907" y="484357"/>
                  <a:pt x="1762163" y="473711"/>
                  <a:pt x="1768685" y="465099"/>
                </a:cubicBezTo>
                <a:cubicBezTo>
                  <a:pt x="1774870" y="458200"/>
                  <a:pt x="1783266" y="454461"/>
                  <a:pt x="1791840" y="453993"/>
                </a:cubicBezTo>
                <a:close/>
                <a:moveTo>
                  <a:pt x="2559420" y="453948"/>
                </a:moveTo>
                <a:cubicBezTo>
                  <a:pt x="2567162" y="453597"/>
                  <a:pt x="2574765" y="456094"/>
                  <a:pt x="2580791" y="460969"/>
                </a:cubicBezTo>
                <a:cubicBezTo>
                  <a:pt x="2586438" y="465759"/>
                  <a:pt x="2589962" y="472587"/>
                  <a:pt x="2590600" y="479965"/>
                </a:cubicBezTo>
                <a:lnTo>
                  <a:pt x="2576043" y="479965"/>
                </a:lnTo>
                <a:cubicBezTo>
                  <a:pt x="2575527" y="476455"/>
                  <a:pt x="2573631" y="473297"/>
                  <a:pt x="2570777" y="471190"/>
                </a:cubicBezTo>
                <a:cubicBezTo>
                  <a:pt x="2567915" y="468703"/>
                  <a:pt x="2564245" y="467345"/>
                  <a:pt x="2560453" y="467370"/>
                </a:cubicBezTo>
                <a:cubicBezTo>
                  <a:pt x="2554501" y="467080"/>
                  <a:pt x="2548802" y="469794"/>
                  <a:pt x="2545276" y="474597"/>
                </a:cubicBezTo>
                <a:cubicBezTo>
                  <a:pt x="2538127" y="487066"/>
                  <a:pt x="2538127" y="502392"/>
                  <a:pt x="2545276" y="514860"/>
                </a:cubicBezTo>
                <a:cubicBezTo>
                  <a:pt x="2548970" y="519536"/>
                  <a:pt x="2554711" y="522118"/>
                  <a:pt x="2560660" y="521778"/>
                </a:cubicBezTo>
                <a:cubicBezTo>
                  <a:pt x="2566111" y="521975"/>
                  <a:pt x="2571244" y="519211"/>
                  <a:pt x="2574081" y="514551"/>
                </a:cubicBezTo>
                <a:cubicBezTo>
                  <a:pt x="2575981" y="511664"/>
                  <a:pt x="2577313" y="508440"/>
                  <a:pt x="2578004" y="505053"/>
                </a:cubicBezTo>
                <a:lnTo>
                  <a:pt x="2561279" y="505053"/>
                </a:lnTo>
                <a:lnTo>
                  <a:pt x="2561279" y="491735"/>
                </a:lnTo>
                <a:lnTo>
                  <a:pt x="2591116" y="491735"/>
                </a:lnTo>
                <a:lnTo>
                  <a:pt x="2591116" y="533032"/>
                </a:lnTo>
                <a:lnTo>
                  <a:pt x="2580791" y="533032"/>
                </a:lnTo>
                <a:lnTo>
                  <a:pt x="2579347" y="522708"/>
                </a:lnTo>
                <a:lnTo>
                  <a:pt x="2579140" y="524566"/>
                </a:lnTo>
                <a:cubicBezTo>
                  <a:pt x="2574682" y="531614"/>
                  <a:pt x="2566826" y="535776"/>
                  <a:pt x="2558491" y="535510"/>
                </a:cubicBezTo>
                <a:lnTo>
                  <a:pt x="2558491" y="534890"/>
                </a:lnTo>
                <a:cubicBezTo>
                  <a:pt x="2549092" y="535393"/>
                  <a:pt x="2539975" y="531594"/>
                  <a:pt x="2533713" y="524566"/>
                </a:cubicBezTo>
                <a:cubicBezTo>
                  <a:pt x="2521148" y="506734"/>
                  <a:pt x="2521148" y="482930"/>
                  <a:pt x="2533713" y="465098"/>
                </a:cubicBezTo>
                <a:cubicBezTo>
                  <a:pt x="2540122" y="457641"/>
                  <a:pt x="2549596" y="453533"/>
                  <a:pt x="2559420" y="453948"/>
                </a:cubicBezTo>
                <a:close/>
                <a:moveTo>
                  <a:pt x="2104844" y="453742"/>
                </a:moveTo>
                <a:cubicBezTo>
                  <a:pt x="2112415" y="453547"/>
                  <a:pt x="2119782" y="456201"/>
                  <a:pt x="2125492" y="461176"/>
                </a:cubicBezTo>
                <a:cubicBezTo>
                  <a:pt x="2131350" y="466344"/>
                  <a:pt x="2135037" y="473534"/>
                  <a:pt x="2135817" y="481307"/>
                </a:cubicBezTo>
                <a:lnTo>
                  <a:pt x="2120950" y="481307"/>
                </a:lnTo>
                <a:cubicBezTo>
                  <a:pt x="2120699" y="477354"/>
                  <a:pt x="2118922" y="473651"/>
                  <a:pt x="2115994" y="470983"/>
                </a:cubicBezTo>
                <a:cubicBezTo>
                  <a:pt x="2113103" y="468558"/>
                  <a:pt x="2109444" y="467241"/>
                  <a:pt x="2105670" y="467266"/>
                </a:cubicBezTo>
                <a:cubicBezTo>
                  <a:pt x="2100348" y="467154"/>
                  <a:pt x="2095378" y="469915"/>
                  <a:pt x="2092662" y="474494"/>
                </a:cubicBezTo>
                <a:cubicBezTo>
                  <a:pt x="2089242" y="480556"/>
                  <a:pt x="2087630" y="487470"/>
                  <a:pt x="2088015" y="494419"/>
                </a:cubicBezTo>
                <a:cubicBezTo>
                  <a:pt x="2087636" y="501203"/>
                  <a:pt x="2089251" y="507952"/>
                  <a:pt x="2092662" y="513828"/>
                </a:cubicBezTo>
                <a:cubicBezTo>
                  <a:pt x="2097574" y="521107"/>
                  <a:pt x="2107457" y="523023"/>
                  <a:pt x="2114734" y="518111"/>
                </a:cubicBezTo>
                <a:cubicBezTo>
                  <a:pt x="2115359" y="517689"/>
                  <a:pt x="2115952" y="517224"/>
                  <a:pt x="2116510" y="516719"/>
                </a:cubicBezTo>
                <a:cubicBezTo>
                  <a:pt x="2119428" y="513746"/>
                  <a:pt x="2121186" y="509828"/>
                  <a:pt x="2121466" y="505672"/>
                </a:cubicBezTo>
                <a:lnTo>
                  <a:pt x="2135198" y="506085"/>
                </a:lnTo>
                <a:cubicBezTo>
                  <a:pt x="2134682" y="514125"/>
                  <a:pt x="2131227" y="521695"/>
                  <a:pt x="2125492" y="527353"/>
                </a:cubicBezTo>
                <a:cubicBezTo>
                  <a:pt x="2119912" y="532598"/>
                  <a:pt x="2112501" y="535451"/>
                  <a:pt x="2104844" y="535303"/>
                </a:cubicBezTo>
                <a:cubicBezTo>
                  <a:pt x="2095601" y="535681"/>
                  <a:pt x="2086736" y="531613"/>
                  <a:pt x="2080994" y="524360"/>
                </a:cubicBezTo>
                <a:cubicBezTo>
                  <a:pt x="2074691" y="515889"/>
                  <a:pt x="2071549" y="505479"/>
                  <a:pt x="2072116" y="494935"/>
                </a:cubicBezTo>
                <a:cubicBezTo>
                  <a:pt x="2071525" y="484197"/>
                  <a:pt x="2074662" y="473584"/>
                  <a:pt x="2080994" y="464892"/>
                </a:cubicBezTo>
                <a:cubicBezTo>
                  <a:pt x="2086682" y="457547"/>
                  <a:pt x="2095561" y="453395"/>
                  <a:pt x="2104844" y="453742"/>
                </a:cubicBezTo>
                <a:close/>
                <a:moveTo>
                  <a:pt x="1316173" y="453741"/>
                </a:moveTo>
                <a:cubicBezTo>
                  <a:pt x="1323310" y="453429"/>
                  <a:pt x="1330295" y="455868"/>
                  <a:pt x="1335686" y="460556"/>
                </a:cubicBezTo>
                <a:cubicBezTo>
                  <a:pt x="1340783" y="465376"/>
                  <a:pt x="1343754" y="472023"/>
                  <a:pt x="1343946" y="479036"/>
                </a:cubicBezTo>
                <a:lnTo>
                  <a:pt x="1328872" y="479036"/>
                </a:lnTo>
                <a:cubicBezTo>
                  <a:pt x="1328757" y="475599"/>
                  <a:pt x="1327133" y="472389"/>
                  <a:pt x="1324432" y="470260"/>
                </a:cubicBezTo>
                <a:cubicBezTo>
                  <a:pt x="1321455" y="468051"/>
                  <a:pt x="1317814" y="466922"/>
                  <a:pt x="1314108" y="467060"/>
                </a:cubicBezTo>
                <a:cubicBezTo>
                  <a:pt x="1310951" y="466839"/>
                  <a:pt x="1307825" y="467795"/>
                  <a:pt x="1305332" y="469744"/>
                </a:cubicBezTo>
                <a:cubicBezTo>
                  <a:pt x="1303143" y="471616"/>
                  <a:pt x="1301958" y="474406"/>
                  <a:pt x="1302132" y="477280"/>
                </a:cubicBezTo>
                <a:cubicBezTo>
                  <a:pt x="1302126" y="479552"/>
                  <a:pt x="1303405" y="481631"/>
                  <a:pt x="1305435" y="482649"/>
                </a:cubicBezTo>
                <a:cubicBezTo>
                  <a:pt x="1309916" y="484699"/>
                  <a:pt x="1314632" y="486190"/>
                  <a:pt x="1319476" y="487089"/>
                </a:cubicBezTo>
                <a:cubicBezTo>
                  <a:pt x="1326938" y="488400"/>
                  <a:pt x="1334002" y="491403"/>
                  <a:pt x="1340125" y="495864"/>
                </a:cubicBezTo>
                <a:cubicBezTo>
                  <a:pt x="1343954" y="500149"/>
                  <a:pt x="1345825" y="505836"/>
                  <a:pt x="1345288" y="511557"/>
                </a:cubicBezTo>
                <a:cubicBezTo>
                  <a:pt x="1345652" y="518272"/>
                  <a:pt x="1342724" y="524743"/>
                  <a:pt x="1337440" y="528902"/>
                </a:cubicBezTo>
                <a:cubicBezTo>
                  <a:pt x="1331270" y="533441"/>
                  <a:pt x="1323719" y="535703"/>
                  <a:pt x="1316070" y="535303"/>
                </a:cubicBezTo>
                <a:cubicBezTo>
                  <a:pt x="1308581" y="535660"/>
                  <a:pt x="1301226" y="533232"/>
                  <a:pt x="1295421" y="528489"/>
                </a:cubicBezTo>
                <a:cubicBezTo>
                  <a:pt x="1290158" y="523453"/>
                  <a:pt x="1287206" y="516467"/>
                  <a:pt x="1287265" y="509182"/>
                </a:cubicBezTo>
                <a:lnTo>
                  <a:pt x="1301616" y="509183"/>
                </a:lnTo>
                <a:cubicBezTo>
                  <a:pt x="1301540" y="512800"/>
                  <a:pt x="1303048" y="516270"/>
                  <a:pt x="1305745" y="518681"/>
                </a:cubicBezTo>
                <a:cubicBezTo>
                  <a:pt x="1308710" y="520927"/>
                  <a:pt x="1312352" y="522092"/>
                  <a:pt x="1316070" y="521985"/>
                </a:cubicBezTo>
                <a:cubicBezTo>
                  <a:pt x="1319943" y="522191"/>
                  <a:pt x="1323799" y="521334"/>
                  <a:pt x="1327220" y="519507"/>
                </a:cubicBezTo>
                <a:cubicBezTo>
                  <a:pt x="1329710" y="518094"/>
                  <a:pt x="1331248" y="515452"/>
                  <a:pt x="1331247" y="512590"/>
                </a:cubicBezTo>
                <a:cubicBezTo>
                  <a:pt x="1331414" y="510077"/>
                  <a:pt x="1330332" y="507645"/>
                  <a:pt x="1328356" y="506085"/>
                </a:cubicBezTo>
                <a:cubicBezTo>
                  <a:pt x="1324591" y="504014"/>
                  <a:pt x="1320509" y="502583"/>
                  <a:pt x="1316276" y="501853"/>
                </a:cubicBezTo>
                <a:cubicBezTo>
                  <a:pt x="1308208" y="500480"/>
                  <a:pt x="1300511" y="497457"/>
                  <a:pt x="1293666" y="492973"/>
                </a:cubicBezTo>
                <a:cubicBezTo>
                  <a:pt x="1289644" y="489160"/>
                  <a:pt x="1287557" y="483735"/>
                  <a:pt x="1287988" y="478210"/>
                </a:cubicBezTo>
                <a:cubicBezTo>
                  <a:pt x="1287645" y="471419"/>
                  <a:pt x="1290420" y="464842"/>
                  <a:pt x="1295524" y="460349"/>
                </a:cubicBezTo>
                <a:cubicBezTo>
                  <a:pt x="1301310" y="455589"/>
                  <a:pt x="1308699" y="453225"/>
                  <a:pt x="1316173" y="453741"/>
                </a:cubicBezTo>
                <a:close/>
                <a:moveTo>
                  <a:pt x="1099249" y="453458"/>
                </a:moveTo>
                <a:cubicBezTo>
                  <a:pt x="1107647" y="452720"/>
                  <a:pt x="1116308" y="454967"/>
                  <a:pt x="1123523" y="460350"/>
                </a:cubicBezTo>
                <a:cubicBezTo>
                  <a:pt x="1129206" y="465112"/>
                  <a:pt x="1132739" y="471956"/>
                  <a:pt x="1133332" y="479346"/>
                </a:cubicBezTo>
                <a:lnTo>
                  <a:pt x="1118465" y="479346"/>
                </a:lnTo>
                <a:cubicBezTo>
                  <a:pt x="1118043" y="475829"/>
                  <a:pt x="1116172" y="472648"/>
                  <a:pt x="1113302" y="470571"/>
                </a:cubicBezTo>
                <a:cubicBezTo>
                  <a:pt x="1110440" y="468085"/>
                  <a:pt x="1106769" y="466726"/>
                  <a:pt x="1102978" y="466750"/>
                </a:cubicBezTo>
                <a:cubicBezTo>
                  <a:pt x="1097039" y="466516"/>
                  <a:pt x="1091364" y="469218"/>
                  <a:pt x="1087802" y="473978"/>
                </a:cubicBezTo>
                <a:cubicBezTo>
                  <a:pt x="1083770" y="480077"/>
                  <a:pt x="1081848" y="487330"/>
                  <a:pt x="1082329" y="494626"/>
                </a:cubicBezTo>
                <a:cubicBezTo>
                  <a:pt x="1081848" y="501699"/>
                  <a:pt x="1083697" y="508734"/>
                  <a:pt x="1087595" y="514655"/>
                </a:cubicBezTo>
                <a:cubicBezTo>
                  <a:pt x="1091300" y="519317"/>
                  <a:pt x="1097032" y="521895"/>
                  <a:pt x="1102978" y="521572"/>
                </a:cubicBezTo>
                <a:cubicBezTo>
                  <a:pt x="1108420" y="521726"/>
                  <a:pt x="1113533" y="518973"/>
                  <a:pt x="1116400" y="514346"/>
                </a:cubicBezTo>
                <a:cubicBezTo>
                  <a:pt x="1118259" y="511437"/>
                  <a:pt x="1119587" y="508221"/>
                  <a:pt x="1120323" y="504848"/>
                </a:cubicBezTo>
                <a:lnTo>
                  <a:pt x="1103598" y="504848"/>
                </a:lnTo>
                <a:lnTo>
                  <a:pt x="1103598" y="491528"/>
                </a:lnTo>
                <a:lnTo>
                  <a:pt x="1133745" y="491528"/>
                </a:lnTo>
                <a:lnTo>
                  <a:pt x="1133745" y="532825"/>
                </a:lnTo>
                <a:lnTo>
                  <a:pt x="1123420" y="532825"/>
                </a:lnTo>
                <a:lnTo>
                  <a:pt x="1121974" y="522501"/>
                </a:lnTo>
                <a:lnTo>
                  <a:pt x="1121150" y="523740"/>
                </a:lnTo>
                <a:lnTo>
                  <a:pt x="1100618" y="534622"/>
                </a:lnTo>
                <a:lnTo>
                  <a:pt x="1076548" y="523947"/>
                </a:lnTo>
                <a:cubicBezTo>
                  <a:pt x="1064165" y="506058"/>
                  <a:pt x="1064165" y="482368"/>
                  <a:pt x="1076548" y="464479"/>
                </a:cubicBezTo>
                <a:cubicBezTo>
                  <a:pt x="1082714" y="457920"/>
                  <a:pt x="1090850" y="454196"/>
                  <a:pt x="1099249" y="453458"/>
                </a:cubicBezTo>
                <a:close/>
                <a:moveTo>
                  <a:pt x="486346" y="453356"/>
                </a:moveTo>
                <a:lnTo>
                  <a:pt x="484480" y="455458"/>
                </a:lnTo>
                <a:lnTo>
                  <a:pt x="482585" y="457531"/>
                </a:lnTo>
                <a:lnTo>
                  <a:pt x="490729" y="464875"/>
                </a:lnTo>
                <a:lnTo>
                  <a:pt x="483710" y="472693"/>
                </a:lnTo>
                <a:lnTo>
                  <a:pt x="475567" y="465349"/>
                </a:lnTo>
                <a:lnTo>
                  <a:pt x="473671" y="467452"/>
                </a:lnTo>
                <a:lnTo>
                  <a:pt x="471806" y="469525"/>
                </a:lnTo>
                <a:lnTo>
                  <a:pt x="493483" y="489159"/>
                </a:lnTo>
                <a:lnTo>
                  <a:pt x="495348" y="487056"/>
                </a:lnTo>
                <a:lnTo>
                  <a:pt x="497244" y="484983"/>
                </a:lnTo>
                <a:lnTo>
                  <a:pt x="487382" y="476099"/>
                </a:lnTo>
                <a:lnTo>
                  <a:pt x="494430" y="468281"/>
                </a:lnTo>
                <a:lnTo>
                  <a:pt x="504262" y="477165"/>
                </a:lnTo>
                <a:lnTo>
                  <a:pt x="506157" y="475063"/>
                </a:lnTo>
                <a:lnTo>
                  <a:pt x="508082" y="472930"/>
                </a:lnTo>
                <a:close/>
                <a:moveTo>
                  <a:pt x="300164" y="438727"/>
                </a:moveTo>
                <a:cubicBezTo>
                  <a:pt x="300813" y="439690"/>
                  <a:pt x="301535" y="440602"/>
                  <a:pt x="302326" y="441452"/>
                </a:cubicBezTo>
                <a:cubicBezTo>
                  <a:pt x="303244" y="442370"/>
                  <a:pt x="304606" y="443199"/>
                  <a:pt x="304695" y="443732"/>
                </a:cubicBezTo>
                <a:cubicBezTo>
                  <a:pt x="304784" y="444265"/>
                  <a:pt x="304044" y="444443"/>
                  <a:pt x="304044" y="444443"/>
                </a:cubicBezTo>
                <a:lnTo>
                  <a:pt x="304044" y="462685"/>
                </a:lnTo>
                <a:cubicBezTo>
                  <a:pt x="304044" y="462685"/>
                  <a:pt x="310973" y="462566"/>
                  <a:pt x="313224" y="464284"/>
                </a:cubicBezTo>
                <a:cubicBezTo>
                  <a:pt x="315475" y="466001"/>
                  <a:pt x="319354" y="467453"/>
                  <a:pt x="320361" y="468637"/>
                </a:cubicBezTo>
                <a:cubicBezTo>
                  <a:pt x="321368" y="469822"/>
                  <a:pt x="325573" y="470088"/>
                  <a:pt x="327290" y="470562"/>
                </a:cubicBezTo>
                <a:cubicBezTo>
                  <a:pt x="329008" y="471036"/>
                  <a:pt x="329837" y="473257"/>
                  <a:pt x="330815" y="473997"/>
                </a:cubicBezTo>
                <a:cubicBezTo>
                  <a:pt x="331792" y="474738"/>
                  <a:pt x="333302" y="473908"/>
                  <a:pt x="334753" y="474353"/>
                </a:cubicBezTo>
                <a:cubicBezTo>
                  <a:pt x="336204" y="474797"/>
                  <a:pt x="338662" y="477699"/>
                  <a:pt x="340261" y="478469"/>
                </a:cubicBezTo>
                <a:cubicBezTo>
                  <a:pt x="341860" y="479239"/>
                  <a:pt x="343815" y="479387"/>
                  <a:pt x="344526" y="481104"/>
                </a:cubicBezTo>
                <a:cubicBezTo>
                  <a:pt x="345236" y="482822"/>
                  <a:pt x="344822" y="483770"/>
                  <a:pt x="346658" y="483770"/>
                </a:cubicBezTo>
                <a:cubicBezTo>
                  <a:pt x="348150" y="483707"/>
                  <a:pt x="349595" y="484288"/>
                  <a:pt x="350626" y="485369"/>
                </a:cubicBezTo>
                <a:cubicBezTo>
                  <a:pt x="351248" y="485902"/>
                  <a:pt x="353262" y="485250"/>
                  <a:pt x="355127" y="485902"/>
                </a:cubicBezTo>
                <a:cubicBezTo>
                  <a:pt x="356075" y="486168"/>
                  <a:pt x="359155" y="487738"/>
                  <a:pt x="361050" y="488271"/>
                </a:cubicBezTo>
                <a:cubicBezTo>
                  <a:pt x="364056" y="489565"/>
                  <a:pt x="366925" y="491164"/>
                  <a:pt x="369608" y="493039"/>
                </a:cubicBezTo>
                <a:cubicBezTo>
                  <a:pt x="375226" y="493424"/>
                  <a:pt x="380790" y="494365"/>
                  <a:pt x="386222" y="495852"/>
                </a:cubicBezTo>
                <a:lnTo>
                  <a:pt x="216387" y="496030"/>
                </a:lnTo>
                <a:cubicBezTo>
                  <a:pt x="216387" y="496030"/>
                  <a:pt x="221866" y="494934"/>
                  <a:pt x="236673" y="493661"/>
                </a:cubicBezTo>
                <a:cubicBezTo>
                  <a:pt x="239282" y="491490"/>
                  <a:pt x="242305" y="489867"/>
                  <a:pt x="245557" y="488893"/>
                </a:cubicBezTo>
                <a:cubicBezTo>
                  <a:pt x="246623" y="488804"/>
                  <a:pt x="249910" y="485013"/>
                  <a:pt x="250325" y="484392"/>
                </a:cubicBezTo>
                <a:cubicBezTo>
                  <a:pt x="250739" y="483770"/>
                  <a:pt x="254293" y="484243"/>
                  <a:pt x="255092" y="481993"/>
                </a:cubicBezTo>
                <a:cubicBezTo>
                  <a:pt x="255892" y="479742"/>
                  <a:pt x="258113" y="480038"/>
                  <a:pt x="259357" y="479594"/>
                </a:cubicBezTo>
                <a:cubicBezTo>
                  <a:pt x="260600" y="479150"/>
                  <a:pt x="260778" y="476011"/>
                  <a:pt x="263058" y="474826"/>
                </a:cubicBezTo>
                <a:cubicBezTo>
                  <a:pt x="264095" y="474293"/>
                  <a:pt x="266731" y="473435"/>
                  <a:pt x="268626" y="472694"/>
                </a:cubicBezTo>
                <a:cubicBezTo>
                  <a:pt x="270521" y="471954"/>
                  <a:pt x="272535" y="469200"/>
                  <a:pt x="273927" y="468992"/>
                </a:cubicBezTo>
                <a:cubicBezTo>
                  <a:pt x="276334" y="468874"/>
                  <a:pt x="278689" y="468237"/>
                  <a:pt x="280827" y="467127"/>
                </a:cubicBezTo>
                <a:cubicBezTo>
                  <a:pt x="282840" y="465765"/>
                  <a:pt x="285180" y="464432"/>
                  <a:pt x="286927" y="463425"/>
                </a:cubicBezTo>
                <a:cubicBezTo>
                  <a:pt x="288674" y="462418"/>
                  <a:pt x="296611" y="462951"/>
                  <a:pt x="296611" y="462951"/>
                </a:cubicBezTo>
                <a:lnTo>
                  <a:pt x="296611" y="444828"/>
                </a:lnTo>
                <a:lnTo>
                  <a:pt x="295722" y="443999"/>
                </a:lnTo>
                <a:cubicBezTo>
                  <a:pt x="295337" y="443643"/>
                  <a:pt x="296966" y="442547"/>
                  <a:pt x="298062" y="441452"/>
                </a:cubicBezTo>
                <a:cubicBezTo>
                  <a:pt x="298855" y="440620"/>
                  <a:pt x="299560" y="439708"/>
                  <a:pt x="300164" y="438727"/>
                </a:cubicBezTo>
                <a:close/>
                <a:moveTo>
                  <a:pt x="504233" y="428895"/>
                </a:moveTo>
                <a:lnTo>
                  <a:pt x="502722" y="431057"/>
                </a:lnTo>
                <a:lnTo>
                  <a:pt x="501212" y="433218"/>
                </a:lnTo>
                <a:lnTo>
                  <a:pt x="518032" y="445064"/>
                </a:lnTo>
                <a:lnTo>
                  <a:pt x="495023" y="442103"/>
                </a:lnTo>
                <a:lnTo>
                  <a:pt x="493335" y="444531"/>
                </a:lnTo>
                <a:lnTo>
                  <a:pt x="491647" y="446930"/>
                </a:lnTo>
                <a:lnTo>
                  <a:pt x="515604" y="463721"/>
                </a:lnTo>
                <a:lnTo>
                  <a:pt x="517114" y="461559"/>
                </a:lnTo>
                <a:lnTo>
                  <a:pt x="518595" y="459397"/>
                </a:lnTo>
                <a:lnTo>
                  <a:pt x="501330" y="447315"/>
                </a:lnTo>
                <a:lnTo>
                  <a:pt x="525021" y="450276"/>
                </a:lnTo>
                <a:lnTo>
                  <a:pt x="526650" y="447966"/>
                </a:lnTo>
                <a:lnTo>
                  <a:pt x="528190" y="445686"/>
                </a:lnTo>
                <a:close/>
                <a:moveTo>
                  <a:pt x="91033" y="426318"/>
                </a:moveTo>
                <a:cubicBezTo>
                  <a:pt x="82798" y="426002"/>
                  <a:pt x="75234" y="430846"/>
                  <a:pt x="72081" y="438460"/>
                </a:cubicBezTo>
                <a:cubicBezTo>
                  <a:pt x="71041" y="441878"/>
                  <a:pt x="71642" y="445585"/>
                  <a:pt x="73709" y="448499"/>
                </a:cubicBezTo>
                <a:cubicBezTo>
                  <a:pt x="75347" y="451141"/>
                  <a:pt x="78243" y="452734"/>
                  <a:pt x="81350" y="452704"/>
                </a:cubicBezTo>
                <a:lnTo>
                  <a:pt x="81912" y="452704"/>
                </a:lnTo>
                <a:lnTo>
                  <a:pt x="78951" y="455221"/>
                </a:lnTo>
                <a:lnTo>
                  <a:pt x="80994" y="458390"/>
                </a:lnTo>
                <a:lnTo>
                  <a:pt x="94232" y="449802"/>
                </a:lnTo>
                <a:lnTo>
                  <a:pt x="88102" y="440326"/>
                </a:lnTo>
                <a:lnTo>
                  <a:pt x="83867" y="443080"/>
                </a:lnTo>
                <a:lnTo>
                  <a:pt x="87154" y="448499"/>
                </a:lnTo>
                <a:cubicBezTo>
                  <a:pt x="85937" y="448976"/>
                  <a:pt x="84643" y="449228"/>
                  <a:pt x="83334" y="449239"/>
                </a:cubicBezTo>
                <a:cubicBezTo>
                  <a:pt x="81287" y="449242"/>
                  <a:pt x="79383" y="448191"/>
                  <a:pt x="78299" y="446456"/>
                </a:cubicBezTo>
                <a:cubicBezTo>
                  <a:pt x="76952" y="444643"/>
                  <a:pt x="76588" y="442283"/>
                  <a:pt x="77322" y="440148"/>
                </a:cubicBezTo>
                <a:cubicBezTo>
                  <a:pt x="78397" y="437696"/>
                  <a:pt x="80251" y="435667"/>
                  <a:pt x="82593" y="434373"/>
                </a:cubicBezTo>
                <a:cubicBezTo>
                  <a:pt x="84773" y="432771"/>
                  <a:pt x="87411" y="431918"/>
                  <a:pt x="90115" y="431945"/>
                </a:cubicBezTo>
                <a:cubicBezTo>
                  <a:pt x="92375" y="432058"/>
                  <a:pt x="94424" y="433307"/>
                  <a:pt x="95564" y="435262"/>
                </a:cubicBezTo>
                <a:cubicBezTo>
                  <a:pt x="96334" y="436455"/>
                  <a:pt x="96648" y="437883"/>
                  <a:pt x="96453" y="439289"/>
                </a:cubicBezTo>
                <a:cubicBezTo>
                  <a:pt x="96373" y="440637"/>
                  <a:pt x="95754" y="441895"/>
                  <a:pt x="94735" y="442784"/>
                </a:cubicBezTo>
                <a:lnTo>
                  <a:pt x="98052" y="447492"/>
                </a:lnTo>
                <a:cubicBezTo>
                  <a:pt x="100258" y="445766"/>
                  <a:pt x="101703" y="443249"/>
                  <a:pt x="102079" y="440474"/>
                </a:cubicBezTo>
                <a:cubicBezTo>
                  <a:pt x="102369" y="437560"/>
                  <a:pt x="101602" y="434637"/>
                  <a:pt x="99917" y="432241"/>
                </a:cubicBezTo>
                <a:cubicBezTo>
                  <a:pt x="98043" y="428987"/>
                  <a:pt x="94756" y="426798"/>
                  <a:pt x="91033" y="426318"/>
                </a:cubicBezTo>
                <a:close/>
                <a:moveTo>
                  <a:pt x="522977" y="409291"/>
                </a:moveTo>
                <a:cubicBezTo>
                  <a:pt x="525645" y="409125"/>
                  <a:pt x="528299" y="409776"/>
                  <a:pt x="530588" y="411156"/>
                </a:cubicBezTo>
                <a:cubicBezTo>
                  <a:pt x="533049" y="412178"/>
                  <a:pt x="535116" y="413964"/>
                  <a:pt x="536481" y="416250"/>
                </a:cubicBezTo>
                <a:cubicBezTo>
                  <a:pt x="536730" y="416795"/>
                  <a:pt x="536907" y="417372"/>
                  <a:pt x="537005" y="417962"/>
                </a:cubicBezTo>
                <a:cubicBezTo>
                  <a:pt x="537615" y="421642"/>
                  <a:pt x="535124" y="425116"/>
                  <a:pt x="531446" y="425726"/>
                </a:cubicBezTo>
                <a:cubicBezTo>
                  <a:pt x="528826" y="425928"/>
                  <a:pt x="526205" y="425306"/>
                  <a:pt x="523954" y="423949"/>
                </a:cubicBezTo>
                <a:cubicBezTo>
                  <a:pt x="521482" y="422848"/>
                  <a:pt x="519414" y="421006"/>
                  <a:pt x="518031" y="418678"/>
                </a:cubicBezTo>
                <a:cubicBezTo>
                  <a:pt x="517025" y="416833"/>
                  <a:pt x="517025" y="414600"/>
                  <a:pt x="518031" y="412755"/>
                </a:cubicBezTo>
                <a:cubicBezTo>
                  <a:pt x="518976" y="410828"/>
                  <a:pt x="520842" y="409519"/>
                  <a:pt x="522977" y="409291"/>
                </a:cubicBezTo>
                <a:close/>
                <a:moveTo>
                  <a:pt x="521675" y="404019"/>
                </a:moveTo>
                <a:cubicBezTo>
                  <a:pt x="521240" y="404126"/>
                  <a:pt x="520810" y="404259"/>
                  <a:pt x="520390" y="404410"/>
                </a:cubicBezTo>
                <a:cubicBezTo>
                  <a:pt x="513795" y="406809"/>
                  <a:pt x="510392" y="414097"/>
                  <a:pt x="512791" y="420692"/>
                </a:cubicBezTo>
                <a:cubicBezTo>
                  <a:pt x="514505" y="424397"/>
                  <a:pt x="517473" y="427376"/>
                  <a:pt x="521171" y="429102"/>
                </a:cubicBezTo>
                <a:cubicBezTo>
                  <a:pt x="524618" y="431172"/>
                  <a:pt x="528699" y="431930"/>
                  <a:pt x="532662" y="431234"/>
                </a:cubicBezTo>
                <a:cubicBezTo>
                  <a:pt x="536189" y="430476"/>
                  <a:pt x="539165" y="428125"/>
                  <a:pt x="540717" y="424867"/>
                </a:cubicBezTo>
                <a:lnTo>
                  <a:pt x="540657" y="424808"/>
                </a:lnTo>
                <a:cubicBezTo>
                  <a:pt x="542487" y="421714"/>
                  <a:pt x="542816" y="417956"/>
                  <a:pt x="541546" y="414592"/>
                </a:cubicBezTo>
                <a:cubicBezTo>
                  <a:pt x="539908" y="410916"/>
                  <a:pt x="536994" y="407958"/>
                  <a:pt x="533343" y="406270"/>
                </a:cubicBezTo>
                <a:cubicBezTo>
                  <a:pt x="529845" y="404153"/>
                  <a:pt x="525708" y="403356"/>
                  <a:pt x="521675" y="404019"/>
                </a:cubicBezTo>
                <a:close/>
                <a:moveTo>
                  <a:pt x="79010" y="394750"/>
                </a:moveTo>
                <a:lnTo>
                  <a:pt x="52506" y="407129"/>
                </a:lnTo>
                <a:lnTo>
                  <a:pt x="53602" y="409498"/>
                </a:lnTo>
                <a:lnTo>
                  <a:pt x="54727" y="411867"/>
                </a:lnTo>
                <a:lnTo>
                  <a:pt x="73828" y="402983"/>
                </a:lnTo>
                <a:lnTo>
                  <a:pt x="59406" y="421965"/>
                </a:lnTo>
                <a:lnTo>
                  <a:pt x="60590" y="424482"/>
                </a:lnTo>
                <a:lnTo>
                  <a:pt x="61775" y="426970"/>
                </a:lnTo>
                <a:lnTo>
                  <a:pt x="88279" y="414621"/>
                </a:lnTo>
                <a:lnTo>
                  <a:pt x="87154" y="412222"/>
                </a:lnTo>
                <a:lnTo>
                  <a:pt x="86058" y="409853"/>
                </a:lnTo>
                <a:lnTo>
                  <a:pt x="67461" y="418530"/>
                </a:lnTo>
                <a:lnTo>
                  <a:pt x="81498" y="400110"/>
                </a:lnTo>
                <a:lnTo>
                  <a:pt x="80254" y="397445"/>
                </a:lnTo>
                <a:close/>
                <a:moveTo>
                  <a:pt x="552029" y="382757"/>
                </a:moveTo>
                <a:lnTo>
                  <a:pt x="547231" y="395254"/>
                </a:lnTo>
                <a:lnTo>
                  <a:pt x="524784" y="386636"/>
                </a:lnTo>
                <a:lnTo>
                  <a:pt x="523777" y="389272"/>
                </a:lnTo>
                <a:lnTo>
                  <a:pt x="522771" y="391878"/>
                </a:lnTo>
                <a:lnTo>
                  <a:pt x="550134" y="402391"/>
                </a:lnTo>
                <a:lnTo>
                  <a:pt x="556885" y="384622"/>
                </a:lnTo>
                <a:lnTo>
                  <a:pt x="554457" y="383704"/>
                </a:lnTo>
                <a:close/>
                <a:moveTo>
                  <a:pt x="73857" y="381750"/>
                </a:moveTo>
                <a:lnTo>
                  <a:pt x="46554" y="392233"/>
                </a:lnTo>
                <a:lnTo>
                  <a:pt x="47560" y="394869"/>
                </a:lnTo>
                <a:lnTo>
                  <a:pt x="48567" y="397475"/>
                </a:lnTo>
                <a:lnTo>
                  <a:pt x="75871" y="386992"/>
                </a:lnTo>
                <a:lnTo>
                  <a:pt x="74864" y="384386"/>
                </a:lnTo>
                <a:close/>
                <a:moveTo>
                  <a:pt x="48834" y="361820"/>
                </a:moveTo>
                <a:lnTo>
                  <a:pt x="47146" y="362264"/>
                </a:lnTo>
                <a:cubicBezTo>
                  <a:pt x="44410" y="362688"/>
                  <a:pt x="41922" y="364100"/>
                  <a:pt x="40157" y="366232"/>
                </a:cubicBezTo>
                <a:cubicBezTo>
                  <a:pt x="38881" y="368382"/>
                  <a:pt x="38632" y="370988"/>
                  <a:pt x="39476" y="373340"/>
                </a:cubicBezTo>
                <a:cubicBezTo>
                  <a:pt x="39926" y="375682"/>
                  <a:pt x="41333" y="377731"/>
                  <a:pt x="43355" y="378996"/>
                </a:cubicBezTo>
                <a:lnTo>
                  <a:pt x="43355" y="378937"/>
                </a:lnTo>
                <a:cubicBezTo>
                  <a:pt x="45559" y="380026"/>
                  <a:pt x="48105" y="380198"/>
                  <a:pt x="50433" y="379410"/>
                </a:cubicBezTo>
                <a:lnTo>
                  <a:pt x="70748" y="373962"/>
                </a:lnTo>
                <a:lnTo>
                  <a:pt x="70008" y="371237"/>
                </a:lnTo>
                <a:lnTo>
                  <a:pt x="69297" y="368542"/>
                </a:lnTo>
                <a:lnTo>
                  <a:pt x="48982" y="373991"/>
                </a:lnTo>
                <a:cubicBezTo>
                  <a:pt x="47951" y="374317"/>
                  <a:pt x="46844" y="374317"/>
                  <a:pt x="45813" y="373991"/>
                </a:cubicBezTo>
                <a:cubicBezTo>
                  <a:pt x="45710" y="373929"/>
                  <a:pt x="45609" y="373858"/>
                  <a:pt x="45511" y="373784"/>
                </a:cubicBezTo>
                <a:cubicBezTo>
                  <a:pt x="44057" y="372670"/>
                  <a:pt x="43782" y="370589"/>
                  <a:pt x="44895" y="369135"/>
                </a:cubicBezTo>
                <a:cubicBezTo>
                  <a:pt x="45920" y="368243"/>
                  <a:pt x="47170" y="367651"/>
                  <a:pt x="48508" y="367417"/>
                </a:cubicBezTo>
                <a:lnTo>
                  <a:pt x="50196" y="366973"/>
                </a:lnTo>
                <a:close/>
                <a:moveTo>
                  <a:pt x="1151502" y="355661"/>
                </a:moveTo>
                <a:lnTo>
                  <a:pt x="1151398" y="355868"/>
                </a:lnTo>
                <a:lnTo>
                  <a:pt x="1151415" y="355756"/>
                </a:lnTo>
                <a:close/>
                <a:moveTo>
                  <a:pt x="542760" y="352404"/>
                </a:moveTo>
                <a:cubicBezTo>
                  <a:pt x="545315" y="351610"/>
                  <a:pt x="548052" y="351610"/>
                  <a:pt x="550607" y="352404"/>
                </a:cubicBezTo>
                <a:cubicBezTo>
                  <a:pt x="553193" y="352895"/>
                  <a:pt x="555553" y="354192"/>
                  <a:pt x="557359" y="356105"/>
                </a:cubicBezTo>
                <a:cubicBezTo>
                  <a:pt x="557732" y="356573"/>
                  <a:pt x="558043" y="357091"/>
                  <a:pt x="558283" y="357642"/>
                </a:cubicBezTo>
                <a:cubicBezTo>
                  <a:pt x="559770" y="361077"/>
                  <a:pt x="558191" y="365072"/>
                  <a:pt x="554753" y="366559"/>
                </a:cubicBezTo>
                <a:cubicBezTo>
                  <a:pt x="552248" y="367355"/>
                  <a:pt x="549559" y="367355"/>
                  <a:pt x="547054" y="366559"/>
                </a:cubicBezTo>
                <a:cubicBezTo>
                  <a:pt x="544424" y="366058"/>
                  <a:pt x="542014" y="364755"/>
                  <a:pt x="540154" y="362828"/>
                </a:cubicBezTo>
                <a:cubicBezTo>
                  <a:pt x="539701" y="362289"/>
                  <a:pt x="539336" y="361684"/>
                  <a:pt x="539076" y="361030"/>
                </a:cubicBezTo>
                <a:cubicBezTo>
                  <a:pt x="537711" y="357630"/>
                  <a:pt x="539360" y="353769"/>
                  <a:pt x="542760" y="352404"/>
                </a:cubicBezTo>
                <a:close/>
                <a:moveTo>
                  <a:pt x="551910" y="346954"/>
                </a:moveTo>
                <a:cubicBezTo>
                  <a:pt x="548010" y="345755"/>
                  <a:pt x="543811" y="345986"/>
                  <a:pt x="540065" y="347605"/>
                </a:cubicBezTo>
                <a:cubicBezTo>
                  <a:pt x="539665" y="347819"/>
                  <a:pt x="539274" y="348053"/>
                  <a:pt x="538898" y="348307"/>
                </a:cubicBezTo>
                <a:cubicBezTo>
                  <a:pt x="533100" y="352228"/>
                  <a:pt x="531581" y="360108"/>
                  <a:pt x="535505" y="365907"/>
                </a:cubicBezTo>
                <a:cubicBezTo>
                  <a:pt x="538075" y="369087"/>
                  <a:pt x="541682" y="371267"/>
                  <a:pt x="545692" y="372066"/>
                </a:cubicBezTo>
                <a:cubicBezTo>
                  <a:pt x="549541" y="373239"/>
                  <a:pt x="553681" y="372987"/>
                  <a:pt x="557359" y="371356"/>
                </a:cubicBezTo>
                <a:cubicBezTo>
                  <a:pt x="560572" y="369733"/>
                  <a:pt x="562870" y="366736"/>
                  <a:pt x="563608" y="363212"/>
                </a:cubicBezTo>
                <a:cubicBezTo>
                  <a:pt x="564641" y="359744"/>
                  <a:pt x="564008" y="355989"/>
                  <a:pt x="561890" y="353054"/>
                </a:cubicBezTo>
                <a:cubicBezTo>
                  <a:pt x="559412" y="349880"/>
                  <a:pt x="555867" y="347709"/>
                  <a:pt x="551910" y="346954"/>
                </a:cubicBezTo>
                <a:close/>
                <a:moveTo>
                  <a:pt x="63759" y="345029"/>
                </a:moveTo>
                <a:lnTo>
                  <a:pt x="35063" y="350626"/>
                </a:lnTo>
                <a:lnTo>
                  <a:pt x="35597" y="353380"/>
                </a:lnTo>
                <a:lnTo>
                  <a:pt x="36130" y="356134"/>
                </a:lnTo>
                <a:lnTo>
                  <a:pt x="64825" y="350567"/>
                </a:lnTo>
                <a:lnTo>
                  <a:pt x="64292" y="347783"/>
                </a:lnTo>
                <a:close/>
                <a:moveTo>
                  <a:pt x="126065" y="344733"/>
                </a:moveTo>
                <a:cubicBezTo>
                  <a:pt x="137043" y="347419"/>
                  <a:pt x="148228" y="349193"/>
                  <a:pt x="159499" y="350034"/>
                </a:cubicBezTo>
                <a:cubicBezTo>
                  <a:pt x="181117" y="350893"/>
                  <a:pt x="211738" y="349057"/>
                  <a:pt x="239752" y="349383"/>
                </a:cubicBezTo>
                <a:cubicBezTo>
                  <a:pt x="244224" y="350212"/>
                  <a:pt x="248251" y="350893"/>
                  <a:pt x="251390" y="351278"/>
                </a:cubicBezTo>
                <a:cubicBezTo>
                  <a:pt x="258912" y="352315"/>
                  <a:pt x="271439" y="353647"/>
                  <a:pt x="276947" y="354239"/>
                </a:cubicBezTo>
                <a:lnTo>
                  <a:pt x="269099" y="385956"/>
                </a:lnTo>
                <a:lnTo>
                  <a:pt x="300519" y="391286"/>
                </a:lnTo>
                <a:lnTo>
                  <a:pt x="331910" y="385956"/>
                </a:lnTo>
                <a:lnTo>
                  <a:pt x="324062" y="354269"/>
                </a:lnTo>
                <a:cubicBezTo>
                  <a:pt x="329570" y="353617"/>
                  <a:pt x="342097" y="352285"/>
                  <a:pt x="349619" y="351308"/>
                </a:cubicBezTo>
                <a:cubicBezTo>
                  <a:pt x="352758" y="350923"/>
                  <a:pt x="356785" y="350242"/>
                  <a:pt x="361287" y="349412"/>
                </a:cubicBezTo>
                <a:cubicBezTo>
                  <a:pt x="389301" y="349087"/>
                  <a:pt x="419892" y="350923"/>
                  <a:pt x="441540" y="350064"/>
                </a:cubicBezTo>
                <a:lnTo>
                  <a:pt x="441658" y="350034"/>
                </a:lnTo>
                <a:cubicBezTo>
                  <a:pt x="452920" y="349190"/>
                  <a:pt x="464093" y="347419"/>
                  <a:pt x="475062" y="344733"/>
                </a:cubicBezTo>
                <a:cubicBezTo>
                  <a:pt x="475062" y="344733"/>
                  <a:pt x="465260" y="360488"/>
                  <a:pt x="454036" y="368187"/>
                </a:cubicBezTo>
                <a:cubicBezTo>
                  <a:pt x="410795" y="380687"/>
                  <a:pt x="366410" y="388822"/>
                  <a:pt x="321545" y="392471"/>
                </a:cubicBezTo>
                <a:lnTo>
                  <a:pt x="330044" y="426467"/>
                </a:lnTo>
                <a:lnTo>
                  <a:pt x="300430" y="432864"/>
                </a:lnTo>
                <a:lnTo>
                  <a:pt x="270817" y="426467"/>
                </a:lnTo>
                <a:lnTo>
                  <a:pt x="279316" y="392471"/>
                </a:lnTo>
                <a:cubicBezTo>
                  <a:pt x="234540" y="388804"/>
                  <a:pt x="190247" y="380670"/>
                  <a:pt x="147091" y="368187"/>
                </a:cubicBezTo>
                <a:cubicBezTo>
                  <a:pt x="135867" y="360488"/>
                  <a:pt x="126065" y="344733"/>
                  <a:pt x="126065" y="344733"/>
                </a:cubicBezTo>
                <a:close/>
                <a:moveTo>
                  <a:pt x="1115264" y="328303"/>
                </a:moveTo>
                <a:cubicBezTo>
                  <a:pt x="1122594" y="328303"/>
                  <a:pt x="1123007" y="341208"/>
                  <a:pt x="1125588" y="341208"/>
                </a:cubicBezTo>
                <a:cubicBezTo>
                  <a:pt x="1129356" y="340903"/>
                  <a:pt x="1133051" y="339997"/>
                  <a:pt x="1136531" y="338524"/>
                </a:cubicBezTo>
                <a:cubicBezTo>
                  <a:pt x="1140760" y="338273"/>
                  <a:pt x="1145001" y="338273"/>
                  <a:pt x="1149230" y="338524"/>
                </a:cubicBezTo>
                <a:cubicBezTo>
                  <a:pt x="1151295" y="338524"/>
                  <a:pt x="1153670" y="338937"/>
                  <a:pt x="1153670" y="340589"/>
                </a:cubicBezTo>
                <a:cubicBezTo>
                  <a:pt x="1154086" y="343046"/>
                  <a:pt x="1153725" y="345572"/>
                  <a:pt x="1152637" y="347815"/>
                </a:cubicBezTo>
                <a:lnTo>
                  <a:pt x="1151415" y="355756"/>
                </a:lnTo>
                <a:lnTo>
                  <a:pt x="1145926" y="361753"/>
                </a:lnTo>
                <a:cubicBezTo>
                  <a:pt x="1145100" y="363095"/>
                  <a:pt x="1141074" y="364024"/>
                  <a:pt x="1140248" y="365986"/>
                </a:cubicBezTo>
                <a:cubicBezTo>
                  <a:pt x="1138390" y="370631"/>
                  <a:pt x="1138390" y="374865"/>
                  <a:pt x="1136222" y="377446"/>
                </a:cubicBezTo>
                <a:cubicBezTo>
                  <a:pt x="1134053" y="380026"/>
                  <a:pt x="1131575" y="380749"/>
                  <a:pt x="1128169" y="382917"/>
                </a:cubicBezTo>
                <a:cubicBezTo>
                  <a:pt x="1124762" y="385086"/>
                  <a:pt x="1121148" y="383124"/>
                  <a:pt x="1118877" y="383743"/>
                </a:cubicBezTo>
                <a:cubicBezTo>
                  <a:pt x="1115037" y="386017"/>
                  <a:pt x="1110903" y="387755"/>
                  <a:pt x="1106591" y="388906"/>
                </a:cubicBezTo>
                <a:cubicBezTo>
                  <a:pt x="1099055" y="388906"/>
                  <a:pt x="1091931" y="385498"/>
                  <a:pt x="1091931" y="376827"/>
                </a:cubicBezTo>
                <a:cubicBezTo>
                  <a:pt x="1091931" y="374762"/>
                  <a:pt x="1093479" y="369805"/>
                  <a:pt x="1093479" y="367740"/>
                </a:cubicBezTo>
                <a:cubicBezTo>
                  <a:pt x="1093479" y="365676"/>
                  <a:pt x="1091312" y="362579"/>
                  <a:pt x="1091312" y="360514"/>
                </a:cubicBezTo>
                <a:cubicBezTo>
                  <a:pt x="1091312" y="358449"/>
                  <a:pt x="1095131" y="354525"/>
                  <a:pt x="1095751" y="352048"/>
                </a:cubicBezTo>
                <a:cubicBezTo>
                  <a:pt x="1096969" y="344437"/>
                  <a:pt x="1100981" y="337553"/>
                  <a:pt x="1107004" y="332742"/>
                </a:cubicBezTo>
                <a:cubicBezTo>
                  <a:pt x="1109792" y="331296"/>
                  <a:pt x="1113199" y="328303"/>
                  <a:pt x="1115264" y="328303"/>
                </a:cubicBezTo>
                <a:close/>
                <a:moveTo>
                  <a:pt x="60354" y="317340"/>
                </a:moveTo>
                <a:lnTo>
                  <a:pt x="31332" y="320924"/>
                </a:lnTo>
                <a:lnTo>
                  <a:pt x="33820" y="341298"/>
                </a:lnTo>
                <a:lnTo>
                  <a:pt x="36396" y="341002"/>
                </a:lnTo>
                <a:lnTo>
                  <a:pt x="38972" y="340676"/>
                </a:lnTo>
                <a:lnTo>
                  <a:pt x="37166" y="325869"/>
                </a:lnTo>
                <a:lnTo>
                  <a:pt x="44718" y="324921"/>
                </a:lnTo>
                <a:lnTo>
                  <a:pt x="46317" y="337981"/>
                </a:lnTo>
                <a:lnTo>
                  <a:pt x="48834" y="337685"/>
                </a:lnTo>
                <a:lnTo>
                  <a:pt x="51321" y="337389"/>
                </a:lnTo>
                <a:lnTo>
                  <a:pt x="49722" y="324329"/>
                </a:lnTo>
                <a:lnTo>
                  <a:pt x="55882" y="323559"/>
                </a:lnTo>
                <a:lnTo>
                  <a:pt x="57599" y="337626"/>
                </a:lnTo>
                <a:lnTo>
                  <a:pt x="60205" y="337329"/>
                </a:lnTo>
                <a:lnTo>
                  <a:pt x="62752" y="337004"/>
                </a:lnTo>
                <a:close/>
                <a:moveTo>
                  <a:pt x="549778" y="312395"/>
                </a:moveTo>
                <a:cubicBezTo>
                  <a:pt x="546989" y="312353"/>
                  <a:pt x="544294" y="313419"/>
                  <a:pt x="542286" y="315356"/>
                </a:cubicBezTo>
                <a:cubicBezTo>
                  <a:pt x="537814" y="320435"/>
                  <a:pt x="537814" y="328046"/>
                  <a:pt x="542286" y="333124"/>
                </a:cubicBezTo>
                <a:cubicBezTo>
                  <a:pt x="548582" y="338419"/>
                  <a:pt x="557501" y="339257"/>
                  <a:pt x="564674" y="335227"/>
                </a:cubicBezTo>
                <a:cubicBezTo>
                  <a:pt x="567606" y="333192"/>
                  <a:pt x="569424" y="329908"/>
                  <a:pt x="569590" y="326343"/>
                </a:cubicBezTo>
                <a:cubicBezTo>
                  <a:pt x="569927" y="323251"/>
                  <a:pt x="568624" y="320207"/>
                  <a:pt x="566155" y="318318"/>
                </a:cubicBezTo>
                <a:lnTo>
                  <a:pt x="565710" y="318081"/>
                </a:lnTo>
                <a:lnTo>
                  <a:pt x="569531" y="317844"/>
                </a:lnTo>
                <a:lnTo>
                  <a:pt x="569797" y="314142"/>
                </a:lnTo>
                <a:lnTo>
                  <a:pt x="554072" y="312780"/>
                </a:lnTo>
                <a:lnTo>
                  <a:pt x="553095" y="324003"/>
                </a:lnTo>
                <a:lnTo>
                  <a:pt x="558129" y="324448"/>
                </a:lnTo>
                <a:lnTo>
                  <a:pt x="558662" y="318110"/>
                </a:lnTo>
                <a:cubicBezTo>
                  <a:pt x="559918" y="318483"/>
                  <a:pt x="561091" y="319088"/>
                  <a:pt x="562127" y="319887"/>
                </a:cubicBezTo>
                <a:cubicBezTo>
                  <a:pt x="563744" y="321146"/>
                  <a:pt x="564594" y="323150"/>
                  <a:pt x="564378" y="325188"/>
                </a:cubicBezTo>
                <a:cubicBezTo>
                  <a:pt x="564345" y="327412"/>
                  <a:pt x="563244" y="329485"/>
                  <a:pt x="561416" y="330755"/>
                </a:cubicBezTo>
                <a:cubicBezTo>
                  <a:pt x="559050" y="332014"/>
                  <a:pt x="556338" y="332473"/>
                  <a:pt x="553687" y="332058"/>
                </a:cubicBezTo>
                <a:cubicBezTo>
                  <a:pt x="550981" y="331978"/>
                  <a:pt x="548372" y="331022"/>
                  <a:pt x="546254" y="329334"/>
                </a:cubicBezTo>
                <a:cubicBezTo>
                  <a:pt x="544572" y="327853"/>
                  <a:pt x="543728" y="325635"/>
                  <a:pt x="544004" y="323411"/>
                </a:cubicBezTo>
                <a:cubicBezTo>
                  <a:pt x="544122" y="321984"/>
                  <a:pt x="544753" y="320648"/>
                  <a:pt x="545780" y="319650"/>
                </a:cubicBezTo>
                <a:cubicBezTo>
                  <a:pt x="546687" y="318649"/>
                  <a:pt x="547957" y="318054"/>
                  <a:pt x="549304" y="317992"/>
                </a:cubicBezTo>
                <a:close/>
                <a:moveTo>
                  <a:pt x="145285" y="303303"/>
                </a:moveTo>
                <a:cubicBezTo>
                  <a:pt x="151404" y="304443"/>
                  <a:pt x="157602" y="305116"/>
                  <a:pt x="163824" y="305317"/>
                </a:cubicBezTo>
                <a:cubicBezTo>
                  <a:pt x="168236" y="305495"/>
                  <a:pt x="173685" y="305317"/>
                  <a:pt x="179904" y="305317"/>
                </a:cubicBezTo>
                <a:cubicBezTo>
                  <a:pt x="185441" y="305139"/>
                  <a:pt x="191720" y="305139"/>
                  <a:pt x="198323" y="305139"/>
                </a:cubicBezTo>
                <a:cubicBezTo>
                  <a:pt x="205993" y="305139"/>
                  <a:pt x="215677" y="305228"/>
                  <a:pt x="226131" y="305850"/>
                </a:cubicBezTo>
                <a:cubicBezTo>
                  <a:pt x="235998" y="308797"/>
                  <a:pt x="246034" y="311130"/>
                  <a:pt x="256188" y="312839"/>
                </a:cubicBezTo>
                <a:cubicBezTo>
                  <a:pt x="263222" y="313837"/>
                  <a:pt x="270317" y="314323"/>
                  <a:pt x="277421" y="314290"/>
                </a:cubicBezTo>
                <a:lnTo>
                  <a:pt x="270255" y="344762"/>
                </a:lnTo>
                <a:lnTo>
                  <a:pt x="299869" y="348257"/>
                </a:lnTo>
                <a:lnTo>
                  <a:pt x="300194" y="348257"/>
                </a:lnTo>
                <a:lnTo>
                  <a:pt x="300579" y="348257"/>
                </a:lnTo>
                <a:lnTo>
                  <a:pt x="330400" y="344703"/>
                </a:lnTo>
                <a:lnTo>
                  <a:pt x="323234" y="314231"/>
                </a:lnTo>
                <a:cubicBezTo>
                  <a:pt x="330338" y="314263"/>
                  <a:pt x="337434" y="313778"/>
                  <a:pt x="344467" y="312780"/>
                </a:cubicBezTo>
                <a:cubicBezTo>
                  <a:pt x="354660" y="311107"/>
                  <a:pt x="364737" y="308800"/>
                  <a:pt x="374643" y="305880"/>
                </a:cubicBezTo>
                <a:cubicBezTo>
                  <a:pt x="385097" y="305169"/>
                  <a:pt x="394780" y="305169"/>
                  <a:pt x="402450" y="305169"/>
                </a:cubicBezTo>
                <a:cubicBezTo>
                  <a:pt x="409024" y="305169"/>
                  <a:pt x="415332" y="305347"/>
                  <a:pt x="420870" y="305347"/>
                </a:cubicBezTo>
                <a:cubicBezTo>
                  <a:pt x="427118" y="305347"/>
                  <a:pt x="432567" y="305347"/>
                  <a:pt x="436950" y="305347"/>
                </a:cubicBezTo>
                <a:lnTo>
                  <a:pt x="436950" y="305317"/>
                </a:lnTo>
                <a:cubicBezTo>
                  <a:pt x="443172" y="305116"/>
                  <a:pt x="449370" y="304443"/>
                  <a:pt x="455488" y="303303"/>
                </a:cubicBezTo>
                <a:cubicBezTo>
                  <a:pt x="450466" y="309984"/>
                  <a:pt x="444478" y="315883"/>
                  <a:pt x="437720" y="320805"/>
                </a:cubicBezTo>
                <a:cubicBezTo>
                  <a:pt x="429467" y="325508"/>
                  <a:pt x="420817" y="329470"/>
                  <a:pt x="411867" y="332650"/>
                </a:cubicBezTo>
                <a:cubicBezTo>
                  <a:pt x="391150" y="338635"/>
                  <a:pt x="370071" y="343294"/>
                  <a:pt x="348761" y="346598"/>
                </a:cubicBezTo>
                <a:cubicBezTo>
                  <a:pt x="339047" y="347842"/>
                  <a:pt x="320776" y="349767"/>
                  <a:pt x="320598" y="349767"/>
                </a:cubicBezTo>
                <a:lnTo>
                  <a:pt x="317874" y="350034"/>
                </a:lnTo>
                <a:lnTo>
                  <a:pt x="325781" y="382105"/>
                </a:lnTo>
                <a:lnTo>
                  <a:pt x="300283" y="386429"/>
                </a:lnTo>
                <a:lnTo>
                  <a:pt x="274756" y="382105"/>
                </a:lnTo>
                <a:lnTo>
                  <a:pt x="282693" y="350034"/>
                </a:lnTo>
                <a:lnTo>
                  <a:pt x="279939" y="349767"/>
                </a:lnTo>
                <a:cubicBezTo>
                  <a:pt x="279761" y="349738"/>
                  <a:pt x="261489" y="347842"/>
                  <a:pt x="251776" y="346598"/>
                </a:cubicBezTo>
                <a:cubicBezTo>
                  <a:pt x="230546" y="343279"/>
                  <a:pt x="209547" y="338621"/>
                  <a:pt x="188906" y="332650"/>
                </a:cubicBezTo>
                <a:cubicBezTo>
                  <a:pt x="179957" y="329470"/>
                  <a:pt x="171307" y="325508"/>
                  <a:pt x="163054" y="320805"/>
                </a:cubicBezTo>
                <a:cubicBezTo>
                  <a:pt x="156296" y="315883"/>
                  <a:pt x="150308" y="309984"/>
                  <a:pt x="145285" y="303303"/>
                </a:cubicBezTo>
                <a:close/>
                <a:moveTo>
                  <a:pt x="1252989" y="302905"/>
                </a:moveTo>
                <a:cubicBezTo>
                  <a:pt x="1255674" y="302492"/>
                  <a:pt x="1257016" y="305487"/>
                  <a:pt x="1261249" y="304764"/>
                </a:cubicBezTo>
                <a:cubicBezTo>
                  <a:pt x="1262591" y="304661"/>
                  <a:pt x="1267650" y="309099"/>
                  <a:pt x="1269612" y="309099"/>
                </a:cubicBezTo>
                <a:cubicBezTo>
                  <a:pt x="1272326" y="309880"/>
                  <a:pt x="1275166" y="310126"/>
                  <a:pt x="1277974" y="309822"/>
                </a:cubicBezTo>
                <a:cubicBezTo>
                  <a:pt x="1280452" y="309512"/>
                  <a:pt x="1284272" y="312403"/>
                  <a:pt x="1286234" y="312403"/>
                </a:cubicBezTo>
                <a:cubicBezTo>
                  <a:pt x="1288636" y="312226"/>
                  <a:pt x="1291019" y="311847"/>
                  <a:pt x="1293357" y="311268"/>
                </a:cubicBezTo>
                <a:cubicBezTo>
                  <a:pt x="1297590" y="310441"/>
                  <a:pt x="1307089" y="321901"/>
                  <a:pt x="1310289" y="326238"/>
                </a:cubicBezTo>
                <a:lnTo>
                  <a:pt x="1309360" y="326444"/>
                </a:lnTo>
                <a:cubicBezTo>
                  <a:pt x="1311070" y="328446"/>
                  <a:pt x="1312559" y="330627"/>
                  <a:pt x="1313800" y="332949"/>
                </a:cubicBezTo>
                <a:cubicBezTo>
                  <a:pt x="1314402" y="335739"/>
                  <a:pt x="1314402" y="338625"/>
                  <a:pt x="1313800" y="341414"/>
                </a:cubicBezTo>
                <a:cubicBezTo>
                  <a:pt x="1312354" y="345958"/>
                  <a:pt x="1309670" y="347197"/>
                  <a:pt x="1307811" y="349261"/>
                </a:cubicBezTo>
                <a:cubicBezTo>
                  <a:pt x="1305953" y="351326"/>
                  <a:pt x="1305230" y="356282"/>
                  <a:pt x="1303165" y="358760"/>
                </a:cubicBezTo>
                <a:cubicBezTo>
                  <a:pt x="1301574" y="361081"/>
                  <a:pt x="1299740" y="363228"/>
                  <a:pt x="1297694" y="365160"/>
                </a:cubicBezTo>
                <a:cubicBezTo>
                  <a:pt x="1294846" y="367115"/>
                  <a:pt x="1291603" y="368420"/>
                  <a:pt x="1288195" y="368980"/>
                </a:cubicBezTo>
                <a:cubicBezTo>
                  <a:pt x="1285924" y="368980"/>
                  <a:pt x="1282414" y="368361"/>
                  <a:pt x="1280142" y="368980"/>
                </a:cubicBezTo>
                <a:cubicBezTo>
                  <a:pt x="1276219" y="370013"/>
                  <a:pt x="1274464" y="373007"/>
                  <a:pt x="1271677" y="373007"/>
                </a:cubicBezTo>
                <a:cubicBezTo>
                  <a:pt x="1268889" y="373007"/>
                  <a:pt x="1266101" y="370426"/>
                  <a:pt x="1265069" y="365986"/>
                </a:cubicBezTo>
                <a:cubicBezTo>
                  <a:pt x="1265069" y="363715"/>
                  <a:pt x="1266204" y="359482"/>
                  <a:pt x="1265069" y="356695"/>
                </a:cubicBezTo>
                <a:cubicBezTo>
                  <a:pt x="1262565" y="352662"/>
                  <a:pt x="1260290" y="348491"/>
                  <a:pt x="1258255" y="344202"/>
                </a:cubicBezTo>
                <a:cubicBezTo>
                  <a:pt x="1258049" y="339143"/>
                  <a:pt x="1252783" y="336665"/>
                  <a:pt x="1252783" y="333362"/>
                </a:cubicBezTo>
                <a:cubicBezTo>
                  <a:pt x="1252798" y="329123"/>
                  <a:pt x="1251695" y="324957"/>
                  <a:pt x="1249582" y="321282"/>
                </a:cubicBezTo>
                <a:cubicBezTo>
                  <a:pt x="1248855" y="318813"/>
                  <a:pt x="1249076" y="316163"/>
                  <a:pt x="1250202" y="313849"/>
                </a:cubicBezTo>
                <a:cubicBezTo>
                  <a:pt x="1251854" y="311577"/>
                  <a:pt x="1249582" y="305487"/>
                  <a:pt x="1252989" y="302905"/>
                </a:cubicBezTo>
                <a:close/>
                <a:moveTo>
                  <a:pt x="48389" y="292465"/>
                </a:moveTo>
                <a:lnTo>
                  <a:pt x="54816" y="292465"/>
                </a:lnTo>
                <a:lnTo>
                  <a:pt x="54816" y="298684"/>
                </a:lnTo>
                <a:cubicBezTo>
                  <a:pt x="54875" y="299833"/>
                  <a:pt x="54597" y="300976"/>
                  <a:pt x="54016" y="301971"/>
                </a:cubicBezTo>
                <a:cubicBezTo>
                  <a:pt x="53510" y="302703"/>
                  <a:pt x="52654" y="303111"/>
                  <a:pt x="51765" y="303037"/>
                </a:cubicBezTo>
                <a:cubicBezTo>
                  <a:pt x="50803" y="303117"/>
                  <a:pt x="49855" y="302759"/>
                  <a:pt x="49189" y="302060"/>
                </a:cubicBezTo>
                <a:cubicBezTo>
                  <a:pt x="48561" y="301130"/>
                  <a:pt x="48280" y="300008"/>
                  <a:pt x="48389" y="298892"/>
                </a:cubicBezTo>
                <a:close/>
                <a:moveTo>
                  <a:pt x="35685" y="292080"/>
                </a:moveTo>
                <a:lnTo>
                  <a:pt x="43473" y="292228"/>
                </a:lnTo>
                <a:lnTo>
                  <a:pt x="43473" y="298921"/>
                </a:lnTo>
                <a:cubicBezTo>
                  <a:pt x="43533" y="300121"/>
                  <a:pt x="43198" y="301305"/>
                  <a:pt x="42526" y="302297"/>
                </a:cubicBezTo>
                <a:cubicBezTo>
                  <a:pt x="41827" y="303067"/>
                  <a:pt x="40805" y="303464"/>
                  <a:pt x="39772" y="303363"/>
                </a:cubicBezTo>
                <a:cubicBezTo>
                  <a:pt x="38620" y="303428"/>
                  <a:pt x="37491" y="303008"/>
                  <a:pt x="36662" y="302208"/>
                </a:cubicBezTo>
                <a:cubicBezTo>
                  <a:pt x="35916" y="301272"/>
                  <a:pt x="35566" y="300082"/>
                  <a:pt x="35685" y="298892"/>
                </a:cubicBezTo>
                <a:close/>
                <a:moveTo>
                  <a:pt x="30799" y="286601"/>
                </a:moveTo>
                <a:lnTo>
                  <a:pt x="30799" y="289296"/>
                </a:lnTo>
                <a:lnTo>
                  <a:pt x="30770" y="298802"/>
                </a:lnTo>
                <a:cubicBezTo>
                  <a:pt x="30521" y="301497"/>
                  <a:pt x="31306" y="304183"/>
                  <a:pt x="32961" y="306324"/>
                </a:cubicBezTo>
                <a:cubicBezTo>
                  <a:pt x="34738" y="308142"/>
                  <a:pt x="37205" y="309111"/>
                  <a:pt x="39742" y="308989"/>
                </a:cubicBezTo>
                <a:cubicBezTo>
                  <a:pt x="41922" y="309146"/>
                  <a:pt x="44042" y="308216"/>
                  <a:pt x="45399" y="306502"/>
                </a:cubicBezTo>
                <a:cubicBezTo>
                  <a:pt x="45798" y="305995"/>
                  <a:pt x="46127" y="305439"/>
                  <a:pt x="46376" y="304843"/>
                </a:cubicBezTo>
                <a:cubicBezTo>
                  <a:pt x="47528" y="307035"/>
                  <a:pt x="49826" y="308376"/>
                  <a:pt x="52299" y="308308"/>
                </a:cubicBezTo>
                <a:cubicBezTo>
                  <a:pt x="54345" y="308453"/>
                  <a:pt x="56353" y="307683"/>
                  <a:pt x="57777" y="306206"/>
                </a:cubicBezTo>
                <a:cubicBezTo>
                  <a:pt x="59190" y="304506"/>
                  <a:pt x="59918" y="302341"/>
                  <a:pt x="59821" y="300135"/>
                </a:cubicBezTo>
                <a:lnTo>
                  <a:pt x="60028" y="289800"/>
                </a:lnTo>
                <a:lnTo>
                  <a:pt x="60028" y="287134"/>
                </a:lnTo>
                <a:close/>
                <a:moveTo>
                  <a:pt x="541013" y="281389"/>
                </a:moveTo>
                <a:lnTo>
                  <a:pt x="541013" y="284588"/>
                </a:lnTo>
                <a:lnTo>
                  <a:pt x="541013" y="287756"/>
                </a:lnTo>
                <a:lnTo>
                  <a:pt x="553835" y="292554"/>
                </a:lnTo>
                <a:lnTo>
                  <a:pt x="541368" y="298476"/>
                </a:lnTo>
                <a:lnTo>
                  <a:pt x="541368" y="301823"/>
                </a:lnTo>
                <a:lnTo>
                  <a:pt x="541368" y="305169"/>
                </a:lnTo>
                <a:lnTo>
                  <a:pt x="559136" y="295130"/>
                </a:lnTo>
                <a:lnTo>
                  <a:pt x="570123" y="294745"/>
                </a:lnTo>
                <a:lnTo>
                  <a:pt x="570123" y="291932"/>
                </a:lnTo>
                <a:lnTo>
                  <a:pt x="570123" y="289148"/>
                </a:lnTo>
                <a:lnTo>
                  <a:pt x="559018" y="289533"/>
                </a:lnTo>
                <a:close/>
                <a:moveTo>
                  <a:pt x="437631" y="257136"/>
                </a:moveTo>
                <a:cubicBezTo>
                  <a:pt x="432771" y="264365"/>
                  <a:pt x="426875" y="270841"/>
                  <a:pt x="420129" y="276356"/>
                </a:cubicBezTo>
                <a:cubicBezTo>
                  <a:pt x="412299" y="283028"/>
                  <a:pt x="403625" y="288642"/>
                  <a:pt x="394336" y="293058"/>
                </a:cubicBezTo>
                <a:cubicBezTo>
                  <a:pt x="378125" y="300280"/>
                  <a:pt x="361026" y="305309"/>
                  <a:pt x="343489" y="308013"/>
                </a:cubicBezTo>
                <a:cubicBezTo>
                  <a:pt x="336219" y="309005"/>
                  <a:pt x="328884" y="309470"/>
                  <a:pt x="321545" y="309404"/>
                </a:cubicBezTo>
                <a:lnTo>
                  <a:pt x="317014" y="309404"/>
                </a:lnTo>
                <a:lnTo>
                  <a:pt x="324359" y="340588"/>
                </a:lnTo>
                <a:lnTo>
                  <a:pt x="300668" y="343549"/>
                </a:lnTo>
                <a:lnTo>
                  <a:pt x="300372" y="343549"/>
                </a:lnTo>
                <a:lnTo>
                  <a:pt x="300046" y="343549"/>
                </a:lnTo>
                <a:lnTo>
                  <a:pt x="276355" y="340588"/>
                </a:lnTo>
                <a:lnTo>
                  <a:pt x="283729" y="309464"/>
                </a:lnTo>
                <a:lnTo>
                  <a:pt x="279198" y="309464"/>
                </a:lnTo>
                <a:cubicBezTo>
                  <a:pt x="271860" y="309532"/>
                  <a:pt x="264524" y="309067"/>
                  <a:pt x="257254" y="308072"/>
                </a:cubicBezTo>
                <a:cubicBezTo>
                  <a:pt x="239714" y="305377"/>
                  <a:pt x="222615" y="300346"/>
                  <a:pt x="206407" y="293117"/>
                </a:cubicBezTo>
                <a:cubicBezTo>
                  <a:pt x="197091" y="288702"/>
                  <a:pt x="188399" y="283075"/>
                  <a:pt x="180555" y="276385"/>
                </a:cubicBezTo>
                <a:cubicBezTo>
                  <a:pt x="173821" y="270889"/>
                  <a:pt x="167942" y="264421"/>
                  <a:pt x="163112" y="257196"/>
                </a:cubicBezTo>
                <a:cubicBezTo>
                  <a:pt x="169568" y="258173"/>
                  <a:pt x="179074" y="259269"/>
                  <a:pt x="181414" y="259269"/>
                </a:cubicBezTo>
                <a:lnTo>
                  <a:pt x="188521" y="259594"/>
                </a:lnTo>
                <a:cubicBezTo>
                  <a:pt x="197138" y="259979"/>
                  <a:pt x="208332" y="260512"/>
                  <a:pt x="221925" y="261342"/>
                </a:cubicBezTo>
                <a:cubicBezTo>
                  <a:pt x="223139" y="262023"/>
                  <a:pt x="224383" y="262674"/>
                  <a:pt x="225656" y="263326"/>
                </a:cubicBezTo>
                <a:cubicBezTo>
                  <a:pt x="237511" y="269328"/>
                  <a:pt x="250248" y="273397"/>
                  <a:pt x="263384" y="275378"/>
                </a:cubicBezTo>
                <a:cubicBezTo>
                  <a:pt x="265620" y="275692"/>
                  <a:pt x="267877" y="275840"/>
                  <a:pt x="270136" y="275823"/>
                </a:cubicBezTo>
                <a:cubicBezTo>
                  <a:pt x="273245" y="275823"/>
                  <a:pt x="276236" y="275586"/>
                  <a:pt x="278428" y="275378"/>
                </a:cubicBezTo>
                <a:lnTo>
                  <a:pt x="271913" y="302475"/>
                </a:lnTo>
                <a:lnTo>
                  <a:pt x="300520" y="304281"/>
                </a:lnTo>
                <a:lnTo>
                  <a:pt x="329097" y="302475"/>
                </a:lnTo>
                <a:lnTo>
                  <a:pt x="322611" y="275378"/>
                </a:lnTo>
                <a:cubicBezTo>
                  <a:pt x="324773" y="275586"/>
                  <a:pt x="327912" y="275823"/>
                  <a:pt x="330874" y="275823"/>
                </a:cubicBezTo>
                <a:cubicBezTo>
                  <a:pt x="333133" y="275843"/>
                  <a:pt x="335390" y="275695"/>
                  <a:pt x="337626" y="275378"/>
                </a:cubicBezTo>
                <a:cubicBezTo>
                  <a:pt x="350771" y="273391"/>
                  <a:pt x="363517" y="269322"/>
                  <a:pt x="375383" y="263326"/>
                </a:cubicBezTo>
                <a:lnTo>
                  <a:pt x="379114" y="261342"/>
                </a:lnTo>
                <a:cubicBezTo>
                  <a:pt x="392707" y="260512"/>
                  <a:pt x="403871" y="259979"/>
                  <a:pt x="412518" y="259594"/>
                </a:cubicBezTo>
                <a:lnTo>
                  <a:pt x="419596" y="259269"/>
                </a:lnTo>
                <a:lnTo>
                  <a:pt x="419300" y="259209"/>
                </a:lnTo>
                <a:cubicBezTo>
                  <a:pt x="421669" y="259091"/>
                  <a:pt x="431145" y="258114"/>
                  <a:pt x="437631" y="257136"/>
                </a:cubicBezTo>
                <a:close/>
                <a:moveTo>
                  <a:pt x="1223359" y="243025"/>
                </a:moveTo>
                <a:cubicBezTo>
                  <a:pt x="1220768" y="242840"/>
                  <a:pt x="1218167" y="243191"/>
                  <a:pt x="1215718" y="244057"/>
                </a:cubicBezTo>
                <a:cubicBezTo>
                  <a:pt x="1212724" y="245916"/>
                  <a:pt x="1209834" y="244883"/>
                  <a:pt x="1207873" y="246638"/>
                </a:cubicBezTo>
                <a:cubicBezTo>
                  <a:pt x="1206080" y="248127"/>
                  <a:pt x="1204102" y="249377"/>
                  <a:pt x="1201987" y="250355"/>
                </a:cubicBezTo>
                <a:cubicBezTo>
                  <a:pt x="1196747" y="252204"/>
                  <a:pt x="1191642" y="254412"/>
                  <a:pt x="1186707" y="256962"/>
                </a:cubicBezTo>
                <a:cubicBezTo>
                  <a:pt x="1183762" y="258449"/>
                  <a:pt x="1181949" y="261511"/>
                  <a:pt x="1182062" y="264809"/>
                </a:cubicBezTo>
                <a:cubicBezTo>
                  <a:pt x="1182169" y="268413"/>
                  <a:pt x="1185065" y="271309"/>
                  <a:pt x="1188669" y="271416"/>
                </a:cubicBezTo>
                <a:cubicBezTo>
                  <a:pt x="1192727" y="270851"/>
                  <a:pt x="1196667" y="269631"/>
                  <a:pt x="1200335" y="267803"/>
                </a:cubicBezTo>
                <a:cubicBezTo>
                  <a:pt x="1204258" y="265429"/>
                  <a:pt x="1206220" y="262435"/>
                  <a:pt x="1211279" y="259337"/>
                </a:cubicBezTo>
                <a:cubicBezTo>
                  <a:pt x="1214688" y="257115"/>
                  <a:pt x="1217749" y="254401"/>
                  <a:pt x="1220365" y="251285"/>
                </a:cubicBezTo>
                <a:cubicBezTo>
                  <a:pt x="1222326" y="247877"/>
                  <a:pt x="1224906" y="243025"/>
                  <a:pt x="1223359" y="243025"/>
                </a:cubicBezTo>
                <a:close/>
                <a:moveTo>
                  <a:pt x="1586050" y="226403"/>
                </a:moveTo>
                <a:cubicBezTo>
                  <a:pt x="1581975" y="226776"/>
                  <a:pt x="1577937" y="227466"/>
                  <a:pt x="1573970" y="228468"/>
                </a:cubicBezTo>
                <a:cubicBezTo>
                  <a:pt x="1572287" y="230198"/>
                  <a:pt x="1571265" y="232462"/>
                  <a:pt x="1571079" y="234868"/>
                </a:cubicBezTo>
                <a:cubicBezTo>
                  <a:pt x="1570783" y="236913"/>
                  <a:pt x="1571107" y="238998"/>
                  <a:pt x="1572009" y="240857"/>
                </a:cubicBezTo>
                <a:cubicBezTo>
                  <a:pt x="1575416" y="241992"/>
                  <a:pt x="1580268" y="243128"/>
                  <a:pt x="1582333" y="241992"/>
                </a:cubicBezTo>
                <a:lnTo>
                  <a:pt x="1582436" y="241992"/>
                </a:lnTo>
                <a:cubicBezTo>
                  <a:pt x="1586426" y="239244"/>
                  <a:pt x="1588967" y="234846"/>
                  <a:pt x="1589354" y="230016"/>
                </a:cubicBezTo>
                <a:cubicBezTo>
                  <a:pt x="1589377" y="229835"/>
                  <a:pt x="1589385" y="229653"/>
                  <a:pt x="1589377" y="229470"/>
                </a:cubicBezTo>
                <a:cubicBezTo>
                  <a:pt x="1589305" y="227704"/>
                  <a:pt x="1587815" y="226330"/>
                  <a:pt x="1586050" y="226403"/>
                </a:cubicBezTo>
                <a:close/>
                <a:moveTo>
                  <a:pt x="1622184" y="215665"/>
                </a:moveTo>
                <a:cubicBezTo>
                  <a:pt x="1619293" y="216492"/>
                  <a:pt x="1617228" y="218763"/>
                  <a:pt x="1612790" y="218763"/>
                </a:cubicBezTo>
                <a:cubicBezTo>
                  <a:pt x="1610621" y="221240"/>
                  <a:pt x="1611551" y="225989"/>
                  <a:pt x="1611653" y="228158"/>
                </a:cubicBezTo>
                <a:cubicBezTo>
                  <a:pt x="1611757" y="230326"/>
                  <a:pt x="1616093" y="233422"/>
                  <a:pt x="1617434" y="233422"/>
                </a:cubicBezTo>
                <a:cubicBezTo>
                  <a:pt x="1621915" y="232638"/>
                  <a:pt x="1625751" y="229761"/>
                  <a:pt x="1627759" y="225680"/>
                </a:cubicBezTo>
                <a:lnTo>
                  <a:pt x="1628173" y="225680"/>
                </a:lnTo>
                <a:cubicBezTo>
                  <a:pt x="1628436" y="223071"/>
                  <a:pt x="1628436" y="220441"/>
                  <a:pt x="1628173" y="217834"/>
                </a:cubicBezTo>
                <a:cubicBezTo>
                  <a:pt x="1627759" y="215149"/>
                  <a:pt x="1625075" y="214839"/>
                  <a:pt x="1622184" y="215665"/>
                </a:cubicBezTo>
                <a:close/>
                <a:moveTo>
                  <a:pt x="1244627" y="203792"/>
                </a:moveTo>
                <a:cubicBezTo>
                  <a:pt x="1247715" y="204557"/>
                  <a:pt x="1250698" y="205702"/>
                  <a:pt x="1253505" y="207200"/>
                </a:cubicBezTo>
                <a:cubicBezTo>
                  <a:pt x="1255570" y="207200"/>
                  <a:pt x="1261765" y="205858"/>
                  <a:pt x="1263830" y="207200"/>
                </a:cubicBezTo>
                <a:cubicBezTo>
                  <a:pt x="1268988" y="209871"/>
                  <a:pt x="1273865" y="213052"/>
                  <a:pt x="1278387" y="216698"/>
                </a:cubicBezTo>
                <a:cubicBezTo>
                  <a:pt x="1280071" y="220602"/>
                  <a:pt x="1281417" y="224643"/>
                  <a:pt x="1282413" y="228777"/>
                </a:cubicBezTo>
                <a:cubicBezTo>
                  <a:pt x="1283467" y="231820"/>
                  <a:pt x="1283467" y="235129"/>
                  <a:pt x="1282413" y="238173"/>
                </a:cubicBezTo>
                <a:cubicBezTo>
                  <a:pt x="1278092" y="242108"/>
                  <a:pt x="1273990" y="246278"/>
                  <a:pt x="1270127" y="250665"/>
                </a:cubicBezTo>
                <a:lnTo>
                  <a:pt x="1269714" y="250665"/>
                </a:lnTo>
                <a:cubicBezTo>
                  <a:pt x="1267975" y="254228"/>
                  <a:pt x="1266010" y="257676"/>
                  <a:pt x="1263830" y="260989"/>
                </a:cubicBezTo>
                <a:cubicBezTo>
                  <a:pt x="1256766" y="271836"/>
                  <a:pt x="1250320" y="283072"/>
                  <a:pt x="1244523" y="294646"/>
                </a:cubicBezTo>
                <a:cubicBezTo>
                  <a:pt x="1241925" y="298428"/>
                  <a:pt x="1239097" y="302048"/>
                  <a:pt x="1236057" y="305487"/>
                </a:cubicBezTo>
                <a:cubicBezTo>
                  <a:pt x="1234269" y="306899"/>
                  <a:pt x="1231851" y="307217"/>
                  <a:pt x="1229759" y="306313"/>
                </a:cubicBezTo>
                <a:cubicBezTo>
                  <a:pt x="1228211" y="305693"/>
                  <a:pt x="1223772" y="308790"/>
                  <a:pt x="1223772" y="313023"/>
                </a:cubicBezTo>
                <a:cubicBezTo>
                  <a:pt x="1223587" y="317209"/>
                  <a:pt x="1224255" y="321389"/>
                  <a:pt x="1225733" y="325309"/>
                </a:cubicBezTo>
                <a:cubicBezTo>
                  <a:pt x="1226973" y="343493"/>
                  <a:pt x="1226973" y="361740"/>
                  <a:pt x="1225733" y="379924"/>
                </a:cubicBezTo>
                <a:cubicBezTo>
                  <a:pt x="1224838" y="386393"/>
                  <a:pt x="1221036" y="392096"/>
                  <a:pt x="1215409" y="395411"/>
                </a:cubicBezTo>
                <a:cubicBezTo>
                  <a:pt x="1212414" y="396856"/>
                  <a:pt x="1208182" y="404702"/>
                  <a:pt x="1204362" y="406457"/>
                </a:cubicBezTo>
                <a:cubicBezTo>
                  <a:pt x="1200542" y="408213"/>
                  <a:pt x="1196103" y="411723"/>
                  <a:pt x="1194038" y="411723"/>
                </a:cubicBezTo>
                <a:cubicBezTo>
                  <a:pt x="1192045" y="411516"/>
                  <a:pt x="1190295" y="410310"/>
                  <a:pt x="1189392" y="408522"/>
                </a:cubicBezTo>
                <a:cubicBezTo>
                  <a:pt x="1188462" y="407283"/>
                  <a:pt x="1184436" y="406664"/>
                  <a:pt x="1182164" y="405322"/>
                </a:cubicBezTo>
                <a:cubicBezTo>
                  <a:pt x="1179894" y="403979"/>
                  <a:pt x="1178861" y="402121"/>
                  <a:pt x="1176486" y="400883"/>
                </a:cubicBezTo>
                <a:cubicBezTo>
                  <a:pt x="1173044" y="399976"/>
                  <a:pt x="1169815" y="398397"/>
                  <a:pt x="1166988" y="396237"/>
                </a:cubicBezTo>
                <a:cubicBezTo>
                  <a:pt x="1164613" y="393965"/>
                  <a:pt x="1164201" y="390661"/>
                  <a:pt x="1161826" y="386532"/>
                </a:cubicBezTo>
                <a:cubicBezTo>
                  <a:pt x="1158522" y="380647"/>
                  <a:pt x="1147475" y="374968"/>
                  <a:pt x="1147269" y="371665"/>
                </a:cubicBezTo>
                <a:cubicBezTo>
                  <a:pt x="1147062" y="368361"/>
                  <a:pt x="1155527" y="367845"/>
                  <a:pt x="1156560" y="367845"/>
                </a:cubicBezTo>
                <a:cubicBezTo>
                  <a:pt x="1163581" y="367638"/>
                  <a:pt x="1168330" y="372594"/>
                  <a:pt x="1170291" y="372594"/>
                </a:cubicBezTo>
                <a:cubicBezTo>
                  <a:pt x="1177312" y="372594"/>
                  <a:pt x="1180719" y="370013"/>
                  <a:pt x="1181339" y="359689"/>
                </a:cubicBezTo>
                <a:cubicBezTo>
                  <a:pt x="1181339" y="357624"/>
                  <a:pt x="1181339" y="352771"/>
                  <a:pt x="1181339" y="350706"/>
                </a:cubicBezTo>
                <a:cubicBezTo>
                  <a:pt x="1180919" y="346622"/>
                  <a:pt x="1180919" y="342505"/>
                  <a:pt x="1181339" y="338421"/>
                </a:cubicBezTo>
                <a:cubicBezTo>
                  <a:pt x="1181536" y="332904"/>
                  <a:pt x="1182192" y="327413"/>
                  <a:pt x="1183300" y="322005"/>
                </a:cubicBezTo>
                <a:cubicBezTo>
                  <a:pt x="1183300" y="320353"/>
                  <a:pt x="1181752" y="316430"/>
                  <a:pt x="1180307" y="316430"/>
                </a:cubicBezTo>
                <a:cubicBezTo>
                  <a:pt x="1176899" y="317256"/>
                  <a:pt x="1173492" y="313952"/>
                  <a:pt x="1171427" y="313952"/>
                </a:cubicBezTo>
                <a:cubicBezTo>
                  <a:pt x="1169362" y="313952"/>
                  <a:pt x="1166472" y="315191"/>
                  <a:pt x="1164407" y="315191"/>
                </a:cubicBezTo>
                <a:cubicBezTo>
                  <a:pt x="1160629" y="315271"/>
                  <a:pt x="1156854" y="314925"/>
                  <a:pt x="1153154" y="314159"/>
                </a:cubicBezTo>
                <a:cubicBezTo>
                  <a:pt x="1151585" y="313233"/>
                  <a:pt x="1150216" y="312005"/>
                  <a:pt x="1149127" y="310545"/>
                </a:cubicBezTo>
                <a:cubicBezTo>
                  <a:pt x="1148045" y="307892"/>
                  <a:pt x="1147282" y="305119"/>
                  <a:pt x="1146855" y="302286"/>
                </a:cubicBezTo>
                <a:cubicBezTo>
                  <a:pt x="1146339" y="301563"/>
                  <a:pt x="1145720" y="297846"/>
                  <a:pt x="1144894" y="297846"/>
                </a:cubicBezTo>
                <a:cubicBezTo>
                  <a:pt x="1144687" y="295472"/>
                  <a:pt x="1143861" y="291549"/>
                  <a:pt x="1143861" y="289174"/>
                </a:cubicBezTo>
                <a:cubicBezTo>
                  <a:pt x="1143861" y="286800"/>
                  <a:pt x="1141796" y="282463"/>
                  <a:pt x="1141073" y="276476"/>
                </a:cubicBezTo>
                <a:cubicBezTo>
                  <a:pt x="1140351" y="270487"/>
                  <a:pt x="1138390" y="266667"/>
                  <a:pt x="1138390" y="260163"/>
                </a:cubicBezTo>
                <a:cubicBezTo>
                  <a:pt x="1137564" y="250355"/>
                  <a:pt x="1137564" y="245606"/>
                  <a:pt x="1137564" y="243644"/>
                </a:cubicBezTo>
                <a:cubicBezTo>
                  <a:pt x="1138183" y="231978"/>
                  <a:pt x="1145100" y="229397"/>
                  <a:pt x="1147888" y="224958"/>
                </a:cubicBezTo>
                <a:cubicBezTo>
                  <a:pt x="1150882" y="223306"/>
                  <a:pt x="1153772" y="220312"/>
                  <a:pt x="1157386" y="220725"/>
                </a:cubicBezTo>
                <a:cubicBezTo>
                  <a:pt x="1161000" y="221138"/>
                  <a:pt x="1162032" y="222480"/>
                  <a:pt x="1165852" y="225163"/>
                </a:cubicBezTo>
                <a:cubicBezTo>
                  <a:pt x="1167293" y="226877"/>
                  <a:pt x="1168637" y="228669"/>
                  <a:pt x="1169878" y="230532"/>
                </a:cubicBezTo>
                <a:cubicBezTo>
                  <a:pt x="1176031" y="230082"/>
                  <a:pt x="1182015" y="228323"/>
                  <a:pt x="1187430" y="225370"/>
                </a:cubicBezTo>
                <a:cubicBezTo>
                  <a:pt x="1190114" y="223925"/>
                  <a:pt x="1195895" y="223925"/>
                  <a:pt x="1200438" y="221860"/>
                </a:cubicBezTo>
                <a:cubicBezTo>
                  <a:pt x="1203420" y="220263"/>
                  <a:pt x="1206621" y="219115"/>
                  <a:pt x="1209937" y="218453"/>
                </a:cubicBezTo>
                <a:cubicBezTo>
                  <a:pt x="1212001" y="218453"/>
                  <a:pt x="1212621" y="217627"/>
                  <a:pt x="1217370" y="216285"/>
                </a:cubicBezTo>
                <a:cubicBezTo>
                  <a:pt x="1221068" y="215726"/>
                  <a:pt x="1224594" y="214350"/>
                  <a:pt x="1227694" y="212258"/>
                </a:cubicBezTo>
                <a:cubicBezTo>
                  <a:pt x="1229863" y="210710"/>
                  <a:pt x="1231824" y="209471"/>
                  <a:pt x="1233580" y="208439"/>
                </a:cubicBezTo>
                <a:cubicBezTo>
                  <a:pt x="1235235" y="207423"/>
                  <a:pt x="1236960" y="206527"/>
                  <a:pt x="1238741" y="205754"/>
                </a:cubicBezTo>
                <a:cubicBezTo>
                  <a:pt x="1240324" y="204274"/>
                  <a:pt x="1242472" y="203558"/>
                  <a:pt x="1244627" y="203792"/>
                </a:cubicBezTo>
                <a:close/>
                <a:moveTo>
                  <a:pt x="1582952" y="186861"/>
                </a:moveTo>
                <a:cubicBezTo>
                  <a:pt x="1580474" y="189339"/>
                  <a:pt x="1572628" y="186861"/>
                  <a:pt x="1572628" y="193984"/>
                </a:cubicBezTo>
                <a:cubicBezTo>
                  <a:pt x="1572731" y="197495"/>
                  <a:pt x="1571286" y="202141"/>
                  <a:pt x="1573764" y="204309"/>
                </a:cubicBezTo>
                <a:cubicBezTo>
                  <a:pt x="1573764" y="204309"/>
                  <a:pt x="1575726" y="208954"/>
                  <a:pt x="1578202" y="206993"/>
                </a:cubicBezTo>
                <a:cubicBezTo>
                  <a:pt x="1583159" y="203277"/>
                  <a:pt x="1589354" y="201728"/>
                  <a:pt x="1589972" y="195843"/>
                </a:cubicBezTo>
                <a:lnTo>
                  <a:pt x="1590488" y="195533"/>
                </a:lnTo>
                <a:cubicBezTo>
                  <a:pt x="1591418" y="187583"/>
                  <a:pt x="1589457" y="185312"/>
                  <a:pt x="1582952" y="186861"/>
                </a:cubicBezTo>
                <a:close/>
                <a:moveTo>
                  <a:pt x="1638703" y="171684"/>
                </a:moveTo>
                <a:cubicBezTo>
                  <a:pt x="1629928" y="174472"/>
                  <a:pt x="1615784" y="174059"/>
                  <a:pt x="1615061" y="180975"/>
                </a:cubicBezTo>
                <a:cubicBezTo>
                  <a:pt x="1614751" y="184589"/>
                  <a:pt x="1614751" y="190784"/>
                  <a:pt x="1618467" y="192125"/>
                </a:cubicBezTo>
                <a:cubicBezTo>
                  <a:pt x="1622617" y="193169"/>
                  <a:pt x="1626926" y="193414"/>
                  <a:pt x="1631166" y="192848"/>
                </a:cubicBezTo>
                <a:cubicBezTo>
                  <a:pt x="1635178" y="189803"/>
                  <a:pt x="1638138" y="185580"/>
                  <a:pt x="1639632" y="180769"/>
                </a:cubicBezTo>
                <a:cubicBezTo>
                  <a:pt x="1639632" y="178602"/>
                  <a:pt x="1639736" y="172613"/>
                  <a:pt x="1638703" y="171684"/>
                </a:cubicBezTo>
                <a:close/>
                <a:moveTo>
                  <a:pt x="1976099" y="169310"/>
                </a:moveTo>
                <a:cubicBezTo>
                  <a:pt x="1978798" y="169819"/>
                  <a:pt x="1981241" y="171240"/>
                  <a:pt x="1983017" y="173336"/>
                </a:cubicBezTo>
                <a:cubicBezTo>
                  <a:pt x="1986631" y="177156"/>
                  <a:pt x="1990553" y="179015"/>
                  <a:pt x="1993341" y="182938"/>
                </a:cubicBezTo>
                <a:cubicBezTo>
                  <a:pt x="1994939" y="185890"/>
                  <a:pt x="1995988" y="189108"/>
                  <a:pt x="1996438" y="192436"/>
                </a:cubicBezTo>
                <a:cubicBezTo>
                  <a:pt x="1997058" y="194708"/>
                  <a:pt x="2000465" y="197495"/>
                  <a:pt x="2000465" y="198733"/>
                </a:cubicBezTo>
                <a:cubicBezTo>
                  <a:pt x="1999742" y="207613"/>
                  <a:pt x="1993238" y="207406"/>
                  <a:pt x="1984462" y="213600"/>
                </a:cubicBezTo>
                <a:cubicBezTo>
                  <a:pt x="1979652" y="216220"/>
                  <a:pt x="1975379" y="219722"/>
                  <a:pt x="1971867" y="223925"/>
                </a:cubicBezTo>
                <a:cubicBezTo>
                  <a:pt x="1969104" y="226726"/>
                  <a:pt x="1965802" y="228939"/>
                  <a:pt x="1962161" y="230429"/>
                </a:cubicBezTo>
                <a:cubicBezTo>
                  <a:pt x="1952353" y="234662"/>
                  <a:pt x="1943578" y="234249"/>
                  <a:pt x="1942856" y="243954"/>
                </a:cubicBezTo>
                <a:cubicBezTo>
                  <a:pt x="1942133" y="253658"/>
                  <a:pt x="1947501" y="249736"/>
                  <a:pt x="1947501" y="260060"/>
                </a:cubicBezTo>
                <a:cubicBezTo>
                  <a:pt x="1947040" y="262757"/>
                  <a:pt x="1945943" y="265304"/>
                  <a:pt x="1944301" y="267493"/>
                </a:cubicBezTo>
                <a:cubicBezTo>
                  <a:pt x="1942771" y="269451"/>
                  <a:pt x="1941872" y="271827"/>
                  <a:pt x="1941720" y="274307"/>
                </a:cubicBezTo>
                <a:cubicBezTo>
                  <a:pt x="1941694" y="276844"/>
                  <a:pt x="1941018" y="279332"/>
                  <a:pt x="1939758" y="281534"/>
                </a:cubicBezTo>
                <a:cubicBezTo>
                  <a:pt x="1938628" y="283912"/>
                  <a:pt x="1938164" y="286553"/>
                  <a:pt x="1938416" y="289174"/>
                </a:cubicBezTo>
                <a:cubicBezTo>
                  <a:pt x="1938209" y="298672"/>
                  <a:pt x="1936661" y="306622"/>
                  <a:pt x="1939448" y="308996"/>
                </a:cubicBezTo>
                <a:cubicBezTo>
                  <a:pt x="1951330" y="308037"/>
                  <a:pt x="1963257" y="307762"/>
                  <a:pt x="1975171" y="308170"/>
                </a:cubicBezTo>
                <a:cubicBezTo>
                  <a:pt x="1979506" y="308170"/>
                  <a:pt x="1981262" y="305280"/>
                  <a:pt x="1984463" y="304558"/>
                </a:cubicBezTo>
                <a:cubicBezTo>
                  <a:pt x="1987376" y="303912"/>
                  <a:pt x="1990356" y="303599"/>
                  <a:pt x="1993341" y="303628"/>
                </a:cubicBezTo>
                <a:cubicBezTo>
                  <a:pt x="1996648" y="304191"/>
                  <a:pt x="1999897" y="305055"/>
                  <a:pt x="2003047" y="306209"/>
                </a:cubicBezTo>
                <a:cubicBezTo>
                  <a:pt x="2006348" y="307706"/>
                  <a:pt x="2009524" y="309468"/>
                  <a:pt x="2012544" y="311474"/>
                </a:cubicBezTo>
                <a:cubicBezTo>
                  <a:pt x="2016055" y="313952"/>
                  <a:pt x="2022352" y="315295"/>
                  <a:pt x="2024933" y="321798"/>
                </a:cubicBezTo>
                <a:cubicBezTo>
                  <a:pt x="2025722" y="324550"/>
                  <a:pt x="2026105" y="327402"/>
                  <a:pt x="2026069" y="330265"/>
                </a:cubicBezTo>
                <a:lnTo>
                  <a:pt x="2024313" y="330471"/>
                </a:lnTo>
                <a:cubicBezTo>
                  <a:pt x="2024318" y="331623"/>
                  <a:pt x="2024762" y="332731"/>
                  <a:pt x="2025552" y="333568"/>
                </a:cubicBezTo>
                <a:cubicBezTo>
                  <a:pt x="2026317" y="334952"/>
                  <a:pt x="2026608" y="336547"/>
                  <a:pt x="2026379" y="338111"/>
                </a:cubicBezTo>
                <a:cubicBezTo>
                  <a:pt x="2025896" y="340753"/>
                  <a:pt x="2024840" y="343254"/>
                  <a:pt x="2023281" y="345442"/>
                </a:cubicBezTo>
                <a:cubicBezTo>
                  <a:pt x="2021629" y="348022"/>
                  <a:pt x="2019564" y="351739"/>
                  <a:pt x="2017086" y="351739"/>
                </a:cubicBezTo>
                <a:cubicBezTo>
                  <a:pt x="2010479" y="351945"/>
                  <a:pt x="2007175" y="352565"/>
                  <a:pt x="2005007" y="352462"/>
                </a:cubicBezTo>
                <a:cubicBezTo>
                  <a:pt x="2002840" y="352358"/>
                  <a:pt x="1996438" y="350190"/>
                  <a:pt x="1991895" y="350190"/>
                </a:cubicBezTo>
                <a:cubicBezTo>
                  <a:pt x="1987353" y="350190"/>
                  <a:pt x="1984153" y="351429"/>
                  <a:pt x="1978474" y="351326"/>
                </a:cubicBezTo>
                <a:cubicBezTo>
                  <a:pt x="1972796" y="351223"/>
                  <a:pt x="1962575" y="350190"/>
                  <a:pt x="1956277" y="349467"/>
                </a:cubicBezTo>
                <a:cubicBezTo>
                  <a:pt x="1952251" y="348951"/>
                  <a:pt x="1939655" y="349984"/>
                  <a:pt x="1935628" y="349467"/>
                </a:cubicBezTo>
                <a:cubicBezTo>
                  <a:pt x="1928702" y="348819"/>
                  <a:pt x="1921715" y="349377"/>
                  <a:pt x="1914980" y="351119"/>
                </a:cubicBezTo>
                <a:lnTo>
                  <a:pt x="1895260" y="353907"/>
                </a:lnTo>
                <a:cubicBezTo>
                  <a:pt x="1888241" y="354940"/>
                  <a:pt x="1879155" y="353391"/>
                  <a:pt x="1872857" y="353391"/>
                </a:cubicBezTo>
                <a:cubicBezTo>
                  <a:pt x="1859349" y="354650"/>
                  <a:pt x="1846020" y="357385"/>
                  <a:pt x="1833109" y="361547"/>
                </a:cubicBezTo>
                <a:cubicBezTo>
                  <a:pt x="1816693" y="367225"/>
                  <a:pt x="1787992" y="380544"/>
                  <a:pt x="1784378" y="380131"/>
                </a:cubicBezTo>
                <a:cubicBezTo>
                  <a:pt x="1780764" y="379718"/>
                  <a:pt x="1773125" y="369497"/>
                  <a:pt x="1765795" y="362579"/>
                </a:cubicBezTo>
                <a:cubicBezTo>
                  <a:pt x="1765175" y="359166"/>
                  <a:pt x="1765175" y="355668"/>
                  <a:pt x="1765795" y="352255"/>
                </a:cubicBezTo>
                <a:cubicBezTo>
                  <a:pt x="1766474" y="348028"/>
                  <a:pt x="1766085" y="343696"/>
                  <a:pt x="1764659" y="339660"/>
                </a:cubicBezTo>
                <a:cubicBezTo>
                  <a:pt x="1767446" y="334807"/>
                  <a:pt x="1783655" y="328819"/>
                  <a:pt x="1785307" y="328406"/>
                </a:cubicBezTo>
                <a:cubicBezTo>
                  <a:pt x="1786959" y="327993"/>
                  <a:pt x="1793361" y="330471"/>
                  <a:pt x="1797283" y="329542"/>
                </a:cubicBezTo>
                <a:cubicBezTo>
                  <a:pt x="1799348" y="329026"/>
                  <a:pt x="1814009" y="323037"/>
                  <a:pt x="1822061" y="320146"/>
                </a:cubicBezTo>
                <a:cubicBezTo>
                  <a:pt x="1825262" y="319115"/>
                  <a:pt x="1829908" y="318907"/>
                  <a:pt x="1832386" y="318186"/>
                </a:cubicBezTo>
                <a:cubicBezTo>
                  <a:pt x="1840025" y="315811"/>
                  <a:pt x="1851279" y="310132"/>
                  <a:pt x="1859539" y="306828"/>
                </a:cubicBezTo>
                <a:cubicBezTo>
                  <a:pt x="1877194" y="299808"/>
                  <a:pt x="1878122" y="278541"/>
                  <a:pt x="1880806" y="270487"/>
                </a:cubicBezTo>
                <a:cubicBezTo>
                  <a:pt x="1882223" y="266581"/>
                  <a:pt x="1882956" y="262460"/>
                  <a:pt x="1882975" y="258305"/>
                </a:cubicBezTo>
                <a:cubicBezTo>
                  <a:pt x="1883078" y="254278"/>
                  <a:pt x="1882768" y="249426"/>
                  <a:pt x="1880806" y="248703"/>
                </a:cubicBezTo>
                <a:cubicBezTo>
                  <a:pt x="1877329" y="248999"/>
                  <a:pt x="1873878" y="249551"/>
                  <a:pt x="1870482" y="250355"/>
                </a:cubicBezTo>
                <a:cubicBezTo>
                  <a:pt x="1866134" y="251849"/>
                  <a:pt x="1861468" y="252170"/>
                  <a:pt x="1856958" y="251285"/>
                </a:cubicBezTo>
                <a:cubicBezTo>
                  <a:pt x="1852828" y="249323"/>
                  <a:pt x="1853447" y="244470"/>
                  <a:pt x="1852828" y="238998"/>
                </a:cubicBezTo>
                <a:cubicBezTo>
                  <a:pt x="1851507" y="233447"/>
                  <a:pt x="1848727" y="228350"/>
                  <a:pt x="1844775" y="224235"/>
                </a:cubicBezTo>
                <a:cubicBezTo>
                  <a:pt x="1843226" y="220476"/>
                  <a:pt x="1842521" y="216423"/>
                  <a:pt x="1842710" y="212361"/>
                </a:cubicBezTo>
                <a:cubicBezTo>
                  <a:pt x="1842813" y="210194"/>
                  <a:pt x="1841678" y="203070"/>
                  <a:pt x="1841678" y="200902"/>
                </a:cubicBezTo>
                <a:cubicBezTo>
                  <a:pt x="1841678" y="195224"/>
                  <a:pt x="1847047" y="194811"/>
                  <a:pt x="1852002" y="192333"/>
                </a:cubicBezTo>
                <a:cubicBezTo>
                  <a:pt x="1858142" y="193405"/>
                  <a:pt x="1864210" y="194853"/>
                  <a:pt x="1870173" y="196669"/>
                </a:cubicBezTo>
                <a:cubicBezTo>
                  <a:pt x="1884753" y="195089"/>
                  <a:pt x="1899231" y="192677"/>
                  <a:pt x="1913535" y="189442"/>
                </a:cubicBezTo>
                <a:cubicBezTo>
                  <a:pt x="1916736" y="188719"/>
                  <a:pt x="1920245" y="187583"/>
                  <a:pt x="1921071" y="187377"/>
                </a:cubicBezTo>
                <a:cubicBezTo>
                  <a:pt x="1921897" y="187170"/>
                  <a:pt x="1924891" y="185828"/>
                  <a:pt x="1926440" y="185312"/>
                </a:cubicBezTo>
                <a:cubicBezTo>
                  <a:pt x="1937768" y="181989"/>
                  <a:pt x="1948680" y="177383"/>
                  <a:pt x="1958962" y="171582"/>
                </a:cubicBezTo>
                <a:cubicBezTo>
                  <a:pt x="1961912" y="170567"/>
                  <a:pt x="1965041" y="170180"/>
                  <a:pt x="1968150" y="170446"/>
                </a:cubicBezTo>
                <a:cubicBezTo>
                  <a:pt x="1970820" y="170217"/>
                  <a:pt x="1973473" y="169838"/>
                  <a:pt x="1976099" y="169310"/>
                </a:cubicBezTo>
                <a:close/>
                <a:moveTo>
                  <a:pt x="1519355" y="157334"/>
                </a:moveTo>
                <a:cubicBezTo>
                  <a:pt x="1524414" y="154340"/>
                  <a:pt x="1526995" y="165490"/>
                  <a:pt x="1528647" y="169517"/>
                </a:cubicBezTo>
                <a:cubicBezTo>
                  <a:pt x="1529576" y="171478"/>
                  <a:pt x="1526789" y="179118"/>
                  <a:pt x="1526478" y="181802"/>
                </a:cubicBezTo>
                <a:cubicBezTo>
                  <a:pt x="1526169" y="184487"/>
                  <a:pt x="1522245" y="187790"/>
                  <a:pt x="1522245" y="195843"/>
                </a:cubicBezTo>
                <a:cubicBezTo>
                  <a:pt x="1522350" y="199456"/>
                  <a:pt x="1519046" y="202141"/>
                  <a:pt x="1514606" y="206167"/>
                </a:cubicBezTo>
                <a:cubicBezTo>
                  <a:pt x="1510065" y="210559"/>
                  <a:pt x="1505823" y="215250"/>
                  <a:pt x="1501908" y="220208"/>
                </a:cubicBezTo>
                <a:cubicBezTo>
                  <a:pt x="1499838" y="225135"/>
                  <a:pt x="1499368" y="230590"/>
                  <a:pt x="1500565" y="235798"/>
                </a:cubicBezTo>
                <a:cubicBezTo>
                  <a:pt x="1500565" y="237553"/>
                  <a:pt x="1498397" y="243128"/>
                  <a:pt x="1501494" y="246122"/>
                </a:cubicBezTo>
                <a:cubicBezTo>
                  <a:pt x="1504592" y="249117"/>
                  <a:pt x="1507999" y="245916"/>
                  <a:pt x="1509753" y="246122"/>
                </a:cubicBezTo>
                <a:cubicBezTo>
                  <a:pt x="1511509" y="246329"/>
                  <a:pt x="1510373" y="249839"/>
                  <a:pt x="1512438" y="253658"/>
                </a:cubicBezTo>
                <a:cubicBezTo>
                  <a:pt x="1516258" y="260989"/>
                  <a:pt x="1517497" y="262125"/>
                  <a:pt x="1517497" y="265739"/>
                </a:cubicBezTo>
                <a:cubicBezTo>
                  <a:pt x="1517393" y="267803"/>
                  <a:pt x="1517393" y="269558"/>
                  <a:pt x="1515742" y="270590"/>
                </a:cubicBezTo>
                <a:cubicBezTo>
                  <a:pt x="1506180" y="276353"/>
                  <a:pt x="1498031" y="284186"/>
                  <a:pt x="1491893" y="293510"/>
                </a:cubicBezTo>
                <a:cubicBezTo>
                  <a:pt x="1491214" y="296681"/>
                  <a:pt x="1491614" y="299988"/>
                  <a:pt x="1493029" y="302906"/>
                </a:cubicBezTo>
                <a:cubicBezTo>
                  <a:pt x="1494990" y="302906"/>
                  <a:pt x="1499945" y="302906"/>
                  <a:pt x="1502114" y="302906"/>
                </a:cubicBezTo>
                <a:lnTo>
                  <a:pt x="1501804" y="303525"/>
                </a:lnTo>
                <a:cubicBezTo>
                  <a:pt x="1505045" y="304420"/>
                  <a:pt x="1507929" y="306295"/>
                  <a:pt x="1510063" y="308893"/>
                </a:cubicBezTo>
                <a:cubicBezTo>
                  <a:pt x="1511548" y="311629"/>
                  <a:pt x="1512395" y="314664"/>
                  <a:pt x="1512541" y="317773"/>
                </a:cubicBezTo>
                <a:cubicBezTo>
                  <a:pt x="1510992" y="330885"/>
                  <a:pt x="1499636" y="339040"/>
                  <a:pt x="1489312" y="345647"/>
                </a:cubicBezTo>
                <a:cubicBezTo>
                  <a:pt x="1478988" y="352255"/>
                  <a:pt x="1460300" y="359482"/>
                  <a:pt x="1451422" y="364541"/>
                </a:cubicBezTo>
                <a:cubicBezTo>
                  <a:pt x="1444091" y="368774"/>
                  <a:pt x="1437175" y="379305"/>
                  <a:pt x="1432941" y="381060"/>
                </a:cubicBezTo>
                <a:cubicBezTo>
                  <a:pt x="1432941" y="381060"/>
                  <a:pt x="1427883" y="382712"/>
                  <a:pt x="1425612" y="381060"/>
                </a:cubicBezTo>
                <a:cubicBezTo>
                  <a:pt x="1422246" y="379845"/>
                  <a:pt x="1418794" y="378878"/>
                  <a:pt x="1415288" y="378169"/>
                </a:cubicBezTo>
                <a:cubicBezTo>
                  <a:pt x="1411777" y="377033"/>
                  <a:pt x="1413429" y="372078"/>
                  <a:pt x="1410848" y="369084"/>
                </a:cubicBezTo>
                <a:cubicBezTo>
                  <a:pt x="1408150" y="366455"/>
                  <a:pt x="1405977" y="363337"/>
                  <a:pt x="1404446" y="359895"/>
                </a:cubicBezTo>
                <a:cubicBezTo>
                  <a:pt x="1402290" y="354593"/>
                  <a:pt x="1401304" y="348888"/>
                  <a:pt x="1401556" y="343170"/>
                </a:cubicBezTo>
                <a:cubicBezTo>
                  <a:pt x="1404635" y="335879"/>
                  <a:pt x="1410568" y="330170"/>
                  <a:pt x="1417971" y="327374"/>
                </a:cubicBezTo>
                <a:cubicBezTo>
                  <a:pt x="1421231" y="325247"/>
                  <a:pt x="1424367" y="322937"/>
                  <a:pt x="1427367" y="320456"/>
                </a:cubicBezTo>
                <a:cubicBezTo>
                  <a:pt x="1430237" y="318864"/>
                  <a:pt x="1432573" y="316457"/>
                  <a:pt x="1434077" y="313539"/>
                </a:cubicBezTo>
                <a:cubicBezTo>
                  <a:pt x="1434974" y="311396"/>
                  <a:pt x="1435565" y="309137"/>
                  <a:pt x="1435832" y="306828"/>
                </a:cubicBezTo>
                <a:cubicBezTo>
                  <a:pt x="1436039" y="303319"/>
                  <a:pt x="1437794" y="300738"/>
                  <a:pt x="1437793" y="298156"/>
                </a:cubicBezTo>
                <a:cubicBezTo>
                  <a:pt x="1437509" y="295584"/>
                  <a:pt x="1436426" y="293165"/>
                  <a:pt x="1434696" y="291240"/>
                </a:cubicBezTo>
                <a:cubicBezTo>
                  <a:pt x="1433028" y="289544"/>
                  <a:pt x="1431758" y="287498"/>
                  <a:pt x="1430979" y="285251"/>
                </a:cubicBezTo>
                <a:cubicBezTo>
                  <a:pt x="1430979" y="285148"/>
                  <a:pt x="1423547" y="276579"/>
                  <a:pt x="1423546" y="272346"/>
                </a:cubicBezTo>
                <a:cubicBezTo>
                  <a:pt x="1423792" y="265822"/>
                  <a:pt x="1428908" y="260529"/>
                  <a:pt x="1435419" y="260060"/>
                </a:cubicBezTo>
                <a:cubicBezTo>
                  <a:pt x="1437484" y="259234"/>
                  <a:pt x="1441304" y="260060"/>
                  <a:pt x="1443368" y="260060"/>
                </a:cubicBezTo>
                <a:cubicBezTo>
                  <a:pt x="1448324" y="259647"/>
                  <a:pt x="1451835" y="254897"/>
                  <a:pt x="1454520" y="250872"/>
                </a:cubicBezTo>
                <a:cubicBezTo>
                  <a:pt x="1455954" y="245333"/>
                  <a:pt x="1456784" y="239656"/>
                  <a:pt x="1456996" y="233940"/>
                </a:cubicBezTo>
                <a:cubicBezTo>
                  <a:pt x="1458648" y="228158"/>
                  <a:pt x="1451732" y="227228"/>
                  <a:pt x="1448324" y="225887"/>
                </a:cubicBezTo>
                <a:cubicBezTo>
                  <a:pt x="1445047" y="224232"/>
                  <a:pt x="1441580" y="222985"/>
                  <a:pt x="1438000" y="222170"/>
                </a:cubicBezTo>
                <a:cubicBezTo>
                  <a:pt x="1435213" y="221964"/>
                  <a:pt x="1432838" y="218660"/>
                  <a:pt x="1431496" y="215046"/>
                </a:cubicBezTo>
                <a:cubicBezTo>
                  <a:pt x="1430154" y="211433"/>
                  <a:pt x="1429017" y="212569"/>
                  <a:pt x="1426128" y="211433"/>
                </a:cubicBezTo>
                <a:cubicBezTo>
                  <a:pt x="1423236" y="210297"/>
                  <a:pt x="1423236" y="200489"/>
                  <a:pt x="1423236" y="199354"/>
                </a:cubicBezTo>
                <a:cubicBezTo>
                  <a:pt x="1423236" y="198218"/>
                  <a:pt x="1426231" y="196979"/>
                  <a:pt x="1428812" y="195843"/>
                </a:cubicBezTo>
                <a:cubicBezTo>
                  <a:pt x="1431393" y="194708"/>
                  <a:pt x="1431393" y="192849"/>
                  <a:pt x="1433044" y="189339"/>
                </a:cubicBezTo>
                <a:cubicBezTo>
                  <a:pt x="1434697" y="185829"/>
                  <a:pt x="1438517" y="185003"/>
                  <a:pt x="1442027" y="184074"/>
                </a:cubicBezTo>
                <a:cubicBezTo>
                  <a:pt x="1445971" y="183842"/>
                  <a:pt x="1449901" y="183393"/>
                  <a:pt x="1453797" y="182732"/>
                </a:cubicBezTo>
                <a:cubicBezTo>
                  <a:pt x="1470314" y="176021"/>
                  <a:pt x="1489002" y="157541"/>
                  <a:pt x="1504798" y="158367"/>
                </a:cubicBezTo>
                <a:cubicBezTo>
                  <a:pt x="1512850" y="158883"/>
                  <a:pt x="1516154" y="159090"/>
                  <a:pt x="1519355" y="157334"/>
                </a:cubicBezTo>
                <a:close/>
                <a:moveTo>
                  <a:pt x="2231935" y="156920"/>
                </a:moveTo>
                <a:cubicBezTo>
                  <a:pt x="2235754" y="157539"/>
                  <a:pt x="2245976" y="155784"/>
                  <a:pt x="2246905" y="157539"/>
                </a:cubicBezTo>
                <a:cubicBezTo>
                  <a:pt x="2249874" y="161889"/>
                  <a:pt x="2254030" y="165293"/>
                  <a:pt x="2258881" y="167347"/>
                </a:cubicBezTo>
                <a:cubicBezTo>
                  <a:pt x="2262908" y="169412"/>
                  <a:pt x="2261153" y="172200"/>
                  <a:pt x="2261669" y="175813"/>
                </a:cubicBezTo>
                <a:cubicBezTo>
                  <a:pt x="2262185" y="179426"/>
                  <a:pt x="2264456" y="180872"/>
                  <a:pt x="2263321" y="183969"/>
                </a:cubicBezTo>
                <a:cubicBezTo>
                  <a:pt x="2262185" y="187067"/>
                  <a:pt x="2259398" y="192538"/>
                  <a:pt x="2257023" y="199146"/>
                </a:cubicBezTo>
                <a:cubicBezTo>
                  <a:pt x="2257023" y="200591"/>
                  <a:pt x="2255164" y="208024"/>
                  <a:pt x="2257023" y="208024"/>
                </a:cubicBezTo>
                <a:cubicBezTo>
                  <a:pt x="2259165" y="208154"/>
                  <a:pt x="2261295" y="207612"/>
                  <a:pt x="2263115" y="206476"/>
                </a:cubicBezTo>
                <a:cubicBezTo>
                  <a:pt x="2264043" y="206063"/>
                  <a:pt x="2268173" y="203999"/>
                  <a:pt x="2270754" y="203069"/>
                </a:cubicBezTo>
                <a:cubicBezTo>
                  <a:pt x="2273855" y="202378"/>
                  <a:pt x="2276868" y="201340"/>
                  <a:pt x="2279736" y="199972"/>
                </a:cubicBezTo>
                <a:cubicBezTo>
                  <a:pt x="2283247" y="197494"/>
                  <a:pt x="2287892" y="192538"/>
                  <a:pt x="2290061" y="192538"/>
                </a:cubicBezTo>
                <a:cubicBezTo>
                  <a:pt x="2290061" y="192538"/>
                  <a:pt x="2303792" y="188512"/>
                  <a:pt x="2306166" y="192538"/>
                </a:cubicBezTo>
                <a:cubicBezTo>
                  <a:pt x="2308540" y="196565"/>
                  <a:pt x="2314322" y="196152"/>
                  <a:pt x="2320207" y="197081"/>
                </a:cubicBezTo>
                <a:cubicBezTo>
                  <a:pt x="2326092" y="198010"/>
                  <a:pt x="2329912" y="207508"/>
                  <a:pt x="2329912" y="215562"/>
                </a:cubicBezTo>
                <a:cubicBezTo>
                  <a:pt x="2330015" y="218866"/>
                  <a:pt x="2329809" y="220207"/>
                  <a:pt x="2326195" y="220207"/>
                </a:cubicBezTo>
                <a:cubicBezTo>
                  <a:pt x="2324234" y="220310"/>
                  <a:pt x="2322065" y="223614"/>
                  <a:pt x="2318453" y="225989"/>
                </a:cubicBezTo>
                <a:cubicBezTo>
                  <a:pt x="2312820" y="229229"/>
                  <a:pt x="2306824" y="231793"/>
                  <a:pt x="2300591" y="233628"/>
                </a:cubicBezTo>
                <a:cubicBezTo>
                  <a:pt x="2297450" y="235726"/>
                  <a:pt x="2293951" y="237230"/>
                  <a:pt x="2290267" y="238068"/>
                </a:cubicBezTo>
                <a:cubicBezTo>
                  <a:pt x="2285724" y="238688"/>
                  <a:pt x="2281698" y="238894"/>
                  <a:pt x="2278292" y="239617"/>
                </a:cubicBezTo>
                <a:cubicBezTo>
                  <a:pt x="2271898" y="241186"/>
                  <a:pt x="2265725" y="243544"/>
                  <a:pt x="2259914" y="246637"/>
                </a:cubicBezTo>
                <a:cubicBezTo>
                  <a:pt x="2257436" y="249264"/>
                  <a:pt x="2255381" y="252260"/>
                  <a:pt x="2253822" y="255516"/>
                </a:cubicBezTo>
                <a:cubicBezTo>
                  <a:pt x="2252387" y="260351"/>
                  <a:pt x="2253182" y="265574"/>
                  <a:pt x="2255990" y="269764"/>
                </a:cubicBezTo>
                <a:cubicBezTo>
                  <a:pt x="2264589" y="281474"/>
                  <a:pt x="2274809" y="291904"/>
                  <a:pt x="2286344" y="300736"/>
                </a:cubicBezTo>
                <a:cubicBezTo>
                  <a:pt x="2291815" y="305382"/>
                  <a:pt x="2299559" y="321385"/>
                  <a:pt x="2308747" y="326031"/>
                </a:cubicBezTo>
                <a:cubicBezTo>
                  <a:pt x="2316944" y="330490"/>
                  <a:pt x="2324660" y="335784"/>
                  <a:pt x="2331771" y="341826"/>
                </a:cubicBezTo>
                <a:cubicBezTo>
                  <a:pt x="2335963" y="344047"/>
                  <a:pt x="2340397" y="345780"/>
                  <a:pt x="2344986" y="346989"/>
                </a:cubicBezTo>
                <a:cubicBezTo>
                  <a:pt x="2349115" y="348744"/>
                  <a:pt x="2352729" y="352564"/>
                  <a:pt x="2355310" y="353494"/>
                </a:cubicBezTo>
                <a:cubicBezTo>
                  <a:pt x="2362020" y="355764"/>
                  <a:pt x="2367802" y="357829"/>
                  <a:pt x="2378126" y="361959"/>
                </a:cubicBezTo>
                <a:cubicBezTo>
                  <a:pt x="2380604" y="362992"/>
                  <a:pt x="2384734" y="363301"/>
                  <a:pt x="2385973" y="365573"/>
                </a:cubicBezTo>
                <a:lnTo>
                  <a:pt x="2385147" y="366605"/>
                </a:lnTo>
                <a:cubicBezTo>
                  <a:pt x="2386180" y="368566"/>
                  <a:pt x="2382875" y="370321"/>
                  <a:pt x="2382669" y="372593"/>
                </a:cubicBezTo>
                <a:cubicBezTo>
                  <a:pt x="2382463" y="374864"/>
                  <a:pt x="2383495" y="378685"/>
                  <a:pt x="2381534" y="381058"/>
                </a:cubicBezTo>
                <a:cubicBezTo>
                  <a:pt x="2378360" y="385127"/>
                  <a:pt x="2373575" y="387614"/>
                  <a:pt x="2368422" y="387873"/>
                </a:cubicBezTo>
                <a:cubicBezTo>
                  <a:pt x="2366253" y="388079"/>
                  <a:pt x="2364601" y="391177"/>
                  <a:pt x="2363053" y="392313"/>
                </a:cubicBezTo>
                <a:cubicBezTo>
                  <a:pt x="2361504" y="393448"/>
                  <a:pt x="2359233" y="393448"/>
                  <a:pt x="2357684" y="393448"/>
                </a:cubicBezTo>
                <a:cubicBezTo>
                  <a:pt x="2353647" y="393464"/>
                  <a:pt x="2349612" y="393222"/>
                  <a:pt x="2345605" y="392726"/>
                </a:cubicBezTo>
                <a:cubicBezTo>
                  <a:pt x="2341443" y="392953"/>
                  <a:pt x="2337274" y="392953"/>
                  <a:pt x="2333113" y="392726"/>
                </a:cubicBezTo>
                <a:cubicBezTo>
                  <a:pt x="2329371" y="392692"/>
                  <a:pt x="2325665" y="391993"/>
                  <a:pt x="2322168" y="390661"/>
                </a:cubicBezTo>
                <a:cubicBezTo>
                  <a:pt x="2315355" y="386737"/>
                  <a:pt x="2310193" y="389628"/>
                  <a:pt x="2305031" y="388286"/>
                </a:cubicBezTo>
                <a:cubicBezTo>
                  <a:pt x="2300978" y="387557"/>
                  <a:pt x="2297439" y="385109"/>
                  <a:pt x="2295326" y="381576"/>
                </a:cubicBezTo>
                <a:cubicBezTo>
                  <a:pt x="2292023" y="372386"/>
                  <a:pt x="2296461" y="369702"/>
                  <a:pt x="2280459" y="355041"/>
                </a:cubicBezTo>
                <a:cubicBezTo>
                  <a:pt x="2274422" y="348266"/>
                  <a:pt x="2268802" y="341128"/>
                  <a:pt x="2263631" y="333671"/>
                </a:cubicBezTo>
                <a:cubicBezTo>
                  <a:pt x="2260482" y="329532"/>
                  <a:pt x="2257032" y="325633"/>
                  <a:pt x="2253306" y="322004"/>
                </a:cubicBezTo>
                <a:cubicBezTo>
                  <a:pt x="2242775" y="314261"/>
                  <a:pt x="2233381" y="303524"/>
                  <a:pt x="2229870" y="301355"/>
                </a:cubicBezTo>
                <a:cubicBezTo>
                  <a:pt x="2228631" y="300633"/>
                  <a:pt x="2221611" y="317358"/>
                  <a:pt x="2213661" y="325928"/>
                </a:cubicBezTo>
                <a:cubicBezTo>
                  <a:pt x="2205712" y="334497"/>
                  <a:pt x="2199930" y="338523"/>
                  <a:pt x="2190225" y="348847"/>
                </a:cubicBezTo>
                <a:cubicBezTo>
                  <a:pt x="2183141" y="355125"/>
                  <a:pt x="2174996" y="360090"/>
                  <a:pt x="2166170" y="363508"/>
                </a:cubicBezTo>
                <a:cubicBezTo>
                  <a:pt x="2162143" y="366192"/>
                  <a:pt x="2152954" y="370321"/>
                  <a:pt x="2148309" y="373212"/>
                </a:cubicBezTo>
                <a:cubicBezTo>
                  <a:pt x="2143662" y="376103"/>
                  <a:pt x="2135507" y="375690"/>
                  <a:pt x="2131893" y="377446"/>
                </a:cubicBezTo>
                <a:cubicBezTo>
                  <a:pt x="2129031" y="378564"/>
                  <a:pt x="2125982" y="379125"/>
                  <a:pt x="2122911" y="379098"/>
                </a:cubicBezTo>
                <a:cubicBezTo>
                  <a:pt x="2120433" y="378685"/>
                  <a:pt x="2118678" y="375174"/>
                  <a:pt x="2116819" y="373832"/>
                </a:cubicBezTo>
                <a:cubicBezTo>
                  <a:pt x="2114961" y="372490"/>
                  <a:pt x="2114961" y="365779"/>
                  <a:pt x="2112173" y="364540"/>
                </a:cubicBezTo>
                <a:cubicBezTo>
                  <a:pt x="2109483" y="363880"/>
                  <a:pt x="2106858" y="362981"/>
                  <a:pt x="2104327" y="361856"/>
                </a:cubicBezTo>
                <a:cubicBezTo>
                  <a:pt x="2102675" y="360307"/>
                  <a:pt x="2104017" y="357726"/>
                  <a:pt x="2109386" y="355971"/>
                </a:cubicBezTo>
                <a:cubicBezTo>
                  <a:pt x="2113667" y="354518"/>
                  <a:pt x="2117603" y="352198"/>
                  <a:pt x="2120949" y="349157"/>
                </a:cubicBezTo>
                <a:cubicBezTo>
                  <a:pt x="2123788" y="347464"/>
                  <a:pt x="2126451" y="345492"/>
                  <a:pt x="2128899" y="343272"/>
                </a:cubicBezTo>
                <a:cubicBezTo>
                  <a:pt x="2129828" y="342136"/>
                  <a:pt x="2133132" y="341620"/>
                  <a:pt x="2134475" y="340795"/>
                </a:cubicBezTo>
                <a:cubicBezTo>
                  <a:pt x="2147577" y="329689"/>
                  <a:pt x="2159989" y="317794"/>
                  <a:pt x="2171641" y="305176"/>
                </a:cubicBezTo>
                <a:cubicBezTo>
                  <a:pt x="2178304" y="297997"/>
                  <a:pt x="2183215" y="289376"/>
                  <a:pt x="2185992" y="279985"/>
                </a:cubicBezTo>
                <a:cubicBezTo>
                  <a:pt x="2187750" y="276810"/>
                  <a:pt x="2188772" y="273282"/>
                  <a:pt x="2188986" y="269661"/>
                </a:cubicBezTo>
                <a:cubicBezTo>
                  <a:pt x="2188676" y="268009"/>
                  <a:pt x="2183720" y="269661"/>
                  <a:pt x="2181552" y="269661"/>
                </a:cubicBezTo>
                <a:cubicBezTo>
                  <a:pt x="2179385" y="269661"/>
                  <a:pt x="2178043" y="269557"/>
                  <a:pt x="2175874" y="269661"/>
                </a:cubicBezTo>
                <a:cubicBezTo>
                  <a:pt x="2173706" y="269764"/>
                  <a:pt x="2170712" y="271726"/>
                  <a:pt x="2168234" y="271726"/>
                </a:cubicBezTo>
                <a:cubicBezTo>
                  <a:pt x="2165861" y="272552"/>
                  <a:pt x="2163278" y="272552"/>
                  <a:pt x="2160904" y="271726"/>
                </a:cubicBezTo>
                <a:cubicBezTo>
                  <a:pt x="2156980" y="270487"/>
                  <a:pt x="2154915" y="267183"/>
                  <a:pt x="2149650" y="266460"/>
                </a:cubicBezTo>
                <a:cubicBezTo>
                  <a:pt x="2142546" y="263940"/>
                  <a:pt x="2137471" y="257627"/>
                  <a:pt x="2136538" y="250147"/>
                </a:cubicBezTo>
                <a:cubicBezTo>
                  <a:pt x="2135647" y="246319"/>
                  <a:pt x="2137008" y="242316"/>
                  <a:pt x="2140048" y="239823"/>
                </a:cubicBezTo>
                <a:cubicBezTo>
                  <a:pt x="2142733" y="237862"/>
                  <a:pt x="2144075" y="235074"/>
                  <a:pt x="2146244" y="233422"/>
                </a:cubicBezTo>
                <a:cubicBezTo>
                  <a:pt x="2148412" y="231771"/>
                  <a:pt x="2152334" y="231564"/>
                  <a:pt x="2154090" y="230429"/>
                </a:cubicBezTo>
                <a:cubicBezTo>
                  <a:pt x="2155845" y="229293"/>
                  <a:pt x="2157703" y="227228"/>
                  <a:pt x="2160697" y="226092"/>
                </a:cubicBezTo>
                <a:cubicBezTo>
                  <a:pt x="2163692" y="224956"/>
                  <a:pt x="2171331" y="226092"/>
                  <a:pt x="2176804" y="226092"/>
                </a:cubicBezTo>
                <a:cubicBezTo>
                  <a:pt x="2186209" y="224856"/>
                  <a:pt x="2195249" y="221655"/>
                  <a:pt x="2203337" y="216697"/>
                </a:cubicBezTo>
                <a:cubicBezTo>
                  <a:pt x="2203056" y="208255"/>
                  <a:pt x="2204790" y="199867"/>
                  <a:pt x="2208395" y="192228"/>
                </a:cubicBezTo>
                <a:cubicBezTo>
                  <a:pt x="2209616" y="187158"/>
                  <a:pt x="2210207" y="181957"/>
                  <a:pt x="2210150" y="176743"/>
                </a:cubicBezTo>
                <a:cubicBezTo>
                  <a:pt x="2210717" y="172295"/>
                  <a:pt x="2210472" y="167783"/>
                  <a:pt x="2209428" y="163424"/>
                </a:cubicBezTo>
                <a:cubicBezTo>
                  <a:pt x="2209324" y="159707"/>
                  <a:pt x="2211389" y="159294"/>
                  <a:pt x="2213558" y="158675"/>
                </a:cubicBezTo>
                <a:cubicBezTo>
                  <a:pt x="2220372" y="156816"/>
                  <a:pt x="2220269" y="159398"/>
                  <a:pt x="2223882" y="159501"/>
                </a:cubicBezTo>
                <a:cubicBezTo>
                  <a:pt x="2227495" y="159604"/>
                  <a:pt x="2228115" y="156300"/>
                  <a:pt x="2231935" y="156920"/>
                </a:cubicBezTo>
                <a:close/>
                <a:moveTo>
                  <a:pt x="802852" y="153616"/>
                </a:moveTo>
                <a:cubicBezTo>
                  <a:pt x="804813" y="153823"/>
                  <a:pt x="807084" y="157127"/>
                  <a:pt x="810491" y="157849"/>
                </a:cubicBezTo>
                <a:cubicBezTo>
                  <a:pt x="813898" y="158572"/>
                  <a:pt x="818751" y="158469"/>
                  <a:pt x="822673" y="159192"/>
                </a:cubicBezTo>
                <a:cubicBezTo>
                  <a:pt x="824739" y="159192"/>
                  <a:pt x="832997" y="159192"/>
                  <a:pt x="835063" y="159192"/>
                </a:cubicBezTo>
                <a:cubicBezTo>
                  <a:pt x="837854" y="159362"/>
                  <a:pt x="840587" y="160062"/>
                  <a:pt x="843116" y="161257"/>
                </a:cubicBezTo>
                <a:cubicBezTo>
                  <a:pt x="844355" y="161979"/>
                  <a:pt x="848691" y="162908"/>
                  <a:pt x="850239" y="164663"/>
                </a:cubicBezTo>
                <a:cubicBezTo>
                  <a:pt x="853746" y="167914"/>
                  <a:pt x="856373" y="171998"/>
                  <a:pt x="857880" y="176536"/>
                </a:cubicBezTo>
                <a:lnTo>
                  <a:pt x="856537" y="177052"/>
                </a:lnTo>
                <a:cubicBezTo>
                  <a:pt x="857054" y="180769"/>
                  <a:pt x="855918" y="182008"/>
                  <a:pt x="855918" y="184899"/>
                </a:cubicBezTo>
                <a:cubicBezTo>
                  <a:pt x="856373" y="188878"/>
                  <a:pt x="856373" y="192896"/>
                  <a:pt x="855918" y="196875"/>
                </a:cubicBezTo>
                <a:cubicBezTo>
                  <a:pt x="855402" y="198940"/>
                  <a:pt x="852304" y="203998"/>
                  <a:pt x="849826" y="209884"/>
                </a:cubicBezTo>
                <a:cubicBezTo>
                  <a:pt x="848945" y="214314"/>
                  <a:pt x="848360" y="218797"/>
                  <a:pt x="848071" y="223305"/>
                </a:cubicBezTo>
                <a:cubicBezTo>
                  <a:pt x="847968" y="229603"/>
                  <a:pt x="847658" y="234249"/>
                  <a:pt x="846730" y="247670"/>
                </a:cubicBezTo>
                <a:cubicBezTo>
                  <a:pt x="846522" y="252213"/>
                  <a:pt x="845284" y="256446"/>
                  <a:pt x="844561" y="262537"/>
                </a:cubicBezTo>
                <a:cubicBezTo>
                  <a:pt x="844252" y="264808"/>
                  <a:pt x="843632" y="271210"/>
                  <a:pt x="843632" y="275132"/>
                </a:cubicBezTo>
                <a:cubicBezTo>
                  <a:pt x="843529" y="281018"/>
                  <a:pt x="846212" y="282154"/>
                  <a:pt x="846522" y="283702"/>
                </a:cubicBezTo>
                <a:cubicBezTo>
                  <a:pt x="846832" y="285251"/>
                  <a:pt x="846935" y="285561"/>
                  <a:pt x="847348" y="288658"/>
                </a:cubicBezTo>
                <a:cubicBezTo>
                  <a:pt x="847761" y="291755"/>
                  <a:pt x="849517" y="293200"/>
                  <a:pt x="849000" y="296401"/>
                </a:cubicBezTo>
                <a:cubicBezTo>
                  <a:pt x="848484" y="299602"/>
                  <a:pt x="845800" y="304970"/>
                  <a:pt x="844355" y="313023"/>
                </a:cubicBezTo>
                <a:cubicBezTo>
                  <a:pt x="843605" y="316683"/>
                  <a:pt x="841504" y="319927"/>
                  <a:pt x="838470" y="322108"/>
                </a:cubicBezTo>
                <a:cubicBezTo>
                  <a:pt x="833229" y="326495"/>
                  <a:pt x="827298" y="329983"/>
                  <a:pt x="820918" y="332432"/>
                </a:cubicBezTo>
                <a:cubicBezTo>
                  <a:pt x="813898" y="334704"/>
                  <a:pt x="809562" y="344409"/>
                  <a:pt x="805536" y="346989"/>
                </a:cubicBezTo>
                <a:cubicBezTo>
                  <a:pt x="800282" y="349750"/>
                  <a:pt x="794869" y="352198"/>
                  <a:pt x="789327" y="354320"/>
                </a:cubicBezTo>
                <a:cubicBezTo>
                  <a:pt x="781941" y="357504"/>
                  <a:pt x="775001" y="361634"/>
                  <a:pt x="768678" y="366606"/>
                </a:cubicBezTo>
                <a:cubicBezTo>
                  <a:pt x="764620" y="368785"/>
                  <a:pt x="760369" y="370582"/>
                  <a:pt x="755979" y="371975"/>
                </a:cubicBezTo>
                <a:cubicBezTo>
                  <a:pt x="749765" y="377249"/>
                  <a:pt x="743136" y="382013"/>
                  <a:pt x="736157" y="386223"/>
                </a:cubicBezTo>
                <a:cubicBezTo>
                  <a:pt x="732130" y="387978"/>
                  <a:pt x="727278" y="378789"/>
                  <a:pt x="723458" y="374762"/>
                </a:cubicBezTo>
                <a:cubicBezTo>
                  <a:pt x="720904" y="372457"/>
                  <a:pt x="718178" y="370352"/>
                  <a:pt x="715302" y="368465"/>
                </a:cubicBezTo>
                <a:cubicBezTo>
                  <a:pt x="713030" y="366606"/>
                  <a:pt x="713856" y="361340"/>
                  <a:pt x="713030" y="358141"/>
                </a:cubicBezTo>
                <a:cubicBezTo>
                  <a:pt x="712204" y="354940"/>
                  <a:pt x="710140" y="350603"/>
                  <a:pt x="710140" y="349158"/>
                </a:cubicBezTo>
                <a:cubicBezTo>
                  <a:pt x="710353" y="346127"/>
                  <a:pt x="712277" y="343482"/>
                  <a:pt x="715095" y="342344"/>
                </a:cubicBezTo>
                <a:cubicBezTo>
                  <a:pt x="717367" y="341621"/>
                  <a:pt x="720567" y="342654"/>
                  <a:pt x="722736" y="341621"/>
                </a:cubicBezTo>
                <a:cubicBezTo>
                  <a:pt x="726881" y="339613"/>
                  <a:pt x="730851" y="337266"/>
                  <a:pt x="734608" y="334600"/>
                </a:cubicBezTo>
                <a:cubicBezTo>
                  <a:pt x="738561" y="332328"/>
                  <a:pt x="742847" y="330692"/>
                  <a:pt x="747307" y="329749"/>
                </a:cubicBezTo>
                <a:cubicBezTo>
                  <a:pt x="754915" y="326211"/>
                  <a:pt x="762264" y="322140"/>
                  <a:pt x="769297" y="317565"/>
                </a:cubicBezTo>
                <a:cubicBezTo>
                  <a:pt x="772911" y="315604"/>
                  <a:pt x="779621" y="312301"/>
                  <a:pt x="779621" y="307241"/>
                </a:cubicBezTo>
                <a:cubicBezTo>
                  <a:pt x="779904" y="299459"/>
                  <a:pt x="779697" y="291665"/>
                  <a:pt x="779003" y="283909"/>
                </a:cubicBezTo>
                <a:cubicBezTo>
                  <a:pt x="777867" y="281534"/>
                  <a:pt x="773530" y="280605"/>
                  <a:pt x="773531" y="280605"/>
                </a:cubicBezTo>
                <a:cubicBezTo>
                  <a:pt x="770178" y="281580"/>
                  <a:pt x="766697" y="282033"/>
                  <a:pt x="763207" y="281947"/>
                </a:cubicBezTo>
                <a:cubicBezTo>
                  <a:pt x="759887" y="282867"/>
                  <a:pt x="756643" y="284041"/>
                  <a:pt x="753501" y="285457"/>
                </a:cubicBezTo>
                <a:cubicBezTo>
                  <a:pt x="751540" y="286387"/>
                  <a:pt x="748030" y="287316"/>
                  <a:pt x="746171" y="286387"/>
                </a:cubicBezTo>
                <a:cubicBezTo>
                  <a:pt x="744062" y="285830"/>
                  <a:pt x="742317" y="284350"/>
                  <a:pt x="741422" y="282360"/>
                </a:cubicBezTo>
                <a:cubicBezTo>
                  <a:pt x="740073" y="278507"/>
                  <a:pt x="739341" y="274465"/>
                  <a:pt x="739255" y="270384"/>
                </a:cubicBezTo>
                <a:cubicBezTo>
                  <a:pt x="738019" y="267761"/>
                  <a:pt x="737316" y="264918"/>
                  <a:pt x="737189" y="262021"/>
                </a:cubicBezTo>
                <a:cubicBezTo>
                  <a:pt x="738135" y="256431"/>
                  <a:pt x="738447" y="250750"/>
                  <a:pt x="738119" y="245090"/>
                </a:cubicBezTo>
                <a:cubicBezTo>
                  <a:pt x="738119" y="238378"/>
                  <a:pt x="743693" y="236107"/>
                  <a:pt x="748443" y="235281"/>
                </a:cubicBezTo>
                <a:cubicBezTo>
                  <a:pt x="753191" y="234455"/>
                  <a:pt x="757424" y="230945"/>
                  <a:pt x="762174" y="230946"/>
                </a:cubicBezTo>
                <a:cubicBezTo>
                  <a:pt x="765630" y="231051"/>
                  <a:pt x="769090" y="230809"/>
                  <a:pt x="772498" y="230223"/>
                </a:cubicBezTo>
                <a:cubicBezTo>
                  <a:pt x="777392" y="228807"/>
                  <a:pt x="782052" y="226686"/>
                  <a:pt x="786333" y="223925"/>
                </a:cubicBezTo>
                <a:cubicBezTo>
                  <a:pt x="789017" y="220001"/>
                  <a:pt x="793044" y="217524"/>
                  <a:pt x="793044" y="211329"/>
                </a:cubicBezTo>
                <a:cubicBezTo>
                  <a:pt x="793662" y="199663"/>
                  <a:pt x="797276" y="194500"/>
                  <a:pt x="797276" y="184176"/>
                </a:cubicBezTo>
                <a:cubicBezTo>
                  <a:pt x="797740" y="177581"/>
                  <a:pt x="795197" y="171130"/>
                  <a:pt x="790359" y="166625"/>
                </a:cubicBezTo>
                <a:cubicBezTo>
                  <a:pt x="789379" y="165119"/>
                  <a:pt x="789379" y="163176"/>
                  <a:pt x="790359" y="161669"/>
                </a:cubicBezTo>
                <a:cubicBezTo>
                  <a:pt x="793227" y="160074"/>
                  <a:pt x="795837" y="158056"/>
                  <a:pt x="798102" y="155681"/>
                </a:cubicBezTo>
                <a:cubicBezTo>
                  <a:pt x="799155" y="154135"/>
                  <a:pt x="801003" y="153332"/>
                  <a:pt x="802852" y="153616"/>
                </a:cubicBezTo>
                <a:close/>
                <a:moveTo>
                  <a:pt x="949456" y="139886"/>
                </a:moveTo>
                <a:cubicBezTo>
                  <a:pt x="954205" y="140092"/>
                  <a:pt x="954825" y="142776"/>
                  <a:pt x="956993" y="144325"/>
                </a:cubicBezTo>
                <a:cubicBezTo>
                  <a:pt x="958973" y="145227"/>
                  <a:pt x="961115" y="145719"/>
                  <a:pt x="963290" y="145770"/>
                </a:cubicBezTo>
                <a:cubicBezTo>
                  <a:pt x="965252" y="146080"/>
                  <a:pt x="967110" y="148868"/>
                  <a:pt x="968143" y="151242"/>
                </a:cubicBezTo>
                <a:cubicBezTo>
                  <a:pt x="970440" y="155993"/>
                  <a:pt x="971773" y="161151"/>
                  <a:pt x="972066" y="166419"/>
                </a:cubicBezTo>
                <a:cubicBezTo>
                  <a:pt x="971653" y="177672"/>
                  <a:pt x="963703" y="180150"/>
                  <a:pt x="960813" y="187067"/>
                </a:cubicBezTo>
                <a:cubicBezTo>
                  <a:pt x="959677" y="190409"/>
                  <a:pt x="958948" y="193875"/>
                  <a:pt x="958645" y="197391"/>
                </a:cubicBezTo>
                <a:cubicBezTo>
                  <a:pt x="959677" y="203070"/>
                  <a:pt x="965458" y="204619"/>
                  <a:pt x="967936" y="200592"/>
                </a:cubicBezTo>
                <a:cubicBezTo>
                  <a:pt x="972583" y="199560"/>
                  <a:pt x="974028" y="196875"/>
                  <a:pt x="977228" y="195327"/>
                </a:cubicBezTo>
                <a:cubicBezTo>
                  <a:pt x="980429" y="193779"/>
                  <a:pt x="984972" y="198940"/>
                  <a:pt x="992198" y="200592"/>
                </a:cubicBezTo>
                <a:cubicBezTo>
                  <a:pt x="996225" y="201521"/>
                  <a:pt x="997877" y="211535"/>
                  <a:pt x="1000561" y="216182"/>
                </a:cubicBezTo>
                <a:cubicBezTo>
                  <a:pt x="1001774" y="219772"/>
                  <a:pt x="1002367" y="223543"/>
                  <a:pt x="1002316" y="227332"/>
                </a:cubicBezTo>
                <a:cubicBezTo>
                  <a:pt x="1002173" y="230198"/>
                  <a:pt x="1000080" y="232591"/>
                  <a:pt x="997257" y="233114"/>
                </a:cubicBezTo>
                <a:cubicBezTo>
                  <a:pt x="993644" y="233940"/>
                  <a:pt x="991475" y="234456"/>
                  <a:pt x="986933" y="235798"/>
                </a:cubicBezTo>
                <a:cubicBezTo>
                  <a:pt x="983540" y="237262"/>
                  <a:pt x="980483" y="239405"/>
                  <a:pt x="977951" y="242095"/>
                </a:cubicBezTo>
                <a:cubicBezTo>
                  <a:pt x="973925" y="244986"/>
                  <a:pt x="969691" y="245606"/>
                  <a:pt x="965355" y="249116"/>
                </a:cubicBezTo>
                <a:cubicBezTo>
                  <a:pt x="959392" y="253652"/>
                  <a:pt x="952582" y="256951"/>
                  <a:pt x="945327" y="258821"/>
                </a:cubicBezTo>
                <a:cubicBezTo>
                  <a:pt x="941620" y="265671"/>
                  <a:pt x="939271" y="273173"/>
                  <a:pt x="938409" y="280914"/>
                </a:cubicBezTo>
                <a:cubicBezTo>
                  <a:pt x="937944" y="284370"/>
                  <a:pt x="938190" y="287883"/>
                  <a:pt x="939132" y="291239"/>
                </a:cubicBezTo>
                <a:cubicBezTo>
                  <a:pt x="940887" y="297433"/>
                  <a:pt x="939338" y="303319"/>
                  <a:pt x="944707" y="309513"/>
                </a:cubicBezTo>
                <a:cubicBezTo>
                  <a:pt x="948880" y="313452"/>
                  <a:pt x="954268" y="315854"/>
                  <a:pt x="959987" y="316327"/>
                </a:cubicBezTo>
                <a:cubicBezTo>
                  <a:pt x="963678" y="316391"/>
                  <a:pt x="967350" y="316876"/>
                  <a:pt x="970931" y="317773"/>
                </a:cubicBezTo>
                <a:cubicBezTo>
                  <a:pt x="973443" y="318606"/>
                  <a:pt x="976039" y="319160"/>
                  <a:pt x="978673" y="319425"/>
                </a:cubicBezTo>
                <a:cubicBezTo>
                  <a:pt x="980967" y="320976"/>
                  <a:pt x="983577" y="321999"/>
                  <a:pt x="986314" y="322418"/>
                </a:cubicBezTo>
                <a:cubicBezTo>
                  <a:pt x="990345" y="322251"/>
                  <a:pt x="994378" y="322669"/>
                  <a:pt x="998290" y="323657"/>
                </a:cubicBezTo>
                <a:lnTo>
                  <a:pt x="998806" y="323863"/>
                </a:lnTo>
                <a:cubicBezTo>
                  <a:pt x="1004072" y="327056"/>
                  <a:pt x="1006759" y="333216"/>
                  <a:pt x="1005516" y="339247"/>
                </a:cubicBezTo>
                <a:cubicBezTo>
                  <a:pt x="1003841" y="345067"/>
                  <a:pt x="1001841" y="350788"/>
                  <a:pt x="999529" y="356385"/>
                </a:cubicBezTo>
                <a:cubicBezTo>
                  <a:pt x="998083" y="360928"/>
                  <a:pt x="997154" y="365677"/>
                  <a:pt x="994573" y="367639"/>
                </a:cubicBezTo>
                <a:cubicBezTo>
                  <a:pt x="991991" y="369600"/>
                  <a:pt x="985385" y="368155"/>
                  <a:pt x="981668" y="369600"/>
                </a:cubicBezTo>
                <a:cubicBezTo>
                  <a:pt x="977639" y="371324"/>
                  <a:pt x="973343" y="372338"/>
                  <a:pt x="968969" y="372594"/>
                </a:cubicBezTo>
                <a:cubicBezTo>
                  <a:pt x="965871" y="372594"/>
                  <a:pt x="962052" y="369600"/>
                  <a:pt x="960090" y="368774"/>
                </a:cubicBezTo>
                <a:cubicBezTo>
                  <a:pt x="955641" y="367449"/>
                  <a:pt x="950979" y="366993"/>
                  <a:pt x="946359" y="367432"/>
                </a:cubicBezTo>
                <a:cubicBezTo>
                  <a:pt x="942642" y="367432"/>
                  <a:pt x="932834" y="367432"/>
                  <a:pt x="932834" y="367432"/>
                </a:cubicBezTo>
                <a:cubicBezTo>
                  <a:pt x="930769" y="367432"/>
                  <a:pt x="926330" y="365057"/>
                  <a:pt x="921374" y="364128"/>
                </a:cubicBezTo>
                <a:cubicBezTo>
                  <a:pt x="916419" y="363199"/>
                  <a:pt x="908262" y="364334"/>
                  <a:pt x="904649" y="363199"/>
                </a:cubicBezTo>
                <a:cubicBezTo>
                  <a:pt x="901602" y="362102"/>
                  <a:pt x="898745" y="360535"/>
                  <a:pt x="896183" y="358553"/>
                </a:cubicBezTo>
                <a:cubicBezTo>
                  <a:pt x="892975" y="354755"/>
                  <a:pt x="890332" y="350512"/>
                  <a:pt x="888337" y="345958"/>
                </a:cubicBezTo>
                <a:cubicBezTo>
                  <a:pt x="887586" y="341108"/>
                  <a:pt x="887240" y="336205"/>
                  <a:pt x="887304" y="331297"/>
                </a:cubicBezTo>
                <a:cubicBezTo>
                  <a:pt x="886891" y="328510"/>
                  <a:pt x="883690" y="315914"/>
                  <a:pt x="883690" y="313849"/>
                </a:cubicBezTo>
                <a:lnTo>
                  <a:pt x="882968" y="302906"/>
                </a:lnTo>
                <a:cubicBezTo>
                  <a:pt x="882957" y="299421"/>
                  <a:pt x="882507" y="295953"/>
                  <a:pt x="881626" y="292582"/>
                </a:cubicBezTo>
                <a:cubicBezTo>
                  <a:pt x="880343" y="287278"/>
                  <a:pt x="879787" y="281825"/>
                  <a:pt x="879973" y="276373"/>
                </a:cubicBezTo>
                <a:cubicBezTo>
                  <a:pt x="879870" y="267906"/>
                  <a:pt x="882348" y="266564"/>
                  <a:pt x="884310" y="250252"/>
                </a:cubicBezTo>
                <a:cubicBezTo>
                  <a:pt x="884516" y="248600"/>
                  <a:pt x="887924" y="243644"/>
                  <a:pt x="887924" y="242095"/>
                </a:cubicBezTo>
                <a:cubicBezTo>
                  <a:pt x="888543" y="234043"/>
                  <a:pt x="890298" y="234146"/>
                  <a:pt x="891021" y="228674"/>
                </a:cubicBezTo>
                <a:cubicBezTo>
                  <a:pt x="891744" y="223203"/>
                  <a:pt x="893911" y="216595"/>
                  <a:pt x="893911" y="214943"/>
                </a:cubicBezTo>
                <a:cubicBezTo>
                  <a:pt x="895150" y="206580"/>
                  <a:pt x="895150" y="195740"/>
                  <a:pt x="895151" y="193572"/>
                </a:cubicBezTo>
                <a:cubicBezTo>
                  <a:pt x="895565" y="189111"/>
                  <a:pt x="896608" y="184732"/>
                  <a:pt x="898248" y="180563"/>
                </a:cubicBezTo>
                <a:cubicBezTo>
                  <a:pt x="900164" y="173782"/>
                  <a:pt x="901646" y="166885"/>
                  <a:pt x="902688" y="159914"/>
                </a:cubicBezTo>
                <a:cubicBezTo>
                  <a:pt x="902340" y="155195"/>
                  <a:pt x="902513" y="150452"/>
                  <a:pt x="903204" y="145770"/>
                </a:cubicBezTo>
                <a:cubicBezTo>
                  <a:pt x="904649" y="140815"/>
                  <a:pt x="907229" y="139989"/>
                  <a:pt x="911359" y="139989"/>
                </a:cubicBezTo>
                <a:cubicBezTo>
                  <a:pt x="913218" y="139886"/>
                  <a:pt x="918690" y="142053"/>
                  <a:pt x="921683" y="142158"/>
                </a:cubicBezTo>
                <a:cubicBezTo>
                  <a:pt x="924678" y="142260"/>
                  <a:pt x="928808" y="140196"/>
                  <a:pt x="930873" y="140196"/>
                </a:cubicBezTo>
                <a:cubicBezTo>
                  <a:pt x="933657" y="140575"/>
                  <a:pt x="936416" y="141127"/>
                  <a:pt x="939132" y="141848"/>
                </a:cubicBezTo>
                <a:cubicBezTo>
                  <a:pt x="942516" y="140923"/>
                  <a:pt x="945968" y="140267"/>
                  <a:pt x="949456" y="139886"/>
                </a:cubicBezTo>
                <a:close/>
                <a:moveTo>
                  <a:pt x="300224" y="139362"/>
                </a:moveTo>
                <a:cubicBezTo>
                  <a:pt x="296463" y="139362"/>
                  <a:pt x="295100" y="143597"/>
                  <a:pt x="294301" y="147743"/>
                </a:cubicBezTo>
                <a:lnTo>
                  <a:pt x="294301" y="148157"/>
                </a:lnTo>
                <a:cubicBezTo>
                  <a:pt x="293916" y="150319"/>
                  <a:pt x="289296" y="174010"/>
                  <a:pt x="289296" y="174010"/>
                </a:cubicBezTo>
                <a:lnTo>
                  <a:pt x="288911" y="175935"/>
                </a:lnTo>
                <a:lnTo>
                  <a:pt x="285239" y="175935"/>
                </a:lnTo>
                <a:cubicBezTo>
                  <a:pt x="254734" y="176059"/>
                  <a:pt x="224380" y="171680"/>
                  <a:pt x="195154" y="162935"/>
                </a:cubicBezTo>
                <a:cubicBezTo>
                  <a:pt x="195827" y="170009"/>
                  <a:pt x="198554" y="176732"/>
                  <a:pt x="203002" y="182272"/>
                </a:cubicBezTo>
                <a:cubicBezTo>
                  <a:pt x="208546" y="188885"/>
                  <a:pt x="216041" y="193570"/>
                  <a:pt x="224413" y="195658"/>
                </a:cubicBezTo>
                <a:lnTo>
                  <a:pt x="226189" y="196013"/>
                </a:lnTo>
                <a:lnTo>
                  <a:pt x="226189" y="197820"/>
                </a:lnTo>
                <a:lnTo>
                  <a:pt x="226308" y="197820"/>
                </a:lnTo>
                <a:cubicBezTo>
                  <a:pt x="226962" y="203855"/>
                  <a:pt x="229743" y="209461"/>
                  <a:pt x="234156" y="213633"/>
                </a:cubicBezTo>
                <a:cubicBezTo>
                  <a:pt x="238941" y="217166"/>
                  <a:pt x="244763" y="219008"/>
                  <a:pt x="250710" y="218875"/>
                </a:cubicBezTo>
                <a:cubicBezTo>
                  <a:pt x="252072" y="218875"/>
                  <a:pt x="252931" y="218875"/>
                  <a:pt x="252931" y="218875"/>
                </a:cubicBezTo>
                <a:lnTo>
                  <a:pt x="254796" y="218638"/>
                </a:lnTo>
                <a:lnTo>
                  <a:pt x="255448" y="220385"/>
                </a:lnTo>
                <a:cubicBezTo>
                  <a:pt x="257917" y="225413"/>
                  <a:pt x="262425" y="229145"/>
                  <a:pt x="267826" y="230631"/>
                </a:cubicBezTo>
                <a:cubicBezTo>
                  <a:pt x="269878" y="231268"/>
                  <a:pt x="272016" y="231588"/>
                  <a:pt x="274164" y="231579"/>
                </a:cubicBezTo>
                <a:cubicBezTo>
                  <a:pt x="276959" y="231576"/>
                  <a:pt x="279734" y="231093"/>
                  <a:pt x="282367" y="230158"/>
                </a:cubicBezTo>
                <a:lnTo>
                  <a:pt x="286720" y="228351"/>
                </a:lnTo>
                <a:lnTo>
                  <a:pt x="280323" y="254500"/>
                </a:lnTo>
                <a:lnTo>
                  <a:pt x="320598" y="254500"/>
                </a:lnTo>
                <a:lnTo>
                  <a:pt x="314172" y="228322"/>
                </a:lnTo>
                <a:lnTo>
                  <a:pt x="318554" y="230158"/>
                </a:lnTo>
                <a:cubicBezTo>
                  <a:pt x="321178" y="231096"/>
                  <a:pt x="323941" y="231579"/>
                  <a:pt x="326728" y="231579"/>
                </a:cubicBezTo>
                <a:cubicBezTo>
                  <a:pt x="328875" y="231585"/>
                  <a:pt x="331013" y="231268"/>
                  <a:pt x="333065" y="230631"/>
                </a:cubicBezTo>
                <a:cubicBezTo>
                  <a:pt x="338470" y="229148"/>
                  <a:pt x="342977" y="225416"/>
                  <a:pt x="345444" y="220385"/>
                </a:cubicBezTo>
                <a:lnTo>
                  <a:pt x="346095" y="218638"/>
                </a:lnTo>
                <a:lnTo>
                  <a:pt x="347961" y="218875"/>
                </a:lnTo>
                <a:cubicBezTo>
                  <a:pt x="347961" y="218875"/>
                  <a:pt x="348819" y="218875"/>
                  <a:pt x="350182" y="218875"/>
                </a:cubicBezTo>
                <a:cubicBezTo>
                  <a:pt x="356128" y="219008"/>
                  <a:pt x="361950" y="217166"/>
                  <a:pt x="366736" y="213633"/>
                </a:cubicBezTo>
                <a:cubicBezTo>
                  <a:pt x="371178" y="209472"/>
                  <a:pt x="373967" y="203846"/>
                  <a:pt x="374583" y="197790"/>
                </a:cubicBezTo>
                <a:lnTo>
                  <a:pt x="374583" y="196013"/>
                </a:lnTo>
                <a:lnTo>
                  <a:pt x="376360" y="195658"/>
                </a:lnTo>
                <a:cubicBezTo>
                  <a:pt x="384708" y="193537"/>
                  <a:pt x="392186" y="188855"/>
                  <a:pt x="397741" y="182272"/>
                </a:cubicBezTo>
                <a:cubicBezTo>
                  <a:pt x="402189" y="176732"/>
                  <a:pt x="404917" y="170009"/>
                  <a:pt x="405589" y="162935"/>
                </a:cubicBezTo>
                <a:cubicBezTo>
                  <a:pt x="376393" y="171671"/>
                  <a:pt x="346068" y="176050"/>
                  <a:pt x="315593" y="175935"/>
                </a:cubicBezTo>
                <a:lnTo>
                  <a:pt x="311921" y="175935"/>
                </a:lnTo>
                <a:lnTo>
                  <a:pt x="311536" y="174010"/>
                </a:lnTo>
                <a:cubicBezTo>
                  <a:pt x="311536" y="174010"/>
                  <a:pt x="306946" y="150201"/>
                  <a:pt x="306531" y="148157"/>
                </a:cubicBezTo>
                <a:lnTo>
                  <a:pt x="306531" y="147743"/>
                </a:lnTo>
                <a:cubicBezTo>
                  <a:pt x="305761" y="143597"/>
                  <a:pt x="304429" y="139362"/>
                  <a:pt x="300609" y="139362"/>
                </a:cubicBezTo>
                <a:close/>
                <a:moveTo>
                  <a:pt x="346805" y="138326"/>
                </a:moveTo>
                <a:cubicBezTo>
                  <a:pt x="351212" y="139857"/>
                  <a:pt x="355183" y="142428"/>
                  <a:pt x="358384" y="145818"/>
                </a:cubicBezTo>
                <a:cubicBezTo>
                  <a:pt x="353874" y="146796"/>
                  <a:pt x="349234" y="147047"/>
                  <a:pt x="344644" y="146559"/>
                </a:cubicBezTo>
                <a:cubicBezTo>
                  <a:pt x="338958" y="145967"/>
                  <a:pt x="334397" y="139096"/>
                  <a:pt x="334397" y="139096"/>
                </a:cubicBezTo>
                <a:cubicBezTo>
                  <a:pt x="338336" y="137488"/>
                  <a:pt x="342698" y="137216"/>
                  <a:pt x="346805" y="138326"/>
                </a:cubicBezTo>
                <a:close/>
                <a:moveTo>
                  <a:pt x="1653673" y="136995"/>
                </a:moveTo>
                <a:cubicBezTo>
                  <a:pt x="1657492" y="136995"/>
                  <a:pt x="1660590" y="141021"/>
                  <a:pt x="1663997" y="141021"/>
                </a:cubicBezTo>
                <a:cubicBezTo>
                  <a:pt x="1670919" y="140517"/>
                  <a:pt x="1677876" y="141039"/>
                  <a:pt x="1684645" y="142569"/>
                </a:cubicBezTo>
                <a:lnTo>
                  <a:pt x="1685575" y="143086"/>
                </a:lnTo>
                <a:cubicBezTo>
                  <a:pt x="1686814" y="144118"/>
                  <a:pt x="1687640" y="150210"/>
                  <a:pt x="1689085" y="151552"/>
                </a:cubicBezTo>
                <a:cubicBezTo>
                  <a:pt x="1693123" y="155354"/>
                  <a:pt x="1695653" y="160487"/>
                  <a:pt x="1696209" y="166005"/>
                </a:cubicBezTo>
                <a:cubicBezTo>
                  <a:pt x="1695900" y="170135"/>
                  <a:pt x="1690427" y="176743"/>
                  <a:pt x="1690427" y="178292"/>
                </a:cubicBezTo>
                <a:cubicBezTo>
                  <a:pt x="1690733" y="182264"/>
                  <a:pt x="1689794" y="186232"/>
                  <a:pt x="1687743" y="189648"/>
                </a:cubicBezTo>
                <a:cubicBezTo>
                  <a:pt x="1683591" y="195310"/>
                  <a:pt x="1680126" y="201444"/>
                  <a:pt x="1677419" y="207922"/>
                </a:cubicBezTo>
                <a:cubicBezTo>
                  <a:pt x="1676283" y="210090"/>
                  <a:pt x="1669263" y="215665"/>
                  <a:pt x="1668127" y="218247"/>
                </a:cubicBezTo>
                <a:cubicBezTo>
                  <a:pt x="1661106" y="234249"/>
                  <a:pt x="1653260" y="245400"/>
                  <a:pt x="1647478" y="261401"/>
                </a:cubicBezTo>
                <a:cubicBezTo>
                  <a:pt x="1646549" y="263982"/>
                  <a:pt x="1642524" y="269248"/>
                  <a:pt x="1640562" y="268319"/>
                </a:cubicBezTo>
                <a:cubicBezTo>
                  <a:pt x="1637869" y="267108"/>
                  <a:pt x="1634788" y="267108"/>
                  <a:pt x="1632095" y="268319"/>
                </a:cubicBezTo>
                <a:cubicBezTo>
                  <a:pt x="1630753" y="269455"/>
                  <a:pt x="1625075" y="269351"/>
                  <a:pt x="1623216" y="271210"/>
                </a:cubicBezTo>
                <a:cubicBezTo>
                  <a:pt x="1621358" y="273067"/>
                  <a:pt x="1611860" y="271623"/>
                  <a:pt x="1610002" y="275236"/>
                </a:cubicBezTo>
                <a:cubicBezTo>
                  <a:pt x="1608659" y="278547"/>
                  <a:pt x="1608659" y="282250"/>
                  <a:pt x="1610002" y="285561"/>
                </a:cubicBezTo>
                <a:cubicBezTo>
                  <a:pt x="1612996" y="289070"/>
                  <a:pt x="1619087" y="285561"/>
                  <a:pt x="1620325" y="283702"/>
                </a:cubicBezTo>
                <a:cubicBezTo>
                  <a:pt x="1622314" y="281314"/>
                  <a:pt x="1625272" y="279949"/>
                  <a:pt x="1628379" y="279985"/>
                </a:cubicBezTo>
                <a:cubicBezTo>
                  <a:pt x="1631960" y="281549"/>
                  <a:pt x="1635697" y="282726"/>
                  <a:pt x="1639529" y="283496"/>
                </a:cubicBezTo>
                <a:cubicBezTo>
                  <a:pt x="1642072" y="283899"/>
                  <a:pt x="1643949" y="286083"/>
                  <a:pt x="1643969" y="288657"/>
                </a:cubicBezTo>
                <a:cubicBezTo>
                  <a:pt x="1644032" y="293478"/>
                  <a:pt x="1645013" y="298244"/>
                  <a:pt x="1646859" y="302698"/>
                </a:cubicBezTo>
                <a:cubicBezTo>
                  <a:pt x="1646943" y="304768"/>
                  <a:pt x="1646324" y="306805"/>
                  <a:pt x="1645104" y="308480"/>
                </a:cubicBezTo>
                <a:cubicBezTo>
                  <a:pt x="1641977" y="311282"/>
                  <a:pt x="1638509" y="313675"/>
                  <a:pt x="1634780" y="315603"/>
                </a:cubicBezTo>
                <a:cubicBezTo>
                  <a:pt x="1632301" y="317152"/>
                  <a:pt x="1626727" y="317565"/>
                  <a:pt x="1623216" y="319837"/>
                </a:cubicBezTo>
                <a:cubicBezTo>
                  <a:pt x="1621086" y="321436"/>
                  <a:pt x="1619766" y="323889"/>
                  <a:pt x="1619603" y="326547"/>
                </a:cubicBezTo>
                <a:cubicBezTo>
                  <a:pt x="1619603" y="330987"/>
                  <a:pt x="1623010" y="330987"/>
                  <a:pt x="1625178" y="330987"/>
                </a:cubicBezTo>
                <a:cubicBezTo>
                  <a:pt x="1627347" y="330987"/>
                  <a:pt x="1636328" y="328096"/>
                  <a:pt x="1640562" y="328096"/>
                </a:cubicBezTo>
                <a:cubicBezTo>
                  <a:pt x="1644414" y="328290"/>
                  <a:pt x="1648273" y="328290"/>
                  <a:pt x="1652125" y="328096"/>
                </a:cubicBezTo>
                <a:cubicBezTo>
                  <a:pt x="1656734" y="326539"/>
                  <a:pt x="1661520" y="325568"/>
                  <a:pt x="1666372" y="325206"/>
                </a:cubicBezTo>
                <a:cubicBezTo>
                  <a:pt x="1670914" y="326341"/>
                  <a:pt x="1675973" y="322108"/>
                  <a:pt x="1678864" y="325206"/>
                </a:cubicBezTo>
                <a:cubicBezTo>
                  <a:pt x="1678864" y="330574"/>
                  <a:pt x="1689188" y="333052"/>
                  <a:pt x="1689188" y="341414"/>
                </a:cubicBezTo>
                <a:cubicBezTo>
                  <a:pt x="1689188" y="353390"/>
                  <a:pt x="1681239" y="366915"/>
                  <a:pt x="1670914" y="367741"/>
                </a:cubicBezTo>
                <a:cubicBezTo>
                  <a:pt x="1666578" y="368154"/>
                  <a:pt x="1669573" y="364851"/>
                  <a:pt x="1654293" y="364851"/>
                </a:cubicBezTo>
                <a:cubicBezTo>
                  <a:pt x="1640665" y="365057"/>
                  <a:pt x="1628998" y="365985"/>
                  <a:pt x="1626830" y="365985"/>
                </a:cubicBezTo>
                <a:cubicBezTo>
                  <a:pt x="1621823" y="366048"/>
                  <a:pt x="1616820" y="365737"/>
                  <a:pt x="1611860" y="365057"/>
                </a:cubicBezTo>
                <a:cubicBezTo>
                  <a:pt x="1607460" y="365150"/>
                  <a:pt x="1603075" y="365598"/>
                  <a:pt x="1598748" y="366399"/>
                </a:cubicBezTo>
                <a:cubicBezTo>
                  <a:pt x="1593940" y="367636"/>
                  <a:pt x="1589036" y="368465"/>
                  <a:pt x="1584088" y="368877"/>
                </a:cubicBezTo>
                <a:cubicBezTo>
                  <a:pt x="1577954" y="368788"/>
                  <a:pt x="1571870" y="369984"/>
                  <a:pt x="1566227" y="372387"/>
                </a:cubicBezTo>
                <a:cubicBezTo>
                  <a:pt x="1560145" y="373630"/>
                  <a:pt x="1553954" y="374252"/>
                  <a:pt x="1547747" y="374245"/>
                </a:cubicBezTo>
                <a:cubicBezTo>
                  <a:pt x="1541639" y="376845"/>
                  <a:pt x="1535271" y="378784"/>
                  <a:pt x="1528750" y="380026"/>
                </a:cubicBezTo>
                <a:cubicBezTo>
                  <a:pt x="1525239" y="380439"/>
                  <a:pt x="1517084" y="379407"/>
                  <a:pt x="1516774" y="373729"/>
                </a:cubicBezTo>
                <a:cubicBezTo>
                  <a:pt x="1516464" y="368050"/>
                  <a:pt x="1513367" y="365057"/>
                  <a:pt x="1514090" y="357726"/>
                </a:cubicBezTo>
                <a:cubicBezTo>
                  <a:pt x="1514709" y="355558"/>
                  <a:pt x="1514709" y="352049"/>
                  <a:pt x="1514708" y="350397"/>
                </a:cubicBezTo>
                <a:cubicBezTo>
                  <a:pt x="1514727" y="347117"/>
                  <a:pt x="1516203" y="344015"/>
                  <a:pt x="1518735" y="341930"/>
                </a:cubicBezTo>
                <a:cubicBezTo>
                  <a:pt x="1519458" y="341724"/>
                  <a:pt x="1521109" y="338111"/>
                  <a:pt x="1523174" y="338318"/>
                </a:cubicBezTo>
                <a:cubicBezTo>
                  <a:pt x="1525239" y="338524"/>
                  <a:pt x="1525653" y="341001"/>
                  <a:pt x="1528750" y="341001"/>
                </a:cubicBezTo>
                <a:cubicBezTo>
                  <a:pt x="1534385" y="339782"/>
                  <a:pt x="1539859" y="337911"/>
                  <a:pt x="1545063" y="335427"/>
                </a:cubicBezTo>
                <a:cubicBezTo>
                  <a:pt x="1551765" y="332003"/>
                  <a:pt x="1558659" y="328970"/>
                  <a:pt x="1565711" y="326341"/>
                </a:cubicBezTo>
                <a:cubicBezTo>
                  <a:pt x="1568395" y="322521"/>
                  <a:pt x="1563955" y="320560"/>
                  <a:pt x="1562303" y="320560"/>
                </a:cubicBezTo>
                <a:cubicBezTo>
                  <a:pt x="1559443" y="321332"/>
                  <a:pt x="1556393" y="320922"/>
                  <a:pt x="1553838" y="319424"/>
                </a:cubicBezTo>
                <a:cubicBezTo>
                  <a:pt x="1549605" y="318701"/>
                  <a:pt x="1547850" y="317669"/>
                  <a:pt x="1546714" y="315810"/>
                </a:cubicBezTo>
                <a:cubicBezTo>
                  <a:pt x="1545579" y="313952"/>
                  <a:pt x="1546404" y="311784"/>
                  <a:pt x="1546714" y="308893"/>
                </a:cubicBezTo>
                <a:cubicBezTo>
                  <a:pt x="1547024" y="306002"/>
                  <a:pt x="1547230" y="302905"/>
                  <a:pt x="1547644" y="300427"/>
                </a:cubicBezTo>
                <a:cubicBezTo>
                  <a:pt x="1548057" y="297950"/>
                  <a:pt x="1548365" y="294233"/>
                  <a:pt x="1552289" y="294233"/>
                </a:cubicBezTo>
                <a:cubicBezTo>
                  <a:pt x="1554457" y="294233"/>
                  <a:pt x="1554973" y="295781"/>
                  <a:pt x="1557038" y="295781"/>
                </a:cubicBezTo>
                <a:cubicBezTo>
                  <a:pt x="1559103" y="295781"/>
                  <a:pt x="1560032" y="294852"/>
                  <a:pt x="1562098" y="294852"/>
                </a:cubicBezTo>
                <a:cubicBezTo>
                  <a:pt x="1563738" y="295125"/>
                  <a:pt x="1565413" y="295125"/>
                  <a:pt x="1567053" y="294852"/>
                </a:cubicBezTo>
                <a:cubicBezTo>
                  <a:pt x="1568882" y="293953"/>
                  <a:pt x="1570421" y="292558"/>
                  <a:pt x="1571493" y="290825"/>
                </a:cubicBezTo>
                <a:cubicBezTo>
                  <a:pt x="1572421" y="287467"/>
                  <a:pt x="1572805" y="283981"/>
                  <a:pt x="1572628" y="280501"/>
                </a:cubicBezTo>
                <a:cubicBezTo>
                  <a:pt x="1572215" y="277714"/>
                  <a:pt x="1569737" y="278127"/>
                  <a:pt x="1566536" y="279675"/>
                </a:cubicBezTo>
                <a:cubicBezTo>
                  <a:pt x="1564015" y="280594"/>
                  <a:pt x="1561426" y="281319"/>
                  <a:pt x="1558793" y="281844"/>
                </a:cubicBezTo>
                <a:cubicBezTo>
                  <a:pt x="1556447" y="282484"/>
                  <a:pt x="1554070" y="283001"/>
                  <a:pt x="1551669" y="283392"/>
                </a:cubicBezTo>
                <a:cubicBezTo>
                  <a:pt x="1549712" y="283400"/>
                  <a:pt x="1547764" y="283123"/>
                  <a:pt x="1545888" y="282566"/>
                </a:cubicBezTo>
                <a:cubicBezTo>
                  <a:pt x="1542997" y="281844"/>
                  <a:pt x="1543720" y="280089"/>
                  <a:pt x="1542997" y="278023"/>
                </a:cubicBezTo>
                <a:cubicBezTo>
                  <a:pt x="1541830" y="275984"/>
                  <a:pt x="1541059" y="273743"/>
                  <a:pt x="1540726" y="271416"/>
                </a:cubicBezTo>
                <a:cubicBezTo>
                  <a:pt x="1541139" y="265531"/>
                  <a:pt x="1536389" y="263363"/>
                  <a:pt x="1535565" y="261814"/>
                </a:cubicBezTo>
                <a:cubicBezTo>
                  <a:pt x="1534008" y="258567"/>
                  <a:pt x="1533029" y="255073"/>
                  <a:pt x="1532673" y="251490"/>
                </a:cubicBezTo>
                <a:cubicBezTo>
                  <a:pt x="1532673" y="244780"/>
                  <a:pt x="1538971" y="239514"/>
                  <a:pt x="1538248" y="235281"/>
                </a:cubicBezTo>
                <a:cubicBezTo>
                  <a:pt x="1536373" y="226703"/>
                  <a:pt x="1535472" y="217941"/>
                  <a:pt x="1535563" y="209161"/>
                </a:cubicBezTo>
                <a:cubicBezTo>
                  <a:pt x="1535873" y="206786"/>
                  <a:pt x="1532260" y="202760"/>
                  <a:pt x="1532260" y="198011"/>
                </a:cubicBezTo>
                <a:cubicBezTo>
                  <a:pt x="1532413" y="195150"/>
                  <a:pt x="1532862" y="192313"/>
                  <a:pt x="1533602" y="189545"/>
                </a:cubicBezTo>
                <a:cubicBezTo>
                  <a:pt x="1535083" y="184845"/>
                  <a:pt x="1536052" y="179999"/>
                  <a:pt x="1536493" y="175091"/>
                </a:cubicBezTo>
                <a:cubicBezTo>
                  <a:pt x="1535873" y="168587"/>
                  <a:pt x="1539177" y="160431"/>
                  <a:pt x="1543617" y="160431"/>
                </a:cubicBezTo>
                <a:cubicBezTo>
                  <a:pt x="1548057" y="160431"/>
                  <a:pt x="1547953" y="166005"/>
                  <a:pt x="1552805" y="166005"/>
                </a:cubicBezTo>
                <a:cubicBezTo>
                  <a:pt x="1555726" y="166156"/>
                  <a:pt x="1558654" y="165843"/>
                  <a:pt x="1561478" y="165077"/>
                </a:cubicBezTo>
                <a:cubicBezTo>
                  <a:pt x="1562511" y="164354"/>
                  <a:pt x="1570460" y="162392"/>
                  <a:pt x="1572835" y="161463"/>
                </a:cubicBezTo>
                <a:cubicBezTo>
                  <a:pt x="1579751" y="158985"/>
                  <a:pt x="1584707" y="155888"/>
                  <a:pt x="1592243" y="153513"/>
                </a:cubicBezTo>
                <a:cubicBezTo>
                  <a:pt x="1597303" y="151965"/>
                  <a:pt x="1603600" y="153306"/>
                  <a:pt x="1607627" y="151965"/>
                </a:cubicBezTo>
                <a:cubicBezTo>
                  <a:pt x="1618777" y="148145"/>
                  <a:pt x="1649853" y="136995"/>
                  <a:pt x="1653673" y="136995"/>
                </a:cubicBezTo>
                <a:close/>
                <a:moveTo>
                  <a:pt x="97904" y="125237"/>
                </a:moveTo>
                <a:cubicBezTo>
                  <a:pt x="97519" y="125237"/>
                  <a:pt x="96926" y="125710"/>
                  <a:pt x="96689" y="125710"/>
                </a:cubicBezTo>
                <a:cubicBezTo>
                  <a:pt x="96263" y="125888"/>
                  <a:pt x="95872" y="126137"/>
                  <a:pt x="95535" y="126451"/>
                </a:cubicBezTo>
                <a:cubicBezTo>
                  <a:pt x="95298" y="126717"/>
                  <a:pt x="94705" y="127606"/>
                  <a:pt x="94172" y="127991"/>
                </a:cubicBezTo>
                <a:cubicBezTo>
                  <a:pt x="93639" y="128376"/>
                  <a:pt x="92988" y="129027"/>
                  <a:pt x="92632" y="129294"/>
                </a:cubicBezTo>
                <a:cubicBezTo>
                  <a:pt x="92277" y="129560"/>
                  <a:pt x="91507" y="129531"/>
                  <a:pt x="91270" y="129738"/>
                </a:cubicBezTo>
                <a:cubicBezTo>
                  <a:pt x="91030" y="129930"/>
                  <a:pt x="90918" y="130235"/>
                  <a:pt x="90974" y="130537"/>
                </a:cubicBezTo>
                <a:lnTo>
                  <a:pt x="90944" y="130537"/>
                </a:lnTo>
                <a:cubicBezTo>
                  <a:pt x="90971" y="131056"/>
                  <a:pt x="90921" y="131574"/>
                  <a:pt x="90796" y="132077"/>
                </a:cubicBezTo>
                <a:cubicBezTo>
                  <a:pt x="90867" y="132370"/>
                  <a:pt x="91095" y="132598"/>
                  <a:pt x="91389" y="132670"/>
                </a:cubicBezTo>
                <a:cubicBezTo>
                  <a:pt x="92496" y="132560"/>
                  <a:pt x="93595" y="132978"/>
                  <a:pt x="94350" y="133795"/>
                </a:cubicBezTo>
                <a:cubicBezTo>
                  <a:pt x="95505" y="134979"/>
                  <a:pt x="95801" y="135957"/>
                  <a:pt x="97134" y="137349"/>
                </a:cubicBezTo>
                <a:cubicBezTo>
                  <a:pt x="97904" y="138089"/>
                  <a:pt x="97726" y="138829"/>
                  <a:pt x="97904" y="139570"/>
                </a:cubicBezTo>
                <a:cubicBezTo>
                  <a:pt x="97741" y="140399"/>
                  <a:pt x="97471" y="141207"/>
                  <a:pt x="97104" y="141968"/>
                </a:cubicBezTo>
                <a:cubicBezTo>
                  <a:pt x="96787" y="142415"/>
                  <a:pt x="96441" y="142842"/>
                  <a:pt x="96068" y="143242"/>
                </a:cubicBezTo>
                <a:cubicBezTo>
                  <a:pt x="95535" y="143834"/>
                  <a:pt x="95475" y="144722"/>
                  <a:pt x="95031" y="145403"/>
                </a:cubicBezTo>
                <a:cubicBezTo>
                  <a:pt x="94421" y="146052"/>
                  <a:pt x="94421" y="147065"/>
                  <a:pt x="95031" y="147713"/>
                </a:cubicBezTo>
                <a:cubicBezTo>
                  <a:pt x="95751" y="148314"/>
                  <a:pt x="96408" y="148990"/>
                  <a:pt x="96986" y="149727"/>
                </a:cubicBezTo>
                <a:cubicBezTo>
                  <a:pt x="97489" y="150230"/>
                  <a:pt x="97608" y="150053"/>
                  <a:pt x="98200" y="150408"/>
                </a:cubicBezTo>
                <a:cubicBezTo>
                  <a:pt x="98792" y="150764"/>
                  <a:pt x="99118" y="151267"/>
                  <a:pt x="99888" y="151504"/>
                </a:cubicBezTo>
                <a:cubicBezTo>
                  <a:pt x="100216" y="151655"/>
                  <a:pt x="100595" y="151655"/>
                  <a:pt x="100924" y="151504"/>
                </a:cubicBezTo>
                <a:cubicBezTo>
                  <a:pt x="101250" y="151356"/>
                  <a:pt x="101457" y="150793"/>
                  <a:pt x="101635" y="150497"/>
                </a:cubicBezTo>
                <a:cubicBezTo>
                  <a:pt x="101816" y="149958"/>
                  <a:pt x="102032" y="149434"/>
                  <a:pt x="102286" y="148927"/>
                </a:cubicBezTo>
                <a:cubicBezTo>
                  <a:pt x="102701" y="148525"/>
                  <a:pt x="103042" y="148054"/>
                  <a:pt x="103293" y="147536"/>
                </a:cubicBezTo>
                <a:cubicBezTo>
                  <a:pt x="103293" y="147536"/>
                  <a:pt x="103886" y="147239"/>
                  <a:pt x="104300" y="147239"/>
                </a:cubicBezTo>
                <a:cubicBezTo>
                  <a:pt x="105334" y="148033"/>
                  <a:pt x="106323" y="148883"/>
                  <a:pt x="107262" y="149786"/>
                </a:cubicBezTo>
                <a:cubicBezTo>
                  <a:pt x="107765" y="150379"/>
                  <a:pt x="107439" y="151563"/>
                  <a:pt x="107262" y="152155"/>
                </a:cubicBezTo>
                <a:cubicBezTo>
                  <a:pt x="107039" y="153521"/>
                  <a:pt x="106711" y="154868"/>
                  <a:pt x="106284" y="156183"/>
                </a:cubicBezTo>
                <a:cubicBezTo>
                  <a:pt x="105882" y="156819"/>
                  <a:pt x="105591" y="157521"/>
                  <a:pt x="105426" y="158256"/>
                </a:cubicBezTo>
                <a:cubicBezTo>
                  <a:pt x="105322" y="159008"/>
                  <a:pt x="105153" y="159751"/>
                  <a:pt x="104922" y="160477"/>
                </a:cubicBezTo>
                <a:cubicBezTo>
                  <a:pt x="104804" y="160862"/>
                  <a:pt x="104330" y="161099"/>
                  <a:pt x="104152" y="161484"/>
                </a:cubicBezTo>
                <a:cubicBezTo>
                  <a:pt x="103986" y="161957"/>
                  <a:pt x="104102" y="162485"/>
                  <a:pt x="104448" y="162846"/>
                </a:cubicBezTo>
                <a:cubicBezTo>
                  <a:pt x="104596" y="162994"/>
                  <a:pt x="105426" y="163260"/>
                  <a:pt x="105840" y="163497"/>
                </a:cubicBezTo>
                <a:cubicBezTo>
                  <a:pt x="106255" y="163734"/>
                  <a:pt x="106847" y="164386"/>
                  <a:pt x="107321" y="164386"/>
                </a:cubicBezTo>
                <a:cubicBezTo>
                  <a:pt x="107878" y="164253"/>
                  <a:pt x="108440" y="164152"/>
                  <a:pt x="109009" y="164090"/>
                </a:cubicBezTo>
                <a:cubicBezTo>
                  <a:pt x="109927" y="164090"/>
                  <a:pt x="111585" y="164534"/>
                  <a:pt x="111822" y="163882"/>
                </a:cubicBezTo>
                <a:cubicBezTo>
                  <a:pt x="112097" y="162565"/>
                  <a:pt x="112266" y="161229"/>
                  <a:pt x="112325" y="159885"/>
                </a:cubicBezTo>
                <a:cubicBezTo>
                  <a:pt x="112648" y="159189"/>
                  <a:pt x="112906" y="158466"/>
                  <a:pt x="113095" y="157723"/>
                </a:cubicBezTo>
                <a:cubicBezTo>
                  <a:pt x="113226" y="156396"/>
                  <a:pt x="113525" y="155093"/>
                  <a:pt x="113984" y="153843"/>
                </a:cubicBezTo>
                <a:cubicBezTo>
                  <a:pt x="114351" y="152937"/>
                  <a:pt x="114659" y="152007"/>
                  <a:pt x="114902" y="151060"/>
                </a:cubicBezTo>
                <a:cubicBezTo>
                  <a:pt x="115080" y="150290"/>
                  <a:pt x="114398" y="148691"/>
                  <a:pt x="114902" y="147565"/>
                </a:cubicBezTo>
                <a:cubicBezTo>
                  <a:pt x="115319" y="146508"/>
                  <a:pt x="115550" y="145386"/>
                  <a:pt x="115583" y="144249"/>
                </a:cubicBezTo>
                <a:cubicBezTo>
                  <a:pt x="115669" y="143638"/>
                  <a:pt x="115509" y="143023"/>
                  <a:pt x="115139" y="142531"/>
                </a:cubicBezTo>
                <a:cubicBezTo>
                  <a:pt x="114339" y="141435"/>
                  <a:pt x="113865" y="140339"/>
                  <a:pt x="113658" y="140073"/>
                </a:cubicBezTo>
                <a:cubicBezTo>
                  <a:pt x="113451" y="139806"/>
                  <a:pt x="112977" y="139718"/>
                  <a:pt x="112562" y="139421"/>
                </a:cubicBezTo>
                <a:lnTo>
                  <a:pt x="111852" y="138948"/>
                </a:lnTo>
                <a:cubicBezTo>
                  <a:pt x="111644" y="138800"/>
                  <a:pt x="111200" y="139007"/>
                  <a:pt x="110519" y="138326"/>
                </a:cubicBezTo>
                <a:cubicBezTo>
                  <a:pt x="110019" y="137849"/>
                  <a:pt x="109545" y="137343"/>
                  <a:pt x="109098" y="136815"/>
                </a:cubicBezTo>
                <a:cubicBezTo>
                  <a:pt x="108446" y="136046"/>
                  <a:pt x="108032" y="135394"/>
                  <a:pt x="107558" y="134891"/>
                </a:cubicBezTo>
                <a:cubicBezTo>
                  <a:pt x="106018" y="133203"/>
                  <a:pt x="105514" y="132640"/>
                  <a:pt x="104774" y="131929"/>
                </a:cubicBezTo>
                <a:cubicBezTo>
                  <a:pt x="104256" y="131387"/>
                  <a:pt x="103770" y="130813"/>
                  <a:pt x="103323" y="130212"/>
                </a:cubicBezTo>
                <a:cubicBezTo>
                  <a:pt x="102908" y="129234"/>
                  <a:pt x="102642" y="128316"/>
                  <a:pt x="102464" y="128020"/>
                </a:cubicBezTo>
                <a:cubicBezTo>
                  <a:pt x="102047" y="127505"/>
                  <a:pt x="101579" y="127028"/>
                  <a:pt x="101072" y="126599"/>
                </a:cubicBezTo>
                <a:cubicBezTo>
                  <a:pt x="100687" y="126303"/>
                  <a:pt x="100687" y="126006"/>
                  <a:pt x="100184" y="125651"/>
                </a:cubicBezTo>
                <a:cubicBezTo>
                  <a:pt x="99467" y="125334"/>
                  <a:pt x="98685" y="125192"/>
                  <a:pt x="97904" y="125237"/>
                </a:cubicBezTo>
                <a:close/>
                <a:moveTo>
                  <a:pt x="359532" y="125121"/>
                </a:moveTo>
                <a:lnTo>
                  <a:pt x="371356" y="126747"/>
                </a:lnTo>
                <a:cubicBezTo>
                  <a:pt x="368297" y="129904"/>
                  <a:pt x="364388" y="132104"/>
                  <a:pt x="360103" y="133084"/>
                </a:cubicBezTo>
                <a:cubicBezTo>
                  <a:pt x="354831" y="134210"/>
                  <a:pt x="348079" y="129294"/>
                  <a:pt x="348079" y="129294"/>
                </a:cubicBezTo>
                <a:close/>
                <a:moveTo>
                  <a:pt x="359510" y="125118"/>
                </a:moveTo>
                <a:lnTo>
                  <a:pt x="359540" y="125118"/>
                </a:lnTo>
                <a:lnTo>
                  <a:pt x="359532" y="125121"/>
                </a:lnTo>
                <a:close/>
                <a:moveTo>
                  <a:pt x="500886" y="111200"/>
                </a:moveTo>
                <a:cubicBezTo>
                  <a:pt x="500323" y="110815"/>
                  <a:pt x="499228" y="111318"/>
                  <a:pt x="499287" y="111555"/>
                </a:cubicBezTo>
                <a:cubicBezTo>
                  <a:pt x="499346" y="111792"/>
                  <a:pt x="498280" y="113036"/>
                  <a:pt x="497747" y="113510"/>
                </a:cubicBezTo>
                <a:cubicBezTo>
                  <a:pt x="495970" y="115049"/>
                  <a:pt x="495556" y="116086"/>
                  <a:pt x="494786" y="116649"/>
                </a:cubicBezTo>
                <a:cubicBezTo>
                  <a:pt x="493542" y="117626"/>
                  <a:pt x="491884" y="118929"/>
                  <a:pt x="491647" y="119195"/>
                </a:cubicBezTo>
                <a:cubicBezTo>
                  <a:pt x="491170" y="119675"/>
                  <a:pt x="490752" y="120214"/>
                  <a:pt x="490403" y="120795"/>
                </a:cubicBezTo>
                <a:cubicBezTo>
                  <a:pt x="490249" y="121245"/>
                  <a:pt x="490042" y="121671"/>
                  <a:pt x="489781" y="122068"/>
                </a:cubicBezTo>
                <a:cubicBezTo>
                  <a:pt x="489544" y="122364"/>
                  <a:pt x="488833" y="122068"/>
                  <a:pt x="488833" y="122068"/>
                </a:cubicBezTo>
                <a:cubicBezTo>
                  <a:pt x="488155" y="121881"/>
                  <a:pt x="487516" y="121582"/>
                  <a:pt x="486938" y="121179"/>
                </a:cubicBezTo>
                <a:cubicBezTo>
                  <a:pt x="486849" y="121123"/>
                  <a:pt x="486775" y="121046"/>
                  <a:pt x="486719" y="120960"/>
                </a:cubicBezTo>
                <a:cubicBezTo>
                  <a:pt x="486497" y="120617"/>
                  <a:pt x="486595" y="120158"/>
                  <a:pt x="486938" y="119936"/>
                </a:cubicBezTo>
                <a:cubicBezTo>
                  <a:pt x="487640" y="119237"/>
                  <a:pt x="488247" y="118452"/>
                  <a:pt x="488744" y="117596"/>
                </a:cubicBezTo>
                <a:cubicBezTo>
                  <a:pt x="488715" y="117152"/>
                  <a:pt x="488271" y="117152"/>
                  <a:pt x="488271" y="117152"/>
                </a:cubicBezTo>
                <a:cubicBezTo>
                  <a:pt x="486849" y="117543"/>
                  <a:pt x="485404" y="117851"/>
                  <a:pt x="483947" y="118070"/>
                </a:cubicBezTo>
                <a:cubicBezTo>
                  <a:pt x="483577" y="118049"/>
                  <a:pt x="483216" y="117958"/>
                  <a:pt x="482881" y="117804"/>
                </a:cubicBezTo>
                <a:cubicBezTo>
                  <a:pt x="482372" y="117727"/>
                  <a:pt x="481862" y="117931"/>
                  <a:pt x="481548" y="118337"/>
                </a:cubicBezTo>
                <a:cubicBezTo>
                  <a:pt x="480512" y="120113"/>
                  <a:pt x="479890" y="119788"/>
                  <a:pt x="479120" y="120528"/>
                </a:cubicBezTo>
                <a:cubicBezTo>
                  <a:pt x="478344" y="121372"/>
                  <a:pt x="477779" y="122388"/>
                  <a:pt x="477462" y="123489"/>
                </a:cubicBezTo>
                <a:cubicBezTo>
                  <a:pt x="477275" y="124022"/>
                  <a:pt x="477500" y="124609"/>
                  <a:pt x="477995" y="124881"/>
                </a:cubicBezTo>
                <a:cubicBezTo>
                  <a:pt x="479061" y="125622"/>
                  <a:pt x="480630" y="125355"/>
                  <a:pt x="482378" y="125622"/>
                </a:cubicBezTo>
                <a:cubicBezTo>
                  <a:pt x="482801" y="125666"/>
                  <a:pt x="483228" y="125666"/>
                  <a:pt x="483651" y="125622"/>
                </a:cubicBezTo>
                <a:cubicBezTo>
                  <a:pt x="484619" y="125382"/>
                  <a:pt x="485617" y="125293"/>
                  <a:pt x="486612" y="125355"/>
                </a:cubicBezTo>
                <a:cubicBezTo>
                  <a:pt x="487533" y="125693"/>
                  <a:pt x="488401" y="126160"/>
                  <a:pt x="489189" y="126747"/>
                </a:cubicBezTo>
                <a:cubicBezTo>
                  <a:pt x="489781" y="127132"/>
                  <a:pt x="490669" y="127813"/>
                  <a:pt x="491114" y="128139"/>
                </a:cubicBezTo>
                <a:cubicBezTo>
                  <a:pt x="491940" y="128743"/>
                  <a:pt x="492734" y="129394"/>
                  <a:pt x="493483" y="130093"/>
                </a:cubicBezTo>
                <a:cubicBezTo>
                  <a:pt x="493980" y="130517"/>
                  <a:pt x="494516" y="130893"/>
                  <a:pt x="495082" y="131218"/>
                </a:cubicBezTo>
                <a:cubicBezTo>
                  <a:pt x="495677" y="131470"/>
                  <a:pt x="496219" y="131834"/>
                  <a:pt x="496681" y="132285"/>
                </a:cubicBezTo>
                <a:cubicBezTo>
                  <a:pt x="497451" y="133342"/>
                  <a:pt x="498467" y="134198"/>
                  <a:pt x="499642" y="134772"/>
                </a:cubicBezTo>
                <a:cubicBezTo>
                  <a:pt x="499998" y="134891"/>
                  <a:pt x="501005" y="136046"/>
                  <a:pt x="501508" y="136282"/>
                </a:cubicBezTo>
                <a:cubicBezTo>
                  <a:pt x="502162" y="136685"/>
                  <a:pt x="502752" y="137183"/>
                  <a:pt x="503255" y="137763"/>
                </a:cubicBezTo>
                <a:cubicBezTo>
                  <a:pt x="502784" y="138361"/>
                  <a:pt x="501979" y="138577"/>
                  <a:pt x="501271" y="138296"/>
                </a:cubicBezTo>
                <a:cubicBezTo>
                  <a:pt x="500945" y="138089"/>
                  <a:pt x="499731" y="137882"/>
                  <a:pt x="499465" y="137615"/>
                </a:cubicBezTo>
                <a:cubicBezTo>
                  <a:pt x="499142" y="137180"/>
                  <a:pt x="498881" y="136703"/>
                  <a:pt x="498695" y="136194"/>
                </a:cubicBezTo>
                <a:cubicBezTo>
                  <a:pt x="498547" y="135957"/>
                  <a:pt x="497954" y="135601"/>
                  <a:pt x="497599" y="135157"/>
                </a:cubicBezTo>
                <a:cubicBezTo>
                  <a:pt x="497270" y="134630"/>
                  <a:pt x="496850" y="134168"/>
                  <a:pt x="496355" y="133795"/>
                </a:cubicBezTo>
                <a:cubicBezTo>
                  <a:pt x="496000" y="133588"/>
                  <a:pt x="495408" y="133588"/>
                  <a:pt x="495408" y="133588"/>
                </a:cubicBezTo>
                <a:cubicBezTo>
                  <a:pt x="494401" y="132936"/>
                  <a:pt x="494638" y="133055"/>
                  <a:pt x="494164" y="132936"/>
                </a:cubicBezTo>
                <a:cubicBezTo>
                  <a:pt x="493690" y="132818"/>
                  <a:pt x="493098" y="131988"/>
                  <a:pt x="492861" y="131988"/>
                </a:cubicBezTo>
                <a:cubicBezTo>
                  <a:pt x="492230" y="131627"/>
                  <a:pt x="491626" y="131221"/>
                  <a:pt x="491054" y="130774"/>
                </a:cubicBezTo>
                <a:cubicBezTo>
                  <a:pt x="490640" y="130508"/>
                  <a:pt x="490018" y="129767"/>
                  <a:pt x="489663" y="129560"/>
                </a:cubicBezTo>
                <a:cubicBezTo>
                  <a:pt x="489381" y="129471"/>
                  <a:pt x="489094" y="129400"/>
                  <a:pt x="488804" y="129353"/>
                </a:cubicBezTo>
                <a:cubicBezTo>
                  <a:pt x="488300" y="129205"/>
                  <a:pt x="487886" y="127961"/>
                  <a:pt x="487323" y="127961"/>
                </a:cubicBezTo>
                <a:cubicBezTo>
                  <a:pt x="485665" y="127843"/>
                  <a:pt x="484332" y="129234"/>
                  <a:pt x="483888" y="129234"/>
                </a:cubicBezTo>
                <a:cubicBezTo>
                  <a:pt x="483269" y="129394"/>
                  <a:pt x="482712" y="129735"/>
                  <a:pt x="482289" y="130212"/>
                </a:cubicBezTo>
                <a:cubicBezTo>
                  <a:pt x="481726" y="130626"/>
                  <a:pt x="481519" y="130834"/>
                  <a:pt x="481726" y="131426"/>
                </a:cubicBezTo>
                <a:cubicBezTo>
                  <a:pt x="481907" y="131855"/>
                  <a:pt x="482232" y="132211"/>
                  <a:pt x="482644" y="132433"/>
                </a:cubicBezTo>
                <a:cubicBezTo>
                  <a:pt x="483156" y="132779"/>
                  <a:pt x="483746" y="132995"/>
                  <a:pt x="484362" y="133055"/>
                </a:cubicBezTo>
                <a:cubicBezTo>
                  <a:pt x="484939" y="133019"/>
                  <a:pt x="485517" y="133152"/>
                  <a:pt x="486020" y="133440"/>
                </a:cubicBezTo>
                <a:cubicBezTo>
                  <a:pt x="486257" y="133706"/>
                  <a:pt x="487205" y="134209"/>
                  <a:pt x="486790" y="134476"/>
                </a:cubicBezTo>
                <a:cubicBezTo>
                  <a:pt x="486281" y="134748"/>
                  <a:pt x="485745" y="134968"/>
                  <a:pt x="485191" y="135128"/>
                </a:cubicBezTo>
                <a:cubicBezTo>
                  <a:pt x="484806" y="135246"/>
                  <a:pt x="484095" y="135897"/>
                  <a:pt x="483829" y="136075"/>
                </a:cubicBezTo>
                <a:cubicBezTo>
                  <a:pt x="483562" y="136253"/>
                  <a:pt x="483355" y="136253"/>
                  <a:pt x="482940" y="136253"/>
                </a:cubicBezTo>
                <a:cubicBezTo>
                  <a:pt x="482443" y="136167"/>
                  <a:pt x="481960" y="135995"/>
                  <a:pt x="481519" y="135749"/>
                </a:cubicBezTo>
                <a:cubicBezTo>
                  <a:pt x="480903" y="135290"/>
                  <a:pt x="480248" y="134885"/>
                  <a:pt x="479564" y="134535"/>
                </a:cubicBezTo>
                <a:cubicBezTo>
                  <a:pt x="478913" y="134298"/>
                  <a:pt x="477728" y="134239"/>
                  <a:pt x="477491" y="133973"/>
                </a:cubicBezTo>
                <a:cubicBezTo>
                  <a:pt x="477255" y="133706"/>
                  <a:pt x="476840" y="132551"/>
                  <a:pt x="476573" y="132285"/>
                </a:cubicBezTo>
                <a:cubicBezTo>
                  <a:pt x="475741" y="131615"/>
                  <a:pt x="474663" y="131337"/>
                  <a:pt x="473612" y="131515"/>
                </a:cubicBezTo>
                <a:cubicBezTo>
                  <a:pt x="472957" y="131799"/>
                  <a:pt x="472350" y="132178"/>
                  <a:pt x="471806" y="132640"/>
                </a:cubicBezTo>
                <a:cubicBezTo>
                  <a:pt x="471539" y="132877"/>
                  <a:pt x="470769" y="133528"/>
                  <a:pt x="470828" y="133824"/>
                </a:cubicBezTo>
                <a:cubicBezTo>
                  <a:pt x="470888" y="134121"/>
                  <a:pt x="471184" y="134535"/>
                  <a:pt x="471184" y="134831"/>
                </a:cubicBezTo>
                <a:cubicBezTo>
                  <a:pt x="471154" y="135957"/>
                  <a:pt x="471954" y="136431"/>
                  <a:pt x="472220" y="136697"/>
                </a:cubicBezTo>
                <a:cubicBezTo>
                  <a:pt x="472487" y="136964"/>
                  <a:pt x="473967" y="137378"/>
                  <a:pt x="474441" y="137822"/>
                </a:cubicBezTo>
                <a:cubicBezTo>
                  <a:pt x="475143" y="138477"/>
                  <a:pt x="475907" y="139063"/>
                  <a:pt x="476721" y="139570"/>
                </a:cubicBezTo>
                <a:cubicBezTo>
                  <a:pt x="477524" y="140058"/>
                  <a:pt x="478276" y="140624"/>
                  <a:pt x="478972" y="141258"/>
                </a:cubicBezTo>
                <a:cubicBezTo>
                  <a:pt x="479564" y="142027"/>
                  <a:pt x="479150" y="142501"/>
                  <a:pt x="478676" y="142649"/>
                </a:cubicBezTo>
                <a:cubicBezTo>
                  <a:pt x="477106" y="143034"/>
                  <a:pt x="474382" y="144722"/>
                  <a:pt x="472961" y="143923"/>
                </a:cubicBezTo>
                <a:cubicBezTo>
                  <a:pt x="472398" y="143567"/>
                  <a:pt x="471273" y="142590"/>
                  <a:pt x="469999" y="141672"/>
                </a:cubicBezTo>
                <a:cubicBezTo>
                  <a:pt x="469288" y="141050"/>
                  <a:pt x="468578" y="140576"/>
                  <a:pt x="468400" y="141050"/>
                </a:cubicBezTo>
                <a:cubicBezTo>
                  <a:pt x="468222" y="141524"/>
                  <a:pt x="469200" y="144249"/>
                  <a:pt x="468400" y="145048"/>
                </a:cubicBezTo>
                <a:cubicBezTo>
                  <a:pt x="467985" y="145433"/>
                  <a:pt x="467186" y="146085"/>
                  <a:pt x="466801" y="146470"/>
                </a:cubicBezTo>
                <a:cubicBezTo>
                  <a:pt x="467260" y="147388"/>
                  <a:pt x="467968" y="148157"/>
                  <a:pt x="468844" y="148691"/>
                </a:cubicBezTo>
                <a:cubicBezTo>
                  <a:pt x="469481" y="148951"/>
                  <a:pt x="470070" y="149312"/>
                  <a:pt x="470591" y="149757"/>
                </a:cubicBezTo>
                <a:cubicBezTo>
                  <a:pt x="471350" y="150222"/>
                  <a:pt x="472140" y="150627"/>
                  <a:pt x="472961" y="150971"/>
                </a:cubicBezTo>
                <a:cubicBezTo>
                  <a:pt x="474086" y="151622"/>
                  <a:pt x="475270" y="150379"/>
                  <a:pt x="476514" y="149964"/>
                </a:cubicBezTo>
                <a:cubicBezTo>
                  <a:pt x="476692" y="149934"/>
                  <a:pt x="477728" y="150082"/>
                  <a:pt x="478232" y="149579"/>
                </a:cubicBezTo>
                <a:cubicBezTo>
                  <a:pt x="478815" y="149043"/>
                  <a:pt x="479499" y="148631"/>
                  <a:pt x="480245" y="148365"/>
                </a:cubicBezTo>
                <a:cubicBezTo>
                  <a:pt x="480867" y="148009"/>
                  <a:pt x="481312" y="147595"/>
                  <a:pt x="481874" y="147180"/>
                </a:cubicBezTo>
                <a:cubicBezTo>
                  <a:pt x="482437" y="146766"/>
                  <a:pt x="482763" y="146055"/>
                  <a:pt x="483473" y="145463"/>
                </a:cubicBezTo>
                <a:cubicBezTo>
                  <a:pt x="484184" y="144870"/>
                  <a:pt x="486553" y="146618"/>
                  <a:pt x="486908" y="146884"/>
                </a:cubicBezTo>
                <a:cubicBezTo>
                  <a:pt x="487264" y="147151"/>
                  <a:pt x="487501" y="147151"/>
                  <a:pt x="488271" y="147624"/>
                </a:cubicBezTo>
                <a:cubicBezTo>
                  <a:pt x="489041" y="148098"/>
                  <a:pt x="489366" y="148454"/>
                  <a:pt x="490047" y="148927"/>
                </a:cubicBezTo>
                <a:cubicBezTo>
                  <a:pt x="490551" y="149144"/>
                  <a:pt x="491108" y="149206"/>
                  <a:pt x="491647" y="149105"/>
                </a:cubicBezTo>
                <a:cubicBezTo>
                  <a:pt x="492268" y="149076"/>
                  <a:pt x="493068" y="148365"/>
                  <a:pt x="493571" y="148039"/>
                </a:cubicBezTo>
                <a:cubicBezTo>
                  <a:pt x="494075" y="147713"/>
                  <a:pt x="493571" y="146884"/>
                  <a:pt x="493571" y="146884"/>
                </a:cubicBezTo>
                <a:cubicBezTo>
                  <a:pt x="493098" y="145907"/>
                  <a:pt x="492979" y="145167"/>
                  <a:pt x="492772" y="144782"/>
                </a:cubicBezTo>
                <a:cubicBezTo>
                  <a:pt x="492120" y="143775"/>
                  <a:pt x="492357" y="142797"/>
                  <a:pt x="492120" y="142531"/>
                </a:cubicBezTo>
                <a:cubicBezTo>
                  <a:pt x="491884" y="142264"/>
                  <a:pt x="491321" y="142472"/>
                  <a:pt x="490847" y="142087"/>
                </a:cubicBezTo>
                <a:cubicBezTo>
                  <a:pt x="490373" y="141702"/>
                  <a:pt x="489455" y="141494"/>
                  <a:pt x="489041" y="141228"/>
                </a:cubicBezTo>
                <a:cubicBezTo>
                  <a:pt x="488626" y="140961"/>
                  <a:pt x="488478" y="140576"/>
                  <a:pt x="488478" y="140339"/>
                </a:cubicBezTo>
                <a:cubicBezTo>
                  <a:pt x="488898" y="139771"/>
                  <a:pt x="489506" y="139371"/>
                  <a:pt x="490196" y="139214"/>
                </a:cubicBezTo>
                <a:cubicBezTo>
                  <a:pt x="491060" y="139119"/>
                  <a:pt x="491934" y="139119"/>
                  <a:pt x="492802" y="139214"/>
                </a:cubicBezTo>
                <a:cubicBezTo>
                  <a:pt x="493432" y="139377"/>
                  <a:pt x="494096" y="139377"/>
                  <a:pt x="494726" y="139214"/>
                </a:cubicBezTo>
                <a:cubicBezTo>
                  <a:pt x="496260" y="138998"/>
                  <a:pt x="497818" y="139324"/>
                  <a:pt x="499139" y="140132"/>
                </a:cubicBezTo>
                <a:cubicBezTo>
                  <a:pt x="499761" y="140606"/>
                  <a:pt x="500560" y="141169"/>
                  <a:pt x="500620" y="141672"/>
                </a:cubicBezTo>
                <a:cubicBezTo>
                  <a:pt x="500679" y="142176"/>
                  <a:pt x="501419" y="142975"/>
                  <a:pt x="501627" y="142975"/>
                </a:cubicBezTo>
                <a:cubicBezTo>
                  <a:pt x="502130" y="142996"/>
                  <a:pt x="502607" y="143209"/>
                  <a:pt x="502959" y="143567"/>
                </a:cubicBezTo>
                <a:cubicBezTo>
                  <a:pt x="503966" y="144696"/>
                  <a:pt x="505269" y="145516"/>
                  <a:pt x="506720" y="145936"/>
                </a:cubicBezTo>
                <a:cubicBezTo>
                  <a:pt x="507680" y="145679"/>
                  <a:pt x="508568" y="145214"/>
                  <a:pt x="509326" y="144574"/>
                </a:cubicBezTo>
                <a:cubicBezTo>
                  <a:pt x="510188" y="143881"/>
                  <a:pt x="510819" y="142940"/>
                  <a:pt x="511133" y="141879"/>
                </a:cubicBezTo>
                <a:cubicBezTo>
                  <a:pt x="511192" y="141258"/>
                  <a:pt x="510629" y="141228"/>
                  <a:pt x="510540" y="140547"/>
                </a:cubicBezTo>
                <a:cubicBezTo>
                  <a:pt x="510451" y="139866"/>
                  <a:pt x="509978" y="139718"/>
                  <a:pt x="509978" y="139421"/>
                </a:cubicBezTo>
                <a:cubicBezTo>
                  <a:pt x="509978" y="139125"/>
                  <a:pt x="509978" y="138415"/>
                  <a:pt x="509978" y="138089"/>
                </a:cubicBezTo>
                <a:cubicBezTo>
                  <a:pt x="509708" y="137739"/>
                  <a:pt x="509388" y="137431"/>
                  <a:pt x="509030" y="137171"/>
                </a:cubicBezTo>
                <a:cubicBezTo>
                  <a:pt x="508281" y="137135"/>
                  <a:pt x="507555" y="136901"/>
                  <a:pt x="506927" y="136490"/>
                </a:cubicBezTo>
                <a:cubicBezTo>
                  <a:pt x="506690" y="136223"/>
                  <a:pt x="506187" y="135897"/>
                  <a:pt x="506483" y="135542"/>
                </a:cubicBezTo>
                <a:cubicBezTo>
                  <a:pt x="507016" y="135051"/>
                  <a:pt x="507626" y="134651"/>
                  <a:pt x="508290" y="134358"/>
                </a:cubicBezTo>
                <a:lnTo>
                  <a:pt x="509800" y="133528"/>
                </a:lnTo>
                <a:cubicBezTo>
                  <a:pt x="510037" y="133380"/>
                  <a:pt x="511192" y="132906"/>
                  <a:pt x="511192" y="132906"/>
                </a:cubicBezTo>
                <a:cubicBezTo>
                  <a:pt x="512415" y="132018"/>
                  <a:pt x="513860" y="131485"/>
                  <a:pt x="515367" y="131367"/>
                </a:cubicBezTo>
                <a:cubicBezTo>
                  <a:pt x="516374" y="131396"/>
                  <a:pt x="518062" y="132285"/>
                  <a:pt x="518151" y="131722"/>
                </a:cubicBezTo>
                <a:cubicBezTo>
                  <a:pt x="518240" y="131159"/>
                  <a:pt x="519365" y="130745"/>
                  <a:pt x="519780" y="130449"/>
                </a:cubicBezTo>
                <a:cubicBezTo>
                  <a:pt x="520156" y="130212"/>
                  <a:pt x="520378" y="129797"/>
                  <a:pt x="520372" y="129353"/>
                </a:cubicBezTo>
                <a:cubicBezTo>
                  <a:pt x="520313" y="128728"/>
                  <a:pt x="520182" y="128112"/>
                  <a:pt x="519987" y="127517"/>
                </a:cubicBezTo>
                <a:cubicBezTo>
                  <a:pt x="519809" y="127016"/>
                  <a:pt x="519383" y="126643"/>
                  <a:pt x="518862" y="126540"/>
                </a:cubicBezTo>
                <a:cubicBezTo>
                  <a:pt x="518595" y="126391"/>
                  <a:pt x="518595" y="126658"/>
                  <a:pt x="518092" y="126540"/>
                </a:cubicBezTo>
                <a:cubicBezTo>
                  <a:pt x="517588" y="126421"/>
                  <a:pt x="514331" y="123845"/>
                  <a:pt x="512820" y="124703"/>
                </a:cubicBezTo>
                <a:cubicBezTo>
                  <a:pt x="512080" y="125118"/>
                  <a:pt x="512554" y="126332"/>
                  <a:pt x="511754" y="127043"/>
                </a:cubicBezTo>
                <a:cubicBezTo>
                  <a:pt x="511402" y="127321"/>
                  <a:pt x="510999" y="127532"/>
                  <a:pt x="510570" y="127665"/>
                </a:cubicBezTo>
                <a:cubicBezTo>
                  <a:pt x="510155" y="127902"/>
                  <a:pt x="509504" y="128109"/>
                  <a:pt x="509178" y="127902"/>
                </a:cubicBezTo>
                <a:cubicBezTo>
                  <a:pt x="508852" y="127694"/>
                  <a:pt x="508556" y="127339"/>
                  <a:pt x="507727" y="127339"/>
                </a:cubicBezTo>
                <a:cubicBezTo>
                  <a:pt x="506424" y="127546"/>
                  <a:pt x="506987" y="128257"/>
                  <a:pt x="506631" y="128553"/>
                </a:cubicBezTo>
                <a:cubicBezTo>
                  <a:pt x="506276" y="128849"/>
                  <a:pt x="505684" y="128553"/>
                  <a:pt x="505417" y="128553"/>
                </a:cubicBezTo>
                <a:cubicBezTo>
                  <a:pt x="505003" y="128615"/>
                  <a:pt x="504582" y="128553"/>
                  <a:pt x="504203" y="128376"/>
                </a:cubicBezTo>
                <a:cubicBezTo>
                  <a:pt x="504025" y="128228"/>
                  <a:pt x="503166" y="129323"/>
                  <a:pt x="503226" y="129738"/>
                </a:cubicBezTo>
                <a:cubicBezTo>
                  <a:pt x="503285" y="130152"/>
                  <a:pt x="504262" y="130271"/>
                  <a:pt x="503877" y="131159"/>
                </a:cubicBezTo>
                <a:cubicBezTo>
                  <a:pt x="503492" y="132048"/>
                  <a:pt x="502337" y="132048"/>
                  <a:pt x="501508" y="131159"/>
                </a:cubicBezTo>
                <a:cubicBezTo>
                  <a:pt x="500679" y="130271"/>
                  <a:pt x="502900" y="130064"/>
                  <a:pt x="501982" y="129501"/>
                </a:cubicBezTo>
                <a:cubicBezTo>
                  <a:pt x="501064" y="128938"/>
                  <a:pt x="501093" y="127576"/>
                  <a:pt x="501419" y="127517"/>
                </a:cubicBezTo>
                <a:cubicBezTo>
                  <a:pt x="501745" y="127458"/>
                  <a:pt x="504055" y="127132"/>
                  <a:pt x="504055" y="127132"/>
                </a:cubicBezTo>
                <a:cubicBezTo>
                  <a:pt x="506927" y="126243"/>
                  <a:pt x="507875" y="126391"/>
                  <a:pt x="508408" y="125829"/>
                </a:cubicBezTo>
                <a:cubicBezTo>
                  <a:pt x="508731" y="125352"/>
                  <a:pt x="508858" y="124769"/>
                  <a:pt x="508763" y="124200"/>
                </a:cubicBezTo>
                <a:cubicBezTo>
                  <a:pt x="508763" y="123785"/>
                  <a:pt x="509800" y="123016"/>
                  <a:pt x="510037" y="123016"/>
                </a:cubicBezTo>
                <a:cubicBezTo>
                  <a:pt x="510819" y="122758"/>
                  <a:pt x="511648" y="122678"/>
                  <a:pt x="512465" y="122779"/>
                </a:cubicBezTo>
                <a:cubicBezTo>
                  <a:pt x="513265" y="122867"/>
                  <a:pt x="514597" y="122571"/>
                  <a:pt x="514597" y="121831"/>
                </a:cubicBezTo>
                <a:cubicBezTo>
                  <a:pt x="514837" y="121073"/>
                  <a:pt x="514763" y="120253"/>
                  <a:pt x="514390" y="119551"/>
                </a:cubicBezTo>
                <a:cubicBezTo>
                  <a:pt x="514186" y="119302"/>
                  <a:pt x="513919" y="119109"/>
                  <a:pt x="513620" y="118988"/>
                </a:cubicBezTo>
                <a:cubicBezTo>
                  <a:pt x="513354" y="118929"/>
                  <a:pt x="513205" y="118366"/>
                  <a:pt x="512909" y="118366"/>
                </a:cubicBezTo>
                <a:cubicBezTo>
                  <a:pt x="512110" y="118040"/>
                  <a:pt x="511369" y="118722"/>
                  <a:pt x="510511" y="118988"/>
                </a:cubicBezTo>
                <a:cubicBezTo>
                  <a:pt x="509652" y="119255"/>
                  <a:pt x="507905" y="119610"/>
                  <a:pt x="507905" y="119255"/>
                </a:cubicBezTo>
                <a:cubicBezTo>
                  <a:pt x="507905" y="118899"/>
                  <a:pt x="508171" y="117833"/>
                  <a:pt x="507905" y="117567"/>
                </a:cubicBezTo>
                <a:cubicBezTo>
                  <a:pt x="507363" y="117344"/>
                  <a:pt x="506758" y="117344"/>
                  <a:pt x="506217" y="117567"/>
                </a:cubicBezTo>
                <a:cubicBezTo>
                  <a:pt x="505980" y="117804"/>
                  <a:pt x="505802" y="118840"/>
                  <a:pt x="505328" y="119373"/>
                </a:cubicBezTo>
                <a:cubicBezTo>
                  <a:pt x="504825" y="119776"/>
                  <a:pt x="504221" y="120030"/>
                  <a:pt x="503581" y="120113"/>
                </a:cubicBezTo>
                <a:cubicBezTo>
                  <a:pt x="502900" y="120291"/>
                  <a:pt x="501775" y="121120"/>
                  <a:pt x="502011" y="121564"/>
                </a:cubicBezTo>
                <a:cubicBezTo>
                  <a:pt x="502248" y="122009"/>
                  <a:pt x="502604" y="121624"/>
                  <a:pt x="503107" y="122009"/>
                </a:cubicBezTo>
                <a:cubicBezTo>
                  <a:pt x="503611" y="122394"/>
                  <a:pt x="504351" y="122394"/>
                  <a:pt x="504558" y="122719"/>
                </a:cubicBezTo>
                <a:cubicBezTo>
                  <a:pt x="504766" y="123045"/>
                  <a:pt x="504677" y="124703"/>
                  <a:pt x="503611" y="124852"/>
                </a:cubicBezTo>
                <a:cubicBezTo>
                  <a:pt x="503196" y="124911"/>
                  <a:pt x="501745" y="125414"/>
                  <a:pt x="501330" y="124703"/>
                </a:cubicBezTo>
                <a:cubicBezTo>
                  <a:pt x="501182" y="124467"/>
                  <a:pt x="501508" y="124141"/>
                  <a:pt x="501478" y="123608"/>
                </a:cubicBezTo>
                <a:cubicBezTo>
                  <a:pt x="501449" y="123075"/>
                  <a:pt x="500323" y="122512"/>
                  <a:pt x="500294" y="122186"/>
                </a:cubicBezTo>
                <a:cubicBezTo>
                  <a:pt x="500264" y="121861"/>
                  <a:pt x="500087" y="121713"/>
                  <a:pt x="500560" y="121298"/>
                </a:cubicBezTo>
                <a:cubicBezTo>
                  <a:pt x="501455" y="120421"/>
                  <a:pt x="502222" y="119423"/>
                  <a:pt x="502841" y="118337"/>
                </a:cubicBezTo>
                <a:cubicBezTo>
                  <a:pt x="502891" y="117955"/>
                  <a:pt x="503080" y="117608"/>
                  <a:pt x="503374" y="117359"/>
                </a:cubicBezTo>
                <a:cubicBezTo>
                  <a:pt x="503936" y="116856"/>
                  <a:pt x="504618" y="116056"/>
                  <a:pt x="504292" y="115790"/>
                </a:cubicBezTo>
                <a:cubicBezTo>
                  <a:pt x="503966" y="115503"/>
                  <a:pt x="503540" y="115363"/>
                  <a:pt x="503107" y="115405"/>
                </a:cubicBezTo>
                <a:cubicBezTo>
                  <a:pt x="502542" y="115437"/>
                  <a:pt x="501997" y="115633"/>
                  <a:pt x="501538" y="115967"/>
                </a:cubicBezTo>
                <a:cubicBezTo>
                  <a:pt x="501357" y="116290"/>
                  <a:pt x="501150" y="116598"/>
                  <a:pt x="500916" y="116885"/>
                </a:cubicBezTo>
                <a:cubicBezTo>
                  <a:pt x="500184" y="117655"/>
                  <a:pt x="499411" y="118387"/>
                  <a:pt x="498606" y="119077"/>
                </a:cubicBezTo>
                <a:cubicBezTo>
                  <a:pt x="498162" y="119462"/>
                  <a:pt x="497481" y="120676"/>
                  <a:pt x="497214" y="120883"/>
                </a:cubicBezTo>
                <a:cubicBezTo>
                  <a:pt x="496947" y="121091"/>
                  <a:pt x="494963" y="122779"/>
                  <a:pt x="494726" y="123045"/>
                </a:cubicBezTo>
                <a:cubicBezTo>
                  <a:pt x="494199" y="123445"/>
                  <a:pt x="493965" y="124123"/>
                  <a:pt x="494134" y="124763"/>
                </a:cubicBezTo>
                <a:cubicBezTo>
                  <a:pt x="494282" y="125059"/>
                  <a:pt x="494726" y="125029"/>
                  <a:pt x="495023" y="125059"/>
                </a:cubicBezTo>
                <a:cubicBezTo>
                  <a:pt x="495319" y="125088"/>
                  <a:pt x="495763" y="125207"/>
                  <a:pt x="496029" y="124911"/>
                </a:cubicBezTo>
                <a:cubicBezTo>
                  <a:pt x="496296" y="124615"/>
                  <a:pt x="496829" y="124022"/>
                  <a:pt x="497392" y="124318"/>
                </a:cubicBezTo>
                <a:cubicBezTo>
                  <a:pt x="497954" y="124615"/>
                  <a:pt x="497777" y="125207"/>
                  <a:pt x="497214" y="125503"/>
                </a:cubicBezTo>
                <a:cubicBezTo>
                  <a:pt x="496651" y="125799"/>
                  <a:pt x="496681" y="126214"/>
                  <a:pt x="496651" y="126540"/>
                </a:cubicBezTo>
                <a:cubicBezTo>
                  <a:pt x="496622" y="126865"/>
                  <a:pt x="497214" y="126776"/>
                  <a:pt x="497836" y="127102"/>
                </a:cubicBezTo>
                <a:cubicBezTo>
                  <a:pt x="498458" y="127428"/>
                  <a:pt x="498961" y="127635"/>
                  <a:pt x="498695" y="128198"/>
                </a:cubicBezTo>
                <a:cubicBezTo>
                  <a:pt x="498591" y="128464"/>
                  <a:pt x="498328" y="128633"/>
                  <a:pt x="498043" y="128613"/>
                </a:cubicBezTo>
                <a:cubicBezTo>
                  <a:pt x="497655" y="128574"/>
                  <a:pt x="497276" y="128473"/>
                  <a:pt x="496918" y="128316"/>
                </a:cubicBezTo>
                <a:cubicBezTo>
                  <a:pt x="496518" y="128139"/>
                  <a:pt x="496133" y="127931"/>
                  <a:pt x="495763" y="127694"/>
                </a:cubicBezTo>
                <a:cubicBezTo>
                  <a:pt x="495197" y="127179"/>
                  <a:pt x="494584" y="126723"/>
                  <a:pt x="493927" y="126332"/>
                </a:cubicBezTo>
                <a:cubicBezTo>
                  <a:pt x="493563" y="126039"/>
                  <a:pt x="493216" y="125722"/>
                  <a:pt x="492890" y="125385"/>
                </a:cubicBezTo>
                <a:cubicBezTo>
                  <a:pt x="492594" y="125118"/>
                  <a:pt x="491706" y="124881"/>
                  <a:pt x="491469" y="124467"/>
                </a:cubicBezTo>
                <a:cubicBezTo>
                  <a:pt x="491324" y="124096"/>
                  <a:pt x="491324" y="123682"/>
                  <a:pt x="491469" y="123312"/>
                </a:cubicBezTo>
                <a:cubicBezTo>
                  <a:pt x="491647" y="122927"/>
                  <a:pt x="492802" y="122749"/>
                  <a:pt x="493098" y="122571"/>
                </a:cubicBezTo>
                <a:cubicBezTo>
                  <a:pt x="493394" y="122394"/>
                  <a:pt x="493453" y="122157"/>
                  <a:pt x="494164" y="121624"/>
                </a:cubicBezTo>
                <a:cubicBezTo>
                  <a:pt x="494875" y="121091"/>
                  <a:pt x="495023" y="120321"/>
                  <a:pt x="495319" y="120025"/>
                </a:cubicBezTo>
                <a:cubicBezTo>
                  <a:pt x="495615" y="119728"/>
                  <a:pt x="496947" y="118337"/>
                  <a:pt x="497332" y="117922"/>
                </a:cubicBezTo>
                <a:cubicBezTo>
                  <a:pt x="497717" y="117507"/>
                  <a:pt x="498280" y="117152"/>
                  <a:pt x="498458" y="116974"/>
                </a:cubicBezTo>
                <a:cubicBezTo>
                  <a:pt x="498635" y="116797"/>
                  <a:pt x="499169" y="116234"/>
                  <a:pt x="499376" y="116234"/>
                </a:cubicBezTo>
                <a:cubicBezTo>
                  <a:pt x="499716" y="116104"/>
                  <a:pt x="499986" y="115834"/>
                  <a:pt x="500116" y="115494"/>
                </a:cubicBezTo>
                <a:cubicBezTo>
                  <a:pt x="500205" y="115079"/>
                  <a:pt x="501005" y="114724"/>
                  <a:pt x="501301" y="114220"/>
                </a:cubicBezTo>
                <a:cubicBezTo>
                  <a:pt x="501597" y="113717"/>
                  <a:pt x="501952" y="113539"/>
                  <a:pt x="502160" y="113095"/>
                </a:cubicBezTo>
                <a:cubicBezTo>
                  <a:pt x="502367" y="112651"/>
                  <a:pt x="502485" y="112384"/>
                  <a:pt x="502367" y="112207"/>
                </a:cubicBezTo>
                <a:cubicBezTo>
                  <a:pt x="502248" y="112029"/>
                  <a:pt x="501863" y="112236"/>
                  <a:pt x="501686" y="112029"/>
                </a:cubicBezTo>
                <a:cubicBezTo>
                  <a:pt x="501434" y="111739"/>
                  <a:pt x="501167" y="111460"/>
                  <a:pt x="500886" y="111200"/>
                </a:cubicBezTo>
                <a:close/>
                <a:moveTo>
                  <a:pt x="108239" y="109364"/>
                </a:moveTo>
                <a:cubicBezTo>
                  <a:pt x="107990" y="109633"/>
                  <a:pt x="107688" y="109843"/>
                  <a:pt x="107350" y="109986"/>
                </a:cubicBezTo>
                <a:cubicBezTo>
                  <a:pt x="106906" y="110074"/>
                  <a:pt x="106521" y="109837"/>
                  <a:pt x="105959" y="110370"/>
                </a:cubicBezTo>
                <a:cubicBezTo>
                  <a:pt x="105612" y="110853"/>
                  <a:pt x="105295" y="111360"/>
                  <a:pt x="105011" y="111881"/>
                </a:cubicBezTo>
                <a:cubicBezTo>
                  <a:pt x="104774" y="112118"/>
                  <a:pt x="104122" y="112414"/>
                  <a:pt x="103886" y="112680"/>
                </a:cubicBezTo>
                <a:cubicBezTo>
                  <a:pt x="103649" y="112947"/>
                  <a:pt x="103530" y="113628"/>
                  <a:pt x="103116" y="114013"/>
                </a:cubicBezTo>
                <a:cubicBezTo>
                  <a:pt x="102701" y="114398"/>
                  <a:pt x="101872" y="114783"/>
                  <a:pt x="101635" y="115079"/>
                </a:cubicBezTo>
                <a:cubicBezTo>
                  <a:pt x="101161" y="115612"/>
                  <a:pt x="100924" y="115967"/>
                  <a:pt x="101280" y="116619"/>
                </a:cubicBezTo>
                <a:cubicBezTo>
                  <a:pt x="101777" y="117226"/>
                  <a:pt x="102334" y="117780"/>
                  <a:pt x="102938" y="118277"/>
                </a:cubicBezTo>
                <a:cubicBezTo>
                  <a:pt x="103675" y="119216"/>
                  <a:pt x="104351" y="120205"/>
                  <a:pt x="104952" y="121239"/>
                </a:cubicBezTo>
                <a:cubicBezTo>
                  <a:pt x="105280" y="121905"/>
                  <a:pt x="105698" y="122524"/>
                  <a:pt x="106195" y="123075"/>
                </a:cubicBezTo>
                <a:cubicBezTo>
                  <a:pt x="106432" y="123312"/>
                  <a:pt x="107706" y="124585"/>
                  <a:pt x="108624" y="125622"/>
                </a:cubicBezTo>
                <a:cubicBezTo>
                  <a:pt x="108802" y="125829"/>
                  <a:pt x="109305" y="126688"/>
                  <a:pt x="109956" y="127487"/>
                </a:cubicBezTo>
                <a:cubicBezTo>
                  <a:pt x="110608" y="128287"/>
                  <a:pt x="110312" y="128405"/>
                  <a:pt x="111230" y="129382"/>
                </a:cubicBezTo>
                <a:cubicBezTo>
                  <a:pt x="111407" y="129560"/>
                  <a:pt x="111615" y="130508"/>
                  <a:pt x="111792" y="130745"/>
                </a:cubicBezTo>
                <a:cubicBezTo>
                  <a:pt x="113540" y="132818"/>
                  <a:pt x="113421" y="133232"/>
                  <a:pt x="114458" y="134180"/>
                </a:cubicBezTo>
                <a:cubicBezTo>
                  <a:pt x="115088" y="134820"/>
                  <a:pt x="115805" y="135370"/>
                  <a:pt x="116590" y="135809"/>
                </a:cubicBezTo>
                <a:cubicBezTo>
                  <a:pt x="117096" y="136093"/>
                  <a:pt x="117573" y="136431"/>
                  <a:pt x="118011" y="136815"/>
                </a:cubicBezTo>
                <a:lnTo>
                  <a:pt x="119403" y="137970"/>
                </a:lnTo>
                <a:cubicBezTo>
                  <a:pt x="119640" y="138207"/>
                  <a:pt x="121535" y="139214"/>
                  <a:pt x="121920" y="139481"/>
                </a:cubicBezTo>
                <a:cubicBezTo>
                  <a:pt x="122489" y="140055"/>
                  <a:pt x="123114" y="140570"/>
                  <a:pt x="123786" y="141021"/>
                </a:cubicBezTo>
                <a:cubicBezTo>
                  <a:pt x="124559" y="141290"/>
                  <a:pt x="125367" y="141438"/>
                  <a:pt x="126185" y="141465"/>
                </a:cubicBezTo>
                <a:cubicBezTo>
                  <a:pt x="126712" y="141394"/>
                  <a:pt x="127221" y="141234"/>
                  <a:pt x="127695" y="140991"/>
                </a:cubicBezTo>
                <a:cubicBezTo>
                  <a:pt x="128258" y="140665"/>
                  <a:pt x="129146" y="139481"/>
                  <a:pt x="129709" y="139066"/>
                </a:cubicBezTo>
                <a:cubicBezTo>
                  <a:pt x="130271" y="138652"/>
                  <a:pt x="131367" y="138059"/>
                  <a:pt x="131367" y="138059"/>
                </a:cubicBezTo>
                <a:cubicBezTo>
                  <a:pt x="131367" y="138059"/>
                  <a:pt x="132522" y="136934"/>
                  <a:pt x="132937" y="136460"/>
                </a:cubicBezTo>
                <a:cubicBezTo>
                  <a:pt x="133396" y="135853"/>
                  <a:pt x="133970" y="135341"/>
                  <a:pt x="134625" y="134950"/>
                </a:cubicBezTo>
                <a:cubicBezTo>
                  <a:pt x="134950" y="134802"/>
                  <a:pt x="135750" y="134683"/>
                  <a:pt x="136076" y="134328"/>
                </a:cubicBezTo>
                <a:cubicBezTo>
                  <a:pt x="136532" y="133768"/>
                  <a:pt x="136890" y="133137"/>
                  <a:pt x="137142" y="132462"/>
                </a:cubicBezTo>
                <a:cubicBezTo>
                  <a:pt x="137379" y="131840"/>
                  <a:pt x="138297" y="131337"/>
                  <a:pt x="138356" y="130685"/>
                </a:cubicBezTo>
                <a:cubicBezTo>
                  <a:pt x="138415" y="130034"/>
                  <a:pt x="137971" y="129501"/>
                  <a:pt x="137556" y="128820"/>
                </a:cubicBezTo>
                <a:cubicBezTo>
                  <a:pt x="137159" y="127908"/>
                  <a:pt x="136695" y="127025"/>
                  <a:pt x="136164" y="126184"/>
                </a:cubicBezTo>
                <a:cubicBezTo>
                  <a:pt x="135596" y="125334"/>
                  <a:pt x="134536" y="124961"/>
                  <a:pt x="133558" y="125266"/>
                </a:cubicBezTo>
                <a:cubicBezTo>
                  <a:pt x="132999" y="125607"/>
                  <a:pt x="132498" y="126036"/>
                  <a:pt x="132078" y="126540"/>
                </a:cubicBezTo>
                <a:cubicBezTo>
                  <a:pt x="131725" y="126827"/>
                  <a:pt x="131308" y="127031"/>
                  <a:pt x="130864" y="127132"/>
                </a:cubicBezTo>
                <a:cubicBezTo>
                  <a:pt x="130716" y="127161"/>
                  <a:pt x="130212" y="127872"/>
                  <a:pt x="129768" y="127872"/>
                </a:cubicBezTo>
                <a:cubicBezTo>
                  <a:pt x="129270" y="128216"/>
                  <a:pt x="128805" y="128601"/>
                  <a:pt x="128376" y="129027"/>
                </a:cubicBezTo>
                <a:cubicBezTo>
                  <a:pt x="127680" y="129676"/>
                  <a:pt x="126780" y="130064"/>
                  <a:pt x="125829" y="130123"/>
                </a:cubicBezTo>
                <a:cubicBezTo>
                  <a:pt x="124467" y="130064"/>
                  <a:pt x="123964" y="129205"/>
                  <a:pt x="123016" y="128731"/>
                </a:cubicBezTo>
                <a:cubicBezTo>
                  <a:pt x="122489" y="128456"/>
                  <a:pt x="122024" y="128071"/>
                  <a:pt x="121654" y="127606"/>
                </a:cubicBezTo>
                <a:cubicBezTo>
                  <a:pt x="120816" y="126631"/>
                  <a:pt x="120170" y="125506"/>
                  <a:pt x="119758" y="124289"/>
                </a:cubicBezTo>
                <a:cubicBezTo>
                  <a:pt x="120363" y="123214"/>
                  <a:pt x="120736" y="122023"/>
                  <a:pt x="120854" y="120795"/>
                </a:cubicBezTo>
                <a:cubicBezTo>
                  <a:pt x="120999" y="120025"/>
                  <a:pt x="121189" y="119263"/>
                  <a:pt x="121417" y="118514"/>
                </a:cubicBezTo>
                <a:cubicBezTo>
                  <a:pt x="121372" y="117901"/>
                  <a:pt x="121452" y="117288"/>
                  <a:pt x="121654" y="116708"/>
                </a:cubicBezTo>
                <a:cubicBezTo>
                  <a:pt x="122009" y="116027"/>
                  <a:pt x="122187" y="115701"/>
                  <a:pt x="122513" y="115138"/>
                </a:cubicBezTo>
                <a:cubicBezTo>
                  <a:pt x="122827" y="114771"/>
                  <a:pt x="122827" y="114232"/>
                  <a:pt x="122513" y="113865"/>
                </a:cubicBezTo>
                <a:cubicBezTo>
                  <a:pt x="122057" y="113441"/>
                  <a:pt x="121538" y="113092"/>
                  <a:pt x="120973" y="112828"/>
                </a:cubicBezTo>
                <a:cubicBezTo>
                  <a:pt x="120114" y="112651"/>
                  <a:pt x="119166" y="111407"/>
                  <a:pt x="118159" y="112088"/>
                </a:cubicBezTo>
                <a:cubicBezTo>
                  <a:pt x="117152" y="112769"/>
                  <a:pt x="115998" y="112740"/>
                  <a:pt x="115820" y="113302"/>
                </a:cubicBezTo>
                <a:cubicBezTo>
                  <a:pt x="115799" y="113895"/>
                  <a:pt x="115669" y="114475"/>
                  <a:pt x="115435" y="115020"/>
                </a:cubicBezTo>
                <a:cubicBezTo>
                  <a:pt x="115642" y="115760"/>
                  <a:pt x="114783" y="116293"/>
                  <a:pt x="113984" y="115760"/>
                </a:cubicBezTo>
                <a:cubicBezTo>
                  <a:pt x="113578" y="115322"/>
                  <a:pt x="113232" y="114833"/>
                  <a:pt x="112947" y="114309"/>
                </a:cubicBezTo>
                <a:cubicBezTo>
                  <a:pt x="112444" y="113184"/>
                  <a:pt x="113036" y="111970"/>
                  <a:pt x="111704" y="110607"/>
                </a:cubicBezTo>
                <a:cubicBezTo>
                  <a:pt x="111034" y="110060"/>
                  <a:pt x="110273" y="109636"/>
                  <a:pt x="109453" y="109364"/>
                </a:cubicBezTo>
                <a:cubicBezTo>
                  <a:pt x="109038" y="109364"/>
                  <a:pt x="108476" y="109186"/>
                  <a:pt x="108239" y="109364"/>
                </a:cubicBezTo>
                <a:close/>
                <a:moveTo>
                  <a:pt x="367269" y="97104"/>
                </a:moveTo>
                <a:cubicBezTo>
                  <a:pt x="367180" y="101617"/>
                  <a:pt x="366410" y="106089"/>
                  <a:pt x="364989" y="110371"/>
                </a:cubicBezTo>
                <a:cubicBezTo>
                  <a:pt x="363955" y="113759"/>
                  <a:pt x="361370" y="116454"/>
                  <a:pt x="358030" y="117627"/>
                </a:cubicBezTo>
                <a:cubicBezTo>
                  <a:pt x="357396" y="119252"/>
                  <a:pt x="356484" y="120754"/>
                  <a:pt x="355335" y="122069"/>
                </a:cubicBezTo>
                <a:cubicBezTo>
                  <a:pt x="348168" y="130597"/>
                  <a:pt x="335138" y="139866"/>
                  <a:pt x="320331" y="146263"/>
                </a:cubicBezTo>
                <a:cubicBezTo>
                  <a:pt x="323755" y="145232"/>
                  <a:pt x="327436" y="145472"/>
                  <a:pt x="330696" y="146944"/>
                </a:cubicBezTo>
                <a:lnTo>
                  <a:pt x="330815" y="146855"/>
                </a:lnTo>
                <a:cubicBezTo>
                  <a:pt x="335032" y="148919"/>
                  <a:pt x="338867" y="151682"/>
                  <a:pt x="342156" y="155029"/>
                </a:cubicBezTo>
                <a:cubicBezTo>
                  <a:pt x="342156" y="155029"/>
                  <a:pt x="337833" y="157309"/>
                  <a:pt x="328771" y="155266"/>
                </a:cubicBezTo>
                <a:cubicBezTo>
                  <a:pt x="324415" y="154078"/>
                  <a:pt x="320891" y="150874"/>
                  <a:pt x="319295" y="146648"/>
                </a:cubicBezTo>
                <a:lnTo>
                  <a:pt x="311863" y="149377"/>
                </a:lnTo>
                <a:lnTo>
                  <a:pt x="313453" y="157534"/>
                </a:lnTo>
                <a:cubicBezTo>
                  <a:pt x="314438" y="162594"/>
                  <a:pt x="315519" y="168162"/>
                  <a:pt x="316067" y="171019"/>
                </a:cubicBezTo>
                <a:cubicBezTo>
                  <a:pt x="347099" y="171194"/>
                  <a:pt x="377971" y="166539"/>
                  <a:pt x="407573" y="157219"/>
                </a:cubicBezTo>
                <a:lnTo>
                  <a:pt x="410742" y="156153"/>
                </a:lnTo>
                <a:lnTo>
                  <a:pt x="410742" y="159470"/>
                </a:lnTo>
                <a:cubicBezTo>
                  <a:pt x="410721" y="168807"/>
                  <a:pt x="407526" y="177863"/>
                  <a:pt x="401680" y="185145"/>
                </a:cubicBezTo>
                <a:cubicBezTo>
                  <a:pt x="395828" y="192187"/>
                  <a:pt x="387981" y="197298"/>
                  <a:pt x="379173" y="199804"/>
                </a:cubicBezTo>
                <a:cubicBezTo>
                  <a:pt x="378211" y="206538"/>
                  <a:pt x="374885" y="212712"/>
                  <a:pt x="369786" y="217216"/>
                </a:cubicBezTo>
                <a:cubicBezTo>
                  <a:pt x="368448" y="218348"/>
                  <a:pt x="366999" y="219340"/>
                  <a:pt x="365463" y="220178"/>
                </a:cubicBezTo>
                <a:cubicBezTo>
                  <a:pt x="385807" y="217868"/>
                  <a:pt x="401295" y="214966"/>
                  <a:pt x="408698" y="213574"/>
                </a:cubicBezTo>
                <a:lnTo>
                  <a:pt x="412104" y="212922"/>
                </a:lnTo>
                <a:lnTo>
                  <a:pt x="411926" y="212922"/>
                </a:lnTo>
                <a:cubicBezTo>
                  <a:pt x="415272" y="212360"/>
                  <a:pt x="418530" y="211649"/>
                  <a:pt x="421195" y="210998"/>
                </a:cubicBezTo>
                <a:cubicBezTo>
                  <a:pt x="417197" y="218552"/>
                  <a:pt x="412382" y="225642"/>
                  <a:pt x="406833" y="232142"/>
                </a:cubicBezTo>
                <a:cubicBezTo>
                  <a:pt x="397466" y="243279"/>
                  <a:pt x="385967" y="252430"/>
                  <a:pt x="373014" y="259061"/>
                </a:cubicBezTo>
                <a:cubicBezTo>
                  <a:pt x="361616" y="264829"/>
                  <a:pt x="349370" y="268738"/>
                  <a:pt x="336737" y="270639"/>
                </a:cubicBezTo>
                <a:cubicBezTo>
                  <a:pt x="334774" y="270915"/>
                  <a:pt x="332796" y="271042"/>
                  <a:pt x="330814" y="271024"/>
                </a:cubicBezTo>
                <a:cubicBezTo>
                  <a:pt x="327119" y="271010"/>
                  <a:pt x="323429" y="270743"/>
                  <a:pt x="319768" y="270225"/>
                </a:cubicBezTo>
                <a:lnTo>
                  <a:pt x="316274" y="269721"/>
                </a:lnTo>
                <a:lnTo>
                  <a:pt x="323056" y="298062"/>
                </a:lnTo>
                <a:lnTo>
                  <a:pt x="300461" y="299513"/>
                </a:lnTo>
                <a:lnTo>
                  <a:pt x="277836" y="298062"/>
                </a:lnTo>
                <a:lnTo>
                  <a:pt x="284617" y="269721"/>
                </a:lnTo>
                <a:lnTo>
                  <a:pt x="281123" y="270225"/>
                </a:lnTo>
                <a:cubicBezTo>
                  <a:pt x="277463" y="270743"/>
                  <a:pt x="273773" y="271010"/>
                  <a:pt x="270077" y="271024"/>
                </a:cubicBezTo>
                <a:cubicBezTo>
                  <a:pt x="268096" y="271045"/>
                  <a:pt x="266115" y="270915"/>
                  <a:pt x="264154" y="270639"/>
                </a:cubicBezTo>
                <a:cubicBezTo>
                  <a:pt x="251512" y="268744"/>
                  <a:pt x="239255" y="264835"/>
                  <a:pt x="227848" y="259061"/>
                </a:cubicBezTo>
                <a:cubicBezTo>
                  <a:pt x="214892" y="252433"/>
                  <a:pt x="203396" y="243279"/>
                  <a:pt x="194029" y="232142"/>
                </a:cubicBezTo>
                <a:cubicBezTo>
                  <a:pt x="188479" y="225642"/>
                  <a:pt x="183664" y="218552"/>
                  <a:pt x="179666" y="210998"/>
                </a:cubicBezTo>
                <a:cubicBezTo>
                  <a:pt x="182361" y="211649"/>
                  <a:pt x="185678" y="212360"/>
                  <a:pt x="188935" y="212922"/>
                </a:cubicBezTo>
                <a:lnTo>
                  <a:pt x="192371" y="213574"/>
                </a:lnTo>
                <a:cubicBezTo>
                  <a:pt x="199744" y="214966"/>
                  <a:pt x="215203" y="217868"/>
                  <a:pt x="235577" y="220148"/>
                </a:cubicBezTo>
                <a:cubicBezTo>
                  <a:pt x="234040" y="219369"/>
                  <a:pt x="232589" y="218425"/>
                  <a:pt x="231253" y="217335"/>
                </a:cubicBezTo>
                <a:cubicBezTo>
                  <a:pt x="226169" y="212822"/>
                  <a:pt x="222843" y="206653"/>
                  <a:pt x="221866" y="199922"/>
                </a:cubicBezTo>
                <a:cubicBezTo>
                  <a:pt x="213062" y="197408"/>
                  <a:pt x="205217" y="192299"/>
                  <a:pt x="199359" y="185263"/>
                </a:cubicBezTo>
                <a:cubicBezTo>
                  <a:pt x="193535" y="177969"/>
                  <a:pt x="190342" y="168923"/>
                  <a:pt x="190298" y="159588"/>
                </a:cubicBezTo>
                <a:lnTo>
                  <a:pt x="190298" y="156272"/>
                </a:lnTo>
                <a:lnTo>
                  <a:pt x="193437" y="157338"/>
                </a:lnTo>
                <a:cubicBezTo>
                  <a:pt x="223092" y="166633"/>
                  <a:pt x="254014" y="171247"/>
                  <a:pt x="285091" y="171019"/>
                </a:cubicBezTo>
                <a:cubicBezTo>
                  <a:pt x="286187" y="165304"/>
                  <a:pt x="289414" y="148750"/>
                  <a:pt x="289740" y="147091"/>
                </a:cubicBezTo>
                <a:lnTo>
                  <a:pt x="289740" y="146706"/>
                </a:lnTo>
                <a:cubicBezTo>
                  <a:pt x="290333" y="143656"/>
                  <a:pt x="292109" y="134446"/>
                  <a:pt x="300372" y="134446"/>
                </a:cubicBezTo>
                <a:lnTo>
                  <a:pt x="300757" y="134446"/>
                </a:lnTo>
                <a:cubicBezTo>
                  <a:pt x="304888" y="134446"/>
                  <a:pt x="307405" y="136771"/>
                  <a:pt x="308963" y="139466"/>
                </a:cubicBezTo>
                <a:lnTo>
                  <a:pt x="311088" y="145733"/>
                </a:lnTo>
                <a:lnTo>
                  <a:pt x="318229" y="143124"/>
                </a:lnTo>
                <a:cubicBezTo>
                  <a:pt x="315833" y="139357"/>
                  <a:pt x="314791" y="134888"/>
                  <a:pt x="315267" y="130449"/>
                </a:cubicBezTo>
                <a:cubicBezTo>
                  <a:pt x="316348" y="125788"/>
                  <a:pt x="318791" y="121550"/>
                  <a:pt x="322286" y="118278"/>
                </a:cubicBezTo>
                <a:cubicBezTo>
                  <a:pt x="323621" y="122714"/>
                  <a:pt x="324388" y="127301"/>
                  <a:pt x="324566" y="131930"/>
                </a:cubicBezTo>
                <a:cubicBezTo>
                  <a:pt x="324744" y="137083"/>
                  <a:pt x="319443" y="142087"/>
                  <a:pt x="318406" y="143005"/>
                </a:cubicBezTo>
                <a:lnTo>
                  <a:pt x="332762" y="134545"/>
                </a:lnTo>
                <a:lnTo>
                  <a:pt x="330044" y="122779"/>
                </a:lnTo>
                <a:cubicBezTo>
                  <a:pt x="330945" y="118091"/>
                  <a:pt x="333174" y="113764"/>
                  <a:pt x="336470" y="110311"/>
                </a:cubicBezTo>
                <a:cubicBezTo>
                  <a:pt x="337797" y="114804"/>
                  <a:pt x="338591" y="119435"/>
                  <a:pt x="338839" y="124111"/>
                </a:cubicBezTo>
                <a:lnTo>
                  <a:pt x="338928" y="124111"/>
                </a:lnTo>
                <a:cubicBezTo>
                  <a:pt x="339002" y="127014"/>
                  <a:pt x="337521" y="129886"/>
                  <a:pt x="336022" y="132033"/>
                </a:cubicBezTo>
                <a:lnTo>
                  <a:pt x="335027" y="133210"/>
                </a:lnTo>
                <a:lnTo>
                  <a:pt x="346095" y="126688"/>
                </a:lnTo>
                <a:cubicBezTo>
                  <a:pt x="343910" y="122972"/>
                  <a:pt x="342935" y="118666"/>
                  <a:pt x="343311" y="114369"/>
                </a:cubicBezTo>
                <a:cubicBezTo>
                  <a:pt x="344135" y="109942"/>
                  <a:pt x="346187" y="105837"/>
                  <a:pt x="349234" y="102524"/>
                </a:cubicBezTo>
                <a:cubicBezTo>
                  <a:pt x="350463" y="106838"/>
                  <a:pt x="351189" y="111280"/>
                  <a:pt x="351396" y="115761"/>
                </a:cubicBezTo>
                <a:cubicBezTo>
                  <a:pt x="351663" y="120736"/>
                  <a:pt x="346984" y="125830"/>
                  <a:pt x="346184" y="126659"/>
                </a:cubicBezTo>
                <a:cubicBezTo>
                  <a:pt x="349228" y="124236"/>
                  <a:pt x="352098" y="121607"/>
                  <a:pt x="354772" y="118781"/>
                </a:cubicBezTo>
                <a:cubicBezTo>
                  <a:pt x="355424" y="118071"/>
                  <a:pt x="356164" y="117153"/>
                  <a:pt x="356697" y="116472"/>
                </a:cubicBezTo>
                <a:cubicBezTo>
                  <a:pt x="355983" y="112841"/>
                  <a:pt x="356581" y="109071"/>
                  <a:pt x="358385" y="105840"/>
                </a:cubicBezTo>
                <a:cubicBezTo>
                  <a:pt x="360381" y="102085"/>
                  <a:pt x="363481" y="99035"/>
                  <a:pt x="367269" y="97104"/>
                </a:cubicBezTo>
                <a:close/>
                <a:moveTo>
                  <a:pt x="176705" y="95564"/>
                </a:moveTo>
                <a:cubicBezTo>
                  <a:pt x="176705" y="95564"/>
                  <a:pt x="174929" y="96659"/>
                  <a:pt x="174929" y="96659"/>
                </a:cubicBezTo>
                <a:cubicBezTo>
                  <a:pt x="174561" y="97175"/>
                  <a:pt x="174111" y="97625"/>
                  <a:pt x="173596" y="97992"/>
                </a:cubicBezTo>
                <a:cubicBezTo>
                  <a:pt x="173241" y="98199"/>
                  <a:pt x="172086" y="96422"/>
                  <a:pt x="171049" y="97044"/>
                </a:cubicBezTo>
                <a:cubicBezTo>
                  <a:pt x="170753" y="97222"/>
                  <a:pt x="170516" y="97933"/>
                  <a:pt x="170250" y="98377"/>
                </a:cubicBezTo>
                <a:cubicBezTo>
                  <a:pt x="169791" y="99559"/>
                  <a:pt x="169791" y="100867"/>
                  <a:pt x="170250" y="102049"/>
                </a:cubicBezTo>
                <a:cubicBezTo>
                  <a:pt x="170250" y="102464"/>
                  <a:pt x="170072" y="103322"/>
                  <a:pt x="170250" y="103619"/>
                </a:cubicBezTo>
                <a:cubicBezTo>
                  <a:pt x="170427" y="103915"/>
                  <a:pt x="171020" y="104211"/>
                  <a:pt x="171168" y="104477"/>
                </a:cubicBezTo>
                <a:cubicBezTo>
                  <a:pt x="171316" y="104744"/>
                  <a:pt x="171553" y="105573"/>
                  <a:pt x="171731" y="105869"/>
                </a:cubicBezTo>
                <a:cubicBezTo>
                  <a:pt x="172352" y="107113"/>
                  <a:pt x="173626" y="106965"/>
                  <a:pt x="174692" y="106343"/>
                </a:cubicBezTo>
                <a:cubicBezTo>
                  <a:pt x="175195" y="106017"/>
                  <a:pt x="175728" y="104833"/>
                  <a:pt x="175995" y="104566"/>
                </a:cubicBezTo>
                <a:cubicBezTo>
                  <a:pt x="176261" y="104300"/>
                  <a:pt x="176942" y="104270"/>
                  <a:pt x="177239" y="103678"/>
                </a:cubicBezTo>
                <a:cubicBezTo>
                  <a:pt x="177547" y="103225"/>
                  <a:pt x="177777" y="102724"/>
                  <a:pt x="177920" y="102197"/>
                </a:cubicBezTo>
                <a:lnTo>
                  <a:pt x="177920" y="102079"/>
                </a:lnTo>
                <a:cubicBezTo>
                  <a:pt x="178008" y="101368"/>
                  <a:pt x="177623" y="100953"/>
                  <a:pt x="177772" y="100331"/>
                </a:cubicBezTo>
                <a:cubicBezTo>
                  <a:pt x="177712" y="100006"/>
                  <a:pt x="178216" y="99502"/>
                  <a:pt x="178216" y="99265"/>
                </a:cubicBezTo>
                <a:cubicBezTo>
                  <a:pt x="178269" y="98815"/>
                  <a:pt x="178361" y="98368"/>
                  <a:pt x="178482" y="97933"/>
                </a:cubicBezTo>
                <a:cubicBezTo>
                  <a:pt x="178405" y="97486"/>
                  <a:pt x="178234" y="97062"/>
                  <a:pt x="177979" y="96689"/>
                </a:cubicBezTo>
                <a:cubicBezTo>
                  <a:pt x="177929" y="96277"/>
                  <a:pt x="177766" y="95886"/>
                  <a:pt x="177505" y="95564"/>
                </a:cubicBezTo>
                <a:cubicBezTo>
                  <a:pt x="177298" y="95297"/>
                  <a:pt x="176705" y="95564"/>
                  <a:pt x="176705" y="95564"/>
                </a:cubicBezTo>
                <a:close/>
                <a:moveTo>
                  <a:pt x="1217989" y="92910"/>
                </a:moveTo>
                <a:cubicBezTo>
                  <a:pt x="1220621" y="93007"/>
                  <a:pt x="1223243" y="93282"/>
                  <a:pt x="1225836" y="93735"/>
                </a:cubicBezTo>
                <a:cubicBezTo>
                  <a:pt x="1229067" y="93944"/>
                  <a:pt x="1232309" y="93944"/>
                  <a:pt x="1235541" y="93735"/>
                </a:cubicBezTo>
                <a:cubicBezTo>
                  <a:pt x="1238018" y="93735"/>
                  <a:pt x="1239567" y="96936"/>
                  <a:pt x="1240599" y="97762"/>
                </a:cubicBezTo>
                <a:cubicBezTo>
                  <a:pt x="1241632" y="98588"/>
                  <a:pt x="1248137" y="98898"/>
                  <a:pt x="1249686" y="100549"/>
                </a:cubicBezTo>
                <a:cubicBezTo>
                  <a:pt x="1251233" y="102201"/>
                  <a:pt x="1251027" y="107466"/>
                  <a:pt x="1252679" y="110873"/>
                </a:cubicBezTo>
                <a:cubicBezTo>
                  <a:pt x="1254331" y="114281"/>
                  <a:pt x="1259287" y="116036"/>
                  <a:pt x="1259700" y="126360"/>
                </a:cubicBezTo>
                <a:cubicBezTo>
                  <a:pt x="1260113" y="136684"/>
                  <a:pt x="1257325" y="136890"/>
                  <a:pt x="1251027" y="142260"/>
                </a:cubicBezTo>
                <a:cubicBezTo>
                  <a:pt x="1249272" y="144531"/>
                  <a:pt x="1249479" y="148145"/>
                  <a:pt x="1252679" y="147525"/>
                </a:cubicBezTo>
                <a:cubicBezTo>
                  <a:pt x="1258358" y="146389"/>
                  <a:pt x="1278799" y="141846"/>
                  <a:pt x="1283652" y="140298"/>
                </a:cubicBezTo>
                <a:cubicBezTo>
                  <a:pt x="1289421" y="138490"/>
                  <a:pt x="1295324" y="137144"/>
                  <a:pt x="1301307" y="136272"/>
                </a:cubicBezTo>
                <a:cubicBezTo>
                  <a:pt x="1303268" y="136065"/>
                  <a:pt x="1306468" y="138852"/>
                  <a:pt x="1308843" y="139472"/>
                </a:cubicBezTo>
                <a:cubicBezTo>
                  <a:pt x="1311217" y="140091"/>
                  <a:pt x="1315864" y="139885"/>
                  <a:pt x="1316690" y="142053"/>
                </a:cubicBezTo>
                <a:cubicBezTo>
                  <a:pt x="1318298" y="146165"/>
                  <a:pt x="1321799" y="149244"/>
                  <a:pt x="1326084" y="150313"/>
                </a:cubicBezTo>
                <a:lnTo>
                  <a:pt x="1325878" y="150313"/>
                </a:lnTo>
                <a:cubicBezTo>
                  <a:pt x="1328096" y="150867"/>
                  <a:pt x="1329764" y="152699"/>
                  <a:pt x="1330111" y="154958"/>
                </a:cubicBezTo>
                <a:cubicBezTo>
                  <a:pt x="1330111" y="156920"/>
                  <a:pt x="1329595" y="160224"/>
                  <a:pt x="1329595" y="164456"/>
                </a:cubicBezTo>
                <a:cubicBezTo>
                  <a:pt x="1328975" y="171064"/>
                  <a:pt x="1317619" y="175711"/>
                  <a:pt x="1312663" y="178807"/>
                </a:cubicBezTo>
                <a:cubicBezTo>
                  <a:pt x="1311011" y="179943"/>
                  <a:pt x="1309359" y="176124"/>
                  <a:pt x="1303578" y="176124"/>
                </a:cubicBezTo>
                <a:cubicBezTo>
                  <a:pt x="1301616" y="176227"/>
                  <a:pt x="1290156" y="177156"/>
                  <a:pt x="1288195" y="177156"/>
                </a:cubicBezTo>
                <a:lnTo>
                  <a:pt x="1275909" y="178602"/>
                </a:lnTo>
                <a:cubicBezTo>
                  <a:pt x="1273121" y="179220"/>
                  <a:pt x="1267339" y="181182"/>
                  <a:pt x="1264655" y="182008"/>
                </a:cubicBezTo>
                <a:cubicBezTo>
                  <a:pt x="1260816" y="183090"/>
                  <a:pt x="1257056" y="184436"/>
                  <a:pt x="1253401" y="186035"/>
                </a:cubicBezTo>
                <a:cubicBezTo>
                  <a:pt x="1251749" y="187067"/>
                  <a:pt x="1247724" y="185209"/>
                  <a:pt x="1243077" y="186035"/>
                </a:cubicBezTo>
                <a:cubicBezTo>
                  <a:pt x="1241013" y="186448"/>
                  <a:pt x="1233683" y="190887"/>
                  <a:pt x="1227384" y="192641"/>
                </a:cubicBezTo>
                <a:cubicBezTo>
                  <a:pt x="1214971" y="194814"/>
                  <a:pt x="1202724" y="197850"/>
                  <a:pt x="1190734" y="201727"/>
                </a:cubicBezTo>
                <a:cubicBezTo>
                  <a:pt x="1188049" y="204412"/>
                  <a:pt x="1182475" y="203276"/>
                  <a:pt x="1180410" y="204412"/>
                </a:cubicBezTo>
                <a:cubicBezTo>
                  <a:pt x="1178345" y="205548"/>
                  <a:pt x="1172873" y="205548"/>
                  <a:pt x="1170085" y="206992"/>
                </a:cubicBezTo>
                <a:cubicBezTo>
                  <a:pt x="1165440" y="209367"/>
                  <a:pt x="1163374" y="208025"/>
                  <a:pt x="1160793" y="209367"/>
                </a:cubicBezTo>
                <a:cubicBezTo>
                  <a:pt x="1158289" y="210301"/>
                  <a:pt x="1155607" y="210654"/>
                  <a:pt x="1152947" y="210399"/>
                </a:cubicBezTo>
                <a:cubicBezTo>
                  <a:pt x="1150079" y="210971"/>
                  <a:pt x="1147251" y="211730"/>
                  <a:pt x="1144481" y="212671"/>
                </a:cubicBezTo>
                <a:cubicBezTo>
                  <a:pt x="1142036" y="213236"/>
                  <a:pt x="1139493" y="213236"/>
                  <a:pt x="1137048" y="212671"/>
                </a:cubicBezTo>
                <a:cubicBezTo>
                  <a:pt x="1135097" y="212382"/>
                  <a:pt x="1133113" y="212382"/>
                  <a:pt x="1131162" y="212671"/>
                </a:cubicBezTo>
                <a:cubicBezTo>
                  <a:pt x="1129201" y="215252"/>
                  <a:pt x="1125485" y="215252"/>
                  <a:pt x="1121664" y="215252"/>
                </a:cubicBezTo>
                <a:cubicBezTo>
                  <a:pt x="1118862" y="215798"/>
                  <a:pt x="1116151" y="216737"/>
                  <a:pt x="1113612" y="218040"/>
                </a:cubicBezTo>
                <a:cubicBezTo>
                  <a:pt x="1112992" y="219899"/>
                  <a:pt x="1109689" y="221549"/>
                  <a:pt x="1106591" y="222066"/>
                </a:cubicBezTo>
                <a:cubicBezTo>
                  <a:pt x="1103494" y="222582"/>
                  <a:pt x="1105352" y="220104"/>
                  <a:pt x="1100913" y="218040"/>
                </a:cubicBezTo>
                <a:cubicBezTo>
                  <a:pt x="1098848" y="217421"/>
                  <a:pt x="1094202" y="219176"/>
                  <a:pt x="1090588" y="217421"/>
                </a:cubicBezTo>
                <a:cubicBezTo>
                  <a:pt x="1086975" y="215665"/>
                  <a:pt x="1087182" y="210606"/>
                  <a:pt x="1087905" y="206373"/>
                </a:cubicBezTo>
                <a:cubicBezTo>
                  <a:pt x="1088008" y="205444"/>
                  <a:pt x="1087389" y="201521"/>
                  <a:pt x="1087389" y="197288"/>
                </a:cubicBezTo>
                <a:cubicBezTo>
                  <a:pt x="1086944" y="194707"/>
                  <a:pt x="1087662" y="192063"/>
                  <a:pt x="1089349" y="190061"/>
                </a:cubicBezTo>
                <a:cubicBezTo>
                  <a:pt x="1095580" y="185445"/>
                  <a:pt x="1102568" y="181952"/>
                  <a:pt x="1109998" y="179736"/>
                </a:cubicBezTo>
                <a:cubicBezTo>
                  <a:pt x="1111960" y="179323"/>
                  <a:pt x="1113922" y="182834"/>
                  <a:pt x="1115471" y="182834"/>
                </a:cubicBezTo>
                <a:cubicBezTo>
                  <a:pt x="1117018" y="182834"/>
                  <a:pt x="1124246" y="178807"/>
                  <a:pt x="1127343" y="178807"/>
                </a:cubicBezTo>
                <a:cubicBezTo>
                  <a:pt x="1136940" y="177652"/>
                  <a:pt x="1146431" y="175754"/>
                  <a:pt x="1155735" y="173129"/>
                </a:cubicBezTo>
                <a:cubicBezTo>
                  <a:pt x="1160587" y="171477"/>
                  <a:pt x="1165026" y="173749"/>
                  <a:pt x="1167814" y="171477"/>
                </a:cubicBezTo>
                <a:cubicBezTo>
                  <a:pt x="1175079" y="168790"/>
                  <a:pt x="1182490" y="166515"/>
                  <a:pt x="1190011" y="164664"/>
                </a:cubicBezTo>
                <a:cubicBezTo>
                  <a:pt x="1192695" y="164044"/>
                  <a:pt x="1197650" y="162702"/>
                  <a:pt x="1199096" y="159398"/>
                </a:cubicBezTo>
                <a:cubicBezTo>
                  <a:pt x="1199251" y="157280"/>
                  <a:pt x="1198897" y="155157"/>
                  <a:pt x="1198064" y="153203"/>
                </a:cubicBezTo>
                <a:cubicBezTo>
                  <a:pt x="1196824" y="150003"/>
                  <a:pt x="1194347" y="151138"/>
                  <a:pt x="1191663" y="151138"/>
                </a:cubicBezTo>
                <a:cubicBezTo>
                  <a:pt x="1189111" y="150428"/>
                  <a:pt x="1186931" y="148765"/>
                  <a:pt x="1185571" y="146493"/>
                </a:cubicBezTo>
                <a:cubicBezTo>
                  <a:pt x="1185442" y="144265"/>
                  <a:pt x="1185943" y="142047"/>
                  <a:pt x="1187017" y="140091"/>
                </a:cubicBezTo>
                <a:cubicBezTo>
                  <a:pt x="1187843" y="137820"/>
                  <a:pt x="1188359" y="136890"/>
                  <a:pt x="1189392" y="134000"/>
                </a:cubicBezTo>
                <a:cubicBezTo>
                  <a:pt x="1190354" y="131500"/>
                  <a:pt x="1191181" y="128950"/>
                  <a:pt x="1191869" y="126360"/>
                </a:cubicBezTo>
                <a:cubicBezTo>
                  <a:pt x="1193212" y="122127"/>
                  <a:pt x="1185158" y="110461"/>
                  <a:pt x="1184126" y="107261"/>
                </a:cubicBezTo>
                <a:cubicBezTo>
                  <a:pt x="1183628" y="104839"/>
                  <a:pt x="1184500" y="102341"/>
                  <a:pt x="1186397" y="100756"/>
                </a:cubicBezTo>
                <a:cubicBezTo>
                  <a:pt x="1189908" y="97142"/>
                  <a:pt x="1193934" y="98794"/>
                  <a:pt x="1198064" y="98794"/>
                </a:cubicBezTo>
                <a:cubicBezTo>
                  <a:pt x="1200495" y="98371"/>
                  <a:pt x="1202812" y="97458"/>
                  <a:pt x="1204878" y="96110"/>
                </a:cubicBezTo>
                <a:cubicBezTo>
                  <a:pt x="1206220" y="95387"/>
                  <a:pt x="1208389" y="96419"/>
                  <a:pt x="1211382" y="95387"/>
                </a:cubicBezTo>
                <a:cubicBezTo>
                  <a:pt x="1214376" y="94355"/>
                  <a:pt x="1214376" y="92910"/>
                  <a:pt x="1217989" y="92910"/>
                </a:cubicBezTo>
                <a:close/>
                <a:moveTo>
                  <a:pt x="2580585" y="91051"/>
                </a:moveTo>
                <a:cubicBezTo>
                  <a:pt x="2585334" y="91361"/>
                  <a:pt x="2588741" y="95801"/>
                  <a:pt x="2591529" y="99518"/>
                </a:cubicBezTo>
                <a:cubicBezTo>
                  <a:pt x="2594316" y="103234"/>
                  <a:pt x="2590496" y="109739"/>
                  <a:pt x="2586882" y="112939"/>
                </a:cubicBezTo>
                <a:cubicBezTo>
                  <a:pt x="2583032" y="116127"/>
                  <a:pt x="2579960" y="120153"/>
                  <a:pt x="2577901" y="124709"/>
                </a:cubicBezTo>
                <a:cubicBezTo>
                  <a:pt x="2577281" y="126051"/>
                  <a:pt x="2577281" y="134516"/>
                  <a:pt x="2577901" y="135033"/>
                </a:cubicBezTo>
                <a:cubicBezTo>
                  <a:pt x="2578520" y="135549"/>
                  <a:pt x="2583166" y="138750"/>
                  <a:pt x="2583476" y="143395"/>
                </a:cubicBezTo>
                <a:cubicBezTo>
                  <a:pt x="2583786" y="148041"/>
                  <a:pt x="2579346" y="151655"/>
                  <a:pt x="2571293" y="168071"/>
                </a:cubicBezTo>
                <a:cubicBezTo>
                  <a:pt x="2571603" y="168277"/>
                  <a:pt x="2564066" y="178601"/>
                  <a:pt x="2562104" y="181389"/>
                </a:cubicBezTo>
                <a:cubicBezTo>
                  <a:pt x="2560142" y="184176"/>
                  <a:pt x="2567060" y="188925"/>
                  <a:pt x="2573254" y="187273"/>
                </a:cubicBezTo>
                <a:cubicBezTo>
                  <a:pt x="2576558" y="186344"/>
                  <a:pt x="2571293" y="196049"/>
                  <a:pt x="2578727" y="196049"/>
                </a:cubicBezTo>
                <a:cubicBezTo>
                  <a:pt x="2584405" y="196049"/>
                  <a:pt x="2591219" y="190990"/>
                  <a:pt x="2589051" y="185724"/>
                </a:cubicBezTo>
                <a:cubicBezTo>
                  <a:pt x="2587192" y="183969"/>
                  <a:pt x="2583579" y="185724"/>
                  <a:pt x="2580069" y="182731"/>
                </a:cubicBezTo>
                <a:cubicBezTo>
                  <a:pt x="2576558" y="179737"/>
                  <a:pt x="2576662" y="172406"/>
                  <a:pt x="2578004" y="172406"/>
                </a:cubicBezTo>
                <a:cubicBezTo>
                  <a:pt x="2580386" y="171480"/>
                  <a:pt x="2582435" y="169862"/>
                  <a:pt x="2583889" y="167761"/>
                </a:cubicBezTo>
                <a:cubicBezTo>
                  <a:pt x="2585025" y="166625"/>
                  <a:pt x="2588637" y="164044"/>
                  <a:pt x="2588637" y="162185"/>
                </a:cubicBezTo>
                <a:cubicBezTo>
                  <a:pt x="2588637" y="160327"/>
                  <a:pt x="2583270" y="158985"/>
                  <a:pt x="2587812" y="152378"/>
                </a:cubicBezTo>
                <a:cubicBezTo>
                  <a:pt x="2590703" y="148144"/>
                  <a:pt x="2594316" y="148557"/>
                  <a:pt x="2596175" y="148144"/>
                </a:cubicBezTo>
                <a:cubicBezTo>
                  <a:pt x="2598033" y="147731"/>
                  <a:pt x="2599892" y="143292"/>
                  <a:pt x="2600923" y="141021"/>
                </a:cubicBezTo>
                <a:cubicBezTo>
                  <a:pt x="2602103" y="138554"/>
                  <a:pt x="2602837" y="135897"/>
                  <a:pt x="2603092" y="133174"/>
                </a:cubicBezTo>
                <a:cubicBezTo>
                  <a:pt x="2603195" y="126671"/>
                  <a:pt x="2595865" y="123779"/>
                  <a:pt x="2597104" y="118720"/>
                </a:cubicBezTo>
                <a:cubicBezTo>
                  <a:pt x="2599685" y="108499"/>
                  <a:pt x="2624567" y="104576"/>
                  <a:pt x="2627148" y="102821"/>
                </a:cubicBezTo>
                <a:cubicBezTo>
                  <a:pt x="2627869" y="102305"/>
                  <a:pt x="2628489" y="100034"/>
                  <a:pt x="2629832" y="99002"/>
                </a:cubicBezTo>
                <a:cubicBezTo>
                  <a:pt x="2632413" y="97044"/>
                  <a:pt x="2635856" y="96649"/>
                  <a:pt x="2638814" y="97969"/>
                </a:cubicBezTo>
                <a:cubicBezTo>
                  <a:pt x="2642244" y="99669"/>
                  <a:pt x="2645495" y="101710"/>
                  <a:pt x="2648519" y="104060"/>
                </a:cubicBezTo>
                <a:cubicBezTo>
                  <a:pt x="2650491" y="105867"/>
                  <a:pt x="2651422" y="108543"/>
                  <a:pt x="2650997" y="111184"/>
                </a:cubicBezTo>
                <a:cubicBezTo>
                  <a:pt x="2650583" y="114280"/>
                  <a:pt x="2648932" y="122954"/>
                  <a:pt x="2649861" y="123676"/>
                </a:cubicBezTo>
                <a:cubicBezTo>
                  <a:pt x="2650790" y="124399"/>
                  <a:pt x="2641086" y="129665"/>
                  <a:pt x="2636646" y="134000"/>
                </a:cubicBezTo>
                <a:cubicBezTo>
                  <a:pt x="2631011" y="141243"/>
                  <a:pt x="2627443" y="149877"/>
                  <a:pt x="2626322" y="158985"/>
                </a:cubicBezTo>
                <a:cubicBezTo>
                  <a:pt x="2626115" y="159811"/>
                  <a:pt x="2623534" y="166006"/>
                  <a:pt x="2623224" y="167658"/>
                </a:cubicBezTo>
                <a:cubicBezTo>
                  <a:pt x="2622914" y="169310"/>
                  <a:pt x="2621779" y="173955"/>
                  <a:pt x="2620643" y="177982"/>
                </a:cubicBezTo>
                <a:cubicBezTo>
                  <a:pt x="2619228" y="182171"/>
                  <a:pt x="2618530" y="186569"/>
                  <a:pt x="2618578" y="190990"/>
                </a:cubicBezTo>
                <a:cubicBezTo>
                  <a:pt x="2618888" y="193571"/>
                  <a:pt x="2622398" y="192849"/>
                  <a:pt x="2624566" y="192849"/>
                </a:cubicBezTo>
                <a:cubicBezTo>
                  <a:pt x="2628975" y="191844"/>
                  <a:pt x="2633016" y="189626"/>
                  <a:pt x="2636233" y="186447"/>
                </a:cubicBezTo>
                <a:cubicBezTo>
                  <a:pt x="2638898" y="185999"/>
                  <a:pt x="2641620" y="185999"/>
                  <a:pt x="2644285" y="186447"/>
                </a:cubicBezTo>
                <a:cubicBezTo>
                  <a:pt x="2646350" y="187067"/>
                  <a:pt x="2648518" y="190474"/>
                  <a:pt x="2650790" y="191197"/>
                </a:cubicBezTo>
                <a:cubicBezTo>
                  <a:pt x="2653061" y="191919"/>
                  <a:pt x="2656261" y="192126"/>
                  <a:pt x="2658120" y="193365"/>
                </a:cubicBezTo>
                <a:cubicBezTo>
                  <a:pt x="2659978" y="194604"/>
                  <a:pt x="2664005" y="193365"/>
                  <a:pt x="2666483" y="196359"/>
                </a:cubicBezTo>
                <a:lnTo>
                  <a:pt x="2667103" y="196256"/>
                </a:lnTo>
                <a:cubicBezTo>
                  <a:pt x="2670538" y="202004"/>
                  <a:pt x="2672091" y="208681"/>
                  <a:pt x="2671542" y="215355"/>
                </a:cubicBezTo>
                <a:cubicBezTo>
                  <a:pt x="2671373" y="221401"/>
                  <a:pt x="2669744" y="227317"/>
                  <a:pt x="2666793" y="232597"/>
                </a:cubicBezTo>
                <a:cubicBezTo>
                  <a:pt x="2658969" y="237364"/>
                  <a:pt x="2649933" y="239766"/>
                  <a:pt x="2640776" y="239514"/>
                </a:cubicBezTo>
                <a:cubicBezTo>
                  <a:pt x="2637739" y="239506"/>
                  <a:pt x="2634831" y="240736"/>
                  <a:pt x="2632722" y="242921"/>
                </a:cubicBezTo>
                <a:cubicBezTo>
                  <a:pt x="2629296" y="244006"/>
                  <a:pt x="2625576" y="243672"/>
                  <a:pt x="2622398" y="241992"/>
                </a:cubicBezTo>
                <a:cubicBezTo>
                  <a:pt x="2618160" y="240955"/>
                  <a:pt x="2613732" y="240955"/>
                  <a:pt x="2609493" y="241992"/>
                </a:cubicBezTo>
                <a:cubicBezTo>
                  <a:pt x="2600452" y="244454"/>
                  <a:pt x="2592583" y="250053"/>
                  <a:pt x="2587295" y="257788"/>
                </a:cubicBezTo>
                <a:cubicBezTo>
                  <a:pt x="2585332" y="261306"/>
                  <a:pt x="2582531" y="264285"/>
                  <a:pt x="2579140" y="266460"/>
                </a:cubicBezTo>
                <a:cubicBezTo>
                  <a:pt x="2574220" y="269770"/>
                  <a:pt x="2569835" y="273808"/>
                  <a:pt x="2566131" y="278436"/>
                </a:cubicBezTo>
                <a:cubicBezTo>
                  <a:pt x="2563925" y="282127"/>
                  <a:pt x="2563189" y="286513"/>
                  <a:pt x="2564066" y="290723"/>
                </a:cubicBezTo>
                <a:cubicBezTo>
                  <a:pt x="2564479" y="291961"/>
                  <a:pt x="2567267" y="292683"/>
                  <a:pt x="2570261" y="291961"/>
                </a:cubicBezTo>
                <a:cubicBezTo>
                  <a:pt x="2573896" y="290286"/>
                  <a:pt x="2577618" y="288804"/>
                  <a:pt x="2581411" y="287522"/>
                </a:cubicBezTo>
                <a:cubicBezTo>
                  <a:pt x="2584405" y="287109"/>
                  <a:pt x="2586264" y="283392"/>
                  <a:pt x="2588741" y="283598"/>
                </a:cubicBezTo>
                <a:cubicBezTo>
                  <a:pt x="2591219" y="283805"/>
                  <a:pt x="2594523" y="288451"/>
                  <a:pt x="2601543" y="290103"/>
                </a:cubicBezTo>
                <a:cubicBezTo>
                  <a:pt x="2603711" y="290723"/>
                  <a:pt x="2607738" y="293303"/>
                  <a:pt x="2614035" y="295265"/>
                </a:cubicBezTo>
                <a:cubicBezTo>
                  <a:pt x="2614861" y="295471"/>
                  <a:pt x="2619817" y="296504"/>
                  <a:pt x="2618888" y="300221"/>
                </a:cubicBezTo>
                <a:cubicBezTo>
                  <a:pt x="2618727" y="304731"/>
                  <a:pt x="2617637" y="309159"/>
                  <a:pt x="2615687" y="313229"/>
                </a:cubicBezTo>
                <a:cubicBezTo>
                  <a:pt x="2613520" y="315810"/>
                  <a:pt x="2610939" y="319010"/>
                  <a:pt x="2608254" y="319630"/>
                </a:cubicBezTo>
                <a:cubicBezTo>
                  <a:pt x="2603401" y="320559"/>
                  <a:pt x="2600510" y="320662"/>
                  <a:pt x="2595142" y="322108"/>
                </a:cubicBezTo>
                <a:cubicBezTo>
                  <a:pt x="2592458" y="322831"/>
                  <a:pt x="2590496" y="324379"/>
                  <a:pt x="2586264" y="325102"/>
                </a:cubicBezTo>
                <a:cubicBezTo>
                  <a:pt x="2582031" y="325825"/>
                  <a:pt x="2565615" y="328922"/>
                  <a:pt x="2565615" y="334393"/>
                </a:cubicBezTo>
                <a:cubicBezTo>
                  <a:pt x="2566175" y="339123"/>
                  <a:pt x="2566485" y="343880"/>
                  <a:pt x="2566544" y="348641"/>
                </a:cubicBezTo>
                <a:cubicBezTo>
                  <a:pt x="2566308" y="352733"/>
                  <a:pt x="2565790" y="356803"/>
                  <a:pt x="2564995" y="360823"/>
                </a:cubicBezTo>
                <a:cubicBezTo>
                  <a:pt x="2563233" y="365267"/>
                  <a:pt x="2562254" y="369983"/>
                  <a:pt x="2562104" y="374761"/>
                </a:cubicBezTo>
                <a:cubicBezTo>
                  <a:pt x="2562414" y="379098"/>
                  <a:pt x="2557356" y="383228"/>
                  <a:pt x="2556736" y="384054"/>
                </a:cubicBezTo>
                <a:cubicBezTo>
                  <a:pt x="2553432" y="391177"/>
                  <a:pt x="2553949" y="401708"/>
                  <a:pt x="2546411" y="404082"/>
                </a:cubicBezTo>
                <a:cubicBezTo>
                  <a:pt x="2541509" y="406198"/>
                  <a:pt x="2536474" y="407992"/>
                  <a:pt x="2531339" y="409451"/>
                </a:cubicBezTo>
                <a:cubicBezTo>
                  <a:pt x="2527181" y="409997"/>
                  <a:pt x="2523116" y="411108"/>
                  <a:pt x="2519259" y="412754"/>
                </a:cubicBezTo>
                <a:cubicBezTo>
                  <a:pt x="2513325" y="414481"/>
                  <a:pt x="2507022" y="414481"/>
                  <a:pt x="2501089" y="412754"/>
                </a:cubicBezTo>
                <a:cubicBezTo>
                  <a:pt x="2498920" y="411000"/>
                  <a:pt x="2499953" y="405218"/>
                  <a:pt x="2499953" y="401811"/>
                </a:cubicBezTo>
                <a:cubicBezTo>
                  <a:pt x="2499850" y="395513"/>
                  <a:pt x="2483950" y="388905"/>
                  <a:pt x="2482401" y="385189"/>
                </a:cubicBezTo>
                <a:cubicBezTo>
                  <a:pt x="2480852" y="381472"/>
                  <a:pt x="2486325" y="381576"/>
                  <a:pt x="2491796" y="380543"/>
                </a:cubicBezTo>
                <a:cubicBezTo>
                  <a:pt x="2501192" y="378891"/>
                  <a:pt x="2510070" y="377859"/>
                  <a:pt x="2514510" y="376413"/>
                </a:cubicBezTo>
                <a:cubicBezTo>
                  <a:pt x="2523802" y="373006"/>
                  <a:pt x="2527725" y="354010"/>
                  <a:pt x="2532370" y="345440"/>
                </a:cubicBezTo>
                <a:cubicBezTo>
                  <a:pt x="2533816" y="342757"/>
                  <a:pt x="2533403" y="338420"/>
                  <a:pt x="2527415" y="338420"/>
                </a:cubicBezTo>
                <a:cubicBezTo>
                  <a:pt x="2521760" y="338898"/>
                  <a:pt x="2516161" y="339901"/>
                  <a:pt x="2510690" y="341415"/>
                </a:cubicBezTo>
                <a:cubicBezTo>
                  <a:pt x="2505039" y="342899"/>
                  <a:pt x="2499270" y="343900"/>
                  <a:pt x="2493448" y="344409"/>
                </a:cubicBezTo>
                <a:cubicBezTo>
                  <a:pt x="2489629" y="344615"/>
                  <a:pt x="2481575" y="349467"/>
                  <a:pt x="2479304" y="349467"/>
                </a:cubicBezTo>
                <a:cubicBezTo>
                  <a:pt x="2475175" y="349570"/>
                  <a:pt x="2471561" y="351222"/>
                  <a:pt x="2466605" y="346370"/>
                </a:cubicBezTo>
                <a:cubicBezTo>
                  <a:pt x="2464778" y="345302"/>
                  <a:pt x="2462840" y="344436"/>
                  <a:pt x="2460824" y="343789"/>
                </a:cubicBezTo>
                <a:cubicBezTo>
                  <a:pt x="2458036" y="342344"/>
                  <a:pt x="2459482" y="336665"/>
                  <a:pt x="2459482" y="334497"/>
                </a:cubicBezTo>
                <a:cubicBezTo>
                  <a:pt x="2459784" y="330136"/>
                  <a:pt x="2460651" y="325833"/>
                  <a:pt x="2462063" y="321695"/>
                </a:cubicBezTo>
                <a:cubicBezTo>
                  <a:pt x="2465658" y="316473"/>
                  <a:pt x="2471273" y="312993"/>
                  <a:pt x="2477548" y="312093"/>
                </a:cubicBezTo>
                <a:cubicBezTo>
                  <a:pt x="2479717" y="312093"/>
                  <a:pt x="2486532" y="314984"/>
                  <a:pt x="2488803" y="314984"/>
                </a:cubicBezTo>
                <a:cubicBezTo>
                  <a:pt x="2491074" y="314984"/>
                  <a:pt x="2496133" y="310132"/>
                  <a:pt x="2499746" y="308170"/>
                </a:cubicBezTo>
                <a:cubicBezTo>
                  <a:pt x="2504135" y="306557"/>
                  <a:pt x="2508662" y="305348"/>
                  <a:pt x="2513271" y="304556"/>
                </a:cubicBezTo>
                <a:cubicBezTo>
                  <a:pt x="2516205" y="303655"/>
                  <a:pt x="2518963" y="302258"/>
                  <a:pt x="2521427" y="300427"/>
                </a:cubicBezTo>
                <a:cubicBezTo>
                  <a:pt x="2523698" y="299085"/>
                  <a:pt x="2523492" y="297949"/>
                  <a:pt x="2524318" y="295678"/>
                </a:cubicBezTo>
                <a:cubicBezTo>
                  <a:pt x="2525144" y="293406"/>
                  <a:pt x="2524731" y="287522"/>
                  <a:pt x="2525763" y="285354"/>
                </a:cubicBezTo>
                <a:cubicBezTo>
                  <a:pt x="2527425" y="282069"/>
                  <a:pt x="2528706" y="278604"/>
                  <a:pt x="2529584" y="275030"/>
                </a:cubicBezTo>
                <a:cubicBezTo>
                  <a:pt x="2530100" y="272139"/>
                  <a:pt x="2523905" y="274307"/>
                  <a:pt x="2521737" y="274307"/>
                </a:cubicBezTo>
                <a:cubicBezTo>
                  <a:pt x="2518323" y="275247"/>
                  <a:pt x="2515290" y="277232"/>
                  <a:pt x="2513064" y="279985"/>
                </a:cubicBezTo>
                <a:cubicBezTo>
                  <a:pt x="2510280" y="282482"/>
                  <a:pt x="2506904" y="284223"/>
                  <a:pt x="2503256" y="285044"/>
                </a:cubicBezTo>
                <a:cubicBezTo>
                  <a:pt x="2500582" y="285972"/>
                  <a:pt x="2497671" y="285972"/>
                  <a:pt x="2494997" y="285044"/>
                </a:cubicBezTo>
                <a:cubicBezTo>
                  <a:pt x="2491899" y="283392"/>
                  <a:pt x="2491899" y="281224"/>
                  <a:pt x="2491901" y="277508"/>
                </a:cubicBezTo>
                <a:cubicBezTo>
                  <a:pt x="2491579" y="273616"/>
                  <a:pt x="2492366" y="269715"/>
                  <a:pt x="2494171" y="266253"/>
                </a:cubicBezTo>
                <a:cubicBezTo>
                  <a:pt x="2496029" y="264085"/>
                  <a:pt x="2495307" y="252522"/>
                  <a:pt x="2502844" y="245605"/>
                </a:cubicBezTo>
                <a:cubicBezTo>
                  <a:pt x="2505322" y="243437"/>
                  <a:pt x="2512239" y="246431"/>
                  <a:pt x="2515026" y="244779"/>
                </a:cubicBezTo>
                <a:cubicBezTo>
                  <a:pt x="2516488" y="243706"/>
                  <a:pt x="2518004" y="242706"/>
                  <a:pt x="2519568" y="241785"/>
                </a:cubicBezTo>
                <a:cubicBezTo>
                  <a:pt x="2522046" y="240753"/>
                  <a:pt x="2527829" y="241475"/>
                  <a:pt x="2530823" y="240753"/>
                </a:cubicBezTo>
                <a:cubicBezTo>
                  <a:pt x="2535163" y="240004"/>
                  <a:pt x="2539442" y="238934"/>
                  <a:pt x="2543625" y="237552"/>
                </a:cubicBezTo>
                <a:cubicBezTo>
                  <a:pt x="2545174" y="237037"/>
                  <a:pt x="2551367" y="237037"/>
                  <a:pt x="2553226" y="235901"/>
                </a:cubicBezTo>
                <a:cubicBezTo>
                  <a:pt x="2555084" y="234765"/>
                  <a:pt x="2554465" y="235075"/>
                  <a:pt x="2561278" y="233010"/>
                </a:cubicBezTo>
                <a:cubicBezTo>
                  <a:pt x="2560659" y="232804"/>
                  <a:pt x="2564066" y="230738"/>
                  <a:pt x="2566028" y="229603"/>
                </a:cubicBezTo>
                <a:cubicBezTo>
                  <a:pt x="2569758" y="229035"/>
                  <a:pt x="2573551" y="229035"/>
                  <a:pt x="2577281" y="229603"/>
                </a:cubicBezTo>
                <a:cubicBezTo>
                  <a:pt x="2580689" y="230325"/>
                  <a:pt x="2584818" y="229603"/>
                  <a:pt x="2586471" y="229603"/>
                </a:cubicBezTo>
                <a:cubicBezTo>
                  <a:pt x="2589482" y="230901"/>
                  <a:pt x="2592695" y="231669"/>
                  <a:pt x="2595968" y="231874"/>
                </a:cubicBezTo>
                <a:cubicBezTo>
                  <a:pt x="2598137" y="231771"/>
                  <a:pt x="2604021" y="226815"/>
                  <a:pt x="2606292" y="226815"/>
                </a:cubicBezTo>
                <a:cubicBezTo>
                  <a:pt x="2610477" y="224844"/>
                  <a:pt x="2612839" y="220330"/>
                  <a:pt x="2612074" y="215768"/>
                </a:cubicBezTo>
                <a:cubicBezTo>
                  <a:pt x="2607446" y="215633"/>
                  <a:pt x="2602824" y="216154"/>
                  <a:pt x="2598343" y="217317"/>
                </a:cubicBezTo>
                <a:cubicBezTo>
                  <a:pt x="2595246" y="218556"/>
                  <a:pt x="2585954" y="218349"/>
                  <a:pt x="2583889" y="219382"/>
                </a:cubicBezTo>
                <a:cubicBezTo>
                  <a:pt x="2576599" y="221905"/>
                  <a:pt x="2568828" y="222718"/>
                  <a:pt x="2561175" y="221757"/>
                </a:cubicBezTo>
                <a:cubicBezTo>
                  <a:pt x="2557225" y="221952"/>
                  <a:pt x="2553342" y="222861"/>
                  <a:pt x="2549715" y="224440"/>
                </a:cubicBezTo>
                <a:cubicBezTo>
                  <a:pt x="2545981" y="225602"/>
                  <a:pt x="2542143" y="226398"/>
                  <a:pt x="2538255" y="226815"/>
                </a:cubicBezTo>
                <a:cubicBezTo>
                  <a:pt x="2532025" y="227290"/>
                  <a:pt x="2525823" y="228082"/>
                  <a:pt x="2519671" y="229190"/>
                </a:cubicBezTo>
                <a:cubicBezTo>
                  <a:pt x="2516472" y="229913"/>
                  <a:pt x="2509657" y="230945"/>
                  <a:pt x="2505424" y="232081"/>
                </a:cubicBezTo>
                <a:cubicBezTo>
                  <a:pt x="2499517" y="233534"/>
                  <a:pt x="2493849" y="235829"/>
                  <a:pt x="2488596" y="238894"/>
                </a:cubicBezTo>
                <a:cubicBezTo>
                  <a:pt x="2484499" y="242938"/>
                  <a:pt x="2481019" y="247566"/>
                  <a:pt x="2478271" y="252625"/>
                </a:cubicBezTo>
                <a:cubicBezTo>
                  <a:pt x="2476810" y="254740"/>
                  <a:pt x="2475151" y="256711"/>
                  <a:pt x="2473316" y="258511"/>
                </a:cubicBezTo>
                <a:cubicBezTo>
                  <a:pt x="2464953" y="264603"/>
                  <a:pt x="2459792" y="273481"/>
                  <a:pt x="2451841" y="274927"/>
                </a:cubicBezTo>
                <a:cubicBezTo>
                  <a:pt x="2448598" y="275928"/>
                  <a:pt x="2445099" y="274502"/>
                  <a:pt x="2443479" y="271519"/>
                </a:cubicBezTo>
                <a:cubicBezTo>
                  <a:pt x="2439897" y="265515"/>
                  <a:pt x="2437742" y="258769"/>
                  <a:pt x="2437182" y="251799"/>
                </a:cubicBezTo>
                <a:cubicBezTo>
                  <a:pt x="2437182" y="245502"/>
                  <a:pt x="2440794" y="243954"/>
                  <a:pt x="2437182" y="231977"/>
                </a:cubicBezTo>
                <a:cubicBezTo>
                  <a:pt x="2436643" y="228927"/>
                  <a:pt x="2437834" y="225828"/>
                  <a:pt x="2440278" y="223924"/>
                </a:cubicBezTo>
                <a:cubicBezTo>
                  <a:pt x="2442379" y="223037"/>
                  <a:pt x="2444303" y="221777"/>
                  <a:pt x="2445957" y="220208"/>
                </a:cubicBezTo>
                <a:cubicBezTo>
                  <a:pt x="2450980" y="212824"/>
                  <a:pt x="2455598" y="205173"/>
                  <a:pt x="2459792" y="197287"/>
                </a:cubicBezTo>
                <a:cubicBezTo>
                  <a:pt x="2459792" y="197287"/>
                  <a:pt x="2462063" y="195946"/>
                  <a:pt x="2463715" y="197287"/>
                </a:cubicBezTo>
                <a:cubicBezTo>
                  <a:pt x="2465513" y="203038"/>
                  <a:pt x="2466453" y="209022"/>
                  <a:pt x="2466502" y="215045"/>
                </a:cubicBezTo>
                <a:cubicBezTo>
                  <a:pt x="2466464" y="215668"/>
                  <a:pt x="2466555" y="216292"/>
                  <a:pt x="2466769" y="216878"/>
                </a:cubicBezTo>
                <a:cubicBezTo>
                  <a:pt x="2467629" y="219234"/>
                  <a:pt x="2470236" y="220448"/>
                  <a:pt x="2472593" y="219588"/>
                </a:cubicBezTo>
                <a:cubicBezTo>
                  <a:pt x="2476784" y="218715"/>
                  <a:pt x="2480797" y="217145"/>
                  <a:pt x="2484466" y="214942"/>
                </a:cubicBezTo>
                <a:cubicBezTo>
                  <a:pt x="2485189" y="214426"/>
                  <a:pt x="2488493" y="212981"/>
                  <a:pt x="2488493" y="210916"/>
                </a:cubicBezTo>
                <a:cubicBezTo>
                  <a:pt x="2487781" y="208053"/>
                  <a:pt x="2486741" y="205281"/>
                  <a:pt x="2485395" y="202657"/>
                </a:cubicBezTo>
                <a:cubicBezTo>
                  <a:pt x="2484291" y="198747"/>
                  <a:pt x="2483600" y="194734"/>
                  <a:pt x="2483330" y="190680"/>
                </a:cubicBezTo>
                <a:cubicBezTo>
                  <a:pt x="2483330" y="188512"/>
                  <a:pt x="2484260" y="175710"/>
                  <a:pt x="2485189" y="166109"/>
                </a:cubicBezTo>
                <a:cubicBezTo>
                  <a:pt x="2485809" y="160740"/>
                  <a:pt x="2483434" y="154339"/>
                  <a:pt x="2483434" y="140092"/>
                </a:cubicBezTo>
                <a:cubicBezTo>
                  <a:pt x="2483665" y="135026"/>
                  <a:pt x="2482856" y="129967"/>
                  <a:pt x="2481059" y="125225"/>
                </a:cubicBezTo>
                <a:cubicBezTo>
                  <a:pt x="2478478" y="123676"/>
                  <a:pt x="2481989" y="117584"/>
                  <a:pt x="2486015" y="116655"/>
                </a:cubicBezTo>
                <a:cubicBezTo>
                  <a:pt x="2488384" y="116450"/>
                  <a:pt x="2490769" y="116450"/>
                  <a:pt x="2493138" y="116655"/>
                </a:cubicBezTo>
                <a:cubicBezTo>
                  <a:pt x="2494687" y="116552"/>
                  <a:pt x="2494480" y="113352"/>
                  <a:pt x="2496752" y="114280"/>
                </a:cubicBezTo>
                <a:cubicBezTo>
                  <a:pt x="2499023" y="115210"/>
                  <a:pt x="2498611" y="115623"/>
                  <a:pt x="2499850" y="118927"/>
                </a:cubicBezTo>
                <a:cubicBezTo>
                  <a:pt x="2501089" y="122231"/>
                  <a:pt x="2500159" y="123986"/>
                  <a:pt x="2501089" y="127393"/>
                </a:cubicBezTo>
                <a:cubicBezTo>
                  <a:pt x="2502018" y="130799"/>
                  <a:pt x="2500572" y="135755"/>
                  <a:pt x="2502018" y="137717"/>
                </a:cubicBezTo>
                <a:cubicBezTo>
                  <a:pt x="2502920" y="139791"/>
                  <a:pt x="2502920" y="142147"/>
                  <a:pt x="2502018" y="144221"/>
                </a:cubicBezTo>
                <a:cubicBezTo>
                  <a:pt x="2501587" y="146577"/>
                  <a:pt x="2501587" y="148990"/>
                  <a:pt x="2502018" y="151345"/>
                </a:cubicBezTo>
                <a:cubicBezTo>
                  <a:pt x="2502844" y="154030"/>
                  <a:pt x="2501708" y="156816"/>
                  <a:pt x="2502018" y="160327"/>
                </a:cubicBezTo>
                <a:cubicBezTo>
                  <a:pt x="2502328" y="163837"/>
                  <a:pt x="2503050" y="175400"/>
                  <a:pt x="2503050" y="177878"/>
                </a:cubicBezTo>
                <a:cubicBezTo>
                  <a:pt x="2503050" y="180356"/>
                  <a:pt x="2505940" y="184279"/>
                  <a:pt x="2505322" y="189648"/>
                </a:cubicBezTo>
                <a:cubicBezTo>
                  <a:pt x="2505322" y="191816"/>
                  <a:pt x="2505322" y="196256"/>
                  <a:pt x="2505322" y="198320"/>
                </a:cubicBezTo>
                <a:cubicBezTo>
                  <a:pt x="2504702" y="202760"/>
                  <a:pt x="2500882" y="206167"/>
                  <a:pt x="2501811" y="208645"/>
                </a:cubicBezTo>
                <a:cubicBezTo>
                  <a:pt x="2502710" y="210932"/>
                  <a:pt x="2504499" y="212757"/>
                  <a:pt x="2506766" y="213703"/>
                </a:cubicBezTo>
                <a:cubicBezTo>
                  <a:pt x="2509554" y="214323"/>
                  <a:pt x="2514303" y="211019"/>
                  <a:pt x="2516574" y="211019"/>
                </a:cubicBezTo>
                <a:cubicBezTo>
                  <a:pt x="2519406" y="211092"/>
                  <a:pt x="2522238" y="210920"/>
                  <a:pt x="2525040" y="210502"/>
                </a:cubicBezTo>
                <a:cubicBezTo>
                  <a:pt x="2529546" y="209167"/>
                  <a:pt x="2534186" y="208337"/>
                  <a:pt x="2538875" y="208025"/>
                </a:cubicBezTo>
                <a:cubicBezTo>
                  <a:pt x="2540940" y="207922"/>
                  <a:pt x="2544554" y="205444"/>
                  <a:pt x="2546411" y="205444"/>
                </a:cubicBezTo>
                <a:cubicBezTo>
                  <a:pt x="2548596" y="204505"/>
                  <a:pt x="2550590" y="203176"/>
                  <a:pt x="2552296" y="201521"/>
                </a:cubicBezTo>
                <a:cubicBezTo>
                  <a:pt x="2553542" y="200397"/>
                  <a:pt x="2553881" y="198578"/>
                  <a:pt x="2553122" y="197081"/>
                </a:cubicBezTo>
                <a:cubicBezTo>
                  <a:pt x="2551677" y="193468"/>
                  <a:pt x="2548683" y="194914"/>
                  <a:pt x="2544863" y="196256"/>
                </a:cubicBezTo>
                <a:cubicBezTo>
                  <a:pt x="2542798" y="197081"/>
                  <a:pt x="2538669" y="200695"/>
                  <a:pt x="2537326" y="199352"/>
                </a:cubicBezTo>
                <a:cubicBezTo>
                  <a:pt x="2534961" y="197925"/>
                  <a:pt x="2534031" y="194958"/>
                  <a:pt x="2535158" y="192436"/>
                </a:cubicBezTo>
                <a:cubicBezTo>
                  <a:pt x="2535674" y="190164"/>
                  <a:pt x="2533610" y="185828"/>
                  <a:pt x="2530616" y="186757"/>
                </a:cubicBezTo>
                <a:cubicBezTo>
                  <a:pt x="2527622" y="187686"/>
                  <a:pt x="2527415" y="192023"/>
                  <a:pt x="2527622" y="195224"/>
                </a:cubicBezTo>
                <a:cubicBezTo>
                  <a:pt x="2527829" y="198423"/>
                  <a:pt x="2525453" y="199146"/>
                  <a:pt x="2524008" y="200282"/>
                </a:cubicBezTo>
                <a:cubicBezTo>
                  <a:pt x="2522563" y="201417"/>
                  <a:pt x="2521220" y="203895"/>
                  <a:pt x="2518950" y="202966"/>
                </a:cubicBezTo>
                <a:cubicBezTo>
                  <a:pt x="2515506" y="200992"/>
                  <a:pt x="2513500" y="197220"/>
                  <a:pt x="2513787" y="193262"/>
                </a:cubicBezTo>
                <a:cubicBezTo>
                  <a:pt x="2513684" y="191093"/>
                  <a:pt x="2514510" y="175297"/>
                  <a:pt x="2514510" y="173232"/>
                </a:cubicBezTo>
                <a:cubicBezTo>
                  <a:pt x="2514923" y="169000"/>
                  <a:pt x="2512239" y="163218"/>
                  <a:pt x="2512239" y="159604"/>
                </a:cubicBezTo>
                <a:cubicBezTo>
                  <a:pt x="2512578" y="153173"/>
                  <a:pt x="2512578" y="146730"/>
                  <a:pt x="2512239" y="140299"/>
                </a:cubicBezTo>
                <a:cubicBezTo>
                  <a:pt x="2511883" y="138104"/>
                  <a:pt x="2511402" y="135932"/>
                  <a:pt x="2510793" y="133794"/>
                </a:cubicBezTo>
                <a:cubicBezTo>
                  <a:pt x="2511100" y="130332"/>
                  <a:pt x="2512470" y="127050"/>
                  <a:pt x="2514717" y="124399"/>
                </a:cubicBezTo>
                <a:cubicBezTo>
                  <a:pt x="2516406" y="122412"/>
                  <a:pt x="2518749" y="121094"/>
                  <a:pt x="2521324" y="120682"/>
                </a:cubicBezTo>
                <a:cubicBezTo>
                  <a:pt x="2523802" y="120166"/>
                  <a:pt x="2524525" y="126567"/>
                  <a:pt x="2524524" y="131006"/>
                </a:cubicBezTo>
                <a:cubicBezTo>
                  <a:pt x="2524431" y="133366"/>
                  <a:pt x="2525201" y="135678"/>
                  <a:pt x="2526692" y="137511"/>
                </a:cubicBezTo>
                <a:cubicBezTo>
                  <a:pt x="2528645" y="144611"/>
                  <a:pt x="2529686" y="151931"/>
                  <a:pt x="2529790" y="159294"/>
                </a:cubicBezTo>
                <a:cubicBezTo>
                  <a:pt x="2529687" y="163321"/>
                  <a:pt x="2530306" y="162805"/>
                  <a:pt x="2532680" y="164354"/>
                </a:cubicBezTo>
                <a:cubicBezTo>
                  <a:pt x="2535055" y="165902"/>
                  <a:pt x="2542179" y="162908"/>
                  <a:pt x="2543935" y="164354"/>
                </a:cubicBezTo>
                <a:cubicBezTo>
                  <a:pt x="2545690" y="165799"/>
                  <a:pt x="2546515" y="169723"/>
                  <a:pt x="2548167" y="169723"/>
                </a:cubicBezTo>
                <a:cubicBezTo>
                  <a:pt x="2553432" y="170444"/>
                  <a:pt x="2557046" y="162185"/>
                  <a:pt x="2558492" y="160120"/>
                </a:cubicBezTo>
                <a:cubicBezTo>
                  <a:pt x="2562311" y="154752"/>
                  <a:pt x="2554155" y="147319"/>
                  <a:pt x="2553019" y="147112"/>
                </a:cubicBezTo>
                <a:cubicBezTo>
                  <a:pt x="2551883" y="146905"/>
                  <a:pt x="2548579" y="149900"/>
                  <a:pt x="2543935" y="150622"/>
                </a:cubicBezTo>
                <a:cubicBezTo>
                  <a:pt x="2539288" y="151345"/>
                  <a:pt x="2541250" y="154649"/>
                  <a:pt x="2537533" y="153617"/>
                </a:cubicBezTo>
                <a:cubicBezTo>
                  <a:pt x="2533816" y="152584"/>
                  <a:pt x="2535468" y="144427"/>
                  <a:pt x="2537533" y="140712"/>
                </a:cubicBezTo>
                <a:cubicBezTo>
                  <a:pt x="2539637" y="137628"/>
                  <a:pt x="2540981" y="134090"/>
                  <a:pt x="2541456" y="130387"/>
                </a:cubicBezTo>
                <a:cubicBezTo>
                  <a:pt x="2541043" y="125948"/>
                  <a:pt x="2537120" y="120579"/>
                  <a:pt x="2537120" y="118927"/>
                </a:cubicBezTo>
                <a:cubicBezTo>
                  <a:pt x="2537120" y="117275"/>
                  <a:pt x="2542179" y="111803"/>
                  <a:pt x="2544347" y="111700"/>
                </a:cubicBezTo>
                <a:cubicBezTo>
                  <a:pt x="2546515" y="111597"/>
                  <a:pt x="2550232" y="118204"/>
                  <a:pt x="2552297" y="118204"/>
                </a:cubicBezTo>
                <a:cubicBezTo>
                  <a:pt x="2554361" y="118204"/>
                  <a:pt x="2559523" y="110151"/>
                  <a:pt x="2561898" y="105505"/>
                </a:cubicBezTo>
                <a:cubicBezTo>
                  <a:pt x="2563446" y="102614"/>
                  <a:pt x="2564376" y="94355"/>
                  <a:pt x="2569022" y="92290"/>
                </a:cubicBezTo>
                <a:cubicBezTo>
                  <a:pt x="2570881" y="92290"/>
                  <a:pt x="2573461" y="93219"/>
                  <a:pt x="2574803" y="92290"/>
                </a:cubicBezTo>
                <a:cubicBezTo>
                  <a:pt x="2576597" y="91400"/>
                  <a:pt x="2578584" y="90974"/>
                  <a:pt x="2580585" y="91051"/>
                </a:cubicBezTo>
                <a:close/>
                <a:moveTo>
                  <a:pt x="289563" y="80997"/>
                </a:moveTo>
                <a:cubicBezTo>
                  <a:pt x="247273" y="83053"/>
                  <a:pt x="205122" y="97326"/>
                  <a:pt x="168680" y="124615"/>
                </a:cubicBezTo>
                <a:lnTo>
                  <a:pt x="168651" y="124615"/>
                </a:lnTo>
                <a:cubicBezTo>
                  <a:pt x="113214" y="166109"/>
                  <a:pt x="80615" y="231333"/>
                  <a:pt x="80698" y="300579"/>
                </a:cubicBezTo>
                <a:cubicBezTo>
                  <a:pt x="80692" y="311782"/>
                  <a:pt x="81536" y="322967"/>
                  <a:pt x="83215" y="334042"/>
                </a:cubicBezTo>
                <a:cubicBezTo>
                  <a:pt x="83363" y="334960"/>
                  <a:pt x="83571" y="335849"/>
                  <a:pt x="83719" y="336767"/>
                </a:cubicBezTo>
                <a:cubicBezTo>
                  <a:pt x="84400" y="340883"/>
                  <a:pt x="85199" y="344940"/>
                  <a:pt x="86088" y="348968"/>
                </a:cubicBezTo>
                <a:cubicBezTo>
                  <a:pt x="87391" y="354653"/>
                  <a:pt x="88812" y="360310"/>
                  <a:pt x="90530" y="365818"/>
                </a:cubicBezTo>
                <a:cubicBezTo>
                  <a:pt x="92425" y="371741"/>
                  <a:pt x="94617" y="377663"/>
                  <a:pt x="96986" y="383586"/>
                </a:cubicBezTo>
                <a:cubicBezTo>
                  <a:pt x="97311" y="384356"/>
                  <a:pt x="97608" y="385185"/>
                  <a:pt x="97933" y="385955"/>
                </a:cubicBezTo>
                <a:cubicBezTo>
                  <a:pt x="104786" y="402251"/>
                  <a:pt x="113575" y="417662"/>
                  <a:pt x="124112" y="431856"/>
                </a:cubicBezTo>
                <a:lnTo>
                  <a:pt x="124260" y="432034"/>
                </a:lnTo>
                <a:cubicBezTo>
                  <a:pt x="124334" y="432135"/>
                  <a:pt x="124408" y="432232"/>
                  <a:pt x="124482" y="432333"/>
                </a:cubicBezTo>
                <a:cubicBezTo>
                  <a:pt x="151771" y="468774"/>
                  <a:pt x="188200" y="494333"/>
                  <a:pt x="228202" y="508209"/>
                </a:cubicBezTo>
                <a:lnTo>
                  <a:pt x="237433" y="510450"/>
                </a:lnTo>
                <a:lnTo>
                  <a:pt x="237005" y="508153"/>
                </a:lnTo>
                <a:cubicBezTo>
                  <a:pt x="236243" y="505454"/>
                  <a:pt x="234895" y="502411"/>
                  <a:pt x="232556" y="501034"/>
                </a:cubicBezTo>
                <a:cubicBezTo>
                  <a:pt x="229956" y="499657"/>
                  <a:pt x="227176" y="498662"/>
                  <a:pt x="224294" y="498073"/>
                </a:cubicBezTo>
                <a:lnTo>
                  <a:pt x="223022" y="496904"/>
                </a:lnTo>
                <a:lnTo>
                  <a:pt x="235695" y="499050"/>
                </a:lnTo>
                <a:cubicBezTo>
                  <a:pt x="242003" y="501686"/>
                  <a:pt x="243987" y="511903"/>
                  <a:pt x="243987" y="511903"/>
                </a:cubicBezTo>
                <a:cubicBezTo>
                  <a:pt x="243987" y="511903"/>
                  <a:pt x="246564" y="511784"/>
                  <a:pt x="247748" y="511903"/>
                </a:cubicBezTo>
                <a:lnTo>
                  <a:pt x="248767" y="513202"/>
                </a:lnTo>
                <a:lnTo>
                  <a:pt x="249635" y="513413"/>
                </a:lnTo>
                <a:lnTo>
                  <a:pt x="258912" y="513413"/>
                </a:lnTo>
                <a:lnTo>
                  <a:pt x="258790" y="515636"/>
                </a:lnTo>
                <a:lnTo>
                  <a:pt x="269188" y="518161"/>
                </a:lnTo>
                <a:cubicBezTo>
                  <a:pt x="283110" y="520160"/>
                  <a:pt x="297222" y="520832"/>
                  <a:pt x="311319" y="520146"/>
                </a:cubicBezTo>
                <a:lnTo>
                  <a:pt x="347776" y="514805"/>
                </a:lnTo>
                <a:lnTo>
                  <a:pt x="347754" y="514804"/>
                </a:lnTo>
                <a:lnTo>
                  <a:pt x="349442" y="514271"/>
                </a:lnTo>
                <a:lnTo>
                  <a:pt x="338840" y="514271"/>
                </a:lnTo>
                <a:cubicBezTo>
                  <a:pt x="338840" y="514271"/>
                  <a:pt x="339373" y="503314"/>
                  <a:pt x="332917" y="500827"/>
                </a:cubicBezTo>
                <a:cubicBezTo>
                  <a:pt x="328108" y="498866"/>
                  <a:pt x="322766" y="498644"/>
                  <a:pt x="317814" y="500205"/>
                </a:cubicBezTo>
                <a:cubicBezTo>
                  <a:pt x="312425" y="502041"/>
                  <a:pt x="311062" y="511221"/>
                  <a:pt x="310263" y="511754"/>
                </a:cubicBezTo>
                <a:lnTo>
                  <a:pt x="309580" y="513330"/>
                </a:lnTo>
                <a:lnTo>
                  <a:pt x="309582" y="513294"/>
                </a:lnTo>
                <a:lnTo>
                  <a:pt x="309493" y="513531"/>
                </a:lnTo>
                <a:lnTo>
                  <a:pt x="309580" y="513330"/>
                </a:lnTo>
                <a:lnTo>
                  <a:pt x="309345" y="517884"/>
                </a:lnTo>
                <a:cubicBezTo>
                  <a:pt x="307556" y="518124"/>
                  <a:pt x="305744" y="518124"/>
                  <a:pt x="303955" y="517884"/>
                </a:cubicBezTo>
                <a:cubicBezTo>
                  <a:pt x="303185" y="517617"/>
                  <a:pt x="306916" y="517440"/>
                  <a:pt x="306235" y="517055"/>
                </a:cubicBezTo>
                <a:cubicBezTo>
                  <a:pt x="305554" y="516670"/>
                  <a:pt x="304636" y="516877"/>
                  <a:pt x="304340" y="516729"/>
                </a:cubicBezTo>
                <a:cubicBezTo>
                  <a:pt x="303540" y="516314"/>
                  <a:pt x="305110" y="516314"/>
                  <a:pt x="305169" y="515841"/>
                </a:cubicBezTo>
                <a:cubicBezTo>
                  <a:pt x="305228" y="515367"/>
                  <a:pt x="302563" y="515841"/>
                  <a:pt x="302208" y="515841"/>
                </a:cubicBezTo>
                <a:cubicBezTo>
                  <a:pt x="301852" y="515841"/>
                  <a:pt x="303363" y="515071"/>
                  <a:pt x="303363" y="515071"/>
                </a:cubicBezTo>
                <a:lnTo>
                  <a:pt x="298269" y="515071"/>
                </a:lnTo>
                <a:lnTo>
                  <a:pt x="299306" y="514271"/>
                </a:lnTo>
                <a:lnTo>
                  <a:pt x="288852" y="514271"/>
                </a:lnTo>
                <a:cubicBezTo>
                  <a:pt x="288852" y="514271"/>
                  <a:pt x="289415" y="503314"/>
                  <a:pt x="282929" y="500827"/>
                </a:cubicBezTo>
                <a:cubicBezTo>
                  <a:pt x="278120" y="498866"/>
                  <a:pt x="272778" y="498644"/>
                  <a:pt x="267826" y="500205"/>
                </a:cubicBezTo>
                <a:cubicBezTo>
                  <a:pt x="262437" y="502041"/>
                  <a:pt x="261075" y="511221"/>
                  <a:pt x="260275" y="511754"/>
                </a:cubicBezTo>
                <a:cubicBezTo>
                  <a:pt x="259475" y="512287"/>
                  <a:pt x="258942" y="511339"/>
                  <a:pt x="258942" y="511339"/>
                </a:cubicBezTo>
                <a:cubicBezTo>
                  <a:pt x="258942" y="511339"/>
                  <a:pt x="260097" y="503995"/>
                  <a:pt x="262259" y="501804"/>
                </a:cubicBezTo>
                <a:cubicBezTo>
                  <a:pt x="265597" y="498428"/>
                  <a:pt x="270187" y="496583"/>
                  <a:pt x="274934" y="496710"/>
                </a:cubicBezTo>
                <a:cubicBezTo>
                  <a:pt x="282574" y="496177"/>
                  <a:pt x="289504" y="498132"/>
                  <a:pt x="292702" y="501360"/>
                </a:cubicBezTo>
                <a:cubicBezTo>
                  <a:pt x="295900" y="504587"/>
                  <a:pt x="296107" y="512850"/>
                  <a:pt x="296107" y="512850"/>
                </a:cubicBezTo>
                <a:lnTo>
                  <a:pt x="307953" y="512554"/>
                </a:lnTo>
                <a:cubicBezTo>
                  <a:pt x="307953" y="512554"/>
                  <a:pt x="310233" y="503995"/>
                  <a:pt x="312395" y="501804"/>
                </a:cubicBezTo>
                <a:cubicBezTo>
                  <a:pt x="315730" y="498422"/>
                  <a:pt x="320320" y="496577"/>
                  <a:pt x="325070" y="496710"/>
                </a:cubicBezTo>
                <a:cubicBezTo>
                  <a:pt x="332710" y="496177"/>
                  <a:pt x="339640" y="498132"/>
                  <a:pt x="342838" y="501360"/>
                </a:cubicBezTo>
                <a:cubicBezTo>
                  <a:pt x="346036" y="504587"/>
                  <a:pt x="346243" y="512850"/>
                  <a:pt x="346243" y="512850"/>
                </a:cubicBezTo>
                <a:lnTo>
                  <a:pt x="357334" y="512573"/>
                </a:lnTo>
                <a:lnTo>
                  <a:pt x="358182" y="512271"/>
                </a:lnTo>
                <a:lnTo>
                  <a:pt x="359888" y="507042"/>
                </a:lnTo>
                <a:cubicBezTo>
                  <a:pt x="361058" y="504069"/>
                  <a:pt x="362768" y="500664"/>
                  <a:pt x="364930" y="498931"/>
                </a:cubicBezTo>
                <a:cubicBezTo>
                  <a:pt x="369253" y="495466"/>
                  <a:pt x="377338" y="496118"/>
                  <a:pt x="377338" y="496118"/>
                </a:cubicBezTo>
                <a:lnTo>
                  <a:pt x="377338" y="500501"/>
                </a:lnTo>
                <a:cubicBezTo>
                  <a:pt x="377338" y="500501"/>
                  <a:pt x="368454" y="499760"/>
                  <a:pt x="365018" y="502278"/>
                </a:cubicBezTo>
                <a:cubicBezTo>
                  <a:pt x="363301" y="503537"/>
                  <a:pt x="362065" y="505876"/>
                  <a:pt x="361247" y="508060"/>
                </a:cubicBezTo>
                <a:lnTo>
                  <a:pt x="360351" y="511500"/>
                </a:lnTo>
                <a:lnTo>
                  <a:pt x="394062" y="499508"/>
                </a:lnTo>
                <a:cubicBezTo>
                  <a:pt x="407272" y="493274"/>
                  <a:pt x="420053" y="485624"/>
                  <a:pt x="432200" y="476528"/>
                </a:cubicBezTo>
                <a:cubicBezTo>
                  <a:pt x="529380" y="403762"/>
                  <a:pt x="549168" y="265990"/>
                  <a:pt x="476399" y="168813"/>
                </a:cubicBezTo>
                <a:cubicBezTo>
                  <a:pt x="430918" y="108075"/>
                  <a:pt x="360047" y="77569"/>
                  <a:pt x="289563" y="80997"/>
                </a:cubicBezTo>
                <a:close/>
                <a:moveTo>
                  <a:pt x="194563" y="79632"/>
                </a:moveTo>
                <a:cubicBezTo>
                  <a:pt x="194275" y="79910"/>
                  <a:pt x="193970" y="80168"/>
                  <a:pt x="193645" y="80402"/>
                </a:cubicBezTo>
                <a:cubicBezTo>
                  <a:pt x="193378" y="80550"/>
                  <a:pt x="192579" y="80461"/>
                  <a:pt x="192282" y="80727"/>
                </a:cubicBezTo>
                <a:cubicBezTo>
                  <a:pt x="191894" y="80994"/>
                  <a:pt x="191462" y="81195"/>
                  <a:pt x="191009" y="81320"/>
                </a:cubicBezTo>
                <a:cubicBezTo>
                  <a:pt x="190683" y="81320"/>
                  <a:pt x="190002" y="80905"/>
                  <a:pt x="189469" y="81320"/>
                </a:cubicBezTo>
                <a:cubicBezTo>
                  <a:pt x="188936" y="81734"/>
                  <a:pt x="188492" y="81468"/>
                  <a:pt x="188166" y="81734"/>
                </a:cubicBezTo>
                <a:lnTo>
                  <a:pt x="188077" y="81616"/>
                </a:lnTo>
                <a:cubicBezTo>
                  <a:pt x="187811" y="82267"/>
                  <a:pt x="188640" y="82948"/>
                  <a:pt x="188699" y="83629"/>
                </a:cubicBezTo>
                <a:cubicBezTo>
                  <a:pt x="188711" y="84062"/>
                  <a:pt x="188903" y="84470"/>
                  <a:pt x="189232" y="84755"/>
                </a:cubicBezTo>
                <a:cubicBezTo>
                  <a:pt x="189842" y="85089"/>
                  <a:pt x="190354" y="85578"/>
                  <a:pt x="190713" y="86176"/>
                </a:cubicBezTo>
                <a:cubicBezTo>
                  <a:pt x="191009" y="86620"/>
                  <a:pt x="192223" y="86946"/>
                  <a:pt x="192401" y="87242"/>
                </a:cubicBezTo>
                <a:cubicBezTo>
                  <a:pt x="192579" y="87538"/>
                  <a:pt x="194000" y="88131"/>
                  <a:pt x="194415" y="88427"/>
                </a:cubicBezTo>
                <a:cubicBezTo>
                  <a:pt x="194829" y="88723"/>
                  <a:pt x="195007" y="89434"/>
                  <a:pt x="195273" y="89700"/>
                </a:cubicBezTo>
                <a:cubicBezTo>
                  <a:pt x="195608" y="90189"/>
                  <a:pt x="196239" y="90375"/>
                  <a:pt x="196784" y="90144"/>
                </a:cubicBezTo>
                <a:cubicBezTo>
                  <a:pt x="197080" y="89967"/>
                  <a:pt x="197376" y="89108"/>
                  <a:pt x="197642" y="88841"/>
                </a:cubicBezTo>
                <a:cubicBezTo>
                  <a:pt x="197909" y="88575"/>
                  <a:pt x="198472" y="88397"/>
                  <a:pt x="198768" y="88131"/>
                </a:cubicBezTo>
                <a:cubicBezTo>
                  <a:pt x="199200" y="87769"/>
                  <a:pt x="199544" y="87313"/>
                  <a:pt x="199775" y="86798"/>
                </a:cubicBezTo>
                <a:cubicBezTo>
                  <a:pt x="199899" y="86354"/>
                  <a:pt x="199979" y="85898"/>
                  <a:pt x="200011" y="85436"/>
                </a:cubicBezTo>
                <a:cubicBezTo>
                  <a:pt x="200100" y="84903"/>
                  <a:pt x="199863" y="84162"/>
                  <a:pt x="199863" y="83689"/>
                </a:cubicBezTo>
                <a:cubicBezTo>
                  <a:pt x="200068" y="83182"/>
                  <a:pt x="200130" y="82628"/>
                  <a:pt x="200041" y="82089"/>
                </a:cubicBezTo>
                <a:cubicBezTo>
                  <a:pt x="199934" y="81630"/>
                  <a:pt x="199721" y="81204"/>
                  <a:pt x="199419" y="80846"/>
                </a:cubicBezTo>
                <a:cubicBezTo>
                  <a:pt x="199034" y="80618"/>
                  <a:pt x="198629" y="80431"/>
                  <a:pt x="198205" y="80283"/>
                </a:cubicBezTo>
                <a:cubicBezTo>
                  <a:pt x="197524" y="79957"/>
                  <a:pt x="195096" y="79158"/>
                  <a:pt x="194563" y="79632"/>
                </a:cubicBezTo>
                <a:close/>
                <a:moveTo>
                  <a:pt x="178867" y="75634"/>
                </a:moveTo>
                <a:cubicBezTo>
                  <a:pt x="179104" y="75575"/>
                  <a:pt x="179104" y="76434"/>
                  <a:pt x="179134" y="77056"/>
                </a:cubicBezTo>
                <a:cubicBezTo>
                  <a:pt x="179024" y="77722"/>
                  <a:pt x="178826" y="78368"/>
                  <a:pt x="178541" y="78981"/>
                </a:cubicBezTo>
                <a:cubicBezTo>
                  <a:pt x="178097" y="79839"/>
                  <a:pt x="178068" y="80432"/>
                  <a:pt x="177712" y="81113"/>
                </a:cubicBezTo>
                <a:cubicBezTo>
                  <a:pt x="177345" y="81681"/>
                  <a:pt x="176886" y="82182"/>
                  <a:pt x="176350" y="82593"/>
                </a:cubicBezTo>
                <a:cubicBezTo>
                  <a:pt x="175841" y="82893"/>
                  <a:pt x="175186" y="82736"/>
                  <a:pt x="174869" y="82238"/>
                </a:cubicBezTo>
                <a:cubicBezTo>
                  <a:pt x="174573" y="81779"/>
                  <a:pt x="174573" y="81187"/>
                  <a:pt x="174869" y="80728"/>
                </a:cubicBezTo>
                <a:cubicBezTo>
                  <a:pt x="175346" y="79949"/>
                  <a:pt x="175882" y="79206"/>
                  <a:pt x="176469" y="78507"/>
                </a:cubicBezTo>
                <a:cubicBezTo>
                  <a:pt x="176688" y="78190"/>
                  <a:pt x="176859" y="77840"/>
                  <a:pt x="176972" y="77470"/>
                </a:cubicBezTo>
                <a:cubicBezTo>
                  <a:pt x="177090" y="77056"/>
                  <a:pt x="177594" y="76937"/>
                  <a:pt x="177860" y="76434"/>
                </a:cubicBezTo>
                <a:cubicBezTo>
                  <a:pt x="178139" y="76102"/>
                  <a:pt x="178482" y="75833"/>
                  <a:pt x="178867" y="75634"/>
                </a:cubicBezTo>
                <a:close/>
                <a:moveTo>
                  <a:pt x="181414" y="67431"/>
                </a:moveTo>
                <a:cubicBezTo>
                  <a:pt x="180999" y="67431"/>
                  <a:pt x="180259" y="68230"/>
                  <a:pt x="179963" y="68230"/>
                </a:cubicBezTo>
                <a:cubicBezTo>
                  <a:pt x="179442" y="68263"/>
                  <a:pt x="178927" y="68355"/>
                  <a:pt x="178423" y="68497"/>
                </a:cubicBezTo>
                <a:cubicBezTo>
                  <a:pt x="178100" y="68648"/>
                  <a:pt x="177854" y="68926"/>
                  <a:pt x="177742" y="69267"/>
                </a:cubicBezTo>
                <a:cubicBezTo>
                  <a:pt x="177564" y="69533"/>
                  <a:pt x="177407" y="69809"/>
                  <a:pt x="177268" y="70096"/>
                </a:cubicBezTo>
                <a:cubicBezTo>
                  <a:pt x="177070" y="70428"/>
                  <a:pt x="176904" y="70774"/>
                  <a:pt x="176765" y="71132"/>
                </a:cubicBezTo>
                <a:cubicBezTo>
                  <a:pt x="176504" y="71671"/>
                  <a:pt x="176143" y="72154"/>
                  <a:pt x="175699" y="72554"/>
                </a:cubicBezTo>
                <a:cubicBezTo>
                  <a:pt x="175136" y="73117"/>
                  <a:pt x="175106" y="73294"/>
                  <a:pt x="174810" y="73472"/>
                </a:cubicBezTo>
                <a:cubicBezTo>
                  <a:pt x="174411" y="73860"/>
                  <a:pt x="174061" y="74298"/>
                  <a:pt x="173774" y="74775"/>
                </a:cubicBezTo>
                <a:cubicBezTo>
                  <a:pt x="173300" y="75456"/>
                  <a:pt x="172530" y="75930"/>
                  <a:pt x="172234" y="76374"/>
                </a:cubicBezTo>
                <a:cubicBezTo>
                  <a:pt x="171728" y="77248"/>
                  <a:pt x="171029" y="77997"/>
                  <a:pt x="170191" y="78565"/>
                </a:cubicBezTo>
                <a:cubicBezTo>
                  <a:pt x="169865" y="78414"/>
                  <a:pt x="169527" y="78284"/>
                  <a:pt x="169184" y="78180"/>
                </a:cubicBezTo>
                <a:cubicBezTo>
                  <a:pt x="168414" y="78032"/>
                  <a:pt x="168147" y="77914"/>
                  <a:pt x="167614" y="78180"/>
                </a:cubicBezTo>
                <a:cubicBezTo>
                  <a:pt x="167253" y="78625"/>
                  <a:pt x="166918" y="79090"/>
                  <a:pt x="166607" y="79572"/>
                </a:cubicBezTo>
                <a:cubicBezTo>
                  <a:pt x="166607" y="80431"/>
                  <a:pt x="165837" y="81379"/>
                  <a:pt x="166785" y="83037"/>
                </a:cubicBezTo>
                <a:cubicBezTo>
                  <a:pt x="166963" y="83333"/>
                  <a:pt x="167436" y="83955"/>
                  <a:pt x="168325" y="85317"/>
                </a:cubicBezTo>
                <a:cubicBezTo>
                  <a:pt x="168879" y="86040"/>
                  <a:pt x="169474" y="86730"/>
                  <a:pt x="170102" y="87390"/>
                </a:cubicBezTo>
                <a:cubicBezTo>
                  <a:pt x="170605" y="88012"/>
                  <a:pt x="171375" y="88634"/>
                  <a:pt x="171553" y="88930"/>
                </a:cubicBezTo>
                <a:cubicBezTo>
                  <a:pt x="171731" y="89226"/>
                  <a:pt x="172293" y="90085"/>
                  <a:pt x="172441" y="90085"/>
                </a:cubicBezTo>
                <a:cubicBezTo>
                  <a:pt x="172589" y="90085"/>
                  <a:pt x="172678" y="90174"/>
                  <a:pt x="173093" y="90529"/>
                </a:cubicBezTo>
                <a:cubicBezTo>
                  <a:pt x="173507" y="90885"/>
                  <a:pt x="173626" y="91240"/>
                  <a:pt x="174129" y="91507"/>
                </a:cubicBezTo>
                <a:cubicBezTo>
                  <a:pt x="174399" y="91628"/>
                  <a:pt x="174692" y="91690"/>
                  <a:pt x="174988" y="91684"/>
                </a:cubicBezTo>
                <a:cubicBezTo>
                  <a:pt x="175574" y="91471"/>
                  <a:pt x="176140" y="91202"/>
                  <a:pt x="176676" y="90885"/>
                </a:cubicBezTo>
                <a:cubicBezTo>
                  <a:pt x="176942" y="90707"/>
                  <a:pt x="177120" y="90381"/>
                  <a:pt x="177535" y="90115"/>
                </a:cubicBezTo>
                <a:cubicBezTo>
                  <a:pt x="177949" y="89848"/>
                  <a:pt x="178778" y="89759"/>
                  <a:pt x="179015" y="89700"/>
                </a:cubicBezTo>
                <a:cubicBezTo>
                  <a:pt x="179252" y="89641"/>
                  <a:pt x="179904" y="89996"/>
                  <a:pt x="179904" y="90233"/>
                </a:cubicBezTo>
                <a:cubicBezTo>
                  <a:pt x="180227" y="91086"/>
                  <a:pt x="180603" y="91915"/>
                  <a:pt x="181029" y="92721"/>
                </a:cubicBezTo>
                <a:cubicBezTo>
                  <a:pt x="181316" y="93337"/>
                  <a:pt x="181663" y="93920"/>
                  <a:pt x="182066" y="94468"/>
                </a:cubicBezTo>
                <a:cubicBezTo>
                  <a:pt x="182243" y="94734"/>
                  <a:pt x="182806" y="95445"/>
                  <a:pt x="182806" y="95741"/>
                </a:cubicBezTo>
                <a:cubicBezTo>
                  <a:pt x="183576" y="97104"/>
                  <a:pt x="183339" y="97785"/>
                  <a:pt x="182303" y="98436"/>
                </a:cubicBezTo>
                <a:cubicBezTo>
                  <a:pt x="182006" y="98614"/>
                  <a:pt x="180940" y="98318"/>
                  <a:pt x="179963" y="98940"/>
                </a:cubicBezTo>
                <a:cubicBezTo>
                  <a:pt x="179815" y="99028"/>
                  <a:pt x="178630" y="99976"/>
                  <a:pt x="178986" y="100272"/>
                </a:cubicBezTo>
                <a:cubicBezTo>
                  <a:pt x="179341" y="100568"/>
                  <a:pt x="181621" y="100746"/>
                  <a:pt x="182303" y="101131"/>
                </a:cubicBezTo>
                <a:cubicBezTo>
                  <a:pt x="182984" y="101516"/>
                  <a:pt x="183309" y="101931"/>
                  <a:pt x="183842" y="102079"/>
                </a:cubicBezTo>
                <a:cubicBezTo>
                  <a:pt x="184432" y="102129"/>
                  <a:pt x="185024" y="102070"/>
                  <a:pt x="185590" y="101901"/>
                </a:cubicBezTo>
                <a:cubicBezTo>
                  <a:pt x="186034" y="101871"/>
                  <a:pt x="186478" y="102049"/>
                  <a:pt x="186774" y="102049"/>
                </a:cubicBezTo>
                <a:cubicBezTo>
                  <a:pt x="187070" y="102049"/>
                  <a:pt x="187811" y="101901"/>
                  <a:pt x="188048" y="101901"/>
                </a:cubicBezTo>
                <a:cubicBezTo>
                  <a:pt x="188341" y="102031"/>
                  <a:pt x="188672" y="102031"/>
                  <a:pt x="188966" y="101901"/>
                </a:cubicBezTo>
                <a:cubicBezTo>
                  <a:pt x="189262" y="101723"/>
                  <a:pt x="189351" y="101042"/>
                  <a:pt x="189973" y="100272"/>
                </a:cubicBezTo>
                <a:cubicBezTo>
                  <a:pt x="190594" y="99502"/>
                  <a:pt x="190269" y="98229"/>
                  <a:pt x="190594" y="97785"/>
                </a:cubicBezTo>
                <a:cubicBezTo>
                  <a:pt x="191068" y="96867"/>
                  <a:pt x="191124" y="95786"/>
                  <a:pt x="190743" y="94823"/>
                </a:cubicBezTo>
                <a:cubicBezTo>
                  <a:pt x="189380" y="92137"/>
                  <a:pt x="187825" y="89555"/>
                  <a:pt x="186093" y="87094"/>
                </a:cubicBezTo>
                <a:cubicBezTo>
                  <a:pt x="185557" y="86665"/>
                  <a:pt x="185113" y="86132"/>
                  <a:pt x="184790" y="85525"/>
                </a:cubicBezTo>
                <a:cubicBezTo>
                  <a:pt x="184435" y="84932"/>
                  <a:pt x="184790" y="84074"/>
                  <a:pt x="185057" y="84074"/>
                </a:cubicBezTo>
                <a:cubicBezTo>
                  <a:pt x="185427" y="84011"/>
                  <a:pt x="185738" y="83766"/>
                  <a:pt x="185886" y="83422"/>
                </a:cubicBezTo>
                <a:cubicBezTo>
                  <a:pt x="186025" y="82679"/>
                  <a:pt x="186114" y="81927"/>
                  <a:pt x="186152" y="81171"/>
                </a:cubicBezTo>
                <a:cubicBezTo>
                  <a:pt x="186034" y="79042"/>
                  <a:pt x="186034" y="76904"/>
                  <a:pt x="186152" y="74775"/>
                </a:cubicBezTo>
                <a:cubicBezTo>
                  <a:pt x="186185" y="74144"/>
                  <a:pt x="186185" y="73510"/>
                  <a:pt x="186152" y="72880"/>
                </a:cubicBezTo>
                <a:cubicBezTo>
                  <a:pt x="186300" y="71926"/>
                  <a:pt x="186520" y="70987"/>
                  <a:pt x="186804" y="70066"/>
                </a:cubicBezTo>
                <a:cubicBezTo>
                  <a:pt x="186682" y="69560"/>
                  <a:pt x="186389" y="69110"/>
                  <a:pt x="185975" y="68793"/>
                </a:cubicBezTo>
                <a:cubicBezTo>
                  <a:pt x="185679" y="68615"/>
                  <a:pt x="184968" y="67697"/>
                  <a:pt x="184375" y="67431"/>
                </a:cubicBezTo>
                <a:cubicBezTo>
                  <a:pt x="183389" y="67333"/>
                  <a:pt x="182400" y="67333"/>
                  <a:pt x="181414" y="67431"/>
                </a:cubicBezTo>
                <a:close/>
                <a:moveTo>
                  <a:pt x="434907" y="63492"/>
                </a:moveTo>
                <a:cubicBezTo>
                  <a:pt x="434552" y="63403"/>
                  <a:pt x="434196" y="63314"/>
                  <a:pt x="433930" y="63818"/>
                </a:cubicBezTo>
                <a:cubicBezTo>
                  <a:pt x="433711" y="64532"/>
                  <a:pt x="433370" y="65204"/>
                  <a:pt x="432923" y="65802"/>
                </a:cubicBezTo>
                <a:cubicBezTo>
                  <a:pt x="432505" y="66551"/>
                  <a:pt x="431996" y="67247"/>
                  <a:pt x="431412" y="67875"/>
                </a:cubicBezTo>
                <a:cubicBezTo>
                  <a:pt x="430263" y="68618"/>
                  <a:pt x="429319" y="69637"/>
                  <a:pt x="428658" y="70836"/>
                </a:cubicBezTo>
                <a:cubicBezTo>
                  <a:pt x="427104" y="70869"/>
                  <a:pt x="425561" y="70576"/>
                  <a:pt x="424128" y="69977"/>
                </a:cubicBezTo>
                <a:cubicBezTo>
                  <a:pt x="423298" y="69563"/>
                  <a:pt x="422321" y="68586"/>
                  <a:pt x="421847" y="68586"/>
                </a:cubicBezTo>
                <a:cubicBezTo>
                  <a:pt x="421418" y="68488"/>
                  <a:pt x="420974" y="68488"/>
                  <a:pt x="420544" y="68586"/>
                </a:cubicBezTo>
                <a:cubicBezTo>
                  <a:pt x="420041" y="68615"/>
                  <a:pt x="419626" y="68349"/>
                  <a:pt x="419182" y="68349"/>
                </a:cubicBezTo>
                <a:cubicBezTo>
                  <a:pt x="418726" y="68512"/>
                  <a:pt x="418261" y="68651"/>
                  <a:pt x="417790" y="68763"/>
                </a:cubicBezTo>
                <a:cubicBezTo>
                  <a:pt x="417148" y="68831"/>
                  <a:pt x="416615" y="69290"/>
                  <a:pt x="416458" y="69918"/>
                </a:cubicBezTo>
                <a:cubicBezTo>
                  <a:pt x="415954" y="71055"/>
                  <a:pt x="416153" y="72379"/>
                  <a:pt x="416961" y="73324"/>
                </a:cubicBezTo>
                <a:cubicBezTo>
                  <a:pt x="417642" y="73857"/>
                  <a:pt x="417672" y="74479"/>
                  <a:pt x="418146" y="75012"/>
                </a:cubicBezTo>
                <a:cubicBezTo>
                  <a:pt x="418418" y="75317"/>
                  <a:pt x="418782" y="75524"/>
                  <a:pt x="419182" y="75604"/>
                </a:cubicBezTo>
                <a:cubicBezTo>
                  <a:pt x="419603" y="75687"/>
                  <a:pt x="420017" y="75797"/>
                  <a:pt x="420426" y="75930"/>
                </a:cubicBezTo>
                <a:lnTo>
                  <a:pt x="421255" y="76404"/>
                </a:lnTo>
                <a:cubicBezTo>
                  <a:pt x="421551" y="76581"/>
                  <a:pt x="422469" y="76581"/>
                  <a:pt x="422351" y="76966"/>
                </a:cubicBezTo>
                <a:cubicBezTo>
                  <a:pt x="422232" y="77351"/>
                  <a:pt x="421433" y="77944"/>
                  <a:pt x="421048" y="78210"/>
                </a:cubicBezTo>
                <a:cubicBezTo>
                  <a:pt x="419881" y="79327"/>
                  <a:pt x="418474" y="80159"/>
                  <a:pt x="416931" y="80638"/>
                </a:cubicBezTo>
                <a:cubicBezTo>
                  <a:pt x="414225" y="81456"/>
                  <a:pt x="411477" y="82128"/>
                  <a:pt x="408699" y="82652"/>
                </a:cubicBezTo>
                <a:cubicBezTo>
                  <a:pt x="408432" y="82652"/>
                  <a:pt x="407929" y="82652"/>
                  <a:pt x="407692" y="82652"/>
                </a:cubicBezTo>
                <a:cubicBezTo>
                  <a:pt x="407153" y="82753"/>
                  <a:pt x="406608" y="82821"/>
                  <a:pt x="406063" y="82859"/>
                </a:cubicBezTo>
                <a:cubicBezTo>
                  <a:pt x="405341" y="83007"/>
                  <a:pt x="404594" y="83007"/>
                  <a:pt x="403872" y="82859"/>
                </a:cubicBezTo>
                <a:lnTo>
                  <a:pt x="403872" y="82741"/>
                </a:lnTo>
                <a:cubicBezTo>
                  <a:pt x="402954" y="82563"/>
                  <a:pt x="402332" y="82830"/>
                  <a:pt x="402421" y="83096"/>
                </a:cubicBezTo>
                <a:cubicBezTo>
                  <a:pt x="402510" y="83363"/>
                  <a:pt x="402924" y="83718"/>
                  <a:pt x="403309" y="84133"/>
                </a:cubicBezTo>
                <a:cubicBezTo>
                  <a:pt x="403694" y="84547"/>
                  <a:pt x="403131" y="85406"/>
                  <a:pt x="403309" y="85850"/>
                </a:cubicBezTo>
                <a:cubicBezTo>
                  <a:pt x="403487" y="86295"/>
                  <a:pt x="403428" y="86828"/>
                  <a:pt x="403724" y="87094"/>
                </a:cubicBezTo>
                <a:cubicBezTo>
                  <a:pt x="404171" y="87349"/>
                  <a:pt x="404665" y="87521"/>
                  <a:pt x="405175" y="87598"/>
                </a:cubicBezTo>
                <a:cubicBezTo>
                  <a:pt x="406045" y="87914"/>
                  <a:pt x="406937" y="88172"/>
                  <a:pt x="407840" y="88368"/>
                </a:cubicBezTo>
                <a:cubicBezTo>
                  <a:pt x="408551" y="88368"/>
                  <a:pt x="410417" y="88368"/>
                  <a:pt x="411186" y="88368"/>
                </a:cubicBezTo>
                <a:cubicBezTo>
                  <a:pt x="412723" y="88658"/>
                  <a:pt x="414299" y="88658"/>
                  <a:pt x="415836" y="88368"/>
                </a:cubicBezTo>
                <a:cubicBezTo>
                  <a:pt x="418116" y="87657"/>
                  <a:pt x="419449" y="87568"/>
                  <a:pt x="421077" y="87065"/>
                </a:cubicBezTo>
                <a:cubicBezTo>
                  <a:pt x="422706" y="86561"/>
                  <a:pt x="425075" y="84281"/>
                  <a:pt x="425401" y="84873"/>
                </a:cubicBezTo>
                <a:cubicBezTo>
                  <a:pt x="425727" y="85465"/>
                  <a:pt x="426171" y="87775"/>
                  <a:pt x="427059" y="89730"/>
                </a:cubicBezTo>
                <a:cubicBezTo>
                  <a:pt x="427308" y="90565"/>
                  <a:pt x="427507" y="91418"/>
                  <a:pt x="427652" y="92277"/>
                </a:cubicBezTo>
                <a:cubicBezTo>
                  <a:pt x="427764" y="93778"/>
                  <a:pt x="427971" y="95273"/>
                  <a:pt x="428273" y="96748"/>
                </a:cubicBezTo>
                <a:cubicBezTo>
                  <a:pt x="429005" y="98327"/>
                  <a:pt x="429005" y="100145"/>
                  <a:pt x="428273" y="101723"/>
                </a:cubicBezTo>
                <a:cubicBezTo>
                  <a:pt x="428285" y="102407"/>
                  <a:pt x="428585" y="103053"/>
                  <a:pt x="429103" y="103500"/>
                </a:cubicBezTo>
                <a:cubicBezTo>
                  <a:pt x="429724" y="104122"/>
                  <a:pt x="430761" y="104152"/>
                  <a:pt x="431353" y="105247"/>
                </a:cubicBezTo>
                <a:cubicBezTo>
                  <a:pt x="431741" y="105724"/>
                  <a:pt x="432212" y="106124"/>
                  <a:pt x="432745" y="106432"/>
                </a:cubicBezTo>
                <a:cubicBezTo>
                  <a:pt x="433397" y="106935"/>
                  <a:pt x="434167" y="107143"/>
                  <a:pt x="434552" y="107439"/>
                </a:cubicBezTo>
                <a:cubicBezTo>
                  <a:pt x="435082" y="107839"/>
                  <a:pt x="435635" y="108206"/>
                  <a:pt x="436210" y="108534"/>
                </a:cubicBezTo>
                <a:cubicBezTo>
                  <a:pt x="436447" y="108623"/>
                  <a:pt x="436743" y="108890"/>
                  <a:pt x="437069" y="108831"/>
                </a:cubicBezTo>
                <a:cubicBezTo>
                  <a:pt x="437394" y="108771"/>
                  <a:pt x="437868" y="108623"/>
                  <a:pt x="438194" y="108623"/>
                </a:cubicBezTo>
                <a:cubicBezTo>
                  <a:pt x="438967" y="108970"/>
                  <a:pt x="439849" y="108970"/>
                  <a:pt x="440622" y="108623"/>
                </a:cubicBezTo>
                <a:cubicBezTo>
                  <a:pt x="441096" y="108446"/>
                  <a:pt x="441304" y="107764"/>
                  <a:pt x="441481" y="107498"/>
                </a:cubicBezTo>
                <a:cubicBezTo>
                  <a:pt x="441659" y="107231"/>
                  <a:pt x="442340" y="107261"/>
                  <a:pt x="442340" y="106846"/>
                </a:cubicBezTo>
                <a:cubicBezTo>
                  <a:pt x="442340" y="106432"/>
                  <a:pt x="441777" y="106047"/>
                  <a:pt x="441511" y="105692"/>
                </a:cubicBezTo>
                <a:cubicBezTo>
                  <a:pt x="440415" y="104389"/>
                  <a:pt x="439734" y="103589"/>
                  <a:pt x="438964" y="102730"/>
                </a:cubicBezTo>
                <a:cubicBezTo>
                  <a:pt x="438668" y="102375"/>
                  <a:pt x="438461" y="101516"/>
                  <a:pt x="438076" y="100983"/>
                </a:cubicBezTo>
                <a:cubicBezTo>
                  <a:pt x="437531" y="100420"/>
                  <a:pt x="437045" y="99807"/>
                  <a:pt x="436625" y="99147"/>
                </a:cubicBezTo>
                <a:cubicBezTo>
                  <a:pt x="436094" y="97705"/>
                  <a:pt x="435431" y="96316"/>
                  <a:pt x="434640" y="95001"/>
                </a:cubicBezTo>
                <a:cubicBezTo>
                  <a:pt x="433693" y="93580"/>
                  <a:pt x="433930" y="90618"/>
                  <a:pt x="433515" y="89552"/>
                </a:cubicBezTo>
                <a:cubicBezTo>
                  <a:pt x="432600" y="87337"/>
                  <a:pt x="432002" y="85003"/>
                  <a:pt x="431738" y="82623"/>
                </a:cubicBezTo>
                <a:cubicBezTo>
                  <a:pt x="431691" y="81796"/>
                  <a:pt x="432017" y="80991"/>
                  <a:pt x="432627" y="80431"/>
                </a:cubicBezTo>
                <a:cubicBezTo>
                  <a:pt x="433100" y="80085"/>
                  <a:pt x="433634" y="79824"/>
                  <a:pt x="434196" y="79661"/>
                </a:cubicBezTo>
                <a:cubicBezTo>
                  <a:pt x="435280" y="79691"/>
                  <a:pt x="436355" y="79860"/>
                  <a:pt x="437394" y="80165"/>
                </a:cubicBezTo>
                <a:cubicBezTo>
                  <a:pt x="437957" y="80342"/>
                  <a:pt x="438549" y="80638"/>
                  <a:pt x="439231" y="80935"/>
                </a:cubicBezTo>
                <a:cubicBezTo>
                  <a:pt x="439891" y="81234"/>
                  <a:pt x="440608" y="81385"/>
                  <a:pt x="441333" y="81379"/>
                </a:cubicBezTo>
                <a:cubicBezTo>
                  <a:pt x="442381" y="81619"/>
                  <a:pt x="443454" y="81749"/>
                  <a:pt x="444531" y="81764"/>
                </a:cubicBezTo>
                <a:cubicBezTo>
                  <a:pt x="445242" y="81586"/>
                  <a:pt x="445568" y="81320"/>
                  <a:pt x="446101" y="81586"/>
                </a:cubicBezTo>
                <a:cubicBezTo>
                  <a:pt x="446634" y="81853"/>
                  <a:pt x="446752" y="81675"/>
                  <a:pt x="447019" y="81201"/>
                </a:cubicBezTo>
                <a:cubicBezTo>
                  <a:pt x="447493" y="80046"/>
                  <a:pt x="447878" y="78447"/>
                  <a:pt x="447019" y="77766"/>
                </a:cubicBezTo>
                <a:cubicBezTo>
                  <a:pt x="446160" y="77085"/>
                  <a:pt x="445420" y="76581"/>
                  <a:pt x="445390" y="75989"/>
                </a:cubicBezTo>
                <a:cubicBezTo>
                  <a:pt x="445361" y="75397"/>
                  <a:pt x="443406" y="74834"/>
                  <a:pt x="443080" y="74656"/>
                </a:cubicBezTo>
                <a:cubicBezTo>
                  <a:pt x="442755" y="74479"/>
                  <a:pt x="441689" y="74834"/>
                  <a:pt x="440948" y="74834"/>
                </a:cubicBezTo>
                <a:cubicBezTo>
                  <a:pt x="440424" y="74799"/>
                  <a:pt x="439909" y="74698"/>
                  <a:pt x="439408" y="74538"/>
                </a:cubicBezTo>
                <a:cubicBezTo>
                  <a:pt x="438964" y="74390"/>
                  <a:pt x="438046" y="74390"/>
                  <a:pt x="438046" y="74390"/>
                </a:cubicBezTo>
                <a:cubicBezTo>
                  <a:pt x="437691" y="74411"/>
                  <a:pt x="437338" y="74316"/>
                  <a:pt x="437039" y="74123"/>
                </a:cubicBezTo>
                <a:cubicBezTo>
                  <a:pt x="436802" y="73916"/>
                  <a:pt x="437809" y="73057"/>
                  <a:pt x="437809" y="72880"/>
                </a:cubicBezTo>
                <a:cubicBezTo>
                  <a:pt x="438698" y="72139"/>
                  <a:pt x="439497" y="71547"/>
                  <a:pt x="439941" y="71221"/>
                </a:cubicBezTo>
                <a:cubicBezTo>
                  <a:pt x="440386" y="70896"/>
                  <a:pt x="440089" y="70540"/>
                  <a:pt x="440386" y="69918"/>
                </a:cubicBezTo>
                <a:cubicBezTo>
                  <a:pt x="440682" y="69296"/>
                  <a:pt x="441096" y="69119"/>
                  <a:pt x="440682" y="68497"/>
                </a:cubicBezTo>
                <a:cubicBezTo>
                  <a:pt x="440157" y="67801"/>
                  <a:pt x="439847" y="66969"/>
                  <a:pt x="439793" y="66098"/>
                </a:cubicBezTo>
                <a:cubicBezTo>
                  <a:pt x="439793" y="65772"/>
                  <a:pt x="437987" y="65062"/>
                  <a:pt x="437691" y="64765"/>
                </a:cubicBezTo>
                <a:cubicBezTo>
                  <a:pt x="437394" y="64469"/>
                  <a:pt x="436684" y="64677"/>
                  <a:pt x="436328" y="64469"/>
                </a:cubicBezTo>
                <a:cubicBezTo>
                  <a:pt x="435973" y="64262"/>
                  <a:pt x="436062" y="63818"/>
                  <a:pt x="434907" y="63492"/>
                </a:cubicBezTo>
                <a:close/>
                <a:moveTo>
                  <a:pt x="241115" y="58902"/>
                </a:moveTo>
                <a:lnTo>
                  <a:pt x="241204" y="59020"/>
                </a:lnTo>
                <a:lnTo>
                  <a:pt x="241136" y="58941"/>
                </a:lnTo>
                <a:close/>
                <a:moveTo>
                  <a:pt x="170457" y="53275"/>
                </a:moveTo>
                <a:cubicBezTo>
                  <a:pt x="170072" y="53127"/>
                  <a:pt x="169480" y="53660"/>
                  <a:pt x="168947" y="53660"/>
                </a:cubicBezTo>
                <a:cubicBezTo>
                  <a:pt x="168414" y="53660"/>
                  <a:pt x="168236" y="53453"/>
                  <a:pt x="167881" y="53660"/>
                </a:cubicBezTo>
                <a:cubicBezTo>
                  <a:pt x="167439" y="53971"/>
                  <a:pt x="166974" y="54250"/>
                  <a:pt x="166489" y="54490"/>
                </a:cubicBezTo>
                <a:cubicBezTo>
                  <a:pt x="166089" y="54646"/>
                  <a:pt x="165704" y="54836"/>
                  <a:pt x="165334" y="55052"/>
                </a:cubicBezTo>
                <a:cubicBezTo>
                  <a:pt x="164830" y="55378"/>
                  <a:pt x="164830" y="55704"/>
                  <a:pt x="164623" y="55941"/>
                </a:cubicBezTo>
                <a:cubicBezTo>
                  <a:pt x="164416" y="56178"/>
                  <a:pt x="163883" y="56414"/>
                  <a:pt x="163735" y="56592"/>
                </a:cubicBezTo>
                <a:cubicBezTo>
                  <a:pt x="163587" y="56770"/>
                  <a:pt x="163587" y="57214"/>
                  <a:pt x="163024" y="57569"/>
                </a:cubicBezTo>
                <a:cubicBezTo>
                  <a:pt x="162461" y="57925"/>
                  <a:pt x="161721" y="58014"/>
                  <a:pt x="161543" y="58813"/>
                </a:cubicBezTo>
                <a:cubicBezTo>
                  <a:pt x="161416" y="59198"/>
                  <a:pt x="161493" y="59625"/>
                  <a:pt x="161751" y="59938"/>
                </a:cubicBezTo>
                <a:cubicBezTo>
                  <a:pt x="162195" y="60294"/>
                  <a:pt x="164297" y="61271"/>
                  <a:pt x="164475" y="61982"/>
                </a:cubicBezTo>
                <a:cubicBezTo>
                  <a:pt x="164608" y="62396"/>
                  <a:pt x="164706" y="62823"/>
                  <a:pt x="164771" y="63255"/>
                </a:cubicBezTo>
                <a:cubicBezTo>
                  <a:pt x="164979" y="63759"/>
                  <a:pt x="164979" y="63936"/>
                  <a:pt x="164979" y="64321"/>
                </a:cubicBezTo>
                <a:cubicBezTo>
                  <a:pt x="164964" y="64694"/>
                  <a:pt x="165079" y="65062"/>
                  <a:pt x="165304" y="65358"/>
                </a:cubicBezTo>
                <a:cubicBezTo>
                  <a:pt x="165698" y="65544"/>
                  <a:pt x="166154" y="65544"/>
                  <a:pt x="166548" y="65358"/>
                </a:cubicBezTo>
                <a:cubicBezTo>
                  <a:pt x="166963" y="65121"/>
                  <a:pt x="167466" y="64973"/>
                  <a:pt x="167644" y="65121"/>
                </a:cubicBezTo>
                <a:cubicBezTo>
                  <a:pt x="167821" y="65269"/>
                  <a:pt x="168206" y="65269"/>
                  <a:pt x="168295" y="65891"/>
                </a:cubicBezTo>
                <a:cubicBezTo>
                  <a:pt x="168384" y="66513"/>
                  <a:pt x="167999" y="66779"/>
                  <a:pt x="167466" y="67431"/>
                </a:cubicBezTo>
                <a:cubicBezTo>
                  <a:pt x="166933" y="68082"/>
                  <a:pt x="165067" y="69829"/>
                  <a:pt x="164890" y="70392"/>
                </a:cubicBezTo>
                <a:cubicBezTo>
                  <a:pt x="164712" y="70955"/>
                  <a:pt x="163912" y="71044"/>
                  <a:pt x="163350" y="71636"/>
                </a:cubicBezTo>
                <a:cubicBezTo>
                  <a:pt x="162254" y="72797"/>
                  <a:pt x="161078" y="73875"/>
                  <a:pt x="159826" y="74864"/>
                </a:cubicBezTo>
                <a:cubicBezTo>
                  <a:pt x="159411" y="75160"/>
                  <a:pt x="158789" y="76285"/>
                  <a:pt x="158493" y="76433"/>
                </a:cubicBezTo>
                <a:cubicBezTo>
                  <a:pt x="158197" y="76581"/>
                  <a:pt x="157694" y="76196"/>
                  <a:pt x="157457" y="76433"/>
                </a:cubicBezTo>
                <a:lnTo>
                  <a:pt x="157457" y="76315"/>
                </a:lnTo>
                <a:cubicBezTo>
                  <a:pt x="156533" y="77274"/>
                  <a:pt x="155798" y="78400"/>
                  <a:pt x="155295" y="79632"/>
                </a:cubicBezTo>
                <a:cubicBezTo>
                  <a:pt x="155233" y="80046"/>
                  <a:pt x="155351" y="80467"/>
                  <a:pt x="155621" y="80786"/>
                </a:cubicBezTo>
                <a:cubicBezTo>
                  <a:pt x="156035" y="81379"/>
                  <a:pt x="156479" y="81912"/>
                  <a:pt x="156479" y="82060"/>
                </a:cubicBezTo>
                <a:cubicBezTo>
                  <a:pt x="156746" y="82711"/>
                  <a:pt x="157249" y="83422"/>
                  <a:pt x="157782" y="83363"/>
                </a:cubicBezTo>
                <a:cubicBezTo>
                  <a:pt x="158316" y="83304"/>
                  <a:pt x="158523" y="82741"/>
                  <a:pt x="159322" y="82593"/>
                </a:cubicBezTo>
                <a:cubicBezTo>
                  <a:pt x="160122" y="82445"/>
                  <a:pt x="160003" y="82948"/>
                  <a:pt x="160448" y="82593"/>
                </a:cubicBezTo>
                <a:cubicBezTo>
                  <a:pt x="160892" y="82238"/>
                  <a:pt x="161099" y="81764"/>
                  <a:pt x="161099" y="81438"/>
                </a:cubicBezTo>
                <a:cubicBezTo>
                  <a:pt x="161351" y="81038"/>
                  <a:pt x="161659" y="80680"/>
                  <a:pt x="162017" y="80372"/>
                </a:cubicBezTo>
                <a:cubicBezTo>
                  <a:pt x="162521" y="80017"/>
                  <a:pt x="163142" y="79691"/>
                  <a:pt x="163142" y="79217"/>
                </a:cubicBezTo>
                <a:cubicBezTo>
                  <a:pt x="163379" y="78998"/>
                  <a:pt x="163649" y="78817"/>
                  <a:pt x="163942" y="78684"/>
                </a:cubicBezTo>
                <a:cubicBezTo>
                  <a:pt x="164333" y="78533"/>
                  <a:pt x="164685" y="78302"/>
                  <a:pt x="164979" y="78003"/>
                </a:cubicBezTo>
                <a:cubicBezTo>
                  <a:pt x="165292" y="77636"/>
                  <a:pt x="165627" y="77289"/>
                  <a:pt x="165985" y="76966"/>
                </a:cubicBezTo>
                <a:cubicBezTo>
                  <a:pt x="166385" y="76777"/>
                  <a:pt x="166732" y="76492"/>
                  <a:pt x="166992" y="76137"/>
                </a:cubicBezTo>
                <a:cubicBezTo>
                  <a:pt x="167259" y="75752"/>
                  <a:pt x="167851" y="75486"/>
                  <a:pt x="168118" y="75041"/>
                </a:cubicBezTo>
                <a:cubicBezTo>
                  <a:pt x="168384" y="74597"/>
                  <a:pt x="169006" y="74390"/>
                  <a:pt x="169302" y="73827"/>
                </a:cubicBezTo>
                <a:cubicBezTo>
                  <a:pt x="169598" y="73265"/>
                  <a:pt x="170516" y="73205"/>
                  <a:pt x="170516" y="72583"/>
                </a:cubicBezTo>
                <a:cubicBezTo>
                  <a:pt x="171876" y="71014"/>
                  <a:pt x="173341" y="69542"/>
                  <a:pt x="174899" y="68171"/>
                </a:cubicBezTo>
                <a:cubicBezTo>
                  <a:pt x="175497" y="67457"/>
                  <a:pt x="176054" y="66705"/>
                  <a:pt x="176557" y="65920"/>
                </a:cubicBezTo>
                <a:cubicBezTo>
                  <a:pt x="177150" y="65417"/>
                  <a:pt x="177860" y="65328"/>
                  <a:pt x="178127" y="65062"/>
                </a:cubicBezTo>
                <a:cubicBezTo>
                  <a:pt x="178494" y="64520"/>
                  <a:pt x="178912" y="64016"/>
                  <a:pt x="179371" y="63551"/>
                </a:cubicBezTo>
                <a:cubicBezTo>
                  <a:pt x="179667" y="63196"/>
                  <a:pt x="180318" y="62456"/>
                  <a:pt x="180674" y="62130"/>
                </a:cubicBezTo>
                <a:lnTo>
                  <a:pt x="182273" y="60886"/>
                </a:lnTo>
                <a:cubicBezTo>
                  <a:pt x="182569" y="60708"/>
                  <a:pt x="184079" y="59613"/>
                  <a:pt x="184346" y="59405"/>
                </a:cubicBezTo>
                <a:cubicBezTo>
                  <a:pt x="185145" y="59020"/>
                  <a:pt x="185886" y="59317"/>
                  <a:pt x="185886" y="59020"/>
                </a:cubicBezTo>
                <a:cubicBezTo>
                  <a:pt x="186300" y="58162"/>
                  <a:pt x="187337" y="56178"/>
                  <a:pt x="187041" y="55556"/>
                </a:cubicBezTo>
                <a:cubicBezTo>
                  <a:pt x="186745" y="54934"/>
                  <a:pt x="186478" y="54460"/>
                  <a:pt x="186300" y="54164"/>
                </a:cubicBezTo>
                <a:cubicBezTo>
                  <a:pt x="186049" y="53900"/>
                  <a:pt x="185679" y="53788"/>
                  <a:pt x="185323" y="53868"/>
                </a:cubicBezTo>
                <a:cubicBezTo>
                  <a:pt x="184624" y="54093"/>
                  <a:pt x="183860" y="53962"/>
                  <a:pt x="183280" y="53512"/>
                </a:cubicBezTo>
                <a:cubicBezTo>
                  <a:pt x="182984" y="53275"/>
                  <a:pt x="182480" y="53601"/>
                  <a:pt x="181977" y="53808"/>
                </a:cubicBezTo>
                <a:cubicBezTo>
                  <a:pt x="181473" y="54016"/>
                  <a:pt x="180881" y="53808"/>
                  <a:pt x="180615" y="54016"/>
                </a:cubicBezTo>
                <a:cubicBezTo>
                  <a:pt x="179850" y="54641"/>
                  <a:pt x="179137" y="55322"/>
                  <a:pt x="178482" y="56059"/>
                </a:cubicBezTo>
                <a:cubicBezTo>
                  <a:pt x="177920" y="56711"/>
                  <a:pt x="175136" y="59287"/>
                  <a:pt x="174751" y="59672"/>
                </a:cubicBezTo>
                <a:cubicBezTo>
                  <a:pt x="174366" y="60057"/>
                  <a:pt x="174070" y="59553"/>
                  <a:pt x="174070" y="59080"/>
                </a:cubicBezTo>
                <a:cubicBezTo>
                  <a:pt x="174633" y="57806"/>
                  <a:pt x="175018" y="57717"/>
                  <a:pt x="174070" y="56118"/>
                </a:cubicBezTo>
                <a:cubicBezTo>
                  <a:pt x="173122" y="54519"/>
                  <a:pt x="172086" y="54726"/>
                  <a:pt x="171760" y="54519"/>
                </a:cubicBezTo>
                <a:cubicBezTo>
                  <a:pt x="171434" y="54312"/>
                  <a:pt x="170842" y="53423"/>
                  <a:pt x="170457" y="53275"/>
                </a:cubicBezTo>
                <a:close/>
                <a:moveTo>
                  <a:pt x="264169" y="44910"/>
                </a:moveTo>
                <a:cubicBezTo>
                  <a:pt x="264448" y="44919"/>
                  <a:pt x="264667" y="45150"/>
                  <a:pt x="264658" y="45429"/>
                </a:cubicBezTo>
                <a:cubicBezTo>
                  <a:pt x="264720" y="46219"/>
                  <a:pt x="264415" y="46995"/>
                  <a:pt x="263829" y="47531"/>
                </a:cubicBezTo>
                <a:cubicBezTo>
                  <a:pt x="263260" y="47706"/>
                  <a:pt x="262650" y="47706"/>
                  <a:pt x="262082" y="47531"/>
                </a:cubicBezTo>
                <a:cubicBezTo>
                  <a:pt x="261886" y="47256"/>
                  <a:pt x="261794" y="46921"/>
                  <a:pt x="261815" y="46583"/>
                </a:cubicBezTo>
                <a:cubicBezTo>
                  <a:pt x="261797" y="46201"/>
                  <a:pt x="261913" y="45825"/>
                  <a:pt x="262141" y="45517"/>
                </a:cubicBezTo>
                <a:cubicBezTo>
                  <a:pt x="262760" y="45278"/>
                  <a:pt x="263391" y="45079"/>
                  <a:pt x="264036" y="44925"/>
                </a:cubicBezTo>
                <a:cubicBezTo>
                  <a:pt x="264081" y="44913"/>
                  <a:pt x="264125" y="44910"/>
                  <a:pt x="264169" y="44910"/>
                </a:cubicBezTo>
                <a:close/>
                <a:moveTo>
                  <a:pt x="269574" y="42437"/>
                </a:moveTo>
                <a:cubicBezTo>
                  <a:pt x="269840" y="42230"/>
                  <a:pt x="270432" y="42112"/>
                  <a:pt x="270580" y="42645"/>
                </a:cubicBezTo>
                <a:cubicBezTo>
                  <a:pt x="270678" y="43062"/>
                  <a:pt x="270728" y="43489"/>
                  <a:pt x="270728" y="43918"/>
                </a:cubicBezTo>
                <a:cubicBezTo>
                  <a:pt x="270489" y="44641"/>
                  <a:pt x="269914" y="45200"/>
                  <a:pt x="269189" y="45428"/>
                </a:cubicBezTo>
                <a:cubicBezTo>
                  <a:pt x="268981" y="45517"/>
                  <a:pt x="268122" y="45014"/>
                  <a:pt x="268122" y="44688"/>
                </a:cubicBezTo>
                <a:cubicBezTo>
                  <a:pt x="268122" y="44362"/>
                  <a:pt x="267382" y="43178"/>
                  <a:pt x="268122" y="43148"/>
                </a:cubicBezTo>
                <a:cubicBezTo>
                  <a:pt x="268863" y="43118"/>
                  <a:pt x="269129" y="42645"/>
                  <a:pt x="269574" y="42437"/>
                </a:cubicBezTo>
                <a:close/>
                <a:moveTo>
                  <a:pt x="262555" y="38529"/>
                </a:moveTo>
                <a:cubicBezTo>
                  <a:pt x="263592" y="38144"/>
                  <a:pt x="263977" y="38795"/>
                  <a:pt x="264006" y="39772"/>
                </a:cubicBezTo>
                <a:cubicBezTo>
                  <a:pt x="264036" y="40750"/>
                  <a:pt x="263029" y="41135"/>
                  <a:pt x="262318" y="41875"/>
                </a:cubicBezTo>
                <a:cubicBezTo>
                  <a:pt x="261963" y="42230"/>
                  <a:pt x="261963" y="41875"/>
                  <a:pt x="261548" y="41549"/>
                </a:cubicBezTo>
                <a:cubicBezTo>
                  <a:pt x="261134" y="41223"/>
                  <a:pt x="261134" y="40424"/>
                  <a:pt x="261134" y="39920"/>
                </a:cubicBezTo>
                <a:cubicBezTo>
                  <a:pt x="260926" y="38766"/>
                  <a:pt x="262289" y="39002"/>
                  <a:pt x="262555" y="38529"/>
                </a:cubicBezTo>
                <a:close/>
                <a:moveTo>
                  <a:pt x="345770" y="37314"/>
                </a:moveTo>
                <a:cubicBezTo>
                  <a:pt x="344881" y="37521"/>
                  <a:pt x="344082" y="37373"/>
                  <a:pt x="343815" y="38291"/>
                </a:cubicBezTo>
                <a:cubicBezTo>
                  <a:pt x="343727" y="38617"/>
                  <a:pt x="343519" y="39801"/>
                  <a:pt x="343519" y="40157"/>
                </a:cubicBezTo>
                <a:cubicBezTo>
                  <a:pt x="343386" y="40811"/>
                  <a:pt x="343386" y="41486"/>
                  <a:pt x="343519" y="42141"/>
                </a:cubicBezTo>
                <a:cubicBezTo>
                  <a:pt x="343984" y="42952"/>
                  <a:pt x="344227" y="43870"/>
                  <a:pt x="344230" y="44806"/>
                </a:cubicBezTo>
                <a:cubicBezTo>
                  <a:pt x="344112" y="45724"/>
                  <a:pt x="343786" y="46523"/>
                  <a:pt x="344378" y="46938"/>
                </a:cubicBezTo>
                <a:cubicBezTo>
                  <a:pt x="345062" y="47258"/>
                  <a:pt x="345817" y="47391"/>
                  <a:pt x="346569" y="47323"/>
                </a:cubicBezTo>
                <a:cubicBezTo>
                  <a:pt x="347150" y="47288"/>
                  <a:pt x="347736" y="47288"/>
                  <a:pt x="348317" y="47323"/>
                </a:cubicBezTo>
                <a:cubicBezTo>
                  <a:pt x="348642" y="47530"/>
                  <a:pt x="348494" y="48300"/>
                  <a:pt x="348317" y="48952"/>
                </a:cubicBezTo>
                <a:cubicBezTo>
                  <a:pt x="348160" y="49621"/>
                  <a:pt x="347878" y="50255"/>
                  <a:pt x="347488" y="50817"/>
                </a:cubicBezTo>
                <a:cubicBezTo>
                  <a:pt x="346747" y="52002"/>
                  <a:pt x="345622" y="55378"/>
                  <a:pt x="342660" y="55793"/>
                </a:cubicBezTo>
                <a:cubicBezTo>
                  <a:pt x="341180" y="55970"/>
                  <a:pt x="339166" y="56503"/>
                  <a:pt x="337863" y="56503"/>
                </a:cubicBezTo>
                <a:cubicBezTo>
                  <a:pt x="337419" y="56503"/>
                  <a:pt x="336678" y="56503"/>
                  <a:pt x="336205" y="56503"/>
                </a:cubicBezTo>
                <a:cubicBezTo>
                  <a:pt x="334813" y="56622"/>
                  <a:pt x="332503" y="57007"/>
                  <a:pt x="331851" y="57007"/>
                </a:cubicBezTo>
                <a:cubicBezTo>
                  <a:pt x="331200" y="57007"/>
                  <a:pt x="330341" y="56355"/>
                  <a:pt x="329986" y="56355"/>
                </a:cubicBezTo>
                <a:cubicBezTo>
                  <a:pt x="328698" y="56352"/>
                  <a:pt x="327430" y="56690"/>
                  <a:pt x="326314" y="57332"/>
                </a:cubicBezTo>
                <a:cubicBezTo>
                  <a:pt x="326382" y="58040"/>
                  <a:pt x="326269" y="58754"/>
                  <a:pt x="325988" y="59405"/>
                </a:cubicBezTo>
                <a:lnTo>
                  <a:pt x="325988" y="59287"/>
                </a:lnTo>
                <a:cubicBezTo>
                  <a:pt x="325662" y="59850"/>
                  <a:pt x="325461" y="60474"/>
                  <a:pt x="325396" y="61123"/>
                </a:cubicBezTo>
                <a:cubicBezTo>
                  <a:pt x="326284" y="62544"/>
                  <a:pt x="327350" y="64529"/>
                  <a:pt x="327676" y="64677"/>
                </a:cubicBezTo>
                <a:cubicBezTo>
                  <a:pt x="328002" y="64825"/>
                  <a:pt x="333214" y="63907"/>
                  <a:pt x="336175" y="63670"/>
                </a:cubicBezTo>
                <a:cubicBezTo>
                  <a:pt x="338408" y="63510"/>
                  <a:pt x="340653" y="63599"/>
                  <a:pt x="342868" y="63936"/>
                </a:cubicBezTo>
                <a:cubicBezTo>
                  <a:pt x="343904" y="64114"/>
                  <a:pt x="345474" y="64795"/>
                  <a:pt x="346451" y="64914"/>
                </a:cubicBezTo>
                <a:cubicBezTo>
                  <a:pt x="347428" y="65032"/>
                  <a:pt x="349087" y="65239"/>
                  <a:pt x="349709" y="65239"/>
                </a:cubicBezTo>
                <a:cubicBezTo>
                  <a:pt x="350846" y="65248"/>
                  <a:pt x="351977" y="65438"/>
                  <a:pt x="353055" y="65802"/>
                </a:cubicBezTo>
                <a:cubicBezTo>
                  <a:pt x="353677" y="66039"/>
                  <a:pt x="355305" y="66217"/>
                  <a:pt x="356283" y="66602"/>
                </a:cubicBezTo>
                <a:cubicBezTo>
                  <a:pt x="357260" y="66986"/>
                  <a:pt x="358948" y="67579"/>
                  <a:pt x="359747" y="67786"/>
                </a:cubicBezTo>
                <a:cubicBezTo>
                  <a:pt x="360547" y="67993"/>
                  <a:pt x="361228" y="67964"/>
                  <a:pt x="361939" y="68141"/>
                </a:cubicBezTo>
                <a:cubicBezTo>
                  <a:pt x="362626" y="68399"/>
                  <a:pt x="363298" y="68698"/>
                  <a:pt x="363953" y="69030"/>
                </a:cubicBezTo>
                <a:cubicBezTo>
                  <a:pt x="364278" y="69119"/>
                  <a:pt x="364841" y="69148"/>
                  <a:pt x="365907" y="69385"/>
                </a:cubicBezTo>
                <a:cubicBezTo>
                  <a:pt x="366322" y="69474"/>
                  <a:pt x="366795" y="68971"/>
                  <a:pt x="367151" y="68615"/>
                </a:cubicBezTo>
                <a:cubicBezTo>
                  <a:pt x="367492" y="68334"/>
                  <a:pt x="367764" y="67979"/>
                  <a:pt x="367950" y="67579"/>
                </a:cubicBezTo>
                <a:cubicBezTo>
                  <a:pt x="368021" y="67327"/>
                  <a:pt x="368021" y="67061"/>
                  <a:pt x="367950" y="66809"/>
                </a:cubicBezTo>
                <a:cubicBezTo>
                  <a:pt x="367950" y="66750"/>
                  <a:pt x="367950" y="66424"/>
                  <a:pt x="367950" y="66276"/>
                </a:cubicBezTo>
                <a:cubicBezTo>
                  <a:pt x="368025" y="65814"/>
                  <a:pt x="368025" y="65346"/>
                  <a:pt x="367950" y="64884"/>
                </a:cubicBezTo>
                <a:cubicBezTo>
                  <a:pt x="367802" y="63729"/>
                  <a:pt x="366855" y="63255"/>
                  <a:pt x="366351" y="62781"/>
                </a:cubicBezTo>
                <a:cubicBezTo>
                  <a:pt x="365946" y="62346"/>
                  <a:pt x="365510" y="61940"/>
                  <a:pt x="365048" y="61567"/>
                </a:cubicBezTo>
                <a:cubicBezTo>
                  <a:pt x="364589" y="61259"/>
                  <a:pt x="364104" y="60990"/>
                  <a:pt x="363597" y="60768"/>
                </a:cubicBezTo>
                <a:cubicBezTo>
                  <a:pt x="363121" y="60661"/>
                  <a:pt x="362635" y="60593"/>
                  <a:pt x="362146" y="60560"/>
                </a:cubicBezTo>
                <a:cubicBezTo>
                  <a:pt x="361613" y="60560"/>
                  <a:pt x="361228" y="60945"/>
                  <a:pt x="360517" y="60768"/>
                </a:cubicBezTo>
                <a:cubicBezTo>
                  <a:pt x="358628" y="60229"/>
                  <a:pt x="356712" y="59805"/>
                  <a:pt x="354772" y="59494"/>
                </a:cubicBezTo>
                <a:cubicBezTo>
                  <a:pt x="354417" y="58991"/>
                  <a:pt x="355009" y="57747"/>
                  <a:pt x="355394" y="56266"/>
                </a:cubicBezTo>
                <a:cubicBezTo>
                  <a:pt x="355542" y="55852"/>
                  <a:pt x="355631" y="55319"/>
                  <a:pt x="355927" y="55111"/>
                </a:cubicBezTo>
                <a:cubicBezTo>
                  <a:pt x="356221" y="54818"/>
                  <a:pt x="356425" y="54448"/>
                  <a:pt x="356520" y="54045"/>
                </a:cubicBezTo>
                <a:cubicBezTo>
                  <a:pt x="356656" y="53648"/>
                  <a:pt x="356902" y="53299"/>
                  <a:pt x="357230" y="53038"/>
                </a:cubicBezTo>
                <a:cubicBezTo>
                  <a:pt x="357574" y="52769"/>
                  <a:pt x="357840" y="52411"/>
                  <a:pt x="358000" y="52002"/>
                </a:cubicBezTo>
                <a:cubicBezTo>
                  <a:pt x="358444" y="50344"/>
                  <a:pt x="357526" y="50610"/>
                  <a:pt x="358000" y="49218"/>
                </a:cubicBezTo>
                <a:cubicBezTo>
                  <a:pt x="358474" y="47826"/>
                  <a:pt x="359896" y="48123"/>
                  <a:pt x="361643" y="47826"/>
                </a:cubicBezTo>
                <a:cubicBezTo>
                  <a:pt x="362285" y="47747"/>
                  <a:pt x="362901" y="47524"/>
                  <a:pt x="363449" y="47175"/>
                </a:cubicBezTo>
                <a:cubicBezTo>
                  <a:pt x="364175" y="46621"/>
                  <a:pt x="364998" y="46207"/>
                  <a:pt x="365877" y="45961"/>
                </a:cubicBezTo>
                <a:cubicBezTo>
                  <a:pt x="367536" y="45339"/>
                  <a:pt x="368572" y="45605"/>
                  <a:pt x="369017" y="44243"/>
                </a:cubicBezTo>
                <a:cubicBezTo>
                  <a:pt x="369105" y="44036"/>
                  <a:pt x="368661" y="43444"/>
                  <a:pt x="368661" y="43059"/>
                </a:cubicBezTo>
                <a:cubicBezTo>
                  <a:pt x="368759" y="42520"/>
                  <a:pt x="368759" y="41969"/>
                  <a:pt x="368661" y="41430"/>
                </a:cubicBezTo>
                <a:cubicBezTo>
                  <a:pt x="368395" y="40690"/>
                  <a:pt x="367832" y="40216"/>
                  <a:pt x="367477" y="39475"/>
                </a:cubicBezTo>
                <a:cubicBezTo>
                  <a:pt x="367278" y="39073"/>
                  <a:pt x="366944" y="38759"/>
                  <a:pt x="366529" y="38587"/>
                </a:cubicBezTo>
                <a:cubicBezTo>
                  <a:pt x="366174" y="38587"/>
                  <a:pt x="365877" y="38794"/>
                  <a:pt x="365196" y="38587"/>
                </a:cubicBezTo>
                <a:cubicBezTo>
                  <a:pt x="364714" y="38406"/>
                  <a:pt x="364195" y="38344"/>
                  <a:pt x="363686" y="38409"/>
                </a:cubicBezTo>
                <a:cubicBezTo>
                  <a:pt x="361812" y="38922"/>
                  <a:pt x="359884" y="39221"/>
                  <a:pt x="357941" y="39298"/>
                </a:cubicBezTo>
                <a:lnTo>
                  <a:pt x="357023" y="39298"/>
                </a:lnTo>
                <a:lnTo>
                  <a:pt x="355720" y="39298"/>
                </a:lnTo>
                <a:cubicBezTo>
                  <a:pt x="353233" y="39239"/>
                  <a:pt x="348820" y="38735"/>
                  <a:pt x="348494" y="38735"/>
                </a:cubicBezTo>
                <a:cubicBezTo>
                  <a:pt x="347636" y="38380"/>
                  <a:pt x="346125" y="37314"/>
                  <a:pt x="345770" y="37314"/>
                </a:cubicBezTo>
                <a:close/>
                <a:moveTo>
                  <a:pt x="251954" y="35270"/>
                </a:moveTo>
                <a:cubicBezTo>
                  <a:pt x="251480" y="35626"/>
                  <a:pt x="250947" y="35774"/>
                  <a:pt x="249614" y="35774"/>
                </a:cubicBezTo>
                <a:cubicBezTo>
                  <a:pt x="247008" y="36011"/>
                  <a:pt x="244402" y="39446"/>
                  <a:pt x="241856" y="40927"/>
                </a:cubicBezTo>
                <a:cubicBezTo>
                  <a:pt x="241237" y="41131"/>
                  <a:pt x="240603" y="41288"/>
                  <a:pt x="239960" y="41400"/>
                </a:cubicBezTo>
                <a:cubicBezTo>
                  <a:pt x="239427" y="41637"/>
                  <a:pt x="238746" y="42081"/>
                  <a:pt x="238628" y="42496"/>
                </a:cubicBezTo>
                <a:cubicBezTo>
                  <a:pt x="238509" y="42911"/>
                  <a:pt x="238568" y="43384"/>
                  <a:pt x="238095" y="43651"/>
                </a:cubicBezTo>
                <a:cubicBezTo>
                  <a:pt x="237621" y="43917"/>
                  <a:pt x="237236" y="43977"/>
                  <a:pt x="237265" y="44332"/>
                </a:cubicBezTo>
                <a:cubicBezTo>
                  <a:pt x="237295" y="44687"/>
                  <a:pt x="237562" y="46168"/>
                  <a:pt x="238006" y="46257"/>
                </a:cubicBezTo>
                <a:cubicBezTo>
                  <a:pt x="238450" y="46346"/>
                  <a:pt x="238776" y="46257"/>
                  <a:pt x="238953" y="46701"/>
                </a:cubicBezTo>
                <a:cubicBezTo>
                  <a:pt x="239131" y="47145"/>
                  <a:pt x="239723" y="47708"/>
                  <a:pt x="240168" y="47708"/>
                </a:cubicBezTo>
                <a:cubicBezTo>
                  <a:pt x="240763" y="47761"/>
                  <a:pt x="241352" y="47892"/>
                  <a:pt x="241915" y="48093"/>
                </a:cubicBezTo>
                <a:cubicBezTo>
                  <a:pt x="242477" y="48241"/>
                  <a:pt x="243514" y="48300"/>
                  <a:pt x="243514" y="49218"/>
                </a:cubicBezTo>
                <a:cubicBezTo>
                  <a:pt x="243514" y="50136"/>
                  <a:pt x="243840" y="51469"/>
                  <a:pt x="243514" y="52180"/>
                </a:cubicBezTo>
                <a:cubicBezTo>
                  <a:pt x="243188" y="52890"/>
                  <a:pt x="242270" y="53927"/>
                  <a:pt x="241915" y="53927"/>
                </a:cubicBezTo>
                <a:cubicBezTo>
                  <a:pt x="241559" y="53927"/>
                  <a:pt x="240937" y="53927"/>
                  <a:pt x="240582" y="53927"/>
                </a:cubicBezTo>
                <a:cubicBezTo>
                  <a:pt x="239543" y="54149"/>
                  <a:pt x="238838" y="55120"/>
                  <a:pt x="238953" y="56178"/>
                </a:cubicBezTo>
                <a:cubicBezTo>
                  <a:pt x="239042" y="56888"/>
                  <a:pt x="240434" y="58132"/>
                  <a:pt x="240434" y="58132"/>
                </a:cubicBezTo>
                <a:lnTo>
                  <a:pt x="241136" y="58941"/>
                </a:lnTo>
                <a:lnTo>
                  <a:pt x="241648" y="59909"/>
                </a:lnTo>
                <a:cubicBezTo>
                  <a:pt x="241826" y="60323"/>
                  <a:pt x="241648" y="60768"/>
                  <a:pt x="241648" y="61360"/>
                </a:cubicBezTo>
                <a:cubicBezTo>
                  <a:pt x="241707" y="61733"/>
                  <a:pt x="241707" y="62112"/>
                  <a:pt x="241648" y="62485"/>
                </a:cubicBezTo>
                <a:cubicBezTo>
                  <a:pt x="241480" y="63003"/>
                  <a:pt x="241160" y="63457"/>
                  <a:pt x="240730" y="63788"/>
                </a:cubicBezTo>
                <a:cubicBezTo>
                  <a:pt x="240434" y="64025"/>
                  <a:pt x="239664" y="64973"/>
                  <a:pt x="239368" y="65121"/>
                </a:cubicBezTo>
                <a:cubicBezTo>
                  <a:pt x="238222" y="65752"/>
                  <a:pt x="237378" y="66821"/>
                  <a:pt x="237028" y="68082"/>
                </a:cubicBezTo>
                <a:cubicBezTo>
                  <a:pt x="237138" y="69018"/>
                  <a:pt x="237428" y="69924"/>
                  <a:pt x="237887" y="70747"/>
                </a:cubicBezTo>
                <a:cubicBezTo>
                  <a:pt x="238225" y="71269"/>
                  <a:pt x="238657" y="71719"/>
                  <a:pt x="239161" y="72080"/>
                </a:cubicBezTo>
                <a:cubicBezTo>
                  <a:pt x="239634" y="72495"/>
                  <a:pt x="239486" y="73472"/>
                  <a:pt x="240079" y="73472"/>
                </a:cubicBezTo>
                <a:cubicBezTo>
                  <a:pt x="240677" y="73499"/>
                  <a:pt x="241272" y="73579"/>
                  <a:pt x="241856" y="73709"/>
                </a:cubicBezTo>
                <a:cubicBezTo>
                  <a:pt x="242270" y="73916"/>
                  <a:pt x="243070" y="73502"/>
                  <a:pt x="243070" y="73502"/>
                </a:cubicBezTo>
                <a:cubicBezTo>
                  <a:pt x="243721" y="73265"/>
                  <a:pt x="244402" y="71547"/>
                  <a:pt x="245705" y="70540"/>
                </a:cubicBezTo>
                <a:cubicBezTo>
                  <a:pt x="247008" y="69533"/>
                  <a:pt x="249911" y="67875"/>
                  <a:pt x="251450" y="66572"/>
                </a:cubicBezTo>
                <a:cubicBezTo>
                  <a:pt x="253210" y="65447"/>
                  <a:pt x="254364" y="63584"/>
                  <a:pt x="254590" y="61508"/>
                </a:cubicBezTo>
                <a:cubicBezTo>
                  <a:pt x="254501" y="60990"/>
                  <a:pt x="254287" y="60504"/>
                  <a:pt x="253968" y="60087"/>
                </a:cubicBezTo>
                <a:cubicBezTo>
                  <a:pt x="253556" y="59731"/>
                  <a:pt x="253052" y="59494"/>
                  <a:pt x="252517" y="59405"/>
                </a:cubicBezTo>
                <a:lnTo>
                  <a:pt x="251036" y="59613"/>
                </a:lnTo>
                <a:cubicBezTo>
                  <a:pt x="250829" y="59553"/>
                  <a:pt x="250621" y="58458"/>
                  <a:pt x="250621" y="58132"/>
                </a:cubicBezTo>
                <a:cubicBezTo>
                  <a:pt x="251441" y="56459"/>
                  <a:pt x="252611" y="54984"/>
                  <a:pt x="254056" y="53808"/>
                </a:cubicBezTo>
                <a:cubicBezTo>
                  <a:pt x="254234" y="53631"/>
                  <a:pt x="254264" y="53571"/>
                  <a:pt x="254234" y="52979"/>
                </a:cubicBezTo>
                <a:cubicBezTo>
                  <a:pt x="254205" y="52387"/>
                  <a:pt x="253938" y="52239"/>
                  <a:pt x="253138" y="51143"/>
                </a:cubicBezTo>
                <a:cubicBezTo>
                  <a:pt x="252724" y="50551"/>
                  <a:pt x="252961" y="49959"/>
                  <a:pt x="252517" y="49959"/>
                </a:cubicBezTo>
                <a:cubicBezTo>
                  <a:pt x="252072" y="49959"/>
                  <a:pt x="251569" y="50551"/>
                  <a:pt x="251184" y="50196"/>
                </a:cubicBezTo>
                <a:cubicBezTo>
                  <a:pt x="250799" y="49840"/>
                  <a:pt x="250799" y="48804"/>
                  <a:pt x="250799" y="48448"/>
                </a:cubicBezTo>
                <a:cubicBezTo>
                  <a:pt x="250461" y="47631"/>
                  <a:pt x="250408" y="46722"/>
                  <a:pt x="250651" y="45872"/>
                </a:cubicBezTo>
                <a:cubicBezTo>
                  <a:pt x="251169" y="44972"/>
                  <a:pt x="251753" y="44110"/>
                  <a:pt x="252398" y="43296"/>
                </a:cubicBezTo>
                <a:cubicBezTo>
                  <a:pt x="253020" y="42555"/>
                  <a:pt x="253405" y="42052"/>
                  <a:pt x="253405" y="41489"/>
                </a:cubicBezTo>
                <a:cubicBezTo>
                  <a:pt x="253198" y="40186"/>
                  <a:pt x="253760" y="39712"/>
                  <a:pt x="253760" y="39120"/>
                </a:cubicBezTo>
                <a:cubicBezTo>
                  <a:pt x="253760" y="38528"/>
                  <a:pt x="254116" y="37669"/>
                  <a:pt x="253760" y="37047"/>
                </a:cubicBezTo>
                <a:cubicBezTo>
                  <a:pt x="253405" y="36425"/>
                  <a:pt x="252428" y="34915"/>
                  <a:pt x="251954" y="35270"/>
                </a:cubicBezTo>
                <a:close/>
                <a:moveTo>
                  <a:pt x="271646" y="34797"/>
                </a:moveTo>
                <a:cubicBezTo>
                  <a:pt x="271824" y="34916"/>
                  <a:pt x="272001" y="35893"/>
                  <a:pt x="272001" y="36248"/>
                </a:cubicBezTo>
                <a:cubicBezTo>
                  <a:pt x="271871" y="37072"/>
                  <a:pt x="271474" y="37830"/>
                  <a:pt x="270876" y="38410"/>
                </a:cubicBezTo>
                <a:cubicBezTo>
                  <a:pt x="270204" y="38603"/>
                  <a:pt x="269499" y="38662"/>
                  <a:pt x="268803" y="38588"/>
                </a:cubicBezTo>
                <a:cubicBezTo>
                  <a:pt x="268181" y="38440"/>
                  <a:pt x="268033" y="37433"/>
                  <a:pt x="268003" y="36841"/>
                </a:cubicBezTo>
                <a:cubicBezTo>
                  <a:pt x="267944" y="35715"/>
                  <a:pt x="270254" y="35449"/>
                  <a:pt x="271646" y="34797"/>
                </a:cubicBezTo>
                <a:close/>
                <a:moveTo>
                  <a:pt x="273157" y="28903"/>
                </a:moveTo>
                <a:cubicBezTo>
                  <a:pt x="270702" y="29946"/>
                  <a:pt x="268301" y="31113"/>
                  <a:pt x="265961" y="32398"/>
                </a:cubicBezTo>
                <a:cubicBezTo>
                  <a:pt x="265339" y="32694"/>
                  <a:pt x="264658" y="32427"/>
                  <a:pt x="263503" y="32990"/>
                </a:cubicBezTo>
                <a:cubicBezTo>
                  <a:pt x="262348" y="33553"/>
                  <a:pt x="261608" y="34175"/>
                  <a:pt x="260542" y="34737"/>
                </a:cubicBezTo>
                <a:cubicBezTo>
                  <a:pt x="260186" y="34945"/>
                  <a:pt x="259002" y="35448"/>
                  <a:pt x="258765" y="35596"/>
                </a:cubicBezTo>
                <a:cubicBezTo>
                  <a:pt x="258324" y="35791"/>
                  <a:pt x="257853" y="35910"/>
                  <a:pt x="257373" y="35951"/>
                </a:cubicBezTo>
                <a:cubicBezTo>
                  <a:pt x="256574" y="36040"/>
                  <a:pt x="256307" y="35152"/>
                  <a:pt x="255744" y="35241"/>
                </a:cubicBezTo>
                <a:cubicBezTo>
                  <a:pt x="255182" y="35330"/>
                  <a:pt x="254678" y="36751"/>
                  <a:pt x="254915" y="37787"/>
                </a:cubicBezTo>
                <a:cubicBezTo>
                  <a:pt x="254995" y="38605"/>
                  <a:pt x="254995" y="39428"/>
                  <a:pt x="254915" y="40245"/>
                </a:cubicBezTo>
                <a:lnTo>
                  <a:pt x="254826" y="40127"/>
                </a:lnTo>
                <a:cubicBezTo>
                  <a:pt x="254791" y="40672"/>
                  <a:pt x="254821" y="41220"/>
                  <a:pt x="254915" y="41756"/>
                </a:cubicBezTo>
                <a:cubicBezTo>
                  <a:pt x="255063" y="42526"/>
                  <a:pt x="255715" y="43088"/>
                  <a:pt x="255715" y="43503"/>
                </a:cubicBezTo>
                <a:cubicBezTo>
                  <a:pt x="255889" y="44942"/>
                  <a:pt x="256236" y="46355"/>
                  <a:pt x="256751" y="47708"/>
                </a:cubicBezTo>
                <a:cubicBezTo>
                  <a:pt x="256959" y="48360"/>
                  <a:pt x="256218" y="49366"/>
                  <a:pt x="256218" y="50462"/>
                </a:cubicBezTo>
                <a:cubicBezTo>
                  <a:pt x="256337" y="51066"/>
                  <a:pt x="256580" y="51641"/>
                  <a:pt x="256929" y="52150"/>
                </a:cubicBezTo>
                <a:cubicBezTo>
                  <a:pt x="257077" y="52387"/>
                  <a:pt x="257995" y="52624"/>
                  <a:pt x="257995" y="53601"/>
                </a:cubicBezTo>
                <a:cubicBezTo>
                  <a:pt x="257995" y="53956"/>
                  <a:pt x="258321" y="54341"/>
                  <a:pt x="258498" y="54638"/>
                </a:cubicBezTo>
                <a:cubicBezTo>
                  <a:pt x="258676" y="54934"/>
                  <a:pt x="258647" y="55289"/>
                  <a:pt x="259061" y="55289"/>
                </a:cubicBezTo>
                <a:cubicBezTo>
                  <a:pt x="259387" y="55334"/>
                  <a:pt x="259713" y="55334"/>
                  <a:pt x="260038" y="55289"/>
                </a:cubicBezTo>
                <a:cubicBezTo>
                  <a:pt x="260394" y="55230"/>
                  <a:pt x="260927" y="54875"/>
                  <a:pt x="261164" y="54875"/>
                </a:cubicBezTo>
                <a:cubicBezTo>
                  <a:pt x="261581" y="54715"/>
                  <a:pt x="261987" y="54528"/>
                  <a:pt x="262378" y="54312"/>
                </a:cubicBezTo>
                <a:cubicBezTo>
                  <a:pt x="262852" y="53956"/>
                  <a:pt x="263385" y="53868"/>
                  <a:pt x="263385" y="54312"/>
                </a:cubicBezTo>
                <a:cubicBezTo>
                  <a:pt x="263468" y="54863"/>
                  <a:pt x="263468" y="55419"/>
                  <a:pt x="263385" y="55970"/>
                </a:cubicBezTo>
                <a:cubicBezTo>
                  <a:pt x="263243" y="56272"/>
                  <a:pt x="263015" y="56530"/>
                  <a:pt x="262733" y="56711"/>
                </a:cubicBezTo>
                <a:cubicBezTo>
                  <a:pt x="262490" y="56814"/>
                  <a:pt x="262227" y="56865"/>
                  <a:pt x="261963" y="56859"/>
                </a:cubicBezTo>
                <a:cubicBezTo>
                  <a:pt x="261608" y="56918"/>
                  <a:pt x="261489" y="57066"/>
                  <a:pt x="261134" y="57125"/>
                </a:cubicBezTo>
                <a:cubicBezTo>
                  <a:pt x="260779" y="57184"/>
                  <a:pt x="260956" y="56888"/>
                  <a:pt x="260335" y="56977"/>
                </a:cubicBezTo>
                <a:cubicBezTo>
                  <a:pt x="259713" y="57066"/>
                  <a:pt x="259713" y="57421"/>
                  <a:pt x="259713" y="58102"/>
                </a:cubicBezTo>
                <a:cubicBezTo>
                  <a:pt x="259713" y="58784"/>
                  <a:pt x="259713" y="59228"/>
                  <a:pt x="259713" y="59494"/>
                </a:cubicBezTo>
                <a:cubicBezTo>
                  <a:pt x="259713" y="59761"/>
                  <a:pt x="259535" y="60235"/>
                  <a:pt x="259713" y="60649"/>
                </a:cubicBezTo>
                <a:cubicBezTo>
                  <a:pt x="259890" y="61064"/>
                  <a:pt x="260246" y="61064"/>
                  <a:pt x="260956" y="61064"/>
                </a:cubicBezTo>
                <a:cubicBezTo>
                  <a:pt x="261401" y="61256"/>
                  <a:pt x="261904" y="61256"/>
                  <a:pt x="262348" y="61064"/>
                </a:cubicBezTo>
                <a:cubicBezTo>
                  <a:pt x="262615" y="61005"/>
                  <a:pt x="263385" y="61271"/>
                  <a:pt x="263029" y="61952"/>
                </a:cubicBezTo>
                <a:cubicBezTo>
                  <a:pt x="261931" y="62536"/>
                  <a:pt x="260873" y="63187"/>
                  <a:pt x="259861" y="63907"/>
                </a:cubicBezTo>
                <a:cubicBezTo>
                  <a:pt x="259076" y="64431"/>
                  <a:pt x="258229" y="64857"/>
                  <a:pt x="257344" y="65180"/>
                </a:cubicBezTo>
                <a:cubicBezTo>
                  <a:pt x="256840" y="65328"/>
                  <a:pt x="256722" y="64884"/>
                  <a:pt x="256366" y="64884"/>
                </a:cubicBezTo>
                <a:cubicBezTo>
                  <a:pt x="256011" y="64884"/>
                  <a:pt x="255715" y="65565"/>
                  <a:pt x="255715" y="65565"/>
                </a:cubicBezTo>
                <a:cubicBezTo>
                  <a:pt x="255365" y="65974"/>
                  <a:pt x="255205" y="66513"/>
                  <a:pt x="255271" y="67046"/>
                </a:cubicBezTo>
                <a:cubicBezTo>
                  <a:pt x="255271" y="67312"/>
                  <a:pt x="255271" y="67905"/>
                  <a:pt x="255271" y="68260"/>
                </a:cubicBezTo>
                <a:cubicBezTo>
                  <a:pt x="255330" y="69474"/>
                  <a:pt x="255952" y="70066"/>
                  <a:pt x="256070" y="70807"/>
                </a:cubicBezTo>
                <a:cubicBezTo>
                  <a:pt x="256189" y="71547"/>
                  <a:pt x="257610" y="71695"/>
                  <a:pt x="258173" y="71547"/>
                </a:cubicBezTo>
                <a:cubicBezTo>
                  <a:pt x="259200" y="71186"/>
                  <a:pt x="260192" y="70730"/>
                  <a:pt x="261134" y="70185"/>
                </a:cubicBezTo>
                <a:cubicBezTo>
                  <a:pt x="262144" y="70037"/>
                  <a:pt x="263136" y="69788"/>
                  <a:pt x="264095" y="69444"/>
                </a:cubicBezTo>
                <a:cubicBezTo>
                  <a:pt x="264999" y="68905"/>
                  <a:pt x="266011" y="68574"/>
                  <a:pt x="267057" y="68467"/>
                </a:cubicBezTo>
                <a:cubicBezTo>
                  <a:pt x="267859" y="68295"/>
                  <a:pt x="268641" y="68047"/>
                  <a:pt x="269396" y="67727"/>
                </a:cubicBezTo>
                <a:cubicBezTo>
                  <a:pt x="270077" y="67490"/>
                  <a:pt x="270782" y="67321"/>
                  <a:pt x="271499" y="67223"/>
                </a:cubicBezTo>
                <a:cubicBezTo>
                  <a:pt x="272322" y="67223"/>
                  <a:pt x="273145" y="67155"/>
                  <a:pt x="273957" y="67016"/>
                </a:cubicBezTo>
                <a:cubicBezTo>
                  <a:pt x="274312" y="66898"/>
                  <a:pt x="275882" y="66720"/>
                  <a:pt x="278399" y="66217"/>
                </a:cubicBezTo>
                <a:cubicBezTo>
                  <a:pt x="280916" y="65713"/>
                  <a:pt x="280501" y="66217"/>
                  <a:pt x="281212" y="66217"/>
                </a:cubicBezTo>
                <a:cubicBezTo>
                  <a:pt x="282900" y="65832"/>
                  <a:pt x="283848" y="63462"/>
                  <a:pt x="283581" y="61508"/>
                </a:cubicBezTo>
                <a:cubicBezTo>
                  <a:pt x="283374" y="60116"/>
                  <a:pt x="282101" y="59524"/>
                  <a:pt x="281568" y="59080"/>
                </a:cubicBezTo>
                <a:cubicBezTo>
                  <a:pt x="281034" y="58635"/>
                  <a:pt x="280205" y="59465"/>
                  <a:pt x="279554" y="59405"/>
                </a:cubicBezTo>
                <a:cubicBezTo>
                  <a:pt x="278902" y="59346"/>
                  <a:pt x="277718" y="60205"/>
                  <a:pt x="277273" y="60205"/>
                </a:cubicBezTo>
                <a:cubicBezTo>
                  <a:pt x="276646" y="60300"/>
                  <a:pt x="276012" y="60359"/>
                  <a:pt x="275378" y="60383"/>
                </a:cubicBezTo>
                <a:cubicBezTo>
                  <a:pt x="274555" y="60617"/>
                  <a:pt x="273743" y="60895"/>
                  <a:pt x="272950" y="61212"/>
                </a:cubicBezTo>
                <a:cubicBezTo>
                  <a:pt x="272594" y="61271"/>
                  <a:pt x="271943" y="61271"/>
                  <a:pt x="271943" y="60620"/>
                </a:cubicBezTo>
                <a:cubicBezTo>
                  <a:pt x="271907" y="60184"/>
                  <a:pt x="272059" y="59752"/>
                  <a:pt x="272358" y="59435"/>
                </a:cubicBezTo>
                <a:cubicBezTo>
                  <a:pt x="272891" y="58991"/>
                  <a:pt x="273779" y="58784"/>
                  <a:pt x="274164" y="58487"/>
                </a:cubicBezTo>
                <a:cubicBezTo>
                  <a:pt x="274703" y="58085"/>
                  <a:pt x="275189" y="57617"/>
                  <a:pt x="275615" y="57096"/>
                </a:cubicBezTo>
                <a:cubicBezTo>
                  <a:pt x="275778" y="56796"/>
                  <a:pt x="275840" y="56456"/>
                  <a:pt x="275793" y="56118"/>
                </a:cubicBezTo>
                <a:cubicBezTo>
                  <a:pt x="275375" y="55431"/>
                  <a:pt x="275103" y="54664"/>
                  <a:pt x="274993" y="53868"/>
                </a:cubicBezTo>
                <a:cubicBezTo>
                  <a:pt x="274919" y="53453"/>
                  <a:pt x="274558" y="53151"/>
                  <a:pt x="274134" y="53157"/>
                </a:cubicBezTo>
                <a:cubicBezTo>
                  <a:pt x="273492" y="53115"/>
                  <a:pt x="272858" y="53006"/>
                  <a:pt x="272239" y="52831"/>
                </a:cubicBezTo>
                <a:cubicBezTo>
                  <a:pt x="271765" y="52772"/>
                  <a:pt x="271203" y="53305"/>
                  <a:pt x="271025" y="53631"/>
                </a:cubicBezTo>
                <a:cubicBezTo>
                  <a:pt x="270847" y="53956"/>
                  <a:pt x="269959" y="54667"/>
                  <a:pt x="269426" y="54134"/>
                </a:cubicBezTo>
                <a:cubicBezTo>
                  <a:pt x="269127" y="53637"/>
                  <a:pt x="269041" y="53038"/>
                  <a:pt x="269189" y="52476"/>
                </a:cubicBezTo>
                <a:cubicBezTo>
                  <a:pt x="269396" y="51824"/>
                  <a:pt x="270877" y="52002"/>
                  <a:pt x="271232" y="51528"/>
                </a:cubicBezTo>
                <a:cubicBezTo>
                  <a:pt x="271588" y="51054"/>
                  <a:pt x="272446" y="51054"/>
                  <a:pt x="272624" y="50847"/>
                </a:cubicBezTo>
                <a:cubicBezTo>
                  <a:pt x="273024" y="50551"/>
                  <a:pt x="273539" y="50465"/>
                  <a:pt x="274016" y="50610"/>
                </a:cubicBezTo>
                <a:cubicBezTo>
                  <a:pt x="274342" y="50729"/>
                  <a:pt x="274964" y="49751"/>
                  <a:pt x="274964" y="49337"/>
                </a:cubicBezTo>
                <a:cubicBezTo>
                  <a:pt x="275556" y="46583"/>
                  <a:pt x="276563" y="44569"/>
                  <a:pt x="277362" y="41785"/>
                </a:cubicBezTo>
                <a:cubicBezTo>
                  <a:pt x="277481" y="41371"/>
                  <a:pt x="278636" y="40275"/>
                  <a:pt x="278636" y="39831"/>
                </a:cubicBezTo>
                <a:cubicBezTo>
                  <a:pt x="278905" y="38723"/>
                  <a:pt x="279302" y="37648"/>
                  <a:pt x="279820" y="36632"/>
                </a:cubicBezTo>
                <a:cubicBezTo>
                  <a:pt x="280093" y="36028"/>
                  <a:pt x="280155" y="35350"/>
                  <a:pt x="279998" y="34708"/>
                </a:cubicBezTo>
                <a:cubicBezTo>
                  <a:pt x="279968" y="34471"/>
                  <a:pt x="280679" y="33257"/>
                  <a:pt x="280679" y="32575"/>
                </a:cubicBezTo>
                <a:cubicBezTo>
                  <a:pt x="280442" y="31693"/>
                  <a:pt x="279909" y="30920"/>
                  <a:pt x="279169" y="30384"/>
                </a:cubicBezTo>
                <a:cubicBezTo>
                  <a:pt x="278902" y="30206"/>
                  <a:pt x="278636" y="29229"/>
                  <a:pt x="278399" y="29081"/>
                </a:cubicBezTo>
                <a:cubicBezTo>
                  <a:pt x="277259" y="28983"/>
                  <a:pt x="276110" y="29063"/>
                  <a:pt x="274993" y="29318"/>
                </a:cubicBezTo>
                <a:cubicBezTo>
                  <a:pt x="274431" y="29377"/>
                  <a:pt x="273838" y="28903"/>
                  <a:pt x="273157" y="28903"/>
                </a:cubicBezTo>
                <a:close/>
                <a:moveTo>
                  <a:pt x="300520" y="10661"/>
                </a:moveTo>
                <a:cubicBezTo>
                  <a:pt x="460558" y="10727"/>
                  <a:pt x="590260" y="140482"/>
                  <a:pt x="590260" y="300520"/>
                </a:cubicBezTo>
                <a:cubicBezTo>
                  <a:pt x="590260" y="300558"/>
                  <a:pt x="590260" y="300600"/>
                  <a:pt x="590260" y="300638"/>
                </a:cubicBezTo>
                <a:cubicBezTo>
                  <a:pt x="590195" y="460724"/>
                  <a:pt x="460369" y="590443"/>
                  <a:pt x="300283" y="590378"/>
                </a:cubicBezTo>
                <a:cubicBezTo>
                  <a:pt x="140198" y="590313"/>
                  <a:pt x="10478" y="460487"/>
                  <a:pt x="10543" y="300401"/>
                </a:cubicBezTo>
                <a:cubicBezTo>
                  <a:pt x="10609" y="140316"/>
                  <a:pt x="140435" y="10596"/>
                  <a:pt x="300520" y="10661"/>
                </a:cubicBezTo>
                <a:close/>
                <a:moveTo>
                  <a:pt x="300520" y="6723"/>
                </a:moveTo>
                <a:cubicBezTo>
                  <a:pt x="138261" y="6723"/>
                  <a:pt x="6723" y="138261"/>
                  <a:pt x="6723" y="300520"/>
                </a:cubicBezTo>
                <a:cubicBezTo>
                  <a:pt x="6723" y="462779"/>
                  <a:pt x="138261" y="594317"/>
                  <a:pt x="300520" y="594317"/>
                </a:cubicBezTo>
                <a:cubicBezTo>
                  <a:pt x="462699" y="594121"/>
                  <a:pt x="594121" y="462699"/>
                  <a:pt x="594317" y="300520"/>
                </a:cubicBezTo>
                <a:cubicBezTo>
                  <a:pt x="594317" y="138261"/>
                  <a:pt x="462779" y="6723"/>
                  <a:pt x="300520" y="6723"/>
                </a:cubicBezTo>
                <a:close/>
                <a:moveTo>
                  <a:pt x="300520" y="0"/>
                </a:moveTo>
                <a:cubicBezTo>
                  <a:pt x="466409" y="196"/>
                  <a:pt x="600843" y="134630"/>
                  <a:pt x="601039" y="300520"/>
                </a:cubicBezTo>
                <a:cubicBezTo>
                  <a:pt x="601039" y="466492"/>
                  <a:pt x="466492" y="601039"/>
                  <a:pt x="300520" y="601039"/>
                </a:cubicBezTo>
                <a:cubicBezTo>
                  <a:pt x="134547" y="601039"/>
                  <a:pt x="0" y="466492"/>
                  <a:pt x="0" y="300520"/>
                </a:cubicBezTo>
                <a:cubicBezTo>
                  <a:pt x="0" y="134547"/>
                  <a:pt x="134547" y="0"/>
                  <a:pt x="300520" y="0"/>
                </a:cubicBezTo>
                <a:close/>
              </a:path>
            </a:pathLst>
          </a:custGeom>
          <a:solidFill>
            <a:schemeClr val="bg1"/>
          </a:solidFill>
          <a:ln w="295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97" name="任意多边形: 形状 96"/>
          <p:cNvSpPr/>
          <p:nvPr/>
        </p:nvSpPr>
        <p:spPr>
          <a:xfrm>
            <a:off x="6984436" y="1198950"/>
            <a:ext cx="5183079" cy="5183067"/>
          </a:xfrm>
          <a:custGeom>
            <a:avLst/>
            <a:gdLst>
              <a:gd name="connsiteX0" fmla="*/ 2990813 w 5183079"/>
              <a:gd name="connsiteY0" fmla="*/ 4666385 h 5183067"/>
              <a:gd name="connsiteX1" fmla="*/ 3031804 w 5183079"/>
              <a:gd name="connsiteY1" fmla="*/ 4681768 h 5183067"/>
              <a:gd name="connsiteX2" fmla="*/ 3060662 w 5183079"/>
              <a:gd name="connsiteY2" fmla="*/ 4743058 h 5183067"/>
              <a:gd name="connsiteX3" fmla="*/ 3056575 w 5183079"/>
              <a:gd name="connsiteY3" fmla="*/ 4808945 h 5183067"/>
              <a:gd name="connsiteX4" fmla="*/ 3047638 w 5183079"/>
              <a:gd name="connsiteY4" fmla="*/ 4822275 h 5183067"/>
              <a:gd name="connsiteX5" fmla="*/ 2965406 w 5183079"/>
              <a:gd name="connsiteY5" fmla="*/ 4826820 h 5183067"/>
              <a:gd name="connsiteX6" fmla="*/ 2936804 w 5183079"/>
              <a:gd name="connsiteY6" fmla="*/ 4767063 h 5183067"/>
              <a:gd name="connsiteX7" fmla="*/ 2940891 w 5183079"/>
              <a:gd name="connsiteY7" fmla="*/ 4699389 h 5183067"/>
              <a:gd name="connsiteX8" fmla="*/ 2950953 w 5183079"/>
              <a:gd name="connsiteY8" fmla="*/ 4684501 h 5183067"/>
              <a:gd name="connsiteX9" fmla="*/ 2990813 w 5183079"/>
              <a:gd name="connsiteY9" fmla="*/ 4666385 h 5183067"/>
              <a:gd name="connsiteX10" fmla="*/ 2684495 w 5183079"/>
              <a:gd name="connsiteY10" fmla="*/ 4665170 h 5183067"/>
              <a:gd name="connsiteX11" fmla="*/ 2513650 w 5183079"/>
              <a:gd name="connsiteY11" fmla="*/ 4668234 h 5183067"/>
              <a:gd name="connsiteX12" fmla="*/ 2518246 w 5183079"/>
              <a:gd name="connsiteY12" fmla="*/ 4920543 h 5183067"/>
              <a:gd name="connsiteX13" fmla="*/ 2689859 w 5183079"/>
              <a:gd name="connsiteY13" fmla="*/ 4917223 h 5183067"/>
              <a:gd name="connsiteX14" fmla="*/ 2689859 w 5183079"/>
              <a:gd name="connsiteY14" fmla="*/ 4894750 h 5183067"/>
              <a:gd name="connsiteX15" fmla="*/ 2689859 w 5183079"/>
              <a:gd name="connsiteY15" fmla="*/ 4872533 h 5183067"/>
              <a:gd name="connsiteX16" fmla="*/ 2562172 w 5183079"/>
              <a:gd name="connsiteY16" fmla="*/ 4874831 h 5183067"/>
              <a:gd name="connsiteX17" fmla="*/ 2562172 w 5183079"/>
              <a:gd name="connsiteY17" fmla="*/ 4809200 h 5183067"/>
              <a:gd name="connsiteX18" fmla="*/ 2675558 w 5183079"/>
              <a:gd name="connsiteY18" fmla="*/ 4807157 h 5183067"/>
              <a:gd name="connsiteX19" fmla="*/ 2675558 w 5183079"/>
              <a:gd name="connsiteY19" fmla="*/ 4785450 h 5183067"/>
              <a:gd name="connsiteX20" fmla="*/ 2675558 w 5183079"/>
              <a:gd name="connsiteY20" fmla="*/ 4763744 h 5183067"/>
              <a:gd name="connsiteX21" fmla="*/ 2562172 w 5183079"/>
              <a:gd name="connsiteY21" fmla="*/ 4765787 h 5183067"/>
              <a:gd name="connsiteX22" fmla="*/ 2562172 w 5183079"/>
              <a:gd name="connsiteY22" fmla="*/ 4712158 h 5183067"/>
              <a:gd name="connsiteX23" fmla="*/ 2684495 w 5183079"/>
              <a:gd name="connsiteY23" fmla="*/ 4710115 h 5183067"/>
              <a:gd name="connsiteX24" fmla="*/ 2684495 w 5183079"/>
              <a:gd name="connsiteY24" fmla="*/ 4687643 h 5183067"/>
              <a:gd name="connsiteX25" fmla="*/ 2265682 w 5183079"/>
              <a:gd name="connsiteY25" fmla="*/ 4645761 h 5183067"/>
              <a:gd name="connsiteX26" fmla="*/ 2262872 w 5183079"/>
              <a:gd name="connsiteY26" fmla="*/ 4667978 h 5183067"/>
              <a:gd name="connsiteX27" fmla="*/ 2260319 w 5183079"/>
              <a:gd name="connsiteY27" fmla="*/ 4690196 h 5183067"/>
              <a:gd name="connsiteX28" fmla="*/ 2329780 w 5183079"/>
              <a:gd name="connsiteY28" fmla="*/ 4698624 h 5183067"/>
              <a:gd name="connsiteX29" fmla="*/ 2304243 w 5183079"/>
              <a:gd name="connsiteY29" fmla="*/ 4904455 h 5183067"/>
              <a:gd name="connsiteX30" fmla="*/ 2329780 w 5183079"/>
              <a:gd name="connsiteY30" fmla="*/ 4907519 h 5183067"/>
              <a:gd name="connsiteX31" fmla="*/ 2353531 w 5183079"/>
              <a:gd name="connsiteY31" fmla="*/ 4910329 h 5183067"/>
              <a:gd name="connsiteX32" fmla="*/ 2379069 w 5183079"/>
              <a:gd name="connsiteY32" fmla="*/ 4704497 h 5183067"/>
              <a:gd name="connsiteX33" fmla="*/ 2448785 w 5183079"/>
              <a:gd name="connsiteY33" fmla="*/ 4713180 h 5183067"/>
              <a:gd name="connsiteX34" fmla="*/ 2451338 w 5183079"/>
              <a:gd name="connsiteY34" fmla="*/ 4690707 h 5183067"/>
              <a:gd name="connsiteX35" fmla="*/ 2452871 w 5183079"/>
              <a:gd name="connsiteY35" fmla="*/ 4668744 h 5183067"/>
              <a:gd name="connsiteX36" fmla="*/ 3010621 w 5183079"/>
              <a:gd name="connsiteY36" fmla="*/ 4623237 h 5183067"/>
              <a:gd name="connsiteX37" fmla="*/ 2901308 w 5183079"/>
              <a:gd name="connsiteY37" fmla="*/ 4675384 h 5183067"/>
              <a:gd name="connsiteX38" fmla="*/ 2890327 w 5183079"/>
              <a:gd name="connsiteY38" fmla="*/ 4777534 h 5183067"/>
              <a:gd name="connsiteX39" fmla="*/ 2938338 w 5183079"/>
              <a:gd name="connsiteY39" fmla="*/ 4866149 h 5183067"/>
              <a:gd name="connsiteX40" fmla="*/ 2945666 w 5183079"/>
              <a:gd name="connsiteY40" fmla="*/ 4871103 h 5183067"/>
              <a:gd name="connsiteX41" fmla="*/ 3098202 w 5183079"/>
              <a:gd name="connsiteY41" fmla="*/ 4834993 h 5183067"/>
              <a:gd name="connsiteX42" fmla="*/ 3109183 w 5183079"/>
              <a:gd name="connsiteY42" fmla="*/ 4734886 h 5183067"/>
              <a:gd name="connsiteX43" fmla="*/ 3061172 w 5183079"/>
              <a:gd name="connsiteY43" fmla="*/ 4644229 h 5183067"/>
              <a:gd name="connsiteX44" fmla="*/ 3051622 w 5183079"/>
              <a:gd name="connsiteY44" fmla="*/ 4637794 h 5183067"/>
              <a:gd name="connsiteX45" fmla="*/ 3010621 w 5183079"/>
              <a:gd name="connsiteY45" fmla="*/ 4623237 h 5183067"/>
              <a:gd name="connsiteX46" fmla="*/ 2029715 w 5183079"/>
              <a:gd name="connsiteY46" fmla="*/ 4591622 h 5183067"/>
              <a:gd name="connsiteX47" fmla="*/ 1991665 w 5183079"/>
              <a:gd name="connsiteY47" fmla="*/ 4744846 h 5183067"/>
              <a:gd name="connsiteX48" fmla="*/ 1995496 w 5183079"/>
              <a:gd name="connsiteY48" fmla="*/ 4825033 h 5183067"/>
              <a:gd name="connsiteX49" fmla="*/ 2058063 w 5183079"/>
              <a:gd name="connsiteY49" fmla="*/ 4866404 h 5183067"/>
              <a:gd name="connsiteX50" fmla="*/ 2133397 w 5183079"/>
              <a:gd name="connsiteY50" fmla="*/ 4860530 h 5183067"/>
              <a:gd name="connsiteX51" fmla="*/ 2173491 w 5183079"/>
              <a:gd name="connsiteY51" fmla="*/ 4790047 h 5183067"/>
              <a:gd name="connsiteX52" fmla="*/ 2210521 w 5183079"/>
              <a:gd name="connsiteY52" fmla="*/ 4636823 h 5183067"/>
              <a:gd name="connsiteX53" fmla="*/ 2187027 w 5183079"/>
              <a:gd name="connsiteY53" fmla="*/ 4630950 h 5183067"/>
              <a:gd name="connsiteX54" fmla="*/ 2163533 w 5183079"/>
              <a:gd name="connsiteY54" fmla="*/ 4625331 h 5183067"/>
              <a:gd name="connsiteX55" fmla="*/ 2124971 w 5183079"/>
              <a:gd name="connsiteY55" fmla="*/ 4778556 h 5183067"/>
              <a:gd name="connsiteX56" fmla="*/ 2104795 w 5183079"/>
              <a:gd name="connsiteY56" fmla="*/ 4816606 h 5183067"/>
              <a:gd name="connsiteX57" fmla="*/ 2068021 w 5183079"/>
              <a:gd name="connsiteY57" fmla="*/ 4820182 h 5183067"/>
              <a:gd name="connsiteX58" fmla="*/ 2038399 w 5183079"/>
              <a:gd name="connsiteY58" fmla="*/ 4798985 h 5183067"/>
              <a:gd name="connsiteX59" fmla="*/ 2038399 w 5183079"/>
              <a:gd name="connsiteY59" fmla="*/ 4756593 h 5183067"/>
              <a:gd name="connsiteX60" fmla="*/ 2076705 w 5183079"/>
              <a:gd name="connsiteY60" fmla="*/ 4603369 h 5183067"/>
              <a:gd name="connsiteX61" fmla="*/ 2053211 w 5183079"/>
              <a:gd name="connsiteY61" fmla="*/ 4597496 h 5183067"/>
              <a:gd name="connsiteX62" fmla="*/ 3311185 w 5183079"/>
              <a:gd name="connsiteY62" fmla="*/ 4541569 h 5183067"/>
              <a:gd name="connsiteX63" fmla="*/ 3154129 w 5183079"/>
              <a:gd name="connsiteY63" fmla="*/ 4592644 h 5183067"/>
              <a:gd name="connsiteX64" fmla="*/ 3230741 w 5183079"/>
              <a:gd name="connsiteY64" fmla="*/ 4832439 h 5183067"/>
              <a:gd name="connsiteX65" fmla="*/ 3253980 w 5183079"/>
              <a:gd name="connsiteY65" fmla="*/ 4824778 h 5183067"/>
              <a:gd name="connsiteX66" fmla="*/ 3276964 w 5183079"/>
              <a:gd name="connsiteY66" fmla="*/ 4817372 h 5183067"/>
              <a:gd name="connsiteX67" fmla="*/ 3245042 w 5183079"/>
              <a:gd name="connsiteY67" fmla="*/ 4715989 h 5183067"/>
              <a:gd name="connsiteX68" fmla="*/ 3341829 w 5183079"/>
              <a:gd name="connsiteY68" fmla="*/ 4684577 h 5183067"/>
              <a:gd name="connsiteX69" fmla="*/ 3335190 w 5183079"/>
              <a:gd name="connsiteY69" fmla="*/ 4663892 h 5183067"/>
              <a:gd name="connsiteX70" fmla="*/ 3328295 w 5183079"/>
              <a:gd name="connsiteY70" fmla="*/ 4643207 h 5183067"/>
              <a:gd name="connsiteX71" fmla="*/ 3231762 w 5183079"/>
              <a:gd name="connsiteY71" fmla="*/ 4674618 h 5183067"/>
              <a:gd name="connsiteX72" fmla="*/ 3214141 w 5183079"/>
              <a:gd name="connsiteY72" fmla="*/ 4620224 h 5183067"/>
              <a:gd name="connsiteX73" fmla="*/ 3324975 w 5183079"/>
              <a:gd name="connsiteY73" fmla="*/ 4584216 h 5183067"/>
              <a:gd name="connsiteX74" fmla="*/ 3318079 w 5183079"/>
              <a:gd name="connsiteY74" fmla="*/ 4562764 h 5183067"/>
              <a:gd name="connsiteX75" fmla="*/ 1798092 w 5183079"/>
              <a:gd name="connsiteY75" fmla="*/ 4512711 h 5183067"/>
              <a:gd name="connsiteX76" fmla="*/ 1790685 w 5183079"/>
              <a:gd name="connsiteY76" fmla="*/ 4533907 h 5183067"/>
              <a:gd name="connsiteX77" fmla="*/ 1783535 w 5183079"/>
              <a:gd name="connsiteY77" fmla="*/ 4555104 h 5183067"/>
              <a:gd name="connsiteX78" fmla="*/ 1849677 w 5183079"/>
              <a:gd name="connsiteY78" fmla="*/ 4577831 h 5183067"/>
              <a:gd name="connsiteX79" fmla="*/ 1782257 w 5183079"/>
              <a:gd name="connsiteY79" fmla="*/ 4773958 h 5183067"/>
              <a:gd name="connsiteX80" fmla="*/ 1805242 w 5183079"/>
              <a:gd name="connsiteY80" fmla="*/ 4781876 h 5183067"/>
              <a:gd name="connsiteX81" fmla="*/ 1827970 w 5183079"/>
              <a:gd name="connsiteY81" fmla="*/ 4789792 h 5183067"/>
              <a:gd name="connsiteX82" fmla="*/ 1895390 w 5183079"/>
              <a:gd name="connsiteY82" fmla="*/ 4593664 h 5183067"/>
              <a:gd name="connsiteX83" fmla="*/ 1961786 w 5183079"/>
              <a:gd name="connsiteY83" fmla="*/ 4616393 h 5183067"/>
              <a:gd name="connsiteX84" fmla="*/ 1969192 w 5183079"/>
              <a:gd name="connsiteY84" fmla="*/ 4595197 h 5183067"/>
              <a:gd name="connsiteX85" fmla="*/ 1976854 w 5183079"/>
              <a:gd name="connsiteY85" fmla="*/ 4574257 h 5183067"/>
              <a:gd name="connsiteX86" fmla="*/ 1706412 w 5183079"/>
              <a:gd name="connsiteY86" fmla="*/ 4467765 h 5183067"/>
              <a:gd name="connsiteX87" fmla="*/ 1599921 w 5183079"/>
              <a:gd name="connsiteY87" fmla="*/ 4696325 h 5183067"/>
              <a:gd name="connsiteX88" fmla="*/ 1621883 w 5183079"/>
              <a:gd name="connsiteY88" fmla="*/ 4706540 h 5183067"/>
              <a:gd name="connsiteX89" fmla="*/ 1643589 w 5183079"/>
              <a:gd name="connsiteY89" fmla="*/ 4716755 h 5183067"/>
              <a:gd name="connsiteX90" fmla="*/ 1750336 w 5183079"/>
              <a:gd name="connsiteY90" fmla="*/ 4488196 h 5183067"/>
              <a:gd name="connsiteX91" fmla="*/ 1728118 w 5183079"/>
              <a:gd name="connsiteY91" fmla="*/ 4477980 h 5183067"/>
              <a:gd name="connsiteX92" fmla="*/ 3619420 w 5183079"/>
              <a:gd name="connsiteY92" fmla="*/ 4392175 h 5183067"/>
              <a:gd name="connsiteX93" fmla="*/ 3452917 w 5183079"/>
              <a:gd name="connsiteY93" fmla="*/ 4480534 h 5183067"/>
              <a:gd name="connsiteX94" fmla="*/ 3463387 w 5183079"/>
              <a:gd name="connsiteY94" fmla="*/ 4500453 h 5183067"/>
              <a:gd name="connsiteX95" fmla="*/ 3473858 w 5183079"/>
              <a:gd name="connsiteY95" fmla="*/ 4520117 h 5183067"/>
              <a:gd name="connsiteX96" fmla="*/ 3535658 w 5183079"/>
              <a:gd name="connsiteY96" fmla="*/ 4487174 h 5183067"/>
              <a:gd name="connsiteX97" fmla="*/ 3633212 w 5183079"/>
              <a:gd name="connsiteY97" fmla="*/ 4670277 h 5183067"/>
              <a:gd name="connsiteX98" fmla="*/ 3654662 w 5183079"/>
              <a:gd name="connsiteY98" fmla="*/ 4659040 h 5183067"/>
              <a:gd name="connsiteX99" fmla="*/ 3675859 w 5183079"/>
              <a:gd name="connsiteY99" fmla="*/ 4647549 h 5183067"/>
              <a:gd name="connsiteX100" fmla="*/ 3578561 w 5183079"/>
              <a:gd name="connsiteY100" fmla="*/ 4464445 h 5183067"/>
              <a:gd name="connsiteX101" fmla="*/ 3640361 w 5183079"/>
              <a:gd name="connsiteY101" fmla="*/ 4431503 h 5183067"/>
              <a:gd name="connsiteX102" fmla="*/ 3629892 w 5183079"/>
              <a:gd name="connsiteY102" fmla="*/ 4411838 h 5183067"/>
              <a:gd name="connsiteX103" fmla="*/ 1489344 w 5183079"/>
              <a:gd name="connsiteY103" fmla="*/ 4349783 h 5183067"/>
              <a:gd name="connsiteX104" fmla="*/ 1479384 w 5183079"/>
              <a:gd name="connsiteY104" fmla="*/ 4370724 h 5183067"/>
              <a:gd name="connsiteX105" fmla="*/ 1468658 w 5183079"/>
              <a:gd name="connsiteY105" fmla="*/ 4390387 h 5183067"/>
              <a:gd name="connsiteX106" fmla="*/ 1529949 w 5183079"/>
              <a:gd name="connsiteY106" fmla="*/ 4424352 h 5183067"/>
              <a:gd name="connsiteX107" fmla="*/ 1429331 w 5183079"/>
              <a:gd name="connsiteY107" fmla="*/ 4605667 h 5183067"/>
              <a:gd name="connsiteX108" fmla="*/ 1450527 w 5183079"/>
              <a:gd name="connsiteY108" fmla="*/ 4617415 h 5183067"/>
              <a:gd name="connsiteX109" fmla="*/ 1471723 w 5183079"/>
              <a:gd name="connsiteY109" fmla="*/ 4629162 h 5183067"/>
              <a:gd name="connsiteX110" fmla="*/ 1571319 w 5183079"/>
              <a:gd name="connsiteY110" fmla="*/ 4446314 h 5183067"/>
              <a:gd name="connsiteX111" fmla="*/ 1632608 w 5183079"/>
              <a:gd name="connsiteY111" fmla="*/ 4480278 h 5183067"/>
              <a:gd name="connsiteX112" fmla="*/ 1643335 w 5183079"/>
              <a:gd name="connsiteY112" fmla="*/ 4460871 h 5183067"/>
              <a:gd name="connsiteX113" fmla="*/ 1654316 w 5183079"/>
              <a:gd name="connsiteY113" fmla="*/ 4441206 h 5183067"/>
              <a:gd name="connsiteX114" fmla="*/ 3074963 w 5183079"/>
              <a:gd name="connsiteY114" fmla="*/ 4313008 h 5183067"/>
              <a:gd name="connsiteX115" fmla="*/ 3074963 w 5183079"/>
              <a:gd name="connsiteY115" fmla="*/ 4313774 h 5183067"/>
              <a:gd name="connsiteX116" fmla="*/ 3084922 w 5183079"/>
              <a:gd name="connsiteY116" fmla="*/ 4335481 h 5183067"/>
              <a:gd name="connsiteX117" fmla="*/ 3074708 w 5183079"/>
              <a:gd name="connsiteY117" fmla="*/ 4399835 h 5183067"/>
              <a:gd name="connsiteX118" fmla="*/ 3068579 w 5183079"/>
              <a:gd name="connsiteY118" fmla="*/ 4338546 h 5183067"/>
              <a:gd name="connsiteX119" fmla="*/ 3074963 w 5183079"/>
              <a:gd name="connsiteY119" fmla="*/ 4313008 h 5183067"/>
              <a:gd name="connsiteX120" fmla="*/ 2643636 w 5183079"/>
              <a:gd name="connsiteY120" fmla="*/ 4313008 h 5183067"/>
              <a:gd name="connsiteX121" fmla="*/ 2643636 w 5183079"/>
              <a:gd name="connsiteY121" fmla="*/ 4313774 h 5183067"/>
              <a:gd name="connsiteX122" fmla="*/ 2653596 w 5183079"/>
              <a:gd name="connsiteY122" fmla="*/ 4335481 h 5183067"/>
              <a:gd name="connsiteX123" fmla="*/ 2643380 w 5183079"/>
              <a:gd name="connsiteY123" fmla="*/ 4399835 h 5183067"/>
              <a:gd name="connsiteX124" fmla="*/ 2637252 w 5183079"/>
              <a:gd name="connsiteY124" fmla="*/ 4338546 h 5183067"/>
              <a:gd name="connsiteX125" fmla="*/ 2643636 w 5183079"/>
              <a:gd name="connsiteY125" fmla="*/ 4313008 h 5183067"/>
              <a:gd name="connsiteX126" fmla="*/ 3003458 w 5183079"/>
              <a:gd name="connsiteY126" fmla="*/ 4309178 h 5183067"/>
              <a:gd name="connsiteX127" fmla="*/ 3012906 w 5183079"/>
              <a:gd name="connsiteY127" fmla="*/ 4334716 h 5183067"/>
              <a:gd name="connsiteX128" fmla="*/ 3004736 w 5183079"/>
              <a:gd name="connsiteY128" fmla="*/ 4397793 h 5183067"/>
              <a:gd name="connsiteX129" fmla="*/ 2992732 w 5183079"/>
              <a:gd name="connsiteY129" fmla="*/ 4336758 h 5183067"/>
              <a:gd name="connsiteX130" fmla="*/ 3003458 w 5183079"/>
              <a:gd name="connsiteY130" fmla="*/ 4309944 h 5183067"/>
              <a:gd name="connsiteX131" fmla="*/ 2572131 w 5183079"/>
              <a:gd name="connsiteY131" fmla="*/ 4309178 h 5183067"/>
              <a:gd name="connsiteX132" fmla="*/ 2581580 w 5183079"/>
              <a:gd name="connsiteY132" fmla="*/ 4334716 h 5183067"/>
              <a:gd name="connsiteX133" fmla="*/ 2573663 w 5183079"/>
              <a:gd name="connsiteY133" fmla="*/ 4399070 h 5183067"/>
              <a:gd name="connsiteX134" fmla="*/ 2561404 w 5183079"/>
              <a:gd name="connsiteY134" fmla="*/ 4336758 h 5183067"/>
              <a:gd name="connsiteX135" fmla="*/ 2572131 w 5183079"/>
              <a:gd name="connsiteY135" fmla="*/ 4309944 h 5183067"/>
              <a:gd name="connsiteX136" fmla="*/ 2137611 w 5183079"/>
              <a:gd name="connsiteY136" fmla="*/ 4308891 h 5183067"/>
              <a:gd name="connsiteX137" fmla="*/ 2145656 w 5183079"/>
              <a:gd name="connsiteY137" fmla="*/ 4312498 h 5183067"/>
              <a:gd name="connsiteX138" fmla="*/ 2147443 w 5183079"/>
              <a:gd name="connsiteY138" fmla="*/ 4395239 h 5183067"/>
              <a:gd name="connsiteX139" fmla="*/ 2131864 w 5183079"/>
              <a:gd name="connsiteY139" fmla="*/ 4395239 h 5183067"/>
              <a:gd name="connsiteX140" fmla="*/ 2131864 w 5183079"/>
              <a:gd name="connsiteY140" fmla="*/ 4310966 h 5183067"/>
              <a:gd name="connsiteX141" fmla="*/ 2131864 w 5183079"/>
              <a:gd name="connsiteY141" fmla="*/ 4310455 h 5183067"/>
              <a:gd name="connsiteX142" fmla="*/ 2137611 w 5183079"/>
              <a:gd name="connsiteY142" fmla="*/ 4308891 h 5183067"/>
              <a:gd name="connsiteX143" fmla="*/ 2206945 w 5183079"/>
              <a:gd name="connsiteY143" fmla="*/ 4304582 h 5183067"/>
              <a:gd name="connsiteX144" fmla="*/ 2214096 w 5183079"/>
              <a:gd name="connsiteY144" fmla="*/ 4334716 h 5183067"/>
              <a:gd name="connsiteX145" fmla="*/ 2206945 w 5183079"/>
              <a:gd name="connsiteY145" fmla="*/ 4394729 h 5183067"/>
              <a:gd name="connsiteX146" fmla="*/ 2199284 w 5183079"/>
              <a:gd name="connsiteY146" fmla="*/ 4334716 h 5183067"/>
              <a:gd name="connsiteX147" fmla="*/ 2206945 w 5183079"/>
              <a:gd name="connsiteY147" fmla="*/ 4304582 h 5183067"/>
              <a:gd name="connsiteX148" fmla="*/ 2165064 w 5183079"/>
              <a:gd name="connsiteY148" fmla="*/ 4298708 h 5183067"/>
              <a:gd name="connsiteX149" fmla="*/ 2165120 w 5183079"/>
              <a:gd name="connsiteY149" fmla="*/ 4300428 h 5183067"/>
              <a:gd name="connsiteX150" fmla="*/ 2165064 w 5183079"/>
              <a:gd name="connsiteY150" fmla="*/ 4300496 h 5183067"/>
              <a:gd name="connsiteX151" fmla="*/ 2169252 w 5183079"/>
              <a:gd name="connsiteY151" fmla="*/ 4295362 h 5183067"/>
              <a:gd name="connsiteX152" fmla="*/ 2182939 w 5183079"/>
              <a:gd name="connsiteY152" fmla="*/ 4298708 h 5183067"/>
              <a:gd name="connsiteX153" fmla="*/ 2186005 w 5183079"/>
              <a:gd name="connsiteY153" fmla="*/ 4400858 h 5183067"/>
              <a:gd name="connsiteX154" fmla="*/ 2168384 w 5183079"/>
              <a:gd name="connsiteY154" fmla="*/ 4400858 h 5183067"/>
              <a:gd name="connsiteX155" fmla="*/ 2165120 w 5183079"/>
              <a:gd name="connsiteY155" fmla="*/ 4300428 h 5183067"/>
              <a:gd name="connsiteX156" fmla="*/ 3042274 w 5183079"/>
              <a:gd name="connsiteY156" fmla="*/ 4291557 h 5183067"/>
              <a:gd name="connsiteX157" fmla="*/ 3051467 w 5183079"/>
              <a:gd name="connsiteY157" fmla="*/ 4329863 h 5183067"/>
              <a:gd name="connsiteX158" fmla="*/ 3040742 w 5183079"/>
              <a:gd name="connsiteY158" fmla="*/ 4404177 h 5183067"/>
              <a:gd name="connsiteX159" fmla="*/ 3029761 w 5183079"/>
              <a:gd name="connsiteY159" fmla="*/ 4328842 h 5183067"/>
              <a:gd name="connsiteX160" fmla="*/ 3042274 w 5183079"/>
              <a:gd name="connsiteY160" fmla="*/ 4291557 h 5183067"/>
              <a:gd name="connsiteX161" fmla="*/ 2610947 w 5183079"/>
              <a:gd name="connsiteY161" fmla="*/ 4291557 h 5183067"/>
              <a:gd name="connsiteX162" fmla="*/ 2620142 w 5183079"/>
              <a:gd name="connsiteY162" fmla="*/ 4329863 h 5183067"/>
              <a:gd name="connsiteX163" fmla="*/ 2609415 w 5183079"/>
              <a:gd name="connsiteY163" fmla="*/ 4404177 h 5183067"/>
              <a:gd name="connsiteX164" fmla="*/ 2598434 w 5183079"/>
              <a:gd name="connsiteY164" fmla="*/ 4328842 h 5183067"/>
              <a:gd name="connsiteX165" fmla="*/ 2610947 w 5183079"/>
              <a:gd name="connsiteY165" fmla="*/ 4291557 h 5183067"/>
              <a:gd name="connsiteX166" fmla="*/ 1921692 w 5183079"/>
              <a:gd name="connsiteY166" fmla="*/ 4283640 h 5183067"/>
              <a:gd name="connsiteX167" fmla="*/ 1922948 w 5183079"/>
              <a:gd name="connsiteY167" fmla="*/ 4284793 h 5183067"/>
              <a:gd name="connsiteX168" fmla="*/ 1920926 w 5183079"/>
              <a:gd name="connsiteY168" fmla="*/ 4284662 h 5183067"/>
              <a:gd name="connsiteX169" fmla="*/ 3813761 w 5183079"/>
              <a:gd name="connsiteY169" fmla="*/ 4269850 h 5183067"/>
              <a:gd name="connsiteX170" fmla="*/ 3670495 w 5183079"/>
              <a:gd name="connsiteY170" fmla="*/ 4362807 h 5183067"/>
              <a:gd name="connsiteX171" fmla="*/ 3807887 w 5183079"/>
              <a:gd name="connsiteY171" fmla="*/ 4574257 h 5183067"/>
              <a:gd name="connsiteX172" fmla="*/ 3954983 w 5183079"/>
              <a:gd name="connsiteY172" fmla="*/ 4477725 h 5183067"/>
              <a:gd name="connsiteX173" fmla="*/ 3942725 w 5183079"/>
              <a:gd name="connsiteY173" fmla="*/ 4458827 h 5183067"/>
              <a:gd name="connsiteX174" fmla="*/ 3930722 w 5183079"/>
              <a:gd name="connsiteY174" fmla="*/ 4440185 h 5183067"/>
              <a:gd name="connsiteX175" fmla="*/ 3823720 w 5183079"/>
              <a:gd name="connsiteY175" fmla="*/ 4509647 h 5183067"/>
              <a:gd name="connsiteX176" fmla="*/ 3787713 w 5183079"/>
              <a:gd name="connsiteY176" fmla="*/ 4454741 h 5183067"/>
              <a:gd name="connsiteX177" fmla="*/ 3883734 w 5183079"/>
              <a:gd name="connsiteY177" fmla="*/ 4393451 h 5183067"/>
              <a:gd name="connsiteX178" fmla="*/ 3871986 w 5183079"/>
              <a:gd name="connsiteY178" fmla="*/ 4375065 h 5183067"/>
              <a:gd name="connsiteX179" fmla="*/ 3860240 w 5183079"/>
              <a:gd name="connsiteY179" fmla="*/ 4356933 h 5183067"/>
              <a:gd name="connsiteX180" fmla="*/ 3764984 w 5183079"/>
              <a:gd name="connsiteY180" fmla="*/ 4418734 h 5183067"/>
              <a:gd name="connsiteX181" fmla="*/ 3735871 w 5183079"/>
              <a:gd name="connsiteY181" fmla="*/ 4373788 h 5183067"/>
              <a:gd name="connsiteX182" fmla="*/ 3838021 w 5183079"/>
              <a:gd name="connsiteY182" fmla="*/ 4307391 h 5183067"/>
              <a:gd name="connsiteX183" fmla="*/ 3826019 w 5183079"/>
              <a:gd name="connsiteY183" fmla="*/ 4288493 h 5183067"/>
              <a:gd name="connsiteX184" fmla="*/ 1311858 w 5183079"/>
              <a:gd name="connsiteY184" fmla="*/ 4244313 h 5183067"/>
              <a:gd name="connsiteX185" fmla="*/ 1257975 w 5183079"/>
              <a:gd name="connsiteY185" fmla="*/ 4277001 h 5183067"/>
              <a:gd name="connsiteX186" fmla="*/ 1244440 w 5183079"/>
              <a:gd name="connsiteY186" fmla="*/ 4326799 h 5183067"/>
              <a:gd name="connsiteX187" fmla="*/ 1287087 w 5183079"/>
              <a:gd name="connsiteY187" fmla="*/ 4393707 h 5183067"/>
              <a:gd name="connsiteX188" fmla="*/ 1310582 w 5183079"/>
              <a:gd name="connsiteY188" fmla="*/ 4427927 h 5183067"/>
              <a:gd name="connsiteX189" fmla="*/ 1305985 w 5183079"/>
              <a:gd name="connsiteY189" fmla="*/ 4450400 h 5183067"/>
              <a:gd name="connsiteX190" fmla="*/ 1282236 w 5183079"/>
              <a:gd name="connsiteY190" fmla="*/ 4461125 h 5183067"/>
              <a:gd name="connsiteX191" fmla="*/ 1248015 w 5183079"/>
              <a:gd name="connsiteY191" fmla="*/ 4446314 h 5183067"/>
              <a:gd name="connsiteX192" fmla="*/ 1226053 w 5183079"/>
              <a:gd name="connsiteY192" fmla="*/ 4416946 h 5183067"/>
              <a:gd name="connsiteX193" fmla="*/ 1233203 w 5183079"/>
              <a:gd name="connsiteY193" fmla="*/ 4384003 h 5183067"/>
              <a:gd name="connsiteX194" fmla="*/ 1195408 w 5183079"/>
              <a:gd name="connsiteY194" fmla="*/ 4356678 h 5183067"/>
              <a:gd name="connsiteX195" fmla="*/ 1179830 w 5183079"/>
              <a:gd name="connsiteY195" fmla="*/ 4423075 h 5183067"/>
              <a:gd name="connsiteX196" fmla="*/ 1222477 w 5183079"/>
              <a:gd name="connsiteY196" fmla="*/ 4481556 h 5183067"/>
              <a:gd name="connsiteX197" fmla="*/ 1291173 w 5183079"/>
              <a:gd name="connsiteY197" fmla="*/ 4505561 h 5183067"/>
              <a:gd name="connsiteX198" fmla="*/ 1345057 w 5183079"/>
              <a:gd name="connsiteY198" fmla="*/ 4474916 h 5183067"/>
              <a:gd name="connsiteX199" fmla="*/ 1361401 w 5183079"/>
              <a:gd name="connsiteY199" fmla="*/ 4423841 h 5183067"/>
              <a:gd name="connsiteX200" fmla="*/ 1323350 w 5183079"/>
              <a:gd name="connsiteY200" fmla="*/ 4361019 h 5183067"/>
              <a:gd name="connsiteX201" fmla="*/ 1295004 w 5183079"/>
              <a:gd name="connsiteY201" fmla="*/ 4322203 h 5183067"/>
              <a:gd name="connsiteX202" fmla="*/ 1296536 w 5183079"/>
              <a:gd name="connsiteY202" fmla="*/ 4301772 h 5183067"/>
              <a:gd name="connsiteX203" fmla="*/ 1319264 w 5183079"/>
              <a:gd name="connsiteY203" fmla="*/ 4287982 h 5183067"/>
              <a:gd name="connsiteX204" fmla="*/ 1347866 w 5183079"/>
              <a:gd name="connsiteY204" fmla="*/ 4297686 h 5183067"/>
              <a:gd name="connsiteX205" fmla="*/ 1369573 w 5183079"/>
              <a:gd name="connsiteY205" fmla="*/ 4326544 h 5183067"/>
              <a:gd name="connsiteX206" fmla="*/ 1364721 w 5183079"/>
              <a:gd name="connsiteY206" fmla="*/ 4358210 h 5183067"/>
              <a:gd name="connsiteX207" fmla="*/ 1402771 w 5183079"/>
              <a:gd name="connsiteY207" fmla="*/ 4386046 h 5183067"/>
              <a:gd name="connsiteX208" fmla="*/ 1402771 w 5183079"/>
              <a:gd name="connsiteY208" fmla="*/ 4385535 h 5183067"/>
              <a:gd name="connsiteX209" fmla="*/ 1416307 w 5183079"/>
              <a:gd name="connsiteY209" fmla="*/ 4321181 h 5183067"/>
              <a:gd name="connsiteX210" fmla="*/ 1378001 w 5183079"/>
              <a:gd name="connsiteY210" fmla="*/ 4265764 h 5183067"/>
              <a:gd name="connsiteX211" fmla="*/ 1311858 w 5183079"/>
              <a:gd name="connsiteY211" fmla="*/ 4244313 h 5183067"/>
              <a:gd name="connsiteX212" fmla="*/ 4008101 w 5183079"/>
              <a:gd name="connsiteY212" fmla="*/ 4130927 h 5183067"/>
              <a:gd name="connsiteX213" fmla="*/ 3940171 w 5183079"/>
              <a:gd name="connsiteY213" fmla="*/ 4156464 h 5183067"/>
              <a:gd name="connsiteX214" fmla="*/ 3903908 w 5183079"/>
              <a:gd name="connsiteY214" fmla="*/ 4233077 h 5183067"/>
              <a:gd name="connsiteX215" fmla="*/ 3944769 w 5183079"/>
              <a:gd name="connsiteY215" fmla="*/ 4326799 h 5183067"/>
              <a:gd name="connsiteX216" fmla="*/ 4028786 w 5183079"/>
              <a:gd name="connsiteY216" fmla="*/ 4381704 h 5183067"/>
              <a:gd name="connsiteX217" fmla="*/ 4147280 w 5183079"/>
              <a:gd name="connsiteY217" fmla="*/ 4295132 h 5183067"/>
              <a:gd name="connsiteX218" fmla="*/ 4146769 w 5183079"/>
              <a:gd name="connsiteY218" fmla="*/ 4294622 h 5183067"/>
              <a:gd name="connsiteX219" fmla="*/ 4125573 w 5183079"/>
              <a:gd name="connsiteY219" fmla="*/ 4222606 h 5183067"/>
              <a:gd name="connsiteX220" fmla="*/ 4088289 w 5183079"/>
              <a:gd name="connsiteY220" fmla="*/ 4253762 h 5183067"/>
              <a:gd name="connsiteX221" fmla="*/ 4099270 w 5183079"/>
              <a:gd name="connsiteY221" fmla="*/ 4292068 h 5183067"/>
              <a:gd name="connsiteX222" fmla="*/ 4097431 w 5183079"/>
              <a:gd name="connsiteY222" fmla="*/ 4300598 h 5183067"/>
              <a:gd name="connsiteX223" fmla="*/ 4033638 w 5183079"/>
              <a:gd name="connsiteY223" fmla="*/ 4334460 h 5183067"/>
              <a:gd name="connsiteX224" fmla="*/ 3982564 w 5183079"/>
              <a:gd name="connsiteY224" fmla="*/ 4295644 h 5183067"/>
              <a:gd name="connsiteX225" fmla="*/ 3952430 w 5183079"/>
              <a:gd name="connsiteY225" fmla="*/ 4236141 h 5183067"/>
              <a:gd name="connsiteX226" fmla="*/ 3969795 w 5183079"/>
              <a:gd name="connsiteY226" fmla="*/ 4190940 h 5183067"/>
              <a:gd name="connsiteX227" fmla="*/ 4004525 w 5183079"/>
              <a:gd name="connsiteY227" fmla="*/ 4177661 h 5183067"/>
              <a:gd name="connsiteX228" fmla="*/ 4037724 w 5183079"/>
              <a:gd name="connsiteY228" fmla="*/ 4191962 h 5183067"/>
              <a:gd name="connsiteX229" fmla="*/ 4075009 w 5183079"/>
              <a:gd name="connsiteY229" fmla="*/ 4160806 h 5183067"/>
              <a:gd name="connsiteX230" fmla="*/ 4008101 w 5183079"/>
              <a:gd name="connsiteY230" fmla="*/ 4130927 h 5183067"/>
              <a:gd name="connsiteX231" fmla="*/ 2673457 w 5183079"/>
              <a:gd name="connsiteY231" fmla="*/ 4121934 h 5183067"/>
              <a:gd name="connsiteX232" fmla="*/ 2673968 w 5183079"/>
              <a:gd name="connsiteY232" fmla="*/ 4121934 h 5183067"/>
              <a:gd name="connsiteX233" fmla="*/ 2673968 w 5183079"/>
              <a:gd name="connsiteY233" fmla="*/ 4190119 h 5183067"/>
              <a:gd name="connsiteX234" fmla="*/ 2615998 w 5183079"/>
              <a:gd name="connsiteY234" fmla="*/ 4190119 h 5183067"/>
              <a:gd name="connsiteX235" fmla="*/ 2815757 w 5183079"/>
              <a:gd name="connsiteY235" fmla="*/ 4109220 h 5183067"/>
              <a:gd name="connsiteX236" fmla="*/ 2853552 w 5183079"/>
              <a:gd name="connsiteY236" fmla="*/ 4169489 h 5183067"/>
              <a:gd name="connsiteX237" fmla="*/ 2815757 w 5183079"/>
              <a:gd name="connsiteY237" fmla="*/ 4229757 h 5183067"/>
              <a:gd name="connsiteX238" fmla="*/ 2777962 w 5183079"/>
              <a:gd name="connsiteY238" fmla="*/ 4169489 h 5183067"/>
              <a:gd name="connsiteX239" fmla="*/ 2815757 w 5183079"/>
              <a:gd name="connsiteY239" fmla="*/ 4109220 h 5183067"/>
              <a:gd name="connsiteX240" fmla="*/ 2501392 w 5183079"/>
              <a:gd name="connsiteY240" fmla="*/ 4109220 h 5183067"/>
              <a:gd name="connsiteX241" fmla="*/ 2537910 w 5183079"/>
              <a:gd name="connsiteY241" fmla="*/ 4141398 h 5183067"/>
              <a:gd name="connsiteX242" fmla="*/ 2537859 w 5183079"/>
              <a:gd name="connsiteY242" fmla="*/ 4147297 h 5183067"/>
              <a:gd name="connsiteX243" fmla="*/ 2503180 w 5183079"/>
              <a:gd name="connsiteY243" fmla="*/ 4175618 h 5183067"/>
              <a:gd name="connsiteX244" fmla="*/ 2466661 w 5183079"/>
              <a:gd name="connsiteY244" fmla="*/ 4142930 h 5183067"/>
              <a:gd name="connsiteX245" fmla="*/ 2466711 w 5183079"/>
              <a:gd name="connsiteY245" fmla="*/ 4139253 h 5183067"/>
              <a:gd name="connsiteX246" fmla="*/ 2501392 w 5183079"/>
              <a:gd name="connsiteY246" fmla="*/ 4109220 h 5183067"/>
              <a:gd name="connsiteX247" fmla="*/ 2494292 w 5183079"/>
              <a:gd name="connsiteY247" fmla="*/ 4093693 h 5183067"/>
              <a:gd name="connsiteX248" fmla="*/ 2443677 w 5183079"/>
              <a:gd name="connsiteY248" fmla="*/ 4145228 h 5183067"/>
              <a:gd name="connsiteX249" fmla="*/ 2443933 w 5183079"/>
              <a:gd name="connsiteY249" fmla="*/ 4148650 h 5183067"/>
              <a:gd name="connsiteX250" fmla="*/ 2500371 w 5183079"/>
              <a:gd name="connsiteY250" fmla="*/ 4193749 h 5183067"/>
              <a:gd name="connsiteX251" fmla="*/ 2541741 w 5183079"/>
              <a:gd name="connsiteY251" fmla="*/ 4175873 h 5183067"/>
              <a:gd name="connsiteX252" fmla="*/ 2498327 w 5183079"/>
              <a:gd name="connsiteY252" fmla="*/ 4232055 h 5183067"/>
              <a:gd name="connsiteX253" fmla="*/ 2493015 w 5183079"/>
              <a:gd name="connsiteY253" fmla="*/ 4232514 h 5183067"/>
              <a:gd name="connsiteX254" fmla="*/ 2467938 w 5183079"/>
              <a:gd name="connsiteY254" fmla="*/ 4206518 h 5183067"/>
              <a:gd name="connsiteX255" fmla="*/ 2445209 w 5183079"/>
              <a:gd name="connsiteY255" fmla="*/ 4206518 h 5183067"/>
              <a:gd name="connsiteX256" fmla="*/ 2498839 w 5183079"/>
              <a:gd name="connsiteY256" fmla="*/ 4246867 h 5183067"/>
              <a:gd name="connsiteX257" fmla="*/ 2498839 w 5183079"/>
              <a:gd name="connsiteY257" fmla="*/ 4247633 h 5183067"/>
              <a:gd name="connsiteX258" fmla="*/ 2564980 w 5183079"/>
              <a:gd name="connsiteY258" fmla="*/ 4163870 h 5183067"/>
              <a:gd name="connsiteX259" fmla="*/ 2501647 w 5183079"/>
              <a:gd name="connsiteY259" fmla="*/ 4094153 h 5183067"/>
              <a:gd name="connsiteX260" fmla="*/ 2494292 w 5183079"/>
              <a:gd name="connsiteY260" fmla="*/ 4093693 h 5183067"/>
              <a:gd name="connsiteX261" fmla="*/ 2815758 w 5183079"/>
              <a:gd name="connsiteY261" fmla="*/ 4093387 h 5183067"/>
              <a:gd name="connsiteX262" fmla="*/ 2753957 w 5183079"/>
              <a:gd name="connsiteY262" fmla="*/ 4169999 h 5183067"/>
              <a:gd name="connsiteX263" fmla="*/ 2815758 w 5183079"/>
              <a:gd name="connsiteY263" fmla="*/ 4246611 h 5183067"/>
              <a:gd name="connsiteX264" fmla="*/ 2815758 w 5183079"/>
              <a:gd name="connsiteY264" fmla="*/ 4247633 h 5183067"/>
              <a:gd name="connsiteX265" fmla="*/ 2877558 w 5183079"/>
              <a:gd name="connsiteY265" fmla="*/ 4169999 h 5183067"/>
              <a:gd name="connsiteX266" fmla="*/ 2815758 w 5183079"/>
              <a:gd name="connsiteY266" fmla="*/ 4093387 h 5183067"/>
              <a:gd name="connsiteX267" fmla="*/ 2678110 w 5183079"/>
              <a:gd name="connsiteY267" fmla="*/ 4092366 h 5183067"/>
              <a:gd name="connsiteX268" fmla="*/ 2595625 w 5183079"/>
              <a:gd name="connsiteY268" fmla="*/ 4187620 h 5183067"/>
              <a:gd name="connsiteX269" fmla="*/ 2595625 w 5183079"/>
              <a:gd name="connsiteY269" fmla="*/ 4206007 h 5183067"/>
              <a:gd name="connsiteX270" fmla="*/ 2674281 w 5183079"/>
              <a:gd name="connsiteY270" fmla="*/ 4206007 h 5183067"/>
              <a:gd name="connsiteX271" fmla="*/ 2674281 w 5183079"/>
              <a:gd name="connsiteY271" fmla="*/ 4242781 h 5183067"/>
              <a:gd name="connsiteX272" fmla="*/ 2697008 w 5183079"/>
              <a:gd name="connsiteY272" fmla="*/ 4242781 h 5183067"/>
              <a:gd name="connsiteX273" fmla="*/ 2697008 w 5183079"/>
              <a:gd name="connsiteY273" fmla="*/ 4206007 h 5183067"/>
              <a:gd name="connsiteX274" fmla="*/ 2722545 w 5183079"/>
              <a:gd name="connsiteY274" fmla="*/ 4206007 h 5183067"/>
              <a:gd name="connsiteX275" fmla="*/ 2722545 w 5183079"/>
              <a:gd name="connsiteY275" fmla="*/ 4189918 h 5183067"/>
              <a:gd name="connsiteX276" fmla="*/ 2697008 w 5183079"/>
              <a:gd name="connsiteY276" fmla="*/ 4189918 h 5183067"/>
              <a:gd name="connsiteX277" fmla="*/ 2697008 w 5183079"/>
              <a:gd name="connsiteY277" fmla="*/ 4092366 h 5183067"/>
              <a:gd name="connsiteX278" fmla="*/ 2350976 w 5183079"/>
              <a:gd name="connsiteY278" fmla="*/ 4091344 h 5183067"/>
              <a:gd name="connsiteX279" fmla="*/ 2302456 w 5183079"/>
              <a:gd name="connsiteY279" fmla="*/ 4119946 h 5183067"/>
              <a:gd name="connsiteX280" fmla="*/ 2302456 w 5183079"/>
              <a:gd name="connsiteY280" fmla="*/ 4136035 h 5183067"/>
              <a:gd name="connsiteX281" fmla="*/ 2344592 w 5183079"/>
              <a:gd name="connsiteY281" fmla="*/ 4136035 h 5183067"/>
              <a:gd name="connsiteX282" fmla="*/ 2344592 w 5183079"/>
              <a:gd name="connsiteY282" fmla="*/ 4242781 h 5183067"/>
              <a:gd name="connsiteX283" fmla="*/ 2368597 w 5183079"/>
              <a:gd name="connsiteY283" fmla="*/ 4242781 h 5183067"/>
              <a:gd name="connsiteX284" fmla="*/ 2368597 w 5183079"/>
              <a:gd name="connsiteY284" fmla="*/ 4091344 h 5183067"/>
              <a:gd name="connsiteX285" fmla="*/ 1108580 w 5183079"/>
              <a:gd name="connsiteY285" fmla="*/ 4047676 h 5183067"/>
              <a:gd name="connsiteX286" fmla="*/ 936458 w 5183079"/>
              <a:gd name="connsiteY286" fmla="*/ 4232056 h 5183067"/>
              <a:gd name="connsiteX287" fmla="*/ 953058 w 5183079"/>
              <a:gd name="connsiteY287" fmla="*/ 4247633 h 5183067"/>
              <a:gd name="connsiteX288" fmla="*/ 969657 w 5183079"/>
              <a:gd name="connsiteY288" fmla="*/ 4263977 h 5183067"/>
              <a:gd name="connsiteX289" fmla="*/ 1093513 w 5183079"/>
              <a:gd name="connsiteY289" fmla="*/ 4130927 h 5183067"/>
              <a:gd name="connsiteX290" fmla="*/ 1039630 w 5183079"/>
              <a:gd name="connsiteY290" fmla="*/ 4329353 h 5183067"/>
              <a:gd name="connsiteX291" fmla="*/ 1057250 w 5183079"/>
              <a:gd name="connsiteY291" fmla="*/ 4345697 h 5183067"/>
              <a:gd name="connsiteX292" fmla="*/ 1074871 w 5183079"/>
              <a:gd name="connsiteY292" fmla="*/ 4361275 h 5183067"/>
              <a:gd name="connsiteX293" fmla="*/ 1246738 w 5183079"/>
              <a:gd name="connsiteY293" fmla="*/ 4176639 h 5183067"/>
              <a:gd name="connsiteX294" fmla="*/ 1230139 w 5183079"/>
              <a:gd name="connsiteY294" fmla="*/ 4161317 h 5183067"/>
              <a:gd name="connsiteX295" fmla="*/ 1213795 w 5183079"/>
              <a:gd name="connsiteY295" fmla="*/ 4145994 h 5183067"/>
              <a:gd name="connsiteX296" fmla="*/ 1093003 w 5183079"/>
              <a:gd name="connsiteY296" fmla="*/ 4275469 h 5183067"/>
              <a:gd name="connsiteX297" fmla="*/ 1145610 w 5183079"/>
              <a:gd name="connsiteY297" fmla="*/ 4082406 h 5183067"/>
              <a:gd name="connsiteX298" fmla="*/ 1126967 w 5183079"/>
              <a:gd name="connsiteY298" fmla="*/ 4065041 h 5183067"/>
              <a:gd name="connsiteX299" fmla="*/ 1027116 w 5183079"/>
              <a:gd name="connsiteY299" fmla="*/ 3958805 h 5183067"/>
              <a:gd name="connsiteX300" fmla="*/ 839671 w 5183079"/>
              <a:gd name="connsiteY300" fmla="*/ 4127607 h 5183067"/>
              <a:gd name="connsiteX301" fmla="*/ 856016 w 5183079"/>
              <a:gd name="connsiteY301" fmla="*/ 4145484 h 5183067"/>
              <a:gd name="connsiteX302" fmla="*/ 872104 w 5183079"/>
              <a:gd name="connsiteY302" fmla="*/ 4163615 h 5183067"/>
              <a:gd name="connsiteX303" fmla="*/ 1059549 w 5183079"/>
              <a:gd name="connsiteY303" fmla="*/ 3994813 h 5183067"/>
              <a:gd name="connsiteX304" fmla="*/ 1043460 w 5183079"/>
              <a:gd name="connsiteY304" fmla="*/ 3976682 h 5183067"/>
              <a:gd name="connsiteX305" fmla="*/ 4194013 w 5183079"/>
              <a:gd name="connsiteY305" fmla="*/ 3909518 h 5183067"/>
              <a:gd name="connsiteX306" fmla="*/ 4177926 w 5183079"/>
              <a:gd name="connsiteY306" fmla="*/ 3927650 h 5183067"/>
              <a:gd name="connsiteX307" fmla="*/ 4161581 w 5183079"/>
              <a:gd name="connsiteY307" fmla="*/ 3945526 h 5183067"/>
              <a:gd name="connsiteX308" fmla="*/ 4231809 w 5183079"/>
              <a:gd name="connsiteY308" fmla="*/ 4008858 h 5183067"/>
              <a:gd name="connsiteX309" fmla="*/ 4171286 w 5183079"/>
              <a:gd name="connsiteY309" fmla="*/ 4076277 h 5183067"/>
              <a:gd name="connsiteX310" fmla="*/ 4101058 w 5183079"/>
              <a:gd name="connsiteY310" fmla="*/ 4012944 h 5183067"/>
              <a:gd name="connsiteX311" fmla="*/ 4084713 w 5183079"/>
              <a:gd name="connsiteY311" fmla="*/ 4031076 h 5183067"/>
              <a:gd name="connsiteX312" fmla="*/ 4068625 w 5183079"/>
              <a:gd name="connsiteY312" fmla="*/ 4048952 h 5183067"/>
              <a:gd name="connsiteX313" fmla="*/ 4255559 w 5183079"/>
              <a:gd name="connsiteY313" fmla="*/ 4218265 h 5183067"/>
              <a:gd name="connsiteX314" fmla="*/ 4271647 w 5183079"/>
              <a:gd name="connsiteY314" fmla="*/ 4200134 h 5183067"/>
              <a:gd name="connsiteX315" fmla="*/ 4287992 w 5183079"/>
              <a:gd name="connsiteY315" fmla="*/ 4182257 h 5183067"/>
              <a:gd name="connsiteX316" fmla="*/ 4202952 w 5183079"/>
              <a:gd name="connsiteY316" fmla="*/ 4105645 h 5183067"/>
              <a:gd name="connsiteX317" fmla="*/ 4263731 w 5183079"/>
              <a:gd name="connsiteY317" fmla="*/ 4038226 h 5183067"/>
              <a:gd name="connsiteX318" fmla="*/ 4348516 w 5183079"/>
              <a:gd name="connsiteY318" fmla="*/ 4114838 h 5183067"/>
              <a:gd name="connsiteX319" fmla="*/ 4364858 w 5183079"/>
              <a:gd name="connsiteY319" fmla="*/ 4096707 h 5183067"/>
              <a:gd name="connsiteX320" fmla="*/ 4381458 w 5183079"/>
              <a:gd name="connsiteY320" fmla="*/ 4078320 h 5183067"/>
              <a:gd name="connsiteX321" fmla="*/ 2588474 w 5183079"/>
              <a:gd name="connsiteY321" fmla="*/ 3783363 h 5183067"/>
              <a:gd name="connsiteX322" fmla="*/ 2607117 w 5183079"/>
              <a:gd name="connsiteY322" fmla="*/ 3806857 h 5183067"/>
              <a:gd name="connsiteX323" fmla="*/ 2627547 w 5183079"/>
              <a:gd name="connsiteY323" fmla="*/ 3826522 h 5183067"/>
              <a:gd name="connsiteX324" fmla="*/ 2621928 w 5183079"/>
              <a:gd name="connsiteY324" fmla="*/ 3832650 h 5183067"/>
              <a:gd name="connsiteX325" fmla="*/ 2621928 w 5183079"/>
              <a:gd name="connsiteY325" fmla="*/ 3989961 h 5183067"/>
              <a:gd name="connsiteX326" fmla="*/ 2701095 w 5183079"/>
              <a:gd name="connsiteY326" fmla="*/ 4003751 h 5183067"/>
              <a:gd name="connsiteX327" fmla="*/ 2762639 w 5183079"/>
              <a:gd name="connsiteY327" fmla="*/ 4041291 h 5183067"/>
              <a:gd name="connsiteX328" fmla="*/ 2822398 w 5183079"/>
              <a:gd name="connsiteY328" fmla="*/ 4057890 h 5183067"/>
              <a:gd name="connsiteX329" fmla="*/ 2852787 w 5183079"/>
              <a:gd name="connsiteY329" fmla="*/ 4087514 h 5183067"/>
              <a:gd name="connsiteX330" fmla="*/ 2886751 w 5183079"/>
              <a:gd name="connsiteY330" fmla="*/ 4090578 h 5183067"/>
              <a:gd name="connsiteX331" fmla="*/ 2934252 w 5183079"/>
              <a:gd name="connsiteY331" fmla="*/ 4126075 h 5183067"/>
              <a:gd name="connsiteX332" fmla="*/ 2971026 w 5183079"/>
              <a:gd name="connsiteY332" fmla="*/ 4148803 h 5183067"/>
              <a:gd name="connsiteX333" fmla="*/ 2989412 w 5183079"/>
              <a:gd name="connsiteY333" fmla="*/ 4171787 h 5183067"/>
              <a:gd name="connsiteX334" fmla="*/ 3023633 w 5183079"/>
              <a:gd name="connsiteY334" fmla="*/ 4185577 h 5183067"/>
              <a:gd name="connsiteX335" fmla="*/ 3062449 w 5183079"/>
              <a:gd name="connsiteY335" fmla="*/ 4190174 h 5183067"/>
              <a:gd name="connsiteX336" fmla="*/ 3113523 w 5183079"/>
              <a:gd name="connsiteY336" fmla="*/ 4210603 h 5183067"/>
              <a:gd name="connsiteX337" fmla="*/ 3187327 w 5183079"/>
              <a:gd name="connsiteY337" fmla="*/ 4251719 h 5183067"/>
              <a:gd name="connsiteX338" fmla="*/ 3330592 w 5183079"/>
              <a:gd name="connsiteY338" fmla="*/ 4275979 h 5183067"/>
              <a:gd name="connsiteX339" fmla="*/ 1866020 w 5183079"/>
              <a:gd name="connsiteY339" fmla="*/ 4277512 h 5183067"/>
              <a:gd name="connsiteX340" fmla="*/ 2040951 w 5183079"/>
              <a:gd name="connsiteY340" fmla="*/ 4257082 h 5183067"/>
              <a:gd name="connsiteX341" fmla="*/ 2117563 w 5183079"/>
              <a:gd name="connsiteY341" fmla="*/ 4215967 h 5183067"/>
              <a:gd name="connsiteX342" fmla="*/ 2158680 w 5183079"/>
              <a:gd name="connsiteY342" fmla="*/ 4177149 h 5183067"/>
              <a:gd name="connsiteX343" fmla="*/ 2199795 w 5183079"/>
              <a:gd name="connsiteY343" fmla="*/ 4156464 h 5183067"/>
              <a:gd name="connsiteX344" fmla="*/ 2236569 w 5183079"/>
              <a:gd name="connsiteY344" fmla="*/ 4135779 h 5183067"/>
              <a:gd name="connsiteX345" fmla="*/ 2268491 w 5183079"/>
              <a:gd name="connsiteY345" fmla="*/ 4094664 h 5183067"/>
              <a:gd name="connsiteX346" fmla="*/ 2316501 w 5183079"/>
              <a:gd name="connsiteY346" fmla="*/ 4076277 h 5183067"/>
              <a:gd name="connsiteX347" fmla="*/ 2362212 w 5183079"/>
              <a:gd name="connsiteY347" fmla="*/ 4044355 h 5183067"/>
              <a:gd name="connsiteX348" fmla="*/ 2421715 w 5183079"/>
              <a:gd name="connsiteY348" fmla="*/ 4028267 h 5183067"/>
              <a:gd name="connsiteX349" fmla="*/ 2474322 w 5183079"/>
              <a:gd name="connsiteY349" fmla="*/ 3996345 h 5183067"/>
              <a:gd name="connsiteX350" fmla="*/ 2557830 w 5183079"/>
              <a:gd name="connsiteY350" fmla="*/ 3992259 h 5183067"/>
              <a:gd name="connsiteX351" fmla="*/ 2557830 w 5183079"/>
              <a:gd name="connsiteY351" fmla="*/ 3835970 h 5183067"/>
              <a:gd name="connsiteX352" fmla="*/ 2550168 w 5183079"/>
              <a:gd name="connsiteY352" fmla="*/ 3828820 h 5183067"/>
              <a:gd name="connsiteX353" fmla="*/ 2570343 w 5183079"/>
              <a:gd name="connsiteY353" fmla="*/ 3806857 h 5183067"/>
              <a:gd name="connsiteX354" fmla="*/ 2588474 w 5183079"/>
              <a:gd name="connsiteY354" fmla="*/ 3783363 h 5183067"/>
              <a:gd name="connsiteX355" fmla="*/ 4348260 w 5183079"/>
              <a:gd name="connsiteY355" fmla="*/ 3698579 h 5183067"/>
              <a:gd name="connsiteX356" fmla="*/ 4335236 w 5183079"/>
              <a:gd name="connsiteY356" fmla="*/ 3717222 h 5183067"/>
              <a:gd name="connsiteX357" fmla="*/ 4322211 w 5183079"/>
              <a:gd name="connsiteY357" fmla="*/ 3735864 h 5183067"/>
              <a:gd name="connsiteX358" fmla="*/ 4467264 w 5183079"/>
              <a:gd name="connsiteY358" fmla="*/ 3838013 h 5183067"/>
              <a:gd name="connsiteX359" fmla="*/ 4268839 w 5183079"/>
              <a:gd name="connsiteY359" fmla="*/ 3812476 h 5183067"/>
              <a:gd name="connsiteX360" fmla="*/ 4254282 w 5183079"/>
              <a:gd name="connsiteY360" fmla="*/ 3833417 h 5183067"/>
              <a:gd name="connsiteX361" fmla="*/ 4239726 w 5183079"/>
              <a:gd name="connsiteY361" fmla="*/ 3854102 h 5183067"/>
              <a:gd name="connsiteX362" fmla="*/ 4446323 w 5183079"/>
              <a:gd name="connsiteY362" fmla="*/ 3998899 h 5183067"/>
              <a:gd name="connsiteX363" fmla="*/ 4459347 w 5183079"/>
              <a:gd name="connsiteY363" fmla="*/ 3980257 h 5183067"/>
              <a:gd name="connsiteX364" fmla="*/ 4472116 w 5183079"/>
              <a:gd name="connsiteY364" fmla="*/ 3961614 h 5183067"/>
              <a:gd name="connsiteX365" fmla="*/ 4323232 w 5183079"/>
              <a:gd name="connsiteY365" fmla="*/ 3857422 h 5183067"/>
              <a:gd name="connsiteX366" fmla="*/ 4527532 w 5183079"/>
              <a:gd name="connsiteY366" fmla="*/ 3882959 h 5183067"/>
              <a:gd name="connsiteX367" fmla="*/ 4541578 w 5183079"/>
              <a:gd name="connsiteY367" fmla="*/ 3863040 h 5183067"/>
              <a:gd name="connsiteX368" fmla="*/ 4554857 w 5183079"/>
              <a:gd name="connsiteY368" fmla="*/ 3843377 h 5183067"/>
              <a:gd name="connsiteX369" fmla="*/ 785022 w 5183079"/>
              <a:gd name="connsiteY369" fmla="*/ 3676362 h 5183067"/>
              <a:gd name="connsiteX370" fmla="*/ 621581 w 5183079"/>
              <a:gd name="connsiteY370" fmla="*/ 3781065 h 5183067"/>
              <a:gd name="connsiteX371" fmla="*/ 635627 w 5183079"/>
              <a:gd name="connsiteY371" fmla="*/ 3867637 h 5183067"/>
              <a:gd name="connsiteX372" fmla="*/ 701514 w 5183079"/>
              <a:gd name="connsiteY372" fmla="*/ 3903900 h 5183067"/>
              <a:gd name="connsiteX373" fmla="*/ 706366 w 5183079"/>
              <a:gd name="connsiteY373" fmla="*/ 3903900 h 5183067"/>
              <a:gd name="connsiteX374" fmla="*/ 680828 w 5183079"/>
              <a:gd name="connsiteY374" fmla="*/ 3925607 h 5183067"/>
              <a:gd name="connsiteX375" fmla="*/ 698449 w 5183079"/>
              <a:gd name="connsiteY375" fmla="*/ 3952931 h 5183067"/>
              <a:gd name="connsiteX376" fmla="*/ 812602 w 5183079"/>
              <a:gd name="connsiteY376" fmla="*/ 3878873 h 5183067"/>
              <a:gd name="connsiteX377" fmla="*/ 759739 w 5183079"/>
              <a:gd name="connsiteY377" fmla="*/ 3797153 h 5183067"/>
              <a:gd name="connsiteX378" fmla="*/ 723221 w 5183079"/>
              <a:gd name="connsiteY378" fmla="*/ 3820904 h 5183067"/>
              <a:gd name="connsiteX379" fmla="*/ 751567 w 5183079"/>
              <a:gd name="connsiteY379" fmla="*/ 3867637 h 5183067"/>
              <a:gd name="connsiteX380" fmla="*/ 718624 w 5183079"/>
              <a:gd name="connsiteY380" fmla="*/ 3874021 h 5183067"/>
              <a:gd name="connsiteX381" fmla="*/ 675210 w 5183079"/>
              <a:gd name="connsiteY381" fmla="*/ 3850016 h 5183067"/>
              <a:gd name="connsiteX382" fmla="*/ 666783 w 5183079"/>
              <a:gd name="connsiteY382" fmla="*/ 3795621 h 5183067"/>
              <a:gd name="connsiteX383" fmla="*/ 712240 w 5183079"/>
              <a:gd name="connsiteY383" fmla="*/ 3745824 h 5183067"/>
              <a:gd name="connsiteX384" fmla="*/ 777104 w 5183079"/>
              <a:gd name="connsiteY384" fmla="*/ 3724883 h 5183067"/>
              <a:gd name="connsiteX385" fmla="*/ 824094 w 5183079"/>
              <a:gd name="connsiteY385" fmla="*/ 3753485 h 5183067"/>
              <a:gd name="connsiteX386" fmla="*/ 831755 w 5183079"/>
              <a:gd name="connsiteY386" fmla="*/ 3788216 h 5183067"/>
              <a:gd name="connsiteX387" fmla="*/ 816943 w 5183079"/>
              <a:gd name="connsiteY387" fmla="*/ 3818350 h 5183067"/>
              <a:gd name="connsiteX388" fmla="*/ 845545 w 5183079"/>
              <a:gd name="connsiteY388" fmla="*/ 3858954 h 5183067"/>
              <a:gd name="connsiteX389" fmla="*/ 880276 w 5183079"/>
              <a:gd name="connsiteY389" fmla="*/ 3798431 h 5183067"/>
              <a:gd name="connsiteX390" fmla="*/ 861634 w 5183079"/>
              <a:gd name="connsiteY390" fmla="*/ 3727437 h 5183067"/>
              <a:gd name="connsiteX391" fmla="*/ 785022 w 5183079"/>
              <a:gd name="connsiteY391" fmla="*/ 3676362 h 5183067"/>
              <a:gd name="connsiteX392" fmla="*/ 4509911 w 5183079"/>
              <a:gd name="connsiteY392" fmla="*/ 3529522 h 5183067"/>
              <a:gd name="connsiteX393" fmla="*/ 4575541 w 5183079"/>
              <a:gd name="connsiteY393" fmla="*/ 3545610 h 5183067"/>
              <a:gd name="connsiteX394" fmla="*/ 4626362 w 5183079"/>
              <a:gd name="connsiteY394" fmla="*/ 3589535 h 5183067"/>
              <a:gd name="connsiteX395" fmla="*/ 4630882 w 5183079"/>
              <a:gd name="connsiteY395" fmla="*/ 3604295 h 5183067"/>
              <a:gd name="connsiteX396" fmla="*/ 4582948 w 5183079"/>
              <a:gd name="connsiteY396" fmla="*/ 3671254 h 5183067"/>
              <a:gd name="connsiteX397" fmla="*/ 4518338 w 5183079"/>
              <a:gd name="connsiteY397" fmla="*/ 3655931 h 5183067"/>
              <a:gd name="connsiteX398" fmla="*/ 4467263 w 5183079"/>
              <a:gd name="connsiteY398" fmla="*/ 3610475 h 5183067"/>
              <a:gd name="connsiteX399" fmla="*/ 4467263 w 5183079"/>
              <a:gd name="connsiteY399" fmla="*/ 3559400 h 5183067"/>
              <a:gd name="connsiteX400" fmla="*/ 4509911 w 5183079"/>
              <a:gd name="connsiteY400" fmla="*/ 3529522 h 5183067"/>
              <a:gd name="connsiteX401" fmla="*/ 4498676 w 5183079"/>
              <a:gd name="connsiteY401" fmla="*/ 3484065 h 5183067"/>
              <a:gd name="connsiteX402" fmla="*/ 4487592 w 5183079"/>
              <a:gd name="connsiteY402" fmla="*/ 3487436 h 5183067"/>
              <a:gd name="connsiteX403" fmla="*/ 4422063 w 5183079"/>
              <a:gd name="connsiteY403" fmla="*/ 3627841 h 5183067"/>
              <a:gd name="connsiteX404" fmla="*/ 4494333 w 5183079"/>
              <a:gd name="connsiteY404" fmla="*/ 3700367 h 5183067"/>
              <a:gd name="connsiteX405" fmla="*/ 4593419 w 5183079"/>
              <a:gd name="connsiteY405" fmla="*/ 3718754 h 5183067"/>
              <a:gd name="connsiteX406" fmla="*/ 4662881 w 5183079"/>
              <a:gd name="connsiteY406" fmla="*/ 3663849 h 5183067"/>
              <a:gd name="connsiteX407" fmla="*/ 4662370 w 5183079"/>
              <a:gd name="connsiteY407" fmla="*/ 3663338 h 5183067"/>
              <a:gd name="connsiteX408" fmla="*/ 4670031 w 5183079"/>
              <a:gd name="connsiteY408" fmla="*/ 3575234 h 5183067"/>
              <a:gd name="connsiteX409" fmla="*/ 4599293 w 5183079"/>
              <a:gd name="connsiteY409" fmla="*/ 3503473 h 5183067"/>
              <a:gd name="connsiteX410" fmla="*/ 4498676 w 5183079"/>
              <a:gd name="connsiteY410" fmla="*/ 3484065 h 5183067"/>
              <a:gd name="connsiteX411" fmla="*/ 681339 w 5183079"/>
              <a:gd name="connsiteY411" fmla="*/ 3404133 h 5183067"/>
              <a:gd name="connsiteX412" fmla="*/ 452779 w 5183079"/>
              <a:gd name="connsiteY412" fmla="*/ 3510879 h 5183067"/>
              <a:gd name="connsiteX413" fmla="*/ 462228 w 5183079"/>
              <a:gd name="connsiteY413" fmla="*/ 3531310 h 5183067"/>
              <a:gd name="connsiteX414" fmla="*/ 471932 w 5183079"/>
              <a:gd name="connsiteY414" fmla="*/ 3551739 h 5183067"/>
              <a:gd name="connsiteX415" fmla="*/ 636648 w 5183079"/>
              <a:gd name="connsiteY415" fmla="*/ 3475127 h 5183067"/>
              <a:gd name="connsiteX416" fmla="*/ 512281 w 5183079"/>
              <a:gd name="connsiteY416" fmla="*/ 3638822 h 5183067"/>
              <a:gd name="connsiteX417" fmla="*/ 522497 w 5183079"/>
              <a:gd name="connsiteY417" fmla="*/ 3660529 h 5183067"/>
              <a:gd name="connsiteX418" fmla="*/ 532712 w 5183079"/>
              <a:gd name="connsiteY418" fmla="*/ 3681980 h 5183067"/>
              <a:gd name="connsiteX419" fmla="*/ 761271 w 5183079"/>
              <a:gd name="connsiteY419" fmla="*/ 3575489 h 5183067"/>
              <a:gd name="connsiteX420" fmla="*/ 751567 w 5183079"/>
              <a:gd name="connsiteY420" fmla="*/ 3554804 h 5183067"/>
              <a:gd name="connsiteX421" fmla="*/ 742118 w 5183079"/>
              <a:gd name="connsiteY421" fmla="*/ 3534374 h 5183067"/>
              <a:gd name="connsiteX422" fmla="*/ 581743 w 5183079"/>
              <a:gd name="connsiteY422" fmla="*/ 3609198 h 5183067"/>
              <a:gd name="connsiteX423" fmla="*/ 702791 w 5183079"/>
              <a:gd name="connsiteY423" fmla="*/ 3450356 h 5183067"/>
              <a:gd name="connsiteX424" fmla="*/ 692065 w 5183079"/>
              <a:gd name="connsiteY424" fmla="*/ 3427372 h 5183067"/>
              <a:gd name="connsiteX425" fmla="*/ 4760434 w 5183079"/>
              <a:gd name="connsiteY425" fmla="*/ 3300707 h 5183067"/>
              <a:gd name="connsiteX426" fmla="*/ 4719062 w 5183079"/>
              <a:gd name="connsiteY426" fmla="*/ 3408475 h 5183067"/>
              <a:gd name="connsiteX427" fmla="*/ 4525490 w 5183079"/>
              <a:gd name="connsiteY427" fmla="*/ 3334161 h 5183067"/>
              <a:gd name="connsiteX428" fmla="*/ 4516806 w 5183079"/>
              <a:gd name="connsiteY428" fmla="*/ 3356889 h 5183067"/>
              <a:gd name="connsiteX429" fmla="*/ 4508124 w 5183079"/>
              <a:gd name="connsiteY429" fmla="*/ 3379362 h 5183067"/>
              <a:gd name="connsiteX430" fmla="*/ 4744090 w 5183079"/>
              <a:gd name="connsiteY430" fmla="*/ 3470019 h 5183067"/>
              <a:gd name="connsiteX431" fmla="*/ 4802315 w 5183079"/>
              <a:gd name="connsiteY431" fmla="*/ 3316795 h 5183067"/>
              <a:gd name="connsiteX432" fmla="*/ 4781374 w 5183079"/>
              <a:gd name="connsiteY432" fmla="*/ 3308879 h 5183067"/>
              <a:gd name="connsiteX433" fmla="*/ 636904 w 5183079"/>
              <a:gd name="connsiteY433" fmla="*/ 3292024 h 5183067"/>
              <a:gd name="connsiteX434" fmla="*/ 401449 w 5183079"/>
              <a:gd name="connsiteY434" fmla="*/ 3382426 h 5183067"/>
              <a:gd name="connsiteX435" fmla="*/ 410131 w 5183079"/>
              <a:gd name="connsiteY435" fmla="*/ 3405155 h 5183067"/>
              <a:gd name="connsiteX436" fmla="*/ 418814 w 5183079"/>
              <a:gd name="connsiteY436" fmla="*/ 3427628 h 5183067"/>
              <a:gd name="connsiteX437" fmla="*/ 654269 w 5183079"/>
              <a:gd name="connsiteY437" fmla="*/ 3337226 h 5183067"/>
              <a:gd name="connsiteX438" fmla="*/ 645587 w 5183079"/>
              <a:gd name="connsiteY438" fmla="*/ 3314752 h 5183067"/>
              <a:gd name="connsiteX439" fmla="*/ 421113 w 5183079"/>
              <a:gd name="connsiteY439" fmla="*/ 3120158 h 5183067"/>
              <a:gd name="connsiteX440" fmla="*/ 406557 w 5183079"/>
              <a:gd name="connsiteY440" fmla="*/ 3123988 h 5183067"/>
              <a:gd name="connsiteX441" fmla="*/ 346288 w 5183079"/>
              <a:gd name="connsiteY441" fmla="*/ 3158208 h 5183067"/>
              <a:gd name="connsiteX442" fmla="*/ 340415 w 5183079"/>
              <a:gd name="connsiteY442" fmla="*/ 3219498 h 5183067"/>
              <a:gd name="connsiteX443" fmla="*/ 373869 w 5183079"/>
              <a:gd name="connsiteY443" fmla="*/ 3268274 h 5183067"/>
              <a:gd name="connsiteX444" fmla="*/ 373869 w 5183079"/>
              <a:gd name="connsiteY444" fmla="*/ 3267764 h 5183067"/>
              <a:gd name="connsiteX445" fmla="*/ 434903 w 5183079"/>
              <a:gd name="connsiteY445" fmla="*/ 3271850 h 5183067"/>
              <a:gd name="connsiteX446" fmla="*/ 610090 w 5183079"/>
              <a:gd name="connsiteY446" fmla="*/ 3224861 h 5183067"/>
              <a:gd name="connsiteX447" fmla="*/ 603706 w 5183079"/>
              <a:gd name="connsiteY447" fmla="*/ 3201366 h 5183067"/>
              <a:gd name="connsiteX448" fmla="*/ 597576 w 5183079"/>
              <a:gd name="connsiteY448" fmla="*/ 3178127 h 5183067"/>
              <a:gd name="connsiteX449" fmla="*/ 422390 w 5183079"/>
              <a:gd name="connsiteY449" fmla="*/ 3225116 h 5183067"/>
              <a:gd name="connsiteX450" fmla="*/ 395064 w 5183079"/>
              <a:gd name="connsiteY450" fmla="*/ 3225116 h 5183067"/>
              <a:gd name="connsiteX451" fmla="*/ 392460 w 5183079"/>
              <a:gd name="connsiteY451" fmla="*/ 3223329 h 5183067"/>
              <a:gd name="connsiteX452" fmla="*/ 387148 w 5183079"/>
              <a:gd name="connsiteY452" fmla="*/ 3183235 h 5183067"/>
              <a:gd name="connsiteX453" fmla="*/ 418304 w 5183079"/>
              <a:gd name="connsiteY453" fmla="*/ 3168423 h 5183067"/>
              <a:gd name="connsiteX454" fmla="*/ 432860 w 5183079"/>
              <a:gd name="connsiteY454" fmla="*/ 3164593 h 5183067"/>
              <a:gd name="connsiteX455" fmla="*/ 4714338 w 5183079"/>
              <a:gd name="connsiteY455" fmla="*/ 3033815 h 5183067"/>
              <a:gd name="connsiteX456" fmla="*/ 4748175 w 5183079"/>
              <a:gd name="connsiteY456" fmla="*/ 3038948 h 5183067"/>
              <a:gd name="connsiteX457" fmla="*/ 4806401 w 5183079"/>
              <a:gd name="connsiteY457" fmla="*/ 3070870 h 5183067"/>
              <a:gd name="connsiteX458" fmla="*/ 4814369 w 5183079"/>
              <a:gd name="connsiteY458" fmla="*/ 3084124 h 5183067"/>
              <a:gd name="connsiteX459" fmla="*/ 4783928 w 5183079"/>
              <a:gd name="connsiteY459" fmla="*/ 3161017 h 5183067"/>
              <a:gd name="connsiteX460" fmla="*/ 4717529 w 5183079"/>
              <a:gd name="connsiteY460" fmla="*/ 3161017 h 5183067"/>
              <a:gd name="connsiteX461" fmla="*/ 4658028 w 5183079"/>
              <a:gd name="connsiteY461" fmla="*/ 3128840 h 5183067"/>
              <a:gd name="connsiteX462" fmla="*/ 4648732 w 5183079"/>
              <a:gd name="connsiteY462" fmla="*/ 3113339 h 5183067"/>
              <a:gd name="connsiteX463" fmla="*/ 4680501 w 5183079"/>
              <a:gd name="connsiteY463" fmla="*/ 3038948 h 5183067"/>
              <a:gd name="connsiteX464" fmla="*/ 4714338 w 5183079"/>
              <a:gd name="connsiteY464" fmla="*/ 3033815 h 5183067"/>
              <a:gd name="connsiteX465" fmla="*/ 4707839 w 5183079"/>
              <a:gd name="connsiteY465" fmla="*/ 2985652 h 5183067"/>
              <a:gd name="connsiteX466" fmla="*/ 4657262 w 5183079"/>
              <a:gd name="connsiteY466" fmla="*/ 2997578 h 5183067"/>
              <a:gd name="connsiteX467" fmla="*/ 4647201 w 5183079"/>
              <a:gd name="connsiteY467" fmla="*/ 3003630 h 5183067"/>
              <a:gd name="connsiteX468" fmla="*/ 4617935 w 5183079"/>
              <a:gd name="connsiteY468" fmla="*/ 3155399 h 5183067"/>
              <a:gd name="connsiteX469" fmla="*/ 4705784 w 5183079"/>
              <a:gd name="connsiteY469" fmla="*/ 3208517 h 5183067"/>
              <a:gd name="connsiteX470" fmla="*/ 4806402 w 5183079"/>
              <a:gd name="connsiteY470" fmla="*/ 3202388 h 5183067"/>
              <a:gd name="connsiteX471" fmla="*/ 4860285 w 5183079"/>
              <a:gd name="connsiteY471" fmla="*/ 3132160 h 5183067"/>
              <a:gd name="connsiteX472" fmla="*/ 4845473 w 5183079"/>
              <a:gd name="connsiteY472" fmla="*/ 3044567 h 5183067"/>
              <a:gd name="connsiteX473" fmla="*/ 4759412 w 5183079"/>
              <a:gd name="connsiteY473" fmla="*/ 2991960 h 5183067"/>
              <a:gd name="connsiteX474" fmla="*/ 4707839 w 5183079"/>
              <a:gd name="connsiteY474" fmla="*/ 2985652 h 5183067"/>
              <a:gd name="connsiteX475" fmla="*/ 549821 w 5183079"/>
              <a:gd name="connsiteY475" fmla="*/ 2975360 h 5183067"/>
              <a:gd name="connsiteX476" fmla="*/ 302363 w 5183079"/>
              <a:gd name="connsiteY476" fmla="*/ 3023626 h 5183067"/>
              <a:gd name="connsiteX477" fmla="*/ 306961 w 5183079"/>
              <a:gd name="connsiteY477" fmla="*/ 3047376 h 5183067"/>
              <a:gd name="connsiteX478" fmla="*/ 311557 w 5183079"/>
              <a:gd name="connsiteY478" fmla="*/ 3071126 h 5183067"/>
              <a:gd name="connsiteX479" fmla="*/ 559015 w 5183079"/>
              <a:gd name="connsiteY479" fmla="*/ 3023115 h 5183067"/>
              <a:gd name="connsiteX480" fmla="*/ 554419 w 5183079"/>
              <a:gd name="connsiteY480" fmla="*/ 2999110 h 5183067"/>
              <a:gd name="connsiteX481" fmla="*/ 1087128 w 5183079"/>
              <a:gd name="connsiteY481" fmla="*/ 2972806 h 5183067"/>
              <a:gd name="connsiteX482" fmla="*/ 1375446 w 5183079"/>
              <a:gd name="connsiteY482" fmla="*/ 3018518 h 5183067"/>
              <a:gd name="connsiteX483" fmla="*/ 2067511 w 5183079"/>
              <a:gd name="connsiteY483" fmla="*/ 3012900 h 5183067"/>
              <a:gd name="connsiteX484" fmla="*/ 2167873 w 5183079"/>
              <a:gd name="connsiteY484" fmla="*/ 3029245 h 5183067"/>
              <a:gd name="connsiteX485" fmla="*/ 2388261 w 5183079"/>
              <a:gd name="connsiteY485" fmla="*/ 3054782 h 5183067"/>
              <a:gd name="connsiteX486" fmla="*/ 2320586 w 5183079"/>
              <a:gd name="connsiteY486" fmla="*/ 3328287 h 5183067"/>
              <a:gd name="connsiteX487" fmla="*/ 2591538 w 5183079"/>
              <a:gd name="connsiteY487" fmla="*/ 3374254 h 5183067"/>
              <a:gd name="connsiteX488" fmla="*/ 2862236 w 5183079"/>
              <a:gd name="connsiteY488" fmla="*/ 3328287 h 5183067"/>
              <a:gd name="connsiteX489" fmla="*/ 2794561 w 5183079"/>
              <a:gd name="connsiteY489" fmla="*/ 3055037 h 5183067"/>
              <a:gd name="connsiteX490" fmla="*/ 3014949 w 5183079"/>
              <a:gd name="connsiteY490" fmla="*/ 3029499 h 5183067"/>
              <a:gd name="connsiteX491" fmla="*/ 3115567 w 5183079"/>
              <a:gd name="connsiteY491" fmla="*/ 3013156 h 5183067"/>
              <a:gd name="connsiteX492" fmla="*/ 3807632 w 5183079"/>
              <a:gd name="connsiteY492" fmla="*/ 3018774 h 5183067"/>
              <a:gd name="connsiteX493" fmla="*/ 3808653 w 5183079"/>
              <a:gd name="connsiteY493" fmla="*/ 3018518 h 5183067"/>
              <a:gd name="connsiteX494" fmla="*/ 4096714 w 5183079"/>
              <a:gd name="connsiteY494" fmla="*/ 2972806 h 5183067"/>
              <a:gd name="connsiteX495" fmla="*/ 3915399 w 5183079"/>
              <a:gd name="connsiteY495" fmla="*/ 3175063 h 5183067"/>
              <a:gd name="connsiteX496" fmla="*/ 2772855 w 5183079"/>
              <a:gd name="connsiteY496" fmla="*/ 3384470 h 5183067"/>
              <a:gd name="connsiteX497" fmla="*/ 2846147 w 5183079"/>
              <a:gd name="connsiteY497" fmla="*/ 3677638 h 5183067"/>
              <a:gd name="connsiteX498" fmla="*/ 2590773 w 5183079"/>
              <a:gd name="connsiteY498" fmla="*/ 3732799 h 5183067"/>
              <a:gd name="connsiteX499" fmla="*/ 2335398 w 5183079"/>
              <a:gd name="connsiteY499" fmla="*/ 3677638 h 5183067"/>
              <a:gd name="connsiteX500" fmla="*/ 2408691 w 5183079"/>
              <a:gd name="connsiteY500" fmla="*/ 3384470 h 5183067"/>
              <a:gd name="connsiteX501" fmla="*/ 1268444 w 5183079"/>
              <a:gd name="connsiteY501" fmla="*/ 3175063 h 5183067"/>
              <a:gd name="connsiteX502" fmla="*/ 1087128 w 5183079"/>
              <a:gd name="connsiteY502" fmla="*/ 2972806 h 5183067"/>
              <a:gd name="connsiteX503" fmla="*/ 520453 w 5183079"/>
              <a:gd name="connsiteY503" fmla="*/ 2736586 h 5183067"/>
              <a:gd name="connsiteX504" fmla="*/ 270187 w 5183079"/>
              <a:gd name="connsiteY504" fmla="*/ 2767487 h 5183067"/>
              <a:gd name="connsiteX505" fmla="*/ 291638 w 5183079"/>
              <a:gd name="connsiteY505" fmla="*/ 2943184 h 5183067"/>
              <a:gd name="connsiteX506" fmla="*/ 313856 w 5183079"/>
              <a:gd name="connsiteY506" fmla="*/ 2940630 h 5183067"/>
              <a:gd name="connsiteX507" fmla="*/ 336073 w 5183079"/>
              <a:gd name="connsiteY507" fmla="*/ 2937820 h 5183067"/>
              <a:gd name="connsiteX508" fmla="*/ 320496 w 5183079"/>
              <a:gd name="connsiteY508" fmla="*/ 2810134 h 5183067"/>
              <a:gd name="connsiteX509" fmla="*/ 385616 w 5183079"/>
              <a:gd name="connsiteY509" fmla="*/ 2801962 h 5183067"/>
              <a:gd name="connsiteX510" fmla="*/ 399406 w 5183079"/>
              <a:gd name="connsiteY510" fmla="*/ 2914581 h 5183067"/>
              <a:gd name="connsiteX511" fmla="*/ 421113 w 5183079"/>
              <a:gd name="connsiteY511" fmla="*/ 2912028 h 5183067"/>
              <a:gd name="connsiteX512" fmla="*/ 442565 w 5183079"/>
              <a:gd name="connsiteY512" fmla="*/ 2909474 h 5183067"/>
              <a:gd name="connsiteX513" fmla="*/ 428774 w 5183079"/>
              <a:gd name="connsiteY513" fmla="*/ 2796854 h 5183067"/>
              <a:gd name="connsiteX514" fmla="*/ 481892 w 5183079"/>
              <a:gd name="connsiteY514" fmla="*/ 2790214 h 5183067"/>
              <a:gd name="connsiteX515" fmla="*/ 496704 w 5183079"/>
              <a:gd name="connsiteY515" fmla="*/ 2911517 h 5183067"/>
              <a:gd name="connsiteX516" fmla="*/ 519177 w 5183079"/>
              <a:gd name="connsiteY516" fmla="*/ 2908963 h 5183067"/>
              <a:gd name="connsiteX517" fmla="*/ 541139 w 5183079"/>
              <a:gd name="connsiteY517" fmla="*/ 2906154 h 5183067"/>
              <a:gd name="connsiteX518" fmla="*/ 4741026 w 5183079"/>
              <a:gd name="connsiteY518" fmla="*/ 2693939 h 5183067"/>
              <a:gd name="connsiteX519" fmla="*/ 4676415 w 5183079"/>
              <a:gd name="connsiteY519" fmla="*/ 2719476 h 5183067"/>
              <a:gd name="connsiteX520" fmla="*/ 4676415 w 5183079"/>
              <a:gd name="connsiteY520" fmla="*/ 2872700 h 5183067"/>
              <a:gd name="connsiteX521" fmla="*/ 4869478 w 5183079"/>
              <a:gd name="connsiteY521" fmla="*/ 2890832 h 5183067"/>
              <a:gd name="connsiteX522" fmla="*/ 4911871 w 5183079"/>
              <a:gd name="connsiteY522" fmla="*/ 2814220 h 5183067"/>
              <a:gd name="connsiteX523" fmla="*/ 4882247 w 5183079"/>
              <a:gd name="connsiteY523" fmla="*/ 2745013 h 5183067"/>
              <a:gd name="connsiteX524" fmla="*/ 4878417 w 5183079"/>
              <a:gd name="connsiteY524" fmla="*/ 2742970 h 5183067"/>
              <a:gd name="connsiteX525" fmla="*/ 4911360 w 5183079"/>
              <a:gd name="connsiteY525" fmla="*/ 2740927 h 5183067"/>
              <a:gd name="connsiteX526" fmla="*/ 4913659 w 5183079"/>
              <a:gd name="connsiteY526" fmla="*/ 2709006 h 5183067"/>
              <a:gd name="connsiteX527" fmla="*/ 4778055 w 5183079"/>
              <a:gd name="connsiteY527" fmla="*/ 2697259 h 5183067"/>
              <a:gd name="connsiteX528" fmla="*/ 4769628 w 5183079"/>
              <a:gd name="connsiteY528" fmla="*/ 2794045 h 5183067"/>
              <a:gd name="connsiteX529" fmla="*/ 4813041 w 5183079"/>
              <a:gd name="connsiteY529" fmla="*/ 2797876 h 5183067"/>
              <a:gd name="connsiteX530" fmla="*/ 4817638 w 5183079"/>
              <a:gd name="connsiteY530" fmla="*/ 2743226 h 5183067"/>
              <a:gd name="connsiteX531" fmla="*/ 4847516 w 5183079"/>
              <a:gd name="connsiteY531" fmla="*/ 2758548 h 5183067"/>
              <a:gd name="connsiteX532" fmla="*/ 4866925 w 5183079"/>
              <a:gd name="connsiteY532" fmla="*/ 2804260 h 5183067"/>
              <a:gd name="connsiteX533" fmla="*/ 4841388 w 5183079"/>
              <a:gd name="connsiteY533" fmla="*/ 2852270 h 5183067"/>
              <a:gd name="connsiteX534" fmla="*/ 4774735 w 5183079"/>
              <a:gd name="connsiteY534" fmla="*/ 2863507 h 5183067"/>
              <a:gd name="connsiteX535" fmla="*/ 4710636 w 5183079"/>
              <a:gd name="connsiteY535" fmla="*/ 2840013 h 5183067"/>
              <a:gd name="connsiteX536" fmla="*/ 4691227 w 5183079"/>
              <a:gd name="connsiteY536" fmla="*/ 2788938 h 5183067"/>
              <a:gd name="connsiteX537" fmla="*/ 4706549 w 5183079"/>
              <a:gd name="connsiteY537" fmla="*/ 2756505 h 5183067"/>
              <a:gd name="connsiteX538" fmla="*/ 4736939 w 5183079"/>
              <a:gd name="connsiteY538" fmla="*/ 2742204 h 5183067"/>
              <a:gd name="connsiteX539" fmla="*/ 1252866 w 5183079"/>
              <a:gd name="connsiteY539" fmla="*/ 2615538 h 5183067"/>
              <a:gd name="connsiteX540" fmla="*/ 1412731 w 5183079"/>
              <a:gd name="connsiteY540" fmla="*/ 2632904 h 5183067"/>
              <a:gd name="connsiteX541" fmla="*/ 1551399 w 5183079"/>
              <a:gd name="connsiteY541" fmla="*/ 2632904 h 5183067"/>
              <a:gd name="connsiteX542" fmla="*/ 1710243 w 5183079"/>
              <a:gd name="connsiteY542" fmla="*/ 2631371 h 5183067"/>
              <a:gd name="connsiteX543" fmla="*/ 1950038 w 5183079"/>
              <a:gd name="connsiteY543" fmla="*/ 2637501 h 5183067"/>
              <a:gd name="connsiteX544" fmla="*/ 2209244 w 5183079"/>
              <a:gd name="connsiteY544" fmla="*/ 2697769 h 5183067"/>
              <a:gd name="connsiteX545" fmla="*/ 2392347 w 5183079"/>
              <a:gd name="connsiteY545" fmla="*/ 2710282 h 5183067"/>
              <a:gd name="connsiteX546" fmla="*/ 2330546 w 5183079"/>
              <a:gd name="connsiteY546" fmla="*/ 2973062 h 5183067"/>
              <a:gd name="connsiteX547" fmla="*/ 2585921 w 5183079"/>
              <a:gd name="connsiteY547" fmla="*/ 3003196 h 5183067"/>
              <a:gd name="connsiteX548" fmla="*/ 2588729 w 5183079"/>
              <a:gd name="connsiteY548" fmla="*/ 3003196 h 5183067"/>
              <a:gd name="connsiteX549" fmla="*/ 2592049 w 5183079"/>
              <a:gd name="connsiteY549" fmla="*/ 3003196 h 5183067"/>
              <a:gd name="connsiteX550" fmla="*/ 2849212 w 5183079"/>
              <a:gd name="connsiteY550" fmla="*/ 2972551 h 5183067"/>
              <a:gd name="connsiteX551" fmla="*/ 2787411 w 5183079"/>
              <a:gd name="connsiteY551" fmla="*/ 2709771 h 5183067"/>
              <a:gd name="connsiteX552" fmla="*/ 2970514 w 5183079"/>
              <a:gd name="connsiteY552" fmla="*/ 2697258 h 5183067"/>
              <a:gd name="connsiteX553" fmla="*/ 3230741 w 5183079"/>
              <a:gd name="connsiteY553" fmla="*/ 2637756 h 5183067"/>
              <a:gd name="connsiteX554" fmla="*/ 3470538 w 5183079"/>
              <a:gd name="connsiteY554" fmla="*/ 2631627 h 5183067"/>
              <a:gd name="connsiteX555" fmla="*/ 3629380 w 5183079"/>
              <a:gd name="connsiteY555" fmla="*/ 2633159 h 5183067"/>
              <a:gd name="connsiteX556" fmla="*/ 3768048 w 5183079"/>
              <a:gd name="connsiteY556" fmla="*/ 2633159 h 5183067"/>
              <a:gd name="connsiteX557" fmla="*/ 3768048 w 5183079"/>
              <a:gd name="connsiteY557" fmla="*/ 2632904 h 5183067"/>
              <a:gd name="connsiteX558" fmla="*/ 3927913 w 5183079"/>
              <a:gd name="connsiteY558" fmla="*/ 2615538 h 5183067"/>
              <a:gd name="connsiteX559" fmla="*/ 3774688 w 5183079"/>
              <a:gd name="connsiteY559" fmla="*/ 2766464 h 5183067"/>
              <a:gd name="connsiteX560" fmla="*/ 3551747 w 5183079"/>
              <a:gd name="connsiteY560" fmla="*/ 2868614 h 5183067"/>
              <a:gd name="connsiteX561" fmla="*/ 3007544 w 5183079"/>
              <a:gd name="connsiteY561" fmla="*/ 2988895 h 5183067"/>
              <a:gd name="connsiteX562" fmla="*/ 2764683 w 5183079"/>
              <a:gd name="connsiteY562" fmla="*/ 3016220 h 5183067"/>
              <a:gd name="connsiteX563" fmla="*/ 2741189 w 5183079"/>
              <a:gd name="connsiteY563" fmla="*/ 3018518 h 5183067"/>
              <a:gd name="connsiteX564" fmla="*/ 2809373 w 5183079"/>
              <a:gd name="connsiteY564" fmla="*/ 3295089 h 5183067"/>
              <a:gd name="connsiteX565" fmla="*/ 2589496 w 5183079"/>
              <a:gd name="connsiteY565" fmla="*/ 3332373 h 5183067"/>
              <a:gd name="connsiteX566" fmla="*/ 2369364 w 5183079"/>
              <a:gd name="connsiteY566" fmla="*/ 3295089 h 5183067"/>
              <a:gd name="connsiteX567" fmla="*/ 2437804 w 5183079"/>
              <a:gd name="connsiteY567" fmla="*/ 3018518 h 5183067"/>
              <a:gd name="connsiteX568" fmla="*/ 2414054 w 5183079"/>
              <a:gd name="connsiteY568" fmla="*/ 3016220 h 5183067"/>
              <a:gd name="connsiteX569" fmla="*/ 2171193 w 5183079"/>
              <a:gd name="connsiteY569" fmla="*/ 2988895 h 5183067"/>
              <a:gd name="connsiteX570" fmla="*/ 1629032 w 5183079"/>
              <a:gd name="connsiteY570" fmla="*/ 2868614 h 5183067"/>
              <a:gd name="connsiteX571" fmla="*/ 1406091 w 5183079"/>
              <a:gd name="connsiteY571" fmla="*/ 2766464 h 5183067"/>
              <a:gd name="connsiteX572" fmla="*/ 1252866 w 5183079"/>
              <a:gd name="connsiteY572" fmla="*/ 2615538 h 5183067"/>
              <a:gd name="connsiteX573" fmla="*/ 417282 w 5183079"/>
              <a:gd name="connsiteY573" fmla="*/ 2522071 h 5183067"/>
              <a:gd name="connsiteX574" fmla="*/ 472698 w 5183079"/>
              <a:gd name="connsiteY574" fmla="*/ 2522071 h 5183067"/>
              <a:gd name="connsiteX575" fmla="*/ 472698 w 5183079"/>
              <a:gd name="connsiteY575" fmla="*/ 2575700 h 5183067"/>
              <a:gd name="connsiteX576" fmla="*/ 465804 w 5183079"/>
              <a:gd name="connsiteY576" fmla="*/ 2604047 h 5183067"/>
              <a:gd name="connsiteX577" fmla="*/ 446395 w 5183079"/>
              <a:gd name="connsiteY577" fmla="*/ 2613240 h 5183067"/>
              <a:gd name="connsiteX578" fmla="*/ 424178 w 5183079"/>
              <a:gd name="connsiteY578" fmla="*/ 2604813 h 5183067"/>
              <a:gd name="connsiteX579" fmla="*/ 417282 w 5183079"/>
              <a:gd name="connsiteY579" fmla="*/ 2577488 h 5183067"/>
              <a:gd name="connsiteX580" fmla="*/ 307727 w 5183079"/>
              <a:gd name="connsiteY580" fmla="*/ 2518751 h 5183067"/>
              <a:gd name="connsiteX581" fmla="*/ 374889 w 5183079"/>
              <a:gd name="connsiteY581" fmla="*/ 2520029 h 5183067"/>
              <a:gd name="connsiteX582" fmla="*/ 374889 w 5183079"/>
              <a:gd name="connsiteY582" fmla="*/ 2577743 h 5183067"/>
              <a:gd name="connsiteX583" fmla="*/ 366718 w 5183079"/>
              <a:gd name="connsiteY583" fmla="*/ 2606856 h 5183067"/>
              <a:gd name="connsiteX584" fmla="*/ 342968 w 5183079"/>
              <a:gd name="connsiteY584" fmla="*/ 2616049 h 5183067"/>
              <a:gd name="connsiteX585" fmla="*/ 316154 w 5183079"/>
              <a:gd name="connsiteY585" fmla="*/ 2606090 h 5183067"/>
              <a:gd name="connsiteX586" fmla="*/ 307727 w 5183079"/>
              <a:gd name="connsiteY586" fmla="*/ 2577488 h 5183067"/>
              <a:gd name="connsiteX587" fmla="*/ 265590 w 5183079"/>
              <a:gd name="connsiteY587" fmla="*/ 2471508 h 5183067"/>
              <a:gd name="connsiteX588" fmla="*/ 265590 w 5183079"/>
              <a:gd name="connsiteY588" fmla="*/ 2494747 h 5183067"/>
              <a:gd name="connsiteX589" fmla="*/ 265335 w 5183079"/>
              <a:gd name="connsiteY589" fmla="*/ 2576722 h 5183067"/>
              <a:gd name="connsiteX590" fmla="*/ 284232 w 5183079"/>
              <a:gd name="connsiteY590" fmla="*/ 2641587 h 5183067"/>
              <a:gd name="connsiteX591" fmla="*/ 342713 w 5183079"/>
              <a:gd name="connsiteY591" fmla="*/ 2664571 h 5183067"/>
              <a:gd name="connsiteX592" fmla="*/ 391490 w 5183079"/>
              <a:gd name="connsiteY592" fmla="*/ 2643120 h 5183067"/>
              <a:gd name="connsiteX593" fmla="*/ 399917 w 5183079"/>
              <a:gd name="connsiteY593" fmla="*/ 2628818 h 5183067"/>
              <a:gd name="connsiteX594" fmla="*/ 450992 w 5183079"/>
              <a:gd name="connsiteY594" fmla="*/ 2658697 h 5183067"/>
              <a:gd name="connsiteX595" fmla="*/ 498236 w 5183079"/>
              <a:gd name="connsiteY595" fmla="*/ 2640566 h 5183067"/>
              <a:gd name="connsiteX596" fmla="*/ 515857 w 5183079"/>
              <a:gd name="connsiteY596" fmla="*/ 2588214 h 5183067"/>
              <a:gd name="connsiteX597" fmla="*/ 517645 w 5183079"/>
              <a:gd name="connsiteY597" fmla="*/ 2499088 h 5183067"/>
              <a:gd name="connsiteX598" fmla="*/ 517645 w 5183079"/>
              <a:gd name="connsiteY598" fmla="*/ 2476105 h 5183067"/>
              <a:gd name="connsiteX599" fmla="*/ 4665434 w 5183079"/>
              <a:gd name="connsiteY599" fmla="*/ 2426562 h 5183067"/>
              <a:gd name="connsiteX600" fmla="*/ 4665434 w 5183079"/>
              <a:gd name="connsiteY600" fmla="*/ 2454142 h 5183067"/>
              <a:gd name="connsiteX601" fmla="*/ 4665434 w 5183079"/>
              <a:gd name="connsiteY601" fmla="*/ 2481468 h 5183067"/>
              <a:gd name="connsiteX602" fmla="*/ 4776012 w 5183079"/>
              <a:gd name="connsiteY602" fmla="*/ 2522838 h 5183067"/>
              <a:gd name="connsiteX603" fmla="*/ 4668499 w 5183079"/>
              <a:gd name="connsiteY603" fmla="*/ 2573913 h 5183067"/>
              <a:gd name="connsiteX604" fmla="*/ 4668499 w 5183079"/>
              <a:gd name="connsiteY604" fmla="*/ 2602770 h 5183067"/>
              <a:gd name="connsiteX605" fmla="*/ 4668499 w 5183079"/>
              <a:gd name="connsiteY605" fmla="*/ 2631627 h 5183067"/>
              <a:gd name="connsiteX606" fmla="*/ 4821723 w 5183079"/>
              <a:gd name="connsiteY606" fmla="*/ 2545055 h 5183067"/>
              <a:gd name="connsiteX607" fmla="*/ 4916468 w 5183079"/>
              <a:gd name="connsiteY607" fmla="*/ 2541736 h 5183067"/>
              <a:gd name="connsiteX608" fmla="*/ 4916468 w 5183079"/>
              <a:gd name="connsiteY608" fmla="*/ 2517475 h 5183067"/>
              <a:gd name="connsiteX609" fmla="*/ 4916468 w 5183079"/>
              <a:gd name="connsiteY609" fmla="*/ 2493470 h 5183067"/>
              <a:gd name="connsiteX610" fmla="*/ 4820702 w 5183079"/>
              <a:gd name="connsiteY610" fmla="*/ 2496790 h 5183067"/>
              <a:gd name="connsiteX611" fmla="*/ 3773923 w 5183079"/>
              <a:gd name="connsiteY611" fmla="*/ 2217411 h 5183067"/>
              <a:gd name="connsiteX612" fmla="*/ 3622996 w 5183079"/>
              <a:gd name="connsiteY612" fmla="*/ 2383149 h 5183067"/>
              <a:gd name="connsiteX613" fmla="*/ 3400566 w 5183079"/>
              <a:gd name="connsiteY613" fmla="*/ 2527180 h 5183067"/>
              <a:gd name="connsiteX614" fmla="*/ 2962087 w 5183079"/>
              <a:gd name="connsiteY614" fmla="*/ 2656143 h 5183067"/>
              <a:gd name="connsiteX615" fmla="*/ 2772855 w 5183079"/>
              <a:gd name="connsiteY615" fmla="*/ 2668146 h 5183067"/>
              <a:gd name="connsiteX616" fmla="*/ 2733782 w 5183079"/>
              <a:gd name="connsiteY616" fmla="*/ 2668146 h 5183067"/>
              <a:gd name="connsiteX617" fmla="*/ 2797116 w 5183079"/>
              <a:gd name="connsiteY617" fmla="*/ 2937055 h 5183067"/>
              <a:gd name="connsiteX618" fmla="*/ 2592816 w 5183079"/>
              <a:gd name="connsiteY618" fmla="*/ 2962592 h 5183067"/>
              <a:gd name="connsiteX619" fmla="*/ 2590262 w 5183079"/>
              <a:gd name="connsiteY619" fmla="*/ 2962592 h 5183067"/>
              <a:gd name="connsiteX620" fmla="*/ 2587453 w 5183079"/>
              <a:gd name="connsiteY620" fmla="*/ 2962592 h 5183067"/>
              <a:gd name="connsiteX621" fmla="*/ 2383154 w 5183079"/>
              <a:gd name="connsiteY621" fmla="*/ 2937055 h 5183067"/>
              <a:gd name="connsiteX622" fmla="*/ 2446742 w 5183079"/>
              <a:gd name="connsiteY622" fmla="*/ 2668657 h 5183067"/>
              <a:gd name="connsiteX623" fmla="*/ 2407670 w 5183079"/>
              <a:gd name="connsiteY623" fmla="*/ 2668657 h 5183067"/>
              <a:gd name="connsiteX624" fmla="*/ 2218437 w 5183079"/>
              <a:gd name="connsiteY624" fmla="*/ 2656655 h 5183067"/>
              <a:gd name="connsiteX625" fmla="*/ 1779959 w 5183079"/>
              <a:gd name="connsiteY625" fmla="*/ 2527690 h 5183067"/>
              <a:gd name="connsiteX626" fmla="*/ 1557018 w 5183079"/>
              <a:gd name="connsiteY626" fmla="*/ 2383404 h 5183067"/>
              <a:gd name="connsiteX627" fmla="*/ 1406602 w 5183079"/>
              <a:gd name="connsiteY627" fmla="*/ 2217922 h 5183067"/>
              <a:gd name="connsiteX628" fmla="*/ 1564423 w 5183079"/>
              <a:gd name="connsiteY628" fmla="*/ 2235798 h 5183067"/>
              <a:gd name="connsiteX629" fmla="*/ 1625714 w 5183079"/>
              <a:gd name="connsiteY629" fmla="*/ 2238607 h 5183067"/>
              <a:gd name="connsiteX630" fmla="*/ 1913775 w 5183079"/>
              <a:gd name="connsiteY630" fmla="*/ 2253675 h 5183067"/>
              <a:gd name="connsiteX631" fmla="*/ 1945953 w 5183079"/>
              <a:gd name="connsiteY631" fmla="*/ 2270784 h 5183067"/>
              <a:gd name="connsiteX632" fmla="*/ 2271299 w 5183079"/>
              <a:gd name="connsiteY632" fmla="*/ 2374722 h 5183067"/>
              <a:gd name="connsiteX633" fmla="*/ 2329526 w 5183079"/>
              <a:gd name="connsiteY633" fmla="*/ 2378552 h 5183067"/>
              <a:gd name="connsiteX634" fmla="*/ 2401030 w 5183079"/>
              <a:gd name="connsiteY634" fmla="*/ 2374722 h 5183067"/>
              <a:gd name="connsiteX635" fmla="*/ 2344847 w 5183079"/>
              <a:gd name="connsiteY635" fmla="*/ 2608389 h 5183067"/>
              <a:gd name="connsiteX636" fmla="*/ 2591538 w 5183079"/>
              <a:gd name="connsiteY636" fmla="*/ 2623967 h 5183067"/>
              <a:gd name="connsiteX637" fmla="*/ 2837975 w 5183079"/>
              <a:gd name="connsiteY637" fmla="*/ 2608389 h 5183067"/>
              <a:gd name="connsiteX638" fmla="*/ 2782048 w 5183079"/>
              <a:gd name="connsiteY638" fmla="*/ 2374722 h 5183067"/>
              <a:gd name="connsiteX639" fmla="*/ 2853297 w 5183079"/>
              <a:gd name="connsiteY639" fmla="*/ 2378552 h 5183067"/>
              <a:gd name="connsiteX640" fmla="*/ 2911523 w 5183079"/>
              <a:gd name="connsiteY640" fmla="*/ 2374722 h 5183067"/>
              <a:gd name="connsiteX641" fmla="*/ 3237125 w 5183079"/>
              <a:gd name="connsiteY641" fmla="*/ 2270784 h 5183067"/>
              <a:gd name="connsiteX642" fmla="*/ 3269303 w 5183079"/>
              <a:gd name="connsiteY642" fmla="*/ 2253675 h 5183067"/>
              <a:gd name="connsiteX643" fmla="*/ 3557364 w 5183079"/>
              <a:gd name="connsiteY643" fmla="*/ 2238607 h 5183067"/>
              <a:gd name="connsiteX644" fmla="*/ 3618399 w 5183079"/>
              <a:gd name="connsiteY644" fmla="*/ 2235798 h 5183067"/>
              <a:gd name="connsiteX645" fmla="*/ 3615846 w 5183079"/>
              <a:gd name="connsiteY645" fmla="*/ 2235288 h 5183067"/>
              <a:gd name="connsiteX646" fmla="*/ 3773923 w 5183079"/>
              <a:gd name="connsiteY646" fmla="*/ 2217411 h 5183067"/>
              <a:gd name="connsiteX647" fmla="*/ 2588985 w 5183079"/>
              <a:gd name="connsiteY647" fmla="*/ 1201789 h 5183067"/>
              <a:gd name="connsiteX648" fmla="*/ 2537910 w 5183079"/>
              <a:gd name="connsiteY648" fmla="*/ 1274060 h 5183067"/>
              <a:gd name="connsiteX649" fmla="*/ 2537910 w 5183079"/>
              <a:gd name="connsiteY649" fmla="*/ 1277635 h 5183067"/>
              <a:gd name="connsiteX650" fmla="*/ 2494752 w 5183079"/>
              <a:gd name="connsiteY650" fmla="*/ 1500576 h 5183067"/>
              <a:gd name="connsiteX651" fmla="*/ 2491432 w 5183079"/>
              <a:gd name="connsiteY651" fmla="*/ 1517176 h 5183067"/>
              <a:gd name="connsiteX652" fmla="*/ 2459765 w 5183079"/>
              <a:gd name="connsiteY652" fmla="*/ 1517176 h 5183067"/>
              <a:gd name="connsiteX653" fmla="*/ 1682917 w 5183079"/>
              <a:gd name="connsiteY653" fmla="*/ 1405067 h 5183067"/>
              <a:gd name="connsiteX654" fmla="*/ 1750590 w 5183079"/>
              <a:gd name="connsiteY654" fmla="*/ 1571826 h 5183067"/>
              <a:gd name="connsiteX655" fmla="*/ 1935227 w 5183079"/>
              <a:gd name="connsiteY655" fmla="*/ 1687255 h 5183067"/>
              <a:gd name="connsiteX656" fmla="*/ 1950549 w 5183079"/>
              <a:gd name="connsiteY656" fmla="*/ 1690319 h 5183067"/>
              <a:gd name="connsiteX657" fmla="*/ 1950549 w 5183079"/>
              <a:gd name="connsiteY657" fmla="*/ 1705897 h 5183067"/>
              <a:gd name="connsiteX658" fmla="*/ 1951570 w 5183079"/>
              <a:gd name="connsiteY658" fmla="*/ 1705897 h 5183067"/>
              <a:gd name="connsiteX659" fmla="*/ 2019245 w 5183079"/>
              <a:gd name="connsiteY659" fmla="*/ 1842267 h 5183067"/>
              <a:gd name="connsiteX660" fmla="*/ 2162000 w 5183079"/>
              <a:gd name="connsiteY660" fmla="*/ 1887468 h 5183067"/>
              <a:gd name="connsiteX661" fmla="*/ 2181153 w 5183079"/>
              <a:gd name="connsiteY661" fmla="*/ 1887468 h 5183067"/>
              <a:gd name="connsiteX662" fmla="*/ 2197240 w 5183079"/>
              <a:gd name="connsiteY662" fmla="*/ 1885425 h 5183067"/>
              <a:gd name="connsiteX663" fmla="*/ 2202859 w 5183079"/>
              <a:gd name="connsiteY663" fmla="*/ 1900492 h 5183067"/>
              <a:gd name="connsiteX664" fmla="*/ 2309605 w 5183079"/>
              <a:gd name="connsiteY664" fmla="*/ 1988851 h 5183067"/>
              <a:gd name="connsiteX665" fmla="*/ 2364256 w 5183079"/>
              <a:gd name="connsiteY665" fmla="*/ 1997023 h 5183067"/>
              <a:gd name="connsiteX666" fmla="*/ 2434995 w 5183079"/>
              <a:gd name="connsiteY666" fmla="*/ 1984766 h 5183067"/>
              <a:gd name="connsiteX667" fmla="*/ 2472534 w 5183079"/>
              <a:gd name="connsiteY667" fmla="*/ 1969188 h 5183067"/>
              <a:gd name="connsiteX668" fmla="*/ 2417374 w 5183079"/>
              <a:gd name="connsiteY668" fmla="*/ 2194682 h 5183067"/>
              <a:gd name="connsiteX669" fmla="*/ 2764683 w 5183079"/>
              <a:gd name="connsiteY669" fmla="*/ 2194682 h 5183067"/>
              <a:gd name="connsiteX670" fmla="*/ 2709267 w 5183079"/>
              <a:gd name="connsiteY670" fmla="*/ 1968932 h 5183067"/>
              <a:gd name="connsiteX671" fmla="*/ 2747062 w 5183079"/>
              <a:gd name="connsiteY671" fmla="*/ 1984766 h 5183067"/>
              <a:gd name="connsiteX672" fmla="*/ 2817545 w 5183079"/>
              <a:gd name="connsiteY672" fmla="*/ 1997023 h 5183067"/>
              <a:gd name="connsiteX673" fmla="*/ 2872196 w 5183079"/>
              <a:gd name="connsiteY673" fmla="*/ 1988851 h 5183067"/>
              <a:gd name="connsiteX674" fmla="*/ 2978942 w 5183079"/>
              <a:gd name="connsiteY674" fmla="*/ 1900492 h 5183067"/>
              <a:gd name="connsiteX675" fmla="*/ 2984559 w 5183079"/>
              <a:gd name="connsiteY675" fmla="*/ 1885425 h 5183067"/>
              <a:gd name="connsiteX676" fmla="*/ 3000648 w 5183079"/>
              <a:gd name="connsiteY676" fmla="*/ 1887468 h 5183067"/>
              <a:gd name="connsiteX677" fmla="*/ 3019801 w 5183079"/>
              <a:gd name="connsiteY677" fmla="*/ 1887468 h 5183067"/>
              <a:gd name="connsiteX678" fmla="*/ 3162556 w 5183079"/>
              <a:gd name="connsiteY678" fmla="*/ 1842267 h 5183067"/>
              <a:gd name="connsiteX679" fmla="*/ 3230229 w 5183079"/>
              <a:gd name="connsiteY679" fmla="*/ 1705642 h 5183067"/>
              <a:gd name="connsiteX680" fmla="*/ 3230229 w 5183079"/>
              <a:gd name="connsiteY680" fmla="*/ 1690319 h 5183067"/>
              <a:gd name="connsiteX681" fmla="*/ 3245553 w 5183079"/>
              <a:gd name="connsiteY681" fmla="*/ 1687255 h 5183067"/>
              <a:gd name="connsiteX682" fmla="*/ 3429932 w 5183079"/>
              <a:gd name="connsiteY682" fmla="*/ 1571826 h 5183067"/>
              <a:gd name="connsiteX683" fmla="*/ 3497607 w 5183079"/>
              <a:gd name="connsiteY683" fmla="*/ 1405067 h 5183067"/>
              <a:gd name="connsiteX684" fmla="*/ 2721524 w 5183079"/>
              <a:gd name="connsiteY684" fmla="*/ 1517176 h 5183067"/>
              <a:gd name="connsiteX685" fmla="*/ 2689858 w 5183079"/>
              <a:gd name="connsiteY685" fmla="*/ 1517176 h 5183067"/>
              <a:gd name="connsiteX686" fmla="*/ 2686538 w 5183079"/>
              <a:gd name="connsiteY686" fmla="*/ 1500576 h 5183067"/>
              <a:gd name="connsiteX687" fmla="*/ 2643380 w 5183079"/>
              <a:gd name="connsiteY687" fmla="*/ 1277635 h 5183067"/>
              <a:gd name="connsiteX688" fmla="*/ 2643380 w 5183079"/>
              <a:gd name="connsiteY688" fmla="*/ 1274060 h 5183067"/>
              <a:gd name="connsiteX689" fmla="*/ 2592305 w 5183079"/>
              <a:gd name="connsiteY689" fmla="*/ 1201789 h 5183067"/>
              <a:gd name="connsiteX690" fmla="*/ 2936642 w 5183079"/>
              <a:gd name="connsiteY690" fmla="*/ 1187380 h 5183067"/>
              <a:gd name="connsiteX691" fmla="*/ 2990688 w 5183079"/>
              <a:gd name="connsiteY691" fmla="*/ 1192852 h 5183067"/>
              <a:gd name="connsiteX692" fmla="*/ 3090540 w 5183079"/>
              <a:gd name="connsiteY692" fmla="*/ 1257461 h 5183067"/>
              <a:gd name="connsiteX693" fmla="*/ 2972046 w 5183079"/>
              <a:gd name="connsiteY693" fmla="*/ 1263845 h 5183067"/>
              <a:gd name="connsiteX694" fmla="*/ 2883686 w 5183079"/>
              <a:gd name="connsiteY694" fmla="*/ 1199491 h 5183067"/>
              <a:gd name="connsiteX695" fmla="*/ 2936642 w 5183079"/>
              <a:gd name="connsiteY695" fmla="*/ 1187380 h 5183067"/>
              <a:gd name="connsiteX696" fmla="*/ 844268 w 5183079"/>
              <a:gd name="connsiteY696" fmla="*/ 1079976 h 5183067"/>
              <a:gd name="connsiteX697" fmla="*/ 833797 w 5183079"/>
              <a:gd name="connsiteY697" fmla="*/ 1084062 h 5183067"/>
              <a:gd name="connsiteX698" fmla="*/ 823838 w 5183079"/>
              <a:gd name="connsiteY698" fmla="*/ 1090446 h 5183067"/>
              <a:gd name="connsiteX699" fmla="*/ 812091 w 5183079"/>
              <a:gd name="connsiteY699" fmla="*/ 1103726 h 5183067"/>
              <a:gd name="connsiteX700" fmla="*/ 798811 w 5183079"/>
              <a:gd name="connsiteY700" fmla="*/ 1114962 h 5183067"/>
              <a:gd name="connsiteX701" fmla="*/ 787064 w 5183079"/>
              <a:gd name="connsiteY701" fmla="*/ 1118793 h 5183067"/>
              <a:gd name="connsiteX702" fmla="*/ 784510 w 5183079"/>
              <a:gd name="connsiteY702" fmla="*/ 1125688 h 5183067"/>
              <a:gd name="connsiteX703" fmla="*/ 784256 w 5183079"/>
              <a:gd name="connsiteY703" fmla="*/ 1125688 h 5183067"/>
              <a:gd name="connsiteX704" fmla="*/ 782978 w 5183079"/>
              <a:gd name="connsiteY704" fmla="*/ 1138967 h 5183067"/>
              <a:gd name="connsiteX705" fmla="*/ 788086 w 5183079"/>
              <a:gd name="connsiteY705" fmla="*/ 1144075 h 5183067"/>
              <a:gd name="connsiteX706" fmla="*/ 813623 w 5183079"/>
              <a:gd name="connsiteY706" fmla="*/ 1153779 h 5183067"/>
              <a:gd name="connsiteX707" fmla="*/ 837629 w 5183079"/>
              <a:gd name="connsiteY707" fmla="*/ 1184424 h 5183067"/>
              <a:gd name="connsiteX708" fmla="*/ 844268 w 5183079"/>
              <a:gd name="connsiteY708" fmla="*/ 1203577 h 5183067"/>
              <a:gd name="connsiteX709" fmla="*/ 837373 w 5183079"/>
              <a:gd name="connsiteY709" fmla="*/ 1224262 h 5183067"/>
              <a:gd name="connsiteX710" fmla="*/ 828435 w 5183079"/>
              <a:gd name="connsiteY710" fmla="*/ 1235243 h 5183067"/>
              <a:gd name="connsiteX711" fmla="*/ 819497 w 5183079"/>
              <a:gd name="connsiteY711" fmla="*/ 1253886 h 5183067"/>
              <a:gd name="connsiteX712" fmla="*/ 819497 w 5183079"/>
              <a:gd name="connsiteY712" fmla="*/ 1273805 h 5183067"/>
              <a:gd name="connsiteX713" fmla="*/ 836351 w 5183079"/>
              <a:gd name="connsiteY713" fmla="*/ 1291170 h 5183067"/>
              <a:gd name="connsiteX714" fmla="*/ 846822 w 5183079"/>
              <a:gd name="connsiteY714" fmla="*/ 1297044 h 5183067"/>
              <a:gd name="connsiteX715" fmla="*/ 861378 w 5183079"/>
              <a:gd name="connsiteY715" fmla="*/ 1306493 h 5183067"/>
              <a:gd name="connsiteX716" fmla="*/ 870317 w 5183079"/>
              <a:gd name="connsiteY716" fmla="*/ 1306493 h 5183067"/>
              <a:gd name="connsiteX717" fmla="*/ 876445 w 5183079"/>
              <a:gd name="connsiteY717" fmla="*/ 1297810 h 5183067"/>
              <a:gd name="connsiteX718" fmla="*/ 882064 w 5183079"/>
              <a:gd name="connsiteY718" fmla="*/ 1284275 h 5183067"/>
              <a:gd name="connsiteX719" fmla="*/ 890746 w 5183079"/>
              <a:gd name="connsiteY719" fmla="*/ 1272273 h 5183067"/>
              <a:gd name="connsiteX720" fmla="*/ 899429 w 5183079"/>
              <a:gd name="connsiteY720" fmla="*/ 1269719 h 5183067"/>
              <a:gd name="connsiteX721" fmla="*/ 924966 w 5183079"/>
              <a:gd name="connsiteY721" fmla="*/ 1291681 h 5183067"/>
              <a:gd name="connsiteX722" fmla="*/ 924966 w 5183079"/>
              <a:gd name="connsiteY722" fmla="*/ 1312111 h 5183067"/>
              <a:gd name="connsiteX723" fmla="*/ 916539 w 5183079"/>
              <a:gd name="connsiteY723" fmla="*/ 1346842 h 5183067"/>
              <a:gd name="connsiteX724" fmla="*/ 909133 w 5183079"/>
              <a:gd name="connsiteY724" fmla="*/ 1364718 h 5183067"/>
              <a:gd name="connsiteX725" fmla="*/ 904791 w 5183079"/>
              <a:gd name="connsiteY725" fmla="*/ 1383871 h 5183067"/>
              <a:gd name="connsiteX726" fmla="*/ 898152 w 5183079"/>
              <a:gd name="connsiteY726" fmla="*/ 1392553 h 5183067"/>
              <a:gd name="connsiteX727" fmla="*/ 900706 w 5183079"/>
              <a:gd name="connsiteY727" fmla="*/ 1404301 h 5183067"/>
              <a:gd name="connsiteX728" fmla="*/ 912709 w 5183079"/>
              <a:gd name="connsiteY728" fmla="*/ 1409919 h 5183067"/>
              <a:gd name="connsiteX729" fmla="*/ 925477 w 5183079"/>
              <a:gd name="connsiteY729" fmla="*/ 1417580 h 5183067"/>
              <a:gd name="connsiteX730" fmla="*/ 940033 w 5183079"/>
              <a:gd name="connsiteY730" fmla="*/ 1415026 h 5183067"/>
              <a:gd name="connsiteX731" fmla="*/ 964294 w 5183079"/>
              <a:gd name="connsiteY731" fmla="*/ 1413239 h 5183067"/>
              <a:gd name="connsiteX732" fmla="*/ 968635 w 5183079"/>
              <a:gd name="connsiteY732" fmla="*/ 1378763 h 5183067"/>
              <a:gd name="connsiteX733" fmla="*/ 975275 w 5183079"/>
              <a:gd name="connsiteY733" fmla="*/ 1360121 h 5183067"/>
              <a:gd name="connsiteX734" fmla="*/ 982937 w 5183079"/>
              <a:gd name="connsiteY734" fmla="*/ 1326667 h 5183067"/>
              <a:gd name="connsiteX735" fmla="*/ 990853 w 5183079"/>
              <a:gd name="connsiteY735" fmla="*/ 1302662 h 5183067"/>
              <a:gd name="connsiteX736" fmla="*/ 990853 w 5183079"/>
              <a:gd name="connsiteY736" fmla="*/ 1272528 h 5183067"/>
              <a:gd name="connsiteX737" fmla="*/ 996726 w 5183079"/>
              <a:gd name="connsiteY737" fmla="*/ 1243926 h 5183067"/>
              <a:gd name="connsiteX738" fmla="*/ 992896 w 5183079"/>
              <a:gd name="connsiteY738" fmla="*/ 1229114 h 5183067"/>
              <a:gd name="connsiteX739" fmla="*/ 980127 w 5183079"/>
              <a:gd name="connsiteY739" fmla="*/ 1207918 h 5183067"/>
              <a:gd name="connsiteX740" fmla="*/ 970678 w 5183079"/>
              <a:gd name="connsiteY740" fmla="*/ 1202300 h 5183067"/>
              <a:gd name="connsiteX741" fmla="*/ 964550 w 5183079"/>
              <a:gd name="connsiteY741" fmla="*/ 1198214 h 5183067"/>
              <a:gd name="connsiteX742" fmla="*/ 953058 w 5183079"/>
              <a:gd name="connsiteY742" fmla="*/ 1192851 h 5183067"/>
              <a:gd name="connsiteX743" fmla="*/ 940799 w 5183079"/>
              <a:gd name="connsiteY743" fmla="*/ 1179827 h 5183067"/>
              <a:gd name="connsiteX744" fmla="*/ 927520 w 5183079"/>
              <a:gd name="connsiteY744" fmla="*/ 1163228 h 5183067"/>
              <a:gd name="connsiteX745" fmla="*/ 903515 w 5183079"/>
              <a:gd name="connsiteY745" fmla="*/ 1137690 h 5183067"/>
              <a:gd name="connsiteX746" fmla="*/ 891002 w 5183079"/>
              <a:gd name="connsiteY746" fmla="*/ 1122879 h 5183067"/>
              <a:gd name="connsiteX747" fmla="*/ 883596 w 5183079"/>
              <a:gd name="connsiteY747" fmla="*/ 1103981 h 5183067"/>
              <a:gd name="connsiteX748" fmla="*/ 871593 w 5183079"/>
              <a:gd name="connsiteY748" fmla="*/ 1091723 h 5183067"/>
              <a:gd name="connsiteX749" fmla="*/ 863932 w 5183079"/>
              <a:gd name="connsiteY749" fmla="*/ 1083551 h 5183067"/>
              <a:gd name="connsiteX750" fmla="*/ 844268 w 5183079"/>
              <a:gd name="connsiteY750" fmla="*/ 1079976 h 5183067"/>
              <a:gd name="connsiteX751" fmla="*/ 3100389 w 5183079"/>
              <a:gd name="connsiteY751" fmla="*/ 1078974 h 5183067"/>
              <a:gd name="connsiteX752" fmla="*/ 3202395 w 5183079"/>
              <a:gd name="connsiteY752" fmla="*/ 1093000 h 5183067"/>
              <a:gd name="connsiteX753" fmla="*/ 3105353 w 5183079"/>
              <a:gd name="connsiteY753" fmla="*/ 1147650 h 5183067"/>
              <a:gd name="connsiteX754" fmla="*/ 3001669 w 5183079"/>
              <a:gd name="connsiteY754" fmla="*/ 1114962 h 5183067"/>
              <a:gd name="connsiteX755" fmla="*/ 3047896 w 5183079"/>
              <a:gd name="connsiteY755" fmla="*/ 1088215 h 5183067"/>
              <a:gd name="connsiteX756" fmla="*/ 3100245 w 5183079"/>
              <a:gd name="connsiteY756" fmla="*/ 1078954 h 5183067"/>
              <a:gd name="connsiteX757" fmla="*/ 3100501 w 5183079"/>
              <a:gd name="connsiteY757" fmla="*/ 1078954 h 5183067"/>
              <a:gd name="connsiteX758" fmla="*/ 3100389 w 5183079"/>
              <a:gd name="connsiteY758" fmla="*/ 1078974 h 5183067"/>
              <a:gd name="connsiteX759" fmla="*/ 4310496 w 5183079"/>
              <a:gd name="connsiteY759" fmla="*/ 958450 h 5183067"/>
              <a:gd name="connsiteX760" fmla="*/ 4305613 w 5183079"/>
              <a:gd name="connsiteY760" fmla="*/ 961993 h 5183067"/>
              <a:gd name="connsiteX761" fmla="*/ 4292333 w 5183079"/>
              <a:gd name="connsiteY761" fmla="*/ 978848 h 5183067"/>
              <a:gd name="connsiteX762" fmla="*/ 4266795 w 5183079"/>
              <a:gd name="connsiteY762" fmla="*/ 1005917 h 5183067"/>
              <a:gd name="connsiteX763" fmla="*/ 4239726 w 5183079"/>
              <a:gd name="connsiteY763" fmla="*/ 1027880 h 5183067"/>
              <a:gd name="connsiteX764" fmla="*/ 4229000 w 5183079"/>
              <a:gd name="connsiteY764" fmla="*/ 1041670 h 5183067"/>
              <a:gd name="connsiteX765" fmla="*/ 4223637 w 5183079"/>
              <a:gd name="connsiteY765" fmla="*/ 1052651 h 5183067"/>
              <a:gd name="connsiteX766" fmla="*/ 4215465 w 5183079"/>
              <a:gd name="connsiteY766" fmla="*/ 1052651 h 5183067"/>
              <a:gd name="connsiteX767" fmla="*/ 4199120 w 5183079"/>
              <a:gd name="connsiteY767" fmla="*/ 1044990 h 5183067"/>
              <a:gd name="connsiteX768" fmla="*/ 4197231 w 5183079"/>
              <a:gd name="connsiteY768" fmla="*/ 1043100 h 5183067"/>
              <a:gd name="connsiteX769" fmla="*/ 4199120 w 5183079"/>
              <a:gd name="connsiteY769" fmla="*/ 1034264 h 5183067"/>
              <a:gd name="connsiteX770" fmla="*/ 4214698 w 5183079"/>
              <a:gd name="connsiteY770" fmla="*/ 1014090 h 5183067"/>
              <a:gd name="connsiteX771" fmla="*/ 4210613 w 5183079"/>
              <a:gd name="connsiteY771" fmla="*/ 1010259 h 5183067"/>
              <a:gd name="connsiteX772" fmla="*/ 4173327 w 5183079"/>
              <a:gd name="connsiteY772" fmla="*/ 1018175 h 5183067"/>
              <a:gd name="connsiteX773" fmla="*/ 4164134 w 5183079"/>
              <a:gd name="connsiteY773" fmla="*/ 1015877 h 5183067"/>
              <a:gd name="connsiteX774" fmla="*/ 4152642 w 5183079"/>
              <a:gd name="connsiteY774" fmla="*/ 1020474 h 5183067"/>
              <a:gd name="connsiteX775" fmla="*/ 4131701 w 5183079"/>
              <a:gd name="connsiteY775" fmla="*/ 1039371 h 5183067"/>
              <a:gd name="connsiteX776" fmla="*/ 4117400 w 5183079"/>
              <a:gd name="connsiteY776" fmla="*/ 1064909 h 5183067"/>
              <a:gd name="connsiteX777" fmla="*/ 4121998 w 5183079"/>
              <a:gd name="connsiteY777" fmla="*/ 1076911 h 5183067"/>
              <a:gd name="connsiteX778" fmla="*/ 4159793 w 5183079"/>
              <a:gd name="connsiteY778" fmla="*/ 1083296 h 5183067"/>
              <a:gd name="connsiteX779" fmla="*/ 4170774 w 5183079"/>
              <a:gd name="connsiteY779" fmla="*/ 1083296 h 5183067"/>
              <a:gd name="connsiteX780" fmla="*/ 4196312 w 5183079"/>
              <a:gd name="connsiteY780" fmla="*/ 1080997 h 5183067"/>
              <a:gd name="connsiteX781" fmla="*/ 4218529 w 5183079"/>
              <a:gd name="connsiteY781" fmla="*/ 1093000 h 5183067"/>
              <a:gd name="connsiteX782" fmla="*/ 4235129 w 5183079"/>
              <a:gd name="connsiteY782" fmla="*/ 1105003 h 5183067"/>
              <a:gd name="connsiteX783" fmla="*/ 4255559 w 5183079"/>
              <a:gd name="connsiteY783" fmla="*/ 1121857 h 5183067"/>
              <a:gd name="connsiteX784" fmla="*/ 4269348 w 5183079"/>
              <a:gd name="connsiteY784" fmla="*/ 1131561 h 5183067"/>
              <a:gd name="connsiteX785" fmla="*/ 4283140 w 5183079"/>
              <a:gd name="connsiteY785" fmla="*/ 1140755 h 5183067"/>
              <a:gd name="connsiteX786" fmla="*/ 4308677 w 5183079"/>
              <a:gd name="connsiteY786" fmla="*/ 1162206 h 5183067"/>
              <a:gd name="connsiteX787" fmla="*/ 4324766 w 5183079"/>
              <a:gd name="connsiteY787" fmla="*/ 1175230 h 5183067"/>
              <a:gd name="connsiteX788" fmla="*/ 4339832 w 5183079"/>
              <a:gd name="connsiteY788" fmla="*/ 1187999 h 5183067"/>
              <a:gd name="connsiteX789" fmla="*/ 4322722 w 5183079"/>
              <a:gd name="connsiteY789" fmla="*/ 1192596 h 5183067"/>
              <a:gd name="connsiteX790" fmla="*/ 4307145 w 5183079"/>
              <a:gd name="connsiteY790" fmla="*/ 1186722 h 5183067"/>
              <a:gd name="connsiteX791" fmla="*/ 4300505 w 5183079"/>
              <a:gd name="connsiteY791" fmla="*/ 1174464 h 5183067"/>
              <a:gd name="connsiteX792" fmla="*/ 4291056 w 5183079"/>
              <a:gd name="connsiteY792" fmla="*/ 1165526 h 5183067"/>
              <a:gd name="connsiteX793" fmla="*/ 4280329 w 5183079"/>
              <a:gd name="connsiteY793" fmla="*/ 1153779 h 5183067"/>
              <a:gd name="connsiteX794" fmla="*/ 4272157 w 5183079"/>
              <a:gd name="connsiteY794" fmla="*/ 1151991 h 5183067"/>
              <a:gd name="connsiteX795" fmla="*/ 4261432 w 5183079"/>
              <a:gd name="connsiteY795" fmla="*/ 1146373 h 5183067"/>
              <a:gd name="connsiteX796" fmla="*/ 4250195 w 5183079"/>
              <a:gd name="connsiteY796" fmla="*/ 1138201 h 5183067"/>
              <a:gd name="connsiteX797" fmla="*/ 4234618 w 5183079"/>
              <a:gd name="connsiteY797" fmla="*/ 1127731 h 5183067"/>
              <a:gd name="connsiteX798" fmla="*/ 4222616 w 5183079"/>
              <a:gd name="connsiteY798" fmla="*/ 1117260 h 5183067"/>
              <a:gd name="connsiteX799" fmla="*/ 4215209 w 5183079"/>
              <a:gd name="connsiteY799" fmla="*/ 1115473 h 5183067"/>
              <a:gd name="connsiteX800" fmla="*/ 4202440 w 5183079"/>
              <a:gd name="connsiteY800" fmla="*/ 1103470 h 5183067"/>
              <a:gd name="connsiteX801" fmla="*/ 4172818 w 5183079"/>
              <a:gd name="connsiteY801" fmla="*/ 1114451 h 5183067"/>
              <a:gd name="connsiteX802" fmla="*/ 4159027 w 5183079"/>
              <a:gd name="connsiteY802" fmla="*/ 1122879 h 5183067"/>
              <a:gd name="connsiteX803" fmla="*/ 4154174 w 5183079"/>
              <a:gd name="connsiteY803" fmla="*/ 1133349 h 5183067"/>
              <a:gd name="connsiteX804" fmla="*/ 4162091 w 5183079"/>
              <a:gd name="connsiteY804" fmla="*/ 1142032 h 5183067"/>
              <a:gd name="connsiteX805" fmla="*/ 4176903 w 5183079"/>
              <a:gd name="connsiteY805" fmla="*/ 1147395 h 5183067"/>
              <a:gd name="connsiteX806" fmla="*/ 4191204 w 5183079"/>
              <a:gd name="connsiteY806" fmla="*/ 1150714 h 5183067"/>
              <a:gd name="connsiteX807" fmla="*/ 4197844 w 5183079"/>
              <a:gd name="connsiteY807" fmla="*/ 1159653 h 5183067"/>
              <a:gd name="connsiteX808" fmla="*/ 4184054 w 5183079"/>
              <a:gd name="connsiteY808" fmla="*/ 1165271 h 5183067"/>
              <a:gd name="connsiteX809" fmla="*/ 4172306 w 5183079"/>
              <a:gd name="connsiteY809" fmla="*/ 1173443 h 5183067"/>
              <a:gd name="connsiteX810" fmla="*/ 4164646 w 5183079"/>
              <a:gd name="connsiteY810" fmla="*/ 1174975 h 5183067"/>
              <a:gd name="connsiteX811" fmla="*/ 4152388 w 5183079"/>
              <a:gd name="connsiteY811" fmla="*/ 1170633 h 5183067"/>
              <a:gd name="connsiteX812" fmla="*/ 4135533 w 5183079"/>
              <a:gd name="connsiteY812" fmla="*/ 1160163 h 5183067"/>
              <a:gd name="connsiteX813" fmla="*/ 4117656 w 5183079"/>
              <a:gd name="connsiteY813" fmla="*/ 1155311 h 5183067"/>
              <a:gd name="connsiteX814" fmla="*/ 4109739 w 5183079"/>
              <a:gd name="connsiteY814" fmla="*/ 1140755 h 5183067"/>
              <a:gd name="connsiteX815" fmla="*/ 4084202 w 5183079"/>
              <a:gd name="connsiteY815" fmla="*/ 1134115 h 5183067"/>
              <a:gd name="connsiteX816" fmla="*/ 4068625 w 5183079"/>
              <a:gd name="connsiteY816" fmla="*/ 1143820 h 5183067"/>
              <a:gd name="connsiteX817" fmla="*/ 4060197 w 5183079"/>
              <a:gd name="connsiteY817" fmla="*/ 1154034 h 5183067"/>
              <a:gd name="connsiteX818" fmla="*/ 4063261 w 5183079"/>
              <a:gd name="connsiteY818" fmla="*/ 1162717 h 5183067"/>
              <a:gd name="connsiteX819" fmla="*/ 4072200 w 5183079"/>
              <a:gd name="connsiteY819" fmla="*/ 1178806 h 5183067"/>
              <a:gd name="connsiteX820" fmla="*/ 4091353 w 5183079"/>
              <a:gd name="connsiteY820" fmla="*/ 1188510 h 5183067"/>
              <a:gd name="connsiteX821" fmla="*/ 4111016 w 5183079"/>
              <a:gd name="connsiteY821" fmla="*/ 1203577 h 5183067"/>
              <a:gd name="connsiteX822" fmla="*/ 4130425 w 5183079"/>
              <a:gd name="connsiteY822" fmla="*/ 1218133 h 5183067"/>
              <a:gd name="connsiteX823" fmla="*/ 4127872 w 5183079"/>
              <a:gd name="connsiteY823" fmla="*/ 1230136 h 5183067"/>
              <a:gd name="connsiteX824" fmla="*/ 4078585 w 5183079"/>
              <a:gd name="connsiteY824" fmla="*/ 1241117 h 5183067"/>
              <a:gd name="connsiteX825" fmla="*/ 4053047 w 5183079"/>
              <a:gd name="connsiteY825" fmla="*/ 1221708 h 5183067"/>
              <a:gd name="connsiteX826" fmla="*/ 4039256 w 5183079"/>
              <a:gd name="connsiteY826" fmla="*/ 1216346 h 5183067"/>
              <a:gd name="connsiteX827" fmla="*/ 4039256 w 5183079"/>
              <a:gd name="connsiteY827" fmla="*/ 1250821 h 5183067"/>
              <a:gd name="connsiteX828" fmla="*/ 4025466 w 5183079"/>
              <a:gd name="connsiteY828" fmla="*/ 1263079 h 5183067"/>
              <a:gd name="connsiteX829" fmla="*/ 4043087 w 5183079"/>
              <a:gd name="connsiteY829" fmla="*/ 1282232 h 5183067"/>
              <a:gd name="connsiteX830" fmla="*/ 4058155 w 5183079"/>
              <a:gd name="connsiteY830" fmla="*/ 1291426 h 5183067"/>
              <a:gd name="connsiteX831" fmla="*/ 4078585 w 5183079"/>
              <a:gd name="connsiteY831" fmla="*/ 1301896 h 5183067"/>
              <a:gd name="connsiteX832" fmla="*/ 4109230 w 5183079"/>
              <a:gd name="connsiteY832" fmla="*/ 1293213 h 5183067"/>
              <a:gd name="connsiteX833" fmla="*/ 4124040 w 5183079"/>
              <a:gd name="connsiteY833" fmla="*/ 1289893 h 5183067"/>
              <a:gd name="connsiteX834" fmla="*/ 4141406 w 5183079"/>
              <a:gd name="connsiteY834" fmla="*/ 1279423 h 5183067"/>
              <a:gd name="connsiteX835" fmla="*/ 4155452 w 5183079"/>
              <a:gd name="connsiteY835" fmla="*/ 1269208 h 5183067"/>
              <a:gd name="connsiteX836" fmla="*/ 4169242 w 5183079"/>
              <a:gd name="connsiteY836" fmla="*/ 1254396 h 5183067"/>
              <a:gd name="connsiteX837" fmla="*/ 4198865 w 5183079"/>
              <a:gd name="connsiteY837" fmla="*/ 1266654 h 5183067"/>
              <a:gd name="connsiteX838" fmla="*/ 4210613 w 5183079"/>
              <a:gd name="connsiteY838" fmla="*/ 1273039 h 5183067"/>
              <a:gd name="connsiteX839" fmla="*/ 4225934 w 5183079"/>
              <a:gd name="connsiteY839" fmla="*/ 1284275 h 5183067"/>
              <a:gd name="connsiteX840" fmla="*/ 4239726 w 5183079"/>
              <a:gd name="connsiteY840" fmla="*/ 1285807 h 5183067"/>
              <a:gd name="connsiteX841" fmla="*/ 4256324 w 5183079"/>
              <a:gd name="connsiteY841" fmla="*/ 1276614 h 5183067"/>
              <a:gd name="connsiteX842" fmla="*/ 4256324 w 5183079"/>
              <a:gd name="connsiteY842" fmla="*/ 1266654 h 5183067"/>
              <a:gd name="connsiteX843" fmla="*/ 4249430 w 5183079"/>
              <a:gd name="connsiteY843" fmla="*/ 1248523 h 5183067"/>
              <a:gd name="connsiteX844" fmla="*/ 4243811 w 5183079"/>
              <a:gd name="connsiteY844" fmla="*/ 1229114 h 5183067"/>
              <a:gd name="connsiteX845" fmla="*/ 4232830 w 5183079"/>
              <a:gd name="connsiteY845" fmla="*/ 1225283 h 5183067"/>
              <a:gd name="connsiteX846" fmla="*/ 4217253 w 5183079"/>
              <a:gd name="connsiteY846" fmla="*/ 1217878 h 5183067"/>
              <a:gd name="connsiteX847" fmla="*/ 4212400 w 5183079"/>
              <a:gd name="connsiteY847" fmla="*/ 1210216 h 5183067"/>
              <a:gd name="connsiteX848" fmla="*/ 4227213 w 5183079"/>
              <a:gd name="connsiteY848" fmla="*/ 1200512 h 5183067"/>
              <a:gd name="connsiteX849" fmla="*/ 4249686 w 5183079"/>
              <a:gd name="connsiteY849" fmla="*/ 1200512 h 5183067"/>
              <a:gd name="connsiteX850" fmla="*/ 4266284 w 5183079"/>
              <a:gd name="connsiteY850" fmla="*/ 1200512 h 5183067"/>
              <a:gd name="connsiteX851" fmla="*/ 4304335 w 5183079"/>
              <a:gd name="connsiteY851" fmla="*/ 1208429 h 5183067"/>
              <a:gd name="connsiteX852" fmla="*/ 4317103 w 5183079"/>
              <a:gd name="connsiteY852" fmla="*/ 1221708 h 5183067"/>
              <a:gd name="connsiteX853" fmla="*/ 4325787 w 5183079"/>
              <a:gd name="connsiteY853" fmla="*/ 1232945 h 5183067"/>
              <a:gd name="connsiteX854" fmla="*/ 4337279 w 5183079"/>
              <a:gd name="connsiteY854" fmla="*/ 1238052 h 5183067"/>
              <a:gd name="connsiteX855" fmla="*/ 4369710 w 5183079"/>
              <a:gd name="connsiteY855" fmla="*/ 1258482 h 5183067"/>
              <a:gd name="connsiteX856" fmla="*/ 4392184 w 5183079"/>
              <a:gd name="connsiteY856" fmla="*/ 1246735 h 5183067"/>
              <a:gd name="connsiteX857" fmla="*/ 4407763 w 5183079"/>
              <a:gd name="connsiteY857" fmla="*/ 1223496 h 5183067"/>
              <a:gd name="connsiteX858" fmla="*/ 4402655 w 5183079"/>
              <a:gd name="connsiteY858" fmla="*/ 1212004 h 5183067"/>
              <a:gd name="connsiteX859" fmla="*/ 4397803 w 5183079"/>
              <a:gd name="connsiteY859" fmla="*/ 1202300 h 5183067"/>
              <a:gd name="connsiteX860" fmla="*/ 4397803 w 5183079"/>
              <a:gd name="connsiteY860" fmla="*/ 1190808 h 5183067"/>
              <a:gd name="connsiteX861" fmla="*/ 4389630 w 5183079"/>
              <a:gd name="connsiteY861" fmla="*/ 1182892 h 5183067"/>
              <a:gd name="connsiteX862" fmla="*/ 4371498 w 5183079"/>
              <a:gd name="connsiteY862" fmla="*/ 1177018 h 5183067"/>
              <a:gd name="connsiteX863" fmla="*/ 4367669 w 5183079"/>
              <a:gd name="connsiteY863" fmla="*/ 1168846 h 5183067"/>
              <a:gd name="connsiteX864" fmla="*/ 4383246 w 5183079"/>
              <a:gd name="connsiteY864" fmla="*/ 1158631 h 5183067"/>
              <a:gd name="connsiteX865" fmla="*/ 4396270 w 5183079"/>
              <a:gd name="connsiteY865" fmla="*/ 1151480 h 5183067"/>
              <a:gd name="connsiteX866" fmla="*/ 4408272 w 5183079"/>
              <a:gd name="connsiteY866" fmla="*/ 1146118 h 5183067"/>
              <a:gd name="connsiteX867" fmla="*/ 4444281 w 5183079"/>
              <a:gd name="connsiteY867" fmla="*/ 1132838 h 5183067"/>
              <a:gd name="connsiteX868" fmla="*/ 4468286 w 5183079"/>
              <a:gd name="connsiteY868" fmla="*/ 1135903 h 5183067"/>
              <a:gd name="connsiteX869" fmla="*/ 4482331 w 5183079"/>
              <a:gd name="connsiteY869" fmla="*/ 1124922 h 5183067"/>
              <a:gd name="connsiteX870" fmla="*/ 4487439 w 5183079"/>
              <a:gd name="connsiteY870" fmla="*/ 1115473 h 5183067"/>
              <a:gd name="connsiteX871" fmla="*/ 4484119 w 5183079"/>
              <a:gd name="connsiteY871" fmla="*/ 1099640 h 5183067"/>
              <a:gd name="connsiteX872" fmla="*/ 4474415 w 5183079"/>
              <a:gd name="connsiteY872" fmla="*/ 1091212 h 5183067"/>
              <a:gd name="connsiteX873" fmla="*/ 4467775 w 5183079"/>
              <a:gd name="connsiteY873" fmla="*/ 1091212 h 5183067"/>
              <a:gd name="connsiteX874" fmla="*/ 4422318 w 5183079"/>
              <a:gd name="connsiteY874" fmla="*/ 1075379 h 5183067"/>
              <a:gd name="connsiteX875" fmla="*/ 4413124 w 5183079"/>
              <a:gd name="connsiteY875" fmla="*/ 1095554 h 5183067"/>
              <a:gd name="connsiteX876" fmla="*/ 4402910 w 5183079"/>
              <a:gd name="connsiteY876" fmla="*/ 1100916 h 5183067"/>
              <a:gd name="connsiteX877" fmla="*/ 4390907 w 5183079"/>
              <a:gd name="connsiteY877" fmla="*/ 1102960 h 5183067"/>
              <a:gd name="connsiteX878" fmla="*/ 4378394 w 5183079"/>
              <a:gd name="connsiteY878" fmla="*/ 1098107 h 5183067"/>
              <a:gd name="connsiteX879" fmla="*/ 4368945 w 5183079"/>
              <a:gd name="connsiteY879" fmla="*/ 1108578 h 5183067"/>
              <a:gd name="connsiteX880" fmla="*/ 4358474 w 5183079"/>
              <a:gd name="connsiteY880" fmla="*/ 1108578 h 5183067"/>
              <a:gd name="connsiteX881" fmla="*/ 4348004 w 5183079"/>
              <a:gd name="connsiteY881" fmla="*/ 1107046 h 5183067"/>
              <a:gd name="connsiteX882" fmla="*/ 4339576 w 5183079"/>
              <a:gd name="connsiteY882" fmla="*/ 1118793 h 5183067"/>
              <a:gd name="connsiteX883" fmla="*/ 4345196 w 5183079"/>
              <a:gd name="connsiteY883" fmla="*/ 1131051 h 5183067"/>
              <a:gd name="connsiteX884" fmla="*/ 4324766 w 5183079"/>
              <a:gd name="connsiteY884" fmla="*/ 1131051 h 5183067"/>
              <a:gd name="connsiteX885" fmla="*/ 4328851 w 5183079"/>
              <a:gd name="connsiteY885" fmla="*/ 1116750 h 5183067"/>
              <a:gd name="connsiteX886" fmla="*/ 4323999 w 5183079"/>
              <a:gd name="connsiteY886" fmla="*/ 1099640 h 5183067"/>
              <a:gd name="connsiteX887" fmla="*/ 4346728 w 5183079"/>
              <a:gd name="connsiteY887" fmla="*/ 1096320 h 5183067"/>
              <a:gd name="connsiteX888" fmla="*/ 4384267 w 5183079"/>
              <a:gd name="connsiteY888" fmla="*/ 1085083 h 5183067"/>
              <a:gd name="connsiteX889" fmla="*/ 4387331 w 5183079"/>
              <a:gd name="connsiteY889" fmla="*/ 1071038 h 5183067"/>
              <a:gd name="connsiteX890" fmla="*/ 4398312 w 5183079"/>
              <a:gd name="connsiteY890" fmla="*/ 1060823 h 5183067"/>
              <a:gd name="connsiteX891" fmla="*/ 4419253 w 5183079"/>
              <a:gd name="connsiteY891" fmla="*/ 1058780 h 5183067"/>
              <a:gd name="connsiteX892" fmla="*/ 4437641 w 5183079"/>
              <a:gd name="connsiteY892" fmla="*/ 1050608 h 5183067"/>
              <a:gd name="connsiteX893" fmla="*/ 4435853 w 5183079"/>
              <a:gd name="connsiteY893" fmla="*/ 1030944 h 5183067"/>
              <a:gd name="connsiteX894" fmla="*/ 4429213 w 5183079"/>
              <a:gd name="connsiteY894" fmla="*/ 1026092 h 5183067"/>
              <a:gd name="connsiteX895" fmla="*/ 4423084 w 5183079"/>
              <a:gd name="connsiteY895" fmla="*/ 1020729 h 5183067"/>
              <a:gd name="connsiteX896" fmla="*/ 4402399 w 5183079"/>
              <a:gd name="connsiteY896" fmla="*/ 1026092 h 5183067"/>
              <a:gd name="connsiteX897" fmla="*/ 4379926 w 5183079"/>
              <a:gd name="connsiteY897" fmla="*/ 1028390 h 5183067"/>
              <a:gd name="connsiteX898" fmla="*/ 4379926 w 5183079"/>
              <a:gd name="connsiteY898" fmla="*/ 1013834 h 5183067"/>
              <a:gd name="connsiteX899" fmla="*/ 4365370 w 5183079"/>
              <a:gd name="connsiteY899" fmla="*/ 1013834 h 5183067"/>
              <a:gd name="connsiteX900" fmla="*/ 4357709 w 5183079"/>
              <a:gd name="connsiteY900" fmla="*/ 1029412 h 5183067"/>
              <a:gd name="connsiteX901" fmla="*/ 4342641 w 5183079"/>
              <a:gd name="connsiteY901" fmla="*/ 1035796 h 5183067"/>
              <a:gd name="connsiteX902" fmla="*/ 4329107 w 5183079"/>
              <a:gd name="connsiteY902" fmla="*/ 1048310 h 5183067"/>
              <a:gd name="connsiteX903" fmla="*/ 4338556 w 5183079"/>
              <a:gd name="connsiteY903" fmla="*/ 1052140 h 5183067"/>
              <a:gd name="connsiteX904" fmla="*/ 4351069 w 5183079"/>
              <a:gd name="connsiteY904" fmla="*/ 1058269 h 5183067"/>
              <a:gd name="connsiteX905" fmla="*/ 4342896 w 5183079"/>
              <a:gd name="connsiteY905" fmla="*/ 1076656 h 5183067"/>
              <a:gd name="connsiteX906" fmla="*/ 4323232 w 5183079"/>
              <a:gd name="connsiteY906" fmla="*/ 1075379 h 5183067"/>
              <a:gd name="connsiteX907" fmla="*/ 4324510 w 5183079"/>
              <a:gd name="connsiteY907" fmla="*/ 1065930 h 5183067"/>
              <a:gd name="connsiteX908" fmla="*/ 4314295 w 5183079"/>
              <a:gd name="connsiteY908" fmla="*/ 1053672 h 5183067"/>
              <a:gd name="connsiteX909" fmla="*/ 4316594 w 5183079"/>
              <a:gd name="connsiteY909" fmla="*/ 1046011 h 5183067"/>
              <a:gd name="connsiteX910" fmla="*/ 4336256 w 5183079"/>
              <a:gd name="connsiteY910" fmla="*/ 1020474 h 5183067"/>
              <a:gd name="connsiteX911" fmla="*/ 4340853 w 5183079"/>
              <a:gd name="connsiteY911" fmla="*/ 1012046 h 5183067"/>
              <a:gd name="connsiteX912" fmla="*/ 4348770 w 5183079"/>
              <a:gd name="connsiteY912" fmla="*/ 998512 h 5183067"/>
              <a:gd name="connsiteX913" fmla="*/ 4338556 w 5183079"/>
              <a:gd name="connsiteY913" fmla="*/ 995192 h 5183067"/>
              <a:gd name="connsiteX914" fmla="*/ 4325020 w 5183079"/>
              <a:gd name="connsiteY914" fmla="*/ 1000044 h 5183067"/>
              <a:gd name="connsiteX915" fmla="*/ 4319658 w 5183079"/>
              <a:gd name="connsiteY915" fmla="*/ 1007960 h 5183067"/>
              <a:gd name="connsiteX916" fmla="*/ 4299738 w 5183079"/>
              <a:gd name="connsiteY916" fmla="*/ 1026858 h 5183067"/>
              <a:gd name="connsiteX917" fmla="*/ 4287736 w 5183079"/>
              <a:gd name="connsiteY917" fmla="*/ 1042436 h 5183067"/>
              <a:gd name="connsiteX918" fmla="*/ 4266284 w 5183079"/>
              <a:gd name="connsiteY918" fmla="*/ 1061078 h 5183067"/>
              <a:gd name="connsiteX919" fmla="*/ 4261176 w 5183079"/>
              <a:gd name="connsiteY919" fmla="*/ 1075890 h 5183067"/>
              <a:gd name="connsiteX920" fmla="*/ 4268839 w 5183079"/>
              <a:gd name="connsiteY920" fmla="*/ 1078443 h 5183067"/>
              <a:gd name="connsiteX921" fmla="*/ 4277521 w 5183079"/>
              <a:gd name="connsiteY921" fmla="*/ 1077167 h 5183067"/>
              <a:gd name="connsiteX922" fmla="*/ 4289268 w 5183079"/>
              <a:gd name="connsiteY922" fmla="*/ 1072059 h 5183067"/>
              <a:gd name="connsiteX923" fmla="*/ 4287736 w 5183079"/>
              <a:gd name="connsiteY923" fmla="*/ 1082274 h 5183067"/>
              <a:gd name="connsiteX924" fmla="*/ 4282884 w 5183079"/>
              <a:gd name="connsiteY924" fmla="*/ 1091212 h 5183067"/>
              <a:gd name="connsiteX925" fmla="*/ 4293098 w 5183079"/>
              <a:gd name="connsiteY925" fmla="*/ 1096064 h 5183067"/>
              <a:gd name="connsiteX926" fmla="*/ 4300505 w 5183079"/>
              <a:gd name="connsiteY926" fmla="*/ 1105513 h 5183067"/>
              <a:gd name="connsiteX927" fmla="*/ 4294886 w 5183079"/>
              <a:gd name="connsiteY927" fmla="*/ 1109089 h 5183067"/>
              <a:gd name="connsiteX928" fmla="*/ 4285181 w 5183079"/>
              <a:gd name="connsiteY928" fmla="*/ 1106535 h 5183067"/>
              <a:gd name="connsiteX929" fmla="*/ 4275223 w 5183079"/>
              <a:gd name="connsiteY929" fmla="*/ 1101172 h 5183067"/>
              <a:gd name="connsiteX930" fmla="*/ 4259388 w 5183079"/>
              <a:gd name="connsiteY930" fmla="*/ 1089425 h 5183067"/>
              <a:gd name="connsiteX931" fmla="*/ 4250451 w 5183079"/>
              <a:gd name="connsiteY931" fmla="*/ 1081253 h 5183067"/>
              <a:gd name="connsiteX932" fmla="*/ 4238193 w 5183079"/>
              <a:gd name="connsiteY932" fmla="*/ 1073336 h 5183067"/>
              <a:gd name="connsiteX933" fmla="*/ 4238193 w 5183079"/>
              <a:gd name="connsiteY933" fmla="*/ 1063376 h 5183067"/>
              <a:gd name="connsiteX934" fmla="*/ 4252239 w 5183079"/>
              <a:gd name="connsiteY934" fmla="*/ 1056992 h 5183067"/>
              <a:gd name="connsiteX935" fmla="*/ 4261432 w 5183079"/>
              <a:gd name="connsiteY935" fmla="*/ 1048820 h 5183067"/>
              <a:gd name="connsiteX936" fmla="*/ 4271392 w 5183079"/>
              <a:gd name="connsiteY936" fmla="*/ 1035030 h 5183067"/>
              <a:gd name="connsiteX937" fmla="*/ 4288757 w 5183079"/>
              <a:gd name="connsiteY937" fmla="*/ 1016899 h 5183067"/>
              <a:gd name="connsiteX938" fmla="*/ 4298462 w 5183079"/>
              <a:gd name="connsiteY938" fmla="*/ 1008727 h 5183067"/>
              <a:gd name="connsiteX939" fmla="*/ 4306378 w 5183079"/>
              <a:gd name="connsiteY939" fmla="*/ 1002342 h 5183067"/>
              <a:gd name="connsiteX940" fmla="*/ 4312762 w 5183079"/>
              <a:gd name="connsiteY940" fmla="*/ 995958 h 5183067"/>
              <a:gd name="connsiteX941" fmla="*/ 4322978 w 5183079"/>
              <a:gd name="connsiteY941" fmla="*/ 984977 h 5183067"/>
              <a:gd name="connsiteX942" fmla="*/ 4330383 w 5183079"/>
              <a:gd name="connsiteY942" fmla="*/ 975273 h 5183067"/>
              <a:gd name="connsiteX943" fmla="*/ 4332171 w 5183079"/>
              <a:gd name="connsiteY943" fmla="*/ 967611 h 5183067"/>
              <a:gd name="connsiteX944" fmla="*/ 4326298 w 5183079"/>
              <a:gd name="connsiteY944" fmla="*/ 966079 h 5183067"/>
              <a:gd name="connsiteX945" fmla="*/ 4319402 w 5183079"/>
              <a:gd name="connsiteY945" fmla="*/ 958929 h 5183067"/>
              <a:gd name="connsiteX946" fmla="*/ 4310496 w 5183079"/>
              <a:gd name="connsiteY946" fmla="*/ 958450 h 5183067"/>
              <a:gd name="connsiteX947" fmla="*/ 2901563 w 5183079"/>
              <a:gd name="connsiteY947" fmla="*/ 951267 h 5183067"/>
              <a:gd name="connsiteX948" fmla="*/ 2921993 w 5183079"/>
              <a:gd name="connsiteY948" fmla="*/ 1070272 h 5183067"/>
              <a:gd name="connsiteX949" fmla="*/ 2922760 w 5183079"/>
              <a:gd name="connsiteY949" fmla="*/ 1070272 h 5183067"/>
              <a:gd name="connsiteX950" fmla="*/ 2871685 w 5183079"/>
              <a:gd name="connsiteY950" fmla="*/ 1169357 h 5183067"/>
              <a:gd name="connsiteX951" fmla="*/ 2846148 w 5183079"/>
              <a:gd name="connsiteY951" fmla="*/ 1058780 h 5183067"/>
              <a:gd name="connsiteX952" fmla="*/ 2901563 w 5183079"/>
              <a:gd name="connsiteY952" fmla="*/ 951267 h 5183067"/>
              <a:gd name="connsiteX953" fmla="*/ 933394 w 5183079"/>
              <a:gd name="connsiteY953" fmla="*/ 943096 h 5183067"/>
              <a:gd name="connsiteX954" fmla="*/ 925732 w 5183079"/>
              <a:gd name="connsiteY954" fmla="*/ 948458 h 5183067"/>
              <a:gd name="connsiteX955" fmla="*/ 913730 w 5183079"/>
              <a:gd name="connsiteY955" fmla="*/ 951778 h 5183067"/>
              <a:gd name="connsiteX956" fmla="*/ 905558 w 5183079"/>
              <a:gd name="connsiteY956" fmla="*/ 964802 h 5183067"/>
              <a:gd name="connsiteX957" fmla="*/ 895854 w 5183079"/>
              <a:gd name="connsiteY957" fmla="*/ 971697 h 5183067"/>
              <a:gd name="connsiteX958" fmla="*/ 889214 w 5183079"/>
              <a:gd name="connsiteY958" fmla="*/ 983189 h 5183067"/>
              <a:gd name="connsiteX959" fmla="*/ 876445 w 5183079"/>
              <a:gd name="connsiteY959" fmla="*/ 992383 h 5183067"/>
              <a:gd name="connsiteX960" fmla="*/ 873381 w 5183079"/>
              <a:gd name="connsiteY960" fmla="*/ 1005662 h 5183067"/>
              <a:gd name="connsiteX961" fmla="*/ 887682 w 5183079"/>
              <a:gd name="connsiteY961" fmla="*/ 1019963 h 5183067"/>
              <a:gd name="connsiteX962" fmla="*/ 905047 w 5183079"/>
              <a:gd name="connsiteY962" fmla="*/ 1045500 h 5183067"/>
              <a:gd name="connsiteX963" fmla="*/ 915773 w 5183079"/>
              <a:gd name="connsiteY963" fmla="*/ 1061333 h 5183067"/>
              <a:gd name="connsiteX964" fmla="*/ 936713 w 5183079"/>
              <a:gd name="connsiteY964" fmla="*/ 1083296 h 5183067"/>
              <a:gd name="connsiteX965" fmla="*/ 948205 w 5183079"/>
              <a:gd name="connsiteY965" fmla="*/ 1099384 h 5183067"/>
              <a:gd name="connsiteX966" fmla="*/ 959186 w 5183079"/>
              <a:gd name="connsiteY966" fmla="*/ 1115728 h 5183067"/>
              <a:gd name="connsiteX967" fmla="*/ 964038 w 5183079"/>
              <a:gd name="connsiteY967" fmla="*/ 1127476 h 5183067"/>
              <a:gd name="connsiteX968" fmla="*/ 987022 w 5183079"/>
              <a:gd name="connsiteY968" fmla="*/ 1157099 h 5183067"/>
              <a:gd name="connsiteX969" fmla="*/ 1005409 w 5183079"/>
              <a:gd name="connsiteY969" fmla="*/ 1171144 h 5183067"/>
              <a:gd name="connsiteX970" fmla="*/ 1017667 w 5183079"/>
              <a:gd name="connsiteY970" fmla="*/ 1179827 h 5183067"/>
              <a:gd name="connsiteX971" fmla="*/ 1029670 w 5183079"/>
              <a:gd name="connsiteY971" fmla="*/ 1189787 h 5183067"/>
              <a:gd name="connsiteX972" fmla="*/ 1051377 w 5183079"/>
              <a:gd name="connsiteY972" fmla="*/ 1202811 h 5183067"/>
              <a:gd name="connsiteX973" fmla="*/ 1067466 w 5183079"/>
              <a:gd name="connsiteY973" fmla="*/ 1216090 h 5183067"/>
              <a:gd name="connsiteX974" fmla="*/ 1088151 w 5183079"/>
              <a:gd name="connsiteY974" fmla="*/ 1219921 h 5183067"/>
              <a:gd name="connsiteX975" fmla="*/ 1101174 w 5183079"/>
              <a:gd name="connsiteY975" fmla="*/ 1215835 h 5183067"/>
              <a:gd name="connsiteX976" fmla="*/ 1118540 w 5183079"/>
              <a:gd name="connsiteY976" fmla="*/ 1199236 h 5183067"/>
              <a:gd name="connsiteX977" fmla="*/ 1132841 w 5183079"/>
              <a:gd name="connsiteY977" fmla="*/ 1190553 h 5183067"/>
              <a:gd name="connsiteX978" fmla="*/ 1146376 w 5183079"/>
              <a:gd name="connsiteY978" fmla="*/ 1176763 h 5183067"/>
              <a:gd name="connsiteX979" fmla="*/ 1160933 w 5183079"/>
              <a:gd name="connsiteY979" fmla="*/ 1163739 h 5183067"/>
              <a:gd name="connsiteX980" fmla="*/ 1173446 w 5183079"/>
              <a:gd name="connsiteY980" fmla="*/ 1158376 h 5183067"/>
              <a:gd name="connsiteX981" fmla="*/ 1182639 w 5183079"/>
              <a:gd name="connsiteY981" fmla="*/ 1142287 h 5183067"/>
              <a:gd name="connsiteX982" fmla="*/ 1193109 w 5183079"/>
              <a:gd name="connsiteY982" fmla="*/ 1126965 h 5183067"/>
              <a:gd name="connsiteX983" fmla="*/ 1186215 w 5183079"/>
              <a:gd name="connsiteY983" fmla="*/ 1110876 h 5183067"/>
              <a:gd name="connsiteX984" fmla="*/ 1174212 w 5183079"/>
              <a:gd name="connsiteY984" fmla="*/ 1088148 h 5183067"/>
              <a:gd name="connsiteX985" fmla="*/ 1151739 w 5183079"/>
              <a:gd name="connsiteY985" fmla="*/ 1080231 h 5183067"/>
              <a:gd name="connsiteX986" fmla="*/ 1138970 w 5183079"/>
              <a:gd name="connsiteY986" fmla="*/ 1091212 h 5183067"/>
              <a:gd name="connsiteX987" fmla="*/ 1128500 w 5183079"/>
              <a:gd name="connsiteY987" fmla="*/ 1096320 h 5183067"/>
              <a:gd name="connsiteX988" fmla="*/ 1119051 w 5183079"/>
              <a:gd name="connsiteY988" fmla="*/ 1102704 h 5183067"/>
              <a:gd name="connsiteX989" fmla="*/ 1107048 w 5183079"/>
              <a:gd name="connsiteY989" fmla="*/ 1112664 h 5183067"/>
              <a:gd name="connsiteX990" fmla="*/ 1085086 w 5183079"/>
              <a:gd name="connsiteY990" fmla="*/ 1122113 h 5183067"/>
              <a:gd name="connsiteX991" fmla="*/ 1060826 w 5183079"/>
              <a:gd name="connsiteY991" fmla="*/ 1110110 h 5183067"/>
              <a:gd name="connsiteX992" fmla="*/ 1049079 w 5183079"/>
              <a:gd name="connsiteY992" fmla="*/ 1100406 h 5183067"/>
              <a:gd name="connsiteX993" fmla="*/ 1032734 w 5183079"/>
              <a:gd name="connsiteY993" fmla="*/ 1071804 h 5183067"/>
              <a:gd name="connsiteX994" fmla="*/ 1042183 w 5183079"/>
              <a:gd name="connsiteY994" fmla="*/ 1041670 h 5183067"/>
              <a:gd name="connsiteX995" fmla="*/ 1047035 w 5183079"/>
              <a:gd name="connsiteY995" fmla="*/ 1022006 h 5183067"/>
              <a:gd name="connsiteX996" fmla="*/ 1049079 w 5183079"/>
              <a:gd name="connsiteY996" fmla="*/ 1006428 h 5183067"/>
              <a:gd name="connsiteX997" fmla="*/ 1056484 w 5183079"/>
              <a:gd name="connsiteY997" fmla="*/ 992893 h 5183067"/>
              <a:gd name="connsiteX998" fmla="*/ 1056484 w 5183079"/>
              <a:gd name="connsiteY998" fmla="*/ 981912 h 5183067"/>
              <a:gd name="connsiteX999" fmla="*/ 1043205 w 5183079"/>
              <a:gd name="connsiteY999" fmla="*/ 972974 h 5183067"/>
              <a:gd name="connsiteX1000" fmla="*/ 1018944 w 5183079"/>
              <a:gd name="connsiteY1000" fmla="*/ 966590 h 5183067"/>
              <a:gd name="connsiteX1001" fmla="*/ 998770 w 5183079"/>
              <a:gd name="connsiteY1001" fmla="*/ 977060 h 5183067"/>
              <a:gd name="connsiteX1002" fmla="*/ 995450 w 5183079"/>
              <a:gd name="connsiteY1002" fmla="*/ 991872 h 5183067"/>
              <a:gd name="connsiteX1003" fmla="*/ 982937 w 5183079"/>
              <a:gd name="connsiteY1003" fmla="*/ 998256 h 5183067"/>
              <a:gd name="connsiteX1004" fmla="*/ 973998 w 5183079"/>
              <a:gd name="connsiteY1004" fmla="*/ 985743 h 5183067"/>
              <a:gd name="connsiteX1005" fmla="*/ 963272 w 5183079"/>
              <a:gd name="connsiteY1005" fmla="*/ 953821 h 5183067"/>
              <a:gd name="connsiteX1006" fmla="*/ 943864 w 5183079"/>
              <a:gd name="connsiteY1006" fmla="*/ 943096 h 5183067"/>
              <a:gd name="connsiteX1007" fmla="*/ 933394 w 5183079"/>
              <a:gd name="connsiteY1007" fmla="*/ 943096 h 5183067"/>
              <a:gd name="connsiteX1008" fmla="*/ 3167153 w 5183079"/>
              <a:gd name="connsiteY1008" fmla="*/ 837371 h 5183067"/>
              <a:gd name="connsiteX1009" fmla="*/ 3147489 w 5183079"/>
              <a:gd name="connsiteY1009" fmla="*/ 951779 h 5183067"/>
              <a:gd name="connsiteX1010" fmla="*/ 3087476 w 5183079"/>
              <a:gd name="connsiteY1010" fmla="*/ 1014345 h 5183067"/>
              <a:gd name="connsiteX1011" fmla="*/ 3064236 w 5183079"/>
              <a:gd name="connsiteY1011" fmla="*/ 1052651 h 5183067"/>
              <a:gd name="connsiteX1012" fmla="*/ 2762384 w 5183079"/>
              <a:gd name="connsiteY1012" fmla="*/ 1261292 h 5183067"/>
              <a:gd name="connsiteX1013" fmla="*/ 2851765 w 5183079"/>
              <a:gd name="connsiteY1013" fmla="*/ 1267165 h 5183067"/>
              <a:gd name="connsiteX1014" fmla="*/ 2852787 w 5183079"/>
              <a:gd name="connsiteY1014" fmla="*/ 1266399 h 5183067"/>
              <a:gd name="connsiteX1015" fmla="*/ 2950594 w 5183079"/>
              <a:gd name="connsiteY1015" fmla="*/ 1336883 h 5183067"/>
              <a:gd name="connsiteX1016" fmla="*/ 2835166 w 5183079"/>
              <a:gd name="connsiteY1016" fmla="*/ 1338926 h 5183067"/>
              <a:gd name="connsiteX1017" fmla="*/ 2753446 w 5183079"/>
              <a:gd name="connsiteY1017" fmla="*/ 1264612 h 5183067"/>
              <a:gd name="connsiteX1018" fmla="*/ 2689367 w 5183079"/>
              <a:gd name="connsiteY1018" fmla="*/ 1288147 h 5183067"/>
              <a:gd name="connsiteX1019" fmla="*/ 2691638 w 5183079"/>
              <a:gd name="connsiteY1019" fmla="*/ 1299785 h 5183067"/>
              <a:gd name="connsiteX1020" fmla="*/ 2725610 w 5183079"/>
              <a:gd name="connsiteY1020" fmla="*/ 1474784 h 5183067"/>
              <a:gd name="connsiteX1021" fmla="*/ 3514717 w 5183079"/>
              <a:gd name="connsiteY1021" fmla="*/ 1355779 h 5183067"/>
              <a:gd name="connsiteX1022" fmla="*/ 3542042 w 5183079"/>
              <a:gd name="connsiteY1022" fmla="*/ 1346586 h 5183067"/>
              <a:gd name="connsiteX1023" fmla="*/ 3542042 w 5183079"/>
              <a:gd name="connsiteY1023" fmla="*/ 1375188 h 5183067"/>
              <a:gd name="connsiteX1024" fmla="*/ 3463898 w 5183079"/>
              <a:gd name="connsiteY1024" fmla="*/ 1596597 h 5183067"/>
              <a:gd name="connsiteX1025" fmla="*/ 3269812 w 5183079"/>
              <a:gd name="connsiteY1025" fmla="*/ 1723008 h 5183067"/>
              <a:gd name="connsiteX1026" fmla="*/ 3188859 w 5183079"/>
              <a:gd name="connsiteY1026" fmla="*/ 1873167 h 5183067"/>
              <a:gd name="connsiteX1027" fmla="*/ 3151575 w 5183079"/>
              <a:gd name="connsiteY1027" fmla="*/ 1898704 h 5183067"/>
              <a:gd name="connsiteX1028" fmla="*/ 3524421 w 5183079"/>
              <a:gd name="connsiteY1028" fmla="*/ 1841756 h 5183067"/>
              <a:gd name="connsiteX1029" fmla="*/ 3553790 w 5183079"/>
              <a:gd name="connsiteY1029" fmla="*/ 1836138 h 5183067"/>
              <a:gd name="connsiteX1030" fmla="*/ 3552258 w 5183079"/>
              <a:gd name="connsiteY1030" fmla="*/ 1836138 h 5183067"/>
              <a:gd name="connsiteX1031" fmla="*/ 3632188 w 5183079"/>
              <a:gd name="connsiteY1031" fmla="*/ 1819539 h 5183067"/>
              <a:gd name="connsiteX1032" fmla="*/ 3508332 w 5183079"/>
              <a:gd name="connsiteY1032" fmla="*/ 2001875 h 5183067"/>
              <a:gd name="connsiteX1033" fmla="*/ 3216695 w 5183079"/>
              <a:gd name="connsiteY1033" fmla="*/ 2234010 h 5183067"/>
              <a:gd name="connsiteX1034" fmla="*/ 2903862 w 5183079"/>
              <a:gd name="connsiteY1034" fmla="*/ 2333861 h 5183067"/>
              <a:gd name="connsiteX1035" fmla="*/ 2852787 w 5183079"/>
              <a:gd name="connsiteY1035" fmla="*/ 2337181 h 5183067"/>
              <a:gd name="connsiteX1036" fmla="*/ 2757531 w 5183079"/>
              <a:gd name="connsiteY1036" fmla="*/ 2330287 h 5183067"/>
              <a:gd name="connsiteX1037" fmla="*/ 2727397 w 5183079"/>
              <a:gd name="connsiteY1037" fmla="*/ 2325945 h 5183067"/>
              <a:gd name="connsiteX1038" fmla="*/ 2785879 w 5183079"/>
              <a:gd name="connsiteY1038" fmla="*/ 2570338 h 5183067"/>
              <a:gd name="connsiteX1039" fmla="*/ 2591028 w 5183079"/>
              <a:gd name="connsiteY1039" fmla="*/ 2582851 h 5183067"/>
              <a:gd name="connsiteX1040" fmla="*/ 2395922 w 5183079"/>
              <a:gd name="connsiteY1040" fmla="*/ 2570338 h 5183067"/>
              <a:gd name="connsiteX1041" fmla="*/ 2454402 w 5183079"/>
              <a:gd name="connsiteY1041" fmla="*/ 2325945 h 5183067"/>
              <a:gd name="connsiteX1042" fmla="*/ 2424268 w 5183079"/>
              <a:gd name="connsiteY1042" fmla="*/ 2330287 h 5183067"/>
              <a:gd name="connsiteX1043" fmla="*/ 2329014 w 5183079"/>
              <a:gd name="connsiteY1043" fmla="*/ 2337181 h 5183067"/>
              <a:gd name="connsiteX1044" fmla="*/ 2277939 w 5183079"/>
              <a:gd name="connsiteY1044" fmla="*/ 2333861 h 5183067"/>
              <a:gd name="connsiteX1045" fmla="*/ 1964850 w 5183079"/>
              <a:gd name="connsiteY1045" fmla="*/ 2234010 h 5183067"/>
              <a:gd name="connsiteX1046" fmla="*/ 1673213 w 5183079"/>
              <a:gd name="connsiteY1046" fmla="*/ 2001875 h 5183067"/>
              <a:gd name="connsiteX1047" fmla="*/ 1549355 w 5183079"/>
              <a:gd name="connsiteY1047" fmla="*/ 1819539 h 5183067"/>
              <a:gd name="connsiteX1048" fmla="*/ 1629288 w 5183079"/>
              <a:gd name="connsiteY1048" fmla="*/ 1836138 h 5183067"/>
              <a:gd name="connsiteX1049" fmla="*/ 1658912 w 5183079"/>
              <a:gd name="connsiteY1049" fmla="*/ 1841756 h 5183067"/>
              <a:gd name="connsiteX1050" fmla="*/ 2031502 w 5183079"/>
              <a:gd name="connsiteY1050" fmla="*/ 1898449 h 5183067"/>
              <a:gd name="connsiteX1051" fmla="*/ 1994219 w 5183079"/>
              <a:gd name="connsiteY1051" fmla="*/ 1874188 h 5183067"/>
              <a:gd name="connsiteX1052" fmla="*/ 1913264 w 5183079"/>
              <a:gd name="connsiteY1052" fmla="*/ 1724029 h 5183067"/>
              <a:gd name="connsiteX1053" fmla="*/ 1719180 w 5183079"/>
              <a:gd name="connsiteY1053" fmla="*/ 1597619 h 5183067"/>
              <a:gd name="connsiteX1054" fmla="*/ 1641035 w 5183079"/>
              <a:gd name="connsiteY1054" fmla="*/ 1376209 h 5183067"/>
              <a:gd name="connsiteX1055" fmla="*/ 1641035 w 5183079"/>
              <a:gd name="connsiteY1055" fmla="*/ 1347608 h 5183067"/>
              <a:gd name="connsiteX1056" fmla="*/ 1668105 w 5183079"/>
              <a:gd name="connsiteY1056" fmla="*/ 1356801 h 5183067"/>
              <a:gd name="connsiteX1057" fmla="*/ 2458489 w 5183079"/>
              <a:gd name="connsiteY1057" fmla="*/ 1474784 h 5183067"/>
              <a:gd name="connsiteX1058" fmla="*/ 2498583 w 5183079"/>
              <a:gd name="connsiteY1058" fmla="*/ 1268442 h 5183067"/>
              <a:gd name="connsiteX1059" fmla="*/ 2498583 w 5183079"/>
              <a:gd name="connsiteY1059" fmla="*/ 1265122 h 5183067"/>
              <a:gd name="connsiteX1060" fmla="*/ 2590261 w 5183079"/>
              <a:gd name="connsiteY1060" fmla="*/ 1159397 h 5183067"/>
              <a:gd name="connsiteX1061" fmla="*/ 2593581 w 5183079"/>
              <a:gd name="connsiteY1061" fmla="*/ 1159397 h 5183067"/>
              <a:gd name="connsiteX1062" fmla="*/ 2679017 w 5183079"/>
              <a:gd name="connsiteY1062" fmla="*/ 1237829 h 5183067"/>
              <a:gd name="connsiteX1063" fmla="*/ 2683449 w 5183079"/>
              <a:gd name="connsiteY1063" fmla="*/ 1256439 h 5183067"/>
              <a:gd name="connsiteX1064" fmla="*/ 2744253 w 5183079"/>
              <a:gd name="connsiteY1064" fmla="*/ 1234222 h 5183067"/>
              <a:gd name="connsiteX1065" fmla="*/ 2718716 w 5183079"/>
              <a:gd name="connsiteY1065" fmla="*/ 1124922 h 5183067"/>
              <a:gd name="connsiteX1066" fmla="*/ 2779239 w 5183079"/>
              <a:gd name="connsiteY1066" fmla="*/ 1019963 h 5183067"/>
              <a:gd name="connsiteX1067" fmla="*/ 2798903 w 5183079"/>
              <a:gd name="connsiteY1067" fmla="*/ 1137691 h 5183067"/>
              <a:gd name="connsiteX1068" fmla="*/ 2745785 w 5183079"/>
              <a:gd name="connsiteY1068" fmla="*/ 1233201 h 5183067"/>
              <a:gd name="connsiteX1069" fmla="*/ 2984560 w 5183079"/>
              <a:gd name="connsiteY1069" fmla="*/ 1092490 h 5183067"/>
              <a:gd name="connsiteX1070" fmla="*/ 2960554 w 5183079"/>
              <a:gd name="connsiteY1070" fmla="*/ 986254 h 5183067"/>
              <a:gd name="connsiteX1071" fmla="*/ 3011629 w 5183079"/>
              <a:gd name="connsiteY1071" fmla="*/ 884104 h 5183067"/>
              <a:gd name="connsiteX1072" fmla="*/ 3030273 w 5183079"/>
              <a:gd name="connsiteY1072" fmla="*/ 998257 h 5183067"/>
              <a:gd name="connsiteX1073" fmla="*/ 2985326 w 5183079"/>
              <a:gd name="connsiteY1073" fmla="*/ 1092234 h 5183067"/>
              <a:gd name="connsiteX1074" fmla="*/ 3059384 w 5183079"/>
              <a:gd name="connsiteY1074" fmla="*/ 1024305 h 5183067"/>
              <a:gd name="connsiteX1075" fmla="*/ 3075984 w 5183079"/>
              <a:gd name="connsiteY1075" fmla="*/ 1004386 h 5183067"/>
              <a:gd name="connsiteX1076" fmla="*/ 3090541 w 5183079"/>
              <a:gd name="connsiteY1076" fmla="*/ 912707 h 5183067"/>
              <a:gd name="connsiteX1077" fmla="*/ 3167153 w 5183079"/>
              <a:gd name="connsiteY1077" fmla="*/ 837371 h 5183067"/>
              <a:gd name="connsiteX1078" fmla="*/ 1526596 w 5183079"/>
              <a:gd name="connsiteY1078" fmla="*/ 823229 h 5183067"/>
              <a:gd name="connsiteX1079" fmla="*/ 1523819 w 5183079"/>
              <a:gd name="connsiteY1079" fmla="*/ 824092 h 5183067"/>
              <a:gd name="connsiteX1080" fmla="*/ 1508497 w 5183079"/>
              <a:gd name="connsiteY1080" fmla="*/ 833540 h 5183067"/>
              <a:gd name="connsiteX1081" fmla="*/ 1497005 w 5183079"/>
              <a:gd name="connsiteY1081" fmla="*/ 845032 h 5183067"/>
              <a:gd name="connsiteX1082" fmla="*/ 1475043 w 5183079"/>
              <a:gd name="connsiteY1082" fmla="*/ 836860 h 5183067"/>
              <a:gd name="connsiteX1083" fmla="*/ 1468148 w 5183079"/>
              <a:gd name="connsiteY1083" fmla="*/ 848352 h 5183067"/>
              <a:gd name="connsiteX1084" fmla="*/ 1468148 w 5183079"/>
              <a:gd name="connsiteY1084" fmla="*/ 880018 h 5183067"/>
              <a:gd name="connsiteX1085" fmla="*/ 1468148 w 5183079"/>
              <a:gd name="connsiteY1085" fmla="*/ 893553 h 5183067"/>
              <a:gd name="connsiteX1086" fmla="*/ 1476065 w 5183079"/>
              <a:gd name="connsiteY1086" fmla="*/ 900959 h 5183067"/>
              <a:gd name="connsiteX1087" fmla="*/ 1480917 w 5183079"/>
              <a:gd name="connsiteY1087" fmla="*/ 912961 h 5183067"/>
              <a:gd name="connsiteX1088" fmla="*/ 1506453 w 5183079"/>
              <a:gd name="connsiteY1088" fmla="*/ 917047 h 5183067"/>
              <a:gd name="connsiteX1089" fmla="*/ 1517690 w 5183079"/>
              <a:gd name="connsiteY1089" fmla="*/ 901725 h 5183067"/>
              <a:gd name="connsiteX1090" fmla="*/ 1528417 w 5183079"/>
              <a:gd name="connsiteY1090" fmla="*/ 894064 h 5183067"/>
              <a:gd name="connsiteX1091" fmla="*/ 1534290 w 5183079"/>
              <a:gd name="connsiteY1091" fmla="*/ 881296 h 5183067"/>
              <a:gd name="connsiteX1092" fmla="*/ 1534290 w 5183079"/>
              <a:gd name="connsiteY1092" fmla="*/ 880273 h 5183067"/>
              <a:gd name="connsiteX1093" fmla="*/ 1533013 w 5183079"/>
              <a:gd name="connsiteY1093" fmla="*/ 865207 h 5183067"/>
              <a:gd name="connsiteX1094" fmla="*/ 1536843 w 5183079"/>
              <a:gd name="connsiteY1094" fmla="*/ 856013 h 5183067"/>
              <a:gd name="connsiteX1095" fmla="*/ 1539142 w 5183079"/>
              <a:gd name="connsiteY1095" fmla="*/ 844521 h 5183067"/>
              <a:gd name="connsiteX1096" fmla="*/ 1534801 w 5183079"/>
              <a:gd name="connsiteY1096" fmla="*/ 833796 h 5183067"/>
              <a:gd name="connsiteX1097" fmla="*/ 1530714 w 5183079"/>
              <a:gd name="connsiteY1097" fmla="*/ 824092 h 5183067"/>
              <a:gd name="connsiteX1098" fmla="*/ 1526596 w 5183079"/>
              <a:gd name="connsiteY1098" fmla="*/ 823229 h 5183067"/>
              <a:gd name="connsiteX1099" fmla="*/ 2519845 w 5183079"/>
              <a:gd name="connsiteY1099" fmla="*/ 697503 h 5183067"/>
              <a:gd name="connsiteX1100" fmla="*/ 1454613 w 5183079"/>
              <a:gd name="connsiteY1100" fmla="*/ 1074613 h 5183067"/>
              <a:gd name="connsiteX1101" fmla="*/ 1454358 w 5183079"/>
              <a:gd name="connsiteY1101" fmla="*/ 1074613 h 5183067"/>
              <a:gd name="connsiteX1102" fmla="*/ 695895 w 5183079"/>
              <a:gd name="connsiteY1102" fmla="*/ 2592045 h 5183067"/>
              <a:gd name="connsiteX1103" fmla="*/ 717602 w 5183079"/>
              <a:gd name="connsiteY1103" fmla="*/ 2880617 h 5183067"/>
              <a:gd name="connsiteX1104" fmla="*/ 721944 w 5183079"/>
              <a:gd name="connsiteY1104" fmla="*/ 2904112 h 5183067"/>
              <a:gd name="connsiteX1105" fmla="*/ 742374 w 5183079"/>
              <a:gd name="connsiteY1105" fmla="*/ 3009326 h 5183067"/>
              <a:gd name="connsiteX1106" fmla="*/ 780680 w 5183079"/>
              <a:gd name="connsiteY1106" fmla="*/ 3154633 h 5183067"/>
              <a:gd name="connsiteX1107" fmla="*/ 836351 w 5183079"/>
              <a:gd name="connsiteY1107" fmla="*/ 3307858 h 5183067"/>
              <a:gd name="connsiteX1108" fmla="*/ 844523 w 5183079"/>
              <a:gd name="connsiteY1108" fmla="*/ 3328287 h 5183067"/>
              <a:gd name="connsiteX1109" fmla="*/ 1070274 w 5183079"/>
              <a:gd name="connsiteY1109" fmla="*/ 3724117 h 5183067"/>
              <a:gd name="connsiteX1110" fmla="*/ 1071552 w 5183079"/>
              <a:gd name="connsiteY1110" fmla="*/ 3725649 h 5183067"/>
              <a:gd name="connsiteX1111" fmla="*/ 1073466 w 5183079"/>
              <a:gd name="connsiteY1111" fmla="*/ 3728229 h 5183067"/>
              <a:gd name="connsiteX1112" fmla="*/ 1967899 w 5183079"/>
              <a:gd name="connsiteY1112" fmla="*/ 4382545 h 5183067"/>
              <a:gd name="connsiteX1113" fmla="*/ 2049026 w 5183079"/>
              <a:gd name="connsiteY1113" fmla="*/ 4406398 h 5183067"/>
              <a:gd name="connsiteX1114" fmla="*/ 2043825 w 5183079"/>
              <a:gd name="connsiteY1114" fmla="*/ 4382055 h 5183067"/>
              <a:gd name="connsiteX1115" fmla="*/ 2005455 w 5183079"/>
              <a:gd name="connsiteY1115" fmla="*/ 4320669 h 5183067"/>
              <a:gd name="connsiteX1116" fmla="*/ 1934205 w 5183079"/>
              <a:gd name="connsiteY1116" fmla="*/ 4295132 h 5183067"/>
              <a:gd name="connsiteX1117" fmla="*/ 1922948 w 5183079"/>
              <a:gd name="connsiteY1117" fmla="*/ 4284793 h 5183067"/>
              <a:gd name="connsiteX1118" fmla="*/ 1977702 w 5183079"/>
              <a:gd name="connsiteY1118" fmla="*/ 4288345 h 5183067"/>
              <a:gd name="connsiteX1119" fmla="*/ 2032525 w 5183079"/>
              <a:gd name="connsiteY1119" fmla="*/ 4303559 h 5183067"/>
              <a:gd name="connsiteX1120" fmla="*/ 2104029 w 5183079"/>
              <a:gd name="connsiteY1120" fmla="*/ 4414392 h 5183067"/>
              <a:gd name="connsiteX1121" fmla="*/ 2136462 w 5183079"/>
              <a:gd name="connsiteY1121" fmla="*/ 4414392 h 5183067"/>
              <a:gd name="connsiteX1122" fmla="*/ 2146676 w 5183079"/>
              <a:gd name="connsiteY1122" fmla="*/ 4427416 h 5183067"/>
              <a:gd name="connsiteX1123" fmla="*/ 2232737 w 5183079"/>
              <a:gd name="connsiteY1123" fmla="*/ 4427416 h 5183067"/>
              <a:gd name="connsiteX1124" fmla="*/ 2234717 w 5183079"/>
              <a:gd name="connsiteY1124" fmla="*/ 4441366 h 5183067"/>
              <a:gd name="connsiteX1125" fmla="*/ 2232722 w 5183079"/>
              <a:gd name="connsiteY1125" fmla="*/ 4451289 h 5183067"/>
              <a:gd name="connsiteX1126" fmla="*/ 2321347 w 5183079"/>
              <a:gd name="connsiteY1126" fmla="*/ 4468366 h 5183067"/>
              <a:gd name="connsiteX1127" fmla="*/ 2866682 w 5183079"/>
              <a:gd name="connsiteY1127" fmla="*/ 4467810 h 5183067"/>
              <a:gd name="connsiteX1128" fmla="*/ 3008460 w 5183079"/>
              <a:gd name="connsiteY1128" fmla="*/ 4439981 h 5183067"/>
              <a:gd name="connsiteX1129" fmla="*/ 2998861 w 5183079"/>
              <a:gd name="connsiteY1129" fmla="*/ 4439419 h 5183067"/>
              <a:gd name="connsiteX1130" fmla="*/ 3013417 w 5183079"/>
              <a:gd name="connsiteY1130" fmla="*/ 4434821 h 5183067"/>
              <a:gd name="connsiteX1131" fmla="*/ 2921993 w 5183079"/>
              <a:gd name="connsiteY1131" fmla="*/ 4434821 h 5183067"/>
              <a:gd name="connsiteX1132" fmla="*/ 2870918 w 5183079"/>
              <a:gd name="connsiteY1132" fmla="*/ 4318882 h 5183067"/>
              <a:gd name="connsiteX1133" fmla="*/ 2740678 w 5183079"/>
              <a:gd name="connsiteY1133" fmla="*/ 4313519 h 5183067"/>
              <a:gd name="connsiteX1134" fmla="*/ 2675558 w 5183079"/>
              <a:gd name="connsiteY1134" fmla="*/ 4413115 h 5183067"/>
              <a:gd name="connsiteX1135" fmla="*/ 2669667 w 5183079"/>
              <a:gd name="connsiteY1135" fmla="*/ 4426710 h 5183067"/>
              <a:gd name="connsiteX1136" fmla="*/ 2669683 w 5183079"/>
              <a:gd name="connsiteY1136" fmla="*/ 4426394 h 5183067"/>
              <a:gd name="connsiteX1137" fmla="*/ 2668918 w 5183079"/>
              <a:gd name="connsiteY1137" fmla="*/ 4428437 h 5183067"/>
              <a:gd name="connsiteX1138" fmla="*/ 2669667 w 5183079"/>
              <a:gd name="connsiteY1138" fmla="*/ 4426710 h 5183067"/>
              <a:gd name="connsiteX1139" fmla="*/ 2667641 w 5183079"/>
              <a:gd name="connsiteY1139" fmla="*/ 4465977 h 5183067"/>
              <a:gd name="connsiteX1140" fmla="*/ 2621163 w 5183079"/>
              <a:gd name="connsiteY1140" fmla="*/ 4465977 h 5183067"/>
              <a:gd name="connsiteX1141" fmla="*/ 2640827 w 5183079"/>
              <a:gd name="connsiteY1141" fmla="*/ 4458827 h 5183067"/>
              <a:gd name="connsiteX1142" fmla="*/ 2624483 w 5183079"/>
              <a:gd name="connsiteY1142" fmla="*/ 4456018 h 5183067"/>
              <a:gd name="connsiteX1143" fmla="*/ 2631632 w 5183079"/>
              <a:gd name="connsiteY1143" fmla="*/ 4448356 h 5183067"/>
              <a:gd name="connsiteX1144" fmla="*/ 2606095 w 5183079"/>
              <a:gd name="connsiteY1144" fmla="*/ 4448356 h 5183067"/>
              <a:gd name="connsiteX1145" fmla="*/ 2616055 w 5183079"/>
              <a:gd name="connsiteY1145" fmla="*/ 4441717 h 5183067"/>
              <a:gd name="connsiteX1146" fmla="*/ 2572131 w 5183079"/>
              <a:gd name="connsiteY1146" fmla="*/ 4441717 h 5183067"/>
              <a:gd name="connsiteX1147" fmla="*/ 2581069 w 5183079"/>
              <a:gd name="connsiteY1147" fmla="*/ 4434821 h 5183067"/>
              <a:gd name="connsiteX1148" fmla="*/ 2490921 w 5183079"/>
              <a:gd name="connsiteY1148" fmla="*/ 4434821 h 5183067"/>
              <a:gd name="connsiteX1149" fmla="*/ 2439846 w 5183079"/>
              <a:gd name="connsiteY1149" fmla="*/ 4318882 h 5183067"/>
              <a:gd name="connsiteX1150" fmla="*/ 2309606 w 5183079"/>
              <a:gd name="connsiteY1150" fmla="*/ 4313519 h 5183067"/>
              <a:gd name="connsiteX1151" fmla="*/ 2244485 w 5183079"/>
              <a:gd name="connsiteY1151" fmla="*/ 4413115 h 5183067"/>
              <a:gd name="connsiteX1152" fmla="*/ 2232993 w 5183079"/>
              <a:gd name="connsiteY1152" fmla="*/ 4409540 h 5183067"/>
              <a:gd name="connsiteX1153" fmla="*/ 2261595 w 5183079"/>
              <a:gd name="connsiteY1153" fmla="*/ 4327309 h 5183067"/>
              <a:gd name="connsiteX1154" fmla="*/ 2370896 w 5183079"/>
              <a:gd name="connsiteY1154" fmla="*/ 4283385 h 5183067"/>
              <a:gd name="connsiteX1155" fmla="*/ 2524121 w 5183079"/>
              <a:gd name="connsiteY1155" fmla="*/ 4323479 h 5183067"/>
              <a:gd name="connsiteX1156" fmla="*/ 2553488 w 5183079"/>
              <a:gd name="connsiteY1156" fmla="*/ 4422564 h 5183067"/>
              <a:gd name="connsiteX1157" fmla="*/ 2655638 w 5183079"/>
              <a:gd name="connsiteY1157" fmla="*/ 4420010 h 5183067"/>
              <a:gd name="connsiteX1158" fmla="*/ 2693944 w 5183079"/>
              <a:gd name="connsiteY1158" fmla="*/ 4327309 h 5183067"/>
              <a:gd name="connsiteX1159" fmla="*/ 2803245 w 5183079"/>
              <a:gd name="connsiteY1159" fmla="*/ 4283385 h 5183067"/>
              <a:gd name="connsiteX1160" fmla="*/ 2956469 w 5183079"/>
              <a:gd name="connsiteY1160" fmla="*/ 4323479 h 5183067"/>
              <a:gd name="connsiteX1161" fmla="*/ 2985836 w 5183079"/>
              <a:gd name="connsiteY1161" fmla="*/ 4422564 h 5183067"/>
              <a:gd name="connsiteX1162" fmla="*/ 3087986 w 5183079"/>
              <a:gd name="connsiteY1162" fmla="*/ 4420010 h 5183067"/>
              <a:gd name="connsiteX1163" fmla="*/ 3146978 w 5183079"/>
              <a:gd name="connsiteY1163" fmla="*/ 4302538 h 5183067"/>
              <a:gd name="connsiteX1164" fmla="*/ 3242503 w 5183079"/>
              <a:gd name="connsiteY1164" fmla="*/ 4277867 h 5183067"/>
              <a:gd name="connsiteX1165" fmla="*/ 3253979 w 5183079"/>
              <a:gd name="connsiteY1165" fmla="*/ 4278278 h 5183067"/>
              <a:gd name="connsiteX1166" fmla="*/ 3253979 w 5183079"/>
              <a:gd name="connsiteY1166" fmla="*/ 4316073 h 5183067"/>
              <a:gd name="connsiteX1167" fmla="*/ 3147744 w 5183079"/>
              <a:gd name="connsiteY1167" fmla="*/ 4331395 h 5183067"/>
              <a:gd name="connsiteX1168" fmla="*/ 3107271 w 5183079"/>
              <a:gd name="connsiteY1168" fmla="*/ 4407170 h 5183067"/>
              <a:gd name="connsiteX1169" fmla="*/ 3105871 w 5183079"/>
              <a:gd name="connsiteY1169" fmla="*/ 4414745 h 5183067"/>
              <a:gd name="connsiteX1170" fmla="*/ 3224786 w 5183079"/>
              <a:gd name="connsiteY1170" fmla="*/ 4379014 h 5183067"/>
              <a:gd name="connsiteX1171" fmla="*/ 3727086 w 5183079"/>
              <a:gd name="connsiteY1171" fmla="*/ 4109348 h 5183067"/>
              <a:gd name="connsiteX1172" fmla="*/ 4108234 w 5183079"/>
              <a:gd name="connsiteY1172" fmla="*/ 1455758 h 5183067"/>
              <a:gd name="connsiteX1173" fmla="*/ 2679273 w 5183079"/>
              <a:gd name="connsiteY1173" fmla="*/ 698354 h 5183067"/>
              <a:gd name="connsiteX1174" fmla="*/ 2519845 w 5183079"/>
              <a:gd name="connsiteY1174" fmla="*/ 697503 h 5183067"/>
              <a:gd name="connsiteX1175" fmla="*/ 1677810 w 5183079"/>
              <a:gd name="connsiteY1175" fmla="*/ 686700 h 5183067"/>
              <a:gd name="connsiteX1176" fmla="*/ 1669894 w 5183079"/>
              <a:gd name="connsiteY1176" fmla="*/ 693340 h 5183067"/>
              <a:gd name="connsiteX1177" fmla="*/ 1658146 w 5183079"/>
              <a:gd name="connsiteY1177" fmla="*/ 696149 h 5183067"/>
              <a:gd name="connsiteX1178" fmla="*/ 1647165 w 5183079"/>
              <a:gd name="connsiteY1178" fmla="*/ 701257 h 5183067"/>
              <a:gd name="connsiteX1179" fmla="*/ 1633885 w 5183079"/>
              <a:gd name="connsiteY1179" fmla="*/ 701257 h 5183067"/>
              <a:gd name="connsiteX1180" fmla="*/ 1622648 w 5183079"/>
              <a:gd name="connsiteY1180" fmla="*/ 704832 h 5183067"/>
              <a:gd name="connsiteX1181" fmla="*/ 1621883 w 5183079"/>
              <a:gd name="connsiteY1181" fmla="*/ 703810 h 5183067"/>
              <a:gd name="connsiteX1182" fmla="*/ 1627246 w 5183079"/>
              <a:gd name="connsiteY1182" fmla="*/ 721176 h 5183067"/>
              <a:gd name="connsiteX1183" fmla="*/ 1631843 w 5183079"/>
              <a:gd name="connsiteY1183" fmla="*/ 730880 h 5183067"/>
              <a:gd name="connsiteX1184" fmla="*/ 1644612 w 5183079"/>
              <a:gd name="connsiteY1184" fmla="*/ 743138 h 5183067"/>
              <a:gd name="connsiteX1185" fmla="*/ 1659168 w 5183079"/>
              <a:gd name="connsiteY1185" fmla="*/ 752331 h 5183067"/>
              <a:gd name="connsiteX1186" fmla="*/ 1676534 w 5183079"/>
              <a:gd name="connsiteY1186" fmla="*/ 762546 h 5183067"/>
              <a:gd name="connsiteX1187" fmla="*/ 1683939 w 5183079"/>
              <a:gd name="connsiteY1187" fmla="*/ 773527 h 5183067"/>
              <a:gd name="connsiteX1188" fmla="*/ 1696963 w 5183079"/>
              <a:gd name="connsiteY1188" fmla="*/ 777358 h 5183067"/>
              <a:gd name="connsiteX1189" fmla="*/ 1704368 w 5183079"/>
              <a:gd name="connsiteY1189" fmla="*/ 766121 h 5183067"/>
              <a:gd name="connsiteX1190" fmla="*/ 1714073 w 5183079"/>
              <a:gd name="connsiteY1190" fmla="*/ 759992 h 5183067"/>
              <a:gd name="connsiteX1191" fmla="*/ 1722756 w 5183079"/>
              <a:gd name="connsiteY1191" fmla="*/ 748501 h 5183067"/>
              <a:gd name="connsiteX1192" fmla="*/ 1724798 w 5183079"/>
              <a:gd name="connsiteY1192" fmla="*/ 736754 h 5183067"/>
              <a:gd name="connsiteX1193" fmla="*/ 1723522 w 5183079"/>
              <a:gd name="connsiteY1193" fmla="*/ 721686 h 5183067"/>
              <a:gd name="connsiteX1194" fmla="*/ 1725054 w 5183079"/>
              <a:gd name="connsiteY1194" fmla="*/ 707896 h 5183067"/>
              <a:gd name="connsiteX1195" fmla="*/ 1719692 w 5183079"/>
              <a:gd name="connsiteY1195" fmla="*/ 697171 h 5183067"/>
              <a:gd name="connsiteX1196" fmla="*/ 1709221 w 5183079"/>
              <a:gd name="connsiteY1196" fmla="*/ 692318 h 5183067"/>
              <a:gd name="connsiteX1197" fmla="*/ 1677810 w 5183079"/>
              <a:gd name="connsiteY1197" fmla="*/ 686700 h 5183067"/>
              <a:gd name="connsiteX1198" fmla="*/ 1542462 w 5183079"/>
              <a:gd name="connsiteY1198" fmla="*/ 652224 h 5183067"/>
              <a:gd name="connsiteX1199" fmla="*/ 1544759 w 5183079"/>
              <a:gd name="connsiteY1199" fmla="*/ 664482 h 5183067"/>
              <a:gd name="connsiteX1200" fmla="*/ 1539651 w 5183079"/>
              <a:gd name="connsiteY1200" fmla="*/ 681081 h 5183067"/>
              <a:gd name="connsiteX1201" fmla="*/ 1532502 w 5183079"/>
              <a:gd name="connsiteY1201" fmla="*/ 699468 h 5183067"/>
              <a:gd name="connsiteX1202" fmla="*/ 1520754 w 5183079"/>
              <a:gd name="connsiteY1202" fmla="*/ 712237 h 5183067"/>
              <a:gd name="connsiteX1203" fmla="*/ 1507985 w 5183079"/>
              <a:gd name="connsiteY1203" fmla="*/ 709173 h 5183067"/>
              <a:gd name="connsiteX1204" fmla="*/ 1507985 w 5183079"/>
              <a:gd name="connsiteY1204" fmla="*/ 696148 h 5183067"/>
              <a:gd name="connsiteX1205" fmla="*/ 1521776 w 5183079"/>
              <a:gd name="connsiteY1205" fmla="*/ 676995 h 5183067"/>
              <a:gd name="connsiteX1206" fmla="*/ 1526117 w 5183079"/>
              <a:gd name="connsiteY1206" fmla="*/ 668057 h 5183067"/>
              <a:gd name="connsiteX1207" fmla="*/ 1533778 w 5183079"/>
              <a:gd name="connsiteY1207" fmla="*/ 659119 h 5183067"/>
              <a:gd name="connsiteX1208" fmla="*/ 1542462 w 5183079"/>
              <a:gd name="connsiteY1208" fmla="*/ 652224 h 5183067"/>
              <a:gd name="connsiteX1209" fmla="*/ 1564424 w 5183079"/>
              <a:gd name="connsiteY1209" fmla="*/ 581487 h 5183067"/>
              <a:gd name="connsiteX1210" fmla="*/ 1551911 w 5183079"/>
              <a:gd name="connsiteY1210" fmla="*/ 588381 h 5183067"/>
              <a:gd name="connsiteX1211" fmla="*/ 1538631 w 5183079"/>
              <a:gd name="connsiteY1211" fmla="*/ 590680 h 5183067"/>
              <a:gd name="connsiteX1212" fmla="*/ 1532758 w 5183079"/>
              <a:gd name="connsiteY1212" fmla="*/ 597319 h 5183067"/>
              <a:gd name="connsiteX1213" fmla="*/ 1528671 w 5183079"/>
              <a:gd name="connsiteY1213" fmla="*/ 604470 h 5183067"/>
              <a:gd name="connsiteX1214" fmla="*/ 1524330 w 5183079"/>
              <a:gd name="connsiteY1214" fmla="*/ 613408 h 5183067"/>
              <a:gd name="connsiteX1215" fmla="*/ 1515137 w 5183079"/>
              <a:gd name="connsiteY1215" fmla="*/ 625666 h 5183067"/>
              <a:gd name="connsiteX1216" fmla="*/ 1507476 w 5183079"/>
              <a:gd name="connsiteY1216" fmla="*/ 633582 h 5183067"/>
              <a:gd name="connsiteX1217" fmla="*/ 1498537 w 5183079"/>
              <a:gd name="connsiteY1217" fmla="*/ 644819 h 5183067"/>
              <a:gd name="connsiteX1218" fmla="*/ 1485258 w 5183079"/>
              <a:gd name="connsiteY1218" fmla="*/ 658609 h 5183067"/>
              <a:gd name="connsiteX1219" fmla="*/ 1467637 w 5183079"/>
              <a:gd name="connsiteY1219" fmla="*/ 677507 h 5183067"/>
              <a:gd name="connsiteX1220" fmla="*/ 1458954 w 5183079"/>
              <a:gd name="connsiteY1220" fmla="*/ 674187 h 5183067"/>
              <a:gd name="connsiteX1221" fmla="*/ 1445419 w 5183079"/>
              <a:gd name="connsiteY1221" fmla="*/ 674187 h 5183067"/>
              <a:gd name="connsiteX1222" fmla="*/ 1436737 w 5183079"/>
              <a:gd name="connsiteY1222" fmla="*/ 686189 h 5183067"/>
              <a:gd name="connsiteX1223" fmla="*/ 1438269 w 5183079"/>
              <a:gd name="connsiteY1223" fmla="*/ 716068 h 5183067"/>
              <a:gd name="connsiteX1224" fmla="*/ 1451548 w 5183079"/>
              <a:gd name="connsiteY1224" fmla="*/ 735733 h 5183067"/>
              <a:gd name="connsiteX1225" fmla="*/ 1466871 w 5183079"/>
              <a:gd name="connsiteY1225" fmla="*/ 753608 h 5183067"/>
              <a:gd name="connsiteX1226" fmla="*/ 1479384 w 5183079"/>
              <a:gd name="connsiteY1226" fmla="*/ 766888 h 5183067"/>
              <a:gd name="connsiteX1227" fmla="*/ 1487045 w 5183079"/>
              <a:gd name="connsiteY1227" fmla="*/ 776847 h 5183067"/>
              <a:gd name="connsiteX1228" fmla="*/ 1492664 w 5183079"/>
              <a:gd name="connsiteY1228" fmla="*/ 780678 h 5183067"/>
              <a:gd name="connsiteX1229" fmla="*/ 1501601 w 5183079"/>
              <a:gd name="connsiteY1229" fmla="*/ 789105 h 5183067"/>
              <a:gd name="connsiteX1230" fmla="*/ 1509008 w 5183079"/>
              <a:gd name="connsiteY1230" fmla="*/ 790637 h 5183067"/>
              <a:gd name="connsiteX1231" fmla="*/ 1523565 w 5183079"/>
              <a:gd name="connsiteY1231" fmla="*/ 783742 h 5183067"/>
              <a:gd name="connsiteX1232" fmla="*/ 1530970 w 5183079"/>
              <a:gd name="connsiteY1232" fmla="*/ 777103 h 5183067"/>
              <a:gd name="connsiteX1233" fmla="*/ 1543739 w 5183079"/>
              <a:gd name="connsiteY1233" fmla="*/ 773527 h 5183067"/>
              <a:gd name="connsiteX1234" fmla="*/ 1551399 w 5183079"/>
              <a:gd name="connsiteY1234" fmla="*/ 778124 h 5183067"/>
              <a:gd name="connsiteX1235" fmla="*/ 1561104 w 5183079"/>
              <a:gd name="connsiteY1235" fmla="*/ 799575 h 5183067"/>
              <a:gd name="connsiteX1236" fmla="*/ 1570041 w 5183079"/>
              <a:gd name="connsiteY1236" fmla="*/ 814644 h 5183067"/>
              <a:gd name="connsiteX1237" fmla="*/ 1576426 w 5183079"/>
              <a:gd name="connsiteY1237" fmla="*/ 825624 h 5183067"/>
              <a:gd name="connsiteX1238" fmla="*/ 1572085 w 5183079"/>
              <a:gd name="connsiteY1238" fmla="*/ 848863 h 5183067"/>
              <a:gd name="connsiteX1239" fmla="*/ 1551911 w 5183079"/>
              <a:gd name="connsiteY1239" fmla="*/ 853204 h 5183067"/>
              <a:gd name="connsiteX1240" fmla="*/ 1543483 w 5183079"/>
              <a:gd name="connsiteY1240" fmla="*/ 864696 h 5183067"/>
              <a:gd name="connsiteX1241" fmla="*/ 1572085 w 5183079"/>
              <a:gd name="connsiteY1241" fmla="*/ 872102 h 5183067"/>
              <a:gd name="connsiteX1242" fmla="*/ 1585365 w 5183079"/>
              <a:gd name="connsiteY1242" fmla="*/ 880273 h 5183067"/>
              <a:gd name="connsiteX1243" fmla="*/ 1600431 w 5183079"/>
              <a:gd name="connsiteY1243" fmla="*/ 878741 h 5183067"/>
              <a:gd name="connsiteX1244" fmla="*/ 1610647 w 5183079"/>
              <a:gd name="connsiteY1244" fmla="*/ 880018 h 5183067"/>
              <a:gd name="connsiteX1245" fmla="*/ 1621627 w 5183079"/>
              <a:gd name="connsiteY1245" fmla="*/ 878741 h 5183067"/>
              <a:gd name="connsiteX1246" fmla="*/ 1629544 w 5183079"/>
              <a:gd name="connsiteY1246" fmla="*/ 878741 h 5183067"/>
              <a:gd name="connsiteX1247" fmla="*/ 1638227 w 5183079"/>
              <a:gd name="connsiteY1247" fmla="*/ 864696 h 5183067"/>
              <a:gd name="connsiteX1248" fmla="*/ 1643589 w 5183079"/>
              <a:gd name="connsiteY1248" fmla="*/ 843244 h 5183067"/>
              <a:gd name="connsiteX1249" fmla="*/ 1644867 w 5183079"/>
              <a:gd name="connsiteY1249" fmla="*/ 817707 h 5183067"/>
              <a:gd name="connsiteX1250" fmla="*/ 1604773 w 5183079"/>
              <a:gd name="connsiteY1250" fmla="*/ 751054 h 5183067"/>
              <a:gd name="connsiteX1251" fmla="*/ 1593537 w 5183079"/>
              <a:gd name="connsiteY1251" fmla="*/ 737520 h 5183067"/>
              <a:gd name="connsiteX1252" fmla="*/ 1595834 w 5183079"/>
              <a:gd name="connsiteY1252" fmla="*/ 725006 h 5183067"/>
              <a:gd name="connsiteX1253" fmla="*/ 1602986 w 5183079"/>
              <a:gd name="connsiteY1253" fmla="*/ 719388 h 5183067"/>
              <a:gd name="connsiteX1254" fmla="*/ 1605283 w 5183079"/>
              <a:gd name="connsiteY1254" fmla="*/ 699980 h 5183067"/>
              <a:gd name="connsiteX1255" fmla="*/ 1605283 w 5183079"/>
              <a:gd name="connsiteY1255" fmla="*/ 644819 h 5183067"/>
              <a:gd name="connsiteX1256" fmla="*/ 1605283 w 5183079"/>
              <a:gd name="connsiteY1256" fmla="*/ 628475 h 5183067"/>
              <a:gd name="connsiteX1257" fmla="*/ 1610902 w 5183079"/>
              <a:gd name="connsiteY1257" fmla="*/ 604214 h 5183067"/>
              <a:gd name="connsiteX1258" fmla="*/ 1603751 w 5183079"/>
              <a:gd name="connsiteY1258" fmla="*/ 593233 h 5183067"/>
              <a:gd name="connsiteX1259" fmla="*/ 1589961 w 5183079"/>
              <a:gd name="connsiteY1259" fmla="*/ 581487 h 5183067"/>
              <a:gd name="connsiteX1260" fmla="*/ 1564424 w 5183079"/>
              <a:gd name="connsiteY1260" fmla="*/ 581487 h 5183067"/>
              <a:gd name="connsiteX1261" fmla="*/ 3745927 w 5183079"/>
              <a:gd name="connsiteY1261" fmla="*/ 547011 h 5183067"/>
              <a:gd name="connsiteX1262" fmla="*/ 3742001 w 5183079"/>
              <a:gd name="connsiteY1262" fmla="*/ 550332 h 5183067"/>
              <a:gd name="connsiteX1263" fmla="*/ 3733318 w 5183079"/>
              <a:gd name="connsiteY1263" fmla="*/ 567441 h 5183067"/>
              <a:gd name="connsiteX1264" fmla="*/ 3720294 w 5183079"/>
              <a:gd name="connsiteY1264" fmla="*/ 585317 h 5183067"/>
              <a:gd name="connsiteX1265" fmla="*/ 3696544 w 5183079"/>
              <a:gd name="connsiteY1265" fmla="*/ 610854 h 5183067"/>
              <a:gd name="connsiteX1266" fmla="*/ 3657473 w 5183079"/>
              <a:gd name="connsiteY1266" fmla="*/ 603448 h 5183067"/>
              <a:gd name="connsiteX1267" fmla="*/ 3637808 w 5183079"/>
              <a:gd name="connsiteY1267" fmla="*/ 591446 h 5183067"/>
              <a:gd name="connsiteX1268" fmla="*/ 3626572 w 5183079"/>
              <a:gd name="connsiteY1268" fmla="*/ 591446 h 5183067"/>
              <a:gd name="connsiteX1269" fmla="*/ 3614824 w 5183079"/>
              <a:gd name="connsiteY1269" fmla="*/ 589404 h 5183067"/>
              <a:gd name="connsiteX1270" fmla="*/ 3602822 w 5183079"/>
              <a:gd name="connsiteY1270" fmla="*/ 592978 h 5183067"/>
              <a:gd name="connsiteX1271" fmla="*/ 3591330 w 5183079"/>
              <a:gd name="connsiteY1271" fmla="*/ 602937 h 5183067"/>
              <a:gd name="connsiteX1272" fmla="*/ 3595671 w 5183079"/>
              <a:gd name="connsiteY1272" fmla="*/ 632305 h 5183067"/>
              <a:gd name="connsiteX1273" fmla="*/ 3605886 w 5183079"/>
              <a:gd name="connsiteY1273" fmla="*/ 646862 h 5183067"/>
              <a:gd name="connsiteX1274" fmla="*/ 3614824 w 5183079"/>
              <a:gd name="connsiteY1274" fmla="*/ 651969 h 5183067"/>
              <a:gd name="connsiteX1275" fmla="*/ 3625551 w 5183079"/>
              <a:gd name="connsiteY1275" fmla="*/ 654778 h 5183067"/>
              <a:gd name="connsiteX1276" fmla="*/ 3632700 w 5183079"/>
              <a:gd name="connsiteY1276" fmla="*/ 658864 h 5183067"/>
              <a:gd name="connsiteX1277" fmla="*/ 3642149 w 5183079"/>
              <a:gd name="connsiteY1277" fmla="*/ 663717 h 5183067"/>
              <a:gd name="connsiteX1278" fmla="*/ 3630913 w 5183079"/>
              <a:gd name="connsiteY1278" fmla="*/ 674442 h 5183067"/>
              <a:gd name="connsiteX1279" fmla="*/ 3595415 w 5183079"/>
              <a:gd name="connsiteY1279" fmla="*/ 695383 h 5183067"/>
              <a:gd name="connsiteX1280" fmla="*/ 3524422 w 5183079"/>
              <a:gd name="connsiteY1280" fmla="*/ 712748 h 5183067"/>
              <a:gd name="connsiteX1281" fmla="*/ 3515738 w 5183079"/>
              <a:gd name="connsiteY1281" fmla="*/ 712748 h 5183067"/>
              <a:gd name="connsiteX1282" fmla="*/ 3501693 w 5183079"/>
              <a:gd name="connsiteY1282" fmla="*/ 714536 h 5183067"/>
              <a:gd name="connsiteX1283" fmla="*/ 3482796 w 5183079"/>
              <a:gd name="connsiteY1283" fmla="*/ 714536 h 5183067"/>
              <a:gd name="connsiteX1284" fmla="*/ 3482796 w 5183079"/>
              <a:gd name="connsiteY1284" fmla="*/ 713514 h 5183067"/>
              <a:gd name="connsiteX1285" fmla="*/ 3470283 w 5183079"/>
              <a:gd name="connsiteY1285" fmla="*/ 716579 h 5183067"/>
              <a:gd name="connsiteX1286" fmla="*/ 3477944 w 5183079"/>
              <a:gd name="connsiteY1286" fmla="*/ 725517 h 5183067"/>
              <a:gd name="connsiteX1287" fmla="*/ 3477944 w 5183079"/>
              <a:gd name="connsiteY1287" fmla="*/ 740329 h 5183067"/>
              <a:gd name="connsiteX1288" fmla="*/ 3481519 w 5183079"/>
              <a:gd name="connsiteY1288" fmla="*/ 751054 h 5183067"/>
              <a:gd name="connsiteX1289" fmla="*/ 3494032 w 5183079"/>
              <a:gd name="connsiteY1289" fmla="*/ 755396 h 5183067"/>
              <a:gd name="connsiteX1290" fmla="*/ 3517017 w 5183079"/>
              <a:gd name="connsiteY1290" fmla="*/ 762035 h 5183067"/>
              <a:gd name="connsiteX1291" fmla="*/ 3545874 w 5183079"/>
              <a:gd name="connsiteY1291" fmla="*/ 762035 h 5183067"/>
              <a:gd name="connsiteX1292" fmla="*/ 3585966 w 5183079"/>
              <a:gd name="connsiteY1292" fmla="*/ 762035 h 5183067"/>
              <a:gd name="connsiteX1293" fmla="*/ 3631168 w 5183079"/>
              <a:gd name="connsiteY1293" fmla="*/ 750799 h 5183067"/>
              <a:gd name="connsiteX1294" fmla="*/ 3668453 w 5183079"/>
              <a:gd name="connsiteY1294" fmla="*/ 731901 h 5183067"/>
              <a:gd name="connsiteX1295" fmla="*/ 3682754 w 5183079"/>
              <a:gd name="connsiteY1295" fmla="*/ 773783 h 5183067"/>
              <a:gd name="connsiteX1296" fmla="*/ 3687862 w 5183079"/>
              <a:gd name="connsiteY1296" fmla="*/ 795745 h 5183067"/>
              <a:gd name="connsiteX1297" fmla="*/ 3693224 w 5183079"/>
              <a:gd name="connsiteY1297" fmla="*/ 834306 h 5183067"/>
              <a:gd name="connsiteX1298" fmla="*/ 3693224 w 5183079"/>
              <a:gd name="connsiteY1298" fmla="*/ 877209 h 5183067"/>
              <a:gd name="connsiteX1299" fmla="*/ 3700375 w 5183079"/>
              <a:gd name="connsiteY1299" fmla="*/ 892531 h 5183067"/>
              <a:gd name="connsiteX1300" fmla="*/ 3719784 w 5183079"/>
              <a:gd name="connsiteY1300" fmla="*/ 907599 h 5183067"/>
              <a:gd name="connsiteX1301" fmla="*/ 3731786 w 5183079"/>
              <a:gd name="connsiteY1301" fmla="*/ 917813 h 5183067"/>
              <a:gd name="connsiteX1302" fmla="*/ 3747363 w 5183079"/>
              <a:gd name="connsiteY1302" fmla="*/ 926496 h 5183067"/>
              <a:gd name="connsiteX1303" fmla="*/ 3761664 w 5183079"/>
              <a:gd name="connsiteY1303" fmla="*/ 935945 h 5183067"/>
              <a:gd name="connsiteX1304" fmla="*/ 3769071 w 5183079"/>
              <a:gd name="connsiteY1304" fmla="*/ 938499 h 5183067"/>
              <a:gd name="connsiteX1305" fmla="*/ 3778775 w 5183079"/>
              <a:gd name="connsiteY1305" fmla="*/ 936711 h 5183067"/>
              <a:gd name="connsiteX1306" fmla="*/ 3799715 w 5183079"/>
              <a:gd name="connsiteY1306" fmla="*/ 936711 h 5183067"/>
              <a:gd name="connsiteX1307" fmla="*/ 3807121 w 5183079"/>
              <a:gd name="connsiteY1307" fmla="*/ 927007 h 5183067"/>
              <a:gd name="connsiteX1308" fmla="*/ 3814527 w 5183079"/>
              <a:gd name="connsiteY1308" fmla="*/ 921389 h 5183067"/>
              <a:gd name="connsiteX1309" fmla="*/ 3807377 w 5183079"/>
              <a:gd name="connsiteY1309" fmla="*/ 911429 h 5183067"/>
              <a:gd name="connsiteX1310" fmla="*/ 3785414 w 5183079"/>
              <a:gd name="connsiteY1310" fmla="*/ 885892 h 5183067"/>
              <a:gd name="connsiteX1311" fmla="*/ 3777753 w 5183079"/>
              <a:gd name="connsiteY1311" fmla="*/ 870825 h 5183067"/>
              <a:gd name="connsiteX1312" fmla="*/ 3765240 w 5183079"/>
              <a:gd name="connsiteY1312" fmla="*/ 854991 h 5183067"/>
              <a:gd name="connsiteX1313" fmla="*/ 3748130 w 5183079"/>
              <a:gd name="connsiteY1313" fmla="*/ 819239 h 5183067"/>
              <a:gd name="connsiteX1314" fmla="*/ 3738426 w 5183079"/>
              <a:gd name="connsiteY1314" fmla="*/ 772250 h 5183067"/>
              <a:gd name="connsiteX1315" fmla="*/ 3723102 w 5183079"/>
              <a:gd name="connsiteY1315" fmla="*/ 712493 h 5183067"/>
              <a:gd name="connsiteX1316" fmla="*/ 3730765 w 5183079"/>
              <a:gd name="connsiteY1316" fmla="*/ 693595 h 5183067"/>
              <a:gd name="connsiteX1317" fmla="*/ 3744299 w 5183079"/>
              <a:gd name="connsiteY1317" fmla="*/ 686956 h 5183067"/>
              <a:gd name="connsiteX1318" fmla="*/ 3771880 w 5183079"/>
              <a:gd name="connsiteY1318" fmla="*/ 691297 h 5183067"/>
              <a:gd name="connsiteX1319" fmla="*/ 3787713 w 5183079"/>
              <a:gd name="connsiteY1319" fmla="*/ 697937 h 5183067"/>
              <a:gd name="connsiteX1320" fmla="*/ 3805845 w 5183079"/>
              <a:gd name="connsiteY1320" fmla="*/ 701767 h 5183067"/>
              <a:gd name="connsiteX1321" fmla="*/ 3833424 w 5183079"/>
              <a:gd name="connsiteY1321" fmla="*/ 705087 h 5183067"/>
              <a:gd name="connsiteX1322" fmla="*/ 3846960 w 5183079"/>
              <a:gd name="connsiteY1322" fmla="*/ 703555 h 5183067"/>
              <a:gd name="connsiteX1323" fmla="*/ 3854876 w 5183079"/>
              <a:gd name="connsiteY1323" fmla="*/ 700236 h 5183067"/>
              <a:gd name="connsiteX1324" fmla="*/ 3854876 w 5183079"/>
              <a:gd name="connsiteY1324" fmla="*/ 670611 h 5183067"/>
              <a:gd name="connsiteX1325" fmla="*/ 3840831 w 5183079"/>
              <a:gd name="connsiteY1325" fmla="*/ 655289 h 5183067"/>
              <a:gd name="connsiteX1326" fmla="*/ 3820911 w 5183079"/>
              <a:gd name="connsiteY1326" fmla="*/ 643797 h 5183067"/>
              <a:gd name="connsiteX1327" fmla="*/ 3802525 w 5183079"/>
              <a:gd name="connsiteY1327" fmla="*/ 645330 h 5183067"/>
              <a:gd name="connsiteX1328" fmla="*/ 3789245 w 5183079"/>
              <a:gd name="connsiteY1328" fmla="*/ 642776 h 5183067"/>
              <a:gd name="connsiteX1329" fmla="*/ 3777497 w 5183079"/>
              <a:gd name="connsiteY1329" fmla="*/ 641499 h 5183067"/>
              <a:gd name="connsiteX1330" fmla="*/ 3768815 w 5183079"/>
              <a:gd name="connsiteY1330" fmla="*/ 639201 h 5183067"/>
              <a:gd name="connsiteX1331" fmla="*/ 3775455 w 5183079"/>
              <a:gd name="connsiteY1331" fmla="*/ 628475 h 5183067"/>
              <a:gd name="connsiteX1332" fmla="*/ 3793842 w 5183079"/>
              <a:gd name="connsiteY1332" fmla="*/ 614174 h 5183067"/>
              <a:gd name="connsiteX1333" fmla="*/ 3797673 w 5183079"/>
              <a:gd name="connsiteY1333" fmla="*/ 602937 h 5183067"/>
              <a:gd name="connsiteX1334" fmla="*/ 3800226 w 5183079"/>
              <a:gd name="connsiteY1334" fmla="*/ 590680 h 5183067"/>
              <a:gd name="connsiteX1335" fmla="*/ 3792565 w 5183079"/>
              <a:gd name="connsiteY1335" fmla="*/ 569994 h 5183067"/>
              <a:gd name="connsiteX1336" fmla="*/ 3774433 w 5183079"/>
              <a:gd name="connsiteY1336" fmla="*/ 558502 h 5183067"/>
              <a:gd name="connsiteX1337" fmla="*/ 3762687 w 5183079"/>
              <a:gd name="connsiteY1337" fmla="*/ 555949 h 5183067"/>
              <a:gd name="connsiteX1338" fmla="*/ 3750428 w 5183079"/>
              <a:gd name="connsiteY1338" fmla="*/ 547521 h 5183067"/>
              <a:gd name="connsiteX1339" fmla="*/ 3745927 w 5183079"/>
              <a:gd name="connsiteY1339" fmla="*/ 547011 h 5183067"/>
              <a:gd name="connsiteX1340" fmla="*/ 2079258 w 5183079"/>
              <a:gd name="connsiteY1340" fmla="*/ 507938 h 5183067"/>
              <a:gd name="connsiteX1341" fmla="*/ 2080025 w 5183079"/>
              <a:gd name="connsiteY1341" fmla="*/ 508960 h 5183067"/>
              <a:gd name="connsiteX1342" fmla="*/ 2079445 w 5183079"/>
              <a:gd name="connsiteY1342" fmla="*/ 508291 h 5183067"/>
              <a:gd name="connsiteX1343" fmla="*/ 1469935 w 5183079"/>
              <a:gd name="connsiteY1343" fmla="*/ 459418 h 5183067"/>
              <a:gd name="connsiteX1344" fmla="*/ 1456911 w 5183079"/>
              <a:gd name="connsiteY1344" fmla="*/ 462738 h 5183067"/>
              <a:gd name="connsiteX1345" fmla="*/ 1447718 w 5183079"/>
              <a:gd name="connsiteY1345" fmla="*/ 462738 h 5183067"/>
              <a:gd name="connsiteX1346" fmla="*/ 1435715 w 5183079"/>
              <a:gd name="connsiteY1346" fmla="*/ 469888 h 5183067"/>
              <a:gd name="connsiteX1347" fmla="*/ 1425756 w 5183079"/>
              <a:gd name="connsiteY1347" fmla="*/ 474740 h 5183067"/>
              <a:gd name="connsiteX1348" fmla="*/ 1419626 w 5183079"/>
              <a:gd name="connsiteY1348" fmla="*/ 482401 h 5183067"/>
              <a:gd name="connsiteX1349" fmla="*/ 1411965 w 5183079"/>
              <a:gd name="connsiteY1349" fmla="*/ 488019 h 5183067"/>
              <a:gd name="connsiteX1350" fmla="*/ 1405837 w 5183079"/>
              <a:gd name="connsiteY1350" fmla="*/ 496447 h 5183067"/>
              <a:gd name="connsiteX1351" fmla="*/ 1393068 w 5183079"/>
              <a:gd name="connsiteY1351" fmla="*/ 507172 h 5183067"/>
              <a:gd name="connsiteX1352" fmla="*/ 1394855 w 5183079"/>
              <a:gd name="connsiteY1352" fmla="*/ 516877 h 5183067"/>
              <a:gd name="connsiteX1353" fmla="*/ 1418350 w 5183079"/>
              <a:gd name="connsiteY1353" fmla="*/ 534497 h 5183067"/>
              <a:gd name="connsiteX1354" fmla="*/ 1420904 w 5183079"/>
              <a:gd name="connsiteY1354" fmla="*/ 545478 h 5183067"/>
              <a:gd name="connsiteX1355" fmla="*/ 1422691 w 5183079"/>
              <a:gd name="connsiteY1355" fmla="*/ 554673 h 5183067"/>
              <a:gd name="connsiteX1356" fmla="*/ 1425500 w 5183079"/>
              <a:gd name="connsiteY1356" fmla="*/ 563610 h 5183067"/>
              <a:gd name="connsiteX1357" fmla="*/ 1436226 w 5183079"/>
              <a:gd name="connsiteY1357" fmla="*/ 563610 h 5183067"/>
              <a:gd name="connsiteX1358" fmla="*/ 1445675 w 5183079"/>
              <a:gd name="connsiteY1358" fmla="*/ 561567 h 5183067"/>
              <a:gd name="connsiteX1359" fmla="*/ 1451293 w 5183079"/>
              <a:gd name="connsiteY1359" fmla="*/ 568207 h 5183067"/>
              <a:gd name="connsiteX1360" fmla="*/ 1444143 w 5183079"/>
              <a:gd name="connsiteY1360" fmla="*/ 581487 h 5183067"/>
              <a:gd name="connsiteX1361" fmla="*/ 1421925 w 5183079"/>
              <a:gd name="connsiteY1361" fmla="*/ 607024 h 5183067"/>
              <a:gd name="connsiteX1362" fmla="*/ 1408645 w 5183079"/>
              <a:gd name="connsiteY1362" fmla="*/ 617749 h 5183067"/>
              <a:gd name="connsiteX1363" fmla="*/ 1378256 w 5183079"/>
              <a:gd name="connsiteY1363" fmla="*/ 645585 h 5183067"/>
              <a:gd name="connsiteX1364" fmla="*/ 1366764 w 5183079"/>
              <a:gd name="connsiteY1364" fmla="*/ 659120 h 5183067"/>
              <a:gd name="connsiteX1365" fmla="*/ 1357826 w 5183079"/>
              <a:gd name="connsiteY1365" fmla="*/ 659120 h 5183067"/>
              <a:gd name="connsiteX1366" fmla="*/ 1357826 w 5183079"/>
              <a:gd name="connsiteY1366" fmla="*/ 658098 h 5183067"/>
              <a:gd name="connsiteX1367" fmla="*/ 1339183 w 5183079"/>
              <a:gd name="connsiteY1367" fmla="*/ 686700 h 5183067"/>
              <a:gd name="connsiteX1368" fmla="*/ 1341993 w 5183079"/>
              <a:gd name="connsiteY1368" fmla="*/ 696660 h 5183067"/>
              <a:gd name="connsiteX1369" fmla="*/ 1349398 w 5183079"/>
              <a:gd name="connsiteY1369" fmla="*/ 707641 h 5183067"/>
              <a:gd name="connsiteX1370" fmla="*/ 1360635 w 5183079"/>
              <a:gd name="connsiteY1370" fmla="*/ 718877 h 5183067"/>
              <a:gd name="connsiteX1371" fmla="*/ 1373915 w 5183079"/>
              <a:gd name="connsiteY1371" fmla="*/ 712237 h 5183067"/>
              <a:gd name="connsiteX1372" fmla="*/ 1383618 w 5183079"/>
              <a:gd name="connsiteY1372" fmla="*/ 712237 h 5183067"/>
              <a:gd name="connsiteX1373" fmla="*/ 1389237 w 5183079"/>
              <a:gd name="connsiteY1373" fmla="*/ 702278 h 5183067"/>
              <a:gd name="connsiteX1374" fmla="*/ 1397154 w 5183079"/>
              <a:gd name="connsiteY1374" fmla="*/ 693084 h 5183067"/>
              <a:gd name="connsiteX1375" fmla="*/ 1406858 w 5183079"/>
              <a:gd name="connsiteY1375" fmla="*/ 683125 h 5183067"/>
              <a:gd name="connsiteX1376" fmla="*/ 1413753 w 5183079"/>
              <a:gd name="connsiteY1376" fmla="*/ 678529 h 5183067"/>
              <a:gd name="connsiteX1377" fmla="*/ 1422691 w 5183079"/>
              <a:gd name="connsiteY1377" fmla="*/ 672654 h 5183067"/>
              <a:gd name="connsiteX1378" fmla="*/ 1431374 w 5183079"/>
              <a:gd name="connsiteY1378" fmla="*/ 663717 h 5183067"/>
              <a:gd name="connsiteX1379" fmla="*/ 1440057 w 5183079"/>
              <a:gd name="connsiteY1379" fmla="*/ 656566 h 5183067"/>
              <a:gd name="connsiteX1380" fmla="*/ 1449761 w 5183079"/>
              <a:gd name="connsiteY1380" fmla="*/ 647117 h 5183067"/>
              <a:gd name="connsiteX1381" fmla="*/ 1459976 w 5183079"/>
              <a:gd name="connsiteY1381" fmla="*/ 636647 h 5183067"/>
              <a:gd name="connsiteX1382" fmla="*/ 1470446 w 5183079"/>
              <a:gd name="connsiteY1382" fmla="*/ 625921 h 5183067"/>
              <a:gd name="connsiteX1383" fmla="*/ 1508241 w 5183079"/>
              <a:gd name="connsiteY1383" fmla="*/ 587871 h 5183067"/>
              <a:gd name="connsiteX1384" fmla="*/ 1522542 w 5183079"/>
              <a:gd name="connsiteY1384" fmla="*/ 568463 h 5183067"/>
              <a:gd name="connsiteX1385" fmla="*/ 1536078 w 5183079"/>
              <a:gd name="connsiteY1385" fmla="*/ 561056 h 5183067"/>
              <a:gd name="connsiteX1386" fmla="*/ 1546803 w 5183079"/>
              <a:gd name="connsiteY1386" fmla="*/ 548032 h 5183067"/>
              <a:gd name="connsiteX1387" fmla="*/ 1558039 w 5183079"/>
              <a:gd name="connsiteY1387" fmla="*/ 535774 h 5183067"/>
              <a:gd name="connsiteX1388" fmla="*/ 1571829 w 5183079"/>
              <a:gd name="connsiteY1388" fmla="*/ 525048 h 5183067"/>
              <a:gd name="connsiteX1389" fmla="*/ 1589706 w 5183079"/>
              <a:gd name="connsiteY1389" fmla="*/ 512280 h 5183067"/>
              <a:gd name="connsiteX1390" fmla="*/ 1602986 w 5183079"/>
              <a:gd name="connsiteY1390" fmla="*/ 508960 h 5183067"/>
              <a:gd name="connsiteX1391" fmla="*/ 1612946 w 5183079"/>
              <a:gd name="connsiteY1391" fmla="*/ 479081 h 5183067"/>
              <a:gd name="connsiteX1392" fmla="*/ 1606561 w 5183079"/>
              <a:gd name="connsiteY1392" fmla="*/ 467079 h 5183067"/>
              <a:gd name="connsiteX1393" fmla="*/ 1598133 w 5183079"/>
              <a:gd name="connsiteY1393" fmla="*/ 464525 h 5183067"/>
              <a:gd name="connsiteX1394" fmla="*/ 1580513 w 5183079"/>
              <a:gd name="connsiteY1394" fmla="*/ 461461 h 5183067"/>
              <a:gd name="connsiteX1395" fmla="*/ 1569276 w 5183079"/>
              <a:gd name="connsiteY1395" fmla="*/ 464014 h 5183067"/>
              <a:gd name="connsiteX1396" fmla="*/ 1557528 w 5183079"/>
              <a:gd name="connsiteY1396" fmla="*/ 465802 h 5183067"/>
              <a:gd name="connsiteX1397" fmla="*/ 1539142 w 5183079"/>
              <a:gd name="connsiteY1397" fmla="*/ 483423 h 5183067"/>
              <a:gd name="connsiteX1398" fmla="*/ 1506965 w 5183079"/>
              <a:gd name="connsiteY1398" fmla="*/ 514578 h 5183067"/>
              <a:gd name="connsiteX1399" fmla="*/ 1501091 w 5183079"/>
              <a:gd name="connsiteY1399" fmla="*/ 509471 h 5183067"/>
              <a:gd name="connsiteX1400" fmla="*/ 1501091 w 5183079"/>
              <a:gd name="connsiteY1400" fmla="*/ 483933 h 5183067"/>
              <a:gd name="connsiteX1401" fmla="*/ 1481172 w 5183079"/>
              <a:gd name="connsiteY1401" fmla="*/ 470143 h 5183067"/>
              <a:gd name="connsiteX1402" fmla="*/ 1469935 w 5183079"/>
              <a:gd name="connsiteY1402" fmla="*/ 459418 h 5183067"/>
              <a:gd name="connsiteX1403" fmla="*/ 2278067 w 5183079"/>
              <a:gd name="connsiteY1403" fmla="*/ 387274 h 5183067"/>
              <a:gd name="connsiteX1404" fmla="*/ 2282280 w 5183079"/>
              <a:gd name="connsiteY1404" fmla="*/ 391744 h 5183067"/>
              <a:gd name="connsiteX1405" fmla="*/ 2275130 w 5183079"/>
              <a:gd name="connsiteY1405" fmla="*/ 409875 h 5183067"/>
              <a:gd name="connsiteX1406" fmla="*/ 2260063 w 5183079"/>
              <a:gd name="connsiteY1406" fmla="*/ 409875 h 5183067"/>
              <a:gd name="connsiteX1407" fmla="*/ 2257765 w 5183079"/>
              <a:gd name="connsiteY1407" fmla="*/ 401703 h 5183067"/>
              <a:gd name="connsiteX1408" fmla="*/ 2260574 w 5183079"/>
              <a:gd name="connsiteY1408" fmla="*/ 392510 h 5183067"/>
              <a:gd name="connsiteX1409" fmla="*/ 2276918 w 5183079"/>
              <a:gd name="connsiteY1409" fmla="*/ 387403 h 5183067"/>
              <a:gd name="connsiteX1410" fmla="*/ 2278067 w 5183079"/>
              <a:gd name="connsiteY1410" fmla="*/ 387274 h 5183067"/>
              <a:gd name="connsiteX1411" fmla="*/ 2329397 w 5183079"/>
              <a:gd name="connsiteY1411" fmla="*/ 364450 h 5183067"/>
              <a:gd name="connsiteX1412" fmla="*/ 2333355 w 5183079"/>
              <a:gd name="connsiteY1412" fmla="*/ 367738 h 5183067"/>
              <a:gd name="connsiteX1413" fmla="*/ 2334632 w 5183079"/>
              <a:gd name="connsiteY1413" fmla="*/ 378720 h 5183067"/>
              <a:gd name="connsiteX1414" fmla="*/ 2321353 w 5183079"/>
              <a:gd name="connsiteY1414" fmla="*/ 391744 h 5183067"/>
              <a:gd name="connsiteX1415" fmla="*/ 2312159 w 5183079"/>
              <a:gd name="connsiteY1415" fmla="*/ 385359 h 5183067"/>
              <a:gd name="connsiteX1416" fmla="*/ 2312159 w 5183079"/>
              <a:gd name="connsiteY1416" fmla="*/ 372080 h 5183067"/>
              <a:gd name="connsiteX1417" fmla="*/ 2324673 w 5183079"/>
              <a:gd name="connsiteY1417" fmla="*/ 365950 h 5183067"/>
              <a:gd name="connsiteX1418" fmla="*/ 2329397 w 5183079"/>
              <a:gd name="connsiteY1418" fmla="*/ 364450 h 5183067"/>
              <a:gd name="connsiteX1419" fmla="*/ 2264150 w 5183079"/>
              <a:gd name="connsiteY1419" fmla="*/ 332241 h 5183067"/>
              <a:gd name="connsiteX1420" fmla="*/ 2276663 w 5183079"/>
              <a:gd name="connsiteY1420" fmla="*/ 342967 h 5183067"/>
              <a:gd name="connsiteX1421" fmla="*/ 2262106 w 5183079"/>
              <a:gd name="connsiteY1421" fmla="*/ 361098 h 5183067"/>
              <a:gd name="connsiteX1422" fmla="*/ 2255466 w 5183079"/>
              <a:gd name="connsiteY1422" fmla="*/ 358289 h 5183067"/>
              <a:gd name="connsiteX1423" fmla="*/ 2251891 w 5183079"/>
              <a:gd name="connsiteY1423" fmla="*/ 344243 h 5183067"/>
              <a:gd name="connsiteX1424" fmla="*/ 2264150 w 5183079"/>
              <a:gd name="connsiteY1424" fmla="*/ 332241 h 5183067"/>
              <a:gd name="connsiteX1425" fmla="*/ 2981751 w 5183079"/>
              <a:gd name="connsiteY1425" fmla="*/ 321771 h 5183067"/>
              <a:gd name="connsiteX1426" fmla="*/ 2964897 w 5183079"/>
              <a:gd name="connsiteY1426" fmla="*/ 330199 h 5183067"/>
              <a:gd name="connsiteX1427" fmla="*/ 2962343 w 5183079"/>
              <a:gd name="connsiteY1427" fmla="*/ 346287 h 5183067"/>
              <a:gd name="connsiteX1428" fmla="*/ 2962343 w 5183079"/>
              <a:gd name="connsiteY1428" fmla="*/ 363397 h 5183067"/>
              <a:gd name="connsiteX1429" fmla="*/ 2968471 w 5183079"/>
              <a:gd name="connsiteY1429" fmla="*/ 386381 h 5183067"/>
              <a:gd name="connsiteX1430" fmla="*/ 2969748 w 5183079"/>
              <a:gd name="connsiteY1430" fmla="*/ 404769 h 5183067"/>
              <a:gd name="connsiteX1431" fmla="*/ 2988647 w 5183079"/>
              <a:gd name="connsiteY1431" fmla="*/ 408087 h 5183067"/>
              <a:gd name="connsiteX1432" fmla="*/ 3003713 w 5183079"/>
              <a:gd name="connsiteY1432" fmla="*/ 408087 h 5183067"/>
              <a:gd name="connsiteX1433" fmla="*/ 3003713 w 5183079"/>
              <a:gd name="connsiteY1433" fmla="*/ 422134 h 5183067"/>
              <a:gd name="connsiteX1434" fmla="*/ 2996564 w 5183079"/>
              <a:gd name="connsiteY1434" fmla="*/ 438221 h 5183067"/>
              <a:gd name="connsiteX1435" fmla="*/ 2954937 w 5183079"/>
              <a:gd name="connsiteY1435" fmla="*/ 481124 h 5183067"/>
              <a:gd name="connsiteX1436" fmla="*/ 2913567 w 5183079"/>
              <a:gd name="connsiteY1436" fmla="*/ 487253 h 5183067"/>
              <a:gd name="connsiteX1437" fmla="*/ 2899266 w 5183079"/>
              <a:gd name="connsiteY1437" fmla="*/ 487253 h 5183067"/>
              <a:gd name="connsiteX1438" fmla="*/ 2861725 w 5183079"/>
              <a:gd name="connsiteY1438" fmla="*/ 491594 h 5183067"/>
              <a:gd name="connsiteX1439" fmla="*/ 2845636 w 5183079"/>
              <a:gd name="connsiteY1439" fmla="*/ 485976 h 5183067"/>
              <a:gd name="connsiteX1440" fmla="*/ 2813970 w 5183079"/>
              <a:gd name="connsiteY1440" fmla="*/ 494404 h 5183067"/>
              <a:gd name="connsiteX1441" fmla="*/ 2811162 w 5183079"/>
              <a:gd name="connsiteY1441" fmla="*/ 512280 h 5183067"/>
              <a:gd name="connsiteX1442" fmla="*/ 2811162 w 5183079"/>
              <a:gd name="connsiteY1442" fmla="*/ 511259 h 5183067"/>
              <a:gd name="connsiteX1443" fmla="*/ 2806054 w 5183079"/>
              <a:gd name="connsiteY1443" fmla="*/ 527091 h 5183067"/>
              <a:gd name="connsiteX1444" fmla="*/ 2825718 w 5183079"/>
              <a:gd name="connsiteY1444" fmla="*/ 557736 h 5183067"/>
              <a:gd name="connsiteX1445" fmla="*/ 2899010 w 5183079"/>
              <a:gd name="connsiteY1445" fmla="*/ 549054 h 5183067"/>
              <a:gd name="connsiteX1446" fmla="*/ 2956725 w 5183079"/>
              <a:gd name="connsiteY1446" fmla="*/ 551352 h 5183067"/>
              <a:gd name="connsiteX1447" fmla="*/ 2987625 w 5183079"/>
              <a:gd name="connsiteY1447" fmla="*/ 559780 h 5183067"/>
              <a:gd name="connsiteX1448" fmla="*/ 3015717 w 5183079"/>
              <a:gd name="connsiteY1448" fmla="*/ 562588 h 5183067"/>
              <a:gd name="connsiteX1449" fmla="*/ 3044574 w 5183079"/>
              <a:gd name="connsiteY1449" fmla="*/ 567441 h 5183067"/>
              <a:gd name="connsiteX1450" fmla="*/ 3072409 w 5183079"/>
              <a:gd name="connsiteY1450" fmla="*/ 574336 h 5183067"/>
              <a:gd name="connsiteX1451" fmla="*/ 3102287 w 5183079"/>
              <a:gd name="connsiteY1451" fmla="*/ 584551 h 5183067"/>
              <a:gd name="connsiteX1452" fmla="*/ 3121186 w 5183079"/>
              <a:gd name="connsiteY1452" fmla="*/ 587615 h 5183067"/>
              <a:gd name="connsiteX1453" fmla="*/ 3138552 w 5183079"/>
              <a:gd name="connsiteY1453" fmla="*/ 595276 h 5183067"/>
              <a:gd name="connsiteX1454" fmla="*/ 3155406 w 5183079"/>
              <a:gd name="connsiteY1454" fmla="*/ 598341 h 5183067"/>
              <a:gd name="connsiteX1455" fmla="*/ 3166131 w 5183079"/>
              <a:gd name="connsiteY1455" fmla="*/ 591701 h 5183067"/>
              <a:gd name="connsiteX1456" fmla="*/ 3173027 w 5183079"/>
              <a:gd name="connsiteY1456" fmla="*/ 582763 h 5183067"/>
              <a:gd name="connsiteX1457" fmla="*/ 3173027 w 5183079"/>
              <a:gd name="connsiteY1457" fmla="*/ 576123 h 5183067"/>
              <a:gd name="connsiteX1458" fmla="*/ 3173027 w 5183079"/>
              <a:gd name="connsiteY1458" fmla="*/ 571527 h 5183067"/>
              <a:gd name="connsiteX1459" fmla="*/ 3173027 w 5183079"/>
              <a:gd name="connsiteY1459" fmla="*/ 559524 h 5183067"/>
              <a:gd name="connsiteX1460" fmla="*/ 3159237 w 5183079"/>
              <a:gd name="connsiteY1460" fmla="*/ 541392 h 5183067"/>
              <a:gd name="connsiteX1461" fmla="*/ 3148000 w 5183079"/>
              <a:gd name="connsiteY1461" fmla="*/ 530922 h 5183067"/>
              <a:gd name="connsiteX1462" fmla="*/ 3135487 w 5183079"/>
              <a:gd name="connsiteY1462" fmla="*/ 524027 h 5183067"/>
              <a:gd name="connsiteX1463" fmla="*/ 3122973 w 5183079"/>
              <a:gd name="connsiteY1463" fmla="*/ 522239 h 5183067"/>
              <a:gd name="connsiteX1464" fmla="*/ 3108927 w 5183079"/>
              <a:gd name="connsiteY1464" fmla="*/ 524027 h 5183067"/>
              <a:gd name="connsiteX1465" fmla="*/ 3059385 w 5183079"/>
              <a:gd name="connsiteY1465" fmla="*/ 513046 h 5183067"/>
              <a:gd name="connsiteX1466" fmla="*/ 3064748 w 5183079"/>
              <a:gd name="connsiteY1466" fmla="*/ 485210 h 5183067"/>
              <a:gd name="connsiteX1467" fmla="*/ 3069345 w 5183079"/>
              <a:gd name="connsiteY1467" fmla="*/ 475251 h 5183067"/>
              <a:gd name="connsiteX1468" fmla="*/ 3074452 w 5183079"/>
              <a:gd name="connsiteY1468" fmla="*/ 466057 h 5183067"/>
              <a:gd name="connsiteX1469" fmla="*/ 3080581 w 5183079"/>
              <a:gd name="connsiteY1469" fmla="*/ 457374 h 5183067"/>
              <a:gd name="connsiteX1470" fmla="*/ 3087221 w 5183079"/>
              <a:gd name="connsiteY1470" fmla="*/ 448436 h 5183067"/>
              <a:gd name="connsiteX1471" fmla="*/ 3087221 w 5183079"/>
              <a:gd name="connsiteY1471" fmla="*/ 424431 h 5183067"/>
              <a:gd name="connsiteX1472" fmla="*/ 3118632 w 5183079"/>
              <a:gd name="connsiteY1472" fmla="*/ 412429 h 5183067"/>
              <a:gd name="connsiteX1473" fmla="*/ 3134209 w 5183079"/>
              <a:gd name="connsiteY1473" fmla="*/ 406811 h 5183067"/>
              <a:gd name="connsiteX1474" fmla="*/ 3155150 w 5183079"/>
              <a:gd name="connsiteY1474" fmla="*/ 396340 h 5183067"/>
              <a:gd name="connsiteX1475" fmla="*/ 3182220 w 5183079"/>
              <a:gd name="connsiteY1475" fmla="*/ 381528 h 5183067"/>
              <a:gd name="connsiteX1476" fmla="*/ 3179155 w 5183079"/>
              <a:gd name="connsiteY1476" fmla="*/ 371314 h 5183067"/>
              <a:gd name="connsiteX1477" fmla="*/ 3179155 w 5183079"/>
              <a:gd name="connsiteY1477" fmla="*/ 357268 h 5183067"/>
              <a:gd name="connsiteX1478" fmla="*/ 3168941 w 5183079"/>
              <a:gd name="connsiteY1478" fmla="*/ 340413 h 5183067"/>
              <a:gd name="connsiteX1479" fmla="*/ 3160769 w 5183079"/>
              <a:gd name="connsiteY1479" fmla="*/ 332752 h 5183067"/>
              <a:gd name="connsiteX1480" fmla="*/ 3149277 w 5183079"/>
              <a:gd name="connsiteY1480" fmla="*/ 332752 h 5183067"/>
              <a:gd name="connsiteX1481" fmla="*/ 3136253 w 5183079"/>
              <a:gd name="connsiteY1481" fmla="*/ 331220 h 5183067"/>
              <a:gd name="connsiteX1482" fmla="*/ 3086710 w 5183079"/>
              <a:gd name="connsiteY1482" fmla="*/ 338882 h 5183067"/>
              <a:gd name="connsiteX1483" fmla="*/ 3078793 w 5183079"/>
              <a:gd name="connsiteY1483" fmla="*/ 338882 h 5183067"/>
              <a:gd name="connsiteX1484" fmla="*/ 3067557 w 5183079"/>
              <a:gd name="connsiteY1484" fmla="*/ 338882 h 5183067"/>
              <a:gd name="connsiteX1485" fmla="*/ 3005245 w 5183079"/>
              <a:gd name="connsiteY1485" fmla="*/ 334029 h 5183067"/>
              <a:gd name="connsiteX1486" fmla="*/ 2981751 w 5183079"/>
              <a:gd name="connsiteY1486" fmla="*/ 321771 h 5183067"/>
              <a:gd name="connsiteX1487" fmla="*/ 2172726 w 5183079"/>
              <a:gd name="connsiteY1487" fmla="*/ 304151 h 5183067"/>
              <a:gd name="connsiteX1488" fmla="*/ 2152550 w 5183079"/>
              <a:gd name="connsiteY1488" fmla="*/ 308492 h 5183067"/>
              <a:gd name="connsiteX1489" fmla="*/ 2085642 w 5183079"/>
              <a:gd name="connsiteY1489" fmla="*/ 352927 h 5183067"/>
              <a:gd name="connsiteX1490" fmla="*/ 2069299 w 5183079"/>
              <a:gd name="connsiteY1490" fmla="*/ 357013 h 5183067"/>
              <a:gd name="connsiteX1491" fmla="*/ 2057807 w 5183079"/>
              <a:gd name="connsiteY1491" fmla="*/ 366461 h 5183067"/>
              <a:gd name="connsiteX1492" fmla="*/ 2053211 w 5183079"/>
              <a:gd name="connsiteY1492" fmla="*/ 376421 h 5183067"/>
              <a:gd name="connsiteX1493" fmla="*/ 2046059 w 5183079"/>
              <a:gd name="connsiteY1493" fmla="*/ 382294 h 5183067"/>
              <a:gd name="connsiteX1494" fmla="*/ 2052444 w 5183079"/>
              <a:gd name="connsiteY1494" fmla="*/ 398894 h 5183067"/>
              <a:gd name="connsiteX1495" fmla="*/ 2060616 w 5183079"/>
              <a:gd name="connsiteY1495" fmla="*/ 402724 h 5183067"/>
              <a:gd name="connsiteX1496" fmla="*/ 2071087 w 5183079"/>
              <a:gd name="connsiteY1496" fmla="*/ 411407 h 5183067"/>
              <a:gd name="connsiteX1497" fmla="*/ 2086153 w 5183079"/>
              <a:gd name="connsiteY1497" fmla="*/ 414727 h 5183067"/>
              <a:gd name="connsiteX1498" fmla="*/ 2099943 w 5183079"/>
              <a:gd name="connsiteY1498" fmla="*/ 424431 h 5183067"/>
              <a:gd name="connsiteX1499" fmla="*/ 2099943 w 5183079"/>
              <a:gd name="connsiteY1499" fmla="*/ 449968 h 5183067"/>
              <a:gd name="connsiteX1500" fmla="*/ 2086153 w 5183079"/>
              <a:gd name="connsiteY1500" fmla="*/ 465036 h 5183067"/>
              <a:gd name="connsiteX1501" fmla="*/ 2074661 w 5183079"/>
              <a:gd name="connsiteY1501" fmla="*/ 465036 h 5183067"/>
              <a:gd name="connsiteX1502" fmla="*/ 2060616 w 5183079"/>
              <a:gd name="connsiteY1502" fmla="*/ 484445 h 5183067"/>
              <a:gd name="connsiteX1503" fmla="*/ 2073385 w 5183079"/>
              <a:gd name="connsiteY1503" fmla="*/ 501299 h 5183067"/>
              <a:gd name="connsiteX1504" fmla="*/ 2079445 w 5183079"/>
              <a:gd name="connsiteY1504" fmla="*/ 508291 h 5183067"/>
              <a:gd name="connsiteX1505" fmla="*/ 2083856 w 5183079"/>
              <a:gd name="connsiteY1505" fmla="*/ 516621 h 5183067"/>
              <a:gd name="connsiteX1506" fmla="*/ 2083856 w 5183079"/>
              <a:gd name="connsiteY1506" fmla="*/ 529134 h 5183067"/>
              <a:gd name="connsiteX1507" fmla="*/ 2083856 w 5183079"/>
              <a:gd name="connsiteY1507" fmla="*/ 538839 h 5183067"/>
              <a:gd name="connsiteX1508" fmla="*/ 2075938 w 5183079"/>
              <a:gd name="connsiteY1508" fmla="*/ 550075 h 5183067"/>
              <a:gd name="connsiteX1509" fmla="*/ 2064192 w 5183079"/>
              <a:gd name="connsiteY1509" fmla="*/ 561567 h 5183067"/>
              <a:gd name="connsiteX1510" fmla="*/ 2044016 w 5183079"/>
              <a:gd name="connsiteY1510" fmla="*/ 587104 h 5183067"/>
              <a:gd name="connsiteX1511" fmla="*/ 2051423 w 5183079"/>
              <a:gd name="connsiteY1511" fmla="*/ 610088 h 5183067"/>
              <a:gd name="connsiteX1512" fmla="*/ 2062404 w 5183079"/>
              <a:gd name="connsiteY1512" fmla="*/ 621580 h 5183067"/>
              <a:gd name="connsiteX1513" fmla="*/ 2070320 w 5183079"/>
              <a:gd name="connsiteY1513" fmla="*/ 633582 h 5183067"/>
              <a:gd name="connsiteX1514" fmla="*/ 2085642 w 5183079"/>
              <a:gd name="connsiteY1514" fmla="*/ 635625 h 5183067"/>
              <a:gd name="connsiteX1515" fmla="*/ 2096113 w 5183079"/>
              <a:gd name="connsiteY1515" fmla="*/ 633838 h 5183067"/>
              <a:gd name="connsiteX1516" fmla="*/ 2118842 w 5183079"/>
              <a:gd name="connsiteY1516" fmla="*/ 608301 h 5183067"/>
              <a:gd name="connsiteX1517" fmla="*/ 2168385 w 5183079"/>
              <a:gd name="connsiteY1517" fmla="*/ 574080 h 5183067"/>
              <a:gd name="connsiteX1518" fmla="*/ 2195454 w 5183079"/>
              <a:gd name="connsiteY1518" fmla="*/ 530411 h 5183067"/>
              <a:gd name="connsiteX1519" fmla="*/ 2190091 w 5183079"/>
              <a:gd name="connsiteY1519" fmla="*/ 518154 h 5183067"/>
              <a:gd name="connsiteX1520" fmla="*/ 2177578 w 5183079"/>
              <a:gd name="connsiteY1520" fmla="*/ 512280 h 5183067"/>
              <a:gd name="connsiteX1521" fmla="*/ 2164809 w 5183079"/>
              <a:gd name="connsiteY1521" fmla="*/ 514067 h 5183067"/>
              <a:gd name="connsiteX1522" fmla="*/ 2161234 w 5183079"/>
              <a:gd name="connsiteY1522" fmla="*/ 501299 h 5183067"/>
              <a:gd name="connsiteX1523" fmla="*/ 2190856 w 5183079"/>
              <a:gd name="connsiteY1523" fmla="*/ 464014 h 5183067"/>
              <a:gd name="connsiteX1524" fmla="*/ 2192390 w 5183079"/>
              <a:gd name="connsiteY1524" fmla="*/ 456864 h 5183067"/>
              <a:gd name="connsiteX1525" fmla="*/ 2182940 w 5183079"/>
              <a:gd name="connsiteY1525" fmla="*/ 441031 h 5183067"/>
              <a:gd name="connsiteX1526" fmla="*/ 2177578 w 5183079"/>
              <a:gd name="connsiteY1526" fmla="*/ 430815 h 5183067"/>
              <a:gd name="connsiteX1527" fmla="*/ 2166086 w 5183079"/>
              <a:gd name="connsiteY1527" fmla="*/ 432858 h 5183067"/>
              <a:gd name="connsiteX1528" fmla="*/ 2162766 w 5183079"/>
              <a:gd name="connsiteY1528" fmla="*/ 417791 h 5183067"/>
              <a:gd name="connsiteX1529" fmla="*/ 2161489 w 5183079"/>
              <a:gd name="connsiteY1529" fmla="*/ 395574 h 5183067"/>
              <a:gd name="connsiteX1530" fmla="*/ 2176555 w 5183079"/>
              <a:gd name="connsiteY1530" fmla="*/ 373356 h 5183067"/>
              <a:gd name="connsiteX1531" fmla="*/ 2185239 w 5183079"/>
              <a:gd name="connsiteY1531" fmla="*/ 357778 h 5183067"/>
              <a:gd name="connsiteX1532" fmla="*/ 2188303 w 5183079"/>
              <a:gd name="connsiteY1532" fmla="*/ 337349 h 5183067"/>
              <a:gd name="connsiteX1533" fmla="*/ 2188303 w 5183079"/>
              <a:gd name="connsiteY1533" fmla="*/ 319472 h 5183067"/>
              <a:gd name="connsiteX1534" fmla="*/ 2172726 w 5183079"/>
              <a:gd name="connsiteY1534" fmla="*/ 304151 h 5183067"/>
              <a:gd name="connsiteX1535" fmla="*/ 2342549 w 5183079"/>
              <a:gd name="connsiteY1535" fmla="*/ 300064 h 5183067"/>
              <a:gd name="connsiteX1536" fmla="*/ 2345614 w 5183079"/>
              <a:gd name="connsiteY1536" fmla="*/ 312578 h 5183067"/>
              <a:gd name="connsiteX1537" fmla="*/ 2335910 w 5183079"/>
              <a:gd name="connsiteY1537" fmla="*/ 331220 h 5183067"/>
              <a:gd name="connsiteX1538" fmla="*/ 2318034 w 5183079"/>
              <a:gd name="connsiteY1538" fmla="*/ 332752 h 5183067"/>
              <a:gd name="connsiteX1539" fmla="*/ 2311138 w 5183079"/>
              <a:gd name="connsiteY1539" fmla="*/ 317685 h 5183067"/>
              <a:gd name="connsiteX1540" fmla="*/ 2342549 w 5183079"/>
              <a:gd name="connsiteY1540" fmla="*/ 300064 h 5183067"/>
              <a:gd name="connsiteX1541" fmla="*/ 2355573 w 5183079"/>
              <a:gd name="connsiteY1541" fmla="*/ 249245 h 5183067"/>
              <a:gd name="connsiteX1542" fmla="*/ 2293517 w 5183079"/>
              <a:gd name="connsiteY1542" fmla="*/ 279379 h 5183067"/>
              <a:gd name="connsiteX1543" fmla="*/ 2272321 w 5183079"/>
              <a:gd name="connsiteY1543" fmla="*/ 284486 h 5183067"/>
              <a:gd name="connsiteX1544" fmla="*/ 2246783 w 5183079"/>
              <a:gd name="connsiteY1544" fmla="*/ 299553 h 5183067"/>
              <a:gd name="connsiteX1545" fmla="*/ 2231462 w 5183079"/>
              <a:gd name="connsiteY1545" fmla="*/ 306959 h 5183067"/>
              <a:gd name="connsiteX1546" fmla="*/ 2219460 w 5183079"/>
              <a:gd name="connsiteY1546" fmla="*/ 310024 h 5183067"/>
              <a:gd name="connsiteX1547" fmla="*/ 2205413 w 5183079"/>
              <a:gd name="connsiteY1547" fmla="*/ 303895 h 5183067"/>
              <a:gd name="connsiteX1548" fmla="*/ 2198263 w 5183079"/>
              <a:gd name="connsiteY1548" fmla="*/ 325858 h 5183067"/>
              <a:gd name="connsiteX1549" fmla="*/ 2198263 w 5183079"/>
              <a:gd name="connsiteY1549" fmla="*/ 347053 h 5183067"/>
              <a:gd name="connsiteX1550" fmla="*/ 2197496 w 5183079"/>
              <a:gd name="connsiteY1550" fmla="*/ 346031 h 5183067"/>
              <a:gd name="connsiteX1551" fmla="*/ 2198263 w 5183079"/>
              <a:gd name="connsiteY1551" fmla="*/ 360077 h 5183067"/>
              <a:gd name="connsiteX1552" fmla="*/ 2205159 w 5183079"/>
              <a:gd name="connsiteY1552" fmla="*/ 375144 h 5183067"/>
              <a:gd name="connsiteX1553" fmla="*/ 2214096 w 5183079"/>
              <a:gd name="connsiteY1553" fmla="*/ 411407 h 5183067"/>
              <a:gd name="connsiteX1554" fmla="*/ 2209500 w 5183079"/>
              <a:gd name="connsiteY1554" fmla="*/ 435157 h 5183067"/>
              <a:gd name="connsiteX1555" fmla="*/ 2215628 w 5183079"/>
              <a:gd name="connsiteY1555" fmla="*/ 449713 h 5183067"/>
              <a:gd name="connsiteX1556" fmla="*/ 2224822 w 5183079"/>
              <a:gd name="connsiteY1556" fmla="*/ 462227 h 5183067"/>
              <a:gd name="connsiteX1557" fmla="*/ 2229162 w 5183079"/>
              <a:gd name="connsiteY1557" fmla="*/ 471164 h 5183067"/>
              <a:gd name="connsiteX1558" fmla="*/ 2234015 w 5183079"/>
              <a:gd name="connsiteY1558" fmla="*/ 476783 h 5183067"/>
              <a:gd name="connsiteX1559" fmla="*/ 2242442 w 5183079"/>
              <a:gd name="connsiteY1559" fmla="*/ 476783 h 5183067"/>
              <a:gd name="connsiteX1560" fmla="*/ 2252147 w 5183079"/>
              <a:gd name="connsiteY1560" fmla="*/ 473208 h 5183067"/>
              <a:gd name="connsiteX1561" fmla="*/ 2262618 w 5183079"/>
              <a:gd name="connsiteY1561" fmla="*/ 468355 h 5183067"/>
              <a:gd name="connsiteX1562" fmla="*/ 2271300 w 5183079"/>
              <a:gd name="connsiteY1562" fmla="*/ 468355 h 5183067"/>
              <a:gd name="connsiteX1563" fmla="*/ 2271300 w 5183079"/>
              <a:gd name="connsiteY1563" fmla="*/ 482657 h 5183067"/>
              <a:gd name="connsiteX1564" fmla="*/ 2265682 w 5183079"/>
              <a:gd name="connsiteY1564" fmla="*/ 489041 h 5183067"/>
              <a:gd name="connsiteX1565" fmla="*/ 2259042 w 5183079"/>
              <a:gd name="connsiteY1565" fmla="*/ 490318 h 5183067"/>
              <a:gd name="connsiteX1566" fmla="*/ 2251891 w 5183079"/>
              <a:gd name="connsiteY1566" fmla="*/ 492616 h 5183067"/>
              <a:gd name="connsiteX1567" fmla="*/ 2244997 w 5183079"/>
              <a:gd name="connsiteY1567" fmla="*/ 491339 h 5183067"/>
              <a:gd name="connsiteX1568" fmla="*/ 2239634 w 5183079"/>
              <a:gd name="connsiteY1568" fmla="*/ 501043 h 5183067"/>
              <a:gd name="connsiteX1569" fmla="*/ 2239634 w 5183079"/>
              <a:gd name="connsiteY1569" fmla="*/ 513046 h 5183067"/>
              <a:gd name="connsiteX1570" fmla="*/ 2239634 w 5183079"/>
              <a:gd name="connsiteY1570" fmla="*/ 523005 h 5183067"/>
              <a:gd name="connsiteX1571" fmla="*/ 2250359 w 5183079"/>
              <a:gd name="connsiteY1571" fmla="*/ 526581 h 5183067"/>
              <a:gd name="connsiteX1572" fmla="*/ 2262362 w 5183079"/>
              <a:gd name="connsiteY1572" fmla="*/ 526581 h 5183067"/>
              <a:gd name="connsiteX1573" fmla="*/ 2268235 w 5183079"/>
              <a:gd name="connsiteY1573" fmla="*/ 534242 h 5183067"/>
              <a:gd name="connsiteX1574" fmla="*/ 2240910 w 5183079"/>
              <a:gd name="connsiteY1574" fmla="*/ 551097 h 5183067"/>
              <a:gd name="connsiteX1575" fmla="*/ 2219204 w 5183079"/>
              <a:gd name="connsiteY1575" fmla="*/ 562078 h 5183067"/>
              <a:gd name="connsiteX1576" fmla="*/ 2210776 w 5183079"/>
              <a:gd name="connsiteY1576" fmla="*/ 559524 h 5183067"/>
              <a:gd name="connsiteX1577" fmla="*/ 2205159 w 5183079"/>
              <a:gd name="connsiteY1577" fmla="*/ 565397 h 5183067"/>
              <a:gd name="connsiteX1578" fmla="*/ 2201328 w 5183079"/>
              <a:gd name="connsiteY1578" fmla="*/ 578166 h 5183067"/>
              <a:gd name="connsiteX1579" fmla="*/ 2201328 w 5183079"/>
              <a:gd name="connsiteY1579" fmla="*/ 588637 h 5183067"/>
              <a:gd name="connsiteX1580" fmla="*/ 2208223 w 5183079"/>
              <a:gd name="connsiteY1580" fmla="*/ 610599 h 5183067"/>
              <a:gd name="connsiteX1581" fmla="*/ 2226354 w 5183079"/>
              <a:gd name="connsiteY1581" fmla="*/ 616984 h 5183067"/>
              <a:gd name="connsiteX1582" fmla="*/ 2251891 w 5183079"/>
              <a:gd name="connsiteY1582" fmla="*/ 605236 h 5183067"/>
              <a:gd name="connsiteX1583" fmla="*/ 2277429 w 5183079"/>
              <a:gd name="connsiteY1583" fmla="*/ 598852 h 5183067"/>
              <a:gd name="connsiteX1584" fmla="*/ 2302966 w 5183079"/>
              <a:gd name="connsiteY1584" fmla="*/ 590424 h 5183067"/>
              <a:gd name="connsiteX1585" fmla="*/ 2323142 w 5183079"/>
              <a:gd name="connsiteY1585" fmla="*/ 584040 h 5183067"/>
              <a:gd name="connsiteX1586" fmla="*/ 2341272 w 5183079"/>
              <a:gd name="connsiteY1586" fmla="*/ 579698 h 5183067"/>
              <a:gd name="connsiteX1587" fmla="*/ 2362469 w 5183079"/>
              <a:gd name="connsiteY1587" fmla="*/ 577911 h 5183067"/>
              <a:gd name="connsiteX1588" fmla="*/ 2400775 w 5183079"/>
              <a:gd name="connsiteY1588" fmla="*/ 571016 h 5183067"/>
              <a:gd name="connsiteX1589" fmla="*/ 2425036 w 5183079"/>
              <a:gd name="connsiteY1589" fmla="*/ 571016 h 5183067"/>
              <a:gd name="connsiteX1590" fmla="*/ 2445465 w 5183079"/>
              <a:gd name="connsiteY1590" fmla="*/ 530411 h 5183067"/>
              <a:gd name="connsiteX1591" fmla="*/ 2428100 w 5183079"/>
              <a:gd name="connsiteY1591" fmla="*/ 509471 h 5183067"/>
              <a:gd name="connsiteX1592" fmla="*/ 2410735 w 5183079"/>
              <a:gd name="connsiteY1592" fmla="*/ 512280 h 5183067"/>
              <a:gd name="connsiteX1593" fmla="*/ 2391070 w 5183079"/>
              <a:gd name="connsiteY1593" fmla="*/ 519176 h 5183067"/>
              <a:gd name="connsiteX1594" fmla="*/ 2374726 w 5183079"/>
              <a:gd name="connsiteY1594" fmla="*/ 520707 h 5183067"/>
              <a:gd name="connsiteX1595" fmla="*/ 2353785 w 5183079"/>
              <a:gd name="connsiteY1595" fmla="*/ 527859 h 5183067"/>
              <a:gd name="connsiteX1596" fmla="*/ 2345103 w 5183079"/>
              <a:gd name="connsiteY1596" fmla="*/ 522750 h 5183067"/>
              <a:gd name="connsiteX1597" fmla="*/ 2348679 w 5183079"/>
              <a:gd name="connsiteY1597" fmla="*/ 512535 h 5183067"/>
              <a:gd name="connsiteX1598" fmla="*/ 2364256 w 5183079"/>
              <a:gd name="connsiteY1598" fmla="*/ 504363 h 5183067"/>
              <a:gd name="connsiteX1599" fmla="*/ 2376770 w 5183079"/>
              <a:gd name="connsiteY1599" fmla="*/ 492361 h 5183067"/>
              <a:gd name="connsiteX1600" fmla="*/ 2378302 w 5183079"/>
              <a:gd name="connsiteY1600" fmla="*/ 483933 h 5183067"/>
              <a:gd name="connsiteX1601" fmla="*/ 2371406 w 5183079"/>
              <a:gd name="connsiteY1601" fmla="*/ 464525 h 5183067"/>
              <a:gd name="connsiteX1602" fmla="*/ 2364001 w 5183079"/>
              <a:gd name="connsiteY1602" fmla="*/ 458396 h 5183067"/>
              <a:gd name="connsiteX1603" fmla="*/ 2347657 w 5183079"/>
              <a:gd name="connsiteY1603" fmla="*/ 455587 h 5183067"/>
              <a:gd name="connsiteX1604" fmla="*/ 2337187 w 5183079"/>
              <a:gd name="connsiteY1604" fmla="*/ 462482 h 5183067"/>
              <a:gd name="connsiteX1605" fmla="*/ 2323396 w 5183079"/>
              <a:gd name="connsiteY1605" fmla="*/ 466823 h 5183067"/>
              <a:gd name="connsiteX1606" fmla="*/ 2321354 w 5183079"/>
              <a:gd name="connsiteY1606" fmla="*/ 452522 h 5183067"/>
              <a:gd name="connsiteX1607" fmla="*/ 2338975 w 5183079"/>
              <a:gd name="connsiteY1607" fmla="*/ 444351 h 5183067"/>
              <a:gd name="connsiteX1608" fmla="*/ 2350977 w 5183079"/>
              <a:gd name="connsiteY1608" fmla="*/ 438477 h 5183067"/>
              <a:gd name="connsiteX1609" fmla="*/ 2362980 w 5183079"/>
              <a:gd name="connsiteY1609" fmla="*/ 436434 h 5183067"/>
              <a:gd name="connsiteX1610" fmla="*/ 2371152 w 5183079"/>
              <a:gd name="connsiteY1610" fmla="*/ 425453 h 5183067"/>
              <a:gd name="connsiteX1611" fmla="*/ 2391837 w 5183079"/>
              <a:gd name="connsiteY1611" fmla="*/ 360332 h 5183067"/>
              <a:gd name="connsiteX1612" fmla="*/ 2402818 w 5183079"/>
              <a:gd name="connsiteY1612" fmla="*/ 343478 h 5183067"/>
              <a:gd name="connsiteX1613" fmla="*/ 2413032 w 5183079"/>
              <a:gd name="connsiteY1613" fmla="*/ 315897 h 5183067"/>
              <a:gd name="connsiteX1614" fmla="*/ 2414564 w 5183079"/>
              <a:gd name="connsiteY1614" fmla="*/ 299298 h 5183067"/>
              <a:gd name="connsiteX1615" fmla="*/ 2420439 w 5183079"/>
              <a:gd name="connsiteY1615" fmla="*/ 280911 h 5183067"/>
              <a:gd name="connsiteX1616" fmla="*/ 2407415 w 5183079"/>
              <a:gd name="connsiteY1616" fmla="*/ 262013 h 5183067"/>
              <a:gd name="connsiteX1617" fmla="*/ 2400775 w 5183079"/>
              <a:gd name="connsiteY1617" fmla="*/ 250777 h 5183067"/>
              <a:gd name="connsiteX1618" fmla="*/ 2371406 w 5183079"/>
              <a:gd name="connsiteY1618" fmla="*/ 252820 h 5183067"/>
              <a:gd name="connsiteX1619" fmla="*/ 2355573 w 5183079"/>
              <a:gd name="connsiteY1619" fmla="*/ 249245 h 5183067"/>
              <a:gd name="connsiteX1620" fmla="*/ 2591539 w 5183079"/>
              <a:gd name="connsiteY1620" fmla="*/ 91936 h 5183067"/>
              <a:gd name="connsiteX1621" fmla="*/ 5090122 w 5183079"/>
              <a:gd name="connsiteY1621" fmla="*/ 2591534 h 5183067"/>
              <a:gd name="connsiteX1622" fmla="*/ 5090122 w 5183079"/>
              <a:gd name="connsiteY1622" fmla="*/ 2592555 h 5183067"/>
              <a:gd name="connsiteX1623" fmla="*/ 2589497 w 5183079"/>
              <a:gd name="connsiteY1623" fmla="*/ 5091133 h 5183067"/>
              <a:gd name="connsiteX1624" fmla="*/ 90914 w 5183079"/>
              <a:gd name="connsiteY1624" fmla="*/ 2590512 h 5183067"/>
              <a:gd name="connsiteX1625" fmla="*/ 2591539 w 5183079"/>
              <a:gd name="connsiteY1625" fmla="*/ 91936 h 5183067"/>
              <a:gd name="connsiteX1626" fmla="*/ 2591539 w 5183079"/>
              <a:gd name="connsiteY1626" fmla="*/ 57970 h 5183067"/>
              <a:gd name="connsiteX1627" fmla="*/ 57971 w 5183079"/>
              <a:gd name="connsiteY1627" fmla="*/ 2591533 h 5183067"/>
              <a:gd name="connsiteX1628" fmla="*/ 2591539 w 5183079"/>
              <a:gd name="connsiteY1628" fmla="*/ 5125097 h 5183067"/>
              <a:gd name="connsiteX1629" fmla="*/ 5125108 w 5183079"/>
              <a:gd name="connsiteY1629" fmla="*/ 2591533 h 5183067"/>
              <a:gd name="connsiteX1630" fmla="*/ 2591539 w 5183079"/>
              <a:gd name="connsiteY1630" fmla="*/ 57970 h 5183067"/>
              <a:gd name="connsiteX1631" fmla="*/ 2591539 w 5183079"/>
              <a:gd name="connsiteY1631" fmla="*/ 0 h 5183067"/>
              <a:gd name="connsiteX1632" fmla="*/ 5183079 w 5183079"/>
              <a:gd name="connsiteY1632" fmla="*/ 2591533 h 5183067"/>
              <a:gd name="connsiteX1633" fmla="*/ 2591539 w 5183079"/>
              <a:gd name="connsiteY1633" fmla="*/ 5183067 h 5183067"/>
              <a:gd name="connsiteX1634" fmla="*/ 0 w 5183079"/>
              <a:gd name="connsiteY1634" fmla="*/ 2591533 h 5183067"/>
              <a:gd name="connsiteX1635" fmla="*/ 2591539 w 5183079"/>
              <a:gd name="connsiteY1635" fmla="*/ 0 h 5183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</a:cxnLst>
            <a:rect l="l" t="t" r="r" b="b"/>
            <a:pathLst>
              <a:path w="5183079" h="5183067">
                <a:moveTo>
                  <a:pt x="2990813" y="4666385"/>
                </a:moveTo>
                <a:cubicBezTo>
                  <a:pt x="3005442" y="4665891"/>
                  <a:pt x="3020260" y="4670979"/>
                  <a:pt x="3031804" y="4681768"/>
                </a:cubicBezTo>
                <a:cubicBezTo>
                  <a:pt x="3047483" y="4698751"/>
                  <a:pt x="3057546" y="4720151"/>
                  <a:pt x="3060662" y="4743058"/>
                </a:cubicBezTo>
                <a:cubicBezTo>
                  <a:pt x="3066203" y="4764918"/>
                  <a:pt x="3064772" y="4787952"/>
                  <a:pt x="3056575" y="4808945"/>
                </a:cubicBezTo>
                <a:cubicBezTo>
                  <a:pt x="3054226" y="4813771"/>
                  <a:pt x="3051212" y="4818266"/>
                  <a:pt x="3047638" y="4822275"/>
                </a:cubicBezTo>
                <a:cubicBezTo>
                  <a:pt x="3026185" y="4846229"/>
                  <a:pt x="2989360" y="4848272"/>
                  <a:pt x="2965406" y="4826820"/>
                </a:cubicBezTo>
                <a:cubicBezTo>
                  <a:pt x="2949930" y="4810323"/>
                  <a:pt x="2939945" y="4789460"/>
                  <a:pt x="2936804" y="4767063"/>
                </a:cubicBezTo>
                <a:cubicBezTo>
                  <a:pt x="2931160" y="4744616"/>
                  <a:pt x="2932591" y="4720994"/>
                  <a:pt x="2940891" y="4699389"/>
                </a:cubicBezTo>
                <a:cubicBezTo>
                  <a:pt x="2943444" y="4693924"/>
                  <a:pt x="2946841" y="4688893"/>
                  <a:pt x="2950953" y="4684501"/>
                </a:cubicBezTo>
                <a:cubicBezTo>
                  <a:pt x="2961742" y="4672958"/>
                  <a:pt x="2976183" y="4666880"/>
                  <a:pt x="2990813" y="4666385"/>
                </a:cubicBezTo>
                <a:close/>
                <a:moveTo>
                  <a:pt x="2684495" y="4665170"/>
                </a:moveTo>
                <a:lnTo>
                  <a:pt x="2513650" y="4668234"/>
                </a:lnTo>
                <a:lnTo>
                  <a:pt x="2518246" y="4920543"/>
                </a:lnTo>
                <a:lnTo>
                  <a:pt x="2689859" y="4917223"/>
                </a:lnTo>
                <a:lnTo>
                  <a:pt x="2689859" y="4894750"/>
                </a:lnTo>
                <a:lnTo>
                  <a:pt x="2689859" y="4872533"/>
                </a:lnTo>
                <a:lnTo>
                  <a:pt x="2562172" y="4874831"/>
                </a:lnTo>
                <a:lnTo>
                  <a:pt x="2562172" y="4809200"/>
                </a:lnTo>
                <a:lnTo>
                  <a:pt x="2675558" y="4807157"/>
                </a:lnTo>
                <a:lnTo>
                  <a:pt x="2675558" y="4785450"/>
                </a:lnTo>
                <a:lnTo>
                  <a:pt x="2675558" y="4763744"/>
                </a:lnTo>
                <a:lnTo>
                  <a:pt x="2562172" y="4765787"/>
                </a:lnTo>
                <a:lnTo>
                  <a:pt x="2562172" y="4712158"/>
                </a:lnTo>
                <a:lnTo>
                  <a:pt x="2684495" y="4710115"/>
                </a:lnTo>
                <a:lnTo>
                  <a:pt x="2684495" y="4687643"/>
                </a:lnTo>
                <a:close/>
                <a:moveTo>
                  <a:pt x="2265682" y="4645761"/>
                </a:moveTo>
                <a:lnTo>
                  <a:pt x="2262872" y="4667978"/>
                </a:lnTo>
                <a:lnTo>
                  <a:pt x="2260319" y="4690196"/>
                </a:lnTo>
                <a:lnTo>
                  <a:pt x="2329780" y="4698624"/>
                </a:lnTo>
                <a:lnTo>
                  <a:pt x="2304243" y="4904455"/>
                </a:lnTo>
                <a:lnTo>
                  <a:pt x="2329780" y="4907519"/>
                </a:lnTo>
                <a:lnTo>
                  <a:pt x="2353531" y="4910329"/>
                </a:lnTo>
                <a:lnTo>
                  <a:pt x="2379069" y="4704497"/>
                </a:lnTo>
                <a:lnTo>
                  <a:pt x="2448785" y="4713180"/>
                </a:lnTo>
                <a:lnTo>
                  <a:pt x="2451338" y="4690707"/>
                </a:lnTo>
                <a:lnTo>
                  <a:pt x="2452871" y="4668744"/>
                </a:lnTo>
                <a:close/>
                <a:moveTo>
                  <a:pt x="3010621" y="4623237"/>
                </a:moveTo>
                <a:cubicBezTo>
                  <a:pt x="2968344" y="4617269"/>
                  <a:pt x="2924655" y="4636465"/>
                  <a:pt x="2901308" y="4675384"/>
                </a:cubicBezTo>
                <a:cubicBezTo>
                  <a:pt x="2885730" y="4707076"/>
                  <a:pt x="2881849" y="4743263"/>
                  <a:pt x="2890327" y="4777534"/>
                </a:cubicBezTo>
                <a:cubicBezTo>
                  <a:pt x="2895154" y="4811882"/>
                  <a:pt x="2912212" y="4843344"/>
                  <a:pt x="2938338" y="4866149"/>
                </a:cubicBezTo>
                <a:cubicBezTo>
                  <a:pt x="2940713" y="4867885"/>
                  <a:pt x="2943165" y="4869545"/>
                  <a:pt x="2945666" y="4871103"/>
                </a:cubicBezTo>
                <a:cubicBezTo>
                  <a:pt x="2997764" y="4903255"/>
                  <a:pt x="3066051" y="4887090"/>
                  <a:pt x="3098202" y="4834993"/>
                </a:cubicBezTo>
                <a:cubicBezTo>
                  <a:pt x="3113907" y="4804067"/>
                  <a:pt x="3117815" y="4768494"/>
                  <a:pt x="3109183" y="4734886"/>
                </a:cubicBezTo>
                <a:cubicBezTo>
                  <a:pt x="3104510" y="4699900"/>
                  <a:pt x="3087477" y="4667748"/>
                  <a:pt x="3061172" y="4644229"/>
                </a:cubicBezTo>
                <a:cubicBezTo>
                  <a:pt x="3058108" y="4641905"/>
                  <a:pt x="3054916" y="4639760"/>
                  <a:pt x="3051622" y="4637794"/>
                </a:cubicBezTo>
                <a:cubicBezTo>
                  <a:pt x="3038649" y="4630012"/>
                  <a:pt x="3024713" y="4625226"/>
                  <a:pt x="3010621" y="4623237"/>
                </a:cubicBezTo>
                <a:close/>
                <a:moveTo>
                  <a:pt x="2029715" y="4591622"/>
                </a:moveTo>
                <a:lnTo>
                  <a:pt x="1991665" y="4744846"/>
                </a:lnTo>
                <a:cubicBezTo>
                  <a:pt x="1983008" y="4771124"/>
                  <a:pt x="1984361" y="4799701"/>
                  <a:pt x="1995496" y="4825033"/>
                </a:cubicBezTo>
                <a:cubicBezTo>
                  <a:pt x="2009490" y="4847123"/>
                  <a:pt x="2032270" y="4862165"/>
                  <a:pt x="2058063" y="4866404"/>
                </a:cubicBezTo>
                <a:cubicBezTo>
                  <a:pt x="2082885" y="4875138"/>
                  <a:pt x="2110235" y="4872993"/>
                  <a:pt x="2133397" y="4860530"/>
                </a:cubicBezTo>
                <a:cubicBezTo>
                  <a:pt x="2154977" y="4842756"/>
                  <a:pt x="2169253" y="4817678"/>
                  <a:pt x="2173491" y="4790047"/>
                </a:cubicBezTo>
                <a:lnTo>
                  <a:pt x="2210521" y="4636823"/>
                </a:lnTo>
                <a:lnTo>
                  <a:pt x="2187027" y="4630950"/>
                </a:lnTo>
                <a:lnTo>
                  <a:pt x="2163533" y="4625331"/>
                </a:lnTo>
                <a:lnTo>
                  <a:pt x="2124971" y="4778556"/>
                </a:lnTo>
                <a:cubicBezTo>
                  <a:pt x="2122723" y="4793163"/>
                  <a:pt x="2115623" y="4806570"/>
                  <a:pt x="2104795" y="4816606"/>
                </a:cubicBezTo>
                <a:cubicBezTo>
                  <a:pt x="2093738" y="4823348"/>
                  <a:pt x="2080177" y="4824676"/>
                  <a:pt x="2068021" y="4820182"/>
                </a:cubicBezTo>
                <a:cubicBezTo>
                  <a:pt x="2055407" y="4818036"/>
                  <a:pt x="2044502" y="4810222"/>
                  <a:pt x="2038399" y="4798985"/>
                </a:cubicBezTo>
                <a:cubicBezTo>
                  <a:pt x="2033521" y="4785272"/>
                  <a:pt x="2033521" y="4770307"/>
                  <a:pt x="2038399" y="4756593"/>
                </a:cubicBezTo>
                <a:lnTo>
                  <a:pt x="2076705" y="4603369"/>
                </a:lnTo>
                <a:lnTo>
                  <a:pt x="2053211" y="4597496"/>
                </a:lnTo>
                <a:close/>
                <a:moveTo>
                  <a:pt x="3311185" y="4541569"/>
                </a:moveTo>
                <a:lnTo>
                  <a:pt x="3154129" y="4592644"/>
                </a:lnTo>
                <a:lnTo>
                  <a:pt x="3230741" y="4832439"/>
                </a:lnTo>
                <a:lnTo>
                  <a:pt x="3253980" y="4824778"/>
                </a:lnTo>
                <a:lnTo>
                  <a:pt x="3276964" y="4817372"/>
                </a:lnTo>
                <a:lnTo>
                  <a:pt x="3245042" y="4715989"/>
                </a:lnTo>
                <a:lnTo>
                  <a:pt x="3341829" y="4684577"/>
                </a:lnTo>
                <a:lnTo>
                  <a:pt x="3335190" y="4663892"/>
                </a:lnTo>
                <a:lnTo>
                  <a:pt x="3328295" y="4643207"/>
                </a:lnTo>
                <a:lnTo>
                  <a:pt x="3231762" y="4674618"/>
                </a:lnTo>
                <a:lnTo>
                  <a:pt x="3214141" y="4620224"/>
                </a:lnTo>
                <a:lnTo>
                  <a:pt x="3324975" y="4584216"/>
                </a:lnTo>
                <a:lnTo>
                  <a:pt x="3318079" y="4562764"/>
                </a:lnTo>
                <a:close/>
                <a:moveTo>
                  <a:pt x="1798092" y="4512711"/>
                </a:moveTo>
                <a:lnTo>
                  <a:pt x="1790685" y="4533907"/>
                </a:lnTo>
                <a:lnTo>
                  <a:pt x="1783535" y="4555104"/>
                </a:lnTo>
                <a:lnTo>
                  <a:pt x="1849677" y="4577831"/>
                </a:lnTo>
                <a:lnTo>
                  <a:pt x="1782257" y="4773958"/>
                </a:lnTo>
                <a:lnTo>
                  <a:pt x="1805242" y="4781876"/>
                </a:lnTo>
                <a:lnTo>
                  <a:pt x="1827970" y="4789792"/>
                </a:lnTo>
                <a:lnTo>
                  <a:pt x="1895390" y="4593664"/>
                </a:lnTo>
                <a:lnTo>
                  <a:pt x="1961786" y="4616393"/>
                </a:lnTo>
                <a:lnTo>
                  <a:pt x="1969192" y="4595197"/>
                </a:lnTo>
                <a:lnTo>
                  <a:pt x="1976854" y="4574257"/>
                </a:lnTo>
                <a:close/>
                <a:moveTo>
                  <a:pt x="1706412" y="4467765"/>
                </a:moveTo>
                <a:lnTo>
                  <a:pt x="1599921" y="4696325"/>
                </a:lnTo>
                <a:lnTo>
                  <a:pt x="1621883" y="4706540"/>
                </a:lnTo>
                <a:lnTo>
                  <a:pt x="1643589" y="4716755"/>
                </a:lnTo>
                <a:lnTo>
                  <a:pt x="1750336" y="4488196"/>
                </a:lnTo>
                <a:lnTo>
                  <a:pt x="1728118" y="4477980"/>
                </a:lnTo>
                <a:close/>
                <a:moveTo>
                  <a:pt x="3619420" y="4392175"/>
                </a:moveTo>
                <a:lnTo>
                  <a:pt x="3452917" y="4480534"/>
                </a:lnTo>
                <a:lnTo>
                  <a:pt x="3463387" y="4500453"/>
                </a:lnTo>
                <a:lnTo>
                  <a:pt x="3473858" y="4520117"/>
                </a:lnTo>
                <a:lnTo>
                  <a:pt x="3535658" y="4487174"/>
                </a:lnTo>
                <a:lnTo>
                  <a:pt x="3633212" y="4670277"/>
                </a:lnTo>
                <a:lnTo>
                  <a:pt x="3654662" y="4659040"/>
                </a:lnTo>
                <a:lnTo>
                  <a:pt x="3675859" y="4647549"/>
                </a:lnTo>
                <a:lnTo>
                  <a:pt x="3578561" y="4464445"/>
                </a:lnTo>
                <a:lnTo>
                  <a:pt x="3640361" y="4431503"/>
                </a:lnTo>
                <a:lnTo>
                  <a:pt x="3629892" y="4411838"/>
                </a:lnTo>
                <a:close/>
                <a:moveTo>
                  <a:pt x="1489344" y="4349783"/>
                </a:moveTo>
                <a:lnTo>
                  <a:pt x="1479384" y="4370724"/>
                </a:lnTo>
                <a:lnTo>
                  <a:pt x="1468658" y="4390387"/>
                </a:lnTo>
                <a:lnTo>
                  <a:pt x="1529949" y="4424352"/>
                </a:lnTo>
                <a:lnTo>
                  <a:pt x="1429331" y="4605667"/>
                </a:lnTo>
                <a:lnTo>
                  <a:pt x="1450527" y="4617415"/>
                </a:lnTo>
                <a:lnTo>
                  <a:pt x="1471723" y="4629162"/>
                </a:lnTo>
                <a:lnTo>
                  <a:pt x="1571319" y="4446314"/>
                </a:lnTo>
                <a:lnTo>
                  <a:pt x="1632608" y="4480278"/>
                </a:lnTo>
                <a:lnTo>
                  <a:pt x="1643335" y="4460871"/>
                </a:lnTo>
                <a:lnTo>
                  <a:pt x="1654316" y="4441206"/>
                </a:lnTo>
                <a:close/>
                <a:moveTo>
                  <a:pt x="3074963" y="4313008"/>
                </a:moveTo>
                <a:lnTo>
                  <a:pt x="3074963" y="4313774"/>
                </a:lnTo>
                <a:cubicBezTo>
                  <a:pt x="3084922" y="4313774"/>
                  <a:pt x="3086454" y="4323479"/>
                  <a:pt x="3084922" y="4335481"/>
                </a:cubicBezTo>
                <a:cubicBezTo>
                  <a:pt x="3083390" y="4347484"/>
                  <a:pt x="3083901" y="4399835"/>
                  <a:pt x="3074708" y="4399835"/>
                </a:cubicBezTo>
                <a:cubicBezTo>
                  <a:pt x="3065513" y="4399835"/>
                  <a:pt x="3068579" y="4358209"/>
                  <a:pt x="3068579" y="4338546"/>
                </a:cubicBezTo>
                <a:cubicBezTo>
                  <a:pt x="3068579" y="4318882"/>
                  <a:pt x="3068579" y="4313008"/>
                  <a:pt x="3074963" y="4313008"/>
                </a:cubicBezTo>
                <a:close/>
                <a:moveTo>
                  <a:pt x="2643636" y="4313008"/>
                </a:moveTo>
                <a:lnTo>
                  <a:pt x="2643636" y="4313774"/>
                </a:lnTo>
                <a:cubicBezTo>
                  <a:pt x="2653596" y="4313774"/>
                  <a:pt x="2655128" y="4323479"/>
                  <a:pt x="2653596" y="4335481"/>
                </a:cubicBezTo>
                <a:cubicBezTo>
                  <a:pt x="2652064" y="4347484"/>
                  <a:pt x="2652573" y="4399835"/>
                  <a:pt x="2643380" y="4399835"/>
                </a:cubicBezTo>
                <a:cubicBezTo>
                  <a:pt x="2634187" y="4399835"/>
                  <a:pt x="2637252" y="4358209"/>
                  <a:pt x="2637252" y="4338546"/>
                </a:cubicBezTo>
                <a:cubicBezTo>
                  <a:pt x="2637252" y="4318882"/>
                  <a:pt x="2637252" y="4313008"/>
                  <a:pt x="2643636" y="4313008"/>
                </a:cubicBezTo>
                <a:close/>
                <a:moveTo>
                  <a:pt x="3003458" y="4309178"/>
                </a:moveTo>
                <a:cubicBezTo>
                  <a:pt x="3009842" y="4309178"/>
                  <a:pt x="3012906" y="4322713"/>
                  <a:pt x="3012906" y="4334716"/>
                </a:cubicBezTo>
                <a:cubicBezTo>
                  <a:pt x="3012906" y="4346718"/>
                  <a:pt x="3012397" y="4397793"/>
                  <a:pt x="3004736" y="4397793"/>
                </a:cubicBezTo>
                <a:cubicBezTo>
                  <a:pt x="2997073" y="4397793"/>
                  <a:pt x="2992732" y="4355657"/>
                  <a:pt x="2992732" y="4336758"/>
                </a:cubicBezTo>
                <a:cubicBezTo>
                  <a:pt x="2992732" y="4317861"/>
                  <a:pt x="2992732" y="4309944"/>
                  <a:pt x="3003458" y="4309944"/>
                </a:cubicBezTo>
                <a:close/>
                <a:moveTo>
                  <a:pt x="2572131" y="4309178"/>
                </a:moveTo>
                <a:cubicBezTo>
                  <a:pt x="2578516" y="4309178"/>
                  <a:pt x="2581580" y="4323735"/>
                  <a:pt x="2581580" y="4334716"/>
                </a:cubicBezTo>
                <a:cubicBezTo>
                  <a:pt x="2581580" y="4345697"/>
                  <a:pt x="2581324" y="4399070"/>
                  <a:pt x="2573663" y="4399070"/>
                </a:cubicBezTo>
                <a:cubicBezTo>
                  <a:pt x="2566001" y="4399070"/>
                  <a:pt x="2561404" y="4355657"/>
                  <a:pt x="2561404" y="4336758"/>
                </a:cubicBezTo>
                <a:cubicBezTo>
                  <a:pt x="2561404" y="4317861"/>
                  <a:pt x="2561404" y="4309944"/>
                  <a:pt x="2572131" y="4309944"/>
                </a:cubicBezTo>
                <a:close/>
                <a:moveTo>
                  <a:pt x="2137611" y="4308891"/>
                </a:moveTo>
                <a:cubicBezTo>
                  <a:pt x="2140676" y="4308539"/>
                  <a:pt x="2144124" y="4309050"/>
                  <a:pt x="2145656" y="4312498"/>
                </a:cubicBezTo>
                <a:cubicBezTo>
                  <a:pt x="2147903" y="4340027"/>
                  <a:pt x="2148489" y="4367659"/>
                  <a:pt x="2147443" y="4395239"/>
                </a:cubicBezTo>
                <a:cubicBezTo>
                  <a:pt x="2147443" y="4401623"/>
                  <a:pt x="2134930" y="4404177"/>
                  <a:pt x="2131864" y="4395239"/>
                </a:cubicBezTo>
                <a:cubicBezTo>
                  <a:pt x="2130332" y="4367173"/>
                  <a:pt x="2130332" y="4339031"/>
                  <a:pt x="2131864" y="4310966"/>
                </a:cubicBezTo>
                <a:lnTo>
                  <a:pt x="2131864" y="4310455"/>
                </a:lnTo>
                <a:cubicBezTo>
                  <a:pt x="2131864" y="4310455"/>
                  <a:pt x="2134546" y="4309242"/>
                  <a:pt x="2137611" y="4308891"/>
                </a:cubicBezTo>
                <a:close/>
                <a:moveTo>
                  <a:pt x="2206945" y="4304582"/>
                </a:moveTo>
                <a:cubicBezTo>
                  <a:pt x="2216394" y="4303560"/>
                  <a:pt x="2214096" y="4327821"/>
                  <a:pt x="2214096" y="4334716"/>
                </a:cubicBezTo>
                <a:cubicBezTo>
                  <a:pt x="2214096" y="4341610"/>
                  <a:pt x="2214607" y="4394729"/>
                  <a:pt x="2206945" y="4394729"/>
                </a:cubicBezTo>
                <a:cubicBezTo>
                  <a:pt x="2199284" y="4394729"/>
                  <a:pt x="2199284" y="4349527"/>
                  <a:pt x="2199284" y="4334716"/>
                </a:cubicBezTo>
                <a:cubicBezTo>
                  <a:pt x="2199284" y="4319903"/>
                  <a:pt x="2197752" y="4304582"/>
                  <a:pt x="2206945" y="4304582"/>
                </a:cubicBezTo>
                <a:close/>
                <a:moveTo>
                  <a:pt x="2165064" y="4298708"/>
                </a:moveTo>
                <a:lnTo>
                  <a:pt x="2165120" y="4300428"/>
                </a:lnTo>
                <a:lnTo>
                  <a:pt x="2165064" y="4300496"/>
                </a:lnTo>
                <a:close/>
                <a:moveTo>
                  <a:pt x="2169252" y="4295362"/>
                </a:moveTo>
                <a:cubicBezTo>
                  <a:pt x="2173950" y="4292502"/>
                  <a:pt x="2180079" y="4294010"/>
                  <a:pt x="2182939" y="4298708"/>
                </a:cubicBezTo>
                <a:cubicBezTo>
                  <a:pt x="2186005" y="4302794"/>
                  <a:pt x="2186005" y="4394984"/>
                  <a:pt x="2186005" y="4400858"/>
                </a:cubicBezTo>
                <a:cubicBezTo>
                  <a:pt x="2186005" y="4406732"/>
                  <a:pt x="2171448" y="4405710"/>
                  <a:pt x="2168384" y="4400858"/>
                </a:cubicBezTo>
                <a:lnTo>
                  <a:pt x="2165120" y="4300428"/>
                </a:lnTo>
                <a:close/>
                <a:moveTo>
                  <a:pt x="3042274" y="4291557"/>
                </a:moveTo>
                <a:cubicBezTo>
                  <a:pt x="3055299" y="4291557"/>
                  <a:pt x="3051467" y="4310200"/>
                  <a:pt x="3051467" y="4329863"/>
                </a:cubicBezTo>
                <a:cubicBezTo>
                  <a:pt x="3051467" y="4349527"/>
                  <a:pt x="3054787" y="4404177"/>
                  <a:pt x="3040742" y="4404177"/>
                </a:cubicBezTo>
                <a:cubicBezTo>
                  <a:pt x="3026697" y="4404177"/>
                  <a:pt x="3029761" y="4346718"/>
                  <a:pt x="3029761" y="4328842"/>
                </a:cubicBezTo>
                <a:cubicBezTo>
                  <a:pt x="3029761" y="4310966"/>
                  <a:pt x="3026697" y="4291557"/>
                  <a:pt x="3042274" y="4291557"/>
                </a:cubicBezTo>
                <a:close/>
                <a:moveTo>
                  <a:pt x="2610947" y="4291557"/>
                </a:moveTo>
                <a:cubicBezTo>
                  <a:pt x="2624227" y="4291557"/>
                  <a:pt x="2620142" y="4310200"/>
                  <a:pt x="2620142" y="4329863"/>
                </a:cubicBezTo>
                <a:cubicBezTo>
                  <a:pt x="2620142" y="4349527"/>
                  <a:pt x="2623460" y="4404177"/>
                  <a:pt x="2609415" y="4404177"/>
                </a:cubicBezTo>
                <a:cubicBezTo>
                  <a:pt x="2595370" y="4404177"/>
                  <a:pt x="2598434" y="4346718"/>
                  <a:pt x="2598434" y="4328842"/>
                </a:cubicBezTo>
                <a:cubicBezTo>
                  <a:pt x="2598434" y="4310966"/>
                  <a:pt x="2595370" y="4291557"/>
                  <a:pt x="2610947" y="4291557"/>
                </a:cubicBezTo>
                <a:close/>
                <a:moveTo>
                  <a:pt x="1921692" y="4283640"/>
                </a:moveTo>
                <a:lnTo>
                  <a:pt x="1922948" y="4284793"/>
                </a:lnTo>
                <a:lnTo>
                  <a:pt x="1920926" y="4284662"/>
                </a:lnTo>
                <a:close/>
                <a:moveTo>
                  <a:pt x="3813761" y="4269850"/>
                </a:moveTo>
                <a:lnTo>
                  <a:pt x="3670495" y="4362807"/>
                </a:lnTo>
                <a:lnTo>
                  <a:pt x="3807887" y="4574257"/>
                </a:lnTo>
                <a:lnTo>
                  <a:pt x="3954983" y="4477725"/>
                </a:lnTo>
                <a:lnTo>
                  <a:pt x="3942725" y="4458827"/>
                </a:lnTo>
                <a:lnTo>
                  <a:pt x="3930722" y="4440185"/>
                </a:lnTo>
                <a:lnTo>
                  <a:pt x="3823720" y="4509647"/>
                </a:lnTo>
                <a:lnTo>
                  <a:pt x="3787713" y="4454741"/>
                </a:lnTo>
                <a:lnTo>
                  <a:pt x="3883734" y="4393451"/>
                </a:lnTo>
                <a:lnTo>
                  <a:pt x="3871986" y="4375065"/>
                </a:lnTo>
                <a:lnTo>
                  <a:pt x="3860240" y="4356933"/>
                </a:lnTo>
                <a:lnTo>
                  <a:pt x="3764984" y="4418734"/>
                </a:lnTo>
                <a:lnTo>
                  <a:pt x="3735871" y="4373788"/>
                </a:lnTo>
                <a:lnTo>
                  <a:pt x="3838021" y="4307391"/>
                </a:lnTo>
                <a:lnTo>
                  <a:pt x="3826019" y="4288493"/>
                </a:lnTo>
                <a:close/>
                <a:moveTo>
                  <a:pt x="1311858" y="4244313"/>
                </a:moveTo>
                <a:cubicBezTo>
                  <a:pt x="1289896" y="4246561"/>
                  <a:pt x="1270130" y="4258563"/>
                  <a:pt x="1257975" y="4277001"/>
                </a:cubicBezTo>
                <a:cubicBezTo>
                  <a:pt x="1246048" y="4290638"/>
                  <a:pt x="1241069" y="4309000"/>
                  <a:pt x="1244440" y="4326799"/>
                </a:cubicBezTo>
                <a:cubicBezTo>
                  <a:pt x="1254016" y="4351749"/>
                  <a:pt x="1268521" y="4374503"/>
                  <a:pt x="1287087" y="4393707"/>
                </a:cubicBezTo>
                <a:cubicBezTo>
                  <a:pt x="1296817" y="4403666"/>
                  <a:pt x="1304785" y="4415260"/>
                  <a:pt x="1310582" y="4427927"/>
                </a:cubicBezTo>
                <a:cubicBezTo>
                  <a:pt x="1313058" y="4435716"/>
                  <a:pt x="1311322" y="4444220"/>
                  <a:pt x="1305985" y="4450400"/>
                </a:cubicBezTo>
                <a:cubicBezTo>
                  <a:pt x="1300622" y="4458061"/>
                  <a:pt x="1291505" y="4462173"/>
                  <a:pt x="1282236" y="4461125"/>
                </a:cubicBezTo>
                <a:cubicBezTo>
                  <a:pt x="1269671" y="4459440"/>
                  <a:pt x="1257821" y="4454333"/>
                  <a:pt x="1248015" y="4446314"/>
                </a:cubicBezTo>
                <a:cubicBezTo>
                  <a:pt x="1237315" y="4439572"/>
                  <a:pt x="1229475" y="4429127"/>
                  <a:pt x="1226053" y="4416946"/>
                </a:cubicBezTo>
                <a:cubicBezTo>
                  <a:pt x="1223473" y="4405454"/>
                  <a:pt x="1226103" y="4393401"/>
                  <a:pt x="1233203" y="4384003"/>
                </a:cubicBezTo>
                <a:lnTo>
                  <a:pt x="1195408" y="4356678"/>
                </a:lnTo>
                <a:cubicBezTo>
                  <a:pt x="1181209" y="4375678"/>
                  <a:pt x="1175566" y="4399734"/>
                  <a:pt x="1179830" y="4423075"/>
                </a:cubicBezTo>
                <a:cubicBezTo>
                  <a:pt x="1186291" y="4447182"/>
                  <a:pt x="1201511" y="4468021"/>
                  <a:pt x="1222477" y="4481556"/>
                </a:cubicBezTo>
                <a:cubicBezTo>
                  <a:pt x="1241937" y="4497210"/>
                  <a:pt x="1266197" y="4505689"/>
                  <a:pt x="1291173" y="4505561"/>
                </a:cubicBezTo>
                <a:cubicBezTo>
                  <a:pt x="1312956" y="4504361"/>
                  <a:pt x="1332901" y="4493022"/>
                  <a:pt x="1345057" y="4474916"/>
                </a:cubicBezTo>
                <a:cubicBezTo>
                  <a:pt x="1357290" y="4460845"/>
                  <a:pt x="1363189" y="4442381"/>
                  <a:pt x="1361401" y="4423841"/>
                </a:cubicBezTo>
                <a:cubicBezTo>
                  <a:pt x="1353894" y="4400168"/>
                  <a:pt x="1340869" y="4378614"/>
                  <a:pt x="1323350" y="4361019"/>
                </a:cubicBezTo>
                <a:cubicBezTo>
                  <a:pt x="1312395" y="4349247"/>
                  <a:pt x="1302895" y="4336222"/>
                  <a:pt x="1295004" y="4322203"/>
                </a:cubicBezTo>
                <a:cubicBezTo>
                  <a:pt x="1291327" y="4315716"/>
                  <a:pt x="1291939" y="4307646"/>
                  <a:pt x="1296536" y="4301772"/>
                </a:cubicBezTo>
                <a:cubicBezTo>
                  <a:pt x="1301643" y="4293984"/>
                  <a:pt x="1309994" y="4288927"/>
                  <a:pt x="1319264" y="4287982"/>
                </a:cubicBezTo>
                <a:cubicBezTo>
                  <a:pt x="1329658" y="4287676"/>
                  <a:pt x="1339822" y="4291123"/>
                  <a:pt x="1347866" y="4297686"/>
                </a:cubicBezTo>
                <a:cubicBezTo>
                  <a:pt x="1358209" y="4304505"/>
                  <a:pt x="1365895" y="4314695"/>
                  <a:pt x="1369573" y="4326544"/>
                </a:cubicBezTo>
                <a:cubicBezTo>
                  <a:pt x="1372689" y="4337295"/>
                  <a:pt x="1370927" y="4348889"/>
                  <a:pt x="1364721" y="4358210"/>
                </a:cubicBezTo>
                <a:lnTo>
                  <a:pt x="1402771" y="4386046"/>
                </a:lnTo>
                <a:lnTo>
                  <a:pt x="1402771" y="4385535"/>
                </a:lnTo>
                <a:cubicBezTo>
                  <a:pt x="1415617" y="4366714"/>
                  <a:pt x="1420494" y="4343577"/>
                  <a:pt x="1416307" y="4321181"/>
                </a:cubicBezTo>
                <a:cubicBezTo>
                  <a:pt x="1411021" y="4298504"/>
                  <a:pt x="1397332" y="4278712"/>
                  <a:pt x="1378001" y="4265764"/>
                </a:cubicBezTo>
                <a:cubicBezTo>
                  <a:pt x="1359384" y="4250621"/>
                  <a:pt x="1335813" y="4242985"/>
                  <a:pt x="1311858" y="4244313"/>
                </a:cubicBezTo>
                <a:close/>
                <a:moveTo>
                  <a:pt x="4008101" y="4130927"/>
                </a:moveTo>
                <a:cubicBezTo>
                  <a:pt x="3983023" y="4130442"/>
                  <a:pt x="3958711" y="4139585"/>
                  <a:pt x="3940171" y="4156464"/>
                </a:cubicBezTo>
                <a:cubicBezTo>
                  <a:pt x="3916600" y="4174801"/>
                  <a:pt x="3903142" y="4203223"/>
                  <a:pt x="3903908" y="4233077"/>
                </a:cubicBezTo>
                <a:cubicBezTo>
                  <a:pt x="3906385" y="4268063"/>
                  <a:pt x="3920813" y="4301160"/>
                  <a:pt x="3944769" y="4326799"/>
                </a:cubicBezTo>
                <a:cubicBezTo>
                  <a:pt x="3965504" y="4354329"/>
                  <a:pt x="3995229" y="4373762"/>
                  <a:pt x="4028786" y="4381704"/>
                </a:cubicBezTo>
                <a:cubicBezTo>
                  <a:pt x="4085377" y="4390413"/>
                  <a:pt x="4138368" y="4351698"/>
                  <a:pt x="4147280" y="4295132"/>
                </a:cubicBezTo>
                <a:lnTo>
                  <a:pt x="4146769" y="4294622"/>
                </a:lnTo>
                <a:cubicBezTo>
                  <a:pt x="4148557" y="4268854"/>
                  <a:pt x="4141049" y="4243291"/>
                  <a:pt x="4125573" y="4222606"/>
                </a:cubicBezTo>
                <a:lnTo>
                  <a:pt x="4088289" y="4253762"/>
                </a:lnTo>
                <a:cubicBezTo>
                  <a:pt x="4096435" y="4264794"/>
                  <a:pt x="4100342" y="4278380"/>
                  <a:pt x="4099270" y="4292068"/>
                </a:cubicBezTo>
                <a:cubicBezTo>
                  <a:pt x="4098911" y="4294954"/>
                  <a:pt x="4098299" y="4297814"/>
                  <a:pt x="4097431" y="4300598"/>
                </a:cubicBezTo>
                <a:cubicBezTo>
                  <a:pt x="4089182" y="4327565"/>
                  <a:pt x="4060605" y="4342734"/>
                  <a:pt x="4033638" y="4334460"/>
                </a:cubicBezTo>
                <a:cubicBezTo>
                  <a:pt x="4013209" y="4326722"/>
                  <a:pt x="3995485" y="4313239"/>
                  <a:pt x="3982564" y="4295644"/>
                </a:cubicBezTo>
                <a:cubicBezTo>
                  <a:pt x="3966986" y="4279146"/>
                  <a:pt x="3956515" y="4258461"/>
                  <a:pt x="3952430" y="4236141"/>
                </a:cubicBezTo>
                <a:cubicBezTo>
                  <a:pt x="3949798" y="4219057"/>
                  <a:pt x="3956414" y="4201870"/>
                  <a:pt x="3969795" y="4190940"/>
                </a:cubicBezTo>
                <a:cubicBezTo>
                  <a:pt x="3979295" y="4182308"/>
                  <a:pt x="3991680" y="4177559"/>
                  <a:pt x="4004525" y="4177661"/>
                </a:cubicBezTo>
                <a:cubicBezTo>
                  <a:pt x="4017014" y="4177941"/>
                  <a:pt x="4028939" y="4183074"/>
                  <a:pt x="4037724" y="4191962"/>
                </a:cubicBezTo>
                <a:lnTo>
                  <a:pt x="4075009" y="4160806"/>
                </a:lnTo>
                <a:cubicBezTo>
                  <a:pt x="4057312" y="4142725"/>
                  <a:pt x="4033383" y="4132051"/>
                  <a:pt x="4008101" y="4130927"/>
                </a:cubicBezTo>
                <a:close/>
                <a:moveTo>
                  <a:pt x="2673457" y="4121934"/>
                </a:moveTo>
                <a:lnTo>
                  <a:pt x="2673968" y="4121934"/>
                </a:lnTo>
                <a:lnTo>
                  <a:pt x="2673968" y="4190119"/>
                </a:lnTo>
                <a:lnTo>
                  <a:pt x="2615998" y="4190119"/>
                </a:lnTo>
                <a:close/>
                <a:moveTo>
                  <a:pt x="2815757" y="4109220"/>
                </a:moveTo>
                <a:cubicBezTo>
                  <a:pt x="2842827" y="4109220"/>
                  <a:pt x="2853552" y="4131693"/>
                  <a:pt x="2853552" y="4169489"/>
                </a:cubicBezTo>
                <a:cubicBezTo>
                  <a:pt x="2853552" y="4207285"/>
                  <a:pt x="2841806" y="4229757"/>
                  <a:pt x="2815757" y="4229757"/>
                </a:cubicBezTo>
                <a:cubicBezTo>
                  <a:pt x="2789709" y="4229757"/>
                  <a:pt x="2777962" y="4207029"/>
                  <a:pt x="2777962" y="4169489"/>
                </a:cubicBezTo>
                <a:cubicBezTo>
                  <a:pt x="2777962" y="4131949"/>
                  <a:pt x="2790220" y="4109220"/>
                  <a:pt x="2815757" y="4109220"/>
                </a:cubicBezTo>
                <a:close/>
                <a:moveTo>
                  <a:pt x="2501392" y="4109220"/>
                </a:moveTo>
                <a:cubicBezTo>
                  <a:pt x="2527441" y="4109220"/>
                  <a:pt x="2537910" y="4124288"/>
                  <a:pt x="2537910" y="4141398"/>
                </a:cubicBezTo>
                <a:cubicBezTo>
                  <a:pt x="2538089" y="4143364"/>
                  <a:pt x="2538063" y="4145330"/>
                  <a:pt x="2537859" y="4147297"/>
                </a:cubicBezTo>
                <a:cubicBezTo>
                  <a:pt x="2536122" y="4164688"/>
                  <a:pt x="2520570" y="4177380"/>
                  <a:pt x="2503180" y="4175618"/>
                </a:cubicBezTo>
                <a:cubicBezTo>
                  <a:pt x="2488112" y="4175618"/>
                  <a:pt x="2466661" y="4172043"/>
                  <a:pt x="2466661" y="4142930"/>
                </a:cubicBezTo>
                <a:cubicBezTo>
                  <a:pt x="2466610" y="4141704"/>
                  <a:pt x="2466635" y="4140478"/>
                  <a:pt x="2466711" y="4139253"/>
                </a:cubicBezTo>
                <a:cubicBezTo>
                  <a:pt x="2468014" y="4121376"/>
                  <a:pt x="2483515" y="4107944"/>
                  <a:pt x="2501392" y="4109220"/>
                </a:cubicBezTo>
                <a:close/>
                <a:moveTo>
                  <a:pt x="2494292" y="4093693"/>
                </a:moveTo>
                <a:cubicBezTo>
                  <a:pt x="2466074" y="4093949"/>
                  <a:pt x="2443421" y="4117009"/>
                  <a:pt x="2443677" y="4145228"/>
                </a:cubicBezTo>
                <a:cubicBezTo>
                  <a:pt x="2443728" y="4146377"/>
                  <a:pt x="2443805" y="4147526"/>
                  <a:pt x="2443933" y="4148650"/>
                </a:cubicBezTo>
                <a:cubicBezTo>
                  <a:pt x="2447073" y="4176690"/>
                  <a:pt x="2472330" y="4196890"/>
                  <a:pt x="2500371" y="4193749"/>
                </a:cubicBezTo>
                <a:cubicBezTo>
                  <a:pt x="2516254" y="4194898"/>
                  <a:pt x="2531705" y="4188233"/>
                  <a:pt x="2541741" y="4175873"/>
                </a:cubicBezTo>
                <a:cubicBezTo>
                  <a:pt x="2536122" y="4214945"/>
                  <a:pt x="2523865" y="4232055"/>
                  <a:pt x="2498327" y="4232055"/>
                </a:cubicBezTo>
                <a:cubicBezTo>
                  <a:pt x="2496565" y="4232387"/>
                  <a:pt x="2494777" y="4232540"/>
                  <a:pt x="2493015" y="4232514"/>
                </a:cubicBezTo>
                <a:cubicBezTo>
                  <a:pt x="2478894" y="4232260"/>
                  <a:pt x="2467682" y="4220614"/>
                  <a:pt x="2467938" y="4206518"/>
                </a:cubicBezTo>
                <a:lnTo>
                  <a:pt x="2445209" y="4206518"/>
                </a:lnTo>
                <a:cubicBezTo>
                  <a:pt x="2445209" y="4221329"/>
                  <a:pt x="2456701" y="4246867"/>
                  <a:pt x="2498839" y="4246867"/>
                </a:cubicBezTo>
                <a:lnTo>
                  <a:pt x="2498839" y="4247633"/>
                </a:lnTo>
                <a:cubicBezTo>
                  <a:pt x="2561915" y="4247633"/>
                  <a:pt x="2564469" y="4178171"/>
                  <a:pt x="2564980" y="4163870"/>
                </a:cubicBezTo>
                <a:cubicBezTo>
                  <a:pt x="2564980" y="4139609"/>
                  <a:pt x="2559107" y="4094153"/>
                  <a:pt x="2501647" y="4094153"/>
                </a:cubicBezTo>
                <a:cubicBezTo>
                  <a:pt x="2499196" y="4093821"/>
                  <a:pt x="2496744" y="4093668"/>
                  <a:pt x="2494292" y="4093693"/>
                </a:cubicBezTo>
                <a:close/>
                <a:moveTo>
                  <a:pt x="2815758" y="4093387"/>
                </a:moveTo>
                <a:cubicBezTo>
                  <a:pt x="2763916" y="4093387"/>
                  <a:pt x="2753957" y="4139355"/>
                  <a:pt x="2753957" y="4169999"/>
                </a:cubicBezTo>
                <a:cubicBezTo>
                  <a:pt x="2753957" y="4200644"/>
                  <a:pt x="2764683" y="4246611"/>
                  <a:pt x="2815758" y="4246611"/>
                </a:cubicBezTo>
                <a:lnTo>
                  <a:pt x="2815758" y="4247633"/>
                </a:lnTo>
                <a:cubicBezTo>
                  <a:pt x="2868365" y="4247633"/>
                  <a:pt x="2877558" y="4200644"/>
                  <a:pt x="2877558" y="4169999"/>
                </a:cubicBezTo>
                <a:cubicBezTo>
                  <a:pt x="2877558" y="4139355"/>
                  <a:pt x="2867598" y="4093387"/>
                  <a:pt x="2815758" y="4093387"/>
                </a:cubicBezTo>
                <a:close/>
                <a:moveTo>
                  <a:pt x="2678110" y="4092366"/>
                </a:moveTo>
                <a:lnTo>
                  <a:pt x="2595625" y="4187620"/>
                </a:lnTo>
                <a:lnTo>
                  <a:pt x="2595625" y="4206007"/>
                </a:lnTo>
                <a:lnTo>
                  <a:pt x="2674281" y="4206007"/>
                </a:lnTo>
                <a:lnTo>
                  <a:pt x="2674281" y="4242781"/>
                </a:lnTo>
                <a:lnTo>
                  <a:pt x="2697008" y="4242781"/>
                </a:lnTo>
                <a:lnTo>
                  <a:pt x="2697008" y="4206007"/>
                </a:lnTo>
                <a:lnTo>
                  <a:pt x="2722545" y="4206007"/>
                </a:lnTo>
                <a:lnTo>
                  <a:pt x="2722545" y="4189918"/>
                </a:lnTo>
                <a:lnTo>
                  <a:pt x="2697008" y="4189918"/>
                </a:lnTo>
                <a:lnTo>
                  <a:pt x="2697008" y="4092366"/>
                </a:lnTo>
                <a:close/>
                <a:moveTo>
                  <a:pt x="2350976" y="4091344"/>
                </a:moveTo>
                <a:cubicBezTo>
                  <a:pt x="2343826" y="4115860"/>
                  <a:pt x="2331567" y="4118414"/>
                  <a:pt x="2302456" y="4119946"/>
                </a:cubicBezTo>
                <a:lnTo>
                  <a:pt x="2302456" y="4136035"/>
                </a:lnTo>
                <a:lnTo>
                  <a:pt x="2344592" y="4136035"/>
                </a:lnTo>
                <a:lnTo>
                  <a:pt x="2344592" y="4242781"/>
                </a:lnTo>
                <a:lnTo>
                  <a:pt x="2368597" y="4242781"/>
                </a:lnTo>
                <a:lnTo>
                  <a:pt x="2368597" y="4091344"/>
                </a:lnTo>
                <a:close/>
                <a:moveTo>
                  <a:pt x="1108580" y="4047676"/>
                </a:moveTo>
                <a:lnTo>
                  <a:pt x="936458" y="4232056"/>
                </a:lnTo>
                <a:lnTo>
                  <a:pt x="953058" y="4247633"/>
                </a:lnTo>
                <a:lnTo>
                  <a:pt x="969657" y="4263977"/>
                </a:lnTo>
                <a:lnTo>
                  <a:pt x="1093513" y="4130927"/>
                </a:lnTo>
                <a:lnTo>
                  <a:pt x="1039630" y="4329353"/>
                </a:lnTo>
                <a:lnTo>
                  <a:pt x="1057250" y="4345697"/>
                </a:lnTo>
                <a:lnTo>
                  <a:pt x="1074871" y="4361275"/>
                </a:lnTo>
                <a:lnTo>
                  <a:pt x="1246738" y="4176639"/>
                </a:lnTo>
                <a:lnTo>
                  <a:pt x="1230139" y="4161317"/>
                </a:lnTo>
                <a:lnTo>
                  <a:pt x="1213795" y="4145994"/>
                </a:lnTo>
                <a:lnTo>
                  <a:pt x="1093003" y="4275469"/>
                </a:lnTo>
                <a:lnTo>
                  <a:pt x="1145610" y="4082406"/>
                </a:lnTo>
                <a:lnTo>
                  <a:pt x="1126967" y="4065041"/>
                </a:lnTo>
                <a:close/>
                <a:moveTo>
                  <a:pt x="1027116" y="3958805"/>
                </a:moveTo>
                <a:lnTo>
                  <a:pt x="839671" y="4127607"/>
                </a:lnTo>
                <a:lnTo>
                  <a:pt x="856016" y="4145484"/>
                </a:lnTo>
                <a:lnTo>
                  <a:pt x="872104" y="4163615"/>
                </a:lnTo>
                <a:lnTo>
                  <a:pt x="1059549" y="3994813"/>
                </a:lnTo>
                <a:lnTo>
                  <a:pt x="1043460" y="3976682"/>
                </a:lnTo>
                <a:close/>
                <a:moveTo>
                  <a:pt x="4194013" y="3909518"/>
                </a:moveTo>
                <a:lnTo>
                  <a:pt x="4177926" y="3927650"/>
                </a:lnTo>
                <a:lnTo>
                  <a:pt x="4161581" y="3945526"/>
                </a:lnTo>
                <a:lnTo>
                  <a:pt x="4231809" y="4008858"/>
                </a:lnTo>
                <a:lnTo>
                  <a:pt x="4171286" y="4076277"/>
                </a:lnTo>
                <a:lnTo>
                  <a:pt x="4101058" y="4012944"/>
                </a:lnTo>
                <a:lnTo>
                  <a:pt x="4084713" y="4031076"/>
                </a:lnTo>
                <a:lnTo>
                  <a:pt x="4068625" y="4048952"/>
                </a:lnTo>
                <a:lnTo>
                  <a:pt x="4255559" y="4218265"/>
                </a:lnTo>
                <a:lnTo>
                  <a:pt x="4271647" y="4200134"/>
                </a:lnTo>
                <a:lnTo>
                  <a:pt x="4287992" y="4182257"/>
                </a:lnTo>
                <a:lnTo>
                  <a:pt x="4202952" y="4105645"/>
                </a:lnTo>
                <a:lnTo>
                  <a:pt x="4263731" y="4038226"/>
                </a:lnTo>
                <a:lnTo>
                  <a:pt x="4348516" y="4114838"/>
                </a:lnTo>
                <a:lnTo>
                  <a:pt x="4364858" y="4096707"/>
                </a:lnTo>
                <a:lnTo>
                  <a:pt x="4381458" y="4078320"/>
                </a:lnTo>
                <a:close/>
                <a:moveTo>
                  <a:pt x="2588474" y="3783363"/>
                </a:moveTo>
                <a:cubicBezTo>
                  <a:pt x="2594066" y="3791663"/>
                  <a:pt x="2600298" y="3799528"/>
                  <a:pt x="2607117" y="3806857"/>
                </a:cubicBezTo>
                <a:cubicBezTo>
                  <a:pt x="2615034" y="3814774"/>
                  <a:pt x="2626780" y="3821924"/>
                  <a:pt x="2627547" y="3826522"/>
                </a:cubicBezTo>
                <a:cubicBezTo>
                  <a:pt x="2628312" y="3831118"/>
                  <a:pt x="2621928" y="3832650"/>
                  <a:pt x="2621928" y="3832650"/>
                </a:cubicBezTo>
                <a:lnTo>
                  <a:pt x="2621928" y="3989961"/>
                </a:lnTo>
                <a:cubicBezTo>
                  <a:pt x="2621928" y="3989961"/>
                  <a:pt x="2681686" y="3988939"/>
                  <a:pt x="2701095" y="4003751"/>
                </a:cubicBezTo>
                <a:cubicBezTo>
                  <a:pt x="2720503" y="4018562"/>
                  <a:pt x="2753957" y="4031075"/>
                  <a:pt x="2762639" y="4041291"/>
                </a:cubicBezTo>
                <a:cubicBezTo>
                  <a:pt x="2771323" y="4051506"/>
                  <a:pt x="2807585" y="4053804"/>
                  <a:pt x="2822398" y="4057890"/>
                </a:cubicBezTo>
                <a:cubicBezTo>
                  <a:pt x="2837210" y="4061976"/>
                  <a:pt x="2844359" y="4081129"/>
                  <a:pt x="2852787" y="4087514"/>
                </a:cubicBezTo>
                <a:cubicBezTo>
                  <a:pt x="2861213" y="4093898"/>
                  <a:pt x="2874238" y="4086748"/>
                  <a:pt x="2886751" y="4090578"/>
                </a:cubicBezTo>
                <a:cubicBezTo>
                  <a:pt x="2899265" y="4094408"/>
                  <a:pt x="2920460" y="4119435"/>
                  <a:pt x="2934252" y="4126075"/>
                </a:cubicBezTo>
                <a:cubicBezTo>
                  <a:pt x="2948041" y="4132715"/>
                  <a:pt x="2964897" y="4133991"/>
                  <a:pt x="2971026" y="4148803"/>
                </a:cubicBezTo>
                <a:cubicBezTo>
                  <a:pt x="2977154" y="4163615"/>
                  <a:pt x="2973579" y="4171787"/>
                  <a:pt x="2989412" y="4171787"/>
                </a:cubicBezTo>
                <a:cubicBezTo>
                  <a:pt x="3002283" y="4171251"/>
                  <a:pt x="3014745" y="4176255"/>
                  <a:pt x="3023633" y="4185577"/>
                </a:cubicBezTo>
                <a:cubicBezTo>
                  <a:pt x="3028995" y="4190174"/>
                  <a:pt x="3046360" y="4184555"/>
                  <a:pt x="3062449" y="4190174"/>
                </a:cubicBezTo>
                <a:cubicBezTo>
                  <a:pt x="3070621" y="4192472"/>
                  <a:pt x="3097181" y="4206007"/>
                  <a:pt x="3113523" y="4210603"/>
                </a:cubicBezTo>
                <a:cubicBezTo>
                  <a:pt x="3139444" y="4221763"/>
                  <a:pt x="3164190" y="4235554"/>
                  <a:pt x="3187327" y="4251719"/>
                </a:cubicBezTo>
                <a:cubicBezTo>
                  <a:pt x="3235772" y="4255039"/>
                  <a:pt x="3283756" y="4263160"/>
                  <a:pt x="3330592" y="4275979"/>
                </a:cubicBezTo>
                <a:lnTo>
                  <a:pt x="1866020" y="4277512"/>
                </a:lnTo>
                <a:cubicBezTo>
                  <a:pt x="1866020" y="4277512"/>
                  <a:pt x="1913264" y="4268062"/>
                  <a:pt x="2040951" y="4257082"/>
                </a:cubicBezTo>
                <a:cubicBezTo>
                  <a:pt x="2063451" y="4238363"/>
                  <a:pt x="2089524" y="4224368"/>
                  <a:pt x="2117563" y="4215967"/>
                </a:cubicBezTo>
                <a:cubicBezTo>
                  <a:pt x="2126758" y="4215201"/>
                  <a:pt x="2155104" y="4182513"/>
                  <a:pt x="2158680" y="4177149"/>
                </a:cubicBezTo>
                <a:cubicBezTo>
                  <a:pt x="2162254" y="4171787"/>
                  <a:pt x="2192899" y="4175873"/>
                  <a:pt x="2199795" y="4156464"/>
                </a:cubicBezTo>
                <a:cubicBezTo>
                  <a:pt x="2206690" y="4137056"/>
                  <a:pt x="2225843" y="4139609"/>
                  <a:pt x="2236569" y="4135779"/>
                </a:cubicBezTo>
                <a:cubicBezTo>
                  <a:pt x="2247294" y="4131948"/>
                  <a:pt x="2248826" y="4104879"/>
                  <a:pt x="2268491" y="4094664"/>
                </a:cubicBezTo>
                <a:cubicBezTo>
                  <a:pt x="2277428" y="4090067"/>
                  <a:pt x="2300157" y="4082662"/>
                  <a:pt x="2316501" y="4076277"/>
                </a:cubicBezTo>
                <a:cubicBezTo>
                  <a:pt x="2332845" y="4069893"/>
                  <a:pt x="2350211" y="4046142"/>
                  <a:pt x="2362212" y="4044355"/>
                </a:cubicBezTo>
                <a:cubicBezTo>
                  <a:pt x="2382974" y="4043334"/>
                  <a:pt x="2403278" y="4037843"/>
                  <a:pt x="2421715" y="4028267"/>
                </a:cubicBezTo>
                <a:cubicBezTo>
                  <a:pt x="2439080" y="4016520"/>
                  <a:pt x="2459254" y="4005028"/>
                  <a:pt x="2474322" y="3996345"/>
                </a:cubicBezTo>
                <a:cubicBezTo>
                  <a:pt x="2489388" y="3987662"/>
                  <a:pt x="2557830" y="3992259"/>
                  <a:pt x="2557830" y="3992259"/>
                </a:cubicBezTo>
                <a:lnTo>
                  <a:pt x="2557830" y="3835970"/>
                </a:lnTo>
                <a:lnTo>
                  <a:pt x="2550168" y="3828820"/>
                </a:lnTo>
                <a:cubicBezTo>
                  <a:pt x="2546848" y="3825755"/>
                  <a:pt x="2560894" y="3816306"/>
                  <a:pt x="2570343" y="3806857"/>
                </a:cubicBezTo>
                <a:cubicBezTo>
                  <a:pt x="2577187" y="3799682"/>
                  <a:pt x="2583265" y="3791816"/>
                  <a:pt x="2588474" y="3783363"/>
                </a:cubicBezTo>
                <a:close/>
                <a:moveTo>
                  <a:pt x="4348260" y="3698579"/>
                </a:moveTo>
                <a:lnTo>
                  <a:pt x="4335236" y="3717222"/>
                </a:lnTo>
                <a:lnTo>
                  <a:pt x="4322211" y="3735864"/>
                </a:lnTo>
                <a:lnTo>
                  <a:pt x="4467264" y="3838013"/>
                </a:lnTo>
                <a:lnTo>
                  <a:pt x="4268839" y="3812476"/>
                </a:lnTo>
                <a:lnTo>
                  <a:pt x="4254282" y="3833417"/>
                </a:lnTo>
                <a:lnTo>
                  <a:pt x="4239726" y="3854102"/>
                </a:lnTo>
                <a:lnTo>
                  <a:pt x="4446323" y="3998899"/>
                </a:lnTo>
                <a:lnTo>
                  <a:pt x="4459347" y="3980257"/>
                </a:lnTo>
                <a:lnTo>
                  <a:pt x="4472116" y="3961614"/>
                </a:lnTo>
                <a:lnTo>
                  <a:pt x="4323232" y="3857422"/>
                </a:lnTo>
                <a:lnTo>
                  <a:pt x="4527532" y="3882959"/>
                </a:lnTo>
                <a:lnTo>
                  <a:pt x="4541578" y="3863040"/>
                </a:lnTo>
                <a:lnTo>
                  <a:pt x="4554857" y="3843377"/>
                </a:lnTo>
                <a:close/>
                <a:moveTo>
                  <a:pt x="785022" y="3676362"/>
                </a:moveTo>
                <a:cubicBezTo>
                  <a:pt x="714002" y="3673630"/>
                  <a:pt x="648779" y="3715408"/>
                  <a:pt x="621581" y="3781065"/>
                </a:cubicBezTo>
                <a:cubicBezTo>
                  <a:pt x="612618" y="3810535"/>
                  <a:pt x="617802" y="3842508"/>
                  <a:pt x="635627" y="3867637"/>
                </a:cubicBezTo>
                <a:cubicBezTo>
                  <a:pt x="649749" y="3890416"/>
                  <a:pt x="674725" y="3904155"/>
                  <a:pt x="701514" y="3903900"/>
                </a:cubicBezTo>
                <a:lnTo>
                  <a:pt x="706366" y="3903900"/>
                </a:lnTo>
                <a:lnTo>
                  <a:pt x="680828" y="3925607"/>
                </a:lnTo>
                <a:lnTo>
                  <a:pt x="698449" y="3952931"/>
                </a:lnTo>
                <a:lnTo>
                  <a:pt x="812602" y="3878873"/>
                </a:lnTo>
                <a:lnTo>
                  <a:pt x="759739" y="3797153"/>
                </a:lnTo>
                <a:lnTo>
                  <a:pt x="723221" y="3820904"/>
                </a:lnTo>
                <a:lnTo>
                  <a:pt x="751567" y="3867637"/>
                </a:lnTo>
                <a:cubicBezTo>
                  <a:pt x="741071" y="3871748"/>
                  <a:pt x="729911" y="3873919"/>
                  <a:pt x="718624" y="3874021"/>
                </a:cubicBezTo>
                <a:cubicBezTo>
                  <a:pt x="700978" y="3874047"/>
                  <a:pt x="684557" y="3864981"/>
                  <a:pt x="675210" y="3850016"/>
                </a:cubicBezTo>
                <a:cubicBezTo>
                  <a:pt x="663591" y="3834387"/>
                  <a:pt x="660449" y="3814034"/>
                  <a:pt x="666783" y="3795621"/>
                </a:cubicBezTo>
                <a:cubicBezTo>
                  <a:pt x="676053" y="3774476"/>
                  <a:pt x="692039" y="3756983"/>
                  <a:pt x="712240" y="3745824"/>
                </a:cubicBezTo>
                <a:cubicBezTo>
                  <a:pt x="731035" y="3732008"/>
                  <a:pt x="753789" y="3724653"/>
                  <a:pt x="777104" y="3724883"/>
                </a:cubicBezTo>
                <a:cubicBezTo>
                  <a:pt x="796589" y="3725853"/>
                  <a:pt x="814262" y="3736630"/>
                  <a:pt x="824094" y="3753485"/>
                </a:cubicBezTo>
                <a:cubicBezTo>
                  <a:pt x="830733" y="3763777"/>
                  <a:pt x="833440" y="3776085"/>
                  <a:pt x="831755" y="3788216"/>
                </a:cubicBezTo>
                <a:cubicBezTo>
                  <a:pt x="831065" y="3799835"/>
                  <a:pt x="825728" y="3810689"/>
                  <a:pt x="816943" y="3818350"/>
                </a:cubicBezTo>
                <a:lnTo>
                  <a:pt x="845545" y="3858954"/>
                </a:lnTo>
                <a:cubicBezTo>
                  <a:pt x="864570" y="3844066"/>
                  <a:pt x="877033" y="3822359"/>
                  <a:pt x="880276" y="3798431"/>
                </a:cubicBezTo>
                <a:cubicBezTo>
                  <a:pt x="882778" y="3773302"/>
                  <a:pt x="876165" y="3748096"/>
                  <a:pt x="861634" y="3727437"/>
                </a:cubicBezTo>
                <a:cubicBezTo>
                  <a:pt x="845468" y="3699371"/>
                  <a:pt x="817122" y="3680499"/>
                  <a:pt x="785022" y="3676362"/>
                </a:cubicBezTo>
                <a:close/>
                <a:moveTo>
                  <a:pt x="4509911" y="3529522"/>
                </a:moveTo>
                <a:cubicBezTo>
                  <a:pt x="4532921" y="3528092"/>
                  <a:pt x="4555802" y="3533710"/>
                  <a:pt x="4575541" y="3545610"/>
                </a:cubicBezTo>
                <a:cubicBezTo>
                  <a:pt x="4596764" y="3554421"/>
                  <a:pt x="4614589" y="3569820"/>
                  <a:pt x="4626362" y="3589535"/>
                </a:cubicBezTo>
                <a:cubicBezTo>
                  <a:pt x="4628507" y="3594233"/>
                  <a:pt x="4630039" y="3599213"/>
                  <a:pt x="4630882" y="3604295"/>
                </a:cubicBezTo>
                <a:cubicBezTo>
                  <a:pt x="4636143" y="3636038"/>
                  <a:pt x="4614666" y="3665993"/>
                  <a:pt x="4582948" y="3671254"/>
                </a:cubicBezTo>
                <a:cubicBezTo>
                  <a:pt x="4560347" y="3672990"/>
                  <a:pt x="4537746" y="3667628"/>
                  <a:pt x="4518338" y="3655931"/>
                </a:cubicBezTo>
                <a:cubicBezTo>
                  <a:pt x="4497015" y="3646432"/>
                  <a:pt x="4479190" y="3630547"/>
                  <a:pt x="4467263" y="3610475"/>
                </a:cubicBezTo>
                <a:cubicBezTo>
                  <a:pt x="4458581" y="3594565"/>
                  <a:pt x="4458581" y="3575310"/>
                  <a:pt x="4467263" y="3559400"/>
                </a:cubicBezTo>
                <a:cubicBezTo>
                  <a:pt x="4475410" y="3542775"/>
                  <a:pt x="4491499" y="3531488"/>
                  <a:pt x="4509911" y="3529522"/>
                </a:cubicBezTo>
                <a:close/>
                <a:moveTo>
                  <a:pt x="4498676" y="3484065"/>
                </a:moveTo>
                <a:cubicBezTo>
                  <a:pt x="4494921" y="3484984"/>
                  <a:pt x="4491217" y="3486134"/>
                  <a:pt x="4487592" y="3487436"/>
                </a:cubicBezTo>
                <a:cubicBezTo>
                  <a:pt x="4430720" y="3508121"/>
                  <a:pt x="4401378" y="3570969"/>
                  <a:pt x="4422063" y="3627841"/>
                </a:cubicBezTo>
                <a:cubicBezTo>
                  <a:pt x="4436849" y="3659788"/>
                  <a:pt x="4462438" y="3685479"/>
                  <a:pt x="4494333" y="3700367"/>
                </a:cubicBezTo>
                <a:cubicBezTo>
                  <a:pt x="4524059" y="3718218"/>
                  <a:pt x="4559249" y="3724755"/>
                  <a:pt x="4593419" y="3718754"/>
                </a:cubicBezTo>
                <a:cubicBezTo>
                  <a:pt x="4623835" y="3712216"/>
                  <a:pt x="4649498" y="3691939"/>
                  <a:pt x="4662881" y="3663849"/>
                </a:cubicBezTo>
                <a:lnTo>
                  <a:pt x="4662370" y="3663338"/>
                </a:lnTo>
                <a:cubicBezTo>
                  <a:pt x="4678152" y="3636651"/>
                  <a:pt x="4680987" y="3604244"/>
                  <a:pt x="4670031" y="3575234"/>
                </a:cubicBezTo>
                <a:cubicBezTo>
                  <a:pt x="4655909" y="3543542"/>
                  <a:pt x="4630780" y="3518030"/>
                  <a:pt x="4599293" y="3503473"/>
                </a:cubicBezTo>
                <a:cubicBezTo>
                  <a:pt x="4569133" y="3485214"/>
                  <a:pt x="4533458" y="3478345"/>
                  <a:pt x="4498676" y="3484065"/>
                </a:cubicBezTo>
                <a:close/>
                <a:moveTo>
                  <a:pt x="681339" y="3404133"/>
                </a:moveTo>
                <a:lnTo>
                  <a:pt x="452779" y="3510879"/>
                </a:lnTo>
                <a:lnTo>
                  <a:pt x="462228" y="3531310"/>
                </a:lnTo>
                <a:lnTo>
                  <a:pt x="471932" y="3551739"/>
                </a:lnTo>
                <a:lnTo>
                  <a:pt x="636648" y="3475127"/>
                </a:lnTo>
                <a:lnTo>
                  <a:pt x="512281" y="3638822"/>
                </a:lnTo>
                <a:lnTo>
                  <a:pt x="522497" y="3660529"/>
                </a:lnTo>
                <a:lnTo>
                  <a:pt x="532712" y="3681980"/>
                </a:lnTo>
                <a:lnTo>
                  <a:pt x="761271" y="3575489"/>
                </a:lnTo>
                <a:lnTo>
                  <a:pt x="751567" y="3554804"/>
                </a:lnTo>
                <a:lnTo>
                  <a:pt x="742118" y="3534374"/>
                </a:lnTo>
                <a:lnTo>
                  <a:pt x="581743" y="3609198"/>
                </a:lnTo>
                <a:lnTo>
                  <a:pt x="702791" y="3450356"/>
                </a:lnTo>
                <a:lnTo>
                  <a:pt x="692065" y="3427372"/>
                </a:lnTo>
                <a:close/>
                <a:moveTo>
                  <a:pt x="4760434" y="3300707"/>
                </a:moveTo>
                <a:lnTo>
                  <a:pt x="4719062" y="3408475"/>
                </a:lnTo>
                <a:lnTo>
                  <a:pt x="4525490" y="3334161"/>
                </a:lnTo>
                <a:lnTo>
                  <a:pt x="4516806" y="3356889"/>
                </a:lnTo>
                <a:lnTo>
                  <a:pt x="4508124" y="3379362"/>
                </a:lnTo>
                <a:lnTo>
                  <a:pt x="4744090" y="3470019"/>
                </a:lnTo>
                <a:lnTo>
                  <a:pt x="4802315" y="3316795"/>
                </a:lnTo>
                <a:lnTo>
                  <a:pt x="4781374" y="3308879"/>
                </a:lnTo>
                <a:close/>
                <a:moveTo>
                  <a:pt x="636904" y="3292024"/>
                </a:moveTo>
                <a:lnTo>
                  <a:pt x="401449" y="3382426"/>
                </a:lnTo>
                <a:lnTo>
                  <a:pt x="410131" y="3405155"/>
                </a:lnTo>
                <a:lnTo>
                  <a:pt x="418814" y="3427628"/>
                </a:lnTo>
                <a:lnTo>
                  <a:pt x="654269" y="3337226"/>
                </a:lnTo>
                <a:lnTo>
                  <a:pt x="645587" y="3314752"/>
                </a:lnTo>
                <a:close/>
                <a:moveTo>
                  <a:pt x="421113" y="3120158"/>
                </a:moveTo>
                <a:lnTo>
                  <a:pt x="406557" y="3123988"/>
                </a:lnTo>
                <a:cubicBezTo>
                  <a:pt x="382960" y="3127640"/>
                  <a:pt x="361508" y="3139821"/>
                  <a:pt x="346288" y="3158208"/>
                </a:cubicBezTo>
                <a:cubicBezTo>
                  <a:pt x="335281" y="3176749"/>
                  <a:pt x="333137" y="3199222"/>
                  <a:pt x="340415" y="3219498"/>
                </a:cubicBezTo>
                <a:cubicBezTo>
                  <a:pt x="344296" y="3239698"/>
                  <a:pt x="356426" y="3257370"/>
                  <a:pt x="373869" y="3268274"/>
                </a:cubicBezTo>
                <a:lnTo>
                  <a:pt x="373869" y="3267764"/>
                </a:lnTo>
                <a:cubicBezTo>
                  <a:pt x="392868" y="3277161"/>
                  <a:pt x="414831" y="3278643"/>
                  <a:pt x="434903" y="3271850"/>
                </a:cubicBezTo>
                <a:lnTo>
                  <a:pt x="610090" y="3224861"/>
                </a:lnTo>
                <a:lnTo>
                  <a:pt x="603706" y="3201366"/>
                </a:lnTo>
                <a:lnTo>
                  <a:pt x="597576" y="3178127"/>
                </a:lnTo>
                <a:lnTo>
                  <a:pt x="422390" y="3225116"/>
                </a:lnTo>
                <a:cubicBezTo>
                  <a:pt x="413503" y="3227926"/>
                  <a:pt x="403951" y="3227926"/>
                  <a:pt x="395064" y="3225116"/>
                </a:cubicBezTo>
                <a:cubicBezTo>
                  <a:pt x="394171" y="3224580"/>
                  <a:pt x="393302" y="3223967"/>
                  <a:pt x="392460" y="3223329"/>
                </a:cubicBezTo>
                <a:cubicBezTo>
                  <a:pt x="379921" y="3213727"/>
                  <a:pt x="377546" y="3195774"/>
                  <a:pt x="387148" y="3183235"/>
                </a:cubicBezTo>
                <a:cubicBezTo>
                  <a:pt x="395984" y="3175548"/>
                  <a:pt x="406761" y="3170441"/>
                  <a:pt x="418304" y="3168423"/>
                </a:cubicBezTo>
                <a:lnTo>
                  <a:pt x="432860" y="3164593"/>
                </a:lnTo>
                <a:close/>
                <a:moveTo>
                  <a:pt x="4714338" y="3033815"/>
                </a:moveTo>
                <a:cubicBezTo>
                  <a:pt x="4725747" y="3033815"/>
                  <a:pt x="4737155" y="3035526"/>
                  <a:pt x="4748175" y="3038948"/>
                </a:cubicBezTo>
                <a:cubicBezTo>
                  <a:pt x="4770468" y="3043187"/>
                  <a:pt x="4790823" y="3054372"/>
                  <a:pt x="4806401" y="3070870"/>
                </a:cubicBezTo>
                <a:cubicBezTo>
                  <a:pt x="4809618" y="3074905"/>
                  <a:pt x="4812299" y="3079374"/>
                  <a:pt x="4814369" y="3084124"/>
                </a:cubicBezTo>
                <a:cubicBezTo>
                  <a:pt x="4827187" y="3113747"/>
                  <a:pt x="4813577" y="3148197"/>
                  <a:pt x="4783928" y="3161017"/>
                </a:cubicBezTo>
                <a:cubicBezTo>
                  <a:pt x="4762323" y="3167886"/>
                  <a:pt x="4739134" y="3167886"/>
                  <a:pt x="4717529" y="3161017"/>
                </a:cubicBezTo>
                <a:cubicBezTo>
                  <a:pt x="4694852" y="3156701"/>
                  <a:pt x="4674066" y="3145465"/>
                  <a:pt x="4658028" y="3128840"/>
                </a:cubicBezTo>
                <a:cubicBezTo>
                  <a:pt x="4654121" y="3124192"/>
                  <a:pt x="4650980" y="3118982"/>
                  <a:pt x="4648732" y="3113339"/>
                </a:cubicBezTo>
                <a:cubicBezTo>
                  <a:pt x="4636960" y="3084022"/>
                  <a:pt x="4651184" y="3050721"/>
                  <a:pt x="4680501" y="3038948"/>
                </a:cubicBezTo>
                <a:cubicBezTo>
                  <a:pt x="4691521" y="3035526"/>
                  <a:pt x="4702929" y="3033815"/>
                  <a:pt x="4714338" y="3033815"/>
                </a:cubicBezTo>
                <a:close/>
                <a:moveTo>
                  <a:pt x="4707839" y="2985652"/>
                </a:moveTo>
                <a:cubicBezTo>
                  <a:pt x="4690544" y="2986603"/>
                  <a:pt x="4673415" y="2990594"/>
                  <a:pt x="4657262" y="2997578"/>
                </a:cubicBezTo>
                <a:cubicBezTo>
                  <a:pt x="4653814" y="2999417"/>
                  <a:pt x="4650445" y="3001434"/>
                  <a:pt x="4647201" y="3003630"/>
                </a:cubicBezTo>
                <a:cubicBezTo>
                  <a:pt x="4597198" y="3037442"/>
                  <a:pt x="4584098" y="3105397"/>
                  <a:pt x="4617935" y="3155399"/>
                </a:cubicBezTo>
                <a:cubicBezTo>
                  <a:pt x="4640101" y="3182826"/>
                  <a:pt x="4671206" y="3201622"/>
                  <a:pt x="4705784" y="3208517"/>
                </a:cubicBezTo>
                <a:cubicBezTo>
                  <a:pt x="4738982" y="3218630"/>
                  <a:pt x="4774684" y="3216459"/>
                  <a:pt x="4806402" y="3202388"/>
                </a:cubicBezTo>
                <a:cubicBezTo>
                  <a:pt x="4834109" y="3188394"/>
                  <a:pt x="4853926" y="3162550"/>
                  <a:pt x="4860285" y="3132160"/>
                </a:cubicBezTo>
                <a:cubicBezTo>
                  <a:pt x="4869198" y="3102256"/>
                  <a:pt x="4863733" y="3069875"/>
                  <a:pt x="4845473" y="3044567"/>
                </a:cubicBezTo>
                <a:cubicBezTo>
                  <a:pt x="4824099" y="3017191"/>
                  <a:pt x="4793530" y="2998472"/>
                  <a:pt x="4759412" y="2991960"/>
                </a:cubicBezTo>
                <a:cubicBezTo>
                  <a:pt x="4742595" y="2986789"/>
                  <a:pt x="4725134" y="2984701"/>
                  <a:pt x="4707839" y="2985652"/>
                </a:cubicBezTo>
                <a:close/>
                <a:moveTo>
                  <a:pt x="549821" y="2975360"/>
                </a:moveTo>
                <a:lnTo>
                  <a:pt x="302363" y="3023626"/>
                </a:lnTo>
                <a:lnTo>
                  <a:pt x="306961" y="3047376"/>
                </a:lnTo>
                <a:lnTo>
                  <a:pt x="311557" y="3071126"/>
                </a:lnTo>
                <a:lnTo>
                  <a:pt x="559015" y="3023115"/>
                </a:lnTo>
                <a:lnTo>
                  <a:pt x="554419" y="2999110"/>
                </a:lnTo>
                <a:close/>
                <a:moveTo>
                  <a:pt x="1087128" y="2972806"/>
                </a:moveTo>
                <a:cubicBezTo>
                  <a:pt x="1181796" y="2995969"/>
                  <a:pt x="1278251" y="3011266"/>
                  <a:pt x="1375446" y="3018518"/>
                </a:cubicBezTo>
                <a:cubicBezTo>
                  <a:pt x="1561870" y="3025925"/>
                  <a:pt x="1825926" y="3010091"/>
                  <a:pt x="2067511" y="3012900"/>
                </a:cubicBezTo>
                <a:cubicBezTo>
                  <a:pt x="2106073" y="3020051"/>
                  <a:pt x="2140803" y="3025925"/>
                  <a:pt x="2167873" y="3029245"/>
                </a:cubicBezTo>
                <a:cubicBezTo>
                  <a:pt x="2232737" y="3038183"/>
                  <a:pt x="2340762" y="3049674"/>
                  <a:pt x="2388261" y="3054782"/>
                </a:cubicBezTo>
                <a:lnTo>
                  <a:pt x="2320586" y="3328287"/>
                </a:lnTo>
                <a:lnTo>
                  <a:pt x="2591538" y="3374254"/>
                </a:lnTo>
                <a:lnTo>
                  <a:pt x="2862236" y="3328287"/>
                </a:lnTo>
                <a:lnTo>
                  <a:pt x="2794561" y="3055037"/>
                </a:lnTo>
                <a:cubicBezTo>
                  <a:pt x="2842060" y="3049418"/>
                  <a:pt x="2950084" y="3037927"/>
                  <a:pt x="3014949" y="3029499"/>
                </a:cubicBezTo>
                <a:cubicBezTo>
                  <a:pt x="3042019" y="3026180"/>
                  <a:pt x="3076749" y="3020306"/>
                  <a:pt x="3115567" y="3013156"/>
                </a:cubicBezTo>
                <a:cubicBezTo>
                  <a:pt x="3357151" y="3010346"/>
                  <a:pt x="3620952" y="3026180"/>
                  <a:pt x="3807632" y="3018774"/>
                </a:cubicBezTo>
                <a:lnTo>
                  <a:pt x="3808653" y="3018518"/>
                </a:lnTo>
                <a:cubicBezTo>
                  <a:pt x="3905771" y="3011240"/>
                  <a:pt x="4002124" y="2995969"/>
                  <a:pt x="4096714" y="2972806"/>
                </a:cubicBezTo>
                <a:cubicBezTo>
                  <a:pt x="4096714" y="2972806"/>
                  <a:pt x="4012186" y="3108665"/>
                  <a:pt x="3915399" y="3175063"/>
                </a:cubicBezTo>
                <a:cubicBezTo>
                  <a:pt x="3542502" y="3282856"/>
                  <a:pt x="3159746" y="3353007"/>
                  <a:pt x="2772855" y="3384470"/>
                </a:cubicBezTo>
                <a:lnTo>
                  <a:pt x="2846147" y="3677638"/>
                </a:lnTo>
                <a:lnTo>
                  <a:pt x="2590773" y="3732799"/>
                </a:lnTo>
                <a:lnTo>
                  <a:pt x="2335398" y="3677638"/>
                </a:lnTo>
                <a:lnTo>
                  <a:pt x="2408691" y="3384470"/>
                </a:lnTo>
                <a:cubicBezTo>
                  <a:pt x="2022565" y="3352854"/>
                  <a:pt x="1640600" y="3282703"/>
                  <a:pt x="1268444" y="3175063"/>
                </a:cubicBezTo>
                <a:cubicBezTo>
                  <a:pt x="1171657" y="3108665"/>
                  <a:pt x="1087128" y="2972806"/>
                  <a:pt x="1087128" y="2972806"/>
                </a:cubicBezTo>
                <a:close/>
                <a:moveTo>
                  <a:pt x="520453" y="2736586"/>
                </a:moveTo>
                <a:lnTo>
                  <a:pt x="270187" y="2767487"/>
                </a:lnTo>
                <a:lnTo>
                  <a:pt x="291638" y="2943184"/>
                </a:lnTo>
                <a:lnTo>
                  <a:pt x="313856" y="2940630"/>
                </a:lnTo>
                <a:lnTo>
                  <a:pt x="336073" y="2937820"/>
                </a:lnTo>
                <a:lnTo>
                  <a:pt x="320496" y="2810134"/>
                </a:lnTo>
                <a:lnTo>
                  <a:pt x="385616" y="2801962"/>
                </a:lnTo>
                <a:lnTo>
                  <a:pt x="399406" y="2914581"/>
                </a:lnTo>
                <a:lnTo>
                  <a:pt x="421113" y="2912028"/>
                </a:lnTo>
                <a:lnTo>
                  <a:pt x="442565" y="2909474"/>
                </a:lnTo>
                <a:lnTo>
                  <a:pt x="428774" y="2796854"/>
                </a:lnTo>
                <a:lnTo>
                  <a:pt x="481892" y="2790214"/>
                </a:lnTo>
                <a:lnTo>
                  <a:pt x="496704" y="2911517"/>
                </a:lnTo>
                <a:lnTo>
                  <a:pt x="519177" y="2908963"/>
                </a:lnTo>
                <a:lnTo>
                  <a:pt x="541139" y="2906154"/>
                </a:lnTo>
                <a:close/>
                <a:moveTo>
                  <a:pt x="4741026" y="2693939"/>
                </a:moveTo>
                <a:cubicBezTo>
                  <a:pt x="4716969" y="2693581"/>
                  <a:pt x="4693731" y="2702775"/>
                  <a:pt x="4676415" y="2719476"/>
                </a:cubicBezTo>
                <a:cubicBezTo>
                  <a:pt x="4637854" y="2763273"/>
                  <a:pt x="4637854" y="2828904"/>
                  <a:pt x="4676415" y="2872700"/>
                </a:cubicBezTo>
                <a:cubicBezTo>
                  <a:pt x="4730709" y="2918361"/>
                  <a:pt x="4807627" y="2925588"/>
                  <a:pt x="4869478" y="2890832"/>
                </a:cubicBezTo>
                <a:cubicBezTo>
                  <a:pt x="4894760" y="2873288"/>
                  <a:pt x="4910440" y="2844967"/>
                  <a:pt x="4911871" y="2814220"/>
                </a:cubicBezTo>
                <a:cubicBezTo>
                  <a:pt x="4914781" y="2787558"/>
                  <a:pt x="4903545" y="2761306"/>
                  <a:pt x="4882247" y="2745013"/>
                </a:cubicBezTo>
                <a:lnTo>
                  <a:pt x="4878417" y="2742970"/>
                </a:lnTo>
                <a:lnTo>
                  <a:pt x="4911360" y="2740927"/>
                </a:lnTo>
                <a:lnTo>
                  <a:pt x="4913659" y="2709006"/>
                </a:lnTo>
                <a:lnTo>
                  <a:pt x="4778055" y="2697259"/>
                </a:lnTo>
                <a:lnTo>
                  <a:pt x="4769628" y="2794045"/>
                </a:lnTo>
                <a:lnTo>
                  <a:pt x="4813041" y="2797876"/>
                </a:lnTo>
                <a:lnTo>
                  <a:pt x="4817638" y="2743226"/>
                </a:lnTo>
                <a:cubicBezTo>
                  <a:pt x="4828466" y="2746444"/>
                  <a:pt x="4838579" y="2751653"/>
                  <a:pt x="4847516" y="2758548"/>
                </a:cubicBezTo>
                <a:cubicBezTo>
                  <a:pt x="4861460" y="2769401"/>
                  <a:pt x="4868789" y="2786690"/>
                  <a:pt x="4866925" y="2804260"/>
                </a:cubicBezTo>
                <a:cubicBezTo>
                  <a:pt x="4866645" y="2823438"/>
                  <a:pt x="4857144" y="2841315"/>
                  <a:pt x="4841388" y="2852270"/>
                </a:cubicBezTo>
                <a:cubicBezTo>
                  <a:pt x="4820983" y="2863124"/>
                  <a:pt x="4797590" y="2867082"/>
                  <a:pt x="4774735" y="2863507"/>
                </a:cubicBezTo>
                <a:cubicBezTo>
                  <a:pt x="4751394" y="2862818"/>
                  <a:pt x="4728895" y="2854569"/>
                  <a:pt x="4710636" y="2840013"/>
                </a:cubicBezTo>
                <a:cubicBezTo>
                  <a:pt x="4696131" y="2827244"/>
                  <a:pt x="4688852" y="2808117"/>
                  <a:pt x="4691227" y="2788938"/>
                </a:cubicBezTo>
                <a:cubicBezTo>
                  <a:pt x="4692248" y="2776629"/>
                  <a:pt x="4697688" y="2765111"/>
                  <a:pt x="4706549" y="2756505"/>
                </a:cubicBezTo>
                <a:cubicBezTo>
                  <a:pt x="4714365" y="2747874"/>
                  <a:pt x="4725320" y="2742741"/>
                  <a:pt x="4736939" y="2742204"/>
                </a:cubicBezTo>
                <a:close/>
                <a:moveTo>
                  <a:pt x="1252866" y="2615538"/>
                </a:moveTo>
                <a:cubicBezTo>
                  <a:pt x="1305627" y="2625370"/>
                  <a:pt x="1359076" y="2631167"/>
                  <a:pt x="1412731" y="2632904"/>
                </a:cubicBezTo>
                <a:cubicBezTo>
                  <a:pt x="1450781" y="2634436"/>
                  <a:pt x="1497771" y="2632904"/>
                  <a:pt x="1551399" y="2632904"/>
                </a:cubicBezTo>
                <a:cubicBezTo>
                  <a:pt x="1599154" y="2631371"/>
                  <a:pt x="1653293" y="2631371"/>
                  <a:pt x="1710243" y="2631371"/>
                </a:cubicBezTo>
                <a:cubicBezTo>
                  <a:pt x="1776384" y="2631371"/>
                  <a:pt x="1859892" y="2632137"/>
                  <a:pt x="1950038" y="2637501"/>
                </a:cubicBezTo>
                <a:cubicBezTo>
                  <a:pt x="2035130" y="2662910"/>
                  <a:pt x="2121675" y="2683034"/>
                  <a:pt x="2209244" y="2697769"/>
                </a:cubicBezTo>
                <a:cubicBezTo>
                  <a:pt x="2269895" y="2706375"/>
                  <a:pt x="2331083" y="2710563"/>
                  <a:pt x="2392347" y="2710282"/>
                </a:cubicBezTo>
                <a:lnTo>
                  <a:pt x="2330546" y="2973062"/>
                </a:lnTo>
                <a:lnTo>
                  <a:pt x="2585921" y="3003196"/>
                </a:lnTo>
                <a:lnTo>
                  <a:pt x="2588729" y="3003196"/>
                </a:lnTo>
                <a:lnTo>
                  <a:pt x="2592049" y="3003196"/>
                </a:lnTo>
                <a:lnTo>
                  <a:pt x="2849212" y="2972551"/>
                </a:lnTo>
                <a:lnTo>
                  <a:pt x="2787411" y="2709771"/>
                </a:lnTo>
                <a:cubicBezTo>
                  <a:pt x="2848675" y="2710052"/>
                  <a:pt x="2909863" y="2705865"/>
                  <a:pt x="2970514" y="2697258"/>
                </a:cubicBezTo>
                <a:cubicBezTo>
                  <a:pt x="3058415" y="2682830"/>
                  <a:pt x="3145317" y="2662936"/>
                  <a:pt x="3230741" y="2637756"/>
                </a:cubicBezTo>
                <a:cubicBezTo>
                  <a:pt x="3320887" y="2631627"/>
                  <a:pt x="3404395" y="2631627"/>
                  <a:pt x="3470538" y="2631627"/>
                </a:cubicBezTo>
                <a:cubicBezTo>
                  <a:pt x="3527230" y="2631627"/>
                  <a:pt x="3581625" y="2633159"/>
                  <a:pt x="3629380" y="2633159"/>
                </a:cubicBezTo>
                <a:cubicBezTo>
                  <a:pt x="3683264" y="2633159"/>
                  <a:pt x="3730253" y="2633159"/>
                  <a:pt x="3768048" y="2633159"/>
                </a:cubicBezTo>
                <a:lnTo>
                  <a:pt x="3768048" y="2632904"/>
                </a:lnTo>
                <a:cubicBezTo>
                  <a:pt x="3821703" y="2631167"/>
                  <a:pt x="3875153" y="2625370"/>
                  <a:pt x="3927913" y="2615538"/>
                </a:cubicBezTo>
                <a:cubicBezTo>
                  <a:pt x="3884602" y="2673151"/>
                  <a:pt x="3832964" y="2724022"/>
                  <a:pt x="3774688" y="2766464"/>
                </a:cubicBezTo>
                <a:cubicBezTo>
                  <a:pt x="3703516" y="2807018"/>
                  <a:pt x="3628920" y="2841187"/>
                  <a:pt x="3551747" y="2868614"/>
                </a:cubicBezTo>
                <a:cubicBezTo>
                  <a:pt x="3373086" y="2920225"/>
                  <a:pt x="3191311" y="2960395"/>
                  <a:pt x="3007544" y="2988895"/>
                </a:cubicBezTo>
                <a:cubicBezTo>
                  <a:pt x="2923780" y="2999621"/>
                  <a:pt x="2766215" y="3016220"/>
                  <a:pt x="2764683" y="3016220"/>
                </a:cubicBezTo>
                <a:lnTo>
                  <a:pt x="2741189" y="3018518"/>
                </a:lnTo>
                <a:lnTo>
                  <a:pt x="2809373" y="3295089"/>
                </a:lnTo>
                <a:lnTo>
                  <a:pt x="2589496" y="3332373"/>
                </a:lnTo>
                <a:lnTo>
                  <a:pt x="2369364" y="3295089"/>
                </a:lnTo>
                <a:lnTo>
                  <a:pt x="2437804" y="3018518"/>
                </a:lnTo>
                <a:lnTo>
                  <a:pt x="2414054" y="3016220"/>
                </a:lnTo>
                <a:cubicBezTo>
                  <a:pt x="2412522" y="3015964"/>
                  <a:pt x="2254955" y="2999621"/>
                  <a:pt x="2171193" y="2988895"/>
                </a:cubicBezTo>
                <a:cubicBezTo>
                  <a:pt x="1988115" y="2960267"/>
                  <a:pt x="1807029" y="2920097"/>
                  <a:pt x="1629032" y="2868614"/>
                </a:cubicBezTo>
                <a:cubicBezTo>
                  <a:pt x="1551859" y="2841187"/>
                  <a:pt x="1477264" y="2807018"/>
                  <a:pt x="1406091" y="2766464"/>
                </a:cubicBezTo>
                <a:cubicBezTo>
                  <a:pt x="1347815" y="2724022"/>
                  <a:pt x="1296178" y="2673151"/>
                  <a:pt x="1252866" y="2615538"/>
                </a:cubicBezTo>
                <a:close/>
                <a:moveTo>
                  <a:pt x="417282" y="2522071"/>
                </a:moveTo>
                <a:lnTo>
                  <a:pt x="472698" y="2522071"/>
                </a:lnTo>
                <a:lnTo>
                  <a:pt x="472698" y="2575700"/>
                </a:lnTo>
                <a:cubicBezTo>
                  <a:pt x="473209" y="2585609"/>
                  <a:pt x="470809" y="2595466"/>
                  <a:pt x="465804" y="2604047"/>
                </a:cubicBezTo>
                <a:cubicBezTo>
                  <a:pt x="461436" y="2610354"/>
                  <a:pt x="454056" y="2613878"/>
                  <a:pt x="446395" y="2613240"/>
                </a:cubicBezTo>
                <a:cubicBezTo>
                  <a:pt x="438095" y="2613930"/>
                  <a:pt x="429924" y="2610840"/>
                  <a:pt x="424178" y="2604813"/>
                </a:cubicBezTo>
                <a:cubicBezTo>
                  <a:pt x="418763" y="2596794"/>
                  <a:pt x="416337" y="2587115"/>
                  <a:pt x="417282" y="2577488"/>
                </a:cubicBezTo>
                <a:close/>
                <a:moveTo>
                  <a:pt x="307727" y="2518751"/>
                </a:moveTo>
                <a:lnTo>
                  <a:pt x="374889" y="2520029"/>
                </a:lnTo>
                <a:lnTo>
                  <a:pt x="374889" y="2577743"/>
                </a:lnTo>
                <a:cubicBezTo>
                  <a:pt x="375401" y="2588086"/>
                  <a:pt x="372515" y="2598301"/>
                  <a:pt x="366718" y="2606856"/>
                </a:cubicBezTo>
                <a:cubicBezTo>
                  <a:pt x="360691" y="2613496"/>
                  <a:pt x="351881" y="2616918"/>
                  <a:pt x="342968" y="2616049"/>
                </a:cubicBezTo>
                <a:cubicBezTo>
                  <a:pt x="333034" y="2616611"/>
                  <a:pt x="323304" y="2612984"/>
                  <a:pt x="316154" y="2606090"/>
                </a:cubicBezTo>
                <a:cubicBezTo>
                  <a:pt x="309719" y="2598019"/>
                  <a:pt x="306705" y="2587754"/>
                  <a:pt x="307727" y="2577488"/>
                </a:cubicBezTo>
                <a:close/>
                <a:moveTo>
                  <a:pt x="265590" y="2471508"/>
                </a:moveTo>
                <a:lnTo>
                  <a:pt x="265590" y="2494747"/>
                </a:lnTo>
                <a:lnTo>
                  <a:pt x="265335" y="2576722"/>
                </a:lnTo>
                <a:cubicBezTo>
                  <a:pt x="263189" y="2599961"/>
                  <a:pt x="269957" y="2623123"/>
                  <a:pt x="284232" y="2641587"/>
                </a:cubicBezTo>
                <a:cubicBezTo>
                  <a:pt x="299555" y="2657267"/>
                  <a:pt x="320828" y="2665618"/>
                  <a:pt x="342713" y="2664571"/>
                </a:cubicBezTo>
                <a:cubicBezTo>
                  <a:pt x="361508" y="2665924"/>
                  <a:pt x="379793" y="2657905"/>
                  <a:pt x="391490" y="2643120"/>
                </a:cubicBezTo>
                <a:cubicBezTo>
                  <a:pt x="394937" y="2638752"/>
                  <a:pt x="397772" y="2633951"/>
                  <a:pt x="399917" y="2628818"/>
                </a:cubicBezTo>
                <a:cubicBezTo>
                  <a:pt x="409851" y="2647716"/>
                  <a:pt x="429668" y="2659285"/>
                  <a:pt x="450992" y="2658697"/>
                </a:cubicBezTo>
                <a:cubicBezTo>
                  <a:pt x="468638" y="2659949"/>
                  <a:pt x="485953" y="2653309"/>
                  <a:pt x="498236" y="2640566"/>
                </a:cubicBezTo>
                <a:cubicBezTo>
                  <a:pt x="510417" y="2625907"/>
                  <a:pt x="516699" y="2607240"/>
                  <a:pt x="515857" y="2588214"/>
                </a:cubicBezTo>
                <a:lnTo>
                  <a:pt x="517645" y="2499088"/>
                </a:lnTo>
                <a:lnTo>
                  <a:pt x="517645" y="2476105"/>
                </a:lnTo>
                <a:close/>
                <a:moveTo>
                  <a:pt x="4665434" y="2426562"/>
                </a:moveTo>
                <a:lnTo>
                  <a:pt x="4665434" y="2454142"/>
                </a:lnTo>
                <a:lnTo>
                  <a:pt x="4665434" y="2481468"/>
                </a:lnTo>
                <a:lnTo>
                  <a:pt x="4776012" y="2522838"/>
                </a:lnTo>
                <a:lnTo>
                  <a:pt x="4668499" y="2573913"/>
                </a:lnTo>
                <a:lnTo>
                  <a:pt x="4668499" y="2602770"/>
                </a:lnTo>
                <a:lnTo>
                  <a:pt x="4668499" y="2631627"/>
                </a:lnTo>
                <a:lnTo>
                  <a:pt x="4821723" y="2545055"/>
                </a:lnTo>
                <a:lnTo>
                  <a:pt x="4916468" y="2541736"/>
                </a:lnTo>
                <a:lnTo>
                  <a:pt x="4916468" y="2517475"/>
                </a:lnTo>
                <a:lnTo>
                  <a:pt x="4916468" y="2493470"/>
                </a:lnTo>
                <a:lnTo>
                  <a:pt x="4820702" y="2496790"/>
                </a:lnTo>
                <a:close/>
                <a:moveTo>
                  <a:pt x="3773923" y="2217411"/>
                </a:moveTo>
                <a:cubicBezTo>
                  <a:pt x="3732015" y="2279748"/>
                  <a:pt x="3681170" y="2335598"/>
                  <a:pt x="3622996" y="2383149"/>
                </a:cubicBezTo>
                <a:cubicBezTo>
                  <a:pt x="3555475" y="2440685"/>
                  <a:pt x="3480676" y="2489104"/>
                  <a:pt x="3400566" y="2527180"/>
                </a:cubicBezTo>
                <a:cubicBezTo>
                  <a:pt x="3260774" y="2589466"/>
                  <a:pt x="3113319" y="2632828"/>
                  <a:pt x="2962087" y="2656143"/>
                </a:cubicBezTo>
                <a:cubicBezTo>
                  <a:pt x="2899394" y="2664699"/>
                  <a:pt x="2836136" y="2668708"/>
                  <a:pt x="2772855" y="2668146"/>
                </a:cubicBezTo>
                <a:lnTo>
                  <a:pt x="2733782" y="2668146"/>
                </a:lnTo>
                <a:lnTo>
                  <a:pt x="2797116" y="2937055"/>
                </a:lnTo>
                <a:lnTo>
                  <a:pt x="2592816" y="2962592"/>
                </a:lnTo>
                <a:lnTo>
                  <a:pt x="2590262" y="2962592"/>
                </a:lnTo>
                <a:lnTo>
                  <a:pt x="2587453" y="2962592"/>
                </a:lnTo>
                <a:lnTo>
                  <a:pt x="2383154" y="2937055"/>
                </a:lnTo>
                <a:lnTo>
                  <a:pt x="2446742" y="2668657"/>
                </a:lnTo>
                <a:lnTo>
                  <a:pt x="2407670" y="2668657"/>
                </a:lnTo>
                <a:cubicBezTo>
                  <a:pt x="2344388" y="2669244"/>
                  <a:pt x="2281132" y="2665235"/>
                  <a:pt x="2218437" y="2656655"/>
                </a:cubicBezTo>
                <a:cubicBezTo>
                  <a:pt x="2067179" y="2633416"/>
                  <a:pt x="1919726" y="2590027"/>
                  <a:pt x="1779959" y="2527690"/>
                </a:cubicBezTo>
                <a:cubicBezTo>
                  <a:pt x="1699619" y="2489614"/>
                  <a:pt x="1624667" y="2441093"/>
                  <a:pt x="1557018" y="2383404"/>
                </a:cubicBezTo>
                <a:cubicBezTo>
                  <a:pt x="1498945" y="2336007"/>
                  <a:pt x="1448253" y="2280233"/>
                  <a:pt x="1406602" y="2217922"/>
                </a:cubicBezTo>
                <a:cubicBezTo>
                  <a:pt x="1462274" y="2226350"/>
                  <a:pt x="1544249" y="2235798"/>
                  <a:pt x="1564423" y="2235798"/>
                </a:cubicBezTo>
                <a:lnTo>
                  <a:pt x="1625714" y="2238607"/>
                </a:lnTo>
                <a:cubicBezTo>
                  <a:pt x="1700027" y="2241927"/>
                  <a:pt x="1796559" y="2246524"/>
                  <a:pt x="1913775" y="2253675"/>
                </a:cubicBezTo>
                <a:cubicBezTo>
                  <a:pt x="1924247" y="2259548"/>
                  <a:pt x="1934972" y="2265166"/>
                  <a:pt x="1945953" y="2270784"/>
                </a:cubicBezTo>
                <a:cubicBezTo>
                  <a:pt x="2048179" y="2322549"/>
                  <a:pt x="2158016" y="2357637"/>
                  <a:pt x="2271299" y="2374722"/>
                </a:cubicBezTo>
                <a:cubicBezTo>
                  <a:pt x="2290580" y="2377428"/>
                  <a:pt x="2310041" y="2378706"/>
                  <a:pt x="2329526" y="2378552"/>
                </a:cubicBezTo>
                <a:cubicBezTo>
                  <a:pt x="2356340" y="2378552"/>
                  <a:pt x="2382133" y="2376510"/>
                  <a:pt x="2401030" y="2374722"/>
                </a:cubicBezTo>
                <a:lnTo>
                  <a:pt x="2344847" y="2608389"/>
                </a:lnTo>
                <a:lnTo>
                  <a:pt x="2591538" y="2623967"/>
                </a:lnTo>
                <a:lnTo>
                  <a:pt x="2837975" y="2608389"/>
                </a:lnTo>
                <a:lnTo>
                  <a:pt x="2782048" y="2374722"/>
                </a:lnTo>
                <a:cubicBezTo>
                  <a:pt x="2800690" y="2376510"/>
                  <a:pt x="2827760" y="2378552"/>
                  <a:pt x="2853297" y="2378552"/>
                </a:cubicBezTo>
                <a:cubicBezTo>
                  <a:pt x="2872782" y="2378731"/>
                  <a:pt x="2892242" y="2377454"/>
                  <a:pt x="2911523" y="2374722"/>
                </a:cubicBezTo>
                <a:cubicBezTo>
                  <a:pt x="3024884" y="2357586"/>
                  <a:pt x="3134796" y="2322497"/>
                  <a:pt x="3237125" y="2270784"/>
                </a:cubicBezTo>
                <a:lnTo>
                  <a:pt x="3269303" y="2253675"/>
                </a:lnTo>
                <a:cubicBezTo>
                  <a:pt x="3386519" y="2246524"/>
                  <a:pt x="3482795" y="2241927"/>
                  <a:pt x="3557364" y="2238607"/>
                </a:cubicBezTo>
                <a:lnTo>
                  <a:pt x="3618399" y="2235798"/>
                </a:lnTo>
                <a:lnTo>
                  <a:pt x="3615846" y="2235288"/>
                </a:lnTo>
                <a:cubicBezTo>
                  <a:pt x="3636276" y="2234266"/>
                  <a:pt x="3717996" y="2225838"/>
                  <a:pt x="3773923" y="2217411"/>
                </a:cubicBezTo>
                <a:close/>
                <a:moveTo>
                  <a:pt x="2588985" y="1201789"/>
                </a:moveTo>
                <a:cubicBezTo>
                  <a:pt x="2556552" y="1201789"/>
                  <a:pt x="2544806" y="1238308"/>
                  <a:pt x="2537910" y="1274060"/>
                </a:cubicBezTo>
                <a:lnTo>
                  <a:pt x="2537910" y="1277635"/>
                </a:lnTo>
                <a:cubicBezTo>
                  <a:pt x="2534590" y="1296277"/>
                  <a:pt x="2494752" y="1500576"/>
                  <a:pt x="2494752" y="1500576"/>
                </a:cubicBezTo>
                <a:lnTo>
                  <a:pt x="2491432" y="1517176"/>
                </a:lnTo>
                <a:lnTo>
                  <a:pt x="2459765" y="1517176"/>
                </a:lnTo>
                <a:cubicBezTo>
                  <a:pt x="2196704" y="1518249"/>
                  <a:pt x="1934945" y="1480479"/>
                  <a:pt x="1682917" y="1405067"/>
                </a:cubicBezTo>
                <a:cubicBezTo>
                  <a:pt x="1688714" y="1466076"/>
                  <a:pt x="1712234" y="1524045"/>
                  <a:pt x="1750590" y="1571826"/>
                </a:cubicBezTo>
                <a:cubicBezTo>
                  <a:pt x="1798397" y="1628851"/>
                  <a:pt x="1863032" y="1669251"/>
                  <a:pt x="1935227" y="1687255"/>
                </a:cubicBezTo>
                <a:lnTo>
                  <a:pt x="1950549" y="1690319"/>
                </a:lnTo>
                <a:lnTo>
                  <a:pt x="1950549" y="1705897"/>
                </a:lnTo>
                <a:lnTo>
                  <a:pt x="1951570" y="1705897"/>
                </a:lnTo>
                <a:cubicBezTo>
                  <a:pt x="1957214" y="1757942"/>
                  <a:pt x="1981194" y="1806285"/>
                  <a:pt x="2019245" y="1842267"/>
                </a:cubicBezTo>
                <a:cubicBezTo>
                  <a:pt x="2060514" y="1872733"/>
                  <a:pt x="2110719" y="1888617"/>
                  <a:pt x="2162000" y="1887468"/>
                </a:cubicBezTo>
                <a:cubicBezTo>
                  <a:pt x="2173746" y="1887468"/>
                  <a:pt x="2181153" y="1887468"/>
                  <a:pt x="2181153" y="1887468"/>
                </a:cubicBezTo>
                <a:lnTo>
                  <a:pt x="2197240" y="1885425"/>
                </a:lnTo>
                <a:lnTo>
                  <a:pt x="2202859" y="1900492"/>
                </a:lnTo>
                <a:cubicBezTo>
                  <a:pt x="2224157" y="1943854"/>
                  <a:pt x="2263026" y="1976032"/>
                  <a:pt x="2309605" y="1988851"/>
                </a:cubicBezTo>
                <a:cubicBezTo>
                  <a:pt x="2327303" y="1994342"/>
                  <a:pt x="2345740" y="1997100"/>
                  <a:pt x="2364256" y="1997023"/>
                </a:cubicBezTo>
                <a:cubicBezTo>
                  <a:pt x="2388362" y="1996998"/>
                  <a:pt x="2412291" y="1992835"/>
                  <a:pt x="2434995" y="1984766"/>
                </a:cubicBezTo>
                <a:lnTo>
                  <a:pt x="2472534" y="1969188"/>
                </a:lnTo>
                <a:lnTo>
                  <a:pt x="2417374" y="2194682"/>
                </a:lnTo>
                <a:lnTo>
                  <a:pt x="2764683" y="2194682"/>
                </a:lnTo>
                <a:lnTo>
                  <a:pt x="2709267" y="1968932"/>
                </a:lnTo>
                <a:lnTo>
                  <a:pt x="2747062" y="1984766"/>
                </a:lnTo>
                <a:cubicBezTo>
                  <a:pt x="2769687" y="1992861"/>
                  <a:pt x="2793513" y="1997023"/>
                  <a:pt x="2817545" y="1997023"/>
                </a:cubicBezTo>
                <a:cubicBezTo>
                  <a:pt x="2836059" y="1997075"/>
                  <a:pt x="2854497" y="1994342"/>
                  <a:pt x="2872196" y="1988851"/>
                </a:cubicBezTo>
                <a:cubicBezTo>
                  <a:pt x="2918800" y="1976057"/>
                  <a:pt x="2957669" y="1943880"/>
                  <a:pt x="2978942" y="1900492"/>
                </a:cubicBezTo>
                <a:lnTo>
                  <a:pt x="2984559" y="1885425"/>
                </a:lnTo>
                <a:lnTo>
                  <a:pt x="3000648" y="1887468"/>
                </a:lnTo>
                <a:cubicBezTo>
                  <a:pt x="3000648" y="1887468"/>
                  <a:pt x="3008053" y="1887468"/>
                  <a:pt x="3019801" y="1887468"/>
                </a:cubicBezTo>
                <a:cubicBezTo>
                  <a:pt x="3071080" y="1888617"/>
                  <a:pt x="3121287" y="1872733"/>
                  <a:pt x="3162556" y="1842267"/>
                </a:cubicBezTo>
                <a:cubicBezTo>
                  <a:pt x="3200862" y="1806387"/>
                  <a:pt x="3224917" y="1757866"/>
                  <a:pt x="3230229" y="1705642"/>
                </a:cubicBezTo>
                <a:lnTo>
                  <a:pt x="3230229" y="1690319"/>
                </a:lnTo>
                <a:lnTo>
                  <a:pt x="3245553" y="1687255"/>
                </a:lnTo>
                <a:cubicBezTo>
                  <a:pt x="3317542" y="1668970"/>
                  <a:pt x="3382025" y="1628595"/>
                  <a:pt x="3429932" y="1571826"/>
                </a:cubicBezTo>
                <a:cubicBezTo>
                  <a:pt x="3468290" y="1524045"/>
                  <a:pt x="3491810" y="1466076"/>
                  <a:pt x="3497607" y="1405067"/>
                </a:cubicBezTo>
                <a:cubicBezTo>
                  <a:pt x="3245833" y="1480402"/>
                  <a:pt x="2984330" y="1518172"/>
                  <a:pt x="2721524" y="1517176"/>
                </a:cubicBezTo>
                <a:lnTo>
                  <a:pt x="2689858" y="1517176"/>
                </a:lnTo>
                <a:lnTo>
                  <a:pt x="2686538" y="1500576"/>
                </a:lnTo>
                <a:cubicBezTo>
                  <a:pt x="2686538" y="1500576"/>
                  <a:pt x="2646955" y="1295256"/>
                  <a:pt x="2643380" y="1277635"/>
                </a:cubicBezTo>
                <a:lnTo>
                  <a:pt x="2643380" y="1274060"/>
                </a:lnTo>
                <a:cubicBezTo>
                  <a:pt x="2636740" y="1238308"/>
                  <a:pt x="2625248" y="1201789"/>
                  <a:pt x="2592305" y="1201789"/>
                </a:cubicBezTo>
                <a:close/>
                <a:moveTo>
                  <a:pt x="2936642" y="1187380"/>
                </a:moveTo>
                <a:cubicBezTo>
                  <a:pt x="2954720" y="1186257"/>
                  <a:pt x="2972979" y="1188064"/>
                  <a:pt x="2990688" y="1192852"/>
                </a:cubicBezTo>
                <a:cubicBezTo>
                  <a:pt x="3028689" y="1206054"/>
                  <a:pt x="3062935" y="1228221"/>
                  <a:pt x="3090540" y="1257461"/>
                </a:cubicBezTo>
                <a:cubicBezTo>
                  <a:pt x="3051647" y="1265888"/>
                  <a:pt x="3011629" y="1268059"/>
                  <a:pt x="2972046" y="1263845"/>
                </a:cubicBezTo>
                <a:cubicBezTo>
                  <a:pt x="2923015" y="1258738"/>
                  <a:pt x="2883686" y="1199491"/>
                  <a:pt x="2883686" y="1199491"/>
                </a:cubicBezTo>
                <a:cubicBezTo>
                  <a:pt x="2900669" y="1192558"/>
                  <a:pt x="2918565" y="1188504"/>
                  <a:pt x="2936642" y="1187380"/>
                </a:cubicBezTo>
                <a:close/>
                <a:moveTo>
                  <a:pt x="844268" y="1079976"/>
                </a:moveTo>
                <a:cubicBezTo>
                  <a:pt x="840948" y="1079976"/>
                  <a:pt x="835841" y="1084062"/>
                  <a:pt x="833797" y="1084062"/>
                </a:cubicBezTo>
                <a:cubicBezTo>
                  <a:pt x="830120" y="1085594"/>
                  <a:pt x="826749" y="1087739"/>
                  <a:pt x="823838" y="1090446"/>
                </a:cubicBezTo>
                <a:cubicBezTo>
                  <a:pt x="821795" y="1092745"/>
                  <a:pt x="816688" y="1100406"/>
                  <a:pt x="812091" y="1103726"/>
                </a:cubicBezTo>
                <a:cubicBezTo>
                  <a:pt x="807494" y="1107046"/>
                  <a:pt x="801876" y="1112664"/>
                  <a:pt x="798811" y="1114962"/>
                </a:cubicBezTo>
                <a:cubicBezTo>
                  <a:pt x="795747" y="1117260"/>
                  <a:pt x="789107" y="1117005"/>
                  <a:pt x="787064" y="1118793"/>
                </a:cubicBezTo>
                <a:cubicBezTo>
                  <a:pt x="784996" y="1120453"/>
                  <a:pt x="784026" y="1123083"/>
                  <a:pt x="784510" y="1125688"/>
                </a:cubicBezTo>
                <a:lnTo>
                  <a:pt x="784256" y="1125688"/>
                </a:lnTo>
                <a:cubicBezTo>
                  <a:pt x="784485" y="1130157"/>
                  <a:pt x="784051" y="1134626"/>
                  <a:pt x="782978" y="1138967"/>
                </a:cubicBezTo>
                <a:cubicBezTo>
                  <a:pt x="783592" y="1141496"/>
                  <a:pt x="785558" y="1143462"/>
                  <a:pt x="788086" y="1144075"/>
                </a:cubicBezTo>
                <a:cubicBezTo>
                  <a:pt x="797637" y="1143130"/>
                  <a:pt x="807111" y="1146731"/>
                  <a:pt x="813623" y="1153779"/>
                </a:cubicBezTo>
                <a:cubicBezTo>
                  <a:pt x="823583" y="1163994"/>
                  <a:pt x="826137" y="1172421"/>
                  <a:pt x="837629" y="1184424"/>
                </a:cubicBezTo>
                <a:cubicBezTo>
                  <a:pt x="844268" y="1190808"/>
                  <a:pt x="842736" y="1197193"/>
                  <a:pt x="844268" y="1203577"/>
                </a:cubicBezTo>
                <a:cubicBezTo>
                  <a:pt x="842863" y="1210727"/>
                  <a:pt x="840539" y="1217699"/>
                  <a:pt x="837373" y="1224262"/>
                </a:cubicBezTo>
                <a:cubicBezTo>
                  <a:pt x="834641" y="1228118"/>
                  <a:pt x="831653" y="1231796"/>
                  <a:pt x="828435" y="1235243"/>
                </a:cubicBezTo>
                <a:cubicBezTo>
                  <a:pt x="823838" y="1240351"/>
                  <a:pt x="823328" y="1248012"/>
                  <a:pt x="819497" y="1253886"/>
                </a:cubicBezTo>
                <a:cubicBezTo>
                  <a:pt x="814236" y="1259478"/>
                  <a:pt x="814236" y="1268212"/>
                  <a:pt x="819497" y="1273805"/>
                </a:cubicBezTo>
                <a:cubicBezTo>
                  <a:pt x="825702" y="1278989"/>
                  <a:pt x="831371" y="1284811"/>
                  <a:pt x="836351" y="1291170"/>
                </a:cubicBezTo>
                <a:cubicBezTo>
                  <a:pt x="840693" y="1295511"/>
                  <a:pt x="841715" y="1293979"/>
                  <a:pt x="846822" y="1297044"/>
                </a:cubicBezTo>
                <a:cubicBezTo>
                  <a:pt x="851930" y="1300108"/>
                  <a:pt x="854738" y="1304449"/>
                  <a:pt x="861378" y="1306493"/>
                </a:cubicBezTo>
                <a:cubicBezTo>
                  <a:pt x="864213" y="1307795"/>
                  <a:pt x="867481" y="1307795"/>
                  <a:pt x="870317" y="1306493"/>
                </a:cubicBezTo>
                <a:cubicBezTo>
                  <a:pt x="873125" y="1305216"/>
                  <a:pt x="874913" y="1300363"/>
                  <a:pt x="876445" y="1297810"/>
                </a:cubicBezTo>
                <a:cubicBezTo>
                  <a:pt x="878003" y="1293162"/>
                  <a:pt x="879867" y="1288642"/>
                  <a:pt x="882064" y="1284275"/>
                </a:cubicBezTo>
                <a:cubicBezTo>
                  <a:pt x="885638" y="1280802"/>
                  <a:pt x="888576" y="1276741"/>
                  <a:pt x="890746" y="1272273"/>
                </a:cubicBezTo>
                <a:cubicBezTo>
                  <a:pt x="890746" y="1272273"/>
                  <a:pt x="895854" y="1269719"/>
                  <a:pt x="899429" y="1269719"/>
                </a:cubicBezTo>
                <a:cubicBezTo>
                  <a:pt x="908341" y="1276563"/>
                  <a:pt x="916871" y="1283892"/>
                  <a:pt x="924966" y="1291681"/>
                </a:cubicBezTo>
                <a:cubicBezTo>
                  <a:pt x="929308" y="1296788"/>
                  <a:pt x="926498" y="1307003"/>
                  <a:pt x="924966" y="1312111"/>
                </a:cubicBezTo>
                <a:cubicBezTo>
                  <a:pt x="923051" y="1323883"/>
                  <a:pt x="920216" y="1335503"/>
                  <a:pt x="916539" y="1346842"/>
                </a:cubicBezTo>
                <a:cubicBezTo>
                  <a:pt x="913066" y="1352332"/>
                  <a:pt x="910563" y="1358384"/>
                  <a:pt x="909133" y="1364718"/>
                </a:cubicBezTo>
                <a:cubicBezTo>
                  <a:pt x="908239" y="1371204"/>
                  <a:pt x="906783" y="1377614"/>
                  <a:pt x="904791" y="1383871"/>
                </a:cubicBezTo>
                <a:cubicBezTo>
                  <a:pt x="903771" y="1387191"/>
                  <a:pt x="899684" y="1389234"/>
                  <a:pt x="898152" y="1392553"/>
                </a:cubicBezTo>
                <a:cubicBezTo>
                  <a:pt x="896722" y="1396639"/>
                  <a:pt x="897718" y="1401185"/>
                  <a:pt x="900706" y="1404301"/>
                </a:cubicBezTo>
                <a:cubicBezTo>
                  <a:pt x="901983" y="1405578"/>
                  <a:pt x="909133" y="1407876"/>
                  <a:pt x="912709" y="1409919"/>
                </a:cubicBezTo>
                <a:cubicBezTo>
                  <a:pt x="916284" y="1411962"/>
                  <a:pt x="921391" y="1417580"/>
                  <a:pt x="925477" y="1417580"/>
                </a:cubicBezTo>
                <a:cubicBezTo>
                  <a:pt x="930278" y="1416431"/>
                  <a:pt x="935130" y="1415563"/>
                  <a:pt x="940033" y="1415026"/>
                </a:cubicBezTo>
                <a:cubicBezTo>
                  <a:pt x="947950" y="1415026"/>
                  <a:pt x="962251" y="1418857"/>
                  <a:pt x="964294" y="1413239"/>
                </a:cubicBezTo>
                <a:cubicBezTo>
                  <a:pt x="966669" y="1401875"/>
                  <a:pt x="968125" y="1390357"/>
                  <a:pt x="968635" y="1378763"/>
                </a:cubicBezTo>
                <a:cubicBezTo>
                  <a:pt x="971419" y="1372762"/>
                  <a:pt x="973641" y="1366531"/>
                  <a:pt x="975275" y="1360121"/>
                </a:cubicBezTo>
                <a:cubicBezTo>
                  <a:pt x="976399" y="1348680"/>
                  <a:pt x="978978" y="1337444"/>
                  <a:pt x="982937" y="1326667"/>
                </a:cubicBezTo>
                <a:cubicBezTo>
                  <a:pt x="986103" y="1318852"/>
                  <a:pt x="988759" y="1310834"/>
                  <a:pt x="990853" y="1302662"/>
                </a:cubicBezTo>
                <a:cubicBezTo>
                  <a:pt x="992385" y="1296022"/>
                  <a:pt x="986512" y="1282232"/>
                  <a:pt x="990853" y="1272528"/>
                </a:cubicBezTo>
                <a:cubicBezTo>
                  <a:pt x="994454" y="1263411"/>
                  <a:pt x="996446" y="1253732"/>
                  <a:pt x="996726" y="1243926"/>
                </a:cubicBezTo>
                <a:cubicBezTo>
                  <a:pt x="997468" y="1238665"/>
                  <a:pt x="996088" y="1233354"/>
                  <a:pt x="992896" y="1229114"/>
                </a:cubicBezTo>
                <a:cubicBezTo>
                  <a:pt x="986001" y="1219665"/>
                  <a:pt x="981915" y="1210216"/>
                  <a:pt x="980127" y="1207918"/>
                </a:cubicBezTo>
                <a:cubicBezTo>
                  <a:pt x="978339" y="1205620"/>
                  <a:pt x="974253" y="1204854"/>
                  <a:pt x="970678" y="1202300"/>
                </a:cubicBezTo>
                <a:lnTo>
                  <a:pt x="964550" y="1198214"/>
                </a:lnTo>
                <a:cubicBezTo>
                  <a:pt x="962762" y="1196937"/>
                  <a:pt x="958931" y="1198725"/>
                  <a:pt x="953058" y="1192851"/>
                </a:cubicBezTo>
                <a:cubicBezTo>
                  <a:pt x="948742" y="1188739"/>
                  <a:pt x="944656" y="1184373"/>
                  <a:pt x="940799" y="1179827"/>
                </a:cubicBezTo>
                <a:cubicBezTo>
                  <a:pt x="935181" y="1173187"/>
                  <a:pt x="931606" y="1167569"/>
                  <a:pt x="927520" y="1163228"/>
                </a:cubicBezTo>
                <a:cubicBezTo>
                  <a:pt x="914241" y="1148671"/>
                  <a:pt x="909899" y="1143820"/>
                  <a:pt x="903515" y="1137690"/>
                </a:cubicBezTo>
                <a:cubicBezTo>
                  <a:pt x="899046" y="1133017"/>
                  <a:pt x="894858" y="1128063"/>
                  <a:pt x="891002" y="1122879"/>
                </a:cubicBezTo>
                <a:cubicBezTo>
                  <a:pt x="887426" y="1114451"/>
                  <a:pt x="885128" y="1106535"/>
                  <a:pt x="883596" y="1103981"/>
                </a:cubicBezTo>
                <a:cubicBezTo>
                  <a:pt x="879995" y="1099537"/>
                  <a:pt x="875960" y="1095426"/>
                  <a:pt x="871593" y="1091723"/>
                </a:cubicBezTo>
                <a:cubicBezTo>
                  <a:pt x="868273" y="1089170"/>
                  <a:pt x="868273" y="1086616"/>
                  <a:pt x="863932" y="1083551"/>
                </a:cubicBezTo>
                <a:cubicBezTo>
                  <a:pt x="857752" y="1080818"/>
                  <a:pt x="851010" y="1079593"/>
                  <a:pt x="844268" y="1079976"/>
                </a:cubicBezTo>
                <a:close/>
                <a:moveTo>
                  <a:pt x="3100389" y="1078974"/>
                </a:moveTo>
                <a:lnTo>
                  <a:pt x="3202395" y="1093000"/>
                </a:lnTo>
                <a:cubicBezTo>
                  <a:pt x="3176014" y="1120223"/>
                  <a:pt x="3142304" y="1139197"/>
                  <a:pt x="3105353" y="1147650"/>
                </a:cubicBezTo>
                <a:cubicBezTo>
                  <a:pt x="3059895" y="1157354"/>
                  <a:pt x="3001669" y="1114962"/>
                  <a:pt x="3001669" y="1114962"/>
                </a:cubicBezTo>
                <a:cubicBezTo>
                  <a:pt x="3015498" y="1103317"/>
                  <a:pt x="3031165" y="1094309"/>
                  <a:pt x="3047896" y="1088215"/>
                </a:cubicBezTo>
                <a:close/>
                <a:moveTo>
                  <a:pt x="3100245" y="1078954"/>
                </a:moveTo>
                <a:lnTo>
                  <a:pt x="3100501" y="1078954"/>
                </a:lnTo>
                <a:lnTo>
                  <a:pt x="3100389" y="1078974"/>
                </a:lnTo>
                <a:close/>
                <a:moveTo>
                  <a:pt x="4310496" y="958450"/>
                </a:moveTo>
                <a:cubicBezTo>
                  <a:pt x="4307592" y="959376"/>
                  <a:pt x="4305358" y="960972"/>
                  <a:pt x="4305613" y="961993"/>
                </a:cubicBezTo>
                <a:cubicBezTo>
                  <a:pt x="4306123" y="964036"/>
                  <a:pt x="4296929" y="974762"/>
                  <a:pt x="4292333" y="978848"/>
                </a:cubicBezTo>
                <a:cubicBezTo>
                  <a:pt x="4277009" y="992127"/>
                  <a:pt x="4273435" y="1001065"/>
                  <a:pt x="4266795" y="1005917"/>
                </a:cubicBezTo>
                <a:cubicBezTo>
                  <a:pt x="4256070" y="1014345"/>
                  <a:pt x="4241769" y="1025581"/>
                  <a:pt x="4239726" y="1027880"/>
                </a:cubicBezTo>
                <a:cubicBezTo>
                  <a:pt x="4235614" y="1032017"/>
                  <a:pt x="4232013" y="1036665"/>
                  <a:pt x="4229000" y="1041670"/>
                </a:cubicBezTo>
                <a:cubicBezTo>
                  <a:pt x="4227672" y="1045551"/>
                  <a:pt x="4225885" y="1049229"/>
                  <a:pt x="4223637" y="1052651"/>
                </a:cubicBezTo>
                <a:cubicBezTo>
                  <a:pt x="4221594" y="1055205"/>
                  <a:pt x="4215465" y="1052651"/>
                  <a:pt x="4215465" y="1052651"/>
                </a:cubicBezTo>
                <a:cubicBezTo>
                  <a:pt x="4209617" y="1051042"/>
                  <a:pt x="4204100" y="1048463"/>
                  <a:pt x="4199120" y="1044990"/>
                </a:cubicBezTo>
                <a:cubicBezTo>
                  <a:pt x="4198355" y="1044504"/>
                  <a:pt x="4197716" y="1043840"/>
                  <a:pt x="4197231" y="1043100"/>
                </a:cubicBezTo>
                <a:cubicBezTo>
                  <a:pt x="4195316" y="1040137"/>
                  <a:pt x="4196159" y="1036179"/>
                  <a:pt x="4199120" y="1034264"/>
                </a:cubicBezTo>
                <a:cubicBezTo>
                  <a:pt x="4205173" y="1028237"/>
                  <a:pt x="4210408" y="1021470"/>
                  <a:pt x="4214698" y="1014090"/>
                </a:cubicBezTo>
                <a:cubicBezTo>
                  <a:pt x="4214444" y="1010259"/>
                  <a:pt x="4210613" y="1010259"/>
                  <a:pt x="4210613" y="1010259"/>
                </a:cubicBezTo>
                <a:cubicBezTo>
                  <a:pt x="4198355" y="1013630"/>
                  <a:pt x="4185892" y="1016286"/>
                  <a:pt x="4173327" y="1018175"/>
                </a:cubicBezTo>
                <a:cubicBezTo>
                  <a:pt x="4170135" y="1017997"/>
                  <a:pt x="4167021" y="1017205"/>
                  <a:pt x="4164134" y="1015877"/>
                </a:cubicBezTo>
                <a:cubicBezTo>
                  <a:pt x="4159742" y="1015213"/>
                  <a:pt x="4155350" y="1016975"/>
                  <a:pt x="4152642" y="1020474"/>
                </a:cubicBezTo>
                <a:cubicBezTo>
                  <a:pt x="4143705" y="1035796"/>
                  <a:pt x="4138341" y="1032987"/>
                  <a:pt x="4131701" y="1039371"/>
                </a:cubicBezTo>
                <a:cubicBezTo>
                  <a:pt x="4125011" y="1046650"/>
                  <a:pt x="4120134" y="1055409"/>
                  <a:pt x="4117400" y="1064909"/>
                </a:cubicBezTo>
                <a:cubicBezTo>
                  <a:pt x="4115792" y="1069506"/>
                  <a:pt x="4117732" y="1074562"/>
                  <a:pt x="4121998" y="1076911"/>
                </a:cubicBezTo>
                <a:cubicBezTo>
                  <a:pt x="4131192" y="1083296"/>
                  <a:pt x="4144726" y="1080997"/>
                  <a:pt x="4159793" y="1083296"/>
                </a:cubicBezTo>
                <a:cubicBezTo>
                  <a:pt x="4163445" y="1083679"/>
                  <a:pt x="4167122" y="1083679"/>
                  <a:pt x="4170774" y="1083296"/>
                </a:cubicBezTo>
                <a:cubicBezTo>
                  <a:pt x="4179126" y="1081227"/>
                  <a:pt x="4187731" y="1080461"/>
                  <a:pt x="4196312" y="1080997"/>
                </a:cubicBezTo>
                <a:cubicBezTo>
                  <a:pt x="4204253" y="1083909"/>
                  <a:pt x="4211736" y="1087944"/>
                  <a:pt x="4218529" y="1093000"/>
                </a:cubicBezTo>
                <a:cubicBezTo>
                  <a:pt x="4223637" y="1096320"/>
                  <a:pt x="4231298" y="1102193"/>
                  <a:pt x="4235129" y="1105003"/>
                </a:cubicBezTo>
                <a:cubicBezTo>
                  <a:pt x="4242254" y="1110212"/>
                  <a:pt x="4249098" y="1115830"/>
                  <a:pt x="4255559" y="1121857"/>
                </a:cubicBezTo>
                <a:cubicBezTo>
                  <a:pt x="4259848" y="1125509"/>
                  <a:pt x="4264471" y="1128752"/>
                  <a:pt x="4269348" y="1131561"/>
                </a:cubicBezTo>
                <a:cubicBezTo>
                  <a:pt x="4274481" y="1133732"/>
                  <a:pt x="4279156" y="1136873"/>
                  <a:pt x="4283140" y="1140755"/>
                </a:cubicBezTo>
                <a:cubicBezTo>
                  <a:pt x="4289778" y="1149872"/>
                  <a:pt x="4298538" y="1157252"/>
                  <a:pt x="4308677" y="1162206"/>
                </a:cubicBezTo>
                <a:cubicBezTo>
                  <a:pt x="4311742" y="1163228"/>
                  <a:pt x="4320423" y="1173187"/>
                  <a:pt x="4324766" y="1175230"/>
                </a:cubicBezTo>
                <a:cubicBezTo>
                  <a:pt x="4330408" y="1178704"/>
                  <a:pt x="4335491" y="1182994"/>
                  <a:pt x="4339832" y="1187999"/>
                </a:cubicBezTo>
                <a:cubicBezTo>
                  <a:pt x="4335772" y="1193158"/>
                  <a:pt x="4328826" y="1195022"/>
                  <a:pt x="4322722" y="1192596"/>
                </a:cubicBezTo>
                <a:cubicBezTo>
                  <a:pt x="4319914" y="1190808"/>
                  <a:pt x="4309442" y="1189020"/>
                  <a:pt x="4307145" y="1186722"/>
                </a:cubicBezTo>
                <a:cubicBezTo>
                  <a:pt x="4304361" y="1182968"/>
                  <a:pt x="4302114" y="1178857"/>
                  <a:pt x="4300505" y="1174464"/>
                </a:cubicBezTo>
                <a:cubicBezTo>
                  <a:pt x="4299228" y="1172421"/>
                  <a:pt x="4294121" y="1169357"/>
                  <a:pt x="4291056" y="1165526"/>
                </a:cubicBezTo>
                <a:cubicBezTo>
                  <a:pt x="4288221" y="1160981"/>
                  <a:pt x="4284594" y="1156997"/>
                  <a:pt x="4280329" y="1153779"/>
                </a:cubicBezTo>
                <a:cubicBezTo>
                  <a:pt x="4277265" y="1151991"/>
                  <a:pt x="4272157" y="1151991"/>
                  <a:pt x="4272157" y="1151991"/>
                </a:cubicBezTo>
                <a:cubicBezTo>
                  <a:pt x="4263475" y="1146373"/>
                  <a:pt x="4265519" y="1147395"/>
                  <a:pt x="4261432" y="1146373"/>
                </a:cubicBezTo>
                <a:cubicBezTo>
                  <a:pt x="4257347" y="1145352"/>
                  <a:pt x="4252239" y="1138201"/>
                  <a:pt x="4250195" y="1138201"/>
                </a:cubicBezTo>
                <a:cubicBezTo>
                  <a:pt x="4244756" y="1135085"/>
                  <a:pt x="4239546" y="1131587"/>
                  <a:pt x="4234618" y="1127731"/>
                </a:cubicBezTo>
                <a:cubicBezTo>
                  <a:pt x="4231042" y="1125433"/>
                  <a:pt x="4225680" y="1119048"/>
                  <a:pt x="4222616" y="1117260"/>
                </a:cubicBezTo>
                <a:cubicBezTo>
                  <a:pt x="4220189" y="1116494"/>
                  <a:pt x="4217712" y="1115881"/>
                  <a:pt x="4215209" y="1115473"/>
                </a:cubicBezTo>
                <a:cubicBezTo>
                  <a:pt x="4210868" y="1114196"/>
                  <a:pt x="4207293" y="1103470"/>
                  <a:pt x="4202440" y="1103470"/>
                </a:cubicBezTo>
                <a:cubicBezTo>
                  <a:pt x="4188140" y="1102449"/>
                  <a:pt x="4176647" y="1114451"/>
                  <a:pt x="4172818" y="1114451"/>
                </a:cubicBezTo>
                <a:cubicBezTo>
                  <a:pt x="4167479" y="1115830"/>
                  <a:pt x="4162679" y="1118767"/>
                  <a:pt x="4159027" y="1122879"/>
                </a:cubicBezTo>
                <a:cubicBezTo>
                  <a:pt x="4154174" y="1126454"/>
                  <a:pt x="4152388" y="1128242"/>
                  <a:pt x="4154174" y="1133349"/>
                </a:cubicBezTo>
                <a:cubicBezTo>
                  <a:pt x="4155733" y="1137052"/>
                  <a:pt x="4158542" y="1140116"/>
                  <a:pt x="4162091" y="1142032"/>
                </a:cubicBezTo>
                <a:cubicBezTo>
                  <a:pt x="4166510" y="1145020"/>
                  <a:pt x="4171591" y="1146884"/>
                  <a:pt x="4176903" y="1147395"/>
                </a:cubicBezTo>
                <a:cubicBezTo>
                  <a:pt x="4181883" y="1147088"/>
                  <a:pt x="4186863" y="1148237"/>
                  <a:pt x="4191204" y="1150714"/>
                </a:cubicBezTo>
                <a:cubicBezTo>
                  <a:pt x="4193247" y="1153013"/>
                  <a:pt x="4201420" y="1157354"/>
                  <a:pt x="4197844" y="1159653"/>
                </a:cubicBezTo>
                <a:cubicBezTo>
                  <a:pt x="4193452" y="1162002"/>
                  <a:pt x="4188828" y="1163892"/>
                  <a:pt x="4184054" y="1165271"/>
                </a:cubicBezTo>
                <a:cubicBezTo>
                  <a:pt x="4180734" y="1166292"/>
                  <a:pt x="4174606" y="1171910"/>
                  <a:pt x="4172306" y="1173443"/>
                </a:cubicBezTo>
                <a:cubicBezTo>
                  <a:pt x="4170007" y="1174975"/>
                  <a:pt x="4168221" y="1174975"/>
                  <a:pt x="4164646" y="1174975"/>
                </a:cubicBezTo>
                <a:cubicBezTo>
                  <a:pt x="4160355" y="1174234"/>
                  <a:pt x="4156193" y="1172753"/>
                  <a:pt x="4152388" y="1170633"/>
                </a:cubicBezTo>
                <a:cubicBezTo>
                  <a:pt x="4147076" y="1166675"/>
                  <a:pt x="4141432" y="1163177"/>
                  <a:pt x="4135533" y="1160163"/>
                </a:cubicBezTo>
                <a:cubicBezTo>
                  <a:pt x="4129915" y="1158120"/>
                  <a:pt x="4119699" y="1157610"/>
                  <a:pt x="4117656" y="1155311"/>
                </a:cubicBezTo>
                <a:cubicBezTo>
                  <a:pt x="4115614" y="1153013"/>
                  <a:pt x="4112039" y="1143053"/>
                  <a:pt x="4109739" y="1140755"/>
                </a:cubicBezTo>
                <a:cubicBezTo>
                  <a:pt x="4102563" y="1134983"/>
                  <a:pt x="4093269" y="1132583"/>
                  <a:pt x="4084202" y="1134115"/>
                </a:cubicBezTo>
                <a:cubicBezTo>
                  <a:pt x="4078558" y="1136567"/>
                  <a:pt x="4073324" y="1139836"/>
                  <a:pt x="4068625" y="1143820"/>
                </a:cubicBezTo>
                <a:cubicBezTo>
                  <a:pt x="4066326" y="1145862"/>
                  <a:pt x="4059687" y="1151480"/>
                  <a:pt x="4060197" y="1154034"/>
                </a:cubicBezTo>
                <a:cubicBezTo>
                  <a:pt x="4060708" y="1156588"/>
                  <a:pt x="4063261" y="1160163"/>
                  <a:pt x="4063261" y="1162717"/>
                </a:cubicBezTo>
                <a:cubicBezTo>
                  <a:pt x="4063007" y="1172421"/>
                  <a:pt x="4069901" y="1176507"/>
                  <a:pt x="4072200" y="1178806"/>
                </a:cubicBezTo>
                <a:cubicBezTo>
                  <a:pt x="4074498" y="1181104"/>
                  <a:pt x="4087266" y="1184679"/>
                  <a:pt x="4091353" y="1188510"/>
                </a:cubicBezTo>
                <a:cubicBezTo>
                  <a:pt x="4097406" y="1194154"/>
                  <a:pt x="4103994" y="1199210"/>
                  <a:pt x="4111016" y="1203577"/>
                </a:cubicBezTo>
                <a:cubicBezTo>
                  <a:pt x="4117938" y="1207790"/>
                  <a:pt x="4124424" y="1212668"/>
                  <a:pt x="4130425" y="1218133"/>
                </a:cubicBezTo>
                <a:cubicBezTo>
                  <a:pt x="4135533" y="1224773"/>
                  <a:pt x="4131957" y="1228859"/>
                  <a:pt x="4127872" y="1230136"/>
                </a:cubicBezTo>
                <a:cubicBezTo>
                  <a:pt x="4114336" y="1233456"/>
                  <a:pt x="4090842" y="1248012"/>
                  <a:pt x="4078585" y="1241117"/>
                </a:cubicBezTo>
                <a:cubicBezTo>
                  <a:pt x="4073732" y="1238052"/>
                  <a:pt x="4064028" y="1229625"/>
                  <a:pt x="4053047" y="1221708"/>
                </a:cubicBezTo>
                <a:cubicBezTo>
                  <a:pt x="4046918" y="1216346"/>
                  <a:pt x="4040788" y="1212260"/>
                  <a:pt x="4039256" y="1216346"/>
                </a:cubicBezTo>
                <a:cubicBezTo>
                  <a:pt x="4037724" y="1220432"/>
                  <a:pt x="4046151" y="1243926"/>
                  <a:pt x="4039256" y="1250821"/>
                </a:cubicBezTo>
                <a:cubicBezTo>
                  <a:pt x="4035682" y="1254141"/>
                  <a:pt x="4028786" y="1259759"/>
                  <a:pt x="4025466" y="1263079"/>
                </a:cubicBezTo>
                <a:cubicBezTo>
                  <a:pt x="4029425" y="1270996"/>
                  <a:pt x="4035528" y="1277635"/>
                  <a:pt x="4043087" y="1282232"/>
                </a:cubicBezTo>
                <a:cubicBezTo>
                  <a:pt x="4048578" y="1284479"/>
                  <a:pt x="4053660" y="1287595"/>
                  <a:pt x="4058155" y="1291426"/>
                </a:cubicBezTo>
                <a:cubicBezTo>
                  <a:pt x="4064692" y="1295435"/>
                  <a:pt x="4071510" y="1298933"/>
                  <a:pt x="4078585" y="1301896"/>
                </a:cubicBezTo>
                <a:cubicBezTo>
                  <a:pt x="4088289" y="1307514"/>
                  <a:pt x="4098503" y="1296788"/>
                  <a:pt x="4109230" y="1293213"/>
                </a:cubicBezTo>
                <a:cubicBezTo>
                  <a:pt x="4110762" y="1292958"/>
                  <a:pt x="4119699" y="1294235"/>
                  <a:pt x="4124040" y="1289893"/>
                </a:cubicBezTo>
                <a:cubicBezTo>
                  <a:pt x="4129072" y="1285271"/>
                  <a:pt x="4134971" y="1281721"/>
                  <a:pt x="4141406" y="1279423"/>
                </a:cubicBezTo>
                <a:cubicBezTo>
                  <a:pt x="4146769" y="1276358"/>
                  <a:pt x="4150600" y="1272783"/>
                  <a:pt x="4155452" y="1269208"/>
                </a:cubicBezTo>
                <a:cubicBezTo>
                  <a:pt x="4160305" y="1265633"/>
                  <a:pt x="4163113" y="1259504"/>
                  <a:pt x="4169242" y="1254396"/>
                </a:cubicBezTo>
                <a:cubicBezTo>
                  <a:pt x="4175371" y="1249289"/>
                  <a:pt x="4195800" y="1264356"/>
                  <a:pt x="4198865" y="1266654"/>
                </a:cubicBezTo>
                <a:cubicBezTo>
                  <a:pt x="4201929" y="1268953"/>
                  <a:pt x="4203973" y="1268953"/>
                  <a:pt x="4210613" y="1273039"/>
                </a:cubicBezTo>
                <a:cubicBezTo>
                  <a:pt x="4217253" y="1277124"/>
                  <a:pt x="4220061" y="1280189"/>
                  <a:pt x="4225934" y="1284275"/>
                </a:cubicBezTo>
                <a:cubicBezTo>
                  <a:pt x="4230277" y="1286139"/>
                  <a:pt x="4235078" y="1286676"/>
                  <a:pt x="4239726" y="1285807"/>
                </a:cubicBezTo>
                <a:cubicBezTo>
                  <a:pt x="4245088" y="1285552"/>
                  <a:pt x="4251983" y="1279423"/>
                  <a:pt x="4256324" y="1276614"/>
                </a:cubicBezTo>
                <a:cubicBezTo>
                  <a:pt x="4260667" y="1273805"/>
                  <a:pt x="4256324" y="1266654"/>
                  <a:pt x="4256324" y="1266654"/>
                </a:cubicBezTo>
                <a:cubicBezTo>
                  <a:pt x="4252239" y="1258227"/>
                  <a:pt x="4251218" y="1251843"/>
                  <a:pt x="4249430" y="1248523"/>
                </a:cubicBezTo>
                <a:cubicBezTo>
                  <a:pt x="4243811" y="1239840"/>
                  <a:pt x="4245854" y="1231413"/>
                  <a:pt x="4243811" y="1229114"/>
                </a:cubicBezTo>
                <a:cubicBezTo>
                  <a:pt x="4241769" y="1226816"/>
                  <a:pt x="4236917" y="1228603"/>
                  <a:pt x="4232830" y="1225283"/>
                </a:cubicBezTo>
                <a:cubicBezTo>
                  <a:pt x="4228745" y="1221964"/>
                  <a:pt x="4220828" y="1220176"/>
                  <a:pt x="4217253" y="1217878"/>
                </a:cubicBezTo>
                <a:cubicBezTo>
                  <a:pt x="4213677" y="1215580"/>
                  <a:pt x="4212400" y="1212260"/>
                  <a:pt x="4212400" y="1210216"/>
                </a:cubicBezTo>
                <a:cubicBezTo>
                  <a:pt x="4216026" y="1205313"/>
                  <a:pt x="4221262" y="1201866"/>
                  <a:pt x="4227213" y="1200512"/>
                </a:cubicBezTo>
                <a:cubicBezTo>
                  <a:pt x="4234669" y="1199695"/>
                  <a:pt x="4242202" y="1199695"/>
                  <a:pt x="4249686" y="1200512"/>
                </a:cubicBezTo>
                <a:cubicBezTo>
                  <a:pt x="4255124" y="1201917"/>
                  <a:pt x="4260844" y="1201917"/>
                  <a:pt x="4266284" y="1200512"/>
                </a:cubicBezTo>
                <a:cubicBezTo>
                  <a:pt x="4279513" y="1198648"/>
                  <a:pt x="4292945" y="1201457"/>
                  <a:pt x="4304335" y="1208429"/>
                </a:cubicBezTo>
                <a:cubicBezTo>
                  <a:pt x="4309698" y="1212515"/>
                  <a:pt x="4316594" y="1217367"/>
                  <a:pt x="4317103" y="1221708"/>
                </a:cubicBezTo>
                <a:cubicBezTo>
                  <a:pt x="4317615" y="1226050"/>
                  <a:pt x="4323999" y="1232945"/>
                  <a:pt x="4325787" y="1232945"/>
                </a:cubicBezTo>
                <a:cubicBezTo>
                  <a:pt x="4330128" y="1233124"/>
                  <a:pt x="4334240" y="1234962"/>
                  <a:pt x="4337279" y="1238052"/>
                </a:cubicBezTo>
                <a:cubicBezTo>
                  <a:pt x="4345961" y="1247782"/>
                  <a:pt x="4357197" y="1254856"/>
                  <a:pt x="4369710" y="1258482"/>
                </a:cubicBezTo>
                <a:cubicBezTo>
                  <a:pt x="4377986" y="1256261"/>
                  <a:pt x="4385646" y="1252251"/>
                  <a:pt x="4392184" y="1246735"/>
                </a:cubicBezTo>
                <a:cubicBezTo>
                  <a:pt x="4399615" y="1240759"/>
                  <a:pt x="4405055" y="1232638"/>
                  <a:pt x="4407763" y="1223496"/>
                </a:cubicBezTo>
                <a:cubicBezTo>
                  <a:pt x="4408272" y="1218133"/>
                  <a:pt x="4403420" y="1217878"/>
                  <a:pt x="4402655" y="1212004"/>
                </a:cubicBezTo>
                <a:cubicBezTo>
                  <a:pt x="4401888" y="1206130"/>
                  <a:pt x="4397803" y="1204854"/>
                  <a:pt x="4397803" y="1202300"/>
                </a:cubicBezTo>
                <a:cubicBezTo>
                  <a:pt x="4397803" y="1199746"/>
                  <a:pt x="4397803" y="1193617"/>
                  <a:pt x="4397803" y="1190808"/>
                </a:cubicBezTo>
                <a:cubicBezTo>
                  <a:pt x="4395479" y="1187795"/>
                  <a:pt x="4392720" y="1185139"/>
                  <a:pt x="4389630" y="1182892"/>
                </a:cubicBezTo>
                <a:cubicBezTo>
                  <a:pt x="4383170" y="1182585"/>
                  <a:pt x="4376913" y="1180568"/>
                  <a:pt x="4371498" y="1177018"/>
                </a:cubicBezTo>
                <a:cubicBezTo>
                  <a:pt x="4369456" y="1174720"/>
                  <a:pt x="4365114" y="1171910"/>
                  <a:pt x="4367669" y="1168846"/>
                </a:cubicBezTo>
                <a:cubicBezTo>
                  <a:pt x="4372265" y="1164607"/>
                  <a:pt x="4377526" y="1161159"/>
                  <a:pt x="4383246" y="1158631"/>
                </a:cubicBezTo>
                <a:lnTo>
                  <a:pt x="4396270" y="1151480"/>
                </a:lnTo>
                <a:cubicBezTo>
                  <a:pt x="4398312" y="1150204"/>
                  <a:pt x="4408272" y="1146118"/>
                  <a:pt x="4408272" y="1146118"/>
                </a:cubicBezTo>
                <a:cubicBezTo>
                  <a:pt x="4418820" y="1138456"/>
                  <a:pt x="4431281" y="1133860"/>
                  <a:pt x="4444281" y="1132838"/>
                </a:cubicBezTo>
                <a:cubicBezTo>
                  <a:pt x="4452963" y="1133093"/>
                  <a:pt x="4467519" y="1140755"/>
                  <a:pt x="4468286" y="1135903"/>
                </a:cubicBezTo>
                <a:cubicBezTo>
                  <a:pt x="4469051" y="1131051"/>
                  <a:pt x="4478756" y="1127476"/>
                  <a:pt x="4482331" y="1124922"/>
                </a:cubicBezTo>
                <a:cubicBezTo>
                  <a:pt x="4485575" y="1122879"/>
                  <a:pt x="4487489" y="1119303"/>
                  <a:pt x="4487439" y="1115473"/>
                </a:cubicBezTo>
                <a:cubicBezTo>
                  <a:pt x="4486928" y="1110085"/>
                  <a:pt x="4485804" y="1104773"/>
                  <a:pt x="4484119" y="1099640"/>
                </a:cubicBezTo>
                <a:cubicBezTo>
                  <a:pt x="4482587" y="1095324"/>
                  <a:pt x="4478909" y="1092106"/>
                  <a:pt x="4474415" y="1091212"/>
                </a:cubicBezTo>
                <a:cubicBezTo>
                  <a:pt x="4472116" y="1089936"/>
                  <a:pt x="4472116" y="1092234"/>
                  <a:pt x="4467775" y="1091212"/>
                </a:cubicBezTo>
                <a:cubicBezTo>
                  <a:pt x="4463434" y="1090191"/>
                  <a:pt x="4435342" y="1067973"/>
                  <a:pt x="4422318" y="1075379"/>
                </a:cubicBezTo>
                <a:cubicBezTo>
                  <a:pt x="4415933" y="1078954"/>
                  <a:pt x="4420020" y="1089425"/>
                  <a:pt x="4413124" y="1095554"/>
                </a:cubicBezTo>
                <a:cubicBezTo>
                  <a:pt x="4410085" y="1097954"/>
                  <a:pt x="4406612" y="1099767"/>
                  <a:pt x="4402910" y="1100916"/>
                </a:cubicBezTo>
                <a:cubicBezTo>
                  <a:pt x="4399335" y="1102960"/>
                  <a:pt x="4393716" y="1104747"/>
                  <a:pt x="4390907" y="1102960"/>
                </a:cubicBezTo>
                <a:cubicBezTo>
                  <a:pt x="4388098" y="1101172"/>
                  <a:pt x="4385544" y="1098107"/>
                  <a:pt x="4378394" y="1098107"/>
                </a:cubicBezTo>
                <a:cubicBezTo>
                  <a:pt x="4367157" y="1099895"/>
                  <a:pt x="4372010" y="1106024"/>
                  <a:pt x="4368945" y="1108578"/>
                </a:cubicBezTo>
                <a:cubicBezTo>
                  <a:pt x="4365881" y="1111131"/>
                  <a:pt x="4360773" y="1108578"/>
                  <a:pt x="4358474" y="1108578"/>
                </a:cubicBezTo>
                <a:cubicBezTo>
                  <a:pt x="4354900" y="1109114"/>
                  <a:pt x="4351273" y="1108578"/>
                  <a:pt x="4348004" y="1107046"/>
                </a:cubicBezTo>
                <a:cubicBezTo>
                  <a:pt x="4346472" y="1105769"/>
                  <a:pt x="4339067" y="1115217"/>
                  <a:pt x="4339576" y="1118793"/>
                </a:cubicBezTo>
                <a:cubicBezTo>
                  <a:pt x="4340088" y="1122368"/>
                  <a:pt x="4348516" y="1123390"/>
                  <a:pt x="4345196" y="1131051"/>
                </a:cubicBezTo>
                <a:cubicBezTo>
                  <a:pt x="4341876" y="1138712"/>
                  <a:pt x="4331916" y="1138712"/>
                  <a:pt x="4324766" y="1131051"/>
                </a:cubicBezTo>
                <a:cubicBezTo>
                  <a:pt x="4317615" y="1123390"/>
                  <a:pt x="4336768" y="1121602"/>
                  <a:pt x="4328851" y="1116750"/>
                </a:cubicBezTo>
                <a:cubicBezTo>
                  <a:pt x="4320935" y="1111898"/>
                  <a:pt x="4321190" y="1100150"/>
                  <a:pt x="4323999" y="1099640"/>
                </a:cubicBezTo>
                <a:cubicBezTo>
                  <a:pt x="4326808" y="1099129"/>
                  <a:pt x="4346728" y="1096320"/>
                  <a:pt x="4346728" y="1096320"/>
                </a:cubicBezTo>
                <a:cubicBezTo>
                  <a:pt x="4371498" y="1088659"/>
                  <a:pt x="4379670" y="1089936"/>
                  <a:pt x="4384267" y="1085083"/>
                </a:cubicBezTo>
                <a:cubicBezTo>
                  <a:pt x="4387051" y="1080972"/>
                  <a:pt x="4388150" y="1075941"/>
                  <a:pt x="4387331" y="1071038"/>
                </a:cubicBezTo>
                <a:cubicBezTo>
                  <a:pt x="4387331" y="1067463"/>
                  <a:pt x="4396270" y="1060823"/>
                  <a:pt x="4398312" y="1060823"/>
                </a:cubicBezTo>
                <a:cubicBezTo>
                  <a:pt x="4405055" y="1058601"/>
                  <a:pt x="4412205" y="1057911"/>
                  <a:pt x="4419253" y="1058780"/>
                </a:cubicBezTo>
                <a:cubicBezTo>
                  <a:pt x="4426149" y="1059546"/>
                  <a:pt x="4437641" y="1056992"/>
                  <a:pt x="4437641" y="1050608"/>
                </a:cubicBezTo>
                <a:cubicBezTo>
                  <a:pt x="4439709" y="1044070"/>
                  <a:pt x="4439070" y="1036996"/>
                  <a:pt x="4435853" y="1030944"/>
                </a:cubicBezTo>
                <a:cubicBezTo>
                  <a:pt x="4434090" y="1028799"/>
                  <a:pt x="4431793" y="1027139"/>
                  <a:pt x="4429213" y="1026092"/>
                </a:cubicBezTo>
                <a:cubicBezTo>
                  <a:pt x="4426916" y="1025581"/>
                  <a:pt x="4425638" y="1020729"/>
                  <a:pt x="4423084" y="1020729"/>
                </a:cubicBezTo>
                <a:cubicBezTo>
                  <a:pt x="4416189" y="1017920"/>
                  <a:pt x="4409804" y="1023793"/>
                  <a:pt x="4402399" y="1026092"/>
                </a:cubicBezTo>
                <a:cubicBezTo>
                  <a:pt x="4394994" y="1028390"/>
                  <a:pt x="4379926" y="1031455"/>
                  <a:pt x="4379926" y="1028390"/>
                </a:cubicBezTo>
                <a:cubicBezTo>
                  <a:pt x="4379926" y="1025326"/>
                  <a:pt x="4382225" y="1016133"/>
                  <a:pt x="4379926" y="1013834"/>
                </a:cubicBezTo>
                <a:cubicBezTo>
                  <a:pt x="4375253" y="1011919"/>
                  <a:pt x="4370042" y="1011919"/>
                  <a:pt x="4365370" y="1013834"/>
                </a:cubicBezTo>
                <a:cubicBezTo>
                  <a:pt x="4363326" y="1015877"/>
                  <a:pt x="4361794" y="1024815"/>
                  <a:pt x="4357709" y="1029412"/>
                </a:cubicBezTo>
                <a:cubicBezTo>
                  <a:pt x="4353368" y="1032885"/>
                  <a:pt x="4348157" y="1035081"/>
                  <a:pt x="4342641" y="1035796"/>
                </a:cubicBezTo>
                <a:cubicBezTo>
                  <a:pt x="4336768" y="1037328"/>
                  <a:pt x="4327063" y="1044479"/>
                  <a:pt x="4329107" y="1048310"/>
                </a:cubicBezTo>
                <a:cubicBezTo>
                  <a:pt x="4331150" y="1052140"/>
                  <a:pt x="4334215" y="1048820"/>
                  <a:pt x="4338556" y="1052140"/>
                </a:cubicBezTo>
                <a:cubicBezTo>
                  <a:pt x="4342896" y="1055460"/>
                  <a:pt x="4349281" y="1055460"/>
                  <a:pt x="4351069" y="1058269"/>
                </a:cubicBezTo>
                <a:cubicBezTo>
                  <a:pt x="4352856" y="1061078"/>
                  <a:pt x="4352090" y="1075379"/>
                  <a:pt x="4342896" y="1076656"/>
                </a:cubicBezTo>
                <a:cubicBezTo>
                  <a:pt x="4339321" y="1077167"/>
                  <a:pt x="4326808" y="1081508"/>
                  <a:pt x="4323232" y="1075379"/>
                </a:cubicBezTo>
                <a:cubicBezTo>
                  <a:pt x="4321956" y="1073336"/>
                  <a:pt x="4324766" y="1070527"/>
                  <a:pt x="4324510" y="1065930"/>
                </a:cubicBezTo>
                <a:cubicBezTo>
                  <a:pt x="4324255" y="1061333"/>
                  <a:pt x="4314550" y="1056481"/>
                  <a:pt x="4314295" y="1053672"/>
                </a:cubicBezTo>
                <a:cubicBezTo>
                  <a:pt x="4314039" y="1050863"/>
                  <a:pt x="4312507" y="1049586"/>
                  <a:pt x="4316594" y="1046011"/>
                </a:cubicBezTo>
                <a:cubicBezTo>
                  <a:pt x="4324306" y="1038452"/>
                  <a:pt x="4330920" y="1029846"/>
                  <a:pt x="4336256" y="1020474"/>
                </a:cubicBezTo>
                <a:cubicBezTo>
                  <a:pt x="4336691" y="1017180"/>
                  <a:pt x="4338325" y="1014192"/>
                  <a:pt x="4340853" y="1012046"/>
                </a:cubicBezTo>
                <a:cubicBezTo>
                  <a:pt x="4345705" y="1007705"/>
                  <a:pt x="4351580" y="1000810"/>
                  <a:pt x="4348770" y="998512"/>
                </a:cubicBezTo>
                <a:cubicBezTo>
                  <a:pt x="4345961" y="996035"/>
                  <a:pt x="4342284" y="994834"/>
                  <a:pt x="4338556" y="995192"/>
                </a:cubicBezTo>
                <a:cubicBezTo>
                  <a:pt x="4333678" y="995473"/>
                  <a:pt x="4328979" y="997158"/>
                  <a:pt x="4325020" y="1000044"/>
                </a:cubicBezTo>
                <a:cubicBezTo>
                  <a:pt x="4323463" y="1002827"/>
                  <a:pt x="4321675" y="1005483"/>
                  <a:pt x="4319658" y="1007960"/>
                </a:cubicBezTo>
                <a:cubicBezTo>
                  <a:pt x="4313350" y="1014600"/>
                  <a:pt x="4306685" y="1020908"/>
                  <a:pt x="4299738" y="1026858"/>
                </a:cubicBezTo>
                <a:cubicBezTo>
                  <a:pt x="4295908" y="1030178"/>
                  <a:pt x="4290034" y="1040648"/>
                  <a:pt x="4287736" y="1042436"/>
                </a:cubicBezTo>
                <a:cubicBezTo>
                  <a:pt x="4285437" y="1044223"/>
                  <a:pt x="4268327" y="1058780"/>
                  <a:pt x="4266284" y="1061078"/>
                </a:cubicBezTo>
                <a:cubicBezTo>
                  <a:pt x="4261739" y="1064526"/>
                  <a:pt x="4259720" y="1070374"/>
                  <a:pt x="4261176" y="1075890"/>
                </a:cubicBezTo>
                <a:cubicBezTo>
                  <a:pt x="4262454" y="1078443"/>
                  <a:pt x="4266284" y="1078188"/>
                  <a:pt x="4268839" y="1078443"/>
                </a:cubicBezTo>
                <a:cubicBezTo>
                  <a:pt x="4271392" y="1078699"/>
                  <a:pt x="4275223" y="1079720"/>
                  <a:pt x="4277521" y="1077167"/>
                </a:cubicBezTo>
                <a:cubicBezTo>
                  <a:pt x="4279820" y="1074613"/>
                  <a:pt x="4284416" y="1069506"/>
                  <a:pt x="4289268" y="1072059"/>
                </a:cubicBezTo>
                <a:cubicBezTo>
                  <a:pt x="4294121" y="1074613"/>
                  <a:pt x="4292588" y="1079720"/>
                  <a:pt x="4287736" y="1082274"/>
                </a:cubicBezTo>
                <a:cubicBezTo>
                  <a:pt x="4282884" y="1084828"/>
                  <a:pt x="4283140" y="1088403"/>
                  <a:pt x="4282884" y="1091212"/>
                </a:cubicBezTo>
                <a:cubicBezTo>
                  <a:pt x="4282628" y="1094021"/>
                  <a:pt x="4287736" y="1093255"/>
                  <a:pt x="4293098" y="1096064"/>
                </a:cubicBezTo>
                <a:cubicBezTo>
                  <a:pt x="4298462" y="1098873"/>
                  <a:pt x="4302803" y="1100661"/>
                  <a:pt x="4300505" y="1105513"/>
                </a:cubicBezTo>
                <a:cubicBezTo>
                  <a:pt x="4299610" y="1107812"/>
                  <a:pt x="4297338" y="1109267"/>
                  <a:pt x="4294886" y="1109089"/>
                </a:cubicBezTo>
                <a:cubicBezTo>
                  <a:pt x="4291541" y="1108757"/>
                  <a:pt x="4288272" y="1107888"/>
                  <a:pt x="4285181" y="1106535"/>
                </a:cubicBezTo>
                <a:cubicBezTo>
                  <a:pt x="4281734" y="1105003"/>
                  <a:pt x="4278415" y="1103215"/>
                  <a:pt x="4275223" y="1101172"/>
                </a:cubicBezTo>
                <a:cubicBezTo>
                  <a:pt x="4270344" y="1096728"/>
                  <a:pt x="4265059" y="1092796"/>
                  <a:pt x="4259388" y="1089425"/>
                </a:cubicBezTo>
                <a:cubicBezTo>
                  <a:pt x="4256248" y="1086897"/>
                  <a:pt x="4253260" y="1084164"/>
                  <a:pt x="4250451" y="1081253"/>
                </a:cubicBezTo>
                <a:cubicBezTo>
                  <a:pt x="4247898" y="1078954"/>
                  <a:pt x="4240235" y="1076911"/>
                  <a:pt x="4238193" y="1073336"/>
                </a:cubicBezTo>
                <a:cubicBezTo>
                  <a:pt x="4236942" y="1070144"/>
                  <a:pt x="4236942" y="1066569"/>
                  <a:pt x="4238193" y="1063376"/>
                </a:cubicBezTo>
                <a:cubicBezTo>
                  <a:pt x="4239726" y="1060057"/>
                  <a:pt x="4249686" y="1058524"/>
                  <a:pt x="4252239" y="1056992"/>
                </a:cubicBezTo>
                <a:cubicBezTo>
                  <a:pt x="4254792" y="1055460"/>
                  <a:pt x="4255303" y="1053417"/>
                  <a:pt x="4261432" y="1048820"/>
                </a:cubicBezTo>
                <a:cubicBezTo>
                  <a:pt x="4267561" y="1044223"/>
                  <a:pt x="4268839" y="1037584"/>
                  <a:pt x="4271392" y="1035030"/>
                </a:cubicBezTo>
                <a:cubicBezTo>
                  <a:pt x="4273945" y="1032476"/>
                  <a:pt x="4285437" y="1020474"/>
                  <a:pt x="4288757" y="1016899"/>
                </a:cubicBezTo>
                <a:cubicBezTo>
                  <a:pt x="4292077" y="1013323"/>
                  <a:pt x="4296929" y="1010259"/>
                  <a:pt x="4298462" y="1008727"/>
                </a:cubicBezTo>
                <a:cubicBezTo>
                  <a:pt x="4299994" y="1007194"/>
                  <a:pt x="4304590" y="1002342"/>
                  <a:pt x="4306378" y="1002342"/>
                </a:cubicBezTo>
                <a:cubicBezTo>
                  <a:pt x="4309315" y="1001219"/>
                  <a:pt x="4311639" y="998895"/>
                  <a:pt x="4312762" y="995958"/>
                </a:cubicBezTo>
                <a:cubicBezTo>
                  <a:pt x="4313529" y="992383"/>
                  <a:pt x="4320423" y="989318"/>
                  <a:pt x="4322978" y="984977"/>
                </a:cubicBezTo>
                <a:cubicBezTo>
                  <a:pt x="4325531" y="980636"/>
                  <a:pt x="4328596" y="979103"/>
                  <a:pt x="4330383" y="975273"/>
                </a:cubicBezTo>
                <a:cubicBezTo>
                  <a:pt x="4332171" y="971442"/>
                  <a:pt x="4333192" y="969143"/>
                  <a:pt x="4332171" y="967611"/>
                </a:cubicBezTo>
                <a:cubicBezTo>
                  <a:pt x="4331150" y="966079"/>
                  <a:pt x="4327830" y="967867"/>
                  <a:pt x="4326298" y="966079"/>
                </a:cubicBezTo>
                <a:cubicBezTo>
                  <a:pt x="4324127" y="963576"/>
                  <a:pt x="4321828" y="961176"/>
                  <a:pt x="4319402" y="958929"/>
                </a:cubicBezTo>
                <a:cubicBezTo>
                  <a:pt x="4316976" y="957269"/>
                  <a:pt x="4313401" y="957524"/>
                  <a:pt x="4310496" y="958450"/>
                </a:cubicBezTo>
                <a:close/>
                <a:moveTo>
                  <a:pt x="2901563" y="951267"/>
                </a:moveTo>
                <a:cubicBezTo>
                  <a:pt x="2913004" y="990008"/>
                  <a:pt x="2919848" y="1029948"/>
                  <a:pt x="2921993" y="1070272"/>
                </a:cubicBezTo>
                <a:lnTo>
                  <a:pt x="2922760" y="1070272"/>
                </a:lnTo>
                <a:cubicBezTo>
                  <a:pt x="2924037" y="1120325"/>
                  <a:pt x="2871685" y="1169357"/>
                  <a:pt x="2871685" y="1169357"/>
                </a:cubicBezTo>
                <a:cubicBezTo>
                  <a:pt x="2851637" y="1136158"/>
                  <a:pt x="2842700" y="1097418"/>
                  <a:pt x="2846148" y="1058780"/>
                </a:cubicBezTo>
                <a:cubicBezTo>
                  <a:pt x="2853911" y="1018354"/>
                  <a:pt x="2873141" y="981044"/>
                  <a:pt x="2901563" y="951267"/>
                </a:cubicBezTo>
                <a:close/>
                <a:moveTo>
                  <a:pt x="933394" y="943096"/>
                </a:moveTo>
                <a:cubicBezTo>
                  <a:pt x="931249" y="945419"/>
                  <a:pt x="928644" y="947232"/>
                  <a:pt x="925732" y="948458"/>
                </a:cubicBezTo>
                <a:cubicBezTo>
                  <a:pt x="921902" y="949224"/>
                  <a:pt x="918582" y="947181"/>
                  <a:pt x="913730" y="951778"/>
                </a:cubicBezTo>
                <a:cubicBezTo>
                  <a:pt x="910742" y="955941"/>
                  <a:pt x="908009" y="960308"/>
                  <a:pt x="905558" y="964802"/>
                </a:cubicBezTo>
                <a:cubicBezTo>
                  <a:pt x="903515" y="966845"/>
                  <a:pt x="897897" y="969399"/>
                  <a:pt x="895854" y="971697"/>
                </a:cubicBezTo>
                <a:cubicBezTo>
                  <a:pt x="893811" y="973996"/>
                  <a:pt x="892790" y="979869"/>
                  <a:pt x="889214" y="983189"/>
                </a:cubicBezTo>
                <a:cubicBezTo>
                  <a:pt x="885638" y="986509"/>
                  <a:pt x="878488" y="989829"/>
                  <a:pt x="876445" y="992383"/>
                </a:cubicBezTo>
                <a:cubicBezTo>
                  <a:pt x="872359" y="996980"/>
                  <a:pt x="870317" y="1000044"/>
                  <a:pt x="873381" y="1005662"/>
                </a:cubicBezTo>
                <a:cubicBezTo>
                  <a:pt x="877671" y="1010897"/>
                  <a:pt x="882472" y="1015673"/>
                  <a:pt x="887682" y="1019963"/>
                </a:cubicBezTo>
                <a:cubicBezTo>
                  <a:pt x="894040" y="1028058"/>
                  <a:pt x="899863" y="1036588"/>
                  <a:pt x="905047" y="1045500"/>
                </a:cubicBezTo>
                <a:cubicBezTo>
                  <a:pt x="907882" y="1051246"/>
                  <a:pt x="911483" y="1056584"/>
                  <a:pt x="915773" y="1061333"/>
                </a:cubicBezTo>
                <a:cubicBezTo>
                  <a:pt x="917816" y="1063376"/>
                  <a:pt x="928797" y="1074358"/>
                  <a:pt x="936713" y="1083296"/>
                </a:cubicBezTo>
                <a:cubicBezTo>
                  <a:pt x="938246" y="1085083"/>
                  <a:pt x="942587" y="1092489"/>
                  <a:pt x="948205" y="1099384"/>
                </a:cubicBezTo>
                <a:cubicBezTo>
                  <a:pt x="953824" y="1106280"/>
                  <a:pt x="951270" y="1107301"/>
                  <a:pt x="959186" y="1115728"/>
                </a:cubicBezTo>
                <a:cubicBezTo>
                  <a:pt x="960718" y="1117260"/>
                  <a:pt x="962506" y="1125433"/>
                  <a:pt x="964038" y="1127476"/>
                </a:cubicBezTo>
                <a:cubicBezTo>
                  <a:pt x="979105" y="1145352"/>
                  <a:pt x="978085" y="1148927"/>
                  <a:pt x="987022" y="1157099"/>
                </a:cubicBezTo>
                <a:cubicBezTo>
                  <a:pt x="992462" y="1162615"/>
                  <a:pt x="998642" y="1167365"/>
                  <a:pt x="1005409" y="1171144"/>
                </a:cubicBezTo>
                <a:cubicBezTo>
                  <a:pt x="1009776" y="1173596"/>
                  <a:pt x="1013887" y="1176507"/>
                  <a:pt x="1017667" y="1179827"/>
                </a:cubicBezTo>
                <a:lnTo>
                  <a:pt x="1029670" y="1189787"/>
                </a:lnTo>
                <a:cubicBezTo>
                  <a:pt x="1031713" y="1191830"/>
                  <a:pt x="1048057" y="1200512"/>
                  <a:pt x="1051377" y="1202811"/>
                </a:cubicBezTo>
                <a:cubicBezTo>
                  <a:pt x="1056280" y="1207765"/>
                  <a:pt x="1061668" y="1212208"/>
                  <a:pt x="1067466" y="1216090"/>
                </a:cubicBezTo>
                <a:cubicBezTo>
                  <a:pt x="1074130" y="1218414"/>
                  <a:pt x="1081102" y="1219691"/>
                  <a:pt x="1088151" y="1219921"/>
                </a:cubicBezTo>
                <a:cubicBezTo>
                  <a:pt x="1092696" y="1219308"/>
                  <a:pt x="1097089" y="1217929"/>
                  <a:pt x="1101174" y="1215835"/>
                </a:cubicBezTo>
                <a:cubicBezTo>
                  <a:pt x="1106027" y="1213026"/>
                  <a:pt x="1113688" y="1202811"/>
                  <a:pt x="1118540" y="1199236"/>
                </a:cubicBezTo>
                <a:cubicBezTo>
                  <a:pt x="1123393" y="1195660"/>
                  <a:pt x="1132841" y="1190553"/>
                  <a:pt x="1132841" y="1190553"/>
                </a:cubicBezTo>
                <a:cubicBezTo>
                  <a:pt x="1132841" y="1190553"/>
                  <a:pt x="1142801" y="1180849"/>
                  <a:pt x="1146376" y="1176763"/>
                </a:cubicBezTo>
                <a:cubicBezTo>
                  <a:pt x="1150334" y="1171527"/>
                  <a:pt x="1155289" y="1167109"/>
                  <a:pt x="1160933" y="1163739"/>
                </a:cubicBezTo>
                <a:cubicBezTo>
                  <a:pt x="1163741" y="1162462"/>
                  <a:pt x="1170636" y="1161440"/>
                  <a:pt x="1173446" y="1158376"/>
                </a:cubicBezTo>
                <a:cubicBezTo>
                  <a:pt x="1177378" y="1153549"/>
                  <a:pt x="1180468" y="1148110"/>
                  <a:pt x="1182639" y="1142287"/>
                </a:cubicBezTo>
                <a:cubicBezTo>
                  <a:pt x="1184682" y="1136924"/>
                  <a:pt x="1192599" y="1132583"/>
                  <a:pt x="1193109" y="1126965"/>
                </a:cubicBezTo>
                <a:cubicBezTo>
                  <a:pt x="1193621" y="1121346"/>
                  <a:pt x="1189789" y="1116750"/>
                  <a:pt x="1186215" y="1110876"/>
                </a:cubicBezTo>
                <a:cubicBezTo>
                  <a:pt x="1182792" y="1103011"/>
                  <a:pt x="1178783" y="1095400"/>
                  <a:pt x="1174212" y="1088148"/>
                </a:cubicBezTo>
                <a:cubicBezTo>
                  <a:pt x="1169308" y="1080818"/>
                  <a:pt x="1160166" y="1077601"/>
                  <a:pt x="1151739" y="1080231"/>
                </a:cubicBezTo>
                <a:cubicBezTo>
                  <a:pt x="1146912" y="1083168"/>
                  <a:pt x="1142596" y="1086871"/>
                  <a:pt x="1138970" y="1091212"/>
                </a:cubicBezTo>
                <a:cubicBezTo>
                  <a:pt x="1135931" y="1093689"/>
                  <a:pt x="1132330" y="1095451"/>
                  <a:pt x="1128500" y="1096320"/>
                </a:cubicBezTo>
                <a:cubicBezTo>
                  <a:pt x="1127223" y="1096575"/>
                  <a:pt x="1122881" y="1102704"/>
                  <a:pt x="1119051" y="1102704"/>
                </a:cubicBezTo>
                <a:cubicBezTo>
                  <a:pt x="1114761" y="1105667"/>
                  <a:pt x="1110751" y="1108986"/>
                  <a:pt x="1107048" y="1112664"/>
                </a:cubicBezTo>
                <a:cubicBezTo>
                  <a:pt x="1101047" y="1118256"/>
                  <a:pt x="1093284" y="1121602"/>
                  <a:pt x="1085086" y="1122113"/>
                </a:cubicBezTo>
                <a:cubicBezTo>
                  <a:pt x="1073339" y="1121602"/>
                  <a:pt x="1068998" y="1114196"/>
                  <a:pt x="1060826" y="1110110"/>
                </a:cubicBezTo>
                <a:cubicBezTo>
                  <a:pt x="1056280" y="1107735"/>
                  <a:pt x="1052271" y="1104415"/>
                  <a:pt x="1049079" y="1100406"/>
                </a:cubicBezTo>
                <a:cubicBezTo>
                  <a:pt x="1041851" y="1092004"/>
                  <a:pt x="1036284" y="1082300"/>
                  <a:pt x="1032734" y="1071804"/>
                </a:cubicBezTo>
                <a:cubicBezTo>
                  <a:pt x="1037944" y="1062534"/>
                  <a:pt x="1041162" y="1052268"/>
                  <a:pt x="1042183" y="1041670"/>
                </a:cubicBezTo>
                <a:cubicBezTo>
                  <a:pt x="1043435" y="1035030"/>
                  <a:pt x="1045069" y="1028467"/>
                  <a:pt x="1047035" y="1022006"/>
                </a:cubicBezTo>
                <a:cubicBezTo>
                  <a:pt x="1046652" y="1016720"/>
                  <a:pt x="1047341" y="1011434"/>
                  <a:pt x="1049079" y="1006428"/>
                </a:cubicBezTo>
                <a:cubicBezTo>
                  <a:pt x="1052143" y="1000555"/>
                  <a:pt x="1053675" y="997746"/>
                  <a:pt x="1056484" y="992893"/>
                </a:cubicBezTo>
                <a:cubicBezTo>
                  <a:pt x="1059191" y="989727"/>
                  <a:pt x="1059191" y="985079"/>
                  <a:pt x="1056484" y="981912"/>
                </a:cubicBezTo>
                <a:cubicBezTo>
                  <a:pt x="1052551" y="978261"/>
                  <a:pt x="1048083" y="975247"/>
                  <a:pt x="1043205" y="972974"/>
                </a:cubicBezTo>
                <a:cubicBezTo>
                  <a:pt x="1035799" y="971442"/>
                  <a:pt x="1027627" y="960716"/>
                  <a:pt x="1018944" y="966590"/>
                </a:cubicBezTo>
                <a:cubicBezTo>
                  <a:pt x="1010261" y="972463"/>
                  <a:pt x="1000302" y="972208"/>
                  <a:pt x="998770" y="977060"/>
                </a:cubicBezTo>
                <a:cubicBezTo>
                  <a:pt x="998591" y="982168"/>
                  <a:pt x="997468" y="987173"/>
                  <a:pt x="995450" y="991872"/>
                </a:cubicBezTo>
                <a:cubicBezTo>
                  <a:pt x="997238" y="998256"/>
                  <a:pt x="989832" y="1002853"/>
                  <a:pt x="982937" y="998256"/>
                </a:cubicBezTo>
                <a:cubicBezTo>
                  <a:pt x="979437" y="994477"/>
                  <a:pt x="976449" y="990263"/>
                  <a:pt x="973998" y="985743"/>
                </a:cubicBezTo>
                <a:cubicBezTo>
                  <a:pt x="969657" y="976039"/>
                  <a:pt x="974765" y="965568"/>
                  <a:pt x="963272" y="953821"/>
                </a:cubicBezTo>
                <a:cubicBezTo>
                  <a:pt x="957501" y="949097"/>
                  <a:pt x="950938" y="945445"/>
                  <a:pt x="943864" y="943096"/>
                </a:cubicBezTo>
                <a:cubicBezTo>
                  <a:pt x="940289" y="943096"/>
                  <a:pt x="935437" y="941563"/>
                  <a:pt x="933394" y="943096"/>
                </a:cubicBezTo>
                <a:close/>
                <a:moveTo>
                  <a:pt x="3167153" y="837371"/>
                </a:moveTo>
                <a:cubicBezTo>
                  <a:pt x="3166386" y="876290"/>
                  <a:pt x="3159746" y="914852"/>
                  <a:pt x="3147489" y="951779"/>
                </a:cubicBezTo>
                <a:cubicBezTo>
                  <a:pt x="3138576" y="980993"/>
                  <a:pt x="3116282" y="1004233"/>
                  <a:pt x="3087476" y="1014345"/>
                </a:cubicBezTo>
                <a:cubicBezTo>
                  <a:pt x="3082011" y="1028365"/>
                  <a:pt x="3074145" y="1041313"/>
                  <a:pt x="3064236" y="1052651"/>
                </a:cubicBezTo>
                <a:cubicBezTo>
                  <a:pt x="3002436" y="1126199"/>
                  <a:pt x="2890071" y="1206131"/>
                  <a:pt x="2762384" y="1261292"/>
                </a:cubicBezTo>
                <a:cubicBezTo>
                  <a:pt x="2791905" y="1252405"/>
                  <a:pt x="2823649" y="1254473"/>
                  <a:pt x="2851765" y="1267165"/>
                </a:cubicBezTo>
                <a:lnTo>
                  <a:pt x="2852787" y="1266399"/>
                </a:lnTo>
                <a:cubicBezTo>
                  <a:pt x="2889153" y="1284199"/>
                  <a:pt x="2922223" y="1308025"/>
                  <a:pt x="2950594" y="1336883"/>
                </a:cubicBezTo>
                <a:cubicBezTo>
                  <a:pt x="2950594" y="1336883"/>
                  <a:pt x="2913311" y="1356546"/>
                  <a:pt x="2835166" y="1338926"/>
                </a:cubicBezTo>
                <a:cubicBezTo>
                  <a:pt x="2797600" y="1328685"/>
                  <a:pt x="2767211" y="1301054"/>
                  <a:pt x="2753446" y="1264612"/>
                </a:cubicBezTo>
                <a:lnTo>
                  <a:pt x="2689367" y="1288147"/>
                </a:lnTo>
                <a:lnTo>
                  <a:pt x="2691638" y="1299785"/>
                </a:lnTo>
                <a:cubicBezTo>
                  <a:pt x="2701094" y="1348278"/>
                  <a:pt x="2718523" y="1437818"/>
                  <a:pt x="2725610" y="1474784"/>
                </a:cubicBezTo>
                <a:cubicBezTo>
                  <a:pt x="2993216" y="1476291"/>
                  <a:pt x="3259445" y="1436146"/>
                  <a:pt x="3514717" y="1355779"/>
                </a:cubicBezTo>
                <a:lnTo>
                  <a:pt x="3542042" y="1346586"/>
                </a:lnTo>
                <a:lnTo>
                  <a:pt x="3542042" y="1375188"/>
                </a:lnTo>
                <a:cubicBezTo>
                  <a:pt x="3541863" y="1455708"/>
                  <a:pt x="3514308" y="1533800"/>
                  <a:pt x="3463898" y="1596597"/>
                </a:cubicBezTo>
                <a:cubicBezTo>
                  <a:pt x="3413435" y="1657325"/>
                  <a:pt x="3345760" y="1701403"/>
                  <a:pt x="3269812" y="1723008"/>
                </a:cubicBezTo>
                <a:cubicBezTo>
                  <a:pt x="3261514" y="1781079"/>
                  <a:pt x="3232834" y="1834325"/>
                  <a:pt x="3188859" y="1873167"/>
                </a:cubicBezTo>
                <a:cubicBezTo>
                  <a:pt x="3177317" y="1882923"/>
                  <a:pt x="3164829" y="1891477"/>
                  <a:pt x="3151575" y="1898704"/>
                </a:cubicBezTo>
                <a:cubicBezTo>
                  <a:pt x="3327017" y="1878785"/>
                  <a:pt x="3460578" y="1853759"/>
                  <a:pt x="3524421" y="1841756"/>
                </a:cubicBezTo>
                <a:lnTo>
                  <a:pt x="3553790" y="1836138"/>
                </a:lnTo>
                <a:lnTo>
                  <a:pt x="3552258" y="1836138"/>
                </a:lnTo>
                <a:cubicBezTo>
                  <a:pt x="3581114" y="1831286"/>
                  <a:pt x="3609206" y="1825157"/>
                  <a:pt x="3632188" y="1819539"/>
                </a:cubicBezTo>
                <a:cubicBezTo>
                  <a:pt x="3597713" y="1884685"/>
                  <a:pt x="3556190" y="1945821"/>
                  <a:pt x="3508332" y="2001875"/>
                </a:cubicBezTo>
                <a:cubicBezTo>
                  <a:pt x="3427557" y="2097922"/>
                  <a:pt x="3328395" y="2176832"/>
                  <a:pt x="3216695" y="2234010"/>
                </a:cubicBezTo>
                <a:cubicBezTo>
                  <a:pt x="3118402" y="2283757"/>
                  <a:pt x="3012804" y="2317466"/>
                  <a:pt x="2903862" y="2333861"/>
                </a:cubicBezTo>
                <a:cubicBezTo>
                  <a:pt x="2886930" y="2336237"/>
                  <a:pt x="2869872" y="2337335"/>
                  <a:pt x="2852787" y="2337181"/>
                </a:cubicBezTo>
                <a:cubicBezTo>
                  <a:pt x="2820917" y="2337054"/>
                  <a:pt x="2789096" y="2334755"/>
                  <a:pt x="2757531" y="2330287"/>
                </a:cubicBezTo>
                <a:lnTo>
                  <a:pt x="2727397" y="2325945"/>
                </a:lnTo>
                <a:lnTo>
                  <a:pt x="2785879" y="2570338"/>
                </a:lnTo>
                <a:lnTo>
                  <a:pt x="2591028" y="2582851"/>
                </a:lnTo>
                <a:lnTo>
                  <a:pt x="2395922" y="2570338"/>
                </a:lnTo>
                <a:lnTo>
                  <a:pt x="2454402" y="2325945"/>
                </a:lnTo>
                <a:lnTo>
                  <a:pt x="2424268" y="2330287"/>
                </a:lnTo>
                <a:cubicBezTo>
                  <a:pt x="2392705" y="2334755"/>
                  <a:pt x="2360884" y="2337054"/>
                  <a:pt x="2329014" y="2337181"/>
                </a:cubicBezTo>
                <a:cubicBezTo>
                  <a:pt x="2311929" y="2337360"/>
                  <a:pt x="2294845" y="2336237"/>
                  <a:pt x="2277939" y="2333861"/>
                </a:cubicBezTo>
                <a:cubicBezTo>
                  <a:pt x="2168920" y="2317518"/>
                  <a:pt x="2063220" y="2283808"/>
                  <a:pt x="1964850" y="2234010"/>
                </a:cubicBezTo>
                <a:cubicBezTo>
                  <a:pt x="1853124" y="2176857"/>
                  <a:pt x="1753987" y="2097922"/>
                  <a:pt x="1673213" y="2001875"/>
                </a:cubicBezTo>
                <a:cubicBezTo>
                  <a:pt x="1625355" y="1945821"/>
                  <a:pt x="1583832" y="1884685"/>
                  <a:pt x="1549355" y="1819539"/>
                </a:cubicBezTo>
                <a:cubicBezTo>
                  <a:pt x="1572595" y="1825157"/>
                  <a:pt x="1601197" y="1831286"/>
                  <a:pt x="1629288" y="1836138"/>
                </a:cubicBezTo>
                <a:lnTo>
                  <a:pt x="1658912" y="1841756"/>
                </a:lnTo>
                <a:cubicBezTo>
                  <a:pt x="1722500" y="1853759"/>
                  <a:pt x="1855805" y="1878785"/>
                  <a:pt x="2031502" y="1898449"/>
                </a:cubicBezTo>
                <a:cubicBezTo>
                  <a:pt x="2018249" y="1891733"/>
                  <a:pt x="2005736" y="1883587"/>
                  <a:pt x="1994219" y="1874188"/>
                </a:cubicBezTo>
                <a:cubicBezTo>
                  <a:pt x="1950370" y="1835270"/>
                  <a:pt x="1921692" y="1782075"/>
                  <a:pt x="1913264" y="1724029"/>
                </a:cubicBezTo>
                <a:cubicBezTo>
                  <a:pt x="1837342" y="1702347"/>
                  <a:pt x="1769694" y="1658295"/>
                  <a:pt x="1719180" y="1597619"/>
                </a:cubicBezTo>
                <a:cubicBezTo>
                  <a:pt x="1668948" y="1534720"/>
                  <a:pt x="1641419" y="1456704"/>
                  <a:pt x="1641035" y="1376209"/>
                </a:cubicBezTo>
                <a:lnTo>
                  <a:pt x="1641035" y="1347608"/>
                </a:lnTo>
                <a:lnTo>
                  <a:pt x="1668105" y="1356801"/>
                </a:lnTo>
                <a:cubicBezTo>
                  <a:pt x="1923836" y="1436963"/>
                  <a:pt x="2190499" y="1476750"/>
                  <a:pt x="2458489" y="1474784"/>
                </a:cubicBezTo>
                <a:cubicBezTo>
                  <a:pt x="2467938" y="1425496"/>
                  <a:pt x="2495773" y="1282743"/>
                  <a:pt x="2498583" y="1268442"/>
                </a:cubicBezTo>
                <a:lnTo>
                  <a:pt x="2498583" y="1265122"/>
                </a:lnTo>
                <a:cubicBezTo>
                  <a:pt x="2503689" y="1238818"/>
                  <a:pt x="2519013" y="1159397"/>
                  <a:pt x="2590261" y="1159397"/>
                </a:cubicBezTo>
                <a:lnTo>
                  <a:pt x="2593581" y="1159397"/>
                </a:lnTo>
                <a:cubicBezTo>
                  <a:pt x="2647019" y="1159397"/>
                  <a:pt x="2669141" y="1204503"/>
                  <a:pt x="2679017" y="1237829"/>
                </a:cubicBezTo>
                <a:lnTo>
                  <a:pt x="2683449" y="1256439"/>
                </a:lnTo>
                <a:lnTo>
                  <a:pt x="2744253" y="1234222"/>
                </a:lnTo>
                <a:cubicBezTo>
                  <a:pt x="2723593" y="1201738"/>
                  <a:pt x="2714604" y="1163203"/>
                  <a:pt x="2718716" y="1124922"/>
                </a:cubicBezTo>
                <a:cubicBezTo>
                  <a:pt x="2728036" y="1084726"/>
                  <a:pt x="2749105" y="1048182"/>
                  <a:pt x="2779239" y="1019963"/>
                </a:cubicBezTo>
                <a:cubicBezTo>
                  <a:pt x="2790756" y="1058219"/>
                  <a:pt x="2797370" y="1097776"/>
                  <a:pt x="2798903" y="1137691"/>
                </a:cubicBezTo>
                <a:cubicBezTo>
                  <a:pt x="2800436" y="1182126"/>
                  <a:pt x="2754723" y="1225284"/>
                  <a:pt x="2745785" y="1233201"/>
                </a:cubicBezTo>
                <a:cubicBezTo>
                  <a:pt x="2831234" y="1197040"/>
                  <a:pt x="2911523" y="1149744"/>
                  <a:pt x="2984560" y="1092490"/>
                </a:cubicBezTo>
                <a:cubicBezTo>
                  <a:pt x="2965714" y="1060440"/>
                  <a:pt x="2957311" y="1023309"/>
                  <a:pt x="2960554" y="986254"/>
                </a:cubicBezTo>
                <a:cubicBezTo>
                  <a:pt x="2967654" y="948076"/>
                  <a:pt x="2985351" y="912681"/>
                  <a:pt x="3011629" y="884104"/>
                </a:cubicBezTo>
                <a:cubicBezTo>
                  <a:pt x="3022228" y="921312"/>
                  <a:pt x="3028485" y="959618"/>
                  <a:pt x="3030273" y="998257"/>
                </a:cubicBezTo>
                <a:cubicBezTo>
                  <a:pt x="3032570" y="1041160"/>
                  <a:pt x="2992220" y="1085084"/>
                  <a:pt x="2985326" y="1092234"/>
                </a:cubicBezTo>
                <a:cubicBezTo>
                  <a:pt x="3011578" y="1071345"/>
                  <a:pt x="3036325" y="1048667"/>
                  <a:pt x="3059384" y="1024305"/>
                </a:cubicBezTo>
                <a:cubicBezTo>
                  <a:pt x="3065003" y="1018176"/>
                  <a:pt x="3071387" y="1010259"/>
                  <a:pt x="3075984" y="1004386"/>
                </a:cubicBezTo>
                <a:cubicBezTo>
                  <a:pt x="3069829" y="973077"/>
                  <a:pt x="3074988" y="940568"/>
                  <a:pt x="3090541" y="912707"/>
                </a:cubicBezTo>
                <a:cubicBezTo>
                  <a:pt x="3107753" y="880325"/>
                  <a:pt x="3134491" y="854022"/>
                  <a:pt x="3167153" y="837371"/>
                </a:cubicBezTo>
                <a:close/>
                <a:moveTo>
                  <a:pt x="1526596" y="823229"/>
                </a:moveTo>
                <a:cubicBezTo>
                  <a:pt x="1525096" y="823517"/>
                  <a:pt x="1523819" y="824092"/>
                  <a:pt x="1523819" y="824092"/>
                </a:cubicBezTo>
                <a:cubicBezTo>
                  <a:pt x="1523819" y="824092"/>
                  <a:pt x="1508497" y="833540"/>
                  <a:pt x="1508497" y="833540"/>
                </a:cubicBezTo>
                <a:cubicBezTo>
                  <a:pt x="1505330" y="837983"/>
                  <a:pt x="1501448" y="841865"/>
                  <a:pt x="1497005" y="845032"/>
                </a:cubicBezTo>
                <a:cubicBezTo>
                  <a:pt x="1493940" y="846820"/>
                  <a:pt x="1483981" y="831497"/>
                  <a:pt x="1475043" y="836860"/>
                </a:cubicBezTo>
                <a:cubicBezTo>
                  <a:pt x="1472489" y="838392"/>
                  <a:pt x="1470446" y="844521"/>
                  <a:pt x="1468148" y="848352"/>
                </a:cubicBezTo>
                <a:cubicBezTo>
                  <a:pt x="1464190" y="858541"/>
                  <a:pt x="1464190" y="869829"/>
                  <a:pt x="1468148" y="880018"/>
                </a:cubicBezTo>
                <a:cubicBezTo>
                  <a:pt x="1468148" y="883593"/>
                  <a:pt x="1466615" y="890999"/>
                  <a:pt x="1468148" y="893553"/>
                </a:cubicBezTo>
                <a:cubicBezTo>
                  <a:pt x="1469680" y="896107"/>
                  <a:pt x="1474787" y="898660"/>
                  <a:pt x="1476065" y="900959"/>
                </a:cubicBezTo>
                <a:cubicBezTo>
                  <a:pt x="1477341" y="903257"/>
                  <a:pt x="1479384" y="910408"/>
                  <a:pt x="1480917" y="912961"/>
                </a:cubicBezTo>
                <a:cubicBezTo>
                  <a:pt x="1486279" y="923687"/>
                  <a:pt x="1497260" y="922410"/>
                  <a:pt x="1506453" y="917047"/>
                </a:cubicBezTo>
                <a:cubicBezTo>
                  <a:pt x="1510796" y="914238"/>
                  <a:pt x="1515392" y="904023"/>
                  <a:pt x="1517690" y="901725"/>
                </a:cubicBezTo>
                <a:cubicBezTo>
                  <a:pt x="1519989" y="899427"/>
                  <a:pt x="1525862" y="899171"/>
                  <a:pt x="1528417" y="894064"/>
                </a:cubicBezTo>
                <a:cubicBezTo>
                  <a:pt x="1531071" y="890156"/>
                  <a:pt x="1533063" y="885841"/>
                  <a:pt x="1534290" y="881296"/>
                </a:cubicBezTo>
                <a:lnTo>
                  <a:pt x="1534290" y="880273"/>
                </a:lnTo>
                <a:cubicBezTo>
                  <a:pt x="1535055" y="874144"/>
                  <a:pt x="1531735" y="870569"/>
                  <a:pt x="1533013" y="865207"/>
                </a:cubicBezTo>
                <a:cubicBezTo>
                  <a:pt x="1532502" y="862397"/>
                  <a:pt x="1536843" y="858056"/>
                  <a:pt x="1536843" y="856013"/>
                </a:cubicBezTo>
                <a:cubicBezTo>
                  <a:pt x="1537303" y="852131"/>
                  <a:pt x="1538095" y="848275"/>
                  <a:pt x="1539142" y="844521"/>
                </a:cubicBezTo>
                <a:cubicBezTo>
                  <a:pt x="1538478" y="840665"/>
                  <a:pt x="1536997" y="837013"/>
                  <a:pt x="1534801" y="833796"/>
                </a:cubicBezTo>
                <a:cubicBezTo>
                  <a:pt x="1534366" y="830246"/>
                  <a:pt x="1532962" y="826875"/>
                  <a:pt x="1530714" y="824092"/>
                </a:cubicBezTo>
                <a:cubicBezTo>
                  <a:pt x="1529820" y="822942"/>
                  <a:pt x="1528096" y="822942"/>
                  <a:pt x="1526596" y="823229"/>
                </a:cubicBezTo>
                <a:close/>
                <a:moveTo>
                  <a:pt x="2519845" y="697503"/>
                </a:moveTo>
                <a:cubicBezTo>
                  <a:pt x="2147528" y="711129"/>
                  <a:pt x="1775424" y="834387"/>
                  <a:pt x="1454613" y="1074613"/>
                </a:cubicBezTo>
                <a:lnTo>
                  <a:pt x="1454358" y="1074613"/>
                </a:lnTo>
                <a:cubicBezTo>
                  <a:pt x="976297" y="1432443"/>
                  <a:pt x="695181" y="1994903"/>
                  <a:pt x="695895" y="2592045"/>
                </a:cubicBezTo>
                <a:cubicBezTo>
                  <a:pt x="695845" y="2688652"/>
                  <a:pt x="703123" y="2785107"/>
                  <a:pt x="717602" y="2880617"/>
                </a:cubicBezTo>
                <a:cubicBezTo>
                  <a:pt x="718879" y="2888533"/>
                  <a:pt x="720667" y="2896194"/>
                  <a:pt x="721944" y="2904112"/>
                </a:cubicBezTo>
                <a:cubicBezTo>
                  <a:pt x="727817" y="2939608"/>
                  <a:pt x="734713" y="2974594"/>
                  <a:pt x="742374" y="3009326"/>
                </a:cubicBezTo>
                <a:cubicBezTo>
                  <a:pt x="753610" y="3058357"/>
                  <a:pt x="765869" y="3107133"/>
                  <a:pt x="780680" y="3154633"/>
                </a:cubicBezTo>
                <a:cubicBezTo>
                  <a:pt x="797024" y="3205708"/>
                  <a:pt x="815922" y="3256783"/>
                  <a:pt x="836351" y="3307858"/>
                </a:cubicBezTo>
                <a:cubicBezTo>
                  <a:pt x="839161" y="3314497"/>
                  <a:pt x="841715" y="3321647"/>
                  <a:pt x="844523" y="3328287"/>
                </a:cubicBezTo>
                <a:cubicBezTo>
                  <a:pt x="903617" y="3468819"/>
                  <a:pt x="979413" y="3601716"/>
                  <a:pt x="1070274" y="3724117"/>
                </a:cubicBezTo>
                <a:lnTo>
                  <a:pt x="1071552" y="3725649"/>
                </a:lnTo>
                <a:cubicBezTo>
                  <a:pt x="1072190" y="3726517"/>
                  <a:pt x="1072828" y="3727360"/>
                  <a:pt x="1073466" y="3728229"/>
                </a:cubicBezTo>
                <a:cubicBezTo>
                  <a:pt x="1308791" y="4042483"/>
                  <a:pt x="1622942" y="4262887"/>
                  <a:pt x="1967899" y="4382545"/>
                </a:cubicBezTo>
                <a:lnTo>
                  <a:pt x="2049026" y="4406398"/>
                </a:lnTo>
                <a:lnTo>
                  <a:pt x="2043825" y="4382055"/>
                </a:lnTo>
                <a:cubicBezTo>
                  <a:pt x="2037249" y="4358784"/>
                  <a:pt x="2025629" y="4332544"/>
                  <a:pt x="2005455" y="4320669"/>
                </a:cubicBezTo>
                <a:cubicBezTo>
                  <a:pt x="1983032" y="4308794"/>
                  <a:pt x="1959053" y="4300214"/>
                  <a:pt x="1934205" y="4295132"/>
                </a:cubicBezTo>
                <a:lnTo>
                  <a:pt x="1922948" y="4284793"/>
                </a:lnTo>
                <a:lnTo>
                  <a:pt x="1977702" y="4288345"/>
                </a:lnTo>
                <a:cubicBezTo>
                  <a:pt x="1996402" y="4291512"/>
                  <a:pt x="2014776" y="4296600"/>
                  <a:pt x="2032525" y="4303559"/>
                </a:cubicBezTo>
                <a:cubicBezTo>
                  <a:pt x="2086920" y="4326287"/>
                  <a:pt x="2104029" y="4414392"/>
                  <a:pt x="2104029" y="4414392"/>
                </a:cubicBezTo>
                <a:cubicBezTo>
                  <a:pt x="2104029" y="4414392"/>
                  <a:pt x="2126247" y="4413370"/>
                  <a:pt x="2136462" y="4414392"/>
                </a:cubicBezTo>
                <a:cubicBezTo>
                  <a:pt x="2146676" y="4415413"/>
                  <a:pt x="2146676" y="4427416"/>
                  <a:pt x="2146676" y="4427416"/>
                </a:cubicBezTo>
                <a:lnTo>
                  <a:pt x="2232737" y="4427416"/>
                </a:lnTo>
                <a:cubicBezTo>
                  <a:pt x="2232737" y="4427416"/>
                  <a:pt x="2234206" y="4433992"/>
                  <a:pt x="2234717" y="4441366"/>
                </a:cubicBezTo>
                <a:lnTo>
                  <a:pt x="2232722" y="4451289"/>
                </a:lnTo>
                <a:lnTo>
                  <a:pt x="2321347" y="4468366"/>
                </a:lnTo>
                <a:cubicBezTo>
                  <a:pt x="2501426" y="4494230"/>
                  <a:pt x="2685206" y="4494332"/>
                  <a:pt x="2866682" y="4467810"/>
                </a:cubicBezTo>
                <a:lnTo>
                  <a:pt x="3008460" y="4439981"/>
                </a:lnTo>
                <a:lnTo>
                  <a:pt x="2998861" y="4439419"/>
                </a:lnTo>
                <a:lnTo>
                  <a:pt x="3013417" y="4434821"/>
                </a:lnTo>
                <a:lnTo>
                  <a:pt x="2921993" y="4434821"/>
                </a:lnTo>
                <a:cubicBezTo>
                  <a:pt x="2921993" y="4434821"/>
                  <a:pt x="2926591" y="4340334"/>
                  <a:pt x="2870918" y="4318882"/>
                </a:cubicBezTo>
                <a:cubicBezTo>
                  <a:pt x="2829446" y="4301976"/>
                  <a:pt x="2783376" y="4300061"/>
                  <a:pt x="2740678" y="4313519"/>
                </a:cubicBezTo>
                <a:cubicBezTo>
                  <a:pt x="2694199" y="4329353"/>
                  <a:pt x="2682452" y="4408518"/>
                  <a:pt x="2675558" y="4413115"/>
                </a:cubicBezTo>
                <a:lnTo>
                  <a:pt x="2669667" y="4426710"/>
                </a:lnTo>
                <a:lnTo>
                  <a:pt x="2669683" y="4426394"/>
                </a:lnTo>
                <a:lnTo>
                  <a:pt x="2668918" y="4428437"/>
                </a:lnTo>
                <a:lnTo>
                  <a:pt x="2669667" y="4426710"/>
                </a:lnTo>
                <a:lnTo>
                  <a:pt x="2667641" y="4465977"/>
                </a:lnTo>
                <a:cubicBezTo>
                  <a:pt x="2652216" y="4468046"/>
                  <a:pt x="2636587" y="4468046"/>
                  <a:pt x="2621163" y="4465977"/>
                </a:cubicBezTo>
                <a:cubicBezTo>
                  <a:pt x="2614523" y="4463679"/>
                  <a:pt x="2646700" y="4462147"/>
                  <a:pt x="2640827" y="4458827"/>
                </a:cubicBezTo>
                <a:cubicBezTo>
                  <a:pt x="2634952" y="4455507"/>
                  <a:pt x="2627036" y="4457295"/>
                  <a:pt x="2624483" y="4456018"/>
                </a:cubicBezTo>
                <a:cubicBezTo>
                  <a:pt x="2617587" y="4452442"/>
                  <a:pt x="2631123" y="4452442"/>
                  <a:pt x="2631632" y="4448356"/>
                </a:cubicBezTo>
                <a:cubicBezTo>
                  <a:pt x="2632144" y="4444271"/>
                  <a:pt x="2609159" y="4448356"/>
                  <a:pt x="2606095" y="4448356"/>
                </a:cubicBezTo>
                <a:cubicBezTo>
                  <a:pt x="2603031" y="4448356"/>
                  <a:pt x="2616055" y="4441717"/>
                  <a:pt x="2616055" y="4441717"/>
                </a:cubicBezTo>
                <a:lnTo>
                  <a:pt x="2572131" y="4441717"/>
                </a:lnTo>
                <a:lnTo>
                  <a:pt x="2581069" y="4434821"/>
                </a:lnTo>
                <a:lnTo>
                  <a:pt x="2490921" y="4434821"/>
                </a:lnTo>
                <a:cubicBezTo>
                  <a:pt x="2490921" y="4434821"/>
                  <a:pt x="2495773" y="4340334"/>
                  <a:pt x="2439846" y="4318882"/>
                </a:cubicBezTo>
                <a:cubicBezTo>
                  <a:pt x="2398374" y="4301976"/>
                  <a:pt x="2352304" y="4300061"/>
                  <a:pt x="2309606" y="4313519"/>
                </a:cubicBezTo>
                <a:cubicBezTo>
                  <a:pt x="2263127" y="4329353"/>
                  <a:pt x="2251381" y="4408518"/>
                  <a:pt x="2244485" y="4413115"/>
                </a:cubicBezTo>
                <a:cubicBezTo>
                  <a:pt x="2237590" y="4417712"/>
                  <a:pt x="2232993" y="4409540"/>
                  <a:pt x="2232993" y="4409540"/>
                </a:cubicBezTo>
                <a:cubicBezTo>
                  <a:pt x="2232993" y="4409540"/>
                  <a:pt x="2242953" y="4346207"/>
                  <a:pt x="2261595" y="4327309"/>
                </a:cubicBezTo>
                <a:cubicBezTo>
                  <a:pt x="2290376" y="4298197"/>
                  <a:pt x="2329959" y="4282287"/>
                  <a:pt x="2370896" y="4283385"/>
                </a:cubicBezTo>
                <a:cubicBezTo>
                  <a:pt x="2436782" y="4278788"/>
                  <a:pt x="2496540" y="4295643"/>
                  <a:pt x="2524121" y="4323479"/>
                </a:cubicBezTo>
                <a:cubicBezTo>
                  <a:pt x="2551700" y="4351315"/>
                  <a:pt x="2553488" y="4422564"/>
                  <a:pt x="2553488" y="4422564"/>
                </a:cubicBezTo>
                <a:lnTo>
                  <a:pt x="2655638" y="4420010"/>
                </a:lnTo>
                <a:cubicBezTo>
                  <a:pt x="2655638" y="4420010"/>
                  <a:pt x="2675302" y="4346207"/>
                  <a:pt x="2693944" y="4327309"/>
                </a:cubicBezTo>
                <a:cubicBezTo>
                  <a:pt x="2722700" y="4298146"/>
                  <a:pt x="2762283" y="4282236"/>
                  <a:pt x="2803245" y="4283385"/>
                </a:cubicBezTo>
                <a:cubicBezTo>
                  <a:pt x="2869132" y="4278788"/>
                  <a:pt x="2928888" y="4295643"/>
                  <a:pt x="2956469" y="4323479"/>
                </a:cubicBezTo>
                <a:cubicBezTo>
                  <a:pt x="2984050" y="4351315"/>
                  <a:pt x="2985836" y="4422564"/>
                  <a:pt x="2985836" y="4422564"/>
                </a:cubicBezTo>
                <a:lnTo>
                  <a:pt x="3087986" y="4420010"/>
                </a:lnTo>
                <a:cubicBezTo>
                  <a:pt x="3087986" y="4420010"/>
                  <a:pt x="3109694" y="4332417"/>
                  <a:pt x="3146978" y="4302538"/>
                </a:cubicBezTo>
                <a:cubicBezTo>
                  <a:pt x="3174942" y="4280130"/>
                  <a:pt x="3221148" y="4277688"/>
                  <a:pt x="3242503" y="4277867"/>
                </a:cubicBezTo>
                <a:cubicBezTo>
                  <a:pt x="3249622" y="4277927"/>
                  <a:pt x="3253979" y="4278278"/>
                  <a:pt x="3253979" y="4278278"/>
                </a:cubicBezTo>
                <a:lnTo>
                  <a:pt x="3253979" y="4316073"/>
                </a:lnTo>
                <a:cubicBezTo>
                  <a:pt x="3253979" y="4316073"/>
                  <a:pt x="3177367" y="4309688"/>
                  <a:pt x="3147744" y="4331395"/>
                </a:cubicBezTo>
                <a:cubicBezTo>
                  <a:pt x="3125528" y="4347676"/>
                  <a:pt x="3112647" y="4384929"/>
                  <a:pt x="3107271" y="4407170"/>
                </a:cubicBezTo>
                <a:lnTo>
                  <a:pt x="3105871" y="4414745"/>
                </a:lnTo>
                <a:lnTo>
                  <a:pt x="3224786" y="4379014"/>
                </a:lnTo>
                <a:cubicBezTo>
                  <a:pt x="3400525" y="4316611"/>
                  <a:pt x="3569959" y="4227010"/>
                  <a:pt x="3727086" y="4109348"/>
                </a:cubicBezTo>
                <a:cubicBezTo>
                  <a:pt x="4565124" y="3481844"/>
                  <a:pt x="4735765" y="2293768"/>
                  <a:pt x="4108234" y="1455758"/>
                </a:cubicBezTo>
                <a:cubicBezTo>
                  <a:pt x="3755247" y="984364"/>
                  <a:pt x="3224908" y="724137"/>
                  <a:pt x="2679273" y="698354"/>
                </a:cubicBezTo>
                <a:cubicBezTo>
                  <a:pt x="2626225" y="695847"/>
                  <a:pt x="2573033" y="695556"/>
                  <a:pt x="2519845" y="697503"/>
                </a:cubicBezTo>
                <a:close/>
                <a:moveTo>
                  <a:pt x="1677810" y="686700"/>
                </a:moveTo>
                <a:cubicBezTo>
                  <a:pt x="1675333" y="689101"/>
                  <a:pt x="1672702" y="691323"/>
                  <a:pt x="1669894" y="693340"/>
                </a:cubicBezTo>
                <a:cubicBezTo>
                  <a:pt x="1667594" y="694617"/>
                  <a:pt x="1660700" y="693851"/>
                  <a:pt x="1658146" y="696149"/>
                </a:cubicBezTo>
                <a:cubicBezTo>
                  <a:pt x="1654801" y="698447"/>
                  <a:pt x="1651072" y="700184"/>
                  <a:pt x="1647165" y="701257"/>
                </a:cubicBezTo>
                <a:cubicBezTo>
                  <a:pt x="1644356" y="701257"/>
                  <a:pt x="1638483" y="697681"/>
                  <a:pt x="1633885" y="701257"/>
                </a:cubicBezTo>
                <a:cubicBezTo>
                  <a:pt x="1629288" y="704832"/>
                  <a:pt x="1625459" y="702533"/>
                  <a:pt x="1622648" y="704832"/>
                </a:cubicBezTo>
                <a:lnTo>
                  <a:pt x="1621883" y="703810"/>
                </a:lnTo>
                <a:cubicBezTo>
                  <a:pt x="1619584" y="709428"/>
                  <a:pt x="1626735" y="715302"/>
                  <a:pt x="1627246" y="721176"/>
                </a:cubicBezTo>
                <a:cubicBezTo>
                  <a:pt x="1627348" y="724904"/>
                  <a:pt x="1629008" y="728428"/>
                  <a:pt x="1631843" y="730880"/>
                </a:cubicBezTo>
                <a:cubicBezTo>
                  <a:pt x="1637104" y="733766"/>
                  <a:pt x="1641521" y="737979"/>
                  <a:pt x="1644612" y="743138"/>
                </a:cubicBezTo>
                <a:cubicBezTo>
                  <a:pt x="1647165" y="746968"/>
                  <a:pt x="1657636" y="749777"/>
                  <a:pt x="1659168" y="752331"/>
                </a:cubicBezTo>
                <a:cubicBezTo>
                  <a:pt x="1660700" y="754885"/>
                  <a:pt x="1672958" y="759992"/>
                  <a:pt x="1676534" y="762546"/>
                </a:cubicBezTo>
                <a:cubicBezTo>
                  <a:pt x="1680108" y="765100"/>
                  <a:pt x="1681641" y="771229"/>
                  <a:pt x="1683939" y="773527"/>
                </a:cubicBezTo>
                <a:cubicBezTo>
                  <a:pt x="1686824" y="777741"/>
                  <a:pt x="1692264" y="779350"/>
                  <a:pt x="1696963" y="777358"/>
                </a:cubicBezTo>
                <a:cubicBezTo>
                  <a:pt x="1699516" y="775826"/>
                  <a:pt x="1702071" y="768420"/>
                  <a:pt x="1704368" y="766121"/>
                </a:cubicBezTo>
                <a:cubicBezTo>
                  <a:pt x="1706668" y="763823"/>
                  <a:pt x="1711520" y="762291"/>
                  <a:pt x="1714073" y="759992"/>
                </a:cubicBezTo>
                <a:cubicBezTo>
                  <a:pt x="1717801" y="756877"/>
                  <a:pt x="1720764" y="752945"/>
                  <a:pt x="1722756" y="748501"/>
                </a:cubicBezTo>
                <a:cubicBezTo>
                  <a:pt x="1723829" y="744670"/>
                  <a:pt x="1724518" y="740737"/>
                  <a:pt x="1724798" y="736754"/>
                </a:cubicBezTo>
                <a:cubicBezTo>
                  <a:pt x="1725565" y="732157"/>
                  <a:pt x="1723522" y="725772"/>
                  <a:pt x="1723522" y="721686"/>
                </a:cubicBezTo>
                <a:cubicBezTo>
                  <a:pt x="1725284" y="717320"/>
                  <a:pt x="1725821" y="712544"/>
                  <a:pt x="1725054" y="707896"/>
                </a:cubicBezTo>
                <a:cubicBezTo>
                  <a:pt x="1724134" y="703938"/>
                  <a:pt x="1722296" y="700261"/>
                  <a:pt x="1719692" y="697171"/>
                </a:cubicBezTo>
                <a:cubicBezTo>
                  <a:pt x="1716372" y="695204"/>
                  <a:pt x="1712873" y="693595"/>
                  <a:pt x="1709221" y="692318"/>
                </a:cubicBezTo>
                <a:cubicBezTo>
                  <a:pt x="1703348" y="689509"/>
                  <a:pt x="1682407" y="682614"/>
                  <a:pt x="1677810" y="686700"/>
                </a:cubicBezTo>
                <a:close/>
                <a:moveTo>
                  <a:pt x="1542462" y="652224"/>
                </a:moveTo>
                <a:cubicBezTo>
                  <a:pt x="1544504" y="651715"/>
                  <a:pt x="1544504" y="659119"/>
                  <a:pt x="1544759" y="664482"/>
                </a:cubicBezTo>
                <a:cubicBezTo>
                  <a:pt x="1543815" y="670229"/>
                  <a:pt x="1542103" y="675795"/>
                  <a:pt x="1539651" y="681081"/>
                </a:cubicBezTo>
                <a:cubicBezTo>
                  <a:pt x="1535822" y="688487"/>
                  <a:pt x="1535566" y="693595"/>
                  <a:pt x="1532502" y="699468"/>
                </a:cubicBezTo>
                <a:cubicBezTo>
                  <a:pt x="1529334" y="704372"/>
                  <a:pt x="1525377" y="708689"/>
                  <a:pt x="1520754" y="712237"/>
                </a:cubicBezTo>
                <a:cubicBezTo>
                  <a:pt x="1516362" y="714816"/>
                  <a:pt x="1510718" y="713463"/>
                  <a:pt x="1507985" y="709173"/>
                </a:cubicBezTo>
                <a:cubicBezTo>
                  <a:pt x="1505432" y="705214"/>
                  <a:pt x="1505432" y="700107"/>
                  <a:pt x="1507985" y="696148"/>
                </a:cubicBezTo>
                <a:cubicBezTo>
                  <a:pt x="1512097" y="689432"/>
                  <a:pt x="1516720" y="683023"/>
                  <a:pt x="1521776" y="676995"/>
                </a:cubicBezTo>
                <a:cubicBezTo>
                  <a:pt x="1523666" y="674264"/>
                  <a:pt x="1525146" y="671250"/>
                  <a:pt x="1526117" y="668057"/>
                </a:cubicBezTo>
                <a:cubicBezTo>
                  <a:pt x="1527138" y="664482"/>
                  <a:pt x="1531481" y="663461"/>
                  <a:pt x="1533778" y="659119"/>
                </a:cubicBezTo>
                <a:cubicBezTo>
                  <a:pt x="1536179" y="656259"/>
                  <a:pt x="1539142" y="653935"/>
                  <a:pt x="1542462" y="652224"/>
                </a:cubicBezTo>
                <a:close/>
                <a:moveTo>
                  <a:pt x="1564424" y="581487"/>
                </a:moveTo>
                <a:cubicBezTo>
                  <a:pt x="1560848" y="581487"/>
                  <a:pt x="1554464" y="588381"/>
                  <a:pt x="1551911" y="588381"/>
                </a:cubicBezTo>
                <a:cubicBezTo>
                  <a:pt x="1547415" y="588662"/>
                  <a:pt x="1542972" y="589454"/>
                  <a:pt x="1538631" y="590680"/>
                </a:cubicBezTo>
                <a:cubicBezTo>
                  <a:pt x="1535847" y="591982"/>
                  <a:pt x="1533727" y="594383"/>
                  <a:pt x="1532758" y="597319"/>
                </a:cubicBezTo>
                <a:cubicBezTo>
                  <a:pt x="1531225" y="599618"/>
                  <a:pt x="1529871" y="601993"/>
                  <a:pt x="1528671" y="604470"/>
                </a:cubicBezTo>
                <a:cubicBezTo>
                  <a:pt x="1526961" y="607330"/>
                  <a:pt x="1525530" y="610318"/>
                  <a:pt x="1524330" y="613408"/>
                </a:cubicBezTo>
                <a:cubicBezTo>
                  <a:pt x="1522082" y="618056"/>
                  <a:pt x="1518966" y="622218"/>
                  <a:pt x="1515137" y="625666"/>
                </a:cubicBezTo>
                <a:cubicBezTo>
                  <a:pt x="1510285" y="630518"/>
                  <a:pt x="1510029" y="632050"/>
                  <a:pt x="1507476" y="633582"/>
                </a:cubicBezTo>
                <a:cubicBezTo>
                  <a:pt x="1504028" y="636928"/>
                  <a:pt x="1501014" y="640707"/>
                  <a:pt x="1498537" y="644819"/>
                </a:cubicBezTo>
                <a:cubicBezTo>
                  <a:pt x="1494452" y="650692"/>
                  <a:pt x="1487812" y="654778"/>
                  <a:pt x="1485258" y="658609"/>
                </a:cubicBezTo>
                <a:cubicBezTo>
                  <a:pt x="1480891" y="666143"/>
                  <a:pt x="1474864" y="672603"/>
                  <a:pt x="1467637" y="677507"/>
                </a:cubicBezTo>
                <a:cubicBezTo>
                  <a:pt x="1464828" y="676204"/>
                  <a:pt x="1461916" y="675081"/>
                  <a:pt x="1458954" y="674187"/>
                </a:cubicBezTo>
                <a:cubicBezTo>
                  <a:pt x="1452314" y="672910"/>
                  <a:pt x="1450016" y="671888"/>
                  <a:pt x="1445419" y="674187"/>
                </a:cubicBezTo>
                <a:cubicBezTo>
                  <a:pt x="1442303" y="678017"/>
                  <a:pt x="1439418" y="682028"/>
                  <a:pt x="1436737" y="686189"/>
                </a:cubicBezTo>
                <a:cubicBezTo>
                  <a:pt x="1436737" y="693595"/>
                  <a:pt x="1430097" y="701767"/>
                  <a:pt x="1438269" y="716068"/>
                </a:cubicBezTo>
                <a:cubicBezTo>
                  <a:pt x="1439801" y="718622"/>
                  <a:pt x="1443887" y="723985"/>
                  <a:pt x="1451548" y="735733"/>
                </a:cubicBezTo>
                <a:cubicBezTo>
                  <a:pt x="1456324" y="741963"/>
                  <a:pt x="1461457" y="747913"/>
                  <a:pt x="1466871" y="753608"/>
                </a:cubicBezTo>
                <a:cubicBezTo>
                  <a:pt x="1471212" y="758971"/>
                  <a:pt x="1477852" y="764334"/>
                  <a:pt x="1479384" y="766888"/>
                </a:cubicBezTo>
                <a:cubicBezTo>
                  <a:pt x="1480917" y="769441"/>
                  <a:pt x="1485768" y="776847"/>
                  <a:pt x="1487045" y="776847"/>
                </a:cubicBezTo>
                <a:cubicBezTo>
                  <a:pt x="1488322" y="776847"/>
                  <a:pt x="1489088" y="777613"/>
                  <a:pt x="1492664" y="780678"/>
                </a:cubicBezTo>
                <a:cubicBezTo>
                  <a:pt x="1496239" y="783742"/>
                  <a:pt x="1497260" y="786807"/>
                  <a:pt x="1501601" y="789105"/>
                </a:cubicBezTo>
                <a:cubicBezTo>
                  <a:pt x="1503925" y="790152"/>
                  <a:pt x="1506453" y="790688"/>
                  <a:pt x="1509008" y="790637"/>
                </a:cubicBezTo>
                <a:cubicBezTo>
                  <a:pt x="1514064" y="788799"/>
                  <a:pt x="1518942" y="786475"/>
                  <a:pt x="1523565" y="783742"/>
                </a:cubicBezTo>
                <a:cubicBezTo>
                  <a:pt x="1525862" y="782210"/>
                  <a:pt x="1527394" y="779401"/>
                  <a:pt x="1530970" y="777103"/>
                </a:cubicBezTo>
                <a:cubicBezTo>
                  <a:pt x="1534545" y="774805"/>
                  <a:pt x="1541695" y="774038"/>
                  <a:pt x="1543739" y="773527"/>
                </a:cubicBezTo>
                <a:cubicBezTo>
                  <a:pt x="1545782" y="773017"/>
                  <a:pt x="1551399" y="776081"/>
                  <a:pt x="1551399" y="778124"/>
                </a:cubicBezTo>
                <a:cubicBezTo>
                  <a:pt x="1554183" y="785479"/>
                  <a:pt x="1557427" y="792630"/>
                  <a:pt x="1561104" y="799575"/>
                </a:cubicBezTo>
                <a:cubicBezTo>
                  <a:pt x="1563581" y="804887"/>
                  <a:pt x="1566569" y="809918"/>
                  <a:pt x="1570041" y="814644"/>
                </a:cubicBezTo>
                <a:cubicBezTo>
                  <a:pt x="1571573" y="816941"/>
                  <a:pt x="1576426" y="823070"/>
                  <a:pt x="1576426" y="825624"/>
                </a:cubicBezTo>
                <a:cubicBezTo>
                  <a:pt x="1583066" y="837371"/>
                  <a:pt x="1581024" y="843244"/>
                  <a:pt x="1572085" y="848863"/>
                </a:cubicBezTo>
                <a:cubicBezTo>
                  <a:pt x="1569532" y="850395"/>
                  <a:pt x="1560339" y="847841"/>
                  <a:pt x="1551911" y="853204"/>
                </a:cubicBezTo>
                <a:cubicBezTo>
                  <a:pt x="1550634" y="853970"/>
                  <a:pt x="1540419" y="862142"/>
                  <a:pt x="1543483" y="864696"/>
                </a:cubicBezTo>
                <a:cubicBezTo>
                  <a:pt x="1546547" y="867250"/>
                  <a:pt x="1566212" y="868782"/>
                  <a:pt x="1572085" y="872102"/>
                </a:cubicBezTo>
                <a:cubicBezTo>
                  <a:pt x="1577958" y="875421"/>
                  <a:pt x="1580768" y="878997"/>
                  <a:pt x="1585365" y="880273"/>
                </a:cubicBezTo>
                <a:cubicBezTo>
                  <a:pt x="1590446" y="880708"/>
                  <a:pt x="1595554" y="880197"/>
                  <a:pt x="1600431" y="878741"/>
                </a:cubicBezTo>
                <a:cubicBezTo>
                  <a:pt x="1604262" y="878486"/>
                  <a:pt x="1608093" y="880018"/>
                  <a:pt x="1610647" y="880018"/>
                </a:cubicBezTo>
                <a:cubicBezTo>
                  <a:pt x="1613200" y="880018"/>
                  <a:pt x="1619584" y="878741"/>
                  <a:pt x="1621627" y="878741"/>
                </a:cubicBezTo>
                <a:cubicBezTo>
                  <a:pt x="1624156" y="879865"/>
                  <a:pt x="1627016" y="879865"/>
                  <a:pt x="1629544" y="878741"/>
                </a:cubicBezTo>
                <a:cubicBezTo>
                  <a:pt x="1632099" y="877209"/>
                  <a:pt x="1632864" y="871335"/>
                  <a:pt x="1638227" y="864696"/>
                </a:cubicBezTo>
                <a:cubicBezTo>
                  <a:pt x="1643589" y="858056"/>
                  <a:pt x="1640781" y="847075"/>
                  <a:pt x="1643589" y="843244"/>
                </a:cubicBezTo>
                <a:cubicBezTo>
                  <a:pt x="1647676" y="835328"/>
                  <a:pt x="1648161" y="826007"/>
                  <a:pt x="1644867" y="817707"/>
                </a:cubicBezTo>
                <a:cubicBezTo>
                  <a:pt x="1633120" y="794545"/>
                  <a:pt x="1619712" y="772276"/>
                  <a:pt x="1604773" y="751054"/>
                </a:cubicBezTo>
                <a:cubicBezTo>
                  <a:pt x="1600150" y="747351"/>
                  <a:pt x="1596321" y="742755"/>
                  <a:pt x="1593537" y="737520"/>
                </a:cubicBezTo>
                <a:cubicBezTo>
                  <a:pt x="1590473" y="732412"/>
                  <a:pt x="1593537" y="725006"/>
                  <a:pt x="1595834" y="725006"/>
                </a:cubicBezTo>
                <a:cubicBezTo>
                  <a:pt x="1599027" y="724470"/>
                  <a:pt x="1601709" y="722350"/>
                  <a:pt x="1602986" y="719388"/>
                </a:cubicBezTo>
                <a:cubicBezTo>
                  <a:pt x="1604186" y="712978"/>
                  <a:pt x="1604951" y="706492"/>
                  <a:pt x="1605283" y="699980"/>
                </a:cubicBezTo>
                <a:cubicBezTo>
                  <a:pt x="1604262" y="681618"/>
                  <a:pt x="1604262" y="663180"/>
                  <a:pt x="1605283" y="644819"/>
                </a:cubicBezTo>
                <a:cubicBezTo>
                  <a:pt x="1605565" y="639379"/>
                  <a:pt x="1605565" y="633914"/>
                  <a:pt x="1605283" y="628475"/>
                </a:cubicBezTo>
                <a:cubicBezTo>
                  <a:pt x="1606561" y="620252"/>
                  <a:pt x="1608450" y="612157"/>
                  <a:pt x="1610902" y="604214"/>
                </a:cubicBezTo>
                <a:cubicBezTo>
                  <a:pt x="1609855" y="599847"/>
                  <a:pt x="1607327" y="595966"/>
                  <a:pt x="1603751" y="593233"/>
                </a:cubicBezTo>
                <a:cubicBezTo>
                  <a:pt x="1601198" y="591701"/>
                  <a:pt x="1595069" y="583784"/>
                  <a:pt x="1589961" y="581487"/>
                </a:cubicBezTo>
                <a:cubicBezTo>
                  <a:pt x="1581457" y="580643"/>
                  <a:pt x="1572928" y="580643"/>
                  <a:pt x="1564424" y="581487"/>
                </a:cubicBezTo>
                <a:close/>
                <a:moveTo>
                  <a:pt x="3745927" y="547011"/>
                </a:moveTo>
                <a:cubicBezTo>
                  <a:pt x="3744490" y="547266"/>
                  <a:pt x="3743150" y="548160"/>
                  <a:pt x="3742001" y="550332"/>
                </a:cubicBezTo>
                <a:cubicBezTo>
                  <a:pt x="3740111" y="556485"/>
                  <a:pt x="3737174" y="562282"/>
                  <a:pt x="3733318" y="567441"/>
                </a:cubicBezTo>
                <a:cubicBezTo>
                  <a:pt x="3729717" y="573902"/>
                  <a:pt x="3725325" y="579903"/>
                  <a:pt x="3720294" y="585317"/>
                </a:cubicBezTo>
                <a:cubicBezTo>
                  <a:pt x="3710385" y="591727"/>
                  <a:pt x="3702239" y="600511"/>
                  <a:pt x="3696544" y="610854"/>
                </a:cubicBezTo>
                <a:cubicBezTo>
                  <a:pt x="3683138" y="611135"/>
                  <a:pt x="3669831" y="608607"/>
                  <a:pt x="3657473" y="603448"/>
                </a:cubicBezTo>
                <a:cubicBezTo>
                  <a:pt x="3650321" y="599873"/>
                  <a:pt x="3641893" y="591446"/>
                  <a:pt x="3637808" y="591446"/>
                </a:cubicBezTo>
                <a:cubicBezTo>
                  <a:pt x="3634105" y="590603"/>
                  <a:pt x="3630275" y="590603"/>
                  <a:pt x="3626572" y="591446"/>
                </a:cubicBezTo>
                <a:cubicBezTo>
                  <a:pt x="3622231" y="591701"/>
                  <a:pt x="3618655" y="589404"/>
                  <a:pt x="3614824" y="589404"/>
                </a:cubicBezTo>
                <a:cubicBezTo>
                  <a:pt x="3610891" y="590807"/>
                  <a:pt x="3606882" y="592008"/>
                  <a:pt x="3602822" y="592978"/>
                </a:cubicBezTo>
                <a:cubicBezTo>
                  <a:pt x="3597281" y="593565"/>
                  <a:pt x="3592683" y="597523"/>
                  <a:pt x="3591330" y="602937"/>
                </a:cubicBezTo>
                <a:cubicBezTo>
                  <a:pt x="3586989" y="612744"/>
                  <a:pt x="3588699" y="624159"/>
                  <a:pt x="3595671" y="632305"/>
                </a:cubicBezTo>
                <a:cubicBezTo>
                  <a:pt x="3601545" y="636902"/>
                  <a:pt x="3601800" y="642265"/>
                  <a:pt x="3605886" y="646862"/>
                </a:cubicBezTo>
                <a:cubicBezTo>
                  <a:pt x="3608235" y="649492"/>
                  <a:pt x="3611376" y="651280"/>
                  <a:pt x="3614824" y="651969"/>
                </a:cubicBezTo>
                <a:cubicBezTo>
                  <a:pt x="3618451" y="652684"/>
                  <a:pt x="3622027" y="653629"/>
                  <a:pt x="3625551" y="654778"/>
                </a:cubicBezTo>
                <a:lnTo>
                  <a:pt x="3632700" y="658864"/>
                </a:lnTo>
                <a:cubicBezTo>
                  <a:pt x="3635255" y="660398"/>
                  <a:pt x="3643172" y="660398"/>
                  <a:pt x="3642149" y="663717"/>
                </a:cubicBezTo>
                <a:cubicBezTo>
                  <a:pt x="3641128" y="667036"/>
                  <a:pt x="3634233" y="672144"/>
                  <a:pt x="3630913" y="674442"/>
                </a:cubicBezTo>
                <a:cubicBezTo>
                  <a:pt x="3620851" y="684070"/>
                  <a:pt x="3608722" y="691247"/>
                  <a:pt x="3595415" y="695383"/>
                </a:cubicBezTo>
                <a:cubicBezTo>
                  <a:pt x="3572075" y="702431"/>
                  <a:pt x="3548376" y="708228"/>
                  <a:pt x="3524422" y="712748"/>
                </a:cubicBezTo>
                <a:cubicBezTo>
                  <a:pt x="3522123" y="712748"/>
                  <a:pt x="3517782" y="712748"/>
                  <a:pt x="3515738" y="712748"/>
                </a:cubicBezTo>
                <a:cubicBezTo>
                  <a:pt x="3511092" y="713617"/>
                  <a:pt x="3506393" y="714204"/>
                  <a:pt x="3501693" y="714536"/>
                </a:cubicBezTo>
                <a:cubicBezTo>
                  <a:pt x="3495463" y="715813"/>
                  <a:pt x="3489027" y="715813"/>
                  <a:pt x="3482796" y="714536"/>
                </a:cubicBezTo>
                <a:lnTo>
                  <a:pt x="3482796" y="713514"/>
                </a:lnTo>
                <a:cubicBezTo>
                  <a:pt x="3474879" y="711982"/>
                  <a:pt x="3469516" y="714281"/>
                  <a:pt x="3470283" y="716579"/>
                </a:cubicBezTo>
                <a:cubicBezTo>
                  <a:pt x="3471048" y="718877"/>
                  <a:pt x="3474624" y="721943"/>
                  <a:pt x="3477944" y="725517"/>
                </a:cubicBezTo>
                <a:cubicBezTo>
                  <a:pt x="3481264" y="729092"/>
                  <a:pt x="3476411" y="736498"/>
                  <a:pt x="3477944" y="740329"/>
                </a:cubicBezTo>
                <a:cubicBezTo>
                  <a:pt x="3479476" y="744159"/>
                  <a:pt x="3478965" y="748757"/>
                  <a:pt x="3481519" y="751054"/>
                </a:cubicBezTo>
                <a:cubicBezTo>
                  <a:pt x="3485375" y="753252"/>
                  <a:pt x="3489640" y="754732"/>
                  <a:pt x="3494032" y="755396"/>
                </a:cubicBezTo>
                <a:cubicBezTo>
                  <a:pt x="3501540" y="758129"/>
                  <a:pt x="3509226" y="760350"/>
                  <a:pt x="3517017" y="762035"/>
                </a:cubicBezTo>
                <a:cubicBezTo>
                  <a:pt x="3523145" y="762035"/>
                  <a:pt x="3539234" y="762035"/>
                  <a:pt x="3545874" y="762035"/>
                </a:cubicBezTo>
                <a:cubicBezTo>
                  <a:pt x="3559128" y="764538"/>
                  <a:pt x="3572713" y="764538"/>
                  <a:pt x="3585966" y="762035"/>
                </a:cubicBezTo>
                <a:cubicBezTo>
                  <a:pt x="3605631" y="755907"/>
                  <a:pt x="3617123" y="755140"/>
                  <a:pt x="3631168" y="750799"/>
                </a:cubicBezTo>
                <a:cubicBezTo>
                  <a:pt x="3645213" y="746457"/>
                  <a:pt x="3665643" y="726794"/>
                  <a:pt x="3668453" y="731901"/>
                </a:cubicBezTo>
                <a:cubicBezTo>
                  <a:pt x="3671262" y="737009"/>
                  <a:pt x="3675093" y="756928"/>
                  <a:pt x="3682754" y="773783"/>
                </a:cubicBezTo>
                <a:cubicBezTo>
                  <a:pt x="3684899" y="780984"/>
                  <a:pt x="3686610" y="788339"/>
                  <a:pt x="3687862" y="795745"/>
                </a:cubicBezTo>
                <a:cubicBezTo>
                  <a:pt x="3688832" y="808692"/>
                  <a:pt x="3690619" y="821588"/>
                  <a:pt x="3693224" y="834306"/>
                </a:cubicBezTo>
                <a:cubicBezTo>
                  <a:pt x="3699532" y="847918"/>
                  <a:pt x="3699532" y="863598"/>
                  <a:pt x="3693224" y="877209"/>
                </a:cubicBezTo>
                <a:cubicBezTo>
                  <a:pt x="3693327" y="883108"/>
                  <a:pt x="3695906" y="888675"/>
                  <a:pt x="3700375" y="892531"/>
                </a:cubicBezTo>
                <a:cubicBezTo>
                  <a:pt x="3705737" y="897894"/>
                  <a:pt x="3714676" y="898150"/>
                  <a:pt x="3719784" y="907599"/>
                </a:cubicBezTo>
                <a:cubicBezTo>
                  <a:pt x="3723129" y="911710"/>
                  <a:pt x="3727189" y="915157"/>
                  <a:pt x="3731786" y="917813"/>
                </a:cubicBezTo>
                <a:cubicBezTo>
                  <a:pt x="3737405" y="922155"/>
                  <a:pt x="3744043" y="923943"/>
                  <a:pt x="3747363" y="926496"/>
                </a:cubicBezTo>
                <a:cubicBezTo>
                  <a:pt x="3751935" y="929944"/>
                  <a:pt x="3756711" y="933110"/>
                  <a:pt x="3761664" y="935945"/>
                </a:cubicBezTo>
                <a:cubicBezTo>
                  <a:pt x="3763708" y="936711"/>
                  <a:pt x="3766261" y="939010"/>
                  <a:pt x="3769071" y="938499"/>
                </a:cubicBezTo>
                <a:cubicBezTo>
                  <a:pt x="3771880" y="937988"/>
                  <a:pt x="3775965" y="936711"/>
                  <a:pt x="3778775" y="936711"/>
                </a:cubicBezTo>
                <a:cubicBezTo>
                  <a:pt x="3785440" y="939699"/>
                  <a:pt x="3793050" y="939699"/>
                  <a:pt x="3799715" y="936711"/>
                </a:cubicBezTo>
                <a:cubicBezTo>
                  <a:pt x="3803801" y="935179"/>
                  <a:pt x="3805589" y="929305"/>
                  <a:pt x="3807121" y="927007"/>
                </a:cubicBezTo>
                <a:cubicBezTo>
                  <a:pt x="3808654" y="924709"/>
                  <a:pt x="3814527" y="924964"/>
                  <a:pt x="3814527" y="921389"/>
                </a:cubicBezTo>
                <a:cubicBezTo>
                  <a:pt x="3814527" y="917813"/>
                  <a:pt x="3809675" y="914494"/>
                  <a:pt x="3807377" y="911429"/>
                </a:cubicBezTo>
                <a:cubicBezTo>
                  <a:pt x="3797928" y="900193"/>
                  <a:pt x="3792054" y="893297"/>
                  <a:pt x="3785414" y="885892"/>
                </a:cubicBezTo>
                <a:cubicBezTo>
                  <a:pt x="3782861" y="882827"/>
                  <a:pt x="3781073" y="875421"/>
                  <a:pt x="3777753" y="870825"/>
                </a:cubicBezTo>
                <a:cubicBezTo>
                  <a:pt x="3773055" y="865973"/>
                  <a:pt x="3768867" y="860686"/>
                  <a:pt x="3765240" y="854991"/>
                </a:cubicBezTo>
                <a:cubicBezTo>
                  <a:pt x="3760668" y="842555"/>
                  <a:pt x="3754948" y="830578"/>
                  <a:pt x="3748130" y="819239"/>
                </a:cubicBezTo>
                <a:cubicBezTo>
                  <a:pt x="3739958" y="806981"/>
                  <a:pt x="3742001" y="781444"/>
                  <a:pt x="3738426" y="772250"/>
                </a:cubicBezTo>
                <a:cubicBezTo>
                  <a:pt x="3730534" y="753148"/>
                  <a:pt x="3725376" y="733025"/>
                  <a:pt x="3723102" y="712493"/>
                </a:cubicBezTo>
                <a:cubicBezTo>
                  <a:pt x="3722694" y="705368"/>
                  <a:pt x="3725504" y="698422"/>
                  <a:pt x="3730765" y="693595"/>
                </a:cubicBezTo>
                <a:cubicBezTo>
                  <a:pt x="3734850" y="690607"/>
                  <a:pt x="3739447" y="688360"/>
                  <a:pt x="3744299" y="686956"/>
                </a:cubicBezTo>
                <a:cubicBezTo>
                  <a:pt x="3753646" y="687212"/>
                  <a:pt x="3762916" y="688666"/>
                  <a:pt x="3771880" y="691297"/>
                </a:cubicBezTo>
                <a:cubicBezTo>
                  <a:pt x="3776732" y="692829"/>
                  <a:pt x="3781840" y="695383"/>
                  <a:pt x="3787713" y="697937"/>
                </a:cubicBezTo>
                <a:cubicBezTo>
                  <a:pt x="3793408" y="700516"/>
                  <a:pt x="3799588" y="701818"/>
                  <a:pt x="3805845" y="701767"/>
                </a:cubicBezTo>
                <a:cubicBezTo>
                  <a:pt x="3814885" y="703836"/>
                  <a:pt x="3824130" y="704960"/>
                  <a:pt x="3833424" y="705087"/>
                </a:cubicBezTo>
                <a:cubicBezTo>
                  <a:pt x="3839555" y="703555"/>
                  <a:pt x="3842363" y="701257"/>
                  <a:pt x="3846960" y="703555"/>
                </a:cubicBezTo>
                <a:cubicBezTo>
                  <a:pt x="3851556" y="705853"/>
                  <a:pt x="3852577" y="704321"/>
                  <a:pt x="3854876" y="700236"/>
                </a:cubicBezTo>
                <a:cubicBezTo>
                  <a:pt x="3858962" y="690275"/>
                  <a:pt x="3862282" y="676485"/>
                  <a:pt x="3854876" y="670611"/>
                </a:cubicBezTo>
                <a:cubicBezTo>
                  <a:pt x="3847471" y="664739"/>
                  <a:pt x="3841087" y="660398"/>
                  <a:pt x="3840831" y="655289"/>
                </a:cubicBezTo>
                <a:cubicBezTo>
                  <a:pt x="3840575" y="650182"/>
                  <a:pt x="3823720" y="645330"/>
                  <a:pt x="3820911" y="643797"/>
                </a:cubicBezTo>
                <a:cubicBezTo>
                  <a:pt x="3818102" y="642265"/>
                  <a:pt x="3808909" y="645330"/>
                  <a:pt x="3802525" y="645330"/>
                </a:cubicBezTo>
                <a:cubicBezTo>
                  <a:pt x="3798005" y="645023"/>
                  <a:pt x="3793561" y="644155"/>
                  <a:pt x="3789245" y="642776"/>
                </a:cubicBezTo>
                <a:cubicBezTo>
                  <a:pt x="3785414" y="641499"/>
                  <a:pt x="3777497" y="641499"/>
                  <a:pt x="3777497" y="641499"/>
                </a:cubicBezTo>
                <a:cubicBezTo>
                  <a:pt x="3774433" y="641678"/>
                  <a:pt x="3771395" y="640861"/>
                  <a:pt x="3768815" y="639201"/>
                </a:cubicBezTo>
                <a:cubicBezTo>
                  <a:pt x="3766772" y="637413"/>
                  <a:pt x="3775455" y="630008"/>
                  <a:pt x="3775455" y="628475"/>
                </a:cubicBezTo>
                <a:cubicBezTo>
                  <a:pt x="3783116" y="622091"/>
                  <a:pt x="3790012" y="616984"/>
                  <a:pt x="3793842" y="614174"/>
                </a:cubicBezTo>
                <a:cubicBezTo>
                  <a:pt x="3797673" y="611365"/>
                  <a:pt x="3795118" y="608301"/>
                  <a:pt x="3797673" y="602937"/>
                </a:cubicBezTo>
                <a:cubicBezTo>
                  <a:pt x="3800226" y="597575"/>
                  <a:pt x="3803801" y="596042"/>
                  <a:pt x="3800226" y="590680"/>
                </a:cubicBezTo>
                <a:cubicBezTo>
                  <a:pt x="3795706" y="584678"/>
                  <a:pt x="3793025" y="577502"/>
                  <a:pt x="3792565" y="569994"/>
                </a:cubicBezTo>
                <a:cubicBezTo>
                  <a:pt x="3792565" y="567185"/>
                  <a:pt x="3776988" y="561056"/>
                  <a:pt x="3774433" y="558502"/>
                </a:cubicBezTo>
                <a:cubicBezTo>
                  <a:pt x="3771880" y="555949"/>
                  <a:pt x="3765751" y="557736"/>
                  <a:pt x="3762687" y="555949"/>
                </a:cubicBezTo>
                <a:cubicBezTo>
                  <a:pt x="3759622" y="554161"/>
                  <a:pt x="3760388" y="550332"/>
                  <a:pt x="3750428" y="547521"/>
                </a:cubicBezTo>
                <a:cubicBezTo>
                  <a:pt x="3748895" y="547138"/>
                  <a:pt x="3747363" y="546755"/>
                  <a:pt x="3745927" y="547011"/>
                </a:cubicBezTo>
                <a:close/>
                <a:moveTo>
                  <a:pt x="2079258" y="507938"/>
                </a:moveTo>
                <a:lnTo>
                  <a:pt x="2080025" y="508960"/>
                </a:lnTo>
                <a:lnTo>
                  <a:pt x="2079445" y="508291"/>
                </a:lnTo>
                <a:close/>
                <a:moveTo>
                  <a:pt x="1469935" y="459418"/>
                </a:moveTo>
                <a:cubicBezTo>
                  <a:pt x="1466615" y="458141"/>
                  <a:pt x="1461508" y="462738"/>
                  <a:pt x="1456911" y="462738"/>
                </a:cubicBezTo>
                <a:cubicBezTo>
                  <a:pt x="1452314" y="462738"/>
                  <a:pt x="1450782" y="460950"/>
                  <a:pt x="1447718" y="462738"/>
                </a:cubicBezTo>
                <a:cubicBezTo>
                  <a:pt x="1443913" y="465419"/>
                  <a:pt x="1439903" y="467819"/>
                  <a:pt x="1435715" y="469888"/>
                </a:cubicBezTo>
                <a:cubicBezTo>
                  <a:pt x="1432268" y="471241"/>
                  <a:pt x="1428948" y="472876"/>
                  <a:pt x="1425756" y="474740"/>
                </a:cubicBezTo>
                <a:cubicBezTo>
                  <a:pt x="1421414" y="477549"/>
                  <a:pt x="1421414" y="480358"/>
                  <a:pt x="1419626" y="482401"/>
                </a:cubicBezTo>
                <a:cubicBezTo>
                  <a:pt x="1417839" y="484445"/>
                  <a:pt x="1413242" y="486487"/>
                  <a:pt x="1411965" y="488019"/>
                </a:cubicBezTo>
                <a:cubicBezTo>
                  <a:pt x="1410689" y="489552"/>
                  <a:pt x="1410689" y="493382"/>
                  <a:pt x="1405837" y="496447"/>
                </a:cubicBezTo>
                <a:cubicBezTo>
                  <a:pt x="1400984" y="499511"/>
                  <a:pt x="1394600" y="500277"/>
                  <a:pt x="1393068" y="507172"/>
                </a:cubicBezTo>
                <a:cubicBezTo>
                  <a:pt x="1391970" y="510493"/>
                  <a:pt x="1392634" y="514170"/>
                  <a:pt x="1394855" y="516877"/>
                </a:cubicBezTo>
                <a:cubicBezTo>
                  <a:pt x="1398686" y="519942"/>
                  <a:pt x="1416817" y="528368"/>
                  <a:pt x="1418350" y="534497"/>
                </a:cubicBezTo>
                <a:cubicBezTo>
                  <a:pt x="1419499" y="538073"/>
                  <a:pt x="1420342" y="541750"/>
                  <a:pt x="1420904" y="545478"/>
                </a:cubicBezTo>
                <a:cubicBezTo>
                  <a:pt x="1422691" y="549820"/>
                  <a:pt x="1422691" y="551352"/>
                  <a:pt x="1422691" y="554673"/>
                </a:cubicBezTo>
                <a:cubicBezTo>
                  <a:pt x="1422564" y="557890"/>
                  <a:pt x="1423560" y="561056"/>
                  <a:pt x="1425500" y="563610"/>
                </a:cubicBezTo>
                <a:cubicBezTo>
                  <a:pt x="1428896" y="565219"/>
                  <a:pt x="1432829" y="565219"/>
                  <a:pt x="1436226" y="563610"/>
                </a:cubicBezTo>
                <a:cubicBezTo>
                  <a:pt x="1439801" y="561567"/>
                  <a:pt x="1444143" y="560290"/>
                  <a:pt x="1445675" y="561567"/>
                </a:cubicBezTo>
                <a:cubicBezTo>
                  <a:pt x="1447207" y="562844"/>
                  <a:pt x="1450527" y="562844"/>
                  <a:pt x="1451293" y="568207"/>
                </a:cubicBezTo>
                <a:cubicBezTo>
                  <a:pt x="1452059" y="573570"/>
                  <a:pt x="1448739" y="575868"/>
                  <a:pt x="1444143" y="581487"/>
                </a:cubicBezTo>
                <a:cubicBezTo>
                  <a:pt x="1439545" y="587104"/>
                  <a:pt x="1423457" y="602171"/>
                  <a:pt x="1421925" y="607024"/>
                </a:cubicBezTo>
                <a:cubicBezTo>
                  <a:pt x="1420392" y="611877"/>
                  <a:pt x="1413498" y="612642"/>
                  <a:pt x="1408645" y="617749"/>
                </a:cubicBezTo>
                <a:cubicBezTo>
                  <a:pt x="1399197" y="627760"/>
                  <a:pt x="1389058" y="637055"/>
                  <a:pt x="1378256" y="645585"/>
                </a:cubicBezTo>
                <a:cubicBezTo>
                  <a:pt x="1374681" y="648139"/>
                  <a:pt x="1369317" y="657843"/>
                  <a:pt x="1366764" y="659120"/>
                </a:cubicBezTo>
                <a:cubicBezTo>
                  <a:pt x="1364210" y="660398"/>
                  <a:pt x="1359869" y="657077"/>
                  <a:pt x="1357826" y="659120"/>
                </a:cubicBezTo>
                <a:lnTo>
                  <a:pt x="1357826" y="658098"/>
                </a:lnTo>
                <a:cubicBezTo>
                  <a:pt x="1349858" y="666373"/>
                  <a:pt x="1343525" y="676077"/>
                  <a:pt x="1339183" y="686700"/>
                </a:cubicBezTo>
                <a:cubicBezTo>
                  <a:pt x="1338647" y="690275"/>
                  <a:pt x="1339669" y="693902"/>
                  <a:pt x="1341993" y="696660"/>
                </a:cubicBezTo>
                <a:cubicBezTo>
                  <a:pt x="1345568" y="701767"/>
                  <a:pt x="1349398" y="706364"/>
                  <a:pt x="1349398" y="707641"/>
                </a:cubicBezTo>
                <a:cubicBezTo>
                  <a:pt x="1351697" y="713260"/>
                  <a:pt x="1356038" y="719388"/>
                  <a:pt x="1360635" y="718877"/>
                </a:cubicBezTo>
                <a:cubicBezTo>
                  <a:pt x="1365232" y="718367"/>
                  <a:pt x="1367019" y="713514"/>
                  <a:pt x="1373915" y="712237"/>
                </a:cubicBezTo>
                <a:cubicBezTo>
                  <a:pt x="1380810" y="710961"/>
                  <a:pt x="1379788" y="715302"/>
                  <a:pt x="1383618" y="712237"/>
                </a:cubicBezTo>
                <a:cubicBezTo>
                  <a:pt x="1387450" y="709173"/>
                  <a:pt x="1389237" y="705087"/>
                  <a:pt x="1389237" y="702278"/>
                </a:cubicBezTo>
                <a:cubicBezTo>
                  <a:pt x="1391408" y="698830"/>
                  <a:pt x="1394064" y="695741"/>
                  <a:pt x="1397154" y="693084"/>
                </a:cubicBezTo>
                <a:cubicBezTo>
                  <a:pt x="1401495" y="690020"/>
                  <a:pt x="1406858" y="687212"/>
                  <a:pt x="1406858" y="683125"/>
                </a:cubicBezTo>
                <a:cubicBezTo>
                  <a:pt x="1408901" y="681235"/>
                  <a:pt x="1411225" y="679677"/>
                  <a:pt x="1413753" y="678529"/>
                </a:cubicBezTo>
                <a:cubicBezTo>
                  <a:pt x="1417124" y="677226"/>
                  <a:pt x="1420162" y="675234"/>
                  <a:pt x="1422691" y="672654"/>
                </a:cubicBezTo>
                <a:cubicBezTo>
                  <a:pt x="1425398" y="669488"/>
                  <a:pt x="1428284" y="666500"/>
                  <a:pt x="1431374" y="663717"/>
                </a:cubicBezTo>
                <a:cubicBezTo>
                  <a:pt x="1434821" y="662082"/>
                  <a:pt x="1437809" y="659631"/>
                  <a:pt x="1440057" y="656566"/>
                </a:cubicBezTo>
                <a:cubicBezTo>
                  <a:pt x="1442355" y="653246"/>
                  <a:pt x="1447462" y="650948"/>
                  <a:pt x="1449761" y="647117"/>
                </a:cubicBezTo>
                <a:cubicBezTo>
                  <a:pt x="1452059" y="643287"/>
                  <a:pt x="1457422" y="641499"/>
                  <a:pt x="1459976" y="636647"/>
                </a:cubicBezTo>
                <a:cubicBezTo>
                  <a:pt x="1462530" y="631795"/>
                  <a:pt x="1470446" y="631284"/>
                  <a:pt x="1470446" y="625921"/>
                </a:cubicBezTo>
                <a:cubicBezTo>
                  <a:pt x="1482168" y="612386"/>
                  <a:pt x="1494808" y="599694"/>
                  <a:pt x="1508241" y="587871"/>
                </a:cubicBezTo>
                <a:cubicBezTo>
                  <a:pt x="1513400" y="581716"/>
                  <a:pt x="1518201" y="575230"/>
                  <a:pt x="1522542" y="568463"/>
                </a:cubicBezTo>
                <a:cubicBezTo>
                  <a:pt x="1527650" y="564121"/>
                  <a:pt x="1533779" y="563354"/>
                  <a:pt x="1536078" y="561056"/>
                </a:cubicBezTo>
                <a:cubicBezTo>
                  <a:pt x="1539243" y="556383"/>
                  <a:pt x="1542844" y="552042"/>
                  <a:pt x="1546803" y="548032"/>
                </a:cubicBezTo>
                <a:cubicBezTo>
                  <a:pt x="1549356" y="544968"/>
                  <a:pt x="1554975" y="538583"/>
                  <a:pt x="1558039" y="535774"/>
                </a:cubicBezTo>
                <a:lnTo>
                  <a:pt x="1571829" y="525048"/>
                </a:lnTo>
                <a:cubicBezTo>
                  <a:pt x="1574384" y="523516"/>
                  <a:pt x="1587408" y="514067"/>
                  <a:pt x="1589706" y="512280"/>
                </a:cubicBezTo>
                <a:cubicBezTo>
                  <a:pt x="1596601" y="508960"/>
                  <a:pt x="1602986" y="511514"/>
                  <a:pt x="1602986" y="508960"/>
                </a:cubicBezTo>
                <a:cubicBezTo>
                  <a:pt x="1606561" y="501554"/>
                  <a:pt x="1615499" y="484445"/>
                  <a:pt x="1612946" y="479081"/>
                </a:cubicBezTo>
                <a:cubicBezTo>
                  <a:pt x="1610391" y="473718"/>
                  <a:pt x="1608093" y="469632"/>
                  <a:pt x="1606561" y="467079"/>
                </a:cubicBezTo>
                <a:cubicBezTo>
                  <a:pt x="1604390" y="464806"/>
                  <a:pt x="1601198" y="463835"/>
                  <a:pt x="1598133" y="464525"/>
                </a:cubicBezTo>
                <a:cubicBezTo>
                  <a:pt x="1592106" y="466467"/>
                  <a:pt x="1585517" y="465342"/>
                  <a:pt x="1580513" y="461461"/>
                </a:cubicBezTo>
                <a:cubicBezTo>
                  <a:pt x="1577958" y="459418"/>
                  <a:pt x="1573617" y="462227"/>
                  <a:pt x="1569276" y="464014"/>
                </a:cubicBezTo>
                <a:cubicBezTo>
                  <a:pt x="1564935" y="465802"/>
                  <a:pt x="1559827" y="464014"/>
                  <a:pt x="1557528" y="465802"/>
                </a:cubicBezTo>
                <a:cubicBezTo>
                  <a:pt x="1550940" y="471191"/>
                  <a:pt x="1544786" y="477064"/>
                  <a:pt x="1539142" y="483423"/>
                </a:cubicBezTo>
                <a:cubicBezTo>
                  <a:pt x="1534290" y="489041"/>
                  <a:pt x="1510285" y="511259"/>
                  <a:pt x="1506965" y="514578"/>
                </a:cubicBezTo>
                <a:cubicBezTo>
                  <a:pt x="1503645" y="517898"/>
                  <a:pt x="1501091" y="513557"/>
                  <a:pt x="1501091" y="509471"/>
                </a:cubicBezTo>
                <a:cubicBezTo>
                  <a:pt x="1505944" y="498490"/>
                  <a:pt x="1509264" y="497724"/>
                  <a:pt x="1501091" y="483933"/>
                </a:cubicBezTo>
                <a:cubicBezTo>
                  <a:pt x="1492919" y="470143"/>
                  <a:pt x="1483981" y="471931"/>
                  <a:pt x="1481172" y="470143"/>
                </a:cubicBezTo>
                <a:cubicBezTo>
                  <a:pt x="1478363" y="468355"/>
                  <a:pt x="1473255" y="460694"/>
                  <a:pt x="1469935" y="459418"/>
                </a:cubicBezTo>
                <a:close/>
                <a:moveTo>
                  <a:pt x="2278067" y="387274"/>
                </a:moveTo>
                <a:cubicBezTo>
                  <a:pt x="2280467" y="387351"/>
                  <a:pt x="2282357" y="389343"/>
                  <a:pt x="2282280" y="391744"/>
                </a:cubicBezTo>
                <a:cubicBezTo>
                  <a:pt x="2282816" y="398561"/>
                  <a:pt x="2280187" y="405253"/>
                  <a:pt x="2275130" y="409875"/>
                </a:cubicBezTo>
                <a:cubicBezTo>
                  <a:pt x="2270227" y="411382"/>
                  <a:pt x="2264966" y="411382"/>
                  <a:pt x="2260063" y="409875"/>
                </a:cubicBezTo>
                <a:cubicBezTo>
                  <a:pt x="2258378" y="407500"/>
                  <a:pt x="2257586" y="404614"/>
                  <a:pt x="2257765" y="401703"/>
                </a:cubicBezTo>
                <a:cubicBezTo>
                  <a:pt x="2257611" y="398408"/>
                  <a:pt x="2258607" y="395165"/>
                  <a:pt x="2260574" y="392510"/>
                </a:cubicBezTo>
                <a:cubicBezTo>
                  <a:pt x="2265911" y="390441"/>
                  <a:pt x="2271351" y="388730"/>
                  <a:pt x="2276918" y="387403"/>
                </a:cubicBezTo>
                <a:cubicBezTo>
                  <a:pt x="2277300" y="387300"/>
                  <a:pt x="2277684" y="387274"/>
                  <a:pt x="2278067" y="387274"/>
                </a:cubicBezTo>
                <a:close/>
                <a:moveTo>
                  <a:pt x="2329397" y="364450"/>
                </a:moveTo>
                <a:cubicBezTo>
                  <a:pt x="2331121" y="364546"/>
                  <a:pt x="2332717" y="365440"/>
                  <a:pt x="2333355" y="367738"/>
                </a:cubicBezTo>
                <a:cubicBezTo>
                  <a:pt x="2334199" y="371339"/>
                  <a:pt x="2334632" y="375016"/>
                  <a:pt x="2334632" y="378720"/>
                </a:cubicBezTo>
                <a:cubicBezTo>
                  <a:pt x="2332564" y="384950"/>
                  <a:pt x="2327610" y="389777"/>
                  <a:pt x="2321353" y="391744"/>
                </a:cubicBezTo>
                <a:cubicBezTo>
                  <a:pt x="2319566" y="392510"/>
                  <a:pt x="2312159" y="388168"/>
                  <a:pt x="2312159" y="385359"/>
                </a:cubicBezTo>
                <a:cubicBezTo>
                  <a:pt x="2312159" y="382550"/>
                  <a:pt x="2305774" y="372335"/>
                  <a:pt x="2312159" y="372080"/>
                </a:cubicBezTo>
                <a:cubicBezTo>
                  <a:pt x="2318543" y="371824"/>
                  <a:pt x="2320842" y="367738"/>
                  <a:pt x="2324673" y="365950"/>
                </a:cubicBezTo>
                <a:cubicBezTo>
                  <a:pt x="2325822" y="365057"/>
                  <a:pt x="2327674" y="364355"/>
                  <a:pt x="2329397" y="364450"/>
                </a:cubicBezTo>
                <a:close/>
                <a:moveTo>
                  <a:pt x="2264150" y="332241"/>
                </a:moveTo>
                <a:cubicBezTo>
                  <a:pt x="2273087" y="328921"/>
                  <a:pt x="2276407" y="334540"/>
                  <a:pt x="2276663" y="342967"/>
                </a:cubicBezTo>
                <a:cubicBezTo>
                  <a:pt x="2276918" y="351394"/>
                  <a:pt x="2268235" y="354714"/>
                  <a:pt x="2262106" y="361098"/>
                </a:cubicBezTo>
                <a:cubicBezTo>
                  <a:pt x="2259042" y="364162"/>
                  <a:pt x="2259042" y="361098"/>
                  <a:pt x="2255466" y="358289"/>
                </a:cubicBezTo>
                <a:cubicBezTo>
                  <a:pt x="2251891" y="355480"/>
                  <a:pt x="2251891" y="348585"/>
                  <a:pt x="2251891" y="344243"/>
                </a:cubicBezTo>
                <a:cubicBezTo>
                  <a:pt x="2250103" y="334284"/>
                  <a:pt x="2261851" y="336327"/>
                  <a:pt x="2264150" y="332241"/>
                </a:cubicBezTo>
                <a:close/>
                <a:moveTo>
                  <a:pt x="2981751" y="321771"/>
                </a:moveTo>
                <a:cubicBezTo>
                  <a:pt x="2974091" y="323558"/>
                  <a:pt x="2967195" y="322281"/>
                  <a:pt x="2964897" y="330199"/>
                </a:cubicBezTo>
                <a:cubicBezTo>
                  <a:pt x="2964131" y="333008"/>
                  <a:pt x="2962343" y="343223"/>
                  <a:pt x="2962343" y="346287"/>
                </a:cubicBezTo>
                <a:cubicBezTo>
                  <a:pt x="2961194" y="351931"/>
                  <a:pt x="2961194" y="357753"/>
                  <a:pt x="2962343" y="363397"/>
                </a:cubicBezTo>
                <a:cubicBezTo>
                  <a:pt x="2966352" y="370394"/>
                  <a:pt x="2968447" y="378311"/>
                  <a:pt x="2968471" y="386381"/>
                </a:cubicBezTo>
                <a:cubicBezTo>
                  <a:pt x="2967451" y="394297"/>
                  <a:pt x="2964642" y="401193"/>
                  <a:pt x="2969748" y="404769"/>
                </a:cubicBezTo>
                <a:cubicBezTo>
                  <a:pt x="2975648" y="407526"/>
                  <a:pt x="2982160" y="408675"/>
                  <a:pt x="2988647" y="408087"/>
                </a:cubicBezTo>
                <a:cubicBezTo>
                  <a:pt x="2993652" y="407781"/>
                  <a:pt x="2998708" y="407781"/>
                  <a:pt x="3003713" y="408087"/>
                </a:cubicBezTo>
                <a:cubicBezTo>
                  <a:pt x="3006522" y="409875"/>
                  <a:pt x="3005245" y="416514"/>
                  <a:pt x="3003713" y="422134"/>
                </a:cubicBezTo>
                <a:cubicBezTo>
                  <a:pt x="3002360" y="427904"/>
                  <a:pt x="2999933" y="433369"/>
                  <a:pt x="2996564" y="438221"/>
                </a:cubicBezTo>
                <a:cubicBezTo>
                  <a:pt x="2990179" y="448436"/>
                  <a:pt x="2980475" y="477549"/>
                  <a:pt x="2954937" y="481124"/>
                </a:cubicBezTo>
                <a:cubicBezTo>
                  <a:pt x="2942169" y="482657"/>
                  <a:pt x="2924803" y="487253"/>
                  <a:pt x="2913567" y="487253"/>
                </a:cubicBezTo>
                <a:cubicBezTo>
                  <a:pt x="2909736" y="487253"/>
                  <a:pt x="2903351" y="487253"/>
                  <a:pt x="2899266" y="487253"/>
                </a:cubicBezTo>
                <a:cubicBezTo>
                  <a:pt x="2887263" y="488274"/>
                  <a:pt x="2867344" y="491594"/>
                  <a:pt x="2861725" y="491594"/>
                </a:cubicBezTo>
                <a:cubicBezTo>
                  <a:pt x="2856108" y="491594"/>
                  <a:pt x="2848701" y="485976"/>
                  <a:pt x="2845636" y="485976"/>
                </a:cubicBezTo>
                <a:cubicBezTo>
                  <a:pt x="2834528" y="485951"/>
                  <a:pt x="2823598" y="488863"/>
                  <a:pt x="2813970" y="494404"/>
                </a:cubicBezTo>
                <a:cubicBezTo>
                  <a:pt x="2814558" y="500507"/>
                  <a:pt x="2813587" y="506661"/>
                  <a:pt x="2811162" y="512280"/>
                </a:cubicBezTo>
                <a:lnTo>
                  <a:pt x="2811162" y="511259"/>
                </a:lnTo>
                <a:cubicBezTo>
                  <a:pt x="2808353" y="516111"/>
                  <a:pt x="2806615" y="521499"/>
                  <a:pt x="2806054" y="527091"/>
                </a:cubicBezTo>
                <a:cubicBezTo>
                  <a:pt x="2813715" y="539349"/>
                  <a:pt x="2822908" y="556460"/>
                  <a:pt x="2825718" y="557736"/>
                </a:cubicBezTo>
                <a:cubicBezTo>
                  <a:pt x="2828527" y="559014"/>
                  <a:pt x="2873473" y="551097"/>
                  <a:pt x="2899010" y="549054"/>
                </a:cubicBezTo>
                <a:cubicBezTo>
                  <a:pt x="2918265" y="547675"/>
                  <a:pt x="2937622" y="548441"/>
                  <a:pt x="2956725" y="551352"/>
                </a:cubicBezTo>
                <a:cubicBezTo>
                  <a:pt x="2965663" y="552884"/>
                  <a:pt x="2979198" y="558758"/>
                  <a:pt x="2987625" y="559780"/>
                </a:cubicBezTo>
                <a:cubicBezTo>
                  <a:pt x="2996052" y="560801"/>
                  <a:pt x="3010353" y="562588"/>
                  <a:pt x="3015717" y="562588"/>
                </a:cubicBezTo>
                <a:cubicBezTo>
                  <a:pt x="3025522" y="562665"/>
                  <a:pt x="3035278" y="564299"/>
                  <a:pt x="3044574" y="567441"/>
                </a:cubicBezTo>
                <a:cubicBezTo>
                  <a:pt x="3049936" y="569484"/>
                  <a:pt x="3063981" y="571016"/>
                  <a:pt x="3072409" y="574336"/>
                </a:cubicBezTo>
                <a:cubicBezTo>
                  <a:pt x="3080837" y="577655"/>
                  <a:pt x="3095393" y="582763"/>
                  <a:pt x="3102287" y="584551"/>
                </a:cubicBezTo>
                <a:cubicBezTo>
                  <a:pt x="3109183" y="586338"/>
                  <a:pt x="3115056" y="586083"/>
                  <a:pt x="3121186" y="587615"/>
                </a:cubicBezTo>
                <a:cubicBezTo>
                  <a:pt x="3127111" y="589837"/>
                  <a:pt x="3132908" y="592416"/>
                  <a:pt x="3138552" y="595276"/>
                </a:cubicBezTo>
                <a:cubicBezTo>
                  <a:pt x="3141360" y="596042"/>
                  <a:pt x="3146213" y="596298"/>
                  <a:pt x="3155406" y="598341"/>
                </a:cubicBezTo>
                <a:cubicBezTo>
                  <a:pt x="3158981" y="599107"/>
                  <a:pt x="3163067" y="594766"/>
                  <a:pt x="3166131" y="591701"/>
                </a:cubicBezTo>
                <a:cubicBezTo>
                  <a:pt x="3169069" y="589275"/>
                  <a:pt x="3171418" y="586211"/>
                  <a:pt x="3173027" y="582763"/>
                </a:cubicBezTo>
                <a:cubicBezTo>
                  <a:pt x="3173639" y="580592"/>
                  <a:pt x="3173639" y="578294"/>
                  <a:pt x="3173027" y="576123"/>
                </a:cubicBezTo>
                <a:cubicBezTo>
                  <a:pt x="3173027" y="575613"/>
                  <a:pt x="3173027" y="572804"/>
                  <a:pt x="3173027" y="571527"/>
                </a:cubicBezTo>
                <a:cubicBezTo>
                  <a:pt x="3173666" y="567544"/>
                  <a:pt x="3173666" y="563509"/>
                  <a:pt x="3173027" y="559524"/>
                </a:cubicBezTo>
                <a:cubicBezTo>
                  <a:pt x="3171750" y="549564"/>
                  <a:pt x="3163578" y="545478"/>
                  <a:pt x="3159237" y="541392"/>
                </a:cubicBezTo>
                <a:cubicBezTo>
                  <a:pt x="3155738" y="537639"/>
                  <a:pt x="3151984" y="534140"/>
                  <a:pt x="3148000" y="530922"/>
                </a:cubicBezTo>
                <a:cubicBezTo>
                  <a:pt x="3144041" y="528266"/>
                  <a:pt x="3139853" y="525942"/>
                  <a:pt x="3135487" y="524027"/>
                </a:cubicBezTo>
                <a:cubicBezTo>
                  <a:pt x="3131375" y="523108"/>
                  <a:pt x="3127187" y="522520"/>
                  <a:pt x="3122973" y="522239"/>
                </a:cubicBezTo>
                <a:cubicBezTo>
                  <a:pt x="3118376" y="522239"/>
                  <a:pt x="3115056" y="525559"/>
                  <a:pt x="3108927" y="524027"/>
                </a:cubicBezTo>
                <a:cubicBezTo>
                  <a:pt x="3092634" y="519379"/>
                  <a:pt x="3076112" y="515727"/>
                  <a:pt x="3059385" y="513046"/>
                </a:cubicBezTo>
                <a:cubicBezTo>
                  <a:pt x="3056320" y="508704"/>
                  <a:pt x="3061428" y="497979"/>
                  <a:pt x="3064748" y="485210"/>
                </a:cubicBezTo>
                <a:cubicBezTo>
                  <a:pt x="3066025" y="481635"/>
                  <a:pt x="3066792" y="477038"/>
                  <a:pt x="3069345" y="475251"/>
                </a:cubicBezTo>
                <a:cubicBezTo>
                  <a:pt x="3071873" y="472722"/>
                  <a:pt x="3073636" y="469530"/>
                  <a:pt x="3074452" y="466057"/>
                </a:cubicBezTo>
                <a:cubicBezTo>
                  <a:pt x="3075628" y="462635"/>
                  <a:pt x="3077746" y="459622"/>
                  <a:pt x="3080581" y="457374"/>
                </a:cubicBezTo>
                <a:cubicBezTo>
                  <a:pt x="3083544" y="455050"/>
                  <a:pt x="3085842" y="451960"/>
                  <a:pt x="3087221" y="448436"/>
                </a:cubicBezTo>
                <a:cubicBezTo>
                  <a:pt x="3091051" y="434135"/>
                  <a:pt x="3083134" y="436434"/>
                  <a:pt x="3087221" y="424431"/>
                </a:cubicBezTo>
                <a:cubicBezTo>
                  <a:pt x="3091306" y="412429"/>
                  <a:pt x="3103566" y="414982"/>
                  <a:pt x="3118632" y="412429"/>
                </a:cubicBezTo>
                <a:cubicBezTo>
                  <a:pt x="3124174" y="411739"/>
                  <a:pt x="3129485" y="409824"/>
                  <a:pt x="3134209" y="406811"/>
                </a:cubicBezTo>
                <a:cubicBezTo>
                  <a:pt x="3140467" y="402035"/>
                  <a:pt x="3147566" y="398460"/>
                  <a:pt x="3155150" y="396340"/>
                </a:cubicBezTo>
                <a:cubicBezTo>
                  <a:pt x="3169451" y="390977"/>
                  <a:pt x="3178390" y="393276"/>
                  <a:pt x="3182220" y="381528"/>
                </a:cubicBezTo>
                <a:cubicBezTo>
                  <a:pt x="3182987" y="379741"/>
                  <a:pt x="3179155" y="374633"/>
                  <a:pt x="3179155" y="371314"/>
                </a:cubicBezTo>
                <a:cubicBezTo>
                  <a:pt x="3179999" y="366666"/>
                  <a:pt x="3179999" y="361916"/>
                  <a:pt x="3179155" y="357268"/>
                </a:cubicBezTo>
                <a:cubicBezTo>
                  <a:pt x="3176858" y="350884"/>
                  <a:pt x="3172006" y="346798"/>
                  <a:pt x="3168941" y="340413"/>
                </a:cubicBezTo>
                <a:cubicBezTo>
                  <a:pt x="3167230" y="336940"/>
                  <a:pt x="3164345" y="334234"/>
                  <a:pt x="3160769" y="332752"/>
                </a:cubicBezTo>
                <a:cubicBezTo>
                  <a:pt x="3157705" y="332752"/>
                  <a:pt x="3155150" y="334541"/>
                  <a:pt x="3149277" y="332752"/>
                </a:cubicBezTo>
                <a:cubicBezTo>
                  <a:pt x="3145114" y="331194"/>
                  <a:pt x="3140645" y="330658"/>
                  <a:pt x="3136253" y="331220"/>
                </a:cubicBezTo>
                <a:cubicBezTo>
                  <a:pt x="3120088" y="335638"/>
                  <a:pt x="3103463" y="338217"/>
                  <a:pt x="3086710" y="338882"/>
                </a:cubicBezTo>
                <a:lnTo>
                  <a:pt x="3078793" y="338882"/>
                </a:lnTo>
                <a:lnTo>
                  <a:pt x="3067557" y="338882"/>
                </a:lnTo>
                <a:cubicBezTo>
                  <a:pt x="3046106" y="338370"/>
                  <a:pt x="3008054" y="334029"/>
                  <a:pt x="3005245" y="334029"/>
                </a:cubicBezTo>
                <a:cubicBezTo>
                  <a:pt x="2997840" y="330964"/>
                  <a:pt x="2984816" y="321771"/>
                  <a:pt x="2981751" y="321771"/>
                </a:cubicBezTo>
                <a:close/>
                <a:moveTo>
                  <a:pt x="2172726" y="304151"/>
                </a:moveTo>
                <a:cubicBezTo>
                  <a:pt x="2168639" y="307215"/>
                  <a:pt x="2164042" y="308492"/>
                  <a:pt x="2152550" y="308492"/>
                </a:cubicBezTo>
                <a:cubicBezTo>
                  <a:pt x="2130079" y="310534"/>
                  <a:pt x="2107606" y="340158"/>
                  <a:pt x="2085642" y="352927"/>
                </a:cubicBezTo>
                <a:cubicBezTo>
                  <a:pt x="2080305" y="354689"/>
                  <a:pt x="2074840" y="356042"/>
                  <a:pt x="2069299" y="357013"/>
                </a:cubicBezTo>
                <a:cubicBezTo>
                  <a:pt x="2064703" y="359055"/>
                  <a:pt x="2058828" y="362886"/>
                  <a:pt x="2057807" y="366461"/>
                </a:cubicBezTo>
                <a:cubicBezTo>
                  <a:pt x="2056785" y="370037"/>
                  <a:pt x="2057296" y="374123"/>
                  <a:pt x="2053211" y="376421"/>
                </a:cubicBezTo>
                <a:cubicBezTo>
                  <a:pt x="2049124" y="378720"/>
                  <a:pt x="2045804" y="379230"/>
                  <a:pt x="2046059" y="382294"/>
                </a:cubicBezTo>
                <a:cubicBezTo>
                  <a:pt x="2046315" y="385359"/>
                  <a:pt x="2048614" y="398128"/>
                  <a:pt x="2052444" y="398894"/>
                </a:cubicBezTo>
                <a:cubicBezTo>
                  <a:pt x="2056275" y="399660"/>
                  <a:pt x="2059084" y="398894"/>
                  <a:pt x="2060616" y="402724"/>
                </a:cubicBezTo>
                <a:cubicBezTo>
                  <a:pt x="2062148" y="406555"/>
                  <a:pt x="2067256" y="411407"/>
                  <a:pt x="2071087" y="411407"/>
                </a:cubicBezTo>
                <a:cubicBezTo>
                  <a:pt x="2076220" y="411867"/>
                  <a:pt x="2081301" y="412990"/>
                  <a:pt x="2086153" y="414727"/>
                </a:cubicBezTo>
                <a:cubicBezTo>
                  <a:pt x="2091006" y="416004"/>
                  <a:pt x="2099943" y="416514"/>
                  <a:pt x="2099943" y="424431"/>
                </a:cubicBezTo>
                <a:cubicBezTo>
                  <a:pt x="2099943" y="432348"/>
                  <a:pt x="2102753" y="443840"/>
                  <a:pt x="2099943" y="449968"/>
                </a:cubicBezTo>
                <a:cubicBezTo>
                  <a:pt x="2097134" y="456098"/>
                  <a:pt x="2089218" y="465036"/>
                  <a:pt x="2086153" y="465036"/>
                </a:cubicBezTo>
                <a:cubicBezTo>
                  <a:pt x="2083089" y="465036"/>
                  <a:pt x="2077726" y="465036"/>
                  <a:pt x="2074661" y="465036"/>
                </a:cubicBezTo>
                <a:cubicBezTo>
                  <a:pt x="2065697" y="466951"/>
                  <a:pt x="2059620" y="475327"/>
                  <a:pt x="2060616" y="484445"/>
                </a:cubicBezTo>
                <a:cubicBezTo>
                  <a:pt x="2061383" y="490573"/>
                  <a:pt x="2073385" y="501299"/>
                  <a:pt x="2073385" y="501299"/>
                </a:cubicBezTo>
                <a:lnTo>
                  <a:pt x="2079445" y="508291"/>
                </a:lnTo>
                <a:lnTo>
                  <a:pt x="2083856" y="516621"/>
                </a:lnTo>
                <a:cubicBezTo>
                  <a:pt x="2085388" y="520196"/>
                  <a:pt x="2083856" y="524027"/>
                  <a:pt x="2083856" y="529134"/>
                </a:cubicBezTo>
                <a:cubicBezTo>
                  <a:pt x="2084366" y="532352"/>
                  <a:pt x="2084366" y="535621"/>
                  <a:pt x="2083856" y="538839"/>
                </a:cubicBezTo>
                <a:cubicBezTo>
                  <a:pt x="2082400" y="543308"/>
                  <a:pt x="2079641" y="547215"/>
                  <a:pt x="2075938" y="550075"/>
                </a:cubicBezTo>
                <a:cubicBezTo>
                  <a:pt x="2073385" y="552118"/>
                  <a:pt x="2066745" y="560290"/>
                  <a:pt x="2064192" y="561567"/>
                </a:cubicBezTo>
                <a:cubicBezTo>
                  <a:pt x="2054308" y="567006"/>
                  <a:pt x="2047031" y="576225"/>
                  <a:pt x="2044016" y="587104"/>
                </a:cubicBezTo>
                <a:cubicBezTo>
                  <a:pt x="2044962" y="595174"/>
                  <a:pt x="2047464" y="602989"/>
                  <a:pt x="2051423" y="610088"/>
                </a:cubicBezTo>
                <a:cubicBezTo>
                  <a:pt x="2054334" y="614582"/>
                  <a:pt x="2058063" y="618464"/>
                  <a:pt x="2062404" y="621580"/>
                </a:cubicBezTo>
                <a:cubicBezTo>
                  <a:pt x="2066489" y="625155"/>
                  <a:pt x="2065213" y="633582"/>
                  <a:pt x="2070320" y="633582"/>
                </a:cubicBezTo>
                <a:cubicBezTo>
                  <a:pt x="2075480" y="633812"/>
                  <a:pt x="2080612" y="634502"/>
                  <a:pt x="2085642" y="635625"/>
                </a:cubicBezTo>
                <a:cubicBezTo>
                  <a:pt x="2089218" y="637413"/>
                  <a:pt x="2096113" y="633838"/>
                  <a:pt x="2096113" y="633838"/>
                </a:cubicBezTo>
                <a:cubicBezTo>
                  <a:pt x="2101731" y="631795"/>
                  <a:pt x="2107606" y="616984"/>
                  <a:pt x="2118842" y="608301"/>
                </a:cubicBezTo>
                <a:cubicBezTo>
                  <a:pt x="2130079" y="599618"/>
                  <a:pt x="2155105" y="585317"/>
                  <a:pt x="2168385" y="574080"/>
                </a:cubicBezTo>
                <a:cubicBezTo>
                  <a:pt x="2183554" y="564376"/>
                  <a:pt x="2193512" y="548313"/>
                  <a:pt x="2195454" y="530411"/>
                </a:cubicBezTo>
                <a:cubicBezTo>
                  <a:pt x="2194688" y="525942"/>
                  <a:pt x="2192848" y="521754"/>
                  <a:pt x="2190091" y="518154"/>
                </a:cubicBezTo>
                <a:cubicBezTo>
                  <a:pt x="2186542" y="515089"/>
                  <a:pt x="2182199" y="513046"/>
                  <a:pt x="2177578" y="512280"/>
                </a:cubicBezTo>
                <a:lnTo>
                  <a:pt x="2164809" y="514067"/>
                </a:lnTo>
                <a:cubicBezTo>
                  <a:pt x="2163021" y="513557"/>
                  <a:pt x="2161234" y="504108"/>
                  <a:pt x="2161234" y="501299"/>
                </a:cubicBezTo>
                <a:cubicBezTo>
                  <a:pt x="2168307" y="486870"/>
                  <a:pt x="2178395" y="474152"/>
                  <a:pt x="2190856" y="464014"/>
                </a:cubicBezTo>
                <a:cubicBezTo>
                  <a:pt x="2192390" y="462482"/>
                  <a:pt x="2192644" y="461972"/>
                  <a:pt x="2192390" y="456864"/>
                </a:cubicBezTo>
                <a:cubicBezTo>
                  <a:pt x="2192134" y="451756"/>
                  <a:pt x="2189835" y="450479"/>
                  <a:pt x="2182940" y="441031"/>
                </a:cubicBezTo>
                <a:cubicBezTo>
                  <a:pt x="2179366" y="435924"/>
                  <a:pt x="2181408" y="430815"/>
                  <a:pt x="2177578" y="430815"/>
                </a:cubicBezTo>
                <a:cubicBezTo>
                  <a:pt x="2173747" y="430815"/>
                  <a:pt x="2169406" y="435924"/>
                  <a:pt x="2166086" y="432858"/>
                </a:cubicBezTo>
                <a:cubicBezTo>
                  <a:pt x="2162766" y="429794"/>
                  <a:pt x="2162766" y="420856"/>
                  <a:pt x="2162766" y="417791"/>
                </a:cubicBezTo>
                <a:cubicBezTo>
                  <a:pt x="2159854" y="410743"/>
                  <a:pt x="2159394" y="402903"/>
                  <a:pt x="2161489" y="395574"/>
                </a:cubicBezTo>
                <a:cubicBezTo>
                  <a:pt x="2165958" y="387811"/>
                  <a:pt x="2170989" y="380379"/>
                  <a:pt x="2176555" y="373356"/>
                </a:cubicBezTo>
                <a:cubicBezTo>
                  <a:pt x="2181919" y="366972"/>
                  <a:pt x="2185239" y="362631"/>
                  <a:pt x="2185239" y="357778"/>
                </a:cubicBezTo>
                <a:cubicBezTo>
                  <a:pt x="2183451" y="346542"/>
                  <a:pt x="2188303" y="342456"/>
                  <a:pt x="2188303" y="337349"/>
                </a:cubicBezTo>
                <a:cubicBezTo>
                  <a:pt x="2188303" y="332241"/>
                  <a:pt x="2191368" y="324835"/>
                  <a:pt x="2188303" y="319472"/>
                </a:cubicBezTo>
                <a:cubicBezTo>
                  <a:pt x="2185239" y="314110"/>
                  <a:pt x="2176811" y="301086"/>
                  <a:pt x="2172726" y="304151"/>
                </a:cubicBezTo>
                <a:close/>
                <a:moveTo>
                  <a:pt x="2342549" y="300064"/>
                </a:moveTo>
                <a:cubicBezTo>
                  <a:pt x="2344081" y="301086"/>
                  <a:pt x="2345614" y="309513"/>
                  <a:pt x="2345614" y="312578"/>
                </a:cubicBezTo>
                <a:cubicBezTo>
                  <a:pt x="2344491" y="319677"/>
                  <a:pt x="2341068" y="326215"/>
                  <a:pt x="2335910" y="331220"/>
                </a:cubicBezTo>
                <a:cubicBezTo>
                  <a:pt x="2330112" y="332880"/>
                  <a:pt x="2324035" y="333391"/>
                  <a:pt x="2318034" y="332752"/>
                </a:cubicBezTo>
                <a:cubicBezTo>
                  <a:pt x="2312670" y="331475"/>
                  <a:pt x="2311394" y="322793"/>
                  <a:pt x="2311138" y="317685"/>
                </a:cubicBezTo>
                <a:cubicBezTo>
                  <a:pt x="2310627" y="307981"/>
                  <a:pt x="2330547" y="305683"/>
                  <a:pt x="2342549" y="300064"/>
                </a:cubicBezTo>
                <a:close/>
                <a:moveTo>
                  <a:pt x="2355573" y="249245"/>
                </a:moveTo>
                <a:cubicBezTo>
                  <a:pt x="2334403" y="258234"/>
                  <a:pt x="2313693" y="268295"/>
                  <a:pt x="2293517" y="279379"/>
                </a:cubicBezTo>
                <a:cubicBezTo>
                  <a:pt x="2288155" y="281933"/>
                  <a:pt x="2282281" y="279634"/>
                  <a:pt x="2272321" y="284486"/>
                </a:cubicBezTo>
                <a:cubicBezTo>
                  <a:pt x="2262362" y="289338"/>
                  <a:pt x="2255978" y="294702"/>
                  <a:pt x="2246783" y="299553"/>
                </a:cubicBezTo>
                <a:cubicBezTo>
                  <a:pt x="2243719" y="301341"/>
                  <a:pt x="2233505" y="305682"/>
                  <a:pt x="2231462" y="306959"/>
                </a:cubicBezTo>
                <a:cubicBezTo>
                  <a:pt x="2227657" y="308645"/>
                  <a:pt x="2223596" y="309666"/>
                  <a:pt x="2219460" y="310024"/>
                </a:cubicBezTo>
                <a:cubicBezTo>
                  <a:pt x="2212564" y="310790"/>
                  <a:pt x="2210265" y="303128"/>
                  <a:pt x="2205413" y="303895"/>
                </a:cubicBezTo>
                <a:cubicBezTo>
                  <a:pt x="2200561" y="304661"/>
                  <a:pt x="2196220" y="316919"/>
                  <a:pt x="2198263" y="325858"/>
                </a:cubicBezTo>
                <a:cubicBezTo>
                  <a:pt x="2198952" y="332905"/>
                  <a:pt x="2198952" y="340004"/>
                  <a:pt x="2198263" y="347053"/>
                </a:cubicBezTo>
                <a:lnTo>
                  <a:pt x="2197496" y="346031"/>
                </a:lnTo>
                <a:cubicBezTo>
                  <a:pt x="2197191" y="350730"/>
                  <a:pt x="2197446" y="355455"/>
                  <a:pt x="2198263" y="360077"/>
                </a:cubicBezTo>
                <a:cubicBezTo>
                  <a:pt x="2199540" y="366717"/>
                  <a:pt x="2205159" y="371569"/>
                  <a:pt x="2205159" y="375144"/>
                </a:cubicBezTo>
                <a:cubicBezTo>
                  <a:pt x="2206664" y="387556"/>
                  <a:pt x="2209652" y="399736"/>
                  <a:pt x="2214096" y="411407"/>
                </a:cubicBezTo>
                <a:cubicBezTo>
                  <a:pt x="2215884" y="417025"/>
                  <a:pt x="2209500" y="425708"/>
                  <a:pt x="2209500" y="435157"/>
                </a:cubicBezTo>
                <a:cubicBezTo>
                  <a:pt x="2210521" y="440367"/>
                  <a:pt x="2212616" y="445321"/>
                  <a:pt x="2215628" y="449713"/>
                </a:cubicBezTo>
                <a:cubicBezTo>
                  <a:pt x="2216905" y="451756"/>
                  <a:pt x="2224822" y="453799"/>
                  <a:pt x="2224822" y="462227"/>
                </a:cubicBezTo>
                <a:cubicBezTo>
                  <a:pt x="2224822" y="465291"/>
                  <a:pt x="2227630" y="468611"/>
                  <a:pt x="2229162" y="471164"/>
                </a:cubicBezTo>
                <a:cubicBezTo>
                  <a:pt x="2230696" y="473718"/>
                  <a:pt x="2230441" y="476783"/>
                  <a:pt x="2234015" y="476783"/>
                </a:cubicBezTo>
                <a:cubicBezTo>
                  <a:pt x="2236825" y="477166"/>
                  <a:pt x="2239634" y="477166"/>
                  <a:pt x="2242442" y="476783"/>
                </a:cubicBezTo>
                <a:cubicBezTo>
                  <a:pt x="2245507" y="476272"/>
                  <a:pt x="2250103" y="473208"/>
                  <a:pt x="2252147" y="473208"/>
                </a:cubicBezTo>
                <a:cubicBezTo>
                  <a:pt x="2255747" y="471828"/>
                  <a:pt x="2259247" y="470220"/>
                  <a:pt x="2262618" y="468355"/>
                </a:cubicBezTo>
                <a:cubicBezTo>
                  <a:pt x="2266703" y="465291"/>
                  <a:pt x="2271300" y="464525"/>
                  <a:pt x="2271300" y="468355"/>
                </a:cubicBezTo>
                <a:cubicBezTo>
                  <a:pt x="2272015" y="473105"/>
                  <a:pt x="2272015" y="477907"/>
                  <a:pt x="2271300" y="482657"/>
                </a:cubicBezTo>
                <a:cubicBezTo>
                  <a:pt x="2270075" y="485261"/>
                  <a:pt x="2268108" y="487483"/>
                  <a:pt x="2265682" y="489041"/>
                </a:cubicBezTo>
                <a:cubicBezTo>
                  <a:pt x="2263588" y="489934"/>
                  <a:pt x="2261315" y="490369"/>
                  <a:pt x="2259042" y="490318"/>
                </a:cubicBezTo>
                <a:cubicBezTo>
                  <a:pt x="2255978" y="490828"/>
                  <a:pt x="2254956" y="492105"/>
                  <a:pt x="2251891" y="492616"/>
                </a:cubicBezTo>
                <a:cubicBezTo>
                  <a:pt x="2248827" y="493128"/>
                  <a:pt x="2250359" y="490573"/>
                  <a:pt x="2244997" y="491339"/>
                </a:cubicBezTo>
                <a:cubicBezTo>
                  <a:pt x="2239634" y="492105"/>
                  <a:pt x="2239634" y="495170"/>
                  <a:pt x="2239634" y="501043"/>
                </a:cubicBezTo>
                <a:cubicBezTo>
                  <a:pt x="2239634" y="506917"/>
                  <a:pt x="2239634" y="510748"/>
                  <a:pt x="2239634" y="513046"/>
                </a:cubicBezTo>
                <a:cubicBezTo>
                  <a:pt x="2239634" y="515344"/>
                  <a:pt x="2238102" y="519430"/>
                  <a:pt x="2239634" y="523005"/>
                </a:cubicBezTo>
                <a:cubicBezTo>
                  <a:pt x="2241166" y="526581"/>
                  <a:pt x="2244230" y="526581"/>
                  <a:pt x="2250359" y="526581"/>
                </a:cubicBezTo>
                <a:cubicBezTo>
                  <a:pt x="2254190" y="528242"/>
                  <a:pt x="2258531" y="528242"/>
                  <a:pt x="2262362" y="526581"/>
                </a:cubicBezTo>
                <a:cubicBezTo>
                  <a:pt x="2264660" y="526070"/>
                  <a:pt x="2271300" y="528368"/>
                  <a:pt x="2268235" y="534242"/>
                </a:cubicBezTo>
                <a:cubicBezTo>
                  <a:pt x="2258762" y="539273"/>
                  <a:pt x="2249644" y="544891"/>
                  <a:pt x="2240910" y="551097"/>
                </a:cubicBezTo>
                <a:cubicBezTo>
                  <a:pt x="2234142" y="555617"/>
                  <a:pt x="2226840" y="559294"/>
                  <a:pt x="2219204" y="562078"/>
                </a:cubicBezTo>
                <a:cubicBezTo>
                  <a:pt x="2214862" y="563354"/>
                  <a:pt x="2213841" y="559524"/>
                  <a:pt x="2210776" y="559524"/>
                </a:cubicBezTo>
                <a:cubicBezTo>
                  <a:pt x="2207712" y="559524"/>
                  <a:pt x="2205159" y="565397"/>
                  <a:pt x="2205159" y="565397"/>
                </a:cubicBezTo>
                <a:cubicBezTo>
                  <a:pt x="2202144" y="568922"/>
                  <a:pt x="2200765" y="573570"/>
                  <a:pt x="2201328" y="578166"/>
                </a:cubicBezTo>
                <a:cubicBezTo>
                  <a:pt x="2201328" y="580464"/>
                  <a:pt x="2201328" y="585572"/>
                  <a:pt x="2201328" y="588637"/>
                </a:cubicBezTo>
                <a:cubicBezTo>
                  <a:pt x="2201839" y="599107"/>
                  <a:pt x="2207201" y="604214"/>
                  <a:pt x="2208223" y="610599"/>
                </a:cubicBezTo>
                <a:cubicBezTo>
                  <a:pt x="2209244" y="616984"/>
                  <a:pt x="2221502" y="618260"/>
                  <a:pt x="2226354" y="616984"/>
                </a:cubicBezTo>
                <a:cubicBezTo>
                  <a:pt x="2235215" y="613867"/>
                  <a:pt x="2243770" y="609935"/>
                  <a:pt x="2251891" y="605236"/>
                </a:cubicBezTo>
                <a:cubicBezTo>
                  <a:pt x="2260600" y="603959"/>
                  <a:pt x="2269155" y="601814"/>
                  <a:pt x="2277429" y="598852"/>
                </a:cubicBezTo>
                <a:cubicBezTo>
                  <a:pt x="2285217" y="594205"/>
                  <a:pt x="2293952" y="591344"/>
                  <a:pt x="2302966" y="590424"/>
                </a:cubicBezTo>
                <a:cubicBezTo>
                  <a:pt x="2309887" y="588943"/>
                  <a:pt x="2316629" y="586798"/>
                  <a:pt x="2323142" y="584040"/>
                </a:cubicBezTo>
                <a:cubicBezTo>
                  <a:pt x="2329015" y="581997"/>
                  <a:pt x="2335092" y="580541"/>
                  <a:pt x="2341272" y="579698"/>
                </a:cubicBezTo>
                <a:cubicBezTo>
                  <a:pt x="2348372" y="579698"/>
                  <a:pt x="2355472" y="579111"/>
                  <a:pt x="2362469" y="577911"/>
                </a:cubicBezTo>
                <a:cubicBezTo>
                  <a:pt x="2365533" y="576889"/>
                  <a:pt x="2379069" y="575357"/>
                  <a:pt x="2400775" y="571016"/>
                </a:cubicBezTo>
                <a:cubicBezTo>
                  <a:pt x="2422481" y="566674"/>
                  <a:pt x="2418907" y="571016"/>
                  <a:pt x="2425036" y="571016"/>
                </a:cubicBezTo>
                <a:cubicBezTo>
                  <a:pt x="2439592" y="567697"/>
                  <a:pt x="2447764" y="547266"/>
                  <a:pt x="2445465" y="530411"/>
                </a:cubicBezTo>
                <a:cubicBezTo>
                  <a:pt x="2443678" y="518409"/>
                  <a:pt x="2432697" y="513301"/>
                  <a:pt x="2428100" y="509471"/>
                </a:cubicBezTo>
                <a:cubicBezTo>
                  <a:pt x="2423504" y="505640"/>
                  <a:pt x="2416352" y="512791"/>
                  <a:pt x="2410735" y="512280"/>
                </a:cubicBezTo>
                <a:cubicBezTo>
                  <a:pt x="2405116" y="511769"/>
                  <a:pt x="2394902" y="519176"/>
                  <a:pt x="2391070" y="519176"/>
                </a:cubicBezTo>
                <a:cubicBezTo>
                  <a:pt x="2385657" y="519992"/>
                  <a:pt x="2380191" y="520503"/>
                  <a:pt x="2374726" y="520707"/>
                </a:cubicBezTo>
                <a:cubicBezTo>
                  <a:pt x="2367628" y="522725"/>
                  <a:pt x="2360629" y="525125"/>
                  <a:pt x="2353785" y="527859"/>
                </a:cubicBezTo>
                <a:cubicBezTo>
                  <a:pt x="2350721" y="528368"/>
                  <a:pt x="2345103" y="528368"/>
                  <a:pt x="2345103" y="522750"/>
                </a:cubicBezTo>
                <a:cubicBezTo>
                  <a:pt x="2344796" y="518996"/>
                  <a:pt x="2346099" y="515268"/>
                  <a:pt x="2348679" y="512535"/>
                </a:cubicBezTo>
                <a:cubicBezTo>
                  <a:pt x="2353276" y="508704"/>
                  <a:pt x="2360937" y="506917"/>
                  <a:pt x="2364256" y="504363"/>
                </a:cubicBezTo>
                <a:cubicBezTo>
                  <a:pt x="2368904" y="500890"/>
                  <a:pt x="2373093" y="496855"/>
                  <a:pt x="2376770" y="492361"/>
                </a:cubicBezTo>
                <a:cubicBezTo>
                  <a:pt x="2378174" y="489781"/>
                  <a:pt x="2378710" y="486844"/>
                  <a:pt x="2378302" y="483933"/>
                </a:cubicBezTo>
                <a:cubicBezTo>
                  <a:pt x="2374701" y="478009"/>
                  <a:pt x="2372352" y="471394"/>
                  <a:pt x="2371406" y="464525"/>
                </a:cubicBezTo>
                <a:cubicBezTo>
                  <a:pt x="2370769" y="460950"/>
                  <a:pt x="2367653" y="458345"/>
                  <a:pt x="2364001" y="458396"/>
                </a:cubicBezTo>
                <a:cubicBezTo>
                  <a:pt x="2358460" y="458038"/>
                  <a:pt x="2352993" y="457095"/>
                  <a:pt x="2347657" y="455587"/>
                </a:cubicBezTo>
                <a:cubicBezTo>
                  <a:pt x="2343571" y="455076"/>
                  <a:pt x="2338719" y="459673"/>
                  <a:pt x="2337187" y="462482"/>
                </a:cubicBezTo>
                <a:cubicBezTo>
                  <a:pt x="2335655" y="465291"/>
                  <a:pt x="2327994" y="471421"/>
                  <a:pt x="2323396" y="466823"/>
                </a:cubicBezTo>
                <a:cubicBezTo>
                  <a:pt x="2320818" y="462533"/>
                  <a:pt x="2320077" y="457374"/>
                  <a:pt x="2321354" y="452522"/>
                </a:cubicBezTo>
                <a:cubicBezTo>
                  <a:pt x="2323142" y="446904"/>
                  <a:pt x="2335910" y="448436"/>
                  <a:pt x="2338975" y="444351"/>
                </a:cubicBezTo>
                <a:cubicBezTo>
                  <a:pt x="2342039" y="440265"/>
                  <a:pt x="2349444" y="440265"/>
                  <a:pt x="2350977" y="438477"/>
                </a:cubicBezTo>
                <a:cubicBezTo>
                  <a:pt x="2354424" y="435924"/>
                  <a:pt x="2358868" y="435182"/>
                  <a:pt x="2362980" y="436434"/>
                </a:cubicBezTo>
                <a:cubicBezTo>
                  <a:pt x="2365789" y="437455"/>
                  <a:pt x="2371152" y="429028"/>
                  <a:pt x="2371152" y="425453"/>
                </a:cubicBezTo>
                <a:cubicBezTo>
                  <a:pt x="2376258" y="401703"/>
                  <a:pt x="2384942" y="384338"/>
                  <a:pt x="2391837" y="360332"/>
                </a:cubicBezTo>
                <a:cubicBezTo>
                  <a:pt x="2392858" y="356757"/>
                  <a:pt x="2402818" y="347308"/>
                  <a:pt x="2402818" y="343478"/>
                </a:cubicBezTo>
                <a:cubicBezTo>
                  <a:pt x="2405142" y="333928"/>
                  <a:pt x="2408564" y="324657"/>
                  <a:pt x="2413032" y="315897"/>
                </a:cubicBezTo>
                <a:cubicBezTo>
                  <a:pt x="2415383" y="310688"/>
                  <a:pt x="2415919" y="304839"/>
                  <a:pt x="2414564" y="299298"/>
                </a:cubicBezTo>
                <a:cubicBezTo>
                  <a:pt x="2414309" y="297255"/>
                  <a:pt x="2420439" y="286785"/>
                  <a:pt x="2420439" y="280911"/>
                </a:cubicBezTo>
                <a:cubicBezTo>
                  <a:pt x="2418396" y="273301"/>
                  <a:pt x="2413799" y="266635"/>
                  <a:pt x="2407415" y="262013"/>
                </a:cubicBezTo>
                <a:cubicBezTo>
                  <a:pt x="2405116" y="260481"/>
                  <a:pt x="2402818" y="252054"/>
                  <a:pt x="2400775" y="250777"/>
                </a:cubicBezTo>
                <a:cubicBezTo>
                  <a:pt x="2390943" y="249934"/>
                  <a:pt x="2381034" y="250624"/>
                  <a:pt x="2371406" y="252820"/>
                </a:cubicBezTo>
                <a:cubicBezTo>
                  <a:pt x="2366554" y="253331"/>
                  <a:pt x="2361448" y="249245"/>
                  <a:pt x="2355573" y="249245"/>
                </a:cubicBezTo>
                <a:close/>
                <a:moveTo>
                  <a:pt x="2591539" y="91936"/>
                </a:moveTo>
                <a:cubicBezTo>
                  <a:pt x="3971634" y="92496"/>
                  <a:pt x="5090122" y="1211442"/>
                  <a:pt x="5090122" y="2591534"/>
                </a:cubicBezTo>
                <a:cubicBezTo>
                  <a:pt x="5090122" y="2591866"/>
                  <a:pt x="5090122" y="2592223"/>
                  <a:pt x="5090122" y="2592555"/>
                </a:cubicBezTo>
                <a:cubicBezTo>
                  <a:pt x="5089561" y="3973055"/>
                  <a:pt x="3969999" y="5091695"/>
                  <a:pt x="2589497" y="5091133"/>
                </a:cubicBezTo>
                <a:cubicBezTo>
                  <a:pt x="1208994" y="5090571"/>
                  <a:pt x="90352" y="3971012"/>
                  <a:pt x="90914" y="2590512"/>
                </a:cubicBezTo>
                <a:cubicBezTo>
                  <a:pt x="91475" y="1210012"/>
                  <a:pt x="1211036" y="91373"/>
                  <a:pt x="2591539" y="91936"/>
                </a:cubicBezTo>
                <a:close/>
                <a:moveTo>
                  <a:pt x="2591539" y="57970"/>
                </a:moveTo>
                <a:cubicBezTo>
                  <a:pt x="1192293" y="57970"/>
                  <a:pt x="57971" y="1192289"/>
                  <a:pt x="57971" y="2591533"/>
                </a:cubicBezTo>
                <a:cubicBezTo>
                  <a:pt x="57971" y="3990777"/>
                  <a:pt x="1192293" y="5125097"/>
                  <a:pt x="2591539" y="5125097"/>
                </a:cubicBezTo>
                <a:cubicBezTo>
                  <a:pt x="3990097" y="5123412"/>
                  <a:pt x="5123423" y="3990088"/>
                  <a:pt x="5125108" y="2591533"/>
                </a:cubicBezTo>
                <a:cubicBezTo>
                  <a:pt x="5125108" y="1192289"/>
                  <a:pt x="3990787" y="57970"/>
                  <a:pt x="2591539" y="57970"/>
                </a:cubicBezTo>
                <a:close/>
                <a:moveTo>
                  <a:pt x="2591539" y="0"/>
                </a:moveTo>
                <a:cubicBezTo>
                  <a:pt x="4022095" y="1686"/>
                  <a:pt x="5181392" y="1160980"/>
                  <a:pt x="5183079" y="2591533"/>
                </a:cubicBezTo>
                <a:cubicBezTo>
                  <a:pt x="5183079" y="4022802"/>
                  <a:pt x="4022810" y="5183067"/>
                  <a:pt x="2591539" y="5183067"/>
                </a:cubicBezTo>
                <a:cubicBezTo>
                  <a:pt x="1160269" y="5183067"/>
                  <a:pt x="0" y="4022802"/>
                  <a:pt x="0" y="2591533"/>
                </a:cubicBezTo>
                <a:cubicBezTo>
                  <a:pt x="0" y="1160265"/>
                  <a:pt x="1160269" y="0"/>
                  <a:pt x="2591539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25525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 dirty="0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873735" y="-1"/>
            <a:ext cx="5318265" cy="6858001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100000">
                <a:schemeClr val="accent2">
                  <a:lumMod val="95000"/>
                  <a:alpha val="39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5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7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40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charset="-122"/>
                <a:cs typeface="+mn-cs"/>
              </a:rPr>
              <a:t>0</a:t>
            </a:r>
            <a:endParaRPr kumimoji="0" lang="zh-CN" altLang="en-US" sz="7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40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charset="-122"/>
              <a:cs typeface="+mn-cs"/>
            </a:endParaRPr>
          </a:p>
        </p:txBody>
      </p:sp>
      <p:sp>
        <p:nvSpPr>
          <p:cNvPr id="122" name="任意多边形: 形状 121"/>
          <p:cNvSpPr/>
          <p:nvPr userDrawn="1"/>
        </p:nvSpPr>
        <p:spPr>
          <a:xfrm>
            <a:off x="9576255" y="312690"/>
            <a:ext cx="2249309" cy="506009"/>
          </a:xfrm>
          <a:custGeom>
            <a:avLst/>
            <a:gdLst>
              <a:gd name="connsiteX0" fmla="*/ 295987 w 2249309"/>
              <a:gd name="connsiteY0" fmla="*/ 457068 h 506009"/>
              <a:gd name="connsiteX1" fmla="*/ 298804 w 2249309"/>
              <a:gd name="connsiteY1" fmla="*/ 463052 h 506009"/>
              <a:gd name="connsiteX2" fmla="*/ 298405 w 2249309"/>
              <a:gd name="connsiteY2" fmla="*/ 469484 h 506009"/>
              <a:gd name="connsiteX3" fmla="*/ 297533 w 2249309"/>
              <a:gd name="connsiteY3" fmla="*/ 470786 h 506009"/>
              <a:gd name="connsiteX4" fmla="*/ 289505 w 2249309"/>
              <a:gd name="connsiteY4" fmla="*/ 471229 h 506009"/>
              <a:gd name="connsiteX5" fmla="*/ 286712 w 2249309"/>
              <a:gd name="connsiteY5" fmla="*/ 465395 h 506009"/>
              <a:gd name="connsiteX6" fmla="*/ 287111 w 2249309"/>
              <a:gd name="connsiteY6" fmla="*/ 458789 h 506009"/>
              <a:gd name="connsiteX7" fmla="*/ 288094 w 2249309"/>
              <a:gd name="connsiteY7" fmla="*/ 457335 h 506009"/>
              <a:gd name="connsiteX8" fmla="*/ 295987 w 2249309"/>
              <a:gd name="connsiteY8" fmla="*/ 457068 h 506009"/>
              <a:gd name="connsiteX9" fmla="*/ 262080 w 2249309"/>
              <a:gd name="connsiteY9" fmla="*/ 455448 h 506009"/>
              <a:gd name="connsiteX10" fmla="*/ 245401 w 2249309"/>
              <a:gd name="connsiteY10" fmla="*/ 455748 h 506009"/>
              <a:gd name="connsiteX11" fmla="*/ 245850 w 2249309"/>
              <a:gd name="connsiteY11" fmla="*/ 480380 h 506009"/>
              <a:gd name="connsiteX12" fmla="*/ 262604 w 2249309"/>
              <a:gd name="connsiteY12" fmla="*/ 480056 h 506009"/>
              <a:gd name="connsiteX13" fmla="*/ 262604 w 2249309"/>
              <a:gd name="connsiteY13" fmla="*/ 477862 h 506009"/>
              <a:gd name="connsiteX14" fmla="*/ 262604 w 2249309"/>
              <a:gd name="connsiteY14" fmla="*/ 475693 h 506009"/>
              <a:gd name="connsiteX15" fmla="*/ 250138 w 2249309"/>
              <a:gd name="connsiteY15" fmla="*/ 475917 h 506009"/>
              <a:gd name="connsiteX16" fmla="*/ 250138 w 2249309"/>
              <a:gd name="connsiteY16" fmla="*/ 469510 h 506009"/>
              <a:gd name="connsiteX17" fmla="*/ 261208 w 2249309"/>
              <a:gd name="connsiteY17" fmla="*/ 469310 h 506009"/>
              <a:gd name="connsiteX18" fmla="*/ 261208 w 2249309"/>
              <a:gd name="connsiteY18" fmla="*/ 467191 h 506009"/>
              <a:gd name="connsiteX19" fmla="*/ 261208 w 2249309"/>
              <a:gd name="connsiteY19" fmla="*/ 465072 h 506009"/>
              <a:gd name="connsiteX20" fmla="*/ 250138 w 2249309"/>
              <a:gd name="connsiteY20" fmla="*/ 465271 h 506009"/>
              <a:gd name="connsiteX21" fmla="*/ 250138 w 2249309"/>
              <a:gd name="connsiteY21" fmla="*/ 460036 h 506009"/>
              <a:gd name="connsiteX22" fmla="*/ 262080 w 2249309"/>
              <a:gd name="connsiteY22" fmla="*/ 459836 h 506009"/>
              <a:gd name="connsiteX23" fmla="*/ 262080 w 2249309"/>
              <a:gd name="connsiteY23" fmla="*/ 457642 h 506009"/>
              <a:gd name="connsiteX24" fmla="*/ 221193 w 2249309"/>
              <a:gd name="connsiteY24" fmla="*/ 453554 h 506009"/>
              <a:gd name="connsiteX25" fmla="*/ 220919 w 2249309"/>
              <a:gd name="connsiteY25" fmla="*/ 455723 h 506009"/>
              <a:gd name="connsiteX26" fmla="*/ 220669 w 2249309"/>
              <a:gd name="connsiteY26" fmla="*/ 457892 h 506009"/>
              <a:gd name="connsiteX27" fmla="*/ 227451 w 2249309"/>
              <a:gd name="connsiteY27" fmla="*/ 458714 h 506009"/>
              <a:gd name="connsiteX28" fmla="*/ 224957 w 2249309"/>
              <a:gd name="connsiteY28" fmla="*/ 478809 h 506009"/>
              <a:gd name="connsiteX29" fmla="*/ 227451 w 2249309"/>
              <a:gd name="connsiteY29" fmla="*/ 479108 h 506009"/>
              <a:gd name="connsiteX30" fmla="*/ 229769 w 2249309"/>
              <a:gd name="connsiteY30" fmla="*/ 479383 h 506009"/>
              <a:gd name="connsiteX31" fmla="*/ 232262 w 2249309"/>
              <a:gd name="connsiteY31" fmla="*/ 459288 h 506009"/>
              <a:gd name="connsiteX32" fmla="*/ 239069 w 2249309"/>
              <a:gd name="connsiteY32" fmla="*/ 460136 h 506009"/>
              <a:gd name="connsiteX33" fmla="*/ 239318 w 2249309"/>
              <a:gd name="connsiteY33" fmla="*/ 457942 h 506009"/>
              <a:gd name="connsiteX34" fmla="*/ 239468 w 2249309"/>
              <a:gd name="connsiteY34" fmla="*/ 455797 h 506009"/>
              <a:gd name="connsiteX35" fmla="*/ 297922 w 2249309"/>
              <a:gd name="connsiteY35" fmla="*/ 452776 h 506009"/>
              <a:gd name="connsiteX36" fmla="*/ 283247 w 2249309"/>
              <a:gd name="connsiteY36" fmla="*/ 456446 h 506009"/>
              <a:gd name="connsiteX37" fmla="*/ 282175 w 2249309"/>
              <a:gd name="connsiteY37" fmla="*/ 466418 h 506009"/>
              <a:gd name="connsiteX38" fmla="*/ 286862 w 2249309"/>
              <a:gd name="connsiteY38" fmla="*/ 475069 h 506009"/>
              <a:gd name="connsiteX39" fmla="*/ 287578 w 2249309"/>
              <a:gd name="connsiteY39" fmla="*/ 475553 h 506009"/>
              <a:gd name="connsiteX40" fmla="*/ 302469 w 2249309"/>
              <a:gd name="connsiteY40" fmla="*/ 472028 h 506009"/>
              <a:gd name="connsiteX41" fmla="*/ 303542 w 2249309"/>
              <a:gd name="connsiteY41" fmla="*/ 462255 h 506009"/>
              <a:gd name="connsiteX42" fmla="*/ 298854 w 2249309"/>
              <a:gd name="connsiteY42" fmla="*/ 453404 h 506009"/>
              <a:gd name="connsiteX43" fmla="*/ 297922 w 2249309"/>
              <a:gd name="connsiteY43" fmla="*/ 452776 h 506009"/>
              <a:gd name="connsiteX44" fmla="*/ 926672 w 2249309"/>
              <a:gd name="connsiteY44" fmla="*/ 450125 h 506009"/>
              <a:gd name="connsiteX45" fmla="*/ 927181 w 2249309"/>
              <a:gd name="connsiteY45" fmla="*/ 450350 h 506009"/>
              <a:gd name="connsiteX46" fmla="*/ 926574 w 2249309"/>
              <a:gd name="connsiteY46" fmla="*/ 450177 h 506009"/>
              <a:gd name="connsiteX47" fmla="*/ 198156 w 2249309"/>
              <a:gd name="connsiteY47" fmla="*/ 448268 h 506009"/>
              <a:gd name="connsiteX48" fmla="*/ 194441 w 2249309"/>
              <a:gd name="connsiteY48" fmla="*/ 463227 h 506009"/>
              <a:gd name="connsiteX49" fmla="*/ 194815 w 2249309"/>
              <a:gd name="connsiteY49" fmla="*/ 471055 h 506009"/>
              <a:gd name="connsiteX50" fmla="*/ 200924 w 2249309"/>
              <a:gd name="connsiteY50" fmla="*/ 475094 h 506009"/>
              <a:gd name="connsiteX51" fmla="*/ 208278 w 2249309"/>
              <a:gd name="connsiteY51" fmla="*/ 474521 h 506009"/>
              <a:gd name="connsiteX52" fmla="*/ 212193 w 2249309"/>
              <a:gd name="connsiteY52" fmla="*/ 467640 h 506009"/>
              <a:gd name="connsiteX53" fmla="*/ 215808 w 2249309"/>
              <a:gd name="connsiteY53" fmla="*/ 452681 h 506009"/>
              <a:gd name="connsiteX54" fmla="*/ 213514 w 2249309"/>
              <a:gd name="connsiteY54" fmla="*/ 452108 h 506009"/>
              <a:gd name="connsiteX55" fmla="*/ 211220 w 2249309"/>
              <a:gd name="connsiteY55" fmla="*/ 451559 h 506009"/>
              <a:gd name="connsiteX56" fmla="*/ 207456 w 2249309"/>
              <a:gd name="connsiteY56" fmla="*/ 466518 h 506009"/>
              <a:gd name="connsiteX57" fmla="*/ 205486 w 2249309"/>
              <a:gd name="connsiteY57" fmla="*/ 470233 h 506009"/>
              <a:gd name="connsiteX58" fmla="*/ 201896 w 2249309"/>
              <a:gd name="connsiteY58" fmla="*/ 470582 h 506009"/>
              <a:gd name="connsiteX59" fmla="*/ 199004 w 2249309"/>
              <a:gd name="connsiteY59" fmla="*/ 468512 h 506009"/>
              <a:gd name="connsiteX60" fmla="*/ 199004 w 2249309"/>
              <a:gd name="connsiteY60" fmla="*/ 464374 h 506009"/>
              <a:gd name="connsiteX61" fmla="*/ 202744 w 2249309"/>
              <a:gd name="connsiteY61" fmla="*/ 449415 h 506009"/>
              <a:gd name="connsiteX62" fmla="*/ 200450 w 2249309"/>
              <a:gd name="connsiteY62" fmla="*/ 448842 h 506009"/>
              <a:gd name="connsiteX63" fmla="*/ 323262 w 2249309"/>
              <a:gd name="connsiteY63" fmla="*/ 443382 h 506009"/>
              <a:gd name="connsiteX64" fmla="*/ 307929 w 2249309"/>
              <a:gd name="connsiteY64" fmla="*/ 448368 h 506009"/>
              <a:gd name="connsiteX65" fmla="*/ 315409 w 2249309"/>
              <a:gd name="connsiteY65" fmla="*/ 471778 h 506009"/>
              <a:gd name="connsiteX66" fmla="*/ 317678 w 2249309"/>
              <a:gd name="connsiteY66" fmla="*/ 471031 h 506009"/>
              <a:gd name="connsiteX67" fmla="*/ 319922 w 2249309"/>
              <a:gd name="connsiteY67" fmla="*/ 470308 h 506009"/>
              <a:gd name="connsiteX68" fmla="*/ 316805 w 2249309"/>
              <a:gd name="connsiteY68" fmla="*/ 460410 h 506009"/>
              <a:gd name="connsiteX69" fmla="*/ 326254 w 2249309"/>
              <a:gd name="connsiteY69" fmla="*/ 457343 h 506009"/>
              <a:gd name="connsiteX70" fmla="*/ 325606 w 2249309"/>
              <a:gd name="connsiteY70" fmla="*/ 455324 h 506009"/>
              <a:gd name="connsiteX71" fmla="*/ 324933 w 2249309"/>
              <a:gd name="connsiteY71" fmla="*/ 453304 h 506009"/>
              <a:gd name="connsiteX72" fmla="*/ 315509 w 2249309"/>
              <a:gd name="connsiteY72" fmla="*/ 456371 h 506009"/>
              <a:gd name="connsiteX73" fmla="*/ 313788 w 2249309"/>
              <a:gd name="connsiteY73" fmla="*/ 451060 h 506009"/>
              <a:gd name="connsiteX74" fmla="*/ 324609 w 2249309"/>
              <a:gd name="connsiteY74" fmla="*/ 447545 h 506009"/>
              <a:gd name="connsiteX75" fmla="*/ 323935 w 2249309"/>
              <a:gd name="connsiteY75" fmla="*/ 445451 h 506009"/>
              <a:gd name="connsiteX76" fmla="*/ 175543 w 2249309"/>
              <a:gd name="connsiteY76" fmla="*/ 440564 h 506009"/>
              <a:gd name="connsiteX77" fmla="*/ 174820 w 2249309"/>
              <a:gd name="connsiteY77" fmla="*/ 442634 h 506009"/>
              <a:gd name="connsiteX78" fmla="*/ 174122 w 2249309"/>
              <a:gd name="connsiteY78" fmla="*/ 444703 h 506009"/>
              <a:gd name="connsiteX79" fmla="*/ 180579 w 2249309"/>
              <a:gd name="connsiteY79" fmla="*/ 446922 h 506009"/>
              <a:gd name="connsiteX80" fmla="*/ 173997 w 2249309"/>
              <a:gd name="connsiteY80" fmla="*/ 466069 h 506009"/>
              <a:gd name="connsiteX81" fmla="*/ 176241 w 2249309"/>
              <a:gd name="connsiteY81" fmla="*/ 466842 h 506009"/>
              <a:gd name="connsiteX82" fmla="*/ 178460 w 2249309"/>
              <a:gd name="connsiteY82" fmla="*/ 467615 h 506009"/>
              <a:gd name="connsiteX83" fmla="*/ 185042 w 2249309"/>
              <a:gd name="connsiteY83" fmla="*/ 448468 h 506009"/>
              <a:gd name="connsiteX84" fmla="*/ 191524 w 2249309"/>
              <a:gd name="connsiteY84" fmla="*/ 450686 h 506009"/>
              <a:gd name="connsiteX85" fmla="*/ 192247 w 2249309"/>
              <a:gd name="connsiteY85" fmla="*/ 448617 h 506009"/>
              <a:gd name="connsiteX86" fmla="*/ 192995 w 2249309"/>
              <a:gd name="connsiteY86" fmla="*/ 446573 h 506009"/>
              <a:gd name="connsiteX87" fmla="*/ 166593 w 2249309"/>
              <a:gd name="connsiteY87" fmla="*/ 436176 h 506009"/>
              <a:gd name="connsiteX88" fmla="*/ 156197 w 2249309"/>
              <a:gd name="connsiteY88" fmla="*/ 458490 h 506009"/>
              <a:gd name="connsiteX89" fmla="*/ 158341 w 2249309"/>
              <a:gd name="connsiteY89" fmla="*/ 459487 h 506009"/>
              <a:gd name="connsiteX90" fmla="*/ 160460 w 2249309"/>
              <a:gd name="connsiteY90" fmla="*/ 460485 h 506009"/>
              <a:gd name="connsiteX91" fmla="*/ 170881 w 2249309"/>
              <a:gd name="connsiteY91" fmla="*/ 438171 h 506009"/>
              <a:gd name="connsiteX92" fmla="*/ 168712 w 2249309"/>
              <a:gd name="connsiteY92" fmla="*/ 437174 h 506009"/>
              <a:gd name="connsiteX93" fmla="*/ 353355 w 2249309"/>
              <a:gd name="connsiteY93" fmla="*/ 428797 h 506009"/>
              <a:gd name="connsiteX94" fmla="*/ 337099 w 2249309"/>
              <a:gd name="connsiteY94" fmla="*/ 437423 h 506009"/>
              <a:gd name="connsiteX95" fmla="*/ 338121 w 2249309"/>
              <a:gd name="connsiteY95" fmla="*/ 439368 h 506009"/>
              <a:gd name="connsiteX96" fmla="*/ 339144 w 2249309"/>
              <a:gd name="connsiteY96" fmla="*/ 441287 h 506009"/>
              <a:gd name="connsiteX97" fmla="*/ 345177 w 2249309"/>
              <a:gd name="connsiteY97" fmla="*/ 438071 h 506009"/>
              <a:gd name="connsiteX98" fmla="*/ 354701 w 2249309"/>
              <a:gd name="connsiteY98" fmla="*/ 455947 h 506009"/>
              <a:gd name="connsiteX99" fmla="*/ 356795 w 2249309"/>
              <a:gd name="connsiteY99" fmla="*/ 454850 h 506009"/>
              <a:gd name="connsiteX100" fmla="*/ 358864 w 2249309"/>
              <a:gd name="connsiteY100" fmla="*/ 453728 h 506009"/>
              <a:gd name="connsiteX101" fmla="*/ 349366 w 2249309"/>
              <a:gd name="connsiteY101" fmla="*/ 435852 h 506009"/>
              <a:gd name="connsiteX102" fmla="*/ 355399 w 2249309"/>
              <a:gd name="connsiteY102" fmla="*/ 432636 h 506009"/>
              <a:gd name="connsiteX103" fmla="*/ 354377 w 2249309"/>
              <a:gd name="connsiteY103" fmla="*/ 430716 h 506009"/>
              <a:gd name="connsiteX104" fmla="*/ 145401 w 2249309"/>
              <a:gd name="connsiteY104" fmla="*/ 424658 h 506009"/>
              <a:gd name="connsiteX105" fmla="*/ 144429 w 2249309"/>
              <a:gd name="connsiteY105" fmla="*/ 426702 h 506009"/>
              <a:gd name="connsiteX106" fmla="*/ 143382 w 2249309"/>
              <a:gd name="connsiteY106" fmla="*/ 428622 h 506009"/>
              <a:gd name="connsiteX107" fmla="*/ 149365 w 2249309"/>
              <a:gd name="connsiteY107" fmla="*/ 431938 h 506009"/>
              <a:gd name="connsiteX108" fmla="*/ 139542 w 2249309"/>
              <a:gd name="connsiteY108" fmla="*/ 449639 h 506009"/>
              <a:gd name="connsiteX109" fmla="*/ 141612 w 2249309"/>
              <a:gd name="connsiteY109" fmla="*/ 450786 h 506009"/>
              <a:gd name="connsiteX110" fmla="*/ 143681 w 2249309"/>
              <a:gd name="connsiteY110" fmla="*/ 451933 h 506009"/>
              <a:gd name="connsiteX111" fmla="*/ 153404 w 2249309"/>
              <a:gd name="connsiteY111" fmla="*/ 434082 h 506009"/>
              <a:gd name="connsiteX112" fmla="*/ 159388 w 2249309"/>
              <a:gd name="connsiteY112" fmla="*/ 437398 h 506009"/>
              <a:gd name="connsiteX113" fmla="*/ 160435 w 2249309"/>
              <a:gd name="connsiteY113" fmla="*/ 435503 h 506009"/>
              <a:gd name="connsiteX114" fmla="*/ 161507 w 2249309"/>
              <a:gd name="connsiteY114" fmla="*/ 433583 h 506009"/>
              <a:gd name="connsiteX115" fmla="*/ 267565 w 2249309"/>
              <a:gd name="connsiteY115" fmla="*/ 421118 h 506009"/>
              <a:gd name="connsiteX116" fmla="*/ 261208 w 2249309"/>
              <a:gd name="connsiteY116" fmla="*/ 430841 h 506009"/>
              <a:gd name="connsiteX117" fmla="*/ 260632 w 2249309"/>
              <a:gd name="connsiteY117" fmla="*/ 432168 h 506009"/>
              <a:gd name="connsiteX118" fmla="*/ 260634 w 2249309"/>
              <a:gd name="connsiteY118" fmla="*/ 432137 h 506009"/>
              <a:gd name="connsiteX119" fmla="*/ 260559 w 2249309"/>
              <a:gd name="connsiteY119" fmla="*/ 432337 h 506009"/>
              <a:gd name="connsiteX120" fmla="*/ 260632 w 2249309"/>
              <a:gd name="connsiteY120" fmla="*/ 432168 h 506009"/>
              <a:gd name="connsiteX121" fmla="*/ 260509 w 2249309"/>
              <a:gd name="connsiteY121" fmla="*/ 434555 h 506009"/>
              <a:gd name="connsiteX122" fmla="*/ 292686 w 2249309"/>
              <a:gd name="connsiteY122" fmla="*/ 432960 h 506009"/>
              <a:gd name="connsiteX123" fmla="*/ 285266 w 2249309"/>
              <a:gd name="connsiteY123" fmla="*/ 432960 h 506009"/>
              <a:gd name="connsiteX124" fmla="*/ 280280 w 2249309"/>
              <a:gd name="connsiteY124" fmla="*/ 421641 h 506009"/>
              <a:gd name="connsiteX125" fmla="*/ 267565 w 2249309"/>
              <a:gd name="connsiteY125" fmla="*/ 421118 h 506009"/>
              <a:gd name="connsiteX126" fmla="*/ 300201 w 2249309"/>
              <a:gd name="connsiteY126" fmla="*/ 421067 h 506009"/>
              <a:gd name="connsiteX127" fmla="*/ 300201 w 2249309"/>
              <a:gd name="connsiteY127" fmla="*/ 421142 h 506009"/>
              <a:gd name="connsiteX128" fmla="*/ 301173 w 2249309"/>
              <a:gd name="connsiteY128" fmla="*/ 423261 h 506009"/>
              <a:gd name="connsiteX129" fmla="*/ 300176 w 2249309"/>
              <a:gd name="connsiteY129" fmla="*/ 429544 h 506009"/>
              <a:gd name="connsiteX130" fmla="*/ 299577 w 2249309"/>
              <a:gd name="connsiteY130" fmla="*/ 423560 h 506009"/>
              <a:gd name="connsiteX131" fmla="*/ 300201 w 2249309"/>
              <a:gd name="connsiteY131" fmla="*/ 421067 h 506009"/>
              <a:gd name="connsiteX132" fmla="*/ 258091 w 2249309"/>
              <a:gd name="connsiteY132" fmla="*/ 421067 h 506009"/>
              <a:gd name="connsiteX133" fmla="*/ 258091 w 2249309"/>
              <a:gd name="connsiteY133" fmla="*/ 421142 h 506009"/>
              <a:gd name="connsiteX134" fmla="*/ 259064 w 2249309"/>
              <a:gd name="connsiteY134" fmla="*/ 423261 h 506009"/>
              <a:gd name="connsiteX135" fmla="*/ 258067 w 2249309"/>
              <a:gd name="connsiteY135" fmla="*/ 429544 h 506009"/>
              <a:gd name="connsiteX136" fmla="*/ 257468 w 2249309"/>
              <a:gd name="connsiteY136" fmla="*/ 423560 h 506009"/>
              <a:gd name="connsiteX137" fmla="*/ 258091 w 2249309"/>
              <a:gd name="connsiteY137" fmla="*/ 421067 h 506009"/>
              <a:gd name="connsiteX138" fmla="*/ 208129 w 2249309"/>
              <a:gd name="connsiteY138" fmla="*/ 420818 h 506009"/>
              <a:gd name="connsiteX139" fmla="*/ 209475 w 2249309"/>
              <a:gd name="connsiteY139" fmla="*/ 421018 h 506009"/>
              <a:gd name="connsiteX140" fmla="*/ 209649 w 2249309"/>
              <a:gd name="connsiteY140" fmla="*/ 429095 h 506009"/>
              <a:gd name="connsiteX141" fmla="*/ 208129 w 2249309"/>
              <a:gd name="connsiteY141" fmla="*/ 429095 h 506009"/>
              <a:gd name="connsiteX142" fmla="*/ 208129 w 2249309"/>
              <a:gd name="connsiteY142" fmla="*/ 420868 h 506009"/>
              <a:gd name="connsiteX143" fmla="*/ 293219 w 2249309"/>
              <a:gd name="connsiteY143" fmla="*/ 420693 h 506009"/>
              <a:gd name="connsiteX144" fmla="*/ 294142 w 2249309"/>
              <a:gd name="connsiteY144" fmla="*/ 423186 h 506009"/>
              <a:gd name="connsiteX145" fmla="*/ 293344 w 2249309"/>
              <a:gd name="connsiteY145" fmla="*/ 429345 h 506009"/>
              <a:gd name="connsiteX146" fmla="*/ 292172 w 2249309"/>
              <a:gd name="connsiteY146" fmla="*/ 423386 h 506009"/>
              <a:gd name="connsiteX147" fmla="*/ 293219 w 2249309"/>
              <a:gd name="connsiteY147" fmla="*/ 420768 h 506009"/>
              <a:gd name="connsiteX148" fmla="*/ 251111 w 2249309"/>
              <a:gd name="connsiteY148" fmla="*/ 420693 h 506009"/>
              <a:gd name="connsiteX149" fmla="*/ 252033 w 2249309"/>
              <a:gd name="connsiteY149" fmla="*/ 423186 h 506009"/>
              <a:gd name="connsiteX150" fmla="*/ 251260 w 2249309"/>
              <a:gd name="connsiteY150" fmla="*/ 429469 h 506009"/>
              <a:gd name="connsiteX151" fmla="*/ 250063 w 2249309"/>
              <a:gd name="connsiteY151" fmla="*/ 423386 h 506009"/>
              <a:gd name="connsiteX152" fmla="*/ 251111 w 2249309"/>
              <a:gd name="connsiteY152" fmla="*/ 420768 h 506009"/>
              <a:gd name="connsiteX153" fmla="*/ 624269 w 2249309"/>
              <a:gd name="connsiteY153" fmla="*/ 420278 h 506009"/>
              <a:gd name="connsiteX154" fmla="*/ 624356 w 2249309"/>
              <a:gd name="connsiteY154" fmla="*/ 437574 h 506009"/>
              <a:gd name="connsiteX155" fmla="*/ 639566 w 2249309"/>
              <a:gd name="connsiteY155" fmla="*/ 437574 h 506009"/>
              <a:gd name="connsiteX156" fmla="*/ 646955 w 2249309"/>
              <a:gd name="connsiteY156" fmla="*/ 435314 h 506009"/>
              <a:gd name="connsiteX157" fmla="*/ 649389 w 2249309"/>
              <a:gd name="connsiteY157" fmla="*/ 428361 h 506009"/>
              <a:gd name="connsiteX158" fmla="*/ 646868 w 2249309"/>
              <a:gd name="connsiteY158" fmla="*/ 422276 h 506009"/>
              <a:gd name="connsiteX159" fmla="*/ 639306 w 2249309"/>
              <a:gd name="connsiteY159" fmla="*/ 420278 h 506009"/>
              <a:gd name="connsiteX160" fmla="*/ 215459 w 2249309"/>
              <a:gd name="connsiteY160" fmla="*/ 420245 h 506009"/>
              <a:gd name="connsiteX161" fmla="*/ 216157 w 2249309"/>
              <a:gd name="connsiteY161" fmla="*/ 423187 h 506009"/>
              <a:gd name="connsiteX162" fmla="*/ 215459 w 2249309"/>
              <a:gd name="connsiteY162" fmla="*/ 429046 h 506009"/>
              <a:gd name="connsiteX163" fmla="*/ 214711 w 2249309"/>
              <a:gd name="connsiteY163" fmla="*/ 423187 h 506009"/>
              <a:gd name="connsiteX164" fmla="*/ 215459 w 2249309"/>
              <a:gd name="connsiteY164" fmla="*/ 420245 h 506009"/>
              <a:gd name="connsiteX165" fmla="*/ 211370 w 2249309"/>
              <a:gd name="connsiteY165" fmla="*/ 419671 h 506009"/>
              <a:gd name="connsiteX166" fmla="*/ 211375 w 2249309"/>
              <a:gd name="connsiteY166" fmla="*/ 419839 h 506009"/>
              <a:gd name="connsiteX167" fmla="*/ 211370 w 2249309"/>
              <a:gd name="connsiteY167" fmla="*/ 419846 h 506009"/>
              <a:gd name="connsiteX168" fmla="*/ 211779 w 2249309"/>
              <a:gd name="connsiteY168" fmla="*/ 419345 h 506009"/>
              <a:gd name="connsiteX169" fmla="*/ 213115 w 2249309"/>
              <a:gd name="connsiteY169" fmla="*/ 419671 h 506009"/>
              <a:gd name="connsiteX170" fmla="*/ 213415 w 2249309"/>
              <a:gd name="connsiteY170" fmla="*/ 429644 h 506009"/>
              <a:gd name="connsiteX171" fmla="*/ 211694 w 2249309"/>
              <a:gd name="connsiteY171" fmla="*/ 429644 h 506009"/>
              <a:gd name="connsiteX172" fmla="*/ 211375 w 2249309"/>
              <a:gd name="connsiteY172" fmla="*/ 419839 h 506009"/>
              <a:gd name="connsiteX173" fmla="*/ 297010 w 2249309"/>
              <a:gd name="connsiteY173" fmla="*/ 418973 h 506009"/>
              <a:gd name="connsiteX174" fmla="*/ 297907 w 2249309"/>
              <a:gd name="connsiteY174" fmla="*/ 422713 h 506009"/>
              <a:gd name="connsiteX175" fmla="*/ 296860 w 2249309"/>
              <a:gd name="connsiteY175" fmla="*/ 429968 h 506009"/>
              <a:gd name="connsiteX176" fmla="*/ 295788 w 2249309"/>
              <a:gd name="connsiteY176" fmla="*/ 422613 h 506009"/>
              <a:gd name="connsiteX177" fmla="*/ 297010 w 2249309"/>
              <a:gd name="connsiteY177" fmla="*/ 418973 h 506009"/>
              <a:gd name="connsiteX178" fmla="*/ 254901 w 2249309"/>
              <a:gd name="connsiteY178" fmla="*/ 418973 h 506009"/>
              <a:gd name="connsiteX179" fmla="*/ 255798 w 2249309"/>
              <a:gd name="connsiteY179" fmla="*/ 422713 h 506009"/>
              <a:gd name="connsiteX180" fmla="*/ 254751 w 2249309"/>
              <a:gd name="connsiteY180" fmla="*/ 429968 h 506009"/>
              <a:gd name="connsiteX181" fmla="*/ 253679 w 2249309"/>
              <a:gd name="connsiteY181" fmla="*/ 422613 h 506009"/>
              <a:gd name="connsiteX182" fmla="*/ 254901 w 2249309"/>
              <a:gd name="connsiteY182" fmla="*/ 418973 h 506009"/>
              <a:gd name="connsiteX183" fmla="*/ 187610 w 2249309"/>
              <a:gd name="connsiteY183" fmla="*/ 418200 h 506009"/>
              <a:gd name="connsiteX184" fmla="*/ 187761 w 2249309"/>
              <a:gd name="connsiteY184" fmla="*/ 418338 h 506009"/>
              <a:gd name="connsiteX185" fmla="*/ 187535 w 2249309"/>
              <a:gd name="connsiteY185" fmla="*/ 418300 h 506009"/>
              <a:gd name="connsiteX186" fmla="*/ 372328 w 2249309"/>
              <a:gd name="connsiteY186" fmla="*/ 416855 h 506009"/>
              <a:gd name="connsiteX187" fmla="*/ 358341 w 2249309"/>
              <a:gd name="connsiteY187" fmla="*/ 425930 h 506009"/>
              <a:gd name="connsiteX188" fmla="*/ 371754 w 2249309"/>
              <a:gd name="connsiteY188" fmla="*/ 446573 h 506009"/>
              <a:gd name="connsiteX189" fmla="*/ 386115 w 2249309"/>
              <a:gd name="connsiteY189" fmla="*/ 437149 h 506009"/>
              <a:gd name="connsiteX190" fmla="*/ 384918 w 2249309"/>
              <a:gd name="connsiteY190" fmla="*/ 435304 h 506009"/>
              <a:gd name="connsiteX191" fmla="*/ 383746 w 2249309"/>
              <a:gd name="connsiteY191" fmla="*/ 433484 h 506009"/>
              <a:gd name="connsiteX192" fmla="*/ 373300 w 2249309"/>
              <a:gd name="connsiteY192" fmla="*/ 440265 h 506009"/>
              <a:gd name="connsiteX193" fmla="*/ 369784 w 2249309"/>
              <a:gd name="connsiteY193" fmla="*/ 434905 h 506009"/>
              <a:gd name="connsiteX194" fmla="*/ 379159 w 2249309"/>
              <a:gd name="connsiteY194" fmla="*/ 428921 h 506009"/>
              <a:gd name="connsiteX195" fmla="*/ 378012 w 2249309"/>
              <a:gd name="connsiteY195" fmla="*/ 427126 h 506009"/>
              <a:gd name="connsiteX196" fmla="*/ 376865 w 2249309"/>
              <a:gd name="connsiteY196" fmla="*/ 425356 h 506009"/>
              <a:gd name="connsiteX197" fmla="*/ 367566 w 2249309"/>
              <a:gd name="connsiteY197" fmla="*/ 431390 h 506009"/>
              <a:gd name="connsiteX198" fmla="*/ 364723 w 2249309"/>
              <a:gd name="connsiteY198" fmla="*/ 427002 h 506009"/>
              <a:gd name="connsiteX199" fmla="*/ 374696 w 2249309"/>
              <a:gd name="connsiteY199" fmla="*/ 420519 h 506009"/>
              <a:gd name="connsiteX200" fmla="*/ 373524 w 2249309"/>
              <a:gd name="connsiteY200" fmla="*/ 418675 h 506009"/>
              <a:gd name="connsiteX201" fmla="*/ 128074 w 2249309"/>
              <a:gd name="connsiteY201" fmla="*/ 414361 h 506009"/>
              <a:gd name="connsiteX202" fmla="*/ 122813 w 2249309"/>
              <a:gd name="connsiteY202" fmla="*/ 417553 h 506009"/>
              <a:gd name="connsiteX203" fmla="*/ 121492 w 2249309"/>
              <a:gd name="connsiteY203" fmla="*/ 422414 h 506009"/>
              <a:gd name="connsiteX204" fmla="*/ 125655 w 2249309"/>
              <a:gd name="connsiteY204" fmla="*/ 428946 h 506009"/>
              <a:gd name="connsiteX205" fmla="*/ 127949 w 2249309"/>
              <a:gd name="connsiteY205" fmla="*/ 432287 h 506009"/>
              <a:gd name="connsiteX206" fmla="*/ 127500 w 2249309"/>
              <a:gd name="connsiteY206" fmla="*/ 434481 h 506009"/>
              <a:gd name="connsiteX207" fmla="*/ 125182 w 2249309"/>
              <a:gd name="connsiteY207" fmla="*/ 435528 h 506009"/>
              <a:gd name="connsiteX208" fmla="*/ 121841 w 2249309"/>
              <a:gd name="connsiteY208" fmla="*/ 434082 h 506009"/>
              <a:gd name="connsiteX209" fmla="*/ 119697 w 2249309"/>
              <a:gd name="connsiteY209" fmla="*/ 431215 h 506009"/>
              <a:gd name="connsiteX210" fmla="*/ 120395 w 2249309"/>
              <a:gd name="connsiteY210" fmla="*/ 427999 h 506009"/>
              <a:gd name="connsiteX211" fmla="*/ 116705 w 2249309"/>
              <a:gd name="connsiteY211" fmla="*/ 425331 h 506009"/>
              <a:gd name="connsiteX212" fmla="*/ 115184 w 2249309"/>
              <a:gd name="connsiteY212" fmla="*/ 431813 h 506009"/>
              <a:gd name="connsiteX213" fmla="*/ 119348 w 2249309"/>
              <a:gd name="connsiteY213" fmla="*/ 437523 h 506009"/>
              <a:gd name="connsiteX214" fmla="*/ 126054 w 2249309"/>
              <a:gd name="connsiteY214" fmla="*/ 439866 h 506009"/>
              <a:gd name="connsiteX215" fmla="*/ 131315 w 2249309"/>
              <a:gd name="connsiteY215" fmla="*/ 436874 h 506009"/>
              <a:gd name="connsiteX216" fmla="*/ 132910 w 2249309"/>
              <a:gd name="connsiteY216" fmla="*/ 431888 h 506009"/>
              <a:gd name="connsiteX217" fmla="*/ 129196 w 2249309"/>
              <a:gd name="connsiteY217" fmla="*/ 425755 h 506009"/>
              <a:gd name="connsiteX218" fmla="*/ 126428 w 2249309"/>
              <a:gd name="connsiteY218" fmla="*/ 421966 h 506009"/>
              <a:gd name="connsiteX219" fmla="*/ 126578 w 2249309"/>
              <a:gd name="connsiteY219" fmla="*/ 419971 h 506009"/>
              <a:gd name="connsiteX220" fmla="*/ 128797 w 2249309"/>
              <a:gd name="connsiteY220" fmla="*/ 418625 h 506009"/>
              <a:gd name="connsiteX221" fmla="*/ 131589 w 2249309"/>
              <a:gd name="connsiteY221" fmla="*/ 419572 h 506009"/>
              <a:gd name="connsiteX222" fmla="*/ 133708 w 2249309"/>
              <a:gd name="connsiteY222" fmla="*/ 422389 h 506009"/>
              <a:gd name="connsiteX223" fmla="*/ 133235 w 2249309"/>
              <a:gd name="connsiteY223" fmla="*/ 425481 h 506009"/>
              <a:gd name="connsiteX224" fmla="*/ 136949 w 2249309"/>
              <a:gd name="connsiteY224" fmla="*/ 428198 h 506009"/>
              <a:gd name="connsiteX225" fmla="*/ 136949 w 2249309"/>
              <a:gd name="connsiteY225" fmla="*/ 428148 h 506009"/>
              <a:gd name="connsiteX226" fmla="*/ 138271 w 2249309"/>
              <a:gd name="connsiteY226" fmla="*/ 421866 h 506009"/>
              <a:gd name="connsiteX227" fmla="*/ 134531 w 2249309"/>
              <a:gd name="connsiteY227" fmla="*/ 416456 h 506009"/>
              <a:gd name="connsiteX228" fmla="*/ 128074 w 2249309"/>
              <a:gd name="connsiteY228" fmla="*/ 414361 h 506009"/>
              <a:gd name="connsiteX229" fmla="*/ 391300 w 2249309"/>
              <a:gd name="connsiteY229" fmla="*/ 403292 h 506009"/>
              <a:gd name="connsiteX230" fmla="*/ 384668 w 2249309"/>
              <a:gd name="connsiteY230" fmla="*/ 405785 h 506009"/>
              <a:gd name="connsiteX231" fmla="*/ 381128 w 2249309"/>
              <a:gd name="connsiteY231" fmla="*/ 413264 h 506009"/>
              <a:gd name="connsiteX232" fmla="*/ 385117 w 2249309"/>
              <a:gd name="connsiteY232" fmla="*/ 422414 h 506009"/>
              <a:gd name="connsiteX233" fmla="*/ 393320 w 2249309"/>
              <a:gd name="connsiteY233" fmla="*/ 427774 h 506009"/>
              <a:gd name="connsiteX234" fmla="*/ 404888 w 2249309"/>
              <a:gd name="connsiteY234" fmla="*/ 419323 h 506009"/>
              <a:gd name="connsiteX235" fmla="*/ 404838 w 2249309"/>
              <a:gd name="connsiteY235" fmla="*/ 419273 h 506009"/>
              <a:gd name="connsiteX236" fmla="*/ 402769 w 2249309"/>
              <a:gd name="connsiteY236" fmla="*/ 412242 h 506009"/>
              <a:gd name="connsiteX237" fmla="*/ 399129 w 2249309"/>
              <a:gd name="connsiteY237" fmla="*/ 415284 h 506009"/>
              <a:gd name="connsiteX238" fmla="*/ 400201 w 2249309"/>
              <a:gd name="connsiteY238" fmla="*/ 419024 h 506009"/>
              <a:gd name="connsiteX239" fmla="*/ 400021 w 2249309"/>
              <a:gd name="connsiteY239" fmla="*/ 419856 h 506009"/>
              <a:gd name="connsiteX240" fmla="*/ 393793 w 2249309"/>
              <a:gd name="connsiteY240" fmla="*/ 423162 h 506009"/>
              <a:gd name="connsiteX241" fmla="*/ 388807 w 2249309"/>
              <a:gd name="connsiteY241" fmla="*/ 419373 h 506009"/>
              <a:gd name="connsiteX242" fmla="*/ 385865 w 2249309"/>
              <a:gd name="connsiteY242" fmla="*/ 413564 h 506009"/>
              <a:gd name="connsiteX243" fmla="*/ 387561 w 2249309"/>
              <a:gd name="connsiteY243" fmla="*/ 409151 h 506009"/>
              <a:gd name="connsiteX244" fmla="*/ 390951 w 2249309"/>
              <a:gd name="connsiteY244" fmla="*/ 407854 h 506009"/>
              <a:gd name="connsiteX245" fmla="*/ 394192 w 2249309"/>
              <a:gd name="connsiteY245" fmla="*/ 409250 h 506009"/>
              <a:gd name="connsiteX246" fmla="*/ 397832 w 2249309"/>
              <a:gd name="connsiteY246" fmla="*/ 406209 h 506009"/>
              <a:gd name="connsiteX247" fmla="*/ 391300 w 2249309"/>
              <a:gd name="connsiteY247" fmla="*/ 403292 h 506009"/>
              <a:gd name="connsiteX248" fmla="*/ 261413 w 2249309"/>
              <a:gd name="connsiteY248" fmla="*/ 402595 h 506009"/>
              <a:gd name="connsiteX249" fmla="*/ 261462 w 2249309"/>
              <a:gd name="connsiteY249" fmla="*/ 402595 h 506009"/>
              <a:gd name="connsiteX250" fmla="*/ 261462 w 2249309"/>
              <a:gd name="connsiteY250" fmla="*/ 409252 h 506009"/>
              <a:gd name="connsiteX251" fmla="*/ 255803 w 2249309"/>
              <a:gd name="connsiteY251" fmla="*/ 409252 h 506009"/>
              <a:gd name="connsiteX252" fmla="*/ 244205 w 2249309"/>
              <a:gd name="connsiteY252" fmla="*/ 401173 h 506009"/>
              <a:gd name="connsiteX253" fmla="*/ 247770 w 2249309"/>
              <a:gd name="connsiteY253" fmla="*/ 404314 h 506009"/>
              <a:gd name="connsiteX254" fmla="*/ 247765 w 2249309"/>
              <a:gd name="connsiteY254" fmla="*/ 404890 h 506009"/>
              <a:gd name="connsiteX255" fmla="*/ 244379 w 2249309"/>
              <a:gd name="connsiteY255" fmla="*/ 407655 h 506009"/>
              <a:gd name="connsiteX256" fmla="*/ 240814 w 2249309"/>
              <a:gd name="connsiteY256" fmla="*/ 404463 h 506009"/>
              <a:gd name="connsiteX257" fmla="*/ 240819 w 2249309"/>
              <a:gd name="connsiteY257" fmla="*/ 404105 h 506009"/>
              <a:gd name="connsiteX258" fmla="*/ 244205 w 2249309"/>
              <a:gd name="connsiteY258" fmla="*/ 401173 h 506009"/>
              <a:gd name="connsiteX259" fmla="*/ 274895 w 2249309"/>
              <a:gd name="connsiteY259" fmla="*/ 401172 h 506009"/>
              <a:gd name="connsiteX260" fmla="*/ 278585 w 2249309"/>
              <a:gd name="connsiteY260" fmla="*/ 407056 h 506009"/>
              <a:gd name="connsiteX261" fmla="*/ 274895 w 2249309"/>
              <a:gd name="connsiteY261" fmla="*/ 412940 h 506009"/>
              <a:gd name="connsiteX262" fmla="*/ 271205 w 2249309"/>
              <a:gd name="connsiteY262" fmla="*/ 407056 h 506009"/>
              <a:gd name="connsiteX263" fmla="*/ 274895 w 2249309"/>
              <a:gd name="connsiteY263" fmla="*/ 401172 h 506009"/>
              <a:gd name="connsiteX264" fmla="*/ 243512 w 2249309"/>
              <a:gd name="connsiteY264" fmla="*/ 399657 h 506009"/>
              <a:gd name="connsiteX265" fmla="*/ 238570 w 2249309"/>
              <a:gd name="connsiteY265" fmla="*/ 404688 h 506009"/>
              <a:gd name="connsiteX266" fmla="*/ 238595 w 2249309"/>
              <a:gd name="connsiteY266" fmla="*/ 405022 h 506009"/>
              <a:gd name="connsiteX267" fmla="*/ 244105 w 2249309"/>
              <a:gd name="connsiteY267" fmla="*/ 409425 h 506009"/>
              <a:gd name="connsiteX268" fmla="*/ 248144 w 2249309"/>
              <a:gd name="connsiteY268" fmla="*/ 407680 h 506009"/>
              <a:gd name="connsiteX269" fmla="*/ 243906 w 2249309"/>
              <a:gd name="connsiteY269" fmla="*/ 413165 h 506009"/>
              <a:gd name="connsiteX270" fmla="*/ 243387 w 2249309"/>
              <a:gd name="connsiteY270" fmla="*/ 413210 h 506009"/>
              <a:gd name="connsiteX271" fmla="*/ 240939 w 2249309"/>
              <a:gd name="connsiteY271" fmla="*/ 410672 h 506009"/>
              <a:gd name="connsiteX272" fmla="*/ 238720 w 2249309"/>
              <a:gd name="connsiteY272" fmla="*/ 410672 h 506009"/>
              <a:gd name="connsiteX273" fmla="*/ 243956 w 2249309"/>
              <a:gd name="connsiteY273" fmla="*/ 414611 h 506009"/>
              <a:gd name="connsiteX274" fmla="*/ 243956 w 2249309"/>
              <a:gd name="connsiteY274" fmla="*/ 414686 h 506009"/>
              <a:gd name="connsiteX275" fmla="*/ 250413 w 2249309"/>
              <a:gd name="connsiteY275" fmla="*/ 406508 h 506009"/>
              <a:gd name="connsiteX276" fmla="*/ 244230 w 2249309"/>
              <a:gd name="connsiteY276" fmla="*/ 399702 h 506009"/>
              <a:gd name="connsiteX277" fmla="*/ 243512 w 2249309"/>
              <a:gd name="connsiteY277" fmla="*/ 399657 h 506009"/>
              <a:gd name="connsiteX278" fmla="*/ 274896 w 2249309"/>
              <a:gd name="connsiteY278" fmla="*/ 399627 h 506009"/>
              <a:gd name="connsiteX279" fmla="*/ 268862 w 2249309"/>
              <a:gd name="connsiteY279" fmla="*/ 407106 h 506009"/>
              <a:gd name="connsiteX280" fmla="*/ 274896 w 2249309"/>
              <a:gd name="connsiteY280" fmla="*/ 414586 h 506009"/>
              <a:gd name="connsiteX281" fmla="*/ 274896 w 2249309"/>
              <a:gd name="connsiteY281" fmla="*/ 414686 h 506009"/>
              <a:gd name="connsiteX282" fmla="*/ 280929 w 2249309"/>
              <a:gd name="connsiteY282" fmla="*/ 407106 h 506009"/>
              <a:gd name="connsiteX283" fmla="*/ 274896 w 2249309"/>
              <a:gd name="connsiteY283" fmla="*/ 399627 h 506009"/>
              <a:gd name="connsiteX284" fmla="*/ 261457 w 2249309"/>
              <a:gd name="connsiteY284" fmla="*/ 399527 h 506009"/>
              <a:gd name="connsiteX285" fmla="*/ 253405 w 2249309"/>
              <a:gd name="connsiteY285" fmla="*/ 408827 h 506009"/>
              <a:gd name="connsiteX286" fmla="*/ 253405 w 2249309"/>
              <a:gd name="connsiteY286" fmla="*/ 410622 h 506009"/>
              <a:gd name="connsiteX287" fmla="*/ 261084 w 2249309"/>
              <a:gd name="connsiteY287" fmla="*/ 410622 h 506009"/>
              <a:gd name="connsiteX288" fmla="*/ 261084 w 2249309"/>
              <a:gd name="connsiteY288" fmla="*/ 414212 h 506009"/>
              <a:gd name="connsiteX289" fmla="*/ 263302 w 2249309"/>
              <a:gd name="connsiteY289" fmla="*/ 414212 h 506009"/>
              <a:gd name="connsiteX290" fmla="*/ 263302 w 2249309"/>
              <a:gd name="connsiteY290" fmla="*/ 410622 h 506009"/>
              <a:gd name="connsiteX291" fmla="*/ 265795 w 2249309"/>
              <a:gd name="connsiteY291" fmla="*/ 410622 h 506009"/>
              <a:gd name="connsiteX292" fmla="*/ 265795 w 2249309"/>
              <a:gd name="connsiteY292" fmla="*/ 409051 h 506009"/>
              <a:gd name="connsiteX293" fmla="*/ 263302 w 2249309"/>
              <a:gd name="connsiteY293" fmla="*/ 409051 h 506009"/>
              <a:gd name="connsiteX294" fmla="*/ 263302 w 2249309"/>
              <a:gd name="connsiteY294" fmla="*/ 399527 h 506009"/>
              <a:gd name="connsiteX295" fmla="*/ 229520 w 2249309"/>
              <a:gd name="connsiteY295" fmla="*/ 399428 h 506009"/>
              <a:gd name="connsiteX296" fmla="*/ 224783 w 2249309"/>
              <a:gd name="connsiteY296" fmla="*/ 402220 h 506009"/>
              <a:gd name="connsiteX297" fmla="*/ 224783 w 2249309"/>
              <a:gd name="connsiteY297" fmla="*/ 403791 h 506009"/>
              <a:gd name="connsiteX298" fmla="*/ 228897 w 2249309"/>
              <a:gd name="connsiteY298" fmla="*/ 403791 h 506009"/>
              <a:gd name="connsiteX299" fmla="*/ 228897 w 2249309"/>
              <a:gd name="connsiteY299" fmla="*/ 414212 h 506009"/>
              <a:gd name="connsiteX300" fmla="*/ 231240 w 2249309"/>
              <a:gd name="connsiteY300" fmla="*/ 414212 h 506009"/>
              <a:gd name="connsiteX301" fmla="*/ 231240 w 2249309"/>
              <a:gd name="connsiteY301" fmla="*/ 399428 h 506009"/>
              <a:gd name="connsiteX302" fmla="*/ 108228 w 2249309"/>
              <a:gd name="connsiteY302" fmla="*/ 395164 h 506009"/>
              <a:gd name="connsiteX303" fmla="*/ 91425 w 2249309"/>
              <a:gd name="connsiteY303" fmla="*/ 413165 h 506009"/>
              <a:gd name="connsiteX304" fmla="*/ 93045 w 2249309"/>
              <a:gd name="connsiteY304" fmla="*/ 414685 h 506009"/>
              <a:gd name="connsiteX305" fmla="*/ 94666 w 2249309"/>
              <a:gd name="connsiteY305" fmla="*/ 416281 h 506009"/>
              <a:gd name="connsiteX306" fmla="*/ 106757 w 2249309"/>
              <a:gd name="connsiteY306" fmla="*/ 403292 h 506009"/>
              <a:gd name="connsiteX307" fmla="*/ 101497 w 2249309"/>
              <a:gd name="connsiteY307" fmla="*/ 422664 h 506009"/>
              <a:gd name="connsiteX308" fmla="*/ 103217 w 2249309"/>
              <a:gd name="connsiteY308" fmla="*/ 424259 h 506009"/>
              <a:gd name="connsiteX309" fmla="*/ 104937 w 2249309"/>
              <a:gd name="connsiteY309" fmla="*/ 425780 h 506009"/>
              <a:gd name="connsiteX310" fmla="*/ 121716 w 2249309"/>
              <a:gd name="connsiteY310" fmla="*/ 407755 h 506009"/>
              <a:gd name="connsiteX311" fmla="*/ 120096 w 2249309"/>
              <a:gd name="connsiteY311" fmla="*/ 406259 h 506009"/>
              <a:gd name="connsiteX312" fmla="*/ 118500 w 2249309"/>
              <a:gd name="connsiteY312" fmla="*/ 404763 h 506009"/>
              <a:gd name="connsiteX313" fmla="*/ 106708 w 2249309"/>
              <a:gd name="connsiteY313" fmla="*/ 417403 h 506009"/>
              <a:gd name="connsiteX314" fmla="*/ 111843 w 2249309"/>
              <a:gd name="connsiteY314" fmla="*/ 398555 h 506009"/>
              <a:gd name="connsiteX315" fmla="*/ 110023 w 2249309"/>
              <a:gd name="connsiteY315" fmla="*/ 396860 h 506009"/>
              <a:gd name="connsiteX316" fmla="*/ 624269 w 2249309"/>
              <a:gd name="connsiteY316" fmla="*/ 394984 h 506009"/>
              <a:gd name="connsiteX317" fmla="*/ 624356 w 2249309"/>
              <a:gd name="connsiteY317" fmla="*/ 409325 h 506009"/>
              <a:gd name="connsiteX318" fmla="*/ 638698 w 2249309"/>
              <a:gd name="connsiteY318" fmla="*/ 409325 h 506009"/>
              <a:gd name="connsiteX319" fmla="*/ 645738 w 2249309"/>
              <a:gd name="connsiteY319" fmla="*/ 407414 h 506009"/>
              <a:gd name="connsiteX320" fmla="*/ 647998 w 2249309"/>
              <a:gd name="connsiteY320" fmla="*/ 401590 h 506009"/>
              <a:gd name="connsiteX321" fmla="*/ 645565 w 2249309"/>
              <a:gd name="connsiteY321" fmla="*/ 396636 h 506009"/>
              <a:gd name="connsiteX322" fmla="*/ 638176 w 2249309"/>
              <a:gd name="connsiteY322" fmla="*/ 394984 h 506009"/>
              <a:gd name="connsiteX323" fmla="*/ 2088335 w 2249309"/>
              <a:gd name="connsiteY323" fmla="*/ 393163 h 506009"/>
              <a:gd name="connsiteX324" fmla="*/ 2077339 w 2249309"/>
              <a:gd name="connsiteY324" fmla="*/ 395807 h 506009"/>
              <a:gd name="connsiteX325" fmla="*/ 2074077 w 2249309"/>
              <a:gd name="connsiteY325" fmla="*/ 399069 h 506009"/>
              <a:gd name="connsiteX326" fmla="*/ 2069731 w 2249309"/>
              <a:gd name="connsiteY326" fmla="*/ 416452 h 506009"/>
              <a:gd name="connsiteX327" fmla="*/ 2073990 w 2249309"/>
              <a:gd name="connsiteY327" fmla="*/ 432968 h 506009"/>
              <a:gd name="connsiteX328" fmla="*/ 2094908 w 2249309"/>
              <a:gd name="connsiteY328" fmla="*/ 436039 h 506009"/>
              <a:gd name="connsiteX329" fmla="*/ 2097979 w 2249309"/>
              <a:gd name="connsiteY329" fmla="*/ 432968 h 506009"/>
              <a:gd name="connsiteX330" fmla="*/ 2097980 w 2249309"/>
              <a:gd name="connsiteY330" fmla="*/ 432968 h 506009"/>
              <a:gd name="connsiteX331" fmla="*/ 2102325 w 2249309"/>
              <a:gd name="connsiteY331" fmla="*/ 416452 h 506009"/>
              <a:gd name="connsiteX332" fmla="*/ 2097980 w 2249309"/>
              <a:gd name="connsiteY332" fmla="*/ 399069 h 506009"/>
              <a:gd name="connsiteX333" fmla="*/ 2088335 w 2249309"/>
              <a:gd name="connsiteY333" fmla="*/ 393163 h 506009"/>
              <a:gd name="connsiteX334" fmla="*/ 1965704 w 2249309"/>
              <a:gd name="connsiteY334" fmla="*/ 393159 h 506009"/>
              <a:gd name="connsiteX335" fmla="*/ 1954651 w 2249309"/>
              <a:gd name="connsiteY335" fmla="*/ 395852 h 506009"/>
              <a:gd name="connsiteX336" fmla="*/ 1951434 w 2249309"/>
              <a:gd name="connsiteY336" fmla="*/ 399069 h 506009"/>
              <a:gd name="connsiteX337" fmla="*/ 1947175 w 2249309"/>
              <a:gd name="connsiteY337" fmla="*/ 416453 h 506009"/>
              <a:gd name="connsiteX338" fmla="*/ 1951434 w 2249309"/>
              <a:gd name="connsiteY338" fmla="*/ 432968 h 506009"/>
              <a:gd name="connsiteX339" fmla="*/ 1972352 w 2249309"/>
              <a:gd name="connsiteY339" fmla="*/ 436039 h 506009"/>
              <a:gd name="connsiteX340" fmla="*/ 1975423 w 2249309"/>
              <a:gd name="connsiteY340" fmla="*/ 432968 h 506009"/>
              <a:gd name="connsiteX341" fmla="*/ 1979682 w 2249309"/>
              <a:gd name="connsiteY341" fmla="*/ 416453 h 506009"/>
              <a:gd name="connsiteX342" fmla="*/ 1975423 w 2249309"/>
              <a:gd name="connsiteY342" fmla="*/ 399069 h 506009"/>
              <a:gd name="connsiteX343" fmla="*/ 1965704 w 2249309"/>
              <a:gd name="connsiteY343" fmla="*/ 393159 h 506009"/>
              <a:gd name="connsiteX344" fmla="*/ 1512422 w 2249309"/>
              <a:gd name="connsiteY344" fmla="*/ 393159 h 506009"/>
              <a:gd name="connsiteX345" fmla="*/ 1501369 w 2249309"/>
              <a:gd name="connsiteY345" fmla="*/ 395852 h 506009"/>
              <a:gd name="connsiteX346" fmla="*/ 1498152 w 2249309"/>
              <a:gd name="connsiteY346" fmla="*/ 399069 h 506009"/>
              <a:gd name="connsiteX347" fmla="*/ 1493893 w 2249309"/>
              <a:gd name="connsiteY347" fmla="*/ 416453 h 506009"/>
              <a:gd name="connsiteX348" fmla="*/ 1498152 w 2249309"/>
              <a:gd name="connsiteY348" fmla="*/ 432968 h 506009"/>
              <a:gd name="connsiteX349" fmla="*/ 1519070 w 2249309"/>
              <a:gd name="connsiteY349" fmla="*/ 436039 h 506009"/>
              <a:gd name="connsiteX350" fmla="*/ 1522141 w 2249309"/>
              <a:gd name="connsiteY350" fmla="*/ 432968 h 506009"/>
              <a:gd name="connsiteX351" fmla="*/ 1526400 w 2249309"/>
              <a:gd name="connsiteY351" fmla="*/ 416453 h 506009"/>
              <a:gd name="connsiteX352" fmla="*/ 1522141 w 2249309"/>
              <a:gd name="connsiteY352" fmla="*/ 399069 h 506009"/>
              <a:gd name="connsiteX353" fmla="*/ 1512422 w 2249309"/>
              <a:gd name="connsiteY353" fmla="*/ 393159 h 506009"/>
              <a:gd name="connsiteX354" fmla="*/ 100275 w 2249309"/>
              <a:gd name="connsiteY354" fmla="*/ 386488 h 506009"/>
              <a:gd name="connsiteX355" fmla="*/ 81975 w 2249309"/>
              <a:gd name="connsiteY355" fmla="*/ 402968 h 506009"/>
              <a:gd name="connsiteX356" fmla="*/ 83571 w 2249309"/>
              <a:gd name="connsiteY356" fmla="*/ 404713 h 506009"/>
              <a:gd name="connsiteX357" fmla="*/ 85142 w 2249309"/>
              <a:gd name="connsiteY357" fmla="*/ 406483 h 506009"/>
              <a:gd name="connsiteX358" fmla="*/ 103442 w 2249309"/>
              <a:gd name="connsiteY358" fmla="*/ 390003 h 506009"/>
              <a:gd name="connsiteX359" fmla="*/ 101871 w 2249309"/>
              <a:gd name="connsiteY359" fmla="*/ 388233 h 506009"/>
              <a:gd name="connsiteX360" fmla="*/ 2191663 w 2249309"/>
              <a:gd name="connsiteY360" fmla="*/ 383896 h 506009"/>
              <a:gd name="connsiteX361" fmla="*/ 2199051 w 2249309"/>
              <a:gd name="connsiteY361" fmla="*/ 383896 h 506009"/>
              <a:gd name="connsiteX362" fmla="*/ 2206527 w 2249309"/>
              <a:gd name="connsiteY362" fmla="*/ 383896 h 506009"/>
              <a:gd name="connsiteX363" fmla="*/ 2218998 w 2249309"/>
              <a:gd name="connsiteY363" fmla="*/ 412043 h 506009"/>
              <a:gd name="connsiteX364" fmla="*/ 2218956 w 2249309"/>
              <a:gd name="connsiteY364" fmla="*/ 412145 h 506009"/>
              <a:gd name="connsiteX365" fmla="*/ 2219043 w 2249309"/>
              <a:gd name="connsiteY365" fmla="*/ 412145 h 506009"/>
              <a:gd name="connsiteX366" fmla="*/ 2218998 w 2249309"/>
              <a:gd name="connsiteY366" fmla="*/ 412043 h 506009"/>
              <a:gd name="connsiteX367" fmla="*/ 2230690 w 2249309"/>
              <a:gd name="connsiteY367" fmla="*/ 383896 h 506009"/>
              <a:gd name="connsiteX368" fmla="*/ 2237818 w 2249309"/>
              <a:gd name="connsiteY368" fmla="*/ 383896 h 506009"/>
              <a:gd name="connsiteX369" fmla="*/ 2244858 w 2249309"/>
              <a:gd name="connsiteY369" fmla="*/ 383896 h 506009"/>
              <a:gd name="connsiteX370" fmla="*/ 2225040 w 2249309"/>
              <a:gd name="connsiteY370" fmla="*/ 424313 h 506009"/>
              <a:gd name="connsiteX371" fmla="*/ 2225040 w 2249309"/>
              <a:gd name="connsiteY371" fmla="*/ 449086 h 506009"/>
              <a:gd name="connsiteX372" fmla="*/ 2218869 w 2249309"/>
              <a:gd name="connsiteY372" fmla="*/ 449086 h 506009"/>
              <a:gd name="connsiteX373" fmla="*/ 2212524 w 2249309"/>
              <a:gd name="connsiteY373" fmla="*/ 449086 h 506009"/>
              <a:gd name="connsiteX374" fmla="*/ 2212524 w 2249309"/>
              <a:gd name="connsiteY374" fmla="*/ 424574 h 506009"/>
              <a:gd name="connsiteX375" fmla="*/ 2005918 w 2249309"/>
              <a:gd name="connsiteY375" fmla="*/ 383896 h 506009"/>
              <a:gd name="connsiteX376" fmla="*/ 2012176 w 2249309"/>
              <a:gd name="connsiteY376" fmla="*/ 383896 h 506009"/>
              <a:gd name="connsiteX377" fmla="*/ 2018434 w 2249309"/>
              <a:gd name="connsiteY377" fmla="*/ 383896 h 506009"/>
              <a:gd name="connsiteX378" fmla="*/ 2018434 w 2249309"/>
              <a:gd name="connsiteY378" fmla="*/ 437438 h 506009"/>
              <a:gd name="connsiteX379" fmla="*/ 2048161 w 2249309"/>
              <a:gd name="connsiteY379" fmla="*/ 437438 h 506009"/>
              <a:gd name="connsiteX380" fmla="*/ 2048161 w 2249309"/>
              <a:gd name="connsiteY380" fmla="*/ 443262 h 506009"/>
              <a:gd name="connsiteX381" fmla="*/ 2048161 w 2249309"/>
              <a:gd name="connsiteY381" fmla="*/ 448998 h 506009"/>
              <a:gd name="connsiteX382" fmla="*/ 2005918 w 2249309"/>
              <a:gd name="connsiteY382" fmla="*/ 448998 h 506009"/>
              <a:gd name="connsiteX383" fmla="*/ 1873453 w 2249309"/>
              <a:gd name="connsiteY383" fmla="*/ 383896 h 506009"/>
              <a:gd name="connsiteX384" fmla="*/ 1879972 w 2249309"/>
              <a:gd name="connsiteY384" fmla="*/ 383896 h 506009"/>
              <a:gd name="connsiteX385" fmla="*/ 1886491 w 2249309"/>
              <a:gd name="connsiteY385" fmla="*/ 383896 h 506009"/>
              <a:gd name="connsiteX386" fmla="*/ 1910568 w 2249309"/>
              <a:gd name="connsiteY386" fmla="*/ 429616 h 506009"/>
              <a:gd name="connsiteX387" fmla="*/ 1910568 w 2249309"/>
              <a:gd name="connsiteY387" fmla="*/ 383896 h 506009"/>
              <a:gd name="connsiteX388" fmla="*/ 1916391 w 2249309"/>
              <a:gd name="connsiteY388" fmla="*/ 383896 h 506009"/>
              <a:gd name="connsiteX389" fmla="*/ 1922301 w 2249309"/>
              <a:gd name="connsiteY389" fmla="*/ 383896 h 506009"/>
              <a:gd name="connsiteX390" fmla="*/ 1922301 w 2249309"/>
              <a:gd name="connsiteY390" fmla="*/ 448998 h 506009"/>
              <a:gd name="connsiteX391" fmla="*/ 1916043 w 2249309"/>
              <a:gd name="connsiteY391" fmla="*/ 448998 h 506009"/>
              <a:gd name="connsiteX392" fmla="*/ 1909785 w 2249309"/>
              <a:gd name="connsiteY392" fmla="*/ 448998 h 506009"/>
              <a:gd name="connsiteX393" fmla="*/ 1885100 w 2249309"/>
              <a:gd name="connsiteY393" fmla="*/ 402062 h 506009"/>
              <a:gd name="connsiteX394" fmla="*/ 1885100 w 2249309"/>
              <a:gd name="connsiteY394" fmla="*/ 448998 h 506009"/>
              <a:gd name="connsiteX395" fmla="*/ 1879277 w 2249309"/>
              <a:gd name="connsiteY395" fmla="*/ 448998 h 506009"/>
              <a:gd name="connsiteX396" fmla="*/ 1873453 w 2249309"/>
              <a:gd name="connsiteY396" fmla="*/ 448998 h 506009"/>
              <a:gd name="connsiteX397" fmla="*/ 1810002 w 2249309"/>
              <a:gd name="connsiteY397" fmla="*/ 383896 h 506009"/>
              <a:gd name="connsiteX398" fmla="*/ 1816174 w 2249309"/>
              <a:gd name="connsiteY398" fmla="*/ 383896 h 506009"/>
              <a:gd name="connsiteX399" fmla="*/ 1822432 w 2249309"/>
              <a:gd name="connsiteY399" fmla="*/ 383896 h 506009"/>
              <a:gd name="connsiteX400" fmla="*/ 1822432 w 2249309"/>
              <a:gd name="connsiteY400" fmla="*/ 408320 h 506009"/>
              <a:gd name="connsiteX401" fmla="*/ 1845900 w 2249309"/>
              <a:gd name="connsiteY401" fmla="*/ 408320 h 506009"/>
              <a:gd name="connsiteX402" fmla="*/ 1845900 w 2249309"/>
              <a:gd name="connsiteY402" fmla="*/ 383896 h 506009"/>
              <a:gd name="connsiteX403" fmla="*/ 1852158 w 2249309"/>
              <a:gd name="connsiteY403" fmla="*/ 383896 h 506009"/>
              <a:gd name="connsiteX404" fmla="*/ 1858416 w 2249309"/>
              <a:gd name="connsiteY404" fmla="*/ 383896 h 506009"/>
              <a:gd name="connsiteX405" fmla="*/ 1858416 w 2249309"/>
              <a:gd name="connsiteY405" fmla="*/ 448998 h 506009"/>
              <a:gd name="connsiteX406" fmla="*/ 1852158 w 2249309"/>
              <a:gd name="connsiteY406" fmla="*/ 448998 h 506009"/>
              <a:gd name="connsiteX407" fmla="*/ 1845900 w 2249309"/>
              <a:gd name="connsiteY407" fmla="*/ 448998 h 506009"/>
              <a:gd name="connsiteX408" fmla="*/ 1845900 w 2249309"/>
              <a:gd name="connsiteY408" fmla="*/ 419533 h 506009"/>
              <a:gd name="connsiteX409" fmla="*/ 1822432 w 2249309"/>
              <a:gd name="connsiteY409" fmla="*/ 419533 h 506009"/>
              <a:gd name="connsiteX410" fmla="*/ 1822432 w 2249309"/>
              <a:gd name="connsiteY410" fmla="*/ 448998 h 506009"/>
              <a:gd name="connsiteX411" fmla="*/ 1816260 w 2249309"/>
              <a:gd name="connsiteY411" fmla="*/ 448998 h 506009"/>
              <a:gd name="connsiteX412" fmla="*/ 1810002 w 2249309"/>
              <a:gd name="connsiteY412" fmla="*/ 448998 h 506009"/>
              <a:gd name="connsiteX413" fmla="*/ 1687794 w 2249309"/>
              <a:gd name="connsiteY413" fmla="*/ 383896 h 506009"/>
              <a:gd name="connsiteX414" fmla="*/ 1731862 w 2249309"/>
              <a:gd name="connsiteY414" fmla="*/ 383896 h 506009"/>
              <a:gd name="connsiteX415" fmla="*/ 1731862 w 2249309"/>
              <a:gd name="connsiteY415" fmla="*/ 389632 h 506009"/>
              <a:gd name="connsiteX416" fmla="*/ 1731862 w 2249309"/>
              <a:gd name="connsiteY416" fmla="*/ 395456 h 506009"/>
              <a:gd name="connsiteX417" fmla="*/ 1700310 w 2249309"/>
              <a:gd name="connsiteY417" fmla="*/ 395456 h 506009"/>
              <a:gd name="connsiteX418" fmla="*/ 1700310 w 2249309"/>
              <a:gd name="connsiteY418" fmla="*/ 409276 h 506009"/>
              <a:gd name="connsiteX419" fmla="*/ 1729602 w 2249309"/>
              <a:gd name="connsiteY419" fmla="*/ 409276 h 506009"/>
              <a:gd name="connsiteX420" fmla="*/ 1729602 w 2249309"/>
              <a:gd name="connsiteY420" fmla="*/ 414839 h 506009"/>
              <a:gd name="connsiteX421" fmla="*/ 1729602 w 2249309"/>
              <a:gd name="connsiteY421" fmla="*/ 420489 h 506009"/>
              <a:gd name="connsiteX422" fmla="*/ 1700310 w 2249309"/>
              <a:gd name="connsiteY422" fmla="*/ 420489 h 506009"/>
              <a:gd name="connsiteX423" fmla="*/ 1700310 w 2249309"/>
              <a:gd name="connsiteY423" fmla="*/ 437438 h 506009"/>
              <a:gd name="connsiteX424" fmla="*/ 1733253 w 2249309"/>
              <a:gd name="connsiteY424" fmla="*/ 437438 h 506009"/>
              <a:gd name="connsiteX425" fmla="*/ 1733253 w 2249309"/>
              <a:gd name="connsiteY425" fmla="*/ 443262 h 506009"/>
              <a:gd name="connsiteX426" fmla="*/ 1733253 w 2249309"/>
              <a:gd name="connsiteY426" fmla="*/ 448998 h 506009"/>
              <a:gd name="connsiteX427" fmla="*/ 1687794 w 2249309"/>
              <a:gd name="connsiteY427" fmla="*/ 448998 h 506009"/>
              <a:gd name="connsiteX428" fmla="*/ 1628254 w 2249309"/>
              <a:gd name="connsiteY428" fmla="*/ 383896 h 506009"/>
              <a:gd name="connsiteX429" fmla="*/ 1677015 w 2249309"/>
              <a:gd name="connsiteY429" fmla="*/ 383896 h 506009"/>
              <a:gd name="connsiteX430" fmla="*/ 1677015 w 2249309"/>
              <a:gd name="connsiteY430" fmla="*/ 389632 h 506009"/>
              <a:gd name="connsiteX431" fmla="*/ 1677015 w 2249309"/>
              <a:gd name="connsiteY431" fmla="*/ 395456 h 506009"/>
              <a:gd name="connsiteX432" fmla="*/ 1658849 w 2249309"/>
              <a:gd name="connsiteY432" fmla="*/ 395456 h 506009"/>
              <a:gd name="connsiteX433" fmla="*/ 1658849 w 2249309"/>
              <a:gd name="connsiteY433" fmla="*/ 448998 h 506009"/>
              <a:gd name="connsiteX434" fmla="*/ 1652678 w 2249309"/>
              <a:gd name="connsiteY434" fmla="*/ 448998 h 506009"/>
              <a:gd name="connsiteX435" fmla="*/ 1646420 w 2249309"/>
              <a:gd name="connsiteY435" fmla="*/ 448998 h 506009"/>
              <a:gd name="connsiteX436" fmla="*/ 1646420 w 2249309"/>
              <a:gd name="connsiteY436" fmla="*/ 395456 h 506009"/>
              <a:gd name="connsiteX437" fmla="*/ 1628254 w 2249309"/>
              <a:gd name="connsiteY437" fmla="*/ 395456 h 506009"/>
              <a:gd name="connsiteX438" fmla="*/ 1628254 w 2249309"/>
              <a:gd name="connsiteY438" fmla="*/ 389720 h 506009"/>
              <a:gd name="connsiteX439" fmla="*/ 1552635 w 2249309"/>
              <a:gd name="connsiteY439" fmla="*/ 383896 h 506009"/>
              <a:gd name="connsiteX440" fmla="*/ 1595225 w 2249309"/>
              <a:gd name="connsiteY440" fmla="*/ 383896 h 506009"/>
              <a:gd name="connsiteX441" fmla="*/ 1595225 w 2249309"/>
              <a:gd name="connsiteY441" fmla="*/ 389632 h 506009"/>
              <a:gd name="connsiteX442" fmla="*/ 1595225 w 2249309"/>
              <a:gd name="connsiteY442" fmla="*/ 395456 h 506009"/>
              <a:gd name="connsiteX443" fmla="*/ 1565151 w 2249309"/>
              <a:gd name="connsiteY443" fmla="*/ 395456 h 506009"/>
              <a:gd name="connsiteX444" fmla="*/ 1565151 w 2249309"/>
              <a:gd name="connsiteY444" fmla="*/ 410233 h 506009"/>
              <a:gd name="connsiteX445" fmla="*/ 1591401 w 2249309"/>
              <a:gd name="connsiteY445" fmla="*/ 410233 h 506009"/>
              <a:gd name="connsiteX446" fmla="*/ 1591401 w 2249309"/>
              <a:gd name="connsiteY446" fmla="*/ 415882 h 506009"/>
              <a:gd name="connsiteX447" fmla="*/ 1591401 w 2249309"/>
              <a:gd name="connsiteY447" fmla="*/ 421445 h 506009"/>
              <a:gd name="connsiteX448" fmla="*/ 1565151 w 2249309"/>
              <a:gd name="connsiteY448" fmla="*/ 421445 h 506009"/>
              <a:gd name="connsiteX449" fmla="*/ 1565151 w 2249309"/>
              <a:gd name="connsiteY449" fmla="*/ 448998 h 506009"/>
              <a:gd name="connsiteX450" fmla="*/ 1558893 w 2249309"/>
              <a:gd name="connsiteY450" fmla="*/ 448998 h 506009"/>
              <a:gd name="connsiteX451" fmla="*/ 1552635 w 2249309"/>
              <a:gd name="connsiteY451" fmla="*/ 448998 h 506009"/>
              <a:gd name="connsiteX452" fmla="*/ 1398789 w 2249309"/>
              <a:gd name="connsiteY452" fmla="*/ 383896 h 506009"/>
              <a:gd name="connsiteX453" fmla="*/ 1442944 w 2249309"/>
              <a:gd name="connsiteY453" fmla="*/ 383896 h 506009"/>
              <a:gd name="connsiteX454" fmla="*/ 1442944 w 2249309"/>
              <a:gd name="connsiteY454" fmla="*/ 389632 h 506009"/>
              <a:gd name="connsiteX455" fmla="*/ 1442944 w 2249309"/>
              <a:gd name="connsiteY455" fmla="*/ 395456 h 506009"/>
              <a:gd name="connsiteX456" fmla="*/ 1411305 w 2249309"/>
              <a:gd name="connsiteY456" fmla="*/ 395456 h 506009"/>
              <a:gd name="connsiteX457" fmla="*/ 1411305 w 2249309"/>
              <a:gd name="connsiteY457" fmla="*/ 409276 h 506009"/>
              <a:gd name="connsiteX458" fmla="*/ 1440597 w 2249309"/>
              <a:gd name="connsiteY458" fmla="*/ 409276 h 506009"/>
              <a:gd name="connsiteX459" fmla="*/ 1440597 w 2249309"/>
              <a:gd name="connsiteY459" fmla="*/ 414839 h 506009"/>
              <a:gd name="connsiteX460" fmla="*/ 1440597 w 2249309"/>
              <a:gd name="connsiteY460" fmla="*/ 420489 h 506009"/>
              <a:gd name="connsiteX461" fmla="*/ 1411305 w 2249309"/>
              <a:gd name="connsiteY461" fmla="*/ 420489 h 506009"/>
              <a:gd name="connsiteX462" fmla="*/ 1411305 w 2249309"/>
              <a:gd name="connsiteY462" fmla="*/ 437438 h 506009"/>
              <a:gd name="connsiteX463" fmla="*/ 1444335 w 2249309"/>
              <a:gd name="connsiteY463" fmla="*/ 437438 h 506009"/>
              <a:gd name="connsiteX464" fmla="*/ 1444335 w 2249309"/>
              <a:gd name="connsiteY464" fmla="*/ 443262 h 506009"/>
              <a:gd name="connsiteX465" fmla="*/ 1444335 w 2249309"/>
              <a:gd name="connsiteY465" fmla="*/ 448998 h 506009"/>
              <a:gd name="connsiteX466" fmla="*/ 1398789 w 2249309"/>
              <a:gd name="connsiteY466" fmla="*/ 448998 h 506009"/>
              <a:gd name="connsiteX467" fmla="*/ 1339337 w 2249309"/>
              <a:gd name="connsiteY467" fmla="*/ 383896 h 506009"/>
              <a:gd name="connsiteX468" fmla="*/ 1388012 w 2249309"/>
              <a:gd name="connsiteY468" fmla="*/ 383896 h 506009"/>
              <a:gd name="connsiteX469" fmla="*/ 1388012 w 2249309"/>
              <a:gd name="connsiteY469" fmla="*/ 389632 h 506009"/>
              <a:gd name="connsiteX470" fmla="*/ 1388012 w 2249309"/>
              <a:gd name="connsiteY470" fmla="*/ 395456 h 506009"/>
              <a:gd name="connsiteX471" fmla="*/ 1369933 w 2249309"/>
              <a:gd name="connsiteY471" fmla="*/ 395456 h 506009"/>
              <a:gd name="connsiteX472" fmla="*/ 1369933 w 2249309"/>
              <a:gd name="connsiteY472" fmla="*/ 448998 h 506009"/>
              <a:gd name="connsiteX473" fmla="*/ 1363674 w 2249309"/>
              <a:gd name="connsiteY473" fmla="*/ 448998 h 506009"/>
              <a:gd name="connsiteX474" fmla="*/ 1357416 w 2249309"/>
              <a:gd name="connsiteY474" fmla="*/ 448998 h 506009"/>
              <a:gd name="connsiteX475" fmla="*/ 1357416 w 2249309"/>
              <a:gd name="connsiteY475" fmla="*/ 395456 h 506009"/>
              <a:gd name="connsiteX476" fmla="*/ 1339337 w 2249309"/>
              <a:gd name="connsiteY476" fmla="*/ 395456 h 506009"/>
              <a:gd name="connsiteX477" fmla="*/ 1339337 w 2249309"/>
              <a:gd name="connsiteY477" fmla="*/ 389720 h 506009"/>
              <a:gd name="connsiteX478" fmla="*/ 1221387 w 2249309"/>
              <a:gd name="connsiteY478" fmla="*/ 383896 h 506009"/>
              <a:gd name="connsiteX479" fmla="*/ 1270062 w 2249309"/>
              <a:gd name="connsiteY479" fmla="*/ 383896 h 506009"/>
              <a:gd name="connsiteX480" fmla="*/ 1270062 w 2249309"/>
              <a:gd name="connsiteY480" fmla="*/ 389632 h 506009"/>
              <a:gd name="connsiteX481" fmla="*/ 1270062 w 2249309"/>
              <a:gd name="connsiteY481" fmla="*/ 395456 h 506009"/>
              <a:gd name="connsiteX482" fmla="*/ 1251983 w 2249309"/>
              <a:gd name="connsiteY482" fmla="*/ 395456 h 506009"/>
              <a:gd name="connsiteX483" fmla="*/ 1251983 w 2249309"/>
              <a:gd name="connsiteY483" fmla="*/ 448998 h 506009"/>
              <a:gd name="connsiteX484" fmla="*/ 1245725 w 2249309"/>
              <a:gd name="connsiteY484" fmla="*/ 448998 h 506009"/>
              <a:gd name="connsiteX485" fmla="*/ 1239466 w 2249309"/>
              <a:gd name="connsiteY485" fmla="*/ 448998 h 506009"/>
              <a:gd name="connsiteX486" fmla="*/ 1239466 w 2249309"/>
              <a:gd name="connsiteY486" fmla="*/ 395456 h 506009"/>
              <a:gd name="connsiteX487" fmla="*/ 1221387 w 2249309"/>
              <a:gd name="connsiteY487" fmla="*/ 395456 h 506009"/>
              <a:gd name="connsiteX488" fmla="*/ 1221387 w 2249309"/>
              <a:gd name="connsiteY488" fmla="*/ 389720 h 506009"/>
              <a:gd name="connsiteX489" fmla="*/ 1198962 w 2249309"/>
              <a:gd name="connsiteY489" fmla="*/ 383896 h 506009"/>
              <a:gd name="connsiteX490" fmla="*/ 1205220 w 2249309"/>
              <a:gd name="connsiteY490" fmla="*/ 383896 h 506009"/>
              <a:gd name="connsiteX491" fmla="*/ 1211478 w 2249309"/>
              <a:gd name="connsiteY491" fmla="*/ 383896 h 506009"/>
              <a:gd name="connsiteX492" fmla="*/ 1211478 w 2249309"/>
              <a:gd name="connsiteY492" fmla="*/ 448998 h 506009"/>
              <a:gd name="connsiteX493" fmla="*/ 1205307 w 2249309"/>
              <a:gd name="connsiteY493" fmla="*/ 448998 h 506009"/>
              <a:gd name="connsiteX494" fmla="*/ 1198962 w 2249309"/>
              <a:gd name="connsiteY494" fmla="*/ 448998 h 506009"/>
              <a:gd name="connsiteX495" fmla="*/ 1140553 w 2249309"/>
              <a:gd name="connsiteY495" fmla="*/ 383896 h 506009"/>
              <a:gd name="connsiteX496" fmla="*/ 1189228 w 2249309"/>
              <a:gd name="connsiteY496" fmla="*/ 383896 h 506009"/>
              <a:gd name="connsiteX497" fmla="*/ 1189228 w 2249309"/>
              <a:gd name="connsiteY497" fmla="*/ 389632 h 506009"/>
              <a:gd name="connsiteX498" fmla="*/ 1189228 w 2249309"/>
              <a:gd name="connsiteY498" fmla="*/ 395456 h 506009"/>
              <a:gd name="connsiteX499" fmla="*/ 1171149 w 2249309"/>
              <a:gd name="connsiteY499" fmla="*/ 395456 h 506009"/>
              <a:gd name="connsiteX500" fmla="*/ 1171149 w 2249309"/>
              <a:gd name="connsiteY500" fmla="*/ 448998 h 506009"/>
              <a:gd name="connsiteX501" fmla="*/ 1164891 w 2249309"/>
              <a:gd name="connsiteY501" fmla="*/ 448998 h 506009"/>
              <a:gd name="connsiteX502" fmla="*/ 1158632 w 2249309"/>
              <a:gd name="connsiteY502" fmla="*/ 448998 h 506009"/>
              <a:gd name="connsiteX503" fmla="*/ 1158632 w 2249309"/>
              <a:gd name="connsiteY503" fmla="*/ 395456 h 506009"/>
              <a:gd name="connsiteX504" fmla="*/ 1140553 w 2249309"/>
              <a:gd name="connsiteY504" fmla="*/ 395456 h 506009"/>
              <a:gd name="connsiteX505" fmla="*/ 1140553 w 2249309"/>
              <a:gd name="connsiteY505" fmla="*/ 389720 h 506009"/>
              <a:gd name="connsiteX506" fmla="*/ 1022430 w 2249309"/>
              <a:gd name="connsiteY506" fmla="*/ 383896 h 506009"/>
              <a:gd name="connsiteX507" fmla="*/ 1029036 w 2249309"/>
              <a:gd name="connsiteY507" fmla="*/ 383896 h 506009"/>
              <a:gd name="connsiteX508" fmla="*/ 1035555 w 2249309"/>
              <a:gd name="connsiteY508" fmla="*/ 383896 h 506009"/>
              <a:gd name="connsiteX509" fmla="*/ 1059632 w 2249309"/>
              <a:gd name="connsiteY509" fmla="*/ 429616 h 506009"/>
              <a:gd name="connsiteX510" fmla="*/ 1059632 w 2249309"/>
              <a:gd name="connsiteY510" fmla="*/ 383896 h 506009"/>
              <a:gd name="connsiteX511" fmla="*/ 1065455 w 2249309"/>
              <a:gd name="connsiteY511" fmla="*/ 383896 h 506009"/>
              <a:gd name="connsiteX512" fmla="*/ 1071366 w 2249309"/>
              <a:gd name="connsiteY512" fmla="*/ 383896 h 506009"/>
              <a:gd name="connsiteX513" fmla="*/ 1071366 w 2249309"/>
              <a:gd name="connsiteY513" fmla="*/ 448998 h 506009"/>
              <a:gd name="connsiteX514" fmla="*/ 1065108 w 2249309"/>
              <a:gd name="connsiteY514" fmla="*/ 448998 h 506009"/>
              <a:gd name="connsiteX515" fmla="*/ 1058850 w 2249309"/>
              <a:gd name="connsiteY515" fmla="*/ 448998 h 506009"/>
              <a:gd name="connsiteX516" fmla="*/ 1034164 w 2249309"/>
              <a:gd name="connsiteY516" fmla="*/ 402062 h 506009"/>
              <a:gd name="connsiteX517" fmla="*/ 1034164 w 2249309"/>
              <a:gd name="connsiteY517" fmla="*/ 448998 h 506009"/>
              <a:gd name="connsiteX518" fmla="*/ 1028341 w 2249309"/>
              <a:gd name="connsiteY518" fmla="*/ 448998 h 506009"/>
              <a:gd name="connsiteX519" fmla="*/ 1022430 w 2249309"/>
              <a:gd name="connsiteY519" fmla="*/ 448998 h 506009"/>
              <a:gd name="connsiteX520" fmla="*/ 995572 w 2249309"/>
              <a:gd name="connsiteY520" fmla="*/ 383896 h 506009"/>
              <a:gd name="connsiteX521" fmla="*/ 1001743 w 2249309"/>
              <a:gd name="connsiteY521" fmla="*/ 383896 h 506009"/>
              <a:gd name="connsiteX522" fmla="*/ 1008088 w 2249309"/>
              <a:gd name="connsiteY522" fmla="*/ 383896 h 506009"/>
              <a:gd name="connsiteX523" fmla="*/ 1008088 w 2249309"/>
              <a:gd name="connsiteY523" fmla="*/ 448998 h 506009"/>
              <a:gd name="connsiteX524" fmla="*/ 1001830 w 2249309"/>
              <a:gd name="connsiteY524" fmla="*/ 448998 h 506009"/>
              <a:gd name="connsiteX525" fmla="*/ 995572 w 2249309"/>
              <a:gd name="connsiteY525" fmla="*/ 448998 h 506009"/>
              <a:gd name="connsiteX526" fmla="*/ 837553 w 2249309"/>
              <a:gd name="connsiteY526" fmla="*/ 383896 h 506009"/>
              <a:gd name="connsiteX527" fmla="*/ 844072 w 2249309"/>
              <a:gd name="connsiteY527" fmla="*/ 383896 h 506009"/>
              <a:gd name="connsiteX528" fmla="*/ 850678 w 2249309"/>
              <a:gd name="connsiteY528" fmla="*/ 383896 h 506009"/>
              <a:gd name="connsiteX529" fmla="*/ 874668 w 2249309"/>
              <a:gd name="connsiteY529" fmla="*/ 429616 h 506009"/>
              <a:gd name="connsiteX530" fmla="*/ 874668 w 2249309"/>
              <a:gd name="connsiteY530" fmla="*/ 383896 h 506009"/>
              <a:gd name="connsiteX531" fmla="*/ 880491 w 2249309"/>
              <a:gd name="connsiteY531" fmla="*/ 383896 h 506009"/>
              <a:gd name="connsiteX532" fmla="*/ 886401 w 2249309"/>
              <a:gd name="connsiteY532" fmla="*/ 383896 h 506009"/>
              <a:gd name="connsiteX533" fmla="*/ 886401 w 2249309"/>
              <a:gd name="connsiteY533" fmla="*/ 448998 h 506009"/>
              <a:gd name="connsiteX534" fmla="*/ 880144 w 2249309"/>
              <a:gd name="connsiteY534" fmla="*/ 448998 h 506009"/>
              <a:gd name="connsiteX535" fmla="*/ 873886 w 2249309"/>
              <a:gd name="connsiteY535" fmla="*/ 448998 h 506009"/>
              <a:gd name="connsiteX536" fmla="*/ 849200 w 2249309"/>
              <a:gd name="connsiteY536" fmla="*/ 402062 h 506009"/>
              <a:gd name="connsiteX537" fmla="*/ 849200 w 2249309"/>
              <a:gd name="connsiteY537" fmla="*/ 448998 h 506009"/>
              <a:gd name="connsiteX538" fmla="*/ 843377 w 2249309"/>
              <a:gd name="connsiteY538" fmla="*/ 448998 h 506009"/>
              <a:gd name="connsiteX539" fmla="*/ 837553 w 2249309"/>
              <a:gd name="connsiteY539" fmla="*/ 448998 h 506009"/>
              <a:gd name="connsiteX540" fmla="*/ 810608 w 2249309"/>
              <a:gd name="connsiteY540" fmla="*/ 383896 h 506009"/>
              <a:gd name="connsiteX541" fmla="*/ 816866 w 2249309"/>
              <a:gd name="connsiteY541" fmla="*/ 383896 h 506009"/>
              <a:gd name="connsiteX542" fmla="*/ 823124 w 2249309"/>
              <a:gd name="connsiteY542" fmla="*/ 383896 h 506009"/>
              <a:gd name="connsiteX543" fmla="*/ 823124 w 2249309"/>
              <a:gd name="connsiteY543" fmla="*/ 448998 h 506009"/>
              <a:gd name="connsiteX544" fmla="*/ 816866 w 2249309"/>
              <a:gd name="connsiteY544" fmla="*/ 448998 h 506009"/>
              <a:gd name="connsiteX545" fmla="*/ 810608 w 2249309"/>
              <a:gd name="connsiteY545" fmla="*/ 448998 h 506009"/>
              <a:gd name="connsiteX546" fmla="*/ 734293 w 2249309"/>
              <a:gd name="connsiteY546" fmla="*/ 383896 h 506009"/>
              <a:gd name="connsiteX547" fmla="*/ 740551 w 2249309"/>
              <a:gd name="connsiteY547" fmla="*/ 383896 h 506009"/>
              <a:gd name="connsiteX548" fmla="*/ 746809 w 2249309"/>
              <a:gd name="connsiteY548" fmla="*/ 383896 h 506009"/>
              <a:gd name="connsiteX549" fmla="*/ 746809 w 2249309"/>
              <a:gd name="connsiteY549" fmla="*/ 448998 h 506009"/>
              <a:gd name="connsiteX550" fmla="*/ 740638 w 2249309"/>
              <a:gd name="connsiteY550" fmla="*/ 448998 h 506009"/>
              <a:gd name="connsiteX551" fmla="*/ 734293 w 2249309"/>
              <a:gd name="connsiteY551" fmla="*/ 448998 h 506009"/>
              <a:gd name="connsiteX552" fmla="*/ 676318 w 2249309"/>
              <a:gd name="connsiteY552" fmla="*/ 383896 h 506009"/>
              <a:gd name="connsiteX553" fmla="*/ 720386 w 2249309"/>
              <a:gd name="connsiteY553" fmla="*/ 383896 h 506009"/>
              <a:gd name="connsiteX554" fmla="*/ 720386 w 2249309"/>
              <a:gd name="connsiteY554" fmla="*/ 389632 h 506009"/>
              <a:gd name="connsiteX555" fmla="*/ 720386 w 2249309"/>
              <a:gd name="connsiteY555" fmla="*/ 395456 h 506009"/>
              <a:gd name="connsiteX556" fmla="*/ 688834 w 2249309"/>
              <a:gd name="connsiteY556" fmla="*/ 395456 h 506009"/>
              <a:gd name="connsiteX557" fmla="*/ 688834 w 2249309"/>
              <a:gd name="connsiteY557" fmla="*/ 409276 h 506009"/>
              <a:gd name="connsiteX558" fmla="*/ 718126 w 2249309"/>
              <a:gd name="connsiteY558" fmla="*/ 409276 h 506009"/>
              <a:gd name="connsiteX559" fmla="*/ 718126 w 2249309"/>
              <a:gd name="connsiteY559" fmla="*/ 414839 h 506009"/>
              <a:gd name="connsiteX560" fmla="*/ 718126 w 2249309"/>
              <a:gd name="connsiteY560" fmla="*/ 420489 h 506009"/>
              <a:gd name="connsiteX561" fmla="*/ 688834 w 2249309"/>
              <a:gd name="connsiteY561" fmla="*/ 420489 h 506009"/>
              <a:gd name="connsiteX562" fmla="*/ 688834 w 2249309"/>
              <a:gd name="connsiteY562" fmla="*/ 437438 h 506009"/>
              <a:gd name="connsiteX563" fmla="*/ 721777 w 2249309"/>
              <a:gd name="connsiteY563" fmla="*/ 437438 h 506009"/>
              <a:gd name="connsiteX564" fmla="*/ 721777 w 2249309"/>
              <a:gd name="connsiteY564" fmla="*/ 443262 h 506009"/>
              <a:gd name="connsiteX565" fmla="*/ 721777 w 2249309"/>
              <a:gd name="connsiteY565" fmla="*/ 448998 h 506009"/>
              <a:gd name="connsiteX566" fmla="*/ 676318 w 2249309"/>
              <a:gd name="connsiteY566" fmla="*/ 448998 h 506009"/>
              <a:gd name="connsiteX567" fmla="*/ 783156 w 2249309"/>
              <a:gd name="connsiteY567" fmla="*/ 383772 h 506009"/>
              <a:gd name="connsiteX568" fmla="*/ 795586 w 2249309"/>
              <a:gd name="connsiteY568" fmla="*/ 383772 h 506009"/>
              <a:gd name="connsiteX569" fmla="*/ 795586 w 2249309"/>
              <a:gd name="connsiteY569" fmla="*/ 430622 h 506009"/>
              <a:gd name="connsiteX570" fmla="*/ 790719 w 2249309"/>
              <a:gd name="connsiteY570" fmla="*/ 445572 h 506009"/>
              <a:gd name="connsiteX571" fmla="*/ 776290 w 2249309"/>
              <a:gd name="connsiteY571" fmla="*/ 450700 h 506009"/>
              <a:gd name="connsiteX572" fmla="*/ 761427 w 2249309"/>
              <a:gd name="connsiteY572" fmla="*/ 445050 h 506009"/>
              <a:gd name="connsiteX573" fmla="*/ 756994 w 2249309"/>
              <a:gd name="connsiteY573" fmla="*/ 427666 h 506009"/>
              <a:gd name="connsiteX574" fmla="*/ 756994 w 2249309"/>
              <a:gd name="connsiteY574" fmla="*/ 424277 h 506009"/>
              <a:gd name="connsiteX575" fmla="*/ 768902 w 2249309"/>
              <a:gd name="connsiteY575" fmla="*/ 424277 h 506009"/>
              <a:gd name="connsiteX576" fmla="*/ 768902 w 2249309"/>
              <a:gd name="connsiteY576" fmla="*/ 428188 h 506009"/>
              <a:gd name="connsiteX577" fmla="*/ 770553 w 2249309"/>
              <a:gd name="connsiteY577" fmla="*/ 436880 h 506009"/>
              <a:gd name="connsiteX578" fmla="*/ 776203 w 2249309"/>
              <a:gd name="connsiteY578" fmla="*/ 439748 h 506009"/>
              <a:gd name="connsiteX579" fmla="*/ 781505 w 2249309"/>
              <a:gd name="connsiteY579" fmla="*/ 437662 h 506009"/>
              <a:gd name="connsiteX580" fmla="*/ 783156 w 2249309"/>
              <a:gd name="connsiteY580" fmla="*/ 430883 h 506009"/>
              <a:gd name="connsiteX581" fmla="*/ 612361 w 2249309"/>
              <a:gd name="connsiteY581" fmla="*/ 383772 h 506009"/>
              <a:gd name="connsiteX582" fmla="*/ 641652 w 2249309"/>
              <a:gd name="connsiteY582" fmla="*/ 383772 h 506009"/>
              <a:gd name="connsiteX583" fmla="*/ 655212 w 2249309"/>
              <a:gd name="connsiteY583" fmla="*/ 388117 h 506009"/>
              <a:gd name="connsiteX584" fmla="*/ 660167 w 2249309"/>
              <a:gd name="connsiteY584" fmla="*/ 400286 h 506009"/>
              <a:gd name="connsiteX585" fmla="*/ 654603 w 2249309"/>
              <a:gd name="connsiteY585" fmla="*/ 412541 h 506009"/>
              <a:gd name="connsiteX586" fmla="*/ 652605 w 2249309"/>
              <a:gd name="connsiteY586" fmla="*/ 413845 h 506009"/>
              <a:gd name="connsiteX587" fmla="*/ 656429 w 2249309"/>
              <a:gd name="connsiteY587" fmla="*/ 416018 h 506009"/>
              <a:gd name="connsiteX588" fmla="*/ 662165 w 2249309"/>
              <a:gd name="connsiteY588" fmla="*/ 428534 h 506009"/>
              <a:gd name="connsiteX589" fmla="*/ 656429 w 2249309"/>
              <a:gd name="connsiteY589" fmla="*/ 443659 h 506009"/>
              <a:gd name="connsiteX590" fmla="*/ 639827 w 2249309"/>
              <a:gd name="connsiteY590" fmla="*/ 448874 h 506009"/>
              <a:gd name="connsiteX591" fmla="*/ 612622 w 2249309"/>
              <a:gd name="connsiteY591" fmla="*/ 448874 h 506009"/>
              <a:gd name="connsiteX592" fmla="*/ 1279899 w 2249309"/>
              <a:gd name="connsiteY592" fmla="*/ 383685 h 506009"/>
              <a:gd name="connsiteX593" fmla="*/ 1292416 w 2249309"/>
              <a:gd name="connsiteY593" fmla="*/ 383685 h 506009"/>
              <a:gd name="connsiteX594" fmla="*/ 1292416 w 2249309"/>
              <a:gd name="connsiteY594" fmla="*/ 424710 h 506009"/>
              <a:gd name="connsiteX595" fmla="*/ 1295370 w 2249309"/>
              <a:gd name="connsiteY595" fmla="*/ 435227 h 506009"/>
              <a:gd name="connsiteX596" fmla="*/ 1304062 w 2249309"/>
              <a:gd name="connsiteY596" fmla="*/ 438704 h 506009"/>
              <a:gd name="connsiteX597" fmla="*/ 1312754 w 2249309"/>
              <a:gd name="connsiteY597" fmla="*/ 435488 h 506009"/>
              <a:gd name="connsiteX598" fmla="*/ 1315449 w 2249309"/>
              <a:gd name="connsiteY598" fmla="*/ 424710 h 506009"/>
              <a:gd name="connsiteX599" fmla="*/ 1315449 w 2249309"/>
              <a:gd name="connsiteY599" fmla="*/ 383685 h 506009"/>
              <a:gd name="connsiteX600" fmla="*/ 1328313 w 2249309"/>
              <a:gd name="connsiteY600" fmla="*/ 383685 h 506009"/>
              <a:gd name="connsiteX601" fmla="*/ 1328313 w 2249309"/>
              <a:gd name="connsiteY601" fmla="*/ 424276 h 506009"/>
              <a:gd name="connsiteX602" fmla="*/ 1322662 w 2249309"/>
              <a:gd name="connsiteY602" fmla="*/ 444441 h 506009"/>
              <a:gd name="connsiteX603" fmla="*/ 1304149 w 2249309"/>
              <a:gd name="connsiteY603" fmla="*/ 450612 h 506009"/>
              <a:gd name="connsiteX604" fmla="*/ 1285896 w 2249309"/>
              <a:gd name="connsiteY604" fmla="*/ 444180 h 506009"/>
              <a:gd name="connsiteX605" fmla="*/ 1279899 w 2249309"/>
              <a:gd name="connsiteY605" fmla="*/ 424276 h 506009"/>
              <a:gd name="connsiteX606" fmla="*/ 2084461 w 2249309"/>
              <a:gd name="connsiteY606" fmla="*/ 382250 h 506009"/>
              <a:gd name="connsiteX607" fmla="*/ 2104803 w 2249309"/>
              <a:gd name="connsiteY607" fmla="*/ 389377 h 506009"/>
              <a:gd name="connsiteX608" fmla="*/ 2107019 w 2249309"/>
              <a:gd name="connsiteY608" fmla="*/ 391594 h 506009"/>
              <a:gd name="connsiteX609" fmla="*/ 2114843 w 2249309"/>
              <a:gd name="connsiteY609" fmla="*/ 416888 h 506009"/>
              <a:gd name="connsiteX610" fmla="*/ 2107019 w 2249309"/>
              <a:gd name="connsiteY610" fmla="*/ 441659 h 506009"/>
              <a:gd name="connsiteX611" fmla="*/ 2066737 w 2249309"/>
              <a:gd name="connsiteY611" fmla="*/ 443359 h 506009"/>
              <a:gd name="connsiteX612" fmla="*/ 2065037 w 2249309"/>
              <a:gd name="connsiteY612" fmla="*/ 441659 h 506009"/>
              <a:gd name="connsiteX613" fmla="*/ 2057214 w 2249309"/>
              <a:gd name="connsiteY613" fmla="*/ 416888 h 506009"/>
              <a:gd name="connsiteX614" fmla="*/ 2065037 w 2249309"/>
              <a:gd name="connsiteY614" fmla="*/ 391594 h 506009"/>
              <a:gd name="connsiteX615" fmla="*/ 2084461 w 2249309"/>
              <a:gd name="connsiteY615" fmla="*/ 382250 h 506009"/>
              <a:gd name="connsiteX616" fmla="*/ 1961888 w 2249309"/>
              <a:gd name="connsiteY616" fmla="*/ 382243 h 506009"/>
              <a:gd name="connsiteX617" fmla="*/ 1982285 w 2249309"/>
              <a:gd name="connsiteY617" fmla="*/ 389415 h 506009"/>
              <a:gd name="connsiteX618" fmla="*/ 1984463 w 2249309"/>
              <a:gd name="connsiteY618" fmla="*/ 391594 h 506009"/>
              <a:gd name="connsiteX619" fmla="*/ 1992199 w 2249309"/>
              <a:gd name="connsiteY619" fmla="*/ 416887 h 506009"/>
              <a:gd name="connsiteX620" fmla="*/ 1984463 w 2249309"/>
              <a:gd name="connsiteY620" fmla="*/ 441660 h 506009"/>
              <a:gd name="connsiteX621" fmla="*/ 1944057 w 2249309"/>
              <a:gd name="connsiteY621" fmla="*/ 443321 h 506009"/>
              <a:gd name="connsiteX622" fmla="*/ 1942395 w 2249309"/>
              <a:gd name="connsiteY622" fmla="*/ 441660 h 506009"/>
              <a:gd name="connsiteX623" fmla="*/ 1942394 w 2249309"/>
              <a:gd name="connsiteY623" fmla="*/ 441660 h 506009"/>
              <a:gd name="connsiteX624" fmla="*/ 1934658 w 2249309"/>
              <a:gd name="connsiteY624" fmla="*/ 416887 h 506009"/>
              <a:gd name="connsiteX625" fmla="*/ 1942394 w 2249309"/>
              <a:gd name="connsiteY625" fmla="*/ 391594 h 506009"/>
              <a:gd name="connsiteX626" fmla="*/ 1961888 w 2249309"/>
              <a:gd name="connsiteY626" fmla="*/ 382243 h 506009"/>
              <a:gd name="connsiteX627" fmla="*/ 1508606 w 2249309"/>
              <a:gd name="connsiteY627" fmla="*/ 382243 h 506009"/>
              <a:gd name="connsiteX628" fmla="*/ 1529003 w 2249309"/>
              <a:gd name="connsiteY628" fmla="*/ 389415 h 506009"/>
              <a:gd name="connsiteX629" fmla="*/ 1531181 w 2249309"/>
              <a:gd name="connsiteY629" fmla="*/ 391594 h 506009"/>
              <a:gd name="connsiteX630" fmla="*/ 1538917 w 2249309"/>
              <a:gd name="connsiteY630" fmla="*/ 416887 h 506009"/>
              <a:gd name="connsiteX631" fmla="*/ 1531181 w 2249309"/>
              <a:gd name="connsiteY631" fmla="*/ 441660 h 506009"/>
              <a:gd name="connsiteX632" fmla="*/ 1490775 w 2249309"/>
              <a:gd name="connsiteY632" fmla="*/ 443321 h 506009"/>
              <a:gd name="connsiteX633" fmla="*/ 1489113 w 2249309"/>
              <a:gd name="connsiteY633" fmla="*/ 441660 h 506009"/>
              <a:gd name="connsiteX634" fmla="*/ 1489112 w 2249309"/>
              <a:gd name="connsiteY634" fmla="*/ 441660 h 506009"/>
              <a:gd name="connsiteX635" fmla="*/ 1481376 w 2249309"/>
              <a:gd name="connsiteY635" fmla="*/ 416887 h 506009"/>
              <a:gd name="connsiteX636" fmla="*/ 1489112 w 2249309"/>
              <a:gd name="connsiteY636" fmla="*/ 391594 h 506009"/>
              <a:gd name="connsiteX637" fmla="*/ 1508606 w 2249309"/>
              <a:gd name="connsiteY637" fmla="*/ 382243 h 506009"/>
              <a:gd name="connsiteX638" fmla="*/ 2154824 w 2249309"/>
              <a:gd name="connsiteY638" fmla="*/ 382206 h 506009"/>
              <a:gd name="connsiteX639" fmla="*/ 2172817 w 2249309"/>
              <a:gd name="connsiteY639" fmla="*/ 388117 h 506009"/>
              <a:gd name="connsiteX640" fmla="*/ 2181074 w 2249309"/>
              <a:gd name="connsiteY640" fmla="*/ 404110 h 506009"/>
              <a:gd name="connsiteX641" fmla="*/ 2168819 w 2249309"/>
              <a:gd name="connsiteY641" fmla="*/ 404110 h 506009"/>
              <a:gd name="connsiteX642" fmla="*/ 2164386 w 2249309"/>
              <a:gd name="connsiteY642" fmla="*/ 396722 h 506009"/>
              <a:gd name="connsiteX643" fmla="*/ 2155694 w 2249309"/>
              <a:gd name="connsiteY643" fmla="*/ 393506 h 506009"/>
              <a:gd name="connsiteX644" fmla="*/ 2142917 w 2249309"/>
              <a:gd name="connsiteY644" fmla="*/ 399590 h 506009"/>
              <a:gd name="connsiteX645" fmla="*/ 2142917 w 2249309"/>
              <a:gd name="connsiteY645" fmla="*/ 433488 h 506009"/>
              <a:gd name="connsiteX646" fmla="*/ 2155868 w 2249309"/>
              <a:gd name="connsiteY646" fmla="*/ 439312 h 506009"/>
              <a:gd name="connsiteX647" fmla="*/ 2167167 w 2249309"/>
              <a:gd name="connsiteY647" fmla="*/ 433228 h 506009"/>
              <a:gd name="connsiteX648" fmla="*/ 2170470 w 2249309"/>
              <a:gd name="connsiteY648" fmla="*/ 425231 h 506009"/>
              <a:gd name="connsiteX649" fmla="*/ 2156389 w 2249309"/>
              <a:gd name="connsiteY649" fmla="*/ 425231 h 506009"/>
              <a:gd name="connsiteX650" fmla="*/ 2156389 w 2249309"/>
              <a:gd name="connsiteY650" fmla="*/ 414019 h 506009"/>
              <a:gd name="connsiteX651" fmla="*/ 2181509 w 2249309"/>
              <a:gd name="connsiteY651" fmla="*/ 414019 h 506009"/>
              <a:gd name="connsiteX652" fmla="*/ 2181509 w 2249309"/>
              <a:gd name="connsiteY652" fmla="*/ 448787 h 506009"/>
              <a:gd name="connsiteX653" fmla="*/ 2172817 w 2249309"/>
              <a:gd name="connsiteY653" fmla="*/ 448787 h 506009"/>
              <a:gd name="connsiteX654" fmla="*/ 2171600 w 2249309"/>
              <a:gd name="connsiteY654" fmla="*/ 440095 h 506009"/>
              <a:gd name="connsiteX655" fmla="*/ 2171426 w 2249309"/>
              <a:gd name="connsiteY655" fmla="*/ 441659 h 506009"/>
              <a:gd name="connsiteX656" fmla="*/ 2154042 w 2249309"/>
              <a:gd name="connsiteY656" fmla="*/ 450873 h 506009"/>
              <a:gd name="connsiteX657" fmla="*/ 2154042 w 2249309"/>
              <a:gd name="connsiteY657" fmla="*/ 450351 h 506009"/>
              <a:gd name="connsiteX658" fmla="*/ 2133182 w 2249309"/>
              <a:gd name="connsiteY658" fmla="*/ 441659 h 506009"/>
              <a:gd name="connsiteX659" fmla="*/ 2133182 w 2249309"/>
              <a:gd name="connsiteY659" fmla="*/ 391594 h 506009"/>
              <a:gd name="connsiteX660" fmla="*/ 2154824 w 2249309"/>
              <a:gd name="connsiteY660" fmla="*/ 382206 h 506009"/>
              <a:gd name="connsiteX661" fmla="*/ 1772120 w 2249309"/>
              <a:gd name="connsiteY661" fmla="*/ 382033 h 506009"/>
              <a:gd name="connsiteX662" fmla="*/ 1789504 w 2249309"/>
              <a:gd name="connsiteY662" fmla="*/ 388291 h 506009"/>
              <a:gd name="connsiteX663" fmla="*/ 1798196 w 2249309"/>
              <a:gd name="connsiteY663" fmla="*/ 405240 h 506009"/>
              <a:gd name="connsiteX664" fmla="*/ 1785680 w 2249309"/>
              <a:gd name="connsiteY664" fmla="*/ 405240 h 506009"/>
              <a:gd name="connsiteX665" fmla="*/ 1781508 w 2249309"/>
              <a:gd name="connsiteY665" fmla="*/ 396548 h 506009"/>
              <a:gd name="connsiteX666" fmla="*/ 1772816 w 2249309"/>
              <a:gd name="connsiteY666" fmla="*/ 393419 h 506009"/>
              <a:gd name="connsiteX667" fmla="*/ 1761864 w 2249309"/>
              <a:gd name="connsiteY667" fmla="*/ 399504 h 506009"/>
              <a:gd name="connsiteX668" fmla="*/ 1757952 w 2249309"/>
              <a:gd name="connsiteY668" fmla="*/ 416279 h 506009"/>
              <a:gd name="connsiteX669" fmla="*/ 1761864 w 2249309"/>
              <a:gd name="connsiteY669" fmla="*/ 432620 h 506009"/>
              <a:gd name="connsiteX670" fmla="*/ 1780447 w 2249309"/>
              <a:gd name="connsiteY670" fmla="*/ 436225 h 506009"/>
              <a:gd name="connsiteX671" fmla="*/ 1781942 w 2249309"/>
              <a:gd name="connsiteY671" fmla="*/ 435053 h 506009"/>
              <a:gd name="connsiteX672" fmla="*/ 1786114 w 2249309"/>
              <a:gd name="connsiteY672" fmla="*/ 425753 h 506009"/>
              <a:gd name="connsiteX673" fmla="*/ 1797675 w 2249309"/>
              <a:gd name="connsiteY673" fmla="*/ 426101 h 506009"/>
              <a:gd name="connsiteX674" fmla="*/ 1789504 w 2249309"/>
              <a:gd name="connsiteY674" fmla="*/ 444006 h 506009"/>
              <a:gd name="connsiteX675" fmla="*/ 1772120 w 2249309"/>
              <a:gd name="connsiteY675" fmla="*/ 450699 h 506009"/>
              <a:gd name="connsiteX676" fmla="*/ 1752042 w 2249309"/>
              <a:gd name="connsiteY676" fmla="*/ 441486 h 506009"/>
              <a:gd name="connsiteX677" fmla="*/ 1744567 w 2249309"/>
              <a:gd name="connsiteY677" fmla="*/ 416713 h 506009"/>
              <a:gd name="connsiteX678" fmla="*/ 1752042 w 2249309"/>
              <a:gd name="connsiteY678" fmla="*/ 391421 h 506009"/>
              <a:gd name="connsiteX679" fmla="*/ 1772120 w 2249309"/>
              <a:gd name="connsiteY679" fmla="*/ 382033 h 506009"/>
              <a:gd name="connsiteX680" fmla="*/ 1108146 w 2249309"/>
              <a:gd name="connsiteY680" fmla="*/ 382032 h 506009"/>
              <a:gd name="connsiteX681" fmla="*/ 1124575 w 2249309"/>
              <a:gd name="connsiteY681" fmla="*/ 387769 h 506009"/>
              <a:gd name="connsiteX682" fmla="*/ 1131528 w 2249309"/>
              <a:gd name="connsiteY682" fmla="*/ 403328 h 506009"/>
              <a:gd name="connsiteX683" fmla="*/ 1118838 w 2249309"/>
              <a:gd name="connsiteY683" fmla="*/ 403328 h 506009"/>
              <a:gd name="connsiteX684" fmla="*/ 1115100 w 2249309"/>
              <a:gd name="connsiteY684" fmla="*/ 395939 h 506009"/>
              <a:gd name="connsiteX685" fmla="*/ 1106408 w 2249309"/>
              <a:gd name="connsiteY685" fmla="*/ 393246 h 506009"/>
              <a:gd name="connsiteX686" fmla="*/ 1099020 w 2249309"/>
              <a:gd name="connsiteY686" fmla="*/ 395505 h 506009"/>
              <a:gd name="connsiteX687" fmla="*/ 1096325 w 2249309"/>
              <a:gd name="connsiteY687" fmla="*/ 401850 h 506009"/>
              <a:gd name="connsiteX688" fmla="*/ 1099107 w 2249309"/>
              <a:gd name="connsiteY688" fmla="*/ 406370 h 506009"/>
              <a:gd name="connsiteX689" fmla="*/ 1110928 w 2249309"/>
              <a:gd name="connsiteY689" fmla="*/ 410107 h 506009"/>
              <a:gd name="connsiteX690" fmla="*/ 1128312 w 2249309"/>
              <a:gd name="connsiteY690" fmla="*/ 417495 h 506009"/>
              <a:gd name="connsiteX691" fmla="*/ 1132658 w 2249309"/>
              <a:gd name="connsiteY691" fmla="*/ 430707 h 506009"/>
              <a:gd name="connsiteX692" fmla="*/ 1126051 w 2249309"/>
              <a:gd name="connsiteY692" fmla="*/ 445309 h 506009"/>
              <a:gd name="connsiteX693" fmla="*/ 1108060 w 2249309"/>
              <a:gd name="connsiteY693" fmla="*/ 450699 h 506009"/>
              <a:gd name="connsiteX694" fmla="*/ 1090676 w 2249309"/>
              <a:gd name="connsiteY694" fmla="*/ 444961 h 506009"/>
              <a:gd name="connsiteX695" fmla="*/ 1083809 w 2249309"/>
              <a:gd name="connsiteY695" fmla="*/ 428707 h 506009"/>
              <a:gd name="connsiteX696" fmla="*/ 1095891 w 2249309"/>
              <a:gd name="connsiteY696" fmla="*/ 428708 h 506009"/>
              <a:gd name="connsiteX697" fmla="*/ 1099368 w 2249309"/>
              <a:gd name="connsiteY697" fmla="*/ 436705 h 506009"/>
              <a:gd name="connsiteX698" fmla="*/ 1108060 w 2249309"/>
              <a:gd name="connsiteY698" fmla="*/ 439486 h 506009"/>
              <a:gd name="connsiteX699" fmla="*/ 1117447 w 2249309"/>
              <a:gd name="connsiteY699" fmla="*/ 437400 h 506009"/>
              <a:gd name="connsiteX700" fmla="*/ 1120837 w 2249309"/>
              <a:gd name="connsiteY700" fmla="*/ 431576 h 506009"/>
              <a:gd name="connsiteX701" fmla="*/ 1118403 w 2249309"/>
              <a:gd name="connsiteY701" fmla="*/ 426100 h 506009"/>
              <a:gd name="connsiteX702" fmla="*/ 1108233 w 2249309"/>
              <a:gd name="connsiteY702" fmla="*/ 422537 h 506009"/>
              <a:gd name="connsiteX703" fmla="*/ 1089198 w 2249309"/>
              <a:gd name="connsiteY703" fmla="*/ 415061 h 506009"/>
              <a:gd name="connsiteX704" fmla="*/ 1084418 w 2249309"/>
              <a:gd name="connsiteY704" fmla="*/ 402633 h 506009"/>
              <a:gd name="connsiteX705" fmla="*/ 1090762 w 2249309"/>
              <a:gd name="connsiteY705" fmla="*/ 387595 h 506009"/>
              <a:gd name="connsiteX706" fmla="*/ 1108146 w 2249309"/>
              <a:gd name="connsiteY706" fmla="*/ 382032 h 506009"/>
              <a:gd name="connsiteX707" fmla="*/ 925519 w 2249309"/>
              <a:gd name="connsiteY707" fmla="*/ 381794 h 506009"/>
              <a:gd name="connsiteX708" fmla="*/ 945956 w 2249309"/>
              <a:gd name="connsiteY708" fmla="*/ 387596 h 506009"/>
              <a:gd name="connsiteX709" fmla="*/ 954213 w 2249309"/>
              <a:gd name="connsiteY709" fmla="*/ 403589 h 506009"/>
              <a:gd name="connsiteX710" fmla="*/ 941697 w 2249309"/>
              <a:gd name="connsiteY710" fmla="*/ 403589 h 506009"/>
              <a:gd name="connsiteX711" fmla="*/ 937351 w 2249309"/>
              <a:gd name="connsiteY711" fmla="*/ 396201 h 506009"/>
              <a:gd name="connsiteX712" fmla="*/ 928659 w 2249309"/>
              <a:gd name="connsiteY712" fmla="*/ 392984 h 506009"/>
              <a:gd name="connsiteX713" fmla="*/ 915882 w 2249309"/>
              <a:gd name="connsiteY713" fmla="*/ 399069 h 506009"/>
              <a:gd name="connsiteX714" fmla="*/ 911275 w 2249309"/>
              <a:gd name="connsiteY714" fmla="*/ 416453 h 506009"/>
              <a:gd name="connsiteX715" fmla="*/ 915708 w 2249309"/>
              <a:gd name="connsiteY715" fmla="*/ 433314 h 506009"/>
              <a:gd name="connsiteX716" fmla="*/ 928659 w 2249309"/>
              <a:gd name="connsiteY716" fmla="*/ 439138 h 506009"/>
              <a:gd name="connsiteX717" fmla="*/ 939959 w 2249309"/>
              <a:gd name="connsiteY717" fmla="*/ 433054 h 506009"/>
              <a:gd name="connsiteX718" fmla="*/ 943261 w 2249309"/>
              <a:gd name="connsiteY718" fmla="*/ 425058 h 506009"/>
              <a:gd name="connsiteX719" fmla="*/ 929181 w 2249309"/>
              <a:gd name="connsiteY719" fmla="*/ 425058 h 506009"/>
              <a:gd name="connsiteX720" fmla="*/ 929181 w 2249309"/>
              <a:gd name="connsiteY720" fmla="*/ 413845 h 506009"/>
              <a:gd name="connsiteX721" fmla="*/ 954561 w 2249309"/>
              <a:gd name="connsiteY721" fmla="*/ 413845 h 506009"/>
              <a:gd name="connsiteX722" fmla="*/ 954561 w 2249309"/>
              <a:gd name="connsiteY722" fmla="*/ 448612 h 506009"/>
              <a:gd name="connsiteX723" fmla="*/ 945869 w 2249309"/>
              <a:gd name="connsiteY723" fmla="*/ 448612 h 506009"/>
              <a:gd name="connsiteX724" fmla="*/ 944652 w 2249309"/>
              <a:gd name="connsiteY724" fmla="*/ 439920 h 506009"/>
              <a:gd name="connsiteX725" fmla="*/ 943957 w 2249309"/>
              <a:gd name="connsiteY725" fmla="*/ 440963 h 506009"/>
              <a:gd name="connsiteX726" fmla="*/ 926672 w 2249309"/>
              <a:gd name="connsiteY726" fmla="*/ 450125 h 506009"/>
              <a:gd name="connsiteX727" fmla="*/ 906408 w 2249309"/>
              <a:gd name="connsiteY727" fmla="*/ 441137 h 506009"/>
              <a:gd name="connsiteX728" fmla="*/ 906408 w 2249309"/>
              <a:gd name="connsiteY728" fmla="*/ 391072 h 506009"/>
              <a:gd name="connsiteX729" fmla="*/ 925519 w 2249309"/>
              <a:gd name="connsiteY729" fmla="*/ 381794 h 506009"/>
              <a:gd name="connsiteX730" fmla="*/ 409450 w 2249309"/>
              <a:gd name="connsiteY730" fmla="*/ 381676 h 506009"/>
              <a:gd name="connsiteX731" fmla="*/ 407880 w 2249309"/>
              <a:gd name="connsiteY731" fmla="*/ 383446 h 506009"/>
              <a:gd name="connsiteX732" fmla="*/ 406284 w 2249309"/>
              <a:gd name="connsiteY732" fmla="*/ 385192 h 506009"/>
              <a:gd name="connsiteX733" fmla="*/ 413140 w 2249309"/>
              <a:gd name="connsiteY733" fmla="*/ 391375 h 506009"/>
              <a:gd name="connsiteX734" fmla="*/ 407232 w 2249309"/>
              <a:gd name="connsiteY734" fmla="*/ 397957 h 506009"/>
              <a:gd name="connsiteX735" fmla="*/ 400375 w 2249309"/>
              <a:gd name="connsiteY735" fmla="*/ 391774 h 506009"/>
              <a:gd name="connsiteX736" fmla="*/ 398780 w 2249309"/>
              <a:gd name="connsiteY736" fmla="*/ 393544 h 506009"/>
              <a:gd name="connsiteX737" fmla="*/ 397209 w 2249309"/>
              <a:gd name="connsiteY737" fmla="*/ 395289 h 506009"/>
              <a:gd name="connsiteX738" fmla="*/ 415459 w 2249309"/>
              <a:gd name="connsiteY738" fmla="*/ 411818 h 506009"/>
              <a:gd name="connsiteX739" fmla="*/ 417030 w 2249309"/>
              <a:gd name="connsiteY739" fmla="*/ 410048 h 506009"/>
              <a:gd name="connsiteX740" fmla="*/ 418625 w 2249309"/>
              <a:gd name="connsiteY740" fmla="*/ 408303 h 506009"/>
              <a:gd name="connsiteX741" fmla="*/ 410323 w 2249309"/>
              <a:gd name="connsiteY741" fmla="*/ 400824 h 506009"/>
              <a:gd name="connsiteX742" fmla="*/ 416257 w 2249309"/>
              <a:gd name="connsiteY742" fmla="*/ 394242 h 506009"/>
              <a:gd name="connsiteX743" fmla="*/ 424534 w 2249309"/>
              <a:gd name="connsiteY743" fmla="*/ 401721 h 506009"/>
              <a:gd name="connsiteX744" fmla="*/ 426130 w 2249309"/>
              <a:gd name="connsiteY744" fmla="*/ 399951 h 506009"/>
              <a:gd name="connsiteX745" fmla="*/ 427750 w 2249309"/>
              <a:gd name="connsiteY745" fmla="*/ 398156 h 506009"/>
              <a:gd name="connsiteX746" fmla="*/ 252706 w 2249309"/>
              <a:gd name="connsiteY746" fmla="*/ 369360 h 506009"/>
              <a:gd name="connsiteX747" fmla="*/ 254527 w 2249309"/>
              <a:gd name="connsiteY747" fmla="*/ 371654 h 506009"/>
              <a:gd name="connsiteX748" fmla="*/ 256521 w 2249309"/>
              <a:gd name="connsiteY748" fmla="*/ 373574 h 506009"/>
              <a:gd name="connsiteX749" fmla="*/ 255972 w 2249309"/>
              <a:gd name="connsiteY749" fmla="*/ 374172 h 506009"/>
              <a:gd name="connsiteX750" fmla="*/ 255972 w 2249309"/>
              <a:gd name="connsiteY750" fmla="*/ 389530 h 506009"/>
              <a:gd name="connsiteX751" fmla="*/ 263701 w 2249309"/>
              <a:gd name="connsiteY751" fmla="*/ 390876 h 506009"/>
              <a:gd name="connsiteX752" fmla="*/ 269710 w 2249309"/>
              <a:gd name="connsiteY752" fmla="*/ 394541 h 506009"/>
              <a:gd name="connsiteX753" fmla="*/ 275544 w 2249309"/>
              <a:gd name="connsiteY753" fmla="*/ 396162 h 506009"/>
              <a:gd name="connsiteX754" fmla="*/ 278511 w 2249309"/>
              <a:gd name="connsiteY754" fmla="*/ 399054 h 506009"/>
              <a:gd name="connsiteX755" fmla="*/ 281826 w 2249309"/>
              <a:gd name="connsiteY755" fmla="*/ 399353 h 506009"/>
              <a:gd name="connsiteX756" fmla="*/ 286464 w 2249309"/>
              <a:gd name="connsiteY756" fmla="*/ 402818 h 506009"/>
              <a:gd name="connsiteX757" fmla="*/ 290054 w 2249309"/>
              <a:gd name="connsiteY757" fmla="*/ 405037 h 506009"/>
              <a:gd name="connsiteX758" fmla="*/ 291849 w 2249309"/>
              <a:gd name="connsiteY758" fmla="*/ 407281 h 506009"/>
              <a:gd name="connsiteX759" fmla="*/ 295190 w 2249309"/>
              <a:gd name="connsiteY759" fmla="*/ 408627 h 506009"/>
              <a:gd name="connsiteX760" fmla="*/ 298979 w 2249309"/>
              <a:gd name="connsiteY760" fmla="*/ 409076 h 506009"/>
              <a:gd name="connsiteX761" fmla="*/ 303966 w 2249309"/>
              <a:gd name="connsiteY761" fmla="*/ 411071 h 506009"/>
              <a:gd name="connsiteX762" fmla="*/ 311171 w 2249309"/>
              <a:gd name="connsiteY762" fmla="*/ 415085 h 506009"/>
              <a:gd name="connsiteX763" fmla="*/ 325157 w 2249309"/>
              <a:gd name="connsiteY763" fmla="*/ 417453 h 506009"/>
              <a:gd name="connsiteX764" fmla="*/ 182175 w 2249309"/>
              <a:gd name="connsiteY764" fmla="*/ 417603 h 506009"/>
              <a:gd name="connsiteX765" fmla="*/ 199253 w 2249309"/>
              <a:gd name="connsiteY765" fmla="*/ 415608 h 506009"/>
              <a:gd name="connsiteX766" fmla="*/ 206733 w 2249309"/>
              <a:gd name="connsiteY766" fmla="*/ 411594 h 506009"/>
              <a:gd name="connsiteX767" fmla="*/ 210747 w 2249309"/>
              <a:gd name="connsiteY767" fmla="*/ 407805 h 506009"/>
              <a:gd name="connsiteX768" fmla="*/ 214761 w 2249309"/>
              <a:gd name="connsiteY768" fmla="*/ 405785 h 506009"/>
              <a:gd name="connsiteX769" fmla="*/ 218351 w 2249309"/>
              <a:gd name="connsiteY769" fmla="*/ 403766 h 506009"/>
              <a:gd name="connsiteX770" fmla="*/ 221467 w 2249309"/>
              <a:gd name="connsiteY770" fmla="*/ 399752 h 506009"/>
              <a:gd name="connsiteX771" fmla="*/ 226154 w 2249309"/>
              <a:gd name="connsiteY771" fmla="*/ 397957 h 506009"/>
              <a:gd name="connsiteX772" fmla="*/ 230617 w 2249309"/>
              <a:gd name="connsiteY772" fmla="*/ 394840 h 506009"/>
              <a:gd name="connsiteX773" fmla="*/ 236426 w 2249309"/>
              <a:gd name="connsiteY773" fmla="*/ 393270 h 506009"/>
              <a:gd name="connsiteX774" fmla="*/ 241562 w 2249309"/>
              <a:gd name="connsiteY774" fmla="*/ 390153 h 506009"/>
              <a:gd name="connsiteX775" fmla="*/ 249715 w 2249309"/>
              <a:gd name="connsiteY775" fmla="*/ 389754 h 506009"/>
              <a:gd name="connsiteX776" fmla="*/ 249715 w 2249309"/>
              <a:gd name="connsiteY776" fmla="*/ 374496 h 506009"/>
              <a:gd name="connsiteX777" fmla="*/ 248967 w 2249309"/>
              <a:gd name="connsiteY777" fmla="*/ 373798 h 506009"/>
              <a:gd name="connsiteX778" fmla="*/ 250936 w 2249309"/>
              <a:gd name="connsiteY778" fmla="*/ 371654 h 506009"/>
              <a:gd name="connsiteX779" fmla="*/ 252706 w 2249309"/>
              <a:gd name="connsiteY779" fmla="*/ 369360 h 506009"/>
              <a:gd name="connsiteX780" fmla="*/ 424509 w 2249309"/>
              <a:gd name="connsiteY780" fmla="*/ 361083 h 506009"/>
              <a:gd name="connsiteX781" fmla="*/ 423238 w 2249309"/>
              <a:gd name="connsiteY781" fmla="*/ 362903 h 506009"/>
              <a:gd name="connsiteX782" fmla="*/ 421966 w 2249309"/>
              <a:gd name="connsiteY782" fmla="*/ 364723 h 506009"/>
              <a:gd name="connsiteX783" fmla="*/ 436127 w 2249309"/>
              <a:gd name="connsiteY783" fmla="*/ 374695 h 506009"/>
              <a:gd name="connsiteX784" fmla="*/ 416755 w 2249309"/>
              <a:gd name="connsiteY784" fmla="*/ 372202 h 506009"/>
              <a:gd name="connsiteX785" fmla="*/ 415334 w 2249309"/>
              <a:gd name="connsiteY785" fmla="*/ 374247 h 506009"/>
              <a:gd name="connsiteX786" fmla="*/ 413913 w 2249309"/>
              <a:gd name="connsiteY786" fmla="*/ 376266 h 506009"/>
              <a:gd name="connsiteX787" fmla="*/ 434083 w 2249309"/>
              <a:gd name="connsiteY787" fmla="*/ 390402 h 506009"/>
              <a:gd name="connsiteX788" fmla="*/ 435354 w 2249309"/>
              <a:gd name="connsiteY788" fmla="*/ 388582 h 506009"/>
              <a:gd name="connsiteX789" fmla="*/ 436601 w 2249309"/>
              <a:gd name="connsiteY789" fmla="*/ 386762 h 506009"/>
              <a:gd name="connsiteX790" fmla="*/ 422066 w 2249309"/>
              <a:gd name="connsiteY790" fmla="*/ 376590 h 506009"/>
              <a:gd name="connsiteX791" fmla="*/ 442011 w 2249309"/>
              <a:gd name="connsiteY791" fmla="*/ 379083 h 506009"/>
              <a:gd name="connsiteX792" fmla="*/ 443382 w 2249309"/>
              <a:gd name="connsiteY792" fmla="*/ 377139 h 506009"/>
              <a:gd name="connsiteX793" fmla="*/ 444679 w 2249309"/>
              <a:gd name="connsiteY793" fmla="*/ 375219 h 506009"/>
              <a:gd name="connsiteX794" fmla="*/ 76640 w 2249309"/>
              <a:gd name="connsiteY794" fmla="*/ 358914 h 506009"/>
              <a:gd name="connsiteX795" fmla="*/ 60684 w 2249309"/>
              <a:gd name="connsiteY795" fmla="*/ 369136 h 506009"/>
              <a:gd name="connsiteX796" fmla="*/ 62055 w 2249309"/>
              <a:gd name="connsiteY796" fmla="*/ 377588 h 506009"/>
              <a:gd name="connsiteX797" fmla="*/ 68488 w 2249309"/>
              <a:gd name="connsiteY797" fmla="*/ 381128 h 506009"/>
              <a:gd name="connsiteX798" fmla="*/ 68961 w 2249309"/>
              <a:gd name="connsiteY798" fmla="*/ 381128 h 506009"/>
              <a:gd name="connsiteX799" fmla="*/ 66468 w 2249309"/>
              <a:gd name="connsiteY799" fmla="*/ 383247 h 506009"/>
              <a:gd name="connsiteX800" fmla="*/ 68188 w 2249309"/>
              <a:gd name="connsiteY800" fmla="*/ 385915 h 506009"/>
              <a:gd name="connsiteX801" fmla="*/ 79333 w 2249309"/>
              <a:gd name="connsiteY801" fmla="*/ 378685 h 506009"/>
              <a:gd name="connsiteX802" fmla="*/ 74172 w 2249309"/>
              <a:gd name="connsiteY802" fmla="*/ 370706 h 506009"/>
              <a:gd name="connsiteX803" fmla="*/ 70607 w 2249309"/>
              <a:gd name="connsiteY803" fmla="*/ 373025 h 506009"/>
              <a:gd name="connsiteX804" fmla="*/ 73374 w 2249309"/>
              <a:gd name="connsiteY804" fmla="*/ 377588 h 506009"/>
              <a:gd name="connsiteX805" fmla="*/ 70158 w 2249309"/>
              <a:gd name="connsiteY805" fmla="*/ 378211 h 506009"/>
              <a:gd name="connsiteX806" fmla="*/ 65920 w 2249309"/>
              <a:gd name="connsiteY806" fmla="*/ 375867 h 506009"/>
              <a:gd name="connsiteX807" fmla="*/ 65097 w 2249309"/>
              <a:gd name="connsiteY807" fmla="*/ 370557 h 506009"/>
              <a:gd name="connsiteX808" fmla="*/ 69535 w 2249309"/>
              <a:gd name="connsiteY808" fmla="*/ 365695 h 506009"/>
              <a:gd name="connsiteX809" fmla="*/ 75867 w 2249309"/>
              <a:gd name="connsiteY809" fmla="*/ 363651 h 506009"/>
              <a:gd name="connsiteX810" fmla="*/ 80455 w 2249309"/>
              <a:gd name="connsiteY810" fmla="*/ 366443 h 506009"/>
              <a:gd name="connsiteX811" fmla="*/ 81203 w 2249309"/>
              <a:gd name="connsiteY811" fmla="*/ 369834 h 506009"/>
              <a:gd name="connsiteX812" fmla="*/ 79757 w 2249309"/>
              <a:gd name="connsiteY812" fmla="*/ 372776 h 506009"/>
              <a:gd name="connsiteX813" fmla="*/ 82549 w 2249309"/>
              <a:gd name="connsiteY813" fmla="*/ 376740 h 506009"/>
              <a:gd name="connsiteX814" fmla="*/ 85940 w 2249309"/>
              <a:gd name="connsiteY814" fmla="*/ 370831 h 506009"/>
              <a:gd name="connsiteX815" fmla="*/ 84120 w 2249309"/>
              <a:gd name="connsiteY815" fmla="*/ 363900 h 506009"/>
              <a:gd name="connsiteX816" fmla="*/ 76640 w 2249309"/>
              <a:gd name="connsiteY816" fmla="*/ 358914 h 506009"/>
              <a:gd name="connsiteX817" fmla="*/ 440291 w 2249309"/>
              <a:gd name="connsiteY817" fmla="*/ 344578 h 506009"/>
              <a:gd name="connsiteX818" fmla="*/ 446698 w 2249309"/>
              <a:gd name="connsiteY818" fmla="*/ 346148 h 506009"/>
              <a:gd name="connsiteX819" fmla="*/ 451659 w 2249309"/>
              <a:gd name="connsiteY819" fmla="*/ 350437 h 506009"/>
              <a:gd name="connsiteX820" fmla="*/ 452101 w 2249309"/>
              <a:gd name="connsiteY820" fmla="*/ 351878 h 506009"/>
              <a:gd name="connsiteX821" fmla="*/ 447421 w 2249309"/>
              <a:gd name="connsiteY821" fmla="*/ 358415 h 506009"/>
              <a:gd name="connsiteX822" fmla="*/ 441113 w 2249309"/>
              <a:gd name="connsiteY822" fmla="*/ 356919 h 506009"/>
              <a:gd name="connsiteX823" fmla="*/ 436127 w 2249309"/>
              <a:gd name="connsiteY823" fmla="*/ 352481 h 506009"/>
              <a:gd name="connsiteX824" fmla="*/ 436127 w 2249309"/>
              <a:gd name="connsiteY824" fmla="*/ 347495 h 506009"/>
              <a:gd name="connsiteX825" fmla="*/ 440291 w 2249309"/>
              <a:gd name="connsiteY825" fmla="*/ 344578 h 506009"/>
              <a:gd name="connsiteX826" fmla="*/ 439194 w 2249309"/>
              <a:gd name="connsiteY826" fmla="*/ 340141 h 506009"/>
              <a:gd name="connsiteX827" fmla="*/ 438112 w 2249309"/>
              <a:gd name="connsiteY827" fmla="*/ 340470 h 506009"/>
              <a:gd name="connsiteX828" fmla="*/ 431714 w 2249309"/>
              <a:gd name="connsiteY828" fmla="*/ 354177 h 506009"/>
              <a:gd name="connsiteX829" fmla="*/ 438770 w 2249309"/>
              <a:gd name="connsiteY829" fmla="*/ 361257 h 506009"/>
              <a:gd name="connsiteX830" fmla="*/ 448443 w 2249309"/>
              <a:gd name="connsiteY830" fmla="*/ 363053 h 506009"/>
              <a:gd name="connsiteX831" fmla="*/ 455225 w 2249309"/>
              <a:gd name="connsiteY831" fmla="*/ 357692 h 506009"/>
              <a:gd name="connsiteX832" fmla="*/ 455175 w 2249309"/>
              <a:gd name="connsiteY832" fmla="*/ 357642 h 506009"/>
              <a:gd name="connsiteX833" fmla="*/ 455923 w 2249309"/>
              <a:gd name="connsiteY833" fmla="*/ 349041 h 506009"/>
              <a:gd name="connsiteX834" fmla="*/ 449017 w 2249309"/>
              <a:gd name="connsiteY834" fmla="*/ 342035 h 506009"/>
              <a:gd name="connsiteX835" fmla="*/ 439194 w 2249309"/>
              <a:gd name="connsiteY835" fmla="*/ 340141 h 506009"/>
              <a:gd name="connsiteX836" fmla="*/ 66518 w 2249309"/>
              <a:gd name="connsiteY836" fmla="*/ 332337 h 506009"/>
              <a:gd name="connsiteX837" fmla="*/ 44204 w 2249309"/>
              <a:gd name="connsiteY837" fmla="*/ 342758 h 506009"/>
              <a:gd name="connsiteX838" fmla="*/ 45127 w 2249309"/>
              <a:gd name="connsiteY838" fmla="*/ 344753 h 506009"/>
              <a:gd name="connsiteX839" fmla="*/ 46074 w 2249309"/>
              <a:gd name="connsiteY839" fmla="*/ 346747 h 506009"/>
              <a:gd name="connsiteX840" fmla="*/ 62155 w 2249309"/>
              <a:gd name="connsiteY840" fmla="*/ 339268 h 506009"/>
              <a:gd name="connsiteX841" fmla="*/ 50013 w 2249309"/>
              <a:gd name="connsiteY841" fmla="*/ 355249 h 506009"/>
              <a:gd name="connsiteX842" fmla="*/ 51011 w 2249309"/>
              <a:gd name="connsiteY842" fmla="*/ 357368 h 506009"/>
              <a:gd name="connsiteX843" fmla="*/ 52008 w 2249309"/>
              <a:gd name="connsiteY843" fmla="*/ 359462 h 506009"/>
              <a:gd name="connsiteX844" fmla="*/ 74321 w 2249309"/>
              <a:gd name="connsiteY844" fmla="*/ 349066 h 506009"/>
              <a:gd name="connsiteX845" fmla="*/ 73374 w 2249309"/>
              <a:gd name="connsiteY845" fmla="*/ 347047 h 506009"/>
              <a:gd name="connsiteX846" fmla="*/ 72452 w 2249309"/>
              <a:gd name="connsiteY846" fmla="*/ 345052 h 506009"/>
              <a:gd name="connsiteX847" fmla="*/ 56795 w 2249309"/>
              <a:gd name="connsiteY847" fmla="*/ 352357 h 506009"/>
              <a:gd name="connsiteX848" fmla="*/ 68612 w 2249309"/>
              <a:gd name="connsiteY848" fmla="*/ 336850 h 506009"/>
              <a:gd name="connsiteX849" fmla="*/ 67565 w 2249309"/>
              <a:gd name="connsiteY849" fmla="*/ 334606 h 506009"/>
              <a:gd name="connsiteX850" fmla="*/ 464749 w 2249309"/>
              <a:gd name="connsiteY850" fmla="*/ 322240 h 506009"/>
              <a:gd name="connsiteX851" fmla="*/ 460709 w 2249309"/>
              <a:gd name="connsiteY851" fmla="*/ 332761 h 506009"/>
              <a:gd name="connsiteX852" fmla="*/ 441812 w 2249309"/>
              <a:gd name="connsiteY852" fmla="*/ 325506 h 506009"/>
              <a:gd name="connsiteX853" fmla="*/ 440964 w 2249309"/>
              <a:gd name="connsiteY853" fmla="*/ 327725 h 506009"/>
              <a:gd name="connsiteX854" fmla="*/ 440116 w 2249309"/>
              <a:gd name="connsiteY854" fmla="*/ 329919 h 506009"/>
              <a:gd name="connsiteX855" fmla="*/ 463153 w 2249309"/>
              <a:gd name="connsiteY855" fmla="*/ 338769 h 506009"/>
              <a:gd name="connsiteX856" fmla="*/ 468837 w 2249309"/>
              <a:gd name="connsiteY856" fmla="*/ 323810 h 506009"/>
              <a:gd name="connsiteX857" fmla="*/ 466793 w 2249309"/>
              <a:gd name="connsiteY857" fmla="*/ 323038 h 506009"/>
              <a:gd name="connsiteX858" fmla="*/ 62180 w 2249309"/>
              <a:gd name="connsiteY858" fmla="*/ 321392 h 506009"/>
              <a:gd name="connsiteX859" fmla="*/ 39193 w 2249309"/>
              <a:gd name="connsiteY859" fmla="*/ 330218 h 506009"/>
              <a:gd name="connsiteX860" fmla="*/ 40041 w 2249309"/>
              <a:gd name="connsiteY860" fmla="*/ 332437 h 506009"/>
              <a:gd name="connsiteX861" fmla="*/ 40888 w 2249309"/>
              <a:gd name="connsiteY861" fmla="*/ 334631 h 506009"/>
              <a:gd name="connsiteX862" fmla="*/ 63875 w 2249309"/>
              <a:gd name="connsiteY862" fmla="*/ 325805 h 506009"/>
              <a:gd name="connsiteX863" fmla="*/ 63028 w 2249309"/>
              <a:gd name="connsiteY863" fmla="*/ 323611 h 506009"/>
              <a:gd name="connsiteX864" fmla="*/ 41113 w 2249309"/>
              <a:gd name="connsiteY864" fmla="*/ 304613 h 506009"/>
              <a:gd name="connsiteX865" fmla="*/ 39692 w 2249309"/>
              <a:gd name="connsiteY865" fmla="*/ 304987 h 506009"/>
              <a:gd name="connsiteX866" fmla="*/ 33808 w 2249309"/>
              <a:gd name="connsiteY866" fmla="*/ 308328 h 506009"/>
              <a:gd name="connsiteX867" fmla="*/ 33234 w 2249309"/>
              <a:gd name="connsiteY867" fmla="*/ 314312 h 506009"/>
              <a:gd name="connsiteX868" fmla="*/ 36500 w 2249309"/>
              <a:gd name="connsiteY868" fmla="*/ 319073 h 506009"/>
              <a:gd name="connsiteX869" fmla="*/ 36500 w 2249309"/>
              <a:gd name="connsiteY869" fmla="*/ 319024 h 506009"/>
              <a:gd name="connsiteX870" fmla="*/ 42459 w 2249309"/>
              <a:gd name="connsiteY870" fmla="*/ 319423 h 506009"/>
              <a:gd name="connsiteX871" fmla="*/ 59562 w 2249309"/>
              <a:gd name="connsiteY871" fmla="*/ 314835 h 506009"/>
              <a:gd name="connsiteX872" fmla="*/ 58939 w 2249309"/>
              <a:gd name="connsiteY872" fmla="*/ 312541 h 506009"/>
              <a:gd name="connsiteX873" fmla="*/ 58340 w 2249309"/>
              <a:gd name="connsiteY873" fmla="*/ 310273 h 506009"/>
              <a:gd name="connsiteX874" fmla="*/ 41237 w 2249309"/>
              <a:gd name="connsiteY874" fmla="*/ 314860 h 506009"/>
              <a:gd name="connsiteX875" fmla="*/ 38570 w 2249309"/>
              <a:gd name="connsiteY875" fmla="*/ 314860 h 506009"/>
              <a:gd name="connsiteX876" fmla="*/ 38315 w 2249309"/>
              <a:gd name="connsiteY876" fmla="*/ 314686 h 506009"/>
              <a:gd name="connsiteX877" fmla="*/ 37797 w 2249309"/>
              <a:gd name="connsiteY877" fmla="*/ 310771 h 506009"/>
              <a:gd name="connsiteX878" fmla="*/ 40839 w 2249309"/>
              <a:gd name="connsiteY878" fmla="*/ 309325 h 506009"/>
              <a:gd name="connsiteX879" fmla="*/ 42260 w 2249309"/>
              <a:gd name="connsiteY879" fmla="*/ 308951 h 506009"/>
              <a:gd name="connsiteX880" fmla="*/ 969511 w 2249309"/>
              <a:gd name="connsiteY880" fmla="*/ 299460 h 506009"/>
              <a:gd name="connsiteX881" fmla="*/ 969424 w 2249309"/>
              <a:gd name="connsiteY881" fmla="*/ 299635 h 506009"/>
              <a:gd name="connsiteX882" fmla="*/ 969439 w 2249309"/>
              <a:gd name="connsiteY882" fmla="*/ 299539 h 506009"/>
              <a:gd name="connsiteX883" fmla="*/ 456945 w 2249309"/>
              <a:gd name="connsiteY883" fmla="*/ 296684 h 506009"/>
              <a:gd name="connsiteX884" fmla="*/ 463551 w 2249309"/>
              <a:gd name="connsiteY884" fmla="*/ 296684 h 506009"/>
              <a:gd name="connsiteX885" fmla="*/ 469236 w 2249309"/>
              <a:gd name="connsiteY885" fmla="*/ 299801 h 506009"/>
              <a:gd name="connsiteX886" fmla="*/ 470014 w 2249309"/>
              <a:gd name="connsiteY886" fmla="*/ 301095 h 506009"/>
              <a:gd name="connsiteX887" fmla="*/ 467042 w 2249309"/>
              <a:gd name="connsiteY887" fmla="*/ 308602 h 506009"/>
              <a:gd name="connsiteX888" fmla="*/ 460559 w 2249309"/>
              <a:gd name="connsiteY888" fmla="*/ 308602 h 506009"/>
              <a:gd name="connsiteX889" fmla="*/ 454751 w 2249309"/>
              <a:gd name="connsiteY889" fmla="*/ 305460 h 506009"/>
              <a:gd name="connsiteX890" fmla="*/ 453843 w 2249309"/>
              <a:gd name="connsiteY890" fmla="*/ 303947 h 506009"/>
              <a:gd name="connsiteX891" fmla="*/ 456945 w 2249309"/>
              <a:gd name="connsiteY891" fmla="*/ 296684 h 506009"/>
              <a:gd name="connsiteX892" fmla="*/ 464649 w 2249309"/>
              <a:gd name="connsiteY892" fmla="*/ 292098 h 506009"/>
              <a:gd name="connsiteX893" fmla="*/ 454676 w 2249309"/>
              <a:gd name="connsiteY893" fmla="*/ 292646 h 506009"/>
              <a:gd name="connsiteX894" fmla="*/ 453694 w 2249309"/>
              <a:gd name="connsiteY894" fmla="*/ 293237 h 506009"/>
              <a:gd name="connsiteX895" fmla="*/ 450837 w 2249309"/>
              <a:gd name="connsiteY895" fmla="*/ 308054 h 506009"/>
              <a:gd name="connsiteX896" fmla="*/ 459413 w 2249309"/>
              <a:gd name="connsiteY896" fmla="*/ 313240 h 506009"/>
              <a:gd name="connsiteX897" fmla="*/ 469236 w 2249309"/>
              <a:gd name="connsiteY897" fmla="*/ 312641 h 506009"/>
              <a:gd name="connsiteX898" fmla="*/ 474497 w 2249309"/>
              <a:gd name="connsiteY898" fmla="*/ 305785 h 506009"/>
              <a:gd name="connsiteX899" fmla="*/ 473051 w 2249309"/>
              <a:gd name="connsiteY899" fmla="*/ 297234 h 506009"/>
              <a:gd name="connsiteX900" fmla="*/ 464649 w 2249309"/>
              <a:gd name="connsiteY900" fmla="*/ 292098 h 506009"/>
              <a:gd name="connsiteX901" fmla="*/ 53678 w 2249309"/>
              <a:gd name="connsiteY901" fmla="*/ 290477 h 506009"/>
              <a:gd name="connsiteX902" fmla="*/ 29520 w 2249309"/>
              <a:gd name="connsiteY902" fmla="*/ 295189 h 506009"/>
              <a:gd name="connsiteX903" fmla="*/ 29968 w 2249309"/>
              <a:gd name="connsiteY903" fmla="*/ 297508 h 506009"/>
              <a:gd name="connsiteX904" fmla="*/ 30417 w 2249309"/>
              <a:gd name="connsiteY904" fmla="*/ 299826 h 506009"/>
              <a:gd name="connsiteX905" fmla="*/ 54576 w 2249309"/>
              <a:gd name="connsiteY905" fmla="*/ 295139 h 506009"/>
              <a:gd name="connsiteX906" fmla="*/ 54127 w 2249309"/>
              <a:gd name="connsiteY906" fmla="*/ 292796 h 506009"/>
              <a:gd name="connsiteX907" fmla="*/ 106134 w 2249309"/>
              <a:gd name="connsiteY907" fmla="*/ 290227 h 506009"/>
              <a:gd name="connsiteX908" fmla="*/ 134282 w 2249309"/>
              <a:gd name="connsiteY908" fmla="*/ 294690 h 506009"/>
              <a:gd name="connsiteX909" fmla="*/ 201846 w 2249309"/>
              <a:gd name="connsiteY909" fmla="*/ 294142 h 506009"/>
              <a:gd name="connsiteX910" fmla="*/ 211644 w 2249309"/>
              <a:gd name="connsiteY910" fmla="*/ 295737 h 506009"/>
              <a:gd name="connsiteX911" fmla="*/ 233160 w 2249309"/>
              <a:gd name="connsiteY911" fmla="*/ 298230 h 506009"/>
              <a:gd name="connsiteX912" fmla="*/ 226553 w 2249309"/>
              <a:gd name="connsiteY912" fmla="*/ 324932 h 506009"/>
              <a:gd name="connsiteX913" fmla="*/ 253006 w 2249309"/>
              <a:gd name="connsiteY913" fmla="*/ 329420 h 506009"/>
              <a:gd name="connsiteX914" fmla="*/ 279433 w 2249309"/>
              <a:gd name="connsiteY914" fmla="*/ 324932 h 506009"/>
              <a:gd name="connsiteX915" fmla="*/ 272826 w 2249309"/>
              <a:gd name="connsiteY915" fmla="*/ 298255 h 506009"/>
              <a:gd name="connsiteX916" fmla="*/ 294342 w 2249309"/>
              <a:gd name="connsiteY916" fmla="*/ 295762 h 506009"/>
              <a:gd name="connsiteX917" fmla="*/ 304165 w 2249309"/>
              <a:gd name="connsiteY917" fmla="*/ 294167 h 506009"/>
              <a:gd name="connsiteX918" fmla="*/ 371729 w 2249309"/>
              <a:gd name="connsiteY918" fmla="*/ 294715 h 506009"/>
              <a:gd name="connsiteX919" fmla="*/ 371829 w 2249309"/>
              <a:gd name="connsiteY919" fmla="*/ 294690 h 506009"/>
              <a:gd name="connsiteX920" fmla="*/ 399952 w 2249309"/>
              <a:gd name="connsiteY920" fmla="*/ 290227 h 506009"/>
              <a:gd name="connsiteX921" fmla="*/ 382250 w 2249309"/>
              <a:gd name="connsiteY921" fmla="*/ 309973 h 506009"/>
              <a:gd name="connsiteX922" fmla="*/ 270707 w 2249309"/>
              <a:gd name="connsiteY922" fmla="*/ 330417 h 506009"/>
              <a:gd name="connsiteX923" fmla="*/ 277862 w 2249309"/>
              <a:gd name="connsiteY923" fmla="*/ 359038 h 506009"/>
              <a:gd name="connsiteX924" fmla="*/ 252931 w 2249309"/>
              <a:gd name="connsiteY924" fmla="*/ 364423 h 506009"/>
              <a:gd name="connsiteX925" fmla="*/ 227999 w 2249309"/>
              <a:gd name="connsiteY925" fmla="*/ 359038 h 506009"/>
              <a:gd name="connsiteX926" fmla="*/ 235155 w 2249309"/>
              <a:gd name="connsiteY926" fmla="*/ 330417 h 506009"/>
              <a:gd name="connsiteX927" fmla="*/ 123836 w 2249309"/>
              <a:gd name="connsiteY927" fmla="*/ 309973 h 506009"/>
              <a:gd name="connsiteX928" fmla="*/ 106134 w 2249309"/>
              <a:gd name="connsiteY928" fmla="*/ 290227 h 506009"/>
              <a:gd name="connsiteX929" fmla="*/ 939002 w 2249309"/>
              <a:gd name="connsiteY929" fmla="*/ 276427 h 506009"/>
              <a:gd name="connsiteX930" fmla="*/ 947694 w 2249309"/>
              <a:gd name="connsiteY930" fmla="*/ 287292 h 506009"/>
              <a:gd name="connsiteX931" fmla="*/ 956907 w 2249309"/>
              <a:gd name="connsiteY931" fmla="*/ 285032 h 506009"/>
              <a:gd name="connsiteX932" fmla="*/ 967599 w 2249309"/>
              <a:gd name="connsiteY932" fmla="*/ 285032 h 506009"/>
              <a:gd name="connsiteX933" fmla="*/ 971336 w 2249309"/>
              <a:gd name="connsiteY933" fmla="*/ 286771 h 506009"/>
              <a:gd name="connsiteX934" fmla="*/ 970467 w 2249309"/>
              <a:gd name="connsiteY934" fmla="*/ 292854 h 506009"/>
              <a:gd name="connsiteX935" fmla="*/ 969439 w 2249309"/>
              <a:gd name="connsiteY935" fmla="*/ 299539 h 506009"/>
              <a:gd name="connsiteX936" fmla="*/ 964817 w 2249309"/>
              <a:gd name="connsiteY936" fmla="*/ 304589 h 506009"/>
              <a:gd name="connsiteX937" fmla="*/ 960036 w 2249309"/>
              <a:gd name="connsiteY937" fmla="*/ 308152 h 506009"/>
              <a:gd name="connsiteX938" fmla="*/ 956647 w 2249309"/>
              <a:gd name="connsiteY938" fmla="*/ 317801 h 506009"/>
              <a:gd name="connsiteX939" fmla="*/ 949867 w 2249309"/>
              <a:gd name="connsiteY939" fmla="*/ 322407 h 506009"/>
              <a:gd name="connsiteX940" fmla="*/ 942045 w 2249309"/>
              <a:gd name="connsiteY940" fmla="*/ 323102 h 506009"/>
              <a:gd name="connsiteX941" fmla="*/ 931701 w 2249309"/>
              <a:gd name="connsiteY941" fmla="*/ 327449 h 506009"/>
              <a:gd name="connsiteX942" fmla="*/ 919358 w 2249309"/>
              <a:gd name="connsiteY942" fmla="*/ 317279 h 506009"/>
              <a:gd name="connsiteX943" fmla="*/ 920662 w 2249309"/>
              <a:gd name="connsiteY943" fmla="*/ 309630 h 506009"/>
              <a:gd name="connsiteX944" fmla="*/ 918837 w 2249309"/>
              <a:gd name="connsiteY944" fmla="*/ 303546 h 506009"/>
              <a:gd name="connsiteX945" fmla="*/ 922575 w 2249309"/>
              <a:gd name="connsiteY945" fmla="*/ 296418 h 506009"/>
              <a:gd name="connsiteX946" fmla="*/ 932049 w 2249309"/>
              <a:gd name="connsiteY946" fmla="*/ 280165 h 506009"/>
              <a:gd name="connsiteX947" fmla="*/ 939002 w 2249309"/>
              <a:gd name="connsiteY947" fmla="*/ 276427 h 506009"/>
              <a:gd name="connsiteX948" fmla="*/ 50811 w 2249309"/>
              <a:gd name="connsiteY948" fmla="*/ 267166 h 506009"/>
              <a:gd name="connsiteX949" fmla="*/ 26378 w 2249309"/>
              <a:gd name="connsiteY949" fmla="*/ 270183 h 506009"/>
              <a:gd name="connsiteX950" fmla="*/ 28473 w 2249309"/>
              <a:gd name="connsiteY950" fmla="*/ 287336 h 506009"/>
              <a:gd name="connsiteX951" fmla="*/ 30642 w 2249309"/>
              <a:gd name="connsiteY951" fmla="*/ 287086 h 506009"/>
              <a:gd name="connsiteX952" fmla="*/ 32811 w 2249309"/>
              <a:gd name="connsiteY952" fmla="*/ 286812 h 506009"/>
              <a:gd name="connsiteX953" fmla="*/ 31290 w 2249309"/>
              <a:gd name="connsiteY953" fmla="*/ 274346 h 506009"/>
              <a:gd name="connsiteX954" fmla="*/ 37647 w 2249309"/>
              <a:gd name="connsiteY954" fmla="*/ 273549 h 506009"/>
              <a:gd name="connsiteX955" fmla="*/ 38994 w 2249309"/>
              <a:gd name="connsiteY955" fmla="*/ 284543 h 506009"/>
              <a:gd name="connsiteX956" fmla="*/ 41113 w 2249309"/>
              <a:gd name="connsiteY956" fmla="*/ 284294 h 506009"/>
              <a:gd name="connsiteX957" fmla="*/ 43207 w 2249309"/>
              <a:gd name="connsiteY957" fmla="*/ 284045 h 506009"/>
              <a:gd name="connsiteX958" fmla="*/ 41861 w 2249309"/>
              <a:gd name="connsiteY958" fmla="*/ 273050 h 506009"/>
              <a:gd name="connsiteX959" fmla="*/ 47046 w 2249309"/>
              <a:gd name="connsiteY959" fmla="*/ 272402 h 506009"/>
              <a:gd name="connsiteX960" fmla="*/ 48493 w 2249309"/>
              <a:gd name="connsiteY960" fmla="*/ 284244 h 506009"/>
              <a:gd name="connsiteX961" fmla="*/ 50686 w 2249309"/>
              <a:gd name="connsiteY961" fmla="*/ 283995 h 506009"/>
              <a:gd name="connsiteX962" fmla="*/ 52831 w 2249309"/>
              <a:gd name="connsiteY962" fmla="*/ 283721 h 506009"/>
              <a:gd name="connsiteX963" fmla="*/ 462854 w 2249309"/>
              <a:gd name="connsiteY963" fmla="*/ 263003 h 506009"/>
              <a:gd name="connsiteX964" fmla="*/ 456546 w 2249309"/>
              <a:gd name="connsiteY964" fmla="*/ 265496 h 506009"/>
              <a:gd name="connsiteX965" fmla="*/ 456546 w 2249309"/>
              <a:gd name="connsiteY965" fmla="*/ 280455 h 506009"/>
              <a:gd name="connsiteX966" fmla="*/ 475394 w 2249309"/>
              <a:gd name="connsiteY966" fmla="*/ 282225 h 506009"/>
              <a:gd name="connsiteX967" fmla="*/ 479533 w 2249309"/>
              <a:gd name="connsiteY967" fmla="*/ 274745 h 506009"/>
              <a:gd name="connsiteX968" fmla="*/ 476641 w 2249309"/>
              <a:gd name="connsiteY968" fmla="*/ 267989 h 506009"/>
              <a:gd name="connsiteX969" fmla="*/ 476267 w 2249309"/>
              <a:gd name="connsiteY969" fmla="*/ 267789 h 506009"/>
              <a:gd name="connsiteX970" fmla="*/ 479483 w 2249309"/>
              <a:gd name="connsiteY970" fmla="*/ 267590 h 506009"/>
              <a:gd name="connsiteX971" fmla="*/ 479707 w 2249309"/>
              <a:gd name="connsiteY971" fmla="*/ 264474 h 506009"/>
              <a:gd name="connsiteX972" fmla="*/ 466469 w 2249309"/>
              <a:gd name="connsiteY972" fmla="*/ 263327 h 506009"/>
              <a:gd name="connsiteX973" fmla="*/ 465646 w 2249309"/>
              <a:gd name="connsiteY973" fmla="*/ 272776 h 506009"/>
              <a:gd name="connsiteX974" fmla="*/ 469884 w 2249309"/>
              <a:gd name="connsiteY974" fmla="*/ 273150 h 506009"/>
              <a:gd name="connsiteX975" fmla="*/ 470333 w 2249309"/>
              <a:gd name="connsiteY975" fmla="*/ 267814 h 506009"/>
              <a:gd name="connsiteX976" fmla="*/ 473250 w 2249309"/>
              <a:gd name="connsiteY976" fmla="*/ 269310 h 506009"/>
              <a:gd name="connsiteX977" fmla="*/ 475145 w 2249309"/>
              <a:gd name="connsiteY977" fmla="*/ 273773 h 506009"/>
              <a:gd name="connsiteX978" fmla="*/ 472652 w 2249309"/>
              <a:gd name="connsiteY978" fmla="*/ 278460 h 506009"/>
              <a:gd name="connsiteX979" fmla="*/ 466145 w 2249309"/>
              <a:gd name="connsiteY979" fmla="*/ 279557 h 506009"/>
              <a:gd name="connsiteX980" fmla="*/ 459887 w 2249309"/>
              <a:gd name="connsiteY980" fmla="*/ 277263 h 506009"/>
              <a:gd name="connsiteX981" fmla="*/ 457992 w 2249309"/>
              <a:gd name="connsiteY981" fmla="*/ 272277 h 506009"/>
              <a:gd name="connsiteX982" fmla="*/ 459488 w 2249309"/>
              <a:gd name="connsiteY982" fmla="*/ 269111 h 506009"/>
              <a:gd name="connsiteX983" fmla="*/ 462455 w 2249309"/>
              <a:gd name="connsiteY983" fmla="*/ 267715 h 506009"/>
              <a:gd name="connsiteX984" fmla="*/ 122314 w 2249309"/>
              <a:gd name="connsiteY984" fmla="*/ 255348 h 506009"/>
              <a:gd name="connsiteX985" fmla="*/ 137921 w 2249309"/>
              <a:gd name="connsiteY985" fmla="*/ 257044 h 506009"/>
              <a:gd name="connsiteX986" fmla="*/ 151459 w 2249309"/>
              <a:gd name="connsiteY986" fmla="*/ 257044 h 506009"/>
              <a:gd name="connsiteX987" fmla="*/ 166967 w 2249309"/>
              <a:gd name="connsiteY987" fmla="*/ 256894 h 506009"/>
              <a:gd name="connsiteX988" fmla="*/ 190377 w 2249309"/>
              <a:gd name="connsiteY988" fmla="*/ 257492 h 506009"/>
              <a:gd name="connsiteX989" fmla="*/ 215683 w 2249309"/>
              <a:gd name="connsiteY989" fmla="*/ 263376 h 506009"/>
              <a:gd name="connsiteX990" fmla="*/ 233559 w 2249309"/>
              <a:gd name="connsiteY990" fmla="*/ 264598 h 506009"/>
              <a:gd name="connsiteX991" fmla="*/ 227525 w 2249309"/>
              <a:gd name="connsiteY991" fmla="*/ 290252 h 506009"/>
              <a:gd name="connsiteX992" fmla="*/ 252457 w 2249309"/>
              <a:gd name="connsiteY992" fmla="*/ 293194 h 506009"/>
              <a:gd name="connsiteX993" fmla="*/ 252731 w 2249309"/>
              <a:gd name="connsiteY993" fmla="*/ 293194 h 506009"/>
              <a:gd name="connsiteX994" fmla="*/ 253055 w 2249309"/>
              <a:gd name="connsiteY994" fmla="*/ 293194 h 506009"/>
              <a:gd name="connsiteX995" fmla="*/ 278161 w 2249309"/>
              <a:gd name="connsiteY995" fmla="*/ 290202 h 506009"/>
              <a:gd name="connsiteX996" fmla="*/ 272128 w 2249309"/>
              <a:gd name="connsiteY996" fmla="*/ 264548 h 506009"/>
              <a:gd name="connsiteX997" fmla="*/ 290003 w 2249309"/>
              <a:gd name="connsiteY997" fmla="*/ 263326 h 506009"/>
              <a:gd name="connsiteX998" fmla="*/ 315409 w 2249309"/>
              <a:gd name="connsiteY998" fmla="*/ 257517 h 506009"/>
              <a:gd name="connsiteX999" fmla="*/ 338819 w 2249309"/>
              <a:gd name="connsiteY999" fmla="*/ 256919 h 506009"/>
              <a:gd name="connsiteX1000" fmla="*/ 354327 w 2249309"/>
              <a:gd name="connsiteY1000" fmla="*/ 257069 h 506009"/>
              <a:gd name="connsiteX1001" fmla="*/ 367864 w 2249309"/>
              <a:gd name="connsiteY1001" fmla="*/ 257069 h 506009"/>
              <a:gd name="connsiteX1002" fmla="*/ 367864 w 2249309"/>
              <a:gd name="connsiteY1002" fmla="*/ 257044 h 506009"/>
              <a:gd name="connsiteX1003" fmla="*/ 383472 w 2249309"/>
              <a:gd name="connsiteY1003" fmla="*/ 255348 h 506009"/>
              <a:gd name="connsiteX1004" fmla="*/ 368513 w 2249309"/>
              <a:gd name="connsiteY1004" fmla="*/ 270083 h 506009"/>
              <a:gd name="connsiteX1005" fmla="*/ 346748 w 2249309"/>
              <a:gd name="connsiteY1005" fmla="*/ 280055 h 506009"/>
              <a:gd name="connsiteX1006" fmla="*/ 293619 w 2249309"/>
              <a:gd name="connsiteY1006" fmla="*/ 291798 h 506009"/>
              <a:gd name="connsiteX1007" fmla="*/ 269909 w 2249309"/>
              <a:gd name="connsiteY1007" fmla="*/ 294466 h 506009"/>
              <a:gd name="connsiteX1008" fmla="*/ 267615 w 2249309"/>
              <a:gd name="connsiteY1008" fmla="*/ 294690 h 506009"/>
              <a:gd name="connsiteX1009" fmla="*/ 274272 w 2249309"/>
              <a:gd name="connsiteY1009" fmla="*/ 321691 h 506009"/>
              <a:gd name="connsiteX1010" fmla="*/ 252806 w 2249309"/>
              <a:gd name="connsiteY1010" fmla="*/ 325331 h 506009"/>
              <a:gd name="connsiteX1011" fmla="*/ 231315 w 2249309"/>
              <a:gd name="connsiteY1011" fmla="*/ 321691 h 506009"/>
              <a:gd name="connsiteX1012" fmla="*/ 237996 w 2249309"/>
              <a:gd name="connsiteY1012" fmla="*/ 294690 h 506009"/>
              <a:gd name="connsiteX1013" fmla="*/ 235678 w 2249309"/>
              <a:gd name="connsiteY1013" fmla="*/ 294466 h 506009"/>
              <a:gd name="connsiteX1014" fmla="*/ 211968 w 2249309"/>
              <a:gd name="connsiteY1014" fmla="*/ 291798 h 506009"/>
              <a:gd name="connsiteX1015" fmla="*/ 159038 w 2249309"/>
              <a:gd name="connsiteY1015" fmla="*/ 280055 h 506009"/>
              <a:gd name="connsiteX1016" fmla="*/ 137273 w 2249309"/>
              <a:gd name="connsiteY1016" fmla="*/ 270083 h 506009"/>
              <a:gd name="connsiteX1017" fmla="*/ 122314 w 2249309"/>
              <a:gd name="connsiteY1017" fmla="*/ 255348 h 506009"/>
              <a:gd name="connsiteX1018" fmla="*/ 1054951 w 2249309"/>
              <a:gd name="connsiteY1018" fmla="*/ 255044 h 506009"/>
              <a:gd name="connsiteX1019" fmla="*/ 1061906 w 2249309"/>
              <a:gd name="connsiteY1019" fmla="*/ 256609 h 506009"/>
              <a:gd name="connsiteX1020" fmla="*/ 1068946 w 2249309"/>
              <a:gd name="connsiteY1020" fmla="*/ 260259 h 506009"/>
              <a:gd name="connsiteX1021" fmla="*/ 1075986 w 2249309"/>
              <a:gd name="connsiteY1021" fmla="*/ 260868 h 506009"/>
              <a:gd name="connsiteX1022" fmla="*/ 1082940 w 2249309"/>
              <a:gd name="connsiteY1022" fmla="*/ 263040 h 506009"/>
              <a:gd name="connsiteX1023" fmla="*/ 1088937 w 2249309"/>
              <a:gd name="connsiteY1023" fmla="*/ 262085 h 506009"/>
              <a:gd name="connsiteX1024" fmla="*/ 1103192 w 2249309"/>
              <a:gd name="connsiteY1024" fmla="*/ 274688 h 506009"/>
              <a:gd name="connsiteX1025" fmla="*/ 1102410 w 2249309"/>
              <a:gd name="connsiteY1025" fmla="*/ 274861 h 506009"/>
              <a:gd name="connsiteX1026" fmla="*/ 1106147 w 2249309"/>
              <a:gd name="connsiteY1026" fmla="*/ 280337 h 506009"/>
              <a:gd name="connsiteX1027" fmla="*/ 1106147 w 2249309"/>
              <a:gd name="connsiteY1027" fmla="*/ 287464 h 506009"/>
              <a:gd name="connsiteX1028" fmla="*/ 1101106 w 2249309"/>
              <a:gd name="connsiteY1028" fmla="*/ 294071 h 506009"/>
              <a:gd name="connsiteX1029" fmla="*/ 1097194 w 2249309"/>
              <a:gd name="connsiteY1029" fmla="*/ 302068 h 506009"/>
              <a:gd name="connsiteX1030" fmla="*/ 1092588 w 2249309"/>
              <a:gd name="connsiteY1030" fmla="*/ 307456 h 506009"/>
              <a:gd name="connsiteX1031" fmla="*/ 1084591 w 2249309"/>
              <a:gd name="connsiteY1031" fmla="*/ 310672 h 506009"/>
              <a:gd name="connsiteX1032" fmla="*/ 1077811 w 2249309"/>
              <a:gd name="connsiteY1032" fmla="*/ 310672 h 506009"/>
              <a:gd name="connsiteX1033" fmla="*/ 1070684 w 2249309"/>
              <a:gd name="connsiteY1033" fmla="*/ 314062 h 506009"/>
              <a:gd name="connsiteX1034" fmla="*/ 1065121 w 2249309"/>
              <a:gd name="connsiteY1034" fmla="*/ 308151 h 506009"/>
              <a:gd name="connsiteX1035" fmla="*/ 1065121 w 2249309"/>
              <a:gd name="connsiteY1035" fmla="*/ 300329 h 506009"/>
              <a:gd name="connsiteX1036" fmla="*/ 1059384 w 2249309"/>
              <a:gd name="connsiteY1036" fmla="*/ 289811 h 506009"/>
              <a:gd name="connsiteX1037" fmla="*/ 1054778 w 2249309"/>
              <a:gd name="connsiteY1037" fmla="*/ 280685 h 506009"/>
              <a:gd name="connsiteX1038" fmla="*/ 1052083 w 2249309"/>
              <a:gd name="connsiteY1038" fmla="*/ 270516 h 506009"/>
              <a:gd name="connsiteX1039" fmla="*/ 1052605 w 2249309"/>
              <a:gd name="connsiteY1039" fmla="*/ 264258 h 506009"/>
              <a:gd name="connsiteX1040" fmla="*/ 1054951 w 2249309"/>
              <a:gd name="connsiteY1040" fmla="*/ 255044 h 506009"/>
              <a:gd name="connsiteX1041" fmla="*/ 40739 w 2249309"/>
              <a:gd name="connsiteY1041" fmla="*/ 246223 h 506009"/>
              <a:gd name="connsiteX1042" fmla="*/ 46149 w 2249309"/>
              <a:gd name="connsiteY1042" fmla="*/ 246223 h 506009"/>
              <a:gd name="connsiteX1043" fmla="*/ 46149 w 2249309"/>
              <a:gd name="connsiteY1043" fmla="*/ 251459 h 506009"/>
              <a:gd name="connsiteX1044" fmla="*/ 45476 w 2249309"/>
              <a:gd name="connsiteY1044" fmla="*/ 254226 h 506009"/>
              <a:gd name="connsiteX1045" fmla="*/ 43581 w 2249309"/>
              <a:gd name="connsiteY1045" fmla="*/ 255124 h 506009"/>
              <a:gd name="connsiteX1046" fmla="*/ 41412 w 2249309"/>
              <a:gd name="connsiteY1046" fmla="*/ 254301 h 506009"/>
              <a:gd name="connsiteX1047" fmla="*/ 40739 w 2249309"/>
              <a:gd name="connsiteY1047" fmla="*/ 251633 h 506009"/>
              <a:gd name="connsiteX1048" fmla="*/ 30043 w 2249309"/>
              <a:gd name="connsiteY1048" fmla="*/ 245899 h 506009"/>
              <a:gd name="connsiteX1049" fmla="*/ 36600 w 2249309"/>
              <a:gd name="connsiteY1049" fmla="*/ 246024 h 506009"/>
              <a:gd name="connsiteX1050" fmla="*/ 36600 w 2249309"/>
              <a:gd name="connsiteY1050" fmla="*/ 251658 h 506009"/>
              <a:gd name="connsiteX1051" fmla="*/ 35803 w 2249309"/>
              <a:gd name="connsiteY1051" fmla="*/ 254501 h 506009"/>
              <a:gd name="connsiteX1052" fmla="*/ 33484 w 2249309"/>
              <a:gd name="connsiteY1052" fmla="*/ 255398 h 506009"/>
              <a:gd name="connsiteX1053" fmla="*/ 30866 w 2249309"/>
              <a:gd name="connsiteY1053" fmla="*/ 254426 h 506009"/>
              <a:gd name="connsiteX1054" fmla="*/ 30043 w 2249309"/>
              <a:gd name="connsiteY1054" fmla="*/ 251634 h 506009"/>
              <a:gd name="connsiteX1055" fmla="*/ 25929 w 2249309"/>
              <a:gd name="connsiteY1055" fmla="*/ 241287 h 506009"/>
              <a:gd name="connsiteX1056" fmla="*/ 25929 w 2249309"/>
              <a:gd name="connsiteY1056" fmla="*/ 243556 h 506009"/>
              <a:gd name="connsiteX1057" fmla="*/ 25905 w 2249309"/>
              <a:gd name="connsiteY1057" fmla="*/ 251559 h 506009"/>
              <a:gd name="connsiteX1058" fmla="*/ 27749 w 2249309"/>
              <a:gd name="connsiteY1058" fmla="*/ 257892 h 506009"/>
              <a:gd name="connsiteX1059" fmla="*/ 33459 w 2249309"/>
              <a:gd name="connsiteY1059" fmla="*/ 260136 h 506009"/>
              <a:gd name="connsiteX1060" fmla="*/ 38221 w 2249309"/>
              <a:gd name="connsiteY1060" fmla="*/ 258041 h 506009"/>
              <a:gd name="connsiteX1061" fmla="*/ 39043 w 2249309"/>
              <a:gd name="connsiteY1061" fmla="*/ 256645 h 506009"/>
              <a:gd name="connsiteX1062" fmla="*/ 44030 w 2249309"/>
              <a:gd name="connsiteY1062" fmla="*/ 259562 h 506009"/>
              <a:gd name="connsiteX1063" fmla="*/ 48642 w 2249309"/>
              <a:gd name="connsiteY1063" fmla="*/ 257792 h 506009"/>
              <a:gd name="connsiteX1064" fmla="*/ 50362 w 2249309"/>
              <a:gd name="connsiteY1064" fmla="*/ 252681 h 506009"/>
              <a:gd name="connsiteX1065" fmla="*/ 50537 w 2249309"/>
              <a:gd name="connsiteY1065" fmla="*/ 243980 h 506009"/>
              <a:gd name="connsiteX1066" fmla="*/ 50537 w 2249309"/>
              <a:gd name="connsiteY1066" fmla="*/ 241736 h 506009"/>
              <a:gd name="connsiteX1067" fmla="*/ 455474 w 2249309"/>
              <a:gd name="connsiteY1067" fmla="*/ 236899 h 506009"/>
              <a:gd name="connsiteX1068" fmla="*/ 455474 w 2249309"/>
              <a:gd name="connsiteY1068" fmla="*/ 239592 h 506009"/>
              <a:gd name="connsiteX1069" fmla="*/ 455474 w 2249309"/>
              <a:gd name="connsiteY1069" fmla="*/ 242260 h 506009"/>
              <a:gd name="connsiteX1070" fmla="*/ 466269 w 2249309"/>
              <a:gd name="connsiteY1070" fmla="*/ 246299 h 506009"/>
              <a:gd name="connsiteX1071" fmla="*/ 455773 w 2249309"/>
              <a:gd name="connsiteY1071" fmla="*/ 251285 h 506009"/>
              <a:gd name="connsiteX1072" fmla="*/ 455773 w 2249309"/>
              <a:gd name="connsiteY1072" fmla="*/ 254102 h 506009"/>
              <a:gd name="connsiteX1073" fmla="*/ 455773 w 2249309"/>
              <a:gd name="connsiteY1073" fmla="*/ 256919 h 506009"/>
              <a:gd name="connsiteX1074" fmla="*/ 470732 w 2249309"/>
              <a:gd name="connsiteY1074" fmla="*/ 248468 h 506009"/>
              <a:gd name="connsiteX1075" fmla="*/ 479982 w 2249309"/>
              <a:gd name="connsiteY1075" fmla="*/ 248144 h 506009"/>
              <a:gd name="connsiteX1076" fmla="*/ 479982 w 2249309"/>
              <a:gd name="connsiteY1076" fmla="*/ 245775 h 506009"/>
              <a:gd name="connsiteX1077" fmla="*/ 479982 w 2249309"/>
              <a:gd name="connsiteY1077" fmla="*/ 243431 h 506009"/>
              <a:gd name="connsiteX1078" fmla="*/ 470632 w 2249309"/>
              <a:gd name="connsiteY1078" fmla="*/ 243756 h 506009"/>
              <a:gd name="connsiteX1079" fmla="*/ 368438 w 2249309"/>
              <a:gd name="connsiteY1079" fmla="*/ 216480 h 506009"/>
              <a:gd name="connsiteX1080" fmla="*/ 353704 w 2249309"/>
              <a:gd name="connsiteY1080" fmla="*/ 232661 h 506009"/>
              <a:gd name="connsiteX1081" fmla="*/ 331988 w 2249309"/>
              <a:gd name="connsiteY1081" fmla="*/ 246722 h 506009"/>
              <a:gd name="connsiteX1082" fmla="*/ 289181 w 2249309"/>
              <a:gd name="connsiteY1082" fmla="*/ 259313 h 506009"/>
              <a:gd name="connsiteX1083" fmla="*/ 270707 w 2249309"/>
              <a:gd name="connsiteY1083" fmla="*/ 260484 h 506009"/>
              <a:gd name="connsiteX1084" fmla="*/ 266892 w 2249309"/>
              <a:gd name="connsiteY1084" fmla="*/ 260484 h 506009"/>
              <a:gd name="connsiteX1085" fmla="*/ 273075 w 2249309"/>
              <a:gd name="connsiteY1085" fmla="*/ 286737 h 506009"/>
              <a:gd name="connsiteX1086" fmla="*/ 253130 w 2249309"/>
              <a:gd name="connsiteY1086" fmla="*/ 289230 h 506009"/>
              <a:gd name="connsiteX1087" fmla="*/ 252881 w 2249309"/>
              <a:gd name="connsiteY1087" fmla="*/ 289230 h 506009"/>
              <a:gd name="connsiteX1088" fmla="*/ 252606 w 2249309"/>
              <a:gd name="connsiteY1088" fmla="*/ 289230 h 506009"/>
              <a:gd name="connsiteX1089" fmla="*/ 232661 w 2249309"/>
              <a:gd name="connsiteY1089" fmla="*/ 286737 h 506009"/>
              <a:gd name="connsiteX1090" fmla="*/ 238869 w 2249309"/>
              <a:gd name="connsiteY1090" fmla="*/ 260534 h 506009"/>
              <a:gd name="connsiteX1091" fmla="*/ 235055 w 2249309"/>
              <a:gd name="connsiteY1091" fmla="*/ 260534 h 506009"/>
              <a:gd name="connsiteX1092" fmla="*/ 216580 w 2249309"/>
              <a:gd name="connsiteY1092" fmla="*/ 259362 h 506009"/>
              <a:gd name="connsiteX1093" fmla="*/ 173773 w 2249309"/>
              <a:gd name="connsiteY1093" fmla="*/ 246772 h 506009"/>
              <a:gd name="connsiteX1094" fmla="*/ 152008 w 2249309"/>
              <a:gd name="connsiteY1094" fmla="*/ 232686 h 506009"/>
              <a:gd name="connsiteX1095" fmla="*/ 137323 w 2249309"/>
              <a:gd name="connsiteY1095" fmla="*/ 216530 h 506009"/>
              <a:gd name="connsiteX1096" fmla="*/ 152731 w 2249309"/>
              <a:gd name="connsiteY1096" fmla="*/ 218275 h 506009"/>
              <a:gd name="connsiteX1097" fmla="*/ 158715 w 2249309"/>
              <a:gd name="connsiteY1097" fmla="*/ 218550 h 506009"/>
              <a:gd name="connsiteX1098" fmla="*/ 186837 w 2249309"/>
              <a:gd name="connsiteY1098" fmla="*/ 220021 h 506009"/>
              <a:gd name="connsiteX1099" fmla="*/ 189979 w 2249309"/>
              <a:gd name="connsiteY1099" fmla="*/ 221691 h 506009"/>
              <a:gd name="connsiteX1100" fmla="*/ 221741 w 2249309"/>
              <a:gd name="connsiteY1100" fmla="*/ 231838 h 506009"/>
              <a:gd name="connsiteX1101" fmla="*/ 227426 w 2249309"/>
              <a:gd name="connsiteY1101" fmla="*/ 232212 h 506009"/>
              <a:gd name="connsiteX1102" fmla="*/ 234407 w 2249309"/>
              <a:gd name="connsiteY1102" fmla="*/ 231838 h 506009"/>
              <a:gd name="connsiteX1103" fmla="*/ 228922 w 2249309"/>
              <a:gd name="connsiteY1103" fmla="*/ 254650 h 506009"/>
              <a:gd name="connsiteX1104" fmla="*/ 253005 w 2249309"/>
              <a:gd name="connsiteY1104" fmla="*/ 256171 h 506009"/>
              <a:gd name="connsiteX1105" fmla="*/ 277064 w 2249309"/>
              <a:gd name="connsiteY1105" fmla="*/ 254650 h 506009"/>
              <a:gd name="connsiteX1106" fmla="*/ 271604 w 2249309"/>
              <a:gd name="connsiteY1106" fmla="*/ 231838 h 506009"/>
              <a:gd name="connsiteX1107" fmla="*/ 278560 w 2249309"/>
              <a:gd name="connsiteY1107" fmla="*/ 232212 h 506009"/>
              <a:gd name="connsiteX1108" fmla="*/ 284245 w 2249309"/>
              <a:gd name="connsiteY1108" fmla="*/ 231838 h 506009"/>
              <a:gd name="connsiteX1109" fmla="*/ 316032 w 2249309"/>
              <a:gd name="connsiteY1109" fmla="*/ 221691 h 506009"/>
              <a:gd name="connsiteX1110" fmla="*/ 319174 w 2249309"/>
              <a:gd name="connsiteY1110" fmla="*/ 220021 h 506009"/>
              <a:gd name="connsiteX1111" fmla="*/ 347296 w 2249309"/>
              <a:gd name="connsiteY1111" fmla="*/ 218550 h 506009"/>
              <a:gd name="connsiteX1112" fmla="*/ 353255 w 2249309"/>
              <a:gd name="connsiteY1112" fmla="*/ 218275 h 506009"/>
              <a:gd name="connsiteX1113" fmla="*/ 353006 w 2249309"/>
              <a:gd name="connsiteY1113" fmla="*/ 218226 h 506009"/>
              <a:gd name="connsiteX1114" fmla="*/ 368438 w 2249309"/>
              <a:gd name="connsiteY1114" fmla="*/ 216480 h 506009"/>
              <a:gd name="connsiteX1115" fmla="*/ 1030007 w 2249309"/>
              <a:gd name="connsiteY1115" fmla="*/ 204632 h 506009"/>
              <a:gd name="connsiteX1116" fmla="*/ 1023574 w 2249309"/>
              <a:gd name="connsiteY1116" fmla="*/ 205501 h 506009"/>
              <a:gd name="connsiteX1117" fmla="*/ 1016970 w 2249309"/>
              <a:gd name="connsiteY1117" fmla="*/ 207674 h 506009"/>
              <a:gd name="connsiteX1118" fmla="*/ 1012014 w 2249309"/>
              <a:gd name="connsiteY1118" fmla="*/ 210803 h 506009"/>
              <a:gd name="connsiteX1119" fmla="*/ 999150 w 2249309"/>
              <a:gd name="connsiteY1119" fmla="*/ 216366 h 506009"/>
              <a:gd name="connsiteX1120" fmla="*/ 995239 w 2249309"/>
              <a:gd name="connsiteY1120" fmla="*/ 222972 h 506009"/>
              <a:gd name="connsiteX1121" fmla="*/ 1000802 w 2249309"/>
              <a:gd name="connsiteY1121" fmla="*/ 228534 h 506009"/>
              <a:gd name="connsiteX1122" fmla="*/ 1010624 w 2249309"/>
              <a:gd name="connsiteY1122" fmla="*/ 225493 h 506009"/>
              <a:gd name="connsiteX1123" fmla="*/ 1019838 w 2249309"/>
              <a:gd name="connsiteY1123" fmla="*/ 218365 h 506009"/>
              <a:gd name="connsiteX1124" fmla="*/ 1027487 w 2249309"/>
              <a:gd name="connsiteY1124" fmla="*/ 211586 h 506009"/>
              <a:gd name="connsiteX1125" fmla="*/ 1030007 w 2249309"/>
              <a:gd name="connsiteY1125" fmla="*/ 204632 h 506009"/>
              <a:gd name="connsiteX1126" fmla="*/ 1335352 w 2249309"/>
              <a:gd name="connsiteY1126" fmla="*/ 190638 h 506009"/>
              <a:gd name="connsiteX1127" fmla="*/ 1325182 w 2249309"/>
              <a:gd name="connsiteY1127" fmla="*/ 192376 h 506009"/>
              <a:gd name="connsiteX1128" fmla="*/ 1322748 w 2249309"/>
              <a:gd name="connsiteY1128" fmla="*/ 197765 h 506009"/>
              <a:gd name="connsiteX1129" fmla="*/ 1323531 w 2249309"/>
              <a:gd name="connsiteY1129" fmla="*/ 202807 h 506009"/>
              <a:gd name="connsiteX1130" fmla="*/ 1332223 w 2249309"/>
              <a:gd name="connsiteY1130" fmla="*/ 203762 h 506009"/>
              <a:gd name="connsiteX1131" fmla="*/ 1332310 w 2249309"/>
              <a:gd name="connsiteY1131" fmla="*/ 203762 h 506009"/>
              <a:gd name="connsiteX1132" fmla="*/ 1338134 w 2249309"/>
              <a:gd name="connsiteY1132" fmla="*/ 193680 h 506009"/>
              <a:gd name="connsiteX1133" fmla="*/ 1338154 w 2249309"/>
              <a:gd name="connsiteY1133" fmla="*/ 193221 h 506009"/>
              <a:gd name="connsiteX1134" fmla="*/ 1335352 w 2249309"/>
              <a:gd name="connsiteY1134" fmla="*/ 190638 h 506009"/>
              <a:gd name="connsiteX1135" fmla="*/ 1365773 w 2249309"/>
              <a:gd name="connsiteY1135" fmla="*/ 181598 h 506009"/>
              <a:gd name="connsiteX1136" fmla="*/ 1357864 w 2249309"/>
              <a:gd name="connsiteY1136" fmla="*/ 184206 h 506009"/>
              <a:gd name="connsiteX1137" fmla="*/ 1356907 w 2249309"/>
              <a:gd name="connsiteY1137" fmla="*/ 192116 h 506009"/>
              <a:gd name="connsiteX1138" fmla="*/ 1361775 w 2249309"/>
              <a:gd name="connsiteY1138" fmla="*/ 196548 h 506009"/>
              <a:gd name="connsiteX1139" fmla="*/ 1370467 w 2249309"/>
              <a:gd name="connsiteY1139" fmla="*/ 190029 h 506009"/>
              <a:gd name="connsiteX1140" fmla="*/ 1370815 w 2249309"/>
              <a:gd name="connsiteY1140" fmla="*/ 190029 h 506009"/>
              <a:gd name="connsiteX1141" fmla="*/ 1370815 w 2249309"/>
              <a:gd name="connsiteY1141" fmla="*/ 183424 h 506009"/>
              <a:gd name="connsiteX1142" fmla="*/ 1365773 w 2249309"/>
              <a:gd name="connsiteY1142" fmla="*/ 181598 h 506009"/>
              <a:gd name="connsiteX1143" fmla="*/ 1047913 w 2249309"/>
              <a:gd name="connsiteY1143" fmla="*/ 171602 h 506009"/>
              <a:gd name="connsiteX1144" fmla="*/ 1055387 w 2249309"/>
              <a:gd name="connsiteY1144" fmla="*/ 174471 h 506009"/>
              <a:gd name="connsiteX1145" fmla="*/ 1064079 w 2249309"/>
              <a:gd name="connsiteY1145" fmla="*/ 174471 h 506009"/>
              <a:gd name="connsiteX1146" fmla="*/ 1076335 w 2249309"/>
              <a:gd name="connsiteY1146" fmla="*/ 182468 h 506009"/>
              <a:gd name="connsiteX1147" fmla="*/ 1079725 w 2249309"/>
              <a:gd name="connsiteY1147" fmla="*/ 192637 h 506009"/>
              <a:gd name="connsiteX1148" fmla="*/ 1079725 w 2249309"/>
              <a:gd name="connsiteY1148" fmla="*/ 200547 h 506009"/>
              <a:gd name="connsiteX1149" fmla="*/ 1069381 w 2249309"/>
              <a:gd name="connsiteY1149" fmla="*/ 211064 h 506009"/>
              <a:gd name="connsiteX1150" fmla="*/ 1069033 w 2249309"/>
              <a:gd name="connsiteY1150" fmla="*/ 211064 h 506009"/>
              <a:gd name="connsiteX1151" fmla="*/ 1064079 w 2249309"/>
              <a:gd name="connsiteY1151" fmla="*/ 219756 h 506009"/>
              <a:gd name="connsiteX1152" fmla="*/ 1047825 w 2249309"/>
              <a:gd name="connsiteY1152" fmla="*/ 248092 h 506009"/>
              <a:gd name="connsiteX1153" fmla="*/ 1040697 w 2249309"/>
              <a:gd name="connsiteY1153" fmla="*/ 257218 h 506009"/>
              <a:gd name="connsiteX1154" fmla="*/ 1035395 w 2249309"/>
              <a:gd name="connsiteY1154" fmla="*/ 257913 h 506009"/>
              <a:gd name="connsiteX1155" fmla="*/ 1030355 w 2249309"/>
              <a:gd name="connsiteY1155" fmla="*/ 263563 h 506009"/>
              <a:gd name="connsiteX1156" fmla="*/ 1032006 w 2249309"/>
              <a:gd name="connsiteY1156" fmla="*/ 273906 h 506009"/>
              <a:gd name="connsiteX1157" fmla="*/ 1032006 w 2249309"/>
              <a:gd name="connsiteY1157" fmla="*/ 319886 h 506009"/>
              <a:gd name="connsiteX1158" fmla="*/ 1023314 w 2249309"/>
              <a:gd name="connsiteY1158" fmla="*/ 332924 h 506009"/>
              <a:gd name="connsiteX1159" fmla="*/ 1014014 w 2249309"/>
              <a:gd name="connsiteY1159" fmla="*/ 342224 h 506009"/>
              <a:gd name="connsiteX1160" fmla="*/ 1005322 w 2249309"/>
              <a:gd name="connsiteY1160" fmla="*/ 346657 h 506009"/>
              <a:gd name="connsiteX1161" fmla="*/ 1001411 w 2249309"/>
              <a:gd name="connsiteY1161" fmla="*/ 343962 h 506009"/>
              <a:gd name="connsiteX1162" fmla="*/ 995326 w 2249309"/>
              <a:gd name="connsiteY1162" fmla="*/ 341268 h 506009"/>
              <a:gd name="connsiteX1163" fmla="*/ 990545 w 2249309"/>
              <a:gd name="connsiteY1163" fmla="*/ 337531 h 506009"/>
              <a:gd name="connsiteX1164" fmla="*/ 982549 w 2249309"/>
              <a:gd name="connsiteY1164" fmla="*/ 333620 h 506009"/>
              <a:gd name="connsiteX1165" fmla="*/ 978203 w 2249309"/>
              <a:gd name="connsiteY1165" fmla="*/ 325449 h 506009"/>
              <a:gd name="connsiteX1166" fmla="*/ 965948 w 2249309"/>
              <a:gd name="connsiteY1166" fmla="*/ 312932 h 506009"/>
              <a:gd name="connsiteX1167" fmla="*/ 973770 w 2249309"/>
              <a:gd name="connsiteY1167" fmla="*/ 309717 h 506009"/>
              <a:gd name="connsiteX1168" fmla="*/ 985330 w 2249309"/>
              <a:gd name="connsiteY1168" fmla="*/ 313714 h 506009"/>
              <a:gd name="connsiteX1169" fmla="*/ 994631 w 2249309"/>
              <a:gd name="connsiteY1169" fmla="*/ 302850 h 506009"/>
              <a:gd name="connsiteX1170" fmla="*/ 994631 w 2249309"/>
              <a:gd name="connsiteY1170" fmla="*/ 295288 h 506009"/>
              <a:gd name="connsiteX1171" fmla="*/ 994631 w 2249309"/>
              <a:gd name="connsiteY1171" fmla="*/ 284945 h 506009"/>
              <a:gd name="connsiteX1172" fmla="*/ 996282 w 2249309"/>
              <a:gd name="connsiteY1172" fmla="*/ 271125 h 506009"/>
              <a:gd name="connsiteX1173" fmla="*/ 993762 w 2249309"/>
              <a:gd name="connsiteY1173" fmla="*/ 266431 h 506009"/>
              <a:gd name="connsiteX1174" fmla="*/ 986286 w 2249309"/>
              <a:gd name="connsiteY1174" fmla="*/ 264345 h 506009"/>
              <a:gd name="connsiteX1175" fmla="*/ 980376 w 2249309"/>
              <a:gd name="connsiteY1175" fmla="*/ 265388 h 506009"/>
              <a:gd name="connsiteX1176" fmla="*/ 970902 w 2249309"/>
              <a:gd name="connsiteY1176" fmla="*/ 264519 h 506009"/>
              <a:gd name="connsiteX1177" fmla="*/ 967512 w 2249309"/>
              <a:gd name="connsiteY1177" fmla="*/ 261477 h 506009"/>
              <a:gd name="connsiteX1178" fmla="*/ 965599 w 2249309"/>
              <a:gd name="connsiteY1178" fmla="*/ 254523 h 506009"/>
              <a:gd name="connsiteX1179" fmla="*/ 963948 w 2249309"/>
              <a:gd name="connsiteY1179" fmla="*/ 250785 h 506009"/>
              <a:gd name="connsiteX1180" fmla="*/ 963079 w 2249309"/>
              <a:gd name="connsiteY1180" fmla="*/ 243484 h 506009"/>
              <a:gd name="connsiteX1181" fmla="*/ 960732 w 2249309"/>
              <a:gd name="connsiteY1181" fmla="*/ 232794 h 506009"/>
              <a:gd name="connsiteX1182" fmla="*/ 958472 w 2249309"/>
              <a:gd name="connsiteY1182" fmla="*/ 219060 h 506009"/>
              <a:gd name="connsiteX1183" fmla="*/ 957777 w 2249309"/>
              <a:gd name="connsiteY1183" fmla="*/ 205153 h 506009"/>
              <a:gd name="connsiteX1184" fmla="*/ 966469 w 2249309"/>
              <a:gd name="connsiteY1184" fmla="*/ 189421 h 506009"/>
              <a:gd name="connsiteX1185" fmla="*/ 974465 w 2249309"/>
              <a:gd name="connsiteY1185" fmla="*/ 185858 h 506009"/>
              <a:gd name="connsiteX1186" fmla="*/ 981592 w 2249309"/>
              <a:gd name="connsiteY1186" fmla="*/ 189595 h 506009"/>
              <a:gd name="connsiteX1187" fmla="*/ 984982 w 2249309"/>
              <a:gd name="connsiteY1187" fmla="*/ 194115 h 506009"/>
              <a:gd name="connsiteX1188" fmla="*/ 999759 w 2249309"/>
              <a:gd name="connsiteY1188" fmla="*/ 189769 h 506009"/>
              <a:gd name="connsiteX1189" fmla="*/ 1010710 w 2249309"/>
              <a:gd name="connsiteY1189" fmla="*/ 186813 h 506009"/>
              <a:gd name="connsiteX1190" fmla="*/ 1018707 w 2249309"/>
              <a:gd name="connsiteY1190" fmla="*/ 183945 h 506009"/>
              <a:gd name="connsiteX1191" fmla="*/ 1024965 w 2249309"/>
              <a:gd name="connsiteY1191" fmla="*/ 182120 h 506009"/>
              <a:gd name="connsiteX1192" fmla="*/ 1033657 w 2249309"/>
              <a:gd name="connsiteY1192" fmla="*/ 178730 h 506009"/>
              <a:gd name="connsiteX1193" fmla="*/ 1038612 w 2249309"/>
              <a:gd name="connsiteY1193" fmla="*/ 175514 h 506009"/>
              <a:gd name="connsiteX1194" fmla="*/ 1042958 w 2249309"/>
              <a:gd name="connsiteY1194" fmla="*/ 173254 h 506009"/>
              <a:gd name="connsiteX1195" fmla="*/ 1047913 w 2249309"/>
              <a:gd name="connsiteY1195" fmla="*/ 171602 h 506009"/>
              <a:gd name="connsiteX1196" fmla="*/ 1332744 w 2249309"/>
              <a:gd name="connsiteY1196" fmla="*/ 157348 h 506009"/>
              <a:gd name="connsiteX1197" fmla="*/ 1324052 w 2249309"/>
              <a:gd name="connsiteY1197" fmla="*/ 163345 h 506009"/>
              <a:gd name="connsiteX1198" fmla="*/ 1325009 w 2249309"/>
              <a:gd name="connsiteY1198" fmla="*/ 172037 h 506009"/>
              <a:gd name="connsiteX1199" fmla="*/ 1328746 w 2249309"/>
              <a:gd name="connsiteY1199" fmla="*/ 174297 h 506009"/>
              <a:gd name="connsiteX1200" fmla="*/ 1338655 w 2249309"/>
              <a:gd name="connsiteY1200" fmla="*/ 164910 h 506009"/>
              <a:gd name="connsiteX1201" fmla="*/ 1339089 w 2249309"/>
              <a:gd name="connsiteY1201" fmla="*/ 164649 h 506009"/>
              <a:gd name="connsiteX1202" fmla="*/ 1332744 w 2249309"/>
              <a:gd name="connsiteY1202" fmla="*/ 157348 h 506009"/>
              <a:gd name="connsiteX1203" fmla="*/ 1379680 w 2249309"/>
              <a:gd name="connsiteY1203" fmla="*/ 144571 h 506009"/>
              <a:gd name="connsiteX1204" fmla="*/ 1359776 w 2249309"/>
              <a:gd name="connsiteY1204" fmla="*/ 152393 h 506009"/>
              <a:gd name="connsiteX1205" fmla="*/ 1362644 w 2249309"/>
              <a:gd name="connsiteY1205" fmla="*/ 161780 h 506009"/>
              <a:gd name="connsiteX1206" fmla="*/ 1373336 w 2249309"/>
              <a:gd name="connsiteY1206" fmla="*/ 162389 h 506009"/>
              <a:gd name="connsiteX1207" fmla="*/ 1380462 w 2249309"/>
              <a:gd name="connsiteY1207" fmla="*/ 152220 h 506009"/>
              <a:gd name="connsiteX1208" fmla="*/ 1379680 w 2249309"/>
              <a:gd name="connsiteY1208" fmla="*/ 144571 h 506009"/>
              <a:gd name="connsiteX1209" fmla="*/ 1663732 w 2249309"/>
              <a:gd name="connsiteY1209" fmla="*/ 142572 h 506009"/>
              <a:gd name="connsiteX1210" fmla="*/ 1669556 w 2249309"/>
              <a:gd name="connsiteY1210" fmla="*/ 145962 h 506009"/>
              <a:gd name="connsiteX1211" fmla="*/ 1678248 w 2249309"/>
              <a:gd name="connsiteY1211" fmla="*/ 154045 h 506009"/>
              <a:gd name="connsiteX1212" fmla="*/ 1680855 w 2249309"/>
              <a:gd name="connsiteY1212" fmla="*/ 162042 h 506009"/>
              <a:gd name="connsiteX1213" fmla="*/ 1684245 w 2249309"/>
              <a:gd name="connsiteY1213" fmla="*/ 167344 h 506009"/>
              <a:gd name="connsiteX1214" fmla="*/ 1670772 w 2249309"/>
              <a:gd name="connsiteY1214" fmla="*/ 179860 h 506009"/>
              <a:gd name="connsiteX1215" fmla="*/ 1660169 w 2249309"/>
              <a:gd name="connsiteY1215" fmla="*/ 188552 h 506009"/>
              <a:gd name="connsiteX1216" fmla="*/ 1651998 w 2249309"/>
              <a:gd name="connsiteY1216" fmla="*/ 194028 h 506009"/>
              <a:gd name="connsiteX1217" fmla="*/ 1635745 w 2249309"/>
              <a:gd name="connsiteY1217" fmla="*/ 205414 h 506009"/>
              <a:gd name="connsiteX1218" fmla="*/ 1639656 w 2249309"/>
              <a:gd name="connsiteY1218" fmla="*/ 218974 h 506009"/>
              <a:gd name="connsiteX1219" fmla="*/ 1636961 w 2249309"/>
              <a:gd name="connsiteY1219" fmla="*/ 225232 h 506009"/>
              <a:gd name="connsiteX1220" fmla="*/ 1634788 w 2249309"/>
              <a:gd name="connsiteY1220" fmla="*/ 230968 h 506009"/>
              <a:gd name="connsiteX1221" fmla="*/ 1633137 w 2249309"/>
              <a:gd name="connsiteY1221" fmla="*/ 237053 h 506009"/>
              <a:gd name="connsiteX1222" fmla="*/ 1632007 w 2249309"/>
              <a:gd name="connsiteY1222" fmla="*/ 243484 h 506009"/>
              <a:gd name="connsiteX1223" fmla="*/ 1632876 w 2249309"/>
              <a:gd name="connsiteY1223" fmla="*/ 260173 h 506009"/>
              <a:gd name="connsiteX1224" fmla="*/ 1662950 w 2249309"/>
              <a:gd name="connsiteY1224" fmla="*/ 259478 h 506009"/>
              <a:gd name="connsiteX1225" fmla="*/ 1670773 w 2249309"/>
              <a:gd name="connsiteY1225" fmla="*/ 256436 h 506009"/>
              <a:gd name="connsiteX1226" fmla="*/ 1678248 w 2249309"/>
              <a:gd name="connsiteY1226" fmla="*/ 255653 h 506009"/>
              <a:gd name="connsiteX1227" fmla="*/ 1686419 w 2249309"/>
              <a:gd name="connsiteY1227" fmla="*/ 257827 h 506009"/>
              <a:gd name="connsiteX1228" fmla="*/ 1694414 w 2249309"/>
              <a:gd name="connsiteY1228" fmla="*/ 262259 h 506009"/>
              <a:gd name="connsiteX1229" fmla="*/ 1704845 w 2249309"/>
              <a:gd name="connsiteY1229" fmla="*/ 270951 h 506009"/>
              <a:gd name="connsiteX1230" fmla="*/ 1705801 w 2249309"/>
              <a:gd name="connsiteY1230" fmla="*/ 278079 h 506009"/>
              <a:gd name="connsiteX1231" fmla="*/ 1704323 w 2249309"/>
              <a:gd name="connsiteY1231" fmla="*/ 278252 h 506009"/>
              <a:gd name="connsiteX1232" fmla="*/ 1705366 w 2249309"/>
              <a:gd name="connsiteY1232" fmla="*/ 280860 h 506009"/>
              <a:gd name="connsiteX1233" fmla="*/ 1706062 w 2249309"/>
              <a:gd name="connsiteY1233" fmla="*/ 284684 h 506009"/>
              <a:gd name="connsiteX1234" fmla="*/ 1703454 w 2249309"/>
              <a:gd name="connsiteY1234" fmla="*/ 290856 h 506009"/>
              <a:gd name="connsiteX1235" fmla="*/ 1698239 w 2249309"/>
              <a:gd name="connsiteY1235" fmla="*/ 296158 h 506009"/>
              <a:gd name="connsiteX1236" fmla="*/ 1688069 w 2249309"/>
              <a:gd name="connsiteY1236" fmla="*/ 296766 h 506009"/>
              <a:gd name="connsiteX1237" fmla="*/ 1677031 w 2249309"/>
              <a:gd name="connsiteY1237" fmla="*/ 294854 h 506009"/>
              <a:gd name="connsiteX1238" fmla="*/ 1665732 w 2249309"/>
              <a:gd name="connsiteY1238" fmla="*/ 295810 h 506009"/>
              <a:gd name="connsiteX1239" fmla="*/ 1647044 w 2249309"/>
              <a:gd name="connsiteY1239" fmla="*/ 294245 h 506009"/>
              <a:gd name="connsiteX1240" fmla="*/ 1629660 w 2249309"/>
              <a:gd name="connsiteY1240" fmla="*/ 294245 h 506009"/>
              <a:gd name="connsiteX1241" fmla="*/ 1612276 w 2249309"/>
              <a:gd name="connsiteY1241" fmla="*/ 295636 h 506009"/>
              <a:gd name="connsiteX1242" fmla="*/ 1595674 w 2249309"/>
              <a:gd name="connsiteY1242" fmla="*/ 297983 h 506009"/>
              <a:gd name="connsiteX1243" fmla="*/ 1576813 w 2249309"/>
              <a:gd name="connsiteY1243" fmla="*/ 297548 h 506009"/>
              <a:gd name="connsiteX1244" fmla="*/ 1543349 w 2249309"/>
              <a:gd name="connsiteY1244" fmla="*/ 304415 h 506009"/>
              <a:gd name="connsiteX1245" fmla="*/ 1502324 w 2249309"/>
              <a:gd name="connsiteY1245" fmla="*/ 320061 h 506009"/>
              <a:gd name="connsiteX1246" fmla="*/ 1486678 w 2249309"/>
              <a:gd name="connsiteY1246" fmla="*/ 305284 h 506009"/>
              <a:gd name="connsiteX1247" fmla="*/ 1486678 w 2249309"/>
              <a:gd name="connsiteY1247" fmla="*/ 296592 h 506009"/>
              <a:gd name="connsiteX1248" fmla="*/ 1485722 w 2249309"/>
              <a:gd name="connsiteY1248" fmla="*/ 285988 h 506009"/>
              <a:gd name="connsiteX1249" fmla="*/ 1503106 w 2249309"/>
              <a:gd name="connsiteY1249" fmla="*/ 276514 h 506009"/>
              <a:gd name="connsiteX1250" fmla="*/ 1513188 w 2249309"/>
              <a:gd name="connsiteY1250" fmla="*/ 277470 h 506009"/>
              <a:gd name="connsiteX1251" fmla="*/ 1534049 w 2249309"/>
              <a:gd name="connsiteY1251" fmla="*/ 269560 h 506009"/>
              <a:gd name="connsiteX1252" fmla="*/ 1542741 w 2249309"/>
              <a:gd name="connsiteY1252" fmla="*/ 267909 h 506009"/>
              <a:gd name="connsiteX1253" fmla="*/ 1565601 w 2249309"/>
              <a:gd name="connsiteY1253" fmla="*/ 258348 h 506009"/>
              <a:gd name="connsiteX1254" fmla="*/ 1583506 w 2249309"/>
              <a:gd name="connsiteY1254" fmla="*/ 227752 h 506009"/>
              <a:gd name="connsiteX1255" fmla="*/ 1585332 w 2249309"/>
              <a:gd name="connsiteY1255" fmla="*/ 217496 h 506009"/>
              <a:gd name="connsiteX1256" fmla="*/ 1583506 w 2249309"/>
              <a:gd name="connsiteY1256" fmla="*/ 209412 h 506009"/>
              <a:gd name="connsiteX1257" fmla="*/ 1574814 w 2249309"/>
              <a:gd name="connsiteY1257" fmla="*/ 210803 h 506009"/>
              <a:gd name="connsiteX1258" fmla="*/ 1563428 w 2249309"/>
              <a:gd name="connsiteY1258" fmla="*/ 211586 h 506009"/>
              <a:gd name="connsiteX1259" fmla="*/ 1559951 w 2249309"/>
              <a:gd name="connsiteY1259" fmla="*/ 201242 h 506009"/>
              <a:gd name="connsiteX1260" fmla="*/ 1553171 w 2249309"/>
              <a:gd name="connsiteY1260" fmla="*/ 188813 h 506009"/>
              <a:gd name="connsiteX1261" fmla="*/ 1551433 w 2249309"/>
              <a:gd name="connsiteY1261" fmla="*/ 178817 h 506009"/>
              <a:gd name="connsiteX1262" fmla="*/ 1550564 w 2249309"/>
              <a:gd name="connsiteY1262" fmla="*/ 169170 h 506009"/>
              <a:gd name="connsiteX1263" fmla="*/ 1559256 w 2249309"/>
              <a:gd name="connsiteY1263" fmla="*/ 161955 h 506009"/>
              <a:gd name="connsiteX1264" fmla="*/ 1574554 w 2249309"/>
              <a:gd name="connsiteY1264" fmla="*/ 165605 h 506009"/>
              <a:gd name="connsiteX1265" fmla="*/ 1611060 w 2249309"/>
              <a:gd name="connsiteY1265" fmla="*/ 159521 h 506009"/>
              <a:gd name="connsiteX1266" fmla="*/ 1617405 w 2249309"/>
              <a:gd name="connsiteY1266" fmla="*/ 157783 h 506009"/>
              <a:gd name="connsiteX1267" fmla="*/ 1621924 w 2249309"/>
              <a:gd name="connsiteY1267" fmla="*/ 156045 h 506009"/>
              <a:gd name="connsiteX1268" fmla="*/ 1649304 w 2249309"/>
              <a:gd name="connsiteY1268" fmla="*/ 144485 h 506009"/>
              <a:gd name="connsiteX1269" fmla="*/ 1657040 w 2249309"/>
              <a:gd name="connsiteY1269" fmla="*/ 143528 h 506009"/>
              <a:gd name="connsiteX1270" fmla="*/ 1663732 w 2249309"/>
              <a:gd name="connsiteY1270" fmla="*/ 142572 h 506009"/>
              <a:gd name="connsiteX1271" fmla="*/ 1279202 w 2249309"/>
              <a:gd name="connsiteY1271" fmla="*/ 132489 h 506009"/>
              <a:gd name="connsiteX1272" fmla="*/ 1287025 w 2249309"/>
              <a:gd name="connsiteY1272" fmla="*/ 142746 h 506009"/>
              <a:gd name="connsiteX1273" fmla="*/ 1285199 w 2249309"/>
              <a:gd name="connsiteY1273" fmla="*/ 153089 h 506009"/>
              <a:gd name="connsiteX1274" fmla="*/ 1281636 w 2249309"/>
              <a:gd name="connsiteY1274" fmla="*/ 164910 h 506009"/>
              <a:gd name="connsiteX1275" fmla="*/ 1275204 w 2249309"/>
              <a:gd name="connsiteY1275" fmla="*/ 173602 h 506009"/>
              <a:gd name="connsiteX1276" fmla="*/ 1264514 w 2249309"/>
              <a:gd name="connsiteY1276" fmla="*/ 185422 h 506009"/>
              <a:gd name="connsiteX1277" fmla="*/ 1263383 w 2249309"/>
              <a:gd name="connsiteY1277" fmla="*/ 198547 h 506009"/>
              <a:gd name="connsiteX1278" fmla="*/ 1264165 w 2249309"/>
              <a:gd name="connsiteY1278" fmla="*/ 207239 h 506009"/>
              <a:gd name="connsiteX1279" fmla="*/ 1271119 w 2249309"/>
              <a:gd name="connsiteY1279" fmla="*/ 207239 h 506009"/>
              <a:gd name="connsiteX1280" fmla="*/ 1273379 w 2249309"/>
              <a:gd name="connsiteY1280" fmla="*/ 213584 h 506009"/>
              <a:gd name="connsiteX1281" fmla="*/ 1277638 w 2249309"/>
              <a:gd name="connsiteY1281" fmla="*/ 223754 h 506009"/>
              <a:gd name="connsiteX1282" fmla="*/ 1276161 w 2249309"/>
              <a:gd name="connsiteY1282" fmla="*/ 227839 h 506009"/>
              <a:gd name="connsiteX1283" fmla="*/ 1256082 w 2249309"/>
              <a:gd name="connsiteY1283" fmla="*/ 247135 h 506009"/>
              <a:gd name="connsiteX1284" fmla="*/ 1257038 w 2249309"/>
              <a:gd name="connsiteY1284" fmla="*/ 255045 h 506009"/>
              <a:gd name="connsiteX1285" fmla="*/ 1264687 w 2249309"/>
              <a:gd name="connsiteY1285" fmla="*/ 255045 h 506009"/>
              <a:gd name="connsiteX1286" fmla="*/ 1264426 w 2249309"/>
              <a:gd name="connsiteY1286" fmla="*/ 255566 h 506009"/>
              <a:gd name="connsiteX1287" fmla="*/ 1271380 w 2249309"/>
              <a:gd name="connsiteY1287" fmla="*/ 260086 h 506009"/>
              <a:gd name="connsiteX1288" fmla="*/ 1273466 w 2249309"/>
              <a:gd name="connsiteY1288" fmla="*/ 267561 h 506009"/>
              <a:gd name="connsiteX1289" fmla="*/ 1253909 w 2249309"/>
              <a:gd name="connsiteY1289" fmla="*/ 291029 h 506009"/>
              <a:gd name="connsiteX1290" fmla="*/ 1222010 w 2249309"/>
              <a:gd name="connsiteY1290" fmla="*/ 306935 h 506009"/>
              <a:gd name="connsiteX1291" fmla="*/ 1206451 w 2249309"/>
              <a:gd name="connsiteY1291" fmla="*/ 320842 h 506009"/>
              <a:gd name="connsiteX1292" fmla="*/ 1200281 w 2249309"/>
              <a:gd name="connsiteY1292" fmla="*/ 320842 h 506009"/>
              <a:gd name="connsiteX1293" fmla="*/ 1191589 w 2249309"/>
              <a:gd name="connsiteY1293" fmla="*/ 318408 h 506009"/>
              <a:gd name="connsiteX1294" fmla="*/ 1187851 w 2249309"/>
              <a:gd name="connsiteY1294" fmla="*/ 310760 h 506009"/>
              <a:gd name="connsiteX1295" fmla="*/ 1182462 w 2249309"/>
              <a:gd name="connsiteY1295" fmla="*/ 303024 h 506009"/>
              <a:gd name="connsiteX1296" fmla="*/ 1180028 w 2249309"/>
              <a:gd name="connsiteY1296" fmla="*/ 288943 h 506009"/>
              <a:gd name="connsiteX1297" fmla="*/ 1193848 w 2249309"/>
              <a:gd name="connsiteY1297" fmla="*/ 275644 h 506009"/>
              <a:gd name="connsiteX1298" fmla="*/ 1201758 w 2249309"/>
              <a:gd name="connsiteY1298" fmla="*/ 269821 h 506009"/>
              <a:gd name="connsiteX1299" fmla="*/ 1207408 w 2249309"/>
              <a:gd name="connsiteY1299" fmla="*/ 263997 h 506009"/>
              <a:gd name="connsiteX1300" fmla="*/ 1208885 w 2249309"/>
              <a:gd name="connsiteY1300" fmla="*/ 258347 h 506009"/>
              <a:gd name="connsiteX1301" fmla="*/ 1210536 w 2249309"/>
              <a:gd name="connsiteY1301" fmla="*/ 251046 h 506009"/>
              <a:gd name="connsiteX1302" fmla="*/ 1207929 w 2249309"/>
              <a:gd name="connsiteY1302" fmla="*/ 245223 h 506009"/>
              <a:gd name="connsiteX1303" fmla="*/ 1204799 w 2249309"/>
              <a:gd name="connsiteY1303" fmla="*/ 240182 h 506009"/>
              <a:gd name="connsiteX1304" fmla="*/ 1198541 w 2249309"/>
              <a:gd name="connsiteY1304" fmla="*/ 229317 h 506009"/>
              <a:gd name="connsiteX1305" fmla="*/ 1208537 w 2249309"/>
              <a:gd name="connsiteY1305" fmla="*/ 218974 h 506009"/>
              <a:gd name="connsiteX1306" fmla="*/ 1215230 w 2249309"/>
              <a:gd name="connsiteY1306" fmla="*/ 218974 h 506009"/>
              <a:gd name="connsiteX1307" fmla="*/ 1224618 w 2249309"/>
              <a:gd name="connsiteY1307" fmla="*/ 211238 h 506009"/>
              <a:gd name="connsiteX1308" fmla="*/ 1226703 w 2249309"/>
              <a:gd name="connsiteY1308" fmla="*/ 196983 h 506009"/>
              <a:gd name="connsiteX1309" fmla="*/ 1219402 w 2249309"/>
              <a:gd name="connsiteY1309" fmla="*/ 190203 h 506009"/>
              <a:gd name="connsiteX1310" fmla="*/ 1210710 w 2249309"/>
              <a:gd name="connsiteY1310" fmla="*/ 187074 h 506009"/>
              <a:gd name="connsiteX1311" fmla="*/ 1205235 w 2249309"/>
              <a:gd name="connsiteY1311" fmla="*/ 181077 h 506009"/>
              <a:gd name="connsiteX1312" fmla="*/ 1200715 w 2249309"/>
              <a:gd name="connsiteY1312" fmla="*/ 178035 h 506009"/>
              <a:gd name="connsiteX1313" fmla="*/ 1198280 w 2249309"/>
              <a:gd name="connsiteY1313" fmla="*/ 167865 h 506009"/>
              <a:gd name="connsiteX1314" fmla="*/ 1202974 w 2249309"/>
              <a:gd name="connsiteY1314" fmla="*/ 164910 h 506009"/>
              <a:gd name="connsiteX1315" fmla="*/ 1206538 w 2249309"/>
              <a:gd name="connsiteY1315" fmla="*/ 159434 h 506009"/>
              <a:gd name="connsiteX1316" fmla="*/ 1214100 w 2249309"/>
              <a:gd name="connsiteY1316" fmla="*/ 155001 h 506009"/>
              <a:gd name="connsiteX1317" fmla="*/ 1224009 w 2249309"/>
              <a:gd name="connsiteY1317" fmla="*/ 153872 h 506009"/>
              <a:gd name="connsiteX1318" fmla="*/ 1266947 w 2249309"/>
              <a:gd name="connsiteY1318" fmla="*/ 133359 h 506009"/>
              <a:gd name="connsiteX1319" fmla="*/ 1279202 w 2249309"/>
              <a:gd name="connsiteY1319" fmla="*/ 132489 h 506009"/>
              <a:gd name="connsiteX1320" fmla="*/ 1879117 w 2249309"/>
              <a:gd name="connsiteY1320" fmla="*/ 132142 h 506009"/>
              <a:gd name="connsiteX1321" fmla="*/ 1891720 w 2249309"/>
              <a:gd name="connsiteY1321" fmla="*/ 132663 h 506009"/>
              <a:gd name="connsiteX1322" fmla="*/ 1901803 w 2249309"/>
              <a:gd name="connsiteY1322" fmla="*/ 140920 h 506009"/>
              <a:gd name="connsiteX1323" fmla="*/ 1904150 w 2249309"/>
              <a:gd name="connsiteY1323" fmla="*/ 148047 h 506009"/>
              <a:gd name="connsiteX1324" fmla="*/ 1905540 w 2249309"/>
              <a:gd name="connsiteY1324" fmla="*/ 154914 h 506009"/>
              <a:gd name="connsiteX1325" fmla="*/ 1900239 w 2249309"/>
              <a:gd name="connsiteY1325" fmla="*/ 167691 h 506009"/>
              <a:gd name="connsiteX1326" fmla="*/ 1900239 w 2249309"/>
              <a:gd name="connsiteY1326" fmla="*/ 175166 h 506009"/>
              <a:gd name="connsiteX1327" fmla="*/ 1905367 w 2249309"/>
              <a:gd name="connsiteY1327" fmla="*/ 173863 h 506009"/>
              <a:gd name="connsiteX1328" fmla="*/ 1911798 w 2249309"/>
              <a:gd name="connsiteY1328" fmla="*/ 170994 h 506009"/>
              <a:gd name="connsiteX1329" fmla="*/ 1919361 w 2249309"/>
              <a:gd name="connsiteY1329" fmla="*/ 168387 h 506009"/>
              <a:gd name="connsiteX1330" fmla="*/ 1928053 w 2249309"/>
              <a:gd name="connsiteY1330" fmla="*/ 162129 h 506009"/>
              <a:gd name="connsiteX1331" fmla="*/ 1941612 w 2249309"/>
              <a:gd name="connsiteY1331" fmla="*/ 162129 h 506009"/>
              <a:gd name="connsiteX1332" fmla="*/ 1953433 w 2249309"/>
              <a:gd name="connsiteY1332" fmla="*/ 165953 h 506009"/>
              <a:gd name="connsiteX1333" fmla="*/ 1961603 w 2249309"/>
              <a:gd name="connsiteY1333" fmla="*/ 181512 h 506009"/>
              <a:gd name="connsiteX1334" fmla="*/ 1958474 w 2249309"/>
              <a:gd name="connsiteY1334" fmla="*/ 185423 h 506009"/>
              <a:gd name="connsiteX1335" fmla="*/ 1951955 w 2249309"/>
              <a:gd name="connsiteY1335" fmla="*/ 190290 h 506009"/>
              <a:gd name="connsiteX1336" fmla="*/ 1936918 w 2249309"/>
              <a:gd name="connsiteY1336" fmla="*/ 196722 h 506009"/>
              <a:gd name="connsiteX1337" fmla="*/ 1928226 w 2249309"/>
              <a:gd name="connsiteY1337" fmla="*/ 200460 h 506009"/>
              <a:gd name="connsiteX1338" fmla="*/ 1918144 w 2249309"/>
              <a:gd name="connsiteY1338" fmla="*/ 201764 h 506009"/>
              <a:gd name="connsiteX1339" fmla="*/ 1902672 w 2249309"/>
              <a:gd name="connsiteY1339" fmla="*/ 207674 h 506009"/>
              <a:gd name="connsiteX1340" fmla="*/ 1897544 w 2249309"/>
              <a:gd name="connsiteY1340" fmla="*/ 215149 h 506009"/>
              <a:gd name="connsiteX1341" fmla="*/ 1899369 w 2249309"/>
              <a:gd name="connsiteY1341" fmla="*/ 227144 h 506009"/>
              <a:gd name="connsiteX1342" fmla="*/ 1924923 w 2249309"/>
              <a:gd name="connsiteY1342" fmla="*/ 253219 h 506009"/>
              <a:gd name="connsiteX1343" fmla="*/ 1943785 w 2249309"/>
              <a:gd name="connsiteY1343" fmla="*/ 274514 h 506009"/>
              <a:gd name="connsiteX1344" fmla="*/ 1963168 w 2249309"/>
              <a:gd name="connsiteY1344" fmla="*/ 287813 h 506009"/>
              <a:gd name="connsiteX1345" fmla="*/ 1974293 w 2249309"/>
              <a:gd name="connsiteY1345" fmla="*/ 292159 h 506009"/>
              <a:gd name="connsiteX1346" fmla="*/ 1982985 w 2249309"/>
              <a:gd name="connsiteY1346" fmla="*/ 297635 h 506009"/>
              <a:gd name="connsiteX1347" fmla="*/ 2002194 w 2249309"/>
              <a:gd name="connsiteY1347" fmla="*/ 304762 h 506009"/>
              <a:gd name="connsiteX1348" fmla="*/ 2008800 w 2249309"/>
              <a:gd name="connsiteY1348" fmla="*/ 307804 h 506009"/>
              <a:gd name="connsiteX1349" fmla="*/ 2008104 w 2249309"/>
              <a:gd name="connsiteY1349" fmla="*/ 308673 h 506009"/>
              <a:gd name="connsiteX1350" fmla="*/ 2006018 w 2249309"/>
              <a:gd name="connsiteY1350" fmla="*/ 313715 h 506009"/>
              <a:gd name="connsiteX1351" fmla="*/ 2005063 w 2249309"/>
              <a:gd name="connsiteY1351" fmla="*/ 320842 h 506009"/>
              <a:gd name="connsiteX1352" fmla="*/ 1994024 w 2249309"/>
              <a:gd name="connsiteY1352" fmla="*/ 326579 h 506009"/>
              <a:gd name="connsiteX1353" fmla="*/ 1989504 w 2249309"/>
              <a:gd name="connsiteY1353" fmla="*/ 330317 h 506009"/>
              <a:gd name="connsiteX1354" fmla="*/ 1984984 w 2249309"/>
              <a:gd name="connsiteY1354" fmla="*/ 331272 h 506009"/>
              <a:gd name="connsiteX1355" fmla="*/ 1974814 w 2249309"/>
              <a:gd name="connsiteY1355" fmla="*/ 330664 h 506009"/>
              <a:gd name="connsiteX1356" fmla="*/ 1964297 w 2249309"/>
              <a:gd name="connsiteY1356" fmla="*/ 330664 h 506009"/>
              <a:gd name="connsiteX1357" fmla="*/ 1955084 w 2249309"/>
              <a:gd name="connsiteY1357" fmla="*/ 328926 h 506009"/>
              <a:gd name="connsiteX1358" fmla="*/ 1940656 w 2249309"/>
              <a:gd name="connsiteY1358" fmla="*/ 326927 h 506009"/>
              <a:gd name="connsiteX1359" fmla="*/ 1932486 w 2249309"/>
              <a:gd name="connsiteY1359" fmla="*/ 321277 h 506009"/>
              <a:gd name="connsiteX1360" fmla="*/ 1919969 w 2249309"/>
              <a:gd name="connsiteY1360" fmla="*/ 298938 h 506009"/>
              <a:gd name="connsiteX1361" fmla="*/ 1905801 w 2249309"/>
              <a:gd name="connsiteY1361" fmla="*/ 280947 h 506009"/>
              <a:gd name="connsiteX1362" fmla="*/ 1897109 w 2249309"/>
              <a:gd name="connsiteY1362" fmla="*/ 271124 h 506009"/>
              <a:gd name="connsiteX1363" fmla="*/ 1877379 w 2249309"/>
              <a:gd name="connsiteY1363" fmla="*/ 253741 h 506009"/>
              <a:gd name="connsiteX1364" fmla="*/ 1863733 w 2249309"/>
              <a:gd name="connsiteY1364" fmla="*/ 274428 h 506009"/>
              <a:gd name="connsiteX1365" fmla="*/ 1844002 w 2249309"/>
              <a:gd name="connsiteY1365" fmla="*/ 293723 h 506009"/>
              <a:gd name="connsiteX1366" fmla="*/ 1823750 w 2249309"/>
              <a:gd name="connsiteY1366" fmla="*/ 306066 h 506009"/>
              <a:gd name="connsiteX1367" fmla="*/ 1808713 w 2249309"/>
              <a:gd name="connsiteY1367" fmla="*/ 314236 h 506009"/>
              <a:gd name="connsiteX1368" fmla="*/ 1794893 w 2249309"/>
              <a:gd name="connsiteY1368" fmla="*/ 317800 h 506009"/>
              <a:gd name="connsiteX1369" fmla="*/ 1787331 w 2249309"/>
              <a:gd name="connsiteY1369" fmla="*/ 319191 h 506009"/>
              <a:gd name="connsiteX1370" fmla="*/ 1782202 w 2249309"/>
              <a:gd name="connsiteY1370" fmla="*/ 314758 h 506009"/>
              <a:gd name="connsiteX1371" fmla="*/ 1778291 w 2249309"/>
              <a:gd name="connsiteY1371" fmla="*/ 306935 h 506009"/>
              <a:gd name="connsiteX1372" fmla="*/ 1771685 w 2249309"/>
              <a:gd name="connsiteY1372" fmla="*/ 304675 h 506009"/>
              <a:gd name="connsiteX1373" fmla="*/ 1775944 w 2249309"/>
              <a:gd name="connsiteY1373" fmla="*/ 299721 h 506009"/>
              <a:gd name="connsiteX1374" fmla="*/ 1785679 w 2249309"/>
              <a:gd name="connsiteY1374" fmla="*/ 293984 h 506009"/>
              <a:gd name="connsiteX1375" fmla="*/ 1792373 w 2249309"/>
              <a:gd name="connsiteY1375" fmla="*/ 289030 h 506009"/>
              <a:gd name="connsiteX1376" fmla="*/ 1797067 w 2249309"/>
              <a:gd name="connsiteY1376" fmla="*/ 286944 h 506009"/>
              <a:gd name="connsiteX1377" fmla="*/ 1828356 w 2249309"/>
              <a:gd name="connsiteY1377" fmla="*/ 256957 h 506009"/>
              <a:gd name="connsiteX1378" fmla="*/ 1840438 w 2249309"/>
              <a:gd name="connsiteY1378" fmla="*/ 235749 h 506009"/>
              <a:gd name="connsiteX1379" fmla="*/ 1842959 w 2249309"/>
              <a:gd name="connsiteY1379" fmla="*/ 227057 h 506009"/>
              <a:gd name="connsiteX1380" fmla="*/ 1836701 w 2249309"/>
              <a:gd name="connsiteY1380" fmla="*/ 227057 h 506009"/>
              <a:gd name="connsiteX1381" fmla="*/ 1831920 w 2249309"/>
              <a:gd name="connsiteY1381" fmla="*/ 227057 h 506009"/>
              <a:gd name="connsiteX1382" fmla="*/ 1825488 w 2249309"/>
              <a:gd name="connsiteY1382" fmla="*/ 228796 h 506009"/>
              <a:gd name="connsiteX1383" fmla="*/ 1819317 w 2249309"/>
              <a:gd name="connsiteY1383" fmla="*/ 228796 h 506009"/>
              <a:gd name="connsiteX1384" fmla="*/ 1809842 w 2249309"/>
              <a:gd name="connsiteY1384" fmla="*/ 224362 h 506009"/>
              <a:gd name="connsiteX1385" fmla="*/ 1798803 w 2249309"/>
              <a:gd name="connsiteY1385" fmla="*/ 210629 h 506009"/>
              <a:gd name="connsiteX1386" fmla="*/ 1801759 w 2249309"/>
              <a:gd name="connsiteY1386" fmla="*/ 201937 h 506009"/>
              <a:gd name="connsiteX1387" fmla="*/ 1806975 w 2249309"/>
              <a:gd name="connsiteY1387" fmla="*/ 196548 h 506009"/>
              <a:gd name="connsiteX1388" fmla="*/ 1813581 w 2249309"/>
              <a:gd name="connsiteY1388" fmla="*/ 194028 h 506009"/>
              <a:gd name="connsiteX1389" fmla="*/ 1819143 w 2249309"/>
              <a:gd name="connsiteY1389" fmla="*/ 190377 h 506009"/>
              <a:gd name="connsiteX1390" fmla="*/ 1832703 w 2249309"/>
              <a:gd name="connsiteY1390" fmla="*/ 190377 h 506009"/>
              <a:gd name="connsiteX1391" fmla="*/ 1855041 w 2249309"/>
              <a:gd name="connsiteY1391" fmla="*/ 182467 h 506009"/>
              <a:gd name="connsiteX1392" fmla="*/ 1859300 w 2249309"/>
              <a:gd name="connsiteY1392" fmla="*/ 161868 h 506009"/>
              <a:gd name="connsiteX1393" fmla="*/ 1860777 w 2249309"/>
              <a:gd name="connsiteY1393" fmla="*/ 148830 h 506009"/>
              <a:gd name="connsiteX1394" fmla="*/ 1860169 w 2249309"/>
              <a:gd name="connsiteY1394" fmla="*/ 137617 h 506009"/>
              <a:gd name="connsiteX1395" fmla="*/ 1863646 w 2249309"/>
              <a:gd name="connsiteY1395" fmla="*/ 133619 h 506009"/>
              <a:gd name="connsiteX1396" fmla="*/ 1872338 w 2249309"/>
              <a:gd name="connsiteY1396" fmla="*/ 134315 h 506009"/>
              <a:gd name="connsiteX1397" fmla="*/ 1879117 w 2249309"/>
              <a:gd name="connsiteY1397" fmla="*/ 132142 h 506009"/>
              <a:gd name="connsiteX1398" fmla="*/ 675985 w 2249309"/>
              <a:gd name="connsiteY1398" fmla="*/ 129360 h 506009"/>
              <a:gd name="connsiteX1399" fmla="*/ 682417 w 2249309"/>
              <a:gd name="connsiteY1399" fmla="*/ 132924 h 506009"/>
              <a:gd name="connsiteX1400" fmla="*/ 692673 w 2249309"/>
              <a:gd name="connsiteY1400" fmla="*/ 134054 h 506009"/>
              <a:gd name="connsiteX1401" fmla="*/ 703104 w 2249309"/>
              <a:gd name="connsiteY1401" fmla="*/ 134054 h 506009"/>
              <a:gd name="connsiteX1402" fmla="*/ 709883 w 2249309"/>
              <a:gd name="connsiteY1402" fmla="*/ 135793 h 506009"/>
              <a:gd name="connsiteX1403" fmla="*/ 715880 w 2249309"/>
              <a:gd name="connsiteY1403" fmla="*/ 138661 h 506009"/>
              <a:gd name="connsiteX1404" fmla="*/ 722313 w 2249309"/>
              <a:gd name="connsiteY1404" fmla="*/ 148657 h 506009"/>
              <a:gd name="connsiteX1405" fmla="*/ 721182 w 2249309"/>
              <a:gd name="connsiteY1405" fmla="*/ 149091 h 506009"/>
              <a:gd name="connsiteX1406" fmla="*/ 720661 w 2249309"/>
              <a:gd name="connsiteY1406" fmla="*/ 155697 h 506009"/>
              <a:gd name="connsiteX1407" fmla="*/ 720661 w 2249309"/>
              <a:gd name="connsiteY1407" fmla="*/ 165780 h 506009"/>
              <a:gd name="connsiteX1408" fmla="*/ 715533 w 2249309"/>
              <a:gd name="connsiteY1408" fmla="*/ 176732 h 506009"/>
              <a:gd name="connsiteX1409" fmla="*/ 714055 w 2249309"/>
              <a:gd name="connsiteY1409" fmla="*/ 188031 h 506009"/>
              <a:gd name="connsiteX1410" fmla="*/ 712926 w 2249309"/>
              <a:gd name="connsiteY1410" fmla="*/ 208544 h 506009"/>
              <a:gd name="connsiteX1411" fmla="*/ 711100 w 2249309"/>
              <a:gd name="connsiteY1411" fmla="*/ 221060 h 506009"/>
              <a:gd name="connsiteX1412" fmla="*/ 710318 w 2249309"/>
              <a:gd name="connsiteY1412" fmla="*/ 231664 h 506009"/>
              <a:gd name="connsiteX1413" fmla="*/ 712751 w 2249309"/>
              <a:gd name="connsiteY1413" fmla="*/ 238878 h 506009"/>
              <a:gd name="connsiteX1414" fmla="*/ 713447 w 2249309"/>
              <a:gd name="connsiteY1414" fmla="*/ 243050 h 506009"/>
              <a:gd name="connsiteX1415" fmla="*/ 714837 w 2249309"/>
              <a:gd name="connsiteY1415" fmla="*/ 249570 h 506009"/>
              <a:gd name="connsiteX1416" fmla="*/ 710926 w 2249309"/>
              <a:gd name="connsiteY1416" fmla="*/ 263563 h 506009"/>
              <a:gd name="connsiteX1417" fmla="*/ 705972 w 2249309"/>
              <a:gd name="connsiteY1417" fmla="*/ 271212 h 506009"/>
              <a:gd name="connsiteX1418" fmla="*/ 691195 w 2249309"/>
              <a:gd name="connsiteY1418" fmla="*/ 279904 h 506009"/>
              <a:gd name="connsiteX1419" fmla="*/ 678245 w 2249309"/>
              <a:gd name="connsiteY1419" fmla="*/ 292159 h 506009"/>
              <a:gd name="connsiteX1420" fmla="*/ 664599 w 2249309"/>
              <a:gd name="connsiteY1420" fmla="*/ 298331 h 506009"/>
              <a:gd name="connsiteX1421" fmla="*/ 647215 w 2249309"/>
              <a:gd name="connsiteY1421" fmla="*/ 308675 h 506009"/>
              <a:gd name="connsiteX1422" fmla="*/ 636524 w 2249309"/>
              <a:gd name="connsiteY1422" fmla="*/ 313194 h 506009"/>
              <a:gd name="connsiteX1423" fmla="*/ 619835 w 2249309"/>
              <a:gd name="connsiteY1423" fmla="*/ 325190 h 506009"/>
              <a:gd name="connsiteX1424" fmla="*/ 609144 w 2249309"/>
              <a:gd name="connsiteY1424" fmla="*/ 315541 h 506009"/>
              <a:gd name="connsiteX1425" fmla="*/ 602278 w 2249309"/>
              <a:gd name="connsiteY1425" fmla="*/ 310240 h 506009"/>
              <a:gd name="connsiteX1426" fmla="*/ 600366 w 2249309"/>
              <a:gd name="connsiteY1426" fmla="*/ 301548 h 506009"/>
              <a:gd name="connsiteX1427" fmla="*/ 597932 w 2249309"/>
              <a:gd name="connsiteY1427" fmla="*/ 293985 h 506009"/>
              <a:gd name="connsiteX1428" fmla="*/ 602104 w 2249309"/>
              <a:gd name="connsiteY1428" fmla="*/ 288248 h 506009"/>
              <a:gd name="connsiteX1429" fmla="*/ 608536 w 2249309"/>
              <a:gd name="connsiteY1429" fmla="*/ 287640 h 506009"/>
              <a:gd name="connsiteX1430" fmla="*/ 618531 w 2249309"/>
              <a:gd name="connsiteY1430" fmla="*/ 281729 h 506009"/>
              <a:gd name="connsiteX1431" fmla="*/ 629223 w 2249309"/>
              <a:gd name="connsiteY1431" fmla="*/ 277645 h 506009"/>
              <a:gd name="connsiteX1432" fmla="*/ 647736 w 2249309"/>
              <a:gd name="connsiteY1432" fmla="*/ 267388 h 506009"/>
              <a:gd name="connsiteX1433" fmla="*/ 656428 w 2249309"/>
              <a:gd name="connsiteY1433" fmla="*/ 258696 h 506009"/>
              <a:gd name="connsiteX1434" fmla="*/ 655907 w 2249309"/>
              <a:gd name="connsiteY1434" fmla="*/ 239053 h 506009"/>
              <a:gd name="connsiteX1435" fmla="*/ 651300 w 2249309"/>
              <a:gd name="connsiteY1435" fmla="*/ 236271 h 506009"/>
              <a:gd name="connsiteX1436" fmla="*/ 642609 w 2249309"/>
              <a:gd name="connsiteY1436" fmla="*/ 237401 h 506009"/>
              <a:gd name="connsiteX1437" fmla="*/ 634438 w 2249309"/>
              <a:gd name="connsiteY1437" fmla="*/ 240356 h 506009"/>
              <a:gd name="connsiteX1438" fmla="*/ 628266 w 2249309"/>
              <a:gd name="connsiteY1438" fmla="*/ 241139 h 506009"/>
              <a:gd name="connsiteX1439" fmla="*/ 624269 w 2249309"/>
              <a:gd name="connsiteY1439" fmla="*/ 237749 h 506009"/>
              <a:gd name="connsiteX1440" fmla="*/ 622443 w 2249309"/>
              <a:gd name="connsiteY1440" fmla="*/ 227666 h 506009"/>
              <a:gd name="connsiteX1441" fmla="*/ 620704 w 2249309"/>
              <a:gd name="connsiteY1441" fmla="*/ 220626 h 506009"/>
              <a:gd name="connsiteX1442" fmla="*/ 621487 w 2249309"/>
              <a:gd name="connsiteY1442" fmla="*/ 206371 h 506009"/>
              <a:gd name="connsiteX1443" fmla="*/ 630179 w 2249309"/>
              <a:gd name="connsiteY1443" fmla="*/ 198114 h 506009"/>
              <a:gd name="connsiteX1444" fmla="*/ 641739 w 2249309"/>
              <a:gd name="connsiteY1444" fmla="*/ 194463 h 506009"/>
              <a:gd name="connsiteX1445" fmla="*/ 650431 w 2249309"/>
              <a:gd name="connsiteY1445" fmla="*/ 193855 h 506009"/>
              <a:gd name="connsiteX1446" fmla="*/ 662078 w 2249309"/>
              <a:gd name="connsiteY1446" fmla="*/ 188553 h 506009"/>
              <a:gd name="connsiteX1447" fmla="*/ 667728 w 2249309"/>
              <a:gd name="connsiteY1447" fmla="*/ 177948 h 506009"/>
              <a:gd name="connsiteX1448" fmla="*/ 671291 w 2249309"/>
              <a:gd name="connsiteY1448" fmla="*/ 155088 h 506009"/>
              <a:gd name="connsiteX1449" fmla="*/ 665468 w 2249309"/>
              <a:gd name="connsiteY1449" fmla="*/ 140313 h 506009"/>
              <a:gd name="connsiteX1450" fmla="*/ 665468 w 2249309"/>
              <a:gd name="connsiteY1450" fmla="*/ 136141 h 506009"/>
              <a:gd name="connsiteX1451" fmla="*/ 671987 w 2249309"/>
              <a:gd name="connsiteY1451" fmla="*/ 131099 h 506009"/>
              <a:gd name="connsiteX1452" fmla="*/ 675985 w 2249309"/>
              <a:gd name="connsiteY1452" fmla="*/ 129360 h 506009"/>
              <a:gd name="connsiteX1453" fmla="*/ 799411 w 2249309"/>
              <a:gd name="connsiteY1453" fmla="*/ 117800 h 506009"/>
              <a:gd name="connsiteX1454" fmla="*/ 805755 w 2249309"/>
              <a:gd name="connsiteY1454" fmla="*/ 121538 h 506009"/>
              <a:gd name="connsiteX1455" fmla="*/ 811057 w 2249309"/>
              <a:gd name="connsiteY1455" fmla="*/ 122754 h 506009"/>
              <a:gd name="connsiteX1456" fmla="*/ 815143 w 2249309"/>
              <a:gd name="connsiteY1456" fmla="*/ 127361 h 506009"/>
              <a:gd name="connsiteX1457" fmla="*/ 818445 w 2249309"/>
              <a:gd name="connsiteY1457" fmla="*/ 140138 h 506009"/>
              <a:gd name="connsiteX1458" fmla="*/ 808971 w 2249309"/>
              <a:gd name="connsiteY1458" fmla="*/ 157522 h 506009"/>
              <a:gd name="connsiteX1459" fmla="*/ 807146 w 2249309"/>
              <a:gd name="connsiteY1459" fmla="*/ 166214 h 506009"/>
              <a:gd name="connsiteX1460" fmla="*/ 814968 w 2249309"/>
              <a:gd name="connsiteY1460" fmla="*/ 168908 h 506009"/>
              <a:gd name="connsiteX1461" fmla="*/ 822792 w 2249309"/>
              <a:gd name="connsiteY1461" fmla="*/ 164475 h 506009"/>
              <a:gd name="connsiteX1462" fmla="*/ 835395 w 2249309"/>
              <a:gd name="connsiteY1462" fmla="*/ 168908 h 506009"/>
              <a:gd name="connsiteX1463" fmla="*/ 842435 w 2249309"/>
              <a:gd name="connsiteY1463" fmla="*/ 182033 h 506009"/>
              <a:gd name="connsiteX1464" fmla="*/ 843912 w 2249309"/>
              <a:gd name="connsiteY1464" fmla="*/ 191421 h 506009"/>
              <a:gd name="connsiteX1465" fmla="*/ 839654 w 2249309"/>
              <a:gd name="connsiteY1465" fmla="*/ 196288 h 506009"/>
              <a:gd name="connsiteX1466" fmla="*/ 830962 w 2249309"/>
              <a:gd name="connsiteY1466" fmla="*/ 198547 h 506009"/>
              <a:gd name="connsiteX1467" fmla="*/ 823400 w 2249309"/>
              <a:gd name="connsiteY1467" fmla="*/ 203849 h 506009"/>
              <a:gd name="connsiteX1468" fmla="*/ 812796 w 2249309"/>
              <a:gd name="connsiteY1468" fmla="*/ 209760 h 506009"/>
              <a:gd name="connsiteX1469" fmla="*/ 795934 w 2249309"/>
              <a:gd name="connsiteY1469" fmla="*/ 217931 h 506009"/>
              <a:gd name="connsiteX1470" fmla="*/ 790110 w 2249309"/>
              <a:gd name="connsiteY1470" fmla="*/ 236531 h 506009"/>
              <a:gd name="connsiteX1471" fmla="*/ 790719 w 2249309"/>
              <a:gd name="connsiteY1471" fmla="*/ 245223 h 506009"/>
              <a:gd name="connsiteX1472" fmla="*/ 795412 w 2249309"/>
              <a:gd name="connsiteY1472" fmla="*/ 260608 h 506009"/>
              <a:gd name="connsiteX1473" fmla="*/ 808276 w 2249309"/>
              <a:gd name="connsiteY1473" fmla="*/ 266344 h 506009"/>
              <a:gd name="connsiteX1474" fmla="*/ 817490 w 2249309"/>
              <a:gd name="connsiteY1474" fmla="*/ 267562 h 506009"/>
              <a:gd name="connsiteX1475" fmla="*/ 824008 w 2249309"/>
              <a:gd name="connsiteY1475" fmla="*/ 268952 h 506009"/>
              <a:gd name="connsiteX1476" fmla="*/ 830441 w 2249309"/>
              <a:gd name="connsiteY1476" fmla="*/ 271473 h 506009"/>
              <a:gd name="connsiteX1477" fmla="*/ 840523 w 2249309"/>
              <a:gd name="connsiteY1477" fmla="*/ 272516 h 506009"/>
              <a:gd name="connsiteX1478" fmla="*/ 840958 w 2249309"/>
              <a:gd name="connsiteY1478" fmla="*/ 272689 h 506009"/>
              <a:gd name="connsiteX1479" fmla="*/ 846607 w 2249309"/>
              <a:gd name="connsiteY1479" fmla="*/ 285641 h 506009"/>
              <a:gd name="connsiteX1480" fmla="*/ 841566 w 2249309"/>
              <a:gd name="connsiteY1480" fmla="*/ 300069 h 506009"/>
              <a:gd name="connsiteX1481" fmla="*/ 837394 w 2249309"/>
              <a:gd name="connsiteY1481" fmla="*/ 309544 h 506009"/>
              <a:gd name="connsiteX1482" fmla="*/ 826529 w 2249309"/>
              <a:gd name="connsiteY1482" fmla="*/ 311195 h 506009"/>
              <a:gd name="connsiteX1483" fmla="*/ 815838 w 2249309"/>
              <a:gd name="connsiteY1483" fmla="*/ 313715 h 506009"/>
              <a:gd name="connsiteX1484" fmla="*/ 808363 w 2249309"/>
              <a:gd name="connsiteY1484" fmla="*/ 310499 h 506009"/>
              <a:gd name="connsiteX1485" fmla="*/ 796803 w 2249309"/>
              <a:gd name="connsiteY1485" fmla="*/ 309369 h 506009"/>
              <a:gd name="connsiteX1486" fmla="*/ 785416 w 2249309"/>
              <a:gd name="connsiteY1486" fmla="*/ 309369 h 506009"/>
              <a:gd name="connsiteX1487" fmla="*/ 775768 w 2249309"/>
              <a:gd name="connsiteY1487" fmla="*/ 306588 h 506009"/>
              <a:gd name="connsiteX1488" fmla="*/ 761687 w 2249309"/>
              <a:gd name="connsiteY1488" fmla="*/ 305806 h 506009"/>
              <a:gd name="connsiteX1489" fmla="*/ 754560 w 2249309"/>
              <a:gd name="connsiteY1489" fmla="*/ 301894 h 506009"/>
              <a:gd name="connsiteX1490" fmla="*/ 747954 w 2249309"/>
              <a:gd name="connsiteY1490" fmla="*/ 291290 h 506009"/>
              <a:gd name="connsiteX1491" fmla="*/ 747085 w 2249309"/>
              <a:gd name="connsiteY1491" fmla="*/ 278947 h 506009"/>
              <a:gd name="connsiteX1492" fmla="*/ 744042 w 2249309"/>
              <a:gd name="connsiteY1492" fmla="*/ 264258 h 506009"/>
              <a:gd name="connsiteX1493" fmla="*/ 743434 w 2249309"/>
              <a:gd name="connsiteY1493" fmla="*/ 255045 h 506009"/>
              <a:gd name="connsiteX1494" fmla="*/ 742305 w 2249309"/>
              <a:gd name="connsiteY1494" fmla="*/ 246353 h 506009"/>
              <a:gd name="connsiteX1495" fmla="*/ 740913 w 2249309"/>
              <a:gd name="connsiteY1495" fmla="*/ 232707 h 506009"/>
              <a:gd name="connsiteX1496" fmla="*/ 744564 w 2249309"/>
              <a:gd name="connsiteY1496" fmla="*/ 210716 h 506009"/>
              <a:gd name="connsiteX1497" fmla="*/ 747607 w 2249309"/>
              <a:gd name="connsiteY1497" fmla="*/ 203849 h 506009"/>
              <a:gd name="connsiteX1498" fmla="*/ 750214 w 2249309"/>
              <a:gd name="connsiteY1498" fmla="*/ 192550 h 506009"/>
              <a:gd name="connsiteX1499" fmla="*/ 752647 w 2249309"/>
              <a:gd name="connsiteY1499" fmla="*/ 180990 h 506009"/>
              <a:gd name="connsiteX1500" fmla="*/ 753691 w 2249309"/>
              <a:gd name="connsiteY1500" fmla="*/ 162998 h 506009"/>
              <a:gd name="connsiteX1501" fmla="*/ 756299 w 2249309"/>
              <a:gd name="connsiteY1501" fmla="*/ 152046 h 506009"/>
              <a:gd name="connsiteX1502" fmla="*/ 760036 w 2249309"/>
              <a:gd name="connsiteY1502" fmla="*/ 134662 h 506009"/>
              <a:gd name="connsiteX1503" fmla="*/ 760471 w 2249309"/>
              <a:gd name="connsiteY1503" fmla="*/ 122754 h 506009"/>
              <a:gd name="connsiteX1504" fmla="*/ 767337 w 2249309"/>
              <a:gd name="connsiteY1504" fmla="*/ 117887 h 506009"/>
              <a:gd name="connsiteX1505" fmla="*/ 776029 w 2249309"/>
              <a:gd name="connsiteY1505" fmla="*/ 119713 h 506009"/>
              <a:gd name="connsiteX1506" fmla="*/ 783765 w 2249309"/>
              <a:gd name="connsiteY1506" fmla="*/ 118061 h 506009"/>
              <a:gd name="connsiteX1507" fmla="*/ 790719 w 2249309"/>
              <a:gd name="connsiteY1507" fmla="*/ 119452 h 506009"/>
              <a:gd name="connsiteX1508" fmla="*/ 799411 w 2249309"/>
              <a:gd name="connsiteY1508" fmla="*/ 117800 h 506009"/>
              <a:gd name="connsiteX1509" fmla="*/ 252756 w 2249309"/>
              <a:gd name="connsiteY1509" fmla="*/ 117328 h 506009"/>
              <a:gd name="connsiteX1510" fmla="*/ 247770 w 2249309"/>
              <a:gd name="connsiteY1510" fmla="*/ 124384 h 506009"/>
              <a:gd name="connsiteX1511" fmla="*/ 247770 w 2249309"/>
              <a:gd name="connsiteY1511" fmla="*/ 124733 h 506009"/>
              <a:gd name="connsiteX1512" fmla="*/ 243557 w 2249309"/>
              <a:gd name="connsiteY1512" fmla="*/ 146498 h 506009"/>
              <a:gd name="connsiteX1513" fmla="*/ 243233 w 2249309"/>
              <a:gd name="connsiteY1513" fmla="*/ 148118 h 506009"/>
              <a:gd name="connsiteX1514" fmla="*/ 240141 w 2249309"/>
              <a:gd name="connsiteY1514" fmla="*/ 148118 h 506009"/>
              <a:gd name="connsiteX1515" fmla="*/ 164300 w 2249309"/>
              <a:gd name="connsiteY1515" fmla="*/ 137173 h 506009"/>
              <a:gd name="connsiteX1516" fmla="*/ 170906 w 2249309"/>
              <a:gd name="connsiteY1516" fmla="*/ 153454 h 506009"/>
              <a:gd name="connsiteX1517" fmla="*/ 188932 w 2249309"/>
              <a:gd name="connsiteY1517" fmla="*/ 164723 h 506009"/>
              <a:gd name="connsiteX1518" fmla="*/ 190428 w 2249309"/>
              <a:gd name="connsiteY1518" fmla="*/ 165022 h 506009"/>
              <a:gd name="connsiteX1519" fmla="*/ 190428 w 2249309"/>
              <a:gd name="connsiteY1519" fmla="*/ 166543 h 506009"/>
              <a:gd name="connsiteX1520" fmla="*/ 190527 w 2249309"/>
              <a:gd name="connsiteY1520" fmla="*/ 166543 h 506009"/>
              <a:gd name="connsiteX1521" fmla="*/ 197134 w 2249309"/>
              <a:gd name="connsiteY1521" fmla="*/ 179856 h 506009"/>
              <a:gd name="connsiteX1522" fmla="*/ 211071 w 2249309"/>
              <a:gd name="connsiteY1522" fmla="*/ 184269 h 506009"/>
              <a:gd name="connsiteX1523" fmla="*/ 212941 w 2249309"/>
              <a:gd name="connsiteY1523" fmla="*/ 184269 h 506009"/>
              <a:gd name="connsiteX1524" fmla="*/ 214511 w 2249309"/>
              <a:gd name="connsiteY1524" fmla="*/ 184069 h 506009"/>
              <a:gd name="connsiteX1525" fmla="*/ 215060 w 2249309"/>
              <a:gd name="connsiteY1525" fmla="*/ 185540 h 506009"/>
              <a:gd name="connsiteX1526" fmla="*/ 225481 w 2249309"/>
              <a:gd name="connsiteY1526" fmla="*/ 194167 h 506009"/>
              <a:gd name="connsiteX1527" fmla="*/ 230817 w 2249309"/>
              <a:gd name="connsiteY1527" fmla="*/ 194964 h 506009"/>
              <a:gd name="connsiteX1528" fmla="*/ 237723 w 2249309"/>
              <a:gd name="connsiteY1528" fmla="*/ 193768 h 506009"/>
              <a:gd name="connsiteX1529" fmla="*/ 241388 w 2249309"/>
              <a:gd name="connsiteY1529" fmla="*/ 192247 h 506009"/>
              <a:gd name="connsiteX1530" fmla="*/ 236003 w 2249309"/>
              <a:gd name="connsiteY1530" fmla="*/ 214261 h 506009"/>
              <a:gd name="connsiteX1531" fmla="*/ 269909 w 2249309"/>
              <a:gd name="connsiteY1531" fmla="*/ 214261 h 506009"/>
              <a:gd name="connsiteX1532" fmla="*/ 264499 w 2249309"/>
              <a:gd name="connsiteY1532" fmla="*/ 192222 h 506009"/>
              <a:gd name="connsiteX1533" fmla="*/ 268189 w 2249309"/>
              <a:gd name="connsiteY1533" fmla="*/ 193768 h 506009"/>
              <a:gd name="connsiteX1534" fmla="*/ 275070 w 2249309"/>
              <a:gd name="connsiteY1534" fmla="*/ 194964 h 506009"/>
              <a:gd name="connsiteX1535" fmla="*/ 280406 w 2249309"/>
              <a:gd name="connsiteY1535" fmla="*/ 194167 h 506009"/>
              <a:gd name="connsiteX1536" fmla="*/ 290827 w 2249309"/>
              <a:gd name="connsiteY1536" fmla="*/ 185540 h 506009"/>
              <a:gd name="connsiteX1537" fmla="*/ 291375 w 2249309"/>
              <a:gd name="connsiteY1537" fmla="*/ 184069 h 506009"/>
              <a:gd name="connsiteX1538" fmla="*/ 292946 w 2249309"/>
              <a:gd name="connsiteY1538" fmla="*/ 184269 h 506009"/>
              <a:gd name="connsiteX1539" fmla="*/ 294816 w 2249309"/>
              <a:gd name="connsiteY1539" fmla="*/ 184269 h 506009"/>
              <a:gd name="connsiteX1540" fmla="*/ 308753 w 2249309"/>
              <a:gd name="connsiteY1540" fmla="*/ 179856 h 506009"/>
              <a:gd name="connsiteX1541" fmla="*/ 315359 w 2249309"/>
              <a:gd name="connsiteY1541" fmla="*/ 166518 h 506009"/>
              <a:gd name="connsiteX1542" fmla="*/ 315359 w 2249309"/>
              <a:gd name="connsiteY1542" fmla="*/ 165022 h 506009"/>
              <a:gd name="connsiteX1543" fmla="*/ 316855 w 2249309"/>
              <a:gd name="connsiteY1543" fmla="*/ 164723 h 506009"/>
              <a:gd name="connsiteX1544" fmla="*/ 334856 w 2249309"/>
              <a:gd name="connsiteY1544" fmla="*/ 153454 h 506009"/>
              <a:gd name="connsiteX1545" fmla="*/ 341463 w 2249309"/>
              <a:gd name="connsiteY1545" fmla="*/ 137173 h 506009"/>
              <a:gd name="connsiteX1546" fmla="*/ 265696 w 2249309"/>
              <a:gd name="connsiteY1546" fmla="*/ 148118 h 506009"/>
              <a:gd name="connsiteX1547" fmla="*/ 262604 w 2249309"/>
              <a:gd name="connsiteY1547" fmla="*/ 148118 h 506009"/>
              <a:gd name="connsiteX1548" fmla="*/ 262280 w 2249309"/>
              <a:gd name="connsiteY1548" fmla="*/ 146498 h 506009"/>
              <a:gd name="connsiteX1549" fmla="*/ 258067 w 2249309"/>
              <a:gd name="connsiteY1549" fmla="*/ 124733 h 506009"/>
              <a:gd name="connsiteX1550" fmla="*/ 258067 w 2249309"/>
              <a:gd name="connsiteY1550" fmla="*/ 124384 h 506009"/>
              <a:gd name="connsiteX1551" fmla="*/ 253081 w 2249309"/>
              <a:gd name="connsiteY1551" fmla="*/ 117328 h 506009"/>
              <a:gd name="connsiteX1552" fmla="*/ 291974 w 2249309"/>
              <a:gd name="connsiteY1552" fmla="*/ 116456 h 506009"/>
              <a:gd name="connsiteX1553" fmla="*/ 301722 w 2249309"/>
              <a:gd name="connsiteY1553" fmla="*/ 122764 h 506009"/>
              <a:gd name="connsiteX1554" fmla="*/ 290154 w 2249309"/>
              <a:gd name="connsiteY1554" fmla="*/ 123387 h 506009"/>
              <a:gd name="connsiteX1555" fmla="*/ 281527 w 2249309"/>
              <a:gd name="connsiteY1555" fmla="*/ 117104 h 506009"/>
              <a:gd name="connsiteX1556" fmla="*/ 291974 w 2249309"/>
              <a:gd name="connsiteY1556" fmla="*/ 116456 h 506009"/>
              <a:gd name="connsiteX1557" fmla="*/ 1392283 w 2249309"/>
              <a:gd name="connsiteY1557" fmla="*/ 115366 h 506009"/>
              <a:gd name="connsiteX1558" fmla="*/ 1400975 w 2249309"/>
              <a:gd name="connsiteY1558" fmla="*/ 118756 h 506009"/>
              <a:gd name="connsiteX1559" fmla="*/ 1418359 w 2249309"/>
              <a:gd name="connsiteY1559" fmla="*/ 120059 h 506009"/>
              <a:gd name="connsiteX1560" fmla="*/ 1419142 w 2249309"/>
              <a:gd name="connsiteY1560" fmla="*/ 120494 h 506009"/>
              <a:gd name="connsiteX1561" fmla="*/ 1422097 w 2249309"/>
              <a:gd name="connsiteY1561" fmla="*/ 127621 h 506009"/>
              <a:gd name="connsiteX1562" fmla="*/ 1428094 w 2249309"/>
              <a:gd name="connsiteY1562" fmla="*/ 139790 h 506009"/>
              <a:gd name="connsiteX1563" fmla="*/ 1423226 w 2249309"/>
              <a:gd name="connsiteY1563" fmla="*/ 150133 h 506009"/>
              <a:gd name="connsiteX1564" fmla="*/ 1420967 w 2249309"/>
              <a:gd name="connsiteY1564" fmla="*/ 159694 h 506009"/>
              <a:gd name="connsiteX1565" fmla="*/ 1412275 w 2249309"/>
              <a:gd name="connsiteY1565" fmla="*/ 175079 h 506009"/>
              <a:gd name="connsiteX1566" fmla="*/ 1404452 w 2249309"/>
              <a:gd name="connsiteY1566" fmla="*/ 183771 h 506009"/>
              <a:gd name="connsiteX1567" fmla="*/ 1387068 w 2249309"/>
              <a:gd name="connsiteY1567" fmla="*/ 220103 h 506009"/>
              <a:gd name="connsiteX1568" fmla="*/ 1381245 w 2249309"/>
              <a:gd name="connsiteY1568" fmla="*/ 225927 h 506009"/>
              <a:gd name="connsiteX1569" fmla="*/ 1374118 w 2249309"/>
              <a:gd name="connsiteY1569" fmla="*/ 225927 h 506009"/>
              <a:gd name="connsiteX1570" fmla="*/ 1366642 w 2249309"/>
              <a:gd name="connsiteY1570" fmla="*/ 228360 h 506009"/>
              <a:gd name="connsiteX1571" fmla="*/ 1355517 w 2249309"/>
              <a:gd name="connsiteY1571" fmla="*/ 231751 h 506009"/>
              <a:gd name="connsiteX1572" fmla="*/ 1355517 w 2249309"/>
              <a:gd name="connsiteY1572" fmla="*/ 240442 h 506009"/>
              <a:gd name="connsiteX1573" fmla="*/ 1364208 w 2249309"/>
              <a:gd name="connsiteY1573" fmla="*/ 238877 h 506009"/>
              <a:gd name="connsiteX1574" fmla="*/ 1370989 w 2249309"/>
              <a:gd name="connsiteY1574" fmla="*/ 235748 h 506009"/>
              <a:gd name="connsiteX1575" fmla="*/ 1380376 w 2249309"/>
              <a:gd name="connsiteY1575" fmla="*/ 238704 h 506009"/>
              <a:gd name="connsiteX1576" fmla="*/ 1384113 w 2249309"/>
              <a:gd name="connsiteY1576" fmla="*/ 243050 h 506009"/>
              <a:gd name="connsiteX1577" fmla="*/ 1386547 w 2249309"/>
              <a:gd name="connsiteY1577" fmla="*/ 254870 h 506009"/>
              <a:gd name="connsiteX1578" fmla="*/ 1385070 w 2249309"/>
              <a:gd name="connsiteY1578" fmla="*/ 259738 h 506009"/>
              <a:gd name="connsiteX1579" fmla="*/ 1376378 w 2249309"/>
              <a:gd name="connsiteY1579" fmla="*/ 265735 h 506009"/>
              <a:gd name="connsiteX1580" fmla="*/ 1366642 w 2249309"/>
              <a:gd name="connsiteY1580" fmla="*/ 269299 h 506009"/>
              <a:gd name="connsiteX1581" fmla="*/ 1363601 w 2249309"/>
              <a:gd name="connsiteY1581" fmla="*/ 274949 h 506009"/>
              <a:gd name="connsiteX1582" fmla="*/ 1368294 w 2249309"/>
              <a:gd name="connsiteY1582" fmla="*/ 278687 h 506009"/>
              <a:gd name="connsiteX1583" fmla="*/ 1381245 w 2249309"/>
              <a:gd name="connsiteY1583" fmla="*/ 276253 h 506009"/>
              <a:gd name="connsiteX1584" fmla="*/ 1390980 w 2249309"/>
              <a:gd name="connsiteY1584" fmla="*/ 276253 h 506009"/>
              <a:gd name="connsiteX1585" fmla="*/ 1402975 w 2249309"/>
              <a:gd name="connsiteY1585" fmla="*/ 273819 h 506009"/>
              <a:gd name="connsiteX1586" fmla="*/ 1413492 w 2249309"/>
              <a:gd name="connsiteY1586" fmla="*/ 273819 h 506009"/>
              <a:gd name="connsiteX1587" fmla="*/ 1422183 w 2249309"/>
              <a:gd name="connsiteY1587" fmla="*/ 287465 h 506009"/>
              <a:gd name="connsiteX1588" fmla="*/ 1406799 w 2249309"/>
              <a:gd name="connsiteY1588" fmla="*/ 309630 h 506009"/>
              <a:gd name="connsiteX1589" fmla="*/ 1392805 w 2249309"/>
              <a:gd name="connsiteY1589" fmla="*/ 307196 h 506009"/>
              <a:gd name="connsiteX1590" fmla="*/ 1369685 w 2249309"/>
              <a:gd name="connsiteY1590" fmla="*/ 308152 h 506009"/>
              <a:gd name="connsiteX1591" fmla="*/ 1357081 w 2249309"/>
              <a:gd name="connsiteY1591" fmla="*/ 307369 h 506009"/>
              <a:gd name="connsiteX1592" fmla="*/ 1346043 w 2249309"/>
              <a:gd name="connsiteY1592" fmla="*/ 308500 h 506009"/>
              <a:gd name="connsiteX1593" fmla="*/ 1333701 w 2249309"/>
              <a:gd name="connsiteY1593" fmla="*/ 310586 h 506009"/>
              <a:gd name="connsiteX1594" fmla="*/ 1318664 w 2249309"/>
              <a:gd name="connsiteY1594" fmla="*/ 313541 h 506009"/>
              <a:gd name="connsiteX1595" fmla="*/ 1303105 w 2249309"/>
              <a:gd name="connsiteY1595" fmla="*/ 315105 h 506009"/>
              <a:gd name="connsiteX1596" fmla="*/ 1287112 w 2249309"/>
              <a:gd name="connsiteY1596" fmla="*/ 319972 h 506009"/>
              <a:gd name="connsiteX1597" fmla="*/ 1277030 w 2249309"/>
              <a:gd name="connsiteY1597" fmla="*/ 314671 h 506009"/>
              <a:gd name="connsiteX1598" fmla="*/ 1274770 w 2249309"/>
              <a:gd name="connsiteY1598" fmla="*/ 301198 h 506009"/>
              <a:gd name="connsiteX1599" fmla="*/ 1275290 w 2249309"/>
              <a:gd name="connsiteY1599" fmla="*/ 295027 h 506009"/>
              <a:gd name="connsiteX1600" fmla="*/ 1278680 w 2249309"/>
              <a:gd name="connsiteY1600" fmla="*/ 287900 h 506009"/>
              <a:gd name="connsiteX1601" fmla="*/ 1282418 w 2249309"/>
              <a:gd name="connsiteY1601" fmla="*/ 284858 h 506009"/>
              <a:gd name="connsiteX1602" fmla="*/ 1287112 w 2249309"/>
              <a:gd name="connsiteY1602" fmla="*/ 287118 h 506009"/>
              <a:gd name="connsiteX1603" fmla="*/ 1300846 w 2249309"/>
              <a:gd name="connsiteY1603" fmla="*/ 282424 h 506009"/>
              <a:gd name="connsiteX1604" fmla="*/ 1318229 w 2249309"/>
              <a:gd name="connsiteY1604" fmla="*/ 274776 h 506009"/>
              <a:gd name="connsiteX1605" fmla="*/ 1315360 w 2249309"/>
              <a:gd name="connsiteY1605" fmla="*/ 269908 h 506009"/>
              <a:gd name="connsiteX1606" fmla="*/ 1308234 w 2249309"/>
              <a:gd name="connsiteY1606" fmla="*/ 268952 h 506009"/>
              <a:gd name="connsiteX1607" fmla="*/ 1302236 w 2249309"/>
              <a:gd name="connsiteY1607" fmla="*/ 265909 h 506009"/>
              <a:gd name="connsiteX1608" fmla="*/ 1302236 w 2249309"/>
              <a:gd name="connsiteY1608" fmla="*/ 260086 h 506009"/>
              <a:gd name="connsiteX1609" fmla="*/ 1303018 w 2249309"/>
              <a:gd name="connsiteY1609" fmla="*/ 252959 h 506009"/>
              <a:gd name="connsiteX1610" fmla="*/ 1306930 w 2249309"/>
              <a:gd name="connsiteY1610" fmla="*/ 247744 h 506009"/>
              <a:gd name="connsiteX1611" fmla="*/ 1310927 w 2249309"/>
              <a:gd name="connsiteY1611" fmla="*/ 249047 h 506009"/>
              <a:gd name="connsiteX1612" fmla="*/ 1315187 w 2249309"/>
              <a:gd name="connsiteY1612" fmla="*/ 248265 h 506009"/>
              <a:gd name="connsiteX1613" fmla="*/ 1319359 w 2249309"/>
              <a:gd name="connsiteY1613" fmla="*/ 248265 h 506009"/>
              <a:gd name="connsiteX1614" fmla="*/ 1323097 w 2249309"/>
              <a:gd name="connsiteY1614" fmla="*/ 244875 h 506009"/>
              <a:gd name="connsiteX1615" fmla="*/ 1324052 w 2249309"/>
              <a:gd name="connsiteY1615" fmla="*/ 236183 h 506009"/>
              <a:gd name="connsiteX1616" fmla="*/ 1318924 w 2249309"/>
              <a:gd name="connsiteY1616" fmla="*/ 235487 h 506009"/>
              <a:gd name="connsiteX1617" fmla="*/ 1312405 w 2249309"/>
              <a:gd name="connsiteY1617" fmla="*/ 237313 h 506009"/>
              <a:gd name="connsiteX1618" fmla="*/ 1306408 w 2249309"/>
              <a:gd name="connsiteY1618" fmla="*/ 238616 h 506009"/>
              <a:gd name="connsiteX1619" fmla="*/ 1301540 w 2249309"/>
              <a:gd name="connsiteY1619" fmla="*/ 237921 h 506009"/>
              <a:gd name="connsiteX1620" fmla="*/ 1299106 w 2249309"/>
              <a:gd name="connsiteY1620" fmla="*/ 234097 h 506009"/>
              <a:gd name="connsiteX1621" fmla="*/ 1297195 w 2249309"/>
              <a:gd name="connsiteY1621" fmla="*/ 228534 h 506009"/>
              <a:gd name="connsiteX1622" fmla="*/ 1292849 w 2249309"/>
              <a:gd name="connsiteY1622" fmla="*/ 220451 h 506009"/>
              <a:gd name="connsiteX1623" fmla="*/ 1290415 w 2249309"/>
              <a:gd name="connsiteY1623" fmla="*/ 211759 h 506009"/>
              <a:gd name="connsiteX1624" fmla="*/ 1295109 w 2249309"/>
              <a:gd name="connsiteY1624" fmla="*/ 198113 h 506009"/>
              <a:gd name="connsiteX1625" fmla="*/ 1292848 w 2249309"/>
              <a:gd name="connsiteY1625" fmla="*/ 176122 h 506009"/>
              <a:gd name="connsiteX1626" fmla="*/ 1290067 w 2249309"/>
              <a:gd name="connsiteY1626" fmla="*/ 166735 h 506009"/>
              <a:gd name="connsiteX1627" fmla="*/ 1291197 w 2249309"/>
              <a:gd name="connsiteY1627" fmla="*/ 159607 h 506009"/>
              <a:gd name="connsiteX1628" fmla="*/ 1293631 w 2249309"/>
              <a:gd name="connsiteY1628" fmla="*/ 147439 h 506009"/>
              <a:gd name="connsiteX1629" fmla="*/ 1299628 w 2249309"/>
              <a:gd name="connsiteY1629" fmla="*/ 135097 h 506009"/>
              <a:gd name="connsiteX1630" fmla="*/ 1307364 w 2249309"/>
              <a:gd name="connsiteY1630" fmla="*/ 139790 h 506009"/>
              <a:gd name="connsiteX1631" fmla="*/ 1314665 w 2249309"/>
              <a:gd name="connsiteY1631" fmla="*/ 139008 h 506009"/>
              <a:gd name="connsiteX1632" fmla="*/ 1324227 w 2249309"/>
              <a:gd name="connsiteY1632" fmla="*/ 135965 h 506009"/>
              <a:gd name="connsiteX1633" fmla="*/ 1340566 w 2249309"/>
              <a:gd name="connsiteY1633" fmla="*/ 129273 h 506009"/>
              <a:gd name="connsiteX1634" fmla="*/ 1353518 w 2249309"/>
              <a:gd name="connsiteY1634" fmla="*/ 127969 h 506009"/>
              <a:gd name="connsiteX1635" fmla="*/ 1392283 w 2249309"/>
              <a:gd name="connsiteY1635" fmla="*/ 115366 h 506009"/>
              <a:gd name="connsiteX1636" fmla="*/ 82424 w 2249309"/>
              <a:gd name="connsiteY1636" fmla="*/ 105436 h 506009"/>
              <a:gd name="connsiteX1637" fmla="*/ 81402 w 2249309"/>
              <a:gd name="connsiteY1637" fmla="*/ 105835 h 506009"/>
              <a:gd name="connsiteX1638" fmla="*/ 80430 w 2249309"/>
              <a:gd name="connsiteY1638" fmla="*/ 106458 h 506009"/>
              <a:gd name="connsiteX1639" fmla="*/ 79283 w 2249309"/>
              <a:gd name="connsiteY1639" fmla="*/ 107755 h 506009"/>
              <a:gd name="connsiteX1640" fmla="*/ 77986 w 2249309"/>
              <a:gd name="connsiteY1640" fmla="*/ 108852 h 506009"/>
              <a:gd name="connsiteX1641" fmla="*/ 76840 w 2249309"/>
              <a:gd name="connsiteY1641" fmla="*/ 109226 h 506009"/>
              <a:gd name="connsiteX1642" fmla="*/ 76590 w 2249309"/>
              <a:gd name="connsiteY1642" fmla="*/ 109899 h 506009"/>
              <a:gd name="connsiteX1643" fmla="*/ 76565 w 2249309"/>
              <a:gd name="connsiteY1643" fmla="*/ 109899 h 506009"/>
              <a:gd name="connsiteX1644" fmla="*/ 76441 w 2249309"/>
              <a:gd name="connsiteY1644" fmla="*/ 111195 h 506009"/>
              <a:gd name="connsiteX1645" fmla="*/ 76939 w 2249309"/>
              <a:gd name="connsiteY1645" fmla="*/ 111694 h 506009"/>
              <a:gd name="connsiteX1646" fmla="*/ 79432 w 2249309"/>
              <a:gd name="connsiteY1646" fmla="*/ 112641 h 506009"/>
              <a:gd name="connsiteX1647" fmla="*/ 81776 w 2249309"/>
              <a:gd name="connsiteY1647" fmla="*/ 115633 h 506009"/>
              <a:gd name="connsiteX1648" fmla="*/ 82424 w 2249309"/>
              <a:gd name="connsiteY1648" fmla="*/ 117503 h 506009"/>
              <a:gd name="connsiteX1649" fmla="*/ 81751 w 2249309"/>
              <a:gd name="connsiteY1649" fmla="*/ 119522 h 506009"/>
              <a:gd name="connsiteX1650" fmla="*/ 80878 w 2249309"/>
              <a:gd name="connsiteY1650" fmla="*/ 120594 h 506009"/>
              <a:gd name="connsiteX1651" fmla="*/ 80006 w 2249309"/>
              <a:gd name="connsiteY1651" fmla="*/ 122414 h 506009"/>
              <a:gd name="connsiteX1652" fmla="*/ 80006 w 2249309"/>
              <a:gd name="connsiteY1652" fmla="*/ 124359 h 506009"/>
              <a:gd name="connsiteX1653" fmla="*/ 81651 w 2249309"/>
              <a:gd name="connsiteY1653" fmla="*/ 126054 h 506009"/>
              <a:gd name="connsiteX1654" fmla="*/ 82674 w 2249309"/>
              <a:gd name="connsiteY1654" fmla="*/ 126628 h 506009"/>
              <a:gd name="connsiteX1655" fmla="*/ 84095 w 2249309"/>
              <a:gd name="connsiteY1655" fmla="*/ 127550 h 506009"/>
              <a:gd name="connsiteX1656" fmla="*/ 84967 w 2249309"/>
              <a:gd name="connsiteY1656" fmla="*/ 127550 h 506009"/>
              <a:gd name="connsiteX1657" fmla="*/ 85566 w 2249309"/>
              <a:gd name="connsiteY1657" fmla="*/ 126703 h 506009"/>
              <a:gd name="connsiteX1658" fmla="*/ 86114 w 2249309"/>
              <a:gd name="connsiteY1658" fmla="*/ 125381 h 506009"/>
              <a:gd name="connsiteX1659" fmla="*/ 86962 w 2249309"/>
              <a:gd name="connsiteY1659" fmla="*/ 124209 h 506009"/>
              <a:gd name="connsiteX1660" fmla="*/ 87809 w 2249309"/>
              <a:gd name="connsiteY1660" fmla="*/ 123960 h 506009"/>
              <a:gd name="connsiteX1661" fmla="*/ 90303 w 2249309"/>
              <a:gd name="connsiteY1661" fmla="*/ 126104 h 506009"/>
              <a:gd name="connsiteX1662" fmla="*/ 90303 w 2249309"/>
              <a:gd name="connsiteY1662" fmla="*/ 128099 h 506009"/>
              <a:gd name="connsiteX1663" fmla="*/ 89480 w 2249309"/>
              <a:gd name="connsiteY1663" fmla="*/ 131489 h 506009"/>
              <a:gd name="connsiteX1664" fmla="*/ 88757 w 2249309"/>
              <a:gd name="connsiteY1664" fmla="*/ 133235 h 506009"/>
              <a:gd name="connsiteX1665" fmla="*/ 88333 w 2249309"/>
              <a:gd name="connsiteY1665" fmla="*/ 135104 h 506009"/>
              <a:gd name="connsiteX1666" fmla="*/ 87685 w 2249309"/>
              <a:gd name="connsiteY1666" fmla="*/ 135952 h 506009"/>
              <a:gd name="connsiteX1667" fmla="*/ 87934 w 2249309"/>
              <a:gd name="connsiteY1667" fmla="*/ 137099 h 506009"/>
              <a:gd name="connsiteX1668" fmla="*/ 89106 w 2249309"/>
              <a:gd name="connsiteY1668" fmla="*/ 137647 h 506009"/>
              <a:gd name="connsiteX1669" fmla="*/ 90352 w 2249309"/>
              <a:gd name="connsiteY1669" fmla="*/ 138395 h 506009"/>
              <a:gd name="connsiteX1670" fmla="*/ 91774 w 2249309"/>
              <a:gd name="connsiteY1670" fmla="*/ 138146 h 506009"/>
              <a:gd name="connsiteX1671" fmla="*/ 94142 w 2249309"/>
              <a:gd name="connsiteY1671" fmla="*/ 137972 h 506009"/>
              <a:gd name="connsiteX1672" fmla="*/ 94566 w 2249309"/>
              <a:gd name="connsiteY1672" fmla="*/ 134606 h 506009"/>
              <a:gd name="connsiteX1673" fmla="*/ 95214 w 2249309"/>
              <a:gd name="connsiteY1673" fmla="*/ 132786 h 506009"/>
              <a:gd name="connsiteX1674" fmla="*/ 95962 w 2249309"/>
              <a:gd name="connsiteY1674" fmla="*/ 129520 h 506009"/>
              <a:gd name="connsiteX1675" fmla="*/ 96735 w 2249309"/>
              <a:gd name="connsiteY1675" fmla="*/ 127176 h 506009"/>
              <a:gd name="connsiteX1676" fmla="*/ 96735 w 2249309"/>
              <a:gd name="connsiteY1676" fmla="*/ 124234 h 506009"/>
              <a:gd name="connsiteX1677" fmla="*/ 97308 w 2249309"/>
              <a:gd name="connsiteY1677" fmla="*/ 121442 h 506009"/>
              <a:gd name="connsiteX1678" fmla="*/ 96934 w 2249309"/>
              <a:gd name="connsiteY1678" fmla="*/ 119996 h 506009"/>
              <a:gd name="connsiteX1679" fmla="*/ 95688 w 2249309"/>
              <a:gd name="connsiteY1679" fmla="*/ 117927 h 506009"/>
              <a:gd name="connsiteX1680" fmla="*/ 94765 w 2249309"/>
              <a:gd name="connsiteY1680" fmla="*/ 117378 h 506009"/>
              <a:gd name="connsiteX1681" fmla="*/ 94167 w 2249309"/>
              <a:gd name="connsiteY1681" fmla="*/ 116979 h 506009"/>
              <a:gd name="connsiteX1682" fmla="*/ 93045 w 2249309"/>
              <a:gd name="connsiteY1682" fmla="*/ 116456 h 506009"/>
              <a:gd name="connsiteX1683" fmla="*/ 91848 w 2249309"/>
              <a:gd name="connsiteY1683" fmla="*/ 115184 h 506009"/>
              <a:gd name="connsiteX1684" fmla="*/ 90552 w 2249309"/>
              <a:gd name="connsiteY1684" fmla="*/ 113564 h 506009"/>
              <a:gd name="connsiteX1685" fmla="*/ 88208 w 2249309"/>
              <a:gd name="connsiteY1685" fmla="*/ 111071 h 506009"/>
              <a:gd name="connsiteX1686" fmla="*/ 86987 w 2249309"/>
              <a:gd name="connsiteY1686" fmla="*/ 109625 h 506009"/>
              <a:gd name="connsiteX1687" fmla="*/ 86264 w 2249309"/>
              <a:gd name="connsiteY1687" fmla="*/ 107780 h 506009"/>
              <a:gd name="connsiteX1688" fmla="*/ 85092 w 2249309"/>
              <a:gd name="connsiteY1688" fmla="*/ 106583 h 506009"/>
              <a:gd name="connsiteX1689" fmla="*/ 84344 w 2249309"/>
              <a:gd name="connsiteY1689" fmla="*/ 105785 h 506009"/>
              <a:gd name="connsiteX1690" fmla="*/ 82424 w 2249309"/>
              <a:gd name="connsiteY1690" fmla="*/ 105436 h 506009"/>
              <a:gd name="connsiteX1691" fmla="*/ 302687 w 2249309"/>
              <a:gd name="connsiteY1691" fmla="*/ 105338 h 506009"/>
              <a:gd name="connsiteX1692" fmla="*/ 312642 w 2249309"/>
              <a:gd name="connsiteY1692" fmla="*/ 106708 h 506009"/>
              <a:gd name="connsiteX1693" fmla="*/ 303168 w 2249309"/>
              <a:gd name="connsiteY1693" fmla="*/ 112043 h 506009"/>
              <a:gd name="connsiteX1694" fmla="*/ 293045 w 2249309"/>
              <a:gd name="connsiteY1694" fmla="*/ 108852 h 506009"/>
              <a:gd name="connsiteX1695" fmla="*/ 302669 w 2249309"/>
              <a:gd name="connsiteY1695" fmla="*/ 105336 h 506009"/>
              <a:gd name="connsiteX1696" fmla="*/ 302694 w 2249309"/>
              <a:gd name="connsiteY1696" fmla="*/ 105336 h 506009"/>
              <a:gd name="connsiteX1697" fmla="*/ 302687 w 2249309"/>
              <a:gd name="connsiteY1697" fmla="*/ 105338 h 506009"/>
              <a:gd name="connsiteX1698" fmla="*/ 421692 w 2249309"/>
              <a:gd name="connsiteY1698" fmla="*/ 93619 h 506009"/>
              <a:gd name="connsiteX1699" fmla="*/ 420346 w 2249309"/>
              <a:gd name="connsiteY1699" fmla="*/ 93918 h 506009"/>
              <a:gd name="connsiteX1700" fmla="*/ 419049 w 2249309"/>
              <a:gd name="connsiteY1700" fmla="*/ 95563 h 506009"/>
              <a:gd name="connsiteX1701" fmla="*/ 416556 w 2249309"/>
              <a:gd name="connsiteY1701" fmla="*/ 98206 h 506009"/>
              <a:gd name="connsiteX1702" fmla="*/ 413913 w 2249309"/>
              <a:gd name="connsiteY1702" fmla="*/ 100350 h 506009"/>
              <a:gd name="connsiteX1703" fmla="*/ 412866 w 2249309"/>
              <a:gd name="connsiteY1703" fmla="*/ 101696 h 506009"/>
              <a:gd name="connsiteX1704" fmla="*/ 412343 w 2249309"/>
              <a:gd name="connsiteY1704" fmla="*/ 102768 h 506009"/>
              <a:gd name="connsiteX1705" fmla="*/ 411545 w 2249309"/>
              <a:gd name="connsiteY1705" fmla="*/ 102768 h 506009"/>
              <a:gd name="connsiteX1706" fmla="*/ 409949 w 2249309"/>
              <a:gd name="connsiteY1706" fmla="*/ 102020 h 506009"/>
              <a:gd name="connsiteX1707" fmla="*/ 409765 w 2249309"/>
              <a:gd name="connsiteY1707" fmla="*/ 101836 h 506009"/>
              <a:gd name="connsiteX1708" fmla="*/ 409949 w 2249309"/>
              <a:gd name="connsiteY1708" fmla="*/ 100973 h 506009"/>
              <a:gd name="connsiteX1709" fmla="*/ 411470 w 2249309"/>
              <a:gd name="connsiteY1709" fmla="*/ 99004 h 506009"/>
              <a:gd name="connsiteX1710" fmla="*/ 411071 w 2249309"/>
              <a:gd name="connsiteY1710" fmla="*/ 98630 h 506009"/>
              <a:gd name="connsiteX1711" fmla="*/ 407431 w 2249309"/>
              <a:gd name="connsiteY1711" fmla="*/ 99403 h 506009"/>
              <a:gd name="connsiteX1712" fmla="*/ 406533 w 2249309"/>
              <a:gd name="connsiteY1712" fmla="*/ 99178 h 506009"/>
              <a:gd name="connsiteX1713" fmla="*/ 405411 w 2249309"/>
              <a:gd name="connsiteY1713" fmla="*/ 99627 h 506009"/>
              <a:gd name="connsiteX1714" fmla="*/ 403367 w 2249309"/>
              <a:gd name="connsiteY1714" fmla="*/ 101472 h 506009"/>
              <a:gd name="connsiteX1715" fmla="*/ 401971 w 2249309"/>
              <a:gd name="connsiteY1715" fmla="*/ 103965 h 506009"/>
              <a:gd name="connsiteX1716" fmla="*/ 402420 w 2249309"/>
              <a:gd name="connsiteY1716" fmla="*/ 105137 h 506009"/>
              <a:gd name="connsiteX1717" fmla="*/ 406110 w 2249309"/>
              <a:gd name="connsiteY1717" fmla="*/ 105760 h 506009"/>
              <a:gd name="connsiteX1718" fmla="*/ 407182 w 2249309"/>
              <a:gd name="connsiteY1718" fmla="*/ 105760 h 506009"/>
              <a:gd name="connsiteX1719" fmla="*/ 409675 w 2249309"/>
              <a:gd name="connsiteY1719" fmla="*/ 105536 h 506009"/>
              <a:gd name="connsiteX1720" fmla="*/ 411844 w 2249309"/>
              <a:gd name="connsiteY1720" fmla="*/ 106708 h 506009"/>
              <a:gd name="connsiteX1721" fmla="*/ 413464 w 2249309"/>
              <a:gd name="connsiteY1721" fmla="*/ 107879 h 506009"/>
              <a:gd name="connsiteX1722" fmla="*/ 415459 w 2249309"/>
              <a:gd name="connsiteY1722" fmla="*/ 109525 h 506009"/>
              <a:gd name="connsiteX1723" fmla="*/ 416805 w 2249309"/>
              <a:gd name="connsiteY1723" fmla="*/ 110472 h 506009"/>
              <a:gd name="connsiteX1724" fmla="*/ 418152 w 2249309"/>
              <a:gd name="connsiteY1724" fmla="*/ 111370 h 506009"/>
              <a:gd name="connsiteX1725" fmla="*/ 420645 w 2249309"/>
              <a:gd name="connsiteY1725" fmla="*/ 113464 h 506009"/>
              <a:gd name="connsiteX1726" fmla="*/ 422215 w 2249309"/>
              <a:gd name="connsiteY1726" fmla="*/ 114735 h 506009"/>
              <a:gd name="connsiteX1727" fmla="*/ 423686 w 2249309"/>
              <a:gd name="connsiteY1727" fmla="*/ 115982 h 506009"/>
              <a:gd name="connsiteX1728" fmla="*/ 422016 w 2249309"/>
              <a:gd name="connsiteY1728" fmla="*/ 116431 h 506009"/>
              <a:gd name="connsiteX1729" fmla="*/ 420495 w 2249309"/>
              <a:gd name="connsiteY1729" fmla="*/ 115857 h 506009"/>
              <a:gd name="connsiteX1730" fmla="*/ 419847 w 2249309"/>
              <a:gd name="connsiteY1730" fmla="*/ 114661 h 506009"/>
              <a:gd name="connsiteX1731" fmla="*/ 418924 w 2249309"/>
              <a:gd name="connsiteY1731" fmla="*/ 113788 h 506009"/>
              <a:gd name="connsiteX1732" fmla="*/ 417877 w 2249309"/>
              <a:gd name="connsiteY1732" fmla="*/ 112641 h 506009"/>
              <a:gd name="connsiteX1733" fmla="*/ 417079 w 2249309"/>
              <a:gd name="connsiteY1733" fmla="*/ 112467 h 506009"/>
              <a:gd name="connsiteX1734" fmla="*/ 416032 w 2249309"/>
              <a:gd name="connsiteY1734" fmla="*/ 111918 h 506009"/>
              <a:gd name="connsiteX1735" fmla="*/ 414935 w 2249309"/>
              <a:gd name="connsiteY1735" fmla="*/ 111120 h 506009"/>
              <a:gd name="connsiteX1736" fmla="*/ 413415 w 2249309"/>
              <a:gd name="connsiteY1736" fmla="*/ 110098 h 506009"/>
              <a:gd name="connsiteX1737" fmla="*/ 412243 w 2249309"/>
              <a:gd name="connsiteY1737" fmla="*/ 109076 h 506009"/>
              <a:gd name="connsiteX1738" fmla="*/ 411520 w 2249309"/>
              <a:gd name="connsiteY1738" fmla="*/ 108902 h 506009"/>
              <a:gd name="connsiteX1739" fmla="*/ 410273 w 2249309"/>
              <a:gd name="connsiteY1739" fmla="*/ 107730 h 506009"/>
              <a:gd name="connsiteX1740" fmla="*/ 407381 w 2249309"/>
              <a:gd name="connsiteY1740" fmla="*/ 108802 h 506009"/>
              <a:gd name="connsiteX1741" fmla="*/ 406035 w 2249309"/>
              <a:gd name="connsiteY1741" fmla="*/ 109625 h 506009"/>
              <a:gd name="connsiteX1742" fmla="*/ 405561 w 2249309"/>
              <a:gd name="connsiteY1742" fmla="*/ 110647 h 506009"/>
              <a:gd name="connsiteX1743" fmla="*/ 406334 w 2249309"/>
              <a:gd name="connsiteY1743" fmla="*/ 111494 h 506009"/>
              <a:gd name="connsiteX1744" fmla="*/ 407780 w 2249309"/>
              <a:gd name="connsiteY1744" fmla="*/ 112018 h 506009"/>
              <a:gd name="connsiteX1745" fmla="*/ 409176 w 2249309"/>
              <a:gd name="connsiteY1745" fmla="*/ 112342 h 506009"/>
              <a:gd name="connsiteX1746" fmla="*/ 409824 w 2249309"/>
              <a:gd name="connsiteY1746" fmla="*/ 113215 h 506009"/>
              <a:gd name="connsiteX1747" fmla="*/ 408478 w 2249309"/>
              <a:gd name="connsiteY1747" fmla="*/ 113763 h 506009"/>
              <a:gd name="connsiteX1748" fmla="*/ 407331 w 2249309"/>
              <a:gd name="connsiteY1748" fmla="*/ 114561 h 506009"/>
              <a:gd name="connsiteX1749" fmla="*/ 406583 w 2249309"/>
              <a:gd name="connsiteY1749" fmla="*/ 114711 h 506009"/>
              <a:gd name="connsiteX1750" fmla="*/ 405387 w 2249309"/>
              <a:gd name="connsiteY1750" fmla="*/ 114287 h 506009"/>
              <a:gd name="connsiteX1751" fmla="*/ 403741 w 2249309"/>
              <a:gd name="connsiteY1751" fmla="*/ 113265 h 506009"/>
              <a:gd name="connsiteX1752" fmla="*/ 401996 w 2249309"/>
              <a:gd name="connsiteY1752" fmla="*/ 112791 h 506009"/>
              <a:gd name="connsiteX1753" fmla="*/ 401223 w 2249309"/>
              <a:gd name="connsiteY1753" fmla="*/ 111370 h 506009"/>
              <a:gd name="connsiteX1754" fmla="*/ 398730 w 2249309"/>
              <a:gd name="connsiteY1754" fmla="*/ 110722 h 506009"/>
              <a:gd name="connsiteX1755" fmla="*/ 397209 w 2249309"/>
              <a:gd name="connsiteY1755" fmla="*/ 111669 h 506009"/>
              <a:gd name="connsiteX1756" fmla="*/ 396386 w 2249309"/>
              <a:gd name="connsiteY1756" fmla="*/ 112666 h 506009"/>
              <a:gd name="connsiteX1757" fmla="*/ 396685 w 2249309"/>
              <a:gd name="connsiteY1757" fmla="*/ 113514 h 506009"/>
              <a:gd name="connsiteX1758" fmla="*/ 397558 w 2249309"/>
              <a:gd name="connsiteY1758" fmla="*/ 115085 h 506009"/>
              <a:gd name="connsiteX1759" fmla="*/ 399428 w 2249309"/>
              <a:gd name="connsiteY1759" fmla="*/ 116032 h 506009"/>
              <a:gd name="connsiteX1760" fmla="*/ 401348 w 2249309"/>
              <a:gd name="connsiteY1760" fmla="*/ 117503 h 506009"/>
              <a:gd name="connsiteX1761" fmla="*/ 403242 w 2249309"/>
              <a:gd name="connsiteY1761" fmla="*/ 118924 h 506009"/>
              <a:gd name="connsiteX1762" fmla="*/ 402993 w 2249309"/>
              <a:gd name="connsiteY1762" fmla="*/ 120096 h 506009"/>
              <a:gd name="connsiteX1763" fmla="*/ 398181 w 2249309"/>
              <a:gd name="connsiteY1763" fmla="*/ 121168 h 506009"/>
              <a:gd name="connsiteX1764" fmla="*/ 395688 w 2249309"/>
              <a:gd name="connsiteY1764" fmla="*/ 119273 h 506009"/>
              <a:gd name="connsiteX1765" fmla="*/ 394342 w 2249309"/>
              <a:gd name="connsiteY1765" fmla="*/ 118749 h 506009"/>
              <a:gd name="connsiteX1766" fmla="*/ 394342 w 2249309"/>
              <a:gd name="connsiteY1766" fmla="*/ 122115 h 506009"/>
              <a:gd name="connsiteX1767" fmla="*/ 392996 w 2249309"/>
              <a:gd name="connsiteY1767" fmla="*/ 123312 h 506009"/>
              <a:gd name="connsiteX1768" fmla="*/ 394716 w 2249309"/>
              <a:gd name="connsiteY1768" fmla="*/ 125182 h 506009"/>
              <a:gd name="connsiteX1769" fmla="*/ 396187 w 2249309"/>
              <a:gd name="connsiteY1769" fmla="*/ 126079 h 506009"/>
              <a:gd name="connsiteX1770" fmla="*/ 398181 w 2249309"/>
              <a:gd name="connsiteY1770" fmla="*/ 127101 h 506009"/>
              <a:gd name="connsiteX1771" fmla="*/ 401173 w 2249309"/>
              <a:gd name="connsiteY1771" fmla="*/ 126254 h 506009"/>
              <a:gd name="connsiteX1772" fmla="*/ 402619 w 2249309"/>
              <a:gd name="connsiteY1772" fmla="*/ 125930 h 506009"/>
              <a:gd name="connsiteX1773" fmla="*/ 404314 w 2249309"/>
              <a:gd name="connsiteY1773" fmla="*/ 124907 h 506009"/>
              <a:gd name="connsiteX1774" fmla="*/ 405686 w 2249309"/>
              <a:gd name="connsiteY1774" fmla="*/ 123910 h 506009"/>
              <a:gd name="connsiteX1775" fmla="*/ 407032 w 2249309"/>
              <a:gd name="connsiteY1775" fmla="*/ 122464 h 506009"/>
              <a:gd name="connsiteX1776" fmla="*/ 409924 w 2249309"/>
              <a:gd name="connsiteY1776" fmla="*/ 123661 h 506009"/>
              <a:gd name="connsiteX1777" fmla="*/ 411071 w 2249309"/>
              <a:gd name="connsiteY1777" fmla="*/ 124284 h 506009"/>
              <a:gd name="connsiteX1778" fmla="*/ 412567 w 2249309"/>
              <a:gd name="connsiteY1778" fmla="*/ 125381 h 506009"/>
              <a:gd name="connsiteX1779" fmla="*/ 413913 w 2249309"/>
              <a:gd name="connsiteY1779" fmla="*/ 125531 h 506009"/>
              <a:gd name="connsiteX1780" fmla="*/ 415534 w 2249309"/>
              <a:gd name="connsiteY1780" fmla="*/ 124633 h 506009"/>
              <a:gd name="connsiteX1781" fmla="*/ 415534 w 2249309"/>
              <a:gd name="connsiteY1781" fmla="*/ 123661 h 506009"/>
              <a:gd name="connsiteX1782" fmla="*/ 414861 w 2249309"/>
              <a:gd name="connsiteY1782" fmla="*/ 121891 h 506009"/>
              <a:gd name="connsiteX1783" fmla="*/ 414312 w 2249309"/>
              <a:gd name="connsiteY1783" fmla="*/ 119996 h 506009"/>
              <a:gd name="connsiteX1784" fmla="*/ 413240 w 2249309"/>
              <a:gd name="connsiteY1784" fmla="*/ 119622 h 506009"/>
              <a:gd name="connsiteX1785" fmla="*/ 411719 w 2249309"/>
              <a:gd name="connsiteY1785" fmla="*/ 118899 h 506009"/>
              <a:gd name="connsiteX1786" fmla="*/ 411246 w 2249309"/>
              <a:gd name="connsiteY1786" fmla="*/ 118151 h 506009"/>
              <a:gd name="connsiteX1787" fmla="*/ 412692 w 2249309"/>
              <a:gd name="connsiteY1787" fmla="*/ 117204 h 506009"/>
              <a:gd name="connsiteX1788" fmla="*/ 414886 w 2249309"/>
              <a:gd name="connsiteY1788" fmla="*/ 117204 h 506009"/>
              <a:gd name="connsiteX1789" fmla="*/ 416506 w 2249309"/>
              <a:gd name="connsiteY1789" fmla="*/ 117204 h 506009"/>
              <a:gd name="connsiteX1790" fmla="*/ 420221 w 2249309"/>
              <a:gd name="connsiteY1790" fmla="*/ 117977 h 506009"/>
              <a:gd name="connsiteX1791" fmla="*/ 421467 w 2249309"/>
              <a:gd name="connsiteY1791" fmla="*/ 119273 h 506009"/>
              <a:gd name="connsiteX1792" fmla="*/ 422315 w 2249309"/>
              <a:gd name="connsiteY1792" fmla="*/ 120370 h 506009"/>
              <a:gd name="connsiteX1793" fmla="*/ 423437 w 2249309"/>
              <a:gd name="connsiteY1793" fmla="*/ 120869 h 506009"/>
              <a:gd name="connsiteX1794" fmla="*/ 426603 w 2249309"/>
              <a:gd name="connsiteY1794" fmla="*/ 122863 h 506009"/>
              <a:gd name="connsiteX1795" fmla="*/ 428797 w 2249309"/>
              <a:gd name="connsiteY1795" fmla="*/ 121716 h 506009"/>
              <a:gd name="connsiteX1796" fmla="*/ 430318 w 2249309"/>
              <a:gd name="connsiteY1796" fmla="*/ 119448 h 506009"/>
              <a:gd name="connsiteX1797" fmla="*/ 429820 w 2249309"/>
              <a:gd name="connsiteY1797" fmla="*/ 118326 h 506009"/>
              <a:gd name="connsiteX1798" fmla="*/ 429346 w 2249309"/>
              <a:gd name="connsiteY1798" fmla="*/ 117378 h 506009"/>
              <a:gd name="connsiteX1799" fmla="*/ 429346 w 2249309"/>
              <a:gd name="connsiteY1799" fmla="*/ 116256 h 506009"/>
              <a:gd name="connsiteX1800" fmla="*/ 428548 w 2249309"/>
              <a:gd name="connsiteY1800" fmla="*/ 115483 h 506009"/>
              <a:gd name="connsiteX1801" fmla="*/ 426778 w 2249309"/>
              <a:gd name="connsiteY1801" fmla="*/ 114910 h 506009"/>
              <a:gd name="connsiteX1802" fmla="*/ 426404 w 2249309"/>
              <a:gd name="connsiteY1802" fmla="*/ 114112 h 506009"/>
              <a:gd name="connsiteX1803" fmla="*/ 427925 w 2249309"/>
              <a:gd name="connsiteY1803" fmla="*/ 113115 h 506009"/>
              <a:gd name="connsiteX1804" fmla="*/ 429196 w 2249309"/>
              <a:gd name="connsiteY1804" fmla="*/ 112417 h 506009"/>
              <a:gd name="connsiteX1805" fmla="*/ 430368 w 2249309"/>
              <a:gd name="connsiteY1805" fmla="*/ 111893 h 506009"/>
              <a:gd name="connsiteX1806" fmla="*/ 433883 w 2249309"/>
              <a:gd name="connsiteY1806" fmla="*/ 110597 h 506009"/>
              <a:gd name="connsiteX1807" fmla="*/ 436227 w 2249309"/>
              <a:gd name="connsiteY1807" fmla="*/ 110896 h 506009"/>
              <a:gd name="connsiteX1808" fmla="*/ 437598 w 2249309"/>
              <a:gd name="connsiteY1808" fmla="*/ 109824 h 506009"/>
              <a:gd name="connsiteX1809" fmla="*/ 438097 w 2249309"/>
              <a:gd name="connsiteY1809" fmla="*/ 108902 h 506009"/>
              <a:gd name="connsiteX1810" fmla="*/ 437773 w 2249309"/>
              <a:gd name="connsiteY1810" fmla="*/ 107356 h 506009"/>
              <a:gd name="connsiteX1811" fmla="*/ 436825 w 2249309"/>
              <a:gd name="connsiteY1811" fmla="*/ 106533 h 506009"/>
              <a:gd name="connsiteX1812" fmla="*/ 436177 w 2249309"/>
              <a:gd name="connsiteY1812" fmla="*/ 106533 h 506009"/>
              <a:gd name="connsiteX1813" fmla="*/ 431739 w 2249309"/>
              <a:gd name="connsiteY1813" fmla="*/ 104987 h 506009"/>
              <a:gd name="connsiteX1814" fmla="*/ 430842 w 2249309"/>
              <a:gd name="connsiteY1814" fmla="*/ 106957 h 506009"/>
              <a:gd name="connsiteX1815" fmla="*/ 429844 w 2249309"/>
              <a:gd name="connsiteY1815" fmla="*/ 107480 h 506009"/>
              <a:gd name="connsiteX1816" fmla="*/ 428673 w 2249309"/>
              <a:gd name="connsiteY1816" fmla="*/ 107680 h 506009"/>
              <a:gd name="connsiteX1817" fmla="*/ 427451 w 2249309"/>
              <a:gd name="connsiteY1817" fmla="*/ 107206 h 506009"/>
              <a:gd name="connsiteX1818" fmla="*/ 426529 w 2249309"/>
              <a:gd name="connsiteY1818" fmla="*/ 108228 h 506009"/>
              <a:gd name="connsiteX1819" fmla="*/ 425506 w 2249309"/>
              <a:gd name="connsiteY1819" fmla="*/ 108228 h 506009"/>
              <a:gd name="connsiteX1820" fmla="*/ 424484 w 2249309"/>
              <a:gd name="connsiteY1820" fmla="*/ 108079 h 506009"/>
              <a:gd name="connsiteX1821" fmla="*/ 423661 w 2249309"/>
              <a:gd name="connsiteY1821" fmla="*/ 109226 h 506009"/>
              <a:gd name="connsiteX1822" fmla="*/ 424210 w 2249309"/>
              <a:gd name="connsiteY1822" fmla="*/ 110422 h 506009"/>
              <a:gd name="connsiteX1823" fmla="*/ 422215 w 2249309"/>
              <a:gd name="connsiteY1823" fmla="*/ 110422 h 506009"/>
              <a:gd name="connsiteX1824" fmla="*/ 422614 w 2249309"/>
              <a:gd name="connsiteY1824" fmla="*/ 109026 h 506009"/>
              <a:gd name="connsiteX1825" fmla="*/ 422141 w 2249309"/>
              <a:gd name="connsiteY1825" fmla="*/ 107356 h 506009"/>
              <a:gd name="connsiteX1826" fmla="*/ 424360 w 2249309"/>
              <a:gd name="connsiteY1826" fmla="*/ 107032 h 506009"/>
              <a:gd name="connsiteX1827" fmla="*/ 428024 w 2249309"/>
              <a:gd name="connsiteY1827" fmla="*/ 105935 h 506009"/>
              <a:gd name="connsiteX1828" fmla="*/ 428324 w 2249309"/>
              <a:gd name="connsiteY1828" fmla="*/ 104563 h 506009"/>
              <a:gd name="connsiteX1829" fmla="*/ 429396 w 2249309"/>
              <a:gd name="connsiteY1829" fmla="*/ 103566 h 506009"/>
              <a:gd name="connsiteX1830" fmla="*/ 431440 w 2249309"/>
              <a:gd name="connsiteY1830" fmla="*/ 103367 h 506009"/>
              <a:gd name="connsiteX1831" fmla="*/ 433235 w 2249309"/>
              <a:gd name="connsiteY1831" fmla="*/ 102569 h 506009"/>
              <a:gd name="connsiteX1832" fmla="*/ 433061 w 2249309"/>
              <a:gd name="connsiteY1832" fmla="*/ 100649 h 506009"/>
              <a:gd name="connsiteX1833" fmla="*/ 432412 w 2249309"/>
              <a:gd name="connsiteY1833" fmla="*/ 100176 h 506009"/>
              <a:gd name="connsiteX1834" fmla="*/ 431814 w 2249309"/>
              <a:gd name="connsiteY1834" fmla="*/ 99652 h 506009"/>
              <a:gd name="connsiteX1835" fmla="*/ 429795 w 2249309"/>
              <a:gd name="connsiteY1835" fmla="*/ 100176 h 506009"/>
              <a:gd name="connsiteX1836" fmla="*/ 427601 w 2249309"/>
              <a:gd name="connsiteY1836" fmla="*/ 100400 h 506009"/>
              <a:gd name="connsiteX1837" fmla="*/ 427601 w 2249309"/>
              <a:gd name="connsiteY1837" fmla="*/ 98979 h 506009"/>
              <a:gd name="connsiteX1838" fmla="*/ 426179 w 2249309"/>
              <a:gd name="connsiteY1838" fmla="*/ 98979 h 506009"/>
              <a:gd name="connsiteX1839" fmla="*/ 425432 w 2249309"/>
              <a:gd name="connsiteY1839" fmla="*/ 100500 h 506009"/>
              <a:gd name="connsiteX1840" fmla="*/ 423961 w 2249309"/>
              <a:gd name="connsiteY1840" fmla="*/ 101123 h 506009"/>
              <a:gd name="connsiteX1841" fmla="*/ 422639 w 2249309"/>
              <a:gd name="connsiteY1841" fmla="*/ 102345 h 506009"/>
              <a:gd name="connsiteX1842" fmla="*/ 423562 w 2249309"/>
              <a:gd name="connsiteY1842" fmla="*/ 102719 h 506009"/>
              <a:gd name="connsiteX1843" fmla="*/ 424783 w 2249309"/>
              <a:gd name="connsiteY1843" fmla="*/ 103317 h 506009"/>
              <a:gd name="connsiteX1844" fmla="*/ 423985 w 2249309"/>
              <a:gd name="connsiteY1844" fmla="*/ 105112 h 506009"/>
              <a:gd name="connsiteX1845" fmla="*/ 422066 w 2249309"/>
              <a:gd name="connsiteY1845" fmla="*/ 104987 h 506009"/>
              <a:gd name="connsiteX1846" fmla="*/ 422190 w 2249309"/>
              <a:gd name="connsiteY1846" fmla="*/ 104065 h 506009"/>
              <a:gd name="connsiteX1847" fmla="*/ 421193 w 2249309"/>
              <a:gd name="connsiteY1847" fmla="*/ 102868 h 506009"/>
              <a:gd name="connsiteX1848" fmla="*/ 421418 w 2249309"/>
              <a:gd name="connsiteY1848" fmla="*/ 102120 h 506009"/>
              <a:gd name="connsiteX1849" fmla="*/ 423337 w 2249309"/>
              <a:gd name="connsiteY1849" fmla="*/ 99627 h 506009"/>
              <a:gd name="connsiteX1850" fmla="*/ 423786 w 2249309"/>
              <a:gd name="connsiteY1850" fmla="*/ 98804 h 506009"/>
              <a:gd name="connsiteX1851" fmla="*/ 424559 w 2249309"/>
              <a:gd name="connsiteY1851" fmla="*/ 97483 h 506009"/>
              <a:gd name="connsiteX1852" fmla="*/ 423562 w 2249309"/>
              <a:gd name="connsiteY1852" fmla="*/ 97159 h 506009"/>
              <a:gd name="connsiteX1853" fmla="*/ 422240 w 2249309"/>
              <a:gd name="connsiteY1853" fmla="*/ 97633 h 506009"/>
              <a:gd name="connsiteX1854" fmla="*/ 421717 w 2249309"/>
              <a:gd name="connsiteY1854" fmla="*/ 98405 h 506009"/>
              <a:gd name="connsiteX1855" fmla="*/ 419772 w 2249309"/>
              <a:gd name="connsiteY1855" fmla="*/ 100250 h 506009"/>
              <a:gd name="connsiteX1856" fmla="*/ 418600 w 2249309"/>
              <a:gd name="connsiteY1856" fmla="*/ 101771 h 506009"/>
              <a:gd name="connsiteX1857" fmla="*/ 416506 w 2249309"/>
              <a:gd name="connsiteY1857" fmla="*/ 103591 h 506009"/>
              <a:gd name="connsiteX1858" fmla="*/ 416007 w 2249309"/>
              <a:gd name="connsiteY1858" fmla="*/ 105037 h 506009"/>
              <a:gd name="connsiteX1859" fmla="*/ 416755 w 2249309"/>
              <a:gd name="connsiteY1859" fmla="*/ 105286 h 506009"/>
              <a:gd name="connsiteX1860" fmla="*/ 417603 w 2249309"/>
              <a:gd name="connsiteY1860" fmla="*/ 105162 h 506009"/>
              <a:gd name="connsiteX1861" fmla="*/ 418750 w 2249309"/>
              <a:gd name="connsiteY1861" fmla="*/ 104663 h 506009"/>
              <a:gd name="connsiteX1862" fmla="*/ 418600 w 2249309"/>
              <a:gd name="connsiteY1862" fmla="*/ 105660 h 506009"/>
              <a:gd name="connsiteX1863" fmla="*/ 418127 w 2249309"/>
              <a:gd name="connsiteY1863" fmla="*/ 106533 h 506009"/>
              <a:gd name="connsiteX1864" fmla="*/ 419124 w 2249309"/>
              <a:gd name="connsiteY1864" fmla="*/ 107007 h 506009"/>
              <a:gd name="connsiteX1865" fmla="*/ 419847 w 2249309"/>
              <a:gd name="connsiteY1865" fmla="*/ 107929 h 506009"/>
              <a:gd name="connsiteX1866" fmla="*/ 419298 w 2249309"/>
              <a:gd name="connsiteY1866" fmla="*/ 108278 h 506009"/>
              <a:gd name="connsiteX1867" fmla="*/ 418351 w 2249309"/>
              <a:gd name="connsiteY1867" fmla="*/ 108029 h 506009"/>
              <a:gd name="connsiteX1868" fmla="*/ 417379 w 2249309"/>
              <a:gd name="connsiteY1868" fmla="*/ 107505 h 506009"/>
              <a:gd name="connsiteX1869" fmla="*/ 415833 w 2249309"/>
              <a:gd name="connsiteY1869" fmla="*/ 106359 h 506009"/>
              <a:gd name="connsiteX1870" fmla="*/ 414960 w 2249309"/>
              <a:gd name="connsiteY1870" fmla="*/ 105561 h 506009"/>
              <a:gd name="connsiteX1871" fmla="*/ 413764 w 2249309"/>
              <a:gd name="connsiteY1871" fmla="*/ 104788 h 506009"/>
              <a:gd name="connsiteX1872" fmla="*/ 413764 w 2249309"/>
              <a:gd name="connsiteY1872" fmla="*/ 103815 h 506009"/>
              <a:gd name="connsiteX1873" fmla="*/ 415135 w 2249309"/>
              <a:gd name="connsiteY1873" fmla="*/ 103192 h 506009"/>
              <a:gd name="connsiteX1874" fmla="*/ 416032 w 2249309"/>
              <a:gd name="connsiteY1874" fmla="*/ 102394 h 506009"/>
              <a:gd name="connsiteX1875" fmla="*/ 417005 w 2249309"/>
              <a:gd name="connsiteY1875" fmla="*/ 101048 h 506009"/>
              <a:gd name="connsiteX1876" fmla="*/ 418700 w 2249309"/>
              <a:gd name="connsiteY1876" fmla="*/ 99278 h 506009"/>
              <a:gd name="connsiteX1877" fmla="*/ 419647 w 2249309"/>
              <a:gd name="connsiteY1877" fmla="*/ 98480 h 506009"/>
              <a:gd name="connsiteX1878" fmla="*/ 420420 w 2249309"/>
              <a:gd name="connsiteY1878" fmla="*/ 97857 h 506009"/>
              <a:gd name="connsiteX1879" fmla="*/ 421044 w 2249309"/>
              <a:gd name="connsiteY1879" fmla="*/ 97234 h 506009"/>
              <a:gd name="connsiteX1880" fmla="*/ 422041 w 2249309"/>
              <a:gd name="connsiteY1880" fmla="*/ 96162 h 506009"/>
              <a:gd name="connsiteX1881" fmla="*/ 422764 w 2249309"/>
              <a:gd name="connsiteY1881" fmla="*/ 95214 h 506009"/>
              <a:gd name="connsiteX1882" fmla="*/ 422938 w 2249309"/>
              <a:gd name="connsiteY1882" fmla="*/ 94466 h 506009"/>
              <a:gd name="connsiteX1883" fmla="*/ 422365 w 2249309"/>
              <a:gd name="connsiteY1883" fmla="*/ 94317 h 506009"/>
              <a:gd name="connsiteX1884" fmla="*/ 421692 w 2249309"/>
              <a:gd name="connsiteY1884" fmla="*/ 93619 h 506009"/>
              <a:gd name="connsiteX1885" fmla="*/ 91125 w 2249309"/>
              <a:gd name="connsiteY1885" fmla="*/ 92073 h 506009"/>
              <a:gd name="connsiteX1886" fmla="*/ 90377 w 2249309"/>
              <a:gd name="connsiteY1886" fmla="*/ 92596 h 506009"/>
              <a:gd name="connsiteX1887" fmla="*/ 89206 w 2249309"/>
              <a:gd name="connsiteY1887" fmla="*/ 92920 h 506009"/>
              <a:gd name="connsiteX1888" fmla="*/ 88408 w 2249309"/>
              <a:gd name="connsiteY1888" fmla="*/ 94192 h 506009"/>
              <a:gd name="connsiteX1889" fmla="*/ 87460 w 2249309"/>
              <a:gd name="connsiteY1889" fmla="*/ 94865 h 506009"/>
              <a:gd name="connsiteX1890" fmla="*/ 86812 w 2249309"/>
              <a:gd name="connsiteY1890" fmla="*/ 95987 h 506009"/>
              <a:gd name="connsiteX1891" fmla="*/ 85566 w 2249309"/>
              <a:gd name="connsiteY1891" fmla="*/ 96885 h 506009"/>
              <a:gd name="connsiteX1892" fmla="*/ 85266 w 2249309"/>
              <a:gd name="connsiteY1892" fmla="*/ 98181 h 506009"/>
              <a:gd name="connsiteX1893" fmla="*/ 86663 w 2249309"/>
              <a:gd name="connsiteY1893" fmla="*/ 99577 h 506009"/>
              <a:gd name="connsiteX1894" fmla="*/ 88358 w 2249309"/>
              <a:gd name="connsiteY1894" fmla="*/ 102070 h 506009"/>
              <a:gd name="connsiteX1895" fmla="*/ 89405 w 2249309"/>
              <a:gd name="connsiteY1895" fmla="*/ 103616 h 506009"/>
              <a:gd name="connsiteX1896" fmla="*/ 91449 w 2249309"/>
              <a:gd name="connsiteY1896" fmla="*/ 105760 h 506009"/>
              <a:gd name="connsiteX1897" fmla="*/ 92571 w 2249309"/>
              <a:gd name="connsiteY1897" fmla="*/ 107331 h 506009"/>
              <a:gd name="connsiteX1898" fmla="*/ 93643 w 2249309"/>
              <a:gd name="connsiteY1898" fmla="*/ 108926 h 506009"/>
              <a:gd name="connsiteX1899" fmla="*/ 94117 w 2249309"/>
              <a:gd name="connsiteY1899" fmla="*/ 110073 h 506009"/>
              <a:gd name="connsiteX1900" fmla="*/ 96361 w 2249309"/>
              <a:gd name="connsiteY1900" fmla="*/ 112965 h 506009"/>
              <a:gd name="connsiteX1901" fmla="*/ 98156 w 2249309"/>
              <a:gd name="connsiteY1901" fmla="*/ 114337 h 506009"/>
              <a:gd name="connsiteX1902" fmla="*/ 99353 w 2249309"/>
              <a:gd name="connsiteY1902" fmla="*/ 115184 h 506009"/>
              <a:gd name="connsiteX1903" fmla="*/ 100524 w 2249309"/>
              <a:gd name="connsiteY1903" fmla="*/ 116157 h 506009"/>
              <a:gd name="connsiteX1904" fmla="*/ 102644 w 2249309"/>
              <a:gd name="connsiteY1904" fmla="*/ 117428 h 506009"/>
              <a:gd name="connsiteX1905" fmla="*/ 104214 w 2249309"/>
              <a:gd name="connsiteY1905" fmla="*/ 118724 h 506009"/>
              <a:gd name="connsiteX1906" fmla="*/ 106234 w 2249309"/>
              <a:gd name="connsiteY1906" fmla="*/ 119098 h 506009"/>
              <a:gd name="connsiteX1907" fmla="*/ 107505 w 2249309"/>
              <a:gd name="connsiteY1907" fmla="*/ 118700 h 506009"/>
              <a:gd name="connsiteX1908" fmla="*/ 109201 w 2249309"/>
              <a:gd name="connsiteY1908" fmla="*/ 117079 h 506009"/>
              <a:gd name="connsiteX1909" fmla="*/ 110597 w 2249309"/>
              <a:gd name="connsiteY1909" fmla="*/ 116231 h 506009"/>
              <a:gd name="connsiteX1910" fmla="*/ 111918 w 2249309"/>
              <a:gd name="connsiteY1910" fmla="*/ 114885 h 506009"/>
              <a:gd name="connsiteX1911" fmla="*/ 113339 w 2249309"/>
              <a:gd name="connsiteY1911" fmla="*/ 113614 h 506009"/>
              <a:gd name="connsiteX1912" fmla="*/ 114561 w 2249309"/>
              <a:gd name="connsiteY1912" fmla="*/ 113090 h 506009"/>
              <a:gd name="connsiteX1913" fmla="*/ 115458 w 2249309"/>
              <a:gd name="connsiteY1913" fmla="*/ 111519 h 506009"/>
              <a:gd name="connsiteX1914" fmla="*/ 116481 w 2249309"/>
              <a:gd name="connsiteY1914" fmla="*/ 110023 h 506009"/>
              <a:gd name="connsiteX1915" fmla="*/ 115807 w 2249309"/>
              <a:gd name="connsiteY1915" fmla="*/ 108453 h 506009"/>
              <a:gd name="connsiteX1916" fmla="*/ 114636 w 2249309"/>
              <a:gd name="connsiteY1916" fmla="*/ 106234 h 506009"/>
              <a:gd name="connsiteX1917" fmla="*/ 112442 w 2249309"/>
              <a:gd name="connsiteY1917" fmla="*/ 105461 h 506009"/>
              <a:gd name="connsiteX1918" fmla="*/ 111195 w 2249309"/>
              <a:gd name="connsiteY1918" fmla="*/ 106533 h 506009"/>
              <a:gd name="connsiteX1919" fmla="*/ 110173 w 2249309"/>
              <a:gd name="connsiteY1919" fmla="*/ 107032 h 506009"/>
              <a:gd name="connsiteX1920" fmla="*/ 109251 w 2249309"/>
              <a:gd name="connsiteY1920" fmla="*/ 107655 h 506009"/>
              <a:gd name="connsiteX1921" fmla="*/ 108079 w 2249309"/>
              <a:gd name="connsiteY1921" fmla="*/ 108627 h 506009"/>
              <a:gd name="connsiteX1922" fmla="*/ 105935 w 2249309"/>
              <a:gd name="connsiteY1922" fmla="*/ 109550 h 506009"/>
              <a:gd name="connsiteX1923" fmla="*/ 103566 w 2249309"/>
              <a:gd name="connsiteY1923" fmla="*/ 108378 h 506009"/>
              <a:gd name="connsiteX1924" fmla="*/ 102419 w 2249309"/>
              <a:gd name="connsiteY1924" fmla="*/ 107431 h 506009"/>
              <a:gd name="connsiteX1925" fmla="*/ 100824 w 2249309"/>
              <a:gd name="connsiteY1925" fmla="*/ 104638 h 506009"/>
              <a:gd name="connsiteX1926" fmla="*/ 101746 w 2249309"/>
              <a:gd name="connsiteY1926" fmla="*/ 101696 h 506009"/>
              <a:gd name="connsiteX1927" fmla="*/ 102220 w 2249309"/>
              <a:gd name="connsiteY1927" fmla="*/ 99777 h 506009"/>
              <a:gd name="connsiteX1928" fmla="*/ 102419 w 2249309"/>
              <a:gd name="connsiteY1928" fmla="*/ 98256 h 506009"/>
              <a:gd name="connsiteX1929" fmla="*/ 103142 w 2249309"/>
              <a:gd name="connsiteY1929" fmla="*/ 96934 h 506009"/>
              <a:gd name="connsiteX1930" fmla="*/ 103142 w 2249309"/>
              <a:gd name="connsiteY1930" fmla="*/ 95862 h 506009"/>
              <a:gd name="connsiteX1931" fmla="*/ 101846 w 2249309"/>
              <a:gd name="connsiteY1931" fmla="*/ 94990 h 506009"/>
              <a:gd name="connsiteX1932" fmla="*/ 99477 w 2249309"/>
              <a:gd name="connsiteY1932" fmla="*/ 94366 h 506009"/>
              <a:gd name="connsiteX1933" fmla="*/ 97508 w 2249309"/>
              <a:gd name="connsiteY1933" fmla="*/ 95389 h 506009"/>
              <a:gd name="connsiteX1934" fmla="*/ 97184 w 2249309"/>
              <a:gd name="connsiteY1934" fmla="*/ 96835 h 506009"/>
              <a:gd name="connsiteX1935" fmla="*/ 95962 w 2249309"/>
              <a:gd name="connsiteY1935" fmla="*/ 97458 h 506009"/>
              <a:gd name="connsiteX1936" fmla="*/ 95089 w 2249309"/>
              <a:gd name="connsiteY1936" fmla="*/ 96236 h 506009"/>
              <a:gd name="connsiteX1937" fmla="*/ 94042 w 2249309"/>
              <a:gd name="connsiteY1937" fmla="*/ 93120 h 506009"/>
              <a:gd name="connsiteX1938" fmla="*/ 92148 w 2249309"/>
              <a:gd name="connsiteY1938" fmla="*/ 92073 h 506009"/>
              <a:gd name="connsiteX1939" fmla="*/ 91125 w 2249309"/>
              <a:gd name="connsiteY1939" fmla="*/ 92073 h 506009"/>
              <a:gd name="connsiteX1940" fmla="*/ 309201 w 2249309"/>
              <a:gd name="connsiteY1940" fmla="*/ 81751 h 506009"/>
              <a:gd name="connsiteX1941" fmla="*/ 307282 w 2249309"/>
              <a:gd name="connsiteY1941" fmla="*/ 92921 h 506009"/>
              <a:gd name="connsiteX1942" fmla="*/ 301423 w 2249309"/>
              <a:gd name="connsiteY1942" fmla="*/ 99029 h 506009"/>
              <a:gd name="connsiteX1943" fmla="*/ 299154 w 2249309"/>
              <a:gd name="connsiteY1943" fmla="*/ 102769 h 506009"/>
              <a:gd name="connsiteX1944" fmla="*/ 269685 w 2249309"/>
              <a:gd name="connsiteY1944" fmla="*/ 123137 h 506009"/>
              <a:gd name="connsiteX1945" fmla="*/ 278411 w 2249309"/>
              <a:gd name="connsiteY1945" fmla="*/ 123711 h 506009"/>
              <a:gd name="connsiteX1946" fmla="*/ 278511 w 2249309"/>
              <a:gd name="connsiteY1946" fmla="*/ 123636 h 506009"/>
              <a:gd name="connsiteX1947" fmla="*/ 288059 w 2249309"/>
              <a:gd name="connsiteY1947" fmla="*/ 130517 h 506009"/>
              <a:gd name="connsiteX1948" fmla="*/ 276791 w 2249309"/>
              <a:gd name="connsiteY1948" fmla="*/ 130717 h 506009"/>
              <a:gd name="connsiteX1949" fmla="*/ 268812 w 2249309"/>
              <a:gd name="connsiteY1949" fmla="*/ 123462 h 506009"/>
              <a:gd name="connsiteX1950" fmla="*/ 262556 w 2249309"/>
              <a:gd name="connsiteY1950" fmla="*/ 125759 h 506009"/>
              <a:gd name="connsiteX1951" fmla="*/ 263895 w 2249309"/>
              <a:gd name="connsiteY1951" fmla="*/ 132627 h 506009"/>
              <a:gd name="connsiteX1952" fmla="*/ 266095 w 2249309"/>
              <a:gd name="connsiteY1952" fmla="*/ 143980 h 506009"/>
              <a:gd name="connsiteX1953" fmla="*/ 343133 w 2249309"/>
              <a:gd name="connsiteY1953" fmla="*/ 132362 h 506009"/>
              <a:gd name="connsiteX1954" fmla="*/ 345801 w 2249309"/>
              <a:gd name="connsiteY1954" fmla="*/ 131464 h 506009"/>
              <a:gd name="connsiteX1955" fmla="*/ 345801 w 2249309"/>
              <a:gd name="connsiteY1955" fmla="*/ 134256 h 506009"/>
              <a:gd name="connsiteX1956" fmla="*/ 338172 w 2249309"/>
              <a:gd name="connsiteY1956" fmla="*/ 155872 h 506009"/>
              <a:gd name="connsiteX1957" fmla="*/ 319224 w 2249309"/>
              <a:gd name="connsiteY1957" fmla="*/ 168213 h 506009"/>
              <a:gd name="connsiteX1958" fmla="*/ 311320 w 2249309"/>
              <a:gd name="connsiteY1958" fmla="*/ 182873 h 506009"/>
              <a:gd name="connsiteX1959" fmla="*/ 307681 w 2249309"/>
              <a:gd name="connsiteY1959" fmla="*/ 185366 h 506009"/>
              <a:gd name="connsiteX1960" fmla="*/ 344080 w 2249309"/>
              <a:gd name="connsiteY1960" fmla="*/ 179806 h 506009"/>
              <a:gd name="connsiteX1961" fmla="*/ 346948 w 2249309"/>
              <a:gd name="connsiteY1961" fmla="*/ 179258 h 506009"/>
              <a:gd name="connsiteX1962" fmla="*/ 346798 w 2249309"/>
              <a:gd name="connsiteY1962" fmla="*/ 179258 h 506009"/>
              <a:gd name="connsiteX1963" fmla="*/ 354601 w 2249309"/>
              <a:gd name="connsiteY1963" fmla="*/ 177637 h 506009"/>
              <a:gd name="connsiteX1964" fmla="*/ 342510 w 2249309"/>
              <a:gd name="connsiteY1964" fmla="*/ 195438 h 506009"/>
              <a:gd name="connsiteX1965" fmla="*/ 314038 w 2249309"/>
              <a:gd name="connsiteY1965" fmla="*/ 218101 h 506009"/>
              <a:gd name="connsiteX1966" fmla="*/ 283497 w 2249309"/>
              <a:gd name="connsiteY1966" fmla="*/ 227849 h 506009"/>
              <a:gd name="connsiteX1967" fmla="*/ 278511 w 2249309"/>
              <a:gd name="connsiteY1967" fmla="*/ 228173 h 506009"/>
              <a:gd name="connsiteX1968" fmla="*/ 269211 w 2249309"/>
              <a:gd name="connsiteY1968" fmla="*/ 227500 h 506009"/>
              <a:gd name="connsiteX1969" fmla="*/ 266269 w 2249309"/>
              <a:gd name="connsiteY1969" fmla="*/ 227076 h 506009"/>
              <a:gd name="connsiteX1970" fmla="*/ 271979 w 2249309"/>
              <a:gd name="connsiteY1970" fmla="*/ 250935 h 506009"/>
              <a:gd name="connsiteX1971" fmla="*/ 252956 w 2249309"/>
              <a:gd name="connsiteY1971" fmla="*/ 252157 h 506009"/>
              <a:gd name="connsiteX1972" fmla="*/ 233908 w 2249309"/>
              <a:gd name="connsiteY1972" fmla="*/ 250935 h 506009"/>
              <a:gd name="connsiteX1973" fmla="*/ 239617 w 2249309"/>
              <a:gd name="connsiteY1973" fmla="*/ 227076 h 506009"/>
              <a:gd name="connsiteX1974" fmla="*/ 236676 w 2249309"/>
              <a:gd name="connsiteY1974" fmla="*/ 227500 h 506009"/>
              <a:gd name="connsiteX1975" fmla="*/ 227376 w 2249309"/>
              <a:gd name="connsiteY1975" fmla="*/ 228173 h 506009"/>
              <a:gd name="connsiteX1976" fmla="*/ 222390 w 2249309"/>
              <a:gd name="connsiteY1976" fmla="*/ 227849 h 506009"/>
              <a:gd name="connsiteX1977" fmla="*/ 191824 w 2249309"/>
              <a:gd name="connsiteY1977" fmla="*/ 218101 h 506009"/>
              <a:gd name="connsiteX1978" fmla="*/ 163352 w 2249309"/>
              <a:gd name="connsiteY1978" fmla="*/ 195438 h 506009"/>
              <a:gd name="connsiteX1979" fmla="*/ 151260 w 2249309"/>
              <a:gd name="connsiteY1979" fmla="*/ 177637 h 506009"/>
              <a:gd name="connsiteX1980" fmla="*/ 159064 w 2249309"/>
              <a:gd name="connsiteY1980" fmla="*/ 179258 h 506009"/>
              <a:gd name="connsiteX1981" fmla="*/ 161956 w 2249309"/>
              <a:gd name="connsiteY1981" fmla="*/ 179806 h 506009"/>
              <a:gd name="connsiteX1982" fmla="*/ 198331 w 2249309"/>
              <a:gd name="connsiteY1982" fmla="*/ 185341 h 506009"/>
              <a:gd name="connsiteX1983" fmla="*/ 194691 w 2249309"/>
              <a:gd name="connsiteY1983" fmla="*/ 182972 h 506009"/>
              <a:gd name="connsiteX1984" fmla="*/ 186788 w 2249309"/>
              <a:gd name="connsiteY1984" fmla="*/ 168313 h 506009"/>
              <a:gd name="connsiteX1985" fmla="*/ 167840 w 2249309"/>
              <a:gd name="connsiteY1985" fmla="*/ 155972 h 506009"/>
              <a:gd name="connsiteX1986" fmla="*/ 160211 w 2249309"/>
              <a:gd name="connsiteY1986" fmla="*/ 134356 h 506009"/>
              <a:gd name="connsiteX1987" fmla="*/ 160211 w 2249309"/>
              <a:gd name="connsiteY1987" fmla="*/ 131564 h 506009"/>
              <a:gd name="connsiteX1988" fmla="*/ 162854 w 2249309"/>
              <a:gd name="connsiteY1988" fmla="*/ 132461 h 506009"/>
              <a:gd name="connsiteX1989" fmla="*/ 240016 w 2249309"/>
              <a:gd name="connsiteY1989" fmla="*/ 143980 h 506009"/>
              <a:gd name="connsiteX1990" fmla="*/ 243931 w 2249309"/>
              <a:gd name="connsiteY1990" fmla="*/ 123835 h 506009"/>
              <a:gd name="connsiteX1991" fmla="*/ 243931 w 2249309"/>
              <a:gd name="connsiteY1991" fmla="*/ 123511 h 506009"/>
              <a:gd name="connsiteX1992" fmla="*/ 252881 w 2249309"/>
              <a:gd name="connsiteY1992" fmla="*/ 113189 h 506009"/>
              <a:gd name="connsiteX1993" fmla="*/ 253205 w 2249309"/>
              <a:gd name="connsiteY1993" fmla="*/ 113189 h 506009"/>
              <a:gd name="connsiteX1994" fmla="*/ 260114 w 2249309"/>
              <a:gd name="connsiteY1994" fmla="*/ 117415 h 506009"/>
              <a:gd name="connsiteX1995" fmla="*/ 261903 w 2249309"/>
              <a:gd name="connsiteY1995" fmla="*/ 122691 h 506009"/>
              <a:gd name="connsiteX1996" fmla="*/ 267915 w 2249309"/>
              <a:gd name="connsiteY1996" fmla="*/ 120495 h 506009"/>
              <a:gd name="connsiteX1997" fmla="*/ 265422 w 2249309"/>
              <a:gd name="connsiteY1997" fmla="*/ 109824 h 506009"/>
              <a:gd name="connsiteX1998" fmla="*/ 271331 w 2249309"/>
              <a:gd name="connsiteY1998" fmla="*/ 99577 h 506009"/>
              <a:gd name="connsiteX1999" fmla="*/ 273250 w 2249309"/>
              <a:gd name="connsiteY1999" fmla="*/ 111071 h 506009"/>
              <a:gd name="connsiteX2000" fmla="*/ 268065 w 2249309"/>
              <a:gd name="connsiteY2000" fmla="*/ 120395 h 506009"/>
              <a:gd name="connsiteX2001" fmla="*/ 280150 w 2249309"/>
              <a:gd name="connsiteY2001" fmla="*/ 113273 h 506009"/>
              <a:gd name="connsiteX2002" fmla="*/ 277862 w 2249309"/>
              <a:gd name="connsiteY2002" fmla="*/ 103366 h 506009"/>
              <a:gd name="connsiteX2003" fmla="*/ 283272 w 2249309"/>
              <a:gd name="connsiteY2003" fmla="*/ 92870 h 506009"/>
              <a:gd name="connsiteX2004" fmla="*/ 285267 w 2249309"/>
              <a:gd name="connsiteY2004" fmla="*/ 104488 h 506009"/>
              <a:gd name="connsiteX2005" fmla="*/ 285341 w 2249309"/>
              <a:gd name="connsiteY2005" fmla="*/ 104488 h 506009"/>
              <a:gd name="connsiteX2006" fmla="*/ 281102 w 2249309"/>
              <a:gd name="connsiteY2006" fmla="*/ 112712 h 506009"/>
              <a:gd name="connsiteX2007" fmla="*/ 291375 w 2249309"/>
              <a:gd name="connsiteY2007" fmla="*/ 106658 h 506009"/>
              <a:gd name="connsiteX2008" fmla="*/ 289032 w 2249309"/>
              <a:gd name="connsiteY2008" fmla="*/ 96286 h 506009"/>
              <a:gd name="connsiteX2009" fmla="*/ 294018 w 2249309"/>
              <a:gd name="connsiteY2009" fmla="*/ 86314 h 506009"/>
              <a:gd name="connsiteX2010" fmla="*/ 295838 w 2249309"/>
              <a:gd name="connsiteY2010" fmla="*/ 97458 h 506009"/>
              <a:gd name="connsiteX2011" fmla="*/ 291450 w 2249309"/>
              <a:gd name="connsiteY2011" fmla="*/ 106633 h 506009"/>
              <a:gd name="connsiteX2012" fmla="*/ 298680 w 2249309"/>
              <a:gd name="connsiteY2012" fmla="*/ 100001 h 506009"/>
              <a:gd name="connsiteX2013" fmla="*/ 300301 w 2249309"/>
              <a:gd name="connsiteY2013" fmla="*/ 98056 h 506009"/>
              <a:gd name="connsiteX2014" fmla="*/ 301722 w 2249309"/>
              <a:gd name="connsiteY2014" fmla="*/ 89106 h 506009"/>
              <a:gd name="connsiteX2015" fmla="*/ 309201 w 2249309"/>
              <a:gd name="connsiteY2015" fmla="*/ 81751 h 506009"/>
              <a:gd name="connsiteX2016" fmla="*/ 148767 w 2249309"/>
              <a:gd name="connsiteY2016" fmla="*/ 80455 h 506009"/>
              <a:gd name="connsiteX2017" fmla="*/ 147271 w 2249309"/>
              <a:gd name="connsiteY2017" fmla="*/ 81377 h 506009"/>
              <a:gd name="connsiteX2018" fmla="*/ 146149 w 2249309"/>
              <a:gd name="connsiteY2018" fmla="*/ 82499 h 506009"/>
              <a:gd name="connsiteX2019" fmla="*/ 144005 w 2249309"/>
              <a:gd name="connsiteY2019" fmla="*/ 81701 h 506009"/>
              <a:gd name="connsiteX2020" fmla="*/ 143332 w 2249309"/>
              <a:gd name="connsiteY2020" fmla="*/ 82823 h 506009"/>
              <a:gd name="connsiteX2021" fmla="*/ 143332 w 2249309"/>
              <a:gd name="connsiteY2021" fmla="*/ 85915 h 506009"/>
              <a:gd name="connsiteX2022" fmla="*/ 143332 w 2249309"/>
              <a:gd name="connsiteY2022" fmla="*/ 87236 h 506009"/>
              <a:gd name="connsiteX2023" fmla="*/ 144105 w 2249309"/>
              <a:gd name="connsiteY2023" fmla="*/ 87959 h 506009"/>
              <a:gd name="connsiteX2024" fmla="*/ 144578 w 2249309"/>
              <a:gd name="connsiteY2024" fmla="*/ 89131 h 506009"/>
              <a:gd name="connsiteX2025" fmla="*/ 147072 w 2249309"/>
              <a:gd name="connsiteY2025" fmla="*/ 89530 h 506009"/>
              <a:gd name="connsiteX2026" fmla="*/ 148169 w 2249309"/>
              <a:gd name="connsiteY2026" fmla="*/ 88034 h 506009"/>
              <a:gd name="connsiteX2027" fmla="*/ 149216 w 2249309"/>
              <a:gd name="connsiteY2027" fmla="*/ 87286 h 506009"/>
              <a:gd name="connsiteX2028" fmla="*/ 149789 w 2249309"/>
              <a:gd name="connsiteY2028" fmla="*/ 86039 h 506009"/>
              <a:gd name="connsiteX2029" fmla="*/ 149789 w 2249309"/>
              <a:gd name="connsiteY2029" fmla="*/ 85940 h 506009"/>
              <a:gd name="connsiteX2030" fmla="*/ 149664 w 2249309"/>
              <a:gd name="connsiteY2030" fmla="*/ 84469 h 506009"/>
              <a:gd name="connsiteX2031" fmla="*/ 150038 w 2249309"/>
              <a:gd name="connsiteY2031" fmla="*/ 83571 h 506009"/>
              <a:gd name="connsiteX2032" fmla="*/ 150263 w 2249309"/>
              <a:gd name="connsiteY2032" fmla="*/ 82449 h 506009"/>
              <a:gd name="connsiteX2033" fmla="*/ 149839 w 2249309"/>
              <a:gd name="connsiteY2033" fmla="*/ 81402 h 506009"/>
              <a:gd name="connsiteX2034" fmla="*/ 149440 w 2249309"/>
              <a:gd name="connsiteY2034" fmla="*/ 80455 h 506009"/>
              <a:gd name="connsiteX2035" fmla="*/ 148767 w 2249309"/>
              <a:gd name="connsiteY2035" fmla="*/ 80455 h 506009"/>
              <a:gd name="connsiteX2036" fmla="*/ 1025486 w 2249309"/>
              <a:gd name="connsiteY2036" fmla="*/ 78252 h 506009"/>
              <a:gd name="connsiteX2037" fmla="*/ 1032092 w 2249309"/>
              <a:gd name="connsiteY2037" fmla="*/ 78947 h 506009"/>
              <a:gd name="connsiteX2038" fmla="*/ 1040262 w 2249309"/>
              <a:gd name="connsiteY2038" fmla="*/ 78947 h 506009"/>
              <a:gd name="connsiteX2039" fmla="*/ 1044521 w 2249309"/>
              <a:gd name="connsiteY2039" fmla="*/ 82337 h 506009"/>
              <a:gd name="connsiteX2040" fmla="*/ 1052171 w 2249309"/>
              <a:gd name="connsiteY2040" fmla="*/ 84683 h 506009"/>
              <a:gd name="connsiteX2041" fmla="*/ 1054691 w 2249309"/>
              <a:gd name="connsiteY2041" fmla="*/ 93375 h 506009"/>
              <a:gd name="connsiteX2042" fmla="*/ 1060602 w 2249309"/>
              <a:gd name="connsiteY2042" fmla="*/ 106414 h 506009"/>
              <a:gd name="connsiteX2043" fmla="*/ 1053301 w 2249309"/>
              <a:gd name="connsiteY2043" fmla="*/ 119800 h 506009"/>
              <a:gd name="connsiteX2044" fmla="*/ 1054691 w 2249309"/>
              <a:gd name="connsiteY2044" fmla="*/ 124232 h 506009"/>
              <a:gd name="connsiteX2045" fmla="*/ 1080767 w 2249309"/>
              <a:gd name="connsiteY2045" fmla="*/ 118148 h 506009"/>
              <a:gd name="connsiteX2046" fmla="*/ 1095630 w 2249309"/>
              <a:gd name="connsiteY2046" fmla="*/ 114758 h 506009"/>
              <a:gd name="connsiteX2047" fmla="*/ 1101975 w 2249309"/>
              <a:gd name="connsiteY2047" fmla="*/ 117452 h 506009"/>
              <a:gd name="connsiteX2048" fmla="*/ 1108581 w 2249309"/>
              <a:gd name="connsiteY2048" fmla="*/ 119625 h 506009"/>
              <a:gd name="connsiteX2049" fmla="*/ 1116490 w 2249309"/>
              <a:gd name="connsiteY2049" fmla="*/ 126579 h 506009"/>
              <a:gd name="connsiteX2050" fmla="*/ 1116316 w 2249309"/>
              <a:gd name="connsiteY2050" fmla="*/ 126579 h 506009"/>
              <a:gd name="connsiteX2051" fmla="*/ 1119880 w 2249309"/>
              <a:gd name="connsiteY2051" fmla="*/ 130490 h 506009"/>
              <a:gd name="connsiteX2052" fmla="*/ 1119446 w 2249309"/>
              <a:gd name="connsiteY2052" fmla="*/ 138486 h 506009"/>
              <a:gd name="connsiteX2053" fmla="*/ 1105191 w 2249309"/>
              <a:gd name="connsiteY2053" fmla="*/ 150568 h 506009"/>
              <a:gd name="connsiteX2054" fmla="*/ 1097542 w 2249309"/>
              <a:gd name="connsiteY2054" fmla="*/ 148309 h 506009"/>
              <a:gd name="connsiteX2055" fmla="*/ 1084591 w 2249309"/>
              <a:gd name="connsiteY2055" fmla="*/ 149178 h 506009"/>
              <a:gd name="connsiteX2056" fmla="*/ 1074248 w 2249309"/>
              <a:gd name="connsiteY2056" fmla="*/ 150395 h 506009"/>
              <a:gd name="connsiteX2057" fmla="*/ 1064774 w 2249309"/>
              <a:gd name="connsiteY2057" fmla="*/ 153263 h 506009"/>
              <a:gd name="connsiteX2058" fmla="*/ 1055299 w 2249309"/>
              <a:gd name="connsiteY2058" fmla="*/ 156653 h 506009"/>
              <a:gd name="connsiteX2059" fmla="*/ 1046607 w 2249309"/>
              <a:gd name="connsiteY2059" fmla="*/ 156653 h 506009"/>
              <a:gd name="connsiteX2060" fmla="*/ 1033395 w 2249309"/>
              <a:gd name="connsiteY2060" fmla="*/ 162215 h 506009"/>
              <a:gd name="connsiteX2061" fmla="*/ 1002540 w 2249309"/>
              <a:gd name="connsiteY2061" fmla="*/ 169864 h 506009"/>
              <a:gd name="connsiteX2062" fmla="*/ 993848 w 2249309"/>
              <a:gd name="connsiteY2062" fmla="*/ 172124 h 506009"/>
              <a:gd name="connsiteX2063" fmla="*/ 985156 w 2249309"/>
              <a:gd name="connsiteY2063" fmla="*/ 174297 h 506009"/>
              <a:gd name="connsiteX2064" fmla="*/ 977333 w 2249309"/>
              <a:gd name="connsiteY2064" fmla="*/ 176296 h 506009"/>
              <a:gd name="connsiteX2065" fmla="*/ 970727 w 2249309"/>
              <a:gd name="connsiteY2065" fmla="*/ 177165 h 506009"/>
              <a:gd name="connsiteX2066" fmla="*/ 963600 w 2249309"/>
              <a:gd name="connsiteY2066" fmla="*/ 179078 h 506009"/>
              <a:gd name="connsiteX2067" fmla="*/ 957342 w 2249309"/>
              <a:gd name="connsiteY2067" fmla="*/ 179078 h 506009"/>
              <a:gd name="connsiteX2068" fmla="*/ 952387 w 2249309"/>
              <a:gd name="connsiteY2068" fmla="*/ 179078 h 506009"/>
              <a:gd name="connsiteX2069" fmla="*/ 944391 w 2249309"/>
              <a:gd name="connsiteY2069" fmla="*/ 181250 h 506009"/>
              <a:gd name="connsiteX2070" fmla="*/ 937611 w 2249309"/>
              <a:gd name="connsiteY2070" fmla="*/ 183597 h 506009"/>
              <a:gd name="connsiteX2071" fmla="*/ 931701 w 2249309"/>
              <a:gd name="connsiteY2071" fmla="*/ 186987 h 506009"/>
              <a:gd name="connsiteX2072" fmla="*/ 926920 w 2249309"/>
              <a:gd name="connsiteY2072" fmla="*/ 183597 h 506009"/>
              <a:gd name="connsiteX2073" fmla="*/ 918228 w 2249309"/>
              <a:gd name="connsiteY2073" fmla="*/ 183076 h 506009"/>
              <a:gd name="connsiteX2074" fmla="*/ 915969 w 2249309"/>
              <a:gd name="connsiteY2074" fmla="*/ 173776 h 506009"/>
              <a:gd name="connsiteX2075" fmla="*/ 915535 w 2249309"/>
              <a:gd name="connsiteY2075" fmla="*/ 166127 h 506009"/>
              <a:gd name="connsiteX2076" fmla="*/ 917185 w 2249309"/>
              <a:gd name="connsiteY2076" fmla="*/ 160042 h 506009"/>
              <a:gd name="connsiteX2077" fmla="*/ 934569 w 2249309"/>
              <a:gd name="connsiteY2077" fmla="*/ 151350 h 506009"/>
              <a:gd name="connsiteX2078" fmla="*/ 939176 w 2249309"/>
              <a:gd name="connsiteY2078" fmla="*/ 153958 h 506009"/>
              <a:gd name="connsiteX2079" fmla="*/ 949171 w 2249309"/>
              <a:gd name="connsiteY2079" fmla="*/ 150568 h 506009"/>
              <a:gd name="connsiteX2080" fmla="*/ 973074 w 2249309"/>
              <a:gd name="connsiteY2080" fmla="*/ 145788 h 506009"/>
              <a:gd name="connsiteX2081" fmla="*/ 983244 w 2249309"/>
              <a:gd name="connsiteY2081" fmla="*/ 144397 h 506009"/>
              <a:gd name="connsiteX2082" fmla="*/ 1001931 w 2249309"/>
              <a:gd name="connsiteY2082" fmla="*/ 138661 h 506009"/>
              <a:gd name="connsiteX2083" fmla="*/ 1009580 w 2249309"/>
              <a:gd name="connsiteY2083" fmla="*/ 134228 h 506009"/>
              <a:gd name="connsiteX2084" fmla="*/ 1008711 w 2249309"/>
              <a:gd name="connsiteY2084" fmla="*/ 129012 h 506009"/>
              <a:gd name="connsiteX2085" fmla="*/ 1003322 w 2249309"/>
              <a:gd name="connsiteY2085" fmla="*/ 127274 h 506009"/>
              <a:gd name="connsiteX2086" fmla="*/ 998194 w 2249309"/>
              <a:gd name="connsiteY2086" fmla="*/ 123363 h 506009"/>
              <a:gd name="connsiteX2087" fmla="*/ 999411 w 2249309"/>
              <a:gd name="connsiteY2087" fmla="*/ 117974 h 506009"/>
              <a:gd name="connsiteX2088" fmla="*/ 1001410 w 2249309"/>
              <a:gd name="connsiteY2088" fmla="*/ 112845 h 506009"/>
              <a:gd name="connsiteX2089" fmla="*/ 1003495 w 2249309"/>
              <a:gd name="connsiteY2089" fmla="*/ 106414 h 506009"/>
              <a:gd name="connsiteX2090" fmla="*/ 996977 w 2249309"/>
              <a:gd name="connsiteY2090" fmla="*/ 90334 h 506009"/>
              <a:gd name="connsiteX2091" fmla="*/ 998889 w 2249309"/>
              <a:gd name="connsiteY2091" fmla="*/ 84858 h 506009"/>
              <a:gd name="connsiteX2092" fmla="*/ 1008711 w 2249309"/>
              <a:gd name="connsiteY2092" fmla="*/ 83206 h 506009"/>
              <a:gd name="connsiteX2093" fmla="*/ 1014448 w 2249309"/>
              <a:gd name="connsiteY2093" fmla="*/ 80947 h 506009"/>
              <a:gd name="connsiteX2094" fmla="*/ 1019924 w 2249309"/>
              <a:gd name="connsiteY2094" fmla="*/ 80338 h 506009"/>
              <a:gd name="connsiteX2095" fmla="*/ 1025486 w 2249309"/>
              <a:gd name="connsiteY2095" fmla="*/ 78252 h 506009"/>
              <a:gd name="connsiteX2096" fmla="*/ 2172642 w 2249309"/>
              <a:gd name="connsiteY2096" fmla="*/ 76687 h 506009"/>
              <a:gd name="connsiteX2097" fmla="*/ 2181856 w 2249309"/>
              <a:gd name="connsiteY2097" fmla="*/ 83815 h 506009"/>
              <a:gd name="connsiteX2098" fmla="*/ 2177944 w 2249309"/>
              <a:gd name="connsiteY2098" fmla="*/ 95114 h 506009"/>
              <a:gd name="connsiteX2099" fmla="*/ 2170383 w 2249309"/>
              <a:gd name="connsiteY2099" fmla="*/ 105023 h 506009"/>
              <a:gd name="connsiteX2100" fmla="*/ 2170383 w 2249309"/>
              <a:gd name="connsiteY2100" fmla="*/ 113715 h 506009"/>
              <a:gd name="connsiteX2101" fmla="*/ 2175076 w 2249309"/>
              <a:gd name="connsiteY2101" fmla="*/ 120755 h 506009"/>
              <a:gd name="connsiteX2102" fmla="*/ 2164819 w 2249309"/>
              <a:gd name="connsiteY2102" fmla="*/ 141529 h 506009"/>
              <a:gd name="connsiteX2103" fmla="*/ 2157083 w 2249309"/>
              <a:gd name="connsiteY2103" fmla="*/ 152741 h 506009"/>
              <a:gd name="connsiteX2104" fmla="*/ 2166471 w 2249309"/>
              <a:gd name="connsiteY2104" fmla="*/ 157696 h 506009"/>
              <a:gd name="connsiteX2105" fmla="*/ 2171078 w 2249309"/>
              <a:gd name="connsiteY2105" fmla="*/ 165083 h 506009"/>
              <a:gd name="connsiteX2106" fmla="*/ 2179770 w 2249309"/>
              <a:gd name="connsiteY2106" fmla="*/ 156392 h 506009"/>
              <a:gd name="connsiteX2107" fmla="*/ 2172208 w 2249309"/>
              <a:gd name="connsiteY2107" fmla="*/ 153871 h 506009"/>
              <a:gd name="connsiteX2108" fmla="*/ 2170469 w 2249309"/>
              <a:gd name="connsiteY2108" fmla="*/ 145179 h 506009"/>
              <a:gd name="connsiteX2109" fmla="*/ 2175424 w 2249309"/>
              <a:gd name="connsiteY2109" fmla="*/ 141268 h 506009"/>
              <a:gd name="connsiteX2110" fmla="*/ 2179421 w 2249309"/>
              <a:gd name="connsiteY2110" fmla="*/ 136574 h 506009"/>
              <a:gd name="connsiteX2111" fmla="*/ 2178727 w 2249309"/>
              <a:gd name="connsiteY2111" fmla="*/ 128317 h 506009"/>
              <a:gd name="connsiteX2112" fmla="*/ 2185767 w 2249309"/>
              <a:gd name="connsiteY2112" fmla="*/ 124753 h 506009"/>
              <a:gd name="connsiteX2113" fmla="*/ 2189765 w 2249309"/>
              <a:gd name="connsiteY2113" fmla="*/ 118756 h 506009"/>
              <a:gd name="connsiteX2114" fmla="*/ 2191591 w 2249309"/>
              <a:gd name="connsiteY2114" fmla="*/ 112150 h 506009"/>
              <a:gd name="connsiteX2115" fmla="*/ 2186549 w 2249309"/>
              <a:gd name="connsiteY2115" fmla="*/ 99981 h 506009"/>
              <a:gd name="connsiteX2116" fmla="*/ 2211843 w 2249309"/>
              <a:gd name="connsiteY2116" fmla="*/ 86596 h 506009"/>
              <a:gd name="connsiteX2117" fmla="*/ 2214103 w 2249309"/>
              <a:gd name="connsiteY2117" fmla="*/ 83381 h 506009"/>
              <a:gd name="connsiteX2118" fmla="*/ 2221665 w 2249309"/>
              <a:gd name="connsiteY2118" fmla="*/ 82511 h 506009"/>
              <a:gd name="connsiteX2119" fmla="*/ 2229835 w 2249309"/>
              <a:gd name="connsiteY2119" fmla="*/ 87639 h 506009"/>
              <a:gd name="connsiteX2120" fmla="*/ 2231921 w 2249309"/>
              <a:gd name="connsiteY2120" fmla="*/ 93637 h 506009"/>
              <a:gd name="connsiteX2121" fmla="*/ 2230965 w 2249309"/>
              <a:gd name="connsiteY2121" fmla="*/ 104154 h 506009"/>
              <a:gd name="connsiteX2122" fmla="*/ 2219839 w 2249309"/>
              <a:gd name="connsiteY2122" fmla="*/ 112845 h 506009"/>
              <a:gd name="connsiteX2123" fmla="*/ 2211148 w 2249309"/>
              <a:gd name="connsiteY2123" fmla="*/ 133880 h 506009"/>
              <a:gd name="connsiteX2124" fmla="*/ 2208539 w 2249309"/>
              <a:gd name="connsiteY2124" fmla="*/ 141181 h 506009"/>
              <a:gd name="connsiteX2125" fmla="*/ 2206367 w 2249309"/>
              <a:gd name="connsiteY2125" fmla="*/ 149873 h 506009"/>
              <a:gd name="connsiteX2126" fmla="*/ 2204628 w 2249309"/>
              <a:gd name="connsiteY2126" fmla="*/ 160825 h 506009"/>
              <a:gd name="connsiteX2127" fmla="*/ 2209669 w 2249309"/>
              <a:gd name="connsiteY2127" fmla="*/ 162390 h 506009"/>
              <a:gd name="connsiteX2128" fmla="*/ 2219492 w 2249309"/>
              <a:gd name="connsiteY2128" fmla="*/ 157000 h 506009"/>
              <a:gd name="connsiteX2129" fmla="*/ 2226271 w 2249309"/>
              <a:gd name="connsiteY2129" fmla="*/ 157000 h 506009"/>
              <a:gd name="connsiteX2130" fmla="*/ 2231747 w 2249309"/>
              <a:gd name="connsiteY2130" fmla="*/ 160999 h 506009"/>
              <a:gd name="connsiteX2131" fmla="*/ 2237919 w 2249309"/>
              <a:gd name="connsiteY2131" fmla="*/ 162824 h 506009"/>
              <a:gd name="connsiteX2132" fmla="*/ 2244959 w 2249309"/>
              <a:gd name="connsiteY2132" fmla="*/ 165344 h 506009"/>
              <a:gd name="connsiteX2133" fmla="*/ 2245481 w 2249309"/>
              <a:gd name="connsiteY2133" fmla="*/ 165258 h 506009"/>
              <a:gd name="connsiteX2134" fmla="*/ 2249219 w 2249309"/>
              <a:gd name="connsiteY2134" fmla="*/ 181338 h 506009"/>
              <a:gd name="connsiteX2135" fmla="*/ 2245220 w 2249309"/>
              <a:gd name="connsiteY2135" fmla="*/ 195853 h 506009"/>
              <a:gd name="connsiteX2136" fmla="*/ 2223316 w 2249309"/>
              <a:gd name="connsiteY2136" fmla="*/ 201677 h 506009"/>
              <a:gd name="connsiteX2137" fmla="*/ 2216536 w 2249309"/>
              <a:gd name="connsiteY2137" fmla="*/ 204545 h 506009"/>
              <a:gd name="connsiteX2138" fmla="*/ 2207844 w 2249309"/>
              <a:gd name="connsiteY2138" fmla="*/ 203763 h 506009"/>
              <a:gd name="connsiteX2139" fmla="*/ 2196979 w 2249309"/>
              <a:gd name="connsiteY2139" fmla="*/ 203763 h 506009"/>
              <a:gd name="connsiteX2140" fmla="*/ 2178292 w 2249309"/>
              <a:gd name="connsiteY2140" fmla="*/ 217061 h 506009"/>
              <a:gd name="connsiteX2141" fmla="*/ 2171426 w 2249309"/>
              <a:gd name="connsiteY2141" fmla="*/ 224363 h 506009"/>
              <a:gd name="connsiteX2142" fmla="*/ 2160473 w 2249309"/>
              <a:gd name="connsiteY2142" fmla="*/ 234445 h 506009"/>
              <a:gd name="connsiteX2143" fmla="*/ 2158735 w 2249309"/>
              <a:gd name="connsiteY2143" fmla="*/ 244789 h 506009"/>
              <a:gd name="connsiteX2144" fmla="*/ 2163950 w 2249309"/>
              <a:gd name="connsiteY2144" fmla="*/ 245832 h 506009"/>
              <a:gd name="connsiteX2145" fmla="*/ 2173337 w 2249309"/>
              <a:gd name="connsiteY2145" fmla="*/ 242094 h 506009"/>
              <a:gd name="connsiteX2146" fmla="*/ 2179509 w 2249309"/>
              <a:gd name="connsiteY2146" fmla="*/ 238791 h 506009"/>
              <a:gd name="connsiteX2147" fmla="*/ 2190287 w 2249309"/>
              <a:gd name="connsiteY2147" fmla="*/ 244267 h 506009"/>
              <a:gd name="connsiteX2148" fmla="*/ 2200804 w 2249309"/>
              <a:gd name="connsiteY2148" fmla="*/ 248613 h 506009"/>
              <a:gd name="connsiteX2149" fmla="*/ 2204889 w 2249309"/>
              <a:gd name="connsiteY2149" fmla="*/ 252785 h 506009"/>
              <a:gd name="connsiteX2150" fmla="*/ 2202195 w 2249309"/>
              <a:gd name="connsiteY2150" fmla="*/ 263737 h 506009"/>
              <a:gd name="connsiteX2151" fmla="*/ 2195936 w 2249309"/>
              <a:gd name="connsiteY2151" fmla="*/ 269126 h 506009"/>
              <a:gd name="connsiteX2152" fmla="*/ 2184897 w 2249309"/>
              <a:gd name="connsiteY2152" fmla="*/ 271212 h 506009"/>
              <a:gd name="connsiteX2153" fmla="*/ 2177423 w 2249309"/>
              <a:gd name="connsiteY2153" fmla="*/ 273732 h 506009"/>
              <a:gd name="connsiteX2154" fmla="*/ 2160039 w 2249309"/>
              <a:gd name="connsiteY2154" fmla="*/ 281555 h 506009"/>
              <a:gd name="connsiteX2155" fmla="*/ 2160821 w 2249309"/>
              <a:gd name="connsiteY2155" fmla="*/ 293550 h 506009"/>
              <a:gd name="connsiteX2156" fmla="*/ 2159517 w 2249309"/>
              <a:gd name="connsiteY2156" fmla="*/ 303806 h 506009"/>
              <a:gd name="connsiteX2157" fmla="*/ 2157083 w 2249309"/>
              <a:gd name="connsiteY2157" fmla="*/ 315540 h 506009"/>
              <a:gd name="connsiteX2158" fmla="*/ 2152564 w 2249309"/>
              <a:gd name="connsiteY2158" fmla="*/ 323363 h 506009"/>
              <a:gd name="connsiteX2159" fmla="*/ 2143872 w 2249309"/>
              <a:gd name="connsiteY2159" fmla="*/ 340225 h 506009"/>
              <a:gd name="connsiteX2160" fmla="*/ 2131182 w 2249309"/>
              <a:gd name="connsiteY2160" fmla="*/ 344745 h 506009"/>
              <a:gd name="connsiteX2161" fmla="*/ 2121013 w 2249309"/>
              <a:gd name="connsiteY2161" fmla="*/ 347526 h 506009"/>
              <a:gd name="connsiteX2162" fmla="*/ 2105715 w 2249309"/>
              <a:gd name="connsiteY2162" fmla="*/ 347526 h 506009"/>
              <a:gd name="connsiteX2163" fmla="*/ 2104758 w 2249309"/>
              <a:gd name="connsiteY2163" fmla="*/ 338313 h 506009"/>
              <a:gd name="connsiteX2164" fmla="*/ 2089982 w 2249309"/>
              <a:gd name="connsiteY2164" fmla="*/ 324319 h 506009"/>
              <a:gd name="connsiteX2165" fmla="*/ 2097892 w 2249309"/>
              <a:gd name="connsiteY2165" fmla="*/ 320408 h 506009"/>
              <a:gd name="connsiteX2166" fmla="*/ 2117014 w 2249309"/>
              <a:gd name="connsiteY2166" fmla="*/ 316931 h 506009"/>
              <a:gd name="connsiteX2167" fmla="*/ 2132051 w 2249309"/>
              <a:gd name="connsiteY2167" fmla="*/ 290855 h 506009"/>
              <a:gd name="connsiteX2168" fmla="*/ 2127879 w 2249309"/>
              <a:gd name="connsiteY2168" fmla="*/ 284945 h 506009"/>
              <a:gd name="connsiteX2169" fmla="*/ 2113798 w 2249309"/>
              <a:gd name="connsiteY2169" fmla="*/ 287466 h 506009"/>
              <a:gd name="connsiteX2170" fmla="*/ 2099282 w 2249309"/>
              <a:gd name="connsiteY2170" fmla="*/ 289987 h 506009"/>
              <a:gd name="connsiteX2171" fmla="*/ 2087375 w 2249309"/>
              <a:gd name="connsiteY2171" fmla="*/ 294245 h 506009"/>
              <a:gd name="connsiteX2172" fmla="*/ 2076683 w 2249309"/>
              <a:gd name="connsiteY2172" fmla="*/ 291638 h 506009"/>
              <a:gd name="connsiteX2173" fmla="*/ 2071816 w 2249309"/>
              <a:gd name="connsiteY2173" fmla="*/ 289465 h 506009"/>
              <a:gd name="connsiteX2174" fmla="*/ 2070686 w 2249309"/>
              <a:gd name="connsiteY2174" fmla="*/ 281642 h 506009"/>
              <a:gd name="connsiteX2175" fmla="*/ 2072859 w 2249309"/>
              <a:gd name="connsiteY2175" fmla="*/ 270864 h 506009"/>
              <a:gd name="connsiteX2176" fmla="*/ 2085896 w 2249309"/>
              <a:gd name="connsiteY2176" fmla="*/ 262780 h 506009"/>
              <a:gd name="connsiteX2177" fmla="*/ 2095371 w 2249309"/>
              <a:gd name="connsiteY2177" fmla="*/ 265214 h 506009"/>
              <a:gd name="connsiteX2178" fmla="*/ 2104584 w 2249309"/>
              <a:gd name="connsiteY2178" fmla="*/ 259478 h 506009"/>
              <a:gd name="connsiteX2179" fmla="*/ 2115971 w 2249309"/>
              <a:gd name="connsiteY2179" fmla="*/ 256435 h 506009"/>
              <a:gd name="connsiteX2180" fmla="*/ 2122838 w 2249309"/>
              <a:gd name="connsiteY2180" fmla="*/ 252959 h 506009"/>
              <a:gd name="connsiteX2181" fmla="*/ 2125271 w 2249309"/>
              <a:gd name="connsiteY2181" fmla="*/ 248961 h 506009"/>
              <a:gd name="connsiteX2182" fmla="*/ 2126488 w 2249309"/>
              <a:gd name="connsiteY2182" fmla="*/ 240269 h 506009"/>
              <a:gd name="connsiteX2183" fmla="*/ 2129704 w 2249309"/>
              <a:gd name="connsiteY2183" fmla="*/ 231577 h 506009"/>
              <a:gd name="connsiteX2184" fmla="*/ 2123099 w 2249309"/>
              <a:gd name="connsiteY2184" fmla="*/ 230968 h 506009"/>
              <a:gd name="connsiteX2185" fmla="*/ 2115797 w 2249309"/>
              <a:gd name="connsiteY2185" fmla="*/ 235749 h 506009"/>
              <a:gd name="connsiteX2186" fmla="*/ 2107539 w 2249309"/>
              <a:gd name="connsiteY2186" fmla="*/ 240008 h 506009"/>
              <a:gd name="connsiteX2187" fmla="*/ 2100586 w 2249309"/>
              <a:gd name="connsiteY2187" fmla="*/ 240008 h 506009"/>
              <a:gd name="connsiteX2188" fmla="*/ 2097979 w 2249309"/>
              <a:gd name="connsiteY2188" fmla="*/ 233663 h 506009"/>
              <a:gd name="connsiteX2189" fmla="*/ 2099891 w 2249309"/>
              <a:gd name="connsiteY2189" fmla="*/ 224188 h 506009"/>
              <a:gd name="connsiteX2190" fmla="*/ 2107192 w 2249309"/>
              <a:gd name="connsiteY2190" fmla="*/ 206805 h 506009"/>
              <a:gd name="connsiteX2191" fmla="*/ 2117448 w 2249309"/>
              <a:gd name="connsiteY2191" fmla="*/ 206109 h 506009"/>
              <a:gd name="connsiteX2192" fmla="*/ 2121273 w 2249309"/>
              <a:gd name="connsiteY2192" fmla="*/ 203589 h 506009"/>
              <a:gd name="connsiteX2193" fmla="*/ 2130748 w 2249309"/>
              <a:gd name="connsiteY2193" fmla="*/ 202720 h 506009"/>
              <a:gd name="connsiteX2194" fmla="*/ 2141525 w 2249309"/>
              <a:gd name="connsiteY2194" fmla="*/ 200025 h 506009"/>
              <a:gd name="connsiteX2195" fmla="*/ 2149609 w 2249309"/>
              <a:gd name="connsiteY2195" fmla="*/ 198635 h 506009"/>
              <a:gd name="connsiteX2196" fmla="*/ 2156388 w 2249309"/>
              <a:gd name="connsiteY2196" fmla="*/ 196201 h 506009"/>
              <a:gd name="connsiteX2197" fmla="*/ 2160387 w 2249309"/>
              <a:gd name="connsiteY2197" fmla="*/ 193333 h 506009"/>
              <a:gd name="connsiteX2198" fmla="*/ 2169861 w 2249309"/>
              <a:gd name="connsiteY2198" fmla="*/ 193333 h 506009"/>
              <a:gd name="connsiteX2199" fmla="*/ 2177597 w 2249309"/>
              <a:gd name="connsiteY2199" fmla="*/ 193333 h 506009"/>
              <a:gd name="connsiteX2200" fmla="*/ 2185593 w 2249309"/>
              <a:gd name="connsiteY2200" fmla="*/ 195245 h 506009"/>
              <a:gd name="connsiteX2201" fmla="*/ 2194285 w 2249309"/>
              <a:gd name="connsiteY2201" fmla="*/ 190986 h 506009"/>
              <a:gd name="connsiteX2202" fmla="*/ 2199152 w 2249309"/>
              <a:gd name="connsiteY2202" fmla="*/ 181685 h 506009"/>
              <a:gd name="connsiteX2203" fmla="*/ 2187592 w 2249309"/>
              <a:gd name="connsiteY2203" fmla="*/ 182989 h 506009"/>
              <a:gd name="connsiteX2204" fmla="*/ 2175424 w 2249309"/>
              <a:gd name="connsiteY2204" fmla="*/ 184728 h 506009"/>
              <a:gd name="connsiteX2205" fmla="*/ 2156301 w 2249309"/>
              <a:gd name="connsiteY2205" fmla="*/ 186727 h 506009"/>
              <a:gd name="connsiteX2206" fmla="*/ 2146653 w 2249309"/>
              <a:gd name="connsiteY2206" fmla="*/ 188986 h 506009"/>
              <a:gd name="connsiteX2207" fmla="*/ 2137005 w 2249309"/>
              <a:gd name="connsiteY2207" fmla="*/ 190986 h 506009"/>
              <a:gd name="connsiteX2208" fmla="*/ 2121359 w 2249309"/>
              <a:gd name="connsiteY2208" fmla="*/ 192985 h 506009"/>
              <a:gd name="connsiteX2209" fmla="*/ 2109365 w 2249309"/>
              <a:gd name="connsiteY2209" fmla="*/ 195419 h 506009"/>
              <a:gd name="connsiteX2210" fmla="*/ 2095197 w 2249309"/>
              <a:gd name="connsiteY2210" fmla="*/ 201155 h 506009"/>
              <a:gd name="connsiteX2211" fmla="*/ 2086505 w 2249309"/>
              <a:gd name="connsiteY2211" fmla="*/ 212715 h 506009"/>
              <a:gd name="connsiteX2212" fmla="*/ 2082333 w 2249309"/>
              <a:gd name="connsiteY2212" fmla="*/ 217670 h 506009"/>
              <a:gd name="connsiteX2213" fmla="*/ 2064254 w 2249309"/>
              <a:gd name="connsiteY2213" fmla="*/ 231490 h 506009"/>
              <a:gd name="connsiteX2214" fmla="*/ 2057213 w 2249309"/>
              <a:gd name="connsiteY2214" fmla="*/ 228621 h 506009"/>
              <a:gd name="connsiteX2215" fmla="*/ 2051912 w 2249309"/>
              <a:gd name="connsiteY2215" fmla="*/ 212020 h 506009"/>
              <a:gd name="connsiteX2216" fmla="*/ 2051912 w 2249309"/>
              <a:gd name="connsiteY2216" fmla="*/ 195331 h 506009"/>
              <a:gd name="connsiteX2217" fmla="*/ 2054519 w 2249309"/>
              <a:gd name="connsiteY2217" fmla="*/ 188552 h 506009"/>
              <a:gd name="connsiteX2218" fmla="*/ 2059300 w 2249309"/>
              <a:gd name="connsiteY2218" fmla="*/ 185423 h 506009"/>
              <a:gd name="connsiteX2219" fmla="*/ 2070947 w 2249309"/>
              <a:gd name="connsiteY2219" fmla="*/ 166126 h 506009"/>
              <a:gd name="connsiteX2220" fmla="*/ 2074250 w 2249309"/>
              <a:gd name="connsiteY2220" fmla="*/ 166126 h 506009"/>
              <a:gd name="connsiteX2221" fmla="*/ 2076597 w 2249309"/>
              <a:gd name="connsiteY2221" fmla="*/ 181077 h 506009"/>
              <a:gd name="connsiteX2222" fmla="*/ 2076821 w 2249309"/>
              <a:gd name="connsiteY2222" fmla="*/ 182620 h 506009"/>
              <a:gd name="connsiteX2223" fmla="*/ 2081724 w 2249309"/>
              <a:gd name="connsiteY2223" fmla="*/ 184901 h 506009"/>
              <a:gd name="connsiteX2224" fmla="*/ 2091720 w 2249309"/>
              <a:gd name="connsiteY2224" fmla="*/ 180990 h 506009"/>
              <a:gd name="connsiteX2225" fmla="*/ 2095110 w 2249309"/>
              <a:gd name="connsiteY2225" fmla="*/ 177601 h 506009"/>
              <a:gd name="connsiteX2226" fmla="*/ 2092502 w 2249309"/>
              <a:gd name="connsiteY2226" fmla="*/ 170647 h 506009"/>
              <a:gd name="connsiteX2227" fmla="*/ 2090764 w 2249309"/>
              <a:gd name="connsiteY2227" fmla="*/ 160564 h 506009"/>
              <a:gd name="connsiteX2228" fmla="*/ 2092329 w 2249309"/>
              <a:gd name="connsiteY2228" fmla="*/ 139877 h 506009"/>
              <a:gd name="connsiteX2229" fmla="*/ 2090851 w 2249309"/>
              <a:gd name="connsiteY2229" fmla="*/ 117974 h 506009"/>
              <a:gd name="connsiteX2230" fmla="*/ 2088852 w 2249309"/>
              <a:gd name="connsiteY2230" fmla="*/ 105458 h 506009"/>
              <a:gd name="connsiteX2231" fmla="*/ 2093024 w 2249309"/>
              <a:gd name="connsiteY2231" fmla="*/ 98243 h 506009"/>
              <a:gd name="connsiteX2232" fmla="*/ 2099021 w 2249309"/>
              <a:gd name="connsiteY2232" fmla="*/ 98243 h 506009"/>
              <a:gd name="connsiteX2233" fmla="*/ 2102064 w 2249309"/>
              <a:gd name="connsiteY2233" fmla="*/ 96244 h 506009"/>
              <a:gd name="connsiteX2234" fmla="*/ 2104672 w 2249309"/>
              <a:gd name="connsiteY2234" fmla="*/ 100156 h 506009"/>
              <a:gd name="connsiteX2235" fmla="*/ 2105715 w 2249309"/>
              <a:gd name="connsiteY2235" fmla="*/ 107283 h 506009"/>
              <a:gd name="connsiteX2236" fmla="*/ 2106497 w 2249309"/>
              <a:gd name="connsiteY2236" fmla="*/ 115975 h 506009"/>
              <a:gd name="connsiteX2237" fmla="*/ 2106497 w 2249309"/>
              <a:gd name="connsiteY2237" fmla="*/ 121451 h 506009"/>
              <a:gd name="connsiteX2238" fmla="*/ 2106497 w 2249309"/>
              <a:gd name="connsiteY2238" fmla="*/ 127448 h 506009"/>
              <a:gd name="connsiteX2239" fmla="*/ 2106497 w 2249309"/>
              <a:gd name="connsiteY2239" fmla="*/ 135010 h 506009"/>
              <a:gd name="connsiteX2240" fmla="*/ 2107366 w 2249309"/>
              <a:gd name="connsiteY2240" fmla="*/ 149786 h 506009"/>
              <a:gd name="connsiteX2241" fmla="*/ 2109278 w 2249309"/>
              <a:gd name="connsiteY2241" fmla="*/ 159695 h 506009"/>
              <a:gd name="connsiteX2242" fmla="*/ 2109278 w 2249309"/>
              <a:gd name="connsiteY2242" fmla="*/ 166996 h 506009"/>
              <a:gd name="connsiteX2243" fmla="*/ 2106323 w 2249309"/>
              <a:gd name="connsiteY2243" fmla="*/ 175688 h 506009"/>
              <a:gd name="connsiteX2244" fmla="*/ 2110495 w 2249309"/>
              <a:gd name="connsiteY2244" fmla="*/ 179947 h 506009"/>
              <a:gd name="connsiteX2245" fmla="*/ 2118751 w 2249309"/>
              <a:gd name="connsiteY2245" fmla="*/ 177687 h 506009"/>
              <a:gd name="connsiteX2246" fmla="*/ 2125879 w 2249309"/>
              <a:gd name="connsiteY2246" fmla="*/ 177252 h 506009"/>
              <a:gd name="connsiteX2247" fmla="*/ 2137527 w 2249309"/>
              <a:gd name="connsiteY2247" fmla="*/ 175166 h 506009"/>
              <a:gd name="connsiteX2248" fmla="*/ 2143872 w 2249309"/>
              <a:gd name="connsiteY2248" fmla="*/ 172993 h 506009"/>
              <a:gd name="connsiteX2249" fmla="*/ 2148826 w 2249309"/>
              <a:gd name="connsiteY2249" fmla="*/ 169691 h 506009"/>
              <a:gd name="connsiteX2250" fmla="*/ 2149521 w 2249309"/>
              <a:gd name="connsiteY2250" fmla="*/ 165953 h 506009"/>
              <a:gd name="connsiteX2251" fmla="*/ 2142568 w 2249309"/>
              <a:gd name="connsiteY2251" fmla="*/ 165258 h 506009"/>
              <a:gd name="connsiteX2252" fmla="*/ 2136223 w 2249309"/>
              <a:gd name="connsiteY2252" fmla="*/ 167865 h 506009"/>
              <a:gd name="connsiteX2253" fmla="*/ 2134398 w 2249309"/>
              <a:gd name="connsiteY2253" fmla="*/ 162042 h 506009"/>
              <a:gd name="connsiteX2254" fmla="*/ 2130573 w 2249309"/>
              <a:gd name="connsiteY2254" fmla="*/ 157261 h 506009"/>
              <a:gd name="connsiteX2255" fmla="*/ 2128053 w 2249309"/>
              <a:gd name="connsiteY2255" fmla="*/ 164389 h 506009"/>
              <a:gd name="connsiteX2256" fmla="*/ 2125010 w 2249309"/>
              <a:gd name="connsiteY2256" fmla="*/ 168648 h 506009"/>
              <a:gd name="connsiteX2257" fmla="*/ 2120752 w 2249309"/>
              <a:gd name="connsiteY2257" fmla="*/ 170907 h 506009"/>
              <a:gd name="connsiteX2258" fmla="*/ 2116405 w 2249309"/>
              <a:gd name="connsiteY2258" fmla="*/ 162737 h 506009"/>
              <a:gd name="connsiteX2259" fmla="*/ 2117014 w 2249309"/>
              <a:gd name="connsiteY2259" fmla="*/ 145875 h 506009"/>
              <a:gd name="connsiteX2260" fmla="*/ 2115102 w 2249309"/>
              <a:gd name="connsiteY2260" fmla="*/ 134401 h 506009"/>
              <a:gd name="connsiteX2261" fmla="*/ 2115102 w 2249309"/>
              <a:gd name="connsiteY2261" fmla="*/ 118148 h 506009"/>
              <a:gd name="connsiteX2262" fmla="*/ 2113885 w 2249309"/>
              <a:gd name="connsiteY2262" fmla="*/ 112672 h 506009"/>
              <a:gd name="connsiteX2263" fmla="*/ 2117188 w 2249309"/>
              <a:gd name="connsiteY2263" fmla="*/ 104762 h 506009"/>
              <a:gd name="connsiteX2264" fmla="*/ 2122751 w 2249309"/>
              <a:gd name="connsiteY2264" fmla="*/ 101633 h 506009"/>
              <a:gd name="connsiteX2265" fmla="*/ 2125445 w 2249309"/>
              <a:gd name="connsiteY2265" fmla="*/ 110325 h 506009"/>
              <a:gd name="connsiteX2266" fmla="*/ 2127270 w 2249309"/>
              <a:gd name="connsiteY2266" fmla="*/ 115801 h 506009"/>
              <a:gd name="connsiteX2267" fmla="*/ 2129878 w 2249309"/>
              <a:gd name="connsiteY2267" fmla="*/ 134140 h 506009"/>
              <a:gd name="connsiteX2268" fmla="*/ 2132312 w 2249309"/>
              <a:gd name="connsiteY2268" fmla="*/ 138400 h 506009"/>
              <a:gd name="connsiteX2269" fmla="*/ 2141786 w 2249309"/>
              <a:gd name="connsiteY2269" fmla="*/ 138400 h 506009"/>
              <a:gd name="connsiteX2270" fmla="*/ 2145350 w 2249309"/>
              <a:gd name="connsiteY2270" fmla="*/ 142920 h 506009"/>
              <a:gd name="connsiteX2271" fmla="*/ 2154042 w 2249309"/>
              <a:gd name="connsiteY2271" fmla="*/ 134836 h 506009"/>
              <a:gd name="connsiteX2272" fmla="*/ 2149434 w 2249309"/>
              <a:gd name="connsiteY2272" fmla="*/ 123884 h 506009"/>
              <a:gd name="connsiteX2273" fmla="*/ 2141786 w 2249309"/>
              <a:gd name="connsiteY2273" fmla="*/ 126839 h 506009"/>
              <a:gd name="connsiteX2274" fmla="*/ 2136397 w 2249309"/>
              <a:gd name="connsiteY2274" fmla="*/ 129360 h 506009"/>
              <a:gd name="connsiteX2275" fmla="*/ 2136397 w 2249309"/>
              <a:gd name="connsiteY2275" fmla="*/ 118496 h 506009"/>
              <a:gd name="connsiteX2276" fmla="*/ 2139700 w 2249309"/>
              <a:gd name="connsiteY2276" fmla="*/ 109804 h 506009"/>
              <a:gd name="connsiteX2277" fmla="*/ 2136049 w 2249309"/>
              <a:gd name="connsiteY2277" fmla="*/ 100156 h 506009"/>
              <a:gd name="connsiteX2278" fmla="*/ 2142133 w 2249309"/>
              <a:gd name="connsiteY2278" fmla="*/ 94071 h 506009"/>
              <a:gd name="connsiteX2279" fmla="*/ 2148827 w 2249309"/>
              <a:gd name="connsiteY2279" fmla="*/ 99547 h 506009"/>
              <a:gd name="connsiteX2280" fmla="*/ 2156910 w 2249309"/>
              <a:gd name="connsiteY2280" fmla="*/ 88856 h 506009"/>
              <a:gd name="connsiteX2281" fmla="*/ 2162907 w 2249309"/>
              <a:gd name="connsiteY2281" fmla="*/ 77730 h 506009"/>
              <a:gd name="connsiteX2282" fmla="*/ 2167775 w 2249309"/>
              <a:gd name="connsiteY2282" fmla="*/ 77730 h 506009"/>
              <a:gd name="connsiteX2283" fmla="*/ 2172642 w 2249309"/>
              <a:gd name="connsiteY2283" fmla="*/ 76687 h 506009"/>
              <a:gd name="connsiteX2284" fmla="*/ 279250 w 2249309"/>
              <a:gd name="connsiteY2284" fmla="*/ 69863 h 506009"/>
              <a:gd name="connsiteX2285" fmla="*/ 142011 w 2249309"/>
              <a:gd name="connsiteY2285" fmla="*/ 104912 h 506009"/>
              <a:gd name="connsiteX2286" fmla="*/ 141986 w 2249309"/>
              <a:gd name="connsiteY2286" fmla="*/ 104912 h 506009"/>
              <a:gd name="connsiteX2287" fmla="*/ 67939 w 2249309"/>
              <a:gd name="connsiteY2287" fmla="*/ 253055 h 506009"/>
              <a:gd name="connsiteX2288" fmla="*/ 70058 w 2249309"/>
              <a:gd name="connsiteY2288" fmla="*/ 281228 h 506009"/>
              <a:gd name="connsiteX2289" fmla="*/ 70482 w 2249309"/>
              <a:gd name="connsiteY2289" fmla="*/ 283521 h 506009"/>
              <a:gd name="connsiteX2290" fmla="*/ 72477 w 2249309"/>
              <a:gd name="connsiteY2290" fmla="*/ 293793 h 506009"/>
              <a:gd name="connsiteX2291" fmla="*/ 76216 w 2249309"/>
              <a:gd name="connsiteY2291" fmla="*/ 307979 h 506009"/>
              <a:gd name="connsiteX2292" fmla="*/ 81651 w 2249309"/>
              <a:gd name="connsiteY2292" fmla="*/ 322938 h 506009"/>
              <a:gd name="connsiteX2293" fmla="*/ 82449 w 2249309"/>
              <a:gd name="connsiteY2293" fmla="*/ 324932 h 506009"/>
              <a:gd name="connsiteX2294" fmla="*/ 104489 w 2249309"/>
              <a:gd name="connsiteY2294" fmla="*/ 363576 h 506009"/>
              <a:gd name="connsiteX2295" fmla="*/ 104613 w 2249309"/>
              <a:gd name="connsiteY2295" fmla="*/ 363726 h 506009"/>
              <a:gd name="connsiteX2296" fmla="*/ 104800 w 2249309"/>
              <a:gd name="connsiteY2296" fmla="*/ 363977 h 506009"/>
              <a:gd name="connsiteX2297" fmla="*/ 159620 w 2249309"/>
              <a:gd name="connsiteY2297" fmla="*/ 412921 h 506009"/>
              <a:gd name="connsiteX2298" fmla="*/ 198735 w 2249309"/>
              <a:gd name="connsiteY2298" fmla="*/ 426530 h 506009"/>
              <a:gd name="connsiteX2299" fmla="*/ 195788 w 2249309"/>
              <a:gd name="connsiteY2299" fmla="*/ 421815 h 506009"/>
              <a:gd name="connsiteX2300" fmla="*/ 188832 w 2249309"/>
              <a:gd name="connsiteY2300" fmla="*/ 419322 h 506009"/>
              <a:gd name="connsiteX2301" fmla="*/ 187761 w 2249309"/>
              <a:gd name="connsiteY2301" fmla="*/ 418338 h 506009"/>
              <a:gd name="connsiteX2302" fmla="*/ 198430 w 2249309"/>
              <a:gd name="connsiteY2302" fmla="*/ 420145 h 506009"/>
              <a:gd name="connsiteX2303" fmla="*/ 203912 w 2249309"/>
              <a:gd name="connsiteY2303" fmla="*/ 426387 h 506009"/>
              <a:gd name="connsiteX2304" fmla="*/ 204631 w 2249309"/>
              <a:gd name="connsiteY2304" fmla="*/ 428582 h 506009"/>
              <a:gd name="connsiteX2305" fmla="*/ 215137 w 2249309"/>
              <a:gd name="connsiteY2305" fmla="*/ 432237 h 506009"/>
              <a:gd name="connsiteX2306" fmla="*/ 217977 w 2249309"/>
              <a:gd name="connsiteY2306" fmla="*/ 432237 h 506009"/>
              <a:gd name="connsiteX2307" fmla="*/ 217924 w 2249309"/>
              <a:gd name="connsiteY2307" fmla="*/ 433207 h 506009"/>
              <a:gd name="connsiteX2308" fmla="*/ 226627 w 2249309"/>
              <a:gd name="connsiteY2308" fmla="*/ 436235 h 506009"/>
              <a:gd name="connsiteX2309" fmla="*/ 256478 w 2249309"/>
              <a:gd name="connsiteY2309" fmla="*/ 434755 h 506009"/>
              <a:gd name="connsiteX2310" fmla="*/ 256919 w 2249309"/>
              <a:gd name="connsiteY2310" fmla="*/ 434282 h 506009"/>
              <a:gd name="connsiteX2311" fmla="*/ 254426 w 2249309"/>
              <a:gd name="connsiteY2311" fmla="*/ 434282 h 506009"/>
              <a:gd name="connsiteX2312" fmla="*/ 255399 w 2249309"/>
              <a:gd name="connsiteY2312" fmla="*/ 433633 h 506009"/>
              <a:gd name="connsiteX2313" fmla="*/ 251110 w 2249309"/>
              <a:gd name="connsiteY2313" fmla="*/ 433633 h 506009"/>
              <a:gd name="connsiteX2314" fmla="*/ 251983 w 2249309"/>
              <a:gd name="connsiteY2314" fmla="*/ 432960 h 506009"/>
              <a:gd name="connsiteX2315" fmla="*/ 243182 w 2249309"/>
              <a:gd name="connsiteY2315" fmla="*/ 432960 h 506009"/>
              <a:gd name="connsiteX2316" fmla="*/ 238196 w 2249309"/>
              <a:gd name="connsiteY2316" fmla="*/ 421641 h 506009"/>
              <a:gd name="connsiteX2317" fmla="*/ 225481 w 2249309"/>
              <a:gd name="connsiteY2317" fmla="*/ 421118 h 506009"/>
              <a:gd name="connsiteX2318" fmla="*/ 219123 w 2249309"/>
              <a:gd name="connsiteY2318" fmla="*/ 430841 h 506009"/>
              <a:gd name="connsiteX2319" fmla="*/ 218001 w 2249309"/>
              <a:gd name="connsiteY2319" fmla="*/ 430492 h 506009"/>
              <a:gd name="connsiteX2320" fmla="*/ 220794 w 2249309"/>
              <a:gd name="connsiteY2320" fmla="*/ 422464 h 506009"/>
              <a:gd name="connsiteX2321" fmla="*/ 231464 w 2249309"/>
              <a:gd name="connsiteY2321" fmla="*/ 418176 h 506009"/>
              <a:gd name="connsiteX2322" fmla="*/ 246423 w 2249309"/>
              <a:gd name="connsiteY2322" fmla="*/ 422090 h 506009"/>
              <a:gd name="connsiteX2323" fmla="*/ 249290 w 2249309"/>
              <a:gd name="connsiteY2323" fmla="*/ 431764 h 506009"/>
              <a:gd name="connsiteX2324" fmla="*/ 259263 w 2249309"/>
              <a:gd name="connsiteY2324" fmla="*/ 431514 h 506009"/>
              <a:gd name="connsiteX2325" fmla="*/ 263003 w 2249309"/>
              <a:gd name="connsiteY2325" fmla="*/ 422464 h 506009"/>
              <a:gd name="connsiteX2326" fmla="*/ 273673 w 2249309"/>
              <a:gd name="connsiteY2326" fmla="*/ 418176 h 506009"/>
              <a:gd name="connsiteX2327" fmla="*/ 288632 w 2249309"/>
              <a:gd name="connsiteY2327" fmla="*/ 422090 h 506009"/>
              <a:gd name="connsiteX2328" fmla="*/ 291499 w 2249309"/>
              <a:gd name="connsiteY2328" fmla="*/ 431764 h 506009"/>
              <a:gd name="connsiteX2329" fmla="*/ 299950 w 2249309"/>
              <a:gd name="connsiteY2329" fmla="*/ 431552 h 506009"/>
              <a:gd name="connsiteX2330" fmla="*/ 301737 w 2249309"/>
              <a:gd name="connsiteY2330" fmla="*/ 430703 h 506009"/>
              <a:gd name="connsiteX2331" fmla="*/ 302987 w 2249309"/>
              <a:gd name="connsiteY2331" fmla="*/ 426874 h 506009"/>
              <a:gd name="connsiteX2332" fmla="*/ 307231 w 2249309"/>
              <a:gd name="connsiteY2332" fmla="*/ 420046 h 506009"/>
              <a:gd name="connsiteX2333" fmla="*/ 317677 w 2249309"/>
              <a:gd name="connsiteY2333" fmla="*/ 417677 h 506009"/>
              <a:gd name="connsiteX2334" fmla="*/ 317677 w 2249309"/>
              <a:gd name="connsiteY2334" fmla="*/ 421367 h 506009"/>
              <a:gd name="connsiteX2335" fmla="*/ 307306 w 2249309"/>
              <a:gd name="connsiteY2335" fmla="*/ 422863 h 506009"/>
              <a:gd name="connsiteX2336" fmla="*/ 304133 w 2249309"/>
              <a:gd name="connsiteY2336" fmla="*/ 429565 h 506009"/>
              <a:gd name="connsiteX2337" fmla="*/ 363866 w 2249309"/>
              <a:gd name="connsiteY2337" fmla="*/ 401185 h 506009"/>
              <a:gd name="connsiteX2338" fmla="*/ 401076 w 2249309"/>
              <a:gd name="connsiteY2338" fmla="*/ 142123 h 506009"/>
              <a:gd name="connsiteX2339" fmla="*/ 279250 w 2249309"/>
              <a:gd name="connsiteY2339" fmla="*/ 69863 h 506009"/>
              <a:gd name="connsiteX2340" fmla="*/ 163801 w 2249309"/>
              <a:gd name="connsiteY2340" fmla="*/ 67042 h 506009"/>
              <a:gd name="connsiteX2341" fmla="*/ 163028 w 2249309"/>
              <a:gd name="connsiteY2341" fmla="*/ 67690 h 506009"/>
              <a:gd name="connsiteX2342" fmla="*/ 161881 w 2249309"/>
              <a:gd name="connsiteY2342" fmla="*/ 67964 h 506009"/>
              <a:gd name="connsiteX2343" fmla="*/ 160809 w 2249309"/>
              <a:gd name="connsiteY2343" fmla="*/ 68463 h 506009"/>
              <a:gd name="connsiteX2344" fmla="*/ 159512 w 2249309"/>
              <a:gd name="connsiteY2344" fmla="*/ 68463 h 506009"/>
              <a:gd name="connsiteX2345" fmla="*/ 158415 w 2249309"/>
              <a:gd name="connsiteY2345" fmla="*/ 68812 h 506009"/>
              <a:gd name="connsiteX2346" fmla="*/ 158341 w 2249309"/>
              <a:gd name="connsiteY2346" fmla="*/ 68712 h 506009"/>
              <a:gd name="connsiteX2347" fmla="*/ 158864 w 2249309"/>
              <a:gd name="connsiteY2347" fmla="*/ 70407 h 506009"/>
              <a:gd name="connsiteX2348" fmla="*/ 159313 w 2249309"/>
              <a:gd name="connsiteY2348" fmla="*/ 71355 h 506009"/>
              <a:gd name="connsiteX2349" fmla="*/ 160560 w 2249309"/>
              <a:gd name="connsiteY2349" fmla="*/ 72551 h 506009"/>
              <a:gd name="connsiteX2350" fmla="*/ 161981 w 2249309"/>
              <a:gd name="connsiteY2350" fmla="*/ 73449 h 506009"/>
              <a:gd name="connsiteX2351" fmla="*/ 163676 w 2249309"/>
              <a:gd name="connsiteY2351" fmla="*/ 74446 h 506009"/>
              <a:gd name="connsiteX2352" fmla="*/ 164399 w 2249309"/>
              <a:gd name="connsiteY2352" fmla="*/ 75518 h 506009"/>
              <a:gd name="connsiteX2353" fmla="*/ 165670 w 2249309"/>
              <a:gd name="connsiteY2353" fmla="*/ 75892 h 506009"/>
              <a:gd name="connsiteX2354" fmla="*/ 166393 w 2249309"/>
              <a:gd name="connsiteY2354" fmla="*/ 74795 h 506009"/>
              <a:gd name="connsiteX2355" fmla="*/ 167341 w 2249309"/>
              <a:gd name="connsiteY2355" fmla="*/ 74197 h 506009"/>
              <a:gd name="connsiteX2356" fmla="*/ 168189 w 2249309"/>
              <a:gd name="connsiteY2356" fmla="*/ 73075 h 506009"/>
              <a:gd name="connsiteX2357" fmla="*/ 168388 w 2249309"/>
              <a:gd name="connsiteY2357" fmla="*/ 71928 h 506009"/>
              <a:gd name="connsiteX2358" fmla="*/ 168263 w 2249309"/>
              <a:gd name="connsiteY2358" fmla="*/ 70457 h 506009"/>
              <a:gd name="connsiteX2359" fmla="*/ 168413 w 2249309"/>
              <a:gd name="connsiteY2359" fmla="*/ 69111 h 506009"/>
              <a:gd name="connsiteX2360" fmla="*/ 167889 w 2249309"/>
              <a:gd name="connsiteY2360" fmla="*/ 68064 h 506009"/>
              <a:gd name="connsiteX2361" fmla="*/ 166867 w 2249309"/>
              <a:gd name="connsiteY2361" fmla="*/ 67590 h 506009"/>
              <a:gd name="connsiteX2362" fmla="*/ 163801 w 2249309"/>
              <a:gd name="connsiteY2362" fmla="*/ 67042 h 506009"/>
              <a:gd name="connsiteX2363" fmla="*/ 150587 w 2249309"/>
              <a:gd name="connsiteY2363" fmla="*/ 63676 h 506009"/>
              <a:gd name="connsiteX2364" fmla="*/ 150811 w 2249309"/>
              <a:gd name="connsiteY2364" fmla="*/ 64872 h 506009"/>
              <a:gd name="connsiteX2365" fmla="*/ 150313 w 2249309"/>
              <a:gd name="connsiteY2365" fmla="*/ 66493 h 506009"/>
              <a:gd name="connsiteX2366" fmla="*/ 149615 w 2249309"/>
              <a:gd name="connsiteY2366" fmla="*/ 68288 h 506009"/>
              <a:gd name="connsiteX2367" fmla="*/ 148468 w 2249309"/>
              <a:gd name="connsiteY2367" fmla="*/ 69535 h 506009"/>
              <a:gd name="connsiteX2368" fmla="*/ 147221 w 2249309"/>
              <a:gd name="connsiteY2368" fmla="*/ 69235 h 506009"/>
              <a:gd name="connsiteX2369" fmla="*/ 147221 w 2249309"/>
              <a:gd name="connsiteY2369" fmla="*/ 67964 h 506009"/>
              <a:gd name="connsiteX2370" fmla="*/ 148568 w 2249309"/>
              <a:gd name="connsiteY2370" fmla="*/ 66094 h 506009"/>
              <a:gd name="connsiteX2371" fmla="*/ 148991 w 2249309"/>
              <a:gd name="connsiteY2371" fmla="*/ 65222 h 506009"/>
              <a:gd name="connsiteX2372" fmla="*/ 149739 w 2249309"/>
              <a:gd name="connsiteY2372" fmla="*/ 64349 h 506009"/>
              <a:gd name="connsiteX2373" fmla="*/ 150587 w 2249309"/>
              <a:gd name="connsiteY2373" fmla="*/ 63676 h 506009"/>
              <a:gd name="connsiteX2374" fmla="*/ 152731 w 2249309"/>
              <a:gd name="connsiteY2374" fmla="*/ 56770 h 506009"/>
              <a:gd name="connsiteX2375" fmla="*/ 151509 w 2249309"/>
              <a:gd name="connsiteY2375" fmla="*/ 57443 h 506009"/>
              <a:gd name="connsiteX2376" fmla="*/ 150213 w 2249309"/>
              <a:gd name="connsiteY2376" fmla="*/ 57667 h 506009"/>
              <a:gd name="connsiteX2377" fmla="*/ 149640 w 2249309"/>
              <a:gd name="connsiteY2377" fmla="*/ 58316 h 506009"/>
              <a:gd name="connsiteX2378" fmla="*/ 149241 w 2249309"/>
              <a:gd name="connsiteY2378" fmla="*/ 59014 h 506009"/>
              <a:gd name="connsiteX2379" fmla="*/ 148817 w 2249309"/>
              <a:gd name="connsiteY2379" fmla="*/ 59886 h 506009"/>
              <a:gd name="connsiteX2380" fmla="*/ 147919 w 2249309"/>
              <a:gd name="connsiteY2380" fmla="*/ 61083 h 506009"/>
              <a:gd name="connsiteX2381" fmla="*/ 147171 w 2249309"/>
              <a:gd name="connsiteY2381" fmla="*/ 61856 h 506009"/>
              <a:gd name="connsiteX2382" fmla="*/ 146299 w 2249309"/>
              <a:gd name="connsiteY2382" fmla="*/ 62953 h 506009"/>
              <a:gd name="connsiteX2383" fmla="*/ 145002 w 2249309"/>
              <a:gd name="connsiteY2383" fmla="*/ 64299 h 506009"/>
              <a:gd name="connsiteX2384" fmla="*/ 143282 w 2249309"/>
              <a:gd name="connsiteY2384" fmla="*/ 66144 h 506009"/>
              <a:gd name="connsiteX2385" fmla="*/ 142434 w 2249309"/>
              <a:gd name="connsiteY2385" fmla="*/ 65820 h 506009"/>
              <a:gd name="connsiteX2386" fmla="*/ 141113 w 2249309"/>
              <a:gd name="connsiteY2386" fmla="*/ 65820 h 506009"/>
              <a:gd name="connsiteX2387" fmla="*/ 140265 w 2249309"/>
              <a:gd name="connsiteY2387" fmla="*/ 66992 h 506009"/>
              <a:gd name="connsiteX2388" fmla="*/ 140415 w 2249309"/>
              <a:gd name="connsiteY2388" fmla="*/ 69909 h 506009"/>
              <a:gd name="connsiteX2389" fmla="*/ 141711 w 2249309"/>
              <a:gd name="connsiteY2389" fmla="*/ 71828 h 506009"/>
              <a:gd name="connsiteX2390" fmla="*/ 143207 w 2249309"/>
              <a:gd name="connsiteY2390" fmla="*/ 73574 h 506009"/>
              <a:gd name="connsiteX2391" fmla="*/ 144429 w 2249309"/>
              <a:gd name="connsiteY2391" fmla="*/ 74870 h 506009"/>
              <a:gd name="connsiteX2392" fmla="*/ 145177 w 2249309"/>
              <a:gd name="connsiteY2392" fmla="*/ 75842 h 506009"/>
              <a:gd name="connsiteX2393" fmla="*/ 145725 w 2249309"/>
              <a:gd name="connsiteY2393" fmla="*/ 76216 h 506009"/>
              <a:gd name="connsiteX2394" fmla="*/ 146598 w 2249309"/>
              <a:gd name="connsiteY2394" fmla="*/ 77039 h 506009"/>
              <a:gd name="connsiteX2395" fmla="*/ 147321 w 2249309"/>
              <a:gd name="connsiteY2395" fmla="*/ 77189 h 506009"/>
              <a:gd name="connsiteX2396" fmla="*/ 148742 w 2249309"/>
              <a:gd name="connsiteY2396" fmla="*/ 76516 h 506009"/>
              <a:gd name="connsiteX2397" fmla="*/ 149465 w 2249309"/>
              <a:gd name="connsiteY2397" fmla="*/ 75867 h 506009"/>
              <a:gd name="connsiteX2398" fmla="*/ 150712 w 2249309"/>
              <a:gd name="connsiteY2398" fmla="*/ 75518 h 506009"/>
              <a:gd name="connsiteX2399" fmla="*/ 151459 w 2249309"/>
              <a:gd name="connsiteY2399" fmla="*/ 75967 h 506009"/>
              <a:gd name="connsiteX2400" fmla="*/ 152407 w 2249309"/>
              <a:gd name="connsiteY2400" fmla="*/ 78061 h 506009"/>
              <a:gd name="connsiteX2401" fmla="*/ 153279 w 2249309"/>
              <a:gd name="connsiteY2401" fmla="*/ 79532 h 506009"/>
              <a:gd name="connsiteX2402" fmla="*/ 153903 w 2249309"/>
              <a:gd name="connsiteY2402" fmla="*/ 80604 h 506009"/>
              <a:gd name="connsiteX2403" fmla="*/ 153479 w 2249309"/>
              <a:gd name="connsiteY2403" fmla="*/ 82873 h 506009"/>
              <a:gd name="connsiteX2404" fmla="*/ 151509 w 2249309"/>
              <a:gd name="connsiteY2404" fmla="*/ 83297 h 506009"/>
              <a:gd name="connsiteX2405" fmla="*/ 150687 w 2249309"/>
              <a:gd name="connsiteY2405" fmla="*/ 84419 h 506009"/>
              <a:gd name="connsiteX2406" fmla="*/ 153479 w 2249309"/>
              <a:gd name="connsiteY2406" fmla="*/ 85142 h 506009"/>
              <a:gd name="connsiteX2407" fmla="*/ 154775 w 2249309"/>
              <a:gd name="connsiteY2407" fmla="*/ 85940 h 506009"/>
              <a:gd name="connsiteX2408" fmla="*/ 156246 w 2249309"/>
              <a:gd name="connsiteY2408" fmla="*/ 85790 h 506009"/>
              <a:gd name="connsiteX2409" fmla="*/ 157244 w 2249309"/>
              <a:gd name="connsiteY2409" fmla="*/ 85915 h 506009"/>
              <a:gd name="connsiteX2410" fmla="*/ 158316 w 2249309"/>
              <a:gd name="connsiteY2410" fmla="*/ 85790 h 506009"/>
              <a:gd name="connsiteX2411" fmla="*/ 159089 w 2249309"/>
              <a:gd name="connsiteY2411" fmla="*/ 85790 h 506009"/>
              <a:gd name="connsiteX2412" fmla="*/ 159936 w 2249309"/>
              <a:gd name="connsiteY2412" fmla="*/ 84419 h 506009"/>
              <a:gd name="connsiteX2413" fmla="*/ 160460 w 2249309"/>
              <a:gd name="connsiteY2413" fmla="*/ 82325 h 506009"/>
              <a:gd name="connsiteX2414" fmla="*/ 160584 w 2249309"/>
              <a:gd name="connsiteY2414" fmla="*/ 79831 h 506009"/>
              <a:gd name="connsiteX2415" fmla="*/ 156670 w 2249309"/>
              <a:gd name="connsiteY2415" fmla="*/ 73324 h 506009"/>
              <a:gd name="connsiteX2416" fmla="*/ 155573 w 2249309"/>
              <a:gd name="connsiteY2416" fmla="*/ 72003 h 506009"/>
              <a:gd name="connsiteX2417" fmla="*/ 155798 w 2249309"/>
              <a:gd name="connsiteY2417" fmla="*/ 70781 h 506009"/>
              <a:gd name="connsiteX2418" fmla="*/ 156496 w 2249309"/>
              <a:gd name="connsiteY2418" fmla="*/ 70233 h 506009"/>
              <a:gd name="connsiteX2419" fmla="*/ 156720 w 2249309"/>
              <a:gd name="connsiteY2419" fmla="*/ 68338 h 506009"/>
              <a:gd name="connsiteX2420" fmla="*/ 156720 w 2249309"/>
              <a:gd name="connsiteY2420" fmla="*/ 62953 h 506009"/>
              <a:gd name="connsiteX2421" fmla="*/ 156720 w 2249309"/>
              <a:gd name="connsiteY2421" fmla="*/ 61357 h 506009"/>
              <a:gd name="connsiteX2422" fmla="*/ 157269 w 2249309"/>
              <a:gd name="connsiteY2422" fmla="*/ 58989 h 506009"/>
              <a:gd name="connsiteX2423" fmla="*/ 156570 w 2249309"/>
              <a:gd name="connsiteY2423" fmla="*/ 57917 h 506009"/>
              <a:gd name="connsiteX2424" fmla="*/ 155224 w 2249309"/>
              <a:gd name="connsiteY2424" fmla="*/ 56770 h 506009"/>
              <a:gd name="connsiteX2425" fmla="*/ 152731 w 2249309"/>
              <a:gd name="connsiteY2425" fmla="*/ 56770 h 506009"/>
              <a:gd name="connsiteX2426" fmla="*/ 366144 w 2249309"/>
              <a:gd name="connsiteY2426" fmla="*/ 53454 h 506009"/>
              <a:gd name="connsiteX2427" fmla="*/ 365322 w 2249309"/>
              <a:gd name="connsiteY2427" fmla="*/ 53728 h 506009"/>
              <a:gd name="connsiteX2428" fmla="*/ 364474 w 2249309"/>
              <a:gd name="connsiteY2428" fmla="*/ 55399 h 506009"/>
              <a:gd name="connsiteX2429" fmla="*/ 363203 w 2249309"/>
              <a:gd name="connsiteY2429" fmla="*/ 57144 h 506009"/>
              <a:gd name="connsiteX2430" fmla="*/ 360884 w 2249309"/>
              <a:gd name="connsiteY2430" fmla="*/ 59637 h 506009"/>
              <a:gd name="connsiteX2431" fmla="*/ 357069 w 2249309"/>
              <a:gd name="connsiteY2431" fmla="*/ 58914 h 506009"/>
              <a:gd name="connsiteX2432" fmla="*/ 355150 w 2249309"/>
              <a:gd name="connsiteY2432" fmla="*/ 57742 h 506009"/>
              <a:gd name="connsiteX2433" fmla="*/ 354053 w 2249309"/>
              <a:gd name="connsiteY2433" fmla="*/ 57742 h 506009"/>
              <a:gd name="connsiteX2434" fmla="*/ 352906 w 2249309"/>
              <a:gd name="connsiteY2434" fmla="*/ 57543 h 506009"/>
              <a:gd name="connsiteX2435" fmla="*/ 351734 w 2249309"/>
              <a:gd name="connsiteY2435" fmla="*/ 57892 h 506009"/>
              <a:gd name="connsiteX2436" fmla="*/ 350612 w 2249309"/>
              <a:gd name="connsiteY2436" fmla="*/ 58864 h 506009"/>
              <a:gd name="connsiteX2437" fmla="*/ 351036 w 2249309"/>
              <a:gd name="connsiteY2437" fmla="*/ 61731 h 506009"/>
              <a:gd name="connsiteX2438" fmla="*/ 352033 w 2249309"/>
              <a:gd name="connsiteY2438" fmla="*/ 63152 h 506009"/>
              <a:gd name="connsiteX2439" fmla="*/ 352906 w 2249309"/>
              <a:gd name="connsiteY2439" fmla="*/ 63651 h 506009"/>
              <a:gd name="connsiteX2440" fmla="*/ 353953 w 2249309"/>
              <a:gd name="connsiteY2440" fmla="*/ 63925 h 506009"/>
              <a:gd name="connsiteX2441" fmla="*/ 354651 w 2249309"/>
              <a:gd name="connsiteY2441" fmla="*/ 64324 h 506009"/>
              <a:gd name="connsiteX2442" fmla="*/ 355573 w 2249309"/>
              <a:gd name="connsiteY2442" fmla="*/ 64798 h 506009"/>
              <a:gd name="connsiteX2443" fmla="*/ 354476 w 2249309"/>
              <a:gd name="connsiteY2443" fmla="*/ 65845 h 506009"/>
              <a:gd name="connsiteX2444" fmla="*/ 351011 w 2249309"/>
              <a:gd name="connsiteY2444" fmla="*/ 67889 h 506009"/>
              <a:gd name="connsiteX2445" fmla="*/ 344080 w 2249309"/>
              <a:gd name="connsiteY2445" fmla="*/ 69585 h 506009"/>
              <a:gd name="connsiteX2446" fmla="*/ 343232 w 2249309"/>
              <a:gd name="connsiteY2446" fmla="*/ 69585 h 506009"/>
              <a:gd name="connsiteX2447" fmla="*/ 341861 w 2249309"/>
              <a:gd name="connsiteY2447" fmla="*/ 69759 h 506009"/>
              <a:gd name="connsiteX2448" fmla="*/ 340016 w 2249309"/>
              <a:gd name="connsiteY2448" fmla="*/ 69759 h 506009"/>
              <a:gd name="connsiteX2449" fmla="*/ 340016 w 2249309"/>
              <a:gd name="connsiteY2449" fmla="*/ 69659 h 506009"/>
              <a:gd name="connsiteX2450" fmla="*/ 338795 w 2249309"/>
              <a:gd name="connsiteY2450" fmla="*/ 69959 h 506009"/>
              <a:gd name="connsiteX2451" fmla="*/ 339543 w 2249309"/>
              <a:gd name="connsiteY2451" fmla="*/ 70831 h 506009"/>
              <a:gd name="connsiteX2452" fmla="*/ 339543 w 2249309"/>
              <a:gd name="connsiteY2452" fmla="*/ 72277 h 506009"/>
              <a:gd name="connsiteX2453" fmla="*/ 339892 w 2249309"/>
              <a:gd name="connsiteY2453" fmla="*/ 73324 h 506009"/>
              <a:gd name="connsiteX2454" fmla="*/ 341113 w 2249309"/>
              <a:gd name="connsiteY2454" fmla="*/ 73748 h 506009"/>
              <a:gd name="connsiteX2455" fmla="*/ 343357 w 2249309"/>
              <a:gd name="connsiteY2455" fmla="*/ 74396 h 506009"/>
              <a:gd name="connsiteX2456" fmla="*/ 346174 w 2249309"/>
              <a:gd name="connsiteY2456" fmla="*/ 74396 h 506009"/>
              <a:gd name="connsiteX2457" fmla="*/ 350089 w 2249309"/>
              <a:gd name="connsiteY2457" fmla="*/ 74396 h 506009"/>
              <a:gd name="connsiteX2458" fmla="*/ 354501 w 2249309"/>
              <a:gd name="connsiteY2458" fmla="*/ 73299 h 506009"/>
              <a:gd name="connsiteX2459" fmla="*/ 358142 w 2249309"/>
              <a:gd name="connsiteY2459" fmla="*/ 71455 h 506009"/>
              <a:gd name="connsiteX2460" fmla="*/ 359538 w 2249309"/>
              <a:gd name="connsiteY2460" fmla="*/ 75543 h 506009"/>
              <a:gd name="connsiteX2461" fmla="*/ 360036 w 2249309"/>
              <a:gd name="connsiteY2461" fmla="*/ 77687 h 506009"/>
              <a:gd name="connsiteX2462" fmla="*/ 360560 w 2249309"/>
              <a:gd name="connsiteY2462" fmla="*/ 81452 h 506009"/>
              <a:gd name="connsiteX2463" fmla="*/ 360560 w 2249309"/>
              <a:gd name="connsiteY2463" fmla="*/ 85640 h 506009"/>
              <a:gd name="connsiteX2464" fmla="*/ 361258 w 2249309"/>
              <a:gd name="connsiteY2464" fmla="*/ 87136 h 506009"/>
              <a:gd name="connsiteX2465" fmla="*/ 363153 w 2249309"/>
              <a:gd name="connsiteY2465" fmla="*/ 88607 h 506009"/>
              <a:gd name="connsiteX2466" fmla="*/ 364324 w 2249309"/>
              <a:gd name="connsiteY2466" fmla="*/ 89605 h 506009"/>
              <a:gd name="connsiteX2467" fmla="*/ 365845 w 2249309"/>
              <a:gd name="connsiteY2467" fmla="*/ 90452 h 506009"/>
              <a:gd name="connsiteX2468" fmla="*/ 367241 w 2249309"/>
              <a:gd name="connsiteY2468" fmla="*/ 91375 h 506009"/>
              <a:gd name="connsiteX2469" fmla="*/ 367965 w 2249309"/>
              <a:gd name="connsiteY2469" fmla="*/ 91624 h 506009"/>
              <a:gd name="connsiteX2470" fmla="*/ 368912 w 2249309"/>
              <a:gd name="connsiteY2470" fmla="*/ 91450 h 506009"/>
              <a:gd name="connsiteX2471" fmla="*/ 370956 w 2249309"/>
              <a:gd name="connsiteY2471" fmla="*/ 91450 h 506009"/>
              <a:gd name="connsiteX2472" fmla="*/ 371679 w 2249309"/>
              <a:gd name="connsiteY2472" fmla="*/ 90502 h 506009"/>
              <a:gd name="connsiteX2473" fmla="*/ 372402 w 2249309"/>
              <a:gd name="connsiteY2473" fmla="*/ 89954 h 506009"/>
              <a:gd name="connsiteX2474" fmla="*/ 371704 w 2249309"/>
              <a:gd name="connsiteY2474" fmla="*/ 88981 h 506009"/>
              <a:gd name="connsiteX2475" fmla="*/ 369560 w 2249309"/>
              <a:gd name="connsiteY2475" fmla="*/ 86488 h 506009"/>
              <a:gd name="connsiteX2476" fmla="*/ 368812 w 2249309"/>
              <a:gd name="connsiteY2476" fmla="*/ 85017 h 506009"/>
              <a:gd name="connsiteX2477" fmla="*/ 367590 w 2249309"/>
              <a:gd name="connsiteY2477" fmla="*/ 83471 h 506009"/>
              <a:gd name="connsiteX2478" fmla="*/ 365920 w 2249309"/>
              <a:gd name="connsiteY2478" fmla="*/ 79981 h 506009"/>
              <a:gd name="connsiteX2479" fmla="*/ 364973 w 2249309"/>
              <a:gd name="connsiteY2479" fmla="*/ 75394 h 506009"/>
              <a:gd name="connsiteX2480" fmla="*/ 363477 w 2249309"/>
              <a:gd name="connsiteY2480" fmla="*/ 69560 h 506009"/>
              <a:gd name="connsiteX2481" fmla="*/ 364225 w 2249309"/>
              <a:gd name="connsiteY2481" fmla="*/ 67715 h 506009"/>
              <a:gd name="connsiteX2482" fmla="*/ 365546 w 2249309"/>
              <a:gd name="connsiteY2482" fmla="*/ 67067 h 506009"/>
              <a:gd name="connsiteX2483" fmla="*/ 368239 w 2249309"/>
              <a:gd name="connsiteY2483" fmla="*/ 67490 h 506009"/>
              <a:gd name="connsiteX2484" fmla="*/ 369784 w 2249309"/>
              <a:gd name="connsiteY2484" fmla="*/ 68139 h 506009"/>
              <a:gd name="connsiteX2485" fmla="*/ 371555 w 2249309"/>
              <a:gd name="connsiteY2485" fmla="*/ 68513 h 506009"/>
              <a:gd name="connsiteX2486" fmla="*/ 374247 w 2249309"/>
              <a:gd name="connsiteY2486" fmla="*/ 68837 h 506009"/>
              <a:gd name="connsiteX2487" fmla="*/ 375569 w 2249309"/>
              <a:gd name="connsiteY2487" fmla="*/ 68687 h 506009"/>
              <a:gd name="connsiteX2488" fmla="*/ 376341 w 2249309"/>
              <a:gd name="connsiteY2488" fmla="*/ 68363 h 506009"/>
              <a:gd name="connsiteX2489" fmla="*/ 376341 w 2249309"/>
              <a:gd name="connsiteY2489" fmla="*/ 65471 h 506009"/>
              <a:gd name="connsiteX2490" fmla="*/ 374970 w 2249309"/>
              <a:gd name="connsiteY2490" fmla="*/ 63975 h 506009"/>
              <a:gd name="connsiteX2491" fmla="*/ 373026 w 2249309"/>
              <a:gd name="connsiteY2491" fmla="*/ 62853 h 506009"/>
              <a:gd name="connsiteX2492" fmla="*/ 371231 w 2249309"/>
              <a:gd name="connsiteY2492" fmla="*/ 63003 h 506009"/>
              <a:gd name="connsiteX2493" fmla="*/ 369934 w 2249309"/>
              <a:gd name="connsiteY2493" fmla="*/ 62753 h 506009"/>
              <a:gd name="connsiteX2494" fmla="*/ 368787 w 2249309"/>
              <a:gd name="connsiteY2494" fmla="*/ 62629 h 506009"/>
              <a:gd name="connsiteX2495" fmla="*/ 367940 w 2249309"/>
              <a:gd name="connsiteY2495" fmla="*/ 62404 h 506009"/>
              <a:gd name="connsiteX2496" fmla="*/ 368588 w 2249309"/>
              <a:gd name="connsiteY2496" fmla="*/ 61357 h 506009"/>
              <a:gd name="connsiteX2497" fmla="*/ 370383 w 2249309"/>
              <a:gd name="connsiteY2497" fmla="*/ 59961 h 506009"/>
              <a:gd name="connsiteX2498" fmla="*/ 370757 w 2249309"/>
              <a:gd name="connsiteY2498" fmla="*/ 58864 h 506009"/>
              <a:gd name="connsiteX2499" fmla="*/ 371006 w 2249309"/>
              <a:gd name="connsiteY2499" fmla="*/ 57667 h 506009"/>
              <a:gd name="connsiteX2500" fmla="*/ 370258 w 2249309"/>
              <a:gd name="connsiteY2500" fmla="*/ 55648 h 506009"/>
              <a:gd name="connsiteX2501" fmla="*/ 368488 w 2249309"/>
              <a:gd name="connsiteY2501" fmla="*/ 54526 h 506009"/>
              <a:gd name="connsiteX2502" fmla="*/ 367341 w 2249309"/>
              <a:gd name="connsiteY2502" fmla="*/ 54277 h 506009"/>
              <a:gd name="connsiteX2503" fmla="*/ 366144 w 2249309"/>
              <a:gd name="connsiteY2503" fmla="*/ 53454 h 506009"/>
              <a:gd name="connsiteX2504" fmla="*/ 202993 w 2249309"/>
              <a:gd name="connsiteY2504" fmla="*/ 49590 h 506009"/>
              <a:gd name="connsiteX2505" fmla="*/ 203068 w 2249309"/>
              <a:gd name="connsiteY2505" fmla="*/ 49689 h 506009"/>
              <a:gd name="connsiteX2506" fmla="*/ 203010 w 2249309"/>
              <a:gd name="connsiteY2506" fmla="*/ 49622 h 506009"/>
              <a:gd name="connsiteX2507" fmla="*/ 143506 w 2249309"/>
              <a:gd name="connsiteY2507" fmla="*/ 44853 h 506009"/>
              <a:gd name="connsiteX2508" fmla="*/ 142235 w 2249309"/>
              <a:gd name="connsiteY2508" fmla="*/ 45177 h 506009"/>
              <a:gd name="connsiteX2509" fmla="*/ 141337 w 2249309"/>
              <a:gd name="connsiteY2509" fmla="*/ 45177 h 506009"/>
              <a:gd name="connsiteX2510" fmla="*/ 140166 w 2249309"/>
              <a:gd name="connsiteY2510" fmla="*/ 45875 h 506009"/>
              <a:gd name="connsiteX2511" fmla="*/ 139193 w 2249309"/>
              <a:gd name="connsiteY2511" fmla="*/ 46349 h 506009"/>
              <a:gd name="connsiteX2512" fmla="*/ 138595 w 2249309"/>
              <a:gd name="connsiteY2512" fmla="*/ 47096 h 506009"/>
              <a:gd name="connsiteX2513" fmla="*/ 137847 w 2249309"/>
              <a:gd name="connsiteY2513" fmla="*/ 47645 h 506009"/>
              <a:gd name="connsiteX2514" fmla="*/ 137249 w 2249309"/>
              <a:gd name="connsiteY2514" fmla="*/ 48468 h 506009"/>
              <a:gd name="connsiteX2515" fmla="*/ 136002 w 2249309"/>
              <a:gd name="connsiteY2515" fmla="*/ 49515 h 506009"/>
              <a:gd name="connsiteX2516" fmla="*/ 136176 w 2249309"/>
              <a:gd name="connsiteY2516" fmla="*/ 50462 h 506009"/>
              <a:gd name="connsiteX2517" fmla="*/ 138470 w 2249309"/>
              <a:gd name="connsiteY2517" fmla="*/ 52183 h 506009"/>
              <a:gd name="connsiteX2518" fmla="*/ 138720 w 2249309"/>
              <a:gd name="connsiteY2518" fmla="*/ 53255 h 506009"/>
              <a:gd name="connsiteX2519" fmla="*/ 138894 w 2249309"/>
              <a:gd name="connsiteY2519" fmla="*/ 54152 h 506009"/>
              <a:gd name="connsiteX2520" fmla="*/ 139168 w 2249309"/>
              <a:gd name="connsiteY2520" fmla="*/ 55025 h 506009"/>
              <a:gd name="connsiteX2521" fmla="*/ 140215 w 2249309"/>
              <a:gd name="connsiteY2521" fmla="*/ 55025 h 506009"/>
              <a:gd name="connsiteX2522" fmla="*/ 141138 w 2249309"/>
              <a:gd name="connsiteY2522" fmla="*/ 54825 h 506009"/>
              <a:gd name="connsiteX2523" fmla="*/ 141686 w 2249309"/>
              <a:gd name="connsiteY2523" fmla="*/ 55473 h 506009"/>
              <a:gd name="connsiteX2524" fmla="*/ 140988 w 2249309"/>
              <a:gd name="connsiteY2524" fmla="*/ 56770 h 506009"/>
              <a:gd name="connsiteX2525" fmla="*/ 138819 w 2249309"/>
              <a:gd name="connsiteY2525" fmla="*/ 59263 h 506009"/>
              <a:gd name="connsiteX2526" fmla="*/ 137523 w 2249309"/>
              <a:gd name="connsiteY2526" fmla="*/ 60310 h 506009"/>
              <a:gd name="connsiteX2527" fmla="*/ 134556 w 2249309"/>
              <a:gd name="connsiteY2527" fmla="*/ 63028 h 506009"/>
              <a:gd name="connsiteX2528" fmla="*/ 133434 w 2249309"/>
              <a:gd name="connsiteY2528" fmla="*/ 64349 h 506009"/>
              <a:gd name="connsiteX2529" fmla="*/ 132561 w 2249309"/>
              <a:gd name="connsiteY2529" fmla="*/ 64349 h 506009"/>
              <a:gd name="connsiteX2530" fmla="*/ 132561 w 2249309"/>
              <a:gd name="connsiteY2530" fmla="*/ 64249 h 506009"/>
              <a:gd name="connsiteX2531" fmla="*/ 130741 w 2249309"/>
              <a:gd name="connsiteY2531" fmla="*/ 67042 h 506009"/>
              <a:gd name="connsiteX2532" fmla="*/ 131016 w 2249309"/>
              <a:gd name="connsiteY2532" fmla="*/ 68014 h 506009"/>
              <a:gd name="connsiteX2533" fmla="*/ 131739 w 2249309"/>
              <a:gd name="connsiteY2533" fmla="*/ 69086 h 506009"/>
              <a:gd name="connsiteX2534" fmla="*/ 132836 w 2249309"/>
              <a:gd name="connsiteY2534" fmla="*/ 70183 h 506009"/>
              <a:gd name="connsiteX2535" fmla="*/ 134132 w 2249309"/>
              <a:gd name="connsiteY2535" fmla="*/ 69535 h 506009"/>
              <a:gd name="connsiteX2536" fmla="*/ 135079 w 2249309"/>
              <a:gd name="connsiteY2536" fmla="*/ 69535 h 506009"/>
              <a:gd name="connsiteX2537" fmla="*/ 135628 w 2249309"/>
              <a:gd name="connsiteY2537" fmla="*/ 68562 h 506009"/>
              <a:gd name="connsiteX2538" fmla="*/ 136401 w 2249309"/>
              <a:gd name="connsiteY2538" fmla="*/ 67665 h 506009"/>
              <a:gd name="connsiteX2539" fmla="*/ 137348 w 2249309"/>
              <a:gd name="connsiteY2539" fmla="*/ 66693 h 506009"/>
              <a:gd name="connsiteX2540" fmla="*/ 138021 w 2249309"/>
              <a:gd name="connsiteY2540" fmla="*/ 66244 h 506009"/>
              <a:gd name="connsiteX2541" fmla="*/ 138894 w 2249309"/>
              <a:gd name="connsiteY2541" fmla="*/ 65670 h 506009"/>
              <a:gd name="connsiteX2542" fmla="*/ 139742 w 2249309"/>
              <a:gd name="connsiteY2542" fmla="*/ 64798 h 506009"/>
              <a:gd name="connsiteX2543" fmla="*/ 140589 w 2249309"/>
              <a:gd name="connsiteY2543" fmla="*/ 64100 h 506009"/>
              <a:gd name="connsiteX2544" fmla="*/ 141537 w 2249309"/>
              <a:gd name="connsiteY2544" fmla="*/ 63177 h 506009"/>
              <a:gd name="connsiteX2545" fmla="*/ 142534 w 2249309"/>
              <a:gd name="connsiteY2545" fmla="*/ 62155 h 506009"/>
              <a:gd name="connsiteX2546" fmla="*/ 143556 w 2249309"/>
              <a:gd name="connsiteY2546" fmla="*/ 61108 h 506009"/>
              <a:gd name="connsiteX2547" fmla="*/ 147246 w 2249309"/>
              <a:gd name="connsiteY2547" fmla="*/ 57393 h 506009"/>
              <a:gd name="connsiteX2548" fmla="*/ 148642 w 2249309"/>
              <a:gd name="connsiteY2548" fmla="*/ 55498 h 506009"/>
              <a:gd name="connsiteX2549" fmla="*/ 149964 w 2249309"/>
              <a:gd name="connsiteY2549" fmla="*/ 54775 h 506009"/>
              <a:gd name="connsiteX2550" fmla="*/ 151011 w 2249309"/>
              <a:gd name="connsiteY2550" fmla="*/ 53504 h 506009"/>
              <a:gd name="connsiteX2551" fmla="*/ 152108 w 2249309"/>
              <a:gd name="connsiteY2551" fmla="*/ 52307 h 506009"/>
              <a:gd name="connsiteX2552" fmla="*/ 153454 w 2249309"/>
              <a:gd name="connsiteY2552" fmla="*/ 51260 h 506009"/>
              <a:gd name="connsiteX2553" fmla="*/ 155199 w 2249309"/>
              <a:gd name="connsiteY2553" fmla="*/ 50013 h 506009"/>
              <a:gd name="connsiteX2554" fmla="*/ 156496 w 2249309"/>
              <a:gd name="connsiteY2554" fmla="*/ 49689 h 506009"/>
              <a:gd name="connsiteX2555" fmla="*/ 157468 w 2249309"/>
              <a:gd name="connsiteY2555" fmla="*/ 46772 h 506009"/>
              <a:gd name="connsiteX2556" fmla="*/ 156845 w 2249309"/>
              <a:gd name="connsiteY2556" fmla="*/ 45601 h 506009"/>
              <a:gd name="connsiteX2557" fmla="*/ 156022 w 2249309"/>
              <a:gd name="connsiteY2557" fmla="*/ 45351 h 506009"/>
              <a:gd name="connsiteX2558" fmla="*/ 154302 w 2249309"/>
              <a:gd name="connsiteY2558" fmla="*/ 45052 h 506009"/>
              <a:gd name="connsiteX2559" fmla="*/ 153205 w 2249309"/>
              <a:gd name="connsiteY2559" fmla="*/ 45301 h 506009"/>
              <a:gd name="connsiteX2560" fmla="*/ 152058 w 2249309"/>
              <a:gd name="connsiteY2560" fmla="*/ 45476 h 506009"/>
              <a:gd name="connsiteX2561" fmla="*/ 150263 w 2249309"/>
              <a:gd name="connsiteY2561" fmla="*/ 47196 h 506009"/>
              <a:gd name="connsiteX2562" fmla="*/ 147121 w 2249309"/>
              <a:gd name="connsiteY2562" fmla="*/ 50238 h 506009"/>
              <a:gd name="connsiteX2563" fmla="*/ 146548 w 2249309"/>
              <a:gd name="connsiteY2563" fmla="*/ 49739 h 506009"/>
              <a:gd name="connsiteX2564" fmla="*/ 146548 w 2249309"/>
              <a:gd name="connsiteY2564" fmla="*/ 47246 h 506009"/>
              <a:gd name="connsiteX2565" fmla="*/ 144603 w 2249309"/>
              <a:gd name="connsiteY2565" fmla="*/ 45900 h 506009"/>
              <a:gd name="connsiteX2566" fmla="*/ 143506 w 2249309"/>
              <a:gd name="connsiteY2566" fmla="*/ 44853 h 506009"/>
              <a:gd name="connsiteX2567" fmla="*/ 222402 w 2249309"/>
              <a:gd name="connsiteY2567" fmla="*/ 37809 h 506009"/>
              <a:gd name="connsiteX2568" fmla="*/ 222813 w 2249309"/>
              <a:gd name="connsiteY2568" fmla="*/ 38246 h 506009"/>
              <a:gd name="connsiteX2569" fmla="*/ 222115 w 2249309"/>
              <a:gd name="connsiteY2569" fmla="*/ 40016 h 506009"/>
              <a:gd name="connsiteX2570" fmla="*/ 220644 w 2249309"/>
              <a:gd name="connsiteY2570" fmla="*/ 40016 h 506009"/>
              <a:gd name="connsiteX2571" fmla="*/ 220420 w 2249309"/>
              <a:gd name="connsiteY2571" fmla="*/ 39218 h 506009"/>
              <a:gd name="connsiteX2572" fmla="*/ 220694 w 2249309"/>
              <a:gd name="connsiteY2572" fmla="*/ 38320 h 506009"/>
              <a:gd name="connsiteX2573" fmla="*/ 222290 w 2249309"/>
              <a:gd name="connsiteY2573" fmla="*/ 37822 h 506009"/>
              <a:gd name="connsiteX2574" fmla="*/ 222402 w 2249309"/>
              <a:gd name="connsiteY2574" fmla="*/ 37809 h 506009"/>
              <a:gd name="connsiteX2575" fmla="*/ 226952 w 2249309"/>
              <a:gd name="connsiteY2575" fmla="*/ 35728 h 506009"/>
              <a:gd name="connsiteX2576" fmla="*/ 227800 w 2249309"/>
              <a:gd name="connsiteY2576" fmla="*/ 35902 h 506009"/>
              <a:gd name="connsiteX2577" fmla="*/ 227924 w 2249309"/>
              <a:gd name="connsiteY2577" fmla="*/ 36974 h 506009"/>
              <a:gd name="connsiteX2578" fmla="*/ 226628 w 2249309"/>
              <a:gd name="connsiteY2578" fmla="*/ 38246 h 506009"/>
              <a:gd name="connsiteX2579" fmla="*/ 225730 w 2249309"/>
              <a:gd name="connsiteY2579" fmla="*/ 37622 h 506009"/>
              <a:gd name="connsiteX2580" fmla="*/ 225730 w 2249309"/>
              <a:gd name="connsiteY2580" fmla="*/ 36326 h 506009"/>
              <a:gd name="connsiteX2581" fmla="*/ 226952 w 2249309"/>
              <a:gd name="connsiteY2581" fmla="*/ 35728 h 506009"/>
              <a:gd name="connsiteX2582" fmla="*/ 221043 w 2249309"/>
              <a:gd name="connsiteY2582" fmla="*/ 32437 h 506009"/>
              <a:gd name="connsiteX2583" fmla="*/ 222265 w 2249309"/>
              <a:gd name="connsiteY2583" fmla="*/ 33484 h 506009"/>
              <a:gd name="connsiteX2584" fmla="*/ 220844 w 2249309"/>
              <a:gd name="connsiteY2584" fmla="*/ 35254 h 506009"/>
              <a:gd name="connsiteX2585" fmla="*/ 220195 w 2249309"/>
              <a:gd name="connsiteY2585" fmla="*/ 34980 h 506009"/>
              <a:gd name="connsiteX2586" fmla="*/ 219846 w 2249309"/>
              <a:gd name="connsiteY2586" fmla="*/ 33609 h 506009"/>
              <a:gd name="connsiteX2587" fmla="*/ 221043 w 2249309"/>
              <a:gd name="connsiteY2587" fmla="*/ 32437 h 506009"/>
              <a:gd name="connsiteX2588" fmla="*/ 291101 w 2249309"/>
              <a:gd name="connsiteY2588" fmla="*/ 31415 h 506009"/>
              <a:gd name="connsiteX2589" fmla="*/ 289455 w 2249309"/>
              <a:gd name="connsiteY2589" fmla="*/ 32237 h 506009"/>
              <a:gd name="connsiteX2590" fmla="*/ 289206 w 2249309"/>
              <a:gd name="connsiteY2590" fmla="*/ 33808 h 506009"/>
              <a:gd name="connsiteX2591" fmla="*/ 289206 w 2249309"/>
              <a:gd name="connsiteY2591" fmla="*/ 35478 h 506009"/>
              <a:gd name="connsiteX2592" fmla="*/ 289804 w 2249309"/>
              <a:gd name="connsiteY2592" fmla="*/ 37722 h 506009"/>
              <a:gd name="connsiteX2593" fmla="*/ 289929 w 2249309"/>
              <a:gd name="connsiteY2593" fmla="*/ 39517 h 506009"/>
              <a:gd name="connsiteX2594" fmla="*/ 291774 w 2249309"/>
              <a:gd name="connsiteY2594" fmla="*/ 39841 h 506009"/>
              <a:gd name="connsiteX2595" fmla="*/ 293245 w 2249309"/>
              <a:gd name="connsiteY2595" fmla="*/ 39841 h 506009"/>
              <a:gd name="connsiteX2596" fmla="*/ 293245 w 2249309"/>
              <a:gd name="connsiteY2596" fmla="*/ 41213 h 506009"/>
              <a:gd name="connsiteX2597" fmla="*/ 292547 w 2249309"/>
              <a:gd name="connsiteY2597" fmla="*/ 42783 h 506009"/>
              <a:gd name="connsiteX2598" fmla="*/ 288483 w 2249309"/>
              <a:gd name="connsiteY2598" fmla="*/ 46972 h 506009"/>
              <a:gd name="connsiteX2599" fmla="*/ 284444 w 2249309"/>
              <a:gd name="connsiteY2599" fmla="*/ 47570 h 506009"/>
              <a:gd name="connsiteX2600" fmla="*/ 283048 w 2249309"/>
              <a:gd name="connsiteY2600" fmla="*/ 47570 h 506009"/>
              <a:gd name="connsiteX2601" fmla="*/ 279383 w 2249309"/>
              <a:gd name="connsiteY2601" fmla="*/ 47994 h 506009"/>
              <a:gd name="connsiteX2602" fmla="*/ 277812 w 2249309"/>
              <a:gd name="connsiteY2602" fmla="*/ 47446 h 506009"/>
              <a:gd name="connsiteX2603" fmla="*/ 274721 w 2249309"/>
              <a:gd name="connsiteY2603" fmla="*/ 48268 h 506009"/>
              <a:gd name="connsiteX2604" fmla="*/ 274447 w 2249309"/>
              <a:gd name="connsiteY2604" fmla="*/ 50013 h 506009"/>
              <a:gd name="connsiteX2605" fmla="*/ 274447 w 2249309"/>
              <a:gd name="connsiteY2605" fmla="*/ 49914 h 506009"/>
              <a:gd name="connsiteX2606" fmla="*/ 273948 w 2249309"/>
              <a:gd name="connsiteY2606" fmla="*/ 51459 h 506009"/>
              <a:gd name="connsiteX2607" fmla="*/ 275868 w 2249309"/>
              <a:gd name="connsiteY2607" fmla="*/ 54451 h 506009"/>
              <a:gd name="connsiteX2608" fmla="*/ 283023 w 2249309"/>
              <a:gd name="connsiteY2608" fmla="*/ 53604 h 506009"/>
              <a:gd name="connsiteX2609" fmla="*/ 288657 w 2249309"/>
              <a:gd name="connsiteY2609" fmla="*/ 53828 h 506009"/>
              <a:gd name="connsiteX2610" fmla="*/ 291674 w 2249309"/>
              <a:gd name="connsiteY2610" fmla="*/ 54651 h 506009"/>
              <a:gd name="connsiteX2611" fmla="*/ 294417 w 2249309"/>
              <a:gd name="connsiteY2611" fmla="*/ 54925 h 506009"/>
              <a:gd name="connsiteX2612" fmla="*/ 297234 w 2249309"/>
              <a:gd name="connsiteY2612" fmla="*/ 55399 h 506009"/>
              <a:gd name="connsiteX2613" fmla="*/ 299951 w 2249309"/>
              <a:gd name="connsiteY2613" fmla="*/ 56072 h 506009"/>
              <a:gd name="connsiteX2614" fmla="*/ 302868 w 2249309"/>
              <a:gd name="connsiteY2614" fmla="*/ 57069 h 506009"/>
              <a:gd name="connsiteX2615" fmla="*/ 304713 w 2249309"/>
              <a:gd name="connsiteY2615" fmla="*/ 57368 h 506009"/>
              <a:gd name="connsiteX2616" fmla="*/ 306409 w 2249309"/>
              <a:gd name="connsiteY2616" fmla="*/ 58116 h 506009"/>
              <a:gd name="connsiteX2617" fmla="*/ 308054 w 2249309"/>
              <a:gd name="connsiteY2617" fmla="*/ 58415 h 506009"/>
              <a:gd name="connsiteX2618" fmla="*/ 309101 w 2249309"/>
              <a:gd name="connsiteY2618" fmla="*/ 57767 h 506009"/>
              <a:gd name="connsiteX2619" fmla="*/ 309774 w 2249309"/>
              <a:gd name="connsiteY2619" fmla="*/ 56895 h 506009"/>
              <a:gd name="connsiteX2620" fmla="*/ 309774 w 2249309"/>
              <a:gd name="connsiteY2620" fmla="*/ 56246 h 506009"/>
              <a:gd name="connsiteX2621" fmla="*/ 309774 w 2249309"/>
              <a:gd name="connsiteY2621" fmla="*/ 55798 h 506009"/>
              <a:gd name="connsiteX2622" fmla="*/ 309774 w 2249309"/>
              <a:gd name="connsiteY2622" fmla="*/ 54626 h 506009"/>
              <a:gd name="connsiteX2623" fmla="*/ 308428 w 2249309"/>
              <a:gd name="connsiteY2623" fmla="*/ 52856 h 506009"/>
              <a:gd name="connsiteX2624" fmla="*/ 307331 w 2249309"/>
              <a:gd name="connsiteY2624" fmla="*/ 51833 h 506009"/>
              <a:gd name="connsiteX2625" fmla="*/ 306110 w 2249309"/>
              <a:gd name="connsiteY2625" fmla="*/ 51160 h 506009"/>
              <a:gd name="connsiteX2626" fmla="*/ 304888 w 2249309"/>
              <a:gd name="connsiteY2626" fmla="*/ 50986 h 506009"/>
              <a:gd name="connsiteX2627" fmla="*/ 303517 w 2249309"/>
              <a:gd name="connsiteY2627" fmla="*/ 51160 h 506009"/>
              <a:gd name="connsiteX2628" fmla="*/ 298680 w 2249309"/>
              <a:gd name="connsiteY2628" fmla="*/ 50088 h 506009"/>
              <a:gd name="connsiteX2629" fmla="*/ 299203 w 2249309"/>
              <a:gd name="connsiteY2629" fmla="*/ 47371 h 506009"/>
              <a:gd name="connsiteX2630" fmla="*/ 299652 w 2249309"/>
              <a:gd name="connsiteY2630" fmla="*/ 46398 h 506009"/>
              <a:gd name="connsiteX2631" fmla="*/ 300151 w 2249309"/>
              <a:gd name="connsiteY2631" fmla="*/ 45501 h 506009"/>
              <a:gd name="connsiteX2632" fmla="*/ 300749 w 2249309"/>
              <a:gd name="connsiteY2632" fmla="*/ 44653 h 506009"/>
              <a:gd name="connsiteX2633" fmla="*/ 301397 w 2249309"/>
              <a:gd name="connsiteY2633" fmla="*/ 43781 h 506009"/>
              <a:gd name="connsiteX2634" fmla="*/ 301397 w 2249309"/>
              <a:gd name="connsiteY2634" fmla="*/ 41437 h 506009"/>
              <a:gd name="connsiteX2635" fmla="*/ 304464 w 2249309"/>
              <a:gd name="connsiteY2635" fmla="*/ 40265 h 506009"/>
              <a:gd name="connsiteX2636" fmla="*/ 305985 w 2249309"/>
              <a:gd name="connsiteY2636" fmla="*/ 39717 h 506009"/>
              <a:gd name="connsiteX2637" fmla="*/ 308029 w 2249309"/>
              <a:gd name="connsiteY2637" fmla="*/ 38695 h 506009"/>
              <a:gd name="connsiteX2638" fmla="*/ 310672 w 2249309"/>
              <a:gd name="connsiteY2638" fmla="*/ 37249 h 506009"/>
              <a:gd name="connsiteX2639" fmla="*/ 310373 w 2249309"/>
              <a:gd name="connsiteY2639" fmla="*/ 36251 h 506009"/>
              <a:gd name="connsiteX2640" fmla="*/ 310373 w 2249309"/>
              <a:gd name="connsiteY2640" fmla="*/ 34880 h 506009"/>
              <a:gd name="connsiteX2641" fmla="*/ 309376 w 2249309"/>
              <a:gd name="connsiteY2641" fmla="*/ 33235 h 506009"/>
              <a:gd name="connsiteX2642" fmla="*/ 308578 w 2249309"/>
              <a:gd name="connsiteY2642" fmla="*/ 32487 h 506009"/>
              <a:gd name="connsiteX2643" fmla="*/ 307456 w 2249309"/>
              <a:gd name="connsiteY2643" fmla="*/ 32487 h 506009"/>
              <a:gd name="connsiteX2644" fmla="*/ 306184 w 2249309"/>
              <a:gd name="connsiteY2644" fmla="*/ 32337 h 506009"/>
              <a:gd name="connsiteX2645" fmla="*/ 301348 w 2249309"/>
              <a:gd name="connsiteY2645" fmla="*/ 33085 h 506009"/>
              <a:gd name="connsiteX2646" fmla="*/ 300575 w 2249309"/>
              <a:gd name="connsiteY2646" fmla="*/ 33085 h 506009"/>
              <a:gd name="connsiteX2647" fmla="*/ 299478 w 2249309"/>
              <a:gd name="connsiteY2647" fmla="*/ 33085 h 506009"/>
              <a:gd name="connsiteX2648" fmla="*/ 293394 w 2249309"/>
              <a:gd name="connsiteY2648" fmla="*/ 32611 h 506009"/>
              <a:gd name="connsiteX2649" fmla="*/ 291101 w 2249309"/>
              <a:gd name="connsiteY2649" fmla="*/ 31415 h 506009"/>
              <a:gd name="connsiteX2650" fmla="*/ 212118 w 2249309"/>
              <a:gd name="connsiteY2650" fmla="*/ 29694 h 506009"/>
              <a:gd name="connsiteX2651" fmla="*/ 210148 w 2249309"/>
              <a:gd name="connsiteY2651" fmla="*/ 30118 h 506009"/>
              <a:gd name="connsiteX2652" fmla="*/ 203616 w 2249309"/>
              <a:gd name="connsiteY2652" fmla="*/ 34456 h 506009"/>
              <a:gd name="connsiteX2653" fmla="*/ 202021 w 2249309"/>
              <a:gd name="connsiteY2653" fmla="*/ 34855 h 506009"/>
              <a:gd name="connsiteX2654" fmla="*/ 200899 w 2249309"/>
              <a:gd name="connsiteY2654" fmla="*/ 35778 h 506009"/>
              <a:gd name="connsiteX2655" fmla="*/ 200450 w 2249309"/>
              <a:gd name="connsiteY2655" fmla="*/ 36750 h 506009"/>
              <a:gd name="connsiteX2656" fmla="*/ 199752 w 2249309"/>
              <a:gd name="connsiteY2656" fmla="*/ 37323 h 506009"/>
              <a:gd name="connsiteX2657" fmla="*/ 200375 w 2249309"/>
              <a:gd name="connsiteY2657" fmla="*/ 38944 h 506009"/>
              <a:gd name="connsiteX2658" fmla="*/ 201173 w 2249309"/>
              <a:gd name="connsiteY2658" fmla="*/ 39318 h 506009"/>
              <a:gd name="connsiteX2659" fmla="*/ 202195 w 2249309"/>
              <a:gd name="connsiteY2659" fmla="*/ 40166 h 506009"/>
              <a:gd name="connsiteX2660" fmla="*/ 203666 w 2249309"/>
              <a:gd name="connsiteY2660" fmla="*/ 40490 h 506009"/>
              <a:gd name="connsiteX2661" fmla="*/ 205012 w 2249309"/>
              <a:gd name="connsiteY2661" fmla="*/ 41437 h 506009"/>
              <a:gd name="connsiteX2662" fmla="*/ 205012 w 2249309"/>
              <a:gd name="connsiteY2662" fmla="*/ 43930 h 506009"/>
              <a:gd name="connsiteX2663" fmla="*/ 203666 w 2249309"/>
              <a:gd name="connsiteY2663" fmla="*/ 45401 h 506009"/>
              <a:gd name="connsiteX2664" fmla="*/ 202544 w 2249309"/>
              <a:gd name="connsiteY2664" fmla="*/ 45401 h 506009"/>
              <a:gd name="connsiteX2665" fmla="*/ 201173 w 2249309"/>
              <a:gd name="connsiteY2665" fmla="*/ 47296 h 506009"/>
              <a:gd name="connsiteX2666" fmla="*/ 202419 w 2249309"/>
              <a:gd name="connsiteY2666" fmla="*/ 48941 h 506009"/>
              <a:gd name="connsiteX2667" fmla="*/ 203010 w 2249309"/>
              <a:gd name="connsiteY2667" fmla="*/ 49622 h 506009"/>
              <a:gd name="connsiteX2668" fmla="*/ 203442 w 2249309"/>
              <a:gd name="connsiteY2668" fmla="*/ 50437 h 506009"/>
              <a:gd name="connsiteX2669" fmla="*/ 203442 w 2249309"/>
              <a:gd name="connsiteY2669" fmla="*/ 51659 h 506009"/>
              <a:gd name="connsiteX2670" fmla="*/ 203442 w 2249309"/>
              <a:gd name="connsiteY2670" fmla="*/ 52606 h 506009"/>
              <a:gd name="connsiteX2671" fmla="*/ 202669 w 2249309"/>
              <a:gd name="connsiteY2671" fmla="*/ 53703 h 506009"/>
              <a:gd name="connsiteX2672" fmla="*/ 201522 w 2249309"/>
              <a:gd name="connsiteY2672" fmla="*/ 54825 h 506009"/>
              <a:gd name="connsiteX2673" fmla="*/ 199552 w 2249309"/>
              <a:gd name="connsiteY2673" fmla="*/ 57318 h 506009"/>
              <a:gd name="connsiteX2674" fmla="*/ 200275 w 2249309"/>
              <a:gd name="connsiteY2674" fmla="*/ 59562 h 506009"/>
              <a:gd name="connsiteX2675" fmla="*/ 201347 w 2249309"/>
              <a:gd name="connsiteY2675" fmla="*/ 60684 h 506009"/>
              <a:gd name="connsiteX2676" fmla="*/ 202120 w 2249309"/>
              <a:gd name="connsiteY2676" fmla="*/ 61856 h 506009"/>
              <a:gd name="connsiteX2677" fmla="*/ 203616 w 2249309"/>
              <a:gd name="connsiteY2677" fmla="*/ 62055 h 506009"/>
              <a:gd name="connsiteX2678" fmla="*/ 204638 w 2249309"/>
              <a:gd name="connsiteY2678" fmla="*/ 61881 h 506009"/>
              <a:gd name="connsiteX2679" fmla="*/ 206857 w 2249309"/>
              <a:gd name="connsiteY2679" fmla="*/ 59388 h 506009"/>
              <a:gd name="connsiteX2680" fmla="*/ 211694 w 2249309"/>
              <a:gd name="connsiteY2680" fmla="*/ 56047 h 506009"/>
              <a:gd name="connsiteX2681" fmla="*/ 214337 w 2249309"/>
              <a:gd name="connsiteY2681" fmla="*/ 51784 h 506009"/>
              <a:gd name="connsiteX2682" fmla="*/ 213813 w 2249309"/>
              <a:gd name="connsiteY2682" fmla="*/ 50587 h 506009"/>
              <a:gd name="connsiteX2683" fmla="*/ 212592 w 2249309"/>
              <a:gd name="connsiteY2683" fmla="*/ 50013 h 506009"/>
              <a:gd name="connsiteX2684" fmla="*/ 211345 w 2249309"/>
              <a:gd name="connsiteY2684" fmla="*/ 50188 h 506009"/>
              <a:gd name="connsiteX2685" fmla="*/ 210996 w 2249309"/>
              <a:gd name="connsiteY2685" fmla="*/ 48941 h 506009"/>
              <a:gd name="connsiteX2686" fmla="*/ 213888 w 2249309"/>
              <a:gd name="connsiteY2686" fmla="*/ 45301 h 506009"/>
              <a:gd name="connsiteX2687" fmla="*/ 214038 w 2249309"/>
              <a:gd name="connsiteY2687" fmla="*/ 44603 h 506009"/>
              <a:gd name="connsiteX2688" fmla="*/ 213115 w 2249309"/>
              <a:gd name="connsiteY2688" fmla="*/ 43058 h 506009"/>
              <a:gd name="connsiteX2689" fmla="*/ 212592 w 2249309"/>
              <a:gd name="connsiteY2689" fmla="*/ 42060 h 506009"/>
              <a:gd name="connsiteX2690" fmla="*/ 211470 w 2249309"/>
              <a:gd name="connsiteY2690" fmla="*/ 42260 h 506009"/>
              <a:gd name="connsiteX2691" fmla="*/ 211145 w 2249309"/>
              <a:gd name="connsiteY2691" fmla="*/ 40789 h 506009"/>
              <a:gd name="connsiteX2692" fmla="*/ 211021 w 2249309"/>
              <a:gd name="connsiteY2692" fmla="*/ 38620 h 506009"/>
              <a:gd name="connsiteX2693" fmla="*/ 212492 w 2249309"/>
              <a:gd name="connsiteY2693" fmla="*/ 36451 h 506009"/>
              <a:gd name="connsiteX2694" fmla="*/ 213339 w 2249309"/>
              <a:gd name="connsiteY2694" fmla="*/ 34930 h 506009"/>
              <a:gd name="connsiteX2695" fmla="*/ 213639 w 2249309"/>
              <a:gd name="connsiteY2695" fmla="*/ 32935 h 506009"/>
              <a:gd name="connsiteX2696" fmla="*/ 213639 w 2249309"/>
              <a:gd name="connsiteY2696" fmla="*/ 31190 h 506009"/>
              <a:gd name="connsiteX2697" fmla="*/ 212118 w 2249309"/>
              <a:gd name="connsiteY2697" fmla="*/ 29694 h 506009"/>
              <a:gd name="connsiteX2698" fmla="*/ 228697 w 2249309"/>
              <a:gd name="connsiteY2698" fmla="*/ 29295 h 506009"/>
              <a:gd name="connsiteX2699" fmla="*/ 228996 w 2249309"/>
              <a:gd name="connsiteY2699" fmla="*/ 30517 h 506009"/>
              <a:gd name="connsiteX2700" fmla="*/ 228049 w 2249309"/>
              <a:gd name="connsiteY2700" fmla="*/ 32337 h 506009"/>
              <a:gd name="connsiteX2701" fmla="*/ 226303 w 2249309"/>
              <a:gd name="connsiteY2701" fmla="*/ 32487 h 506009"/>
              <a:gd name="connsiteX2702" fmla="*/ 225630 w 2249309"/>
              <a:gd name="connsiteY2702" fmla="*/ 31016 h 506009"/>
              <a:gd name="connsiteX2703" fmla="*/ 228697 w 2249309"/>
              <a:gd name="connsiteY2703" fmla="*/ 29295 h 506009"/>
              <a:gd name="connsiteX2704" fmla="*/ 229969 w 2249309"/>
              <a:gd name="connsiteY2704" fmla="*/ 24334 h 506009"/>
              <a:gd name="connsiteX2705" fmla="*/ 223910 w 2249309"/>
              <a:gd name="connsiteY2705" fmla="*/ 27276 h 506009"/>
              <a:gd name="connsiteX2706" fmla="*/ 221841 w 2249309"/>
              <a:gd name="connsiteY2706" fmla="*/ 27775 h 506009"/>
              <a:gd name="connsiteX2707" fmla="*/ 219348 w 2249309"/>
              <a:gd name="connsiteY2707" fmla="*/ 29246 h 506009"/>
              <a:gd name="connsiteX2708" fmla="*/ 217852 w 2249309"/>
              <a:gd name="connsiteY2708" fmla="*/ 29969 h 506009"/>
              <a:gd name="connsiteX2709" fmla="*/ 216680 w 2249309"/>
              <a:gd name="connsiteY2709" fmla="*/ 30268 h 506009"/>
              <a:gd name="connsiteX2710" fmla="*/ 215309 w 2249309"/>
              <a:gd name="connsiteY2710" fmla="*/ 29669 h 506009"/>
              <a:gd name="connsiteX2711" fmla="*/ 214611 w 2249309"/>
              <a:gd name="connsiteY2711" fmla="*/ 31814 h 506009"/>
              <a:gd name="connsiteX2712" fmla="*/ 214611 w 2249309"/>
              <a:gd name="connsiteY2712" fmla="*/ 33883 h 506009"/>
              <a:gd name="connsiteX2713" fmla="*/ 214536 w 2249309"/>
              <a:gd name="connsiteY2713" fmla="*/ 33783 h 506009"/>
              <a:gd name="connsiteX2714" fmla="*/ 214611 w 2249309"/>
              <a:gd name="connsiteY2714" fmla="*/ 35154 h 506009"/>
              <a:gd name="connsiteX2715" fmla="*/ 215284 w 2249309"/>
              <a:gd name="connsiteY2715" fmla="*/ 36625 h 506009"/>
              <a:gd name="connsiteX2716" fmla="*/ 216157 w 2249309"/>
              <a:gd name="connsiteY2716" fmla="*/ 40166 h 506009"/>
              <a:gd name="connsiteX2717" fmla="*/ 215708 w 2249309"/>
              <a:gd name="connsiteY2717" fmla="*/ 42484 h 506009"/>
              <a:gd name="connsiteX2718" fmla="*/ 216306 w 2249309"/>
              <a:gd name="connsiteY2718" fmla="*/ 43905 h 506009"/>
              <a:gd name="connsiteX2719" fmla="*/ 217204 w 2249309"/>
              <a:gd name="connsiteY2719" fmla="*/ 45127 h 506009"/>
              <a:gd name="connsiteX2720" fmla="*/ 217628 w 2249309"/>
              <a:gd name="connsiteY2720" fmla="*/ 46000 h 506009"/>
              <a:gd name="connsiteX2721" fmla="*/ 218101 w 2249309"/>
              <a:gd name="connsiteY2721" fmla="*/ 46548 h 506009"/>
              <a:gd name="connsiteX2722" fmla="*/ 218924 w 2249309"/>
              <a:gd name="connsiteY2722" fmla="*/ 46548 h 506009"/>
              <a:gd name="connsiteX2723" fmla="*/ 219871 w 2249309"/>
              <a:gd name="connsiteY2723" fmla="*/ 46199 h 506009"/>
              <a:gd name="connsiteX2724" fmla="*/ 220894 w 2249309"/>
              <a:gd name="connsiteY2724" fmla="*/ 45725 h 506009"/>
              <a:gd name="connsiteX2725" fmla="*/ 221741 w 2249309"/>
              <a:gd name="connsiteY2725" fmla="*/ 45725 h 506009"/>
              <a:gd name="connsiteX2726" fmla="*/ 221741 w 2249309"/>
              <a:gd name="connsiteY2726" fmla="*/ 47121 h 506009"/>
              <a:gd name="connsiteX2727" fmla="*/ 221193 w 2249309"/>
              <a:gd name="connsiteY2727" fmla="*/ 47745 h 506009"/>
              <a:gd name="connsiteX2728" fmla="*/ 220545 w 2249309"/>
              <a:gd name="connsiteY2728" fmla="*/ 47869 h 506009"/>
              <a:gd name="connsiteX2729" fmla="*/ 219847 w 2249309"/>
              <a:gd name="connsiteY2729" fmla="*/ 48094 h 506009"/>
              <a:gd name="connsiteX2730" fmla="*/ 219173 w 2249309"/>
              <a:gd name="connsiteY2730" fmla="*/ 47969 h 506009"/>
              <a:gd name="connsiteX2731" fmla="*/ 218650 w 2249309"/>
              <a:gd name="connsiteY2731" fmla="*/ 48916 h 506009"/>
              <a:gd name="connsiteX2732" fmla="*/ 218650 w 2249309"/>
              <a:gd name="connsiteY2732" fmla="*/ 50088 h 506009"/>
              <a:gd name="connsiteX2733" fmla="*/ 218650 w 2249309"/>
              <a:gd name="connsiteY2733" fmla="*/ 51061 h 506009"/>
              <a:gd name="connsiteX2734" fmla="*/ 219697 w 2249309"/>
              <a:gd name="connsiteY2734" fmla="*/ 51410 h 506009"/>
              <a:gd name="connsiteX2735" fmla="*/ 220869 w 2249309"/>
              <a:gd name="connsiteY2735" fmla="*/ 51410 h 506009"/>
              <a:gd name="connsiteX2736" fmla="*/ 221442 w 2249309"/>
              <a:gd name="connsiteY2736" fmla="*/ 52158 h 506009"/>
              <a:gd name="connsiteX2737" fmla="*/ 218774 w 2249309"/>
              <a:gd name="connsiteY2737" fmla="*/ 53803 h 506009"/>
              <a:gd name="connsiteX2738" fmla="*/ 216655 w 2249309"/>
              <a:gd name="connsiteY2738" fmla="*/ 54875 h 506009"/>
              <a:gd name="connsiteX2739" fmla="*/ 215833 w 2249309"/>
              <a:gd name="connsiteY2739" fmla="*/ 54626 h 506009"/>
              <a:gd name="connsiteX2740" fmla="*/ 215284 w 2249309"/>
              <a:gd name="connsiteY2740" fmla="*/ 55199 h 506009"/>
              <a:gd name="connsiteX2741" fmla="*/ 214910 w 2249309"/>
              <a:gd name="connsiteY2741" fmla="*/ 56446 h 506009"/>
              <a:gd name="connsiteX2742" fmla="*/ 214910 w 2249309"/>
              <a:gd name="connsiteY2742" fmla="*/ 57468 h 506009"/>
              <a:gd name="connsiteX2743" fmla="*/ 215583 w 2249309"/>
              <a:gd name="connsiteY2743" fmla="*/ 59612 h 506009"/>
              <a:gd name="connsiteX2744" fmla="*/ 217353 w 2249309"/>
              <a:gd name="connsiteY2744" fmla="*/ 60235 h 506009"/>
              <a:gd name="connsiteX2745" fmla="*/ 219847 w 2249309"/>
              <a:gd name="connsiteY2745" fmla="*/ 59089 h 506009"/>
              <a:gd name="connsiteX2746" fmla="*/ 222340 w 2249309"/>
              <a:gd name="connsiteY2746" fmla="*/ 58465 h 506009"/>
              <a:gd name="connsiteX2747" fmla="*/ 224833 w 2249309"/>
              <a:gd name="connsiteY2747" fmla="*/ 57642 h 506009"/>
              <a:gd name="connsiteX2748" fmla="*/ 226802 w 2249309"/>
              <a:gd name="connsiteY2748" fmla="*/ 57019 h 506009"/>
              <a:gd name="connsiteX2749" fmla="*/ 228573 w 2249309"/>
              <a:gd name="connsiteY2749" fmla="*/ 56595 h 506009"/>
              <a:gd name="connsiteX2750" fmla="*/ 230642 w 2249309"/>
              <a:gd name="connsiteY2750" fmla="*/ 56421 h 506009"/>
              <a:gd name="connsiteX2751" fmla="*/ 234382 w 2249309"/>
              <a:gd name="connsiteY2751" fmla="*/ 55748 h 506009"/>
              <a:gd name="connsiteX2752" fmla="*/ 236750 w 2249309"/>
              <a:gd name="connsiteY2752" fmla="*/ 55748 h 506009"/>
              <a:gd name="connsiteX2753" fmla="*/ 238745 w 2249309"/>
              <a:gd name="connsiteY2753" fmla="*/ 51784 h 506009"/>
              <a:gd name="connsiteX2754" fmla="*/ 237049 w 2249309"/>
              <a:gd name="connsiteY2754" fmla="*/ 49739 h 506009"/>
              <a:gd name="connsiteX2755" fmla="*/ 235354 w 2249309"/>
              <a:gd name="connsiteY2755" fmla="*/ 50013 h 506009"/>
              <a:gd name="connsiteX2756" fmla="*/ 233434 w 2249309"/>
              <a:gd name="connsiteY2756" fmla="*/ 50687 h 506009"/>
              <a:gd name="connsiteX2757" fmla="*/ 231839 w 2249309"/>
              <a:gd name="connsiteY2757" fmla="*/ 50836 h 506009"/>
              <a:gd name="connsiteX2758" fmla="*/ 229794 w 2249309"/>
              <a:gd name="connsiteY2758" fmla="*/ 51534 h 506009"/>
              <a:gd name="connsiteX2759" fmla="*/ 228947 w 2249309"/>
              <a:gd name="connsiteY2759" fmla="*/ 51036 h 506009"/>
              <a:gd name="connsiteX2760" fmla="*/ 229296 w 2249309"/>
              <a:gd name="connsiteY2760" fmla="*/ 50038 h 506009"/>
              <a:gd name="connsiteX2761" fmla="*/ 230816 w 2249309"/>
              <a:gd name="connsiteY2761" fmla="*/ 49241 h 506009"/>
              <a:gd name="connsiteX2762" fmla="*/ 232038 w 2249309"/>
              <a:gd name="connsiteY2762" fmla="*/ 48069 h 506009"/>
              <a:gd name="connsiteX2763" fmla="*/ 232188 w 2249309"/>
              <a:gd name="connsiteY2763" fmla="*/ 47246 h 506009"/>
              <a:gd name="connsiteX2764" fmla="*/ 231514 w 2249309"/>
              <a:gd name="connsiteY2764" fmla="*/ 45351 h 506009"/>
              <a:gd name="connsiteX2765" fmla="*/ 230791 w 2249309"/>
              <a:gd name="connsiteY2765" fmla="*/ 44753 h 506009"/>
              <a:gd name="connsiteX2766" fmla="*/ 229196 w 2249309"/>
              <a:gd name="connsiteY2766" fmla="*/ 44479 h 506009"/>
              <a:gd name="connsiteX2767" fmla="*/ 228174 w 2249309"/>
              <a:gd name="connsiteY2767" fmla="*/ 45152 h 506009"/>
              <a:gd name="connsiteX2768" fmla="*/ 226827 w 2249309"/>
              <a:gd name="connsiteY2768" fmla="*/ 45576 h 506009"/>
              <a:gd name="connsiteX2769" fmla="*/ 226628 w 2249309"/>
              <a:gd name="connsiteY2769" fmla="*/ 44180 h 506009"/>
              <a:gd name="connsiteX2770" fmla="*/ 228348 w 2249309"/>
              <a:gd name="connsiteY2770" fmla="*/ 43382 h 506009"/>
              <a:gd name="connsiteX2771" fmla="*/ 229520 w 2249309"/>
              <a:gd name="connsiteY2771" fmla="*/ 42808 h 506009"/>
              <a:gd name="connsiteX2772" fmla="*/ 230692 w 2249309"/>
              <a:gd name="connsiteY2772" fmla="*/ 42609 h 506009"/>
              <a:gd name="connsiteX2773" fmla="*/ 231490 w 2249309"/>
              <a:gd name="connsiteY2773" fmla="*/ 41537 h 506009"/>
              <a:gd name="connsiteX2774" fmla="*/ 233509 w 2249309"/>
              <a:gd name="connsiteY2774" fmla="*/ 35179 h 506009"/>
              <a:gd name="connsiteX2775" fmla="*/ 234581 w 2249309"/>
              <a:gd name="connsiteY2775" fmla="*/ 33534 h 506009"/>
              <a:gd name="connsiteX2776" fmla="*/ 235578 w 2249309"/>
              <a:gd name="connsiteY2776" fmla="*/ 30841 h 506009"/>
              <a:gd name="connsiteX2777" fmla="*/ 235728 w 2249309"/>
              <a:gd name="connsiteY2777" fmla="*/ 29221 h 506009"/>
              <a:gd name="connsiteX2778" fmla="*/ 236301 w 2249309"/>
              <a:gd name="connsiteY2778" fmla="*/ 27426 h 506009"/>
              <a:gd name="connsiteX2779" fmla="*/ 235030 w 2249309"/>
              <a:gd name="connsiteY2779" fmla="*/ 25581 h 506009"/>
              <a:gd name="connsiteX2780" fmla="*/ 234382 w 2249309"/>
              <a:gd name="connsiteY2780" fmla="*/ 24484 h 506009"/>
              <a:gd name="connsiteX2781" fmla="*/ 231514 w 2249309"/>
              <a:gd name="connsiteY2781" fmla="*/ 24683 h 506009"/>
              <a:gd name="connsiteX2782" fmla="*/ 229969 w 2249309"/>
              <a:gd name="connsiteY2782" fmla="*/ 24334 h 506009"/>
              <a:gd name="connsiteX2783" fmla="*/ 253005 w 2249309"/>
              <a:gd name="connsiteY2783" fmla="*/ 8976 h 506009"/>
              <a:gd name="connsiteX2784" fmla="*/ 496935 w 2249309"/>
              <a:gd name="connsiteY2784" fmla="*/ 253005 h 506009"/>
              <a:gd name="connsiteX2785" fmla="*/ 496935 w 2249309"/>
              <a:gd name="connsiteY2785" fmla="*/ 253105 h 506009"/>
              <a:gd name="connsiteX2786" fmla="*/ 252806 w 2249309"/>
              <a:gd name="connsiteY2786" fmla="*/ 497034 h 506009"/>
              <a:gd name="connsiteX2787" fmla="*/ 8876 w 2249309"/>
              <a:gd name="connsiteY2787" fmla="*/ 252905 h 506009"/>
              <a:gd name="connsiteX2788" fmla="*/ 253005 w 2249309"/>
              <a:gd name="connsiteY2788" fmla="*/ 8976 h 506009"/>
              <a:gd name="connsiteX2789" fmla="*/ 253005 w 2249309"/>
              <a:gd name="connsiteY2789" fmla="*/ 5660 h 506009"/>
              <a:gd name="connsiteX2790" fmla="*/ 5660 w 2249309"/>
              <a:gd name="connsiteY2790" fmla="*/ 253004 h 506009"/>
              <a:gd name="connsiteX2791" fmla="*/ 253005 w 2249309"/>
              <a:gd name="connsiteY2791" fmla="*/ 500349 h 506009"/>
              <a:gd name="connsiteX2792" fmla="*/ 500350 w 2249309"/>
              <a:gd name="connsiteY2792" fmla="*/ 253004 h 506009"/>
              <a:gd name="connsiteX2793" fmla="*/ 253005 w 2249309"/>
              <a:gd name="connsiteY2793" fmla="*/ 5660 h 506009"/>
              <a:gd name="connsiteX2794" fmla="*/ 253005 w 2249309"/>
              <a:gd name="connsiteY2794" fmla="*/ 0 h 506009"/>
              <a:gd name="connsiteX2795" fmla="*/ 506010 w 2249309"/>
              <a:gd name="connsiteY2795" fmla="*/ 253004 h 506009"/>
              <a:gd name="connsiteX2796" fmla="*/ 253005 w 2249309"/>
              <a:gd name="connsiteY2796" fmla="*/ 506009 h 506009"/>
              <a:gd name="connsiteX2797" fmla="*/ 0 w 2249309"/>
              <a:gd name="connsiteY2797" fmla="*/ 253004 h 506009"/>
              <a:gd name="connsiteX2798" fmla="*/ 253005 w 2249309"/>
              <a:gd name="connsiteY2798" fmla="*/ 0 h 506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2249309" h="506009">
                <a:moveTo>
                  <a:pt x="295987" y="457068"/>
                </a:moveTo>
                <a:cubicBezTo>
                  <a:pt x="297518" y="458726"/>
                  <a:pt x="298500" y="460816"/>
                  <a:pt x="298804" y="463052"/>
                </a:cubicBezTo>
                <a:cubicBezTo>
                  <a:pt x="299345" y="465186"/>
                  <a:pt x="299205" y="467435"/>
                  <a:pt x="298405" y="469484"/>
                </a:cubicBezTo>
                <a:cubicBezTo>
                  <a:pt x="298176" y="469955"/>
                  <a:pt x="297882" y="470394"/>
                  <a:pt x="297533" y="470786"/>
                </a:cubicBezTo>
                <a:cubicBezTo>
                  <a:pt x="295438" y="473124"/>
                  <a:pt x="291843" y="473324"/>
                  <a:pt x="289505" y="471229"/>
                </a:cubicBezTo>
                <a:cubicBezTo>
                  <a:pt x="287994" y="469619"/>
                  <a:pt x="287019" y="467582"/>
                  <a:pt x="286712" y="465395"/>
                </a:cubicBezTo>
                <a:cubicBezTo>
                  <a:pt x="286161" y="463204"/>
                  <a:pt x="286301" y="460898"/>
                  <a:pt x="287111" y="458789"/>
                </a:cubicBezTo>
                <a:cubicBezTo>
                  <a:pt x="287361" y="458255"/>
                  <a:pt x="287692" y="457764"/>
                  <a:pt x="288094" y="457335"/>
                </a:cubicBezTo>
                <a:cubicBezTo>
                  <a:pt x="290200" y="455081"/>
                  <a:pt x="293733" y="454962"/>
                  <a:pt x="295987" y="457068"/>
                </a:cubicBezTo>
                <a:close/>
                <a:moveTo>
                  <a:pt x="262080" y="455448"/>
                </a:moveTo>
                <a:lnTo>
                  <a:pt x="245401" y="455748"/>
                </a:lnTo>
                <a:lnTo>
                  <a:pt x="245850" y="480380"/>
                </a:lnTo>
                <a:lnTo>
                  <a:pt x="262604" y="480056"/>
                </a:lnTo>
                <a:lnTo>
                  <a:pt x="262604" y="477862"/>
                </a:lnTo>
                <a:lnTo>
                  <a:pt x="262604" y="475693"/>
                </a:lnTo>
                <a:lnTo>
                  <a:pt x="250138" y="475917"/>
                </a:lnTo>
                <a:lnTo>
                  <a:pt x="250138" y="469510"/>
                </a:lnTo>
                <a:lnTo>
                  <a:pt x="261208" y="469310"/>
                </a:lnTo>
                <a:lnTo>
                  <a:pt x="261208" y="467191"/>
                </a:lnTo>
                <a:lnTo>
                  <a:pt x="261208" y="465072"/>
                </a:lnTo>
                <a:lnTo>
                  <a:pt x="250138" y="465271"/>
                </a:lnTo>
                <a:lnTo>
                  <a:pt x="250138" y="460036"/>
                </a:lnTo>
                <a:lnTo>
                  <a:pt x="262080" y="459836"/>
                </a:lnTo>
                <a:lnTo>
                  <a:pt x="262080" y="457642"/>
                </a:lnTo>
                <a:close/>
                <a:moveTo>
                  <a:pt x="221193" y="453554"/>
                </a:moveTo>
                <a:lnTo>
                  <a:pt x="220919" y="455723"/>
                </a:lnTo>
                <a:lnTo>
                  <a:pt x="220669" y="457892"/>
                </a:lnTo>
                <a:lnTo>
                  <a:pt x="227451" y="458714"/>
                </a:lnTo>
                <a:lnTo>
                  <a:pt x="224957" y="478809"/>
                </a:lnTo>
                <a:lnTo>
                  <a:pt x="227451" y="479108"/>
                </a:lnTo>
                <a:lnTo>
                  <a:pt x="229769" y="479383"/>
                </a:lnTo>
                <a:lnTo>
                  <a:pt x="232262" y="459288"/>
                </a:lnTo>
                <a:lnTo>
                  <a:pt x="239069" y="460136"/>
                </a:lnTo>
                <a:lnTo>
                  <a:pt x="239318" y="457942"/>
                </a:lnTo>
                <a:lnTo>
                  <a:pt x="239468" y="455797"/>
                </a:lnTo>
                <a:close/>
                <a:moveTo>
                  <a:pt x="297922" y="452776"/>
                </a:moveTo>
                <a:cubicBezTo>
                  <a:pt x="292856" y="449737"/>
                  <a:pt x="286286" y="451380"/>
                  <a:pt x="283247" y="456446"/>
                </a:cubicBezTo>
                <a:cubicBezTo>
                  <a:pt x="281726" y="459540"/>
                  <a:pt x="281348" y="463072"/>
                  <a:pt x="282175" y="466418"/>
                </a:cubicBezTo>
                <a:cubicBezTo>
                  <a:pt x="282646" y="469771"/>
                  <a:pt x="284312" y="472843"/>
                  <a:pt x="286862" y="475069"/>
                </a:cubicBezTo>
                <a:cubicBezTo>
                  <a:pt x="287094" y="475239"/>
                  <a:pt x="287334" y="475401"/>
                  <a:pt x="287578" y="475553"/>
                </a:cubicBezTo>
                <a:cubicBezTo>
                  <a:pt x="292664" y="478692"/>
                  <a:pt x="299331" y="477114"/>
                  <a:pt x="302469" y="472028"/>
                </a:cubicBezTo>
                <a:cubicBezTo>
                  <a:pt x="304003" y="469009"/>
                  <a:pt x="304384" y="465536"/>
                  <a:pt x="303542" y="462255"/>
                </a:cubicBezTo>
                <a:cubicBezTo>
                  <a:pt x="303085" y="458839"/>
                  <a:pt x="301422" y="455700"/>
                  <a:pt x="298854" y="453404"/>
                </a:cubicBezTo>
                <a:cubicBezTo>
                  <a:pt x="298555" y="453177"/>
                  <a:pt x="298244" y="452968"/>
                  <a:pt x="297922" y="452776"/>
                </a:cubicBezTo>
                <a:close/>
                <a:moveTo>
                  <a:pt x="926672" y="450125"/>
                </a:moveTo>
                <a:lnTo>
                  <a:pt x="927181" y="450350"/>
                </a:lnTo>
                <a:lnTo>
                  <a:pt x="926574" y="450177"/>
                </a:lnTo>
                <a:close/>
                <a:moveTo>
                  <a:pt x="198156" y="448268"/>
                </a:moveTo>
                <a:lnTo>
                  <a:pt x="194441" y="463227"/>
                </a:lnTo>
                <a:cubicBezTo>
                  <a:pt x="193596" y="465792"/>
                  <a:pt x="193728" y="468582"/>
                  <a:pt x="194815" y="471055"/>
                </a:cubicBezTo>
                <a:cubicBezTo>
                  <a:pt x="196182" y="473212"/>
                  <a:pt x="198406" y="474680"/>
                  <a:pt x="200924" y="475094"/>
                </a:cubicBezTo>
                <a:cubicBezTo>
                  <a:pt x="203347" y="475947"/>
                  <a:pt x="206017" y="475738"/>
                  <a:pt x="208278" y="474521"/>
                </a:cubicBezTo>
                <a:cubicBezTo>
                  <a:pt x="210385" y="472786"/>
                  <a:pt x="211779" y="470337"/>
                  <a:pt x="212193" y="467640"/>
                </a:cubicBezTo>
                <a:lnTo>
                  <a:pt x="215808" y="452681"/>
                </a:lnTo>
                <a:lnTo>
                  <a:pt x="213514" y="452108"/>
                </a:lnTo>
                <a:lnTo>
                  <a:pt x="211220" y="451559"/>
                </a:lnTo>
                <a:lnTo>
                  <a:pt x="207456" y="466518"/>
                </a:lnTo>
                <a:cubicBezTo>
                  <a:pt x="207236" y="467944"/>
                  <a:pt x="206543" y="469253"/>
                  <a:pt x="205486" y="470233"/>
                </a:cubicBezTo>
                <a:cubicBezTo>
                  <a:pt x="204406" y="470891"/>
                  <a:pt x="203083" y="471021"/>
                  <a:pt x="201896" y="470582"/>
                </a:cubicBezTo>
                <a:cubicBezTo>
                  <a:pt x="200664" y="470372"/>
                  <a:pt x="199600" y="469609"/>
                  <a:pt x="199004" y="468512"/>
                </a:cubicBezTo>
                <a:cubicBezTo>
                  <a:pt x="198528" y="467174"/>
                  <a:pt x="198528" y="465713"/>
                  <a:pt x="199004" y="464374"/>
                </a:cubicBezTo>
                <a:lnTo>
                  <a:pt x="202744" y="449415"/>
                </a:lnTo>
                <a:lnTo>
                  <a:pt x="200450" y="448842"/>
                </a:lnTo>
                <a:close/>
                <a:moveTo>
                  <a:pt x="323262" y="443382"/>
                </a:moveTo>
                <a:lnTo>
                  <a:pt x="307929" y="448368"/>
                </a:lnTo>
                <a:lnTo>
                  <a:pt x="315409" y="471778"/>
                </a:lnTo>
                <a:lnTo>
                  <a:pt x="317678" y="471031"/>
                </a:lnTo>
                <a:lnTo>
                  <a:pt x="319922" y="470308"/>
                </a:lnTo>
                <a:lnTo>
                  <a:pt x="316805" y="460410"/>
                </a:lnTo>
                <a:lnTo>
                  <a:pt x="326254" y="457343"/>
                </a:lnTo>
                <a:lnTo>
                  <a:pt x="325606" y="455324"/>
                </a:lnTo>
                <a:lnTo>
                  <a:pt x="324933" y="453304"/>
                </a:lnTo>
                <a:lnTo>
                  <a:pt x="315509" y="456371"/>
                </a:lnTo>
                <a:lnTo>
                  <a:pt x="313788" y="451060"/>
                </a:lnTo>
                <a:lnTo>
                  <a:pt x="324609" y="447545"/>
                </a:lnTo>
                <a:lnTo>
                  <a:pt x="323935" y="445451"/>
                </a:lnTo>
                <a:close/>
                <a:moveTo>
                  <a:pt x="175543" y="440564"/>
                </a:moveTo>
                <a:lnTo>
                  <a:pt x="174820" y="442634"/>
                </a:lnTo>
                <a:lnTo>
                  <a:pt x="174122" y="444703"/>
                </a:lnTo>
                <a:lnTo>
                  <a:pt x="180579" y="446922"/>
                </a:lnTo>
                <a:lnTo>
                  <a:pt x="173997" y="466069"/>
                </a:lnTo>
                <a:lnTo>
                  <a:pt x="176241" y="466842"/>
                </a:lnTo>
                <a:lnTo>
                  <a:pt x="178460" y="467615"/>
                </a:lnTo>
                <a:lnTo>
                  <a:pt x="185042" y="448468"/>
                </a:lnTo>
                <a:lnTo>
                  <a:pt x="191524" y="450686"/>
                </a:lnTo>
                <a:lnTo>
                  <a:pt x="192247" y="448617"/>
                </a:lnTo>
                <a:lnTo>
                  <a:pt x="192995" y="446573"/>
                </a:lnTo>
                <a:close/>
                <a:moveTo>
                  <a:pt x="166593" y="436176"/>
                </a:moveTo>
                <a:lnTo>
                  <a:pt x="156197" y="458490"/>
                </a:lnTo>
                <a:lnTo>
                  <a:pt x="158341" y="459487"/>
                </a:lnTo>
                <a:lnTo>
                  <a:pt x="160460" y="460485"/>
                </a:lnTo>
                <a:lnTo>
                  <a:pt x="170881" y="438171"/>
                </a:lnTo>
                <a:lnTo>
                  <a:pt x="168712" y="437174"/>
                </a:lnTo>
                <a:close/>
                <a:moveTo>
                  <a:pt x="353355" y="428797"/>
                </a:moveTo>
                <a:lnTo>
                  <a:pt x="337099" y="437423"/>
                </a:lnTo>
                <a:lnTo>
                  <a:pt x="338121" y="439368"/>
                </a:lnTo>
                <a:lnTo>
                  <a:pt x="339144" y="441287"/>
                </a:lnTo>
                <a:lnTo>
                  <a:pt x="345177" y="438071"/>
                </a:lnTo>
                <a:lnTo>
                  <a:pt x="354701" y="455947"/>
                </a:lnTo>
                <a:lnTo>
                  <a:pt x="356795" y="454850"/>
                </a:lnTo>
                <a:lnTo>
                  <a:pt x="358864" y="453728"/>
                </a:lnTo>
                <a:lnTo>
                  <a:pt x="349366" y="435852"/>
                </a:lnTo>
                <a:lnTo>
                  <a:pt x="355399" y="432636"/>
                </a:lnTo>
                <a:lnTo>
                  <a:pt x="354377" y="430716"/>
                </a:lnTo>
                <a:close/>
                <a:moveTo>
                  <a:pt x="145401" y="424658"/>
                </a:moveTo>
                <a:lnTo>
                  <a:pt x="144429" y="426702"/>
                </a:lnTo>
                <a:lnTo>
                  <a:pt x="143382" y="428622"/>
                </a:lnTo>
                <a:lnTo>
                  <a:pt x="149365" y="431938"/>
                </a:lnTo>
                <a:lnTo>
                  <a:pt x="139542" y="449639"/>
                </a:lnTo>
                <a:lnTo>
                  <a:pt x="141612" y="450786"/>
                </a:lnTo>
                <a:lnTo>
                  <a:pt x="143681" y="451933"/>
                </a:lnTo>
                <a:lnTo>
                  <a:pt x="153404" y="434082"/>
                </a:lnTo>
                <a:lnTo>
                  <a:pt x="159388" y="437398"/>
                </a:lnTo>
                <a:lnTo>
                  <a:pt x="160435" y="435503"/>
                </a:lnTo>
                <a:lnTo>
                  <a:pt x="161507" y="433583"/>
                </a:lnTo>
                <a:close/>
                <a:moveTo>
                  <a:pt x="267565" y="421118"/>
                </a:moveTo>
                <a:cubicBezTo>
                  <a:pt x="263028" y="422664"/>
                  <a:pt x="261881" y="430392"/>
                  <a:pt x="261208" y="430841"/>
                </a:cubicBezTo>
                <a:lnTo>
                  <a:pt x="260632" y="432168"/>
                </a:lnTo>
                <a:lnTo>
                  <a:pt x="260634" y="432137"/>
                </a:lnTo>
                <a:lnTo>
                  <a:pt x="260559" y="432337"/>
                </a:lnTo>
                <a:lnTo>
                  <a:pt x="260632" y="432168"/>
                </a:lnTo>
                <a:lnTo>
                  <a:pt x="260509" y="434555"/>
                </a:lnTo>
                <a:lnTo>
                  <a:pt x="292686" y="432960"/>
                </a:lnTo>
                <a:lnTo>
                  <a:pt x="285266" y="432960"/>
                </a:lnTo>
                <a:cubicBezTo>
                  <a:pt x="285266" y="432960"/>
                  <a:pt x="285715" y="423736"/>
                  <a:pt x="280280" y="421641"/>
                </a:cubicBezTo>
                <a:cubicBezTo>
                  <a:pt x="276231" y="419991"/>
                  <a:pt x="271734" y="419804"/>
                  <a:pt x="267565" y="421118"/>
                </a:cubicBezTo>
                <a:close/>
                <a:moveTo>
                  <a:pt x="300201" y="421067"/>
                </a:moveTo>
                <a:lnTo>
                  <a:pt x="300201" y="421142"/>
                </a:lnTo>
                <a:cubicBezTo>
                  <a:pt x="301173" y="421142"/>
                  <a:pt x="301322" y="422090"/>
                  <a:pt x="301173" y="423261"/>
                </a:cubicBezTo>
                <a:cubicBezTo>
                  <a:pt x="301023" y="424433"/>
                  <a:pt x="301073" y="429544"/>
                  <a:pt x="300176" y="429544"/>
                </a:cubicBezTo>
                <a:cubicBezTo>
                  <a:pt x="299278" y="429544"/>
                  <a:pt x="299577" y="425480"/>
                  <a:pt x="299577" y="423560"/>
                </a:cubicBezTo>
                <a:cubicBezTo>
                  <a:pt x="299577" y="421641"/>
                  <a:pt x="299577" y="421067"/>
                  <a:pt x="300201" y="421067"/>
                </a:cubicBezTo>
                <a:close/>
                <a:moveTo>
                  <a:pt x="258091" y="421067"/>
                </a:moveTo>
                <a:lnTo>
                  <a:pt x="258091" y="421142"/>
                </a:lnTo>
                <a:cubicBezTo>
                  <a:pt x="259064" y="421142"/>
                  <a:pt x="259213" y="422090"/>
                  <a:pt x="259064" y="423261"/>
                </a:cubicBezTo>
                <a:cubicBezTo>
                  <a:pt x="258914" y="424433"/>
                  <a:pt x="258964" y="429544"/>
                  <a:pt x="258067" y="429544"/>
                </a:cubicBezTo>
                <a:cubicBezTo>
                  <a:pt x="257169" y="429544"/>
                  <a:pt x="257468" y="425480"/>
                  <a:pt x="257468" y="423560"/>
                </a:cubicBezTo>
                <a:cubicBezTo>
                  <a:pt x="257468" y="421641"/>
                  <a:pt x="257468" y="421067"/>
                  <a:pt x="258091" y="421067"/>
                </a:cubicBezTo>
                <a:close/>
                <a:moveTo>
                  <a:pt x="208129" y="420818"/>
                </a:moveTo>
                <a:cubicBezTo>
                  <a:pt x="208129" y="420818"/>
                  <a:pt x="209176" y="420345"/>
                  <a:pt x="209475" y="421018"/>
                </a:cubicBezTo>
                <a:cubicBezTo>
                  <a:pt x="209694" y="423705"/>
                  <a:pt x="209752" y="426403"/>
                  <a:pt x="209649" y="429095"/>
                </a:cubicBezTo>
                <a:cubicBezTo>
                  <a:pt x="209649" y="429719"/>
                  <a:pt x="208428" y="429968"/>
                  <a:pt x="208129" y="429095"/>
                </a:cubicBezTo>
                <a:cubicBezTo>
                  <a:pt x="207979" y="426356"/>
                  <a:pt x="207979" y="423608"/>
                  <a:pt x="208129" y="420868"/>
                </a:cubicBezTo>
                <a:close/>
                <a:moveTo>
                  <a:pt x="293219" y="420693"/>
                </a:moveTo>
                <a:cubicBezTo>
                  <a:pt x="293843" y="420693"/>
                  <a:pt x="294142" y="422015"/>
                  <a:pt x="294142" y="423186"/>
                </a:cubicBezTo>
                <a:cubicBezTo>
                  <a:pt x="294142" y="424358"/>
                  <a:pt x="294092" y="429345"/>
                  <a:pt x="293344" y="429345"/>
                </a:cubicBezTo>
                <a:cubicBezTo>
                  <a:pt x="292596" y="429345"/>
                  <a:pt x="292172" y="425231"/>
                  <a:pt x="292172" y="423386"/>
                </a:cubicBezTo>
                <a:cubicBezTo>
                  <a:pt x="292172" y="421541"/>
                  <a:pt x="292172" y="420768"/>
                  <a:pt x="293219" y="420768"/>
                </a:cubicBezTo>
                <a:close/>
                <a:moveTo>
                  <a:pt x="251111" y="420693"/>
                </a:moveTo>
                <a:cubicBezTo>
                  <a:pt x="251734" y="420693"/>
                  <a:pt x="252033" y="422114"/>
                  <a:pt x="252033" y="423186"/>
                </a:cubicBezTo>
                <a:cubicBezTo>
                  <a:pt x="252033" y="424259"/>
                  <a:pt x="252008" y="429469"/>
                  <a:pt x="251260" y="429469"/>
                </a:cubicBezTo>
                <a:cubicBezTo>
                  <a:pt x="250512" y="429469"/>
                  <a:pt x="250063" y="425231"/>
                  <a:pt x="250063" y="423386"/>
                </a:cubicBezTo>
                <a:cubicBezTo>
                  <a:pt x="250063" y="421541"/>
                  <a:pt x="250063" y="420768"/>
                  <a:pt x="251111" y="420768"/>
                </a:cubicBezTo>
                <a:close/>
                <a:moveTo>
                  <a:pt x="624269" y="420278"/>
                </a:moveTo>
                <a:lnTo>
                  <a:pt x="624356" y="437574"/>
                </a:lnTo>
                <a:lnTo>
                  <a:pt x="639566" y="437574"/>
                </a:lnTo>
                <a:cubicBezTo>
                  <a:pt x="642229" y="437804"/>
                  <a:pt x="644876" y="436994"/>
                  <a:pt x="646955" y="435314"/>
                </a:cubicBezTo>
                <a:cubicBezTo>
                  <a:pt x="648680" y="433425"/>
                  <a:pt x="649559" y="430913"/>
                  <a:pt x="649389" y="428361"/>
                </a:cubicBezTo>
                <a:cubicBezTo>
                  <a:pt x="649549" y="426049"/>
                  <a:pt x="648616" y="423797"/>
                  <a:pt x="646868" y="422276"/>
                </a:cubicBezTo>
                <a:cubicBezTo>
                  <a:pt x="644657" y="420752"/>
                  <a:pt x="641983" y="420045"/>
                  <a:pt x="639306" y="420278"/>
                </a:cubicBezTo>
                <a:close/>
                <a:moveTo>
                  <a:pt x="215459" y="420245"/>
                </a:moveTo>
                <a:cubicBezTo>
                  <a:pt x="216381" y="420146"/>
                  <a:pt x="216157" y="422514"/>
                  <a:pt x="216157" y="423187"/>
                </a:cubicBezTo>
                <a:cubicBezTo>
                  <a:pt x="216157" y="423860"/>
                  <a:pt x="216207" y="429046"/>
                  <a:pt x="215459" y="429046"/>
                </a:cubicBezTo>
                <a:cubicBezTo>
                  <a:pt x="214711" y="429046"/>
                  <a:pt x="214711" y="424633"/>
                  <a:pt x="214711" y="423187"/>
                </a:cubicBezTo>
                <a:cubicBezTo>
                  <a:pt x="214711" y="421741"/>
                  <a:pt x="214561" y="420245"/>
                  <a:pt x="215459" y="420245"/>
                </a:cubicBezTo>
                <a:close/>
                <a:moveTo>
                  <a:pt x="211370" y="419671"/>
                </a:moveTo>
                <a:lnTo>
                  <a:pt x="211375" y="419839"/>
                </a:lnTo>
                <a:lnTo>
                  <a:pt x="211370" y="419846"/>
                </a:lnTo>
                <a:close/>
                <a:moveTo>
                  <a:pt x="211779" y="419345"/>
                </a:moveTo>
                <a:cubicBezTo>
                  <a:pt x="212238" y="419066"/>
                  <a:pt x="212836" y="419213"/>
                  <a:pt x="213115" y="419671"/>
                </a:cubicBezTo>
                <a:cubicBezTo>
                  <a:pt x="213415" y="420070"/>
                  <a:pt x="213415" y="429071"/>
                  <a:pt x="213415" y="429644"/>
                </a:cubicBezTo>
                <a:cubicBezTo>
                  <a:pt x="213415" y="430217"/>
                  <a:pt x="211994" y="430118"/>
                  <a:pt x="211694" y="429644"/>
                </a:cubicBezTo>
                <a:lnTo>
                  <a:pt x="211375" y="419839"/>
                </a:lnTo>
                <a:close/>
                <a:moveTo>
                  <a:pt x="297010" y="418973"/>
                </a:moveTo>
                <a:cubicBezTo>
                  <a:pt x="298281" y="418973"/>
                  <a:pt x="297907" y="420793"/>
                  <a:pt x="297907" y="422713"/>
                </a:cubicBezTo>
                <a:cubicBezTo>
                  <a:pt x="297907" y="424633"/>
                  <a:pt x="298231" y="429968"/>
                  <a:pt x="296860" y="429968"/>
                </a:cubicBezTo>
                <a:cubicBezTo>
                  <a:pt x="295489" y="429968"/>
                  <a:pt x="295788" y="424359"/>
                  <a:pt x="295788" y="422613"/>
                </a:cubicBezTo>
                <a:cubicBezTo>
                  <a:pt x="295788" y="420868"/>
                  <a:pt x="295489" y="418973"/>
                  <a:pt x="297010" y="418973"/>
                </a:cubicBezTo>
                <a:close/>
                <a:moveTo>
                  <a:pt x="254901" y="418973"/>
                </a:moveTo>
                <a:cubicBezTo>
                  <a:pt x="256197" y="418973"/>
                  <a:pt x="255798" y="420793"/>
                  <a:pt x="255798" y="422713"/>
                </a:cubicBezTo>
                <a:cubicBezTo>
                  <a:pt x="255798" y="424633"/>
                  <a:pt x="256122" y="429968"/>
                  <a:pt x="254751" y="429968"/>
                </a:cubicBezTo>
                <a:cubicBezTo>
                  <a:pt x="253380" y="429968"/>
                  <a:pt x="253679" y="424359"/>
                  <a:pt x="253679" y="422613"/>
                </a:cubicBezTo>
                <a:cubicBezTo>
                  <a:pt x="253679" y="420868"/>
                  <a:pt x="253380" y="418973"/>
                  <a:pt x="254901" y="418973"/>
                </a:cubicBezTo>
                <a:close/>
                <a:moveTo>
                  <a:pt x="187610" y="418200"/>
                </a:moveTo>
                <a:lnTo>
                  <a:pt x="187761" y="418338"/>
                </a:lnTo>
                <a:lnTo>
                  <a:pt x="187535" y="418300"/>
                </a:lnTo>
                <a:close/>
                <a:moveTo>
                  <a:pt x="372328" y="416855"/>
                </a:moveTo>
                <a:lnTo>
                  <a:pt x="358341" y="425930"/>
                </a:lnTo>
                <a:lnTo>
                  <a:pt x="371754" y="446573"/>
                </a:lnTo>
                <a:lnTo>
                  <a:pt x="386115" y="437149"/>
                </a:lnTo>
                <a:lnTo>
                  <a:pt x="384918" y="435304"/>
                </a:lnTo>
                <a:lnTo>
                  <a:pt x="383746" y="433484"/>
                </a:lnTo>
                <a:lnTo>
                  <a:pt x="373300" y="440265"/>
                </a:lnTo>
                <a:lnTo>
                  <a:pt x="369784" y="434905"/>
                </a:lnTo>
                <a:lnTo>
                  <a:pt x="379159" y="428921"/>
                </a:lnTo>
                <a:lnTo>
                  <a:pt x="378012" y="427126"/>
                </a:lnTo>
                <a:lnTo>
                  <a:pt x="376865" y="425356"/>
                </a:lnTo>
                <a:lnTo>
                  <a:pt x="367566" y="431390"/>
                </a:lnTo>
                <a:lnTo>
                  <a:pt x="364723" y="427002"/>
                </a:lnTo>
                <a:lnTo>
                  <a:pt x="374696" y="420519"/>
                </a:lnTo>
                <a:lnTo>
                  <a:pt x="373524" y="418675"/>
                </a:lnTo>
                <a:close/>
                <a:moveTo>
                  <a:pt x="128074" y="414361"/>
                </a:moveTo>
                <a:cubicBezTo>
                  <a:pt x="125930" y="414581"/>
                  <a:pt x="124000" y="415753"/>
                  <a:pt x="122813" y="417553"/>
                </a:cubicBezTo>
                <a:cubicBezTo>
                  <a:pt x="121649" y="418884"/>
                  <a:pt x="121163" y="420677"/>
                  <a:pt x="121492" y="422414"/>
                </a:cubicBezTo>
                <a:cubicBezTo>
                  <a:pt x="122427" y="424850"/>
                  <a:pt x="123843" y="427071"/>
                  <a:pt x="125655" y="428946"/>
                </a:cubicBezTo>
                <a:cubicBezTo>
                  <a:pt x="126605" y="429919"/>
                  <a:pt x="127383" y="431050"/>
                  <a:pt x="127949" y="432287"/>
                </a:cubicBezTo>
                <a:cubicBezTo>
                  <a:pt x="128191" y="433047"/>
                  <a:pt x="128021" y="433878"/>
                  <a:pt x="127500" y="434481"/>
                </a:cubicBezTo>
                <a:cubicBezTo>
                  <a:pt x="126977" y="435229"/>
                  <a:pt x="126087" y="435630"/>
                  <a:pt x="125182" y="435528"/>
                </a:cubicBezTo>
                <a:cubicBezTo>
                  <a:pt x="123955" y="435364"/>
                  <a:pt x="122798" y="434865"/>
                  <a:pt x="121841" y="434082"/>
                </a:cubicBezTo>
                <a:cubicBezTo>
                  <a:pt x="120796" y="433424"/>
                  <a:pt x="120031" y="432404"/>
                  <a:pt x="119697" y="431215"/>
                </a:cubicBezTo>
                <a:cubicBezTo>
                  <a:pt x="119445" y="430093"/>
                  <a:pt x="119702" y="428916"/>
                  <a:pt x="120395" y="427999"/>
                </a:cubicBezTo>
                <a:lnTo>
                  <a:pt x="116705" y="425331"/>
                </a:lnTo>
                <a:cubicBezTo>
                  <a:pt x="115319" y="427186"/>
                  <a:pt x="114768" y="429535"/>
                  <a:pt x="115184" y="431813"/>
                </a:cubicBezTo>
                <a:cubicBezTo>
                  <a:pt x="115815" y="434167"/>
                  <a:pt x="117301" y="436201"/>
                  <a:pt x="119348" y="437523"/>
                </a:cubicBezTo>
                <a:cubicBezTo>
                  <a:pt x="121248" y="439051"/>
                  <a:pt x="123616" y="439879"/>
                  <a:pt x="126054" y="439866"/>
                </a:cubicBezTo>
                <a:cubicBezTo>
                  <a:pt x="128181" y="439749"/>
                  <a:pt x="130128" y="438642"/>
                  <a:pt x="131315" y="436874"/>
                </a:cubicBezTo>
                <a:cubicBezTo>
                  <a:pt x="132509" y="435501"/>
                  <a:pt x="133085" y="433698"/>
                  <a:pt x="132910" y="431888"/>
                </a:cubicBezTo>
                <a:cubicBezTo>
                  <a:pt x="132178" y="429577"/>
                  <a:pt x="130906" y="427473"/>
                  <a:pt x="129196" y="425755"/>
                </a:cubicBezTo>
                <a:cubicBezTo>
                  <a:pt x="128126" y="424606"/>
                  <a:pt x="127199" y="423334"/>
                  <a:pt x="126428" y="421966"/>
                </a:cubicBezTo>
                <a:cubicBezTo>
                  <a:pt x="126069" y="421332"/>
                  <a:pt x="126129" y="420544"/>
                  <a:pt x="126578" y="419971"/>
                </a:cubicBezTo>
                <a:cubicBezTo>
                  <a:pt x="127077" y="419211"/>
                  <a:pt x="127892" y="418717"/>
                  <a:pt x="128797" y="418625"/>
                </a:cubicBezTo>
                <a:cubicBezTo>
                  <a:pt x="129812" y="418595"/>
                  <a:pt x="130804" y="418931"/>
                  <a:pt x="131589" y="419572"/>
                </a:cubicBezTo>
                <a:cubicBezTo>
                  <a:pt x="132599" y="420238"/>
                  <a:pt x="133349" y="421233"/>
                  <a:pt x="133708" y="422389"/>
                </a:cubicBezTo>
                <a:cubicBezTo>
                  <a:pt x="134012" y="423439"/>
                  <a:pt x="133840" y="424571"/>
                  <a:pt x="133235" y="425481"/>
                </a:cubicBezTo>
                <a:lnTo>
                  <a:pt x="136949" y="428198"/>
                </a:lnTo>
                <a:lnTo>
                  <a:pt x="136949" y="428148"/>
                </a:lnTo>
                <a:cubicBezTo>
                  <a:pt x="138203" y="426311"/>
                  <a:pt x="138680" y="424052"/>
                  <a:pt x="138271" y="421866"/>
                </a:cubicBezTo>
                <a:cubicBezTo>
                  <a:pt x="137755" y="419652"/>
                  <a:pt x="136418" y="417720"/>
                  <a:pt x="134531" y="416456"/>
                </a:cubicBezTo>
                <a:cubicBezTo>
                  <a:pt x="132714" y="414977"/>
                  <a:pt x="130412" y="414232"/>
                  <a:pt x="128074" y="414361"/>
                </a:cubicBezTo>
                <a:close/>
                <a:moveTo>
                  <a:pt x="391300" y="403292"/>
                </a:moveTo>
                <a:cubicBezTo>
                  <a:pt x="388852" y="403244"/>
                  <a:pt x="386479" y="404137"/>
                  <a:pt x="384668" y="405785"/>
                </a:cubicBezTo>
                <a:cubicBezTo>
                  <a:pt x="382367" y="407575"/>
                  <a:pt x="381054" y="410350"/>
                  <a:pt x="381128" y="413264"/>
                </a:cubicBezTo>
                <a:cubicBezTo>
                  <a:pt x="381370" y="416680"/>
                  <a:pt x="382779" y="419911"/>
                  <a:pt x="385117" y="422414"/>
                </a:cubicBezTo>
                <a:cubicBezTo>
                  <a:pt x="387142" y="425102"/>
                  <a:pt x="390044" y="426999"/>
                  <a:pt x="393320" y="427774"/>
                </a:cubicBezTo>
                <a:cubicBezTo>
                  <a:pt x="398845" y="428625"/>
                  <a:pt x="404018" y="424845"/>
                  <a:pt x="404888" y="419323"/>
                </a:cubicBezTo>
                <a:lnTo>
                  <a:pt x="404838" y="419273"/>
                </a:lnTo>
                <a:cubicBezTo>
                  <a:pt x="405013" y="416757"/>
                  <a:pt x="404280" y="414262"/>
                  <a:pt x="402769" y="412242"/>
                </a:cubicBezTo>
                <a:lnTo>
                  <a:pt x="399129" y="415284"/>
                </a:lnTo>
                <a:cubicBezTo>
                  <a:pt x="399924" y="416361"/>
                  <a:pt x="400306" y="417687"/>
                  <a:pt x="400201" y="419024"/>
                </a:cubicBezTo>
                <a:cubicBezTo>
                  <a:pt x="400166" y="419305"/>
                  <a:pt x="400106" y="419585"/>
                  <a:pt x="400021" y="419856"/>
                </a:cubicBezTo>
                <a:cubicBezTo>
                  <a:pt x="399216" y="422489"/>
                  <a:pt x="396426" y="423970"/>
                  <a:pt x="393793" y="423162"/>
                </a:cubicBezTo>
                <a:cubicBezTo>
                  <a:pt x="391799" y="422407"/>
                  <a:pt x="390069" y="421090"/>
                  <a:pt x="388807" y="419373"/>
                </a:cubicBezTo>
                <a:cubicBezTo>
                  <a:pt x="387286" y="417762"/>
                  <a:pt x="386264" y="415743"/>
                  <a:pt x="385865" y="413564"/>
                </a:cubicBezTo>
                <a:cubicBezTo>
                  <a:pt x="385608" y="411896"/>
                  <a:pt x="386254" y="410218"/>
                  <a:pt x="387561" y="409151"/>
                </a:cubicBezTo>
                <a:cubicBezTo>
                  <a:pt x="388488" y="408308"/>
                  <a:pt x="389697" y="407844"/>
                  <a:pt x="390951" y="407854"/>
                </a:cubicBezTo>
                <a:cubicBezTo>
                  <a:pt x="392170" y="407882"/>
                  <a:pt x="393335" y="408383"/>
                  <a:pt x="394192" y="409250"/>
                </a:cubicBezTo>
                <a:lnTo>
                  <a:pt x="397832" y="406209"/>
                </a:lnTo>
                <a:cubicBezTo>
                  <a:pt x="396105" y="404444"/>
                  <a:pt x="393769" y="403402"/>
                  <a:pt x="391300" y="403292"/>
                </a:cubicBezTo>
                <a:close/>
                <a:moveTo>
                  <a:pt x="261413" y="402595"/>
                </a:moveTo>
                <a:lnTo>
                  <a:pt x="261462" y="402595"/>
                </a:lnTo>
                <a:lnTo>
                  <a:pt x="261462" y="409252"/>
                </a:lnTo>
                <a:lnTo>
                  <a:pt x="255803" y="409252"/>
                </a:lnTo>
                <a:close/>
                <a:moveTo>
                  <a:pt x="244205" y="401173"/>
                </a:moveTo>
                <a:cubicBezTo>
                  <a:pt x="246748" y="401173"/>
                  <a:pt x="247770" y="402644"/>
                  <a:pt x="247770" y="404314"/>
                </a:cubicBezTo>
                <a:cubicBezTo>
                  <a:pt x="247787" y="404506"/>
                  <a:pt x="247785" y="404698"/>
                  <a:pt x="247765" y="404890"/>
                </a:cubicBezTo>
                <a:cubicBezTo>
                  <a:pt x="247595" y="406588"/>
                  <a:pt x="246077" y="407827"/>
                  <a:pt x="244379" y="407655"/>
                </a:cubicBezTo>
                <a:cubicBezTo>
                  <a:pt x="242908" y="407655"/>
                  <a:pt x="240814" y="407306"/>
                  <a:pt x="240814" y="404463"/>
                </a:cubicBezTo>
                <a:cubicBezTo>
                  <a:pt x="240809" y="404344"/>
                  <a:pt x="240811" y="404224"/>
                  <a:pt x="240819" y="404105"/>
                </a:cubicBezTo>
                <a:cubicBezTo>
                  <a:pt x="240946" y="402359"/>
                  <a:pt x="242459" y="401048"/>
                  <a:pt x="244205" y="401173"/>
                </a:cubicBezTo>
                <a:close/>
                <a:moveTo>
                  <a:pt x="274895" y="401172"/>
                </a:moveTo>
                <a:cubicBezTo>
                  <a:pt x="277538" y="401172"/>
                  <a:pt x="278585" y="403366"/>
                  <a:pt x="278585" y="407056"/>
                </a:cubicBezTo>
                <a:cubicBezTo>
                  <a:pt x="278585" y="410746"/>
                  <a:pt x="277438" y="412940"/>
                  <a:pt x="274895" y="412940"/>
                </a:cubicBezTo>
                <a:cubicBezTo>
                  <a:pt x="272352" y="412940"/>
                  <a:pt x="271205" y="410721"/>
                  <a:pt x="271205" y="407056"/>
                </a:cubicBezTo>
                <a:cubicBezTo>
                  <a:pt x="271205" y="403391"/>
                  <a:pt x="272402" y="401172"/>
                  <a:pt x="274895" y="401172"/>
                </a:cubicBezTo>
                <a:close/>
                <a:moveTo>
                  <a:pt x="243512" y="399657"/>
                </a:moveTo>
                <a:cubicBezTo>
                  <a:pt x="240757" y="399682"/>
                  <a:pt x="238545" y="401933"/>
                  <a:pt x="238570" y="404688"/>
                </a:cubicBezTo>
                <a:cubicBezTo>
                  <a:pt x="238575" y="404800"/>
                  <a:pt x="238583" y="404912"/>
                  <a:pt x="238595" y="405022"/>
                </a:cubicBezTo>
                <a:cubicBezTo>
                  <a:pt x="238902" y="407760"/>
                  <a:pt x="241368" y="409732"/>
                  <a:pt x="244105" y="409425"/>
                </a:cubicBezTo>
                <a:cubicBezTo>
                  <a:pt x="245656" y="409537"/>
                  <a:pt x="247164" y="408887"/>
                  <a:pt x="248144" y="407680"/>
                </a:cubicBezTo>
                <a:cubicBezTo>
                  <a:pt x="247596" y="411494"/>
                  <a:pt x="246399" y="413165"/>
                  <a:pt x="243906" y="413165"/>
                </a:cubicBezTo>
                <a:cubicBezTo>
                  <a:pt x="243734" y="413197"/>
                  <a:pt x="243559" y="413212"/>
                  <a:pt x="243387" y="413210"/>
                </a:cubicBezTo>
                <a:cubicBezTo>
                  <a:pt x="242008" y="413185"/>
                  <a:pt x="240914" y="412048"/>
                  <a:pt x="240939" y="410672"/>
                </a:cubicBezTo>
                <a:lnTo>
                  <a:pt x="238720" y="410672"/>
                </a:lnTo>
                <a:cubicBezTo>
                  <a:pt x="238720" y="412118"/>
                  <a:pt x="239842" y="414611"/>
                  <a:pt x="243956" y="414611"/>
                </a:cubicBezTo>
                <a:lnTo>
                  <a:pt x="243956" y="414686"/>
                </a:lnTo>
                <a:cubicBezTo>
                  <a:pt x="250114" y="414686"/>
                  <a:pt x="250363" y="407904"/>
                  <a:pt x="250413" y="406508"/>
                </a:cubicBezTo>
                <a:cubicBezTo>
                  <a:pt x="250413" y="404140"/>
                  <a:pt x="249839" y="399702"/>
                  <a:pt x="244230" y="399702"/>
                </a:cubicBezTo>
                <a:cubicBezTo>
                  <a:pt x="243990" y="399669"/>
                  <a:pt x="243751" y="399655"/>
                  <a:pt x="243512" y="399657"/>
                </a:cubicBezTo>
                <a:close/>
                <a:moveTo>
                  <a:pt x="274896" y="399627"/>
                </a:moveTo>
                <a:cubicBezTo>
                  <a:pt x="269834" y="399627"/>
                  <a:pt x="268862" y="404115"/>
                  <a:pt x="268862" y="407106"/>
                </a:cubicBezTo>
                <a:cubicBezTo>
                  <a:pt x="268862" y="410098"/>
                  <a:pt x="269909" y="414586"/>
                  <a:pt x="274896" y="414586"/>
                </a:cubicBezTo>
                <a:lnTo>
                  <a:pt x="274896" y="414686"/>
                </a:lnTo>
                <a:cubicBezTo>
                  <a:pt x="280031" y="414686"/>
                  <a:pt x="280929" y="410098"/>
                  <a:pt x="280929" y="407106"/>
                </a:cubicBezTo>
                <a:cubicBezTo>
                  <a:pt x="280929" y="404115"/>
                  <a:pt x="279957" y="399627"/>
                  <a:pt x="274896" y="399627"/>
                </a:cubicBezTo>
                <a:close/>
                <a:moveTo>
                  <a:pt x="261457" y="399527"/>
                </a:moveTo>
                <a:lnTo>
                  <a:pt x="253405" y="408827"/>
                </a:lnTo>
                <a:lnTo>
                  <a:pt x="253405" y="410622"/>
                </a:lnTo>
                <a:lnTo>
                  <a:pt x="261084" y="410622"/>
                </a:lnTo>
                <a:lnTo>
                  <a:pt x="261084" y="414212"/>
                </a:lnTo>
                <a:lnTo>
                  <a:pt x="263302" y="414212"/>
                </a:lnTo>
                <a:lnTo>
                  <a:pt x="263302" y="410622"/>
                </a:lnTo>
                <a:lnTo>
                  <a:pt x="265795" y="410622"/>
                </a:lnTo>
                <a:lnTo>
                  <a:pt x="265795" y="409051"/>
                </a:lnTo>
                <a:lnTo>
                  <a:pt x="263302" y="409051"/>
                </a:lnTo>
                <a:lnTo>
                  <a:pt x="263302" y="399527"/>
                </a:lnTo>
                <a:close/>
                <a:moveTo>
                  <a:pt x="229520" y="399428"/>
                </a:moveTo>
                <a:cubicBezTo>
                  <a:pt x="228822" y="401821"/>
                  <a:pt x="227625" y="402070"/>
                  <a:pt x="224783" y="402220"/>
                </a:cubicBezTo>
                <a:lnTo>
                  <a:pt x="224783" y="403791"/>
                </a:lnTo>
                <a:lnTo>
                  <a:pt x="228897" y="403791"/>
                </a:lnTo>
                <a:lnTo>
                  <a:pt x="228897" y="414212"/>
                </a:lnTo>
                <a:lnTo>
                  <a:pt x="231240" y="414212"/>
                </a:lnTo>
                <a:lnTo>
                  <a:pt x="231240" y="399428"/>
                </a:lnTo>
                <a:close/>
                <a:moveTo>
                  <a:pt x="108228" y="395164"/>
                </a:moveTo>
                <a:lnTo>
                  <a:pt x="91425" y="413165"/>
                </a:lnTo>
                <a:lnTo>
                  <a:pt x="93045" y="414685"/>
                </a:lnTo>
                <a:lnTo>
                  <a:pt x="94666" y="416281"/>
                </a:lnTo>
                <a:lnTo>
                  <a:pt x="106757" y="403292"/>
                </a:lnTo>
                <a:lnTo>
                  <a:pt x="101497" y="422664"/>
                </a:lnTo>
                <a:lnTo>
                  <a:pt x="103217" y="424259"/>
                </a:lnTo>
                <a:lnTo>
                  <a:pt x="104937" y="425780"/>
                </a:lnTo>
                <a:lnTo>
                  <a:pt x="121716" y="407755"/>
                </a:lnTo>
                <a:lnTo>
                  <a:pt x="120096" y="406259"/>
                </a:lnTo>
                <a:lnTo>
                  <a:pt x="118500" y="404763"/>
                </a:lnTo>
                <a:lnTo>
                  <a:pt x="106708" y="417403"/>
                </a:lnTo>
                <a:lnTo>
                  <a:pt x="111843" y="398555"/>
                </a:lnTo>
                <a:lnTo>
                  <a:pt x="110023" y="396860"/>
                </a:lnTo>
                <a:close/>
                <a:moveTo>
                  <a:pt x="624269" y="394984"/>
                </a:moveTo>
                <a:lnTo>
                  <a:pt x="624356" y="409325"/>
                </a:lnTo>
                <a:lnTo>
                  <a:pt x="638698" y="409325"/>
                </a:lnTo>
                <a:cubicBezTo>
                  <a:pt x="641191" y="409484"/>
                  <a:pt x="643667" y="408812"/>
                  <a:pt x="645738" y="407414"/>
                </a:cubicBezTo>
                <a:cubicBezTo>
                  <a:pt x="647326" y="405909"/>
                  <a:pt x="648155" y="403772"/>
                  <a:pt x="647998" y="401590"/>
                </a:cubicBezTo>
                <a:cubicBezTo>
                  <a:pt x="648121" y="399624"/>
                  <a:pt x="647195" y="397740"/>
                  <a:pt x="645565" y="396636"/>
                </a:cubicBezTo>
                <a:cubicBezTo>
                  <a:pt x="643317" y="395371"/>
                  <a:pt x="640747" y="394797"/>
                  <a:pt x="638176" y="394984"/>
                </a:cubicBezTo>
                <a:close/>
                <a:moveTo>
                  <a:pt x="2088335" y="393163"/>
                </a:moveTo>
                <a:cubicBezTo>
                  <a:pt x="2084600" y="392573"/>
                  <a:pt x="2080640" y="393408"/>
                  <a:pt x="2077339" y="395807"/>
                </a:cubicBezTo>
                <a:cubicBezTo>
                  <a:pt x="2076087" y="396717"/>
                  <a:pt x="2074987" y="397818"/>
                  <a:pt x="2074077" y="399069"/>
                </a:cubicBezTo>
                <a:cubicBezTo>
                  <a:pt x="2070837" y="404263"/>
                  <a:pt x="2069316" y="410346"/>
                  <a:pt x="2069731" y="416452"/>
                </a:cubicBezTo>
                <a:cubicBezTo>
                  <a:pt x="2069427" y="422264"/>
                  <a:pt x="2070913" y="428028"/>
                  <a:pt x="2073990" y="432968"/>
                </a:cubicBezTo>
                <a:cubicBezTo>
                  <a:pt x="2078918" y="439592"/>
                  <a:pt x="2088283" y="440967"/>
                  <a:pt x="2094908" y="436039"/>
                </a:cubicBezTo>
                <a:cubicBezTo>
                  <a:pt x="2096075" y="435169"/>
                  <a:pt x="2097110" y="434136"/>
                  <a:pt x="2097979" y="432968"/>
                </a:cubicBezTo>
                <a:lnTo>
                  <a:pt x="2097980" y="432968"/>
                </a:lnTo>
                <a:cubicBezTo>
                  <a:pt x="2101124" y="428054"/>
                  <a:pt x="2102645" y="422277"/>
                  <a:pt x="2102325" y="416452"/>
                </a:cubicBezTo>
                <a:cubicBezTo>
                  <a:pt x="2102741" y="410346"/>
                  <a:pt x="2101219" y="404263"/>
                  <a:pt x="2097980" y="399069"/>
                </a:cubicBezTo>
                <a:cubicBezTo>
                  <a:pt x="2095581" y="395768"/>
                  <a:pt x="2092071" y="393753"/>
                  <a:pt x="2088335" y="393163"/>
                </a:cubicBezTo>
                <a:close/>
                <a:moveTo>
                  <a:pt x="1965704" y="393159"/>
                </a:moveTo>
                <a:cubicBezTo>
                  <a:pt x="1961945" y="392576"/>
                  <a:pt x="1957963" y="393428"/>
                  <a:pt x="1954651" y="395852"/>
                </a:cubicBezTo>
                <a:cubicBezTo>
                  <a:pt x="1953420" y="396752"/>
                  <a:pt x="1952334" y="397838"/>
                  <a:pt x="1951434" y="399069"/>
                </a:cubicBezTo>
                <a:cubicBezTo>
                  <a:pt x="1948224" y="404273"/>
                  <a:pt x="1946734" y="410355"/>
                  <a:pt x="1947175" y="416453"/>
                </a:cubicBezTo>
                <a:cubicBezTo>
                  <a:pt x="1946830" y="422269"/>
                  <a:pt x="1948319" y="428045"/>
                  <a:pt x="1951434" y="432968"/>
                </a:cubicBezTo>
                <a:cubicBezTo>
                  <a:pt x="1956362" y="439592"/>
                  <a:pt x="1965728" y="440967"/>
                  <a:pt x="1972352" y="436039"/>
                </a:cubicBezTo>
                <a:cubicBezTo>
                  <a:pt x="1973520" y="435170"/>
                  <a:pt x="1974555" y="434135"/>
                  <a:pt x="1975423" y="432968"/>
                </a:cubicBezTo>
                <a:cubicBezTo>
                  <a:pt x="1978538" y="428045"/>
                  <a:pt x="1980027" y="422268"/>
                  <a:pt x="1979682" y="416453"/>
                </a:cubicBezTo>
                <a:cubicBezTo>
                  <a:pt x="1980123" y="410355"/>
                  <a:pt x="1978633" y="404273"/>
                  <a:pt x="1975423" y="399069"/>
                </a:cubicBezTo>
                <a:cubicBezTo>
                  <a:pt x="1972999" y="395757"/>
                  <a:pt x="1969463" y="393741"/>
                  <a:pt x="1965704" y="393159"/>
                </a:cubicBezTo>
                <a:close/>
                <a:moveTo>
                  <a:pt x="1512422" y="393159"/>
                </a:moveTo>
                <a:cubicBezTo>
                  <a:pt x="1508663" y="392576"/>
                  <a:pt x="1504681" y="393428"/>
                  <a:pt x="1501369" y="395852"/>
                </a:cubicBezTo>
                <a:cubicBezTo>
                  <a:pt x="1500138" y="396752"/>
                  <a:pt x="1499052" y="397838"/>
                  <a:pt x="1498152" y="399069"/>
                </a:cubicBezTo>
                <a:cubicBezTo>
                  <a:pt x="1494942" y="404273"/>
                  <a:pt x="1493452" y="410355"/>
                  <a:pt x="1493893" y="416453"/>
                </a:cubicBezTo>
                <a:cubicBezTo>
                  <a:pt x="1493548" y="422269"/>
                  <a:pt x="1495037" y="428045"/>
                  <a:pt x="1498152" y="432968"/>
                </a:cubicBezTo>
                <a:cubicBezTo>
                  <a:pt x="1503080" y="439592"/>
                  <a:pt x="1512446" y="440967"/>
                  <a:pt x="1519070" y="436039"/>
                </a:cubicBezTo>
                <a:cubicBezTo>
                  <a:pt x="1520238" y="435170"/>
                  <a:pt x="1521273" y="434135"/>
                  <a:pt x="1522141" y="432968"/>
                </a:cubicBezTo>
                <a:cubicBezTo>
                  <a:pt x="1525256" y="428045"/>
                  <a:pt x="1526745" y="422268"/>
                  <a:pt x="1526400" y="416453"/>
                </a:cubicBezTo>
                <a:cubicBezTo>
                  <a:pt x="1526841" y="410355"/>
                  <a:pt x="1525351" y="404273"/>
                  <a:pt x="1522141" y="399069"/>
                </a:cubicBezTo>
                <a:cubicBezTo>
                  <a:pt x="1519718" y="395757"/>
                  <a:pt x="1516181" y="393741"/>
                  <a:pt x="1512422" y="393159"/>
                </a:cubicBezTo>
                <a:close/>
                <a:moveTo>
                  <a:pt x="100275" y="386488"/>
                </a:moveTo>
                <a:lnTo>
                  <a:pt x="81975" y="402968"/>
                </a:lnTo>
                <a:lnTo>
                  <a:pt x="83571" y="404713"/>
                </a:lnTo>
                <a:lnTo>
                  <a:pt x="85142" y="406483"/>
                </a:lnTo>
                <a:lnTo>
                  <a:pt x="103442" y="390003"/>
                </a:lnTo>
                <a:lnTo>
                  <a:pt x="101871" y="388233"/>
                </a:lnTo>
                <a:close/>
                <a:moveTo>
                  <a:pt x="2191663" y="383896"/>
                </a:moveTo>
                <a:lnTo>
                  <a:pt x="2199051" y="383896"/>
                </a:lnTo>
                <a:lnTo>
                  <a:pt x="2206527" y="383896"/>
                </a:lnTo>
                <a:lnTo>
                  <a:pt x="2218998" y="412043"/>
                </a:lnTo>
                <a:lnTo>
                  <a:pt x="2218956" y="412145"/>
                </a:lnTo>
                <a:lnTo>
                  <a:pt x="2219043" y="412145"/>
                </a:lnTo>
                <a:lnTo>
                  <a:pt x="2218998" y="412043"/>
                </a:lnTo>
                <a:lnTo>
                  <a:pt x="2230690" y="383896"/>
                </a:lnTo>
                <a:lnTo>
                  <a:pt x="2237818" y="383896"/>
                </a:lnTo>
                <a:lnTo>
                  <a:pt x="2244858" y="383896"/>
                </a:lnTo>
                <a:lnTo>
                  <a:pt x="2225040" y="424313"/>
                </a:lnTo>
                <a:lnTo>
                  <a:pt x="2225040" y="449086"/>
                </a:lnTo>
                <a:lnTo>
                  <a:pt x="2218869" y="449086"/>
                </a:lnTo>
                <a:lnTo>
                  <a:pt x="2212524" y="449086"/>
                </a:lnTo>
                <a:lnTo>
                  <a:pt x="2212524" y="424574"/>
                </a:lnTo>
                <a:close/>
                <a:moveTo>
                  <a:pt x="2005918" y="383896"/>
                </a:moveTo>
                <a:lnTo>
                  <a:pt x="2012176" y="383896"/>
                </a:lnTo>
                <a:lnTo>
                  <a:pt x="2018434" y="383896"/>
                </a:lnTo>
                <a:lnTo>
                  <a:pt x="2018434" y="437438"/>
                </a:lnTo>
                <a:lnTo>
                  <a:pt x="2048161" y="437438"/>
                </a:lnTo>
                <a:lnTo>
                  <a:pt x="2048161" y="443262"/>
                </a:lnTo>
                <a:lnTo>
                  <a:pt x="2048161" y="448998"/>
                </a:lnTo>
                <a:lnTo>
                  <a:pt x="2005918" y="448998"/>
                </a:lnTo>
                <a:close/>
                <a:moveTo>
                  <a:pt x="1873453" y="383896"/>
                </a:moveTo>
                <a:lnTo>
                  <a:pt x="1879972" y="383896"/>
                </a:lnTo>
                <a:lnTo>
                  <a:pt x="1886491" y="383896"/>
                </a:lnTo>
                <a:lnTo>
                  <a:pt x="1910568" y="429616"/>
                </a:lnTo>
                <a:lnTo>
                  <a:pt x="1910568" y="383896"/>
                </a:lnTo>
                <a:lnTo>
                  <a:pt x="1916391" y="383896"/>
                </a:lnTo>
                <a:lnTo>
                  <a:pt x="1922301" y="383896"/>
                </a:lnTo>
                <a:lnTo>
                  <a:pt x="1922301" y="448998"/>
                </a:lnTo>
                <a:lnTo>
                  <a:pt x="1916043" y="448998"/>
                </a:lnTo>
                <a:lnTo>
                  <a:pt x="1909785" y="448998"/>
                </a:lnTo>
                <a:lnTo>
                  <a:pt x="1885100" y="402062"/>
                </a:lnTo>
                <a:lnTo>
                  <a:pt x="1885100" y="448998"/>
                </a:lnTo>
                <a:lnTo>
                  <a:pt x="1879277" y="448998"/>
                </a:lnTo>
                <a:lnTo>
                  <a:pt x="1873453" y="448998"/>
                </a:lnTo>
                <a:close/>
                <a:moveTo>
                  <a:pt x="1810002" y="383896"/>
                </a:moveTo>
                <a:lnTo>
                  <a:pt x="1816174" y="383896"/>
                </a:lnTo>
                <a:lnTo>
                  <a:pt x="1822432" y="383896"/>
                </a:lnTo>
                <a:lnTo>
                  <a:pt x="1822432" y="408320"/>
                </a:lnTo>
                <a:lnTo>
                  <a:pt x="1845900" y="408320"/>
                </a:lnTo>
                <a:lnTo>
                  <a:pt x="1845900" y="383896"/>
                </a:lnTo>
                <a:lnTo>
                  <a:pt x="1852158" y="383896"/>
                </a:lnTo>
                <a:lnTo>
                  <a:pt x="1858416" y="383896"/>
                </a:lnTo>
                <a:lnTo>
                  <a:pt x="1858416" y="448998"/>
                </a:lnTo>
                <a:lnTo>
                  <a:pt x="1852158" y="448998"/>
                </a:lnTo>
                <a:lnTo>
                  <a:pt x="1845900" y="448998"/>
                </a:lnTo>
                <a:lnTo>
                  <a:pt x="1845900" y="419533"/>
                </a:lnTo>
                <a:lnTo>
                  <a:pt x="1822432" y="419533"/>
                </a:lnTo>
                <a:lnTo>
                  <a:pt x="1822432" y="448998"/>
                </a:lnTo>
                <a:lnTo>
                  <a:pt x="1816260" y="448998"/>
                </a:lnTo>
                <a:lnTo>
                  <a:pt x="1810002" y="448998"/>
                </a:lnTo>
                <a:close/>
                <a:moveTo>
                  <a:pt x="1687794" y="383896"/>
                </a:moveTo>
                <a:lnTo>
                  <a:pt x="1731862" y="383896"/>
                </a:lnTo>
                <a:lnTo>
                  <a:pt x="1731862" y="389632"/>
                </a:lnTo>
                <a:lnTo>
                  <a:pt x="1731862" y="395456"/>
                </a:lnTo>
                <a:lnTo>
                  <a:pt x="1700310" y="395456"/>
                </a:lnTo>
                <a:lnTo>
                  <a:pt x="1700310" y="409276"/>
                </a:lnTo>
                <a:lnTo>
                  <a:pt x="1729602" y="409276"/>
                </a:lnTo>
                <a:lnTo>
                  <a:pt x="1729602" y="414839"/>
                </a:lnTo>
                <a:lnTo>
                  <a:pt x="1729602" y="420489"/>
                </a:lnTo>
                <a:lnTo>
                  <a:pt x="1700310" y="420489"/>
                </a:lnTo>
                <a:lnTo>
                  <a:pt x="1700310" y="437438"/>
                </a:lnTo>
                <a:lnTo>
                  <a:pt x="1733253" y="437438"/>
                </a:lnTo>
                <a:lnTo>
                  <a:pt x="1733253" y="443262"/>
                </a:lnTo>
                <a:lnTo>
                  <a:pt x="1733253" y="448998"/>
                </a:lnTo>
                <a:lnTo>
                  <a:pt x="1687794" y="448998"/>
                </a:lnTo>
                <a:close/>
                <a:moveTo>
                  <a:pt x="1628254" y="383896"/>
                </a:moveTo>
                <a:lnTo>
                  <a:pt x="1677015" y="383896"/>
                </a:lnTo>
                <a:lnTo>
                  <a:pt x="1677015" y="389632"/>
                </a:lnTo>
                <a:lnTo>
                  <a:pt x="1677015" y="395456"/>
                </a:lnTo>
                <a:lnTo>
                  <a:pt x="1658849" y="395456"/>
                </a:lnTo>
                <a:lnTo>
                  <a:pt x="1658849" y="448998"/>
                </a:lnTo>
                <a:lnTo>
                  <a:pt x="1652678" y="448998"/>
                </a:lnTo>
                <a:lnTo>
                  <a:pt x="1646420" y="448998"/>
                </a:lnTo>
                <a:lnTo>
                  <a:pt x="1646420" y="395456"/>
                </a:lnTo>
                <a:lnTo>
                  <a:pt x="1628254" y="395456"/>
                </a:lnTo>
                <a:lnTo>
                  <a:pt x="1628254" y="389720"/>
                </a:lnTo>
                <a:close/>
                <a:moveTo>
                  <a:pt x="1552635" y="383896"/>
                </a:moveTo>
                <a:lnTo>
                  <a:pt x="1595225" y="383896"/>
                </a:lnTo>
                <a:lnTo>
                  <a:pt x="1595225" y="389632"/>
                </a:lnTo>
                <a:lnTo>
                  <a:pt x="1595225" y="395456"/>
                </a:lnTo>
                <a:lnTo>
                  <a:pt x="1565151" y="395456"/>
                </a:lnTo>
                <a:lnTo>
                  <a:pt x="1565151" y="410233"/>
                </a:lnTo>
                <a:lnTo>
                  <a:pt x="1591401" y="410233"/>
                </a:lnTo>
                <a:lnTo>
                  <a:pt x="1591401" y="415882"/>
                </a:lnTo>
                <a:lnTo>
                  <a:pt x="1591401" y="421445"/>
                </a:lnTo>
                <a:lnTo>
                  <a:pt x="1565151" y="421445"/>
                </a:lnTo>
                <a:lnTo>
                  <a:pt x="1565151" y="448998"/>
                </a:lnTo>
                <a:lnTo>
                  <a:pt x="1558893" y="448998"/>
                </a:lnTo>
                <a:lnTo>
                  <a:pt x="1552635" y="448998"/>
                </a:lnTo>
                <a:close/>
                <a:moveTo>
                  <a:pt x="1398789" y="383896"/>
                </a:moveTo>
                <a:lnTo>
                  <a:pt x="1442944" y="383896"/>
                </a:lnTo>
                <a:lnTo>
                  <a:pt x="1442944" y="389632"/>
                </a:lnTo>
                <a:lnTo>
                  <a:pt x="1442944" y="395456"/>
                </a:lnTo>
                <a:lnTo>
                  <a:pt x="1411305" y="395456"/>
                </a:lnTo>
                <a:lnTo>
                  <a:pt x="1411305" y="409276"/>
                </a:lnTo>
                <a:lnTo>
                  <a:pt x="1440597" y="409276"/>
                </a:lnTo>
                <a:lnTo>
                  <a:pt x="1440597" y="414839"/>
                </a:lnTo>
                <a:lnTo>
                  <a:pt x="1440597" y="420489"/>
                </a:lnTo>
                <a:lnTo>
                  <a:pt x="1411305" y="420489"/>
                </a:lnTo>
                <a:lnTo>
                  <a:pt x="1411305" y="437438"/>
                </a:lnTo>
                <a:lnTo>
                  <a:pt x="1444335" y="437438"/>
                </a:lnTo>
                <a:lnTo>
                  <a:pt x="1444335" y="443262"/>
                </a:lnTo>
                <a:lnTo>
                  <a:pt x="1444335" y="448998"/>
                </a:lnTo>
                <a:lnTo>
                  <a:pt x="1398789" y="448998"/>
                </a:lnTo>
                <a:close/>
                <a:moveTo>
                  <a:pt x="1339337" y="383896"/>
                </a:moveTo>
                <a:lnTo>
                  <a:pt x="1388012" y="383896"/>
                </a:lnTo>
                <a:lnTo>
                  <a:pt x="1388012" y="389632"/>
                </a:lnTo>
                <a:lnTo>
                  <a:pt x="1388012" y="395456"/>
                </a:lnTo>
                <a:lnTo>
                  <a:pt x="1369933" y="395456"/>
                </a:lnTo>
                <a:lnTo>
                  <a:pt x="1369933" y="448998"/>
                </a:lnTo>
                <a:lnTo>
                  <a:pt x="1363674" y="448998"/>
                </a:lnTo>
                <a:lnTo>
                  <a:pt x="1357416" y="448998"/>
                </a:lnTo>
                <a:lnTo>
                  <a:pt x="1357416" y="395456"/>
                </a:lnTo>
                <a:lnTo>
                  <a:pt x="1339337" y="395456"/>
                </a:lnTo>
                <a:lnTo>
                  <a:pt x="1339337" y="389720"/>
                </a:lnTo>
                <a:close/>
                <a:moveTo>
                  <a:pt x="1221387" y="383896"/>
                </a:moveTo>
                <a:lnTo>
                  <a:pt x="1270062" y="383896"/>
                </a:lnTo>
                <a:lnTo>
                  <a:pt x="1270062" y="389632"/>
                </a:lnTo>
                <a:lnTo>
                  <a:pt x="1270062" y="395456"/>
                </a:lnTo>
                <a:lnTo>
                  <a:pt x="1251983" y="395456"/>
                </a:lnTo>
                <a:lnTo>
                  <a:pt x="1251983" y="448998"/>
                </a:lnTo>
                <a:lnTo>
                  <a:pt x="1245725" y="448998"/>
                </a:lnTo>
                <a:lnTo>
                  <a:pt x="1239466" y="448998"/>
                </a:lnTo>
                <a:lnTo>
                  <a:pt x="1239466" y="395456"/>
                </a:lnTo>
                <a:lnTo>
                  <a:pt x="1221387" y="395456"/>
                </a:lnTo>
                <a:lnTo>
                  <a:pt x="1221387" y="389720"/>
                </a:lnTo>
                <a:close/>
                <a:moveTo>
                  <a:pt x="1198962" y="383896"/>
                </a:moveTo>
                <a:lnTo>
                  <a:pt x="1205220" y="383896"/>
                </a:lnTo>
                <a:lnTo>
                  <a:pt x="1211478" y="383896"/>
                </a:lnTo>
                <a:lnTo>
                  <a:pt x="1211478" y="448998"/>
                </a:lnTo>
                <a:lnTo>
                  <a:pt x="1205307" y="448998"/>
                </a:lnTo>
                <a:lnTo>
                  <a:pt x="1198962" y="448998"/>
                </a:lnTo>
                <a:close/>
                <a:moveTo>
                  <a:pt x="1140553" y="383896"/>
                </a:moveTo>
                <a:lnTo>
                  <a:pt x="1189228" y="383896"/>
                </a:lnTo>
                <a:lnTo>
                  <a:pt x="1189228" y="389632"/>
                </a:lnTo>
                <a:lnTo>
                  <a:pt x="1189228" y="395456"/>
                </a:lnTo>
                <a:lnTo>
                  <a:pt x="1171149" y="395456"/>
                </a:lnTo>
                <a:lnTo>
                  <a:pt x="1171149" y="448998"/>
                </a:lnTo>
                <a:lnTo>
                  <a:pt x="1164891" y="448998"/>
                </a:lnTo>
                <a:lnTo>
                  <a:pt x="1158632" y="448998"/>
                </a:lnTo>
                <a:lnTo>
                  <a:pt x="1158632" y="395456"/>
                </a:lnTo>
                <a:lnTo>
                  <a:pt x="1140553" y="395456"/>
                </a:lnTo>
                <a:lnTo>
                  <a:pt x="1140553" y="389720"/>
                </a:lnTo>
                <a:close/>
                <a:moveTo>
                  <a:pt x="1022430" y="383896"/>
                </a:moveTo>
                <a:lnTo>
                  <a:pt x="1029036" y="383896"/>
                </a:lnTo>
                <a:lnTo>
                  <a:pt x="1035555" y="383896"/>
                </a:lnTo>
                <a:lnTo>
                  <a:pt x="1059632" y="429616"/>
                </a:lnTo>
                <a:lnTo>
                  <a:pt x="1059632" y="383896"/>
                </a:lnTo>
                <a:lnTo>
                  <a:pt x="1065455" y="383896"/>
                </a:lnTo>
                <a:lnTo>
                  <a:pt x="1071366" y="383896"/>
                </a:lnTo>
                <a:lnTo>
                  <a:pt x="1071366" y="448998"/>
                </a:lnTo>
                <a:lnTo>
                  <a:pt x="1065108" y="448998"/>
                </a:lnTo>
                <a:lnTo>
                  <a:pt x="1058850" y="448998"/>
                </a:lnTo>
                <a:lnTo>
                  <a:pt x="1034164" y="402062"/>
                </a:lnTo>
                <a:lnTo>
                  <a:pt x="1034164" y="448998"/>
                </a:lnTo>
                <a:lnTo>
                  <a:pt x="1028341" y="448998"/>
                </a:lnTo>
                <a:lnTo>
                  <a:pt x="1022430" y="448998"/>
                </a:lnTo>
                <a:close/>
                <a:moveTo>
                  <a:pt x="995572" y="383896"/>
                </a:moveTo>
                <a:lnTo>
                  <a:pt x="1001743" y="383896"/>
                </a:lnTo>
                <a:lnTo>
                  <a:pt x="1008088" y="383896"/>
                </a:lnTo>
                <a:lnTo>
                  <a:pt x="1008088" y="448998"/>
                </a:lnTo>
                <a:lnTo>
                  <a:pt x="1001830" y="448998"/>
                </a:lnTo>
                <a:lnTo>
                  <a:pt x="995572" y="448998"/>
                </a:lnTo>
                <a:close/>
                <a:moveTo>
                  <a:pt x="837553" y="383896"/>
                </a:moveTo>
                <a:lnTo>
                  <a:pt x="844072" y="383896"/>
                </a:lnTo>
                <a:lnTo>
                  <a:pt x="850678" y="383896"/>
                </a:lnTo>
                <a:lnTo>
                  <a:pt x="874668" y="429616"/>
                </a:lnTo>
                <a:lnTo>
                  <a:pt x="874668" y="383896"/>
                </a:lnTo>
                <a:lnTo>
                  <a:pt x="880491" y="383896"/>
                </a:lnTo>
                <a:lnTo>
                  <a:pt x="886401" y="383896"/>
                </a:lnTo>
                <a:lnTo>
                  <a:pt x="886401" y="448998"/>
                </a:lnTo>
                <a:lnTo>
                  <a:pt x="880144" y="448998"/>
                </a:lnTo>
                <a:lnTo>
                  <a:pt x="873886" y="448998"/>
                </a:lnTo>
                <a:lnTo>
                  <a:pt x="849200" y="402062"/>
                </a:lnTo>
                <a:lnTo>
                  <a:pt x="849200" y="448998"/>
                </a:lnTo>
                <a:lnTo>
                  <a:pt x="843377" y="448998"/>
                </a:lnTo>
                <a:lnTo>
                  <a:pt x="837553" y="448998"/>
                </a:lnTo>
                <a:close/>
                <a:moveTo>
                  <a:pt x="810608" y="383896"/>
                </a:moveTo>
                <a:lnTo>
                  <a:pt x="816866" y="383896"/>
                </a:lnTo>
                <a:lnTo>
                  <a:pt x="823124" y="383896"/>
                </a:lnTo>
                <a:lnTo>
                  <a:pt x="823124" y="448998"/>
                </a:lnTo>
                <a:lnTo>
                  <a:pt x="816866" y="448998"/>
                </a:lnTo>
                <a:lnTo>
                  <a:pt x="810608" y="448998"/>
                </a:lnTo>
                <a:close/>
                <a:moveTo>
                  <a:pt x="734293" y="383896"/>
                </a:moveTo>
                <a:lnTo>
                  <a:pt x="740551" y="383896"/>
                </a:lnTo>
                <a:lnTo>
                  <a:pt x="746809" y="383896"/>
                </a:lnTo>
                <a:lnTo>
                  <a:pt x="746809" y="448998"/>
                </a:lnTo>
                <a:lnTo>
                  <a:pt x="740638" y="448998"/>
                </a:lnTo>
                <a:lnTo>
                  <a:pt x="734293" y="448998"/>
                </a:lnTo>
                <a:close/>
                <a:moveTo>
                  <a:pt x="676318" y="383896"/>
                </a:moveTo>
                <a:lnTo>
                  <a:pt x="720386" y="383896"/>
                </a:lnTo>
                <a:lnTo>
                  <a:pt x="720386" y="389632"/>
                </a:lnTo>
                <a:lnTo>
                  <a:pt x="720386" y="395456"/>
                </a:lnTo>
                <a:lnTo>
                  <a:pt x="688834" y="395456"/>
                </a:lnTo>
                <a:lnTo>
                  <a:pt x="688834" y="409276"/>
                </a:lnTo>
                <a:lnTo>
                  <a:pt x="718126" y="409276"/>
                </a:lnTo>
                <a:lnTo>
                  <a:pt x="718126" y="414839"/>
                </a:lnTo>
                <a:lnTo>
                  <a:pt x="718126" y="420489"/>
                </a:lnTo>
                <a:lnTo>
                  <a:pt x="688834" y="420489"/>
                </a:lnTo>
                <a:lnTo>
                  <a:pt x="688834" y="437438"/>
                </a:lnTo>
                <a:lnTo>
                  <a:pt x="721777" y="437438"/>
                </a:lnTo>
                <a:lnTo>
                  <a:pt x="721777" y="443262"/>
                </a:lnTo>
                <a:lnTo>
                  <a:pt x="721777" y="448998"/>
                </a:lnTo>
                <a:lnTo>
                  <a:pt x="676318" y="448998"/>
                </a:lnTo>
                <a:close/>
                <a:moveTo>
                  <a:pt x="783156" y="383772"/>
                </a:moveTo>
                <a:lnTo>
                  <a:pt x="795586" y="383772"/>
                </a:lnTo>
                <a:lnTo>
                  <a:pt x="795586" y="430622"/>
                </a:lnTo>
                <a:cubicBezTo>
                  <a:pt x="796013" y="436053"/>
                  <a:pt x="794262" y="441432"/>
                  <a:pt x="790719" y="445572"/>
                </a:cubicBezTo>
                <a:cubicBezTo>
                  <a:pt x="786833" y="449216"/>
                  <a:pt x="781604" y="451075"/>
                  <a:pt x="776290" y="450700"/>
                </a:cubicBezTo>
                <a:cubicBezTo>
                  <a:pt x="770734" y="451174"/>
                  <a:pt x="765265" y="449095"/>
                  <a:pt x="761427" y="445050"/>
                </a:cubicBezTo>
                <a:cubicBezTo>
                  <a:pt x="757867" y="439995"/>
                  <a:pt x="756290" y="433808"/>
                  <a:pt x="756994" y="427666"/>
                </a:cubicBezTo>
                <a:lnTo>
                  <a:pt x="756994" y="424277"/>
                </a:lnTo>
                <a:lnTo>
                  <a:pt x="768902" y="424277"/>
                </a:lnTo>
                <a:lnTo>
                  <a:pt x="768902" y="428188"/>
                </a:lnTo>
                <a:cubicBezTo>
                  <a:pt x="768620" y="431183"/>
                  <a:pt x="769192" y="434197"/>
                  <a:pt x="770553" y="436880"/>
                </a:cubicBezTo>
                <a:cubicBezTo>
                  <a:pt x="771752" y="438818"/>
                  <a:pt x="773932" y="439925"/>
                  <a:pt x="776203" y="439748"/>
                </a:cubicBezTo>
                <a:cubicBezTo>
                  <a:pt x="778203" y="439944"/>
                  <a:pt x="780175" y="439168"/>
                  <a:pt x="781505" y="437662"/>
                </a:cubicBezTo>
                <a:cubicBezTo>
                  <a:pt x="782751" y="435631"/>
                  <a:pt x="783329" y="433259"/>
                  <a:pt x="783156" y="430883"/>
                </a:cubicBezTo>
                <a:close/>
                <a:moveTo>
                  <a:pt x="612361" y="383772"/>
                </a:moveTo>
                <a:lnTo>
                  <a:pt x="641652" y="383772"/>
                </a:lnTo>
                <a:cubicBezTo>
                  <a:pt x="646556" y="383481"/>
                  <a:pt x="651391" y="385032"/>
                  <a:pt x="655212" y="388117"/>
                </a:cubicBezTo>
                <a:cubicBezTo>
                  <a:pt x="658599" y="391229"/>
                  <a:pt x="660417" y="395693"/>
                  <a:pt x="660167" y="400286"/>
                </a:cubicBezTo>
                <a:cubicBezTo>
                  <a:pt x="660479" y="405045"/>
                  <a:pt x="658391" y="409644"/>
                  <a:pt x="654603" y="412541"/>
                </a:cubicBezTo>
                <a:cubicBezTo>
                  <a:pt x="654022" y="413094"/>
                  <a:pt x="653345" y="413536"/>
                  <a:pt x="652605" y="413845"/>
                </a:cubicBezTo>
                <a:cubicBezTo>
                  <a:pt x="653972" y="414393"/>
                  <a:pt x="655258" y="415124"/>
                  <a:pt x="656429" y="416018"/>
                </a:cubicBezTo>
                <a:cubicBezTo>
                  <a:pt x="660299" y="418980"/>
                  <a:pt x="662448" y="423670"/>
                  <a:pt x="662165" y="428534"/>
                </a:cubicBezTo>
                <a:cubicBezTo>
                  <a:pt x="662561" y="434173"/>
                  <a:pt x="660464" y="439701"/>
                  <a:pt x="656429" y="443659"/>
                </a:cubicBezTo>
                <a:cubicBezTo>
                  <a:pt x="651759" y="447444"/>
                  <a:pt x="645823" y="449309"/>
                  <a:pt x="639827" y="448874"/>
                </a:cubicBezTo>
                <a:lnTo>
                  <a:pt x="612622" y="448874"/>
                </a:lnTo>
                <a:close/>
                <a:moveTo>
                  <a:pt x="1279899" y="383685"/>
                </a:moveTo>
                <a:lnTo>
                  <a:pt x="1292416" y="383685"/>
                </a:lnTo>
                <a:lnTo>
                  <a:pt x="1292416" y="424710"/>
                </a:lnTo>
                <a:cubicBezTo>
                  <a:pt x="1292165" y="428452"/>
                  <a:pt x="1293208" y="432165"/>
                  <a:pt x="1295370" y="435227"/>
                </a:cubicBezTo>
                <a:cubicBezTo>
                  <a:pt x="1297580" y="437661"/>
                  <a:pt x="1300785" y="438943"/>
                  <a:pt x="1304062" y="438704"/>
                </a:cubicBezTo>
                <a:cubicBezTo>
                  <a:pt x="1307293" y="438971"/>
                  <a:pt x="1310475" y="437794"/>
                  <a:pt x="1312754" y="435488"/>
                </a:cubicBezTo>
                <a:cubicBezTo>
                  <a:pt x="1314864" y="432312"/>
                  <a:pt x="1315815" y="428506"/>
                  <a:pt x="1315449" y="424710"/>
                </a:cubicBezTo>
                <a:lnTo>
                  <a:pt x="1315449" y="383685"/>
                </a:lnTo>
                <a:lnTo>
                  <a:pt x="1328313" y="383685"/>
                </a:lnTo>
                <a:lnTo>
                  <a:pt x="1328313" y="424276"/>
                </a:lnTo>
                <a:cubicBezTo>
                  <a:pt x="1328978" y="431464"/>
                  <a:pt x="1326967" y="438645"/>
                  <a:pt x="1322662" y="444441"/>
                </a:cubicBezTo>
                <a:cubicBezTo>
                  <a:pt x="1317622" y="448990"/>
                  <a:pt x="1310911" y="451228"/>
                  <a:pt x="1304149" y="450612"/>
                </a:cubicBezTo>
                <a:cubicBezTo>
                  <a:pt x="1297430" y="451137"/>
                  <a:pt x="1290801" y="448801"/>
                  <a:pt x="1285896" y="444180"/>
                </a:cubicBezTo>
                <a:cubicBezTo>
                  <a:pt x="1281538" y="438498"/>
                  <a:pt x="1279406" y="431420"/>
                  <a:pt x="1279899" y="424276"/>
                </a:cubicBezTo>
                <a:close/>
                <a:moveTo>
                  <a:pt x="2084461" y="382250"/>
                </a:moveTo>
                <a:cubicBezTo>
                  <a:pt x="2091657" y="381849"/>
                  <a:pt x="2099006" y="384193"/>
                  <a:pt x="2104803" y="389377"/>
                </a:cubicBezTo>
                <a:cubicBezTo>
                  <a:pt x="2105582" y="390075"/>
                  <a:pt x="2106322" y="390815"/>
                  <a:pt x="2107019" y="391594"/>
                </a:cubicBezTo>
                <a:cubicBezTo>
                  <a:pt x="2112576" y="398814"/>
                  <a:pt x="2115352" y="407791"/>
                  <a:pt x="2114843" y="416888"/>
                </a:cubicBezTo>
                <a:cubicBezTo>
                  <a:pt x="2115335" y="425821"/>
                  <a:pt x="2112555" y="434629"/>
                  <a:pt x="2107019" y="441659"/>
                </a:cubicBezTo>
                <a:cubicBezTo>
                  <a:pt x="2096366" y="453252"/>
                  <a:pt x="2078330" y="454013"/>
                  <a:pt x="2066737" y="443359"/>
                </a:cubicBezTo>
                <a:cubicBezTo>
                  <a:pt x="2066147" y="442817"/>
                  <a:pt x="2065579" y="442250"/>
                  <a:pt x="2065037" y="441659"/>
                </a:cubicBezTo>
                <a:cubicBezTo>
                  <a:pt x="2059503" y="434629"/>
                  <a:pt x="2056721" y="425821"/>
                  <a:pt x="2057214" y="416888"/>
                </a:cubicBezTo>
                <a:cubicBezTo>
                  <a:pt x="2056704" y="407791"/>
                  <a:pt x="2059480" y="398814"/>
                  <a:pt x="2065037" y="391594"/>
                </a:cubicBezTo>
                <a:cubicBezTo>
                  <a:pt x="2070222" y="385798"/>
                  <a:pt x="2077265" y="382651"/>
                  <a:pt x="2084461" y="382250"/>
                </a:cubicBezTo>
                <a:close/>
                <a:moveTo>
                  <a:pt x="1961888" y="382243"/>
                </a:moveTo>
                <a:cubicBezTo>
                  <a:pt x="1969107" y="381849"/>
                  <a:pt x="1976476" y="384208"/>
                  <a:pt x="1982285" y="389415"/>
                </a:cubicBezTo>
                <a:cubicBezTo>
                  <a:pt x="1983050" y="390102"/>
                  <a:pt x="1983777" y="390829"/>
                  <a:pt x="1984463" y="391594"/>
                </a:cubicBezTo>
                <a:cubicBezTo>
                  <a:pt x="1989996" y="398823"/>
                  <a:pt x="1992742" y="407801"/>
                  <a:pt x="1992199" y="416887"/>
                </a:cubicBezTo>
                <a:cubicBezTo>
                  <a:pt x="1992718" y="425811"/>
                  <a:pt x="1989967" y="434617"/>
                  <a:pt x="1984463" y="441660"/>
                </a:cubicBezTo>
                <a:cubicBezTo>
                  <a:pt x="1973764" y="453277"/>
                  <a:pt x="1955673" y="454020"/>
                  <a:pt x="1944057" y="443321"/>
                </a:cubicBezTo>
                <a:cubicBezTo>
                  <a:pt x="1943480" y="442791"/>
                  <a:pt x="1942926" y="442236"/>
                  <a:pt x="1942395" y="441660"/>
                </a:cubicBezTo>
                <a:lnTo>
                  <a:pt x="1942394" y="441660"/>
                </a:lnTo>
                <a:cubicBezTo>
                  <a:pt x="1936926" y="434599"/>
                  <a:pt x="1934179" y="425806"/>
                  <a:pt x="1934658" y="416887"/>
                </a:cubicBezTo>
                <a:cubicBezTo>
                  <a:pt x="1934162" y="407807"/>
                  <a:pt x="1936903" y="398844"/>
                  <a:pt x="1942394" y="391594"/>
                </a:cubicBezTo>
                <a:cubicBezTo>
                  <a:pt x="1947601" y="385785"/>
                  <a:pt x="1954669" y="382637"/>
                  <a:pt x="1961888" y="382243"/>
                </a:cubicBezTo>
                <a:close/>
                <a:moveTo>
                  <a:pt x="1508606" y="382243"/>
                </a:moveTo>
                <a:cubicBezTo>
                  <a:pt x="1515825" y="381849"/>
                  <a:pt x="1523194" y="384208"/>
                  <a:pt x="1529003" y="389415"/>
                </a:cubicBezTo>
                <a:cubicBezTo>
                  <a:pt x="1529768" y="390102"/>
                  <a:pt x="1530495" y="390829"/>
                  <a:pt x="1531181" y="391594"/>
                </a:cubicBezTo>
                <a:cubicBezTo>
                  <a:pt x="1536714" y="398823"/>
                  <a:pt x="1539460" y="407801"/>
                  <a:pt x="1538917" y="416887"/>
                </a:cubicBezTo>
                <a:cubicBezTo>
                  <a:pt x="1539436" y="425811"/>
                  <a:pt x="1536685" y="434617"/>
                  <a:pt x="1531181" y="441660"/>
                </a:cubicBezTo>
                <a:cubicBezTo>
                  <a:pt x="1520482" y="453277"/>
                  <a:pt x="1502391" y="454020"/>
                  <a:pt x="1490775" y="443321"/>
                </a:cubicBezTo>
                <a:cubicBezTo>
                  <a:pt x="1490198" y="442791"/>
                  <a:pt x="1489644" y="442236"/>
                  <a:pt x="1489113" y="441660"/>
                </a:cubicBezTo>
                <a:lnTo>
                  <a:pt x="1489112" y="441660"/>
                </a:lnTo>
                <a:cubicBezTo>
                  <a:pt x="1483644" y="434599"/>
                  <a:pt x="1480897" y="425806"/>
                  <a:pt x="1481376" y="416887"/>
                </a:cubicBezTo>
                <a:cubicBezTo>
                  <a:pt x="1480880" y="407807"/>
                  <a:pt x="1483621" y="398844"/>
                  <a:pt x="1489112" y="391594"/>
                </a:cubicBezTo>
                <a:cubicBezTo>
                  <a:pt x="1494319" y="385785"/>
                  <a:pt x="1501387" y="382637"/>
                  <a:pt x="1508606" y="382243"/>
                </a:cubicBezTo>
                <a:close/>
                <a:moveTo>
                  <a:pt x="2154824" y="382206"/>
                </a:moveTo>
                <a:cubicBezTo>
                  <a:pt x="2161343" y="381911"/>
                  <a:pt x="2167743" y="384013"/>
                  <a:pt x="2172817" y="388117"/>
                </a:cubicBezTo>
                <a:cubicBezTo>
                  <a:pt x="2177570" y="392150"/>
                  <a:pt x="2180538" y="397898"/>
                  <a:pt x="2181074" y="404110"/>
                </a:cubicBezTo>
                <a:lnTo>
                  <a:pt x="2168819" y="404110"/>
                </a:lnTo>
                <a:cubicBezTo>
                  <a:pt x="2168385" y="401155"/>
                  <a:pt x="2166789" y="398496"/>
                  <a:pt x="2164386" y="396722"/>
                </a:cubicBezTo>
                <a:cubicBezTo>
                  <a:pt x="2161976" y="394629"/>
                  <a:pt x="2158886" y="393485"/>
                  <a:pt x="2155694" y="393506"/>
                </a:cubicBezTo>
                <a:cubicBezTo>
                  <a:pt x="2150683" y="393262"/>
                  <a:pt x="2145885" y="395547"/>
                  <a:pt x="2142917" y="399590"/>
                </a:cubicBezTo>
                <a:cubicBezTo>
                  <a:pt x="2136897" y="410088"/>
                  <a:pt x="2136897" y="422991"/>
                  <a:pt x="2142917" y="433488"/>
                </a:cubicBezTo>
                <a:cubicBezTo>
                  <a:pt x="2146026" y="437425"/>
                  <a:pt x="2150859" y="439598"/>
                  <a:pt x="2155868" y="439312"/>
                </a:cubicBezTo>
                <a:cubicBezTo>
                  <a:pt x="2160457" y="439478"/>
                  <a:pt x="2164779" y="437151"/>
                  <a:pt x="2167167" y="433228"/>
                </a:cubicBezTo>
                <a:cubicBezTo>
                  <a:pt x="2168767" y="430797"/>
                  <a:pt x="2169889" y="428083"/>
                  <a:pt x="2170470" y="425231"/>
                </a:cubicBezTo>
                <a:lnTo>
                  <a:pt x="2156389" y="425231"/>
                </a:lnTo>
                <a:lnTo>
                  <a:pt x="2156389" y="414019"/>
                </a:lnTo>
                <a:lnTo>
                  <a:pt x="2181509" y="414019"/>
                </a:lnTo>
                <a:lnTo>
                  <a:pt x="2181509" y="448787"/>
                </a:lnTo>
                <a:lnTo>
                  <a:pt x="2172817" y="448787"/>
                </a:lnTo>
                <a:lnTo>
                  <a:pt x="2171600" y="440095"/>
                </a:lnTo>
                <a:lnTo>
                  <a:pt x="2171426" y="441659"/>
                </a:lnTo>
                <a:cubicBezTo>
                  <a:pt x="2167673" y="447593"/>
                  <a:pt x="2161060" y="451097"/>
                  <a:pt x="2154042" y="450873"/>
                </a:cubicBezTo>
                <a:lnTo>
                  <a:pt x="2154042" y="450351"/>
                </a:lnTo>
                <a:cubicBezTo>
                  <a:pt x="2146129" y="450774"/>
                  <a:pt x="2138453" y="447576"/>
                  <a:pt x="2133182" y="441659"/>
                </a:cubicBezTo>
                <a:cubicBezTo>
                  <a:pt x="2122603" y="426647"/>
                  <a:pt x="2122603" y="406606"/>
                  <a:pt x="2133182" y="391594"/>
                </a:cubicBezTo>
                <a:cubicBezTo>
                  <a:pt x="2138577" y="385315"/>
                  <a:pt x="2146553" y="381857"/>
                  <a:pt x="2154824" y="382206"/>
                </a:cubicBezTo>
                <a:close/>
                <a:moveTo>
                  <a:pt x="1772120" y="382033"/>
                </a:moveTo>
                <a:cubicBezTo>
                  <a:pt x="1778494" y="381869"/>
                  <a:pt x="1784697" y="384103"/>
                  <a:pt x="1789504" y="388291"/>
                </a:cubicBezTo>
                <a:cubicBezTo>
                  <a:pt x="1794435" y="392642"/>
                  <a:pt x="1797540" y="398696"/>
                  <a:pt x="1798196" y="405240"/>
                </a:cubicBezTo>
                <a:lnTo>
                  <a:pt x="1785680" y="405240"/>
                </a:lnTo>
                <a:cubicBezTo>
                  <a:pt x="1785469" y="401912"/>
                  <a:pt x="1783972" y="398795"/>
                  <a:pt x="1781508" y="396548"/>
                </a:cubicBezTo>
                <a:cubicBezTo>
                  <a:pt x="1779074" y="394507"/>
                  <a:pt x="1775993" y="393398"/>
                  <a:pt x="1772816" y="393419"/>
                </a:cubicBezTo>
                <a:cubicBezTo>
                  <a:pt x="1768335" y="393325"/>
                  <a:pt x="1764151" y="395649"/>
                  <a:pt x="1761864" y="399504"/>
                </a:cubicBezTo>
                <a:cubicBezTo>
                  <a:pt x="1758985" y="404608"/>
                  <a:pt x="1757628" y="410429"/>
                  <a:pt x="1757952" y="416279"/>
                </a:cubicBezTo>
                <a:cubicBezTo>
                  <a:pt x="1757633" y="421990"/>
                  <a:pt x="1758993" y="427672"/>
                  <a:pt x="1761864" y="432620"/>
                </a:cubicBezTo>
                <a:cubicBezTo>
                  <a:pt x="1766000" y="438747"/>
                  <a:pt x="1774320" y="440361"/>
                  <a:pt x="1780447" y="436225"/>
                </a:cubicBezTo>
                <a:cubicBezTo>
                  <a:pt x="1780973" y="435870"/>
                  <a:pt x="1781472" y="435479"/>
                  <a:pt x="1781942" y="435053"/>
                </a:cubicBezTo>
                <a:cubicBezTo>
                  <a:pt x="1784398" y="432550"/>
                  <a:pt x="1785879" y="429252"/>
                  <a:pt x="1786114" y="425753"/>
                </a:cubicBezTo>
                <a:lnTo>
                  <a:pt x="1797675" y="426101"/>
                </a:lnTo>
                <a:cubicBezTo>
                  <a:pt x="1797241" y="432870"/>
                  <a:pt x="1794332" y="439243"/>
                  <a:pt x="1789504" y="444006"/>
                </a:cubicBezTo>
                <a:cubicBezTo>
                  <a:pt x="1784806" y="448422"/>
                  <a:pt x="1778566" y="450824"/>
                  <a:pt x="1772120" y="450699"/>
                </a:cubicBezTo>
                <a:cubicBezTo>
                  <a:pt x="1764339" y="451017"/>
                  <a:pt x="1756875" y="447593"/>
                  <a:pt x="1752042" y="441486"/>
                </a:cubicBezTo>
                <a:cubicBezTo>
                  <a:pt x="1746735" y="434354"/>
                  <a:pt x="1744090" y="425590"/>
                  <a:pt x="1744567" y="416713"/>
                </a:cubicBezTo>
                <a:cubicBezTo>
                  <a:pt x="1744070" y="407673"/>
                  <a:pt x="1746711" y="398738"/>
                  <a:pt x="1752042" y="391421"/>
                </a:cubicBezTo>
                <a:cubicBezTo>
                  <a:pt x="1756830" y="385236"/>
                  <a:pt x="1764305" y="381741"/>
                  <a:pt x="1772120" y="382033"/>
                </a:cubicBezTo>
                <a:close/>
                <a:moveTo>
                  <a:pt x="1108146" y="382032"/>
                </a:moveTo>
                <a:cubicBezTo>
                  <a:pt x="1114155" y="381770"/>
                  <a:pt x="1120036" y="383823"/>
                  <a:pt x="1124575" y="387769"/>
                </a:cubicBezTo>
                <a:cubicBezTo>
                  <a:pt x="1128866" y="391827"/>
                  <a:pt x="1131367" y="397424"/>
                  <a:pt x="1131528" y="403328"/>
                </a:cubicBezTo>
                <a:lnTo>
                  <a:pt x="1118838" y="403328"/>
                </a:lnTo>
                <a:cubicBezTo>
                  <a:pt x="1118741" y="400434"/>
                  <a:pt x="1117374" y="397732"/>
                  <a:pt x="1115100" y="395939"/>
                </a:cubicBezTo>
                <a:cubicBezTo>
                  <a:pt x="1112593" y="394080"/>
                  <a:pt x="1109528" y="393130"/>
                  <a:pt x="1106408" y="393246"/>
                </a:cubicBezTo>
                <a:cubicBezTo>
                  <a:pt x="1103751" y="393059"/>
                  <a:pt x="1101119" y="393864"/>
                  <a:pt x="1099020" y="395505"/>
                </a:cubicBezTo>
                <a:cubicBezTo>
                  <a:pt x="1097177" y="397081"/>
                  <a:pt x="1096179" y="399430"/>
                  <a:pt x="1096325" y="401850"/>
                </a:cubicBezTo>
                <a:cubicBezTo>
                  <a:pt x="1096321" y="403762"/>
                  <a:pt x="1097398" y="405513"/>
                  <a:pt x="1099107" y="406370"/>
                </a:cubicBezTo>
                <a:cubicBezTo>
                  <a:pt x="1102879" y="408095"/>
                  <a:pt x="1106850" y="409351"/>
                  <a:pt x="1110928" y="410107"/>
                </a:cubicBezTo>
                <a:cubicBezTo>
                  <a:pt x="1117210" y="411211"/>
                  <a:pt x="1123157" y="413739"/>
                  <a:pt x="1128312" y="417495"/>
                </a:cubicBezTo>
                <a:cubicBezTo>
                  <a:pt x="1131536" y="421102"/>
                  <a:pt x="1133111" y="425890"/>
                  <a:pt x="1132658" y="430707"/>
                </a:cubicBezTo>
                <a:cubicBezTo>
                  <a:pt x="1132965" y="436360"/>
                  <a:pt x="1130500" y="441808"/>
                  <a:pt x="1126051" y="445309"/>
                </a:cubicBezTo>
                <a:cubicBezTo>
                  <a:pt x="1120857" y="449131"/>
                  <a:pt x="1114499" y="451035"/>
                  <a:pt x="1108060" y="450699"/>
                </a:cubicBezTo>
                <a:cubicBezTo>
                  <a:pt x="1101755" y="450999"/>
                  <a:pt x="1095562" y="448955"/>
                  <a:pt x="1090676" y="444961"/>
                </a:cubicBezTo>
                <a:cubicBezTo>
                  <a:pt x="1086244" y="440722"/>
                  <a:pt x="1083760" y="434841"/>
                  <a:pt x="1083809" y="428707"/>
                </a:cubicBezTo>
                <a:lnTo>
                  <a:pt x="1095891" y="428708"/>
                </a:lnTo>
                <a:cubicBezTo>
                  <a:pt x="1095827" y="431753"/>
                  <a:pt x="1097096" y="434674"/>
                  <a:pt x="1099368" y="436705"/>
                </a:cubicBezTo>
                <a:cubicBezTo>
                  <a:pt x="1101863" y="438596"/>
                  <a:pt x="1104930" y="439577"/>
                  <a:pt x="1108060" y="439486"/>
                </a:cubicBezTo>
                <a:cubicBezTo>
                  <a:pt x="1111320" y="439660"/>
                  <a:pt x="1114567" y="438938"/>
                  <a:pt x="1117447" y="437400"/>
                </a:cubicBezTo>
                <a:cubicBezTo>
                  <a:pt x="1119543" y="436210"/>
                  <a:pt x="1120838" y="433986"/>
                  <a:pt x="1120837" y="431576"/>
                </a:cubicBezTo>
                <a:cubicBezTo>
                  <a:pt x="1120978" y="429461"/>
                  <a:pt x="1120067" y="427413"/>
                  <a:pt x="1118403" y="426100"/>
                </a:cubicBezTo>
                <a:cubicBezTo>
                  <a:pt x="1115234" y="424356"/>
                  <a:pt x="1111797" y="423152"/>
                  <a:pt x="1108233" y="422537"/>
                </a:cubicBezTo>
                <a:cubicBezTo>
                  <a:pt x="1101441" y="421382"/>
                  <a:pt x="1094961" y="418837"/>
                  <a:pt x="1089198" y="415061"/>
                </a:cubicBezTo>
                <a:cubicBezTo>
                  <a:pt x="1085812" y="411851"/>
                  <a:pt x="1084055" y="407284"/>
                  <a:pt x="1084418" y="402633"/>
                </a:cubicBezTo>
                <a:cubicBezTo>
                  <a:pt x="1084129" y="396915"/>
                  <a:pt x="1086465" y="391378"/>
                  <a:pt x="1090762" y="387595"/>
                </a:cubicBezTo>
                <a:cubicBezTo>
                  <a:pt x="1095634" y="383588"/>
                  <a:pt x="1101854" y="381598"/>
                  <a:pt x="1108146" y="382032"/>
                </a:cubicBezTo>
                <a:close/>
                <a:moveTo>
                  <a:pt x="925519" y="381794"/>
                </a:moveTo>
                <a:cubicBezTo>
                  <a:pt x="932589" y="381172"/>
                  <a:pt x="939881" y="383064"/>
                  <a:pt x="945956" y="387596"/>
                </a:cubicBezTo>
                <a:cubicBezTo>
                  <a:pt x="950740" y="391605"/>
                  <a:pt x="953714" y="397367"/>
                  <a:pt x="954213" y="403589"/>
                </a:cubicBezTo>
                <a:lnTo>
                  <a:pt x="941697" y="403589"/>
                </a:lnTo>
                <a:cubicBezTo>
                  <a:pt x="941342" y="400628"/>
                  <a:pt x="939767" y="397949"/>
                  <a:pt x="937351" y="396201"/>
                </a:cubicBezTo>
                <a:cubicBezTo>
                  <a:pt x="934941" y="394108"/>
                  <a:pt x="931851" y="392964"/>
                  <a:pt x="928659" y="392984"/>
                </a:cubicBezTo>
                <a:cubicBezTo>
                  <a:pt x="923659" y="392787"/>
                  <a:pt x="918881" y="395062"/>
                  <a:pt x="915882" y="399069"/>
                </a:cubicBezTo>
                <a:cubicBezTo>
                  <a:pt x="912488" y="404204"/>
                  <a:pt x="910870" y="410310"/>
                  <a:pt x="911275" y="416453"/>
                </a:cubicBezTo>
                <a:cubicBezTo>
                  <a:pt x="910870" y="422407"/>
                  <a:pt x="912427" y="428330"/>
                  <a:pt x="915708" y="433314"/>
                </a:cubicBezTo>
                <a:cubicBezTo>
                  <a:pt x="918827" y="437239"/>
                  <a:pt x="923653" y="439410"/>
                  <a:pt x="928659" y="439138"/>
                </a:cubicBezTo>
                <a:cubicBezTo>
                  <a:pt x="933241" y="439268"/>
                  <a:pt x="937545" y="436950"/>
                  <a:pt x="939959" y="433054"/>
                </a:cubicBezTo>
                <a:cubicBezTo>
                  <a:pt x="941524" y="430605"/>
                  <a:pt x="942641" y="427898"/>
                  <a:pt x="943261" y="425058"/>
                </a:cubicBezTo>
                <a:lnTo>
                  <a:pt x="929181" y="425058"/>
                </a:lnTo>
                <a:lnTo>
                  <a:pt x="929181" y="413845"/>
                </a:lnTo>
                <a:lnTo>
                  <a:pt x="954561" y="413845"/>
                </a:lnTo>
                <a:lnTo>
                  <a:pt x="954561" y="448612"/>
                </a:lnTo>
                <a:lnTo>
                  <a:pt x="945869" y="448612"/>
                </a:lnTo>
                <a:lnTo>
                  <a:pt x="944652" y="439920"/>
                </a:lnTo>
                <a:lnTo>
                  <a:pt x="943957" y="440963"/>
                </a:lnTo>
                <a:lnTo>
                  <a:pt x="926672" y="450125"/>
                </a:lnTo>
                <a:lnTo>
                  <a:pt x="906408" y="441137"/>
                </a:lnTo>
                <a:cubicBezTo>
                  <a:pt x="895983" y="426077"/>
                  <a:pt x="895983" y="406133"/>
                  <a:pt x="906408" y="391072"/>
                </a:cubicBezTo>
                <a:cubicBezTo>
                  <a:pt x="911599" y="385550"/>
                  <a:pt x="918449" y="382415"/>
                  <a:pt x="925519" y="381794"/>
                </a:cubicBezTo>
                <a:close/>
                <a:moveTo>
                  <a:pt x="409450" y="381676"/>
                </a:moveTo>
                <a:lnTo>
                  <a:pt x="407880" y="383446"/>
                </a:lnTo>
                <a:lnTo>
                  <a:pt x="406284" y="385192"/>
                </a:lnTo>
                <a:lnTo>
                  <a:pt x="413140" y="391375"/>
                </a:lnTo>
                <a:lnTo>
                  <a:pt x="407232" y="397957"/>
                </a:lnTo>
                <a:lnTo>
                  <a:pt x="400375" y="391774"/>
                </a:lnTo>
                <a:lnTo>
                  <a:pt x="398780" y="393544"/>
                </a:lnTo>
                <a:lnTo>
                  <a:pt x="397209" y="395289"/>
                </a:lnTo>
                <a:lnTo>
                  <a:pt x="415459" y="411818"/>
                </a:lnTo>
                <a:lnTo>
                  <a:pt x="417030" y="410048"/>
                </a:lnTo>
                <a:lnTo>
                  <a:pt x="418625" y="408303"/>
                </a:lnTo>
                <a:lnTo>
                  <a:pt x="410323" y="400824"/>
                </a:lnTo>
                <a:lnTo>
                  <a:pt x="416257" y="394242"/>
                </a:lnTo>
                <a:lnTo>
                  <a:pt x="424534" y="401721"/>
                </a:lnTo>
                <a:lnTo>
                  <a:pt x="426130" y="399951"/>
                </a:lnTo>
                <a:lnTo>
                  <a:pt x="427750" y="398156"/>
                </a:lnTo>
                <a:close/>
                <a:moveTo>
                  <a:pt x="252706" y="369360"/>
                </a:moveTo>
                <a:cubicBezTo>
                  <a:pt x="253252" y="370171"/>
                  <a:pt x="253861" y="370938"/>
                  <a:pt x="254527" y="371654"/>
                </a:cubicBezTo>
                <a:cubicBezTo>
                  <a:pt x="255299" y="372427"/>
                  <a:pt x="256446" y="373125"/>
                  <a:pt x="256521" y="373574"/>
                </a:cubicBezTo>
                <a:cubicBezTo>
                  <a:pt x="256596" y="374022"/>
                  <a:pt x="255972" y="374172"/>
                  <a:pt x="255972" y="374172"/>
                </a:cubicBezTo>
                <a:lnTo>
                  <a:pt x="255972" y="389530"/>
                </a:lnTo>
                <a:cubicBezTo>
                  <a:pt x="255972" y="389530"/>
                  <a:pt x="261806" y="389430"/>
                  <a:pt x="263701" y="390876"/>
                </a:cubicBezTo>
                <a:cubicBezTo>
                  <a:pt x="265596" y="392322"/>
                  <a:pt x="268862" y="393544"/>
                  <a:pt x="269710" y="394541"/>
                </a:cubicBezTo>
                <a:cubicBezTo>
                  <a:pt x="270557" y="395538"/>
                  <a:pt x="274098" y="395763"/>
                  <a:pt x="275544" y="396162"/>
                </a:cubicBezTo>
                <a:cubicBezTo>
                  <a:pt x="276990" y="396561"/>
                  <a:pt x="277688" y="398430"/>
                  <a:pt x="278511" y="399054"/>
                </a:cubicBezTo>
                <a:cubicBezTo>
                  <a:pt x="279333" y="399677"/>
                  <a:pt x="280605" y="398979"/>
                  <a:pt x="281826" y="399353"/>
                </a:cubicBezTo>
                <a:cubicBezTo>
                  <a:pt x="283048" y="399727"/>
                  <a:pt x="285117" y="402170"/>
                  <a:pt x="286464" y="402818"/>
                </a:cubicBezTo>
                <a:cubicBezTo>
                  <a:pt x="287810" y="403467"/>
                  <a:pt x="289456" y="403591"/>
                  <a:pt x="290054" y="405037"/>
                </a:cubicBezTo>
                <a:cubicBezTo>
                  <a:pt x="290652" y="406483"/>
                  <a:pt x="290303" y="407281"/>
                  <a:pt x="291849" y="407281"/>
                </a:cubicBezTo>
                <a:cubicBezTo>
                  <a:pt x="293105" y="407229"/>
                  <a:pt x="294322" y="407717"/>
                  <a:pt x="295190" y="408627"/>
                </a:cubicBezTo>
                <a:cubicBezTo>
                  <a:pt x="295713" y="409076"/>
                  <a:pt x="297409" y="408528"/>
                  <a:pt x="298979" y="409076"/>
                </a:cubicBezTo>
                <a:cubicBezTo>
                  <a:pt x="299777" y="409300"/>
                  <a:pt x="302370" y="410622"/>
                  <a:pt x="303966" y="411071"/>
                </a:cubicBezTo>
                <a:cubicBezTo>
                  <a:pt x="306496" y="412160"/>
                  <a:pt x="308912" y="413506"/>
                  <a:pt x="311171" y="415085"/>
                </a:cubicBezTo>
                <a:cubicBezTo>
                  <a:pt x="315900" y="415409"/>
                  <a:pt x="320585" y="416201"/>
                  <a:pt x="325157" y="417453"/>
                </a:cubicBezTo>
                <a:lnTo>
                  <a:pt x="182175" y="417603"/>
                </a:lnTo>
                <a:cubicBezTo>
                  <a:pt x="182175" y="417603"/>
                  <a:pt x="186788" y="416680"/>
                  <a:pt x="199253" y="415608"/>
                </a:cubicBezTo>
                <a:cubicBezTo>
                  <a:pt x="201450" y="413781"/>
                  <a:pt x="203995" y="412414"/>
                  <a:pt x="206733" y="411594"/>
                </a:cubicBezTo>
                <a:cubicBezTo>
                  <a:pt x="207630" y="411519"/>
                  <a:pt x="210398" y="408328"/>
                  <a:pt x="210747" y="407805"/>
                </a:cubicBezTo>
                <a:cubicBezTo>
                  <a:pt x="211096" y="407281"/>
                  <a:pt x="214088" y="407680"/>
                  <a:pt x="214761" y="405785"/>
                </a:cubicBezTo>
                <a:cubicBezTo>
                  <a:pt x="215434" y="403890"/>
                  <a:pt x="217304" y="404140"/>
                  <a:pt x="218351" y="403766"/>
                </a:cubicBezTo>
                <a:cubicBezTo>
                  <a:pt x="219398" y="403392"/>
                  <a:pt x="219548" y="400749"/>
                  <a:pt x="221467" y="399752"/>
                </a:cubicBezTo>
                <a:cubicBezTo>
                  <a:pt x="222340" y="399303"/>
                  <a:pt x="224559" y="398580"/>
                  <a:pt x="226154" y="397957"/>
                </a:cubicBezTo>
                <a:cubicBezTo>
                  <a:pt x="227750" y="397333"/>
                  <a:pt x="229445" y="395015"/>
                  <a:pt x="230617" y="394840"/>
                </a:cubicBezTo>
                <a:cubicBezTo>
                  <a:pt x="232644" y="394741"/>
                  <a:pt x="234626" y="394204"/>
                  <a:pt x="236426" y="393270"/>
                </a:cubicBezTo>
                <a:cubicBezTo>
                  <a:pt x="238122" y="392123"/>
                  <a:pt x="240091" y="391001"/>
                  <a:pt x="241562" y="390153"/>
                </a:cubicBezTo>
                <a:cubicBezTo>
                  <a:pt x="243033" y="389305"/>
                  <a:pt x="249715" y="389754"/>
                  <a:pt x="249715" y="389754"/>
                </a:cubicBezTo>
                <a:lnTo>
                  <a:pt x="249715" y="374496"/>
                </a:lnTo>
                <a:lnTo>
                  <a:pt x="248967" y="373798"/>
                </a:lnTo>
                <a:cubicBezTo>
                  <a:pt x="248643" y="373499"/>
                  <a:pt x="250014" y="372576"/>
                  <a:pt x="250936" y="371654"/>
                </a:cubicBezTo>
                <a:cubicBezTo>
                  <a:pt x="251605" y="370953"/>
                  <a:pt x="252198" y="370186"/>
                  <a:pt x="252706" y="369360"/>
                </a:cubicBezTo>
                <a:close/>
                <a:moveTo>
                  <a:pt x="424509" y="361083"/>
                </a:moveTo>
                <a:lnTo>
                  <a:pt x="423238" y="362903"/>
                </a:lnTo>
                <a:lnTo>
                  <a:pt x="421966" y="364723"/>
                </a:lnTo>
                <a:lnTo>
                  <a:pt x="436127" y="374695"/>
                </a:lnTo>
                <a:lnTo>
                  <a:pt x="416755" y="372202"/>
                </a:lnTo>
                <a:lnTo>
                  <a:pt x="415334" y="374247"/>
                </a:lnTo>
                <a:lnTo>
                  <a:pt x="413913" y="376266"/>
                </a:lnTo>
                <a:lnTo>
                  <a:pt x="434083" y="390402"/>
                </a:lnTo>
                <a:lnTo>
                  <a:pt x="435354" y="388582"/>
                </a:lnTo>
                <a:lnTo>
                  <a:pt x="436601" y="386762"/>
                </a:lnTo>
                <a:lnTo>
                  <a:pt x="422066" y="376590"/>
                </a:lnTo>
                <a:lnTo>
                  <a:pt x="442011" y="379083"/>
                </a:lnTo>
                <a:lnTo>
                  <a:pt x="443382" y="377139"/>
                </a:lnTo>
                <a:lnTo>
                  <a:pt x="444679" y="375219"/>
                </a:lnTo>
                <a:close/>
                <a:moveTo>
                  <a:pt x="76640" y="358914"/>
                </a:moveTo>
                <a:cubicBezTo>
                  <a:pt x="69707" y="358647"/>
                  <a:pt x="63339" y="362726"/>
                  <a:pt x="60684" y="369136"/>
                </a:cubicBezTo>
                <a:cubicBezTo>
                  <a:pt x="59809" y="372013"/>
                  <a:pt x="60315" y="375134"/>
                  <a:pt x="62055" y="377588"/>
                </a:cubicBezTo>
                <a:cubicBezTo>
                  <a:pt x="63434" y="379811"/>
                  <a:pt x="65872" y="381153"/>
                  <a:pt x="68488" y="381128"/>
                </a:cubicBezTo>
                <a:lnTo>
                  <a:pt x="68961" y="381128"/>
                </a:lnTo>
                <a:lnTo>
                  <a:pt x="66468" y="383247"/>
                </a:lnTo>
                <a:lnTo>
                  <a:pt x="68188" y="385915"/>
                </a:lnTo>
                <a:lnTo>
                  <a:pt x="79333" y="378685"/>
                </a:lnTo>
                <a:lnTo>
                  <a:pt x="74172" y="370706"/>
                </a:lnTo>
                <a:lnTo>
                  <a:pt x="70607" y="373025"/>
                </a:lnTo>
                <a:lnTo>
                  <a:pt x="73374" y="377588"/>
                </a:lnTo>
                <a:cubicBezTo>
                  <a:pt x="72349" y="377989"/>
                  <a:pt x="71260" y="378201"/>
                  <a:pt x="70158" y="378211"/>
                </a:cubicBezTo>
                <a:cubicBezTo>
                  <a:pt x="68435" y="378213"/>
                  <a:pt x="66832" y="377328"/>
                  <a:pt x="65920" y="375867"/>
                </a:cubicBezTo>
                <a:cubicBezTo>
                  <a:pt x="64785" y="374341"/>
                  <a:pt x="64479" y="372354"/>
                  <a:pt x="65097" y="370557"/>
                </a:cubicBezTo>
                <a:cubicBezTo>
                  <a:pt x="66002" y="368493"/>
                  <a:pt x="67563" y="366785"/>
                  <a:pt x="69535" y="365695"/>
                </a:cubicBezTo>
                <a:cubicBezTo>
                  <a:pt x="71370" y="364346"/>
                  <a:pt x="73591" y="363628"/>
                  <a:pt x="75867" y="363651"/>
                </a:cubicBezTo>
                <a:cubicBezTo>
                  <a:pt x="77769" y="363746"/>
                  <a:pt x="79495" y="364798"/>
                  <a:pt x="80455" y="366443"/>
                </a:cubicBezTo>
                <a:cubicBezTo>
                  <a:pt x="81103" y="367448"/>
                  <a:pt x="81367" y="368650"/>
                  <a:pt x="81203" y="369834"/>
                </a:cubicBezTo>
                <a:cubicBezTo>
                  <a:pt x="81135" y="370968"/>
                  <a:pt x="80614" y="372028"/>
                  <a:pt x="79757" y="372776"/>
                </a:cubicBezTo>
                <a:lnTo>
                  <a:pt x="82549" y="376740"/>
                </a:lnTo>
                <a:cubicBezTo>
                  <a:pt x="84406" y="375286"/>
                  <a:pt x="85623" y="373167"/>
                  <a:pt x="85940" y="370831"/>
                </a:cubicBezTo>
                <a:cubicBezTo>
                  <a:pt x="86184" y="368378"/>
                  <a:pt x="85538" y="365917"/>
                  <a:pt x="84120" y="363900"/>
                </a:cubicBezTo>
                <a:cubicBezTo>
                  <a:pt x="82541" y="361160"/>
                  <a:pt x="79774" y="359318"/>
                  <a:pt x="76640" y="358914"/>
                </a:cubicBezTo>
                <a:close/>
                <a:moveTo>
                  <a:pt x="440291" y="344578"/>
                </a:moveTo>
                <a:cubicBezTo>
                  <a:pt x="442537" y="344438"/>
                  <a:pt x="444771" y="344987"/>
                  <a:pt x="446698" y="346148"/>
                </a:cubicBezTo>
                <a:cubicBezTo>
                  <a:pt x="448770" y="347008"/>
                  <a:pt x="450510" y="348512"/>
                  <a:pt x="451659" y="350437"/>
                </a:cubicBezTo>
                <a:cubicBezTo>
                  <a:pt x="451869" y="350895"/>
                  <a:pt x="452018" y="351381"/>
                  <a:pt x="452101" y="351878"/>
                </a:cubicBezTo>
                <a:cubicBezTo>
                  <a:pt x="452614" y="354977"/>
                  <a:pt x="450518" y="357901"/>
                  <a:pt x="447421" y="358415"/>
                </a:cubicBezTo>
                <a:cubicBezTo>
                  <a:pt x="445215" y="358584"/>
                  <a:pt x="443008" y="358061"/>
                  <a:pt x="441113" y="356919"/>
                </a:cubicBezTo>
                <a:cubicBezTo>
                  <a:pt x="439032" y="355991"/>
                  <a:pt x="437291" y="354441"/>
                  <a:pt x="436127" y="352481"/>
                </a:cubicBezTo>
                <a:cubicBezTo>
                  <a:pt x="435279" y="350928"/>
                  <a:pt x="435279" y="349048"/>
                  <a:pt x="436127" y="347495"/>
                </a:cubicBezTo>
                <a:cubicBezTo>
                  <a:pt x="436922" y="345872"/>
                  <a:pt x="438493" y="344770"/>
                  <a:pt x="440291" y="344578"/>
                </a:cubicBezTo>
                <a:close/>
                <a:moveTo>
                  <a:pt x="439194" y="340141"/>
                </a:moveTo>
                <a:cubicBezTo>
                  <a:pt x="438827" y="340230"/>
                  <a:pt x="438466" y="340342"/>
                  <a:pt x="438112" y="340470"/>
                </a:cubicBezTo>
                <a:cubicBezTo>
                  <a:pt x="432559" y="342489"/>
                  <a:pt x="429695" y="348625"/>
                  <a:pt x="431714" y="354177"/>
                </a:cubicBezTo>
                <a:cubicBezTo>
                  <a:pt x="433158" y="357296"/>
                  <a:pt x="435656" y="359804"/>
                  <a:pt x="438770" y="361257"/>
                </a:cubicBezTo>
                <a:cubicBezTo>
                  <a:pt x="441672" y="363000"/>
                  <a:pt x="445107" y="363638"/>
                  <a:pt x="448443" y="363053"/>
                </a:cubicBezTo>
                <a:cubicBezTo>
                  <a:pt x="451413" y="362414"/>
                  <a:pt x="453918" y="360435"/>
                  <a:pt x="455225" y="357692"/>
                </a:cubicBezTo>
                <a:lnTo>
                  <a:pt x="455175" y="357642"/>
                </a:lnTo>
                <a:cubicBezTo>
                  <a:pt x="456715" y="355037"/>
                  <a:pt x="456992" y="351873"/>
                  <a:pt x="455923" y="349041"/>
                </a:cubicBezTo>
                <a:cubicBezTo>
                  <a:pt x="454544" y="345947"/>
                  <a:pt x="452091" y="343456"/>
                  <a:pt x="449017" y="342035"/>
                </a:cubicBezTo>
                <a:cubicBezTo>
                  <a:pt x="446072" y="340253"/>
                  <a:pt x="442589" y="339582"/>
                  <a:pt x="439194" y="340141"/>
                </a:cubicBezTo>
                <a:close/>
                <a:moveTo>
                  <a:pt x="66518" y="332337"/>
                </a:moveTo>
                <a:lnTo>
                  <a:pt x="44204" y="342758"/>
                </a:lnTo>
                <a:lnTo>
                  <a:pt x="45127" y="344753"/>
                </a:lnTo>
                <a:lnTo>
                  <a:pt x="46074" y="346747"/>
                </a:lnTo>
                <a:lnTo>
                  <a:pt x="62155" y="339268"/>
                </a:lnTo>
                <a:lnTo>
                  <a:pt x="50013" y="355249"/>
                </a:lnTo>
                <a:lnTo>
                  <a:pt x="51011" y="357368"/>
                </a:lnTo>
                <a:lnTo>
                  <a:pt x="52008" y="359462"/>
                </a:lnTo>
                <a:lnTo>
                  <a:pt x="74321" y="349066"/>
                </a:lnTo>
                <a:lnTo>
                  <a:pt x="73374" y="347047"/>
                </a:lnTo>
                <a:lnTo>
                  <a:pt x="72452" y="345052"/>
                </a:lnTo>
                <a:lnTo>
                  <a:pt x="56795" y="352357"/>
                </a:lnTo>
                <a:lnTo>
                  <a:pt x="68612" y="336850"/>
                </a:lnTo>
                <a:lnTo>
                  <a:pt x="67565" y="334606"/>
                </a:lnTo>
                <a:close/>
                <a:moveTo>
                  <a:pt x="464749" y="322240"/>
                </a:moveTo>
                <a:lnTo>
                  <a:pt x="460709" y="332761"/>
                </a:lnTo>
                <a:lnTo>
                  <a:pt x="441812" y="325506"/>
                </a:lnTo>
                <a:lnTo>
                  <a:pt x="440964" y="327725"/>
                </a:lnTo>
                <a:lnTo>
                  <a:pt x="440116" y="329919"/>
                </a:lnTo>
                <a:lnTo>
                  <a:pt x="463153" y="338769"/>
                </a:lnTo>
                <a:lnTo>
                  <a:pt x="468837" y="323810"/>
                </a:lnTo>
                <a:lnTo>
                  <a:pt x="466793" y="323038"/>
                </a:lnTo>
                <a:close/>
                <a:moveTo>
                  <a:pt x="62180" y="321392"/>
                </a:moveTo>
                <a:lnTo>
                  <a:pt x="39193" y="330218"/>
                </a:lnTo>
                <a:lnTo>
                  <a:pt x="40041" y="332437"/>
                </a:lnTo>
                <a:lnTo>
                  <a:pt x="40888" y="334631"/>
                </a:lnTo>
                <a:lnTo>
                  <a:pt x="63875" y="325805"/>
                </a:lnTo>
                <a:lnTo>
                  <a:pt x="63028" y="323611"/>
                </a:lnTo>
                <a:close/>
                <a:moveTo>
                  <a:pt x="41113" y="304613"/>
                </a:moveTo>
                <a:lnTo>
                  <a:pt x="39692" y="304987"/>
                </a:lnTo>
                <a:cubicBezTo>
                  <a:pt x="37388" y="305344"/>
                  <a:pt x="35294" y="306533"/>
                  <a:pt x="33808" y="308328"/>
                </a:cubicBezTo>
                <a:cubicBezTo>
                  <a:pt x="32733" y="310138"/>
                  <a:pt x="32524" y="312332"/>
                  <a:pt x="33234" y="314312"/>
                </a:cubicBezTo>
                <a:cubicBezTo>
                  <a:pt x="33613" y="316284"/>
                  <a:pt x="34798" y="318009"/>
                  <a:pt x="36500" y="319073"/>
                </a:cubicBezTo>
                <a:lnTo>
                  <a:pt x="36500" y="319024"/>
                </a:lnTo>
                <a:cubicBezTo>
                  <a:pt x="38355" y="319941"/>
                  <a:pt x="40499" y="320086"/>
                  <a:pt x="42459" y="319423"/>
                </a:cubicBezTo>
                <a:lnTo>
                  <a:pt x="59562" y="314835"/>
                </a:lnTo>
                <a:lnTo>
                  <a:pt x="58939" y="312541"/>
                </a:lnTo>
                <a:lnTo>
                  <a:pt x="58340" y="310273"/>
                </a:lnTo>
                <a:lnTo>
                  <a:pt x="41237" y="314860"/>
                </a:lnTo>
                <a:cubicBezTo>
                  <a:pt x="40370" y="315134"/>
                  <a:pt x="39437" y="315134"/>
                  <a:pt x="38570" y="314860"/>
                </a:cubicBezTo>
                <a:cubicBezTo>
                  <a:pt x="38482" y="314808"/>
                  <a:pt x="38398" y="314748"/>
                  <a:pt x="38315" y="314686"/>
                </a:cubicBezTo>
                <a:cubicBezTo>
                  <a:pt x="37091" y="313748"/>
                  <a:pt x="36859" y="311995"/>
                  <a:pt x="37797" y="310771"/>
                </a:cubicBezTo>
                <a:cubicBezTo>
                  <a:pt x="38660" y="310021"/>
                  <a:pt x="39712" y="309522"/>
                  <a:pt x="40839" y="309325"/>
                </a:cubicBezTo>
                <a:lnTo>
                  <a:pt x="42260" y="308951"/>
                </a:lnTo>
                <a:close/>
                <a:moveTo>
                  <a:pt x="969511" y="299460"/>
                </a:moveTo>
                <a:lnTo>
                  <a:pt x="969424" y="299635"/>
                </a:lnTo>
                <a:lnTo>
                  <a:pt x="969439" y="299539"/>
                </a:lnTo>
                <a:close/>
                <a:moveTo>
                  <a:pt x="456945" y="296684"/>
                </a:moveTo>
                <a:cubicBezTo>
                  <a:pt x="459096" y="296016"/>
                  <a:pt x="461400" y="296016"/>
                  <a:pt x="463551" y="296684"/>
                </a:cubicBezTo>
                <a:cubicBezTo>
                  <a:pt x="465728" y="297098"/>
                  <a:pt x="467715" y="298190"/>
                  <a:pt x="469236" y="299801"/>
                </a:cubicBezTo>
                <a:cubicBezTo>
                  <a:pt x="469550" y="300195"/>
                  <a:pt x="469812" y="300631"/>
                  <a:pt x="470014" y="301095"/>
                </a:cubicBezTo>
                <a:cubicBezTo>
                  <a:pt x="471265" y="303987"/>
                  <a:pt x="469936" y="307350"/>
                  <a:pt x="467042" y="308602"/>
                </a:cubicBezTo>
                <a:cubicBezTo>
                  <a:pt x="464933" y="309272"/>
                  <a:pt x="462669" y="309272"/>
                  <a:pt x="460559" y="308602"/>
                </a:cubicBezTo>
                <a:cubicBezTo>
                  <a:pt x="458346" y="308180"/>
                  <a:pt x="456316" y="307083"/>
                  <a:pt x="454751" y="305460"/>
                </a:cubicBezTo>
                <a:cubicBezTo>
                  <a:pt x="454369" y="305007"/>
                  <a:pt x="454062" y="304498"/>
                  <a:pt x="453843" y="303947"/>
                </a:cubicBezTo>
                <a:cubicBezTo>
                  <a:pt x="452694" y="301085"/>
                  <a:pt x="454082" y="297834"/>
                  <a:pt x="456945" y="296684"/>
                </a:cubicBezTo>
                <a:close/>
                <a:moveTo>
                  <a:pt x="464649" y="292098"/>
                </a:moveTo>
                <a:cubicBezTo>
                  <a:pt x="461365" y="291088"/>
                  <a:pt x="457830" y="291282"/>
                  <a:pt x="454676" y="292646"/>
                </a:cubicBezTo>
                <a:cubicBezTo>
                  <a:pt x="454340" y="292826"/>
                  <a:pt x="454011" y="293023"/>
                  <a:pt x="453694" y="293237"/>
                </a:cubicBezTo>
                <a:cubicBezTo>
                  <a:pt x="448812" y="296538"/>
                  <a:pt x="447533" y="303172"/>
                  <a:pt x="450837" y="308054"/>
                </a:cubicBezTo>
                <a:cubicBezTo>
                  <a:pt x="453001" y="310731"/>
                  <a:pt x="456037" y="312566"/>
                  <a:pt x="459413" y="313240"/>
                </a:cubicBezTo>
                <a:cubicBezTo>
                  <a:pt x="462654" y="314227"/>
                  <a:pt x="466140" y="314015"/>
                  <a:pt x="469236" y="312641"/>
                </a:cubicBezTo>
                <a:cubicBezTo>
                  <a:pt x="471941" y="311275"/>
                  <a:pt x="473876" y="308752"/>
                  <a:pt x="474497" y="305785"/>
                </a:cubicBezTo>
                <a:cubicBezTo>
                  <a:pt x="475367" y="302866"/>
                  <a:pt x="474833" y="299704"/>
                  <a:pt x="473051" y="297234"/>
                </a:cubicBezTo>
                <a:cubicBezTo>
                  <a:pt x="470964" y="294561"/>
                  <a:pt x="467980" y="292733"/>
                  <a:pt x="464649" y="292098"/>
                </a:cubicBezTo>
                <a:close/>
                <a:moveTo>
                  <a:pt x="53678" y="290477"/>
                </a:moveTo>
                <a:lnTo>
                  <a:pt x="29520" y="295189"/>
                </a:lnTo>
                <a:lnTo>
                  <a:pt x="29968" y="297508"/>
                </a:lnTo>
                <a:lnTo>
                  <a:pt x="30417" y="299826"/>
                </a:lnTo>
                <a:lnTo>
                  <a:pt x="54576" y="295139"/>
                </a:lnTo>
                <a:lnTo>
                  <a:pt x="54127" y="292796"/>
                </a:lnTo>
                <a:close/>
                <a:moveTo>
                  <a:pt x="106134" y="290227"/>
                </a:moveTo>
                <a:cubicBezTo>
                  <a:pt x="115376" y="292489"/>
                  <a:pt x="124793" y="293982"/>
                  <a:pt x="134282" y="294690"/>
                </a:cubicBezTo>
                <a:cubicBezTo>
                  <a:pt x="152482" y="295413"/>
                  <a:pt x="178261" y="293867"/>
                  <a:pt x="201846" y="294142"/>
                </a:cubicBezTo>
                <a:cubicBezTo>
                  <a:pt x="205611" y="294840"/>
                  <a:pt x="209002" y="295413"/>
                  <a:pt x="211644" y="295737"/>
                </a:cubicBezTo>
                <a:cubicBezTo>
                  <a:pt x="217977" y="296610"/>
                  <a:pt x="228523" y="297732"/>
                  <a:pt x="233160" y="298230"/>
                </a:cubicBezTo>
                <a:lnTo>
                  <a:pt x="226553" y="324932"/>
                </a:lnTo>
                <a:lnTo>
                  <a:pt x="253006" y="329420"/>
                </a:lnTo>
                <a:lnTo>
                  <a:pt x="279433" y="324932"/>
                </a:lnTo>
                <a:lnTo>
                  <a:pt x="272826" y="298255"/>
                </a:lnTo>
                <a:cubicBezTo>
                  <a:pt x="277463" y="297707"/>
                  <a:pt x="288009" y="296585"/>
                  <a:pt x="294342" y="295762"/>
                </a:cubicBezTo>
                <a:cubicBezTo>
                  <a:pt x="296985" y="295438"/>
                  <a:pt x="300375" y="294865"/>
                  <a:pt x="304165" y="294167"/>
                </a:cubicBezTo>
                <a:cubicBezTo>
                  <a:pt x="327750" y="293892"/>
                  <a:pt x="353504" y="295438"/>
                  <a:pt x="371729" y="294715"/>
                </a:cubicBezTo>
                <a:lnTo>
                  <a:pt x="371829" y="294690"/>
                </a:lnTo>
                <a:cubicBezTo>
                  <a:pt x="381311" y="293980"/>
                  <a:pt x="390717" y="292489"/>
                  <a:pt x="399952" y="290227"/>
                </a:cubicBezTo>
                <a:cubicBezTo>
                  <a:pt x="399952" y="290227"/>
                  <a:pt x="391699" y="303491"/>
                  <a:pt x="382250" y="309973"/>
                </a:cubicBezTo>
                <a:cubicBezTo>
                  <a:pt x="345846" y="320497"/>
                  <a:pt x="308478" y="327345"/>
                  <a:pt x="270707" y="330417"/>
                </a:cubicBezTo>
                <a:lnTo>
                  <a:pt x="277862" y="359038"/>
                </a:lnTo>
                <a:lnTo>
                  <a:pt x="252931" y="364423"/>
                </a:lnTo>
                <a:lnTo>
                  <a:pt x="227999" y="359038"/>
                </a:lnTo>
                <a:lnTo>
                  <a:pt x="235155" y="330417"/>
                </a:lnTo>
                <a:cubicBezTo>
                  <a:pt x="197458" y="327330"/>
                  <a:pt x="160168" y="320482"/>
                  <a:pt x="123836" y="309973"/>
                </a:cubicBezTo>
                <a:cubicBezTo>
                  <a:pt x="114387" y="303491"/>
                  <a:pt x="106134" y="290227"/>
                  <a:pt x="106134" y="290227"/>
                </a:cubicBezTo>
                <a:close/>
                <a:moveTo>
                  <a:pt x="939002" y="276427"/>
                </a:moveTo>
                <a:cubicBezTo>
                  <a:pt x="945174" y="276427"/>
                  <a:pt x="945521" y="287292"/>
                  <a:pt x="947694" y="287292"/>
                </a:cubicBezTo>
                <a:cubicBezTo>
                  <a:pt x="950866" y="287035"/>
                  <a:pt x="953977" y="286272"/>
                  <a:pt x="956907" y="285032"/>
                </a:cubicBezTo>
                <a:cubicBezTo>
                  <a:pt x="960468" y="284821"/>
                  <a:pt x="964038" y="284821"/>
                  <a:pt x="967599" y="285032"/>
                </a:cubicBezTo>
                <a:cubicBezTo>
                  <a:pt x="969337" y="285032"/>
                  <a:pt x="971336" y="285380"/>
                  <a:pt x="971336" y="286771"/>
                </a:cubicBezTo>
                <a:cubicBezTo>
                  <a:pt x="971687" y="288839"/>
                  <a:pt x="971383" y="290966"/>
                  <a:pt x="970467" y="292854"/>
                </a:cubicBezTo>
                <a:lnTo>
                  <a:pt x="969439" y="299539"/>
                </a:lnTo>
                <a:lnTo>
                  <a:pt x="964817" y="304589"/>
                </a:lnTo>
                <a:cubicBezTo>
                  <a:pt x="964122" y="305719"/>
                  <a:pt x="960732" y="306501"/>
                  <a:pt x="960036" y="308152"/>
                </a:cubicBezTo>
                <a:cubicBezTo>
                  <a:pt x="958472" y="312063"/>
                  <a:pt x="958472" y="315628"/>
                  <a:pt x="956647" y="317801"/>
                </a:cubicBezTo>
                <a:cubicBezTo>
                  <a:pt x="954821" y="319973"/>
                  <a:pt x="952735" y="320582"/>
                  <a:pt x="949867" y="322407"/>
                </a:cubicBezTo>
                <a:cubicBezTo>
                  <a:pt x="946999" y="324233"/>
                  <a:pt x="943956" y="322581"/>
                  <a:pt x="942045" y="323102"/>
                </a:cubicBezTo>
                <a:cubicBezTo>
                  <a:pt x="938812" y="325017"/>
                  <a:pt x="935331" y="326480"/>
                  <a:pt x="931701" y="327449"/>
                </a:cubicBezTo>
                <a:cubicBezTo>
                  <a:pt x="925356" y="327449"/>
                  <a:pt x="919358" y="324580"/>
                  <a:pt x="919358" y="317279"/>
                </a:cubicBezTo>
                <a:cubicBezTo>
                  <a:pt x="919358" y="315541"/>
                  <a:pt x="920662" y="311368"/>
                  <a:pt x="920662" y="309630"/>
                </a:cubicBezTo>
                <a:cubicBezTo>
                  <a:pt x="920662" y="307891"/>
                  <a:pt x="918837" y="305284"/>
                  <a:pt x="918837" y="303546"/>
                </a:cubicBezTo>
                <a:cubicBezTo>
                  <a:pt x="918837" y="301807"/>
                  <a:pt x="922053" y="298504"/>
                  <a:pt x="922575" y="296418"/>
                </a:cubicBezTo>
                <a:cubicBezTo>
                  <a:pt x="923599" y="290010"/>
                  <a:pt x="926978" y="284215"/>
                  <a:pt x="932049" y="280165"/>
                </a:cubicBezTo>
                <a:cubicBezTo>
                  <a:pt x="934396" y="278947"/>
                  <a:pt x="937264" y="276427"/>
                  <a:pt x="939002" y="276427"/>
                </a:cubicBezTo>
                <a:close/>
                <a:moveTo>
                  <a:pt x="50811" y="267166"/>
                </a:moveTo>
                <a:lnTo>
                  <a:pt x="26378" y="270183"/>
                </a:lnTo>
                <a:lnTo>
                  <a:pt x="28473" y="287336"/>
                </a:lnTo>
                <a:lnTo>
                  <a:pt x="30642" y="287086"/>
                </a:lnTo>
                <a:lnTo>
                  <a:pt x="32811" y="286812"/>
                </a:lnTo>
                <a:lnTo>
                  <a:pt x="31290" y="274346"/>
                </a:lnTo>
                <a:lnTo>
                  <a:pt x="37647" y="273549"/>
                </a:lnTo>
                <a:lnTo>
                  <a:pt x="38994" y="284543"/>
                </a:lnTo>
                <a:lnTo>
                  <a:pt x="41113" y="284294"/>
                </a:lnTo>
                <a:lnTo>
                  <a:pt x="43207" y="284045"/>
                </a:lnTo>
                <a:lnTo>
                  <a:pt x="41861" y="273050"/>
                </a:lnTo>
                <a:lnTo>
                  <a:pt x="47046" y="272402"/>
                </a:lnTo>
                <a:lnTo>
                  <a:pt x="48493" y="284244"/>
                </a:lnTo>
                <a:lnTo>
                  <a:pt x="50686" y="283995"/>
                </a:lnTo>
                <a:lnTo>
                  <a:pt x="52831" y="283721"/>
                </a:lnTo>
                <a:close/>
                <a:moveTo>
                  <a:pt x="462854" y="263003"/>
                </a:moveTo>
                <a:cubicBezTo>
                  <a:pt x="460505" y="262968"/>
                  <a:pt x="458236" y="263865"/>
                  <a:pt x="456546" y="265496"/>
                </a:cubicBezTo>
                <a:cubicBezTo>
                  <a:pt x="452781" y="269772"/>
                  <a:pt x="452781" y="276179"/>
                  <a:pt x="456546" y="280455"/>
                </a:cubicBezTo>
                <a:cubicBezTo>
                  <a:pt x="461847" y="284912"/>
                  <a:pt x="469356" y="285618"/>
                  <a:pt x="475394" y="282225"/>
                </a:cubicBezTo>
                <a:cubicBezTo>
                  <a:pt x="477862" y="280512"/>
                  <a:pt x="479393" y="277747"/>
                  <a:pt x="479533" y="274745"/>
                </a:cubicBezTo>
                <a:cubicBezTo>
                  <a:pt x="479817" y="272143"/>
                  <a:pt x="478720" y="269580"/>
                  <a:pt x="476641" y="267989"/>
                </a:cubicBezTo>
                <a:lnTo>
                  <a:pt x="476267" y="267789"/>
                </a:lnTo>
                <a:lnTo>
                  <a:pt x="479483" y="267590"/>
                </a:lnTo>
                <a:lnTo>
                  <a:pt x="479707" y="264474"/>
                </a:lnTo>
                <a:lnTo>
                  <a:pt x="466469" y="263327"/>
                </a:lnTo>
                <a:lnTo>
                  <a:pt x="465646" y="272776"/>
                </a:lnTo>
                <a:lnTo>
                  <a:pt x="469884" y="273150"/>
                </a:lnTo>
                <a:lnTo>
                  <a:pt x="470333" y="267814"/>
                </a:lnTo>
                <a:cubicBezTo>
                  <a:pt x="471390" y="268129"/>
                  <a:pt x="472378" y="268637"/>
                  <a:pt x="473250" y="269310"/>
                </a:cubicBezTo>
                <a:cubicBezTo>
                  <a:pt x="474611" y="270370"/>
                  <a:pt x="475327" y="272058"/>
                  <a:pt x="475145" y="273773"/>
                </a:cubicBezTo>
                <a:cubicBezTo>
                  <a:pt x="475118" y="275645"/>
                  <a:pt x="474190" y="277391"/>
                  <a:pt x="472652" y="278460"/>
                </a:cubicBezTo>
                <a:cubicBezTo>
                  <a:pt x="470660" y="279520"/>
                  <a:pt x="468376" y="279906"/>
                  <a:pt x="466145" y="279557"/>
                </a:cubicBezTo>
                <a:cubicBezTo>
                  <a:pt x="463866" y="279490"/>
                  <a:pt x="461669" y="278685"/>
                  <a:pt x="459887" y="277263"/>
                </a:cubicBezTo>
                <a:cubicBezTo>
                  <a:pt x="458471" y="276017"/>
                  <a:pt x="457760" y="274150"/>
                  <a:pt x="457992" y="272277"/>
                </a:cubicBezTo>
                <a:cubicBezTo>
                  <a:pt x="458092" y="271075"/>
                  <a:pt x="458623" y="269951"/>
                  <a:pt x="459488" y="269111"/>
                </a:cubicBezTo>
                <a:cubicBezTo>
                  <a:pt x="460251" y="268268"/>
                  <a:pt x="461320" y="267767"/>
                  <a:pt x="462455" y="267715"/>
                </a:cubicBezTo>
                <a:close/>
                <a:moveTo>
                  <a:pt x="122314" y="255348"/>
                </a:moveTo>
                <a:cubicBezTo>
                  <a:pt x="127465" y="256308"/>
                  <a:pt x="132683" y="256874"/>
                  <a:pt x="137921" y="257044"/>
                </a:cubicBezTo>
                <a:cubicBezTo>
                  <a:pt x="141636" y="257193"/>
                  <a:pt x="146224" y="257044"/>
                  <a:pt x="151459" y="257044"/>
                </a:cubicBezTo>
                <a:cubicBezTo>
                  <a:pt x="156121" y="256894"/>
                  <a:pt x="161407" y="256894"/>
                  <a:pt x="166967" y="256894"/>
                </a:cubicBezTo>
                <a:cubicBezTo>
                  <a:pt x="173424" y="256894"/>
                  <a:pt x="181577" y="256969"/>
                  <a:pt x="190377" y="257492"/>
                </a:cubicBezTo>
                <a:cubicBezTo>
                  <a:pt x="198684" y="259973"/>
                  <a:pt x="207134" y="261938"/>
                  <a:pt x="215683" y="263376"/>
                </a:cubicBezTo>
                <a:cubicBezTo>
                  <a:pt x="221604" y="264216"/>
                  <a:pt x="227578" y="264625"/>
                  <a:pt x="233559" y="264598"/>
                </a:cubicBezTo>
                <a:lnTo>
                  <a:pt x="227525" y="290252"/>
                </a:lnTo>
                <a:lnTo>
                  <a:pt x="252457" y="293194"/>
                </a:lnTo>
                <a:lnTo>
                  <a:pt x="252731" y="293194"/>
                </a:lnTo>
                <a:lnTo>
                  <a:pt x="253055" y="293194"/>
                </a:lnTo>
                <a:lnTo>
                  <a:pt x="278161" y="290202"/>
                </a:lnTo>
                <a:lnTo>
                  <a:pt x="272128" y="264548"/>
                </a:lnTo>
                <a:cubicBezTo>
                  <a:pt x="278109" y="264575"/>
                  <a:pt x="284082" y="264167"/>
                  <a:pt x="290003" y="263326"/>
                </a:cubicBezTo>
                <a:cubicBezTo>
                  <a:pt x="298585" y="261918"/>
                  <a:pt x="307069" y="259976"/>
                  <a:pt x="315409" y="257517"/>
                </a:cubicBezTo>
                <a:cubicBezTo>
                  <a:pt x="324209" y="256919"/>
                  <a:pt x="332362" y="256919"/>
                  <a:pt x="338819" y="256919"/>
                </a:cubicBezTo>
                <a:cubicBezTo>
                  <a:pt x="344354" y="256919"/>
                  <a:pt x="349664" y="257069"/>
                  <a:pt x="354327" y="257069"/>
                </a:cubicBezTo>
                <a:cubicBezTo>
                  <a:pt x="359587" y="257069"/>
                  <a:pt x="364175" y="257069"/>
                  <a:pt x="367864" y="257069"/>
                </a:cubicBezTo>
                <a:lnTo>
                  <a:pt x="367864" y="257044"/>
                </a:lnTo>
                <a:cubicBezTo>
                  <a:pt x="373103" y="256874"/>
                  <a:pt x="378321" y="256308"/>
                  <a:pt x="383472" y="255348"/>
                </a:cubicBezTo>
                <a:cubicBezTo>
                  <a:pt x="379243" y="260973"/>
                  <a:pt x="374202" y="265939"/>
                  <a:pt x="368513" y="270083"/>
                </a:cubicBezTo>
                <a:cubicBezTo>
                  <a:pt x="361564" y="274042"/>
                  <a:pt x="354282" y="277378"/>
                  <a:pt x="346748" y="280055"/>
                </a:cubicBezTo>
                <a:cubicBezTo>
                  <a:pt x="329305" y="285094"/>
                  <a:pt x="311559" y="289016"/>
                  <a:pt x="293619" y="291798"/>
                </a:cubicBezTo>
                <a:cubicBezTo>
                  <a:pt x="285441" y="292845"/>
                  <a:pt x="270058" y="294466"/>
                  <a:pt x="269909" y="294466"/>
                </a:cubicBezTo>
                <a:lnTo>
                  <a:pt x="267615" y="294690"/>
                </a:lnTo>
                <a:lnTo>
                  <a:pt x="274272" y="321691"/>
                </a:lnTo>
                <a:lnTo>
                  <a:pt x="252806" y="325331"/>
                </a:lnTo>
                <a:lnTo>
                  <a:pt x="231315" y="321691"/>
                </a:lnTo>
                <a:lnTo>
                  <a:pt x="237996" y="294690"/>
                </a:lnTo>
                <a:lnTo>
                  <a:pt x="235678" y="294466"/>
                </a:lnTo>
                <a:cubicBezTo>
                  <a:pt x="235528" y="294441"/>
                  <a:pt x="220145" y="292845"/>
                  <a:pt x="211968" y="291798"/>
                </a:cubicBezTo>
                <a:cubicBezTo>
                  <a:pt x="194095" y="289003"/>
                  <a:pt x="176416" y="285082"/>
                  <a:pt x="159038" y="280055"/>
                </a:cubicBezTo>
                <a:cubicBezTo>
                  <a:pt x="151504" y="277378"/>
                  <a:pt x="144222" y="274042"/>
                  <a:pt x="137273" y="270083"/>
                </a:cubicBezTo>
                <a:cubicBezTo>
                  <a:pt x="131584" y="265939"/>
                  <a:pt x="126543" y="260973"/>
                  <a:pt x="122314" y="255348"/>
                </a:cubicBezTo>
                <a:close/>
                <a:moveTo>
                  <a:pt x="1054951" y="255044"/>
                </a:moveTo>
                <a:cubicBezTo>
                  <a:pt x="1057211" y="254696"/>
                  <a:pt x="1058341" y="257217"/>
                  <a:pt x="1061906" y="256609"/>
                </a:cubicBezTo>
                <a:cubicBezTo>
                  <a:pt x="1063035" y="256522"/>
                  <a:pt x="1067294" y="260259"/>
                  <a:pt x="1068946" y="260259"/>
                </a:cubicBezTo>
                <a:cubicBezTo>
                  <a:pt x="1071231" y="260916"/>
                  <a:pt x="1073622" y="261123"/>
                  <a:pt x="1075986" y="260868"/>
                </a:cubicBezTo>
                <a:cubicBezTo>
                  <a:pt x="1078072" y="260607"/>
                  <a:pt x="1081288" y="263040"/>
                  <a:pt x="1082940" y="263040"/>
                </a:cubicBezTo>
                <a:cubicBezTo>
                  <a:pt x="1084962" y="262892"/>
                  <a:pt x="1086969" y="262572"/>
                  <a:pt x="1088937" y="262085"/>
                </a:cubicBezTo>
                <a:cubicBezTo>
                  <a:pt x="1092500" y="261389"/>
                  <a:pt x="1100498" y="271037"/>
                  <a:pt x="1103192" y="274688"/>
                </a:cubicBezTo>
                <a:lnTo>
                  <a:pt x="1102410" y="274861"/>
                </a:lnTo>
                <a:cubicBezTo>
                  <a:pt x="1103850" y="276547"/>
                  <a:pt x="1105103" y="278383"/>
                  <a:pt x="1106147" y="280337"/>
                </a:cubicBezTo>
                <a:cubicBezTo>
                  <a:pt x="1106655" y="282686"/>
                  <a:pt x="1106655" y="285116"/>
                  <a:pt x="1106147" y="287464"/>
                </a:cubicBezTo>
                <a:cubicBezTo>
                  <a:pt x="1104930" y="291290"/>
                  <a:pt x="1102671" y="292333"/>
                  <a:pt x="1101106" y="294071"/>
                </a:cubicBezTo>
                <a:cubicBezTo>
                  <a:pt x="1099542" y="295809"/>
                  <a:pt x="1098933" y="299982"/>
                  <a:pt x="1097194" y="302068"/>
                </a:cubicBezTo>
                <a:cubicBezTo>
                  <a:pt x="1095855" y="304022"/>
                  <a:pt x="1094311" y="305829"/>
                  <a:pt x="1092588" y="307456"/>
                </a:cubicBezTo>
                <a:cubicBezTo>
                  <a:pt x="1090191" y="309101"/>
                  <a:pt x="1087460" y="310200"/>
                  <a:pt x="1084591" y="310672"/>
                </a:cubicBezTo>
                <a:cubicBezTo>
                  <a:pt x="1082679" y="310672"/>
                  <a:pt x="1079724" y="310151"/>
                  <a:pt x="1077811" y="310672"/>
                </a:cubicBezTo>
                <a:cubicBezTo>
                  <a:pt x="1074509" y="311542"/>
                  <a:pt x="1073031" y="314062"/>
                  <a:pt x="1070684" y="314062"/>
                </a:cubicBezTo>
                <a:cubicBezTo>
                  <a:pt x="1068337" y="314062"/>
                  <a:pt x="1065990" y="311889"/>
                  <a:pt x="1065121" y="308151"/>
                </a:cubicBezTo>
                <a:cubicBezTo>
                  <a:pt x="1065121" y="306240"/>
                  <a:pt x="1066077" y="302675"/>
                  <a:pt x="1065121" y="300329"/>
                </a:cubicBezTo>
                <a:cubicBezTo>
                  <a:pt x="1063013" y="296934"/>
                  <a:pt x="1061098" y="293422"/>
                  <a:pt x="1059384" y="289811"/>
                </a:cubicBezTo>
                <a:cubicBezTo>
                  <a:pt x="1059211" y="285553"/>
                  <a:pt x="1054778" y="283466"/>
                  <a:pt x="1054778" y="280685"/>
                </a:cubicBezTo>
                <a:cubicBezTo>
                  <a:pt x="1054790" y="277117"/>
                  <a:pt x="1053862" y="273609"/>
                  <a:pt x="1052083" y="270516"/>
                </a:cubicBezTo>
                <a:cubicBezTo>
                  <a:pt x="1051471" y="268437"/>
                  <a:pt x="1051657" y="266206"/>
                  <a:pt x="1052605" y="264258"/>
                </a:cubicBezTo>
                <a:cubicBezTo>
                  <a:pt x="1053996" y="262345"/>
                  <a:pt x="1052083" y="257217"/>
                  <a:pt x="1054951" y="255044"/>
                </a:cubicBezTo>
                <a:close/>
                <a:moveTo>
                  <a:pt x="40739" y="246223"/>
                </a:moveTo>
                <a:lnTo>
                  <a:pt x="46149" y="246223"/>
                </a:lnTo>
                <a:lnTo>
                  <a:pt x="46149" y="251459"/>
                </a:lnTo>
                <a:cubicBezTo>
                  <a:pt x="46199" y="252426"/>
                  <a:pt x="45964" y="253389"/>
                  <a:pt x="45476" y="254226"/>
                </a:cubicBezTo>
                <a:cubicBezTo>
                  <a:pt x="45049" y="254842"/>
                  <a:pt x="44329" y="255186"/>
                  <a:pt x="43581" y="255124"/>
                </a:cubicBezTo>
                <a:cubicBezTo>
                  <a:pt x="42771" y="255191"/>
                  <a:pt x="41973" y="254890"/>
                  <a:pt x="41412" y="254301"/>
                </a:cubicBezTo>
                <a:cubicBezTo>
                  <a:pt x="40883" y="253518"/>
                  <a:pt x="40647" y="252573"/>
                  <a:pt x="40739" y="251633"/>
                </a:cubicBezTo>
                <a:close/>
                <a:moveTo>
                  <a:pt x="30043" y="245899"/>
                </a:moveTo>
                <a:lnTo>
                  <a:pt x="36600" y="246024"/>
                </a:lnTo>
                <a:lnTo>
                  <a:pt x="36600" y="251658"/>
                </a:lnTo>
                <a:cubicBezTo>
                  <a:pt x="36650" y="252668"/>
                  <a:pt x="36368" y="253666"/>
                  <a:pt x="35803" y="254501"/>
                </a:cubicBezTo>
                <a:cubicBezTo>
                  <a:pt x="35214" y="255149"/>
                  <a:pt x="34354" y="255483"/>
                  <a:pt x="33484" y="255398"/>
                </a:cubicBezTo>
                <a:cubicBezTo>
                  <a:pt x="32514" y="255453"/>
                  <a:pt x="31564" y="255099"/>
                  <a:pt x="30866" y="254426"/>
                </a:cubicBezTo>
                <a:cubicBezTo>
                  <a:pt x="30238" y="253638"/>
                  <a:pt x="29944" y="252636"/>
                  <a:pt x="30043" y="251634"/>
                </a:cubicBezTo>
                <a:close/>
                <a:moveTo>
                  <a:pt x="25929" y="241287"/>
                </a:moveTo>
                <a:lnTo>
                  <a:pt x="25929" y="243556"/>
                </a:lnTo>
                <a:lnTo>
                  <a:pt x="25905" y="251559"/>
                </a:lnTo>
                <a:cubicBezTo>
                  <a:pt x="25695" y="253828"/>
                  <a:pt x="26356" y="256089"/>
                  <a:pt x="27749" y="257892"/>
                </a:cubicBezTo>
                <a:cubicBezTo>
                  <a:pt x="29245" y="259423"/>
                  <a:pt x="31322" y="260238"/>
                  <a:pt x="33459" y="260136"/>
                </a:cubicBezTo>
                <a:cubicBezTo>
                  <a:pt x="35294" y="260268"/>
                  <a:pt x="37079" y="259485"/>
                  <a:pt x="38221" y="258041"/>
                </a:cubicBezTo>
                <a:cubicBezTo>
                  <a:pt x="38557" y="257615"/>
                  <a:pt x="38834" y="257146"/>
                  <a:pt x="39043" y="256645"/>
                </a:cubicBezTo>
                <a:cubicBezTo>
                  <a:pt x="40013" y="258490"/>
                  <a:pt x="41948" y="259620"/>
                  <a:pt x="44030" y="259562"/>
                </a:cubicBezTo>
                <a:cubicBezTo>
                  <a:pt x="45753" y="259684"/>
                  <a:pt x="47443" y="259036"/>
                  <a:pt x="48642" y="257792"/>
                </a:cubicBezTo>
                <a:cubicBezTo>
                  <a:pt x="49831" y="256361"/>
                  <a:pt x="50445" y="254538"/>
                  <a:pt x="50362" y="252681"/>
                </a:cubicBezTo>
                <a:lnTo>
                  <a:pt x="50537" y="243980"/>
                </a:lnTo>
                <a:lnTo>
                  <a:pt x="50537" y="241736"/>
                </a:lnTo>
                <a:close/>
                <a:moveTo>
                  <a:pt x="455474" y="236899"/>
                </a:moveTo>
                <a:lnTo>
                  <a:pt x="455474" y="239592"/>
                </a:lnTo>
                <a:lnTo>
                  <a:pt x="455474" y="242260"/>
                </a:lnTo>
                <a:lnTo>
                  <a:pt x="466269" y="246299"/>
                </a:lnTo>
                <a:lnTo>
                  <a:pt x="455773" y="251285"/>
                </a:lnTo>
                <a:lnTo>
                  <a:pt x="455773" y="254102"/>
                </a:lnTo>
                <a:lnTo>
                  <a:pt x="455773" y="256919"/>
                </a:lnTo>
                <a:lnTo>
                  <a:pt x="470732" y="248468"/>
                </a:lnTo>
                <a:lnTo>
                  <a:pt x="479982" y="248144"/>
                </a:lnTo>
                <a:lnTo>
                  <a:pt x="479982" y="245775"/>
                </a:lnTo>
                <a:lnTo>
                  <a:pt x="479982" y="243431"/>
                </a:lnTo>
                <a:lnTo>
                  <a:pt x="470632" y="243756"/>
                </a:lnTo>
                <a:close/>
                <a:moveTo>
                  <a:pt x="368438" y="216480"/>
                </a:moveTo>
                <a:cubicBezTo>
                  <a:pt x="364347" y="222566"/>
                  <a:pt x="359383" y="228019"/>
                  <a:pt x="353704" y="232661"/>
                </a:cubicBezTo>
                <a:cubicBezTo>
                  <a:pt x="347112" y="238278"/>
                  <a:pt x="339809" y="243005"/>
                  <a:pt x="331988" y="246722"/>
                </a:cubicBezTo>
                <a:cubicBezTo>
                  <a:pt x="318341" y="252803"/>
                  <a:pt x="303945" y="257036"/>
                  <a:pt x="289181" y="259313"/>
                </a:cubicBezTo>
                <a:cubicBezTo>
                  <a:pt x="283060" y="260148"/>
                  <a:pt x="276885" y="260539"/>
                  <a:pt x="270707" y="260484"/>
                </a:cubicBezTo>
                <a:lnTo>
                  <a:pt x="266892" y="260484"/>
                </a:lnTo>
                <a:lnTo>
                  <a:pt x="273075" y="286737"/>
                </a:lnTo>
                <a:lnTo>
                  <a:pt x="253130" y="289230"/>
                </a:lnTo>
                <a:lnTo>
                  <a:pt x="252881" y="289230"/>
                </a:lnTo>
                <a:lnTo>
                  <a:pt x="252606" y="289230"/>
                </a:lnTo>
                <a:lnTo>
                  <a:pt x="232661" y="286737"/>
                </a:lnTo>
                <a:lnTo>
                  <a:pt x="238869" y="260534"/>
                </a:lnTo>
                <a:lnTo>
                  <a:pt x="235055" y="260534"/>
                </a:lnTo>
                <a:cubicBezTo>
                  <a:pt x="228877" y="260591"/>
                  <a:pt x="222701" y="260200"/>
                  <a:pt x="216580" y="259362"/>
                </a:cubicBezTo>
                <a:cubicBezTo>
                  <a:pt x="201814" y="257094"/>
                  <a:pt x="187418" y="252858"/>
                  <a:pt x="173773" y="246772"/>
                </a:cubicBezTo>
                <a:cubicBezTo>
                  <a:pt x="165930" y="243055"/>
                  <a:pt x="158612" y="238318"/>
                  <a:pt x="152008" y="232686"/>
                </a:cubicBezTo>
                <a:cubicBezTo>
                  <a:pt x="146338" y="228059"/>
                  <a:pt x="141390" y="222613"/>
                  <a:pt x="137323" y="216530"/>
                </a:cubicBezTo>
                <a:cubicBezTo>
                  <a:pt x="142758" y="217353"/>
                  <a:pt x="150761" y="218275"/>
                  <a:pt x="152731" y="218275"/>
                </a:cubicBezTo>
                <a:lnTo>
                  <a:pt x="158715" y="218550"/>
                </a:lnTo>
                <a:cubicBezTo>
                  <a:pt x="165970" y="218874"/>
                  <a:pt x="175394" y="219323"/>
                  <a:pt x="186837" y="220021"/>
                </a:cubicBezTo>
                <a:cubicBezTo>
                  <a:pt x="187859" y="220594"/>
                  <a:pt x="188907" y="221142"/>
                  <a:pt x="189979" y="221691"/>
                </a:cubicBezTo>
                <a:cubicBezTo>
                  <a:pt x="199959" y="226745"/>
                  <a:pt x="210682" y="230170"/>
                  <a:pt x="221741" y="231838"/>
                </a:cubicBezTo>
                <a:cubicBezTo>
                  <a:pt x="223624" y="232102"/>
                  <a:pt x="225523" y="232227"/>
                  <a:pt x="227426" y="232212"/>
                </a:cubicBezTo>
                <a:cubicBezTo>
                  <a:pt x="230044" y="232212"/>
                  <a:pt x="232562" y="232013"/>
                  <a:pt x="234407" y="231838"/>
                </a:cubicBezTo>
                <a:lnTo>
                  <a:pt x="228922" y="254650"/>
                </a:lnTo>
                <a:lnTo>
                  <a:pt x="253005" y="256171"/>
                </a:lnTo>
                <a:lnTo>
                  <a:pt x="277064" y="254650"/>
                </a:lnTo>
                <a:lnTo>
                  <a:pt x="271604" y="231838"/>
                </a:lnTo>
                <a:cubicBezTo>
                  <a:pt x="273424" y="232013"/>
                  <a:pt x="276067" y="232212"/>
                  <a:pt x="278560" y="232212"/>
                </a:cubicBezTo>
                <a:cubicBezTo>
                  <a:pt x="280462" y="232229"/>
                  <a:pt x="282362" y="232105"/>
                  <a:pt x="284245" y="231838"/>
                </a:cubicBezTo>
                <a:cubicBezTo>
                  <a:pt x="295312" y="230165"/>
                  <a:pt x="306042" y="226740"/>
                  <a:pt x="316032" y="221691"/>
                </a:cubicBezTo>
                <a:lnTo>
                  <a:pt x="319174" y="220021"/>
                </a:lnTo>
                <a:cubicBezTo>
                  <a:pt x="330617" y="219323"/>
                  <a:pt x="340016" y="218874"/>
                  <a:pt x="347296" y="218550"/>
                </a:cubicBezTo>
                <a:lnTo>
                  <a:pt x="353255" y="218275"/>
                </a:lnTo>
                <a:lnTo>
                  <a:pt x="353006" y="218226"/>
                </a:lnTo>
                <a:cubicBezTo>
                  <a:pt x="355000" y="218126"/>
                  <a:pt x="362978" y="217303"/>
                  <a:pt x="368438" y="216480"/>
                </a:cubicBezTo>
                <a:close/>
                <a:moveTo>
                  <a:pt x="1030007" y="204632"/>
                </a:moveTo>
                <a:cubicBezTo>
                  <a:pt x="1027826" y="204476"/>
                  <a:pt x="1025636" y="204772"/>
                  <a:pt x="1023574" y="205501"/>
                </a:cubicBezTo>
                <a:cubicBezTo>
                  <a:pt x="1021054" y="207066"/>
                  <a:pt x="1018620" y="206196"/>
                  <a:pt x="1016970" y="207674"/>
                </a:cubicBezTo>
                <a:cubicBezTo>
                  <a:pt x="1015460" y="208928"/>
                  <a:pt x="1013795" y="209980"/>
                  <a:pt x="1012014" y="210803"/>
                </a:cubicBezTo>
                <a:cubicBezTo>
                  <a:pt x="1007603" y="212360"/>
                  <a:pt x="1003305" y="214219"/>
                  <a:pt x="999150" y="216366"/>
                </a:cubicBezTo>
                <a:cubicBezTo>
                  <a:pt x="996671" y="217618"/>
                  <a:pt x="995144" y="220196"/>
                  <a:pt x="995239" y="222972"/>
                </a:cubicBezTo>
                <a:cubicBezTo>
                  <a:pt x="995330" y="226006"/>
                  <a:pt x="997768" y="228444"/>
                  <a:pt x="1000802" y="228534"/>
                </a:cubicBezTo>
                <a:cubicBezTo>
                  <a:pt x="1004219" y="228059"/>
                  <a:pt x="1007536" y="227031"/>
                  <a:pt x="1010624" y="225493"/>
                </a:cubicBezTo>
                <a:cubicBezTo>
                  <a:pt x="1013926" y="223493"/>
                  <a:pt x="1015578" y="220973"/>
                  <a:pt x="1019838" y="218365"/>
                </a:cubicBezTo>
                <a:cubicBezTo>
                  <a:pt x="1022708" y="216494"/>
                  <a:pt x="1025285" y="214209"/>
                  <a:pt x="1027487" y="211586"/>
                </a:cubicBezTo>
                <a:cubicBezTo>
                  <a:pt x="1029137" y="208717"/>
                  <a:pt x="1031310" y="204632"/>
                  <a:pt x="1030007" y="204632"/>
                </a:cubicBezTo>
                <a:close/>
                <a:moveTo>
                  <a:pt x="1335352" y="190638"/>
                </a:moveTo>
                <a:cubicBezTo>
                  <a:pt x="1331922" y="190952"/>
                  <a:pt x="1328522" y="191533"/>
                  <a:pt x="1325182" y="192376"/>
                </a:cubicBezTo>
                <a:cubicBezTo>
                  <a:pt x="1323766" y="193833"/>
                  <a:pt x="1322905" y="195739"/>
                  <a:pt x="1322748" y="197765"/>
                </a:cubicBezTo>
                <a:cubicBezTo>
                  <a:pt x="1322499" y="199486"/>
                  <a:pt x="1322772" y="201242"/>
                  <a:pt x="1323531" y="202807"/>
                </a:cubicBezTo>
                <a:cubicBezTo>
                  <a:pt x="1326399" y="203762"/>
                  <a:pt x="1330485" y="204719"/>
                  <a:pt x="1332223" y="203762"/>
                </a:cubicBezTo>
                <a:lnTo>
                  <a:pt x="1332310" y="203762"/>
                </a:lnTo>
                <a:cubicBezTo>
                  <a:pt x="1335669" y="201449"/>
                  <a:pt x="1337808" y="197746"/>
                  <a:pt x="1338134" y="193680"/>
                </a:cubicBezTo>
                <a:cubicBezTo>
                  <a:pt x="1338154" y="193527"/>
                  <a:pt x="1338160" y="193374"/>
                  <a:pt x="1338154" y="193221"/>
                </a:cubicBezTo>
                <a:cubicBezTo>
                  <a:pt x="1338093" y="191733"/>
                  <a:pt x="1336839" y="190577"/>
                  <a:pt x="1335352" y="190638"/>
                </a:cubicBezTo>
                <a:close/>
                <a:moveTo>
                  <a:pt x="1365773" y="181598"/>
                </a:moveTo>
                <a:cubicBezTo>
                  <a:pt x="1363340" y="182294"/>
                  <a:pt x="1361601" y="184206"/>
                  <a:pt x="1357864" y="184206"/>
                </a:cubicBezTo>
                <a:cubicBezTo>
                  <a:pt x="1356038" y="186292"/>
                  <a:pt x="1356821" y="190290"/>
                  <a:pt x="1356907" y="192116"/>
                </a:cubicBezTo>
                <a:cubicBezTo>
                  <a:pt x="1356995" y="193941"/>
                  <a:pt x="1360645" y="196548"/>
                  <a:pt x="1361775" y="196548"/>
                </a:cubicBezTo>
                <a:cubicBezTo>
                  <a:pt x="1365547" y="195887"/>
                  <a:pt x="1368777" y="193465"/>
                  <a:pt x="1370467" y="190029"/>
                </a:cubicBezTo>
                <a:lnTo>
                  <a:pt x="1370815" y="190029"/>
                </a:lnTo>
                <a:cubicBezTo>
                  <a:pt x="1371037" y="187833"/>
                  <a:pt x="1371037" y="185619"/>
                  <a:pt x="1370815" y="183424"/>
                </a:cubicBezTo>
                <a:cubicBezTo>
                  <a:pt x="1370467" y="181163"/>
                  <a:pt x="1368207" y="180902"/>
                  <a:pt x="1365773" y="181598"/>
                </a:cubicBezTo>
                <a:close/>
                <a:moveTo>
                  <a:pt x="1047913" y="171602"/>
                </a:moveTo>
                <a:cubicBezTo>
                  <a:pt x="1050513" y="172247"/>
                  <a:pt x="1053024" y="173210"/>
                  <a:pt x="1055387" y="174471"/>
                </a:cubicBezTo>
                <a:cubicBezTo>
                  <a:pt x="1057126" y="174471"/>
                  <a:pt x="1062341" y="173342"/>
                  <a:pt x="1064079" y="174471"/>
                </a:cubicBezTo>
                <a:cubicBezTo>
                  <a:pt x="1068422" y="176720"/>
                  <a:pt x="1072528" y="179398"/>
                  <a:pt x="1076335" y="182468"/>
                </a:cubicBezTo>
                <a:cubicBezTo>
                  <a:pt x="1077753" y="185755"/>
                  <a:pt x="1078886" y="189157"/>
                  <a:pt x="1079725" y="192637"/>
                </a:cubicBezTo>
                <a:cubicBezTo>
                  <a:pt x="1080612" y="195199"/>
                  <a:pt x="1080612" y="197985"/>
                  <a:pt x="1079725" y="200547"/>
                </a:cubicBezTo>
                <a:cubicBezTo>
                  <a:pt x="1076086" y="203860"/>
                  <a:pt x="1072633" y="207371"/>
                  <a:pt x="1069381" y="211064"/>
                </a:cubicBezTo>
                <a:lnTo>
                  <a:pt x="1069033" y="211064"/>
                </a:lnTo>
                <a:cubicBezTo>
                  <a:pt x="1067569" y="214064"/>
                  <a:pt x="1065914" y="216967"/>
                  <a:pt x="1064079" y="219756"/>
                </a:cubicBezTo>
                <a:cubicBezTo>
                  <a:pt x="1058132" y="228887"/>
                  <a:pt x="1052705" y="238348"/>
                  <a:pt x="1047825" y="248092"/>
                </a:cubicBezTo>
                <a:cubicBezTo>
                  <a:pt x="1045638" y="251275"/>
                  <a:pt x="1043257" y="254323"/>
                  <a:pt x="1040697" y="257218"/>
                </a:cubicBezTo>
                <a:cubicBezTo>
                  <a:pt x="1039193" y="258407"/>
                  <a:pt x="1037157" y="258674"/>
                  <a:pt x="1035395" y="257913"/>
                </a:cubicBezTo>
                <a:cubicBezTo>
                  <a:pt x="1034092" y="257391"/>
                  <a:pt x="1030355" y="259999"/>
                  <a:pt x="1030355" y="263563"/>
                </a:cubicBezTo>
                <a:cubicBezTo>
                  <a:pt x="1030199" y="267087"/>
                  <a:pt x="1030762" y="270606"/>
                  <a:pt x="1032006" y="273906"/>
                </a:cubicBezTo>
                <a:cubicBezTo>
                  <a:pt x="1033050" y="289215"/>
                  <a:pt x="1033050" y="304577"/>
                  <a:pt x="1032006" y="319886"/>
                </a:cubicBezTo>
                <a:cubicBezTo>
                  <a:pt x="1031253" y="325332"/>
                  <a:pt x="1028051" y="330134"/>
                  <a:pt x="1023314" y="332924"/>
                </a:cubicBezTo>
                <a:cubicBezTo>
                  <a:pt x="1020793" y="334141"/>
                  <a:pt x="1017230" y="340746"/>
                  <a:pt x="1014014" y="342224"/>
                </a:cubicBezTo>
                <a:cubicBezTo>
                  <a:pt x="1010798" y="343702"/>
                  <a:pt x="1007060" y="346657"/>
                  <a:pt x="1005322" y="346657"/>
                </a:cubicBezTo>
                <a:cubicBezTo>
                  <a:pt x="1003645" y="346483"/>
                  <a:pt x="1002171" y="345468"/>
                  <a:pt x="1001411" y="343962"/>
                </a:cubicBezTo>
                <a:cubicBezTo>
                  <a:pt x="1000628" y="342919"/>
                  <a:pt x="997239" y="342398"/>
                  <a:pt x="995326" y="341268"/>
                </a:cubicBezTo>
                <a:cubicBezTo>
                  <a:pt x="993414" y="340138"/>
                  <a:pt x="992545" y="338574"/>
                  <a:pt x="990545" y="337531"/>
                </a:cubicBezTo>
                <a:cubicBezTo>
                  <a:pt x="987648" y="336768"/>
                  <a:pt x="984929" y="335438"/>
                  <a:pt x="982549" y="333620"/>
                </a:cubicBezTo>
                <a:cubicBezTo>
                  <a:pt x="980549" y="331707"/>
                  <a:pt x="980203" y="328925"/>
                  <a:pt x="978203" y="325449"/>
                </a:cubicBezTo>
                <a:cubicBezTo>
                  <a:pt x="975422" y="320495"/>
                  <a:pt x="966121" y="315714"/>
                  <a:pt x="965948" y="312932"/>
                </a:cubicBezTo>
                <a:cubicBezTo>
                  <a:pt x="965773" y="310151"/>
                  <a:pt x="972900" y="309717"/>
                  <a:pt x="973770" y="309717"/>
                </a:cubicBezTo>
                <a:cubicBezTo>
                  <a:pt x="979681" y="309542"/>
                  <a:pt x="983679" y="313714"/>
                  <a:pt x="985330" y="313714"/>
                </a:cubicBezTo>
                <a:cubicBezTo>
                  <a:pt x="991241" y="313714"/>
                  <a:pt x="994109" y="311542"/>
                  <a:pt x="994631" y="302850"/>
                </a:cubicBezTo>
                <a:cubicBezTo>
                  <a:pt x="994631" y="301112"/>
                  <a:pt x="994631" y="297026"/>
                  <a:pt x="994631" y="295288"/>
                </a:cubicBezTo>
                <a:cubicBezTo>
                  <a:pt x="994277" y="291849"/>
                  <a:pt x="994277" y="288384"/>
                  <a:pt x="994631" y="284945"/>
                </a:cubicBezTo>
                <a:cubicBezTo>
                  <a:pt x="994797" y="280300"/>
                  <a:pt x="995349" y="275677"/>
                  <a:pt x="996282" y="271125"/>
                </a:cubicBezTo>
                <a:cubicBezTo>
                  <a:pt x="996282" y="269734"/>
                  <a:pt x="994978" y="266431"/>
                  <a:pt x="993762" y="266431"/>
                </a:cubicBezTo>
                <a:cubicBezTo>
                  <a:pt x="990893" y="267126"/>
                  <a:pt x="988025" y="264345"/>
                  <a:pt x="986286" y="264345"/>
                </a:cubicBezTo>
                <a:cubicBezTo>
                  <a:pt x="984548" y="264345"/>
                  <a:pt x="982114" y="265388"/>
                  <a:pt x="980376" y="265388"/>
                </a:cubicBezTo>
                <a:cubicBezTo>
                  <a:pt x="977196" y="265455"/>
                  <a:pt x="974017" y="265164"/>
                  <a:pt x="970902" y="264519"/>
                </a:cubicBezTo>
                <a:cubicBezTo>
                  <a:pt x="969581" y="263740"/>
                  <a:pt x="968429" y="262706"/>
                  <a:pt x="967512" y="261477"/>
                </a:cubicBezTo>
                <a:cubicBezTo>
                  <a:pt x="966601" y="259243"/>
                  <a:pt x="965959" y="256909"/>
                  <a:pt x="965599" y="254523"/>
                </a:cubicBezTo>
                <a:cubicBezTo>
                  <a:pt x="965165" y="253915"/>
                  <a:pt x="964644" y="250785"/>
                  <a:pt x="963948" y="250785"/>
                </a:cubicBezTo>
                <a:cubicBezTo>
                  <a:pt x="963774" y="248787"/>
                  <a:pt x="963079" y="245484"/>
                  <a:pt x="963079" y="243484"/>
                </a:cubicBezTo>
                <a:cubicBezTo>
                  <a:pt x="963079" y="241486"/>
                  <a:pt x="961340" y="237835"/>
                  <a:pt x="960732" y="232794"/>
                </a:cubicBezTo>
                <a:cubicBezTo>
                  <a:pt x="960124" y="227752"/>
                  <a:pt x="958472" y="224537"/>
                  <a:pt x="958472" y="219060"/>
                </a:cubicBezTo>
                <a:cubicBezTo>
                  <a:pt x="957777" y="210803"/>
                  <a:pt x="957777" y="206805"/>
                  <a:pt x="957777" y="205153"/>
                </a:cubicBezTo>
                <a:cubicBezTo>
                  <a:pt x="958298" y="195332"/>
                  <a:pt x="964122" y="193159"/>
                  <a:pt x="966469" y="189421"/>
                </a:cubicBezTo>
                <a:cubicBezTo>
                  <a:pt x="968989" y="188031"/>
                  <a:pt x="971423" y="185510"/>
                  <a:pt x="974465" y="185858"/>
                </a:cubicBezTo>
                <a:cubicBezTo>
                  <a:pt x="977508" y="186206"/>
                  <a:pt x="978377" y="187335"/>
                  <a:pt x="981592" y="189595"/>
                </a:cubicBezTo>
                <a:cubicBezTo>
                  <a:pt x="982806" y="191037"/>
                  <a:pt x="983938" y="192546"/>
                  <a:pt x="984982" y="194115"/>
                </a:cubicBezTo>
                <a:cubicBezTo>
                  <a:pt x="990162" y="193736"/>
                  <a:pt x="995200" y="192255"/>
                  <a:pt x="999759" y="189769"/>
                </a:cubicBezTo>
                <a:cubicBezTo>
                  <a:pt x="1002019" y="188552"/>
                  <a:pt x="1006886" y="188552"/>
                  <a:pt x="1010710" y="186813"/>
                </a:cubicBezTo>
                <a:cubicBezTo>
                  <a:pt x="1013221" y="185469"/>
                  <a:pt x="1015916" y="184503"/>
                  <a:pt x="1018707" y="183945"/>
                </a:cubicBezTo>
                <a:cubicBezTo>
                  <a:pt x="1020445" y="183945"/>
                  <a:pt x="1020967" y="183250"/>
                  <a:pt x="1024965" y="182120"/>
                </a:cubicBezTo>
                <a:cubicBezTo>
                  <a:pt x="1028079" y="181649"/>
                  <a:pt x="1031047" y="180491"/>
                  <a:pt x="1033657" y="178730"/>
                </a:cubicBezTo>
                <a:cubicBezTo>
                  <a:pt x="1035483" y="177426"/>
                  <a:pt x="1037134" y="176383"/>
                  <a:pt x="1038612" y="175514"/>
                </a:cubicBezTo>
                <a:cubicBezTo>
                  <a:pt x="1040006" y="174659"/>
                  <a:pt x="1041457" y="173905"/>
                  <a:pt x="1042958" y="173254"/>
                </a:cubicBezTo>
                <a:cubicBezTo>
                  <a:pt x="1044290" y="172008"/>
                  <a:pt x="1046099" y="171405"/>
                  <a:pt x="1047913" y="171602"/>
                </a:cubicBezTo>
                <a:close/>
                <a:moveTo>
                  <a:pt x="1332744" y="157348"/>
                </a:moveTo>
                <a:cubicBezTo>
                  <a:pt x="1330658" y="159434"/>
                  <a:pt x="1324052" y="157348"/>
                  <a:pt x="1324052" y="163345"/>
                </a:cubicBezTo>
                <a:cubicBezTo>
                  <a:pt x="1324139" y="166301"/>
                  <a:pt x="1322923" y="170212"/>
                  <a:pt x="1325009" y="172037"/>
                </a:cubicBezTo>
                <a:cubicBezTo>
                  <a:pt x="1325009" y="172037"/>
                  <a:pt x="1326660" y="175948"/>
                  <a:pt x="1328746" y="174297"/>
                </a:cubicBezTo>
                <a:cubicBezTo>
                  <a:pt x="1332919" y="171168"/>
                  <a:pt x="1338134" y="169864"/>
                  <a:pt x="1338655" y="164910"/>
                </a:cubicBezTo>
                <a:lnTo>
                  <a:pt x="1339089" y="164649"/>
                </a:lnTo>
                <a:cubicBezTo>
                  <a:pt x="1339872" y="157956"/>
                  <a:pt x="1338220" y="156044"/>
                  <a:pt x="1332744" y="157348"/>
                </a:cubicBezTo>
                <a:close/>
                <a:moveTo>
                  <a:pt x="1379680" y="144571"/>
                </a:moveTo>
                <a:cubicBezTo>
                  <a:pt x="1372293" y="146918"/>
                  <a:pt x="1360385" y="146570"/>
                  <a:pt x="1359776" y="152393"/>
                </a:cubicBezTo>
                <a:cubicBezTo>
                  <a:pt x="1359515" y="155435"/>
                  <a:pt x="1359515" y="160650"/>
                  <a:pt x="1362644" y="161780"/>
                </a:cubicBezTo>
                <a:cubicBezTo>
                  <a:pt x="1366137" y="162659"/>
                  <a:pt x="1369766" y="162865"/>
                  <a:pt x="1373336" y="162389"/>
                </a:cubicBezTo>
                <a:cubicBezTo>
                  <a:pt x="1376713" y="159825"/>
                  <a:pt x="1379205" y="156269"/>
                  <a:pt x="1380462" y="152220"/>
                </a:cubicBezTo>
                <a:cubicBezTo>
                  <a:pt x="1380462" y="150394"/>
                  <a:pt x="1380550" y="145353"/>
                  <a:pt x="1379680" y="144571"/>
                </a:cubicBezTo>
                <a:close/>
                <a:moveTo>
                  <a:pt x="1663732" y="142572"/>
                </a:moveTo>
                <a:cubicBezTo>
                  <a:pt x="1666004" y="143001"/>
                  <a:pt x="1668061" y="144197"/>
                  <a:pt x="1669556" y="145962"/>
                </a:cubicBezTo>
                <a:cubicBezTo>
                  <a:pt x="1672598" y="149178"/>
                  <a:pt x="1675901" y="150743"/>
                  <a:pt x="1678248" y="154045"/>
                </a:cubicBezTo>
                <a:cubicBezTo>
                  <a:pt x="1679593" y="156531"/>
                  <a:pt x="1680476" y="159240"/>
                  <a:pt x="1680855" y="162042"/>
                </a:cubicBezTo>
                <a:cubicBezTo>
                  <a:pt x="1681377" y="163954"/>
                  <a:pt x="1684245" y="166301"/>
                  <a:pt x="1684245" y="167344"/>
                </a:cubicBezTo>
                <a:cubicBezTo>
                  <a:pt x="1683636" y="174819"/>
                  <a:pt x="1678161" y="174645"/>
                  <a:pt x="1670772" y="179860"/>
                </a:cubicBezTo>
                <a:cubicBezTo>
                  <a:pt x="1666723" y="182065"/>
                  <a:pt x="1663125" y="185014"/>
                  <a:pt x="1660169" y="188552"/>
                </a:cubicBezTo>
                <a:cubicBezTo>
                  <a:pt x="1657843" y="190911"/>
                  <a:pt x="1655063" y="192773"/>
                  <a:pt x="1651998" y="194028"/>
                </a:cubicBezTo>
                <a:cubicBezTo>
                  <a:pt x="1643740" y="197591"/>
                  <a:pt x="1636352" y="197244"/>
                  <a:pt x="1635745" y="205414"/>
                </a:cubicBezTo>
                <a:cubicBezTo>
                  <a:pt x="1635136" y="213584"/>
                  <a:pt x="1639656" y="210282"/>
                  <a:pt x="1639656" y="218974"/>
                </a:cubicBezTo>
                <a:cubicBezTo>
                  <a:pt x="1639267" y="221244"/>
                  <a:pt x="1638344" y="223389"/>
                  <a:pt x="1636961" y="225232"/>
                </a:cubicBezTo>
                <a:cubicBezTo>
                  <a:pt x="1635673" y="226880"/>
                  <a:pt x="1634916" y="228880"/>
                  <a:pt x="1634788" y="230968"/>
                </a:cubicBezTo>
                <a:cubicBezTo>
                  <a:pt x="1634766" y="233104"/>
                  <a:pt x="1634197" y="235199"/>
                  <a:pt x="1633137" y="237053"/>
                </a:cubicBezTo>
                <a:cubicBezTo>
                  <a:pt x="1632185" y="239055"/>
                  <a:pt x="1631794" y="241278"/>
                  <a:pt x="1632007" y="243484"/>
                </a:cubicBezTo>
                <a:cubicBezTo>
                  <a:pt x="1631833" y="251481"/>
                  <a:pt x="1630530" y="258174"/>
                  <a:pt x="1632876" y="260173"/>
                </a:cubicBezTo>
                <a:cubicBezTo>
                  <a:pt x="1642879" y="259365"/>
                  <a:pt x="1652920" y="259133"/>
                  <a:pt x="1662950" y="259478"/>
                </a:cubicBezTo>
                <a:cubicBezTo>
                  <a:pt x="1666600" y="259478"/>
                  <a:pt x="1668079" y="257044"/>
                  <a:pt x="1670773" y="256436"/>
                </a:cubicBezTo>
                <a:cubicBezTo>
                  <a:pt x="1673226" y="255892"/>
                  <a:pt x="1675735" y="255629"/>
                  <a:pt x="1678248" y="255653"/>
                </a:cubicBezTo>
                <a:cubicBezTo>
                  <a:pt x="1681032" y="256128"/>
                  <a:pt x="1683767" y="256855"/>
                  <a:pt x="1686419" y="257827"/>
                </a:cubicBezTo>
                <a:cubicBezTo>
                  <a:pt x="1689198" y="259087"/>
                  <a:pt x="1691872" y="260570"/>
                  <a:pt x="1694414" y="262259"/>
                </a:cubicBezTo>
                <a:cubicBezTo>
                  <a:pt x="1697370" y="264345"/>
                  <a:pt x="1702672" y="265476"/>
                  <a:pt x="1704845" y="270951"/>
                </a:cubicBezTo>
                <a:cubicBezTo>
                  <a:pt x="1705509" y="273268"/>
                  <a:pt x="1705831" y="275669"/>
                  <a:pt x="1705801" y="278079"/>
                </a:cubicBezTo>
                <a:lnTo>
                  <a:pt x="1704323" y="278252"/>
                </a:lnTo>
                <a:cubicBezTo>
                  <a:pt x="1704327" y="279222"/>
                  <a:pt x="1704700" y="280155"/>
                  <a:pt x="1705366" y="280860"/>
                </a:cubicBezTo>
                <a:cubicBezTo>
                  <a:pt x="1706010" y="282024"/>
                  <a:pt x="1706255" y="283368"/>
                  <a:pt x="1706062" y="284684"/>
                </a:cubicBezTo>
                <a:cubicBezTo>
                  <a:pt x="1705656" y="286908"/>
                  <a:pt x="1704766" y="289014"/>
                  <a:pt x="1703454" y="290856"/>
                </a:cubicBezTo>
                <a:cubicBezTo>
                  <a:pt x="1702063" y="293029"/>
                  <a:pt x="1700325" y="296158"/>
                  <a:pt x="1698239" y="296158"/>
                </a:cubicBezTo>
                <a:cubicBezTo>
                  <a:pt x="1692676" y="296331"/>
                  <a:pt x="1689895" y="296853"/>
                  <a:pt x="1688069" y="296766"/>
                </a:cubicBezTo>
                <a:cubicBezTo>
                  <a:pt x="1686244" y="296679"/>
                  <a:pt x="1680855" y="294854"/>
                  <a:pt x="1677031" y="294854"/>
                </a:cubicBezTo>
                <a:cubicBezTo>
                  <a:pt x="1673206" y="294854"/>
                  <a:pt x="1670512" y="295897"/>
                  <a:pt x="1665732" y="295810"/>
                </a:cubicBezTo>
                <a:cubicBezTo>
                  <a:pt x="1660951" y="295723"/>
                  <a:pt x="1652346" y="294854"/>
                  <a:pt x="1647044" y="294245"/>
                </a:cubicBezTo>
                <a:cubicBezTo>
                  <a:pt x="1643655" y="293811"/>
                  <a:pt x="1633050" y="294680"/>
                  <a:pt x="1629660" y="294245"/>
                </a:cubicBezTo>
                <a:cubicBezTo>
                  <a:pt x="1623829" y="293699"/>
                  <a:pt x="1617947" y="294169"/>
                  <a:pt x="1612276" y="295636"/>
                </a:cubicBezTo>
                <a:lnTo>
                  <a:pt x="1595674" y="297983"/>
                </a:lnTo>
                <a:cubicBezTo>
                  <a:pt x="1589765" y="298852"/>
                  <a:pt x="1582116" y="297548"/>
                  <a:pt x="1576813" y="297548"/>
                </a:cubicBezTo>
                <a:cubicBezTo>
                  <a:pt x="1565441" y="298609"/>
                  <a:pt x="1554220" y="300911"/>
                  <a:pt x="1543349" y="304415"/>
                </a:cubicBezTo>
                <a:cubicBezTo>
                  <a:pt x="1529529" y="309195"/>
                  <a:pt x="1505366" y="320408"/>
                  <a:pt x="1502324" y="320061"/>
                </a:cubicBezTo>
                <a:cubicBezTo>
                  <a:pt x="1499281" y="319713"/>
                  <a:pt x="1492850" y="311108"/>
                  <a:pt x="1486678" y="305284"/>
                </a:cubicBezTo>
                <a:cubicBezTo>
                  <a:pt x="1486156" y="302410"/>
                  <a:pt x="1486156" y="299466"/>
                  <a:pt x="1486678" y="296592"/>
                </a:cubicBezTo>
                <a:cubicBezTo>
                  <a:pt x="1487250" y="293033"/>
                  <a:pt x="1486923" y="289387"/>
                  <a:pt x="1485722" y="285988"/>
                </a:cubicBezTo>
                <a:cubicBezTo>
                  <a:pt x="1488069" y="281903"/>
                  <a:pt x="1501715" y="276861"/>
                  <a:pt x="1503106" y="276514"/>
                </a:cubicBezTo>
                <a:cubicBezTo>
                  <a:pt x="1504496" y="276166"/>
                  <a:pt x="1509886" y="278252"/>
                  <a:pt x="1513188" y="277470"/>
                </a:cubicBezTo>
                <a:cubicBezTo>
                  <a:pt x="1514927" y="277036"/>
                  <a:pt x="1527270" y="271994"/>
                  <a:pt x="1534049" y="269560"/>
                </a:cubicBezTo>
                <a:cubicBezTo>
                  <a:pt x="1536744" y="268691"/>
                  <a:pt x="1540655" y="268517"/>
                  <a:pt x="1542741" y="267909"/>
                </a:cubicBezTo>
                <a:cubicBezTo>
                  <a:pt x="1549172" y="265910"/>
                  <a:pt x="1558647" y="261129"/>
                  <a:pt x="1565601" y="258348"/>
                </a:cubicBezTo>
                <a:cubicBezTo>
                  <a:pt x="1580464" y="252437"/>
                  <a:pt x="1581246" y="234533"/>
                  <a:pt x="1583506" y="227752"/>
                </a:cubicBezTo>
                <a:cubicBezTo>
                  <a:pt x="1584698" y="224464"/>
                  <a:pt x="1585315" y="220994"/>
                  <a:pt x="1585332" y="217496"/>
                </a:cubicBezTo>
                <a:cubicBezTo>
                  <a:pt x="1585418" y="214106"/>
                  <a:pt x="1585157" y="210021"/>
                  <a:pt x="1583506" y="209412"/>
                </a:cubicBezTo>
                <a:cubicBezTo>
                  <a:pt x="1580578" y="209661"/>
                  <a:pt x="1577673" y="210127"/>
                  <a:pt x="1574814" y="210803"/>
                </a:cubicBezTo>
                <a:cubicBezTo>
                  <a:pt x="1571154" y="212061"/>
                  <a:pt x="1567225" y="212331"/>
                  <a:pt x="1563428" y="211586"/>
                </a:cubicBezTo>
                <a:cubicBezTo>
                  <a:pt x="1559951" y="209934"/>
                  <a:pt x="1560472" y="205849"/>
                  <a:pt x="1559951" y="201242"/>
                </a:cubicBezTo>
                <a:cubicBezTo>
                  <a:pt x="1558839" y="196568"/>
                  <a:pt x="1556498" y="192278"/>
                  <a:pt x="1553171" y="188813"/>
                </a:cubicBezTo>
                <a:cubicBezTo>
                  <a:pt x="1551867" y="185648"/>
                  <a:pt x="1551274" y="182236"/>
                  <a:pt x="1551433" y="178817"/>
                </a:cubicBezTo>
                <a:cubicBezTo>
                  <a:pt x="1551519" y="176992"/>
                  <a:pt x="1550564" y="170995"/>
                  <a:pt x="1550564" y="169170"/>
                </a:cubicBezTo>
                <a:cubicBezTo>
                  <a:pt x="1550564" y="164389"/>
                  <a:pt x="1555084" y="164041"/>
                  <a:pt x="1559256" y="161955"/>
                </a:cubicBezTo>
                <a:cubicBezTo>
                  <a:pt x="1564425" y="162858"/>
                  <a:pt x="1569534" y="164077"/>
                  <a:pt x="1574554" y="165605"/>
                </a:cubicBezTo>
                <a:cubicBezTo>
                  <a:pt x="1586828" y="164276"/>
                  <a:pt x="1599017" y="162244"/>
                  <a:pt x="1611060" y="159521"/>
                </a:cubicBezTo>
                <a:cubicBezTo>
                  <a:pt x="1613754" y="158913"/>
                  <a:pt x="1616709" y="157956"/>
                  <a:pt x="1617405" y="157783"/>
                </a:cubicBezTo>
                <a:cubicBezTo>
                  <a:pt x="1618100" y="157609"/>
                  <a:pt x="1620620" y="156479"/>
                  <a:pt x="1621924" y="156045"/>
                </a:cubicBezTo>
                <a:cubicBezTo>
                  <a:pt x="1631461" y="153247"/>
                  <a:pt x="1640648" y="149368"/>
                  <a:pt x="1649304" y="144485"/>
                </a:cubicBezTo>
                <a:cubicBezTo>
                  <a:pt x="1651788" y="143630"/>
                  <a:pt x="1654422" y="143305"/>
                  <a:pt x="1657040" y="143528"/>
                </a:cubicBezTo>
                <a:cubicBezTo>
                  <a:pt x="1659287" y="143336"/>
                  <a:pt x="1661521" y="143016"/>
                  <a:pt x="1663732" y="142572"/>
                </a:cubicBezTo>
                <a:close/>
                <a:moveTo>
                  <a:pt x="1279202" y="132489"/>
                </a:moveTo>
                <a:cubicBezTo>
                  <a:pt x="1283462" y="129969"/>
                  <a:pt x="1285634" y="139356"/>
                  <a:pt x="1287025" y="142746"/>
                </a:cubicBezTo>
                <a:cubicBezTo>
                  <a:pt x="1287807" y="144397"/>
                  <a:pt x="1285461" y="150829"/>
                  <a:pt x="1285199" y="153089"/>
                </a:cubicBezTo>
                <a:cubicBezTo>
                  <a:pt x="1284939" y="155349"/>
                  <a:pt x="1281636" y="158130"/>
                  <a:pt x="1281636" y="164910"/>
                </a:cubicBezTo>
                <a:cubicBezTo>
                  <a:pt x="1281723" y="167952"/>
                  <a:pt x="1278942" y="170212"/>
                  <a:pt x="1275204" y="173602"/>
                </a:cubicBezTo>
                <a:cubicBezTo>
                  <a:pt x="1271381" y="177299"/>
                  <a:pt x="1267810" y="181249"/>
                  <a:pt x="1264514" y="185422"/>
                </a:cubicBezTo>
                <a:cubicBezTo>
                  <a:pt x="1262771" y="189571"/>
                  <a:pt x="1262376" y="194163"/>
                  <a:pt x="1263383" y="198547"/>
                </a:cubicBezTo>
                <a:cubicBezTo>
                  <a:pt x="1263383" y="200025"/>
                  <a:pt x="1261558" y="204719"/>
                  <a:pt x="1264165" y="207239"/>
                </a:cubicBezTo>
                <a:cubicBezTo>
                  <a:pt x="1266773" y="209761"/>
                  <a:pt x="1269641" y="207066"/>
                  <a:pt x="1271119" y="207239"/>
                </a:cubicBezTo>
                <a:cubicBezTo>
                  <a:pt x="1272597" y="207414"/>
                  <a:pt x="1271641" y="210368"/>
                  <a:pt x="1273379" y="213584"/>
                </a:cubicBezTo>
                <a:cubicBezTo>
                  <a:pt x="1276595" y="219756"/>
                  <a:pt x="1277638" y="220712"/>
                  <a:pt x="1277638" y="223754"/>
                </a:cubicBezTo>
                <a:cubicBezTo>
                  <a:pt x="1277550" y="225493"/>
                  <a:pt x="1277550" y="226970"/>
                  <a:pt x="1276161" y="227839"/>
                </a:cubicBezTo>
                <a:cubicBezTo>
                  <a:pt x="1268110" y="232691"/>
                  <a:pt x="1261250" y="239285"/>
                  <a:pt x="1256082" y="247135"/>
                </a:cubicBezTo>
                <a:cubicBezTo>
                  <a:pt x="1255511" y="249804"/>
                  <a:pt x="1255848" y="252588"/>
                  <a:pt x="1257038" y="255045"/>
                </a:cubicBezTo>
                <a:cubicBezTo>
                  <a:pt x="1258689" y="255045"/>
                  <a:pt x="1262861" y="255045"/>
                  <a:pt x="1264687" y="255045"/>
                </a:cubicBezTo>
                <a:lnTo>
                  <a:pt x="1264426" y="255566"/>
                </a:lnTo>
                <a:cubicBezTo>
                  <a:pt x="1267155" y="256320"/>
                  <a:pt x="1269583" y="257898"/>
                  <a:pt x="1271380" y="260086"/>
                </a:cubicBezTo>
                <a:cubicBezTo>
                  <a:pt x="1272630" y="262389"/>
                  <a:pt x="1273343" y="264944"/>
                  <a:pt x="1273466" y="267561"/>
                </a:cubicBezTo>
                <a:cubicBezTo>
                  <a:pt x="1272162" y="278600"/>
                  <a:pt x="1262601" y="285466"/>
                  <a:pt x="1253909" y="291029"/>
                </a:cubicBezTo>
                <a:cubicBezTo>
                  <a:pt x="1245217" y="296592"/>
                  <a:pt x="1229484" y="302676"/>
                  <a:pt x="1222010" y="306935"/>
                </a:cubicBezTo>
                <a:cubicBezTo>
                  <a:pt x="1215838" y="310499"/>
                  <a:pt x="1210016" y="319365"/>
                  <a:pt x="1206451" y="320842"/>
                </a:cubicBezTo>
                <a:cubicBezTo>
                  <a:pt x="1206451" y="320842"/>
                  <a:pt x="1202192" y="322233"/>
                  <a:pt x="1200281" y="320842"/>
                </a:cubicBezTo>
                <a:cubicBezTo>
                  <a:pt x="1197447" y="319819"/>
                  <a:pt x="1194541" y="319005"/>
                  <a:pt x="1191589" y="318408"/>
                </a:cubicBezTo>
                <a:cubicBezTo>
                  <a:pt x="1188633" y="317452"/>
                  <a:pt x="1190024" y="313280"/>
                  <a:pt x="1187851" y="310760"/>
                </a:cubicBezTo>
                <a:cubicBezTo>
                  <a:pt x="1185580" y="308547"/>
                  <a:pt x="1183750" y="305921"/>
                  <a:pt x="1182462" y="303024"/>
                </a:cubicBezTo>
                <a:cubicBezTo>
                  <a:pt x="1180647" y="298560"/>
                  <a:pt x="1179816" y="293757"/>
                  <a:pt x="1180028" y="288943"/>
                </a:cubicBezTo>
                <a:cubicBezTo>
                  <a:pt x="1182620" y="282805"/>
                  <a:pt x="1187616" y="277999"/>
                  <a:pt x="1193848" y="275644"/>
                </a:cubicBezTo>
                <a:cubicBezTo>
                  <a:pt x="1196592" y="273854"/>
                  <a:pt x="1199233" y="271909"/>
                  <a:pt x="1201758" y="269821"/>
                </a:cubicBezTo>
                <a:cubicBezTo>
                  <a:pt x="1204174" y="268480"/>
                  <a:pt x="1206141" y="266453"/>
                  <a:pt x="1207408" y="263997"/>
                </a:cubicBezTo>
                <a:cubicBezTo>
                  <a:pt x="1208162" y="262193"/>
                  <a:pt x="1208660" y="260291"/>
                  <a:pt x="1208885" y="258347"/>
                </a:cubicBezTo>
                <a:cubicBezTo>
                  <a:pt x="1209059" y="255393"/>
                  <a:pt x="1210537" y="253220"/>
                  <a:pt x="1210536" y="251046"/>
                </a:cubicBezTo>
                <a:cubicBezTo>
                  <a:pt x="1210297" y="248881"/>
                  <a:pt x="1209385" y="246844"/>
                  <a:pt x="1207929" y="245223"/>
                </a:cubicBezTo>
                <a:cubicBezTo>
                  <a:pt x="1206524" y="243796"/>
                  <a:pt x="1205455" y="242073"/>
                  <a:pt x="1204799" y="240182"/>
                </a:cubicBezTo>
                <a:cubicBezTo>
                  <a:pt x="1204799" y="240095"/>
                  <a:pt x="1198542" y="232880"/>
                  <a:pt x="1198541" y="229317"/>
                </a:cubicBezTo>
                <a:cubicBezTo>
                  <a:pt x="1198748" y="223825"/>
                  <a:pt x="1203056" y="219369"/>
                  <a:pt x="1208537" y="218974"/>
                </a:cubicBezTo>
                <a:cubicBezTo>
                  <a:pt x="1210276" y="218278"/>
                  <a:pt x="1213491" y="218974"/>
                  <a:pt x="1215230" y="218974"/>
                </a:cubicBezTo>
                <a:cubicBezTo>
                  <a:pt x="1219402" y="218626"/>
                  <a:pt x="1222358" y="214627"/>
                  <a:pt x="1224618" y="211238"/>
                </a:cubicBezTo>
                <a:cubicBezTo>
                  <a:pt x="1225825" y="206575"/>
                  <a:pt x="1226524" y="201796"/>
                  <a:pt x="1226703" y="196983"/>
                </a:cubicBezTo>
                <a:cubicBezTo>
                  <a:pt x="1228094" y="192116"/>
                  <a:pt x="1222271" y="191333"/>
                  <a:pt x="1219402" y="190203"/>
                </a:cubicBezTo>
                <a:cubicBezTo>
                  <a:pt x="1216643" y="188811"/>
                  <a:pt x="1213724" y="187760"/>
                  <a:pt x="1210710" y="187074"/>
                </a:cubicBezTo>
                <a:cubicBezTo>
                  <a:pt x="1208364" y="186901"/>
                  <a:pt x="1206364" y="184119"/>
                  <a:pt x="1205235" y="181077"/>
                </a:cubicBezTo>
                <a:cubicBezTo>
                  <a:pt x="1204105" y="178035"/>
                  <a:pt x="1203148" y="178991"/>
                  <a:pt x="1200715" y="178035"/>
                </a:cubicBezTo>
                <a:cubicBezTo>
                  <a:pt x="1198280" y="177078"/>
                  <a:pt x="1198280" y="168822"/>
                  <a:pt x="1198280" y="167865"/>
                </a:cubicBezTo>
                <a:cubicBezTo>
                  <a:pt x="1198280" y="166909"/>
                  <a:pt x="1200802" y="165866"/>
                  <a:pt x="1202974" y="164910"/>
                </a:cubicBezTo>
                <a:cubicBezTo>
                  <a:pt x="1205148" y="163954"/>
                  <a:pt x="1205148" y="162389"/>
                  <a:pt x="1206538" y="159434"/>
                </a:cubicBezTo>
                <a:cubicBezTo>
                  <a:pt x="1207929" y="156479"/>
                  <a:pt x="1211145" y="155783"/>
                  <a:pt x="1214100" y="155001"/>
                </a:cubicBezTo>
                <a:cubicBezTo>
                  <a:pt x="1217421" y="154806"/>
                  <a:pt x="1220730" y="154428"/>
                  <a:pt x="1224009" y="153872"/>
                </a:cubicBezTo>
                <a:cubicBezTo>
                  <a:pt x="1237915" y="148222"/>
                  <a:pt x="1253648" y="132664"/>
                  <a:pt x="1266947" y="133359"/>
                </a:cubicBezTo>
                <a:cubicBezTo>
                  <a:pt x="1273726" y="133793"/>
                  <a:pt x="1276507" y="133968"/>
                  <a:pt x="1279202" y="132489"/>
                </a:cubicBezTo>
                <a:close/>
                <a:moveTo>
                  <a:pt x="1879117" y="132142"/>
                </a:moveTo>
                <a:cubicBezTo>
                  <a:pt x="1882333" y="132663"/>
                  <a:pt x="1890938" y="131186"/>
                  <a:pt x="1891720" y="132663"/>
                </a:cubicBezTo>
                <a:cubicBezTo>
                  <a:pt x="1894219" y="136325"/>
                  <a:pt x="1897719" y="139191"/>
                  <a:pt x="1901803" y="140920"/>
                </a:cubicBezTo>
                <a:cubicBezTo>
                  <a:pt x="1905193" y="142659"/>
                  <a:pt x="1903715" y="145006"/>
                  <a:pt x="1904150" y="148047"/>
                </a:cubicBezTo>
                <a:cubicBezTo>
                  <a:pt x="1904584" y="151090"/>
                  <a:pt x="1906497" y="152307"/>
                  <a:pt x="1905540" y="154914"/>
                </a:cubicBezTo>
                <a:cubicBezTo>
                  <a:pt x="1904584" y="157522"/>
                  <a:pt x="1902238" y="162129"/>
                  <a:pt x="1900239" y="167691"/>
                </a:cubicBezTo>
                <a:cubicBezTo>
                  <a:pt x="1900239" y="168908"/>
                  <a:pt x="1898674" y="175166"/>
                  <a:pt x="1900239" y="175166"/>
                </a:cubicBezTo>
                <a:cubicBezTo>
                  <a:pt x="1902042" y="175275"/>
                  <a:pt x="1903835" y="174819"/>
                  <a:pt x="1905367" y="173863"/>
                </a:cubicBezTo>
                <a:cubicBezTo>
                  <a:pt x="1906149" y="173515"/>
                  <a:pt x="1909626" y="171777"/>
                  <a:pt x="1911798" y="170994"/>
                </a:cubicBezTo>
                <a:cubicBezTo>
                  <a:pt x="1914409" y="170413"/>
                  <a:pt x="1916946" y="169538"/>
                  <a:pt x="1919361" y="168387"/>
                </a:cubicBezTo>
                <a:cubicBezTo>
                  <a:pt x="1922316" y="166301"/>
                  <a:pt x="1926227" y="162129"/>
                  <a:pt x="1928053" y="162129"/>
                </a:cubicBezTo>
                <a:cubicBezTo>
                  <a:pt x="1928053" y="162129"/>
                  <a:pt x="1939612" y="158739"/>
                  <a:pt x="1941612" y="162129"/>
                </a:cubicBezTo>
                <a:cubicBezTo>
                  <a:pt x="1943610" y="165519"/>
                  <a:pt x="1948478" y="165171"/>
                  <a:pt x="1953433" y="165953"/>
                </a:cubicBezTo>
                <a:cubicBezTo>
                  <a:pt x="1958387" y="166735"/>
                  <a:pt x="1961603" y="174732"/>
                  <a:pt x="1961603" y="181512"/>
                </a:cubicBezTo>
                <a:cubicBezTo>
                  <a:pt x="1961689" y="184293"/>
                  <a:pt x="1961516" y="185423"/>
                  <a:pt x="1958474" y="185423"/>
                </a:cubicBezTo>
                <a:cubicBezTo>
                  <a:pt x="1956823" y="185510"/>
                  <a:pt x="1954997" y="188291"/>
                  <a:pt x="1951955" y="190290"/>
                </a:cubicBezTo>
                <a:cubicBezTo>
                  <a:pt x="1947213" y="193018"/>
                  <a:pt x="1942166" y="195177"/>
                  <a:pt x="1936918" y="196722"/>
                </a:cubicBezTo>
                <a:cubicBezTo>
                  <a:pt x="1934273" y="198488"/>
                  <a:pt x="1931328" y="199754"/>
                  <a:pt x="1928226" y="200460"/>
                </a:cubicBezTo>
                <a:cubicBezTo>
                  <a:pt x="1924401" y="200982"/>
                  <a:pt x="1921012" y="201155"/>
                  <a:pt x="1918144" y="201764"/>
                </a:cubicBezTo>
                <a:cubicBezTo>
                  <a:pt x="1912761" y="203085"/>
                  <a:pt x="1907564" y="205070"/>
                  <a:pt x="1902672" y="207674"/>
                </a:cubicBezTo>
                <a:cubicBezTo>
                  <a:pt x="1900586" y="209885"/>
                  <a:pt x="1898856" y="212407"/>
                  <a:pt x="1897544" y="215149"/>
                </a:cubicBezTo>
                <a:cubicBezTo>
                  <a:pt x="1896336" y="219219"/>
                  <a:pt x="1897004" y="223617"/>
                  <a:pt x="1899369" y="227144"/>
                </a:cubicBezTo>
                <a:cubicBezTo>
                  <a:pt x="1906608" y="237003"/>
                  <a:pt x="1915212" y="245783"/>
                  <a:pt x="1924923" y="253219"/>
                </a:cubicBezTo>
                <a:cubicBezTo>
                  <a:pt x="1929530" y="257131"/>
                  <a:pt x="1936049" y="270603"/>
                  <a:pt x="1943785" y="274514"/>
                </a:cubicBezTo>
                <a:cubicBezTo>
                  <a:pt x="1950685" y="278268"/>
                  <a:pt x="1957181" y="282725"/>
                  <a:pt x="1963168" y="287813"/>
                </a:cubicBezTo>
                <a:cubicBezTo>
                  <a:pt x="1966697" y="289682"/>
                  <a:pt x="1970431" y="291142"/>
                  <a:pt x="1974293" y="292159"/>
                </a:cubicBezTo>
                <a:cubicBezTo>
                  <a:pt x="1977770" y="293636"/>
                  <a:pt x="1980812" y="296852"/>
                  <a:pt x="1982985" y="297635"/>
                </a:cubicBezTo>
                <a:cubicBezTo>
                  <a:pt x="1988635" y="299547"/>
                  <a:pt x="1993502" y="301285"/>
                  <a:pt x="2002194" y="304762"/>
                </a:cubicBezTo>
                <a:cubicBezTo>
                  <a:pt x="2004280" y="305632"/>
                  <a:pt x="2007757" y="305892"/>
                  <a:pt x="2008800" y="307804"/>
                </a:cubicBezTo>
                <a:lnTo>
                  <a:pt x="2008104" y="308673"/>
                </a:lnTo>
                <a:cubicBezTo>
                  <a:pt x="2008974" y="310325"/>
                  <a:pt x="2006192" y="311802"/>
                  <a:pt x="2006018" y="313715"/>
                </a:cubicBezTo>
                <a:cubicBezTo>
                  <a:pt x="2005845" y="315627"/>
                  <a:pt x="2006714" y="318843"/>
                  <a:pt x="2005063" y="320842"/>
                </a:cubicBezTo>
                <a:cubicBezTo>
                  <a:pt x="2002391" y="324267"/>
                  <a:pt x="1998362" y="326361"/>
                  <a:pt x="1994024" y="326579"/>
                </a:cubicBezTo>
                <a:cubicBezTo>
                  <a:pt x="1992198" y="326752"/>
                  <a:pt x="1990807" y="329360"/>
                  <a:pt x="1989504" y="330317"/>
                </a:cubicBezTo>
                <a:cubicBezTo>
                  <a:pt x="1988200" y="331272"/>
                  <a:pt x="1986288" y="331272"/>
                  <a:pt x="1984984" y="331272"/>
                </a:cubicBezTo>
                <a:cubicBezTo>
                  <a:pt x="1981585" y="331286"/>
                  <a:pt x="1978188" y="331082"/>
                  <a:pt x="1974814" y="330664"/>
                </a:cubicBezTo>
                <a:cubicBezTo>
                  <a:pt x="1971311" y="330856"/>
                  <a:pt x="1967801" y="330856"/>
                  <a:pt x="1964297" y="330664"/>
                </a:cubicBezTo>
                <a:cubicBezTo>
                  <a:pt x="1961147" y="330636"/>
                  <a:pt x="1958027" y="330047"/>
                  <a:pt x="1955084" y="328926"/>
                </a:cubicBezTo>
                <a:cubicBezTo>
                  <a:pt x="1949347" y="325623"/>
                  <a:pt x="1945002" y="328056"/>
                  <a:pt x="1940656" y="326927"/>
                </a:cubicBezTo>
                <a:cubicBezTo>
                  <a:pt x="1937244" y="326312"/>
                  <a:pt x="1934264" y="324252"/>
                  <a:pt x="1932486" y="321277"/>
                </a:cubicBezTo>
                <a:cubicBezTo>
                  <a:pt x="1929704" y="313541"/>
                  <a:pt x="1933441" y="311281"/>
                  <a:pt x="1919969" y="298938"/>
                </a:cubicBezTo>
                <a:cubicBezTo>
                  <a:pt x="1914886" y="293234"/>
                  <a:pt x="1910155" y="287225"/>
                  <a:pt x="1905801" y="280947"/>
                </a:cubicBezTo>
                <a:cubicBezTo>
                  <a:pt x="1903150" y="277462"/>
                  <a:pt x="1900246" y="274179"/>
                  <a:pt x="1897109" y="271124"/>
                </a:cubicBezTo>
                <a:cubicBezTo>
                  <a:pt x="1888243" y="264606"/>
                  <a:pt x="1880334" y="255566"/>
                  <a:pt x="1877379" y="253741"/>
                </a:cubicBezTo>
                <a:cubicBezTo>
                  <a:pt x="1876336" y="253133"/>
                  <a:pt x="1870425" y="267213"/>
                  <a:pt x="1863733" y="274428"/>
                </a:cubicBezTo>
                <a:cubicBezTo>
                  <a:pt x="1857040" y="281642"/>
                  <a:pt x="1852173" y="285031"/>
                  <a:pt x="1844002" y="293723"/>
                </a:cubicBezTo>
                <a:cubicBezTo>
                  <a:pt x="1838038" y="299009"/>
                  <a:pt x="1831181" y="303189"/>
                  <a:pt x="1823750" y="306066"/>
                </a:cubicBezTo>
                <a:cubicBezTo>
                  <a:pt x="1820360" y="308325"/>
                  <a:pt x="1812624" y="311802"/>
                  <a:pt x="1808713" y="314236"/>
                </a:cubicBezTo>
                <a:cubicBezTo>
                  <a:pt x="1804801" y="316670"/>
                  <a:pt x="1797935" y="316322"/>
                  <a:pt x="1794893" y="317800"/>
                </a:cubicBezTo>
                <a:cubicBezTo>
                  <a:pt x="1792484" y="318742"/>
                  <a:pt x="1789917" y="319214"/>
                  <a:pt x="1787331" y="319191"/>
                </a:cubicBezTo>
                <a:cubicBezTo>
                  <a:pt x="1785245" y="318843"/>
                  <a:pt x="1783767" y="315888"/>
                  <a:pt x="1782202" y="314758"/>
                </a:cubicBezTo>
                <a:cubicBezTo>
                  <a:pt x="1780638" y="313628"/>
                  <a:pt x="1780638" y="307978"/>
                  <a:pt x="1778291" y="306935"/>
                </a:cubicBezTo>
                <a:cubicBezTo>
                  <a:pt x="1776026" y="306379"/>
                  <a:pt x="1773816" y="305623"/>
                  <a:pt x="1771685" y="304675"/>
                </a:cubicBezTo>
                <a:cubicBezTo>
                  <a:pt x="1770295" y="303371"/>
                  <a:pt x="1771424" y="301199"/>
                  <a:pt x="1775944" y="299721"/>
                </a:cubicBezTo>
                <a:cubicBezTo>
                  <a:pt x="1779549" y="298498"/>
                  <a:pt x="1782862" y="296545"/>
                  <a:pt x="1785679" y="293984"/>
                </a:cubicBezTo>
                <a:cubicBezTo>
                  <a:pt x="1788069" y="292559"/>
                  <a:pt x="1790311" y="290899"/>
                  <a:pt x="1792373" y="289030"/>
                </a:cubicBezTo>
                <a:cubicBezTo>
                  <a:pt x="1793155" y="288074"/>
                  <a:pt x="1795936" y="287639"/>
                  <a:pt x="1797067" y="286944"/>
                </a:cubicBezTo>
                <a:cubicBezTo>
                  <a:pt x="1808097" y="277594"/>
                  <a:pt x="1818547" y="267580"/>
                  <a:pt x="1828356" y="256957"/>
                </a:cubicBezTo>
                <a:cubicBezTo>
                  <a:pt x="1833966" y="250913"/>
                  <a:pt x="1838100" y="243655"/>
                  <a:pt x="1840438" y="235749"/>
                </a:cubicBezTo>
                <a:cubicBezTo>
                  <a:pt x="1841919" y="233076"/>
                  <a:pt x="1842779" y="230106"/>
                  <a:pt x="1842959" y="227057"/>
                </a:cubicBezTo>
                <a:cubicBezTo>
                  <a:pt x="1842698" y="225666"/>
                  <a:pt x="1838526" y="227057"/>
                  <a:pt x="1836701" y="227057"/>
                </a:cubicBezTo>
                <a:cubicBezTo>
                  <a:pt x="1834876" y="227057"/>
                  <a:pt x="1833746" y="226970"/>
                  <a:pt x="1831920" y="227057"/>
                </a:cubicBezTo>
                <a:cubicBezTo>
                  <a:pt x="1830095" y="227144"/>
                  <a:pt x="1827574" y="228796"/>
                  <a:pt x="1825488" y="228796"/>
                </a:cubicBezTo>
                <a:cubicBezTo>
                  <a:pt x="1823490" y="229491"/>
                  <a:pt x="1821315" y="229491"/>
                  <a:pt x="1819317" y="228796"/>
                </a:cubicBezTo>
                <a:cubicBezTo>
                  <a:pt x="1816014" y="227752"/>
                  <a:pt x="1814275" y="224971"/>
                  <a:pt x="1809842" y="224362"/>
                </a:cubicBezTo>
                <a:cubicBezTo>
                  <a:pt x="1803861" y="222241"/>
                  <a:pt x="1799589" y="216926"/>
                  <a:pt x="1798803" y="210629"/>
                </a:cubicBezTo>
                <a:cubicBezTo>
                  <a:pt x="1798053" y="207406"/>
                  <a:pt x="1799199" y="204036"/>
                  <a:pt x="1801759" y="201937"/>
                </a:cubicBezTo>
                <a:cubicBezTo>
                  <a:pt x="1804019" y="200286"/>
                  <a:pt x="1805149" y="197939"/>
                  <a:pt x="1806975" y="196548"/>
                </a:cubicBezTo>
                <a:cubicBezTo>
                  <a:pt x="1808800" y="195158"/>
                  <a:pt x="1812102" y="194983"/>
                  <a:pt x="1813581" y="194028"/>
                </a:cubicBezTo>
                <a:cubicBezTo>
                  <a:pt x="1815058" y="193072"/>
                  <a:pt x="1816622" y="191333"/>
                  <a:pt x="1819143" y="190377"/>
                </a:cubicBezTo>
                <a:cubicBezTo>
                  <a:pt x="1821664" y="189421"/>
                  <a:pt x="1828095" y="190377"/>
                  <a:pt x="1832703" y="190377"/>
                </a:cubicBezTo>
                <a:cubicBezTo>
                  <a:pt x="1840621" y="189337"/>
                  <a:pt x="1848231" y="186642"/>
                  <a:pt x="1855041" y="182467"/>
                </a:cubicBezTo>
                <a:cubicBezTo>
                  <a:pt x="1854804" y="175360"/>
                  <a:pt x="1856264" y="168298"/>
                  <a:pt x="1859300" y="161868"/>
                </a:cubicBezTo>
                <a:cubicBezTo>
                  <a:pt x="1860327" y="157599"/>
                  <a:pt x="1860824" y="153220"/>
                  <a:pt x="1860777" y="148830"/>
                </a:cubicBezTo>
                <a:cubicBezTo>
                  <a:pt x="1861254" y="145086"/>
                  <a:pt x="1861048" y="141287"/>
                  <a:pt x="1860169" y="137617"/>
                </a:cubicBezTo>
                <a:cubicBezTo>
                  <a:pt x="1860082" y="134488"/>
                  <a:pt x="1861820" y="134140"/>
                  <a:pt x="1863646" y="133619"/>
                </a:cubicBezTo>
                <a:cubicBezTo>
                  <a:pt x="1869382" y="132054"/>
                  <a:pt x="1869295" y="134228"/>
                  <a:pt x="1872338" y="134315"/>
                </a:cubicBezTo>
                <a:cubicBezTo>
                  <a:pt x="1875379" y="134401"/>
                  <a:pt x="1875901" y="131620"/>
                  <a:pt x="1879117" y="132142"/>
                </a:cubicBezTo>
                <a:close/>
                <a:moveTo>
                  <a:pt x="675985" y="129360"/>
                </a:moveTo>
                <a:cubicBezTo>
                  <a:pt x="677636" y="129535"/>
                  <a:pt x="679549" y="132316"/>
                  <a:pt x="682417" y="132924"/>
                </a:cubicBezTo>
                <a:cubicBezTo>
                  <a:pt x="685285" y="133532"/>
                  <a:pt x="689370" y="133446"/>
                  <a:pt x="692673" y="134054"/>
                </a:cubicBezTo>
                <a:cubicBezTo>
                  <a:pt x="694412" y="134054"/>
                  <a:pt x="701365" y="134054"/>
                  <a:pt x="703104" y="134054"/>
                </a:cubicBezTo>
                <a:cubicBezTo>
                  <a:pt x="705454" y="134198"/>
                  <a:pt x="707754" y="134787"/>
                  <a:pt x="709883" y="135793"/>
                </a:cubicBezTo>
                <a:cubicBezTo>
                  <a:pt x="710926" y="136401"/>
                  <a:pt x="714577" y="137184"/>
                  <a:pt x="715880" y="138661"/>
                </a:cubicBezTo>
                <a:cubicBezTo>
                  <a:pt x="718832" y="141398"/>
                  <a:pt x="721044" y="144836"/>
                  <a:pt x="722313" y="148657"/>
                </a:cubicBezTo>
                <a:lnTo>
                  <a:pt x="721182" y="149091"/>
                </a:lnTo>
                <a:cubicBezTo>
                  <a:pt x="721617" y="152220"/>
                  <a:pt x="720661" y="153263"/>
                  <a:pt x="720661" y="155697"/>
                </a:cubicBezTo>
                <a:cubicBezTo>
                  <a:pt x="721044" y="159047"/>
                  <a:pt x="721044" y="162430"/>
                  <a:pt x="720661" y="165780"/>
                </a:cubicBezTo>
                <a:cubicBezTo>
                  <a:pt x="720227" y="167518"/>
                  <a:pt x="717619" y="171777"/>
                  <a:pt x="715533" y="176732"/>
                </a:cubicBezTo>
                <a:cubicBezTo>
                  <a:pt x="714791" y="180461"/>
                  <a:pt x="714298" y="184236"/>
                  <a:pt x="714055" y="188031"/>
                </a:cubicBezTo>
                <a:cubicBezTo>
                  <a:pt x="713969" y="193333"/>
                  <a:pt x="713708" y="197245"/>
                  <a:pt x="712926" y="208544"/>
                </a:cubicBezTo>
                <a:cubicBezTo>
                  <a:pt x="712751" y="212368"/>
                  <a:pt x="711708" y="215932"/>
                  <a:pt x="711100" y="221060"/>
                </a:cubicBezTo>
                <a:cubicBezTo>
                  <a:pt x="710840" y="222972"/>
                  <a:pt x="710318" y="228361"/>
                  <a:pt x="710318" y="231664"/>
                </a:cubicBezTo>
                <a:cubicBezTo>
                  <a:pt x="710231" y="236619"/>
                  <a:pt x="712490" y="237575"/>
                  <a:pt x="712751" y="238878"/>
                </a:cubicBezTo>
                <a:cubicBezTo>
                  <a:pt x="713012" y="240182"/>
                  <a:pt x="713099" y="240443"/>
                  <a:pt x="713447" y="243050"/>
                </a:cubicBezTo>
                <a:cubicBezTo>
                  <a:pt x="713794" y="245658"/>
                  <a:pt x="715273" y="246875"/>
                  <a:pt x="714837" y="249570"/>
                </a:cubicBezTo>
                <a:cubicBezTo>
                  <a:pt x="714403" y="252264"/>
                  <a:pt x="712143" y="256784"/>
                  <a:pt x="710926" y="263563"/>
                </a:cubicBezTo>
                <a:cubicBezTo>
                  <a:pt x="710295" y="266645"/>
                  <a:pt x="708526" y="269376"/>
                  <a:pt x="705972" y="271212"/>
                </a:cubicBezTo>
                <a:cubicBezTo>
                  <a:pt x="701560" y="274905"/>
                  <a:pt x="696567" y="277842"/>
                  <a:pt x="691195" y="279904"/>
                </a:cubicBezTo>
                <a:cubicBezTo>
                  <a:pt x="685285" y="281817"/>
                  <a:pt x="681635" y="289987"/>
                  <a:pt x="678245" y="292159"/>
                </a:cubicBezTo>
                <a:cubicBezTo>
                  <a:pt x="673822" y="294484"/>
                  <a:pt x="669265" y="296544"/>
                  <a:pt x="664599" y="298331"/>
                </a:cubicBezTo>
                <a:cubicBezTo>
                  <a:pt x="658381" y="301012"/>
                  <a:pt x="652538" y="304489"/>
                  <a:pt x="647215" y="308675"/>
                </a:cubicBezTo>
                <a:cubicBezTo>
                  <a:pt x="643799" y="310509"/>
                  <a:pt x="640220" y="312022"/>
                  <a:pt x="636524" y="313194"/>
                </a:cubicBezTo>
                <a:cubicBezTo>
                  <a:pt x="631292" y="317635"/>
                  <a:pt x="625711" y="321645"/>
                  <a:pt x="619835" y="325190"/>
                </a:cubicBezTo>
                <a:cubicBezTo>
                  <a:pt x="616445" y="326667"/>
                  <a:pt x="612361" y="318931"/>
                  <a:pt x="609144" y="315541"/>
                </a:cubicBezTo>
                <a:cubicBezTo>
                  <a:pt x="606994" y="313600"/>
                  <a:pt x="604699" y="311828"/>
                  <a:pt x="602278" y="310240"/>
                </a:cubicBezTo>
                <a:cubicBezTo>
                  <a:pt x="600366" y="308675"/>
                  <a:pt x="601061" y="304241"/>
                  <a:pt x="600366" y="301548"/>
                </a:cubicBezTo>
                <a:cubicBezTo>
                  <a:pt x="599670" y="298853"/>
                  <a:pt x="597932" y="295202"/>
                  <a:pt x="597932" y="293985"/>
                </a:cubicBezTo>
                <a:cubicBezTo>
                  <a:pt x="598112" y="291433"/>
                  <a:pt x="599731" y="289207"/>
                  <a:pt x="602104" y="288248"/>
                </a:cubicBezTo>
                <a:cubicBezTo>
                  <a:pt x="604017" y="287640"/>
                  <a:pt x="606710" y="288509"/>
                  <a:pt x="608536" y="287640"/>
                </a:cubicBezTo>
                <a:cubicBezTo>
                  <a:pt x="612026" y="285950"/>
                  <a:pt x="615369" y="283973"/>
                  <a:pt x="618531" y="281729"/>
                </a:cubicBezTo>
                <a:cubicBezTo>
                  <a:pt x="621859" y="279817"/>
                  <a:pt x="625468" y="278439"/>
                  <a:pt x="629223" y="277645"/>
                </a:cubicBezTo>
                <a:cubicBezTo>
                  <a:pt x="635628" y="274666"/>
                  <a:pt x="641815" y="271239"/>
                  <a:pt x="647736" y="267388"/>
                </a:cubicBezTo>
                <a:cubicBezTo>
                  <a:pt x="650779" y="265736"/>
                  <a:pt x="656428" y="262956"/>
                  <a:pt x="656428" y="258696"/>
                </a:cubicBezTo>
                <a:cubicBezTo>
                  <a:pt x="656666" y="252144"/>
                  <a:pt x="656492" y="245583"/>
                  <a:pt x="655907" y="239053"/>
                </a:cubicBezTo>
                <a:cubicBezTo>
                  <a:pt x="654951" y="237053"/>
                  <a:pt x="651300" y="236271"/>
                  <a:pt x="651300" y="236271"/>
                </a:cubicBezTo>
                <a:cubicBezTo>
                  <a:pt x="648478" y="237092"/>
                  <a:pt x="645547" y="237473"/>
                  <a:pt x="642609" y="237401"/>
                </a:cubicBezTo>
                <a:cubicBezTo>
                  <a:pt x="639814" y="238176"/>
                  <a:pt x="637082" y="239164"/>
                  <a:pt x="634438" y="240356"/>
                </a:cubicBezTo>
                <a:cubicBezTo>
                  <a:pt x="632786" y="241139"/>
                  <a:pt x="629831" y="241921"/>
                  <a:pt x="628266" y="241139"/>
                </a:cubicBezTo>
                <a:cubicBezTo>
                  <a:pt x="626491" y="240670"/>
                  <a:pt x="625021" y="239424"/>
                  <a:pt x="624269" y="237749"/>
                </a:cubicBezTo>
                <a:cubicBezTo>
                  <a:pt x="623132" y="234505"/>
                  <a:pt x="622516" y="231102"/>
                  <a:pt x="622443" y="227666"/>
                </a:cubicBezTo>
                <a:cubicBezTo>
                  <a:pt x="621403" y="225458"/>
                  <a:pt x="620812" y="223064"/>
                  <a:pt x="620704" y="220626"/>
                </a:cubicBezTo>
                <a:cubicBezTo>
                  <a:pt x="621501" y="215919"/>
                  <a:pt x="621764" y="211136"/>
                  <a:pt x="621487" y="206371"/>
                </a:cubicBezTo>
                <a:cubicBezTo>
                  <a:pt x="621487" y="200721"/>
                  <a:pt x="626180" y="198809"/>
                  <a:pt x="630179" y="198114"/>
                </a:cubicBezTo>
                <a:cubicBezTo>
                  <a:pt x="634177" y="197418"/>
                  <a:pt x="637740" y="194462"/>
                  <a:pt x="641739" y="194463"/>
                </a:cubicBezTo>
                <a:cubicBezTo>
                  <a:pt x="644649" y="194552"/>
                  <a:pt x="647562" y="194348"/>
                  <a:pt x="650431" y="193855"/>
                </a:cubicBezTo>
                <a:cubicBezTo>
                  <a:pt x="654551" y="192663"/>
                  <a:pt x="658474" y="190877"/>
                  <a:pt x="662078" y="188553"/>
                </a:cubicBezTo>
                <a:cubicBezTo>
                  <a:pt x="664338" y="185250"/>
                  <a:pt x="667728" y="183163"/>
                  <a:pt x="667728" y="177948"/>
                </a:cubicBezTo>
                <a:cubicBezTo>
                  <a:pt x="668249" y="168127"/>
                  <a:pt x="671291" y="163780"/>
                  <a:pt x="671291" y="155088"/>
                </a:cubicBezTo>
                <a:cubicBezTo>
                  <a:pt x="671682" y="149537"/>
                  <a:pt x="669541" y="144105"/>
                  <a:pt x="665468" y="140313"/>
                </a:cubicBezTo>
                <a:cubicBezTo>
                  <a:pt x="664643" y="139044"/>
                  <a:pt x="664643" y="137409"/>
                  <a:pt x="665468" y="136141"/>
                </a:cubicBezTo>
                <a:cubicBezTo>
                  <a:pt x="667882" y="134797"/>
                  <a:pt x="670079" y="133098"/>
                  <a:pt x="671987" y="131099"/>
                </a:cubicBezTo>
                <a:cubicBezTo>
                  <a:pt x="672873" y="129797"/>
                  <a:pt x="674429" y="129121"/>
                  <a:pt x="675985" y="129360"/>
                </a:cubicBezTo>
                <a:close/>
                <a:moveTo>
                  <a:pt x="799411" y="117800"/>
                </a:moveTo>
                <a:cubicBezTo>
                  <a:pt x="803408" y="117973"/>
                  <a:pt x="803930" y="120234"/>
                  <a:pt x="805755" y="121538"/>
                </a:cubicBezTo>
                <a:cubicBezTo>
                  <a:pt x="807423" y="122297"/>
                  <a:pt x="809226" y="122711"/>
                  <a:pt x="811057" y="122754"/>
                </a:cubicBezTo>
                <a:cubicBezTo>
                  <a:pt x="812709" y="123015"/>
                  <a:pt x="814273" y="125362"/>
                  <a:pt x="815143" y="127361"/>
                </a:cubicBezTo>
                <a:cubicBezTo>
                  <a:pt x="817076" y="131360"/>
                  <a:pt x="818199" y="135703"/>
                  <a:pt x="818445" y="140138"/>
                </a:cubicBezTo>
                <a:cubicBezTo>
                  <a:pt x="818098" y="149612"/>
                  <a:pt x="811405" y="151698"/>
                  <a:pt x="808971" y="157522"/>
                </a:cubicBezTo>
                <a:cubicBezTo>
                  <a:pt x="808015" y="160335"/>
                  <a:pt x="807402" y="163253"/>
                  <a:pt x="807146" y="166214"/>
                </a:cubicBezTo>
                <a:cubicBezTo>
                  <a:pt x="808015" y="170994"/>
                  <a:pt x="812882" y="172298"/>
                  <a:pt x="814968" y="168908"/>
                </a:cubicBezTo>
                <a:cubicBezTo>
                  <a:pt x="818880" y="168040"/>
                  <a:pt x="820097" y="165779"/>
                  <a:pt x="822792" y="164475"/>
                </a:cubicBezTo>
                <a:cubicBezTo>
                  <a:pt x="825486" y="163172"/>
                  <a:pt x="829311" y="167518"/>
                  <a:pt x="835395" y="168908"/>
                </a:cubicBezTo>
                <a:cubicBezTo>
                  <a:pt x="838785" y="169690"/>
                  <a:pt x="840175" y="178121"/>
                  <a:pt x="842435" y="182033"/>
                </a:cubicBezTo>
                <a:cubicBezTo>
                  <a:pt x="843456" y="185056"/>
                  <a:pt x="843955" y="188230"/>
                  <a:pt x="843912" y="191421"/>
                </a:cubicBezTo>
                <a:cubicBezTo>
                  <a:pt x="843792" y="193833"/>
                  <a:pt x="842030" y="195848"/>
                  <a:pt x="839654" y="196288"/>
                </a:cubicBezTo>
                <a:cubicBezTo>
                  <a:pt x="836612" y="196983"/>
                  <a:pt x="834786" y="197418"/>
                  <a:pt x="830962" y="198547"/>
                </a:cubicBezTo>
                <a:cubicBezTo>
                  <a:pt x="828105" y="199780"/>
                  <a:pt x="825532" y="201584"/>
                  <a:pt x="823400" y="203849"/>
                </a:cubicBezTo>
                <a:cubicBezTo>
                  <a:pt x="820010" y="206283"/>
                  <a:pt x="816446" y="206805"/>
                  <a:pt x="812796" y="209760"/>
                </a:cubicBezTo>
                <a:cubicBezTo>
                  <a:pt x="807775" y="213579"/>
                  <a:pt x="802042" y="216357"/>
                  <a:pt x="795934" y="217931"/>
                </a:cubicBezTo>
                <a:cubicBezTo>
                  <a:pt x="792813" y="223698"/>
                  <a:pt x="790835" y="230014"/>
                  <a:pt x="790110" y="236531"/>
                </a:cubicBezTo>
                <a:cubicBezTo>
                  <a:pt x="789718" y="239440"/>
                  <a:pt x="789926" y="242398"/>
                  <a:pt x="790719" y="245223"/>
                </a:cubicBezTo>
                <a:cubicBezTo>
                  <a:pt x="792196" y="250438"/>
                  <a:pt x="790892" y="255393"/>
                  <a:pt x="795412" y="260608"/>
                </a:cubicBezTo>
                <a:cubicBezTo>
                  <a:pt x="798925" y="263924"/>
                  <a:pt x="803461" y="265946"/>
                  <a:pt x="808276" y="266344"/>
                </a:cubicBezTo>
                <a:cubicBezTo>
                  <a:pt x="811384" y="266398"/>
                  <a:pt x="814475" y="266807"/>
                  <a:pt x="817490" y="267562"/>
                </a:cubicBezTo>
                <a:cubicBezTo>
                  <a:pt x="819605" y="268263"/>
                  <a:pt x="821791" y="268730"/>
                  <a:pt x="824008" y="268952"/>
                </a:cubicBezTo>
                <a:cubicBezTo>
                  <a:pt x="825939" y="270258"/>
                  <a:pt x="828136" y="271120"/>
                  <a:pt x="830441" y="271473"/>
                </a:cubicBezTo>
                <a:cubicBezTo>
                  <a:pt x="833834" y="271332"/>
                  <a:pt x="837230" y="271684"/>
                  <a:pt x="840523" y="272516"/>
                </a:cubicBezTo>
                <a:lnTo>
                  <a:pt x="840958" y="272689"/>
                </a:lnTo>
                <a:cubicBezTo>
                  <a:pt x="845391" y="275377"/>
                  <a:pt x="847653" y="280563"/>
                  <a:pt x="846607" y="285641"/>
                </a:cubicBezTo>
                <a:cubicBezTo>
                  <a:pt x="845196" y="290540"/>
                  <a:pt x="843513" y="295357"/>
                  <a:pt x="841566" y="300069"/>
                </a:cubicBezTo>
                <a:cubicBezTo>
                  <a:pt x="840349" y="303893"/>
                  <a:pt x="839567" y="307892"/>
                  <a:pt x="837394" y="309544"/>
                </a:cubicBezTo>
                <a:cubicBezTo>
                  <a:pt x="835220" y="311195"/>
                  <a:pt x="829658" y="309978"/>
                  <a:pt x="826529" y="311195"/>
                </a:cubicBezTo>
                <a:cubicBezTo>
                  <a:pt x="823137" y="312646"/>
                  <a:pt x="819520" y="313500"/>
                  <a:pt x="815838" y="313715"/>
                </a:cubicBezTo>
                <a:cubicBezTo>
                  <a:pt x="813230" y="313715"/>
                  <a:pt x="810014" y="311195"/>
                  <a:pt x="808363" y="310499"/>
                </a:cubicBezTo>
                <a:cubicBezTo>
                  <a:pt x="804617" y="309384"/>
                  <a:pt x="800693" y="309000"/>
                  <a:pt x="796803" y="309369"/>
                </a:cubicBezTo>
                <a:cubicBezTo>
                  <a:pt x="793673" y="309369"/>
                  <a:pt x="785416" y="309369"/>
                  <a:pt x="785416" y="309369"/>
                </a:cubicBezTo>
                <a:cubicBezTo>
                  <a:pt x="783677" y="309369"/>
                  <a:pt x="779941" y="307370"/>
                  <a:pt x="775768" y="306588"/>
                </a:cubicBezTo>
                <a:cubicBezTo>
                  <a:pt x="771596" y="305806"/>
                  <a:pt x="764729" y="306761"/>
                  <a:pt x="761687" y="305806"/>
                </a:cubicBezTo>
                <a:cubicBezTo>
                  <a:pt x="759122" y="304883"/>
                  <a:pt x="756716" y="303563"/>
                  <a:pt x="754560" y="301894"/>
                </a:cubicBezTo>
                <a:cubicBezTo>
                  <a:pt x="751859" y="298696"/>
                  <a:pt x="749634" y="295125"/>
                  <a:pt x="747954" y="291290"/>
                </a:cubicBezTo>
                <a:cubicBezTo>
                  <a:pt x="747322" y="287208"/>
                  <a:pt x="747031" y="283079"/>
                  <a:pt x="747085" y="278947"/>
                </a:cubicBezTo>
                <a:cubicBezTo>
                  <a:pt x="746737" y="276601"/>
                  <a:pt x="744042" y="265997"/>
                  <a:pt x="744042" y="264258"/>
                </a:cubicBezTo>
                <a:lnTo>
                  <a:pt x="743434" y="255045"/>
                </a:lnTo>
                <a:cubicBezTo>
                  <a:pt x="743425" y="252111"/>
                  <a:pt x="743047" y="249191"/>
                  <a:pt x="742305" y="246353"/>
                </a:cubicBezTo>
                <a:cubicBezTo>
                  <a:pt x="741224" y="241888"/>
                  <a:pt x="740756" y="237297"/>
                  <a:pt x="740913" y="232707"/>
                </a:cubicBezTo>
                <a:cubicBezTo>
                  <a:pt x="740826" y="225580"/>
                  <a:pt x="742912" y="224450"/>
                  <a:pt x="744564" y="210716"/>
                </a:cubicBezTo>
                <a:cubicBezTo>
                  <a:pt x="744738" y="209325"/>
                  <a:pt x="747607" y="205153"/>
                  <a:pt x="747607" y="203849"/>
                </a:cubicBezTo>
                <a:cubicBezTo>
                  <a:pt x="748128" y="197070"/>
                  <a:pt x="749605" y="197157"/>
                  <a:pt x="750214" y="192550"/>
                </a:cubicBezTo>
                <a:cubicBezTo>
                  <a:pt x="750822" y="187944"/>
                  <a:pt x="752647" y="182381"/>
                  <a:pt x="752647" y="180990"/>
                </a:cubicBezTo>
                <a:cubicBezTo>
                  <a:pt x="753690" y="173949"/>
                  <a:pt x="753690" y="164823"/>
                  <a:pt x="753691" y="162998"/>
                </a:cubicBezTo>
                <a:cubicBezTo>
                  <a:pt x="754040" y="159243"/>
                  <a:pt x="754918" y="155556"/>
                  <a:pt x="756299" y="152046"/>
                </a:cubicBezTo>
                <a:cubicBezTo>
                  <a:pt x="757912" y="146337"/>
                  <a:pt x="759159" y="140530"/>
                  <a:pt x="760036" y="134662"/>
                </a:cubicBezTo>
                <a:cubicBezTo>
                  <a:pt x="759743" y="130689"/>
                  <a:pt x="759889" y="126695"/>
                  <a:pt x="760471" y="122754"/>
                </a:cubicBezTo>
                <a:cubicBezTo>
                  <a:pt x="761687" y="118582"/>
                  <a:pt x="763860" y="117887"/>
                  <a:pt x="767337" y="117887"/>
                </a:cubicBezTo>
                <a:cubicBezTo>
                  <a:pt x="768902" y="117800"/>
                  <a:pt x="773508" y="119625"/>
                  <a:pt x="776029" y="119713"/>
                </a:cubicBezTo>
                <a:cubicBezTo>
                  <a:pt x="778550" y="119799"/>
                  <a:pt x="782027" y="118061"/>
                  <a:pt x="783765" y="118061"/>
                </a:cubicBezTo>
                <a:cubicBezTo>
                  <a:pt x="786109" y="118380"/>
                  <a:pt x="788432" y="118845"/>
                  <a:pt x="790719" y="119452"/>
                </a:cubicBezTo>
                <a:cubicBezTo>
                  <a:pt x="793568" y="118673"/>
                  <a:pt x="796474" y="118121"/>
                  <a:pt x="799411" y="117800"/>
                </a:cubicBezTo>
                <a:close/>
                <a:moveTo>
                  <a:pt x="252756" y="117328"/>
                </a:moveTo>
                <a:cubicBezTo>
                  <a:pt x="249590" y="117328"/>
                  <a:pt x="248443" y="120893"/>
                  <a:pt x="247770" y="124384"/>
                </a:cubicBezTo>
                <a:lnTo>
                  <a:pt x="247770" y="124733"/>
                </a:lnTo>
                <a:cubicBezTo>
                  <a:pt x="247446" y="126553"/>
                  <a:pt x="243557" y="146498"/>
                  <a:pt x="243557" y="146498"/>
                </a:cubicBezTo>
                <a:lnTo>
                  <a:pt x="243233" y="148118"/>
                </a:lnTo>
                <a:lnTo>
                  <a:pt x="240141" y="148118"/>
                </a:lnTo>
                <a:cubicBezTo>
                  <a:pt x="214459" y="148223"/>
                  <a:pt x="188904" y="144536"/>
                  <a:pt x="164300" y="137173"/>
                </a:cubicBezTo>
                <a:cubicBezTo>
                  <a:pt x="164866" y="143129"/>
                  <a:pt x="167162" y="148789"/>
                  <a:pt x="170906" y="153454"/>
                </a:cubicBezTo>
                <a:cubicBezTo>
                  <a:pt x="175574" y="159021"/>
                  <a:pt x="181884" y="162965"/>
                  <a:pt x="188932" y="164723"/>
                </a:cubicBezTo>
                <a:lnTo>
                  <a:pt x="190428" y="165022"/>
                </a:lnTo>
                <a:lnTo>
                  <a:pt x="190428" y="166543"/>
                </a:lnTo>
                <a:lnTo>
                  <a:pt x="190527" y="166543"/>
                </a:lnTo>
                <a:cubicBezTo>
                  <a:pt x="191078" y="171624"/>
                  <a:pt x="193420" y="176343"/>
                  <a:pt x="197134" y="179856"/>
                </a:cubicBezTo>
                <a:cubicBezTo>
                  <a:pt x="201163" y="182830"/>
                  <a:pt x="206065" y="184381"/>
                  <a:pt x="211071" y="184269"/>
                </a:cubicBezTo>
                <a:cubicBezTo>
                  <a:pt x="212218" y="184269"/>
                  <a:pt x="212941" y="184269"/>
                  <a:pt x="212941" y="184269"/>
                </a:cubicBezTo>
                <a:lnTo>
                  <a:pt x="214511" y="184069"/>
                </a:lnTo>
                <a:lnTo>
                  <a:pt x="215060" y="185540"/>
                </a:lnTo>
                <a:cubicBezTo>
                  <a:pt x="217139" y="189774"/>
                  <a:pt x="220934" y="192915"/>
                  <a:pt x="225481" y="194167"/>
                </a:cubicBezTo>
                <a:cubicBezTo>
                  <a:pt x="227209" y="194703"/>
                  <a:pt x="229009" y="194972"/>
                  <a:pt x="230817" y="194964"/>
                </a:cubicBezTo>
                <a:cubicBezTo>
                  <a:pt x="233170" y="194962"/>
                  <a:pt x="235506" y="194556"/>
                  <a:pt x="237723" y="193768"/>
                </a:cubicBezTo>
                <a:lnTo>
                  <a:pt x="241388" y="192247"/>
                </a:lnTo>
                <a:lnTo>
                  <a:pt x="236003" y="214261"/>
                </a:lnTo>
                <a:lnTo>
                  <a:pt x="269909" y="214261"/>
                </a:lnTo>
                <a:lnTo>
                  <a:pt x="264499" y="192222"/>
                </a:lnTo>
                <a:lnTo>
                  <a:pt x="268189" y="193768"/>
                </a:lnTo>
                <a:cubicBezTo>
                  <a:pt x="270398" y="194558"/>
                  <a:pt x="272724" y="194964"/>
                  <a:pt x="275070" y="194964"/>
                </a:cubicBezTo>
                <a:cubicBezTo>
                  <a:pt x="276878" y="194969"/>
                  <a:pt x="278678" y="194703"/>
                  <a:pt x="280406" y="194167"/>
                </a:cubicBezTo>
                <a:cubicBezTo>
                  <a:pt x="284955" y="192918"/>
                  <a:pt x="288750" y="189776"/>
                  <a:pt x="290827" y="185540"/>
                </a:cubicBezTo>
                <a:lnTo>
                  <a:pt x="291375" y="184069"/>
                </a:lnTo>
                <a:lnTo>
                  <a:pt x="292946" y="184269"/>
                </a:lnTo>
                <a:cubicBezTo>
                  <a:pt x="292946" y="184269"/>
                  <a:pt x="293669" y="184269"/>
                  <a:pt x="294816" y="184269"/>
                </a:cubicBezTo>
                <a:cubicBezTo>
                  <a:pt x="299822" y="184381"/>
                  <a:pt x="304724" y="182830"/>
                  <a:pt x="308753" y="179856"/>
                </a:cubicBezTo>
                <a:cubicBezTo>
                  <a:pt x="312492" y="176353"/>
                  <a:pt x="314841" y="171616"/>
                  <a:pt x="315359" y="166518"/>
                </a:cubicBezTo>
                <a:lnTo>
                  <a:pt x="315359" y="165022"/>
                </a:lnTo>
                <a:lnTo>
                  <a:pt x="316855" y="164723"/>
                </a:lnTo>
                <a:cubicBezTo>
                  <a:pt x="323883" y="162937"/>
                  <a:pt x="330179" y="158996"/>
                  <a:pt x="334856" y="153454"/>
                </a:cubicBezTo>
                <a:cubicBezTo>
                  <a:pt x="338601" y="148789"/>
                  <a:pt x="340897" y="143129"/>
                  <a:pt x="341463" y="137173"/>
                </a:cubicBezTo>
                <a:cubicBezTo>
                  <a:pt x="316883" y="144528"/>
                  <a:pt x="291353" y="148215"/>
                  <a:pt x="265696" y="148118"/>
                </a:cubicBezTo>
                <a:lnTo>
                  <a:pt x="262604" y="148118"/>
                </a:lnTo>
                <a:lnTo>
                  <a:pt x="262280" y="146498"/>
                </a:lnTo>
                <a:cubicBezTo>
                  <a:pt x="262280" y="146498"/>
                  <a:pt x="258416" y="126453"/>
                  <a:pt x="258067" y="124733"/>
                </a:cubicBezTo>
                <a:lnTo>
                  <a:pt x="258067" y="124384"/>
                </a:lnTo>
                <a:cubicBezTo>
                  <a:pt x="257419" y="120893"/>
                  <a:pt x="256297" y="117328"/>
                  <a:pt x="253081" y="117328"/>
                </a:cubicBezTo>
                <a:close/>
                <a:moveTo>
                  <a:pt x="291974" y="116456"/>
                </a:moveTo>
                <a:cubicBezTo>
                  <a:pt x="295684" y="117745"/>
                  <a:pt x="299027" y="119909"/>
                  <a:pt x="301722" y="122764"/>
                </a:cubicBezTo>
                <a:cubicBezTo>
                  <a:pt x="297925" y="123586"/>
                  <a:pt x="294018" y="123798"/>
                  <a:pt x="290154" y="123387"/>
                </a:cubicBezTo>
                <a:cubicBezTo>
                  <a:pt x="285367" y="122888"/>
                  <a:pt x="281527" y="117104"/>
                  <a:pt x="281527" y="117104"/>
                </a:cubicBezTo>
                <a:cubicBezTo>
                  <a:pt x="284843" y="115750"/>
                  <a:pt x="288516" y="115521"/>
                  <a:pt x="291974" y="116456"/>
                </a:cubicBezTo>
                <a:close/>
                <a:moveTo>
                  <a:pt x="1392283" y="115366"/>
                </a:moveTo>
                <a:cubicBezTo>
                  <a:pt x="1395499" y="115366"/>
                  <a:pt x="1398107" y="118756"/>
                  <a:pt x="1400975" y="118756"/>
                </a:cubicBezTo>
                <a:cubicBezTo>
                  <a:pt x="1406803" y="118332"/>
                  <a:pt x="1412660" y="118771"/>
                  <a:pt x="1418359" y="120059"/>
                </a:cubicBezTo>
                <a:lnTo>
                  <a:pt x="1419142" y="120494"/>
                </a:lnTo>
                <a:cubicBezTo>
                  <a:pt x="1420185" y="121363"/>
                  <a:pt x="1420880" y="126492"/>
                  <a:pt x="1422097" y="127621"/>
                </a:cubicBezTo>
                <a:cubicBezTo>
                  <a:pt x="1425496" y="130822"/>
                  <a:pt x="1427626" y="135144"/>
                  <a:pt x="1428094" y="139790"/>
                </a:cubicBezTo>
                <a:cubicBezTo>
                  <a:pt x="1427834" y="143267"/>
                  <a:pt x="1423226" y="148829"/>
                  <a:pt x="1423226" y="150133"/>
                </a:cubicBezTo>
                <a:cubicBezTo>
                  <a:pt x="1423484" y="153478"/>
                  <a:pt x="1422694" y="156819"/>
                  <a:pt x="1420967" y="159694"/>
                </a:cubicBezTo>
                <a:cubicBezTo>
                  <a:pt x="1417471" y="164461"/>
                  <a:pt x="1414554" y="169625"/>
                  <a:pt x="1412275" y="175079"/>
                </a:cubicBezTo>
                <a:cubicBezTo>
                  <a:pt x="1411319" y="176904"/>
                  <a:pt x="1405408" y="181598"/>
                  <a:pt x="1404452" y="183771"/>
                </a:cubicBezTo>
                <a:cubicBezTo>
                  <a:pt x="1398542" y="197244"/>
                  <a:pt x="1391936" y="206631"/>
                  <a:pt x="1387068" y="220103"/>
                </a:cubicBezTo>
                <a:cubicBezTo>
                  <a:pt x="1386286" y="222276"/>
                  <a:pt x="1382897" y="226709"/>
                  <a:pt x="1381245" y="225927"/>
                </a:cubicBezTo>
                <a:cubicBezTo>
                  <a:pt x="1378979" y="224907"/>
                  <a:pt x="1376384" y="224907"/>
                  <a:pt x="1374118" y="225927"/>
                </a:cubicBezTo>
                <a:cubicBezTo>
                  <a:pt x="1372988" y="226883"/>
                  <a:pt x="1368207" y="226795"/>
                  <a:pt x="1366642" y="228360"/>
                </a:cubicBezTo>
                <a:cubicBezTo>
                  <a:pt x="1365078" y="229925"/>
                  <a:pt x="1357081" y="228708"/>
                  <a:pt x="1355517" y="231751"/>
                </a:cubicBezTo>
                <a:cubicBezTo>
                  <a:pt x="1354387" y="234537"/>
                  <a:pt x="1354387" y="237656"/>
                  <a:pt x="1355517" y="240442"/>
                </a:cubicBezTo>
                <a:cubicBezTo>
                  <a:pt x="1358038" y="243397"/>
                  <a:pt x="1363166" y="240442"/>
                  <a:pt x="1364208" y="238877"/>
                </a:cubicBezTo>
                <a:cubicBezTo>
                  <a:pt x="1365883" y="236867"/>
                  <a:pt x="1368373" y="235718"/>
                  <a:pt x="1370989" y="235748"/>
                </a:cubicBezTo>
                <a:cubicBezTo>
                  <a:pt x="1374004" y="237065"/>
                  <a:pt x="1377150" y="238056"/>
                  <a:pt x="1380376" y="238704"/>
                </a:cubicBezTo>
                <a:cubicBezTo>
                  <a:pt x="1382517" y="239043"/>
                  <a:pt x="1384097" y="240882"/>
                  <a:pt x="1384113" y="243050"/>
                </a:cubicBezTo>
                <a:cubicBezTo>
                  <a:pt x="1384167" y="247108"/>
                  <a:pt x="1384993" y="251121"/>
                  <a:pt x="1386547" y="254870"/>
                </a:cubicBezTo>
                <a:cubicBezTo>
                  <a:pt x="1386617" y="256613"/>
                  <a:pt x="1386096" y="258328"/>
                  <a:pt x="1385070" y="259738"/>
                </a:cubicBezTo>
                <a:cubicBezTo>
                  <a:pt x="1382437" y="262097"/>
                  <a:pt x="1379517" y="264112"/>
                  <a:pt x="1376378" y="265735"/>
                </a:cubicBezTo>
                <a:cubicBezTo>
                  <a:pt x="1374291" y="267039"/>
                  <a:pt x="1369598" y="267387"/>
                  <a:pt x="1366642" y="269299"/>
                </a:cubicBezTo>
                <a:cubicBezTo>
                  <a:pt x="1364849" y="270645"/>
                  <a:pt x="1363738" y="272711"/>
                  <a:pt x="1363601" y="274949"/>
                </a:cubicBezTo>
                <a:cubicBezTo>
                  <a:pt x="1363601" y="278687"/>
                  <a:pt x="1366469" y="278687"/>
                  <a:pt x="1368294" y="278687"/>
                </a:cubicBezTo>
                <a:cubicBezTo>
                  <a:pt x="1370120" y="278687"/>
                  <a:pt x="1377681" y="276253"/>
                  <a:pt x="1381245" y="276253"/>
                </a:cubicBezTo>
                <a:cubicBezTo>
                  <a:pt x="1384489" y="276416"/>
                  <a:pt x="1387737" y="276416"/>
                  <a:pt x="1390980" y="276253"/>
                </a:cubicBezTo>
                <a:cubicBezTo>
                  <a:pt x="1394860" y="274942"/>
                  <a:pt x="1398890" y="274124"/>
                  <a:pt x="1402975" y="273819"/>
                </a:cubicBezTo>
                <a:cubicBezTo>
                  <a:pt x="1406799" y="274776"/>
                  <a:pt x="1411058" y="271211"/>
                  <a:pt x="1413492" y="273819"/>
                </a:cubicBezTo>
                <a:cubicBezTo>
                  <a:pt x="1413492" y="278339"/>
                  <a:pt x="1422183" y="280425"/>
                  <a:pt x="1422183" y="287465"/>
                </a:cubicBezTo>
                <a:cubicBezTo>
                  <a:pt x="1422183" y="297548"/>
                  <a:pt x="1415491" y="308934"/>
                  <a:pt x="1406799" y="309630"/>
                </a:cubicBezTo>
                <a:cubicBezTo>
                  <a:pt x="1403148" y="309978"/>
                  <a:pt x="1405669" y="307196"/>
                  <a:pt x="1392805" y="307196"/>
                </a:cubicBezTo>
                <a:cubicBezTo>
                  <a:pt x="1381332" y="307369"/>
                  <a:pt x="1371510" y="308152"/>
                  <a:pt x="1369685" y="308152"/>
                </a:cubicBezTo>
                <a:cubicBezTo>
                  <a:pt x="1365470" y="308204"/>
                  <a:pt x="1361257" y="307943"/>
                  <a:pt x="1357081" y="307369"/>
                </a:cubicBezTo>
                <a:cubicBezTo>
                  <a:pt x="1353378" y="307448"/>
                  <a:pt x="1349685" y="307826"/>
                  <a:pt x="1346043" y="308500"/>
                </a:cubicBezTo>
                <a:cubicBezTo>
                  <a:pt x="1341995" y="309541"/>
                  <a:pt x="1337866" y="310239"/>
                  <a:pt x="1333701" y="310586"/>
                </a:cubicBezTo>
                <a:cubicBezTo>
                  <a:pt x="1328537" y="310511"/>
                  <a:pt x="1323415" y="311518"/>
                  <a:pt x="1318664" y="313541"/>
                </a:cubicBezTo>
                <a:cubicBezTo>
                  <a:pt x="1313544" y="314588"/>
                  <a:pt x="1308331" y="315111"/>
                  <a:pt x="1303105" y="315105"/>
                </a:cubicBezTo>
                <a:cubicBezTo>
                  <a:pt x="1297963" y="317294"/>
                  <a:pt x="1292602" y="318927"/>
                  <a:pt x="1287112" y="319972"/>
                </a:cubicBezTo>
                <a:cubicBezTo>
                  <a:pt x="1284156" y="320320"/>
                  <a:pt x="1277291" y="319451"/>
                  <a:pt x="1277030" y="314671"/>
                </a:cubicBezTo>
                <a:cubicBezTo>
                  <a:pt x="1276769" y="309890"/>
                  <a:pt x="1274161" y="307369"/>
                  <a:pt x="1274770" y="301198"/>
                </a:cubicBezTo>
                <a:cubicBezTo>
                  <a:pt x="1275291" y="299373"/>
                  <a:pt x="1275291" y="296418"/>
                  <a:pt x="1275290" y="295027"/>
                </a:cubicBezTo>
                <a:cubicBezTo>
                  <a:pt x="1275307" y="292266"/>
                  <a:pt x="1276549" y="289654"/>
                  <a:pt x="1278680" y="287900"/>
                </a:cubicBezTo>
                <a:cubicBezTo>
                  <a:pt x="1279289" y="287726"/>
                  <a:pt x="1280680" y="284684"/>
                  <a:pt x="1282418" y="284858"/>
                </a:cubicBezTo>
                <a:cubicBezTo>
                  <a:pt x="1284156" y="285032"/>
                  <a:pt x="1284505" y="287118"/>
                  <a:pt x="1287112" y="287118"/>
                </a:cubicBezTo>
                <a:cubicBezTo>
                  <a:pt x="1291856" y="286091"/>
                  <a:pt x="1296465" y="284516"/>
                  <a:pt x="1300846" y="282424"/>
                </a:cubicBezTo>
                <a:cubicBezTo>
                  <a:pt x="1306488" y="279542"/>
                  <a:pt x="1312293" y="276988"/>
                  <a:pt x="1318229" y="274776"/>
                </a:cubicBezTo>
                <a:cubicBezTo>
                  <a:pt x="1320489" y="271559"/>
                  <a:pt x="1316751" y="269908"/>
                  <a:pt x="1315360" y="269908"/>
                </a:cubicBezTo>
                <a:cubicBezTo>
                  <a:pt x="1312952" y="270558"/>
                  <a:pt x="1310384" y="270213"/>
                  <a:pt x="1308234" y="268952"/>
                </a:cubicBezTo>
                <a:cubicBezTo>
                  <a:pt x="1304670" y="268343"/>
                  <a:pt x="1303192" y="267474"/>
                  <a:pt x="1302236" y="265909"/>
                </a:cubicBezTo>
                <a:cubicBezTo>
                  <a:pt x="1301280" y="264345"/>
                  <a:pt x="1301975" y="262519"/>
                  <a:pt x="1302236" y="260086"/>
                </a:cubicBezTo>
                <a:cubicBezTo>
                  <a:pt x="1302497" y="257652"/>
                  <a:pt x="1302670" y="255045"/>
                  <a:pt x="1303018" y="252959"/>
                </a:cubicBezTo>
                <a:cubicBezTo>
                  <a:pt x="1303366" y="250873"/>
                  <a:pt x="1303626" y="247744"/>
                  <a:pt x="1306930" y="247744"/>
                </a:cubicBezTo>
                <a:cubicBezTo>
                  <a:pt x="1308755" y="247744"/>
                  <a:pt x="1309189" y="249047"/>
                  <a:pt x="1310927" y="249047"/>
                </a:cubicBezTo>
                <a:cubicBezTo>
                  <a:pt x="1312666" y="249047"/>
                  <a:pt x="1313448" y="248265"/>
                  <a:pt x="1315187" y="248265"/>
                </a:cubicBezTo>
                <a:cubicBezTo>
                  <a:pt x="1316568" y="248495"/>
                  <a:pt x="1317979" y="248495"/>
                  <a:pt x="1319359" y="248265"/>
                </a:cubicBezTo>
                <a:cubicBezTo>
                  <a:pt x="1320899" y="247508"/>
                  <a:pt x="1322194" y="246334"/>
                  <a:pt x="1323097" y="244875"/>
                </a:cubicBezTo>
                <a:cubicBezTo>
                  <a:pt x="1323878" y="242048"/>
                  <a:pt x="1324202" y="239113"/>
                  <a:pt x="1324052" y="236183"/>
                </a:cubicBezTo>
                <a:cubicBezTo>
                  <a:pt x="1323705" y="233837"/>
                  <a:pt x="1321619" y="234184"/>
                  <a:pt x="1318924" y="235487"/>
                </a:cubicBezTo>
                <a:cubicBezTo>
                  <a:pt x="1316801" y="236261"/>
                  <a:pt x="1314621" y="236872"/>
                  <a:pt x="1312405" y="237313"/>
                </a:cubicBezTo>
                <a:cubicBezTo>
                  <a:pt x="1310430" y="237853"/>
                  <a:pt x="1308429" y="238288"/>
                  <a:pt x="1306408" y="238616"/>
                </a:cubicBezTo>
                <a:cubicBezTo>
                  <a:pt x="1304760" y="238624"/>
                  <a:pt x="1303120" y="238390"/>
                  <a:pt x="1301540" y="237921"/>
                </a:cubicBezTo>
                <a:cubicBezTo>
                  <a:pt x="1299106" y="237313"/>
                  <a:pt x="1299715" y="235836"/>
                  <a:pt x="1299106" y="234097"/>
                </a:cubicBezTo>
                <a:cubicBezTo>
                  <a:pt x="1298124" y="232380"/>
                  <a:pt x="1297475" y="230493"/>
                  <a:pt x="1297195" y="228534"/>
                </a:cubicBezTo>
                <a:cubicBezTo>
                  <a:pt x="1297542" y="223580"/>
                  <a:pt x="1293544" y="221755"/>
                  <a:pt x="1292849" y="220451"/>
                </a:cubicBezTo>
                <a:cubicBezTo>
                  <a:pt x="1291539" y="217717"/>
                  <a:pt x="1290715" y="214776"/>
                  <a:pt x="1290415" y="211759"/>
                </a:cubicBezTo>
                <a:cubicBezTo>
                  <a:pt x="1290415" y="206109"/>
                  <a:pt x="1295717" y="201676"/>
                  <a:pt x="1295109" y="198113"/>
                </a:cubicBezTo>
                <a:cubicBezTo>
                  <a:pt x="1293530" y="190891"/>
                  <a:pt x="1292772" y="183514"/>
                  <a:pt x="1292848" y="176122"/>
                </a:cubicBezTo>
                <a:cubicBezTo>
                  <a:pt x="1293109" y="174123"/>
                  <a:pt x="1290067" y="170733"/>
                  <a:pt x="1290067" y="166735"/>
                </a:cubicBezTo>
                <a:cubicBezTo>
                  <a:pt x="1290196" y="164326"/>
                  <a:pt x="1290574" y="161938"/>
                  <a:pt x="1291197" y="159607"/>
                </a:cubicBezTo>
                <a:cubicBezTo>
                  <a:pt x="1292444" y="155651"/>
                  <a:pt x="1293260" y="151571"/>
                  <a:pt x="1293631" y="147439"/>
                </a:cubicBezTo>
                <a:cubicBezTo>
                  <a:pt x="1293109" y="141964"/>
                  <a:pt x="1295891" y="135097"/>
                  <a:pt x="1299628" y="135097"/>
                </a:cubicBezTo>
                <a:cubicBezTo>
                  <a:pt x="1303366" y="135097"/>
                  <a:pt x="1303279" y="139790"/>
                  <a:pt x="1307364" y="139790"/>
                </a:cubicBezTo>
                <a:cubicBezTo>
                  <a:pt x="1309823" y="139917"/>
                  <a:pt x="1312288" y="139653"/>
                  <a:pt x="1314665" y="139008"/>
                </a:cubicBezTo>
                <a:cubicBezTo>
                  <a:pt x="1315535" y="138399"/>
                  <a:pt x="1322227" y="136747"/>
                  <a:pt x="1324227" y="135965"/>
                </a:cubicBezTo>
                <a:cubicBezTo>
                  <a:pt x="1330050" y="133879"/>
                  <a:pt x="1334222" y="131272"/>
                  <a:pt x="1340566" y="129273"/>
                </a:cubicBezTo>
                <a:cubicBezTo>
                  <a:pt x="1344826" y="127969"/>
                  <a:pt x="1350128" y="129099"/>
                  <a:pt x="1353518" y="127969"/>
                </a:cubicBezTo>
                <a:cubicBezTo>
                  <a:pt x="1362905" y="124753"/>
                  <a:pt x="1389068" y="115366"/>
                  <a:pt x="1392283" y="115366"/>
                </a:cubicBezTo>
                <a:close/>
                <a:moveTo>
                  <a:pt x="82424" y="105436"/>
                </a:moveTo>
                <a:cubicBezTo>
                  <a:pt x="82100" y="105436"/>
                  <a:pt x="81602" y="105835"/>
                  <a:pt x="81402" y="105835"/>
                </a:cubicBezTo>
                <a:cubicBezTo>
                  <a:pt x="81043" y="105985"/>
                  <a:pt x="80714" y="106194"/>
                  <a:pt x="80430" y="106458"/>
                </a:cubicBezTo>
                <a:cubicBezTo>
                  <a:pt x="80230" y="106683"/>
                  <a:pt x="79732" y="107431"/>
                  <a:pt x="79283" y="107755"/>
                </a:cubicBezTo>
                <a:cubicBezTo>
                  <a:pt x="78834" y="108079"/>
                  <a:pt x="78286" y="108627"/>
                  <a:pt x="77986" y="108852"/>
                </a:cubicBezTo>
                <a:cubicBezTo>
                  <a:pt x="77687" y="109076"/>
                  <a:pt x="77039" y="109051"/>
                  <a:pt x="76840" y="109226"/>
                </a:cubicBezTo>
                <a:cubicBezTo>
                  <a:pt x="76638" y="109388"/>
                  <a:pt x="76543" y="109644"/>
                  <a:pt x="76590" y="109899"/>
                </a:cubicBezTo>
                <a:lnTo>
                  <a:pt x="76565" y="109899"/>
                </a:lnTo>
                <a:cubicBezTo>
                  <a:pt x="76588" y="110335"/>
                  <a:pt x="76545" y="110771"/>
                  <a:pt x="76441" y="111195"/>
                </a:cubicBezTo>
                <a:cubicBezTo>
                  <a:pt x="76501" y="111442"/>
                  <a:pt x="76693" y="111634"/>
                  <a:pt x="76939" y="111694"/>
                </a:cubicBezTo>
                <a:cubicBezTo>
                  <a:pt x="77872" y="111602"/>
                  <a:pt x="78797" y="111953"/>
                  <a:pt x="79432" y="112641"/>
                </a:cubicBezTo>
                <a:cubicBezTo>
                  <a:pt x="80405" y="113638"/>
                  <a:pt x="80654" y="114461"/>
                  <a:pt x="81776" y="115633"/>
                </a:cubicBezTo>
                <a:cubicBezTo>
                  <a:pt x="82424" y="116256"/>
                  <a:pt x="82275" y="116880"/>
                  <a:pt x="82424" y="117503"/>
                </a:cubicBezTo>
                <a:cubicBezTo>
                  <a:pt x="82287" y="118201"/>
                  <a:pt x="82060" y="118882"/>
                  <a:pt x="81751" y="119522"/>
                </a:cubicBezTo>
                <a:cubicBezTo>
                  <a:pt x="81484" y="119899"/>
                  <a:pt x="81193" y="120258"/>
                  <a:pt x="80878" y="120594"/>
                </a:cubicBezTo>
                <a:cubicBezTo>
                  <a:pt x="80430" y="121093"/>
                  <a:pt x="80380" y="121841"/>
                  <a:pt x="80006" y="122414"/>
                </a:cubicBezTo>
                <a:cubicBezTo>
                  <a:pt x="79492" y="122960"/>
                  <a:pt x="79492" y="123813"/>
                  <a:pt x="80006" y="124359"/>
                </a:cubicBezTo>
                <a:cubicBezTo>
                  <a:pt x="80612" y="124865"/>
                  <a:pt x="81165" y="125434"/>
                  <a:pt x="81651" y="126054"/>
                </a:cubicBezTo>
                <a:cubicBezTo>
                  <a:pt x="82075" y="126478"/>
                  <a:pt x="82175" y="126329"/>
                  <a:pt x="82674" y="126628"/>
                </a:cubicBezTo>
                <a:cubicBezTo>
                  <a:pt x="83172" y="126927"/>
                  <a:pt x="83446" y="127351"/>
                  <a:pt x="84095" y="127550"/>
                </a:cubicBezTo>
                <a:cubicBezTo>
                  <a:pt x="84371" y="127677"/>
                  <a:pt x="84690" y="127677"/>
                  <a:pt x="84967" y="127550"/>
                </a:cubicBezTo>
                <a:cubicBezTo>
                  <a:pt x="85241" y="127426"/>
                  <a:pt x="85416" y="126952"/>
                  <a:pt x="85566" y="126703"/>
                </a:cubicBezTo>
                <a:cubicBezTo>
                  <a:pt x="85718" y="126249"/>
                  <a:pt x="85900" y="125808"/>
                  <a:pt x="86114" y="125381"/>
                </a:cubicBezTo>
                <a:cubicBezTo>
                  <a:pt x="86463" y="125042"/>
                  <a:pt x="86750" y="124646"/>
                  <a:pt x="86962" y="124209"/>
                </a:cubicBezTo>
                <a:cubicBezTo>
                  <a:pt x="86962" y="124209"/>
                  <a:pt x="87460" y="123960"/>
                  <a:pt x="87809" y="123960"/>
                </a:cubicBezTo>
                <a:cubicBezTo>
                  <a:pt x="88680" y="124628"/>
                  <a:pt x="89512" y="125344"/>
                  <a:pt x="90303" y="126104"/>
                </a:cubicBezTo>
                <a:cubicBezTo>
                  <a:pt x="90726" y="126603"/>
                  <a:pt x="90452" y="127600"/>
                  <a:pt x="90303" y="128099"/>
                </a:cubicBezTo>
                <a:cubicBezTo>
                  <a:pt x="90116" y="129248"/>
                  <a:pt x="89839" y="130382"/>
                  <a:pt x="89480" y="131489"/>
                </a:cubicBezTo>
                <a:cubicBezTo>
                  <a:pt x="89141" y="132025"/>
                  <a:pt x="88896" y="132616"/>
                  <a:pt x="88757" y="133235"/>
                </a:cubicBezTo>
                <a:cubicBezTo>
                  <a:pt x="88670" y="133868"/>
                  <a:pt x="88527" y="134494"/>
                  <a:pt x="88333" y="135104"/>
                </a:cubicBezTo>
                <a:cubicBezTo>
                  <a:pt x="88233" y="135429"/>
                  <a:pt x="87834" y="135628"/>
                  <a:pt x="87685" y="135952"/>
                </a:cubicBezTo>
                <a:cubicBezTo>
                  <a:pt x="87545" y="136351"/>
                  <a:pt x="87642" y="136795"/>
                  <a:pt x="87934" y="137099"/>
                </a:cubicBezTo>
                <a:cubicBezTo>
                  <a:pt x="88059" y="137224"/>
                  <a:pt x="88757" y="137448"/>
                  <a:pt x="89106" y="137647"/>
                </a:cubicBezTo>
                <a:cubicBezTo>
                  <a:pt x="89455" y="137847"/>
                  <a:pt x="89954" y="138395"/>
                  <a:pt x="90352" y="138395"/>
                </a:cubicBezTo>
                <a:cubicBezTo>
                  <a:pt x="90821" y="138283"/>
                  <a:pt x="91295" y="138198"/>
                  <a:pt x="91774" y="138146"/>
                </a:cubicBezTo>
                <a:cubicBezTo>
                  <a:pt x="92546" y="138146"/>
                  <a:pt x="93943" y="138520"/>
                  <a:pt x="94142" y="137972"/>
                </a:cubicBezTo>
                <a:cubicBezTo>
                  <a:pt x="94374" y="136862"/>
                  <a:pt x="94516" y="135738"/>
                  <a:pt x="94566" y="134606"/>
                </a:cubicBezTo>
                <a:cubicBezTo>
                  <a:pt x="94838" y="134020"/>
                  <a:pt x="95055" y="133412"/>
                  <a:pt x="95214" y="132786"/>
                </a:cubicBezTo>
                <a:cubicBezTo>
                  <a:pt x="95324" y="131669"/>
                  <a:pt x="95576" y="130572"/>
                  <a:pt x="95962" y="129520"/>
                </a:cubicBezTo>
                <a:cubicBezTo>
                  <a:pt x="96271" y="128757"/>
                  <a:pt x="96530" y="127974"/>
                  <a:pt x="96735" y="127176"/>
                </a:cubicBezTo>
                <a:cubicBezTo>
                  <a:pt x="96885" y="126528"/>
                  <a:pt x="96311" y="125182"/>
                  <a:pt x="96735" y="124234"/>
                </a:cubicBezTo>
                <a:cubicBezTo>
                  <a:pt x="97086" y="123344"/>
                  <a:pt x="97281" y="122399"/>
                  <a:pt x="97308" y="121442"/>
                </a:cubicBezTo>
                <a:cubicBezTo>
                  <a:pt x="97381" y="120928"/>
                  <a:pt x="97246" y="120410"/>
                  <a:pt x="96934" y="119996"/>
                </a:cubicBezTo>
                <a:cubicBezTo>
                  <a:pt x="96261" y="119074"/>
                  <a:pt x="95862" y="118151"/>
                  <a:pt x="95688" y="117927"/>
                </a:cubicBezTo>
                <a:cubicBezTo>
                  <a:pt x="95513" y="117702"/>
                  <a:pt x="95114" y="117628"/>
                  <a:pt x="94765" y="117378"/>
                </a:cubicBezTo>
                <a:lnTo>
                  <a:pt x="94167" y="116979"/>
                </a:lnTo>
                <a:cubicBezTo>
                  <a:pt x="93992" y="116855"/>
                  <a:pt x="93618" y="117029"/>
                  <a:pt x="93045" y="116456"/>
                </a:cubicBezTo>
                <a:cubicBezTo>
                  <a:pt x="92624" y="116054"/>
                  <a:pt x="92225" y="115628"/>
                  <a:pt x="91848" y="115184"/>
                </a:cubicBezTo>
                <a:cubicBezTo>
                  <a:pt x="91300" y="114536"/>
                  <a:pt x="90951" y="113988"/>
                  <a:pt x="90552" y="113564"/>
                </a:cubicBezTo>
                <a:cubicBezTo>
                  <a:pt x="89255" y="112143"/>
                  <a:pt x="88832" y="111669"/>
                  <a:pt x="88208" y="111071"/>
                </a:cubicBezTo>
                <a:cubicBezTo>
                  <a:pt x="87772" y="110614"/>
                  <a:pt x="87363" y="110131"/>
                  <a:pt x="86987" y="109625"/>
                </a:cubicBezTo>
                <a:cubicBezTo>
                  <a:pt x="86638" y="108802"/>
                  <a:pt x="86413" y="108029"/>
                  <a:pt x="86264" y="107780"/>
                </a:cubicBezTo>
                <a:cubicBezTo>
                  <a:pt x="85912" y="107346"/>
                  <a:pt x="85518" y="106944"/>
                  <a:pt x="85092" y="106583"/>
                </a:cubicBezTo>
                <a:cubicBezTo>
                  <a:pt x="84768" y="106334"/>
                  <a:pt x="84768" y="106084"/>
                  <a:pt x="84344" y="105785"/>
                </a:cubicBezTo>
                <a:cubicBezTo>
                  <a:pt x="83741" y="105518"/>
                  <a:pt x="83082" y="105399"/>
                  <a:pt x="82424" y="105436"/>
                </a:cubicBezTo>
                <a:close/>
                <a:moveTo>
                  <a:pt x="302687" y="105338"/>
                </a:moveTo>
                <a:lnTo>
                  <a:pt x="312642" y="106708"/>
                </a:lnTo>
                <a:cubicBezTo>
                  <a:pt x="310066" y="109365"/>
                  <a:pt x="306775" y="111218"/>
                  <a:pt x="303168" y="112043"/>
                </a:cubicBezTo>
                <a:cubicBezTo>
                  <a:pt x="298730" y="112990"/>
                  <a:pt x="293045" y="108852"/>
                  <a:pt x="293045" y="108852"/>
                </a:cubicBezTo>
                <a:close/>
                <a:moveTo>
                  <a:pt x="302669" y="105336"/>
                </a:moveTo>
                <a:lnTo>
                  <a:pt x="302694" y="105336"/>
                </a:lnTo>
                <a:lnTo>
                  <a:pt x="302687" y="105338"/>
                </a:lnTo>
                <a:close/>
                <a:moveTo>
                  <a:pt x="421692" y="93619"/>
                </a:moveTo>
                <a:cubicBezTo>
                  <a:pt x="421218" y="93294"/>
                  <a:pt x="420296" y="93718"/>
                  <a:pt x="420346" y="93918"/>
                </a:cubicBezTo>
                <a:cubicBezTo>
                  <a:pt x="420395" y="94117"/>
                  <a:pt x="419498" y="95164"/>
                  <a:pt x="419049" y="95563"/>
                </a:cubicBezTo>
                <a:cubicBezTo>
                  <a:pt x="417553" y="96860"/>
                  <a:pt x="417204" y="97732"/>
                  <a:pt x="416556" y="98206"/>
                </a:cubicBezTo>
                <a:cubicBezTo>
                  <a:pt x="415509" y="99029"/>
                  <a:pt x="414113" y="100126"/>
                  <a:pt x="413913" y="100350"/>
                </a:cubicBezTo>
                <a:cubicBezTo>
                  <a:pt x="413512" y="100754"/>
                  <a:pt x="413160" y="101208"/>
                  <a:pt x="412866" y="101696"/>
                </a:cubicBezTo>
                <a:cubicBezTo>
                  <a:pt x="412736" y="102075"/>
                  <a:pt x="412562" y="102434"/>
                  <a:pt x="412343" y="102768"/>
                </a:cubicBezTo>
                <a:cubicBezTo>
                  <a:pt x="412143" y="103018"/>
                  <a:pt x="411545" y="102768"/>
                  <a:pt x="411545" y="102768"/>
                </a:cubicBezTo>
                <a:cubicBezTo>
                  <a:pt x="410974" y="102611"/>
                  <a:pt x="410435" y="102359"/>
                  <a:pt x="409949" y="102020"/>
                </a:cubicBezTo>
                <a:cubicBezTo>
                  <a:pt x="409874" y="101973"/>
                  <a:pt x="409812" y="101908"/>
                  <a:pt x="409765" y="101836"/>
                </a:cubicBezTo>
                <a:cubicBezTo>
                  <a:pt x="409578" y="101547"/>
                  <a:pt x="409660" y="101160"/>
                  <a:pt x="409949" y="100973"/>
                </a:cubicBezTo>
                <a:cubicBezTo>
                  <a:pt x="410540" y="100385"/>
                  <a:pt x="411051" y="99724"/>
                  <a:pt x="411470" y="99004"/>
                </a:cubicBezTo>
                <a:cubicBezTo>
                  <a:pt x="411445" y="98630"/>
                  <a:pt x="411071" y="98630"/>
                  <a:pt x="411071" y="98630"/>
                </a:cubicBezTo>
                <a:cubicBezTo>
                  <a:pt x="409874" y="98959"/>
                  <a:pt x="408658" y="99218"/>
                  <a:pt x="407431" y="99403"/>
                </a:cubicBezTo>
                <a:cubicBezTo>
                  <a:pt x="407119" y="99385"/>
                  <a:pt x="406815" y="99308"/>
                  <a:pt x="406533" y="99178"/>
                </a:cubicBezTo>
                <a:cubicBezTo>
                  <a:pt x="406105" y="99113"/>
                  <a:pt x="405676" y="99285"/>
                  <a:pt x="405411" y="99627"/>
                </a:cubicBezTo>
                <a:cubicBezTo>
                  <a:pt x="404539" y="101123"/>
                  <a:pt x="404015" y="100849"/>
                  <a:pt x="403367" y="101472"/>
                </a:cubicBezTo>
                <a:cubicBezTo>
                  <a:pt x="402714" y="102182"/>
                  <a:pt x="402238" y="103038"/>
                  <a:pt x="401971" y="103965"/>
                </a:cubicBezTo>
                <a:cubicBezTo>
                  <a:pt x="401814" y="104414"/>
                  <a:pt x="402003" y="104907"/>
                  <a:pt x="402420" y="105137"/>
                </a:cubicBezTo>
                <a:cubicBezTo>
                  <a:pt x="403317" y="105760"/>
                  <a:pt x="404639" y="105536"/>
                  <a:pt x="406110" y="105760"/>
                </a:cubicBezTo>
                <a:cubicBezTo>
                  <a:pt x="406466" y="105798"/>
                  <a:pt x="406825" y="105798"/>
                  <a:pt x="407182" y="105760"/>
                </a:cubicBezTo>
                <a:cubicBezTo>
                  <a:pt x="407997" y="105558"/>
                  <a:pt x="408837" y="105483"/>
                  <a:pt x="409675" y="105536"/>
                </a:cubicBezTo>
                <a:cubicBezTo>
                  <a:pt x="410450" y="105820"/>
                  <a:pt x="411181" y="106214"/>
                  <a:pt x="411844" y="106708"/>
                </a:cubicBezTo>
                <a:cubicBezTo>
                  <a:pt x="412343" y="107032"/>
                  <a:pt x="413090" y="107605"/>
                  <a:pt x="413464" y="107879"/>
                </a:cubicBezTo>
                <a:cubicBezTo>
                  <a:pt x="414160" y="108388"/>
                  <a:pt x="414828" y="108936"/>
                  <a:pt x="415459" y="109525"/>
                </a:cubicBezTo>
                <a:cubicBezTo>
                  <a:pt x="415878" y="109881"/>
                  <a:pt x="416329" y="110198"/>
                  <a:pt x="416805" y="110472"/>
                </a:cubicBezTo>
                <a:cubicBezTo>
                  <a:pt x="417306" y="110684"/>
                  <a:pt x="417763" y="110991"/>
                  <a:pt x="418152" y="111370"/>
                </a:cubicBezTo>
                <a:cubicBezTo>
                  <a:pt x="418800" y="112260"/>
                  <a:pt x="419655" y="112980"/>
                  <a:pt x="420645" y="113464"/>
                </a:cubicBezTo>
                <a:cubicBezTo>
                  <a:pt x="420944" y="113564"/>
                  <a:pt x="421791" y="114536"/>
                  <a:pt x="422215" y="114735"/>
                </a:cubicBezTo>
                <a:cubicBezTo>
                  <a:pt x="422766" y="115075"/>
                  <a:pt x="423263" y="115493"/>
                  <a:pt x="423686" y="115982"/>
                </a:cubicBezTo>
                <a:cubicBezTo>
                  <a:pt x="423290" y="116486"/>
                  <a:pt x="422612" y="116668"/>
                  <a:pt x="422016" y="116431"/>
                </a:cubicBezTo>
                <a:cubicBezTo>
                  <a:pt x="421742" y="116256"/>
                  <a:pt x="420719" y="116082"/>
                  <a:pt x="420495" y="115857"/>
                </a:cubicBezTo>
                <a:cubicBezTo>
                  <a:pt x="420223" y="115491"/>
                  <a:pt x="420004" y="115089"/>
                  <a:pt x="419847" y="114661"/>
                </a:cubicBezTo>
                <a:cubicBezTo>
                  <a:pt x="419722" y="114461"/>
                  <a:pt x="419224" y="114162"/>
                  <a:pt x="418924" y="113788"/>
                </a:cubicBezTo>
                <a:cubicBezTo>
                  <a:pt x="418648" y="113344"/>
                  <a:pt x="418294" y="112955"/>
                  <a:pt x="417877" y="112641"/>
                </a:cubicBezTo>
                <a:cubicBezTo>
                  <a:pt x="417578" y="112467"/>
                  <a:pt x="417079" y="112467"/>
                  <a:pt x="417079" y="112467"/>
                </a:cubicBezTo>
                <a:cubicBezTo>
                  <a:pt x="416232" y="111918"/>
                  <a:pt x="416431" y="112018"/>
                  <a:pt x="416032" y="111918"/>
                </a:cubicBezTo>
                <a:cubicBezTo>
                  <a:pt x="415633" y="111818"/>
                  <a:pt x="415135" y="111120"/>
                  <a:pt x="414935" y="111120"/>
                </a:cubicBezTo>
                <a:cubicBezTo>
                  <a:pt x="414404" y="110816"/>
                  <a:pt x="413896" y="110475"/>
                  <a:pt x="413415" y="110098"/>
                </a:cubicBezTo>
                <a:cubicBezTo>
                  <a:pt x="413065" y="109874"/>
                  <a:pt x="412542" y="109251"/>
                  <a:pt x="412243" y="109076"/>
                </a:cubicBezTo>
                <a:cubicBezTo>
                  <a:pt x="412006" y="109001"/>
                  <a:pt x="411764" y="108941"/>
                  <a:pt x="411520" y="108902"/>
                </a:cubicBezTo>
                <a:cubicBezTo>
                  <a:pt x="411096" y="108777"/>
                  <a:pt x="410747" y="107730"/>
                  <a:pt x="410273" y="107730"/>
                </a:cubicBezTo>
                <a:cubicBezTo>
                  <a:pt x="408877" y="107630"/>
                  <a:pt x="407755" y="108802"/>
                  <a:pt x="407381" y="108802"/>
                </a:cubicBezTo>
                <a:cubicBezTo>
                  <a:pt x="406860" y="108936"/>
                  <a:pt x="406391" y="109223"/>
                  <a:pt x="406035" y="109625"/>
                </a:cubicBezTo>
                <a:cubicBezTo>
                  <a:pt x="405561" y="109974"/>
                  <a:pt x="405387" y="110148"/>
                  <a:pt x="405561" y="110647"/>
                </a:cubicBezTo>
                <a:cubicBezTo>
                  <a:pt x="405713" y="111008"/>
                  <a:pt x="405987" y="111307"/>
                  <a:pt x="406334" y="111494"/>
                </a:cubicBezTo>
                <a:cubicBezTo>
                  <a:pt x="406765" y="111786"/>
                  <a:pt x="407261" y="111968"/>
                  <a:pt x="407780" y="112018"/>
                </a:cubicBezTo>
                <a:cubicBezTo>
                  <a:pt x="408266" y="111988"/>
                  <a:pt x="408752" y="112100"/>
                  <a:pt x="409176" y="112342"/>
                </a:cubicBezTo>
                <a:cubicBezTo>
                  <a:pt x="409376" y="112566"/>
                  <a:pt x="410173" y="112990"/>
                  <a:pt x="409824" y="113215"/>
                </a:cubicBezTo>
                <a:cubicBezTo>
                  <a:pt x="409396" y="113444"/>
                  <a:pt x="408944" y="113629"/>
                  <a:pt x="408478" y="113763"/>
                </a:cubicBezTo>
                <a:cubicBezTo>
                  <a:pt x="408154" y="113863"/>
                  <a:pt x="407556" y="114411"/>
                  <a:pt x="407331" y="114561"/>
                </a:cubicBezTo>
                <a:cubicBezTo>
                  <a:pt x="407107" y="114711"/>
                  <a:pt x="406932" y="114711"/>
                  <a:pt x="406583" y="114711"/>
                </a:cubicBezTo>
                <a:cubicBezTo>
                  <a:pt x="406164" y="114638"/>
                  <a:pt x="405758" y="114494"/>
                  <a:pt x="405387" y="114287"/>
                </a:cubicBezTo>
                <a:cubicBezTo>
                  <a:pt x="404868" y="113900"/>
                  <a:pt x="404317" y="113559"/>
                  <a:pt x="403741" y="113265"/>
                </a:cubicBezTo>
                <a:cubicBezTo>
                  <a:pt x="403193" y="113065"/>
                  <a:pt x="402195" y="113015"/>
                  <a:pt x="401996" y="112791"/>
                </a:cubicBezTo>
                <a:cubicBezTo>
                  <a:pt x="401797" y="112566"/>
                  <a:pt x="401447" y="111594"/>
                  <a:pt x="401223" y="111370"/>
                </a:cubicBezTo>
                <a:cubicBezTo>
                  <a:pt x="400522" y="110806"/>
                  <a:pt x="399615" y="110572"/>
                  <a:pt x="398730" y="110722"/>
                </a:cubicBezTo>
                <a:cubicBezTo>
                  <a:pt x="398179" y="110961"/>
                  <a:pt x="397668" y="111280"/>
                  <a:pt x="397209" y="111669"/>
                </a:cubicBezTo>
                <a:cubicBezTo>
                  <a:pt x="396985" y="111868"/>
                  <a:pt x="396337" y="112417"/>
                  <a:pt x="396386" y="112666"/>
                </a:cubicBezTo>
                <a:cubicBezTo>
                  <a:pt x="396436" y="112915"/>
                  <a:pt x="396685" y="113265"/>
                  <a:pt x="396685" y="113514"/>
                </a:cubicBezTo>
                <a:cubicBezTo>
                  <a:pt x="396661" y="114461"/>
                  <a:pt x="397334" y="114860"/>
                  <a:pt x="397558" y="115085"/>
                </a:cubicBezTo>
                <a:cubicBezTo>
                  <a:pt x="397782" y="115309"/>
                  <a:pt x="399029" y="115658"/>
                  <a:pt x="399428" y="116032"/>
                </a:cubicBezTo>
                <a:cubicBezTo>
                  <a:pt x="400019" y="116583"/>
                  <a:pt x="400662" y="117077"/>
                  <a:pt x="401348" y="117503"/>
                </a:cubicBezTo>
                <a:cubicBezTo>
                  <a:pt x="402023" y="117914"/>
                  <a:pt x="402657" y="118390"/>
                  <a:pt x="403242" y="118924"/>
                </a:cubicBezTo>
                <a:cubicBezTo>
                  <a:pt x="403741" y="119572"/>
                  <a:pt x="403392" y="119971"/>
                  <a:pt x="402993" y="120096"/>
                </a:cubicBezTo>
                <a:cubicBezTo>
                  <a:pt x="401672" y="120420"/>
                  <a:pt x="399378" y="121841"/>
                  <a:pt x="398181" y="121168"/>
                </a:cubicBezTo>
                <a:cubicBezTo>
                  <a:pt x="397708" y="120869"/>
                  <a:pt x="396760" y="120046"/>
                  <a:pt x="395688" y="119273"/>
                </a:cubicBezTo>
                <a:cubicBezTo>
                  <a:pt x="395090" y="118749"/>
                  <a:pt x="394491" y="118351"/>
                  <a:pt x="394342" y="118749"/>
                </a:cubicBezTo>
                <a:cubicBezTo>
                  <a:pt x="394192" y="119148"/>
                  <a:pt x="395015" y="121442"/>
                  <a:pt x="394342" y="122115"/>
                </a:cubicBezTo>
                <a:cubicBezTo>
                  <a:pt x="393993" y="122439"/>
                  <a:pt x="393320" y="122988"/>
                  <a:pt x="392996" y="123312"/>
                </a:cubicBezTo>
                <a:cubicBezTo>
                  <a:pt x="393382" y="124085"/>
                  <a:pt x="393978" y="124733"/>
                  <a:pt x="394716" y="125182"/>
                </a:cubicBezTo>
                <a:cubicBezTo>
                  <a:pt x="395252" y="125401"/>
                  <a:pt x="395748" y="125705"/>
                  <a:pt x="396187" y="126079"/>
                </a:cubicBezTo>
                <a:cubicBezTo>
                  <a:pt x="396825" y="126471"/>
                  <a:pt x="397491" y="126812"/>
                  <a:pt x="398181" y="127101"/>
                </a:cubicBezTo>
                <a:cubicBezTo>
                  <a:pt x="399129" y="127650"/>
                  <a:pt x="400126" y="126603"/>
                  <a:pt x="401173" y="126254"/>
                </a:cubicBezTo>
                <a:cubicBezTo>
                  <a:pt x="401323" y="126229"/>
                  <a:pt x="402195" y="126354"/>
                  <a:pt x="402619" y="125930"/>
                </a:cubicBezTo>
                <a:cubicBezTo>
                  <a:pt x="403110" y="125478"/>
                  <a:pt x="403686" y="125132"/>
                  <a:pt x="404314" y="124907"/>
                </a:cubicBezTo>
                <a:cubicBezTo>
                  <a:pt x="404838" y="124608"/>
                  <a:pt x="405212" y="124259"/>
                  <a:pt x="405686" y="123910"/>
                </a:cubicBezTo>
                <a:cubicBezTo>
                  <a:pt x="406160" y="123561"/>
                  <a:pt x="406434" y="122963"/>
                  <a:pt x="407032" y="122464"/>
                </a:cubicBezTo>
                <a:cubicBezTo>
                  <a:pt x="407630" y="121966"/>
                  <a:pt x="409625" y="123437"/>
                  <a:pt x="409924" y="123661"/>
                </a:cubicBezTo>
                <a:cubicBezTo>
                  <a:pt x="410223" y="123885"/>
                  <a:pt x="410423" y="123885"/>
                  <a:pt x="411071" y="124284"/>
                </a:cubicBezTo>
                <a:cubicBezTo>
                  <a:pt x="411719" y="124683"/>
                  <a:pt x="411993" y="124982"/>
                  <a:pt x="412567" y="125381"/>
                </a:cubicBezTo>
                <a:cubicBezTo>
                  <a:pt x="412991" y="125563"/>
                  <a:pt x="413459" y="125616"/>
                  <a:pt x="413913" y="125531"/>
                </a:cubicBezTo>
                <a:cubicBezTo>
                  <a:pt x="414437" y="125506"/>
                  <a:pt x="415110" y="124907"/>
                  <a:pt x="415534" y="124633"/>
                </a:cubicBezTo>
                <a:cubicBezTo>
                  <a:pt x="415958" y="124359"/>
                  <a:pt x="415534" y="123661"/>
                  <a:pt x="415534" y="123661"/>
                </a:cubicBezTo>
                <a:cubicBezTo>
                  <a:pt x="415135" y="122838"/>
                  <a:pt x="415035" y="122215"/>
                  <a:pt x="414861" y="121891"/>
                </a:cubicBezTo>
                <a:cubicBezTo>
                  <a:pt x="414312" y="121043"/>
                  <a:pt x="414512" y="120220"/>
                  <a:pt x="414312" y="119996"/>
                </a:cubicBezTo>
                <a:cubicBezTo>
                  <a:pt x="414113" y="119772"/>
                  <a:pt x="413639" y="119946"/>
                  <a:pt x="413240" y="119622"/>
                </a:cubicBezTo>
                <a:cubicBezTo>
                  <a:pt x="412841" y="119298"/>
                  <a:pt x="412068" y="119123"/>
                  <a:pt x="411719" y="118899"/>
                </a:cubicBezTo>
                <a:cubicBezTo>
                  <a:pt x="411370" y="118675"/>
                  <a:pt x="411246" y="118351"/>
                  <a:pt x="411246" y="118151"/>
                </a:cubicBezTo>
                <a:cubicBezTo>
                  <a:pt x="411599" y="117672"/>
                  <a:pt x="412111" y="117336"/>
                  <a:pt x="412692" y="117204"/>
                </a:cubicBezTo>
                <a:cubicBezTo>
                  <a:pt x="413420" y="117124"/>
                  <a:pt x="414155" y="117124"/>
                  <a:pt x="414886" y="117204"/>
                </a:cubicBezTo>
                <a:cubicBezTo>
                  <a:pt x="415416" y="117341"/>
                  <a:pt x="415975" y="117341"/>
                  <a:pt x="416506" y="117204"/>
                </a:cubicBezTo>
                <a:cubicBezTo>
                  <a:pt x="417797" y="117022"/>
                  <a:pt x="419109" y="117296"/>
                  <a:pt x="420221" y="117977"/>
                </a:cubicBezTo>
                <a:cubicBezTo>
                  <a:pt x="420744" y="118375"/>
                  <a:pt x="421418" y="118849"/>
                  <a:pt x="421467" y="119273"/>
                </a:cubicBezTo>
                <a:cubicBezTo>
                  <a:pt x="421517" y="119697"/>
                  <a:pt x="422141" y="120370"/>
                  <a:pt x="422315" y="120370"/>
                </a:cubicBezTo>
                <a:cubicBezTo>
                  <a:pt x="422739" y="120387"/>
                  <a:pt x="423140" y="120567"/>
                  <a:pt x="423437" y="120869"/>
                </a:cubicBezTo>
                <a:cubicBezTo>
                  <a:pt x="424285" y="121818"/>
                  <a:pt x="425382" y="122509"/>
                  <a:pt x="426603" y="122863"/>
                </a:cubicBezTo>
                <a:cubicBezTo>
                  <a:pt x="427411" y="122646"/>
                  <a:pt x="428159" y="122255"/>
                  <a:pt x="428797" y="121716"/>
                </a:cubicBezTo>
                <a:cubicBezTo>
                  <a:pt x="429523" y="121133"/>
                  <a:pt x="430054" y="120340"/>
                  <a:pt x="430318" y="119448"/>
                </a:cubicBezTo>
                <a:cubicBezTo>
                  <a:pt x="430368" y="118924"/>
                  <a:pt x="429894" y="118899"/>
                  <a:pt x="429820" y="118326"/>
                </a:cubicBezTo>
                <a:cubicBezTo>
                  <a:pt x="429745" y="117752"/>
                  <a:pt x="429346" y="117628"/>
                  <a:pt x="429346" y="117378"/>
                </a:cubicBezTo>
                <a:cubicBezTo>
                  <a:pt x="429346" y="117129"/>
                  <a:pt x="429346" y="116531"/>
                  <a:pt x="429346" y="116256"/>
                </a:cubicBezTo>
                <a:cubicBezTo>
                  <a:pt x="429119" y="115962"/>
                  <a:pt x="428850" y="115703"/>
                  <a:pt x="428548" y="115483"/>
                </a:cubicBezTo>
                <a:cubicBezTo>
                  <a:pt x="427917" y="115453"/>
                  <a:pt x="427306" y="115257"/>
                  <a:pt x="426778" y="114910"/>
                </a:cubicBezTo>
                <a:cubicBezTo>
                  <a:pt x="426578" y="114686"/>
                  <a:pt x="426154" y="114411"/>
                  <a:pt x="426404" y="114112"/>
                </a:cubicBezTo>
                <a:cubicBezTo>
                  <a:pt x="426853" y="113698"/>
                  <a:pt x="427366" y="113362"/>
                  <a:pt x="427925" y="113115"/>
                </a:cubicBezTo>
                <a:lnTo>
                  <a:pt x="429196" y="112417"/>
                </a:lnTo>
                <a:cubicBezTo>
                  <a:pt x="429396" y="112292"/>
                  <a:pt x="430368" y="111893"/>
                  <a:pt x="430368" y="111893"/>
                </a:cubicBezTo>
                <a:cubicBezTo>
                  <a:pt x="431398" y="111145"/>
                  <a:pt x="432614" y="110697"/>
                  <a:pt x="433883" y="110597"/>
                </a:cubicBezTo>
                <a:cubicBezTo>
                  <a:pt x="434731" y="110622"/>
                  <a:pt x="436152" y="111370"/>
                  <a:pt x="436227" y="110896"/>
                </a:cubicBezTo>
                <a:cubicBezTo>
                  <a:pt x="436302" y="110422"/>
                  <a:pt x="437249" y="110073"/>
                  <a:pt x="437598" y="109824"/>
                </a:cubicBezTo>
                <a:cubicBezTo>
                  <a:pt x="437915" y="109625"/>
                  <a:pt x="438102" y="109275"/>
                  <a:pt x="438097" y="108902"/>
                </a:cubicBezTo>
                <a:cubicBezTo>
                  <a:pt x="438047" y="108375"/>
                  <a:pt x="437937" y="107857"/>
                  <a:pt x="437773" y="107356"/>
                </a:cubicBezTo>
                <a:cubicBezTo>
                  <a:pt x="437623" y="106934"/>
                  <a:pt x="437264" y="106620"/>
                  <a:pt x="436825" y="106533"/>
                </a:cubicBezTo>
                <a:cubicBezTo>
                  <a:pt x="436601" y="106408"/>
                  <a:pt x="436601" y="106633"/>
                  <a:pt x="436177" y="106533"/>
                </a:cubicBezTo>
                <a:cubicBezTo>
                  <a:pt x="435753" y="106433"/>
                  <a:pt x="433011" y="104264"/>
                  <a:pt x="431739" y="104987"/>
                </a:cubicBezTo>
                <a:cubicBezTo>
                  <a:pt x="431116" y="105336"/>
                  <a:pt x="431515" y="106359"/>
                  <a:pt x="430842" y="106957"/>
                </a:cubicBezTo>
                <a:cubicBezTo>
                  <a:pt x="430545" y="107191"/>
                  <a:pt x="430206" y="107368"/>
                  <a:pt x="429844" y="107480"/>
                </a:cubicBezTo>
                <a:cubicBezTo>
                  <a:pt x="429495" y="107680"/>
                  <a:pt x="428947" y="107854"/>
                  <a:pt x="428673" y="107680"/>
                </a:cubicBezTo>
                <a:cubicBezTo>
                  <a:pt x="428398" y="107505"/>
                  <a:pt x="428149" y="107206"/>
                  <a:pt x="427451" y="107206"/>
                </a:cubicBezTo>
                <a:cubicBezTo>
                  <a:pt x="426354" y="107381"/>
                  <a:pt x="426828" y="107979"/>
                  <a:pt x="426529" y="108228"/>
                </a:cubicBezTo>
                <a:cubicBezTo>
                  <a:pt x="426229" y="108478"/>
                  <a:pt x="425731" y="108228"/>
                  <a:pt x="425506" y="108228"/>
                </a:cubicBezTo>
                <a:cubicBezTo>
                  <a:pt x="425157" y="108281"/>
                  <a:pt x="424803" y="108228"/>
                  <a:pt x="424484" y="108079"/>
                </a:cubicBezTo>
                <a:cubicBezTo>
                  <a:pt x="424335" y="107954"/>
                  <a:pt x="423612" y="108877"/>
                  <a:pt x="423661" y="109226"/>
                </a:cubicBezTo>
                <a:cubicBezTo>
                  <a:pt x="423711" y="109575"/>
                  <a:pt x="424534" y="109674"/>
                  <a:pt x="424210" y="110422"/>
                </a:cubicBezTo>
                <a:cubicBezTo>
                  <a:pt x="423886" y="111170"/>
                  <a:pt x="422913" y="111170"/>
                  <a:pt x="422215" y="110422"/>
                </a:cubicBezTo>
                <a:cubicBezTo>
                  <a:pt x="421517" y="109674"/>
                  <a:pt x="423387" y="109500"/>
                  <a:pt x="422614" y="109026"/>
                </a:cubicBezTo>
                <a:cubicBezTo>
                  <a:pt x="421841" y="108552"/>
                  <a:pt x="421866" y="107406"/>
                  <a:pt x="422141" y="107356"/>
                </a:cubicBezTo>
                <a:cubicBezTo>
                  <a:pt x="422415" y="107306"/>
                  <a:pt x="424360" y="107032"/>
                  <a:pt x="424360" y="107032"/>
                </a:cubicBezTo>
                <a:cubicBezTo>
                  <a:pt x="426778" y="106284"/>
                  <a:pt x="427576" y="106408"/>
                  <a:pt x="428024" y="105935"/>
                </a:cubicBezTo>
                <a:cubicBezTo>
                  <a:pt x="428296" y="105533"/>
                  <a:pt x="428403" y="105042"/>
                  <a:pt x="428324" y="104563"/>
                </a:cubicBezTo>
                <a:cubicBezTo>
                  <a:pt x="428324" y="104214"/>
                  <a:pt x="429196" y="103566"/>
                  <a:pt x="429396" y="103566"/>
                </a:cubicBezTo>
                <a:cubicBezTo>
                  <a:pt x="430054" y="103349"/>
                  <a:pt x="430752" y="103282"/>
                  <a:pt x="431440" y="103367"/>
                </a:cubicBezTo>
                <a:cubicBezTo>
                  <a:pt x="432113" y="103442"/>
                  <a:pt x="433235" y="103192"/>
                  <a:pt x="433235" y="102569"/>
                </a:cubicBezTo>
                <a:cubicBezTo>
                  <a:pt x="433437" y="101931"/>
                  <a:pt x="433375" y="101240"/>
                  <a:pt x="433061" y="100649"/>
                </a:cubicBezTo>
                <a:cubicBezTo>
                  <a:pt x="432888" y="100440"/>
                  <a:pt x="432664" y="100278"/>
                  <a:pt x="432412" y="100176"/>
                </a:cubicBezTo>
                <a:cubicBezTo>
                  <a:pt x="432188" y="100126"/>
                  <a:pt x="432063" y="99652"/>
                  <a:pt x="431814" y="99652"/>
                </a:cubicBezTo>
                <a:cubicBezTo>
                  <a:pt x="431141" y="99378"/>
                  <a:pt x="430518" y="99951"/>
                  <a:pt x="429795" y="100176"/>
                </a:cubicBezTo>
                <a:cubicBezTo>
                  <a:pt x="429072" y="100400"/>
                  <a:pt x="427601" y="100699"/>
                  <a:pt x="427601" y="100400"/>
                </a:cubicBezTo>
                <a:cubicBezTo>
                  <a:pt x="427601" y="100101"/>
                  <a:pt x="427825" y="99203"/>
                  <a:pt x="427601" y="98979"/>
                </a:cubicBezTo>
                <a:cubicBezTo>
                  <a:pt x="427144" y="98792"/>
                  <a:pt x="426636" y="98792"/>
                  <a:pt x="426179" y="98979"/>
                </a:cubicBezTo>
                <a:cubicBezTo>
                  <a:pt x="425980" y="99178"/>
                  <a:pt x="425830" y="100051"/>
                  <a:pt x="425432" y="100500"/>
                </a:cubicBezTo>
                <a:cubicBezTo>
                  <a:pt x="425008" y="100839"/>
                  <a:pt x="424499" y="101053"/>
                  <a:pt x="423961" y="101123"/>
                </a:cubicBezTo>
                <a:cubicBezTo>
                  <a:pt x="423387" y="101272"/>
                  <a:pt x="422440" y="101971"/>
                  <a:pt x="422639" y="102345"/>
                </a:cubicBezTo>
                <a:cubicBezTo>
                  <a:pt x="422839" y="102719"/>
                  <a:pt x="423138" y="102394"/>
                  <a:pt x="423562" y="102719"/>
                </a:cubicBezTo>
                <a:cubicBezTo>
                  <a:pt x="423985" y="103043"/>
                  <a:pt x="424609" y="103043"/>
                  <a:pt x="424783" y="103317"/>
                </a:cubicBezTo>
                <a:cubicBezTo>
                  <a:pt x="424958" y="103591"/>
                  <a:pt x="424883" y="104987"/>
                  <a:pt x="423985" y="105112"/>
                </a:cubicBezTo>
                <a:cubicBezTo>
                  <a:pt x="423636" y="105162"/>
                  <a:pt x="422415" y="105586"/>
                  <a:pt x="422066" y="104987"/>
                </a:cubicBezTo>
                <a:cubicBezTo>
                  <a:pt x="421941" y="104788"/>
                  <a:pt x="422215" y="104514"/>
                  <a:pt x="422190" y="104065"/>
                </a:cubicBezTo>
                <a:cubicBezTo>
                  <a:pt x="422166" y="103616"/>
                  <a:pt x="421218" y="103142"/>
                  <a:pt x="421193" y="102868"/>
                </a:cubicBezTo>
                <a:cubicBezTo>
                  <a:pt x="421168" y="102594"/>
                  <a:pt x="421019" y="102469"/>
                  <a:pt x="421418" y="102120"/>
                </a:cubicBezTo>
                <a:cubicBezTo>
                  <a:pt x="422171" y="101382"/>
                  <a:pt x="422816" y="100542"/>
                  <a:pt x="423337" y="99627"/>
                </a:cubicBezTo>
                <a:cubicBezTo>
                  <a:pt x="423380" y="99305"/>
                  <a:pt x="423539" y="99014"/>
                  <a:pt x="423786" y="98804"/>
                </a:cubicBezTo>
                <a:cubicBezTo>
                  <a:pt x="424260" y="98380"/>
                  <a:pt x="424833" y="97707"/>
                  <a:pt x="424559" y="97483"/>
                </a:cubicBezTo>
                <a:cubicBezTo>
                  <a:pt x="424285" y="97241"/>
                  <a:pt x="423926" y="97124"/>
                  <a:pt x="423562" y="97159"/>
                </a:cubicBezTo>
                <a:cubicBezTo>
                  <a:pt x="423086" y="97186"/>
                  <a:pt x="422627" y="97351"/>
                  <a:pt x="422240" y="97633"/>
                </a:cubicBezTo>
                <a:cubicBezTo>
                  <a:pt x="422088" y="97904"/>
                  <a:pt x="421914" y="98164"/>
                  <a:pt x="421717" y="98405"/>
                </a:cubicBezTo>
                <a:cubicBezTo>
                  <a:pt x="421101" y="99054"/>
                  <a:pt x="420450" y="99669"/>
                  <a:pt x="419772" y="100250"/>
                </a:cubicBezTo>
                <a:cubicBezTo>
                  <a:pt x="419398" y="100574"/>
                  <a:pt x="418825" y="101597"/>
                  <a:pt x="418600" y="101771"/>
                </a:cubicBezTo>
                <a:cubicBezTo>
                  <a:pt x="418376" y="101946"/>
                  <a:pt x="416706" y="103367"/>
                  <a:pt x="416506" y="103591"/>
                </a:cubicBezTo>
                <a:cubicBezTo>
                  <a:pt x="416062" y="103928"/>
                  <a:pt x="415865" y="104499"/>
                  <a:pt x="416007" y="105037"/>
                </a:cubicBezTo>
                <a:cubicBezTo>
                  <a:pt x="416132" y="105286"/>
                  <a:pt x="416506" y="105262"/>
                  <a:pt x="416755" y="105286"/>
                </a:cubicBezTo>
                <a:cubicBezTo>
                  <a:pt x="417005" y="105311"/>
                  <a:pt x="417379" y="105411"/>
                  <a:pt x="417603" y="105162"/>
                </a:cubicBezTo>
                <a:cubicBezTo>
                  <a:pt x="417827" y="104912"/>
                  <a:pt x="418276" y="104414"/>
                  <a:pt x="418750" y="104663"/>
                </a:cubicBezTo>
                <a:cubicBezTo>
                  <a:pt x="419224" y="104912"/>
                  <a:pt x="419074" y="105411"/>
                  <a:pt x="418600" y="105660"/>
                </a:cubicBezTo>
                <a:cubicBezTo>
                  <a:pt x="418127" y="105910"/>
                  <a:pt x="418152" y="106259"/>
                  <a:pt x="418127" y="106533"/>
                </a:cubicBezTo>
                <a:cubicBezTo>
                  <a:pt x="418102" y="106807"/>
                  <a:pt x="418600" y="106732"/>
                  <a:pt x="419124" y="107007"/>
                </a:cubicBezTo>
                <a:cubicBezTo>
                  <a:pt x="419647" y="107281"/>
                  <a:pt x="420071" y="107455"/>
                  <a:pt x="419847" y="107929"/>
                </a:cubicBezTo>
                <a:cubicBezTo>
                  <a:pt x="419760" y="108154"/>
                  <a:pt x="419538" y="108296"/>
                  <a:pt x="419298" y="108278"/>
                </a:cubicBezTo>
                <a:cubicBezTo>
                  <a:pt x="418972" y="108246"/>
                  <a:pt x="418653" y="108161"/>
                  <a:pt x="418351" y="108029"/>
                </a:cubicBezTo>
                <a:cubicBezTo>
                  <a:pt x="418014" y="107879"/>
                  <a:pt x="417690" y="107705"/>
                  <a:pt x="417379" y="107505"/>
                </a:cubicBezTo>
                <a:cubicBezTo>
                  <a:pt x="416902" y="107072"/>
                  <a:pt x="416386" y="106688"/>
                  <a:pt x="415833" y="106359"/>
                </a:cubicBezTo>
                <a:cubicBezTo>
                  <a:pt x="415526" y="106112"/>
                  <a:pt x="415234" y="105845"/>
                  <a:pt x="414960" y="105561"/>
                </a:cubicBezTo>
                <a:cubicBezTo>
                  <a:pt x="414711" y="105336"/>
                  <a:pt x="413963" y="105137"/>
                  <a:pt x="413764" y="104788"/>
                </a:cubicBezTo>
                <a:cubicBezTo>
                  <a:pt x="413641" y="104476"/>
                  <a:pt x="413641" y="104127"/>
                  <a:pt x="413764" y="103815"/>
                </a:cubicBezTo>
                <a:cubicBezTo>
                  <a:pt x="413913" y="103491"/>
                  <a:pt x="414886" y="103342"/>
                  <a:pt x="415135" y="103192"/>
                </a:cubicBezTo>
                <a:cubicBezTo>
                  <a:pt x="415384" y="103043"/>
                  <a:pt x="415434" y="102843"/>
                  <a:pt x="416032" y="102394"/>
                </a:cubicBezTo>
                <a:cubicBezTo>
                  <a:pt x="416631" y="101946"/>
                  <a:pt x="416755" y="101297"/>
                  <a:pt x="417005" y="101048"/>
                </a:cubicBezTo>
                <a:cubicBezTo>
                  <a:pt x="417254" y="100799"/>
                  <a:pt x="418376" y="99627"/>
                  <a:pt x="418700" y="99278"/>
                </a:cubicBezTo>
                <a:cubicBezTo>
                  <a:pt x="419024" y="98929"/>
                  <a:pt x="419498" y="98630"/>
                  <a:pt x="419647" y="98480"/>
                </a:cubicBezTo>
                <a:cubicBezTo>
                  <a:pt x="419797" y="98331"/>
                  <a:pt x="420246" y="97857"/>
                  <a:pt x="420420" y="97857"/>
                </a:cubicBezTo>
                <a:cubicBezTo>
                  <a:pt x="420707" y="97747"/>
                  <a:pt x="420934" y="97520"/>
                  <a:pt x="421044" y="97234"/>
                </a:cubicBezTo>
                <a:cubicBezTo>
                  <a:pt x="421118" y="96885"/>
                  <a:pt x="421791" y="96585"/>
                  <a:pt x="422041" y="96162"/>
                </a:cubicBezTo>
                <a:cubicBezTo>
                  <a:pt x="422290" y="95738"/>
                  <a:pt x="422589" y="95588"/>
                  <a:pt x="422764" y="95214"/>
                </a:cubicBezTo>
                <a:cubicBezTo>
                  <a:pt x="422938" y="94840"/>
                  <a:pt x="423038" y="94616"/>
                  <a:pt x="422938" y="94466"/>
                </a:cubicBezTo>
                <a:cubicBezTo>
                  <a:pt x="422839" y="94317"/>
                  <a:pt x="422515" y="94491"/>
                  <a:pt x="422365" y="94317"/>
                </a:cubicBezTo>
                <a:cubicBezTo>
                  <a:pt x="422153" y="94072"/>
                  <a:pt x="421929" y="93838"/>
                  <a:pt x="421692" y="93619"/>
                </a:cubicBezTo>
                <a:close/>
                <a:moveTo>
                  <a:pt x="91125" y="92073"/>
                </a:moveTo>
                <a:cubicBezTo>
                  <a:pt x="90916" y="92300"/>
                  <a:pt x="90662" y="92477"/>
                  <a:pt x="90377" y="92596"/>
                </a:cubicBezTo>
                <a:cubicBezTo>
                  <a:pt x="90003" y="92671"/>
                  <a:pt x="89679" y="92472"/>
                  <a:pt x="89206" y="92920"/>
                </a:cubicBezTo>
                <a:cubicBezTo>
                  <a:pt x="88914" y="93327"/>
                  <a:pt x="88647" y="93753"/>
                  <a:pt x="88408" y="94192"/>
                </a:cubicBezTo>
                <a:cubicBezTo>
                  <a:pt x="88208" y="94391"/>
                  <a:pt x="87660" y="94641"/>
                  <a:pt x="87460" y="94865"/>
                </a:cubicBezTo>
                <a:cubicBezTo>
                  <a:pt x="87261" y="95089"/>
                  <a:pt x="87161" y="95663"/>
                  <a:pt x="86812" y="95987"/>
                </a:cubicBezTo>
                <a:cubicBezTo>
                  <a:pt x="86463" y="96311"/>
                  <a:pt x="85765" y="96635"/>
                  <a:pt x="85566" y="96885"/>
                </a:cubicBezTo>
                <a:cubicBezTo>
                  <a:pt x="85167" y="97333"/>
                  <a:pt x="84967" y="97633"/>
                  <a:pt x="85266" y="98181"/>
                </a:cubicBezTo>
                <a:cubicBezTo>
                  <a:pt x="85685" y="98692"/>
                  <a:pt x="86154" y="99158"/>
                  <a:pt x="86663" y="99577"/>
                </a:cubicBezTo>
                <a:cubicBezTo>
                  <a:pt x="87283" y="100367"/>
                  <a:pt x="87852" y="101200"/>
                  <a:pt x="88358" y="102070"/>
                </a:cubicBezTo>
                <a:cubicBezTo>
                  <a:pt x="88635" y="102631"/>
                  <a:pt x="88986" y="103152"/>
                  <a:pt x="89405" y="103616"/>
                </a:cubicBezTo>
                <a:cubicBezTo>
                  <a:pt x="89604" y="103815"/>
                  <a:pt x="90677" y="104888"/>
                  <a:pt x="91449" y="105760"/>
                </a:cubicBezTo>
                <a:cubicBezTo>
                  <a:pt x="91599" y="105935"/>
                  <a:pt x="92023" y="106658"/>
                  <a:pt x="92571" y="107331"/>
                </a:cubicBezTo>
                <a:cubicBezTo>
                  <a:pt x="93120" y="108004"/>
                  <a:pt x="92871" y="108104"/>
                  <a:pt x="93643" y="108926"/>
                </a:cubicBezTo>
                <a:cubicBezTo>
                  <a:pt x="93793" y="109076"/>
                  <a:pt x="93968" y="109874"/>
                  <a:pt x="94117" y="110073"/>
                </a:cubicBezTo>
                <a:cubicBezTo>
                  <a:pt x="95588" y="111818"/>
                  <a:pt x="95488" y="112168"/>
                  <a:pt x="96361" y="112965"/>
                </a:cubicBezTo>
                <a:cubicBezTo>
                  <a:pt x="96892" y="113504"/>
                  <a:pt x="97495" y="113968"/>
                  <a:pt x="98156" y="114337"/>
                </a:cubicBezTo>
                <a:cubicBezTo>
                  <a:pt x="98582" y="114576"/>
                  <a:pt x="98984" y="114860"/>
                  <a:pt x="99353" y="115184"/>
                </a:cubicBezTo>
                <a:lnTo>
                  <a:pt x="100524" y="116157"/>
                </a:lnTo>
                <a:cubicBezTo>
                  <a:pt x="100724" y="116356"/>
                  <a:pt x="102320" y="117204"/>
                  <a:pt x="102644" y="117428"/>
                </a:cubicBezTo>
                <a:cubicBezTo>
                  <a:pt x="103122" y="117912"/>
                  <a:pt x="103648" y="118346"/>
                  <a:pt x="104214" y="118724"/>
                </a:cubicBezTo>
                <a:cubicBezTo>
                  <a:pt x="104865" y="118951"/>
                  <a:pt x="105546" y="119076"/>
                  <a:pt x="106234" y="119098"/>
                </a:cubicBezTo>
                <a:cubicBezTo>
                  <a:pt x="106678" y="119039"/>
                  <a:pt x="107106" y="118904"/>
                  <a:pt x="107505" y="118700"/>
                </a:cubicBezTo>
                <a:cubicBezTo>
                  <a:pt x="107979" y="118425"/>
                  <a:pt x="108727" y="117428"/>
                  <a:pt x="109201" y="117079"/>
                </a:cubicBezTo>
                <a:cubicBezTo>
                  <a:pt x="109674" y="116730"/>
                  <a:pt x="110597" y="116231"/>
                  <a:pt x="110597" y="116231"/>
                </a:cubicBezTo>
                <a:cubicBezTo>
                  <a:pt x="110597" y="116231"/>
                  <a:pt x="111569" y="115284"/>
                  <a:pt x="111918" y="114885"/>
                </a:cubicBezTo>
                <a:cubicBezTo>
                  <a:pt x="112305" y="114374"/>
                  <a:pt x="112788" y="113943"/>
                  <a:pt x="113339" y="113614"/>
                </a:cubicBezTo>
                <a:cubicBezTo>
                  <a:pt x="113614" y="113489"/>
                  <a:pt x="114287" y="113389"/>
                  <a:pt x="114561" y="113090"/>
                </a:cubicBezTo>
                <a:cubicBezTo>
                  <a:pt x="114945" y="112619"/>
                  <a:pt x="115247" y="112088"/>
                  <a:pt x="115458" y="111519"/>
                </a:cubicBezTo>
                <a:cubicBezTo>
                  <a:pt x="115658" y="110996"/>
                  <a:pt x="116431" y="110572"/>
                  <a:pt x="116481" y="110023"/>
                </a:cubicBezTo>
                <a:cubicBezTo>
                  <a:pt x="116531" y="109475"/>
                  <a:pt x="116157" y="109026"/>
                  <a:pt x="115807" y="108453"/>
                </a:cubicBezTo>
                <a:cubicBezTo>
                  <a:pt x="115473" y="107685"/>
                  <a:pt x="115082" y="106942"/>
                  <a:pt x="114636" y="106234"/>
                </a:cubicBezTo>
                <a:cubicBezTo>
                  <a:pt x="114157" y="105518"/>
                  <a:pt x="113264" y="105204"/>
                  <a:pt x="112442" y="105461"/>
                </a:cubicBezTo>
                <a:cubicBezTo>
                  <a:pt x="111971" y="105748"/>
                  <a:pt x="111549" y="106109"/>
                  <a:pt x="111195" y="106533"/>
                </a:cubicBezTo>
                <a:cubicBezTo>
                  <a:pt x="110899" y="106775"/>
                  <a:pt x="110547" y="106947"/>
                  <a:pt x="110173" y="107032"/>
                </a:cubicBezTo>
                <a:cubicBezTo>
                  <a:pt x="110048" y="107057"/>
                  <a:pt x="109624" y="107655"/>
                  <a:pt x="109251" y="107655"/>
                </a:cubicBezTo>
                <a:cubicBezTo>
                  <a:pt x="108832" y="107944"/>
                  <a:pt x="108440" y="108268"/>
                  <a:pt x="108079" y="108627"/>
                </a:cubicBezTo>
                <a:cubicBezTo>
                  <a:pt x="107493" y="109173"/>
                  <a:pt x="106735" y="109500"/>
                  <a:pt x="105935" y="109550"/>
                </a:cubicBezTo>
                <a:cubicBezTo>
                  <a:pt x="104788" y="109500"/>
                  <a:pt x="104364" y="108777"/>
                  <a:pt x="103566" y="108378"/>
                </a:cubicBezTo>
                <a:cubicBezTo>
                  <a:pt x="103122" y="108146"/>
                  <a:pt x="102731" y="107822"/>
                  <a:pt x="102419" y="107431"/>
                </a:cubicBezTo>
                <a:cubicBezTo>
                  <a:pt x="101714" y="106610"/>
                  <a:pt x="101170" y="105663"/>
                  <a:pt x="100824" y="104638"/>
                </a:cubicBezTo>
                <a:cubicBezTo>
                  <a:pt x="101332" y="103733"/>
                  <a:pt x="101646" y="102731"/>
                  <a:pt x="101746" y="101696"/>
                </a:cubicBezTo>
                <a:cubicBezTo>
                  <a:pt x="101868" y="101048"/>
                  <a:pt x="102028" y="100407"/>
                  <a:pt x="102220" y="99777"/>
                </a:cubicBezTo>
                <a:cubicBezTo>
                  <a:pt x="102182" y="99261"/>
                  <a:pt x="102250" y="98744"/>
                  <a:pt x="102419" y="98256"/>
                </a:cubicBezTo>
                <a:cubicBezTo>
                  <a:pt x="102718" y="97682"/>
                  <a:pt x="102868" y="97408"/>
                  <a:pt x="103142" y="96934"/>
                </a:cubicBezTo>
                <a:cubicBezTo>
                  <a:pt x="103407" y="96625"/>
                  <a:pt x="103407" y="96172"/>
                  <a:pt x="103142" y="95862"/>
                </a:cubicBezTo>
                <a:cubicBezTo>
                  <a:pt x="102758" y="95506"/>
                  <a:pt x="102322" y="95212"/>
                  <a:pt x="101846" y="94990"/>
                </a:cubicBezTo>
                <a:cubicBezTo>
                  <a:pt x="101123" y="94840"/>
                  <a:pt x="100325" y="93793"/>
                  <a:pt x="99477" y="94366"/>
                </a:cubicBezTo>
                <a:cubicBezTo>
                  <a:pt x="98630" y="94940"/>
                  <a:pt x="97657" y="94915"/>
                  <a:pt x="97508" y="95389"/>
                </a:cubicBezTo>
                <a:cubicBezTo>
                  <a:pt x="97490" y="95887"/>
                  <a:pt x="97381" y="96376"/>
                  <a:pt x="97184" y="96835"/>
                </a:cubicBezTo>
                <a:cubicBezTo>
                  <a:pt x="97358" y="97458"/>
                  <a:pt x="96635" y="97907"/>
                  <a:pt x="95962" y="97458"/>
                </a:cubicBezTo>
                <a:cubicBezTo>
                  <a:pt x="95620" y="97089"/>
                  <a:pt x="95329" y="96678"/>
                  <a:pt x="95089" y="96236"/>
                </a:cubicBezTo>
                <a:cubicBezTo>
                  <a:pt x="94666" y="95289"/>
                  <a:pt x="95164" y="94267"/>
                  <a:pt x="94042" y="93120"/>
                </a:cubicBezTo>
                <a:cubicBezTo>
                  <a:pt x="93479" y="92659"/>
                  <a:pt x="92838" y="92302"/>
                  <a:pt x="92148" y="92073"/>
                </a:cubicBezTo>
                <a:cubicBezTo>
                  <a:pt x="91798" y="92073"/>
                  <a:pt x="91325" y="91923"/>
                  <a:pt x="91125" y="92073"/>
                </a:cubicBezTo>
                <a:close/>
                <a:moveTo>
                  <a:pt x="309201" y="81751"/>
                </a:moveTo>
                <a:cubicBezTo>
                  <a:pt x="309127" y="85551"/>
                  <a:pt x="308478" y="89316"/>
                  <a:pt x="307282" y="92921"/>
                </a:cubicBezTo>
                <a:cubicBezTo>
                  <a:pt x="306412" y="95773"/>
                  <a:pt x="304235" y="98042"/>
                  <a:pt x="301423" y="99029"/>
                </a:cubicBezTo>
                <a:cubicBezTo>
                  <a:pt x="300889" y="100398"/>
                  <a:pt x="300121" y="101662"/>
                  <a:pt x="299154" y="102769"/>
                </a:cubicBezTo>
                <a:cubicBezTo>
                  <a:pt x="293121" y="109949"/>
                  <a:pt x="282151" y="117752"/>
                  <a:pt x="269685" y="123137"/>
                </a:cubicBezTo>
                <a:cubicBezTo>
                  <a:pt x="272567" y="122270"/>
                  <a:pt x="275666" y="122472"/>
                  <a:pt x="278411" y="123711"/>
                </a:cubicBezTo>
                <a:lnTo>
                  <a:pt x="278511" y="123636"/>
                </a:lnTo>
                <a:cubicBezTo>
                  <a:pt x="282061" y="125374"/>
                  <a:pt x="285290" y="127700"/>
                  <a:pt x="288059" y="130517"/>
                </a:cubicBezTo>
                <a:cubicBezTo>
                  <a:pt x="288059" y="130517"/>
                  <a:pt x="284420" y="132437"/>
                  <a:pt x="276791" y="130717"/>
                </a:cubicBezTo>
                <a:cubicBezTo>
                  <a:pt x="273123" y="129717"/>
                  <a:pt x="270156" y="127019"/>
                  <a:pt x="268812" y="123462"/>
                </a:cubicBezTo>
                <a:lnTo>
                  <a:pt x="262556" y="125759"/>
                </a:lnTo>
                <a:lnTo>
                  <a:pt x="263895" y="132627"/>
                </a:lnTo>
                <a:cubicBezTo>
                  <a:pt x="264724" y="136887"/>
                  <a:pt x="265634" y="141574"/>
                  <a:pt x="266095" y="143980"/>
                </a:cubicBezTo>
                <a:cubicBezTo>
                  <a:pt x="292220" y="144127"/>
                  <a:pt x="318212" y="140208"/>
                  <a:pt x="343133" y="132362"/>
                </a:cubicBezTo>
                <a:lnTo>
                  <a:pt x="345801" y="131464"/>
                </a:lnTo>
                <a:lnTo>
                  <a:pt x="345801" y="134256"/>
                </a:lnTo>
                <a:cubicBezTo>
                  <a:pt x="345783" y="142117"/>
                  <a:pt x="343093" y="149741"/>
                  <a:pt x="338172" y="155872"/>
                </a:cubicBezTo>
                <a:cubicBezTo>
                  <a:pt x="333245" y="161801"/>
                  <a:pt x="326638" y="166104"/>
                  <a:pt x="319224" y="168213"/>
                </a:cubicBezTo>
                <a:cubicBezTo>
                  <a:pt x="318414" y="173882"/>
                  <a:pt x="315614" y="179081"/>
                  <a:pt x="311320" y="182873"/>
                </a:cubicBezTo>
                <a:cubicBezTo>
                  <a:pt x="310194" y="183825"/>
                  <a:pt x="308974" y="184660"/>
                  <a:pt x="307681" y="185366"/>
                </a:cubicBezTo>
                <a:cubicBezTo>
                  <a:pt x="324808" y="183421"/>
                  <a:pt x="337848" y="180978"/>
                  <a:pt x="344080" y="179806"/>
                </a:cubicBezTo>
                <a:lnTo>
                  <a:pt x="346948" y="179258"/>
                </a:lnTo>
                <a:lnTo>
                  <a:pt x="346798" y="179258"/>
                </a:lnTo>
                <a:cubicBezTo>
                  <a:pt x="349615" y="178784"/>
                  <a:pt x="352358" y="178186"/>
                  <a:pt x="354601" y="177637"/>
                </a:cubicBezTo>
                <a:cubicBezTo>
                  <a:pt x="351236" y="183997"/>
                  <a:pt x="347182" y="189966"/>
                  <a:pt x="342510" y="195438"/>
                </a:cubicBezTo>
                <a:cubicBezTo>
                  <a:pt x="334624" y="204815"/>
                  <a:pt x="324943" y="212519"/>
                  <a:pt x="314038" y="218101"/>
                </a:cubicBezTo>
                <a:cubicBezTo>
                  <a:pt x="304442" y="222957"/>
                  <a:pt x="294133" y="226248"/>
                  <a:pt x="283497" y="227849"/>
                </a:cubicBezTo>
                <a:cubicBezTo>
                  <a:pt x="281844" y="228081"/>
                  <a:pt x="280179" y="228188"/>
                  <a:pt x="278511" y="228173"/>
                </a:cubicBezTo>
                <a:cubicBezTo>
                  <a:pt x="275399" y="228161"/>
                  <a:pt x="272293" y="227936"/>
                  <a:pt x="269211" y="227500"/>
                </a:cubicBezTo>
                <a:lnTo>
                  <a:pt x="266269" y="227076"/>
                </a:lnTo>
                <a:lnTo>
                  <a:pt x="271979" y="250935"/>
                </a:lnTo>
                <a:lnTo>
                  <a:pt x="252956" y="252157"/>
                </a:lnTo>
                <a:lnTo>
                  <a:pt x="233908" y="250935"/>
                </a:lnTo>
                <a:lnTo>
                  <a:pt x="239617" y="227076"/>
                </a:lnTo>
                <a:lnTo>
                  <a:pt x="236676" y="227500"/>
                </a:lnTo>
                <a:cubicBezTo>
                  <a:pt x="233594" y="227936"/>
                  <a:pt x="230488" y="228161"/>
                  <a:pt x="227376" y="228173"/>
                </a:cubicBezTo>
                <a:cubicBezTo>
                  <a:pt x="225708" y="228190"/>
                  <a:pt x="224040" y="228081"/>
                  <a:pt x="222390" y="227849"/>
                </a:cubicBezTo>
                <a:cubicBezTo>
                  <a:pt x="211747" y="226253"/>
                  <a:pt x="201427" y="222962"/>
                  <a:pt x="191824" y="218101"/>
                </a:cubicBezTo>
                <a:cubicBezTo>
                  <a:pt x="180916" y="212521"/>
                  <a:pt x="171238" y="204815"/>
                  <a:pt x="163352" y="195438"/>
                </a:cubicBezTo>
                <a:cubicBezTo>
                  <a:pt x="158680" y="189966"/>
                  <a:pt x="154626" y="183997"/>
                  <a:pt x="151260" y="177637"/>
                </a:cubicBezTo>
                <a:cubicBezTo>
                  <a:pt x="153529" y="178186"/>
                  <a:pt x="156321" y="178784"/>
                  <a:pt x="159064" y="179258"/>
                </a:cubicBezTo>
                <a:lnTo>
                  <a:pt x="161956" y="179806"/>
                </a:lnTo>
                <a:cubicBezTo>
                  <a:pt x="168164" y="180978"/>
                  <a:pt x="181178" y="183421"/>
                  <a:pt x="198331" y="185341"/>
                </a:cubicBezTo>
                <a:cubicBezTo>
                  <a:pt x="197037" y="184685"/>
                  <a:pt x="195815" y="183890"/>
                  <a:pt x="194691" y="182972"/>
                </a:cubicBezTo>
                <a:cubicBezTo>
                  <a:pt x="190410" y="179173"/>
                  <a:pt x="187610" y="173980"/>
                  <a:pt x="186788" y="168313"/>
                </a:cubicBezTo>
                <a:cubicBezTo>
                  <a:pt x="179376" y="166196"/>
                  <a:pt x="172771" y="161895"/>
                  <a:pt x="167840" y="155972"/>
                </a:cubicBezTo>
                <a:cubicBezTo>
                  <a:pt x="162936" y="149831"/>
                  <a:pt x="160248" y="142214"/>
                  <a:pt x="160211" y="134356"/>
                </a:cubicBezTo>
                <a:lnTo>
                  <a:pt x="160211" y="131564"/>
                </a:lnTo>
                <a:lnTo>
                  <a:pt x="162854" y="132461"/>
                </a:lnTo>
                <a:cubicBezTo>
                  <a:pt x="187820" y="140287"/>
                  <a:pt x="213853" y="144172"/>
                  <a:pt x="240016" y="143980"/>
                </a:cubicBezTo>
                <a:cubicBezTo>
                  <a:pt x="240939" y="139168"/>
                  <a:pt x="243656" y="125231"/>
                  <a:pt x="243931" y="123835"/>
                </a:cubicBezTo>
                <a:lnTo>
                  <a:pt x="243931" y="123511"/>
                </a:lnTo>
                <a:cubicBezTo>
                  <a:pt x="244429" y="120943"/>
                  <a:pt x="245925" y="113189"/>
                  <a:pt x="252881" y="113189"/>
                </a:cubicBezTo>
                <a:lnTo>
                  <a:pt x="253205" y="113189"/>
                </a:lnTo>
                <a:cubicBezTo>
                  <a:pt x="256683" y="113189"/>
                  <a:pt x="258802" y="115146"/>
                  <a:pt x="260114" y="117415"/>
                </a:cubicBezTo>
                <a:lnTo>
                  <a:pt x="261903" y="122691"/>
                </a:lnTo>
                <a:lnTo>
                  <a:pt x="267915" y="120495"/>
                </a:lnTo>
                <a:cubicBezTo>
                  <a:pt x="265898" y="117323"/>
                  <a:pt x="265020" y="113561"/>
                  <a:pt x="265422" y="109824"/>
                </a:cubicBezTo>
                <a:cubicBezTo>
                  <a:pt x="266332" y="105900"/>
                  <a:pt x="268389" y="102332"/>
                  <a:pt x="271331" y="99577"/>
                </a:cubicBezTo>
                <a:cubicBezTo>
                  <a:pt x="272455" y="103312"/>
                  <a:pt x="273101" y="107174"/>
                  <a:pt x="273250" y="111071"/>
                </a:cubicBezTo>
                <a:cubicBezTo>
                  <a:pt x="273400" y="115409"/>
                  <a:pt x="268937" y="119622"/>
                  <a:pt x="268065" y="120395"/>
                </a:cubicBezTo>
                <a:lnTo>
                  <a:pt x="280150" y="113273"/>
                </a:lnTo>
                <a:lnTo>
                  <a:pt x="277862" y="103366"/>
                </a:lnTo>
                <a:cubicBezTo>
                  <a:pt x="278620" y="99420"/>
                  <a:pt x="280497" y="95777"/>
                  <a:pt x="283272" y="92870"/>
                </a:cubicBezTo>
                <a:cubicBezTo>
                  <a:pt x="284389" y="96652"/>
                  <a:pt x="285057" y="100552"/>
                  <a:pt x="285267" y="104488"/>
                </a:cubicBezTo>
                <a:lnTo>
                  <a:pt x="285341" y="104488"/>
                </a:lnTo>
                <a:lnTo>
                  <a:pt x="281102" y="112712"/>
                </a:lnTo>
                <a:lnTo>
                  <a:pt x="291375" y="106658"/>
                </a:lnTo>
                <a:cubicBezTo>
                  <a:pt x="289536" y="103529"/>
                  <a:pt x="288715" y="99904"/>
                  <a:pt x="289032" y="96286"/>
                </a:cubicBezTo>
                <a:cubicBezTo>
                  <a:pt x="289725" y="92559"/>
                  <a:pt x="291453" y="89104"/>
                  <a:pt x="294018" y="86314"/>
                </a:cubicBezTo>
                <a:cubicBezTo>
                  <a:pt x="295053" y="89946"/>
                  <a:pt x="295664" y="93686"/>
                  <a:pt x="295838" y="97458"/>
                </a:cubicBezTo>
                <a:cubicBezTo>
                  <a:pt x="296063" y="101647"/>
                  <a:pt x="292123" y="105935"/>
                  <a:pt x="291450" y="106633"/>
                </a:cubicBezTo>
                <a:cubicBezTo>
                  <a:pt x="294013" y="104593"/>
                  <a:pt x="296429" y="102380"/>
                  <a:pt x="298680" y="100001"/>
                </a:cubicBezTo>
                <a:cubicBezTo>
                  <a:pt x="299229" y="99403"/>
                  <a:pt x="299852" y="98630"/>
                  <a:pt x="300301" y="98056"/>
                </a:cubicBezTo>
                <a:cubicBezTo>
                  <a:pt x="299700" y="95000"/>
                  <a:pt x="300204" y="91826"/>
                  <a:pt x="301722" y="89106"/>
                </a:cubicBezTo>
                <a:cubicBezTo>
                  <a:pt x="303402" y="85945"/>
                  <a:pt x="306013" y="83377"/>
                  <a:pt x="309201" y="81751"/>
                </a:cubicBezTo>
                <a:close/>
                <a:moveTo>
                  <a:pt x="148767" y="80455"/>
                </a:moveTo>
                <a:cubicBezTo>
                  <a:pt x="148767" y="80455"/>
                  <a:pt x="147271" y="81377"/>
                  <a:pt x="147271" y="81377"/>
                </a:cubicBezTo>
                <a:cubicBezTo>
                  <a:pt x="146962" y="81811"/>
                  <a:pt x="146583" y="82190"/>
                  <a:pt x="146149" y="82499"/>
                </a:cubicBezTo>
                <a:cubicBezTo>
                  <a:pt x="145850" y="82674"/>
                  <a:pt x="144878" y="81178"/>
                  <a:pt x="144005" y="81701"/>
                </a:cubicBezTo>
                <a:cubicBezTo>
                  <a:pt x="143756" y="81851"/>
                  <a:pt x="143556" y="82449"/>
                  <a:pt x="143332" y="82823"/>
                </a:cubicBezTo>
                <a:cubicBezTo>
                  <a:pt x="142945" y="83818"/>
                  <a:pt x="142945" y="84920"/>
                  <a:pt x="143332" y="85915"/>
                </a:cubicBezTo>
                <a:cubicBezTo>
                  <a:pt x="143332" y="86264"/>
                  <a:pt x="143182" y="86987"/>
                  <a:pt x="143332" y="87236"/>
                </a:cubicBezTo>
                <a:cubicBezTo>
                  <a:pt x="143481" y="87485"/>
                  <a:pt x="143980" y="87735"/>
                  <a:pt x="144105" y="87959"/>
                </a:cubicBezTo>
                <a:cubicBezTo>
                  <a:pt x="144229" y="88183"/>
                  <a:pt x="144429" y="88882"/>
                  <a:pt x="144578" y="89131"/>
                </a:cubicBezTo>
                <a:cubicBezTo>
                  <a:pt x="145102" y="90178"/>
                  <a:pt x="146174" y="90053"/>
                  <a:pt x="147072" y="89530"/>
                </a:cubicBezTo>
                <a:cubicBezTo>
                  <a:pt x="147495" y="89256"/>
                  <a:pt x="147944" y="88258"/>
                  <a:pt x="148169" y="88034"/>
                </a:cubicBezTo>
                <a:cubicBezTo>
                  <a:pt x="148393" y="87810"/>
                  <a:pt x="148966" y="87785"/>
                  <a:pt x="149216" y="87286"/>
                </a:cubicBezTo>
                <a:cubicBezTo>
                  <a:pt x="149475" y="86904"/>
                  <a:pt x="149669" y="86483"/>
                  <a:pt x="149789" y="86039"/>
                </a:cubicBezTo>
                <a:lnTo>
                  <a:pt x="149789" y="85940"/>
                </a:lnTo>
                <a:cubicBezTo>
                  <a:pt x="149864" y="85341"/>
                  <a:pt x="149540" y="84992"/>
                  <a:pt x="149664" y="84469"/>
                </a:cubicBezTo>
                <a:cubicBezTo>
                  <a:pt x="149615" y="84194"/>
                  <a:pt x="150038" y="83771"/>
                  <a:pt x="150038" y="83571"/>
                </a:cubicBezTo>
                <a:cubicBezTo>
                  <a:pt x="150083" y="83192"/>
                  <a:pt x="150161" y="82816"/>
                  <a:pt x="150263" y="82449"/>
                </a:cubicBezTo>
                <a:cubicBezTo>
                  <a:pt x="150198" y="82073"/>
                  <a:pt x="150053" y="81716"/>
                  <a:pt x="149839" y="81402"/>
                </a:cubicBezTo>
                <a:cubicBezTo>
                  <a:pt x="149797" y="81056"/>
                  <a:pt x="149659" y="80726"/>
                  <a:pt x="149440" y="80455"/>
                </a:cubicBezTo>
                <a:cubicBezTo>
                  <a:pt x="149266" y="80230"/>
                  <a:pt x="148767" y="80455"/>
                  <a:pt x="148767" y="80455"/>
                </a:cubicBezTo>
                <a:close/>
                <a:moveTo>
                  <a:pt x="1025486" y="78252"/>
                </a:moveTo>
                <a:cubicBezTo>
                  <a:pt x="1027701" y="78334"/>
                  <a:pt x="1029909" y="78566"/>
                  <a:pt x="1032092" y="78947"/>
                </a:cubicBezTo>
                <a:cubicBezTo>
                  <a:pt x="1034813" y="79122"/>
                  <a:pt x="1037542" y="79122"/>
                  <a:pt x="1040262" y="78947"/>
                </a:cubicBezTo>
                <a:cubicBezTo>
                  <a:pt x="1042348" y="78947"/>
                  <a:pt x="1043652" y="81642"/>
                  <a:pt x="1044521" y="82337"/>
                </a:cubicBezTo>
                <a:cubicBezTo>
                  <a:pt x="1045391" y="83033"/>
                  <a:pt x="1050867" y="83294"/>
                  <a:pt x="1052171" y="84683"/>
                </a:cubicBezTo>
                <a:cubicBezTo>
                  <a:pt x="1053474" y="86074"/>
                  <a:pt x="1053301" y="90507"/>
                  <a:pt x="1054691" y="93375"/>
                </a:cubicBezTo>
                <a:cubicBezTo>
                  <a:pt x="1056082" y="96244"/>
                  <a:pt x="1060254" y="97722"/>
                  <a:pt x="1060602" y="106414"/>
                </a:cubicBezTo>
                <a:cubicBezTo>
                  <a:pt x="1060949" y="115105"/>
                  <a:pt x="1058602" y="115279"/>
                  <a:pt x="1053301" y="119800"/>
                </a:cubicBezTo>
                <a:cubicBezTo>
                  <a:pt x="1051822" y="121711"/>
                  <a:pt x="1051997" y="124754"/>
                  <a:pt x="1054691" y="124232"/>
                </a:cubicBezTo>
                <a:cubicBezTo>
                  <a:pt x="1059472" y="123275"/>
                  <a:pt x="1076682" y="119451"/>
                  <a:pt x="1080767" y="118148"/>
                </a:cubicBezTo>
                <a:cubicBezTo>
                  <a:pt x="1085623" y="116626"/>
                  <a:pt x="1090593" y="115492"/>
                  <a:pt x="1095630" y="114758"/>
                </a:cubicBezTo>
                <a:cubicBezTo>
                  <a:pt x="1097281" y="114583"/>
                  <a:pt x="1099976" y="116931"/>
                  <a:pt x="1101975" y="117452"/>
                </a:cubicBezTo>
                <a:cubicBezTo>
                  <a:pt x="1103974" y="117974"/>
                  <a:pt x="1107886" y="117800"/>
                  <a:pt x="1108581" y="119625"/>
                </a:cubicBezTo>
                <a:cubicBezTo>
                  <a:pt x="1109935" y="123087"/>
                  <a:pt x="1112883" y="125679"/>
                  <a:pt x="1116490" y="126579"/>
                </a:cubicBezTo>
                <a:lnTo>
                  <a:pt x="1116316" y="126579"/>
                </a:lnTo>
                <a:cubicBezTo>
                  <a:pt x="1118184" y="127046"/>
                  <a:pt x="1119588" y="128588"/>
                  <a:pt x="1119880" y="130490"/>
                </a:cubicBezTo>
                <a:cubicBezTo>
                  <a:pt x="1119880" y="132142"/>
                  <a:pt x="1119446" y="134923"/>
                  <a:pt x="1119446" y="138486"/>
                </a:cubicBezTo>
                <a:cubicBezTo>
                  <a:pt x="1118924" y="144049"/>
                  <a:pt x="1109363" y="147961"/>
                  <a:pt x="1105191" y="150568"/>
                </a:cubicBezTo>
                <a:cubicBezTo>
                  <a:pt x="1103800" y="151525"/>
                  <a:pt x="1102409" y="148309"/>
                  <a:pt x="1097542" y="148309"/>
                </a:cubicBezTo>
                <a:cubicBezTo>
                  <a:pt x="1095890" y="148396"/>
                  <a:pt x="1086242" y="149178"/>
                  <a:pt x="1084591" y="149178"/>
                </a:cubicBezTo>
                <a:lnTo>
                  <a:pt x="1074248" y="150395"/>
                </a:lnTo>
                <a:cubicBezTo>
                  <a:pt x="1071901" y="150916"/>
                  <a:pt x="1067033" y="152568"/>
                  <a:pt x="1064774" y="153263"/>
                </a:cubicBezTo>
                <a:cubicBezTo>
                  <a:pt x="1061542" y="154174"/>
                  <a:pt x="1058376" y="155307"/>
                  <a:pt x="1055299" y="156653"/>
                </a:cubicBezTo>
                <a:cubicBezTo>
                  <a:pt x="1053908" y="157522"/>
                  <a:pt x="1050519" y="155958"/>
                  <a:pt x="1046607" y="156653"/>
                </a:cubicBezTo>
                <a:cubicBezTo>
                  <a:pt x="1044870" y="157001"/>
                  <a:pt x="1038698" y="160738"/>
                  <a:pt x="1033395" y="162215"/>
                </a:cubicBezTo>
                <a:cubicBezTo>
                  <a:pt x="1022945" y="164044"/>
                  <a:pt x="1012634" y="166600"/>
                  <a:pt x="1002540" y="169864"/>
                </a:cubicBezTo>
                <a:cubicBezTo>
                  <a:pt x="1000280" y="172124"/>
                  <a:pt x="995587" y="171168"/>
                  <a:pt x="993848" y="172124"/>
                </a:cubicBezTo>
                <a:cubicBezTo>
                  <a:pt x="992110" y="173080"/>
                  <a:pt x="987503" y="173080"/>
                  <a:pt x="985156" y="174297"/>
                </a:cubicBezTo>
                <a:cubicBezTo>
                  <a:pt x="981245" y="176296"/>
                  <a:pt x="979506" y="175166"/>
                  <a:pt x="977333" y="176296"/>
                </a:cubicBezTo>
                <a:cubicBezTo>
                  <a:pt x="975225" y="177082"/>
                  <a:pt x="972967" y="177379"/>
                  <a:pt x="970727" y="177165"/>
                </a:cubicBezTo>
                <a:cubicBezTo>
                  <a:pt x="968313" y="177647"/>
                  <a:pt x="965932" y="178286"/>
                  <a:pt x="963600" y="179078"/>
                </a:cubicBezTo>
                <a:cubicBezTo>
                  <a:pt x="961542" y="179553"/>
                  <a:pt x="959401" y="179553"/>
                  <a:pt x="957342" y="179078"/>
                </a:cubicBezTo>
                <a:cubicBezTo>
                  <a:pt x="955700" y="178834"/>
                  <a:pt x="954030" y="178834"/>
                  <a:pt x="952387" y="179078"/>
                </a:cubicBezTo>
                <a:cubicBezTo>
                  <a:pt x="950736" y="181250"/>
                  <a:pt x="947607" y="181250"/>
                  <a:pt x="944391" y="181250"/>
                </a:cubicBezTo>
                <a:cubicBezTo>
                  <a:pt x="942032" y="181710"/>
                  <a:pt x="939749" y="182501"/>
                  <a:pt x="937611" y="183597"/>
                </a:cubicBezTo>
                <a:cubicBezTo>
                  <a:pt x="937089" y="185162"/>
                  <a:pt x="934309" y="186552"/>
                  <a:pt x="931701" y="186987"/>
                </a:cubicBezTo>
                <a:cubicBezTo>
                  <a:pt x="929094" y="187422"/>
                  <a:pt x="930658" y="185336"/>
                  <a:pt x="926920" y="183597"/>
                </a:cubicBezTo>
                <a:cubicBezTo>
                  <a:pt x="925182" y="183076"/>
                  <a:pt x="921271" y="184554"/>
                  <a:pt x="918228" y="183076"/>
                </a:cubicBezTo>
                <a:cubicBezTo>
                  <a:pt x="915186" y="181598"/>
                  <a:pt x="915360" y="177339"/>
                  <a:pt x="915969" y="173776"/>
                </a:cubicBezTo>
                <a:cubicBezTo>
                  <a:pt x="916056" y="172993"/>
                  <a:pt x="915535" y="169690"/>
                  <a:pt x="915535" y="166127"/>
                </a:cubicBezTo>
                <a:cubicBezTo>
                  <a:pt x="915160" y="163954"/>
                  <a:pt x="915764" y="161728"/>
                  <a:pt x="917185" y="160042"/>
                </a:cubicBezTo>
                <a:cubicBezTo>
                  <a:pt x="922431" y="156157"/>
                  <a:pt x="928314" y="153216"/>
                  <a:pt x="934569" y="151350"/>
                </a:cubicBezTo>
                <a:cubicBezTo>
                  <a:pt x="936221" y="151003"/>
                  <a:pt x="937872" y="153958"/>
                  <a:pt x="939176" y="153958"/>
                </a:cubicBezTo>
                <a:cubicBezTo>
                  <a:pt x="940480" y="153958"/>
                  <a:pt x="946564" y="150568"/>
                  <a:pt x="949171" y="150568"/>
                </a:cubicBezTo>
                <a:cubicBezTo>
                  <a:pt x="957251" y="149596"/>
                  <a:pt x="965242" y="147998"/>
                  <a:pt x="973074" y="145788"/>
                </a:cubicBezTo>
                <a:cubicBezTo>
                  <a:pt x="977160" y="144397"/>
                  <a:pt x="980897" y="146309"/>
                  <a:pt x="983244" y="144397"/>
                </a:cubicBezTo>
                <a:cubicBezTo>
                  <a:pt x="989360" y="142135"/>
                  <a:pt x="995599" y="140219"/>
                  <a:pt x="1001931" y="138661"/>
                </a:cubicBezTo>
                <a:cubicBezTo>
                  <a:pt x="1004191" y="138139"/>
                  <a:pt x="1008363" y="137009"/>
                  <a:pt x="1009580" y="134228"/>
                </a:cubicBezTo>
                <a:cubicBezTo>
                  <a:pt x="1009711" y="132444"/>
                  <a:pt x="1009412" y="130657"/>
                  <a:pt x="1008711" y="129012"/>
                </a:cubicBezTo>
                <a:cubicBezTo>
                  <a:pt x="1007668" y="126318"/>
                  <a:pt x="1005581" y="127274"/>
                  <a:pt x="1003322" y="127274"/>
                </a:cubicBezTo>
                <a:cubicBezTo>
                  <a:pt x="1001174" y="126676"/>
                  <a:pt x="999338" y="125276"/>
                  <a:pt x="998194" y="123363"/>
                </a:cubicBezTo>
                <a:cubicBezTo>
                  <a:pt x="998085" y="121488"/>
                  <a:pt x="998507" y="119620"/>
                  <a:pt x="999411" y="117974"/>
                </a:cubicBezTo>
                <a:cubicBezTo>
                  <a:pt x="1000106" y="116062"/>
                  <a:pt x="1000541" y="115279"/>
                  <a:pt x="1001410" y="112845"/>
                </a:cubicBezTo>
                <a:cubicBezTo>
                  <a:pt x="1002220" y="110741"/>
                  <a:pt x="1002916" y="108594"/>
                  <a:pt x="1003495" y="106414"/>
                </a:cubicBezTo>
                <a:cubicBezTo>
                  <a:pt x="1004626" y="102850"/>
                  <a:pt x="997846" y="93029"/>
                  <a:pt x="996977" y="90334"/>
                </a:cubicBezTo>
                <a:cubicBezTo>
                  <a:pt x="996557" y="88295"/>
                  <a:pt x="997292" y="86192"/>
                  <a:pt x="998889" y="84858"/>
                </a:cubicBezTo>
                <a:cubicBezTo>
                  <a:pt x="1001845" y="81815"/>
                  <a:pt x="1005234" y="83206"/>
                  <a:pt x="1008711" y="83206"/>
                </a:cubicBezTo>
                <a:cubicBezTo>
                  <a:pt x="1010757" y="82850"/>
                  <a:pt x="1012708" y="82081"/>
                  <a:pt x="1014448" y="80947"/>
                </a:cubicBezTo>
                <a:cubicBezTo>
                  <a:pt x="1015577" y="80338"/>
                  <a:pt x="1017403" y="81207"/>
                  <a:pt x="1019924" y="80338"/>
                </a:cubicBezTo>
                <a:cubicBezTo>
                  <a:pt x="1022444" y="79469"/>
                  <a:pt x="1022444" y="78252"/>
                  <a:pt x="1025486" y="78252"/>
                </a:cubicBezTo>
                <a:close/>
                <a:moveTo>
                  <a:pt x="2172642" y="76687"/>
                </a:moveTo>
                <a:cubicBezTo>
                  <a:pt x="2176640" y="76948"/>
                  <a:pt x="2179509" y="80686"/>
                  <a:pt x="2181856" y="83815"/>
                </a:cubicBezTo>
                <a:cubicBezTo>
                  <a:pt x="2184202" y="86944"/>
                  <a:pt x="2180986" y="92420"/>
                  <a:pt x="2177944" y="95114"/>
                </a:cubicBezTo>
                <a:cubicBezTo>
                  <a:pt x="2174703" y="97799"/>
                  <a:pt x="2172116" y="101188"/>
                  <a:pt x="2170383" y="105023"/>
                </a:cubicBezTo>
                <a:cubicBezTo>
                  <a:pt x="2169861" y="106153"/>
                  <a:pt x="2169861" y="113280"/>
                  <a:pt x="2170383" y="113715"/>
                </a:cubicBezTo>
                <a:cubicBezTo>
                  <a:pt x="2170904" y="114149"/>
                  <a:pt x="2174815" y="116844"/>
                  <a:pt x="2175076" y="120755"/>
                </a:cubicBezTo>
                <a:cubicBezTo>
                  <a:pt x="2175337" y="124666"/>
                  <a:pt x="2171599" y="127709"/>
                  <a:pt x="2164819" y="141529"/>
                </a:cubicBezTo>
                <a:cubicBezTo>
                  <a:pt x="2165080" y="141703"/>
                  <a:pt x="2158735" y="150394"/>
                  <a:pt x="2157083" y="152741"/>
                </a:cubicBezTo>
                <a:cubicBezTo>
                  <a:pt x="2155432" y="155088"/>
                  <a:pt x="2161255" y="159086"/>
                  <a:pt x="2166471" y="157696"/>
                </a:cubicBezTo>
                <a:cubicBezTo>
                  <a:pt x="2169252" y="156914"/>
                  <a:pt x="2164819" y="165083"/>
                  <a:pt x="2171078" y="165083"/>
                </a:cubicBezTo>
                <a:cubicBezTo>
                  <a:pt x="2175858" y="165083"/>
                  <a:pt x="2181595" y="160825"/>
                  <a:pt x="2179770" y="156392"/>
                </a:cubicBezTo>
                <a:cubicBezTo>
                  <a:pt x="2178205" y="154914"/>
                  <a:pt x="2175163" y="156392"/>
                  <a:pt x="2172208" y="153871"/>
                </a:cubicBezTo>
                <a:cubicBezTo>
                  <a:pt x="2169252" y="151351"/>
                  <a:pt x="2169340" y="145179"/>
                  <a:pt x="2170469" y="145179"/>
                </a:cubicBezTo>
                <a:cubicBezTo>
                  <a:pt x="2172474" y="144399"/>
                  <a:pt x="2174200" y="143038"/>
                  <a:pt x="2175424" y="141268"/>
                </a:cubicBezTo>
                <a:cubicBezTo>
                  <a:pt x="2176380" y="140312"/>
                  <a:pt x="2179421" y="138139"/>
                  <a:pt x="2179421" y="136574"/>
                </a:cubicBezTo>
                <a:cubicBezTo>
                  <a:pt x="2179421" y="135010"/>
                  <a:pt x="2174902" y="133880"/>
                  <a:pt x="2178727" y="128317"/>
                </a:cubicBezTo>
                <a:cubicBezTo>
                  <a:pt x="2181161" y="124753"/>
                  <a:pt x="2184202" y="125101"/>
                  <a:pt x="2185767" y="124753"/>
                </a:cubicBezTo>
                <a:cubicBezTo>
                  <a:pt x="2187331" y="124405"/>
                  <a:pt x="2188896" y="120669"/>
                  <a:pt x="2189765" y="118756"/>
                </a:cubicBezTo>
                <a:cubicBezTo>
                  <a:pt x="2190758" y="116679"/>
                  <a:pt x="2191376" y="114442"/>
                  <a:pt x="2191591" y="112150"/>
                </a:cubicBezTo>
                <a:cubicBezTo>
                  <a:pt x="2191678" y="106675"/>
                  <a:pt x="2185506" y="104240"/>
                  <a:pt x="2186549" y="99981"/>
                </a:cubicBezTo>
                <a:cubicBezTo>
                  <a:pt x="2188722" y="91376"/>
                  <a:pt x="2209670" y="88074"/>
                  <a:pt x="2211843" y="86596"/>
                </a:cubicBezTo>
                <a:cubicBezTo>
                  <a:pt x="2212451" y="86162"/>
                  <a:pt x="2212973" y="84249"/>
                  <a:pt x="2214103" y="83381"/>
                </a:cubicBezTo>
                <a:cubicBezTo>
                  <a:pt x="2216276" y="81733"/>
                  <a:pt x="2219174" y="81400"/>
                  <a:pt x="2221665" y="82511"/>
                </a:cubicBezTo>
                <a:cubicBezTo>
                  <a:pt x="2224553" y="83943"/>
                  <a:pt x="2227289" y="85661"/>
                  <a:pt x="2229835" y="87639"/>
                </a:cubicBezTo>
                <a:cubicBezTo>
                  <a:pt x="2231495" y="89161"/>
                  <a:pt x="2232279" y="91414"/>
                  <a:pt x="2231921" y="93637"/>
                </a:cubicBezTo>
                <a:cubicBezTo>
                  <a:pt x="2231573" y="96244"/>
                  <a:pt x="2230183" y="103546"/>
                  <a:pt x="2230965" y="104154"/>
                </a:cubicBezTo>
                <a:cubicBezTo>
                  <a:pt x="2231747" y="104762"/>
                  <a:pt x="2223577" y="109195"/>
                  <a:pt x="2219839" y="112845"/>
                </a:cubicBezTo>
                <a:cubicBezTo>
                  <a:pt x="2215095" y="118943"/>
                  <a:pt x="2212092" y="126212"/>
                  <a:pt x="2211148" y="133880"/>
                </a:cubicBezTo>
                <a:cubicBezTo>
                  <a:pt x="2210973" y="134576"/>
                  <a:pt x="2208800" y="139791"/>
                  <a:pt x="2208539" y="141181"/>
                </a:cubicBezTo>
                <a:cubicBezTo>
                  <a:pt x="2208279" y="142572"/>
                  <a:pt x="2207323" y="146483"/>
                  <a:pt x="2206367" y="149873"/>
                </a:cubicBezTo>
                <a:cubicBezTo>
                  <a:pt x="2205176" y="153400"/>
                  <a:pt x="2204588" y="157102"/>
                  <a:pt x="2204628" y="160825"/>
                </a:cubicBezTo>
                <a:cubicBezTo>
                  <a:pt x="2204889" y="162997"/>
                  <a:pt x="2207844" y="162390"/>
                  <a:pt x="2209669" y="162390"/>
                </a:cubicBezTo>
                <a:cubicBezTo>
                  <a:pt x="2213381" y="161544"/>
                  <a:pt x="2216783" y="159677"/>
                  <a:pt x="2219492" y="157000"/>
                </a:cubicBezTo>
                <a:cubicBezTo>
                  <a:pt x="2221736" y="156622"/>
                  <a:pt x="2224027" y="156622"/>
                  <a:pt x="2226271" y="157000"/>
                </a:cubicBezTo>
                <a:cubicBezTo>
                  <a:pt x="2228009" y="157522"/>
                  <a:pt x="2229834" y="160390"/>
                  <a:pt x="2231747" y="160999"/>
                </a:cubicBezTo>
                <a:cubicBezTo>
                  <a:pt x="2233659" y="161607"/>
                  <a:pt x="2236354" y="161781"/>
                  <a:pt x="2237919" y="162824"/>
                </a:cubicBezTo>
                <a:cubicBezTo>
                  <a:pt x="2239483" y="163867"/>
                  <a:pt x="2242873" y="162824"/>
                  <a:pt x="2244959" y="165344"/>
                </a:cubicBezTo>
                <a:lnTo>
                  <a:pt x="2245481" y="165258"/>
                </a:lnTo>
                <a:cubicBezTo>
                  <a:pt x="2248373" y="170097"/>
                  <a:pt x="2249680" y="175719"/>
                  <a:pt x="2249219" y="181338"/>
                </a:cubicBezTo>
                <a:cubicBezTo>
                  <a:pt x="2249076" y="186428"/>
                  <a:pt x="2247705" y="191408"/>
                  <a:pt x="2245220" y="195853"/>
                </a:cubicBezTo>
                <a:cubicBezTo>
                  <a:pt x="2238633" y="199867"/>
                  <a:pt x="2231026" y="201889"/>
                  <a:pt x="2223316" y="201677"/>
                </a:cubicBezTo>
                <a:cubicBezTo>
                  <a:pt x="2220760" y="201670"/>
                  <a:pt x="2218312" y="202705"/>
                  <a:pt x="2216536" y="204545"/>
                </a:cubicBezTo>
                <a:cubicBezTo>
                  <a:pt x="2213652" y="205459"/>
                  <a:pt x="2210520" y="205177"/>
                  <a:pt x="2207844" y="203763"/>
                </a:cubicBezTo>
                <a:cubicBezTo>
                  <a:pt x="2204276" y="202890"/>
                  <a:pt x="2200548" y="202890"/>
                  <a:pt x="2196979" y="203763"/>
                </a:cubicBezTo>
                <a:cubicBezTo>
                  <a:pt x="2189368" y="205835"/>
                  <a:pt x="2182743" y="210550"/>
                  <a:pt x="2178292" y="217061"/>
                </a:cubicBezTo>
                <a:cubicBezTo>
                  <a:pt x="2176639" y="220023"/>
                  <a:pt x="2174280" y="222531"/>
                  <a:pt x="2171426" y="224363"/>
                </a:cubicBezTo>
                <a:cubicBezTo>
                  <a:pt x="2167284" y="227149"/>
                  <a:pt x="2163592" y="230549"/>
                  <a:pt x="2160473" y="234445"/>
                </a:cubicBezTo>
                <a:cubicBezTo>
                  <a:pt x="2158616" y="237552"/>
                  <a:pt x="2157997" y="241244"/>
                  <a:pt x="2158735" y="244789"/>
                </a:cubicBezTo>
                <a:cubicBezTo>
                  <a:pt x="2159083" y="245832"/>
                  <a:pt x="2161430" y="246440"/>
                  <a:pt x="2163950" y="245832"/>
                </a:cubicBezTo>
                <a:cubicBezTo>
                  <a:pt x="2167011" y="244421"/>
                  <a:pt x="2170144" y="243174"/>
                  <a:pt x="2173337" y="242094"/>
                </a:cubicBezTo>
                <a:cubicBezTo>
                  <a:pt x="2175858" y="241746"/>
                  <a:pt x="2177423" y="238617"/>
                  <a:pt x="2179509" y="238791"/>
                </a:cubicBezTo>
                <a:cubicBezTo>
                  <a:pt x="2181595" y="238965"/>
                  <a:pt x="2184376" y="242876"/>
                  <a:pt x="2190287" y="244267"/>
                </a:cubicBezTo>
                <a:cubicBezTo>
                  <a:pt x="2192112" y="244789"/>
                  <a:pt x="2195502" y="246961"/>
                  <a:pt x="2200804" y="248613"/>
                </a:cubicBezTo>
                <a:cubicBezTo>
                  <a:pt x="2201499" y="248787"/>
                  <a:pt x="2205671" y="249656"/>
                  <a:pt x="2204889" y="252785"/>
                </a:cubicBezTo>
                <a:cubicBezTo>
                  <a:pt x="2204753" y="256582"/>
                  <a:pt x="2203836" y="260310"/>
                  <a:pt x="2202195" y="263737"/>
                </a:cubicBezTo>
                <a:cubicBezTo>
                  <a:pt x="2200370" y="265909"/>
                  <a:pt x="2198197" y="268604"/>
                  <a:pt x="2195936" y="269126"/>
                </a:cubicBezTo>
                <a:cubicBezTo>
                  <a:pt x="2191851" y="269908"/>
                  <a:pt x="2189417" y="269995"/>
                  <a:pt x="2184897" y="271212"/>
                </a:cubicBezTo>
                <a:cubicBezTo>
                  <a:pt x="2182638" y="271821"/>
                  <a:pt x="2180986" y="273124"/>
                  <a:pt x="2177423" y="273732"/>
                </a:cubicBezTo>
                <a:cubicBezTo>
                  <a:pt x="2173859" y="274341"/>
                  <a:pt x="2160039" y="276948"/>
                  <a:pt x="2160039" y="281555"/>
                </a:cubicBezTo>
                <a:cubicBezTo>
                  <a:pt x="2160511" y="285537"/>
                  <a:pt x="2160772" y="289541"/>
                  <a:pt x="2160821" y="293550"/>
                </a:cubicBezTo>
                <a:cubicBezTo>
                  <a:pt x="2160622" y="296995"/>
                  <a:pt x="2160186" y="300421"/>
                  <a:pt x="2159517" y="303806"/>
                </a:cubicBezTo>
                <a:cubicBezTo>
                  <a:pt x="2158033" y="307547"/>
                  <a:pt x="2157209" y="311518"/>
                  <a:pt x="2157083" y="315540"/>
                </a:cubicBezTo>
                <a:cubicBezTo>
                  <a:pt x="2157344" y="319191"/>
                  <a:pt x="2153086" y="322668"/>
                  <a:pt x="2152564" y="323363"/>
                </a:cubicBezTo>
                <a:cubicBezTo>
                  <a:pt x="2149782" y="329361"/>
                  <a:pt x="2150217" y="338227"/>
                  <a:pt x="2143872" y="340225"/>
                </a:cubicBezTo>
                <a:cubicBezTo>
                  <a:pt x="2139744" y="342006"/>
                  <a:pt x="2135505" y="343517"/>
                  <a:pt x="2131182" y="344745"/>
                </a:cubicBezTo>
                <a:cubicBezTo>
                  <a:pt x="2127681" y="345205"/>
                  <a:pt x="2124259" y="346140"/>
                  <a:pt x="2121013" y="347526"/>
                </a:cubicBezTo>
                <a:cubicBezTo>
                  <a:pt x="2116016" y="348980"/>
                  <a:pt x="2110710" y="348980"/>
                  <a:pt x="2105715" y="347526"/>
                </a:cubicBezTo>
                <a:cubicBezTo>
                  <a:pt x="2103889" y="346049"/>
                  <a:pt x="2104758" y="341182"/>
                  <a:pt x="2104758" y="338313"/>
                </a:cubicBezTo>
                <a:cubicBezTo>
                  <a:pt x="2104672" y="333011"/>
                  <a:pt x="2091286" y="327448"/>
                  <a:pt x="2089982" y="324319"/>
                </a:cubicBezTo>
                <a:cubicBezTo>
                  <a:pt x="2088678" y="321190"/>
                  <a:pt x="2093285" y="321277"/>
                  <a:pt x="2097892" y="320408"/>
                </a:cubicBezTo>
                <a:cubicBezTo>
                  <a:pt x="2105801" y="319017"/>
                  <a:pt x="2113276" y="318148"/>
                  <a:pt x="2117014" y="316931"/>
                </a:cubicBezTo>
                <a:cubicBezTo>
                  <a:pt x="2124837" y="314063"/>
                  <a:pt x="2128139" y="298070"/>
                  <a:pt x="2132051" y="290855"/>
                </a:cubicBezTo>
                <a:cubicBezTo>
                  <a:pt x="2133268" y="288596"/>
                  <a:pt x="2132920" y="284945"/>
                  <a:pt x="2127879" y="284945"/>
                </a:cubicBezTo>
                <a:cubicBezTo>
                  <a:pt x="2123118" y="285347"/>
                  <a:pt x="2118404" y="286191"/>
                  <a:pt x="2113798" y="287466"/>
                </a:cubicBezTo>
                <a:cubicBezTo>
                  <a:pt x="2109040" y="288715"/>
                  <a:pt x="2104184" y="289559"/>
                  <a:pt x="2099282" y="289987"/>
                </a:cubicBezTo>
                <a:cubicBezTo>
                  <a:pt x="2096067" y="290160"/>
                  <a:pt x="2089286" y="294245"/>
                  <a:pt x="2087375" y="294245"/>
                </a:cubicBezTo>
                <a:cubicBezTo>
                  <a:pt x="2083898" y="294332"/>
                  <a:pt x="2080855" y="295723"/>
                  <a:pt x="2076683" y="291638"/>
                </a:cubicBezTo>
                <a:cubicBezTo>
                  <a:pt x="2075145" y="290738"/>
                  <a:pt x="2073513" y="290009"/>
                  <a:pt x="2071816" y="289465"/>
                </a:cubicBezTo>
                <a:cubicBezTo>
                  <a:pt x="2069469" y="288248"/>
                  <a:pt x="2070686" y="283467"/>
                  <a:pt x="2070686" y="281642"/>
                </a:cubicBezTo>
                <a:cubicBezTo>
                  <a:pt x="2070941" y="277970"/>
                  <a:pt x="2071671" y="274348"/>
                  <a:pt x="2072859" y="270864"/>
                </a:cubicBezTo>
                <a:cubicBezTo>
                  <a:pt x="2075886" y="266468"/>
                  <a:pt x="2080613" y="263538"/>
                  <a:pt x="2085896" y="262780"/>
                </a:cubicBezTo>
                <a:cubicBezTo>
                  <a:pt x="2087722" y="262780"/>
                  <a:pt x="2093459" y="265214"/>
                  <a:pt x="2095371" y="265214"/>
                </a:cubicBezTo>
                <a:cubicBezTo>
                  <a:pt x="2097283" y="265214"/>
                  <a:pt x="2101543" y="261129"/>
                  <a:pt x="2104584" y="259478"/>
                </a:cubicBezTo>
                <a:cubicBezTo>
                  <a:pt x="2108279" y="258120"/>
                  <a:pt x="2112091" y="257102"/>
                  <a:pt x="2115971" y="256435"/>
                </a:cubicBezTo>
                <a:cubicBezTo>
                  <a:pt x="2118441" y="255676"/>
                  <a:pt x="2120763" y="254500"/>
                  <a:pt x="2122838" y="252959"/>
                </a:cubicBezTo>
                <a:cubicBezTo>
                  <a:pt x="2124749" y="251829"/>
                  <a:pt x="2124576" y="250873"/>
                  <a:pt x="2125271" y="248961"/>
                </a:cubicBezTo>
                <a:cubicBezTo>
                  <a:pt x="2125967" y="247048"/>
                  <a:pt x="2125619" y="242094"/>
                  <a:pt x="2126488" y="240269"/>
                </a:cubicBezTo>
                <a:cubicBezTo>
                  <a:pt x="2127887" y="237503"/>
                  <a:pt x="2128965" y="234587"/>
                  <a:pt x="2129704" y="231577"/>
                </a:cubicBezTo>
                <a:cubicBezTo>
                  <a:pt x="2130139" y="229143"/>
                  <a:pt x="2124924" y="230968"/>
                  <a:pt x="2123099" y="230968"/>
                </a:cubicBezTo>
                <a:cubicBezTo>
                  <a:pt x="2120224" y="231760"/>
                  <a:pt x="2117671" y="233431"/>
                  <a:pt x="2115797" y="235749"/>
                </a:cubicBezTo>
                <a:cubicBezTo>
                  <a:pt x="2113453" y="237851"/>
                  <a:pt x="2110611" y="239317"/>
                  <a:pt x="2107539" y="240008"/>
                </a:cubicBezTo>
                <a:cubicBezTo>
                  <a:pt x="2105288" y="240789"/>
                  <a:pt x="2102838" y="240789"/>
                  <a:pt x="2100586" y="240008"/>
                </a:cubicBezTo>
                <a:cubicBezTo>
                  <a:pt x="2097978" y="238617"/>
                  <a:pt x="2097978" y="236792"/>
                  <a:pt x="2097979" y="233663"/>
                </a:cubicBezTo>
                <a:cubicBezTo>
                  <a:pt x="2097708" y="230387"/>
                  <a:pt x="2098371" y="227103"/>
                  <a:pt x="2099891" y="224188"/>
                </a:cubicBezTo>
                <a:cubicBezTo>
                  <a:pt x="2101455" y="222363"/>
                  <a:pt x="2100847" y="212628"/>
                  <a:pt x="2107192" y="206805"/>
                </a:cubicBezTo>
                <a:cubicBezTo>
                  <a:pt x="2109278" y="204979"/>
                  <a:pt x="2115102" y="207500"/>
                  <a:pt x="2117448" y="206109"/>
                </a:cubicBezTo>
                <a:cubicBezTo>
                  <a:pt x="2118679" y="205206"/>
                  <a:pt x="2119956" y="204364"/>
                  <a:pt x="2121273" y="203589"/>
                </a:cubicBezTo>
                <a:cubicBezTo>
                  <a:pt x="2123359" y="202720"/>
                  <a:pt x="2128227" y="203328"/>
                  <a:pt x="2130748" y="202720"/>
                </a:cubicBezTo>
                <a:cubicBezTo>
                  <a:pt x="2134401" y="202089"/>
                  <a:pt x="2138004" y="201189"/>
                  <a:pt x="2141525" y="200025"/>
                </a:cubicBezTo>
                <a:cubicBezTo>
                  <a:pt x="2142830" y="199591"/>
                  <a:pt x="2148044" y="199591"/>
                  <a:pt x="2149609" y="198635"/>
                </a:cubicBezTo>
                <a:cubicBezTo>
                  <a:pt x="2151173" y="197678"/>
                  <a:pt x="2150652" y="197939"/>
                  <a:pt x="2156388" y="196201"/>
                </a:cubicBezTo>
                <a:cubicBezTo>
                  <a:pt x="2155867" y="196027"/>
                  <a:pt x="2158735" y="194288"/>
                  <a:pt x="2160387" y="193333"/>
                </a:cubicBezTo>
                <a:cubicBezTo>
                  <a:pt x="2163527" y="192855"/>
                  <a:pt x="2166721" y="192855"/>
                  <a:pt x="2169861" y="193333"/>
                </a:cubicBezTo>
                <a:cubicBezTo>
                  <a:pt x="2172730" y="193941"/>
                  <a:pt x="2176206" y="193333"/>
                  <a:pt x="2177597" y="193333"/>
                </a:cubicBezTo>
                <a:cubicBezTo>
                  <a:pt x="2180132" y="194425"/>
                  <a:pt x="2182838" y="195072"/>
                  <a:pt x="2185593" y="195245"/>
                </a:cubicBezTo>
                <a:cubicBezTo>
                  <a:pt x="2187419" y="195158"/>
                  <a:pt x="2192373" y="190986"/>
                  <a:pt x="2194285" y="190986"/>
                </a:cubicBezTo>
                <a:cubicBezTo>
                  <a:pt x="2197808" y="189326"/>
                  <a:pt x="2199796" y="185526"/>
                  <a:pt x="2199152" y="181685"/>
                </a:cubicBezTo>
                <a:cubicBezTo>
                  <a:pt x="2195257" y="181571"/>
                  <a:pt x="2191365" y="182010"/>
                  <a:pt x="2187592" y="182989"/>
                </a:cubicBezTo>
                <a:cubicBezTo>
                  <a:pt x="2184985" y="184032"/>
                  <a:pt x="2177162" y="183858"/>
                  <a:pt x="2175424" y="184728"/>
                </a:cubicBezTo>
                <a:cubicBezTo>
                  <a:pt x="2169287" y="186852"/>
                  <a:pt x="2162744" y="187536"/>
                  <a:pt x="2156301" y="186727"/>
                </a:cubicBezTo>
                <a:cubicBezTo>
                  <a:pt x="2152975" y="186891"/>
                  <a:pt x="2149706" y="187657"/>
                  <a:pt x="2146653" y="188986"/>
                </a:cubicBezTo>
                <a:cubicBezTo>
                  <a:pt x="2143509" y="189965"/>
                  <a:pt x="2140278" y="190634"/>
                  <a:pt x="2137005" y="190986"/>
                </a:cubicBezTo>
                <a:cubicBezTo>
                  <a:pt x="2131760" y="191385"/>
                  <a:pt x="2126538" y="192052"/>
                  <a:pt x="2121359" y="192985"/>
                </a:cubicBezTo>
                <a:cubicBezTo>
                  <a:pt x="2118666" y="193594"/>
                  <a:pt x="2112928" y="194462"/>
                  <a:pt x="2109365" y="195419"/>
                </a:cubicBezTo>
                <a:cubicBezTo>
                  <a:pt x="2104392" y="196643"/>
                  <a:pt x="2099620" y="198574"/>
                  <a:pt x="2095197" y="201155"/>
                </a:cubicBezTo>
                <a:cubicBezTo>
                  <a:pt x="2091748" y="204560"/>
                  <a:pt x="2088818" y="208455"/>
                  <a:pt x="2086505" y="212715"/>
                </a:cubicBezTo>
                <a:cubicBezTo>
                  <a:pt x="2085275" y="214495"/>
                  <a:pt x="2083878" y="216154"/>
                  <a:pt x="2082333" y="217670"/>
                </a:cubicBezTo>
                <a:cubicBezTo>
                  <a:pt x="2075293" y="222799"/>
                  <a:pt x="2070947" y="230273"/>
                  <a:pt x="2064254" y="231490"/>
                </a:cubicBezTo>
                <a:cubicBezTo>
                  <a:pt x="2061523" y="232334"/>
                  <a:pt x="2058578" y="231133"/>
                  <a:pt x="2057213" y="228621"/>
                </a:cubicBezTo>
                <a:cubicBezTo>
                  <a:pt x="2054198" y="223567"/>
                  <a:pt x="2052383" y="217887"/>
                  <a:pt x="2051912" y="212020"/>
                </a:cubicBezTo>
                <a:cubicBezTo>
                  <a:pt x="2051912" y="206718"/>
                  <a:pt x="2054953" y="205415"/>
                  <a:pt x="2051912" y="195331"/>
                </a:cubicBezTo>
                <a:cubicBezTo>
                  <a:pt x="2051458" y="192763"/>
                  <a:pt x="2052461" y="190154"/>
                  <a:pt x="2054519" y="188552"/>
                </a:cubicBezTo>
                <a:cubicBezTo>
                  <a:pt x="2056287" y="187805"/>
                  <a:pt x="2057907" y="186744"/>
                  <a:pt x="2059300" y="185423"/>
                </a:cubicBezTo>
                <a:cubicBezTo>
                  <a:pt x="2063528" y="179207"/>
                  <a:pt x="2067417" y="172765"/>
                  <a:pt x="2070947" y="166126"/>
                </a:cubicBezTo>
                <a:cubicBezTo>
                  <a:pt x="2070947" y="166126"/>
                  <a:pt x="2072859" y="164997"/>
                  <a:pt x="2074250" y="166126"/>
                </a:cubicBezTo>
                <a:cubicBezTo>
                  <a:pt x="2075764" y="170967"/>
                  <a:pt x="2076555" y="176006"/>
                  <a:pt x="2076597" y="181077"/>
                </a:cubicBezTo>
                <a:cubicBezTo>
                  <a:pt x="2076565" y="181601"/>
                  <a:pt x="2076641" y="182126"/>
                  <a:pt x="2076821" y="182620"/>
                </a:cubicBezTo>
                <a:cubicBezTo>
                  <a:pt x="2077545" y="184603"/>
                  <a:pt x="2079740" y="185626"/>
                  <a:pt x="2081724" y="184901"/>
                </a:cubicBezTo>
                <a:cubicBezTo>
                  <a:pt x="2085253" y="184166"/>
                  <a:pt x="2088631" y="182844"/>
                  <a:pt x="2091720" y="180990"/>
                </a:cubicBezTo>
                <a:cubicBezTo>
                  <a:pt x="2092329" y="180555"/>
                  <a:pt x="2095110" y="179339"/>
                  <a:pt x="2095110" y="177601"/>
                </a:cubicBezTo>
                <a:cubicBezTo>
                  <a:pt x="2094511" y="175190"/>
                  <a:pt x="2093636" y="172856"/>
                  <a:pt x="2092502" y="170647"/>
                </a:cubicBezTo>
                <a:cubicBezTo>
                  <a:pt x="2091573" y="167356"/>
                  <a:pt x="2090991" y="163977"/>
                  <a:pt x="2090764" y="160564"/>
                </a:cubicBezTo>
                <a:cubicBezTo>
                  <a:pt x="2090764" y="158739"/>
                  <a:pt x="2091547" y="147961"/>
                  <a:pt x="2092329" y="139877"/>
                </a:cubicBezTo>
                <a:cubicBezTo>
                  <a:pt x="2092851" y="135358"/>
                  <a:pt x="2090851" y="129968"/>
                  <a:pt x="2090851" y="117974"/>
                </a:cubicBezTo>
                <a:cubicBezTo>
                  <a:pt x="2091046" y="113709"/>
                  <a:pt x="2090365" y="109450"/>
                  <a:pt x="2088852" y="105458"/>
                </a:cubicBezTo>
                <a:cubicBezTo>
                  <a:pt x="2086679" y="104154"/>
                  <a:pt x="2089635" y="99025"/>
                  <a:pt x="2093024" y="98243"/>
                </a:cubicBezTo>
                <a:cubicBezTo>
                  <a:pt x="2095019" y="98071"/>
                  <a:pt x="2097027" y="98071"/>
                  <a:pt x="2099021" y="98243"/>
                </a:cubicBezTo>
                <a:cubicBezTo>
                  <a:pt x="2100325" y="98156"/>
                  <a:pt x="2100151" y="95462"/>
                  <a:pt x="2102064" y="96244"/>
                </a:cubicBezTo>
                <a:cubicBezTo>
                  <a:pt x="2103976" y="97027"/>
                  <a:pt x="2103629" y="97374"/>
                  <a:pt x="2104672" y="100156"/>
                </a:cubicBezTo>
                <a:cubicBezTo>
                  <a:pt x="2105715" y="102937"/>
                  <a:pt x="2104932" y="104415"/>
                  <a:pt x="2105715" y="107283"/>
                </a:cubicBezTo>
                <a:cubicBezTo>
                  <a:pt x="2106497" y="110151"/>
                  <a:pt x="2105280" y="114323"/>
                  <a:pt x="2106497" y="115975"/>
                </a:cubicBezTo>
                <a:cubicBezTo>
                  <a:pt x="2107256" y="117721"/>
                  <a:pt x="2107256" y="119704"/>
                  <a:pt x="2106497" y="121451"/>
                </a:cubicBezTo>
                <a:cubicBezTo>
                  <a:pt x="2106135" y="123434"/>
                  <a:pt x="2106135" y="125465"/>
                  <a:pt x="2106497" y="127448"/>
                </a:cubicBezTo>
                <a:cubicBezTo>
                  <a:pt x="2107192" y="129708"/>
                  <a:pt x="2106236" y="132054"/>
                  <a:pt x="2106497" y="135010"/>
                </a:cubicBezTo>
                <a:cubicBezTo>
                  <a:pt x="2106758" y="137965"/>
                  <a:pt x="2107366" y="147700"/>
                  <a:pt x="2107366" y="149786"/>
                </a:cubicBezTo>
                <a:cubicBezTo>
                  <a:pt x="2107366" y="151872"/>
                  <a:pt x="2109799" y="155175"/>
                  <a:pt x="2109278" y="159695"/>
                </a:cubicBezTo>
                <a:cubicBezTo>
                  <a:pt x="2109278" y="161520"/>
                  <a:pt x="2109278" y="165258"/>
                  <a:pt x="2109278" y="166996"/>
                </a:cubicBezTo>
                <a:cubicBezTo>
                  <a:pt x="2108756" y="170734"/>
                  <a:pt x="2105541" y="173602"/>
                  <a:pt x="2106323" y="175688"/>
                </a:cubicBezTo>
                <a:cubicBezTo>
                  <a:pt x="2107080" y="177613"/>
                  <a:pt x="2108586" y="179150"/>
                  <a:pt x="2110495" y="179947"/>
                </a:cubicBezTo>
                <a:cubicBezTo>
                  <a:pt x="2112842" y="180469"/>
                  <a:pt x="2116840" y="177687"/>
                  <a:pt x="2118751" y="177687"/>
                </a:cubicBezTo>
                <a:cubicBezTo>
                  <a:pt x="2121136" y="177749"/>
                  <a:pt x="2123520" y="177603"/>
                  <a:pt x="2125879" y="177252"/>
                </a:cubicBezTo>
                <a:cubicBezTo>
                  <a:pt x="2129673" y="176128"/>
                  <a:pt x="2133579" y="175429"/>
                  <a:pt x="2137527" y="175166"/>
                </a:cubicBezTo>
                <a:cubicBezTo>
                  <a:pt x="2139265" y="175079"/>
                  <a:pt x="2142308" y="172993"/>
                  <a:pt x="2143872" y="172993"/>
                </a:cubicBezTo>
                <a:cubicBezTo>
                  <a:pt x="2145710" y="172203"/>
                  <a:pt x="2147389" y="171084"/>
                  <a:pt x="2148826" y="169691"/>
                </a:cubicBezTo>
                <a:cubicBezTo>
                  <a:pt x="2149875" y="168745"/>
                  <a:pt x="2150160" y="167213"/>
                  <a:pt x="2149521" y="165953"/>
                </a:cubicBezTo>
                <a:cubicBezTo>
                  <a:pt x="2148305" y="162911"/>
                  <a:pt x="2145784" y="164128"/>
                  <a:pt x="2142568" y="165258"/>
                </a:cubicBezTo>
                <a:cubicBezTo>
                  <a:pt x="2140829" y="165953"/>
                  <a:pt x="2137353" y="168995"/>
                  <a:pt x="2136223" y="167865"/>
                </a:cubicBezTo>
                <a:cubicBezTo>
                  <a:pt x="2134232" y="166663"/>
                  <a:pt x="2133449" y="164165"/>
                  <a:pt x="2134398" y="162042"/>
                </a:cubicBezTo>
                <a:cubicBezTo>
                  <a:pt x="2134832" y="160129"/>
                  <a:pt x="2133095" y="156479"/>
                  <a:pt x="2130573" y="157261"/>
                </a:cubicBezTo>
                <a:cubicBezTo>
                  <a:pt x="2128053" y="158043"/>
                  <a:pt x="2127879" y="161694"/>
                  <a:pt x="2128053" y="164389"/>
                </a:cubicBezTo>
                <a:cubicBezTo>
                  <a:pt x="2128227" y="167083"/>
                  <a:pt x="2126227" y="167691"/>
                  <a:pt x="2125010" y="168648"/>
                </a:cubicBezTo>
                <a:cubicBezTo>
                  <a:pt x="2123794" y="169603"/>
                  <a:pt x="2122663" y="171689"/>
                  <a:pt x="2120752" y="170907"/>
                </a:cubicBezTo>
                <a:cubicBezTo>
                  <a:pt x="2117852" y="169246"/>
                  <a:pt x="2116163" y="166070"/>
                  <a:pt x="2116405" y="162737"/>
                </a:cubicBezTo>
                <a:cubicBezTo>
                  <a:pt x="2116318" y="160911"/>
                  <a:pt x="2117014" y="147613"/>
                  <a:pt x="2117014" y="145875"/>
                </a:cubicBezTo>
                <a:cubicBezTo>
                  <a:pt x="2117362" y="142311"/>
                  <a:pt x="2115102" y="137444"/>
                  <a:pt x="2115102" y="134401"/>
                </a:cubicBezTo>
                <a:cubicBezTo>
                  <a:pt x="2115388" y="128987"/>
                  <a:pt x="2115388" y="123562"/>
                  <a:pt x="2115102" y="118148"/>
                </a:cubicBezTo>
                <a:cubicBezTo>
                  <a:pt x="2114803" y="116300"/>
                  <a:pt x="2114398" y="114472"/>
                  <a:pt x="2113885" y="112672"/>
                </a:cubicBezTo>
                <a:cubicBezTo>
                  <a:pt x="2114143" y="109757"/>
                  <a:pt x="2115296" y="106994"/>
                  <a:pt x="2117188" y="104762"/>
                </a:cubicBezTo>
                <a:cubicBezTo>
                  <a:pt x="2118610" y="103090"/>
                  <a:pt x="2120583" y="101980"/>
                  <a:pt x="2122751" y="101633"/>
                </a:cubicBezTo>
                <a:cubicBezTo>
                  <a:pt x="2124837" y="101199"/>
                  <a:pt x="2125446" y="106587"/>
                  <a:pt x="2125445" y="110325"/>
                </a:cubicBezTo>
                <a:cubicBezTo>
                  <a:pt x="2125366" y="112312"/>
                  <a:pt x="2126015" y="114258"/>
                  <a:pt x="2127270" y="115801"/>
                </a:cubicBezTo>
                <a:cubicBezTo>
                  <a:pt x="2128914" y="121778"/>
                  <a:pt x="2129790" y="127942"/>
                  <a:pt x="2129878" y="134140"/>
                </a:cubicBezTo>
                <a:cubicBezTo>
                  <a:pt x="2129791" y="137530"/>
                  <a:pt x="2130312" y="137096"/>
                  <a:pt x="2132312" y="138400"/>
                </a:cubicBezTo>
                <a:cubicBezTo>
                  <a:pt x="2134311" y="139703"/>
                  <a:pt x="2140308" y="137183"/>
                  <a:pt x="2141786" y="138400"/>
                </a:cubicBezTo>
                <a:cubicBezTo>
                  <a:pt x="2143264" y="139616"/>
                  <a:pt x="2143959" y="142920"/>
                  <a:pt x="2145350" y="142920"/>
                </a:cubicBezTo>
                <a:cubicBezTo>
                  <a:pt x="2149782" y="143528"/>
                  <a:pt x="2152825" y="136574"/>
                  <a:pt x="2154042" y="134836"/>
                </a:cubicBezTo>
                <a:cubicBezTo>
                  <a:pt x="2157258" y="130316"/>
                  <a:pt x="2150391" y="124059"/>
                  <a:pt x="2149434" y="123884"/>
                </a:cubicBezTo>
                <a:cubicBezTo>
                  <a:pt x="2148478" y="123710"/>
                  <a:pt x="2145697" y="126231"/>
                  <a:pt x="2141786" y="126839"/>
                </a:cubicBezTo>
                <a:cubicBezTo>
                  <a:pt x="2137874" y="127448"/>
                  <a:pt x="2139526" y="130229"/>
                  <a:pt x="2136397" y="129360"/>
                </a:cubicBezTo>
                <a:cubicBezTo>
                  <a:pt x="2133268" y="128491"/>
                  <a:pt x="2134659" y="121624"/>
                  <a:pt x="2136397" y="118496"/>
                </a:cubicBezTo>
                <a:cubicBezTo>
                  <a:pt x="2138168" y="115900"/>
                  <a:pt x="2139300" y="112921"/>
                  <a:pt x="2139700" y="109804"/>
                </a:cubicBezTo>
                <a:cubicBezTo>
                  <a:pt x="2139352" y="106066"/>
                  <a:pt x="2136049" y="101546"/>
                  <a:pt x="2136049" y="100156"/>
                </a:cubicBezTo>
                <a:cubicBezTo>
                  <a:pt x="2136049" y="98765"/>
                  <a:pt x="2140308" y="94158"/>
                  <a:pt x="2142133" y="94071"/>
                </a:cubicBezTo>
                <a:cubicBezTo>
                  <a:pt x="2143959" y="93984"/>
                  <a:pt x="2147088" y="99547"/>
                  <a:pt x="2148827" y="99547"/>
                </a:cubicBezTo>
                <a:cubicBezTo>
                  <a:pt x="2150564" y="99547"/>
                  <a:pt x="2154911" y="92767"/>
                  <a:pt x="2156910" y="88856"/>
                </a:cubicBezTo>
                <a:cubicBezTo>
                  <a:pt x="2158213" y="86422"/>
                  <a:pt x="2158996" y="79469"/>
                  <a:pt x="2162907" y="77730"/>
                </a:cubicBezTo>
                <a:cubicBezTo>
                  <a:pt x="2164472" y="77730"/>
                  <a:pt x="2166645" y="78512"/>
                  <a:pt x="2167775" y="77730"/>
                </a:cubicBezTo>
                <a:cubicBezTo>
                  <a:pt x="2169285" y="76981"/>
                  <a:pt x="2170958" y="76622"/>
                  <a:pt x="2172642" y="76687"/>
                </a:cubicBezTo>
                <a:close/>
                <a:moveTo>
                  <a:pt x="279250" y="69863"/>
                </a:moveTo>
                <a:cubicBezTo>
                  <a:pt x="232369" y="63129"/>
                  <a:pt x="182919" y="74280"/>
                  <a:pt x="142011" y="104912"/>
                </a:cubicBezTo>
                <a:lnTo>
                  <a:pt x="141986" y="104912"/>
                </a:lnTo>
                <a:cubicBezTo>
                  <a:pt x="95314" y="139846"/>
                  <a:pt x="67869" y="194758"/>
                  <a:pt x="67939" y="253055"/>
                </a:cubicBezTo>
                <a:cubicBezTo>
                  <a:pt x="67934" y="262487"/>
                  <a:pt x="68645" y="271903"/>
                  <a:pt x="70058" y="281228"/>
                </a:cubicBezTo>
                <a:cubicBezTo>
                  <a:pt x="70183" y="282000"/>
                  <a:pt x="70357" y="282748"/>
                  <a:pt x="70482" y="283521"/>
                </a:cubicBezTo>
                <a:cubicBezTo>
                  <a:pt x="71055" y="286987"/>
                  <a:pt x="71729" y="290402"/>
                  <a:pt x="72477" y="293793"/>
                </a:cubicBezTo>
                <a:cubicBezTo>
                  <a:pt x="73574" y="298580"/>
                  <a:pt x="74770" y="303342"/>
                  <a:pt x="76216" y="307979"/>
                </a:cubicBezTo>
                <a:cubicBezTo>
                  <a:pt x="77812" y="312965"/>
                  <a:pt x="79657" y="317952"/>
                  <a:pt x="81651" y="322938"/>
                </a:cubicBezTo>
                <a:cubicBezTo>
                  <a:pt x="81926" y="323586"/>
                  <a:pt x="82175" y="324284"/>
                  <a:pt x="82449" y="324932"/>
                </a:cubicBezTo>
                <a:cubicBezTo>
                  <a:pt x="88218" y="338652"/>
                  <a:pt x="95618" y="351626"/>
                  <a:pt x="104489" y="363576"/>
                </a:cubicBezTo>
                <a:lnTo>
                  <a:pt x="104613" y="363726"/>
                </a:lnTo>
                <a:cubicBezTo>
                  <a:pt x="104676" y="363810"/>
                  <a:pt x="104738" y="363893"/>
                  <a:pt x="104800" y="363977"/>
                </a:cubicBezTo>
                <a:cubicBezTo>
                  <a:pt x="120116" y="384430"/>
                  <a:pt x="138852" y="400811"/>
                  <a:pt x="159620" y="412921"/>
                </a:cubicBezTo>
                <a:lnTo>
                  <a:pt x="198735" y="426530"/>
                </a:lnTo>
                <a:lnTo>
                  <a:pt x="195788" y="421815"/>
                </a:lnTo>
                <a:cubicBezTo>
                  <a:pt x="193599" y="420656"/>
                  <a:pt x="191258" y="419818"/>
                  <a:pt x="188832" y="419322"/>
                </a:cubicBezTo>
                <a:lnTo>
                  <a:pt x="187761" y="418338"/>
                </a:lnTo>
                <a:lnTo>
                  <a:pt x="198430" y="420145"/>
                </a:lnTo>
                <a:cubicBezTo>
                  <a:pt x="201086" y="421255"/>
                  <a:pt x="202831" y="423960"/>
                  <a:pt x="203912" y="426387"/>
                </a:cubicBezTo>
                <a:lnTo>
                  <a:pt x="204631" y="428582"/>
                </a:lnTo>
                <a:lnTo>
                  <a:pt x="215137" y="432237"/>
                </a:lnTo>
                <a:lnTo>
                  <a:pt x="217977" y="432237"/>
                </a:lnTo>
                <a:lnTo>
                  <a:pt x="217924" y="433207"/>
                </a:lnTo>
                <a:lnTo>
                  <a:pt x="226627" y="436235"/>
                </a:lnTo>
                <a:lnTo>
                  <a:pt x="256478" y="434755"/>
                </a:lnTo>
                <a:lnTo>
                  <a:pt x="256919" y="434282"/>
                </a:lnTo>
                <a:cubicBezTo>
                  <a:pt x="256969" y="433883"/>
                  <a:pt x="254725" y="434282"/>
                  <a:pt x="254426" y="434282"/>
                </a:cubicBezTo>
                <a:cubicBezTo>
                  <a:pt x="254127" y="434282"/>
                  <a:pt x="255399" y="433633"/>
                  <a:pt x="255399" y="433633"/>
                </a:cubicBezTo>
                <a:lnTo>
                  <a:pt x="251110" y="433633"/>
                </a:lnTo>
                <a:lnTo>
                  <a:pt x="251983" y="432960"/>
                </a:lnTo>
                <a:lnTo>
                  <a:pt x="243182" y="432960"/>
                </a:lnTo>
                <a:cubicBezTo>
                  <a:pt x="243182" y="432960"/>
                  <a:pt x="243656" y="423736"/>
                  <a:pt x="238196" y="421641"/>
                </a:cubicBezTo>
                <a:cubicBezTo>
                  <a:pt x="234147" y="419991"/>
                  <a:pt x="229649" y="419804"/>
                  <a:pt x="225481" y="421118"/>
                </a:cubicBezTo>
                <a:cubicBezTo>
                  <a:pt x="220943" y="422664"/>
                  <a:pt x="219796" y="430392"/>
                  <a:pt x="219123" y="430841"/>
                </a:cubicBezTo>
                <a:cubicBezTo>
                  <a:pt x="218450" y="431290"/>
                  <a:pt x="218001" y="430492"/>
                  <a:pt x="218001" y="430492"/>
                </a:cubicBezTo>
                <a:cubicBezTo>
                  <a:pt x="218001" y="430492"/>
                  <a:pt x="218974" y="424309"/>
                  <a:pt x="220794" y="422464"/>
                </a:cubicBezTo>
                <a:cubicBezTo>
                  <a:pt x="223603" y="419622"/>
                  <a:pt x="227468" y="418069"/>
                  <a:pt x="231464" y="418176"/>
                </a:cubicBezTo>
                <a:cubicBezTo>
                  <a:pt x="237897" y="417727"/>
                  <a:pt x="243731" y="419373"/>
                  <a:pt x="246423" y="422090"/>
                </a:cubicBezTo>
                <a:cubicBezTo>
                  <a:pt x="249116" y="424808"/>
                  <a:pt x="249290" y="431764"/>
                  <a:pt x="249290" y="431764"/>
                </a:cubicBezTo>
                <a:lnTo>
                  <a:pt x="259263" y="431514"/>
                </a:lnTo>
                <a:cubicBezTo>
                  <a:pt x="259263" y="431514"/>
                  <a:pt x="261183" y="424309"/>
                  <a:pt x="263003" y="422464"/>
                </a:cubicBezTo>
                <a:cubicBezTo>
                  <a:pt x="265810" y="419617"/>
                  <a:pt x="269674" y="418064"/>
                  <a:pt x="273673" y="418176"/>
                </a:cubicBezTo>
                <a:cubicBezTo>
                  <a:pt x="280106" y="417727"/>
                  <a:pt x="285940" y="419373"/>
                  <a:pt x="288632" y="422090"/>
                </a:cubicBezTo>
                <a:cubicBezTo>
                  <a:pt x="291325" y="424808"/>
                  <a:pt x="291499" y="431764"/>
                  <a:pt x="291499" y="431764"/>
                </a:cubicBezTo>
                <a:lnTo>
                  <a:pt x="299950" y="431552"/>
                </a:lnTo>
                <a:lnTo>
                  <a:pt x="301737" y="430703"/>
                </a:lnTo>
                <a:lnTo>
                  <a:pt x="302987" y="426874"/>
                </a:lnTo>
                <a:cubicBezTo>
                  <a:pt x="303971" y="424372"/>
                  <a:pt x="305411" y="421505"/>
                  <a:pt x="307231" y="420046"/>
                </a:cubicBezTo>
                <a:cubicBezTo>
                  <a:pt x="310871" y="417129"/>
                  <a:pt x="317677" y="417677"/>
                  <a:pt x="317677" y="417677"/>
                </a:cubicBezTo>
                <a:lnTo>
                  <a:pt x="317677" y="421367"/>
                </a:lnTo>
                <a:cubicBezTo>
                  <a:pt x="317677" y="421367"/>
                  <a:pt x="310198" y="420744"/>
                  <a:pt x="307306" y="422863"/>
                </a:cubicBezTo>
                <a:lnTo>
                  <a:pt x="304133" y="429565"/>
                </a:lnTo>
                <a:lnTo>
                  <a:pt x="363866" y="401185"/>
                </a:lnTo>
                <a:cubicBezTo>
                  <a:pt x="445681" y="339924"/>
                  <a:pt x="462340" y="223935"/>
                  <a:pt x="401076" y="142123"/>
                </a:cubicBezTo>
                <a:cubicBezTo>
                  <a:pt x="370444" y="101215"/>
                  <a:pt x="326132" y="76597"/>
                  <a:pt x="279250" y="69863"/>
                </a:cubicBezTo>
                <a:close/>
                <a:moveTo>
                  <a:pt x="163801" y="67042"/>
                </a:moveTo>
                <a:cubicBezTo>
                  <a:pt x="163559" y="67276"/>
                  <a:pt x="163302" y="67493"/>
                  <a:pt x="163028" y="67690"/>
                </a:cubicBezTo>
                <a:cubicBezTo>
                  <a:pt x="162803" y="67815"/>
                  <a:pt x="162130" y="67740"/>
                  <a:pt x="161881" y="67964"/>
                </a:cubicBezTo>
                <a:cubicBezTo>
                  <a:pt x="161554" y="68188"/>
                  <a:pt x="161190" y="68358"/>
                  <a:pt x="160809" y="68463"/>
                </a:cubicBezTo>
                <a:cubicBezTo>
                  <a:pt x="160535" y="68463"/>
                  <a:pt x="159961" y="68114"/>
                  <a:pt x="159512" y="68463"/>
                </a:cubicBezTo>
                <a:cubicBezTo>
                  <a:pt x="159064" y="68812"/>
                  <a:pt x="158690" y="68587"/>
                  <a:pt x="158415" y="68812"/>
                </a:cubicBezTo>
                <a:lnTo>
                  <a:pt x="158341" y="68712"/>
                </a:lnTo>
                <a:cubicBezTo>
                  <a:pt x="158116" y="69261"/>
                  <a:pt x="158814" y="69834"/>
                  <a:pt x="158864" y="70407"/>
                </a:cubicBezTo>
                <a:cubicBezTo>
                  <a:pt x="158874" y="70771"/>
                  <a:pt x="159036" y="71115"/>
                  <a:pt x="159313" y="71355"/>
                </a:cubicBezTo>
                <a:cubicBezTo>
                  <a:pt x="159827" y="71637"/>
                  <a:pt x="160258" y="72048"/>
                  <a:pt x="160560" y="72551"/>
                </a:cubicBezTo>
                <a:cubicBezTo>
                  <a:pt x="160809" y="72925"/>
                  <a:pt x="161831" y="73200"/>
                  <a:pt x="161981" y="73449"/>
                </a:cubicBezTo>
                <a:cubicBezTo>
                  <a:pt x="162130" y="73698"/>
                  <a:pt x="163327" y="74197"/>
                  <a:pt x="163676" y="74446"/>
                </a:cubicBezTo>
                <a:cubicBezTo>
                  <a:pt x="164025" y="74696"/>
                  <a:pt x="164175" y="75294"/>
                  <a:pt x="164399" y="75518"/>
                </a:cubicBezTo>
                <a:cubicBezTo>
                  <a:pt x="164681" y="75930"/>
                  <a:pt x="165212" y="76087"/>
                  <a:pt x="165670" y="75892"/>
                </a:cubicBezTo>
                <a:cubicBezTo>
                  <a:pt x="165920" y="75743"/>
                  <a:pt x="166169" y="75020"/>
                  <a:pt x="166393" y="74795"/>
                </a:cubicBezTo>
                <a:cubicBezTo>
                  <a:pt x="166618" y="74571"/>
                  <a:pt x="167092" y="74421"/>
                  <a:pt x="167341" y="74197"/>
                </a:cubicBezTo>
                <a:cubicBezTo>
                  <a:pt x="167705" y="73893"/>
                  <a:pt x="167994" y="73509"/>
                  <a:pt x="168189" y="73075"/>
                </a:cubicBezTo>
                <a:cubicBezTo>
                  <a:pt x="168293" y="72701"/>
                  <a:pt x="168361" y="72317"/>
                  <a:pt x="168388" y="71928"/>
                </a:cubicBezTo>
                <a:cubicBezTo>
                  <a:pt x="168463" y="71479"/>
                  <a:pt x="168263" y="70856"/>
                  <a:pt x="168263" y="70457"/>
                </a:cubicBezTo>
                <a:cubicBezTo>
                  <a:pt x="168435" y="70031"/>
                  <a:pt x="168488" y="69565"/>
                  <a:pt x="168413" y="69111"/>
                </a:cubicBezTo>
                <a:cubicBezTo>
                  <a:pt x="168323" y="68725"/>
                  <a:pt x="168144" y="68366"/>
                  <a:pt x="167889" y="68064"/>
                </a:cubicBezTo>
                <a:cubicBezTo>
                  <a:pt x="167565" y="67872"/>
                  <a:pt x="167224" y="67715"/>
                  <a:pt x="166867" y="67590"/>
                </a:cubicBezTo>
                <a:cubicBezTo>
                  <a:pt x="166294" y="67316"/>
                  <a:pt x="164249" y="66643"/>
                  <a:pt x="163801" y="67042"/>
                </a:cubicBezTo>
                <a:close/>
                <a:moveTo>
                  <a:pt x="150587" y="63676"/>
                </a:moveTo>
                <a:cubicBezTo>
                  <a:pt x="150786" y="63626"/>
                  <a:pt x="150786" y="64349"/>
                  <a:pt x="150811" y="64872"/>
                </a:cubicBezTo>
                <a:cubicBezTo>
                  <a:pt x="150719" y="65433"/>
                  <a:pt x="150552" y="65977"/>
                  <a:pt x="150313" y="66493"/>
                </a:cubicBezTo>
                <a:cubicBezTo>
                  <a:pt x="149939" y="67216"/>
                  <a:pt x="149914" y="67715"/>
                  <a:pt x="149615" y="68288"/>
                </a:cubicBezTo>
                <a:cubicBezTo>
                  <a:pt x="149306" y="68767"/>
                  <a:pt x="148919" y="69188"/>
                  <a:pt x="148468" y="69535"/>
                </a:cubicBezTo>
                <a:cubicBezTo>
                  <a:pt x="148039" y="69786"/>
                  <a:pt x="147488" y="69654"/>
                  <a:pt x="147221" y="69235"/>
                </a:cubicBezTo>
                <a:cubicBezTo>
                  <a:pt x="146972" y="68849"/>
                  <a:pt x="146972" y="68350"/>
                  <a:pt x="147221" y="67964"/>
                </a:cubicBezTo>
                <a:cubicBezTo>
                  <a:pt x="147623" y="67308"/>
                  <a:pt x="148074" y="66682"/>
                  <a:pt x="148568" y="66094"/>
                </a:cubicBezTo>
                <a:cubicBezTo>
                  <a:pt x="148752" y="65827"/>
                  <a:pt x="148897" y="65533"/>
                  <a:pt x="148991" y="65222"/>
                </a:cubicBezTo>
                <a:cubicBezTo>
                  <a:pt x="149091" y="64872"/>
                  <a:pt x="149515" y="64773"/>
                  <a:pt x="149739" y="64349"/>
                </a:cubicBezTo>
                <a:cubicBezTo>
                  <a:pt x="149974" y="64070"/>
                  <a:pt x="150263" y="63843"/>
                  <a:pt x="150587" y="63676"/>
                </a:cubicBezTo>
                <a:close/>
                <a:moveTo>
                  <a:pt x="152731" y="56770"/>
                </a:moveTo>
                <a:cubicBezTo>
                  <a:pt x="152382" y="56770"/>
                  <a:pt x="151759" y="57443"/>
                  <a:pt x="151509" y="57443"/>
                </a:cubicBezTo>
                <a:cubicBezTo>
                  <a:pt x="151071" y="57470"/>
                  <a:pt x="150637" y="57548"/>
                  <a:pt x="150213" y="57667"/>
                </a:cubicBezTo>
                <a:cubicBezTo>
                  <a:pt x="149941" y="57795"/>
                  <a:pt x="149734" y="58029"/>
                  <a:pt x="149640" y="58316"/>
                </a:cubicBezTo>
                <a:cubicBezTo>
                  <a:pt x="149490" y="58540"/>
                  <a:pt x="149358" y="58772"/>
                  <a:pt x="149241" y="59014"/>
                </a:cubicBezTo>
                <a:cubicBezTo>
                  <a:pt x="149074" y="59293"/>
                  <a:pt x="148934" y="59585"/>
                  <a:pt x="148817" y="59886"/>
                </a:cubicBezTo>
                <a:cubicBezTo>
                  <a:pt x="148597" y="60340"/>
                  <a:pt x="148293" y="60746"/>
                  <a:pt x="147919" y="61083"/>
                </a:cubicBezTo>
                <a:cubicBezTo>
                  <a:pt x="147446" y="61557"/>
                  <a:pt x="147421" y="61706"/>
                  <a:pt x="147171" y="61856"/>
                </a:cubicBezTo>
                <a:cubicBezTo>
                  <a:pt x="146835" y="62182"/>
                  <a:pt x="146540" y="62551"/>
                  <a:pt x="146299" y="62953"/>
                </a:cubicBezTo>
                <a:cubicBezTo>
                  <a:pt x="145900" y="63526"/>
                  <a:pt x="145252" y="63925"/>
                  <a:pt x="145002" y="64299"/>
                </a:cubicBezTo>
                <a:cubicBezTo>
                  <a:pt x="144576" y="65035"/>
                  <a:pt x="143988" y="65665"/>
                  <a:pt x="143282" y="66144"/>
                </a:cubicBezTo>
                <a:cubicBezTo>
                  <a:pt x="143008" y="66017"/>
                  <a:pt x="142724" y="65907"/>
                  <a:pt x="142434" y="65820"/>
                </a:cubicBezTo>
                <a:cubicBezTo>
                  <a:pt x="141786" y="65695"/>
                  <a:pt x="141562" y="65596"/>
                  <a:pt x="141113" y="65820"/>
                </a:cubicBezTo>
                <a:cubicBezTo>
                  <a:pt x="140809" y="66194"/>
                  <a:pt x="140527" y="66585"/>
                  <a:pt x="140265" y="66992"/>
                </a:cubicBezTo>
                <a:cubicBezTo>
                  <a:pt x="140265" y="67715"/>
                  <a:pt x="139617" y="68513"/>
                  <a:pt x="140415" y="69909"/>
                </a:cubicBezTo>
                <a:cubicBezTo>
                  <a:pt x="140564" y="70158"/>
                  <a:pt x="140963" y="70682"/>
                  <a:pt x="141711" y="71828"/>
                </a:cubicBezTo>
                <a:cubicBezTo>
                  <a:pt x="142178" y="72437"/>
                  <a:pt x="142679" y="73018"/>
                  <a:pt x="143207" y="73574"/>
                </a:cubicBezTo>
                <a:cubicBezTo>
                  <a:pt x="143631" y="74097"/>
                  <a:pt x="144279" y="74621"/>
                  <a:pt x="144429" y="74870"/>
                </a:cubicBezTo>
                <a:cubicBezTo>
                  <a:pt x="144578" y="75119"/>
                  <a:pt x="145052" y="75842"/>
                  <a:pt x="145177" y="75842"/>
                </a:cubicBezTo>
                <a:cubicBezTo>
                  <a:pt x="145301" y="75842"/>
                  <a:pt x="145376" y="75917"/>
                  <a:pt x="145725" y="76216"/>
                </a:cubicBezTo>
                <a:cubicBezTo>
                  <a:pt x="146074" y="76516"/>
                  <a:pt x="146174" y="76815"/>
                  <a:pt x="146598" y="77039"/>
                </a:cubicBezTo>
                <a:cubicBezTo>
                  <a:pt x="146825" y="77141"/>
                  <a:pt x="147072" y="77194"/>
                  <a:pt x="147321" y="77189"/>
                </a:cubicBezTo>
                <a:cubicBezTo>
                  <a:pt x="147815" y="77009"/>
                  <a:pt x="148291" y="76782"/>
                  <a:pt x="148742" y="76516"/>
                </a:cubicBezTo>
                <a:cubicBezTo>
                  <a:pt x="148966" y="76366"/>
                  <a:pt x="149116" y="76092"/>
                  <a:pt x="149465" y="75867"/>
                </a:cubicBezTo>
                <a:cubicBezTo>
                  <a:pt x="149814" y="75643"/>
                  <a:pt x="150512" y="75568"/>
                  <a:pt x="150712" y="75518"/>
                </a:cubicBezTo>
                <a:cubicBezTo>
                  <a:pt x="150911" y="75468"/>
                  <a:pt x="151459" y="75768"/>
                  <a:pt x="151459" y="75967"/>
                </a:cubicBezTo>
                <a:cubicBezTo>
                  <a:pt x="151731" y="76685"/>
                  <a:pt x="152048" y="77383"/>
                  <a:pt x="152407" y="78061"/>
                </a:cubicBezTo>
                <a:cubicBezTo>
                  <a:pt x="152649" y="78580"/>
                  <a:pt x="152940" y="79071"/>
                  <a:pt x="153279" y="79532"/>
                </a:cubicBezTo>
                <a:cubicBezTo>
                  <a:pt x="153429" y="79757"/>
                  <a:pt x="153903" y="80355"/>
                  <a:pt x="153903" y="80604"/>
                </a:cubicBezTo>
                <a:cubicBezTo>
                  <a:pt x="154551" y="81751"/>
                  <a:pt x="154352" y="82325"/>
                  <a:pt x="153479" y="82873"/>
                </a:cubicBezTo>
                <a:cubicBezTo>
                  <a:pt x="153230" y="83023"/>
                  <a:pt x="152332" y="82773"/>
                  <a:pt x="151509" y="83297"/>
                </a:cubicBezTo>
                <a:cubicBezTo>
                  <a:pt x="151385" y="83372"/>
                  <a:pt x="150387" y="84170"/>
                  <a:pt x="150687" y="84419"/>
                </a:cubicBezTo>
                <a:cubicBezTo>
                  <a:pt x="150986" y="84668"/>
                  <a:pt x="152906" y="84818"/>
                  <a:pt x="153479" y="85142"/>
                </a:cubicBezTo>
                <a:cubicBezTo>
                  <a:pt x="154052" y="85466"/>
                  <a:pt x="154327" y="85815"/>
                  <a:pt x="154775" y="85940"/>
                </a:cubicBezTo>
                <a:cubicBezTo>
                  <a:pt x="155271" y="85982"/>
                  <a:pt x="155770" y="85932"/>
                  <a:pt x="156246" y="85790"/>
                </a:cubicBezTo>
                <a:cubicBezTo>
                  <a:pt x="156620" y="85765"/>
                  <a:pt x="156994" y="85915"/>
                  <a:pt x="157244" y="85915"/>
                </a:cubicBezTo>
                <a:cubicBezTo>
                  <a:pt x="157493" y="85915"/>
                  <a:pt x="158116" y="85790"/>
                  <a:pt x="158316" y="85790"/>
                </a:cubicBezTo>
                <a:cubicBezTo>
                  <a:pt x="158562" y="85900"/>
                  <a:pt x="158842" y="85900"/>
                  <a:pt x="159089" y="85790"/>
                </a:cubicBezTo>
                <a:cubicBezTo>
                  <a:pt x="159338" y="85640"/>
                  <a:pt x="159413" y="85067"/>
                  <a:pt x="159936" y="84419"/>
                </a:cubicBezTo>
                <a:cubicBezTo>
                  <a:pt x="160460" y="83771"/>
                  <a:pt x="160186" y="82699"/>
                  <a:pt x="160460" y="82325"/>
                </a:cubicBezTo>
                <a:cubicBezTo>
                  <a:pt x="160859" y="81552"/>
                  <a:pt x="160906" y="80642"/>
                  <a:pt x="160584" y="79831"/>
                </a:cubicBezTo>
                <a:cubicBezTo>
                  <a:pt x="159438" y="77570"/>
                  <a:pt x="158129" y="75396"/>
                  <a:pt x="156670" y="73324"/>
                </a:cubicBezTo>
                <a:cubicBezTo>
                  <a:pt x="156219" y="72963"/>
                  <a:pt x="155845" y="72514"/>
                  <a:pt x="155573" y="72003"/>
                </a:cubicBezTo>
                <a:cubicBezTo>
                  <a:pt x="155274" y="71504"/>
                  <a:pt x="155573" y="70781"/>
                  <a:pt x="155798" y="70781"/>
                </a:cubicBezTo>
                <a:cubicBezTo>
                  <a:pt x="156109" y="70729"/>
                  <a:pt x="156371" y="70522"/>
                  <a:pt x="156496" y="70233"/>
                </a:cubicBezTo>
                <a:cubicBezTo>
                  <a:pt x="156613" y="69607"/>
                  <a:pt x="156688" y="68974"/>
                  <a:pt x="156720" y="68338"/>
                </a:cubicBezTo>
                <a:cubicBezTo>
                  <a:pt x="156620" y="66545"/>
                  <a:pt x="156620" y="64745"/>
                  <a:pt x="156720" y="62953"/>
                </a:cubicBezTo>
                <a:cubicBezTo>
                  <a:pt x="156748" y="62422"/>
                  <a:pt x="156748" y="61888"/>
                  <a:pt x="156720" y="61357"/>
                </a:cubicBezTo>
                <a:cubicBezTo>
                  <a:pt x="156845" y="60554"/>
                  <a:pt x="157029" y="59764"/>
                  <a:pt x="157269" y="58989"/>
                </a:cubicBezTo>
                <a:cubicBezTo>
                  <a:pt x="157166" y="58562"/>
                  <a:pt x="156919" y="58184"/>
                  <a:pt x="156570" y="57917"/>
                </a:cubicBezTo>
                <a:cubicBezTo>
                  <a:pt x="156321" y="57767"/>
                  <a:pt x="155723" y="56994"/>
                  <a:pt x="155224" y="56770"/>
                </a:cubicBezTo>
                <a:cubicBezTo>
                  <a:pt x="154394" y="56688"/>
                  <a:pt x="153561" y="56688"/>
                  <a:pt x="152731" y="56770"/>
                </a:cubicBezTo>
                <a:close/>
                <a:moveTo>
                  <a:pt x="366144" y="53454"/>
                </a:moveTo>
                <a:cubicBezTo>
                  <a:pt x="365845" y="53379"/>
                  <a:pt x="365546" y="53304"/>
                  <a:pt x="365322" y="53728"/>
                </a:cubicBezTo>
                <a:cubicBezTo>
                  <a:pt x="365137" y="54329"/>
                  <a:pt x="364851" y="54895"/>
                  <a:pt x="364474" y="55399"/>
                </a:cubicBezTo>
                <a:cubicBezTo>
                  <a:pt x="364123" y="56029"/>
                  <a:pt x="363694" y="56615"/>
                  <a:pt x="363203" y="57144"/>
                </a:cubicBezTo>
                <a:cubicBezTo>
                  <a:pt x="362235" y="57770"/>
                  <a:pt x="361440" y="58627"/>
                  <a:pt x="360884" y="59637"/>
                </a:cubicBezTo>
                <a:cubicBezTo>
                  <a:pt x="359575" y="59664"/>
                  <a:pt x="358276" y="59418"/>
                  <a:pt x="357069" y="58914"/>
                </a:cubicBezTo>
                <a:cubicBezTo>
                  <a:pt x="356371" y="58565"/>
                  <a:pt x="355549" y="57742"/>
                  <a:pt x="355150" y="57742"/>
                </a:cubicBezTo>
                <a:cubicBezTo>
                  <a:pt x="354788" y="57660"/>
                  <a:pt x="354414" y="57660"/>
                  <a:pt x="354053" y="57742"/>
                </a:cubicBezTo>
                <a:cubicBezTo>
                  <a:pt x="353629" y="57767"/>
                  <a:pt x="353280" y="57543"/>
                  <a:pt x="352906" y="57543"/>
                </a:cubicBezTo>
                <a:cubicBezTo>
                  <a:pt x="352522" y="57680"/>
                  <a:pt x="352131" y="57797"/>
                  <a:pt x="351734" y="57892"/>
                </a:cubicBezTo>
                <a:cubicBezTo>
                  <a:pt x="351193" y="57949"/>
                  <a:pt x="350744" y="58336"/>
                  <a:pt x="350612" y="58864"/>
                </a:cubicBezTo>
                <a:cubicBezTo>
                  <a:pt x="350188" y="59822"/>
                  <a:pt x="350355" y="60936"/>
                  <a:pt x="351036" y="61731"/>
                </a:cubicBezTo>
                <a:cubicBezTo>
                  <a:pt x="351609" y="62180"/>
                  <a:pt x="351634" y="62704"/>
                  <a:pt x="352033" y="63152"/>
                </a:cubicBezTo>
                <a:cubicBezTo>
                  <a:pt x="352263" y="63409"/>
                  <a:pt x="352569" y="63584"/>
                  <a:pt x="352906" y="63651"/>
                </a:cubicBezTo>
                <a:cubicBezTo>
                  <a:pt x="353260" y="63721"/>
                  <a:pt x="353609" y="63813"/>
                  <a:pt x="353953" y="63925"/>
                </a:cubicBezTo>
                <a:lnTo>
                  <a:pt x="354651" y="64324"/>
                </a:lnTo>
                <a:cubicBezTo>
                  <a:pt x="354900" y="64474"/>
                  <a:pt x="355673" y="64474"/>
                  <a:pt x="355573" y="64798"/>
                </a:cubicBezTo>
                <a:cubicBezTo>
                  <a:pt x="355474" y="65122"/>
                  <a:pt x="354801" y="65621"/>
                  <a:pt x="354476" y="65845"/>
                </a:cubicBezTo>
                <a:cubicBezTo>
                  <a:pt x="353494" y="66785"/>
                  <a:pt x="352310" y="67485"/>
                  <a:pt x="351011" y="67889"/>
                </a:cubicBezTo>
                <a:cubicBezTo>
                  <a:pt x="348732" y="68577"/>
                  <a:pt x="346419" y="69143"/>
                  <a:pt x="344080" y="69585"/>
                </a:cubicBezTo>
                <a:cubicBezTo>
                  <a:pt x="343856" y="69585"/>
                  <a:pt x="343432" y="69585"/>
                  <a:pt x="343232" y="69585"/>
                </a:cubicBezTo>
                <a:cubicBezTo>
                  <a:pt x="342779" y="69669"/>
                  <a:pt x="342320" y="69727"/>
                  <a:pt x="341861" y="69759"/>
                </a:cubicBezTo>
                <a:cubicBezTo>
                  <a:pt x="341253" y="69884"/>
                  <a:pt x="340625" y="69884"/>
                  <a:pt x="340016" y="69759"/>
                </a:cubicBezTo>
                <a:lnTo>
                  <a:pt x="340016" y="69659"/>
                </a:lnTo>
                <a:cubicBezTo>
                  <a:pt x="339243" y="69510"/>
                  <a:pt x="338720" y="69734"/>
                  <a:pt x="338795" y="69959"/>
                </a:cubicBezTo>
                <a:cubicBezTo>
                  <a:pt x="338869" y="70183"/>
                  <a:pt x="339218" y="70482"/>
                  <a:pt x="339543" y="70831"/>
                </a:cubicBezTo>
                <a:cubicBezTo>
                  <a:pt x="339867" y="71180"/>
                  <a:pt x="339393" y="71903"/>
                  <a:pt x="339543" y="72277"/>
                </a:cubicBezTo>
                <a:cubicBezTo>
                  <a:pt x="339692" y="72651"/>
                  <a:pt x="339642" y="73100"/>
                  <a:pt x="339892" y="73324"/>
                </a:cubicBezTo>
                <a:cubicBezTo>
                  <a:pt x="340268" y="73539"/>
                  <a:pt x="340684" y="73683"/>
                  <a:pt x="341113" y="73748"/>
                </a:cubicBezTo>
                <a:cubicBezTo>
                  <a:pt x="341846" y="74015"/>
                  <a:pt x="342597" y="74232"/>
                  <a:pt x="343357" y="74396"/>
                </a:cubicBezTo>
                <a:cubicBezTo>
                  <a:pt x="343955" y="74396"/>
                  <a:pt x="345526" y="74396"/>
                  <a:pt x="346174" y="74396"/>
                </a:cubicBezTo>
                <a:cubicBezTo>
                  <a:pt x="347468" y="74641"/>
                  <a:pt x="348795" y="74641"/>
                  <a:pt x="350089" y="74396"/>
                </a:cubicBezTo>
                <a:cubicBezTo>
                  <a:pt x="352008" y="73798"/>
                  <a:pt x="353130" y="73723"/>
                  <a:pt x="354501" y="73299"/>
                </a:cubicBezTo>
                <a:cubicBezTo>
                  <a:pt x="355873" y="72876"/>
                  <a:pt x="357867" y="70956"/>
                  <a:pt x="358142" y="71455"/>
                </a:cubicBezTo>
                <a:cubicBezTo>
                  <a:pt x="358416" y="71953"/>
                  <a:pt x="358790" y="73898"/>
                  <a:pt x="359538" y="75543"/>
                </a:cubicBezTo>
                <a:cubicBezTo>
                  <a:pt x="359747" y="76246"/>
                  <a:pt x="359914" y="76964"/>
                  <a:pt x="360036" y="77687"/>
                </a:cubicBezTo>
                <a:cubicBezTo>
                  <a:pt x="360131" y="78951"/>
                  <a:pt x="360306" y="80210"/>
                  <a:pt x="360560" y="81452"/>
                </a:cubicBezTo>
                <a:cubicBezTo>
                  <a:pt x="361176" y="82781"/>
                  <a:pt x="361176" y="84312"/>
                  <a:pt x="360560" y="85640"/>
                </a:cubicBezTo>
                <a:cubicBezTo>
                  <a:pt x="360570" y="86216"/>
                  <a:pt x="360822" y="86760"/>
                  <a:pt x="361258" y="87136"/>
                </a:cubicBezTo>
                <a:cubicBezTo>
                  <a:pt x="361781" y="87660"/>
                  <a:pt x="362654" y="87685"/>
                  <a:pt x="363153" y="88607"/>
                </a:cubicBezTo>
                <a:cubicBezTo>
                  <a:pt x="363479" y="89009"/>
                  <a:pt x="363876" y="89345"/>
                  <a:pt x="364324" y="89605"/>
                </a:cubicBezTo>
                <a:cubicBezTo>
                  <a:pt x="364873" y="90028"/>
                  <a:pt x="365521" y="90203"/>
                  <a:pt x="365845" y="90452"/>
                </a:cubicBezTo>
                <a:cubicBezTo>
                  <a:pt x="366292" y="90789"/>
                  <a:pt x="366758" y="91098"/>
                  <a:pt x="367241" y="91375"/>
                </a:cubicBezTo>
                <a:cubicBezTo>
                  <a:pt x="367441" y="91450"/>
                  <a:pt x="367690" y="91674"/>
                  <a:pt x="367965" y="91624"/>
                </a:cubicBezTo>
                <a:cubicBezTo>
                  <a:pt x="368239" y="91574"/>
                  <a:pt x="368638" y="91450"/>
                  <a:pt x="368912" y="91450"/>
                </a:cubicBezTo>
                <a:cubicBezTo>
                  <a:pt x="369563" y="91741"/>
                  <a:pt x="370305" y="91741"/>
                  <a:pt x="370956" y="91450"/>
                </a:cubicBezTo>
                <a:cubicBezTo>
                  <a:pt x="371355" y="91300"/>
                  <a:pt x="371530" y="90726"/>
                  <a:pt x="371679" y="90502"/>
                </a:cubicBezTo>
                <a:cubicBezTo>
                  <a:pt x="371829" y="90278"/>
                  <a:pt x="372402" y="90303"/>
                  <a:pt x="372402" y="89954"/>
                </a:cubicBezTo>
                <a:cubicBezTo>
                  <a:pt x="372402" y="89605"/>
                  <a:pt x="371929" y="89280"/>
                  <a:pt x="371704" y="88981"/>
                </a:cubicBezTo>
                <a:cubicBezTo>
                  <a:pt x="370782" y="87884"/>
                  <a:pt x="370208" y="87211"/>
                  <a:pt x="369560" y="86488"/>
                </a:cubicBezTo>
                <a:cubicBezTo>
                  <a:pt x="369311" y="86189"/>
                  <a:pt x="369136" y="85466"/>
                  <a:pt x="368812" y="85017"/>
                </a:cubicBezTo>
                <a:cubicBezTo>
                  <a:pt x="368353" y="84544"/>
                  <a:pt x="367945" y="84027"/>
                  <a:pt x="367590" y="83471"/>
                </a:cubicBezTo>
                <a:cubicBezTo>
                  <a:pt x="367144" y="82257"/>
                  <a:pt x="366586" y="81088"/>
                  <a:pt x="365920" y="79981"/>
                </a:cubicBezTo>
                <a:cubicBezTo>
                  <a:pt x="365122" y="78784"/>
                  <a:pt x="365322" y="76291"/>
                  <a:pt x="364973" y="75394"/>
                </a:cubicBezTo>
                <a:cubicBezTo>
                  <a:pt x="364202" y="73529"/>
                  <a:pt x="363699" y="71564"/>
                  <a:pt x="363477" y="69560"/>
                </a:cubicBezTo>
                <a:cubicBezTo>
                  <a:pt x="363437" y="68864"/>
                  <a:pt x="363711" y="68186"/>
                  <a:pt x="364225" y="67715"/>
                </a:cubicBezTo>
                <a:cubicBezTo>
                  <a:pt x="364624" y="67423"/>
                  <a:pt x="365072" y="67204"/>
                  <a:pt x="365546" y="67067"/>
                </a:cubicBezTo>
                <a:cubicBezTo>
                  <a:pt x="366459" y="67092"/>
                  <a:pt x="367364" y="67234"/>
                  <a:pt x="368239" y="67490"/>
                </a:cubicBezTo>
                <a:cubicBezTo>
                  <a:pt x="368712" y="67640"/>
                  <a:pt x="369211" y="67889"/>
                  <a:pt x="369784" y="68139"/>
                </a:cubicBezTo>
                <a:cubicBezTo>
                  <a:pt x="370340" y="68390"/>
                  <a:pt x="370944" y="68518"/>
                  <a:pt x="371555" y="68513"/>
                </a:cubicBezTo>
                <a:cubicBezTo>
                  <a:pt x="372437" y="68715"/>
                  <a:pt x="373340" y="68824"/>
                  <a:pt x="374247" y="68837"/>
                </a:cubicBezTo>
                <a:cubicBezTo>
                  <a:pt x="374846" y="68687"/>
                  <a:pt x="375120" y="68463"/>
                  <a:pt x="375569" y="68687"/>
                </a:cubicBezTo>
                <a:cubicBezTo>
                  <a:pt x="376017" y="68911"/>
                  <a:pt x="376117" y="68762"/>
                  <a:pt x="376341" y="68363"/>
                </a:cubicBezTo>
                <a:cubicBezTo>
                  <a:pt x="376740" y="67391"/>
                  <a:pt x="377064" y="66044"/>
                  <a:pt x="376341" y="65471"/>
                </a:cubicBezTo>
                <a:cubicBezTo>
                  <a:pt x="375618" y="64898"/>
                  <a:pt x="374995" y="64474"/>
                  <a:pt x="374970" y="63975"/>
                </a:cubicBezTo>
                <a:cubicBezTo>
                  <a:pt x="374945" y="63476"/>
                  <a:pt x="373300" y="63003"/>
                  <a:pt x="373026" y="62853"/>
                </a:cubicBezTo>
                <a:cubicBezTo>
                  <a:pt x="372751" y="62704"/>
                  <a:pt x="371854" y="63003"/>
                  <a:pt x="371231" y="63003"/>
                </a:cubicBezTo>
                <a:cubicBezTo>
                  <a:pt x="370789" y="62973"/>
                  <a:pt x="370355" y="62888"/>
                  <a:pt x="369934" y="62753"/>
                </a:cubicBezTo>
                <a:cubicBezTo>
                  <a:pt x="369560" y="62629"/>
                  <a:pt x="368787" y="62629"/>
                  <a:pt x="368787" y="62629"/>
                </a:cubicBezTo>
                <a:cubicBezTo>
                  <a:pt x="368488" y="62646"/>
                  <a:pt x="368191" y="62566"/>
                  <a:pt x="367940" y="62404"/>
                </a:cubicBezTo>
                <a:cubicBezTo>
                  <a:pt x="367740" y="62230"/>
                  <a:pt x="368588" y="61507"/>
                  <a:pt x="368588" y="61357"/>
                </a:cubicBezTo>
                <a:cubicBezTo>
                  <a:pt x="369336" y="60734"/>
                  <a:pt x="370009" y="60235"/>
                  <a:pt x="370383" y="59961"/>
                </a:cubicBezTo>
                <a:cubicBezTo>
                  <a:pt x="370757" y="59687"/>
                  <a:pt x="370507" y="59388"/>
                  <a:pt x="370757" y="58864"/>
                </a:cubicBezTo>
                <a:cubicBezTo>
                  <a:pt x="371006" y="58341"/>
                  <a:pt x="371355" y="58191"/>
                  <a:pt x="371006" y="57667"/>
                </a:cubicBezTo>
                <a:cubicBezTo>
                  <a:pt x="370565" y="57082"/>
                  <a:pt x="370303" y="56381"/>
                  <a:pt x="370258" y="55648"/>
                </a:cubicBezTo>
                <a:cubicBezTo>
                  <a:pt x="370258" y="55374"/>
                  <a:pt x="368737" y="54775"/>
                  <a:pt x="368488" y="54526"/>
                </a:cubicBezTo>
                <a:cubicBezTo>
                  <a:pt x="368239" y="54277"/>
                  <a:pt x="367640" y="54451"/>
                  <a:pt x="367341" y="54277"/>
                </a:cubicBezTo>
                <a:cubicBezTo>
                  <a:pt x="367042" y="54102"/>
                  <a:pt x="367117" y="53728"/>
                  <a:pt x="366144" y="53454"/>
                </a:cubicBezTo>
                <a:close/>
                <a:moveTo>
                  <a:pt x="202993" y="49590"/>
                </a:moveTo>
                <a:lnTo>
                  <a:pt x="203068" y="49689"/>
                </a:lnTo>
                <a:lnTo>
                  <a:pt x="203010" y="49622"/>
                </a:lnTo>
                <a:close/>
                <a:moveTo>
                  <a:pt x="143506" y="44853"/>
                </a:moveTo>
                <a:cubicBezTo>
                  <a:pt x="143182" y="44728"/>
                  <a:pt x="142684" y="45177"/>
                  <a:pt x="142235" y="45177"/>
                </a:cubicBezTo>
                <a:cubicBezTo>
                  <a:pt x="141786" y="45177"/>
                  <a:pt x="141636" y="45002"/>
                  <a:pt x="141337" y="45177"/>
                </a:cubicBezTo>
                <a:cubicBezTo>
                  <a:pt x="140966" y="45439"/>
                  <a:pt x="140574" y="45673"/>
                  <a:pt x="140166" y="45875"/>
                </a:cubicBezTo>
                <a:cubicBezTo>
                  <a:pt x="139829" y="46007"/>
                  <a:pt x="139505" y="46167"/>
                  <a:pt x="139193" y="46349"/>
                </a:cubicBezTo>
                <a:cubicBezTo>
                  <a:pt x="138769" y="46623"/>
                  <a:pt x="138769" y="46897"/>
                  <a:pt x="138595" y="47096"/>
                </a:cubicBezTo>
                <a:cubicBezTo>
                  <a:pt x="138420" y="47296"/>
                  <a:pt x="137972" y="47495"/>
                  <a:pt x="137847" y="47645"/>
                </a:cubicBezTo>
                <a:cubicBezTo>
                  <a:pt x="137722" y="47795"/>
                  <a:pt x="137722" y="48169"/>
                  <a:pt x="137249" y="48468"/>
                </a:cubicBezTo>
                <a:cubicBezTo>
                  <a:pt x="136775" y="48767"/>
                  <a:pt x="136152" y="48842"/>
                  <a:pt x="136002" y="49515"/>
                </a:cubicBezTo>
                <a:cubicBezTo>
                  <a:pt x="135895" y="49839"/>
                  <a:pt x="135960" y="50198"/>
                  <a:pt x="136176" y="50462"/>
                </a:cubicBezTo>
                <a:cubicBezTo>
                  <a:pt x="136551" y="50761"/>
                  <a:pt x="138321" y="51584"/>
                  <a:pt x="138470" y="52183"/>
                </a:cubicBezTo>
                <a:cubicBezTo>
                  <a:pt x="138582" y="52532"/>
                  <a:pt x="138665" y="52891"/>
                  <a:pt x="138720" y="53255"/>
                </a:cubicBezTo>
                <a:cubicBezTo>
                  <a:pt x="138894" y="53678"/>
                  <a:pt x="138894" y="53828"/>
                  <a:pt x="138894" y="54152"/>
                </a:cubicBezTo>
                <a:cubicBezTo>
                  <a:pt x="138882" y="54466"/>
                  <a:pt x="138979" y="54775"/>
                  <a:pt x="139168" y="55025"/>
                </a:cubicBezTo>
                <a:cubicBezTo>
                  <a:pt x="139500" y="55182"/>
                  <a:pt x="139884" y="55182"/>
                  <a:pt x="140215" y="55025"/>
                </a:cubicBezTo>
                <a:cubicBezTo>
                  <a:pt x="140564" y="54825"/>
                  <a:pt x="140988" y="54701"/>
                  <a:pt x="141138" y="54825"/>
                </a:cubicBezTo>
                <a:cubicBezTo>
                  <a:pt x="141287" y="54950"/>
                  <a:pt x="141612" y="54950"/>
                  <a:pt x="141686" y="55473"/>
                </a:cubicBezTo>
                <a:cubicBezTo>
                  <a:pt x="141761" y="55997"/>
                  <a:pt x="141437" y="56221"/>
                  <a:pt x="140988" y="56770"/>
                </a:cubicBezTo>
                <a:cubicBezTo>
                  <a:pt x="140539" y="57318"/>
                  <a:pt x="138969" y="58789"/>
                  <a:pt x="138819" y="59263"/>
                </a:cubicBezTo>
                <a:cubicBezTo>
                  <a:pt x="138670" y="59737"/>
                  <a:pt x="137996" y="59812"/>
                  <a:pt x="137523" y="60310"/>
                </a:cubicBezTo>
                <a:cubicBezTo>
                  <a:pt x="136600" y="61287"/>
                  <a:pt x="135611" y="62195"/>
                  <a:pt x="134556" y="63028"/>
                </a:cubicBezTo>
                <a:cubicBezTo>
                  <a:pt x="134207" y="63277"/>
                  <a:pt x="133683" y="64224"/>
                  <a:pt x="133434" y="64349"/>
                </a:cubicBezTo>
                <a:cubicBezTo>
                  <a:pt x="133185" y="64474"/>
                  <a:pt x="132761" y="64150"/>
                  <a:pt x="132561" y="64349"/>
                </a:cubicBezTo>
                <a:lnTo>
                  <a:pt x="132561" y="64249"/>
                </a:lnTo>
                <a:cubicBezTo>
                  <a:pt x="131784" y="65057"/>
                  <a:pt x="131165" y="66004"/>
                  <a:pt x="130741" y="67042"/>
                </a:cubicBezTo>
                <a:cubicBezTo>
                  <a:pt x="130689" y="67391"/>
                  <a:pt x="130789" y="67745"/>
                  <a:pt x="131016" y="68014"/>
                </a:cubicBezTo>
                <a:cubicBezTo>
                  <a:pt x="131365" y="68513"/>
                  <a:pt x="131739" y="68961"/>
                  <a:pt x="131739" y="69086"/>
                </a:cubicBezTo>
                <a:cubicBezTo>
                  <a:pt x="131963" y="69635"/>
                  <a:pt x="132387" y="70233"/>
                  <a:pt x="132836" y="70183"/>
                </a:cubicBezTo>
                <a:cubicBezTo>
                  <a:pt x="133284" y="70133"/>
                  <a:pt x="133459" y="69659"/>
                  <a:pt x="134132" y="69535"/>
                </a:cubicBezTo>
                <a:cubicBezTo>
                  <a:pt x="134805" y="69410"/>
                  <a:pt x="134706" y="69834"/>
                  <a:pt x="135079" y="69535"/>
                </a:cubicBezTo>
                <a:cubicBezTo>
                  <a:pt x="135454" y="69236"/>
                  <a:pt x="135628" y="68837"/>
                  <a:pt x="135628" y="68562"/>
                </a:cubicBezTo>
                <a:cubicBezTo>
                  <a:pt x="135840" y="68226"/>
                  <a:pt x="136099" y="67924"/>
                  <a:pt x="136401" y="67665"/>
                </a:cubicBezTo>
                <a:cubicBezTo>
                  <a:pt x="136825" y="67366"/>
                  <a:pt x="137348" y="67092"/>
                  <a:pt x="137348" y="66693"/>
                </a:cubicBezTo>
                <a:cubicBezTo>
                  <a:pt x="137548" y="66508"/>
                  <a:pt x="137775" y="66356"/>
                  <a:pt x="138021" y="66244"/>
                </a:cubicBezTo>
                <a:cubicBezTo>
                  <a:pt x="138351" y="66117"/>
                  <a:pt x="138647" y="65922"/>
                  <a:pt x="138894" y="65670"/>
                </a:cubicBezTo>
                <a:cubicBezTo>
                  <a:pt x="139158" y="65361"/>
                  <a:pt x="139440" y="65070"/>
                  <a:pt x="139742" y="64798"/>
                </a:cubicBezTo>
                <a:cubicBezTo>
                  <a:pt x="140078" y="64638"/>
                  <a:pt x="140370" y="64399"/>
                  <a:pt x="140589" y="64100"/>
                </a:cubicBezTo>
                <a:cubicBezTo>
                  <a:pt x="140814" y="63776"/>
                  <a:pt x="141312" y="63551"/>
                  <a:pt x="141537" y="63177"/>
                </a:cubicBezTo>
                <a:cubicBezTo>
                  <a:pt x="141761" y="62803"/>
                  <a:pt x="142285" y="62629"/>
                  <a:pt x="142534" y="62155"/>
                </a:cubicBezTo>
                <a:cubicBezTo>
                  <a:pt x="142783" y="61681"/>
                  <a:pt x="143556" y="61632"/>
                  <a:pt x="143556" y="61108"/>
                </a:cubicBezTo>
                <a:cubicBezTo>
                  <a:pt x="144701" y="59787"/>
                  <a:pt x="145935" y="58548"/>
                  <a:pt x="147246" y="57393"/>
                </a:cubicBezTo>
                <a:cubicBezTo>
                  <a:pt x="147750" y="56792"/>
                  <a:pt x="148218" y="56159"/>
                  <a:pt x="148642" y="55498"/>
                </a:cubicBezTo>
                <a:cubicBezTo>
                  <a:pt x="149141" y="55075"/>
                  <a:pt x="149739" y="55000"/>
                  <a:pt x="149964" y="54775"/>
                </a:cubicBezTo>
                <a:cubicBezTo>
                  <a:pt x="150273" y="54319"/>
                  <a:pt x="150624" y="53895"/>
                  <a:pt x="151011" y="53504"/>
                </a:cubicBezTo>
                <a:cubicBezTo>
                  <a:pt x="151260" y="53205"/>
                  <a:pt x="151809" y="52581"/>
                  <a:pt x="152108" y="52307"/>
                </a:cubicBezTo>
                <a:lnTo>
                  <a:pt x="153454" y="51260"/>
                </a:lnTo>
                <a:cubicBezTo>
                  <a:pt x="153703" y="51110"/>
                  <a:pt x="154975" y="50188"/>
                  <a:pt x="155199" y="50013"/>
                </a:cubicBezTo>
                <a:cubicBezTo>
                  <a:pt x="155872" y="49689"/>
                  <a:pt x="156496" y="49939"/>
                  <a:pt x="156496" y="49689"/>
                </a:cubicBezTo>
                <a:cubicBezTo>
                  <a:pt x="156845" y="48966"/>
                  <a:pt x="157717" y="47296"/>
                  <a:pt x="157468" y="46772"/>
                </a:cubicBezTo>
                <a:cubicBezTo>
                  <a:pt x="157219" y="46249"/>
                  <a:pt x="156994" y="45850"/>
                  <a:pt x="156845" y="45601"/>
                </a:cubicBezTo>
                <a:cubicBezTo>
                  <a:pt x="156633" y="45379"/>
                  <a:pt x="156321" y="45284"/>
                  <a:pt x="156022" y="45351"/>
                </a:cubicBezTo>
                <a:cubicBezTo>
                  <a:pt x="155434" y="45541"/>
                  <a:pt x="154790" y="45431"/>
                  <a:pt x="154302" y="45052"/>
                </a:cubicBezTo>
                <a:cubicBezTo>
                  <a:pt x="154052" y="44853"/>
                  <a:pt x="153629" y="45127"/>
                  <a:pt x="153205" y="45301"/>
                </a:cubicBezTo>
                <a:cubicBezTo>
                  <a:pt x="152781" y="45476"/>
                  <a:pt x="152282" y="45301"/>
                  <a:pt x="152058" y="45476"/>
                </a:cubicBezTo>
                <a:cubicBezTo>
                  <a:pt x="151415" y="46002"/>
                  <a:pt x="150814" y="46575"/>
                  <a:pt x="150263" y="47196"/>
                </a:cubicBezTo>
                <a:cubicBezTo>
                  <a:pt x="149789" y="47745"/>
                  <a:pt x="147446" y="49914"/>
                  <a:pt x="147121" y="50238"/>
                </a:cubicBezTo>
                <a:cubicBezTo>
                  <a:pt x="146797" y="50562"/>
                  <a:pt x="146548" y="50138"/>
                  <a:pt x="146548" y="49739"/>
                </a:cubicBezTo>
                <a:cubicBezTo>
                  <a:pt x="147022" y="48667"/>
                  <a:pt x="147346" y="48592"/>
                  <a:pt x="146548" y="47246"/>
                </a:cubicBezTo>
                <a:cubicBezTo>
                  <a:pt x="145750" y="45900"/>
                  <a:pt x="144878" y="46074"/>
                  <a:pt x="144603" y="45900"/>
                </a:cubicBezTo>
                <a:cubicBezTo>
                  <a:pt x="144329" y="45725"/>
                  <a:pt x="143830" y="44977"/>
                  <a:pt x="143506" y="44853"/>
                </a:cubicBezTo>
                <a:close/>
                <a:moveTo>
                  <a:pt x="222402" y="37809"/>
                </a:moveTo>
                <a:cubicBezTo>
                  <a:pt x="222636" y="37817"/>
                  <a:pt x="222821" y="38011"/>
                  <a:pt x="222813" y="38246"/>
                </a:cubicBezTo>
                <a:cubicBezTo>
                  <a:pt x="222865" y="38911"/>
                  <a:pt x="222609" y="39564"/>
                  <a:pt x="222115" y="40016"/>
                </a:cubicBezTo>
                <a:cubicBezTo>
                  <a:pt x="221636" y="40163"/>
                  <a:pt x="221123" y="40163"/>
                  <a:pt x="220644" y="40016"/>
                </a:cubicBezTo>
                <a:cubicBezTo>
                  <a:pt x="220480" y="39784"/>
                  <a:pt x="220402" y="39502"/>
                  <a:pt x="220420" y="39218"/>
                </a:cubicBezTo>
                <a:cubicBezTo>
                  <a:pt x="220405" y="38896"/>
                  <a:pt x="220502" y="38580"/>
                  <a:pt x="220694" y="38320"/>
                </a:cubicBezTo>
                <a:cubicBezTo>
                  <a:pt x="221215" y="38118"/>
                  <a:pt x="221746" y="37951"/>
                  <a:pt x="222290" y="37822"/>
                </a:cubicBezTo>
                <a:cubicBezTo>
                  <a:pt x="222327" y="37812"/>
                  <a:pt x="222364" y="37809"/>
                  <a:pt x="222402" y="37809"/>
                </a:cubicBezTo>
                <a:close/>
                <a:moveTo>
                  <a:pt x="226952" y="35728"/>
                </a:moveTo>
                <a:cubicBezTo>
                  <a:pt x="227176" y="35553"/>
                  <a:pt x="227675" y="35453"/>
                  <a:pt x="227800" y="35902"/>
                </a:cubicBezTo>
                <a:cubicBezTo>
                  <a:pt x="227882" y="36254"/>
                  <a:pt x="227924" y="36613"/>
                  <a:pt x="227924" y="36974"/>
                </a:cubicBezTo>
                <a:cubicBezTo>
                  <a:pt x="227722" y="37583"/>
                  <a:pt x="227239" y="38054"/>
                  <a:pt x="226628" y="38246"/>
                </a:cubicBezTo>
                <a:cubicBezTo>
                  <a:pt x="226453" y="38321"/>
                  <a:pt x="225730" y="37897"/>
                  <a:pt x="225730" y="37622"/>
                </a:cubicBezTo>
                <a:cubicBezTo>
                  <a:pt x="225730" y="37348"/>
                  <a:pt x="225107" y="36351"/>
                  <a:pt x="225730" y="36326"/>
                </a:cubicBezTo>
                <a:cubicBezTo>
                  <a:pt x="226354" y="36301"/>
                  <a:pt x="226578" y="35902"/>
                  <a:pt x="226952" y="35728"/>
                </a:cubicBezTo>
                <a:close/>
                <a:moveTo>
                  <a:pt x="221043" y="32437"/>
                </a:moveTo>
                <a:cubicBezTo>
                  <a:pt x="221916" y="32113"/>
                  <a:pt x="222240" y="32661"/>
                  <a:pt x="222265" y="33484"/>
                </a:cubicBezTo>
                <a:cubicBezTo>
                  <a:pt x="222290" y="34307"/>
                  <a:pt x="221442" y="34631"/>
                  <a:pt x="220844" y="35254"/>
                </a:cubicBezTo>
                <a:cubicBezTo>
                  <a:pt x="220544" y="35553"/>
                  <a:pt x="220544" y="35254"/>
                  <a:pt x="220195" y="34980"/>
                </a:cubicBezTo>
                <a:cubicBezTo>
                  <a:pt x="219846" y="34706"/>
                  <a:pt x="219846" y="34033"/>
                  <a:pt x="219846" y="33609"/>
                </a:cubicBezTo>
                <a:cubicBezTo>
                  <a:pt x="219672" y="32636"/>
                  <a:pt x="220819" y="32836"/>
                  <a:pt x="221043" y="32437"/>
                </a:cubicBezTo>
                <a:close/>
                <a:moveTo>
                  <a:pt x="291101" y="31415"/>
                </a:moveTo>
                <a:cubicBezTo>
                  <a:pt x="290353" y="31589"/>
                  <a:pt x="289680" y="31464"/>
                  <a:pt x="289455" y="32237"/>
                </a:cubicBezTo>
                <a:cubicBezTo>
                  <a:pt x="289380" y="32512"/>
                  <a:pt x="289206" y="33509"/>
                  <a:pt x="289206" y="33808"/>
                </a:cubicBezTo>
                <a:cubicBezTo>
                  <a:pt x="289094" y="34359"/>
                  <a:pt x="289094" y="34927"/>
                  <a:pt x="289206" y="35478"/>
                </a:cubicBezTo>
                <a:cubicBezTo>
                  <a:pt x="289597" y="36162"/>
                  <a:pt x="289802" y="36934"/>
                  <a:pt x="289804" y="37722"/>
                </a:cubicBezTo>
                <a:cubicBezTo>
                  <a:pt x="289705" y="38495"/>
                  <a:pt x="289430" y="39168"/>
                  <a:pt x="289929" y="39517"/>
                </a:cubicBezTo>
                <a:cubicBezTo>
                  <a:pt x="290505" y="39787"/>
                  <a:pt x="291141" y="39899"/>
                  <a:pt x="291774" y="39841"/>
                </a:cubicBezTo>
                <a:cubicBezTo>
                  <a:pt x="292263" y="39812"/>
                  <a:pt x="292756" y="39812"/>
                  <a:pt x="293245" y="39841"/>
                </a:cubicBezTo>
                <a:cubicBezTo>
                  <a:pt x="293519" y="40016"/>
                  <a:pt x="293394" y="40664"/>
                  <a:pt x="293245" y="41213"/>
                </a:cubicBezTo>
                <a:cubicBezTo>
                  <a:pt x="293113" y="41776"/>
                  <a:pt x="292876" y="42310"/>
                  <a:pt x="292547" y="42783"/>
                </a:cubicBezTo>
                <a:cubicBezTo>
                  <a:pt x="291924" y="43781"/>
                  <a:pt x="290976" y="46623"/>
                  <a:pt x="288483" y="46972"/>
                </a:cubicBezTo>
                <a:cubicBezTo>
                  <a:pt x="287236" y="47121"/>
                  <a:pt x="285541" y="47570"/>
                  <a:pt x="284444" y="47570"/>
                </a:cubicBezTo>
                <a:cubicBezTo>
                  <a:pt x="284070" y="47570"/>
                  <a:pt x="283447" y="47570"/>
                  <a:pt x="283048" y="47570"/>
                </a:cubicBezTo>
                <a:cubicBezTo>
                  <a:pt x="281876" y="47670"/>
                  <a:pt x="279931" y="47994"/>
                  <a:pt x="279383" y="47994"/>
                </a:cubicBezTo>
                <a:cubicBezTo>
                  <a:pt x="278834" y="47994"/>
                  <a:pt x="278111" y="47446"/>
                  <a:pt x="277812" y="47446"/>
                </a:cubicBezTo>
                <a:cubicBezTo>
                  <a:pt x="276728" y="47443"/>
                  <a:pt x="275661" y="47727"/>
                  <a:pt x="274721" y="48268"/>
                </a:cubicBezTo>
                <a:cubicBezTo>
                  <a:pt x="274778" y="48864"/>
                  <a:pt x="274683" y="49465"/>
                  <a:pt x="274447" y="50013"/>
                </a:cubicBezTo>
                <a:lnTo>
                  <a:pt x="274447" y="49914"/>
                </a:lnTo>
                <a:cubicBezTo>
                  <a:pt x="274172" y="50387"/>
                  <a:pt x="274003" y="50914"/>
                  <a:pt x="273948" y="51459"/>
                </a:cubicBezTo>
                <a:cubicBezTo>
                  <a:pt x="274696" y="52656"/>
                  <a:pt x="275593" y="54327"/>
                  <a:pt x="275868" y="54451"/>
                </a:cubicBezTo>
                <a:cubicBezTo>
                  <a:pt x="276142" y="54576"/>
                  <a:pt x="280530" y="53803"/>
                  <a:pt x="283023" y="53604"/>
                </a:cubicBezTo>
                <a:cubicBezTo>
                  <a:pt x="284903" y="53469"/>
                  <a:pt x="286792" y="53544"/>
                  <a:pt x="288657" y="53828"/>
                </a:cubicBezTo>
                <a:cubicBezTo>
                  <a:pt x="289530" y="53978"/>
                  <a:pt x="290851" y="54551"/>
                  <a:pt x="291674" y="54651"/>
                </a:cubicBezTo>
                <a:cubicBezTo>
                  <a:pt x="292497" y="54750"/>
                  <a:pt x="293893" y="54925"/>
                  <a:pt x="294417" y="54925"/>
                </a:cubicBezTo>
                <a:cubicBezTo>
                  <a:pt x="295374" y="54932"/>
                  <a:pt x="296326" y="55092"/>
                  <a:pt x="297234" y="55399"/>
                </a:cubicBezTo>
                <a:cubicBezTo>
                  <a:pt x="297757" y="55598"/>
                  <a:pt x="299129" y="55748"/>
                  <a:pt x="299951" y="56072"/>
                </a:cubicBezTo>
                <a:cubicBezTo>
                  <a:pt x="300774" y="56396"/>
                  <a:pt x="302195" y="56895"/>
                  <a:pt x="302868" y="57069"/>
                </a:cubicBezTo>
                <a:cubicBezTo>
                  <a:pt x="303542" y="57244"/>
                  <a:pt x="304115" y="57219"/>
                  <a:pt x="304713" y="57368"/>
                </a:cubicBezTo>
                <a:cubicBezTo>
                  <a:pt x="305292" y="57585"/>
                  <a:pt x="305858" y="57837"/>
                  <a:pt x="306409" y="58116"/>
                </a:cubicBezTo>
                <a:cubicBezTo>
                  <a:pt x="306683" y="58191"/>
                  <a:pt x="307157" y="58216"/>
                  <a:pt x="308054" y="58415"/>
                </a:cubicBezTo>
                <a:cubicBezTo>
                  <a:pt x="308403" y="58490"/>
                  <a:pt x="308802" y="58066"/>
                  <a:pt x="309101" y="57767"/>
                </a:cubicBezTo>
                <a:cubicBezTo>
                  <a:pt x="309388" y="57530"/>
                  <a:pt x="309617" y="57231"/>
                  <a:pt x="309774" y="56895"/>
                </a:cubicBezTo>
                <a:cubicBezTo>
                  <a:pt x="309834" y="56683"/>
                  <a:pt x="309834" y="56458"/>
                  <a:pt x="309774" y="56246"/>
                </a:cubicBezTo>
                <a:cubicBezTo>
                  <a:pt x="309774" y="56196"/>
                  <a:pt x="309774" y="55922"/>
                  <a:pt x="309774" y="55798"/>
                </a:cubicBezTo>
                <a:cubicBezTo>
                  <a:pt x="309837" y="55409"/>
                  <a:pt x="309837" y="55015"/>
                  <a:pt x="309774" y="54626"/>
                </a:cubicBezTo>
                <a:cubicBezTo>
                  <a:pt x="309650" y="53653"/>
                  <a:pt x="308852" y="53255"/>
                  <a:pt x="308428" y="52856"/>
                </a:cubicBezTo>
                <a:cubicBezTo>
                  <a:pt x="308087" y="52489"/>
                  <a:pt x="307720" y="52148"/>
                  <a:pt x="307331" y="51833"/>
                </a:cubicBezTo>
                <a:cubicBezTo>
                  <a:pt x="306945" y="51574"/>
                  <a:pt x="306536" y="51347"/>
                  <a:pt x="306110" y="51160"/>
                </a:cubicBezTo>
                <a:cubicBezTo>
                  <a:pt x="305708" y="51071"/>
                  <a:pt x="305299" y="51013"/>
                  <a:pt x="304888" y="50986"/>
                </a:cubicBezTo>
                <a:cubicBezTo>
                  <a:pt x="304439" y="50986"/>
                  <a:pt x="304115" y="51310"/>
                  <a:pt x="303517" y="51160"/>
                </a:cubicBezTo>
                <a:cubicBezTo>
                  <a:pt x="301926" y="50707"/>
                  <a:pt x="300313" y="50350"/>
                  <a:pt x="298680" y="50088"/>
                </a:cubicBezTo>
                <a:cubicBezTo>
                  <a:pt x="298381" y="49664"/>
                  <a:pt x="298879" y="48617"/>
                  <a:pt x="299203" y="47371"/>
                </a:cubicBezTo>
                <a:cubicBezTo>
                  <a:pt x="299328" y="47022"/>
                  <a:pt x="299403" y="46573"/>
                  <a:pt x="299652" y="46398"/>
                </a:cubicBezTo>
                <a:cubicBezTo>
                  <a:pt x="299899" y="46152"/>
                  <a:pt x="300071" y="45840"/>
                  <a:pt x="300151" y="45501"/>
                </a:cubicBezTo>
                <a:cubicBezTo>
                  <a:pt x="300266" y="45167"/>
                  <a:pt x="300472" y="44873"/>
                  <a:pt x="300749" y="44653"/>
                </a:cubicBezTo>
                <a:cubicBezTo>
                  <a:pt x="301038" y="44426"/>
                  <a:pt x="301263" y="44125"/>
                  <a:pt x="301397" y="43781"/>
                </a:cubicBezTo>
                <a:cubicBezTo>
                  <a:pt x="301771" y="42384"/>
                  <a:pt x="300998" y="42609"/>
                  <a:pt x="301397" y="41437"/>
                </a:cubicBezTo>
                <a:cubicBezTo>
                  <a:pt x="301796" y="40265"/>
                  <a:pt x="302993" y="40515"/>
                  <a:pt x="304464" y="40265"/>
                </a:cubicBezTo>
                <a:cubicBezTo>
                  <a:pt x="305005" y="40198"/>
                  <a:pt x="305524" y="40011"/>
                  <a:pt x="305985" y="39717"/>
                </a:cubicBezTo>
                <a:cubicBezTo>
                  <a:pt x="306596" y="39251"/>
                  <a:pt x="307289" y="38902"/>
                  <a:pt x="308029" y="38695"/>
                </a:cubicBezTo>
                <a:cubicBezTo>
                  <a:pt x="309425" y="38171"/>
                  <a:pt x="310298" y="38395"/>
                  <a:pt x="310672" y="37249"/>
                </a:cubicBezTo>
                <a:cubicBezTo>
                  <a:pt x="310747" y="37074"/>
                  <a:pt x="310373" y="36575"/>
                  <a:pt x="310373" y="36251"/>
                </a:cubicBezTo>
                <a:cubicBezTo>
                  <a:pt x="310455" y="35798"/>
                  <a:pt x="310455" y="35334"/>
                  <a:pt x="310373" y="34880"/>
                </a:cubicBezTo>
                <a:cubicBezTo>
                  <a:pt x="310148" y="34257"/>
                  <a:pt x="309675" y="33858"/>
                  <a:pt x="309376" y="33235"/>
                </a:cubicBezTo>
                <a:cubicBezTo>
                  <a:pt x="309208" y="32896"/>
                  <a:pt x="308927" y="32631"/>
                  <a:pt x="308578" y="32487"/>
                </a:cubicBezTo>
                <a:cubicBezTo>
                  <a:pt x="308279" y="32487"/>
                  <a:pt x="308029" y="32661"/>
                  <a:pt x="307456" y="32487"/>
                </a:cubicBezTo>
                <a:cubicBezTo>
                  <a:pt x="307049" y="32335"/>
                  <a:pt x="306613" y="32282"/>
                  <a:pt x="306184" y="32337"/>
                </a:cubicBezTo>
                <a:cubicBezTo>
                  <a:pt x="304606" y="32768"/>
                  <a:pt x="302983" y="33020"/>
                  <a:pt x="301348" y="33085"/>
                </a:cubicBezTo>
                <a:lnTo>
                  <a:pt x="300575" y="33085"/>
                </a:lnTo>
                <a:lnTo>
                  <a:pt x="299478" y="33085"/>
                </a:lnTo>
                <a:cubicBezTo>
                  <a:pt x="297384" y="33035"/>
                  <a:pt x="293669" y="32611"/>
                  <a:pt x="293394" y="32611"/>
                </a:cubicBezTo>
                <a:cubicBezTo>
                  <a:pt x="292671" y="32312"/>
                  <a:pt x="291400" y="31415"/>
                  <a:pt x="291101" y="31415"/>
                </a:cubicBezTo>
                <a:close/>
                <a:moveTo>
                  <a:pt x="212118" y="29694"/>
                </a:moveTo>
                <a:cubicBezTo>
                  <a:pt x="211719" y="29994"/>
                  <a:pt x="211270" y="30118"/>
                  <a:pt x="210148" y="30118"/>
                </a:cubicBezTo>
                <a:cubicBezTo>
                  <a:pt x="207954" y="30318"/>
                  <a:pt x="205760" y="33210"/>
                  <a:pt x="203616" y="34456"/>
                </a:cubicBezTo>
                <a:cubicBezTo>
                  <a:pt x="203095" y="34628"/>
                  <a:pt x="202562" y="34760"/>
                  <a:pt x="202021" y="34855"/>
                </a:cubicBezTo>
                <a:cubicBezTo>
                  <a:pt x="201572" y="35055"/>
                  <a:pt x="200998" y="35429"/>
                  <a:pt x="200899" y="35778"/>
                </a:cubicBezTo>
                <a:cubicBezTo>
                  <a:pt x="200799" y="36127"/>
                  <a:pt x="200849" y="36526"/>
                  <a:pt x="200450" y="36750"/>
                </a:cubicBezTo>
                <a:cubicBezTo>
                  <a:pt x="200051" y="36974"/>
                  <a:pt x="199727" y="37024"/>
                  <a:pt x="199752" y="37323"/>
                </a:cubicBezTo>
                <a:cubicBezTo>
                  <a:pt x="199777" y="37623"/>
                  <a:pt x="200001" y="38869"/>
                  <a:pt x="200375" y="38944"/>
                </a:cubicBezTo>
                <a:cubicBezTo>
                  <a:pt x="200749" y="39019"/>
                  <a:pt x="201023" y="38944"/>
                  <a:pt x="201173" y="39318"/>
                </a:cubicBezTo>
                <a:cubicBezTo>
                  <a:pt x="201322" y="39692"/>
                  <a:pt x="201821" y="40166"/>
                  <a:pt x="202195" y="40166"/>
                </a:cubicBezTo>
                <a:cubicBezTo>
                  <a:pt x="202696" y="40210"/>
                  <a:pt x="203192" y="40320"/>
                  <a:pt x="203666" y="40490"/>
                </a:cubicBezTo>
                <a:cubicBezTo>
                  <a:pt x="204140" y="40614"/>
                  <a:pt x="205012" y="40664"/>
                  <a:pt x="205012" y="41437"/>
                </a:cubicBezTo>
                <a:cubicBezTo>
                  <a:pt x="205012" y="42210"/>
                  <a:pt x="205287" y="43332"/>
                  <a:pt x="205012" y="43930"/>
                </a:cubicBezTo>
                <a:cubicBezTo>
                  <a:pt x="204738" y="44529"/>
                  <a:pt x="203965" y="45401"/>
                  <a:pt x="203666" y="45401"/>
                </a:cubicBezTo>
                <a:cubicBezTo>
                  <a:pt x="203367" y="45401"/>
                  <a:pt x="202843" y="45401"/>
                  <a:pt x="202544" y="45401"/>
                </a:cubicBezTo>
                <a:cubicBezTo>
                  <a:pt x="201669" y="45588"/>
                  <a:pt x="201076" y="46406"/>
                  <a:pt x="201173" y="47296"/>
                </a:cubicBezTo>
                <a:cubicBezTo>
                  <a:pt x="201248" y="47894"/>
                  <a:pt x="202419" y="48941"/>
                  <a:pt x="202419" y="48941"/>
                </a:cubicBezTo>
                <a:lnTo>
                  <a:pt x="203010" y="49622"/>
                </a:lnTo>
                <a:lnTo>
                  <a:pt x="203442" y="50437"/>
                </a:lnTo>
                <a:cubicBezTo>
                  <a:pt x="203591" y="50786"/>
                  <a:pt x="203442" y="51160"/>
                  <a:pt x="203442" y="51659"/>
                </a:cubicBezTo>
                <a:cubicBezTo>
                  <a:pt x="203491" y="51973"/>
                  <a:pt x="203491" y="52292"/>
                  <a:pt x="203442" y="52606"/>
                </a:cubicBezTo>
                <a:cubicBezTo>
                  <a:pt x="203300" y="53043"/>
                  <a:pt x="203030" y="53424"/>
                  <a:pt x="202669" y="53703"/>
                </a:cubicBezTo>
                <a:cubicBezTo>
                  <a:pt x="202419" y="53903"/>
                  <a:pt x="201771" y="54701"/>
                  <a:pt x="201522" y="54825"/>
                </a:cubicBezTo>
                <a:cubicBezTo>
                  <a:pt x="200557" y="55356"/>
                  <a:pt x="199847" y="56256"/>
                  <a:pt x="199552" y="57318"/>
                </a:cubicBezTo>
                <a:cubicBezTo>
                  <a:pt x="199645" y="58106"/>
                  <a:pt x="199889" y="58869"/>
                  <a:pt x="200275" y="59562"/>
                </a:cubicBezTo>
                <a:cubicBezTo>
                  <a:pt x="200560" y="60001"/>
                  <a:pt x="200924" y="60380"/>
                  <a:pt x="201347" y="60684"/>
                </a:cubicBezTo>
                <a:cubicBezTo>
                  <a:pt x="201746" y="61033"/>
                  <a:pt x="201622" y="61856"/>
                  <a:pt x="202120" y="61856"/>
                </a:cubicBezTo>
                <a:cubicBezTo>
                  <a:pt x="202624" y="61878"/>
                  <a:pt x="203125" y="61946"/>
                  <a:pt x="203616" y="62055"/>
                </a:cubicBezTo>
                <a:cubicBezTo>
                  <a:pt x="203965" y="62230"/>
                  <a:pt x="204638" y="61881"/>
                  <a:pt x="204638" y="61881"/>
                </a:cubicBezTo>
                <a:cubicBezTo>
                  <a:pt x="205187" y="61681"/>
                  <a:pt x="205760" y="60235"/>
                  <a:pt x="206857" y="59388"/>
                </a:cubicBezTo>
                <a:cubicBezTo>
                  <a:pt x="207954" y="58540"/>
                  <a:pt x="210398" y="57144"/>
                  <a:pt x="211694" y="56047"/>
                </a:cubicBezTo>
                <a:cubicBezTo>
                  <a:pt x="213175" y="55099"/>
                  <a:pt x="214147" y="53531"/>
                  <a:pt x="214337" y="51784"/>
                </a:cubicBezTo>
                <a:cubicBezTo>
                  <a:pt x="214262" y="51347"/>
                  <a:pt x="214082" y="50938"/>
                  <a:pt x="213813" y="50587"/>
                </a:cubicBezTo>
                <a:cubicBezTo>
                  <a:pt x="213467" y="50288"/>
                  <a:pt x="213043" y="50088"/>
                  <a:pt x="212592" y="50013"/>
                </a:cubicBezTo>
                <a:lnTo>
                  <a:pt x="211345" y="50188"/>
                </a:lnTo>
                <a:cubicBezTo>
                  <a:pt x="211170" y="50138"/>
                  <a:pt x="210996" y="49216"/>
                  <a:pt x="210996" y="48941"/>
                </a:cubicBezTo>
                <a:cubicBezTo>
                  <a:pt x="211686" y="47533"/>
                  <a:pt x="212671" y="46291"/>
                  <a:pt x="213888" y="45301"/>
                </a:cubicBezTo>
                <a:cubicBezTo>
                  <a:pt x="214038" y="45152"/>
                  <a:pt x="214062" y="45102"/>
                  <a:pt x="214038" y="44603"/>
                </a:cubicBezTo>
                <a:cubicBezTo>
                  <a:pt x="214013" y="44105"/>
                  <a:pt x="213788" y="43980"/>
                  <a:pt x="213115" y="43058"/>
                </a:cubicBezTo>
                <a:cubicBezTo>
                  <a:pt x="212766" y="42559"/>
                  <a:pt x="212965" y="42060"/>
                  <a:pt x="212592" y="42060"/>
                </a:cubicBezTo>
                <a:cubicBezTo>
                  <a:pt x="212217" y="42060"/>
                  <a:pt x="211794" y="42559"/>
                  <a:pt x="211470" y="42260"/>
                </a:cubicBezTo>
                <a:cubicBezTo>
                  <a:pt x="211145" y="41961"/>
                  <a:pt x="211145" y="41088"/>
                  <a:pt x="211145" y="40789"/>
                </a:cubicBezTo>
                <a:cubicBezTo>
                  <a:pt x="210861" y="40101"/>
                  <a:pt x="210816" y="39335"/>
                  <a:pt x="211021" y="38620"/>
                </a:cubicBezTo>
                <a:cubicBezTo>
                  <a:pt x="211457" y="37862"/>
                  <a:pt x="211948" y="37136"/>
                  <a:pt x="212492" y="36451"/>
                </a:cubicBezTo>
                <a:cubicBezTo>
                  <a:pt x="213015" y="35827"/>
                  <a:pt x="213339" y="35404"/>
                  <a:pt x="213339" y="34930"/>
                </a:cubicBezTo>
                <a:cubicBezTo>
                  <a:pt x="213165" y="33833"/>
                  <a:pt x="213639" y="33434"/>
                  <a:pt x="213639" y="32935"/>
                </a:cubicBezTo>
                <a:cubicBezTo>
                  <a:pt x="213639" y="32437"/>
                  <a:pt x="213938" y="31714"/>
                  <a:pt x="213639" y="31190"/>
                </a:cubicBezTo>
                <a:cubicBezTo>
                  <a:pt x="213339" y="30667"/>
                  <a:pt x="212517" y="29395"/>
                  <a:pt x="212118" y="29694"/>
                </a:cubicBezTo>
                <a:close/>
                <a:moveTo>
                  <a:pt x="228697" y="29295"/>
                </a:moveTo>
                <a:cubicBezTo>
                  <a:pt x="228846" y="29395"/>
                  <a:pt x="228996" y="30218"/>
                  <a:pt x="228996" y="30517"/>
                </a:cubicBezTo>
                <a:cubicBezTo>
                  <a:pt x="228886" y="31210"/>
                  <a:pt x="228552" y="31848"/>
                  <a:pt x="228049" y="32337"/>
                </a:cubicBezTo>
                <a:cubicBezTo>
                  <a:pt x="227483" y="32499"/>
                  <a:pt x="226889" y="32549"/>
                  <a:pt x="226303" y="32487"/>
                </a:cubicBezTo>
                <a:cubicBezTo>
                  <a:pt x="225780" y="32362"/>
                  <a:pt x="225655" y="31514"/>
                  <a:pt x="225630" y="31016"/>
                </a:cubicBezTo>
                <a:cubicBezTo>
                  <a:pt x="225580" y="30068"/>
                  <a:pt x="227525" y="29844"/>
                  <a:pt x="228697" y="29295"/>
                </a:cubicBezTo>
                <a:close/>
                <a:moveTo>
                  <a:pt x="229969" y="24334"/>
                </a:moveTo>
                <a:cubicBezTo>
                  <a:pt x="227902" y="25212"/>
                  <a:pt x="225880" y="26194"/>
                  <a:pt x="223910" y="27276"/>
                </a:cubicBezTo>
                <a:cubicBezTo>
                  <a:pt x="223387" y="27525"/>
                  <a:pt x="222813" y="27301"/>
                  <a:pt x="221841" y="27775"/>
                </a:cubicBezTo>
                <a:cubicBezTo>
                  <a:pt x="220869" y="28248"/>
                  <a:pt x="220246" y="28772"/>
                  <a:pt x="219348" y="29246"/>
                </a:cubicBezTo>
                <a:cubicBezTo>
                  <a:pt x="219049" y="29420"/>
                  <a:pt x="218052" y="29844"/>
                  <a:pt x="217852" y="29969"/>
                </a:cubicBezTo>
                <a:cubicBezTo>
                  <a:pt x="217481" y="30133"/>
                  <a:pt x="217084" y="30233"/>
                  <a:pt x="216680" y="30268"/>
                </a:cubicBezTo>
                <a:cubicBezTo>
                  <a:pt x="216007" y="30343"/>
                  <a:pt x="215783" y="29595"/>
                  <a:pt x="215309" y="29669"/>
                </a:cubicBezTo>
                <a:cubicBezTo>
                  <a:pt x="214835" y="29744"/>
                  <a:pt x="214411" y="30941"/>
                  <a:pt x="214611" y="31814"/>
                </a:cubicBezTo>
                <a:cubicBezTo>
                  <a:pt x="214678" y="32502"/>
                  <a:pt x="214678" y="33195"/>
                  <a:pt x="214611" y="33883"/>
                </a:cubicBezTo>
                <a:lnTo>
                  <a:pt x="214536" y="33783"/>
                </a:lnTo>
                <a:cubicBezTo>
                  <a:pt x="214506" y="34242"/>
                  <a:pt x="214531" y="34703"/>
                  <a:pt x="214611" y="35154"/>
                </a:cubicBezTo>
                <a:cubicBezTo>
                  <a:pt x="214736" y="35803"/>
                  <a:pt x="215284" y="36276"/>
                  <a:pt x="215284" y="36625"/>
                </a:cubicBezTo>
                <a:cubicBezTo>
                  <a:pt x="215431" y="37837"/>
                  <a:pt x="215723" y="39026"/>
                  <a:pt x="216157" y="40166"/>
                </a:cubicBezTo>
                <a:cubicBezTo>
                  <a:pt x="216331" y="40714"/>
                  <a:pt x="215708" y="41562"/>
                  <a:pt x="215708" y="42484"/>
                </a:cubicBezTo>
                <a:cubicBezTo>
                  <a:pt x="215808" y="42993"/>
                  <a:pt x="216012" y="43476"/>
                  <a:pt x="216306" y="43905"/>
                </a:cubicBezTo>
                <a:cubicBezTo>
                  <a:pt x="216431" y="44105"/>
                  <a:pt x="217204" y="44304"/>
                  <a:pt x="217204" y="45127"/>
                </a:cubicBezTo>
                <a:cubicBezTo>
                  <a:pt x="217204" y="45426"/>
                  <a:pt x="217478" y="45750"/>
                  <a:pt x="217628" y="46000"/>
                </a:cubicBezTo>
                <a:cubicBezTo>
                  <a:pt x="217777" y="46249"/>
                  <a:pt x="217752" y="46548"/>
                  <a:pt x="218101" y="46548"/>
                </a:cubicBezTo>
                <a:cubicBezTo>
                  <a:pt x="218376" y="46585"/>
                  <a:pt x="218650" y="46585"/>
                  <a:pt x="218924" y="46548"/>
                </a:cubicBezTo>
                <a:cubicBezTo>
                  <a:pt x="219223" y="46498"/>
                  <a:pt x="219672" y="46199"/>
                  <a:pt x="219871" y="46199"/>
                </a:cubicBezTo>
                <a:cubicBezTo>
                  <a:pt x="220223" y="46064"/>
                  <a:pt x="220565" y="45907"/>
                  <a:pt x="220894" y="45725"/>
                </a:cubicBezTo>
                <a:cubicBezTo>
                  <a:pt x="221293" y="45426"/>
                  <a:pt x="221741" y="45351"/>
                  <a:pt x="221741" y="45725"/>
                </a:cubicBezTo>
                <a:cubicBezTo>
                  <a:pt x="221811" y="46189"/>
                  <a:pt x="221811" y="46658"/>
                  <a:pt x="221741" y="47121"/>
                </a:cubicBezTo>
                <a:cubicBezTo>
                  <a:pt x="221622" y="47376"/>
                  <a:pt x="221430" y="47593"/>
                  <a:pt x="221193" y="47745"/>
                </a:cubicBezTo>
                <a:cubicBezTo>
                  <a:pt x="220988" y="47832"/>
                  <a:pt x="220767" y="47874"/>
                  <a:pt x="220545" y="47869"/>
                </a:cubicBezTo>
                <a:cubicBezTo>
                  <a:pt x="220246" y="47919"/>
                  <a:pt x="220146" y="48044"/>
                  <a:pt x="219847" y="48094"/>
                </a:cubicBezTo>
                <a:cubicBezTo>
                  <a:pt x="219547" y="48144"/>
                  <a:pt x="219697" y="47894"/>
                  <a:pt x="219173" y="47969"/>
                </a:cubicBezTo>
                <a:cubicBezTo>
                  <a:pt x="218650" y="48044"/>
                  <a:pt x="218650" y="48343"/>
                  <a:pt x="218650" y="48916"/>
                </a:cubicBezTo>
                <a:cubicBezTo>
                  <a:pt x="218650" y="49490"/>
                  <a:pt x="218650" y="49864"/>
                  <a:pt x="218650" y="50088"/>
                </a:cubicBezTo>
                <a:cubicBezTo>
                  <a:pt x="218650" y="50313"/>
                  <a:pt x="218500" y="50712"/>
                  <a:pt x="218650" y="51061"/>
                </a:cubicBezTo>
                <a:cubicBezTo>
                  <a:pt x="218799" y="51410"/>
                  <a:pt x="219099" y="51410"/>
                  <a:pt x="219697" y="51410"/>
                </a:cubicBezTo>
                <a:cubicBezTo>
                  <a:pt x="220071" y="51572"/>
                  <a:pt x="220495" y="51572"/>
                  <a:pt x="220869" y="51410"/>
                </a:cubicBezTo>
                <a:cubicBezTo>
                  <a:pt x="221093" y="51360"/>
                  <a:pt x="221741" y="51584"/>
                  <a:pt x="221442" y="52158"/>
                </a:cubicBezTo>
                <a:cubicBezTo>
                  <a:pt x="220517" y="52649"/>
                  <a:pt x="219627" y="53197"/>
                  <a:pt x="218774" y="53803"/>
                </a:cubicBezTo>
                <a:cubicBezTo>
                  <a:pt x="218114" y="54244"/>
                  <a:pt x="217401" y="54603"/>
                  <a:pt x="216655" y="54875"/>
                </a:cubicBezTo>
                <a:cubicBezTo>
                  <a:pt x="216231" y="55000"/>
                  <a:pt x="216132" y="54626"/>
                  <a:pt x="215833" y="54626"/>
                </a:cubicBezTo>
                <a:cubicBezTo>
                  <a:pt x="215533" y="54626"/>
                  <a:pt x="215284" y="55199"/>
                  <a:pt x="215284" y="55199"/>
                </a:cubicBezTo>
                <a:cubicBezTo>
                  <a:pt x="214990" y="55543"/>
                  <a:pt x="214855" y="55997"/>
                  <a:pt x="214910" y="56446"/>
                </a:cubicBezTo>
                <a:cubicBezTo>
                  <a:pt x="214910" y="56670"/>
                  <a:pt x="214910" y="57169"/>
                  <a:pt x="214910" y="57468"/>
                </a:cubicBezTo>
                <a:cubicBezTo>
                  <a:pt x="214960" y="58490"/>
                  <a:pt x="215484" y="58989"/>
                  <a:pt x="215583" y="59612"/>
                </a:cubicBezTo>
                <a:cubicBezTo>
                  <a:pt x="215683" y="60235"/>
                  <a:pt x="216880" y="60360"/>
                  <a:pt x="217353" y="60235"/>
                </a:cubicBezTo>
                <a:cubicBezTo>
                  <a:pt x="218218" y="59931"/>
                  <a:pt x="219054" y="59547"/>
                  <a:pt x="219847" y="59089"/>
                </a:cubicBezTo>
                <a:cubicBezTo>
                  <a:pt x="220697" y="58964"/>
                  <a:pt x="221532" y="58754"/>
                  <a:pt x="222340" y="58465"/>
                </a:cubicBezTo>
                <a:cubicBezTo>
                  <a:pt x="223100" y="58011"/>
                  <a:pt x="223953" y="57732"/>
                  <a:pt x="224833" y="57642"/>
                </a:cubicBezTo>
                <a:cubicBezTo>
                  <a:pt x="225508" y="57498"/>
                  <a:pt x="226167" y="57288"/>
                  <a:pt x="226802" y="57019"/>
                </a:cubicBezTo>
                <a:cubicBezTo>
                  <a:pt x="227376" y="56820"/>
                  <a:pt x="227969" y="56678"/>
                  <a:pt x="228573" y="56595"/>
                </a:cubicBezTo>
                <a:cubicBezTo>
                  <a:pt x="229266" y="56595"/>
                  <a:pt x="229959" y="56538"/>
                  <a:pt x="230642" y="56421"/>
                </a:cubicBezTo>
                <a:cubicBezTo>
                  <a:pt x="230941" y="56321"/>
                  <a:pt x="232262" y="56172"/>
                  <a:pt x="234382" y="55748"/>
                </a:cubicBezTo>
                <a:cubicBezTo>
                  <a:pt x="236501" y="55324"/>
                  <a:pt x="236152" y="55748"/>
                  <a:pt x="236750" y="55748"/>
                </a:cubicBezTo>
                <a:cubicBezTo>
                  <a:pt x="238171" y="55424"/>
                  <a:pt x="238969" y="53429"/>
                  <a:pt x="238745" y="51784"/>
                </a:cubicBezTo>
                <a:cubicBezTo>
                  <a:pt x="238570" y="50612"/>
                  <a:pt x="237498" y="50113"/>
                  <a:pt x="237049" y="49739"/>
                </a:cubicBezTo>
                <a:cubicBezTo>
                  <a:pt x="236601" y="49365"/>
                  <a:pt x="235902" y="50063"/>
                  <a:pt x="235354" y="50013"/>
                </a:cubicBezTo>
                <a:cubicBezTo>
                  <a:pt x="234805" y="49964"/>
                  <a:pt x="233808" y="50687"/>
                  <a:pt x="233434" y="50687"/>
                </a:cubicBezTo>
                <a:cubicBezTo>
                  <a:pt x="232906" y="50766"/>
                  <a:pt x="232372" y="50816"/>
                  <a:pt x="231839" y="50836"/>
                </a:cubicBezTo>
                <a:cubicBezTo>
                  <a:pt x="231146" y="51033"/>
                  <a:pt x="230462" y="51268"/>
                  <a:pt x="229794" y="51534"/>
                </a:cubicBezTo>
                <a:cubicBezTo>
                  <a:pt x="229495" y="51584"/>
                  <a:pt x="228947" y="51584"/>
                  <a:pt x="228947" y="51036"/>
                </a:cubicBezTo>
                <a:cubicBezTo>
                  <a:pt x="228917" y="50669"/>
                  <a:pt x="229044" y="50305"/>
                  <a:pt x="229296" y="50038"/>
                </a:cubicBezTo>
                <a:cubicBezTo>
                  <a:pt x="229744" y="49664"/>
                  <a:pt x="230492" y="49490"/>
                  <a:pt x="230816" y="49241"/>
                </a:cubicBezTo>
                <a:cubicBezTo>
                  <a:pt x="231270" y="48902"/>
                  <a:pt x="231679" y="48508"/>
                  <a:pt x="232038" y="48069"/>
                </a:cubicBezTo>
                <a:cubicBezTo>
                  <a:pt x="232175" y="47817"/>
                  <a:pt x="232227" y="47530"/>
                  <a:pt x="232188" y="47246"/>
                </a:cubicBezTo>
                <a:cubicBezTo>
                  <a:pt x="231836" y="46668"/>
                  <a:pt x="231607" y="46022"/>
                  <a:pt x="231514" y="45351"/>
                </a:cubicBezTo>
                <a:cubicBezTo>
                  <a:pt x="231452" y="45002"/>
                  <a:pt x="231148" y="44748"/>
                  <a:pt x="230791" y="44753"/>
                </a:cubicBezTo>
                <a:cubicBezTo>
                  <a:pt x="230251" y="44718"/>
                  <a:pt x="229717" y="44626"/>
                  <a:pt x="229196" y="44479"/>
                </a:cubicBezTo>
                <a:cubicBezTo>
                  <a:pt x="228797" y="44429"/>
                  <a:pt x="228323" y="44878"/>
                  <a:pt x="228174" y="45152"/>
                </a:cubicBezTo>
                <a:cubicBezTo>
                  <a:pt x="228024" y="45426"/>
                  <a:pt x="227276" y="46024"/>
                  <a:pt x="226827" y="45576"/>
                </a:cubicBezTo>
                <a:cubicBezTo>
                  <a:pt x="226576" y="45157"/>
                  <a:pt x="226503" y="44653"/>
                  <a:pt x="226628" y="44180"/>
                </a:cubicBezTo>
                <a:cubicBezTo>
                  <a:pt x="226802" y="43631"/>
                  <a:pt x="228049" y="43781"/>
                  <a:pt x="228348" y="43382"/>
                </a:cubicBezTo>
                <a:cubicBezTo>
                  <a:pt x="228647" y="42983"/>
                  <a:pt x="229370" y="42983"/>
                  <a:pt x="229520" y="42808"/>
                </a:cubicBezTo>
                <a:cubicBezTo>
                  <a:pt x="229857" y="42559"/>
                  <a:pt x="230290" y="42487"/>
                  <a:pt x="230692" y="42609"/>
                </a:cubicBezTo>
                <a:cubicBezTo>
                  <a:pt x="230966" y="42709"/>
                  <a:pt x="231490" y="41886"/>
                  <a:pt x="231490" y="41537"/>
                </a:cubicBezTo>
                <a:cubicBezTo>
                  <a:pt x="231988" y="39218"/>
                  <a:pt x="232836" y="37523"/>
                  <a:pt x="233509" y="35179"/>
                </a:cubicBezTo>
                <a:cubicBezTo>
                  <a:pt x="233609" y="34830"/>
                  <a:pt x="234581" y="33908"/>
                  <a:pt x="234581" y="33534"/>
                </a:cubicBezTo>
                <a:cubicBezTo>
                  <a:pt x="234808" y="32601"/>
                  <a:pt x="235142" y="31696"/>
                  <a:pt x="235578" y="30841"/>
                </a:cubicBezTo>
                <a:cubicBezTo>
                  <a:pt x="235808" y="30333"/>
                  <a:pt x="235860" y="29762"/>
                  <a:pt x="235728" y="29221"/>
                </a:cubicBezTo>
                <a:cubicBezTo>
                  <a:pt x="235703" y="29021"/>
                  <a:pt x="236301" y="27999"/>
                  <a:pt x="236301" y="27426"/>
                </a:cubicBezTo>
                <a:cubicBezTo>
                  <a:pt x="236102" y="26683"/>
                  <a:pt x="235653" y="26032"/>
                  <a:pt x="235030" y="25581"/>
                </a:cubicBezTo>
                <a:cubicBezTo>
                  <a:pt x="234805" y="25431"/>
                  <a:pt x="234581" y="24608"/>
                  <a:pt x="234382" y="24484"/>
                </a:cubicBezTo>
                <a:cubicBezTo>
                  <a:pt x="233422" y="24401"/>
                  <a:pt x="232454" y="24469"/>
                  <a:pt x="231514" y="24683"/>
                </a:cubicBezTo>
                <a:cubicBezTo>
                  <a:pt x="231041" y="24733"/>
                  <a:pt x="230542" y="24334"/>
                  <a:pt x="229969" y="24334"/>
                </a:cubicBezTo>
                <a:close/>
                <a:moveTo>
                  <a:pt x="253005" y="8976"/>
                </a:moveTo>
                <a:cubicBezTo>
                  <a:pt x="387740" y="9031"/>
                  <a:pt x="496935" y="118271"/>
                  <a:pt x="496935" y="253005"/>
                </a:cubicBezTo>
                <a:cubicBezTo>
                  <a:pt x="496935" y="253038"/>
                  <a:pt x="496935" y="253072"/>
                  <a:pt x="496935" y="253105"/>
                </a:cubicBezTo>
                <a:cubicBezTo>
                  <a:pt x="496880" y="387879"/>
                  <a:pt x="387581" y="497089"/>
                  <a:pt x="252806" y="497034"/>
                </a:cubicBezTo>
                <a:cubicBezTo>
                  <a:pt x="118031" y="496979"/>
                  <a:pt x="8821" y="387680"/>
                  <a:pt x="8876" y="252905"/>
                </a:cubicBezTo>
                <a:cubicBezTo>
                  <a:pt x="8931" y="118131"/>
                  <a:pt x="118231" y="8921"/>
                  <a:pt x="253005" y="8976"/>
                </a:cubicBezTo>
                <a:close/>
                <a:moveTo>
                  <a:pt x="253005" y="5660"/>
                </a:moveTo>
                <a:cubicBezTo>
                  <a:pt x="116400" y="5660"/>
                  <a:pt x="5660" y="116400"/>
                  <a:pt x="5660" y="253004"/>
                </a:cubicBezTo>
                <a:cubicBezTo>
                  <a:pt x="5660" y="389609"/>
                  <a:pt x="116400" y="500349"/>
                  <a:pt x="253005" y="500349"/>
                </a:cubicBezTo>
                <a:cubicBezTo>
                  <a:pt x="389542" y="500185"/>
                  <a:pt x="500186" y="389541"/>
                  <a:pt x="500350" y="253004"/>
                </a:cubicBezTo>
                <a:cubicBezTo>
                  <a:pt x="500350" y="116400"/>
                  <a:pt x="389610" y="5660"/>
                  <a:pt x="253005" y="5660"/>
                </a:cubicBezTo>
                <a:close/>
                <a:moveTo>
                  <a:pt x="253005" y="0"/>
                </a:moveTo>
                <a:cubicBezTo>
                  <a:pt x="392666" y="165"/>
                  <a:pt x="505845" y="113344"/>
                  <a:pt x="506010" y="253004"/>
                </a:cubicBezTo>
                <a:cubicBezTo>
                  <a:pt x="506010" y="392735"/>
                  <a:pt x="392736" y="506009"/>
                  <a:pt x="253005" y="506009"/>
                </a:cubicBezTo>
                <a:cubicBezTo>
                  <a:pt x="113274" y="506009"/>
                  <a:pt x="0" y="392735"/>
                  <a:pt x="0" y="253004"/>
                </a:cubicBezTo>
                <a:cubicBezTo>
                  <a:pt x="0" y="113274"/>
                  <a:pt x="113274" y="0"/>
                  <a:pt x="253005" y="0"/>
                </a:cubicBezTo>
                <a:close/>
              </a:path>
            </a:pathLst>
          </a:custGeom>
          <a:solidFill>
            <a:schemeClr val="bg1"/>
          </a:solidFill>
          <a:ln w="248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5" name="任意多边形: 形状 144"/>
          <p:cNvSpPr/>
          <p:nvPr/>
        </p:nvSpPr>
        <p:spPr>
          <a:xfrm>
            <a:off x="5321049" y="687917"/>
            <a:ext cx="5183079" cy="5183067"/>
          </a:xfrm>
          <a:custGeom>
            <a:avLst/>
            <a:gdLst>
              <a:gd name="connsiteX0" fmla="*/ 2990813 w 5183079"/>
              <a:gd name="connsiteY0" fmla="*/ 4666385 h 5183067"/>
              <a:gd name="connsiteX1" fmla="*/ 3031804 w 5183079"/>
              <a:gd name="connsiteY1" fmla="*/ 4681768 h 5183067"/>
              <a:gd name="connsiteX2" fmla="*/ 3060662 w 5183079"/>
              <a:gd name="connsiteY2" fmla="*/ 4743058 h 5183067"/>
              <a:gd name="connsiteX3" fmla="*/ 3056575 w 5183079"/>
              <a:gd name="connsiteY3" fmla="*/ 4808945 h 5183067"/>
              <a:gd name="connsiteX4" fmla="*/ 3047638 w 5183079"/>
              <a:gd name="connsiteY4" fmla="*/ 4822275 h 5183067"/>
              <a:gd name="connsiteX5" fmla="*/ 2965406 w 5183079"/>
              <a:gd name="connsiteY5" fmla="*/ 4826820 h 5183067"/>
              <a:gd name="connsiteX6" fmla="*/ 2936804 w 5183079"/>
              <a:gd name="connsiteY6" fmla="*/ 4767063 h 5183067"/>
              <a:gd name="connsiteX7" fmla="*/ 2940891 w 5183079"/>
              <a:gd name="connsiteY7" fmla="*/ 4699389 h 5183067"/>
              <a:gd name="connsiteX8" fmla="*/ 2950953 w 5183079"/>
              <a:gd name="connsiteY8" fmla="*/ 4684501 h 5183067"/>
              <a:gd name="connsiteX9" fmla="*/ 2990813 w 5183079"/>
              <a:gd name="connsiteY9" fmla="*/ 4666385 h 5183067"/>
              <a:gd name="connsiteX10" fmla="*/ 2684495 w 5183079"/>
              <a:gd name="connsiteY10" fmla="*/ 4665170 h 5183067"/>
              <a:gd name="connsiteX11" fmla="*/ 2513650 w 5183079"/>
              <a:gd name="connsiteY11" fmla="*/ 4668234 h 5183067"/>
              <a:gd name="connsiteX12" fmla="*/ 2518246 w 5183079"/>
              <a:gd name="connsiteY12" fmla="*/ 4920543 h 5183067"/>
              <a:gd name="connsiteX13" fmla="*/ 2689859 w 5183079"/>
              <a:gd name="connsiteY13" fmla="*/ 4917223 h 5183067"/>
              <a:gd name="connsiteX14" fmla="*/ 2689859 w 5183079"/>
              <a:gd name="connsiteY14" fmla="*/ 4894750 h 5183067"/>
              <a:gd name="connsiteX15" fmla="*/ 2689859 w 5183079"/>
              <a:gd name="connsiteY15" fmla="*/ 4872533 h 5183067"/>
              <a:gd name="connsiteX16" fmla="*/ 2562172 w 5183079"/>
              <a:gd name="connsiteY16" fmla="*/ 4874831 h 5183067"/>
              <a:gd name="connsiteX17" fmla="*/ 2562172 w 5183079"/>
              <a:gd name="connsiteY17" fmla="*/ 4809200 h 5183067"/>
              <a:gd name="connsiteX18" fmla="*/ 2675558 w 5183079"/>
              <a:gd name="connsiteY18" fmla="*/ 4807157 h 5183067"/>
              <a:gd name="connsiteX19" fmla="*/ 2675558 w 5183079"/>
              <a:gd name="connsiteY19" fmla="*/ 4785450 h 5183067"/>
              <a:gd name="connsiteX20" fmla="*/ 2675558 w 5183079"/>
              <a:gd name="connsiteY20" fmla="*/ 4763744 h 5183067"/>
              <a:gd name="connsiteX21" fmla="*/ 2562172 w 5183079"/>
              <a:gd name="connsiteY21" fmla="*/ 4765787 h 5183067"/>
              <a:gd name="connsiteX22" fmla="*/ 2562172 w 5183079"/>
              <a:gd name="connsiteY22" fmla="*/ 4712158 h 5183067"/>
              <a:gd name="connsiteX23" fmla="*/ 2684495 w 5183079"/>
              <a:gd name="connsiteY23" fmla="*/ 4710115 h 5183067"/>
              <a:gd name="connsiteX24" fmla="*/ 2684495 w 5183079"/>
              <a:gd name="connsiteY24" fmla="*/ 4687643 h 5183067"/>
              <a:gd name="connsiteX25" fmla="*/ 2265682 w 5183079"/>
              <a:gd name="connsiteY25" fmla="*/ 4645761 h 5183067"/>
              <a:gd name="connsiteX26" fmla="*/ 2262872 w 5183079"/>
              <a:gd name="connsiteY26" fmla="*/ 4667978 h 5183067"/>
              <a:gd name="connsiteX27" fmla="*/ 2260319 w 5183079"/>
              <a:gd name="connsiteY27" fmla="*/ 4690196 h 5183067"/>
              <a:gd name="connsiteX28" fmla="*/ 2329780 w 5183079"/>
              <a:gd name="connsiteY28" fmla="*/ 4698624 h 5183067"/>
              <a:gd name="connsiteX29" fmla="*/ 2304243 w 5183079"/>
              <a:gd name="connsiteY29" fmla="*/ 4904455 h 5183067"/>
              <a:gd name="connsiteX30" fmla="*/ 2329780 w 5183079"/>
              <a:gd name="connsiteY30" fmla="*/ 4907519 h 5183067"/>
              <a:gd name="connsiteX31" fmla="*/ 2353531 w 5183079"/>
              <a:gd name="connsiteY31" fmla="*/ 4910329 h 5183067"/>
              <a:gd name="connsiteX32" fmla="*/ 2379069 w 5183079"/>
              <a:gd name="connsiteY32" fmla="*/ 4704497 h 5183067"/>
              <a:gd name="connsiteX33" fmla="*/ 2448785 w 5183079"/>
              <a:gd name="connsiteY33" fmla="*/ 4713180 h 5183067"/>
              <a:gd name="connsiteX34" fmla="*/ 2451338 w 5183079"/>
              <a:gd name="connsiteY34" fmla="*/ 4690707 h 5183067"/>
              <a:gd name="connsiteX35" fmla="*/ 2452871 w 5183079"/>
              <a:gd name="connsiteY35" fmla="*/ 4668744 h 5183067"/>
              <a:gd name="connsiteX36" fmla="*/ 3010621 w 5183079"/>
              <a:gd name="connsiteY36" fmla="*/ 4623237 h 5183067"/>
              <a:gd name="connsiteX37" fmla="*/ 2901308 w 5183079"/>
              <a:gd name="connsiteY37" fmla="*/ 4675384 h 5183067"/>
              <a:gd name="connsiteX38" fmla="*/ 2890327 w 5183079"/>
              <a:gd name="connsiteY38" fmla="*/ 4777534 h 5183067"/>
              <a:gd name="connsiteX39" fmla="*/ 2938338 w 5183079"/>
              <a:gd name="connsiteY39" fmla="*/ 4866149 h 5183067"/>
              <a:gd name="connsiteX40" fmla="*/ 2945666 w 5183079"/>
              <a:gd name="connsiteY40" fmla="*/ 4871103 h 5183067"/>
              <a:gd name="connsiteX41" fmla="*/ 3098202 w 5183079"/>
              <a:gd name="connsiteY41" fmla="*/ 4834993 h 5183067"/>
              <a:gd name="connsiteX42" fmla="*/ 3109183 w 5183079"/>
              <a:gd name="connsiteY42" fmla="*/ 4734886 h 5183067"/>
              <a:gd name="connsiteX43" fmla="*/ 3061172 w 5183079"/>
              <a:gd name="connsiteY43" fmla="*/ 4644229 h 5183067"/>
              <a:gd name="connsiteX44" fmla="*/ 3051622 w 5183079"/>
              <a:gd name="connsiteY44" fmla="*/ 4637794 h 5183067"/>
              <a:gd name="connsiteX45" fmla="*/ 3010621 w 5183079"/>
              <a:gd name="connsiteY45" fmla="*/ 4623237 h 5183067"/>
              <a:gd name="connsiteX46" fmla="*/ 2029715 w 5183079"/>
              <a:gd name="connsiteY46" fmla="*/ 4591622 h 5183067"/>
              <a:gd name="connsiteX47" fmla="*/ 1991665 w 5183079"/>
              <a:gd name="connsiteY47" fmla="*/ 4744846 h 5183067"/>
              <a:gd name="connsiteX48" fmla="*/ 1995496 w 5183079"/>
              <a:gd name="connsiteY48" fmla="*/ 4825033 h 5183067"/>
              <a:gd name="connsiteX49" fmla="*/ 2058063 w 5183079"/>
              <a:gd name="connsiteY49" fmla="*/ 4866404 h 5183067"/>
              <a:gd name="connsiteX50" fmla="*/ 2133397 w 5183079"/>
              <a:gd name="connsiteY50" fmla="*/ 4860530 h 5183067"/>
              <a:gd name="connsiteX51" fmla="*/ 2173491 w 5183079"/>
              <a:gd name="connsiteY51" fmla="*/ 4790047 h 5183067"/>
              <a:gd name="connsiteX52" fmla="*/ 2210521 w 5183079"/>
              <a:gd name="connsiteY52" fmla="*/ 4636823 h 5183067"/>
              <a:gd name="connsiteX53" fmla="*/ 2187027 w 5183079"/>
              <a:gd name="connsiteY53" fmla="*/ 4630950 h 5183067"/>
              <a:gd name="connsiteX54" fmla="*/ 2163533 w 5183079"/>
              <a:gd name="connsiteY54" fmla="*/ 4625331 h 5183067"/>
              <a:gd name="connsiteX55" fmla="*/ 2124971 w 5183079"/>
              <a:gd name="connsiteY55" fmla="*/ 4778556 h 5183067"/>
              <a:gd name="connsiteX56" fmla="*/ 2104795 w 5183079"/>
              <a:gd name="connsiteY56" fmla="*/ 4816606 h 5183067"/>
              <a:gd name="connsiteX57" fmla="*/ 2068021 w 5183079"/>
              <a:gd name="connsiteY57" fmla="*/ 4820182 h 5183067"/>
              <a:gd name="connsiteX58" fmla="*/ 2038399 w 5183079"/>
              <a:gd name="connsiteY58" fmla="*/ 4798985 h 5183067"/>
              <a:gd name="connsiteX59" fmla="*/ 2038399 w 5183079"/>
              <a:gd name="connsiteY59" fmla="*/ 4756593 h 5183067"/>
              <a:gd name="connsiteX60" fmla="*/ 2076705 w 5183079"/>
              <a:gd name="connsiteY60" fmla="*/ 4603369 h 5183067"/>
              <a:gd name="connsiteX61" fmla="*/ 2053211 w 5183079"/>
              <a:gd name="connsiteY61" fmla="*/ 4597496 h 5183067"/>
              <a:gd name="connsiteX62" fmla="*/ 3311185 w 5183079"/>
              <a:gd name="connsiteY62" fmla="*/ 4541569 h 5183067"/>
              <a:gd name="connsiteX63" fmla="*/ 3154129 w 5183079"/>
              <a:gd name="connsiteY63" fmla="*/ 4592644 h 5183067"/>
              <a:gd name="connsiteX64" fmla="*/ 3230741 w 5183079"/>
              <a:gd name="connsiteY64" fmla="*/ 4832439 h 5183067"/>
              <a:gd name="connsiteX65" fmla="*/ 3253980 w 5183079"/>
              <a:gd name="connsiteY65" fmla="*/ 4824778 h 5183067"/>
              <a:gd name="connsiteX66" fmla="*/ 3276964 w 5183079"/>
              <a:gd name="connsiteY66" fmla="*/ 4817372 h 5183067"/>
              <a:gd name="connsiteX67" fmla="*/ 3245042 w 5183079"/>
              <a:gd name="connsiteY67" fmla="*/ 4715989 h 5183067"/>
              <a:gd name="connsiteX68" fmla="*/ 3341829 w 5183079"/>
              <a:gd name="connsiteY68" fmla="*/ 4684577 h 5183067"/>
              <a:gd name="connsiteX69" fmla="*/ 3335190 w 5183079"/>
              <a:gd name="connsiteY69" fmla="*/ 4663892 h 5183067"/>
              <a:gd name="connsiteX70" fmla="*/ 3328295 w 5183079"/>
              <a:gd name="connsiteY70" fmla="*/ 4643207 h 5183067"/>
              <a:gd name="connsiteX71" fmla="*/ 3231762 w 5183079"/>
              <a:gd name="connsiteY71" fmla="*/ 4674618 h 5183067"/>
              <a:gd name="connsiteX72" fmla="*/ 3214141 w 5183079"/>
              <a:gd name="connsiteY72" fmla="*/ 4620224 h 5183067"/>
              <a:gd name="connsiteX73" fmla="*/ 3324975 w 5183079"/>
              <a:gd name="connsiteY73" fmla="*/ 4584216 h 5183067"/>
              <a:gd name="connsiteX74" fmla="*/ 3318079 w 5183079"/>
              <a:gd name="connsiteY74" fmla="*/ 4562764 h 5183067"/>
              <a:gd name="connsiteX75" fmla="*/ 1798092 w 5183079"/>
              <a:gd name="connsiteY75" fmla="*/ 4512711 h 5183067"/>
              <a:gd name="connsiteX76" fmla="*/ 1790685 w 5183079"/>
              <a:gd name="connsiteY76" fmla="*/ 4533907 h 5183067"/>
              <a:gd name="connsiteX77" fmla="*/ 1783535 w 5183079"/>
              <a:gd name="connsiteY77" fmla="*/ 4555104 h 5183067"/>
              <a:gd name="connsiteX78" fmla="*/ 1849677 w 5183079"/>
              <a:gd name="connsiteY78" fmla="*/ 4577831 h 5183067"/>
              <a:gd name="connsiteX79" fmla="*/ 1782257 w 5183079"/>
              <a:gd name="connsiteY79" fmla="*/ 4773958 h 5183067"/>
              <a:gd name="connsiteX80" fmla="*/ 1805242 w 5183079"/>
              <a:gd name="connsiteY80" fmla="*/ 4781876 h 5183067"/>
              <a:gd name="connsiteX81" fmla="*/ 1827970 w 5183079"/>
              <a:gd name="connsiteY81" fmla="*/ 4789792 h 5183067"/>
              <a:gd name="connsiteX82" fmla="*/ 1895390 w 5183079"/>
              <a:gd name="connsiteY82" fmla="*/ 4593664 h 5183067"/>
              <a:gd name="connsiteX83" fmla="*/ 1961786 w 5183079"/>
              <a:gd name="connsiteY83" fmla="*/ 4616393 h 5183067"/>
              <a:gd name="connsiteX84" fmla="*/ 1969192 w 5183079"/>
              <a:gd name="connsiteY84" fmla="*/ 4595197 h 5183067"/>
              <a:gd name="connsiteX85" fmla="*/ 1976854 w 5183079"/>
              <a:gd name="connsiteY85" fmla="*/ 4574257 h 5183067"/>
              <a:gd name="connsiteX86" fmla="*/ 1706412 w 5183079"/>
              <a:gd name="connsiteY86" fmla="*/ 4467765 h 5183067"/>
              <a:gd name="connsiteX87" fmla="*/ 1599921 w 5183079"/>
              <a:gd name="connsiteY87" fmla="*/ 4696325 h 5183067"/>
              <a:gd name="connsiteX88" fmla="*/ 1621883 w 5183079"/>
              <a:gd name="connsiteY88" fmla="*/ 4706540 h 5183067"/>
              <a:gd name="connsiteX89" fmla="*/ 1643589 w 5183079"/>
              <a:gd name="connsiteY89" fmla="*/ 4716755 h 5183067"/>
              <a:gd name="connsiteX90" fmla="*/ 1750336 w 5183079"/>
              <a:gd name="connsiteY90" fmla="*/ 4488196 h 5183067"/>
              <a:gd name="connsiteX91" fmla="*/ 1728118 w 5183079"/>
              <a:gd name="connsiteY91" fmla="*/ 4477980 h 5183067"/>
              <a:gd name="connsiteX92" fmla="*/ 3619420 w 5183079"/>
              <a:gd name="connsiteY92" fmla="*/ 4392175 h 5183067"/>
              <a:gd name="connsiteX93" fmla="*/ 3452917 w 5183079"/>
              <a:gd name="connsiteY93" fmla="*/ 4480534 h 5183067"/>
              <a:gd name="connsiteX94" fmla="*/ 3463387 w 5183079"/>
              <a:gd name="connsiteY94" fmla="*/ 4500453 h 5183067"/>
              <a:gd name="connsiteX95" fmla="*/ 3473858 w 5183079"/>
              <a:gd name="connsiteY95" fmla="*/ 4520117 h 5183067"/>
              <a:gd name="connsiteX96" fmla="*/ 3535658 w 5183079"/>
              <a:gd name="connsiteY96" fmla="*/ 4487174 h 5183067"/>
              <a:gd name="connsiteX97" fmla="*/ 3633212 w 5183079"/>
              <a:gd name="connsiteY97" fmla="*/ 4670277 h 5183067"/>
              <a:gd name="connsiteX98" fmla="*/ 3654662 w 5183079"/>
              <a:gd name="connsiteY98" fmla="*/ 4659040 h 5183067"/>
              <a:gd name="connsiteX99" fmla="*/ 3675859 w 5183079"/>
              <a:gd name="connsiteY99" fmla="*/ 4647549 h 5183067"/>
              <a:gd name="connsiteX100" fmla="*/ 3578561 w 5183079"/>
              <a:gd name="connsiteY100" fmla="*/ 4464445 h 5183067"/>
              <a:gd name="connsiteX101" fmla="*/ 3640361 w 5183079"/>
              <a:gd name="connsiteY101" fmla="*/ 4431503 h 5183067"/>
              <a:gd name="connsiteX102" fmla="*/ 3629892 w 5183079"/>
              <a:gd name="connsiteY102" fmla="*/ 4411838 h 5183067"/>
              <a:gd name="connsiteX103" fmla="*/ 1489344 w 5183079"/>
              <a:gd name="connsiteY103" fmla="*/ 4349783 h 5183067"/>
              <a:gd name="connsiteX104" fmla="*/ 1479384 w 5183079"/>
              <a:gd name="connsiteY104" fmla="*/ 4370724 h 5183067"/>
              <a:gd name="connsiteX105" fmla="*/ 1468658 w 5183079"/>
              <a:gd name="connsiteY105" fmla="*/ 4390387 h 5183067"/>
              <a:gd name="connsiteX106" fmla="*/ 1529949 w 5183079"/>
              <a:gd name="connsiteY106" fmla="*/ 4424352 h 5183067"/>
              <a:gd name="connsiteX107" fmla="*/ 1429331 w 5183079"/>
              <a:gd name="connsiteY107" fmla="*/ 4605667 h 5183067"/>
              <a:gd name="connsiteX108" fmla="*/ 1450527 w 5183079"/>
              <a:gd name="connsiteY108" fmla="*/ 4617415 h 5183067"/>
              <a:gd name="connsiteX109" fmla="*/ 1471723 w 5183079"/>
              <a:gd name="connsiteY109" fmla="*/ 4629162 h 5183067"/>
              <a:gd name="connsiteX110" fmla="*/ 1571319 w 5183079"/>
              <a:gd name="connsiteY110" fmla="*/ 4446314 h 5183067"/>
              <a:gd name="connsiteX111" fmla="*/ 1632608 w 5183079"/>
              <a:gd name="connsiteY111" fmla="*/ 4480278 h 5183067"/>
              <a:gd name="connsiteX112" fmla="*/ 1643335 w 5183079"/>
              <a:gd name="connsiteY112" fmla="*/ 4460871 h 5183067"/>
              <a:gd name="connsiteX113" fmla="*/ 1654316 w 5183079"/>
              <a:gd name="connsiteY113" fmla="*/ 4441206 h 5183067"/>
              <a:gd name="connsiteX114" fmla="*/ 3074963 w 5183079"/>
              <a:gd name="connsiteY114" fmla="*/ 4313008 h 5183067"/>
              <a:gd name="connsiteX115" fmla="*/ 3074963 w 5183079"/>
              <a:gd name="connsiteY115" fmla="*/ 4313774 h 5183067"/>
              <a:gd name="connsiteX116" fmla="*/ 3084922 w 5183079"/>
              <a:gd name="connsiteY116" fmla="*/ 4335481 h 5183067"/>
              <a:gd name="connsiteX117" fmla="*/ 3074708 w 5183079"/>
              <a:gd name="connsiteY117" fmla="*/ 4399835 h 5183067"/>
              <a:gd name="connsiteX118" fmla="*/ 3068579 w 5183079"/>
              <a:gd name="connsiteY118" fmla="*/ 4338546 h 5183067"/>
              <a:gd name="connsiteX119" fmla="*/ 3074963 w 5183079"/>
              <a:gd name="connsiteY119" fmla="*/ 4313008 h 5183067"/>
              <a:gd name="connsiteX120" fmla="*/ 2643636 w 5183079"/>
              <a:gd name="connsiteY120" fmla="*/ 4313008 h 5183067"/>
              <a:gd name="connsiteX121" fmla="*/ 2643636 w 5183079"/>
              <a:gd name="connsiteY121" fmla="*/ 4313774 h 5183067"/>
              <a:gd name="connsiteX122" fmla="*/ 2653596 w 5183079"/>
              <a:gd name="connsiteY122" fmla="*/ 4335481 h 5183067"/>
              <a:gd name="connsiteX123" fmla="*/ 2643380 w 5183079"/>
              <a:gd name="connsiteY123" fmla="*/ 4399835 h 5183067"/>
              <a:gd name="connsiteX124" fmla="*/ 2637252 w 5183079"/>
              <a:gd name="connsiteY124" fmla="*/ 4338546 h 5183067"/>
              <a:gd name="connsiteX125" fmla="*/ 2643636 w 5183079"/>
              <a:gd name="connsiteY125" fmla="*/ 4313008 h 5183067"/>
              <a:gd name="connsiteX126" fmla="*/ 3003458 w 5183079"/>
              <a:gd name="connsiteY126" fmla="*/ 4309178 h 5183067"/>
              <a:gd name="connsiteX127" fmla="*/ 3012906 w 5183079"/>
              <a:gd name="connsiteY127" fmla="*/ 4334716 h 5183067"/>
              <a:gd name="connsiteX128" fmla="*/ 3004736 w 5183079"/>
              <a:gd name="connsiteY128" fmla="*/ 4397793 h 5183067"/>
              <a:gd name="connsiteX129" fmla="*/ 2992732 w 5183079"/>
              <a:gd name="connsiteY129" fmla="*/ 4336758 h 5183067"/>
              <a:gd name="connsiteX130" fmla="*/ 3003458 w 5183079"/>
              <a:gd name="connsiteY130" fmla="*/ 4309944 h 5183067"/>
              <a:gd name="connsiteX131" fmla="*/ 2572131 w 5183079"/>
              <a:gd name="connsiteY131" fmla="*/ 4309178 h 5183067"/>
              <a:gd name="connsiteX132" fmla="*/ 2581580 w 5183079"/>
              <a:gd name="connsiteY132" fmla="*/ 4334716 h 5183067"/>
              <a:gd name="connsiteX133" fmla="*/ 2573663 w 5183079"/>
              <a:gd name="connsiteY133" fmla="*/ 4399070 h 5183067"/>
              <a:gd name="connsiteX134" fmla="*/ 2561404 w 5183079"/>
              <a:gd name="connsiteY134" fmla="*/ 4336758 h 5183067"/>
              <a:gd name="connsiteX135" fmla="*/ 2572131 w 5183079"/>
              <a:gd name="connsiteY135" fmla="*/ 4309944 h 5183067"/>
              <a:gd name="connsiteX136" fmla="*/ 2137611 w 5183079"/>
              <a:gd name="connsiteY136" fmla="*/ 4308891 h 5183067"/>
              <a:gd name="connsiteX137" fmla="*/ 2145656 w 5183079"/>
              <a:gd name="connsiteY137" fmla="*/ 4312498 h 5183067"/>
              <a:gd name="connsiteX138" fmla="*/ 2147443 w 5183079"/>
              <a:gd name="connsiteY138" fmla="*/ 4395239 h 5183067"/>
              <a:gd name="connsiteX139" fmla="*/ 2131864 w 5183079"/>
              <a:gd name="connsiteY139" fmla="*/ 4395239 h 5183067"/>
              <a:gd name="connsiteX140" fmla="*/ 2131864 w 5183079"/>
              <a:gd name="connsiteY140" fmla="*/ 4310966 h 5183067"/>
              <a:gd name="connsiteX141" fmla="*/ 2131864 w 5183079"/>
              <a:gd name="connsiteY141" fmla="*/ 4310455 h 5183067"/>
              <a:gd name="connsiteX142" fmla="*/ 2137611 w 5183079"/>
              <a:gd name="connsiteY142" fmla="*/ 4308891 h 5183067"/>
              <a:gd name="connsiteX143" fmla="*/ 2206945 w 5183079"/>
              <a:gd name="connsiteY143" fmla="*/ 4304582 h 5183067"/>
              <a:gd name="connsiteX144" fmla="*/ 2214096 w 5183079"/>
              <a:gd name="connsiteY144" fmla="*/ 4334716 h 5183067"/>
              <a:gd name="connsiteX145" fmla="*/ 2206945 w 5183079"/>
              <a:gd name="connsiteY145" fmla="*/ 4394729 h 5183067"/>
              <a:gd name="connsiteX146" fmla="*/ 2199284 w 5183079"/>
              <a:gd name="connsiteY146" fmla="*/ 4334716 h 5183067"/>
              <a:gd name="connsiteX147" fmla="*/ 2206945 w 5183079"/>
              <a:gd name="connsiteY147" fmla="*/ 4304582 h 5183067"/>
              <a:gd name="connsiteX148" fmla="*/ 2165064 w 5183079"/>
              <a:gd name="connsiteY148" fmla="*/ 4298708 h 5183067"/>
              <a:gd name="connsiteX149" fmla="*/ 2165120 w 5183079"/>
              <a:gd name="connsiteY149" fmla="*/ 4300428 h 5183067"/>
              <a:gd name="connsiteX150" fmla="*/ 2165064 w 5183079"/>
              <a:gd name="connsiteY150" fmla="*/ 4300496 h 5183067"/>
              <a:gd name="connsiteX151" fmla="*/ 2169252 w 5183079"/>
              <a:gd name="connsiteY151" fmla="*/ 4295362 h 5183067"/>
              <a:gd name="connsiteX152" fmla="*/ 2182939 w 5183079"/>
              <a:gd name="connsiteY152" fmla="*/ 4298708 h 5183067"/>
              <a:gd name="connsiteX153" fmla="*/ 2186005 w 5183079"/>
              <a:gd name="connsiteY153" fmla="*/ 4400858 h 5183067"/>
              <a:gd name="connsiteX154" fmla="*/ 2168384 w 5183079"/>
              <a:gd name="connsiteY154" fmla="*/ 4400858 h 5183067"/>
              <a:gd name="connsiteX155" fmla="*/ 2165120 w 5183079"/>
              <a:gd name="connsiteY155" fmla="*/ 4300428 h 5183067"/>
              <a:gd name="connsiteX156" fmla="*/ 3042274 w 5183079"/>
              <a:gd name="connsiteY156" fmla="*/ 4291557 h 5183067"/>
              <a:gd name="connsiteX157" fmla="*/ 3051467 w 5183079"/>
              <a:gd name="connsiteY157" fmla="*/ 4329863 h 5183067"/>
              <a:gd name="connsiteX158" fmla="*/ 3040742 w 5183079"/>
              <a:gd name="connsiteY158" fmla="*/ 4404177 h 5183067"/>
              <a:gd name="connsiteX159" fmla="*/ 3029761 w 5183079"/>
              <a:gd name="connsiteY159" fmla="*/ 4328842 h 5183067"/>
              <a:gd name="connsiteX160" fmla="*/ 3042274 w 5183079"/>
              <a:gd name="connsiteY160" fmla="*/ 4291557 h 5183067"/>
              <a:gd name="connsiteX161" fmla="*/ 2610947 w 5183079"/>
              <a:gd name="connsiteY161" fmla="*/ 4291557 h 5183067"/>
              <a:gd name="connsiteX162" fmla="*/ 2620142 w 5183079"/>
              <a:gd name="connsiteY162" fmla="*/ 4329863 h 5183067"/>
              <a:gd name="connsiteX163" fmla="*/ 2609415 w 5183079"/>
              <a:gd name="connsiteY163" fmla="*/ 4404177 h 5183067"/>
              <a:gd name="connsiteX164" fmla="*/ 2598434 w 5183079"/>
              <a:gd name="connsiteY164" fmla="*/ 4328842 h 5183067"/>
              <a:gd name="connsiteX165" fmla="*/ 2610947 w 5183079"/>
              <a:gd name="connsiteY165" fmla="*/ 4291557 h 5183067"/>
              <a:gd name="connsiteX166" fmla="*/ 1921692 w 5183079"/>
              <a:gd name="connsiteY166" fmla="*/ 4283640 h 5183067"/>
              <a:gd name="connsiteX167" fmla="*/ 1922948 w 5183079"/>
              <a:gd name="connsiteY167" fmla="*/ 4284793 h 5183067"/>
              <a:gd name="connsiteX168" fmla="*/ 1920926 w 5183079"/>
              <a:gd name="connsiteY168" fmla="*/ 4284662 h 5183067"/>
              <a:gd name="connsiteX169" fmla="*/ 3813761 w 5183079"/>
              <a:gd name="connsiteY169" fmla="*/ 4269850 h 5183067"/>
              <a:gd name="connsiteX170" fmla="*/ 3670495 w 5183079"/>
              <a:gd name="connsiteY170" fmla="*/ 4362807 h 5183067"/>
              <a:gd name="connsiteX171" fmla="*/ 3807887 w 5183079"/>
              <a:gd name="connsiteY171" fmla="*/ 4574257 h 5183067"/>
              <a:gd name="connsiteX172" fmla="*/ 3954983 w 5183079"/>
              <a:gd name="connsiteY172" fmla="*/ 4477725 h 5183067"/>
              <a:gd name="connsiteX173" fmla="*/ 3942725 w 5183079"/>
              <a:gd name="connsiteY173" fmla="*/ 4458827 h 5183067"/>
              <a:gd name="connsiteX174" fmla="*/ 3930722 w 5183079"/>
              <a:gd name="connsiteY174" fmla="*/ 4440185 h 5183067"/>
              <a:gd name="connsiteX175" fmla="*/ 3823720 w 5183079"/>
              <a:gd name="connsiteY175" fmla="*/ 4509647 h 5183067"/>
              <a:gd name="connsiteX176" fmla="*/ 3787713 w 5183079"/>
              <a:gd name="connsiteY176" fmla="*/ 4454741 h 5183067"/>
              <a:gd name="connsiteX177" fmla="*/ 3883734 w 5183079"/>
              <a:gd name="connsiteY177" fmla="*/ 4393451 h 5183067"/>
              <a:gd name="connsiteX178" fmla="*/ 3871986 w 5183079"/>
              <a:gd name="connsiteY178" fmla="*/ 4375065 h 5183067"/>
              <a:gd name="connsiteX179" fmla="*/ 3860240 w 5183079"/>
              <a:gd name="connsiteY179" fmla="*/ 4356933 h 5183067"/>
              <a:gd name="connsiteX180" fmla="*/ 3764984 w 5183079"/>
              <a:gd name="connsiteY180" fmla="*/ 4418734 h 5183067"/>
              <a:gd name="connsiteX181" fmla="*/ 3735871 w 5183079"/>
              <a:gd name="connsiteY181" fmla="*/ 4373788 h 5183067"/>
              <a:gd name="connsiteX182" fmla="*/ 3838021 w 5183079"/>
              <a:gd name="connsiteY182" fmla="*/ 4307391 h 5183067"/>
              <a:gd name="connsiteX183" fmla="*/ 3826019 w 5183079"/>
              <a:gd name="connsiteY183" fmla="*/ 4288493 h 5183067"/>
              <a:gd name="connsiteX184" fmla="*/ 1311858 w 5183079"/>
              <a:gd name="connsiteY184" fmla="*/ 4244313 h 5183067"/>
              <a:gd name="connsiteX185" fmla="*/ 1257975 w 5183079"/>
              <a:gd name="connsiteY185" fmla="*/ 4277001 h 5183067"/>
              <a:gd name="connsiteX186" fmla="*/ 1244440 w 5183079"/>
              <a:gd name="connsiteY186" fmla="*/ 4326799 h 5183067"/>
              <a:gd name="connsiteX187" fmla="*/ 1287087 w 5183079"/>
              <a:gd name="connsiteY187" fmla="*/ 4393707 h 5183067"/>
              <a:gd name="connsiteX188" fmla="*/ 1310582 w 5183079"/>
              <a:gd name="connsiteY188" fmla="*/ 4427927 h 5183067"/>
              <a:gd name="connsiteX189" fmla="*/ 1305985 w 5183079"/>
              <a:gd name="connsiteY189" fmla="*/ 4450400 h 5183067"/>
              <a:gd name="connsiteX190" fmla="*/ 1282236 w 5183079"/>
              <a:gd name="connsiteY190" fmla="*/ 4461125 h 5183067"/>
              <a:gd name="connsiteX191" fmla="*/ 1248015 w 5183079"/>
              <a:gd name="connsiteY191" fmla="*/ 4446314 h 5183067"/>
              <a:gd name="connsiteX192" fmla="*/ 1226053 w 5183079"/>
              <a:gd name="connsiteY192" fmla="*/ 4416946 h 5183067"/>
              <a:gd name="connsiteX193" fmla="*/ 1233203 w 5183079"/>
              <a:gd name="connsiteY193" fmla="*/ 4384003 h 5183067"/>
              <a:gd name="connsiteX194" fmla="*/ 1195408 w 5183079"/>
              <a:gd name="connsiteY194" fmla="*/ 4356678 h 5183067"/>
              <a:gd name="connsiteX195" fmla="*/ 1179830 w 5183079"/>
              <a:gd name="connsiteY195" fmla="*/ 4423075 h 5183067"/>
              <a:gd name="connsiteX196" fmla="*/ 1222477 w 5183079"/>
              <a:gd name="connsiteY196" fmla="*/ 4481556 h 5183067"/>
              <a:gd name="connsiteX197" fmla="*/ 1291173 w 5183079"/>
              <a:gd name="connsiteY197" fmla="*/ 4505561 h 5183067"/>
              <a:gd name="connsiteX198" fmla="*/ 1345057 w 5183079"/>
              <a:gd name="connsiteY198" fmla="*/ 4474916 h 5183067"/>
              <a:gd name="connsiteX199" fmla="*/ 1361401 w 5183079"/>
              <a:gd name="connsiteY199" fmla="*/ 4423841 h 5183067"/>
              <a:gd name="connsiteX200" fmla="*/ 1323350 w 5183079"/>
              <a:gd name="connsiteY200" fmla="*/ 4361019 h 5183067"/>
              <a:gd name="connsiteX201" fmla="*/ 1295004 w 5183079"/>
              <a:gd name="connsiteY201" fmla="*/ 4322203 h 5183067"/>
              <a:gd name="connsiteX202" fmla="*/ 1296536 w 5183079"/>
              <a:gd name="connsiteY202" fmla="*/ 4301772 h 5183067"/>
              <a:gd name="connsiteX203" fmla="*/ 1319264 w 5183079"/>
              <a:gd name="connsiteY203" fmla="*/ 4287982 h 5183067"/>
              <a:gd name="connsiteX204" fmla="*/ 1347866 w 5183079"/>
              <a:gd name="connsiteY204" fmla="*/ 4297686 h 5183067"/>
              <a:gd name="connsiteX205" fmla="*/ 1369573 w 5183079"/>
              <a:gd name="connsiteY205" fmla="*/ 4326544 h 5183067"/>
              <a:gd name="connsiteX206" fmla="*/ 1364721 w 5183079"/>
              <a:gd name="connsiteY206" fmla="*/ 4358210 h 5183067"/>
              <a:gd name="connsiteX207" fmla="*/ 1402771 w 5183079"/>
              <a:gd name="connsiteY207" fmla="*/ 4386046 h 5183067"/>
              <a:gd name="connsiteX208" fmla="*/ 1402771 w 5183079"/>
              <a:gd name="connsiteY208" fmla="*/ 4385535 h 5183067"/>
              <a:gd name="connsiteX209" fmla="*/ 1416307 w 5183079"/>
              <a:gd name="connsiteY209" fmla="*/ 4321181 h 5183067"/>
              <a:gd name="connsiteX210" fmla="*/ 1378001 w 5183079"/>
              <a:gd name="connsiteY210" fmla="*/ 4265764 h 5183067"/>
              <a:gd name="connsiteX211" fmla="*/ 1311858 w 5183079"/>
              <a:gd name="connsiteY211" fmla="*/ 4244313 h 5183067"/>
              <a:gd name="connsiteX212" fmla="*/ 4008101 w 5183079"/>
              <a:gd name="connsiteY212" fmla="*/ 4130927 h 5183067"/>
              <a:gd name="connsiteX213" fmla="*/ 3940171 w 5183079"/>
              <a:gd name="connsiteY213" fmla="*/ 4156464 h 5183067"/>
              <a:gd name="connsiteX214" fmla="*/ 3903908 w 5183079"/>
              <a:gd name="connsiteY214" fmla="*/ 4233077 h 5183067"/>
              <a:gd name="connsiteX215" fmla="*/ 3944769 w 5183079"/>
              <a:gd name="connsiteY215" fmla="*/ 4326799 h 5183067"/>
              <a:gd name="connsiteX216" fmla="*/ 4028786 w 5183079"/>
              <a:gd name="connsiteY216" fmla="*/ 4381704 h 5183067"/>
              <a:gd name="connsiteX217" fmla="*/ 4147280 w 5183079"/>
              <a:gd name="connsiteY217" fmla="*/ 4295132 h 5183067"/>
              <a:gd name="connsiteX218" fmla="*/ 4146769 w 5183079"/>
              <a:gd name="connsiteY218" fmla="*/ 4294622 h 5183067"/>
              <a:gd name="connsiteX219" fmla="*/ 4125573 w 5183079"/>
              <a:gd name="connsiteY219" fmla="*/ 4222606 h 5183067"/>
              <a:gd name="connsiteX220" fmla="*/ 4088289 w 5183079"/>
              <a:gd name="connsiteY220" fmla="*/ 4253762 h 5183067"/>
              <a:gd name="connsiteX221" fmla="*/ 4099270 w 5183079"/>
              <a:gd name="connsiteY221" fmla="*/ 4292068 h 5183067"/>
              <a:gd name="connsiteX222" fmla="*/ 4097431 w 5183079"/>
              <a:gd name="connsiteY222" fmla="*/ 4300598 h 5183067"/>
              <a:gd name="connsiteX223" fmla="*/ 4033638 w 5183079"/>
              <a:gd name="connsiteY223" fmla="*/ 4334460 h 5183067"/>
              <a:gd name="connsiteX224" fmla="*/ 3982564 w 5183079"/>
              <a:gd name="connsiteY224" fmla="*/ 4295644 h 5183067"/>
              <a:gd name="connsiteX225" fmla="*/ 3952430 w 5183079"/>
              <a:gd name="connsiteY225" fmla="*/ 4236141 h 5183067"/>
              <a:gd name="connsiteX226" fmla="*/ 3969795 w 5183079"/>
              <a:gd name="connsiteY226" fmla="*/ 4190940 h 5183067"/>
              <a:gd name="connsiteX227" fmla="*/ 4004525 w 5183079"/>
              <a:gd name="connsiteY227" fmla="*/ 4177661 h 5183067"/>
              <a:gd name="connsiteX228" fmla="*/ 4037724 w 5183079"/>
              <a:gd name="connsiteY228" fmla="*/ 4191962 h 5183067"/>
              <a:gd name="connsiteX229" fmla="*/ 4075009 w 5183079"/>
              <a:gd name="connsiteY229" fmla="*/ 4160806 h 5183067"/>
              <a:gd name="connsiteX230" fmla="*/ 4008101 w 5183079"/>
              <a:gd name="connsiteY230" fmla="*/ 4130927 h 5183067"/>
              <a:gd name="connsiteX231" fmla="*/ 2673457 w 5183079"/>
              <a:gd name="connsiteY231" fmla="*/ 4121934 h 5183067"/>
              <a:gd name="connsiteX232" fmla="*/ 2673968 w 5183079"/>
              <a:gd name="connsiteY232" fmla="*/ 4121934 h 5183067"/>
              <a:gd name="connsiteX233" fmla="*/ 2673968 w 5183079"/>
              <a:gd name="connsiteY233" fmla="*/ 4190119 h 5183067"/>
              <a:gd name="connsiteX234" fmla="*/ 2615998 w 5183079"/>
              <a:gd name="connsiteY234" fmla="*/ 4190119 h 5183067"/>
              <a:gd name="connsiteX235" fmla="*/ 2815757 w 5183079"/>
              <a:gd name="connsiteY235" fmla="*/ 4109220 h 5183067"/>
              <a:gd name="connsiteX236" fmla="*/ 2853552 w 5183079"/>
              <a:gd name="connsiteY236" fmla="*/ 4169489 h 5183067"/>
              <a:gd name="connsiteX237" fmla="*/ 2815757 w 5183079"/>
              <a:gd name="connsiteY237" fmla="*/ 4229757 h 5183067"/>
              <a:gd name="connsiteX238" fmla="*/ 2777962 w 5183079"/>
              <a:gd name="connsiteY238" fmla="*/ 4169489 h 5183067"/>
              <a:gd name="connsiteX239" fmla="*/ 2815757 w 5183079"/>
              <a:gd name="connsiteY239" fmla="*/ 4109220 h 5183067"/>
              <a:gd name="connsiteX240" fmla="*/ 2501392 w 5183079"/>
              <a:gd name="connsiteY240" fmla="*/ 4109220 h 5183067"/>
              <a:gd name="connsiteX241" fmla="*/ 2537910 w 5183079"/>
              <a:gd name="connsiteY241" fmla="*/ 4141398 h 5183067"/>
              <a:gd name="connsiteX242" fmla="*/ 2537859 w 5183079"/>
              <a:gd name="connsiteY242" fmla="*/ 4147297 h 5183067"/>
              <a:gd name="connsiteX243" fmla="*/ 2503180 w 5183079"/>
              <a:gd name="connsiteY243" fmla="*/ 4175618 h 5183067"/>
              <a:gd name="connsiteX244" fmla="*/ 2466661 w 5183079"/>
              <a:gd name="connsiteY244" fmla="*/ 4142930 h 5183067"/>
              <a:gd name="connsiteX245" fmla="*/ 2466711 w 5183079"/>
              <a:gd name="connsiteY245" fmla="*/ 4139253 h 5183067"/>
              <a:gd name="connsiteX246" fmla="*/ 2501392 w 5183079"/>
              <a:gd name="connsiteY246" fmla="*/ 4109220 h 5183067"/>
              <a:gd name="connsiteX247" fmla="*/ 2494292 w 5183079"/>
              <a:gd name="connsiteY247" fmla="*/ 4093693 h 5183067"/>
              <a:gd name="connsiteX248" fmla="*/ 2443677 w 5183079"/>
              <a:gd name="connsiteY248" fmla="*/ 4145228 h 5183067"/>
              <a:gd name="connsiteX249" fmla="*/ 2443933 w 5183079"/>
              <a:gd name="connsiteY249" fmla="*/ 4148650 h 5183067"/>
              <a:gd name="connsiteX250" fmla="*/ 2500371 w 5183079"/>
              <a:gd name="connsiteY250" fmla="*/ 4193749 h 5183067"/>
              <a:gd name="connsiteX251" fmla="*/ 2541741 w 5183079"/>
              <a:gd name="connsiteY251" fmla="*/ 4175873 h 5183067"/>
              <a:gd name="connsiteX252" fmla="*/ 2498327 w 5183079"/>
              <a:gd name="connsiteY252" fmla="*/ 4232055 h 5183067"/>
              <a:gd name="connsiteX253" fmla="*/ 2493015 w 5183079"/>
              <a:gd name="connsiteY253" fmla="*/ 4232514 h 5183067"/>
              <a:gd name="connsiteX254" fmla="*/ 2467938 w 5183079"/>
              <a:gd name="connsiteY254" fmla="*/ 4206518 h 5183067"/>
              <a:gd name="connsiteX255" fmla="*/ 2445209 w 5183079"/>
              <a:gd name="connsiteY255" fmla="*/ 4206518 h 5183067"/>
              <a:gd name="connsiteX256" fmla="*/ 2498839 w 5183079"/>
              <a:gd name="connsiteY256" fmla="*/ 4246867 h 5183067"/>
              <a:gd name="connsiteX257" fmla="*/ 2498839 w 5183079"/>
              <a:gd name="connsiteY257" fmla="*/ 4247633 h 5183067"/>
              <a:gd name="connsiteX258" fmla="*/ 2564980 w 5183079"/>
              <a:gd name="connsiteY258" fmla="*/ 4163870 h 5183067"/>
              <a:gd name="connsiteX259" fmla="*/ 2501647 w 5183079"/>
              <a:gd name="connsiteY259" fmla="*/ 4094153 h 5183067"/>
              <a:gd name="connsiteX260" fmla="*/ 2494292 w 5183079"/>
              <a:gd name="connsiteY260" fmla="*/ 4093693 h 5183067"/>
              <a:gd name="connsiteX261" fmla="*/ 2815758 w 5183079"/>
              <a:gd name="connsiteY261" fmla="*/ 4093387 h 5183067"/>
              <a:gd name="connsiteX262" fmla="*/ 2753957 w 5183079"/>
              <a:gd name="connsiteY262" fmla="*/ 4169999 h 5183067"/>
              <a:gd name="connsiteX263" fmla="*/ 2815758 w 5183079"/>
              <a:gd name="connsiteY263" fmla="*/ 4246611 h 5183067"/>
              <a:gd name="connsiteX264" fmla="*/ 2815758 w 5183079"/>
              <a:gd name="connsiteY264" fmla="*/ 4247633 h 5183067"/>
              <a:gd name="connsiteX265" fmla="*/ 2877558 w 5183079"/>
              <a:gd name="connsiteY265" fmla="*/ 4169999 h 5183067"/>
              <a:gd name="connsiteX266" fmla="*/ 2815758 w 5183079"/>
              <a:gd name="connsiteY266" fmla="*/ 4093387 h 5183067"/>
              <a:gd name="connsiteX267" fmla="*/ 2678110 w 5183079"/>
              <a:gd name="connsiteY267" fmla="*/ 4092366 h 5183067"/>
              <a:gd name="connsiteX268" fmla="*/ 2595625 w 5183079"/>
              <a:gd name="connsiteY268" fmla="*/ 4187620 h 5183067"/>
              <a:gd name="connsiteX269" fmla="*/ 2595625 w 5183079"/>
              <a:gd name="connsiteY269" fmla="*/ 4206007 h 5183067"/>
              <a:gd name="connsiteX270" fmla="*/ 2674281 w 5183079"/>
              <a:gd name="connsiteY270" fmla="*/ 4206007 h 5183067"/>
              <a:gd name="connsiteX271" fmla="*/ 2674281 w 5183079"/>
              <a:gd name="connsiteY271" fmla="*/ 4242781 h 5183067"/>
              <a:gd name="connsiteX272" fmla="*/ 2697008 w 5183079"/>
              <a:gd name="connsiteY272" fmla="*/ 4242781 h 5183067"/>
              <a:gd name="connsiteX273" fmla="*/ 2697008 w 5183079"/>
              <a:gd name="connsiteY273" fmla="*/ 4206007 h 5183067"/>
              <a:gd name="connsiteX274" fmla="*/ 2722545 w 5183079"/>
              <a:gd name="connsiteY274" fmla="*/ 4206007 h 5183067"/>
              <a:gd name="connsiteX275" fmla="*/ 2722545 w 5183079"/>
              <a:gd name="connsiteY275" fmla="*/ 4189918 h 5183067"/>
              <a:gd name="connsiteX276" fmla="*/ 2697008 w 5183079"/>
              <a:gd name="connsiteY276" fmla="*/ 4189918 h 5183067"/>
              <a:gd name="connsiteX277" fmla="*/ 2697008 w 5183079"/>
              <a:gd name="connsiteY277" fmla="*/ 4092366 h 5183067"/>
              <a:gd name="connsiteX278" fmla="*/ 2350976 w 5183079"/>
              <a:gd name="connsiteY278" fmla="*/ 4091344 h 5183067"/>
              <a:gd name="connsiteX279" fmla="*/ 2302456 w 5183079"/>
              <a:gd name="connsiteY279" fmla="*/ 4119946 h 5183067"/>
              <a:gd name="connsiteX280" fmla="*/ 2302456 w 5183079"/>
              <a:gd name="connsiteY280" fmla="*/ 4136035 h 5183067"/>
              <a:gd name="connsiteX281" fmla="*/ 2344592 w 5183079"/>
              <a:gd name="connsiteY281" fmla="*/ 4136035 h 5183067"/>
              <a:gd name="connsiteX282" fmla="*/ 2344592 w 5183079"/>
              <a:gd name="connsiteY282" fmla="*/ 4242781 h 5183067"/>
              <a:gd name="connsiteX283" fmla="*/ 2368597 w 5183079"/>
              <a:gd name="connsiteY283" fmla="*/ 4242781 h 5183067"/>
              <a:gd name="connsiteX284" fmla="*/ 2368597 w 5183079"/>
              <a:gd name="connsiteY284" fmla="*/ 4091344 h 5183067"/>
              <a:gd name="connsiteX285" fmla="*/ 1108580 w 5183079"/>
              <a:gd name="connsiteY285" fmla="*/ 4047676 h 5183067"/>
              <a:gd name="connsiteX286" fmla="*/ 936458 w 5183079"/>
              <a:gd name="connsiteY286" fmla="*/ 4232056 h 5183067"/>
              <a:gd name="connsiteX287" fmla="*/ 953058 w 5183079"/>
              <a:gd name="connsiteY287" fmla="*/ 4247633 h 5183067"/>
              <a:gd name="connsiteX288" fmla="*/ 969657 w 5183079"/>
              <a:gd name="connsiteY288" fmla="*/ 4263977 h 5183067"/>
              <a:gd name="connsiteX289" fmla="*/ 1093513 w 5183079"/>
              <a:gd name="connsiteY289" fmla="*/ 4130927 h 5183067"/>
              <a:gd name="connsiteX290" fmla="*/ 1039630 w 5183079"/>
              <a:gd name="connsiteY290" fmla="*/ 4329353 h 5183067"/>
              <a:gd name="connsiteX291" fmla="*/ 1057250 w 5183079"/>
              <a:gd name="connsiteY291" fmla="*/ 4345697 h 5183067"/>
              <a:gd name="connsiteX292" fmla="*/ 1074871 w 5183079"/>
              <a:gd name="connsiteY292" fmla="*/ 4361275 h 5183067"/>
              <a:gd name="connsiteX293" fmla="*/ 1246738 w 5183079"/>
              <a:gd name="connsiteY293" fmla="*/ 4176639 h 5183067"/>
              <a:gd name="connsiteX294" fmla="*/ 1230139 w 5183079"/>
              <a:gd name="connsiteY294" fmla="*/ 4161317 h 5183067"/>
              <a:gd name="connsiteX295" fmla="*/ 1213795 w 5183079"/>
              <a:gd name="connsiteY295" fmla="*/ 4145994 h 5183067"/>
              <a:gd name="connsiteX296" fmla="*/ 1093003 w 5183079"/>
              <a:gd name="connsiteY296" fmla="*/ 4275469 h 5183067"/>
              <a:gd name="connsiteX297" fmla="*/ 1145610 w 5183079"/>
              <a:gd name="connsiteY297" fmla="*/ 4082406 h 5183067"/>
              <a:gd name="connsiteX298" fmla="*/ 1126967 w 5183079"/>
              <a:gd name="connsiteY298" fmla="*/ 4065041 h 5183067"/>
              <a:gd name="connsiteX299" fmla="*/ 1027116 w 5183079"/>
              <a:gd name="connsiteY299" fmla="*/ 3958805 h 5183067"/>
              <a:gd name="connsiteX300" fmla="*/ 839671 w 5183079"/>
              <a:gd name="connsiteY300" fmla="*/ 4127607 h 5183067"/>
              <a:gd name="connsiteX301" fmla="*/ 856016 w 5183079"/>
              <a:gd name="connsiteY301" fmla="*/ 4145484 h 5183067"/>
              <a:gd name="connsiteX302" fmla="*/ 872104 w 5183079"/>
              <a:gd name="connsiteY302" fmla="*/ 4163615 h 5183067"/>
              <a:gd name="connsiteX303" fmla="*/ 1059549 w 5183079"/>
              <a:gd name="connsiteY303" fmla="*/ 3994813 h 5183067"/>
              <a:gd name="connsiteX304" fmla="*/ 1043460 w 5183079"/>
              <a:gd name="connsiteY304" fmla="*/ 3976682 h 5183067"/>
              <a:gd name="connsiteX305" fmla="*/ 4194013 w 5183079"/>
              <a:gd name="connsiteY305" fmla="*/ 3909518 h 5183067"/>
              <a:gd name="connsiteX306" fmla="*/ 4177926 w 5183079"/>
              <a:gd name="connsiteY306" fmla="*/ 3927650 h 5183067"/>
              <a:gd name="connsiteX307" fmla="*/ 4161581 w 5183079"/>
              <a:gd name="connsiteY307" fmla="*/ 3945526 h 5183067"/>
              <a:gd name="connsiteX308" fmla="*/ 4231809 w 5183079"/>
              <a:gd name="connsiteY308" fmla="*/ 4008858 h 5183067"/>
              <a:gd name="connsiteX309" fmla="*/ 4171286 w 5183079"/>
              <a:gd name="connsiteY309" fmla="*/ 4076277 h 5183067"/>
              <a:gd name="connsiteX310" fmla="*/ 4101058 w 5183079"/>
              <a:gd name="connsiteY310" fmla="*/ 4012944 h 5183067"/>
              <a:gd name="connsiteX311" fmla="*/ 4084713 w 5183079"/>
              <a:gd name="connsiteY311" fmla="*/ 4031076 h 5183067"/>
              <a:gd name="connsiteX312" fmla="*/ 4068625 w 5183079"/>
              <a:gd name="connsiteY312" fmla="*/ 4048952 h 5183067"/>
              <a:gd name="connsiteX313" fmla="*/ 4255559 w 5183079"/>
              <a:gd name="connsiteY313" fmla="*/ 4218265 h 5183067"/>
              <a:gd name="connsiteX314" fmla="*/ 4271647 w 5183079"/>
              <a:gd name="connsiteY314" fmla="*/ 4200134 h 5183067"/>
              <a:gd name="connsiteX315" fmla="*/ 4287992 w 5183079"/>
              <a:gd name="connsiteY315" fmla="*/ 4182257 h 5183067"/>
              <a:gd name="connsiteX316" fmla="*/ 4202952 w 5183079"/>
              <a:gd name="connsiteY316" fmla="*/ 4105645 h 5183067"/>
              <a:gd name="connsiteX317" fmla="*/ 4263731 w 5183079"/>
              <a:gd name="connsiteY317" fmla="*/ 4038226 h 5183067"/>
              <a:gd name="connsiteX318" fmla="*/ 4348516 w 5183079"/>
              <a:gd name="connsiteY318" fmla="*/ 4114838 h 5183067"/>
              <a:gd name="connsiteX319" fmla="*/ 4364858 w 5183079"/>
              <a:gd name="connsiteY319" fmla="*/ 4096707 h 5183067"/>
              <a:gd name="connsiteX320" fmla="*/ 4381458 w 5183079"/>
              <a:gd name="connsiteY320" fmla="*/ 4078320 h 5183067"/>
              <a:gd name="connsiteX321" fmla="*/ 2588474 w 5183079"/>
              <a:gd name="connsiteY321" fmla="*/ 3783363 h 5183067"/>
              <a:gd name="connsiteX322" fmla="*/ 2607117 w 5183079"/>
              <a:gd name="connsiteY322" fmla="*/ 3806857 h 5183067"/>
              <a:gd name="connsiteX323" fmla="*/ 2627547 w 5183079"/>
              <a:gd name="connsiteY323" fmla="*/ 3826522 h 5183067"/>
              <a:gd name="connsiteX324" fmla="*/ 2621928 w 5183079"/>
              <a:gd name="connsiteY324" fmla="*/ 3832650 h 5183067"/>
              <a:gd name="connsiteX325" fmla="*/ 2621928 w 5183079"/>
              <a:gd name="connsiteY325" fmla="*/ 3989961 h 5183067"/>
              <a:gd name="connsiteX326" fmla="*/ 2701095 w 5183079"/>
              <a:gd name="connsiteY326" fmla="*/ 4003751 h 5183067"/>
              <a:gd name="connsiteX327" fmla="*/ 2762639 w 5183079"/>
              <a:gd name="connsiteY327" fmla="*/ 4041291 h 5183067"/>
              <a:gd name="connsiteX328" fmla="*/ 2822398 w 5183079"/>
              <a:gd name="connsiteY328" fmla="*/ 4057890 h 5183067"/>
              <a:gd name="connsiteX329" fmla="*/ 2852787 w 5183079"/>
              <a:gd name="connsiteY329" fmla="*/ 4087514 h 5183067"/>
              <a:gd name="connsiteX330" fmla="*/ 2886751 w 5183079"/>
              <a:gd name="connsiteY330" fmla="*/ 4090578 h 5183067"/>
              <a:gd name="connsiteX331" fmla="*/ 2934252 w 5183079"/>
              <a:gd name="connsiteY331" fmla="*/ 4126075 h 5183067"/>
              <a:gd name="connsiteX332" fmla="*/ 2971026 w 5183079"/>
              <a:gd name="connsiteY332" fmla="*/ 4148803 h 5183067"/>
              <a:gd name="connsiteX333" fmla="*/ 2989412 w 5183079"/>
              <a:gd name="connsiteY333" fmla="*/ 4171787 h 5183067"/>
              <a:gd name="connsiteX334" fmla="*/ 3023633 w 5183079"/>
              <a:gd name="connsiteY334" fmla="*/ 4185577 h 5183067"/>
              <a:gd name="connsiteX335" fmla="*/ 3062449 w 5183079"/>
              <a:gd name="connsiteY335" fmla="*/ 4190174 h 5183067"/>
              <a:gd name="connsiteX336" fmla="*/ 3113523 w 5183079"/>
              <a:gd name="connsiteY336" fmla="*/ 4210603 h 5183067"/>
              <a:gd name="connsiteX337" fmla="*/ 3187327 w 5183079"/>
              <a:gd name="connsiteY337" fmla="*/ 4251719 h 5183067"/>
              <a:gd name="connsiteX338" fmla="*/ 3330592 w 5183079"/>
              <a:gd name="connsiteY338" fmla="*/ 4275979 h 5183067"/>
              <a:gd name="connsiteX339" fmla="*/ 1866020 w 5183079"/>
              <a:gd name="connsiteY339" fmla="*/ 4277512 h 5183067"/>
              <a:gd name="connsiteX340" fmla="*/ 2040951 w 5183079"/>
              <a:gd name="connsiteY340" fmla="*/ 4257082 h 5183067"/>
              <a:gd name="connsiteX341" fmla="*/ 2117563 w 5183079"/>
              <a:gd name="connsiteY341" fmla="*/ 4215967 h 5183067"/>
              <a:gd name="connsiteX342" fmla="*/ 2158680 w 5183079"/>
              <a:gd name="connsiteY342" fmla="*/ 4177149 h 5183067"/>
              <a:gd name="connsiteX343" fmla="*/ 2199795 w 5183079"/>
              <a:gd name="connsiteY343" fmla="*/ 4156464 h 5183067"/>
              <a:gd name="connsiteX344" fmla="*/ 2236569 w 5183079"/>
              <a:gd name="connsiteY344" fmla="*/ 4135779 h 5183067"/>
              <a:gd name="connsiteX345" fmla="*/ 2268491 w 5183079"/>
              <a:gd name="connsiteY345" fmla="*/ 4094664 h 5183067"/>
              <a:gd name="connsiteX346" fmla="*/ 2316501 w 5183079"/>
              <a:gd name="connsiteY346" fmla="*/ 4076277 h 5183067"/>
              <a:gd name="connsiteX347" fmla="*/ 2362212 w 5183079"/>
              <a:gd name="connsiteY347" fmla="*/ 4044355 h 5183067"/>
              <a:gd name="connsiteX348" fmla="*/ 2421715 w 5183079"/>
              <a:gd name="connsiteY348" fmla="*/ 4028267 h 5183067"/>
              <a:gd name="connsiteX349" fmla="*/ 2474322 w 5183079"/>
              <a:gd name="connsiteY349" fmla="*/ 3996345 h 5183067"/>
              <a:gd name="connsiteX350" fmla="*/ 2557830 w 5183079"/>
              <a:gd name="connsiteY350" fmla="*/ 3992259 h 5183067"/>
              <a:gd name="connsiteX351" fmla="*/ 2557830 w 5183079"/>
              <a:gd name="connsiteY351" fmla="*/ 3835970 h 5183067"/>
              <a:gd name="connsiteX352" fmla="*/ 2550168 w 5183079"/>
              <a:gd name="connsiteY352" fmla="*/ 3828820 h 5183067"/>
              <a:gd name="connsiteX353" fmla="*/ 2570343 w 5183079"/>
              <a:gd name="connsiteY353" fmla="*/ 3806857 h 5183067"/>
              <a:gd name="connsiteX354" fmla="*/ 2588474 w 5183079"/>
              <a:gd name="connsiteY354" fmla="*/ 3783363 h 5183067"/>
              <a:gd name="connsiteX355" fmla="*/ 4348260 w 5183079"/>
              <a:gd name="connsiteY355" fmla="*/ 3698579 h 5183067"/>
              <a:gd name="connsiteX356" fmla="*/ 4335236 w 5183079"/>
              <a:gd name="connsiteY356" fmla="*/ 3717222 h 5183067"/>
              <a:gd name="connsiteX357" fmla="*/ 4322211 w 5183079"/>
              <a:gd name="connsiteY357" fmla="*/ 3735864 h 5183067"/>
              <a:gd name="connsiteX358" fmla="*/ 4467264 w 5183079"/>
              <a:gd name="connsiteY358" fmla="*/ 3838013 h 5183067"/>
              <a:gd name="connsiteX359" fmla="*/ 4268839 w 5183079"/>
              <a:gd name="connsiteY359" fmla="*/ 3812476 h 5183067"/>
              <a:gd name="connsiteX360" fmla="*/ 4254282 w 5183079"/>
              <a:gd name="connsiteY360" fmla="*/ 3833417 h 5183067"/>
              <a:gd name="connsiteX361" fmla="*/ 4239726 w 5183079"/>
              <a:gd name="connsiteY361" fmla="*/ 3854102 h 5183067"/>
              <a:gd name="connsiteX362" fmla="*/ 4446323 w 5183079"/>
              <a:gd name="connsiteY362" fmla="*/ 3998899 h 5183067"/>
              <a:gd name="connsiteX363" fmla="*/ 4459347 w 5183079"/>
              <a:gd name="connsiteY363" fmla="*/ 3980257 h 5183067"/>
              <a:gd name="connsiteX364" fmla="*/ 4472116 w 5183079"/>
              <a:gd name="connsiteY364" fmla="*/ 3961614 h 5183067"/>
              <a:gd name="connsiteX365" fmla="*/ 4323232 w 5183079"/>
              <a:gd name="connsiteY365" fmla="*/ 3857422 h 5183067"/>
              <a:gd name="connsiteX366" fmla="*/ 4527532 w 5183079"/>
              <a:gd name="connsiteY366" fmla="*/ 3882959 h 5183067"/>
              <a:gd name="connsiteX367" fmla="*/ 4541578 w 5183079"/>
              <a:gd name="connsiteY367" fmla="*/ 3863040 h 5183067"/>
              <a:gd name="connsiteX368" fmla="*/ 4554857 w 5183079"/>
              <a:gd name="connsiteY368" fmla="*/ 3843377 h 5183067"/>
              <a:gd name="connsiteX369" fmla="*/ 785022 w 5183079"/>
              <a:gd name="connsiteY369" fmla="*/ 3676362 h 5183067"/>
              <a:gd name="connsiteX370" fmla="*/ 621581 w 5183079"/>
              <a:gd name="connsiteY370" fmla="*/ 3781065 h 5183067"/>
              <a:gd name="connsiteX371" fmla="*/ 635627 w 5183079"/>
              <a:gd name="connsiteY371" fmla="*/ 3867637 h 5183067"/>
              <a:gd name="connsiteX372" fmla="*/ 701514 w 5183079"/>
              <a:gd name="connsiteY372" fmla="*/ 3903900 h 5183067"/>
              <a:gd name="connsiteX373" fmla="*/ 706366 w 5183079"/>
              <a:gd name="connsiteY373" fmla="*/ 3903900 h 5183067"/>
              <a:gd name="connsiteX374" fmla="*/ 680828 w 5183079"/>
              <a:gd name="connsiteY374" fmla="*/ 3925607 h 5183067"/>
              <a:gd name="connsiteX375" fmla="*/ 698449 w 5183079"/>
              <a:gd name="connsiteY375" fmla="*/ 3952931 h 5183067"/>
              <a:gd name="connsiteX376" fmla="*/ 812602 w 5183079"/>
              <a:gd name="connsiteY376" fmla="*/ 3878873 h 5183067"/>
              <a:gd name="connsiteX377" fmla="*/ 759739 w 5183079"/>
              <a:gd name="connsiteY377" fmla="*/ 3797153 h 5183067"/>
              <a:gd name="connsiteX378" fmla="*/ 723221 w 5183079"/>
              <a:gd name="connsiteY378" fmla="*/ 3820904 h 5183067"/>
              <a:gd name="connsiteX379" fmla="*/ 751567 w 5183079"/>
              <a:gd name="connsiteY379" fmla="*/ 3867637 h 5183067"/>
              <a:gd name="connsiteX380" fmla="*/ 718624 w 5183079"/>
              <a:gd name="connsiteY380" fmla="*/ 3874021 h 5183067"/>
              <a:gd name="connsiteX381" fmla="*/ 675210 w 5183079"/>
              <a:gd name="connsiteY381" fmla="*/ 3850016 h 5183067"/>
              <a:gd name="connsiteX382" fmla="*/ 666783 w 5183079"/>
              <a:gd name="connsiteY382" fmla="*/ 3795621 h 5183067"/>
              <a:gd name="connsiteX383" fmla="*/ 712240 w 5183079"/>
              <a:gd name="connsiteY383" fmla="*/ 3745824 h 5183067"/>
              <a:gd name="connsiteX384" fmla="*/ 777104 w 5183079"/>
              <a:gd name="connsiteY384" fmla="*/ 3724883 h 5183067"/>
              <a:gd name="connsiteX385" fmla="*/ 824094 w 5183079"/>
              <a:gd name="connsiteY385" fmla="*/ 3753485 h 5183067"/>
              <a:gd name="connsiteX386" fmla="*/ 831755 w 5183079"/>
              <a:gd name="connsiteY386" fmla="*/ 3788216 h 5183067"/>
              <a:gd name="connsiteX387" fmla="*/ 816943 w 5183079"/>
              <a:gd name="connsiteY387" fmla="*/ 3818350 h 5183067"/>
              <a:gd name="connsiteX388" fmla="*/ 845545 w 5183079"/>
              <a:gd name="connsiteY388" fmla="*/ 3858954 h 5183067"/>
              <a:gd name="connsiteX389" fmla="*/ 880276 w 5183079"/>
              <a:gd name="connsiteY389" fmla="*/ 3798431 h 5183067"/>
              <a:gd name="connsiteX390" fmla="*/ 861634 w 5183079"/>
              <a:gd name="connsiteY390" fmla="*/ 3727437 h 5183067"/>
              <a:gd name="connsiteX391" fmla="*/ 785022 w 5183079"/>
              <a:gd name="connsiteY391" fmla="*/ 3676362 h 5183067"/>
              <a:gd name="connsiteX392" fmla="*/ 4509911 w 5183079"/>
              <a:gd name="connsiteY392" fmla="*/ 3529522 h 5183067"/>
              <a:gd name="connsiteX393" fmla="*/ 4575541 w 5183079"/>
              <a:gd name="connsiteY393" fmla="*/ 3545610 h 5183067"/>
              <a:gd name="connsiteX394" fmla="*/ 4626362 w 5183079"/>
              <a:gd name="connsiteY394" fmla="*/ 3589535 h 5183067"/>
              <a:gd name="connsiteX395" fmla="*/ 4630882 w 5183079"/>
              <a:gd name="connsiteY395" fmla="*/ 3604295 h 5183067"/>
              <a:gd name="connsiteX396" fmla="*/ 4582948 w 5183079"/>
              <a:gd name="connsiteY396" fmla="*/ 3671254 h 5183067"/>
              <a:gd name="connsiteX397" fmla="*/ 4518338 w 5183079"/>
              <a:gd name="connsiteY397" fmla="*/ 3655931 h 5183067"/>
              <a:gd name="connsiteX398" fmla="*/ 4467263 w 5183079"/>
              <a:gd name="connsiteY398" fmla="*/ 3610475 h 5183067"/>
              <a:gd name="connsiteX399" fmla="*/ 4467263 w 5183079"/>
              <a:gd name="connsiteY399" fmla="*/ 3559400 h 5183067"/>
              <a:gd name="connsiteX400" fmla="*/ 4509911 w 5183079"/>
              <a:gd name="connsiteY400" fmla="*/ 3529522 h 5183067"/>
              <a:gd name="connsiteX401" fmla="*/ 4498676 w 5183079"/>
              <a:gd name="connsiteY401" fmla="*/ 3484065 h 5183067"/>
              <a:gd name="connsiteX402" fmla="*/ 4487592 w 5183079"/>
              <a:gd name="connsiteY402" fmla="*/ 3487436 h 5183067"/>
              <a:gd name="connsiteX403" fmla="*/ 4422063 w 5183079"/>
              <a:gd name="connsiteY403" fmla="*/ 3627841 h 5183067"/>
              <a:gd name="connsiteX404" fmla="*/ 4494333 w 5183079"/>
              <a:gd name="connsiteY404" fmla="*/ 3700367 h 5183067"/>
              <a:gd name="connsiteX405" fmla="*/ 4593419 w 5183079"/>
              <a:gd name="connsiteY405" fmla="*/ 3718754 h 5183067"/>
              <a:gd name="connsiteX406" fmla="*/ 4662881 w 5183079"/>
              <a:gd name="connsiteY406" fmla="*/ 3663849 h 5183067"/>
              <a:gd name="connsiteX407" fmla="*/ 4662370 w 5183079"/>
              <a:gd name="connsiteY407" fmla="*/ 3663338 h 5183067"/>
              <a:gd name="connsiteX408" fmla="*/ 4670031 w 5183079"/>
              <a:gd name="connsiteY408" fmla="*/ 3575234 h 5183067"/>
              <a:gd name="connsiteX409" fmla="*/ 4599293 w 5183079"/>
              <a:gd name="connsiteY409" fmla="*/ 3503473 h 5183067"/>
              <a:gd name="connsiteX410" fmla="*/ 4498676 w 5183079"/>
              <a:gd name="connsiteY410" fmla="*/ 3484065 h 5183067"/>
              <a:gd name="connsiteX411" fmla="*/ 681339 w 5183079"/>
              <a:gd name="connsiteY411" fmla="*/ 3404133 h 5183067"/>
              <a:gd name="connsiteX412" fmla="*/ 452779 w 5183079"/>
              <a:gd name="connsiteY412" fmla="*/ 3510879 h 5183067"/>
              <a:gd name="connsiteX413" fmla="*/ 462228 w 5183079"/>
              <a:gd name="connsiteY413" fmla="*/ 3531310 h 5183067"/>
              <a:gd name="connsiteX414" fmla="*/ 471932 w 5183079"/>
              <a:gd name="connsiteY414" fmla="*/ 3551739 h 5183067"/>
              <a:gd name="connsiteX415" fmla="*/ 636648 w 5183079"/>
              <a:gd name="connsiteY415" fmla="*/ 3475127 h 5183067"/>
              <a:gd name="connsiteX416" fmla="*/ 512281 w 5183079"/>
              <a:gd name="connsiteY416" fmla="*/ 3638822 h 5183067"/>
              <a:gd name="connsiteX417" fmla="*/ 522497 w 5183079"/>
              <a:gd name="connsiteY417" fmla="*/ 3660529 h 5183067"/>
              <a:gd name="connsiteX418" fmla="*/ 532712 w 5183079"/>
              <a:gd name="connsiteY418" fmla="*/ 3681980 h 5183067"/>
              <a:gd name="connsiteX419" fmla="*/ 761271 w 5183079"/>
              <a:gd name="connsiteY419" fmla="*/ 3575489 h 5183067"/>
              <a:gd name="connsiteX420" fmla="*/ 751567 w 5183079"/>
              <a:gd name="connsiteY420" fmla="*/ 3554804 h 5183067"/>
              <a:gd name="connsiteX421" fmla="*/ 742118 w 5183079"/>
              <a:gd name="connsiteY421" fmla="*/ 3534374 h 5183067"/>
              <a:gd name="connsiteX422" fmla="*/ 581743 w 5183079"/>
              <a:gd name="connsiteY422" fmla="*/ 3609198 h 5183067"/>
              <a:gd name="connsiteX423" fmla="*/ 702791 w 5183079"/>
              <a:gd name="connsiteY423" fmla="*/ 3450356 h 5183067"/>
              <a:gd name="connsiteX424" fmla="*/ 692065 w 5183079"/>
              <a:gd name="connsiteY424" fmla="*/ 3427372 h 5183067"/>
              <a:gd name="connsiteX425" fmla="*/ 4760434 w 5183079"/>
              <a:gd name="connsiteY425" fmla="*/ 3300707 h 5183067"/>
              <a:gd name="connsiteX426" fmla="*/ 4719062 w 5183079"/>
              <a:gd name="connsiteY426" fmla="*/ 3408475 h 5183067"/>
              <a:gd name="connsiteX427" fmla="*/ 4525490 w 5183079"/>
              <a:gd name="connsiteY427" fmla="*/ 3334161 h 5183067"/>
              <a:gd name="connsiteX428" fmla="*/ 4516806 w 5183079"/>
              <a:gd name="connsiteY428" fmla="*/ 3356889 h 5183067"/>
              <a:gd name="connsiteX429" fmla="*/ 4508124 w 5183079"/>
              <a:gd name="connsiteY429" fmla="*/ 3379362 h 5183067"/>
              <a:gd name="connsiteX430" fmla="*/ 4744090 w 5183079"/>
              <a:gd name="connsiteY430" fmla="*/ 3470019 h 5183067"/>
              <a:gd name="connsiteX431" fmla="*/ 4802315 w 5183079"/>
              <a:gd name="connsiteY431" fmla="*/ 3316795 h 5183067"/>
              <a:gd name="connsiteX432" fmla="*/ 4781374 w 5183079"/>
              <a:gd name="connsiteY432" fmla="*/ 3308879 h 5183067"/>
              <a:gd name="connsiteX433" fmla="*/ 636904 w 5183079"/>
              <a:gd name="connsiteY433" fmla="*/ 3292024 h 5183067"/>
              <a:gd name="connsiteX434" fmla="*/ 401449 w 5183079"/>
              <a:gd name="connsiteY434" fmla="*/ 3382426 h 5183067"/>
              <a:gd name="connsiteX435" fmla="*/ 410131 w 5183079"/>
              <a:gd name="connsiteY435" fmla="*/ 3405155 h 5183067"/>
              <a:gd name="connsiteX436" fmla="*/ 418814 w 5183079"/>
              <a:gd name="connsiteY436" fmla="*/ 3427628 h 5183067"/>
              <a:gd name="connsiteX437" fmla="*/ 654269 w 5183079"/>
              <a:gd name="connsiteY437" fmla="*/ 3337226 h 5183067"/>
              <a:gd name="connsiteX438" fmla="*/ 645587 w 5183079"/>
              <a:gd name="connsiteY438" fmla="*/ 3314752 h 5183067"/>
              <a:gd name="connsiteX439" fmla="*/ 421113 w 5183079"/>
              <a:gd name="connsiteY439" fmla="*/ 3120158 h 5183067"/>
              <a:gd name="connsiteX440" fmla="*/ 406557 w 5183079"/>
              <a:gd name="connsiteY440" fmla="*/ 3123988 h 5183067"/>
              <a:gd name="connsiteX441" fmla="*/ 346288 w 5183079"/>
              <a:gd name="connsiteY441" fmla="*/ 3158208 h 5183067"/>
              <a:gd name="connsiteX442" fmla="*/ 340415 w 5183079"/>
              <a:gd name="connsiteY442" fmla="*/ 3219498 h 5183067"/>
              <a:gd name="connsiteX443" fmla="*/ 373869 w 5183079"/>
              <a:gd name="connsiteY443" fmla="*/ 3268274 h 5183067"/>
              <a:gd name="connsiteX444" fmla="*/ 373869 w 5183079"/>
              <a:gd name="connsiteY444" fmla="*/ 3267764 h 5183067"/>
              <a:gd name="connsiteX445" fmla="*/ 434903 w 5183079"/>
              <a:gd name="connsiteY445" fmla="*/ 3271850 h 5183067"/>
              <a:gd name="connsiteX446" fmla="*/ 610090 w 5183079"/>
              <a:gd name="connsiteY446" fmla="*/ 3224861 h 5183067"/>
              <a:gd name="connsiteX447" fmla="*/ 603706 w 5183079"/>
              <a:gd name="connsiteY447" fmla="*/ 3201366 h 5183067"/>
              <a:gd name="connsiteX448" fmla="*/ 597576 w 5183079"/>
              <a:gd name="connsiteY448" fmla="*/ 3178127 h 5183067"/>
              <a:gd name="connsiteX449" fmla="*/ 422390 w 5183079"/>
              <a:gd name="connsiteY449" fmla="*/ 3225116 h 5183067"/>
              <a:gd name="connsiteX450" fmla="*/ 395064 w 5183079"/>
              <a:gd name="connsiteY450" fmla="*/ 3225116 h 5183067"/>
              <a:gd name="connsiteX451" fmla="*/ 392460 w 5183079"/>
              <a:gd name="connsiteY451" fmla="*/ 3223329 h 5183067"/>
              <a:gd name="connsiteX452" fmla="*/ 387148 w 5183079"/>
              <a:gd name="connsiteY452" fmla="*/ 3183235 h 5183067"/>
              <a:gd name="connsiteX453" fmla="*/ 418304 w 5183079"/>
              <a:gd name="connsiteY453" fmla="*/ 3168423 h 5183067"/>
              <a:gd name="connsiteX454" fmla="*/ 432860 w 5183079"/>
              <a:gd name="connsiteY454" fmla="*/ 3164593 h 5183067"/>
              <a:gd name="connsiteX455" fmla="*/ 4714338 w 5183079"/>
              <a:gd name="connsiteY455" fmla="*/ 3033815 h 5183067"/>
              <a:gd name="connsiteX456" fmla="*/ 4748175 w 5183079"/>
              <a:gd name="connsiteY456" fmla="*/ 3038948 h 5183067"/>
              <a:gd name="connsiteX457" fmla="*/ 4806401 w 5183079"/>
              <a:gd name="connsiteY457" fmla="*/ 3070870 h 5183067"/>
              <a:gd name="connsiteX458" fmla="*/ 4814369 w 5183079"/>
              <a:gd name="connsiteY458" fmla="*/ 3084124 h 5183067"/>
              <a:gd name="connsiteX459" fmla="*/ 4783928 w 5183079"/>
              <a:gd name="connsiteY459" fmla="*/ 3161017 h 5183067"/>
              <a:gd name="connsiteX460" fmla="*/ 4717529 w 5183079"/>
              <a:gd name="connsiteY460" fmla="*/ 3161017 h 5183067"/>
              <a:gd name="connsiteX461" fmla="*/ 4658028 w 5183079"/>
              <a:gd name="connsiteY461" fmla="*/ 3128840 h 5183067"/>
              <a:gd name="connsiteX462" fmla="*/ 4648732 w 5183079"/>
              <a:gd name="connsiteY462" fmla="*/ 3113339 h 5183067"/>
              <a:gd name="connsiteX463" fmla="*/ 4680501 w 5183079"/>
              <a:gd name="connsiteY463" fmla="*/ 3038948 h 5183067"/>
              <a:gd name="connsiteX464" fmla="*/ 4714338 w 5183079"/>
              <a:gd name="connsiteY464" fmla="*/ 3033815 h 5183067"/>
              <a:gd name="connsiteX465" fmla="*/ 4707839 w 5183079"/>
              <a:gd name="connsiteY465" fmla="*/ 2985652 h 5183067"/>
              <a:gd name="connsiteX466" fmla="*/ 4657262 w 5183079"/>
              <a:gd name="connsiteY466" fmla="*/ 2997578 h 5183067"/>
              <a:gd name="connsiteX467" fmla="*/ 4647201 w 5183079"/>
              <a:gd name="connsiteY467" fmla="*/ 3003630 h 5183067"/>
              <a:gd name="connsiteX468" fmla="*/ 4617935 w 5183079"/>
              <a:gd name="connsiteY468" fmla="*/ 3155399 h 5183067"/>
              <a:gd name="connsiteX469" fmla="*/ 4705784 w 5183079"/>
              <a:gd name="connsiteY469" fmla="*/ 3208517 h 5183067"/>
              <a:gd name="connsiteX470" fmla="*/ 4806402 w 5183079"/>
              <a:gd name="connsiteY470" fmla="*/ 3202388 h 5183067"/>
              <a:gd name="connsiteX471" fmla="*/ 4860285 w 5183079"/>
              <a:gd name="connsiteY471" fmla="*/ 3132160 h 5183067"/>
              <a:gd name="connsiteX472" fmla="*/ 4845473 w 5183079"/>
              <a:gd name="connsiteY472" fmla="*/ 3044567 h 5183067"/>
              <a:gd name="connsiteX473" fmla="*/ 4759412 w 5183079"/>
              <a:gd name="connsiteY473" fmla="*/ 2991960 h 5183067"/>
              <a:gd name="connsiteX474" fmla="*/ 4707839 w 5183079"/>
              <a:gd name="connsiteY474" fmla="*/ 2985652 h 5183067"/>
              <a:gd name="connsiteX475" fmla="*/ 549821 w 5183079"/>
              <a:gd name="connsiteY475" fmla="*/ 2975360 h 5183067"/>
              <a:gd name="connsiteX476" fmla="*/ 302363 w 5183079"/>
              <a:gd name="connsiteY476" fmla="*/ 3023626 h 5183067"/>
              <a:gd name="connsiteX477" fmla="*/ 306961 w 5183079"/>
              <a:gd name="connsiteY477" fmla="*/ 3047376 h 5183067"/>
              <a:gd name="connsiteX478" fmla="*/ 311557 w 5183079"/>
              <a:gd name="connsiteY478" fmla="*/ 3071126 h 5183067"/>
              <a:gd name="connsiteX479" fmla="*/ 559015 w 5183079"/>
              <a:gd name="connsiteY479" fmla="*/ 3023115 h 5183067"/>
              <a:gd name="connsiteX480" fmla="*/ 554419 w 5183079"/>
              <a:gd name="connsiteY480" fmla="*/ 2999110 h 5183067"/>
              <a:gd name="connsiteX481" fmla="*/ 1087128 w 5183079"/>
              <a:gd name="connsiteY481" fmla="*/ 2972806 h 5183067"/>
              <a:gd name="connsiteX482" fmla="*/ 1375446 w 5183079"/>
              <a:gd name="connsiteY482" fmla="*/ 3018518 h 5183067"/>
              <a:gd name="connsiteX483" fmla="*/ 2067511 w 5183079"/>
              <a:gd name="connsiteY483" fmla="*/ 3012900 h 5183067"/>
              <a:gd name="connsiteX484" fmla="*/ 2167873 w 5183079"/>
              <a:gd name="connsiteY484" fmla="*/ 3029245 h 5183067"/>
              <a:gd name="connsiteX485" fmla="*/ 2388261 w 5183079"/>
              <a:gd name="connsiteY485" fmla="*/ 3054782 h 5183067"/>
              <a:gd name="connsiteX486" fmla="*/ 2320586 w 5183079"/>
              <a:gd name="connsiteY486" fmla="*/ 3328287 h 5183067"/>
              <a:gd name="connsiteX487" fmla="*/ 2591538 w 5183079"/>
              <a:gd name="connsiteY487" fmla="*/ 3374254 h 5183067"/>
              <a:gd name="connsiteX488" fmla="*/ 2862236 w 5183079"/>
              <a:gd name="connsiteY488" fmla="*/ 3328287 h 5183067"/>
              <a:gd name="connsiteX489" fmla="*/ 2794561 w 5183079"/>
              <a:gd name="connsiteY489" fmla="*/ 3055037 h 5183067"/>
              <a:gd name="connsiteX490" fmla="*/ 3014949 w 5183079"/>
              <a:gd name="connsiteY490" fmla="*/ 3029499 h 5183067"/>
              <a:gd name="connsiteX491" fmla="*/ 3115567 w 5183079"/>
              <a:gd name="connsiteY491" fmla="*/ 3013156 h 5183067"/>
              <a:gd name="connsiteX492" fmla="*/ 3807632 w 5183079"/>
              <a:gd name="connsiteY492" fmla="*/ 3018774 h 5183067"/>
              <a:gd name="connsiteX493" fmla="*/ 3808653 w 5183079"/>
              <a:gd name="connsiteY493" fmla="*/ 3018518 h 5183067"/>
              <a:gd name="connsiteX494" fmla="*/ 4096714 w 5183079"/>
              <a:gd name="connsiteY494" fmla="*/ 2972806 h 5183067"/>
              <a:gd name="connsiteX495" fmla="*/ 3915399 w 5183079"/>
              <a:gd name="connsiteY495" fmla="*/ 3175063 h 5183067"/>
              <a:gd name="connsiteX496" fmla="*/ 2772855 w 5183079"/>
              <a:gd name="connsiteY496" fmla="*/ 3384470 h 5183067"/>
              <a:gd name="connsiteX497" fmla="*/ 2846147 w 5183079"/>
              <a:gd name="connsiteY497" fmla="*/ 3677638 h 5183067"/>
              <a:gd name="connsiteX498" fmla="*/ 2590773 w 5183079"/>
              <a:gd name="connsiteY498" fmla="*/ 3732799 h 5183067"/>
              <a:gd name="connsiteX499" fmla="*/ 2335398 w 5183079"/>
              <a:gd name="connsiteY499" fmla="*/ 3677638 h 5183067"/>
              <a:gd name="connsiteX500" fmla="*/ 2408691 w 5183079"/>
              <a:gd name="connsiteY500" fmla="*/ 3384470 h 5183067"/>
              <a:gd name="connsiteX501" fmla="*/ 1268444 w 5183079"/>
              <a:gd name="connsiteY501" fmla="*/ 3175063 h 5183067"/>
              <a:gd name="connsiteX502" fmla="*/ 1087128 w 5183079"/>
              <a:gd name="connsiteY502" fmla="*/ 2972806 h 5183067"/>
              <a:gd name="connsiteX503" fmla="*/ 520453 w 5183079"/>
              <a:gd name="connsiteY503" fmla="*/ 2736586 h 5183067"/>
              <a:gd name="connsiteX504" fmla="*/ 270187 w 5183079"/>
              <a:gd name="connsiteY504" fmla="*/ 2767487 h 5183067"/>
              <a:gd name="connsiteX505" fmla="*/ 291638 w 5183079"/>
              <a:gd name="connsiteY505" fmla="*/ 2943184 h 5183067"/>
              <a:gd name="connsiteX506" fmla="*/ 313856 w 5183079"/>
              <a:gd name="connsiteY506" fmla="*/ 2940630 h 5183067"/>
              <a:gd name="connsiteX507" fmla="*/ 336073 w 5183079"/>
              <a:gd name="connsiteY507" fmla="*/ 2937820 h 5183067"/>
              <a:gd name="connsiteX508" fmla="*/ 320496 w 5183079"/>
              <a:gd name="connsiteY508" fmla="*/ 2810134 h 5183067"/>
              <a:gd name="connsiteX509" fmla="*/ 385616 w 5183079"/>
              <a:gd name="connsiteY509" fmla="*/ 2801962 h 5183067"/>
              <a:gd name="connsiteX510" fmla="*/ 399406 w 5183079"/>
              <a:gd name="connsiteY510" fmla="*/ 2914581 h 5183067"/>
              <a:gd name="connsiteX511" fmla="*/ 421113 w 5183079"/>
              <a:gd name="connsiteY511" fmla="*/ 2912028 h 5183067"/>
              <a:gd name="connsiteX512" fmla="*/ 442565 w 5183079"/>
              <a:gd name="connsiteY512" fmla="*/ 2909474 h 5183067"/>
              <a:gd name="connsiteX513" fmla="*/ 428774 w 5183079"/>
              <a:gd name="connsiteY513" fmla="*/ 2796854 h 5183067"/>
              <a:gd name="connsiteX514" fmla="*/ 481892 w 5183079"/>
              <a:gd name="connsiteY514" fmla="*/ 2790214 h 5183067"/>
              <a:gd name="connsiteX515" fmla="*/ 496704 w 5183079"/>
              <a:gd name="connsiteY515" fmla="*/ 2911517 h 5183067"/>
              <a:gd name="connsiteX516" fmla="*/ 519177 w 5183079"/>
              <a:gd name="connsiteY516" fmla="*/ 2908963 h 5183067"/>
              <a:gd name="connsiteX517" fmla="*/ 541139 w 5183079"/>
              <a:gd name="connsiteY517" fmla="*/ 2906154 h 5183067"/>
              <a:gd name="connsiteX518" fmla="*/ 4741026 w 5183079"/>
              <a:gd name="connsiteY518" fmla="*/ 2693939 h 5183067"/>
              <a:gd name="connsiteX519" fmla="*/ 4676415 w 5183079"/>
              <a:gd name="connsiteY519" fmla="*/ 2719476 h 5183067"/>
              <a:gd name="connsiteX520" fmla="*/ 4676415 w 5183079"/>
              <a:gd name="connsiteY520" fmla="*/ 2872700 h 5183067"/>
              <a:gd name="connsiteX521" fmla="*/ 4869478 w 5183079"/>
              <a:gd name="connsiteY521" fmla="*/ 2890832 h 5183067"/>
              <a:gd name="connsiteX522" fmla="*/ 4911871 w 5183079"/>
              <a:gd name="connsiteY522" fmla="*/ 2814220 h 5183067"/>
              <a:gd name="connsiteX523" fmla="*/ 4882247 w 5183079"/>
              <a:gd name="connsiteY523" fmla="*/ 2745013 h 5183067"/>
              <a:gd name="connsiteX524" fmla="*/ 4878417 w 5183079"/>
              <a:gd name="connsiteY524" fmla="*/ 2742970 h 5183067"/>
              <a:gd name="connsiteX525" fmla="*/ 4911360 w 5183079"/>
              <a:gd name="connsiteY525" fmla="*/ 2740927 h 5183067"/>
              <a:gd name="connsiteX526" fmla="*/ 4913659 w 5183079"/>
              <a:gd name="connsiteY526" fmla="*/ 2709006 h 5183067"/>
              <a:gd name="connsiteX527" fmla="*/ 4778055 w 5183079"/>
              <a:gd name="connsiteY527" fmla="*/ 2697259 h 5183067"/>
              <a:gd name="connsiteX528" fmla="*/ 4769628 w 5183079"/>
              <a:gd name="connsiteY528" fmla="*/ 2794045 h 5183067"/>
              <a:gd name="connsiteX529" fmla="*/ 4813041 w 5183079"/>
              <a:gd name="connsiteY529" fmla="*/ 2797876 h 5183067"/>
              <a:gd name="connsiteX530" fmla="*/ 4817638 w 5183079"/>
              <a:gd name="connsiteY530" fmla="*/ 2743226 h 5183067"/>
              <a:gd name="connsiteX531" fmla="*/ 4847516 w 5183079"/>
              <a:gd name="connsiteY531" fmla="*/ 2758548 h 5183067"/>
              <a:gd name="connsiteX532" fmla="*/ 4866925 w 5183079"/>
              <a:gd name="connsiteY532" fmla="*/ 2804260 h 5183067"/>
              <a:gd name="connsiteX533" fmla="*/ 4841388 w 5183079"/>
              <a:gd name="connsiteY533" fmla="*/ 2852270 h 5183067"/>
              <a:gd name="connsiteX534" fmla="*/ 4774735 w 5183079"/>
              <a:gd name="connsiteY534" fmla="*/ 2863507 h 5183067"/>
              <a:gd name="connsiteX535" fmla="*/ 4710636 w 5183079"/>
              <a:gd name="connsiteY535" fmla="*/ 2840013 h 5183067"/>
              <a:gd name="connsiteX536" fmla="*/ 4691227 w 5183079"/>
              <a:gd name="connsiteY536" fmla="*/ 2788938 h 5183067"/>
              <a:gd name="connsiteX537" fmla="*/ 4706549 w 5183079"/>
              <a:gd name="connsiteY537" fmla="*/ 2756505 h 5183067"/>
              <a:gd name="connsiteX538" fmla="*/ 4736939 w 5183079"/>
              <a:gd name="connsiteY538" fmla="*/ 2742204 h 5183067"/>
              <a:gd name="connsiteX539" fmla="*/ 1252866 w 5183079"/>
              <a:gd name="connsiteY539" fmla="*/ 2615538 h 5183067"/>
              <a:gd name="connsiteX540" fmla="*/ 1412731 w 5183079"/>
              <a:gd name="connsiteY540" fmla="*/ 2632904 h 5183067"/>
              <a:gd name="connsiteX541" fmla="*/ 1551399 w 5183079"/>
              <a:gd name="connsiteY541" fmla="*/ 2632904 h 5183067"/>
              <a:gd name="connsiteX542" fmla="*/ 1710243 w 5183079"/>
              <a:gd name="connsiteY542" fmla="*/ 2631371 h 5183067"/>
              <a:gd name="connsiteX543" fmla="*/ 1950038 w 5183079"/>
              <a:gd name="connsiteY543" fmla="*/ 2637501 h 5183067"/>
              <a:gd name="connsiteX544" fmla="*/ 2209244 w 5183079"/>
              <a:gd name="connsiteY544" fmla="*/ 2697769 h 5183067"/>
              <a:gd name="connsiteX545" fmla="*/ 2392347 w 5183079"/>
              <a:gd name="connsiteY545" fmla="*/ 2710282 h 5183067"/>
              <a:gd name="connsiteX546" fmla="*/ 2330546 w 5183079"/>
              <a:gd name="connsiteY546" fmla="*/ 2973062 h 5183067"/>
              <a:gd name="connsiteX547" fmla="*/ 2585921 w 5183079"/>
              <a:gd name="connsiteY547" fmla="*/ 3003196 h 5183067"/>
              <a:gd name="connsiteX548" fmla="*/ 2588729 w 5183079"/>
              <a:gd name="connsiteY548" fmla="*/ 3003196 h 5183067"/>
              <a:gd name="connsiteX549" fmla="*/ 2592049 w 5183079"/>
              <a:gd name="connsiteY549" fmla="*/ 3003196 h 5183067"/>
              <a:gd name="connsiteX550" fmla="*/ 2849212 w 5183079"/>
              <a:gd name="connsiteY550" fmla="*/ 2972551 h 5183067"/>
              <a:gd name="connsiteX551" fmla="*/ 2787411 w 5183079"/>
              <a:gd name="connsiteY551" fmla="*/ 2709771 h 5183067"/>
              <a:gd name="connsiteX552" fmla="*/ 2970514 w 5183079"/>
              <a:gd name="connsiteY552" fmla="*/ 2697258 h 5183067"/>
              <a:gd name="connsiteX553" fmla="*/ 3230741 w 5183079"/>
              <a:gd name="connsiteY553" fmla="*/ 2637756 h 5183067"/>
              <a:gd name="connsiteX554" fmla="*/ 3470538 w 5183079"/>
              <a:gd name="connsiteY554" fmla="*/ 2631627 h 5183067"/>
              <a:gd name="connsiteX555" fmla="*/ 3629380 w 5183079"/>
              <a:gd name="connsiteY555" fmla="*/ 2633159 h 5183067"/>
              <a:gd name="connsiteX556" fmla="*/ 3768048 w 5183079"/>
              <a:gd name="connsiteY556" fmla="*/ 2633159 h 5183067"/>
              <a:gd name="connsiteX557" fmla="*/ 3768048 w 5183079"/>
              <a:gd name="connsiteY557" fmla="*/ 2632904 h 5183067"/>
              <a:gd name="connsiteX558" fmla="*/ 3927913 w 5183079"/>
              <a:gd name="connsiteY558" fmla="*/ 2615538 h 5183067"/>
              <a:gd name="connsiteX559" fmla="*/ 3774688 w 5183079"/>
              <a:gd name="connsiteY559" fmla="*/ 2766464 h 5183067"/>
              <a:gd name="connsiteX560" fmla="*/ 3551747 w 5183079"/>
              <a:gd name="connsiteY560" fmla="*/ 2868614 h 5183067"/>
              <a:gd name="connsiteX561" fmla="*/ 3007544 w 5183079"/>
              <a:gd name="connsiteY561" fmla="*/ 2988895 h 5183067"/>
              <a:gd name="connsiteX562" fmla="*/ 2764683 w 5183079"/>
              <a:gd name="connsiteY562" fmla="*/ 3016220 h 5183067"/>
              <a:gd name="connsiteX563" fmla="*/ 2741189 w 5183079"/>
              <a:gd name="connsiteY563" fmla="*/ 3018518 h 5183067"/>
              <a:gd name="connsiteX564" fmla="*/ 2809373 w 5183079"/>
              <a:gd name="connsiteY564" fmla="*/ 3295089 h 5183067"/>
              <a:gd name="connsiteX565" fmla="*/ 2589496 w 5183079"/>
              <a:gd name="connsiteY565" fmla="*/ 3332373 h 5183067"/>
              <a:gd name="connsiteX566" fmla="*/ 2369364 w 5183079"/>
              <a:gd name="connsiteY566" fmla="*/ 3295089 h 5183067"/>
              <a:gd name="connsiteX567" fmla="*/ 2437804 w 5183079"/>
              <a:gd name="connsiteY567" fmla="*/ 3018518 h 5183067"/>
              <a:gd name="connsiteX568" fmla="*/ 2414054 w 5183079"/>
              <a:gd name="connsiteY568" fmla="*/ 3016220 h 5183067"/>
              <a:gd name="connsiteX569" fmla="*/ 2171193 w 5183079"/>
              <a:gd name="connsiteY569" fmla="*/ 2988895 h 5183067"/>
              <a:gd name="connsiteX570" fmla="*/ 1629032 w 5183079"/>
              <a:gd name="connsiteY570" fmla="*/ 2868614 h 5183067"/>
              <a:gd name="connsiteX571" fmla="*/ 1406091 w 5183079"/>
              <a:gd name="connsiteY571" fmla="*/ 2766464 h 5183067"/>
              <a:gd name="connsiteX572" fmla="*/ 1252866 w 5183079"/>
              <a:gd name="connsiteY572" fmla="*/ 2615538 h 5183067"/>
              <a:gd name="connsiteX573" fmla="*/ 417282 w 5183079"/>
              <a:gd name="connsiteY573" fmla="*/ 2522071 h 5183067"/>
              <a:gd name="connsiteX574" fmla="*/ 472698 w 5183079"/>
              <a:gd name="connsiteY574" fmla="*/ 2522071 h 5183067"/>
              <a:gd name="connsiteX575" fmla="*/ 472698 w 5183079"/>
              <a:gd name="connsiteY575" fmla="*/ 2575700 h 5183067"/>
              <a:gd name="connsiteX576" fmla="*/ 465804 w 5183079"/>
              <a:gd name="connsiteY576" fmla="*/ 2604047 h 5183067"/>
              <a:gd name="connsiteX577" fmla="*/ 446395 w 5183079"/>
              <a:gd name="connsiteY577" fmla="*/ 2613240 h 5183067"/>
              <a:gd name="connsiteX578" fmla="*/ 424178 w 5183079"/>
              <a:gd name="connsiteY578" fmla="*/ 2604813 h 5183067"/>
              <a:gd name="connsiteX579" fmla="*/ 417282 w 5183079"/>
              <a:gd name="connsiteY579" fmla="*/ 2577488 h 5183067"/>
              <a:gd name="connsiteX580" fmla="*/ 307727 w 5183079"/>
              <a:gd name="connsiteY580" fmla="*/ 2518751 h 5183067"/>
              <a:gd name="connsiteX581" fmla="*/ 374889 w 5183079"/>
              <a:gd name="connsiteY581" fmla="*/ 2520029 h 5183067"/>
              <a:gd name="connsiteX582" fmla="*/ 374889 w 5183079"/>
              <a:gd name="connsiteY582" fmla="*/ 2577743 h 5183067"/>
              <a:gd name="connsiteX583" fmla="*/ 366718 w 5183079"/>
              <a:gd name="connsiteY583" fmla="*/ 2606856 h 5183067"/>
              <a:gd name="connsiteX584" fmla="*/ 342968 w 5183079"/>
              <a:gd name="connsiteY584" fmla="*/ 2616049 h 5183067"/>
              <a:gd name="connsiteX585" fmla="*/ 316154 w 5183079"/>
              <a:gd name="connsiteY585" fmla="*/ 2606090 h 5183067"/>
              <a:gd name="connsiteX586" fmla="*/ 307727 w 5183079"/>
              <a:gd name="connsiteY586" fmla="*/ 2577488 h 5183067"/>
              <a:gd name="connsiteX587" fmla="*/ 265590 w 5183079"/>
              <a:gd name="connsiteY587" fmla="*/ 2471508 h 5183067"/>
              <a:gd name="connsiteX588" fmla="*/ 265590 w 5183079"/>
              <a:gd name="connsiteY588" fmla="*/ 2494747 h 5183067"/>
              <a:gd name="connsiteX589" fmla="*/ 265335 w 5183079"/>
              <a:gd name="connsiteY589" fmla="*/ 2576722 h 5183067"/>
              <a:gd name="connsiteX590" fmla="*/ 284232 w 5183079"/>
              <a:gd name="connsiteY590" fmla="*/ 2641587 h 5183067"/>
              <a:gd name="connsiteX591" fmla="*/ 342713 w 5183079"/>
              <a:gd name="connsiteY591" fmla="*/ 2664571 h 5183067"/>
              <a:gd name="connsiteX592" fmla="*/ 391490 w 5183079"/>
              <a:gd name="connsiteY592" fmla="*/ 2643120 h 5183067"/>
              <a:gd name="connsiteX593" fmla="*/ 399917 w 5183079"/>
              <a:gd name="connsiteY593" fmla="*/ 2628818 h 5183067"/>
              <a:gd name="connsiteX594" fmla="*/ 450992 w 5183079"/>
              <a:gd name="connsiteY594" fmla="*/ 2658697 h 5183067"/>
              <a:gd name="connsiteX595" fmla="*/ 498236 w 5183079"/>
              <a:gd name="connsiteY595" fmla="*/ 2640566 h 5183067"/>
              <a:gd name="connsiteX596" fmla="*/ 515857 w 5183079"/>
              <a:gd name="connsiteY596" fmla="*/ 2588214 h 5183067"/>
              <a:gd name="connsiteX597" fmla="*/ 517645 w 5183079"/>
              <a:gd name="connsiteY597" fmla="*/ 2499088 h 5183067"/>
              <a:gd name="connsiteX598" fmla="*/ 517645 w 5183079"/>
              <a:gd name="connsiteY598" fmla="*/ 2476105 h 5183067"/>
              <a:gd name="connsiteX599" fmla="*/ 4665434 w 5183079"/>
              <a:gd name="connsiteY599" fmla="*/ 2426562 h 5183067"/>
              <a:gd name="connsiteX600" fmla="*/ 4665434 w 5183079"/>
              <a:gd name="connsiteY600" fmla="*/ 2454142 h 5183067"/>
              <a:gd name="connsiteX601" fmla="*/ 4665434 w 5183079"/>
              <a:gd name="connsiteY601" fmla="*/ 2481468 h 5183067"/>
              <a:gd name="connsiteX602" fmla="*/ 4776012 w 5183079"/>
              <a:gd name="connsiteY602" fmla="*/ 2522838 h 5183067"/>
              <a:gd name="connsiteX603" fmla="*/ 4668499 w 5183079"/>
              <a:gd name="connsiteY603" fmla="*/ 2573913 h 5183067"/>
              <a:gd name="connsiteX604" fmla="*/ 4668499 w 5183079"/>
              <a:gd name="connsiteY604" fmla="*/ 2602770 h 5183067"/>
              <a:gd name="connsiteX605" fmla="*/ 4668499 w 5183079"/>
              <a:gd name="connsiteY605" fmla="*/ 2631627 h 5183067"/>
              <a:gd name="connsiteX606" fmla="*/ 4821723 w 5183079"/>
              <a:gd name="connsiteY606" fmla="*/ 2545055 h 5183067"/>
              <a:gd name="connsiteX607" fmla="*/ 4916468 w 5183079"/>
              <a:gd name="connsiteY607" fmla="*/ 2541736 h 5183067"/>
              <a:gd name="connsiteX608" fmla="*/ 4916468 w 5183079"/>
              <a:gd name="connsiteY608" fmla="*/ 2517475 h 5183067"/>
              <a:gd name="connsiteX609" fmla="*/ 4916468 w 5183079"/>
              <a:gd name="connsiteY609" fmla="*/ 2493470 h 5183067"/>
              <a:gd name="connsiteX610" fmla="*/ 4820702 w 5183079"/>
              <a:gd name="connsiteY610" fmla="*/ 2496790 h 5183067"/>
              <a:gd name="connsiteX611" fmla="*/ 3773923 w 5183079"/>
              <a:gd name="connsiteY611" fmla="*/ 2217411 h 5183067"/>
              <a:gd name="connsiteX612" fmla="*/ 3622996 w 5183079"/>
              <a:gd name="connsiteY612" fmla="*/ 2383149 h 5183067"/>
              <a:gd name="connsiteX613" fmla="*/ 3400566 w 5183079"/>
              <a:gd name="connsiteY613" fmla="*/ 2527180 h 5183067"/>
              <a:gd name="connsiteX614" fmla="*/ 2962087 w 5183079"/>
              <a:gd name="connsiteY614" fmla="*/ 2656143 h 5183067"/>
              <a:gd name="connsiteX615" fmla="*/ 2772855 w 5183079"/>
              <a:gd name="connsiteY615" fmla="*/ 2668146 h 5183067"/>
              <a:gd name="connsiteX616" fmla="*/ 2733782 w 5183079"/>
              <a:gd name="connsiteY616" fmla="*/ 2668146 h 5183067"/>
              <a:gd name="connsiteX617" fmla="*/ 2797116 w 5183079"/>
              <a:gd name="connsiteY617" fmla="*/ 2937055 h 5183067"/>
              <a:gd name="connsiteX618" fmla="*/ 2592816 w 5183079"/>
              <a:gd name="connsiteY618" fmla="*/ 2962592 h 5183067"/>
              <a:gd name="connsiteX619" fmla="*/ 2590262 w 5183079"/>
              <a:gd name="connsiteY619" fmla="*/ 2962592 h 5183067"/>
              <a:gd name="connsiteX620" fmla="*/ 2587453 w 5183079"/>
              <a:gd name="connsiteY620" fmla="*/ 2962592 h 5183067"/>
              <a:gd name="connsiteX621" fmla="*/ 2383154 w 5183079"/>
              <a:gd name="connsiteY621" fmla="*/ 2937055 h 5183067"/>
              <a:gd name="connsiteX622" fmla="*/ 2446742 w 5183079"/>
              <a:gd name="connsiteY622" fmla="*/ 2668657 h 5183067"/>
              <a:gd name="connsiteX623" fmla="*/ 2407670 w 5183079"/>
              <a:gd name="connsiteY623" fmla="*/ 2668657 h 5183067"/>
              <a:gd name="connsiteX624" fmla="*/ 2218437 w 5183079"/>
              <a:gd name="connsiteY624" fmla="*/ 2656655 h 5183067"/>
              <a:gd name="connsiteX625" fmla="*/ 1779959 w 5183079"/>
              <a:gd name="connsiteY625" fmla="*/ 2527690 h 5183067"/>
              <a:gd name="connsiteX626" fmla="*/ 1557018 w 5183079"/>
              <a:gd name="connsiteY626" fmla="*/ 2383404 h 5183067"/>
              <a:gd name="connsiteX627" fmla="*/ 1406602 w 5183079"/>
              <a:gd name="connsiteY627" fmla="*/ 2217922 h 5183067"/>
              <a:gd name="connsiteX628" fmla="*/ 1564423 w 5183079"/>
              <a:gd name="connsiteY628" fmla="*/ 2235798 h 5183067"/>
              <a:gd name="connsiteX629" fmla="*/ 1625714 w 5183079"/>
              <a:gd name="connsiteY629" fmla="*/ 2238607 h 5183067"/>
              <a:gd name="connsiteX630" fmla="*/ 1913775 w 5183079"/>
              <a:gd name="connsiteY630" fmla="*/ 2253675 h 5183067"/>
              <a:gd name="connsiteX631" fmla="*/ 1945953 w 5183079"/>
              <a:gd name="connsiteY631" fmla="*/ 2270784 h 5183067"/>
              <a:gd name="connsiteX632" fmla="*/ 2271299 w 5183079"/>
              <a:gd name="connsiteY632" fmla="*/ 2374722 h 5183067"/>
              <a:gd name="connsiteX633" fmla="*/ 2329526 w 5183079"/>
              <a:gd name="connsiteY633" fmla="*/ 2378552 h 5183067"/>
              <a:gd name="connsiteX634" fmla="*/ 2401030 w 5183079"/>
              <a:gd name="connsiteY634" fmla="*/ 2374722 h 5183067"/>
              <a:gd name="connsiteX635" fmla="*/ 2344847 w 5183079"/>
              <a:gd name="connsiteY635" fmla="*/ 2608389 h 5183067"/>
              <a:gd name="connsiteX636" fmla="*/ 2591538 w 5183079"/>
              <a:gd name="connsiteY636" fmla="*/ 2623967 h 5183067"/>
              <a:gd name="connsiteX637" fmla="*/ 2837975 w 5183079"/>
              <a:gd name="connsiteY637" fmla="*/ 2608389 h 5183067"/>
              <a:gd name="connsiteX638" fmla="*/ 2782048 w 5183079"/>
              <a:gd name="connsiteY638" fmla="*/ 2374722 h 5183067"/>
              <a:gd name="connsiteX639" fmla="*/ 2853297 w 5183079"/>
              <a:gd name="connsiteY639" fmla="*/ 2378552 h 5183067"/>
              <a:gd name="connsiteX640" fmla="*/ 2911523 w 5183079"/>
              <a:gd name="connsiteY640" fmla="*/ 2374722 h 5183067"/>
              <a:gd name="connsiteX641" fmla="*/ 3237125 w 5183079"/>
              <a:gd name="connsiteY641" fmla="*/ 2270784 h 5183067"/>
              <a:gd name="connsiteX642" fmla="*/ 3269303 w 5183079"/>
              <a:gd name="connsiteY642" fmla="*/ 2253675 h 5183067"/>
              <a:gd name="connsiteX643" fmla="*/ 3557364 w 5183079"/>
              <a:gd name="connsiteY643" fmla="*/ 2238607 h 5183067"/>
              <a:gd name="connsiteX644" fmla="*/ 3618399 w 5183079"/>
              <a:gd name="connsiteY644" fmla="*/ 2235798 h 5183067"/>
              <a:gd name="connsiteX645" fmla="*/ 3615846 w 5183079"/>
              <a:gd name="connsiteY645" fmla="*/ 2235288 h 5183067"/>
              <a:gd name="connsiteX646" fmla="*/ 3773923 w 5183079"/>
              <a:gd name="connsiteY646" fmla="*/ 2217411 h 5183067"/>
              <a:gd name="connsiteX647" fmla="*/ 2588985 w 5183079"/>
              <a:gd name="connsiteY647" fmla="*/ 1201789 h 5183067"/>
              <a:gd name="connsiteX648" fmla="*/ 2537910 w 5183079"/>
              <a:gd name="connsiteY648" fmla="*/ 1274060 h 5183067"/>
              <a:gd name="connsiteX649" fmla="*/ 2537910 w 5183079"/>
              <a:gd name="connsiteY649" fmla="*/ 1277635 h 5183067"/>
              <a:gd name="connsiteX650" fmla="*/ 2494752 w 5183079"/>
              <a:gd name="connsiteY650" fmla="*/ 1500576 h 5183067"/>
              <a:gd name="connsiteX651" fmla="*/ 2491432 w 5183079"/>
              <a:gd name="connsiteY651" fmla="*/ 1517176 h 5183067"/>
              <a:gd name="connsiteX652" fmla="*/ 2459765 w 5183079"/>
              <a:gd name="connsiteY652" fmla="*/ 1517176 h 5183067"/>
              <a:gd name="connsiteX653" fmla="*/ 1682917 w 5183079"/>
              <a:gd name="connsiteY653" fmla="*/ 1405067 h 5183067"/>
              <a:gd name="connsiteX654" fmla="*/ 1750590 w 5183079"/>
              <a:gd name="connsiteY654" fmla="*/ 1571826 h 5183067"/>
              <a:gd name="connsiteX655" fmla="*/ 1935227 w 5183079"/>
              <a:gd name="connsiteY655" fmla="*/ 1687255 h 5183067"/>
              <a:gd name="connsiteX656" fmla="*/ 1950549 w 5183079"/>
              <a:gd name="connsiteY656" fmla="*/ 1690319 h 5183067"/>
              <a:gd name="connsiteX657" fmla="*/ 1950549 w 5183079"/>
              <a:gd name="connsiteY657" fmla="*/ 1705897 h 5183067"/>
              <a:gd name="connsiteX658" fmla="*/ 1951570 w 5183079"/>
              <a:gd name="connsiteY658" fmla="*/ 1705897 h 5183067"/>
              <a:gd name="connsiteX659" fmla="*/ 2019245 w 5183079"/>
              <a:gd name="connsiteY659" fmla="*/ 1842267 h 5183067"/>
              <a:gd name="connsiteX660" fmla="*/ 2162000 w 5183079"/>
              <a:gd name="connsiteY660" fmla="*/ 1887468 h 5183067"/>
              <a:gd name="connsiteX661" fmla="*/ 2181153 w 5183079"/>
              <a:gd name="connsiteY661" fmla="*/ 1887468 h 5183067"/>
              <a:gd name="connsiteX662" fmla="*/ 2197240 w 5183079"/>
              <a:gd name="connsiteY662" fmla="*/ 1885425 h 5183067"/>
              <a:gd name="connsiteX663" fmla="*/ 2202859 w 5183079"/>
              <a:gd name="connsiteY663" fmla="*/ 1900492 h 5183067"/>
              <a:gd name="connsiteX664" fmla="*/ 2309605 w 5183079"/>
              <a:gd name="connsiteY664" fmla="*/ 1988851 h 5183067"/>
              <a:gd name="connsiteX665" fmla="*/ 2364256 w 5183079"/>
              <a:gd name="connsiteY665" fmla="*/ 1997023 h 5183067"/>
              <a:gd name="connsiteX666" fmla="*/ 2434995 w 5183079"/>
              <a:gd name="connsiteY666" fmla="*/ 1984766 h 5183067"/>
              <a:gd name="connsiteX667" fmla="*/ 2472534 w 5183079"/>
              <a:gd name="connsiteY667" fmla="*/ 1969188 h 5183067"/>
              <a:gd name="connsiteX668" fmla="*/ 2417374 w 5183079"/>
              <a:gd name="connsiteY668" fmla="*/ 2194682 h 5183067"/>
              <a:gd name="connsiteX669" fmla="*/ 2764683 w 5183079"/>
              <a:gd name="connsiteY669" fmla="*/ 2194682 h 5183067"/>
              <a:gd name="connsiteX670" fmla="*/ 2709267 w 5183079"/>
              <a:gd name="connsiteY670" fmla="*/ 1968932 h 5183067"/>
              <a:gd name="connsiteX671" fmla="*/ 2747062 w 5183079"/>
              <a:gd name="connsiteY671" fmla="*/ 1984766 h 5183067"/>
              <a:gd name="connsiteX672" fmla="*/ 2817545 w 5183079"/>
              <a:gd name="connsiteY672" fmla="*/ 1997023 h 5183067"/>
              <a:gd name="connsiteX673" fmla="*/ 2872196 w 5183079"/>
              <a:gd name="connsiteY673" fmla="*/ 1988851 h 5183067"/>
              <a:gd name="connsiteX674" fmla="*/ 2978942 w 5183079"/>
              <a:gd name="connsiteY674" fmla="*/ 1900492 h 5183067"/>
              <a:gd name="connsiteX675" fmla="*/ 2984559 w 5183079"/>
              <a:gd name="connsiteY675" fmla="*/ 1885425 h 5183067"/>
              <a:gd name="connsiteX676" fmla="*/ 3000648 w 5183079"/>
              <a:gd name="connsiteY676" fmla="*/ 1887468 h 5183067"/>
              <a:gd name="connsiteX677" fmla="*/ 3019801 w 5183079"/>
              <a:gd name="connsiteY677" fmla="*/ 1887468 h 5183067"/>
              <a:gd name="connsiteX678" fmla="*/ 3162556 w 5183079"/>
              <a:gd name="connsiteY678" fmla="*/ 1842267 h 5183067"/>
              <a:gd name="connsiteX679" fmla="*/ 3230229 w 5183079"/>
              <a:gd name="connsiteY679" fmla="*/ 1705642 h 5183067"/>
              <a:gd name="connsiteX680" fmla="*/ 3230229 w 5183079"/>
              <a:gd name="connsiteY680" fmla="*/ 1690319 h 5183067"/>
              <a:gd name="connsiteX681" fmla="*/ 3245553 w 5183079"/>
              <a:gd name="connsiteY681" fmla="*/ 1687255 h 5183067"/>
              <a:gd name="connsiteX682" fmla="*/ 3429932 w 5183079"/>
              <a:gd name="connsiteY682" fmla="*/ 1571826 h 5183067"/>
              <a:gd name="connsiteX683" fmla="*/ 3497607 w 5183079"/>
              <a:gd name="connsiteY683" fmla="*/ 1405067 h 5183067"/>
              <a:gd name="connsiteX684" fmla="*/ 2721524 w 5183079"/>
              <a:gd name="connsiteY684" fmla="*/ 1517176 h 5183067"/>
              <a:gd name="connsiteX685" fmla="*/ 2689858 w 5183079"/>
              <a:gd name="connsiteY685" fmla="*/ 1517176 h 5183067"/>
              <a:gd name="connsiteX686" fmla="*/ 2686538 w 5183079"/>
              <a:gd name="connsiteY686" fmla="*/ 1500576 h 5183067"/>
              <a:gd name="connsiteX687" fmla="*/ 2643380 w 5183079"/>
              <a:gd name="connsiteY687" fmla="*/ 1277635 h 5183067"/>
              <a:gd name="connsiteX688" fmla="*/ 2643380 w 5183079"/>
              <a:gd name="connsiteY688" fmla="*/ 1274060 h 5183067"/>
              <a:gd name="connsiteX689" fmla="*/ 2592305 w 5183079"/>
              <a:gd name="connsiteY689" fmla="*/ 1201789 h 5183067"/>
              <a:gd name="connsiteX690" fmla="*/ 2936642 w 5183079"/>
              <a:gd name="connsiteY690" fmla="*/ 1187380 h 5183067"/>
              <a:gd name="connsiteX691" fmla="*/ 2990688 w 5183079"/>
              <a:gd name="connsiteY691" fmla="*/ 1192852 h 5183067"/>
              <a:gd name="connsiteX692" fmla="*/ 3090540 w 5183079"/>
              <a:gd name="connsiteY692" fmla="*/ 1257461 h 5183067"/>
              <a:gd name="connsiteX693" fmla="*/ 2972046 w 5183079"/>
              <a:gd name="connsiteY693" fmla="*/ 1263845 h 5183067"/>
              <a:gd name="connsiteX694" fmla="*/ 2883686 w 5183079"/>
              <a:gd name="connsiteY694" fmla="*/ 1199491 h 5183067"/>
              <a:gd name="connsiteX695" fmla="*/ 2936642 w 5183079"/>
              <a:gd name="connsiteY695" fmla="*/ 1187380 h 5183067"/>
              <a:gd name="connsiteX696" fmla="*/ 844268 w 5183079"/>
              <a:gd name="connsiteY696" fmla="*/ 1079976 h 5183067"/>
              <a:gd name="connsiteX697" fmla="*/ 833797 w 5183079"/>
              <a:gd name="connsiteY697" fmla="*/ 1084062 h 5183067"/>
              <a:gd name="connsiteX698" fmla="*/ 823838 w 5183079"/>
              <a:gd name="connsiteY698" fmla="*/ 1090446 h 5183067"/>
              <a:gd name="connsiteX699" fmla="*/ 812091 w 5183079"/>
              <a:gd name="connsiteY699" fmla="*/ 1103726 h 5183067"/>
              <a:gd name="connsiteX700" fmla="*/ 798811 w 5183079"/>
              <a:gd name="connsiteY700" fmla="*/ 1114962 h 5183067"/>
              <a:gd name="connsiteX701" fmla="*/ 787064 w 5183079"/>
              <a:gd name="connsiteY701" fmla="*/ 1118793 h 5183067"/>
              <a:gd name="connsiteX702" fmla="*/ 784510 w 5183079"/>
              <a:gd name="connsiteY702" fmla="*/ 1125688 h 5183067"/>
              <a:gd name="connsiteX703" fmla="*/ 784256 w 5183079"/>
              <a:gd name="connsiteY703" fmla="*/ 1125688 h 5183067"/>
              <a:gd name="connsiteX704" fmla="*/ 782978 w 5183079"/>
              <a:gd name="connsiteY704" fmla="*/ 1138967 h 5183067"/>
              <a:gd name="connsiteX705" fmla="*/ 788086 w 5183079"/>
              <a:gd name="connsiteY705" fmla="*/ 1144075 h 5183067"/>
              <a:gd name="connsiteX706" fmla="*/ 813623 w 5183079"/>
              <a:gd name="connsiteY706" fmla="*/ 1153779 h 5183067"/>
              <a:gd name="connsiteX707" fmla="*/ 837629 w 5183079"/>
              <a:gd name="connsiteY707" fmla="*/ 1184424 h 5183067"/>
              <a:gd name="connsiteX708" fmla="*/ 844268 w 5183079"/>
              <a:gd name="connsiteY708" fmla="*/ 1203577 h 5183067"/>
              <a:gd name="connsiteX709" fmla="*/ 837373 w 5183079"/>
              <a:gd name="connsiteY709" fmla="*/ 1224262 h 5183067"/>
              <a:gd name="connsiteX710" fmla="*/ 828435 w 5183079"/>
              <a:gd name="connsiteY710" fmla="*/ 1235243 h 5183067"/>
              <a:gd name="connsiteX711" fmla="*/ 819497 w 5183079"/>
              <a:gd name="connsiteY711" fmla="*/ 1253886 h 5183067"/>
              <a:gd name="connsiteX712" fmla="*/ 819497 w 5183079"/>
              <a:gd name="connsiteY712" fmla="*/ 1273805 h 5183067"/>
              <a:gd name="connsiteX713" fmla="*/ 836351 w 5183079"/>
              <a:gd name="connsiteY713" fmla="*/ 1291170 h 5183067"/>
              <a:gd name="connsiteX714" fmla="*/ 846822 w 5183079"/>
              <a:gd name="connsiteY714" fmla="*/ 1297044 h 5183067"/>
              <a:gd name="connsiteX715" fmla="*/ 861378 w 5183079"/>
              <a:gd name="connsiteY715" fmla="*/ 1306493 h 5183067"/>
              <a:gd name="connsiteX716" fmla="*/ 870317 w 5183079"/>
              <a:gd name="connsiteY716" fmla="*/ 1306493 h 5183067"/>
              <a:gd name="connsiteX717" fmla="*/ 876445 w 5183079"/>
              <a:gd name="connsiteY717" fmla="*/ 1297810 h 5183067"/>
              <a:gd name="connsiteX718" fmla="*/ 882064 w 5183079"/>
              <a:gd name="connsiteY718" fmla="*/ 1284275 h 5183067"/>
              <a:gd name="connsiteX719" fmla="*/ 890746 w 5183079"/>
              <a:gd name="connsiteY719" fmla="*/ 1272273 h 5183067"/>
              <a:gd name="connsiteX720" fmla="*/ 899429 w 5183079"/>
              <a:gd name="connsiteY720" fmla="*/ 1269719 h 5183067"/>
              <a:gd name="connsiteX721" fmla="*/ 924966 w 5183079"/>
              <a:gd name="connsiteY721" fmla="*/ 1291681 h 5183067"/>
              <a:gd name="connsiteX722" fmla="*/ 924966 w 5183079"/>
              <a:gd name="connsiteY722" fmla="*/ 1312111 h 5183067"/>
              <a:gd name="connsiteX723" fmla="*/ 916539 w 5183079"/>
              <a:gd name="connsiteY723" fmla="*/ 1346842 h 5183067"/>
              <a:gd name="connsiteX724" fmla="*/ 909133 w 5183079"/>
              <a:gd name="connsiteY724" fmla="*/ 1364718 h 5183067"/>
              <a:gd name="connsiteX725" fmla="*/ 904791 w 5183079"/>
              <a:gd name="connsiteY725" fmla="*/ 1383871 h 5183067"/>
              <a:gd name="connsiteX726" fmla="*/ 898152 w 5183079"/>
              <a:gd name="connsiteY726" fmla="*/ 1392553 h 5183067"/>
              <a:gd name="connsiteX727" fmla="*/ 900706 w 5183079"/>
              <a:gd name="connsiteY727" fmla="*/ 1404301 h 5183067"/>
              <a:gd name="connsiteX728" fmla="*/ 912709 w 5183079"/>
              <a:gd name="connsiteY728" fmla="*/ 1409919 h 5183067"/>
              <a:gd name="connsiteX729" fmla="*/ 925477 w 5183079"/>
              <a:gd name="connsiteY729" fmla="*/ 1417580 h 5183067"/>
              <a:gd name="connsiteX730" fmla="*/ 940033 w 5183079"/>
              <a:gd name="connsiteY730" fmla="*/ 1415026 h 5183067"/>
              <a:gd name="connsiteX731" fmla="*/ 964294 w 5183079"/>
              <a:gd name="connsiteY731" fmla="*/ 1413239 h 5183067"/>
              <a:gd name="connsiteX732" fmla="*/ 968635 w 5183079"/>
              <a:gd name="connsiteY732" fmla="*/ 1378763 h 5183067"/>
              <a:gd name="connsiteX733" fmla="*/ 975275 w 5183079"/>
              <a:gd name="connsiteY733" fmla="*/ 1360121 h 5183067"/>
              <a:gd name="connsiteX734" fmla="*/ 982937 w 5183079"/>
              <a:gd name="connsiteY734" fmla="*/ 1326667 h 5183067"/>
              <a:gd name="connsiteX735" fmla="*/ 990853 w 5183079"/>
              <a:gd name="connsiteY735" fmla="*/ 1302662 h 5183067"/>
              <a:gd name="connsiteX736" fmla="*/ 990853 w 5183079"/>
              <a:gd name="connsiteY736" fmla="*/ 1272528 h 5183067"/>
              <a:gd name="connsiteX737" fmla="*/ 996726 w 5183079"/>
              <a:gd name="connsiteY737" fmla="*/ 1243926 h 5183067"/>
              <a:gd name="connsiteX738" fmla="*/ 992896 w 5183079"/>
              <a:gd name="connsiteY738" fmla="*/ 1229114 h 5183067"/>
              <a:gd name="connsiteX739" fmla="*/ 980127 w 5183079"/>
              <a:gd name="connsiteY739" fmla="*/ 1207918 h 5183067"/>
              <a:gd name="connsiteX740" fmla="*/ 970678 w 5183079"/>
              <a:gd name="connsiteY740" fmla="*/ 1202300 h 5183067"/>
              <a:gd name="connsiteX741" fmla="*/ 964550 w 5183079"/>
              <a:gd name="connsiteY741" fmla="*/ 1198214 h 5183067"/>
              <a:gd name="connsiteX742" fmla="*/ 953058 w 5183079"/>
              <a:gd name="connsiteY742" fmla="*/ 1192851 h 5183067"/>
              <a:gd name="connsiteX743" fmla="*/ 940799 w 5183079"/>
              <a:gd name="connsiteY743" fmla="*/ 1179827 h 5183067"/>
              <a:gd name="connsiteX744" fmla="*/ 927520 w 5183079"/>
              <a:gd name="connsiteY744" fmla="*/ 1163228 h 5183067"/>
              <a:gd name="connsiteX745" fmla="*/ 903515 w 5183079"/>
              <a:gd name="connsiteY745" fmla="*/ 1137690 h 5183067"/>
              <a:gd name="connsiteX746" fmla="*/ 891002 w 5183079"/>
              <a:gd name="connsiteY746" fmla="*/ 1122879 h 5183067"/>
              <a:gd name="connsiteX747" fmla="*/ 883596 w 5183079"/>
              <a:gd name="connsiteY747" fmla="*/ 1103981 h 5183067"/>
              <a:gd name="connsiteX748" fmla="*/ 871593 w 5183079"/>
              <a:gd name="connsiteY748" fmla="*/ 1091723 h 5183067"/>
              <a:gd name="connsiteX749" fmla="*/ 863932 w 5183079"/>
              <a:gd name="connsiteY749" fmla="*/ 1083551 h 5183067"/>
              <a:gd name="connsiteX750" fmla="*/ 844268 w 5183079"/>
              <a:gd name="connsiteY750" fmla="*/ 1079976 h 5183067"/>
              <a:gd name="connsiteX751" fmla="*/ 3100389 w 5183079"/>
              <a:gd name="connsiteY751" fmla="*/ 1078974 h 5183067"/>
              <a:gd name="connsiteX752" fmla="*/ 3202395 w 5183079"/>
              <a:gd name="connsiteY752" fmla="*/ 1093000 h 5183067"/>
              <a:gd name="connsiteX753" fmla="*/ 3105353 w 5183079"/>
              <a:gd name="connsiteY753" fmla="*/ 1147650 h 5183067"/>
              <a:gd name="connsiteX754" fmla="*/ 3001669 w 5183079"/>
              <a:gd name="connsiteY754" fmla="*/ 1114962 h 5183067"/>
              <a:gd name="connsiteX755" fmla="*/ 3047896 w 5183079"/>
              <a:gd name="connsiteY755" fmla="*/ 1088215 h 5183067"/>
              <a:gd name="connsiteX756" fmla="*/ 3100245 w 5183079"/>
              <a:gd name="connsiteY756" fmla="*/ 1078954 h 5183067"/>
              <a:gd name="connsiteX757" fmla="*/ 3100501 w 5183079"/>
              <a:gd name="connsiteY757" fmla="*/ 1078954 h 5183067"/>
              <a:gd name="connsiteX758" fmla="*/ 3100389 w 5183079"/>
              <a:gd name="connsiteY758" fmla="*/ 1078974 h 5183067"/>
              <a:gd name="connsiteX759" fmla="*/ 4310496 w 5183079"/>
              <a:gd name="connsiteY759" fmla="*/ 958450 h 5183067"/>
              <a:gd name="connsiteX760" fmla="*/ 4305613 w 5183079"/>
              <a:gd name="connsiteY760" fmla="*/ 961993 h 5183067"/>
              <a:gd name="connsiteX761" fmla="*/ 4292333 w 5183079"/>
              <a:gd name="connsiteY761" fmla="*/ 978848 h 5183067"/>
              <a:gd name="connsiteX762" fmla="*/ 4266795 w 5183079"/>
              <a:gd name="connsiteY762" fmla="*/ 1005917 h 5183067"/>
              <a:gd name="connsiteX763" fmla="*/ 4239726 w 5183079"/>
              <a:gd name="connsiteY763" fmla="*/ 1027880 h 5183067"/>
              <a:gd name="connsiteX764" fmla="*/ 4229000 w 5183079"/>
              <a:gd name="connsiteY764" fmla="*/ 1041670 h 5183067"/>
              <a:gd name="connsiteX765" fmla="*/ 4223637 w 5183079"/>
              <a:gd name="connsiteY765" fmla="*/ 1052651 h 5183067"/>
              <a:gd name="connsiteX766" fmla="*/ 4215465 w 5183079"/>
              <a:gd name="connsiteY766" fmla="*/ 1052651 h 5183067"/>
              <a:gd name="connsiteX767" fmla="*/ 4199120 w 5183079"/>
              <a:gd name="connsiteY767" fmla="*/ 1044990 h 5183067"/>
              <a:gd name="connsiteX768" fmla="*/ 4197231 w 5183079"/>
              <a:gd name="connsiteY768" fmla="*/ 1043100 h 5183067"/>
              <a:gd name="connsiteX769" fmla="*/ 4199120 w 5183079"/>
              <a:gd name="connsiteY769" fmla="*/ 1034264 h 5183067"/>
              <a:gd name="connsiteX770" fmla="*/ 4214698 w 5183079"/>
              <a:gd name="connsiteY770" fmla="*/ 1014090 h 5183067"/>
              <a:gd name="connsiteX771" fmla="*/ 4210613 w 5183079"/>
              <a:gd name="connsiteY771" fmla="*/ 1010259 h 5183067"/>
              <a:gd name="connsiteX772" fmla="*/ 4173327 w 5183079"/>
              <a:gd name="connsiteY772" fmla="*/ 1018175 h 5183067"/>
              <a:gd name="connsiteX773" fmla="*/ 4164134 w 5183079"/>
              <a:gd name="connsiteY773" fmla="*/ 1015877 h 5183067"/>
              <a:gd name="connsiteX774" fmla="*/ 4152642 w 5183079"/>
              <a:gd name="connsiteY774" fmla="*/ 1020474 h 5183067"/>
              <a:gd name="connsiteX775" fmla="*/ 4131701 w 5183079"/>
              <a:gd name="connsiteY775" fmla="*/ 1039371 h 5183067"/>
              <a:gd name="connsiteX776" fmla="*/ 4117400 w 5183079"/>
              <a:gd name="connsiteY776" fmla="*/ 1064909 h 5183067"/>
              <a:gd name="connsiteX777" fmla="*/ 4121998 w 5183079"/>
              <a:gd name="connsiteY777" fmla="*/ 1076911 h 5183067"/>
              <a:gd name="connsiteX778" fmla="*/ 4159793 w 5183079"/>
              <a:gd name="connsiteY778" fmla="*/ 1083296 h 5183067"/>
              <a:gd name="connsiteX779" fmla="*/ 4170774 w 5183079"/>
              <a:gd name="connsiteY779" fmla="*/ 1083296 h 5183067"/>
              <a:gd name="connsiteX780" fmla="*/ 4196312 w 5183079"/>
              <a:gd name="connsiteY780" fmla="*/ 1080997 h 5183067"/>
              <a:gd name="connsiteX781" fmla="*/ 4218529 w 5183079"/>
              <a:gd name="connsiteY781" fmla="*/ 1093000 h 5183067"/>
              <a:gd name="connsiteX782" fmla="*/ 4235129 w 5183079"/>
              <a:gd name="connsiteY782" fmla="*/ 1105003 h 5183067"/>
              <a:gd name="connsiteX783" fmla="*/ 4255559 w 5183079"/>
              <a:gd name="connsiteY783" fmla="*/ 1121857 h 5183067"/>
              <a:gd name="connsiteX784" fmla="*/ 4269348 w 5183079"/>
              <a:gd name="connsiteY784" fmla="*/ 1131561 h 5183067"/>
              <a:gd name="connsiteX785" fmla="*/ 4283140 w 5183079"/>
              <a:gd name="connsiteY785" fmla="*/ 1140755 h 5183067"/>
              <a:gd name="connsiteX786" fmla="*/ 4308677 w 5183079"/>
              <a:gd name="connsiteY786" fmla="*/ 1162206 h 5183067"/>
              <a:gd name="connsiteX787" fmla="*/ 4324766 w 5183079"/>
              <a:gd name="connsiteY787" fmla="*/ 1175230 h 5183067"/>
              <a:gd name="connsiteX788" fmla="*/ 4339832 w 5183079"/>
              <a:gd name="connsiteY788" fmla="*/ 1187999 h 5183067"/>
              <a:gd name="connsiteX789" fmla="*/ 4322722 w 5183079"/>
              <a:gd name="connsiteY789" fmla="*/ 1192596 h 5183067"/>
              <a:gd name="connsiteX790" fmla="*/ 4307145 w 5183079"/>
              <a:gd name="connsiteY790" fmla="*/ 1186722 h 5183067"/>
              <a:gd name="connsiteX791" fmla="*/ 4300505 w 5183079"/>
              <a:gd name="connsiteY791" fmla="*/ 1174464 h 5183067"/>
              <a:gd name="connsiteX792" fmla="*/ 4291056 w 5183079"/>
              <a:gd name="connsiteY792" fmla="*/ 1165526 h 5183067"/>
              <a:gd name="connsiteX793" fmla="*/ 4280329 w 5183079"/>
              <a:gd name="connsiteY793" fmla="*/ 1153779 h 5183067"/>
              <a:gd name="connsiteX794" fmla="*/ 4272157 w 5183079"/>
              <a:gd name="connsiteY794" fmla="*/ 1151991 h 5183067"/>
              <a:gd name="connsiteX795" fmla="*/ 4261432 w 5183079"/>
              <a:gd name="connsiteY795" fmla="*/ 1146373 h 5183067"/>
              <a:gd name="connsiteX796" fmla="*/ 4250195 w 5183079"/>
              <a:gd name="connsiteY796" fmla="*/ 1138201 h 5183067"/>
              <a:gd name="connsiteX797" fmla="*/ 4234618 w 5183079"/>
              <a:gd name="connsiteY797" fmla="*/ 1127731 h 5183067"/>
              <a:gd name="connsiteX798" fmla="*/ 4222616 w 5183079"/>
              <a:gd name="connsiteY798" fmla="*/ 1117260 h 5183067"/>
              <a:gd name="connsiteX799" fmla="*/ 4215209 w 5183079"/>
              <a:gd name="connsiteY799" fmla="*/ 1115473 h 5183067"/>
              <a:gd name="connsiteX800" fmla="*/ 4202440 w 5183079"/>
              <a:gd name="connsiteY800" fmla="*/ 1103470 h 5183067"/>
              <a:gd name="connsiteX801" fmla="*/ 4172818 w 5183079"/>
              <a:gd name="connsiteY801" fmla="*/ 1114451 h 5183067"/>
              <a:gd name="connsiteX802" fmla="*/ 4159027 w 5183079"/>
              <a:gd name="connsiteY802" fmla="*/ 1122879 h 5183067"/>
              <a:gd name="connsiteX803" fmla="*/ 4154174 w 5183079"/>
              <a:gd name="connsiteY803" fmla="*/ 1133349 h 5183067"/>
              <a:gd name="connsiteX804" fmla="*/ 4162091 w 5183079"/>
              <a:gd name="connsiteY804" fmla="*/ 1142032 h 5183067"/>
              <a:gd name="connsiteX805" fmla="*/ 4176903 w 5183079"/>
              <a:gd name="connsiteY805" fmla="*/ 1147395 h 5183067"/>
              <a:gd name="connsiteX806" fmla="*/ 4191204 w 5183079"/>
              <a:gd name="connsiteY806" fmla="*/ 1150714 h 5183067"/>
              <a:gd name="connsiteX807" fmla="*/ 4197844 w 5183079"/>
              <a:gd name="connsiteY807" fmla="*/ 1159653 h 5183067"/>
              <a:gd name="connsiteX808" fmla="*/ 4184054 w 5183079"/>
              <a:gd name="connsiteY808" fmla="*/ 1165271 h 5183067"/>
              <a:gd name="connsiteX809" fmla="*/ 4172306 w 5183079"/>
              <a:gd name="connsiteY809" fmla="*/ 1173443 h 5183067"/>
              <a:gd name="connsiteX810" fmla="*/ 4164646 w 5183079"/>
              <a:gd name="connsiteY810" fmla="*/ 1174975 h 5183067"/>
              <a:gd name="connsiteX811" fmla="*/ 4152388 w 5183079"/>
              <a:gd name="connsiteY811" fmla="*/ 1170633 h 5183067"/>
              <a:gd name="connsiteX812" fmla="*/ 4135533 w 5183079"/>
              <a:gd name="connsiteY812" fmla="*/ 1160163 h 5183067"/>
              <a:gd name="connsiteX813" fmla="*/ 4117656 w 5183079"/>
              <a:gd name="connsiteY813" fmla="*/ 1155311 h 5183067"/>
              <a:gd name="connsiteX814" fmla="*/ 4109739 w 5183079"/>
              <a:gd name="connsiteY814" fmla="*/ 1140755 h 5183067"/>
              <a:gd name="connsiteX815" fmla="*/ 4084202 w 5183079"/>
              <a:gd name="connsiteY815" fmla="*/ 1134115 h 5183067"/>
              <a:gd name="connsiteX816" fmla="*/ 4068625 w 5183079"/>
              <a:gd name="connsiteY816" fmla="*/ 1143820 h 5183067"/>
              <a:gd name="connsiteX817" fmla="*/ 4060197 w 5183079"/>
              <a:gd name="connsiteY817" fmla="*/ 1154034 h 5183067"/>
              <a:gd name="connsiteX818" fmla="*/ 4063261 w 5183079"/>
              <a:gd name="connsiteY818" fmla="*/ 1162717 h 5183067"/>
              <a:gd name="connsiteX819" fmla="*/ 4072200 w 5183079"/>
              <a:gd name="connsiteY819" fmla="*/ 1178806 h 5183067"/>
              <a:gd name="connsiteX820" fmla="*/ 4091353 w 5183079"/>
              <a:gd name="connsiteY820" fmla="*/ 1188510 h 5183067"/>
              <a:gd name="connsiteX821" fmla="*/ 4111016 w 5183079"/>
              <a:gd name="connsiteY821" fmla="*/ 1203577 h 5183067"/>
              <a:gd name="connsiteX822" fmla="*/ 4130425 w 5183079"/>
              <a:gd name="connsiteY822" fmla="*/ 1218133 h 5183067"/>
              <a:gd name="connsiteX823" fmla="*/ 4127872 w 5183079"/>
              <a:gd name="connsiteY823" fmla="*/ 1230136 h 5183067"/>
              <a:gd name="connsiteX824" fmla="*/ 4078585 w 5183079"/>
              <a:gd name="connsiteY824" fmla="*/ 1241117 h 5183067"/>
              <a:gd name="connsiteX825" fmla="*/ 4053047 w 5183079"/>
              <a:gd name="connsiteY825" fmla="*/ 1221708 h 5183067"/>
              <a:gd name="connsiteX826" fmla="*/ 4039256 w 5183079"/>
              <a:gd name="connsiteY826" fmla="*/ 1216346 h 5183067"/>
              <a:gd name="connsiteX827" fmla="*/ 4039256 w 5183079"/>
              <a:gd name="connsiteY827" fmla="*/ 1250821 h 5183067"/>
              <a:gd name="connsiteX828" fmla="*/ 4025466 w 5183079"/>
              <a:gd name="connsiteY828" fmla="*/ 1263079 h 5183067"/>
              <a:gd name="connsiteX829" fmla="*/ 4043087 w 5183079"/>
              <a:gd name="connsiteY829" fmla="*/ 1282232 h 5183067"/>
              <a:gd name="connsiteX830" fmla="*/ 4058155 w 5183079"/>
              <a:gd name="connsiteY830" fmla="*/ 1291426 h 5183067"/>
              <a:gd name="connsiteX831" fmla="*/ 4078585 w 5183079"/>
              <a:gd name="connsiteY831" fmla="*/ 1301896 h 5183067"/>
              <a:gd name="connsiteX832" fmla="*/ 4109230 w 5183079"/>
              <a:gd name="connsiteY832" fmla="*/ 1293213 h 5183067"/>
              <a:gd name="connsiteX833" fmla="*/ 4124040 w 5183079"/>
              <a:gd name="connsiteY833" fmla="*/ 1289893 h 5183067"/>
              <a:gd name="connsiteX834" fmla="*/ 4141406 w 5183079"/>
              <a:gd name="connsiteY834" fmla="*/ 1279423 h 5183067"/>
              <a:gd name="connsiteX835" fmla="*/ 4155452 w 5183079"/>
              <a:gd name="connsiteY835" fmla="*/ 1269208 h 5183067"/>
              <a:gd name="connsiteX836" fmla="*/ 4169242 w 5183079"/>
              <a:gd name="connsiteY836" fmla="*/ 1254396 h 5183067"/>
              <a:gd name="connsiteX837" fmla="*/ 4198865 w 5183079"/>
              <a:gd name="connsiteY837" fmla="*/ 1266654 h 5183067"/>
              <a:gd name="connsiteX838" fmla="*/ 4210613 w 5183079"/>
              <a:gd name="connsiteY838" fmla="*/ 1273039 h 5183067"/>
              <a:gd name="connsiteX839" fmla="*/ 4225934 w 5183079"/>
              <a:gd name="connsiteY839" fmla="*/ 1284275 h 5183067"/>
              <a:gd name="connsiteX840" fmla="*/ 4239726 w 5183079"/>
              <a:gd name="connsiteY840" fmla="*/ 1285807 h 5183067"/>
              <a:gd name="connsiteX841" fmla="*/ 4256324 w 5183079"/>
              <a:gd name="connsiteY841" fmla="*/ 1276614 h 5183067"/>
              <a:gd name="connsiteX842" fmla="*/ 4256324 w 5183079"/>
              <a:gd name="connsiteY842" fmla="*/ 1266654 h 5183067"/>
              <a:gd name="connsiteX843" fmla="*/ 4249430 w 5183079"/>
              <a:gd name="connsiteY843" fmla="*/ 1248523 h 5183067"/>
              <a:gd name="connsiteX844" fmla="*/ 4243811 w 5183079"/>
              <a:gd name="connsiteY844" fmla="*/ 1229114 h 5183067"/>
              <a:gd name="connsiteX845" fmla="*/ 4232830 w 5183079"/>
              <a:gd name="connsiteY845" fmla="*/ 1225283 h 5183067"/>
              <a:gd name="connsiteX846" fmla="*/ 4217253 w 5183079"/>
              <a:gd name="connsiteY846" fmla="*/ 1217878 h 5183067"/>
              <a:gd name="connsiteX847" fmla="*/ 4212400 w 5183079"/>
              <a:gd name="connsiteY847" fmla="*/ 1210216 h 5183067"/>
              <a:gd name="connsiteX848" fmla="*/ 4227213 w 5183079"/>
              <a:gd name="connsiteY848" fmla="*/ 1200512 h 5183067"/>
              <a:gd name="connsiteX849" fmla="*/ 4249686 w 5183079"/>
              <a:gd name="connsiteY849" fmla="*/ 1200512 h 5183067"/>
              <a:gd name="connsiteX850" fmla="*/ 4266284 w 5183079"/>
              <a:gd name="connsiteY850" fmla="*/ 1200512 h 5183067"/>
              <a:gd name="connsiteX851" fmla="*/ 4304335 w 5183079"/>
              <a:gd name="connsiteY851" fmla="*/ 1208429 h 5183067"/>
              <a:gd name="connsiteX852" fmla="*/ 4317103 w 5183079"/>
              <a:gd name="connsiteY852" fmla="*/ 1221708 h 5183067"/>
              <a:gd name="connsiteX853" fmla="*/ 4325787 w 5183079"/>
              <a:gd name="connsiteY853" fmla="*/ 1232945 h 5183067"/>
              <a:gd name="connsiteX854" fmla="*/ 4337279 w 5183079"/>
              <a:gd name="connsiteY854" fmla="*/ 1238052 h 5183067"/>
              <a:gd name="connsiteX855" fmla="*/ 4369710 w 5183079"/>
              <a:gd name="connsiteY855" fmla="*/ 1258482 h 5183067"/>
              <a:gd name="connsiteX856" fmla="*/ 4392184 w 5183079"/>
              <a:gd name="connsiteY856" fmla="*/ 1246735 h 5183067"/>
              <a:gd name="connsiteX857" fmla="*/ 4407763 w 5183079"/>
              <a:gd name="connsiteY857" fmla="*/ 1223496 h 5183067"/>
              <a:gd name="connsiteX858" fmla="*/ 4402655 w 5183079"/>
              <a:gd name="connsiteY858" fmla="*/ 1212004 h 5183067"/>
              <a:gd name="connsiteX859" fmla="*/ 4397803 w 5183079"/>
              <a:gd name="connsiteY859" fmla="*/ 1202300 h 5183067"/>
              <a:gd name="connsiteX860" fmla="*/ 4397803 w 5183079"/>
              <a:gd name="connsiteY860" fmla="*/ 1190808 h 5183067"/>
              <a:gd name="connsiteX861" fmla="*/ 4389630 w 5183079"/>
              <a:gd name="connsiteY861" fmla="*/ 1182892 h 5183067"/>
              <a:gd name="connsiteX862" fmla="*/ 4371498 w 5183079"/>
              <a:gd name="connsiteY862" fmla="*/ 1177018 h 5183067"/>
              <a:gd name="connsiteX863" fmla="*/ 4367669 w 5183079"/>
              <a:gd name="connsiteY863" fmla="*/ 1168846 h 5183067"/>
              <a:gd name="connsiteX864" fmla="*/ 4383246 w 5183079"/>
              <a:gd name="connsiteY864" fmla="*/ 1158631 h 5183067"/>
              <a:gd name="connsiteX865" fmla="*/ 4396270 w 5183079"/>
              <a:gd name="connsiteY865" fmla="*/ 1151480 h 5183067"/>
              <a:gd name="connsiteX866" fmla="*/ 4408272 w 5183079"/>
              <a:gd name="connsiteY866" fmla="*/ 1146118 h 5183067"/>
              <a:gd name="connsiteX867" fmla="*/ 4444281 w 5183079"/>
              <a:gd name="connsiteY867" fmla="*/ 1132838 h 5183067"/>
              <a:gd name="connsiteX868" fmla="*/ 4468286 w 5183079"/>
              <a:gd name="connsiteY868" fmla="*/ 1135903 h 5183067"/>
              <a:gd name="connsiteX869" fmla="*/ 4482331 w 5183079"/>
              <a:gd name="connsiteY869" fmla="*/ 1124922 h 5183067"/>
              <a:gd name="connsiteX870" fmla="*/ 4487439 w 5183079"/>
              <a:gd name="connsiteY870" fmla="*/ 1115473 h 5183067"/>
              <a:gd name="connsiteX871" fmla="*/ 4484119 w 5183079"/>
              <a:gd name="connsiteY871" fmla="*/ 1099640 h 5183067"/>
              <a:gd name="connsiteX872" fmla="*/ 4474415 w 5183079"/>
              <a:gd name="connsiteY872" fmla="*/ 1091212 h 5183067"/>
              <a:gd name="connsiteX873" fmla="*/ 4467775 w 5183079"/>
              <a:gd name="connsiteY873" fmla="*/ 1091212 h 5183067"/>
              <a:gd name="connsiteX874" fmla="*/ 4422318 w 5183079"/>
              <a:gd name="connsiteY874" fmla="*/ 1075379 h 5183067"/>
              <a:gd name="connsiteX875" fmla="*/ 4413124 w 5183079"/>
              <a:gd name="connsiteY875" fmla="*/ 1095554 h 5183067"/>
              <a:gd name="connsiteX876" fmla="*/ 4402910 w 5183079"/>
              <a:gd name="connsiteY876" fmla="*/ 1100916 h 5183067"/>
              <a:gd name="connsiteX877" fmla="*/ 4390907 w 5183079"/>
              <a:gd name="connsiteY877" fmla="*/ 1102960 h 5183067"/>
              <a:gd name="connsiteX878" fmla="*/ 4378394 w 5183079"/>
              <a:gd name="connsiteY878" fmla="*/ 1098107 h 5183067"/>
              <a:gd name="connsiteX879" fmla="*/ 4368945 w 5183079"/>
              <a:gd name="connsiteY879" fmla="*/ 1108578 h 5183067"/>
              <a:gd name="connsiteX880" fmla="*/ 4358474 w 5183079"/>
              <a:gd name="connsiteY880" fmla="*/ 1108578 h 5183067"/>
              <a:gd name="connsiteX881" fmla="*/ 4348004 w 5183079"/>
              <a:gd name="connsiteY881" fmla="*/ 1107046 h 5183067"/>
              <a:gd name="connsiteX882" fmla="*/ 4339576 w 5183079"/>
              <a:gd name="connsiteY882" fmla="*/ 1118793 h 5183067"/>
              <a:gd name="connsiteX883" fmla="*/ 4345196 w 5183079"/>
              <a:gd name="connsiteY883" fmla="*/ 1131051 h 5183067"/>
              <a:gd name="connsiteX884" fmla="*/ 4324766 w 5183079"/>
              <a:gd name="connsiteY884" fmla="*/ 1131051 h 5183067"/>
              <a:gd name="connsiteX885" fmla="*/ 4328851 w 5183079"/>
              <a:gd name="connsiteY885" fmla="*/ 1116750 h 5183067"/>
              <a:gd name="connsiteX886" fmla="*/ 4323999 w 5183079"/>
              <a:gd name="connsiteY886" fmla="*/ 1099640 h 5183067"/>
              <a:gd name="connsiteX887" fmla="*/ 4346728 w 5183079"/>
              <a:gd name="connsiteY887" fmla="*/ 1096320 h 5183067"/>
              <a:gd name="connsiteX888" fmla="*/ 4384267 w 5183079"/>
              <a:gd name="connsiteY888" fmla="*/ 1085083 h 5183067"/>
              <a:gd name="connsiteX889" fmla="*/ 4387331 w 5183079"/>
              <a:gd name="connsiteY889" fmla="*/ 1071038 h 5183067"/>
              <a:gd name="connsiteX890" fmla="*/ 4398312 w 5183079"/>
              <a:gd name="connsiteY890" fmla="*/ 1060823 h 5183067"/>
              <a:gd name="connsiteX891" fmla="*/ 4419253 w 5183079"/>
              <a:gd name="connsiteY891" fmla="*/ 1058780 h 5183067"/>
              <a:gd name="connsiteX892" fmla="*/ 4437641 w 5183079"/>
              <a:gd name="connsiteY892" fmla="*/ 1050608 h 5183067"/>
              <a:gd name="connsiteX893" fmla="*/ 4435853 w 5183079"/>
              <a:gd name="connsiteY893" fmla="*/ 1030944 h 5183067"/>
              <a:gd name="connsiteX894" fmla="*/ 4429213 w 5183079"/>
              <a:gd name="connsiteY894" fmla="*/ 1026092 h 5183067"/>
              <a:gd name="connsiteX895" fmla="*/ 4423084 w 5183079"/>
              <a:gd name="connsiteY895" fmla="*/ 1020729 h 5183067"/>
              <a:gd name="connsiteX896" fmla="*/ 4402399 w 5183079"/>
              <a:gd name="connsiteY896" fmla="*/ 1026092 h 5183067"/>
              <a:gd name="connsiteX897" fmla="*/ 4379926 w 5183079"/>
              <a:gd name="connsiteY897" fmla="*/ 1028390 h 5183067"/>
              <a:gd name="connsiteX898" fmla="*/ 4379926 w 5183079"/>
              <a:gd name="connsiteY898" fmla="*/ 1013834 h 5183067"/>
              <a:gd name="connsiteX899" fmla="*/ 4365370 w 5183079"/>
              <a:gd name="connsiteY899" fmla="*/ 1013834 h 5183067"/>
              <a:gd name="connsiteX900" fmla="*/ 4357709 w 5183079"/>
              <a:gd name="connsiteY900" fmla="*/ 1029412 h 5183067"/>
              <a:gd name="connsiteX901" fmla="*/ 4342641 w 5183079"/>
              <a:gd name="connsiteY901" fmla="*/ 1035796 h 5183067"/>
              <a:gd name="connsiteX902" fmla="*/ 4329107 w 5183079"/>
              <a:gd name="connsiteY902" fmla="*/ 1048310 h 5183067"/>
              <a:gd name="connsiteX903" fmla="*/ 4338556 w 5183079"/>
              <a:gd name="connsiteY903" fmla="*/ 1052140 h 5183067"/>
              <a:gd name="connsiteX904" fmla="*/ 4351069 w 5183079"/>
              <a:gd name="connsiteY904" fmla="*/ 1058269 h 5183067"/>
              <a:gd name="connsiteX905" fmla="*/ 4342896 w 5183079"/>
              <a:gd name="connsiteY905" fmla="*/ 1076656 h 5183067"/>
              <a:gd name="connsiteX906" fmla="*/ 4323232 w 5183079"/>
              <a:gd name="connsiteY906" fmla="*/ 1075379 h 5183067"/>
              <a:gd name="connsiteX907" fmla="*/ 4324510 w 5183079"/>
              <a:gd name="connsiteY907" fmla="*/ 1065930 h 5183067"/>
              <a:gd name="connsiteX908" fmla="*/ 4314295 w 5183079"/>
              <a:gd name="connsiteY908" fmla="*/ 1053672 h 5183067"/>
              <a:gd name="connsiteX909" fmla="*/ 4316594 w 5183079"/>
              <a:gd name="connsiteY909" fmla="*/ 1046011 h 5183067"/>
              <a:gd name="connsiteX910" fmla="*/ 4336256 w 5183079"/>
              <a:gd name="connsiteY910" fmla="*/ 1020474 h 5183067"/>
              <a:gd name="connsiteX911" fmla="*/ 4340853 w 5183079"/>
              <a:gd name="connsiteY911" fmla="*/ 1012046 h 5183067"/>
              <a:gd name="connsiteX912" fmla="*/ 4348770 w 5183079"/>
              <a:gd name="connsiteY912" fmla="*/ 998512 h 5183067"/>
              <a:gd name="connsiteX913" fmla="*/ 4338556 w 5183079"/>
              <a:gd name="connsiteY913" fmla="*/ 995192 h 5183067"/>
              <a:gd name="connsiteX914" fmla="*/ 4325020 w 5183079"/>
              <a:gd name="connsiteY914" fmla="*/ 1000044 h 5183067"/>
              <a:gd name="connsiteX915" fmla="*/ 4319658 w 5183079"/>
              <a:gd name="connsiteY915" fmla="*/ 1007960 h 5183067"/>
              <a:gd name="connsiteX916" fmla="*/ 4299738 w 5183079"/>
              <a:gd name="connsiteY916" fmla="*/ 1026858 h 5183067"/>
              <a:gd name="connsiteX917" fmla="*/ 4287736 w 5183079"/>
              <a:gd name="connsiteY917" fmla="*/ 1042436 h 5183067"/>
              <a:gd name="connsiteX918" fmla="*/ 4266284 w 5183079"/>
              <a:gd name="connsiteY918" fmla="*/ 1061078 h 5183067"/>
              <a:gd name="connsiteX919" fmla="*/ 4261176 w 5183079"/>
              <a:gd name="connsiteY919" fmla="*/ 1075890 h 5183067"/>
              <a:gd name="connsiteX920" fmla="*/ 4268839 w 5183079"/>
              <a:gd name="connsiteY920" fmla="*/ 1078443 h 5183067"/>
              <a:gd name="connsiteX921" fmla="*/ 4277521 w 5183079"/>
              <a:gd name="connsiteY921" fmla="*/ 1077167 h 5183067"/>
              <a:gd name="connsiteX922" fmla="*/ 4289268 w 5183079"/>
              <a:gd name="connsiteY922" fmla="*/ 1072059 h 5183067"/>
              <a:gd name="connsiteX923" fmla="*/ 4287736 w 5183079"/>
              <a:gd name="connsiteY923" fmla="*/ 1082274 h 5183067"/>
              <a:gd name="connsiteX924" fmla="*/ 4282884 w 5183079"/>
              <a:gd name="connsiteY924" fmla="*/ 1091212 h 5183067"/>
              <a:gd name="connsiteX925" fmla="*/ 4293098 w 5183079"/>
              <a:gd name="connsiteY925" fmla="*/ 1096064 h 5183067"/>
              <a:gd name="connsiteX926" fmla="*/ 4300505 w 5183079"/>
              <a:gd name="connsiteY926" fmla="*/ 1105513 h 5183067"/>
              <a:gd name="connsiteX927" fmla="*/ 4294886 w 5183079"/>
              <a:gd name="connsiteY927" fmla="*/ 1109089 h 5183067"/>
              <a:gd name="connsiteX928" fmla="*/ 4285181 w 5183079"/>
              <a:gd name="connsiteY928" fmla="*/ 1106535 h 5183067"/>
              <a:gd name="connsiteX929" fmla="*/ 4275223 w 5183079"/>
              <a:gd name="connsiteY929" fmla="*/ 1101172 h 5183067"/>
              <a:gd name="connsiteX930" fmla="*/ 4259388 w 5183079"/>
              <a:gd name="connsiteY930" fmla="*/ 1089425 h 5183067"/>
              <a:gd name="connsiteX931" fmla="*/ 4250451 w 5183079"/>
              <a:gd name="connsiteY931" fmla="*/ 1081253 h 5183067"/>
              <a:gd name="connsiteX932" fmla="*/ 4238193 w 5183079"/>
              <a:gd name="connsiteY932" fmla="*/ 1073336 h 5183067"/>
              <a:gd name="connsiteX933" fmla="*/ 4238193 w 5183079"/>
              <a:gd name="connsiteY933" fmla="*/ 1063376 h 5183067"/>
              <a:gd name="connsiteX934" fmla="*/ 4252239 w 5183079"/>
              <a:gd name="connsiteY934" fmla="*/ 1056992 h 5183067"/>
              <a:gd name="connsiteX935" fmla="*/ 4261432 w 5183079"/>
              <a:gd name="connsiteY935" fmla="*/ 1048820 h 5183067"/>
              <a:gd name="connsiteX936" fmla="*/ 4271392 w 5183079"/>
              <a:gd name="connsiteY936" fmla="*/ 1035030 h 5183067"/>
              <a:gd name="connsiteX937" fmla="*/ 4288757 w 5183079"/>
              <a:gd name="connsiteY937" fmla="*/ 1016899 h 5183067"/>
              <a:gd name="connsiteX938" fmla="*/ 4298462 w 5183079"/>
              <a:gd name="connsiteY938" fmla="*/ 1008727 h 5183067"/>
              <a:gd name="connsiteX939" fmla="*/ 4306378 w 5183079"/>
              <a:gd name="connsiteY939" fmla="*/ 1002342 h 5183067"/>
              <a:gd name="connsiteX940" fmla="*/ 4312762 w 5183079"/>
              <a:gd name="connsiteY940" fmla="*/ 995958 h 5183067"/>
              <a:gd name="connsiteX941" fmla="*/ 4322978 w 5183079"/>
              <a:gd name="connsiteY941" fmla="*/ 984977 h 5183067"/>
              <a:gd name="connsiteX942" fmla="*/ 4330383 w 5183079"/>
              <a:gd name="connsiteY942" fmla="*/ 975273 h 5183067"/>
              <a:gd name="connsiteX943" fmla="*/ 4332171 w 5183079"/>
              <a:gd name="connsiteY943" fmla="*/ 967611 h 5183067"/>
              <a:gd name="connsiteX944" fmla="*/ 4326298 w 5183079"/>
              <a:gd name="connsiteY944" fmla="*/ 966079 h 5183067"/>
              <a:gd name="connsiteX945" fmla="*/ 4319402 w 5183079"/>
              <a:gd name="connsiteY945" fmla="*/ 958929 h 5183067"/>
              <a:gd name="connsiteX946" fmla="*/ 4310496 w 5183079"/>
              <a:gd name="connsiteY946" fmla="*/ 958450 h 5183067"/>
              <a:gd name="connsiteX947" fmla="*/ 2901563 w 5183079"/>
              <a:gd name="connsiteY947" fmla="*/ 951267 h 5183067"/>
              <a:gd name="connsiteX948" fmla="*/ 2921993 w 5183079"/>
              <a:gd name="connsiteY948" fmla="*/ 1070272 h 5183067"/>
              <a:gd name="connsiteX949" fmla="*/ 2922760 w 5183079"/>
              <a:gd name="connsiteY949" fmla="*/ 1070272 h 5183067"/>
              <a:gd name="connsiteX950" fmla="*/ 2871685 w 5183079"/>
              <a:gd name="connsiteY950" fmla="*/ 1169357 h 5183067"/>
              <a:gd name="connsiteX951" fmla="*/ 2846148 w 5183079"/>
              <a:gd name="connsiteY951" fmla="*/ 1058780 h 5183067"/>
              <a:gd name="connsiteX952" fmla="*/ 2901563 w 5183079"/>
              <a:gd name="connsiteY952" fmla="*/ 951267 h 5183067"/>
              <a:gd name="connsiteX953" fmla="*/ 933394 w 5183079"/>
              <a:gd name="connsiteY953" fmla="*/ 943096 h 5183067"/>
              <a:gd name="connsiteX954" fmla="*/ 925732 w 5183079"/>
              <a:gd name="connsiteY954" fmla="*/ 948458 h 5183067"/>
              <a:gd name="connsiteX955" fmla="*/ 913730 w 5183079"/>
              <a:gd name="connsiteY955" fmla="*/ 951778 h 5183067"/>
              <a:gd name="connsiteX956" fmla="*/ 905558 w 5183079"/>
              <a:gd name="connsiteY956" fmla="*/ 964802 h 5183067"/>
              <a:gd name="connsiteX957" fmla="*/ 895854 w 5183079"/>
              <a:gd name="connsiteY957" fmla="*/ 971697 h 5183067"/>
              <a:gd name="connsiteX958" fmla="*/ 889214 w 5183079"/>
              <a:gd name="connsiteY958" fmla="*/ 983189 h 5183067"/>
              <a:gd name="connsiteX959" fmla="*/ 876445 w 5183079"/>
              <a:gd name="connsiteY959" fmla="*/ 992383 h 5183067"/>
              <a:gd name="connsiteX960" fmla="*/ 873381 w 5183079"/>
              <a:gd name="connsiteY960" fmla="*/ 1005662 h 5183067"/>
              <a:gd name="connsiteX961" fmla="*/ 887682 w 5183079"/>
              <a:gd name="connsiteY961" fmla="*/ 1019963 h 5183067"/>
              <a:gd name="connsiteX962" fmla="*/ 905047 w 5183079"/>
              <a:gd name="connsiteY962" fmla="*/ 1045500 h 5183067"/>
              <a:gd name="connsiteX963" fmla="*/ 915773 w 5183079"/>
              <a:gd name="connsiteY963" fmla="*/ 1061333 h 5183067"/>
              <a:gd name="connsiteX964" fmla="*/ 936713 w 5183079"/>
              <a:gd name="connsiteY964" fmla="*/ 1083296 h 5183067"/>
              <a:gd name="connsiteX965" fmla="*/ 948205 w 5183079"/>
              <a:gd name="connsiteY965" fmla="*/ 1099384 h 5183067"/>
              <a:gd name="connsiteX966" fmla="*/ 959186 w 5183079"/>
              <a:gd name="connsiteY966" fmla="*/ 1115728 h 5183067"/>
              <a:gd name="connsiteX967" fmla="*/ 964038 w 5183079"/>
              <a:gd name="connsiteY967" fmla="*/ 1127476 h 5183067"/>
              <a:gd name="connsiteX968" fmla="*/ 987022 w 5183079"/>
              <a:gd name="connsiteY968" fmla="*/ 1157099 h 5183067"/>
              <a:gd name="connsiteX969" fmla="*/ 1005409 w 5183079"/>
              <a:gd name="connsiteY969" fmla="*/ 1171144 h 5183067"/>
              <a:gd name="connsiteX970" fmla="*/ 1017667 w 5183079"/>
              <a:gd name="connsiteY970" fmla="*/ 1179827 h 5183067"/>
              <a:gd name="connsiteX971" fmla="*/ 1029670 w 5183079"/>
              <a:gd name="connsiteY971" fmla="*/ 1189787 h 5183067"/>
              <a:gd name="connsiteX972" fmla="*/ 1051377 w 5183079"/>
              <a:gd name="connsiteY972" fmla="*/ 1202811 h 5183067"/>
              <a:gd name="connsiteX973" fmla="*/ 1067466 w 5183079"/>
              <a:gd name="connsiteY973" fmla="*/ 1216090 h 5183067"/>
              <a:gd name="connsiteX974" fmla="*/ 1088151 w 5183079"/>
              <a:gd name="connsiteY974" fmla="*/ 1219921 h 5183067"/>
              <a:gd name="connsiteX975" fmla="*/ 1101174 w 5183079"/>
              <a:gd name="connsiteY975" fmla="*/ 1215835 h 5183067"/>
              <a:gd name="connsiteX976" fmla="*/ 1118540 w 5183079"/>
              <a:gd name="connsiteY976" fmla="*/ 1199236 h 5183067"/>
              <a:gd name="connsiteX977" fmla="*/ 1132841 w 5183079"/>
              <a:gd name="connsiteY977" fmla="*/ 1190553 h 5183067"/>
              <a:gd name="connsiteX978" fmla="*/ 1146376 w 5183079"/>
              <a:gd name="connsiteY978" fmla="*/ 1176763 h 5183067"/>
              <a:gd name="connsiteX979" fmla="*/ 1160933 w 5183079"/>
              <a:gd name="connsiteY979" fmla="*/ 1163739 h 5183067"/>
              <a:gd name="connsiteX980" fmla="*/ 1173446 w 5183079"/>
              <a:gd name="connsiteY980" fmla="*/ 1158376 h 5183067"/>
              <a:gd name="connsiteX981" fmla="*/ 1182639 w 5183079"/>
              <a:gd name="connsiteY981" fmla="*/ 1142287 h 5183067"/>
              <a:gd name="connsiteX982" fmla="*/ 1193109 w 5183079"/>
              <a:gd name="connsiteY982" fmla="*/ 1126965 h 5183067"/>
              <a:gd name="connsiteX983" fmla="*/ 1186215 w 5183079"/>
              <a:gd name="connsiteY983" fmla="*/ 1110876 h 5183067"/>
              <a:gd name="connsiteX984" fmla="*/ 1174212 w 5183079"/>
              <a:gd name="connsiteY984" fmla="*/ 1088148 h 5183067"/>
              <a:gd name="connsiteX985" fmla="*/ 1151739 w 5183079"/>
              <a:gd name="connsiteY985" fmla="*/ 1080231 h 5183067"/>
              <a:gd name="connsiteX986" fmla="*/ 1138970 w 5183079"/>
              <a:gd name="connsiteY986" fmla="*/ 1091212 h 5183067"/>
              <a:gd name="connsiteX987" fmla="*/ 1128500 w 5183079"/>
              <a:gd name="connsiteY987" fmla="*/ 1096320 h 5183067"/>
              <a:gd name="connsiteX988" fmla="*/ 1119051 w 5183079"/>
              <a:gd name="connsiteY988" fmla="*/ 1102704 h 5183067"/>
              <a:gd name="connsiteX989" fmla="*/ 1107048 w 5183079"/>
              <a:gd name="connsiteY989" fmla="*/ 1112664 h 5183067"/>
              <a:gd name="connsiteX990" fmla="*/ 1085086 w 5183079"/>
              <a:gd name="connsiteY990" fmla="*/ 1122113 h 5183067"/>
              <a:gd name="connsiteX991" fmla="*/ 1060826 w 5183079"/>
              <a:gd name="connsiteY991" fmla="*/ 1110110 h 5183067"/>
              <a:gd name="connsiteX992" fmla="*/ 1049079 w 5183079"/>
              <a:gd name="connsiteY992" fmla="*/ 1100406 h 5183067"/>
              <a:gd name="connsiteX993" fmla="*/ 1032734 w 5183079"/>
              <a:gd name="connsiteY993" fmla="*/ 1071804 h 5183067"/>
              <a:gd name="connsiteX994" fmla="*/ 1042183 w 5183079"/>
              <a:gd name="connsiteY994" fmla="*/ 1041670 h 5183067"/>
              <a:gd name="connsiteX995" fmla="*/ 1047035 w 5183079"/>
              <a:gd name="connsiteY995" fmla="*/ 1022006 h 5183067"/>
              <a:gd name="connsiteX996" fmla="*/ 1049079 w 5183079"/>
              <a:gd name="connsiteY996" fmla="*/ 1006428 h 5183067"/>
              <a:gd name="connsiteX997" fmla="*/ 1056484 w 5183079"/>
              <a:gd name="connsiteY997" fmla="*/ 992893 h 5183067"/>
              <a:gd name="connsiteX998" fmla="*/ 1056484 w 5183079"/>
              <a:gd name="connsiteY998" fmla="*/ 981912 h 5183067"/>
              <a:gd name="connsiteX999" fmla="*/ 1043205 w 5183079"/>
              <a:gd name="connsiteY999" fmla="*/ 972974 h 5183067"/>
              <a:gd name="connsiteX1000" fmla="*/ 1018944 w 5183079"/>
              <a:gd name="connsiteY1000" fmla="*/ 966590 h 5183067"/>
              <a:gd name="connsiteX1001" fmla="*/ 998770 w 5183079"/>
              <a:gd name="connsiteY1001" fmla="*/ 977060 h 5183067"/>
              <a:gd name="connsiteX1002" fmla="*/ 995450 w 5183079"/>
              <a:gd name="connsiteY1002" fmla="*/ 991872 h 5183067"/>
              <a:gd name="connsiteX1003" fmla="*/ 982937 w 5183079"/>
              <a:gd name="connsiteY1003" fmla="*/ 998256 h 5183067"/>
              <a:gd name="connsiteX1004" fmla="*/ 973998 w 5183079"/>
              <a:gd name="connsiteY1004" fmla="*/ 985743 h 5183067"/>
              <a:gd name="connsiteX1005" fmla="*/ 963272 w 5183079"/>
              <a:gd name="connsiteY1005" fmla="*/ 953821 h 5183067"/>
              <a:gd name="connsiteX1006" fmla="*/ 943864 w 5183079"/>
              <a:gd name="connsiteY1006" fmla="*/ 943096 h 5183067"/>
              <a:gd name="connsiteX1007" fmla="*/ 933394 w 5183079"/>
              <a:gd name="connsiteY1007" fmla="*/ 943096 h 5183067"/>
              <a:gd name="connsiteX1008" fmla="*/ 3167153 w 5183079"/>
              <a:gd name="connsiteY1008" fmla="*/ 837371 h 5183067"/>
              <a:gd name="connsiteX1009" fmla="*/ 3147489 w 5183079"/>
              <a:gd name="connsiteY1009" fmla="*/ 951779 h 5183067"/>
              <a:gd name="connsiteX1010" fmla="*/ 3087476 w 5183079"/>
              <a:gd name="connsiteY1010" fmla="*/ 1014345 h 5183067"/>
              <a:gd name="connsiteX1011" fmla="*/ 3064236 w 5183079"/>
              <a:gd name="connsiteY1011" fmla="*/ 1052651 h 5183067"/>
              <a:gd name="connsiteX1012" fmla="*/ 2762384 w 5183079"/>
              <a:gd name="connsiteY1012" fmla="*/ 1261292 h 5183067"/>
              <a:gd name="connsiteX1013" fmla="*/ 2851765 w 5183079"/>
              <a:gd name="connsiteY1013" fmla="*/ 1267165 h 5183067"/>
              <a:gd name="connsiteX1014" fmla="*/ 2852787 w 5183079"/>
              <a:gd name="connsiteY1014" fmla="*/ 1266399 h 5183067"/>
              <a:gd name="connsiteX1015" fmla="*/ 2950594 w 5183079"/>
              <a:gd name="connsiteY1015" fmla="*/ 1336883 h 5183067"/>
              <a:gd name="connsiteX1016" fmla="*/ 2835166 w 5183079"/>
              <a:gd name="connsiteY1016" fmla="*/ 1338926 h 5183067"/>
              <a:gd name="connsiteX1017" fmla="*/ 2753446 w 5183079"/>
              <a:gd name="connsiteY1017" fmla="*/ 1264612 h 5183067"/>
              <a:gd name="connsiteX1018" fmla="*/ 2689367 w 5183079"/>
              <a:gd name="connsiteY1018" fmla="*/ 1288147 h 5183067"/>
              <a:gd name="connsiteX1019" fmla="*/ 2691638 w 5183079"/>
              <a:gd name="connsiteY1019" fmla="*/ 1299785 h 5183067"/>
              <a:gd name="connsiteX1020" fmla="*/ 2725610 w 5183079"/>
              <a:gd name="connsiteY1020" fmla="*/ 1474784 h 5183067"/>
              <a:gd name="connsiteX1021" fmla="*/ 3514717 w 5183079"/>
              <a:gd name="connsiteY1021" fmla="*/ 1355779 h 5183067"/>
              <a:gd name="connsiteX1022" fmla="*/ 3542042 w 5183079"/>
              <a:gd name="connsiteY1022" fmla="*/ 1346586 h 5183067"/>
              <a:gd name="connsiteX1023" fmla="*/ 3542042 w 5183079"/>
              <a:gd name="connsiteY1023" fmla="*/ 1375188 h 5183067"/>
              <a:gd name="connsiteX1024" fmla="*/ 3463898 w 5183079"/>
              <a:gd name="connsiteY1024" fmla="*/ 1596597 h 5183067"/>
              <a:gd name="connsiteX1025" fmla="*/ 3269812 w 5183079"/>
              <a:gd name="connsiteY1025" fmla="*/ 1723008 h 5183067"/>
              <a:gd name="connsiteX1026" fmla="*/ 3188859 w 5183079"/>
              <a:gd name="connsiteY1026" fmla="*/ 1873167 h 5183067"/>
              <a:gd name="connsiteX1027" fmla="*/ 3151575 w 5183079"/>
              <a:gd name="connsiteY1027" fmla="*/ 1898704 h 5183067"/>
              <a:gd name="connsiteX1028" fmla="*/ 3524421 w 5183079"/>
              <a:gd name="connsiteY1028" fmla="*/ 1841756 h 5183067"/>
              <a:gd name="connsiteX1029" fmla="*/ 3553790 w 5183079"/>
              <a:gd name="connsiteY1029" fmla="*/ 1836138 h 5183067"/>
              <a:gd name="connsiteX1030" fmla="*/ 3552258 w 5183079"/>
              <a:gd name="connsiteY1030" fmla="*/ 1836138 h 5183067"/>
              <a:gd name="connsiteX1031" fmla="*/ 3632188 w 5183079"/>
              <a:gd name="connsiteY1031" fmla="*/ 1819539 h 5183067"/>
              <a:gd name="connsiteX1032" fmla="*/ 3508332 w 5183079"/>
              <a:gd name="connsiteY1032" fmla="*/ 2001875 h 5183067"/>
              <a:gd name="connsiteX1033" fmla="*/ 3216695 w 5183079"/>
              <a:gd name="connsiteY1033" fmla="*/ 2234010 h 5183067"/>
              <a:gd name="connsiteX1034" fmla="*/ 2903862 w 5183079"/>
              <a:gd name="connsiteY1034" fmla="*/ 2333861 h 5183067"/>
              <a:gd name="connsiteX1035" fmla="*/ 2852787 w 5183079"/>
              <a:gd name="connsiteY1035" fmla="*/ 2337181 h 5183067"/>
              <a:gd name="connsiteX1036" fmla="*/ 2757531 w 5183079"/>
              <a:gd name="connsiteY1036" fmla="*/ 2330287 h 5183067"/>
              <a:gd name="connsiteX1037" fmla="*/ 2727397 w 5183079"/>
              <a:gd name="connsiteY1037" fmla="*/ 2325945 h 5183067"/>
              <a:gd name="connsiteX1038" fmla="*/ 2785879 w 5183079"/>
              <a:gd name="connsiteY1038" fmla="*/ 2570338 h 5183067"/>
              <a:gd name="connsiteX1039" fmla="*/ 2591028 w 5183079"/>
              <a:gd name="connsiteY1039" fmla="*/ 2582851 h 5183067"/>
              <a:gd name="connsiteX1040" fmla="*/ 2395922 w 5183079"/>
              <a:gd name="connsiteY1040" fmla="*/ 2570338 h 5183067"/>
              <a:gd name="connsiteX1041" fmla="*/ 2454402 w 5183079"/>
              <a:gd name="connsiteY1041" fmla="*/ 2325945 h 5183067"/>
              <a:gd name="connsiteX1042" fmla="*/ 2424268 w 5183079"/>
              <a:gd name="connsiteY1042" fmla="*/ 2330287 h 5183067"/>
              <a:gd name="connsiteX1043" fmla="*/ 2329014 w 5183079"/>
              <a:gd name="connsiteY1043" fmla="*/ 2337181 h 5183067"/>
              <a:gd name="connsiteX1044" fmla="*/ 2277939 w 5183079"/>
              <a:gd name="connsiteY1044" fmla="*/ 2333861 h 5183067"/>
              <a:gd name="connsiteX1045" fmla="*/ 1964850 w 5183079"/>
              <a:gd name="connsiteY1045" fmla="*/ 2234010 h 5183067"/>
              <a:gd name="connsiteX1046" fmla="*/ 1673213 w 5183079"/>
              <a:gd name="connsiteY1046" fmla="*/ 2001875 h 5183067"/>
              <a:gd name="connsiteX1047" fmla="*/ 1549355 w 5183079"/>
              <a:gd name="connsiteY1047" fmla="*/ 1819539 h 5183067"/>
              <a:gd name="connsiteX1048" fmla="*/ 1629288 w 5183079"/>
              <a:gd name="connsiteY1048" fmla="*/ 1836138 h 5183067"/>
              <a:gd name="connsiteX1049" fmla="*/ 1658912 w 5183079"/>
              <a:gd name="connsiteY1049" fmla="*/ 1841756 h 5183067"/>
              <a:gd name="connsiteX1050" fmla="*/ 2031502 w 5183079"/>
              <a:gd name="connsiteY1050" fmla="*/ 1898449 h 5183067"/>
              <a:gd name="connsiteX1051" fmla="*/ 1994219 w 5183079"/>
              <a:gd name="connsiteY1051" fmla="*/ 1874188 h 5183067"/>
              <a:gd name="connsiteX1052" fmla="*/ 1913264 w 5183079"/>
              <a:gd name="connsiteY1052" fmla="*/ 1724029 h 5183067"/>
              <a:gd name="connsiteX1053" fmla="*/ 1719180 w 5183079"/>
              <a:gd name="connsiteY1053" fmla="*/ 1597619 h 5183067"/>
              <a:gd name="connsiteX1054" fmla="*/ 1641035 w 5183079"/>
              <a:gd name="connsiteY1054" fmla="*/ 1376209 h 5183067"/>
              <a:gd name="connsiteX1055" fmla="*/ 1641035 w 5183079"/>
              <a:gd name="connsiteY1055" fmla="*/ 1347608 h 5183067"/>
              <a:gd name="connsiteX1056" fmla="*/ 1668105 w 5183079"/>
              <a:gd name="connsiteY1056" fmla="*/ 1356801 h 5183067"/>
              <a:gd name="connsiteX1057" fmla="*/ 2458489 w 5183079"/>
              <a:gd name="connsiteY1057" fmla="*/ 1474784 h 5183067"/>
              <a:gd name="connsiteX1058" fmla="*/ 2498583 w 5183079"/>
              <a:gd name="connsiteY1058" fmla="*/ 1268442 h 5183067"/>
              <a:gd name="connsiteX1059" fmla="*/ 2498583 w 5183079"/>
              <a:gd name="connsiteY1059" fmla="*/ 1265122 h 5183067"/>
              <a:gd name="connsiteX1060" fmla="*/ 2590261 w 5183079"/>
              <a:gd name="connsiteY1060" fmla="*/ 1159397 h 5183067"/>
              <a:gd name="connsiteX1061" fmla="*/ 2593581 w 5183079"/>
              <a:gd name="connsiteY1061" fmla="*/ 1159397 h 5183067"/>
              <a:gd name="connsiteX1062" fmla="*/ 2679017 w 5183079"/>
              <a:gd name="connsiteY1062" fmla="*/ 1237829 h 5183067"/>
              <a:gd name="connsiteX1063" fmla="*/ 2683449 w 5183079"/>
              <a:gd name="connsiteY1063" fmla="*/ 1256439 h 5183067"/>
              <a:gd name="connsiteX1064" fmla="*/ 2744253 w 5183079"/>
              <a:gd name="connsiteY1064" fmla="*/ 1234222 h 5183067"/>
              <a:gd name="connsiteX1065" fmla="*/ 2718716 w 5183079"/>
              <a:gd name="connsiteY1065" fmla="*/ 1124922 h 5183067"/>
              <a:gd name="connsiteX1066" fmla="*/ 2779239 w 5183079"/>
              <a:gd name="connsiteY1066" fmla="*/ 1019963 h 5183067"/>
              <a:gd name="connsiteX1067" fmla="*/ 2798903 w 5183079"/>
              <a:gd name="connsiteY1067" fmla="*/ 1137691 h 5183067"/>
              <a:gd name="connsiteX1068" fmla="*/ 2745785 w 5183079"/>
              <a:gd name="connsiteY1068" fmla="*/ 1233201 h 5183067"/>
              <a:gd name="connsiteX1069" fmla="*/ 2984560 w 5183079"/>
              <a:gd name="connsiteY1069" fmla="*/ 1092490 h 5183067"/>
              <a:gd name="connsiteX1070" fmla="*/ 2960554 w 5183079"/>
              <a:gd name="connsiteY1070" fmla="*/ 986254 h 5183067"/>
              <a:gd name="connsiteX1071" fmla="*/ 3011629 w 5183079"/>
              <a:gd name="connsiteY1071" fmla="*/ 884104 h 5183067"/>
              <a:gd name="connsiteX1072" fmla="*/ 3030273 w 5183079"/>
              <a:gd name="connsiteY1072" fmla="*/ 998257 h 5183067"/>
              <a:gd name="connsiteX1073" fmla="*/ 2985326 w 5183079"/>
              <a:gd name="connsiteY1073" fmla="*/ 1092234 h 5183067"/>
              <a:gd name="connsiteX1074" fmla="*/ 3059384 w 5183079"/>
              <a:gd name="connsiteY1074" fmla="*/ 1024305 h 5183067"/>
              <a:gd name="connsiteX1075" fmla="*/ 3075984 w 5183079"/>
              <a:gd name="connsiteY1075" fmla="*/ 1004386 h 5183067"/>
              <a:gd name="connsiteX1076" fmla="*/ 3090541 w 5183079"/>
              <a:gd name="connsiteY1076" fmla="*/ 912707 h 5183067"/>
              <a:gd name="connsiteX1077" fmla="*/ 3167153 w 5183079"/>
              <a:gd name="connsiteY1077" fmla="*/ 837371 h 5183067"/>
              <a:gd name="connsiteX1078" fmla="*/ 1526596 w 5183079"/>
              <a:gd name="connsiteY1078" fmla="*/ 823229 h 5183067"/>
              <a:gd name="connsiteX1079" fmla="*/ 1523819 w 5183079"/>
              <a:gd name="connsiteY1079" fmla="*/ 824092 h 5183067"/>
              <a:gd name="connsiteX1080" fmla="*/ 1508497 w 5183079"/>
              <a:gd name="connsiteY1080" fmla="*/ 833540 h 5183067"/>
              <a:gd name="connsiteX1081" fmla="*/ 1497005 w 5183079"/>
              <a:gd name="connsiteY1081" fmla="*/ 845032 h 5183067"/>
              <a:gd name="connsiteX1082" fmla="*/ 1475043 w 5183079"/>
              <a:gd name="connsiteY1082" fmla="*/ 836860 h 5183067"/>
              <a:gd name="connsiteX1083" fmla="*/ 1468148 w 5183079"/>
              <a:gd name="connsiteY1083" fmla="*/ 848352 h 5183067"/>
              <a:gd name="connsiteX1084" fmla="*/ 1468148 w 5183079"/>
              <a:gd name="connsiteY1084" fmla="*/ 880018 h 5183067"/>
              <a:gd name="connsiteX1085" fmla="*/ 1468148 w 5183079"/>
              <a:gd name="connsiteY1085" fmla="*/ 893553 h 5183067"/>
              <a:gd name="connsiteX1086" fmla="*/ 1476065 w 5183079"/>
              <a:gd name="connsiteY1086" fmla="*/ 900959 h 5183067"/>
              <a:gd name="connsiteX1087" fmla="*/ 1480917 w 5183079"/>
              <a:gd name="connsiteY1087" fmla="*/ 912961 h 5183067"/>
              <a:gd name="connsiteX1088" fmla="*/ 1506453 w 5183079"/>
              <a:gd name="connsiteY1088" fmla="*/ 917047 h 5183067"/>
              <a:gd name="connsiteX1089" fmla="*/ 1517690 w 5183079"/>
              <a:gd name="connsiteY1089" fmla="*/ 901725 h 5183067"/>
              <a:gd name="connsiteX1090" fmla="*/ 1528417 w 5183079"/>
              <a:gd name="connsiteY1090" fmla="*/ 894064 h 5183067"/>
              <a:gd name="connsiteX1091" fmla="*/ 1534290 w 5183079"/>
              <a:gd name="connsiteY1091" fmla="*/ 881296 h 5183067"/>
              <a:gd name="connsiteX1092" fmla="*/ 1534290 w 5183079"/>
              <a:gd name="connsiteY1092" fmla="*/ 880273 h 5183067"/>
              <a:gd name="connsiteX1093" fmla="*/ 1533013 w 5183079"/>
              <a:gd name="connsiteY1093" fmla="*/ 865207 h 5183067"/>
              <a:gd name="connsiteX1094" fmla="*/ 1536843 w 5183079"/>
              <a:gd name="connsiteY1094" fmla="*/ 856013 h 5183067"/>
              <a:gd name="connsiteX1095" fmla="*/ 1539142 w 5183079"/>
              <a:gd name="connsiteY1095" fmla="*/ 844521 h 5183067"/>
              <a:gd name="connsiteX1096" fmla="*/ 1534801 w 5183079"/>
              <a:gd name="connsiteY1096" fmla="*/ 833796 h 5183067"/>
              <a:gd name="connsiteX1097" fmla="*/ 1530714 w 5183079"/>
              <a:gd name="connsiteY1097" fmla="*/ 824092 h 5183067"/>
              <a:gd name="connsiteX1098" fmla="*/ 1526596 w 5183079"/>
              <a:gd name="connsiteY1098" fmla="*/ 823229 h 5183067"/>
              <a:gd name="connsiteX1099" fmla="*/ 2519845 w 5183079"/>
              <a:gd name="connsiteY1099" fmla="*/ 697503 h 5183067"/>
              <a:gd name="connsiteX1100" fmla="*/ 1454613 w 5183079"/>
              <a:gd name="connsiteY1100" fmla="*/ 1074613 h 5183067"/>
              <a:gd name="connsiteX1101" fmla="*/ 1454358 w 5183079"/>
              <a:gd name="connsiteY1101" fmla="*/ 1074613 h 5183067"/>
              <a:gd name="connsiteX1102" fmla="*/ 695895 w 5183079"/>
              <a:gd name="connsiteY1102" fmla="*/ 2592045 h 5183067"/>
              <a:gd name="connsiteX1103" fmla="*/ 717602 w 5183079"/>
              <a:gd name="connsiteY1103" fmla="*/ 2880617 h 5183067"/>
              <a:gd name="connsiteX1104" fmla="*/ 721944 w 5183079"/>
              <a:gd name="connsiteY1104" fmla="*/ 2904112 h 5183067"/>
              <a:gd name="connsiteX1105" fmla="*/ 742374 w 5183079"/>
              <a:gd name="connsiteY1105" fmla="*/ 3009326 h 5183067"/>
              <a:gd name="connsiteX1106" fmla="*/ 780680 w 5183079"/>
              <a:gd name="connsiteY1106" fmla="*/ 3154633 h 5183067"/>
              <a:gd name="connsiteX1107" fmla="*/ 836351 w 5183079"/>
              <a:gd name="connsiteY1107" fmla="*/ 3307858 h 5183067"/>
              <a:gd name="connsiteX1108" fmla="*/ 844523 w 5183079"/>
              <a:gd name="connsiteY1108" fmla="*/ 3328287 h 5183067"/>
              <a:gd name="connsiteX1109" fmla="*/ 1070274 w 5183079"/>
              <a:gd name="connsiteY1109" fmla="*/ 3724117 h 5183067"/>
              <a:gd name="connsiteX1110" fmla="*/ 1071552 w 5183079"/>
              <a:gd name="connsiteY1110" fmla="*/ 3725649 h 5183067"/>
              <a:gd name="connsiteX1111" fmla="*/ 1073466 w 5183079"/>
              <a:gd name="connsiteY1111" fmla="*/ 3728229 h 5183067"/>
              <a:gd name="connsiteX1112" fmla="*/ 1967899 w 5183079"/>
              <a:gd name="connsiteY1112" fmla="*/ 4382545 h 5183067"/>
              <a:gd name="connsiteX1113" fmla="*/ 2049026 w 5183079"/>
              <a:gd name="connsiteY1113" fmla="*/ 4406398 h 5183067"/>
              <a:gd name="connsiteX1114" fmla="*/ 2043825 w 5183079"/>
              <a:gd name="connsiteY1114" fmla="*/ 4382055 h 5183067"/>
              <a:gd name="connsiteX1115" fmla="*/ 2005455 w 5183079"/>
              <a:gd name="connsiteY1115" fmla="*/ 4320669 h 5183067"/>
              <a:gd name="connsiteX1116" fmla="*/ 1934205 w 5183079"/>
              <a:gd name="connsiteY1116" fmla="*/ 4295132 h 5183067"/>
              <a:gd name="connsiteX1117" fmla="*/ 1922948 w 5183079"/>
              <a:gd name="connsiteY1117" fmla="*/ 4284793 h 5183067"/>
              <a:gd name="connsiteX1118" fmla="*/ 1977702 w 5183079"/>
              <a:gd name="connsiteY1118" fmla="*/ 4288345 h 5183067"/>
              <a:gd name="connsiteX1119" fmla="*/ 2032525 w 5183079"/>
              <a:gd name="connsiteY1119" fmla="*/ 4303559 h 5183067"/>
              <a:gd name="connsiteX1120" fmla="*/ 2104029 w 5183079"/>
              <a:gd name="connsiteY1120" fmla="*/ 4414392 h 5183067"/>
              <a:gd name="connsiteX1121" fmla="*/ 2136462 w 5183079"/>
              <a:gd name="connsiteY1121" fmla="*/ 4414392 h 5183067"/>
              <a:gd name="connsiteX1122" fmla="*/ 2146676 w 5183079"/>
              <a:gd name="connsiteY1122" fmla="*/ 4427416 h 5183067"/>
              <a:gd name="connsiteX1123" fmla="*/ 2232737 w 5183079"/>
              <a:gd name="connsiteY1123" fmla="*/ 4427416 h 5183067"/>
              <a:gd name="connsiteX1124" fmla="*/ 2234717 w 5183079"/>
              <a:gd name="connsiteY1124" fmla="*/ 4441366 h 5183067"/>
              <a:gd name="connsiteX1125" fmla="*/ 2232722 w 5183079"/>
              <a:gd name="connsiteY1125" fmla="*/ 4451289 h 5183067"/>
              <a:gd name="connsiteX1126" fmla="*/ 2321347 w 5183079"/>
              <a:gd name="connsiteY1126" fmla="*/ 4468366 h 5183067"/>
              <a:gd name="connsiteX1127" fmla="*/ 2866682 w 5183079"/>
              <a:gd name="connsiteY1127" fmla="*/ 4467810 h 5183067"/>
              <a:gd name="connsiteX1128" fmla="*/ 3008460 w 5183079"/>
              <a:gd name="connsiteY1128" fmla="*/ 4439981 h 5183067"/>
              <a:gd name="connsiteX1129" fmla="*/ 2998861 w 5183079"/>
              <a:gd name="connsiteY1129" fmla="*/ 4439419 h 5183067"/>
              <a:gd name="connsiteX1130" fmla="*/ 3013417 w 5183079"/>
              <a:gd name="connsiteY1130" fmla="*/ 4434821 h 5183067"/>
              <a:gd name="connsiteX1131" fmla="*/ 2921993 w 5183079"/>
              <a:gd name="connsiteY1131" fmla="*/ 4434821 h 5183067"/>
              <a:gd name="connsiteX1132" fmla="*/ 2870918 w 5183079"/>
              <a:gd name="connsiteY1132" fmla="*/ 4318882 h 5183067"/>
              <a:gd name="connsiteX1133" fmla="*/ 2740678 w 5183079"/>
              <a:gd name="connsiteY1133" fmla="*/ 4313519 h 5183067"/>
              <a:gd name="connsiteX1134" fmla="*/ 2675558 w 5183079"/>
              <a:gd name="connsiteY1134" fmla="*/ 4413115 h 5183067"/>
              <a:gd name="connsiteX1135" fmla="*/ 2669667 w 5183079"/>
              <a:gd name="connsiteY1135" fmla="*/ 4426710 h 5183067"/>
              <a:gd name="connsiteX1136" fmla="*/ 2669683 w 5183079"/>
              <a:gd name="connsiteY1136" fmla="*/ 4426394 h 5183067"/>
              <a:gd name="connsiteX1137" fmla="*/ 2668918 w 5183079"/>
              <a:gd name="connsiteY1137" fmla="*/ 4428437 h 5183067"/>
              <a:gd name="connsiteX1138" fmla="*/ 2669667 w 5183079"/>
              <a:gd name="connsiteY1138" fmla="*/ 4426710 h 5183067"/>
              <a:gd name="connsiteX1139" fmla="*/ 2667641 w 5183079"/>
              <a:gd name="connsiteY1139" fmla="*/ 4465977 h 5183067"/>
              <a:gd name="connsiteX1140" fmla="*/ 2621163 w 5183079"/>
              <a:gd name="connsiteY1140" fmla="*/ 4465977 h 5183067"/>
              <a:gd name="connsiteX1141" fmla="*/ 2640827 w 5183079"/>
              <a:gd name="connsiteY1141" fmla="*/ 4458827 h 5183067"/>
              <a:gd name="connsiteX1142" fmla="*/ 2624483 w 5183079"/>
              <a:gd name="connsiteY1142" fmla="*/ 4456018 h 5183067"/>
              <a:gd name="connsiteX1143" fmla="*/ 2631632 w 5183079"/>
              <a:gd name="connsiteY1143" fmla="*/ 4448356 h 5183067"/>
              <a:gd name="connsiteX1144" fmla="*/ 2606095 w 5183079"/>
              <a:gd name="connsiteY1144" fmla="*/ 4448356 h 5183067"/>
              <a:gd name="connsiteX1145" fmla="*/ 2616055 w 5183079"/>
              <a:gd name="connsiteY1145" fmla="*/ 4441717 h 5183067"/>
              <a:gd name="connsiteX1146" fmla="*/ 2572131 w 5183079"/>
              <a:gd name="connsiteY1146" fmla="*/ 4441717 h 5183067"/>
              <a:gd name="connsiteX1147" fmla="*/ 2581069 w 5183079"/>
              <a:gd name="connsiteY1147" fmla="*/ 4434821 h 5183067"/>
              <a:gd name="connsiteX1148" fmla="*/ 2490921 w 5183079"/>
              <a:gd name="connsiteY1148" fmla="*/ 4434821 h 5183067"/>
              <a:gd name="connsiteX1149" fmla="*/ 2439846 w 5183079"/>
              <a:gd name="connsiteY1149" fmla="*/ 4318882 h 5183067"/>
              <a:gd name="connsiteX1150" fmla="*/ 2309606 w 5183079"/>
              <a:gd name="connsiteY1150" fmla="*/ 4313519 h 5183067"/>
              <a:gd name="connsiteX1151" fmla="*/ 2244485 w 5183079"/>
              <a:gd name="connsiteY1151" fmla="*/ 4413115 h 5183067"/>
              <a:gd name="connsiteX1152" fmla="*/ 2232993 w 5183079"/>
              <a:gd name="connsiteY1152" fmla="*/ 4409540 h 5183067"/>
              <a:gd name="connsiteX1153" fmla="*/ 2261595 w 5183079"/>
              <a:gd name="connsiteY1153" fmla="*/ 4327309 h 5183067"/>
              <a:gd name="connsiteX1154" fmla="*/ 2370896 w 5183079"/>
              <a:gd name="connsiteY1154" fmla="*/ 4283385 h 5183067"/>
              <a:gd name="connsiteX1155" fmla="*/ 2524121 w 5183079"/>
              <a:gd name="connsiteY1155" fmla="*/ 4323479 h 5183067"/>
              <a:gd name="connsiteX1156" fmla="*/ 2553488 w 5183079"/>
              <a:gd name="connsiteY1156" fmla="*/ 4422564 h 5183067"/>
              <a:gd name="connsiteX1157" fmla="*/ 2655638 w 5183079"/>
              <a:gd name="connsiteY1157" fmla="*/ 4420010 h 5183067"/>
              <a:gd name="connsiteX1158" fmla="*/ 2693944 w 5183079"/>
              <a:gd name="connsiteY1158" fmla="*/ 4327309 h 5183067"/>
              <a:gd name="connsiteX1159" fmla="*/ 2803245 w 5183079"/>
              <a:gd name="connsiteY1159" fmla="*/ 4283385 h 5183067"/>
              <a:gd name="connsiteX1160" fmla="*/ 2956469 w 5183079"/>
              <a:gd name="connsiteY1160" fmla="*/ 4323479 h 5183067"/>
              <a:gd name="connsiteX1161" fmla="*/ 2985836 w 5183079"/>
              <a:gd name="connsiteY1161" fmla="*/ 4422564 h 5183067"/>
              <a:gd name="connsiteX1162" fmla="*/ 3087986 w 5183079"/>
              <a:gd name="connsiteY1162" fmla="*/ 4420010 h 5183067"/>
              <a:gd name="connsiteX1163" fmla="*/ 3146978 w 5183079"/>
              <a:gd name="connsiteY1163" fmla="*/ 4302538 h 5183067"/>
              <a:gd name="connsiteX1164" fmla="*/ 3242503 w 5183079"/>
              <a:gd name="connsiteY1164" fmla="*/ 4277867 h 5183067"/>
              <a:gd name="connsiteX1165" fmla="*/ 3253979 w 5183079"/>
              <a:gd name="connsiteY1165" fmla="*/ 4278278 h 5183067"/>
              <a:gd name="connsiteX1166" fmla="*/ 3253979 w 5183079"/>
              <a:gd name="connsiteY1166" fmla="*/ 4316073 h 5183067"/>
              <a:gd name="connsiteX1167" fmla="*/ 3147744 w 5183079"/>
              <a:gd name="connsiteY1167" fmla="*/ 4331395 h 5183067"/>
              <a:gd name="connsiteX1168" fmla="*/ 3107271 w 5183079"/>
              <a:gd name="connsiteY1168" fmla="*/ 4407170 h 5183067"/>
              <a:gd name="connsiteX1169" fmla="*/ 3105871 w 5183079"/>
              <a:gd name="connsiteY1169" fmla="*/ 4414745 h 5183067"/>
              <a:gd name="connsiteX1170" fmla="*/ 3224786 w 5183079"/>
              <a:gd name="connsiteY1170" fmla="*/ 4379014 h 5183067"/>
              <a:gd name="connsiteX1171" fmla="*/ 3727086 w 5183079"/>
              <a:gd name="connsiteY1171" fmla="*/ 4109348 h 5183067"/>
              <a:gd name="connsiteX1172" fmla="*/ 4108234 w 5183079"/>
              <a:gd name="connsiteY1172" fmla="*/ 1455758 h 5183067"/>
              <a:gd name="connsiteX1173" fmla="*/ 2679273 w 5183079"/>
              <a:gd name="connsiteY1173" fmla="*/ 698354 h 5183067"/>
              <a:gd name="connsiteX1174" fmla="*/ 2519845 w 5183079"/>
              <a:gd name="connsiteY1174" fmla="*/ 697503 h 5183067"/>
              <a:gd name="connsiteX1175" fmla="*/ 1677810 w 5183079"/>
              <a:gd name="connsiteY1175" fmla="*/ 686700 h 5183067"/>
              <a:gd name="connsiteX1176" fmla="*/ 1669894 w 5183079"/>
              <a:gd name="connsiteY1176" fmla="*/ 693340 h 5183067"/>
              <a:gd name="connsiteX1177" fmla="*/ 1658146 w 5183079"/>
              <a:gd name="connsiteY1177" fmla="*/ 696149 h 5183067"/>
              <a:gd name="connsiteX1178" fmla="*/ 1647165 w 5183079"/>
              <a:gd name="connsiteY1178" fmla="*/ 701257 h 5183067"/>
              <a:gd name="connsiteX1179" fmla="*/ 1633885 w 5183079"/>
              <a:gd name="connsiteY1179" fmla="*/ 701257 h 5183067"/>
              <a:gd name="connsiteX1180" fmla="*/ 1622648 w 5183079"/>
              <a:gd name="connsiteY1180" fmla="*/ 704832 h 5183067"/>
              <a:gd name="connsiteX1181" fmla="*/ 1621883 w 5183079"/>
              <a:gd name="connsiteY1181" fmla="*/ 703810 h 5183067"/>
              <a:gd name="connsiteX1182" fmla="*/ 1627246 w 5183079"/>
              <a:gd name="connsiteY1182" fmla="*/ 721176 h 5183067"/>
              <a:gd name="connsiteX1183" fmla="*/ 1631843 w 5183079"/>
              <a:gd name="connsiteY1183" fmla="*/ 730880 h 5183067"/>
              <a:gd name="connsiteX1184" fmla="*/ 1644612 w 5183079"/>
              <a:gd name="connsiteY1184" fmla="*/ 743138 h 5183067"/>
              <a:gd name="connsiteX1185" fmla="*/ 1659168 w 5183079"/>
              <a:gd name="connsiteY1185" fmla="*/ 752331 h 5183067"/>
              <a:gd name="connsiteX1186" fmla="*/ 1676534 w 5183079"/>
              <a:gd name="connsiteY1186" fmla="*/ 762546 h 5183067"/>
              <a:gd name="connsiteX1187" fmla="*/ 1683939 w 5183079"/>
              <a:gd name="connsiteY1187" fmla="*/ 773527 h 5183067"/>
              <a:gd name="connsiteX1188" fmla="*/ 1696963 w 5183079"/>
              <a:gd name="connsiteY1188" fmla="*/ 777358 h 5183067"/>
              <a:gd name="connsiteX1189" fmla="*/ 1704368 w 5183079"/>
              <a:gd name="connsiteY1189" fmla="*/ 766121 h 5183067"/>
              <a:gd name="connsiteX1190" fmla="*/ 1714073 w 5183079"/>
              <a:gd name="connsiteY1190" fmla="*/ 759992 h 5183067"/>
              <a:gd name="connsiteX1191" fmla="*/ 1722756 w 5183079"/>
              <a:gd name="connsiteY1191" fmla="*/ 748501 h 5183067"/>
              <a:gd name="connsiteX1192" fmla="*/ 1724798 w 5183079"/>
              <a:gd name="connsiteY1192" fmla="*/ 736754 h 5183067"/>
              <a:gd name="connsiteX1193" fmla="*/ 1723522 w 5183079"/>
              <a:gd name="connsiteY1193" fmla="*/ 721686 h 5183067"/>
              <a:gd name="connsiteX1194" fmla="*/ 1725054 w 5183079"/>
              <a:gd name="connsiteY1194" fmla="*/ 707896 h 5183067"/>
              <a:gd name="connsiteX1195" fmla="*/ 1719692 w 5183079"/>
              <a:gd name="connsiteY1195" fmla="*/ 697171 h 5183067"/>
              <a:gd name="connsiteX1196" fmla="*/ 1709221 w 5183079"/>
              <a:gd name="connsiteY1196" fmla="*/ 692318 h 5183067"/>
              <a:gd name="connsiteX1197" fmla="*/ 1677810 w 5183079"/>
              <a:gd name="connsiteY1197" fmla="*/ 686700 h 5183067"/>
              <a:gd name="connsiteX1198" fmla="*/ 1542462 w 5183079"/>
              <a:gd name="connsiteY1198" fmla="*/ 652224 h 5183067"/>
              <a:gd name="connsiteX1199" fmla="*/ 1544759 w 5183079"/>
              <a:gd name="connsiteY1199" fmla="*/ 664482 h 5183067"/>
              <a:gd name="connsiteX1200" fmla="*/ 1539651 w 5183079"/>
              <a:gd name="connsiteY1200" fmla="*/ 681081 h 5183067"/>
              <a:gd name="connsiteX1201" fmla="*/ 1532502 w 5183079"/>
              <a:gd name="connsiteY1201" fmla="*/ 699468 h 5183067"/>
              <a:gd name="connsiteX1202" fmla="*/ 1520754 w 5183079"/>
              <a:gd name="connsiteY1202" fmla="*/ 712237 h 5183067"/>
              <a:gd name="connsiteX1203" fmla="*/ 1507985 w 5183079"/>
              <a:gd name="connsiteY1203" fmla="*/ 709173 h 5183067"/>
              <a:gd name="connsiteX1204" fmla="*/ 1507985 w 5183079"/>
              <a:gd name="connsiteY1204" fmla="*/ 696148 h 5183067"/>
              <a:gd name="connsiteX1205" fmla="*/ 1521776 w 5183079"/>
              <a:gd name="connsiteY1205" fmla="*/ 676995 h 5183067"/>
              <a:gd name="connsiteX1206" fmla="*/ 1526117 w 5183079"/>
              <a:gd name="connsiteY1206" fmla="*/ 668057 h 5183067"/>
              <a:gd name="connsiteX1207" fmla="*/ 1533778 w 5183079"/>
              <a:gd name="connsiteY1207" fmla="*/ 659119 h 5183067"/>
              <a:gd name="connsiteX1208" fmla="*/ 1542462 w 5183079"/>
              <a:gd name="connsiteY1208" fmla="*/ 652224 h 5183067"/>
              <a:gd name="connsiteX1209" fmla="*/ 1564424 w 5183079"/>
              <a:gd name="connsiteY1209" fmla="*/ 581487 h 5183067"/>
              <a:gd name="connsiteX1210" fmla="*/ 1551911 w 5183079"/>
              <a:gd name="connsiteY1210" fmla="*/ 588381 h 5183067"/>
              <a:gd name="connsiteX1211" fmla="*/ 1538631 w 5183079"/>
              <a:gd name="connsiteY1211" fmla="*/ 590680 h 5183067"/>
              <a:gd name="connsiteX1212" fmla="*/ 1532758 w 5183079"/>
              <a:gd name="connsiteY1212" fmla="*/ 597319 h 5183067"/>
              <a:gd name="connsiteX1213" fmla="*/ 1528671 w 5183079"/>
              <a:gd name="connsiteY1213" fmla="*/ 604470 h 5183067"/>
              <a:gd name="connsiteX1214" fmla="*/ 1524330 w 5183079"/>
              <a:gd name="connsiteY1214" fmla="*/ 613408 h 5183067"/>
              <a:gd name="connsiteX1215" fmla="*/ 1515137 w 5183079"/>
              <a:gd name="connsiteY1215" fmla="*/ 625666 h 5183067"/>
              <a:gd name="connsiteX1216" fmla="*/ 1507476 w 5183079"/>
              <a:gd name="connsiteY1216" fmla="*/ 633582 h 5183067"/>
              <a:gd name="connsiteX1217" fmla="*/ 1498537 w 5183079"/>
              <a:gd name="connsiteY1217" fmla="*/ 644819 h 5183067"/>
              <a:gd name="connsiteX1218" fmla="*/ 1485258 w 5183079"/>
              <a:gd name="connsiteY1218" fmla="*/ 658609 h 5183067"/>
              <a:gd name="connsiteX1219" fmla="*/ 1467637 w 5183079"/>
              <a:gd name="connsiteY1219" fmla="*/ 677507 h 5183067"/>
              <a:gd name="connsiteX1220" fmla="*/ 1458954 w 5183079"/>
              <a:gd name="connsiteY1220" fmla="*/ 674187 h 5183067"/>
              <a:gd name="connsiteX1221" fmla="*/ 1445419 w 5183079"/>
              <a:gd name="connsiteY1221" fmla="*/ 674187 h 5183067"/>
              <a:gd name="connsiteX1222" fmla="*/ 1436737 w 5183079"/>
              <a:gd name="connsiteY1222" fmla="*/ 686189 h 5183067"/>
              <a:gd name="connsiteX1223" fmla="*/ 1438269 w 5183079"/>
              <a:gd name="connsiteY1223" fmla="*/ 716068 h 5183067"/>
              <a:gd name="connsiteX1224" fmla="*/ 1451548 w 5183079"/>
              <a:gd name="connsiteY1224" fmla="*/ 735733 h 5183067"/>
              <a:gd name="connsiteX1225" fmla="*/ 1466871 w 5183079"/>
              <a:gd name="connsiteY1225" fmla="*/ 753608 h 5183067"/>
              <a:gd name="connsiteX1226" fmla="*/ 1479384 w 5183079"/>
              <a:gd name="connsiteY1226" fmla="*/ 766888 h 5183067"/>
              <a:gd name="connsiteX1227" fmla="*/ 1487045 w 5183079"/>
              <a:gd name="connsiteY1227" fmla="*/ 776847 h 5183067"/>
              <a:gd name="connsiteX1228" fmla="*/ 1492664 w 5183079"/>
              <a:gd name="connsiteY1228" fmla="*/ 780678 h 5183067"/>
              <a:gd name="connsiteX1229" fmla="*/ 1501601 w 5183079"/>
              <a:gd name="connsiteY1229" fmla="*/ 789105 h 5183067"/>
              <a:gd name="connsiteX1230" fmla="*/ 1509008 w 5183079"/>
              <a:gd name="connsiteY1230" fmla="*/ 790637 h 5183067"/>
              <a:gd name="connsiteX1231" fmla="*/ 1523565 w 5183079"/>
              <a:gd name="connsiteY1231" fmla="*/ 783742 h 5183067"/>
              <a:gd name="connsiteX1232" fmla="*/ 1530970 w 5183079"/>
              <a:gd name="connsiteY1232" fmla="*/ 777103 h 5183067"/>
              <a:gd name="connsiteX1233" fmla="*/ 1543739 w 5183079"/>
              <a:gd name="connsiteY1233" fmla="*/ 773527 h 5183067"/>
              <a:gd name="connsiteX1234" fmla="*/ 1551399 w 5183079"/>
              <a:gd name="connsiteY1234" fmla="*/ 778124 h 5183067"/>
              <a:gd name="connsiteX1235" fmla="*/ 1561104 w 5183079"/>
              <a:gd name="connsiteY1235" fmla="*/ 799575 h 5183067"/>
              <a:gd name="connsiteX1236" fmla="*/ 1570041 w 5183079"/>
              <a:gd name="connsiteY1236" fmla="*/ 814644 h 5183067"/>
              <a:gd name="connsiteX1237" fmla="*/ 1576426 w 5183079"/>
              <a:gd name="connsiteY1237" fmla="*/ 825624 h 5183067"/>
              <a:gd name="connsiteX1238" fmla="*/ 1572085 w 5183079"/>
              <a:gd name="connsiteY1238" fmla="*/ 848863 h 5183067"/>
              <a:gd name="connsiteX1239" fmla="*/ 1551911 w 5183079"/>
              <a:gd name="connsiteY1239" fmla="*/ 853204 h 5183067"/>
              <a:gd name="connsiteX1240" fmla="*/ 1543483 w 5183079"/>
              <a:gd name="connsiteY1240" fmla="*/ 864696 h 5183067"/>
              <a:gd name="connsiteX1241" fmla="*/ 1572085 w 5183079"/>
              <a:gd name="connsiteY1241" fmla="*/ 872102 h 5183067"/>
              <a:gd name="connsiteX1242" fmla="*/ 1585365 w 5183079"/>
              <a:gd name="connsiteY1242" fmla="*/ 880273 h 5183067"/>
              <a:gd name="connsiteX1243" fmla="*/ 1600431 w 5183079"/>
              <a:gd name="connsiteY1243" fmla="*/ 878741 h 5183067"/>
              <a:gd name="connsiteX1244" fmla="*/ 1610647 w 5183079"/>
              <a:gd name="connsiteY1244" fmla="*/ 880018 h 5183067"/>
              <a:gd name="connsiteX1245" fmla="*/ 1621627 w 5183079"/>
              <a:gd name="connsiteY1245" fmla="*/ 878741 h 5183067"/>
              <a:gd name="connsiteX1246" fmla="*/ 1629544 w 5183079"/>
              <a:gd name="connsiteY1246" fmla="*/ 878741 h 5183067"/>
              <a:gd name="connsiteX1247" fmla="*/ 1638227 w 5183079"/>
              <a:gd name="connsiteY1247" fmla="*/ 864696 h 5183067"/>
              <a:gd name="connsiteX1248" fmla="*/ 1643589 w 5183079"/>
              <a:gd name="connsiteY1248" fmla="*/ 843244 h 5183067"/>
              <a:gd name="connsiteX1249" fmla="*/ 1644867 w 5183079"/>
              <a:gd name="connsiteY1249" fmla="*/ 817707 h 5183067"/>
              <a:gd name="connsiteX1250" fmla="*/ 1604773 w 5183079"/>
              <a:gd name="connsiteY1250" fmla="*/ 751054 h 5183067"/>
              <a:gd name="connsiteX1251" fmla="*/ 1593537 w 5183079"/>
              <a:gd name="connsiteY1251" fmla="*/ 737520 h 5183067"/>
              <a:gd name="connsiteX1252" fmla="*/ 1595834 w 5183079"/>
              <a:gd name="connsiteY1252" fmla="*/ 725006 h 5183067"/>
              <a:gd name="connsiteX1253" fmla="*/ 1602986 w 5183079"/>
              <a:gd name="connsiteY1253" fmla="*/ 719388 h 5183067"/>
              <a:gd name="connsiteX1254" fmla="*/ 1605283 w 5183079"/>
              <a:gd name="connsiteY1254" fmla="*/ 699980 h 5183067"/>
              <a:gd name="connsiteX1255" fmla="*/ 1605283 w 5183079"/>
              <a:gd name="connsiteY1255" fmla="*/ 644819 h 5183067"/>
              <a:gd name="connsiteX1256" fmla="*/ 1605283 w 5183079"/>
              <a:gd name="connsiteY1256" fmla="*/ 628475 h 5183067"/>
              <a:gd name="connsiteX1257" fmla="*/ 1610902 w 5183079"/>
              <a:gd name="connsiteY1257" fmla="*/ 604214 h 5183067"/>
              <a:gd name="connsiteX1258" fmla="*/ 1603751 w 5183079"/>
              <a:gd name="connsiteY1258" fmla="*/ 593233 h 5183067"/>
              <a:gd name="connsiteX1259" fmla="*/ 1589961 w 5183079"/>
              <a:gd name="connsiteY1259" fmla="*/ 581487 h 5183067"/>
              <a:gd name="connsiteX1260" fmla="*/ 1564424 w 5183079"/>
              <a:gd name="connsiteY1260" fmla="*/ 581487 h 5183067"/>
              <a:gd name="connsiteX1261" fmla="*/ 3745927 w 5183079"/>
              <a:gd name="connsiteY1261" fmla="*/ 547011 h 5183067"/>
              <a:gd name="connsiteX1262" fmla="*/ 3742001 w 5183079"/>
              <a:gd name="connsiteY1262" fmla="*/ 550332 h 5183067"/>
              <a:gd name="connsiteX1263" fmla="*/ 3733318 w 5183079"/>
              <a:gd name="connsiteY1263" fmla="*/ 567441 h 5183067"/>
              <a:gd name="connsiteX1264" fmla="*/ 3720294 w 5183079"/>
              <a:gd name="connsiteY1264" fmla="*/ 585317 h 5183067"/>
              <a:gd name="connsiteX1265" fmla="*/ 3696544 w 5183079"/>
              <a:gd name="connsiteY1265" fmla="*/ 610854 h 5183067"/>
              <a:gd name="connsiteX1266" fmla="*/ 3657473 w 5183079"/>
              <a:gd name="connsiteY1266" fmla="*/ 603448 h 5183067"/>
              <a:gd name="connsiteX1267" fmla="*/ 3637808 w 5183079"/>
              <a:gd name="connsiteY1267" fmla="*/ 591446 h 5183067"/>
              <a:gd name="connsiteX1268" fmla="*/ 3626572 w 5183079"/>
              <a:gd name="connsiteY1268" fmla="*/ 591446 h 5183067"/>
              <a:gd name="connsiteX1269" fmla="*/ 3614824 w 5183079"/>
              <a:gd name="connsiteY1269" fmla="*/ 589404 h 5183067"/>
              <a:gd name="connsiteX1270" fmla="*/ 3602822 w 5183079"/>
              <a:gd name="connsiteY1270" fmla="*/ 592978 h 5183067"/>
              <a:gd name="connsiteX1271" fmla="*/ 3591330 w 5183079"/>
              <a:gd name="connsiteY1271" fmla="*/ 602937 h 5183067"/>
              <a:gd name="connsiteX1272" fmla="*/ 3595671 w 5183079"/>
              <a:gd name="connsiteY1272" fmla="*/ 632305 h 5183067"/>
              <a:gd name="connsiteX1273" fmla="*/ 3605886 w 5183079"/>
              <a:gd name="connsiteY1273" fmla="*/ 646862 h 5183067"/>
              <a:gd name="connsiteX1274" fmla="*/ 3614824 w 5183079"/>
              <a:gd name="connsiteY1274" fmla="*/ 651969 h 5183067"/>
              <a:gd name="connsiteX1275" fmla="*/ 3625551 w 5183079"/>
              <a:gd name="connsiteY1275" fmla="*/ 654778 h 5183067"/>
              <a:gd name="connsiteX1276" fmla="*/ 3632700 w 5183079"/>
              <a:gd name="connsiteY1276" fmla="*/ 658864 h 5183067"/>
              <a:gd name="connsiteX1277" fmla="*/ 3642149 w 5183079"/>
              <a:gd name="connsiteY1277" fmla="*/ 663717 h 5183067"/>
              <a:gd name="connsiteX1278" fmla="*/ 3630913 w 5183079"/>
              <a:gd name="connsiteY1278" fmla="*/ 674442 h 5183067"/>
              <a:gd name="connsiteX1279" fmla="*/ 3595415 w 5183079"/>
              <a:gd name="connsiteY1279" fmla="*/ 695383 h 5183067"/>
              <a:gd name="connsiteX1280" fmla="*/ 3524422 w 5183079"/>
              <a:gd name="connsiteY1280" fmla="*/ 712748 h 5183067"/>
              <a:gd name="connsiteX1281" fmla="*/ 3515738 w 5183079"/>
              <a:gd name="connsiteY1281" fmla="*/ 712748 h 5183067"/>
              <a:gd name="connsiteX1282" fmla="*/ 3501693 w 5183079"/>
              <a:gd name="connsiteY1282" fmla="*/ 714536 h 5183067"/>
              <a:gd name="connsiteX1283" fmla="*/ 3482796 w 5183079"/>
              <a:gd name="connsiteY1283" fmla="*/ 714536 h 5183067"/>
              <a:gd name="connsiteX1284" fmla="*/ 3482796 w 5183079"/>
              <a:gd name="connsiteY1284" fmla="*/ 713514 h 5183067"/>
              <a:gd name="connsiteX1285" fmla="*/ 3470283 w 5183079"/>
              <a:gd name="connsiteY1285" fmla="*/ 716579 h 5183067"/>
              <a:gd name="connsiteX1286" fmla="*/ 3477944 w 5183079"/>
              <a:gd name="connsiteY1286" fmla="*/ 725517 h 5183067"/>
              <a:gd name="connsiteX1287" fmla="*/ 3477944 w 5183079"/>
              <a:gd name="connsiteY1287" fmla="*/ 740329 h 5183067"/>
              <a:gd name="connsiteX1288" fmla="*/ 3481519 w 5183079"/>
              <a:gd name="connsiteY1288" fmla="*/ 751054 h 5183067"/>
              <a:gd name="connsiteX1289" fmla="*/ 3494032 w 5183079"/>
              <a:gd name="connsiteY1289" fmla="*/ 755396 h 5183067"/>
              <a:gd name="connsiteX1290" fmla="*/ 3517017 w 5183079"/>
              <a:gd name="connsiteY1290" fmla="*/ 762035 h 5183067"/>
              <a:gd name="connsiteX1291" fmla="*/ 3545874 w 5183079"/>
              <a:gd name="connsiteY1291" fmla="*/ 762035 h 5183067"/>
              <a:gd name="connsiteX1292" fmla="*/ 3585966 w 5183079"/>
              <a:gd name="connsiteY1292" fmla="*/ 762035 h 5183067"/>
              <a:gd name="connsiteX1293" fmla="*/ 3631168 w 5183079"/>
              <a:gd name="connsiteY1293" fmla="*/ 750799 h 5183067"/>
              <a:gd name="connsiteX1294" fmla="*/ 3668453 w 5183079"/>
              <a:gd name="connsiteY1294" fmla="*/ 731901 h 5183067"/>
              <a:gd name="connsiteX1295" fmla="*/ 3682754 w 5183079"/>
              <a:gd name="connsiteY1295" fmla="*/ 773783 h 5183067"/>
              <a:gd name="connsiteX1296" fmla="*/ 3687862 w 5183079"/>
              <a:gd name="connsiteY1296" fmla="*/ 795745 h 5183067"/>
              <a:gd name="connsiteX1297" fmla="*/ 3693224 w 5183079"/>
              <a:gd name="connsiteY1297" fmla="*/ 834306 h 5183067"/>
              <a:gd name="connsiteX1298" fmla="*/ 3693224 w 5183079"/>
              <a:gd name="connsiteY1298" fmla="*/ 877209 h 5183067"/>
              <a:gd name="connsiteX1299" fmla="*/ 3700375 w 5183079"/>
              <a:gd name="connsiteY1299" fmla="*/ 892531 h 5183067"/>
              <a:gd name="connsiteX1300" fmla="*/ 3719784 w 5183079"/>
              <a:gd name="connsiteY1300" fmla="*/ 907599 h 5183067"/>
              <a:gd name="connsiteX1301" fmla="*/ 3731786 w 5183079"/>
              <a:gd name="connsiteY1301" fmla="*/ 917813 h 5183067"/>
              <a:gd name="connsiteX1302" fmla="*/ 3747363 w 5183079"/>
              <a:gd name="connsiteY1302" fmla="*/ 926496 h 5183067"/>
              <a:gd name="connsiteX1303" fmla="*/ 3761664 w 5183079"/>
              <a:gd name="connsiteY1303" fmla="*/ 935945 h 5183067"/>
              <a:gd name="connsiteX1304" fmla="*/ 3769071 w 5183079"/>
              <a:gd name="connsiteY1304" fmla="*/ 938499 h 5183067"/>
              <a:gd name="connsiteX1305" fmla="*/ 3778775 w 5183079"/>
              <a:gd name="connsiteY1305" fmla="*/ 936711 h 5183067"/>
              <a:gd name="connsiteX1306" fmla="*/ 3799715 w 5183079"/>
              <a:gd name="connsiteY1306" fmla="*/ 936711 h 5183067"/>
              <a:gd name="connsiteX1307" fmla="*/ 3807121 w 5183079"/>
              <a:gd name="connsiteY1307" fmla="*/ 927007 h 5183067"/>
              <a:gd name="connsiteX1308" fmla="*/ 3814527 w 5183079"/>
              <a:gd name="connsiteY1308" fmla="*/ 921389 h 5183067"/>
              <a:gd name="connsiteX1309" fmla="*/ 3807377 w 5183079"/>
              <a:gd name="connsiteY1309" fmla="*/ 911429 h 5183067"/>
              <a:gd name="connsiteX1310" fmla="*/ 3785414 w 5183079"/>
              <a:gd name="connsiteY1310" fmla="*/ 885892 h 5183067"/>
              <a:gd name="connsiteX1311" fmla="*/ 3777753 w 5183079"/>
              <a:gd name="connsiteY1311" fmla="*/ 870825 h 5183067"/>
              <a:gd name="connsiteX1312" fmla="*/ 3765240 w 5183079"/>
              <a:gd name="connsiteY1312" fmla="*/ 854991 h 5183067"/>
              <a:gd name="connsiteX1313" fmla="*/ 3748130 w 5183079"/>
              <a:gd name="connsiteY1313" fmla="*/ 819239 h 5183067"/>
              <a:gd name="connsiteX1314" fmla="*/ 3738426 w 5183079"/>
              <a:gd name="connsiteY1314" fmla="*/ 772250 h 5183067"/>
              <a:gd name="connsiteX1315" fmla="*/ 3723102 w 5183079"/>
              <a:gd name="connsiteY1315" fmla="*/ 712493 h 5183067"/>
              <a:gd name="connsiteX1316" fmla="*/ 3730765 w 5183079"/>
              <a:gd name="connsiteY1316" fmla="*/ 693595 h 5183067"/>
              <a:gd name="connsiteX1317" fmla="*/ 3744299 w 5183079"/>
              <a:gd name="connsiteY1317" fmla="*/ 686956 h 5183067"/>
              <a:gd name="connsiteX1318" fmla="*/ 3771880 w 5183079"/>
              <a:gd name="connsiteY1318" fmla="*/ 691297 h 5183067"/>
              <a:gd name="connsiteX1319" fmla="*/ 3787713 w 5183079"/>
              <a:gd name="connsiteY1319" fmla="*/ 697937 h 5183067"/>
              <a:gd name="connsiteX1320" fmla="*/ 3805845 w 5183079"/>
              <a:gd name="connsiteY1320" fmla="*/ 701767 h 5183067"/>
              <a:gd name="connsiteX1321" fmla="*/ 3833424 w 5183079"/>
              <a:gd name="connsiteY1321" fmla="*/ 705087 h 5183067"/>
              <a:gd name="connsiteX1322" fmla="*/ 3846960 w 5183079"/>
              <a:gd name="connsiteY1322" fmla="*/ 703555 h 5183067"/>
              <a:gd name="connsiteX1323" fmla="*/ 3854876 w 5183079"/>
              <a:gd name="connsiteY1323" fmla="*/ 700236 h 5183067"/>
              <a:gd name="connsiteX1324" fmla="*/ 3854876 w 5183079"/>
              <a:gd name="connsiteY1324" fmla="*/ 670611 h 5183067"/>
              <a:gd name="connsiteX1325" fmla="*/ 3840831 w 5183079"/>
              <a:gd name="connsiteY1325" fmla="*/ 655289 h 5183067"/>
              <a:gd name="connsiteX1326" fmla="*/ 3820911 w 5183079"/>
              <a:gd name="connsiteY1326" fmla="*/ 643797 h 5183067"/>
              <a:gd name="connsiteX1327" fmla="*/ 3802525 w 5183079"/>
              <a:gd name="connsiteY1327" fmla="*/ 645330 h 5183067"/>
              <a:gd name="connsiteX1328" fmla="*/ 3789245 w 5183079"/>
              <a:gd name="connsiteY1328" fmla="*/ 642776 h 5183067"/>
              <a:gd name="connsiteX1329" fmla="*/ 3777497 w 5183079"/>
              <a:gd name="connsiteY1329" fmla="*/ 641499 h 5183067"/>
              <a:gd name="connsiteX1330" fmla="*/ 3768815 w 5183079"/>
              <a:gd name="connsiteY1330" fmla="*/ 639201 h 5183067"/>
              <a:gd name="connsiteX1331" fmla="*/ 3775455 w 5183079"/>
              <a:gd name="connsiteY1331" fmla="*/ 628475 h 5183067"/>
              <a:gd name="connsiteX1332" fmla="*/ 3793842 w 5183079"/>
              <a:gd name="connsiteY1332" fmla="*/ 614174 h 5183067"/>
              <a:gd name="connsiteX1333" fmla="*/ 3797673 w 5183079"/>
              <a:gd name="connsiteY1333" fmla="*/ 602937 h 5183067"/>
              <a:gd name="connsiteX1334" fmla="*/ 3800226 w 5183079"/>
              <a:gd name="connsiteY1334" fmla="*/ 590680 h 5183067"/>
              <a:gd name="connsiteX1335" fmla="*/ 3792565 w 5183079"/>
              <a:gd name="connsiteY1335" fmla="*/ 569994 h 5183067"/>
              <a:gd name="connsiteX1336" fmla="*/ 3774433 w 5183079"/>
              <a:gd name="connsiteY1336" fmla="*/ 558502 h 5183067"/>
              <a:gd name="connsiteX1337" fmla="*/ 3762687 w 5183079"/>
              <a:gd name="connsiteY1337" fmla="*/ 555949 h 5183067"/>
              <a:gd name="connsiteX1338" fmla="*/ 3750428 w 5183079"/>
              <a:gd name="connsiteY1338" fmla="*/ 547521 h 5183067"/>
              <a:gd name="connsiteX1339" fmla="*/ 3745927 w 5183079"/>
              <a:gd name="connsiteY1339" fmla="*/ 547011 h 5183067"/>
              <a:gd name="connsiteX1340" fmla="*/ 2079258 w 5183079"/>
              <a:gd name="connsiteY1340" fmla="*/ 507938 h 5183067"/>
              <a:gd name="connsiteX1341" fmla="*/ 2080025 w 5183079"/>
              <a:gd name="connsiteY1341" fmla="*/ 508960 h 5183067"/>
              <a:gd name="connsiteX1342" fmla="*/ 2079445 w 5183079"/>
              <a:gd name="connsiteY1342" fmla="*/ 508291 h 5183067"/>
              <a:gd name="connsiteX1343" fmla="*/ 1469935 w 5183079"/>
              <a:gd name="connsiteY1343" fmla="*/ 459418 h 5183067"/>
              <a:gd name="connsiteX1344" fmla="*/ 1456911 w 5183079"/>
              <a:gd name="connsiteY1344" fmla="*/ 462738 h 5183067"/>
              <a:gd name="connsiteX1345" fmla="*/ 1447718 w 5183079"/>
              <a:gd name="connsiteY1345" fmla="*/ 462738 h 5183067"/>
              <a:gd name="connsiteX1346" fmla="*/ 1435715 w 5183079"/>
              <a:gd name="connsiteY1346" fmla="*/ 469888 h 5183067"/>
              <a:gd name="connsiteX1347" fmla="*/ 1425756 w 5183079"/>
              <a:gd name="connsiteY1347" fmla="*/ 474740 h 5183067"/>
              <a:gd name="connsiteX1348" fmla="*/ 1419626 w 5183079"/>
              <a:gd name="connsiteY1348" fmla="*/ 482401 h 5183067"/>
              <a:gd name="connsiteX1349" fmla="*/ 1411965 w 5183079"/>
              <a:gd name="connsiteY1349" fmla="*/ 488019 h 5183067"/>
              <a:gd name="connsiteX1350" fmla="*/ 1405837 w 5183079"/>
              <a:gd name="connsiteY1350" fmla="*/ 496447 h 5183067"/>
              <a:gd name="connsiteX1351" fmla="*/ 1393068 w 5183079"/>
              <a:gd name="connsiteY1351" fmla="*/ 507172 h 5183067"/>
              <a:gd name="connsiteX1352" fmla="*/ 1394855 w 5183079"/>
              <a:gd name="connsiteY1352" fmla="*/ 516877 h 5183067"/>
              <a:gd name="connsiteX1353" fmla="*/ 1418350 w 5183079"/>
              <a:gd name="connsiteY1353" fmla="*/ 534497 h 5183067"/>
              <a:gd name="connsiteX1354" fmla="*/ 1420904 w 5183079"/>
              <a:gd name="connsiteY1354" fmla="*/ 545478 h 5183067"/>
              <a:gd name="connsiteX1355" fmla="*/ 1422691 w 5183079"/>
              <a:gd name="connsiteY1355" fmla="*/ 554673 h 5183067"/>
              <a:gd name="connsiteX1356" fmla="*/ 1425500 w 5183079"/>
              <a:gd name="connsiteY1356" fmla="*/ 563610 h 5183067"/>
              <a:gd name="connsiteX1357" fmla="*/ 1436226 w 5183079"/>
              <a:gd name="connsiteY1357" fmla="*/ 563610 h 5183067"/>
              <a:gd name="connsiteX1358" fmla="*/ 1445675 w 5183079"/>
              <a:gd name="connsiteY1358" fmla="*/ 561567 h 5183067"/>
              <a:gd name="connsiteX1359" fmla="*/ 1451293 w 5183079"/>
              <a:gd name="connsiteY1359" fmla="*/ 568207 h 5183067"/>
              <a:gd name="connsiteX1360" fmla="*/ 1444143 w 5183079"/>
              <a:gd name="connsiteY1360" fmla="*/ 581487 h 5183067"/>
              <a:gd name="connsiteX1361" fmla="*/ 1421925 w 5183079"/>
              <a:gd name="connsiteY1361" fmla="*/ 607024 h 5183067"/>
              <a:gd name="connsiteX1362" fmla="*/ 1408645 w 5183079"/>
              <a:gd name="connsiteY1362" fmla="*/ 617749 h 5183067"/>
              <a:gd name="connsiteX1363" fmla="*/ 1378256 w 5183079"/>
              <a:gd name="connsiteY1363" fmla="*/ 645585 h 5183067"/>
              <a:gd name="connsiteX1364" fmla="*/ 1366764 w 5183079"/>
              <a:gd name="connsiteY1364" fmla="*/ 659120 h 5183067"/>
              <a:gd name="connsiteX1365" fmla="*/ 1357826 w 5183079"/>
              <a:gd name="connsiteY1365" fmla="*/ 659120 h 5183067"/>
              <a:gd name="connsiteX1366" fmla="*/ 1357826 w 5183079"/>
              <a:gd name="connsiteY1366" fmla="*/ 658098 h 5183067"/>
              <a:gd name="connsiteX1367" fmla="*/ 1339183 w 5183079"/>
              <a:gd name="connsiteY1367" fmla="*/ 686700 h 5183067"/>
              <a:gd name="connsiteX1368" fmla="*/ 1341993 w 5183079"/>
              <a:gd name="connsiteY1368" fmla="*/ 696660 h 5183067"/>
              <a:gd name="connsiteX1369" fmla="*/ 1349398 w 5183079"/>
              <a:gd name="connsiteY1369" fmla="*/ 707641 h 5183067"/>
              <a:gd name="connsiteX1370" fmla="*/ 1360635 w 5183079"/>
              <a:gd name="connsiteY1370" fmla="*/ 718877 h 5183067"/>
              <a:gd name="connsiteX1371" fmla="*/ 1373915 w 5183079"/>
              <a:gd name="connsiteY1371" fmla="*/ 712237 h 5183067"/>
              <a:gd name="connsiteX1372" fmla="*/ 1383618 w 5183079"/>
              <a:gd name="connsiteY1372" fmla="*/ 712237 h 5183067"/>
              <a:gd name="connsiteX1373" fmla="*/ 1389237 w 5183079"/>
              <a:gd name="connsiteY1373" fmla="*/ 702278 h 5183067"/>
              <a:gd name="connsiteX1374" fmla="*/ 1397154 w 5183079"/>
              <a:gd name="connsiteY1374" fmla="*/ 693084 h 5183067"/>
              <a:gd name="connsiteX1375" fmla="*/ 1406858 w 5183079"/>
              <a:gd name="connsiteY1375" fmla="*/ 683125 h 5183067"/>
              <a:gd name="connsiteX1376" fmla="*/ 1413753 w 5183079"/>
              <a:gd name="connsiteY1376" fmla="*/ 678529 h 5183067"/>
              <a:gd name="connsiteX1377" fmla="*/ 1422691 w 5183079"/>
              <a:gd name="connsiteY1377" fmla="*/ 672654 h 5183067"/>
              <a:gd name="connsiteX1378" fmla="*/ 1431374 w 5183079"/>
              <a:gd name="connsiteY1378" fmla="*/ 663717 h 5183067"/>
              <a:gd name="connsiteX1379" fmla="*/ 1440057 w 5183079"/>
              <a:gd name="connsiteY1379" fmla="*/ 656566 h 5183067"/>
              <a:gd name="connsiteX1380" fmla="*/ 1449761 w 5183079"/>
              <a:gd name="connsiteY1380" fmla="*/ 647117 h 5183067"/>
              <a:gd name="connsiteX1381" fmla="*/ 1459976 w 5183079"/>
              <a:gd name="connsiteY1381" fmla="*/ 636647 h 5183067"/>
              <a:gd name="connsiteX1382" fmla="*/ 1470446 w 5183079"/>
              <a:gd name="connsiteY1382" fmla="*/ 625921 h 5183067"/>
              <a:gd name="connsiteX1383" fmla="*/ 1508241 w 5183079"/>
              <a:gd name="connsiteY1383" fmla="*/ 587871 h 5183067"/>
              <a:gd name="connsiteX1384" fmla="*/ 1522542 w 5183079"/>
              <a:gd name="connsiteY1384" fmla="*/ 568463 h 5183067"/>
              <a:gd name="connsiteX1385" fmla="*/ 1536078 w 5183079"/>
              <a:gd name="connsiteY1385" fmla="*/ 561056 h 5183067"/>
              <a:gd name="connsiteX1386" fmla="*/ 1546803 w 5183079"/>
              <a:gd name="connsiteY1386" fmla="*/ 548032 h 5183067"/>
              <a:gd name="connsiteX1387" fmla="*/ 1558039 w 5183079"/>
              <a:gd name="connsiteY1387" fmla="*/ 535774 h 5183067"/>
              <a:gd name="connsiteX1388" fmla="*/ 1571829 w 5183079"/>
              <a:gd name="connsiteY1388" fmla="*/ 525048 h 5183067"/>
              <a:gd name="connsiteX1389" fmla="*/ 1589706 w 5183079"/>
              <a:gd name="connsiteY1389" fmla="*/ 512280 h 5183067"/>
              <a:gd name="connsiteX1390" fmla="*/ 1602986 w 5183079"/>
              <a:gd name="connsiteY1390" fmla="*/ 508960 h 5183067"/>
              <a:gd name="connsiteX1391" fmla="*/ 1612946 w 5183079"/>
              <a:gd name="connsiteY1391" fmla="*/ 479081 h 5183067"/>
              <a:gd name="connsiteX1392" fmla="*/ 1606561 w 5183079"/>
              <a:gd name="connsiteY1392" fmla="*/ 467079 h 5183067"/>
              <a:gd name="connsiteX1393" fmla="*/ 1598133 w 5183079"/>
              <a:gd name="connsiteY1393" fmla="*/ 464525 h 5183067"/>
              <a:gd name="connsiteX1394" fmla="*/ 1580513 w 5183079"/>
              <a:gd name="connsiteY1394" fmla="*/ 461461 h 5183067"/>
              <a:gd name="connsiteX1395" fmla="*/ 1569276 w 5183079"/>
              <a:gd name="connsiteY1395" fmla="*/ 464014 h 5183067"/>
              <a:gd name="connsiteX1396" fmla="*/ 1557528 w 5183079"/>
              <a:gd name="connsiteY1396" fmla="*/ 465802 h 5183067"/>
              <a:gd name="connsiteX1397" fmla="*/ 1539142 w 5183079"/>
              <a:gd name="connsiteY1397" fmla="*/ 483423 h 5183067"/>
              <a:gd name="connsiteX1398" fmla="*/ 1506965 w 5183079"/>
              <a:gd name="connsiteY1398" fmla="*/ 514578 h 5183067"/>
              <a:gd name="connsiteX1399" fmla="*/ 1501091 w 5183079"/>
              <a:gd name="connsiteY1399" fmla="*/ 509471 h 5183067"/>
              <a:gd name="connsiteX1400" fmla="*/ 1501091 w 5183079"/>
              <a:gd name="connsiteY1400" fmla="*/ 483933 h 5183067"/>
              <a:gd name="connsiteX1401" fmla="*/ 1481172 w 5183079"/>
              <a:gd name="connsiteY1401" fmla="*/ 470143 h 5183067"/>
              <a:gd name="connsiteX1402" fmla="*/ 1469935 w 5183079"/>
              <a:gd name="connsiteY1402" fmla="*/ 459418 h 5183067"/>
              <a:gd name="connsiteX1403" fmla="*/ 2278067 w 5183079"/>
              <a:gd name="connsiteY1403" fmla="*/ 387274 h 5183067"/>
              <a:gd name="connsiteX1404" fmla="*/ 2282280 w 5183079"/>
              <a:gd name="connsiteY1404" fmla="*/ 391744 h 5183067"/>
              <a:gd name="connsiteX1405" fmla="*/ 2275130 w 5183079"/>
              <a:gd name="connsiteY1405" fmla="*/ 409875 h 5183067"/>
              <a:gd name="connsiteX1406" fmla="*/ 2260063 w 5183079"/>
              <a:gd name="connsiteY1406" fmla="*/ 409875 h 5183067"/>
              <a:gd name="connsiteX1407" fmla="*/ 2257765 w 5183079"/>
              <a:gd name="connsiteY1407" fmla="*/ 401703 h 5183067"/>
              <a:gd name="connsiteX1408" fmla="*/ 2260574 w 5183079"/>
              <a:gd name="connsiteY1408" fmla="*/ 392510 h 5183067"/>
              <a:gd name="connsiteX1409" fmla="*/ 2276918 w 5183079"/>
              <a:gd name="connsiteY1409" fmla="*/ 387403 h 5183067"/>
              <a:gd name="connsiteX1410" fmla="*/ 2278067 w 5183079"/>
              <a:gd name="connsiteY1410" fmla="*/ 387274 h 5183067"/>
              <a:gd name="connsiteX1411" fmla="*/ 2329397 w 5183079"/>
              <a:gd name="connsiteY1411" fmla="*/ 364450 h 5183067"/>
              <a:gd name="connsiteX1412" fmla="*/ 2333355 w 5183079"/>
              <a:gd name="connsiteY1412" fmla="*/ 367738 h 5183067"/>
              <a:gd name="connsiteX1413" fmla="*/ 2334632 w 5183079"/>
              <a:gd name="connsiteY1413" fmla="*/ 378720 h 5183067"/>
              <a:gd name="connsiteX1414" fmla="*/ 2321353 w 5183079"/>
              <a:gd name="connsiteY1414" fmla="*/ 391744 h 5183067"/>
              <a:gd name="connsiteX1415" fmla="*/ 2312159 w 5183079"/>
              <a:gd name="connsiteY1415" fmla="*/ 385359 h 5183067"/>
              <a:gd name="connsiteX1416" fmla="*/ 2312159 w 5183079"/>
              <a:gd name="connsiteY1416" fmla="*/ 372080 h 5183067"/>
              <a:gd name="connsiteX1417" fmla="*/ 2324673 w 5183079"/>
              <a:gd name="connsiteY1417" fmla="*/ 365950 h 5183067"/>
              <a:gd name="connsiteX1418" fmla="*/ 2329397 w 5183079"/>
              <a:gd name="connsiteY1418" fmla="*/ 364450 h 5183067"/>
              <a:gd name="connsiteX1419" fmla="*/ 2264150 w 5183079"/>
              <a:gd name="connsiteY1419" fmla="*/ 332241 h 5183067"/>
              <a:gd name="connsiteX1420" fmla="*/ 2276663 w 5183079"/>
              <a:gd name="connsiteY1420" fmla="*/ 342967 h 5183067"/>
              <a:gd name="connsiteX1421" fmla="*/ 2262106 w 5183079"/>
              <a:gd name="connsiteY1421" fmla="*/ 361098 h 5183067"/>
              <a:gd name="connsiteX1422" fmla="*/ 2255466 w 5183079"/>
              <a:gd name="connsiteY1422" fmla="*/ 358289 h 5183067"/>
              <a:gd name="connsiteX1423" fmla="*/ 2251891 w 5183079"/>
              <a:gd name="connsiteY1423" fmla="*/ 344243 h 5183067"/>
              <a:gd name="connsiteX1424" fmla="*/ 2264150 w 5183079"/>
              <a:gd name="connsiteY1424" fmla="*/ 332241 h 5183067"/>
              <a:gd name="connsiteX1425" fmla="*/ 2981751 w 5183079"/>
              <a:gd name="connsiteY1425" fmla="*/ 321771 h 5183067"/>
              <a:gd name="connsiteX1426" fmla="*/ 2964897 w 5183079"/>
              <a:gd name="connsiteY1426" fmla="*/ 330199 h 5183067"/>
              <a:gd name="connsiteX1427" fmla="*/ 2962343 w 5183079"/>
              <a:gd name="connsiteY1427" fmla="*/ 346287 h 5183067"/>
              <a:gd name="connsiteX1428" fmla="*/ 2962343 w 5183079"/>
              <a:gd name="connsiteY1428" fmla="*/ 363397 h 5183067"/>
              <a:gd name="connsiteX1429" fmla="*/ 2968471 w 5183079"/>
              <a:gd name="connsiteY1429" fmla="*/ 386381 h 5183067"/>
              <a:gd name="connsiteX1430" fmla="*/ 2969748 w 5183079"/>
              <a:gd name="connsiteY1430" fmla="*/ 404769 h 5183067"/>
              <a:gd name="connsiteX1431" fmla="*/ 2988647 w 5183079"/>
              <a:gd name="connsiteY1431" fmla="*/ 408087 h 5183067"/>
              <a:gd name="connsiteX1432" fmla="*/ 3003713 w 5183079"/>
              <a:gd name="connsiteY1432" fmla="*/ 408087 h 5183067"/>
              <a:gd name="connsiteX1433" fmla="*/ 3003713 w 5183079"/>
              <a:gd name="connsiteY1433" fmla="*/ 422134 h 5183067"/>
              <a:gd name="connsiteX1434" fmla="*/ 2996564 w 5183079"/>
              <a:gd name="connsiteY1434" fmla="*/ 438221 h 5183067"/>
              <a:gd name="connsiteX1435" fmla="*/ 2954937 w 5183079"/>
              <a:gd name="connsiteY1435" fmla="*/ 481124 h 5183067"/>
              <a:gd name="connsiteX1436" fmla="*/ 2913567 w 5183079"/>
              <a:gd name="connsiteY1436" fmla="*/ 487253 h 5183067"/>
              <a:gd name="connsiteX1437" fmla="*/ 2899266 w 5183079"/>
              <a:gd name="connsiteY1437" fmla="*/ 487253 h 5183067"/>
              <a:gd name="connsiteX1438" fmla="*/ 2861725 w 5183079"/>
              <a:gd name="connsiteY1438" fmla="*/ 491594 h 5183067"/>
              <a:gd name="connsiteX1439" fmla="*/ 2845636 w 5183079"/>
              <a:gd name="connsiteY1439" fmla="*/ 485976 h 5183067"/>
              <a:gd name="connsiteX1440" fmla="*/ 2813970 w 5183079"/>
              <a:gd name="connsiteY1440" fmla="*/ 494404 h 5183067"/>
              <a:gd name="connsiteX1441" fmla="*/ 2811162 w 5183079"/>
              <a:gd name="connsiteY1441" fmla="*/ 512280 h 5183067"/>
              <a:gd name="connsiteX1442" fmla="*/ 2811162 w 5183079"/>
              <a:gd name="connsiteY1442" fmla="*/ 511259 h 5183067"/>
              <a:gd name="connsiteX1443" fmla="*/ 2806054 w 5183079"/>
              <a:gd name="connsiteY1443" fmla="*/ 527091 h 5183067"/>
              <a:gd name="connsiteX1444" fmla="*/ 2825718 w 5183079"/>
              <a:gd name="connsiteY1444" fmla="*/ 557736 h 5183067"/>
              <a:gd name="connsiteX1445" fmla="*/ 2899010 w 5183079"/>
              <a:gd name="connsiteY1445" fmla="*/ 549054 h 5183067"/>
              <a:gd name="connsiteX1446" fmla="*/ 2956725 w 5183079"/>
              <a:gd name="connsiteY1446" fmla="*/ 551352 h 5183067"/>
              <a:gd name="connsiteX1447" fmla="*/ 2987625 w 5183079"/>
              <a:gd name="connsiteY1447" fmla="*/ 559780 h 5183067"/>
              <a:gd name="connsiteX1448" fmla="*/ 3015717 w 5183079"/>
              <a:gd name="connsiteY1448" fmla="*/ 562588 h 5183067"/>
              <a:gd name="connsiteX1449" fmla="*/ 3044574 w 5183079"/>
              <a:gd name="connsiteY1449" fmla="*/ 567441 h 5183067"/>
              <a:gd name="connsiteX1450" fmla="*/ 3072409 w 5183079"/>
              <a:gd name="connsiteY1450" fmla="*/ 574336 h 5183067"/>
              <a:gd name="connsiteX1451" fmla="*/ 3102287 w 5183079"/>
              <a:gd name="connsiteY1451" fmla="*/ 584551 h 5183067"/>
              <a:gd name="connsiteX1452" fmla="*/ 3121186 w 5183079"/>
              <a:gd name="connsiteY1452" fmla="*/ 587615 h 5183067"/>
              <a:gd name="connsiteX1453" fmla="*/ 3138552 w 5183079"/>
              <a:gd name="connsiteY1453" fmla="*/ 595276 h 5183067"/>
              <a:gd name="connsiteX1454" fmla="*/ 3155406 w 5183079"/>
              <a:gd name="connsiteY1454" fmla="*/ 598341 h 5183067"/>
              <a:gd name="connsiteX1455" fmla="*/ 3166131 w 5183079"/>
              <a:gd name="connsiteY1455" fmla="*/ 591701 h 5183067"/>
              <a:gd name="connsiteX1456" fmla="*/ 3173027 w 5183079"/>
              <a:gd name="connsiteY1456" fmla="*/ 582763 h 5183067"/>
              <a:gd name="connsiteX1457" fmla="*/ 3173027 w 5183079"/>
              <a:gd name="connsiteY1457" fmla="*/ 576123 h 5183067"/>
              <a:gd name="connsiteX1458" fmla="*/ 3173027 w 5183079"/>
              <a:gd name="connsiteY1458" fmla="*/ 571527 h 5183067"/>
              <a:gd name="connsiteX1459" fmla="*/ 3173027 w 5183079"/>
              <a:gd name="connsiteY1459" fmla="*/ 559524 h 5183067"/>
              <a:gd name="connsiteX1460" fmla="*/ 3159237 w 5183079"/>
              <a:gd name="connsiteY1460" fmla="*/ 541392 h 5183067"/>
              <a:gd name="connsiteX1461" fmla="*/ 3148000 w 5183079"/>
              <a:gd name="connsiteY1461" fmla="*/ 530922 h 5183067"/>
              <a:gd name="connsiteX1462" fmla="*/ 3135487 w 5183079"/>
              <a:gd name="connsiteY1462" fmla="*/ 524027 h 5183067"/>
              <a:gd name="connsiteX1463" fmla="*/ 3122973 w 5183079"/>
              <a:gd name="connsiteY1463" fmla="*/ 522239 h 5183067"/>
              <a:gd name="connsiteX1464" fmla="*/ 3108927 w 5183079"/>
              <a:gd name="connsiteY1464" fmla="*/ 524027 h 5183067"/>
              <a:gd name="connsiteX1465" fmla="*/ 3059385 w 5183079"/>
              <a:gd name="connsiteY1465" fmla="*/ 513046 h 5183067"/>
              <a:gd name="connsiteX1466" fmla="*/ 3064748 w 5183079"/>
              <a:gd name="connsiteY1466" fmla="*/ 485210 h 5183067"/>
              <a:gd name="connsiteX1467" fmla="*/ 3069345 w 5183079"/>
              <a:gd name="connsiteY1467" fmla="*/ 475251 h 5183067"/>
              <a:gd name="connsiteX1468" fmla="*/ 3074452 w 5183079"/>
              <a:gd name="connsiteY1468" fmla="*/ 466057 h 5183067"/>
              <a:gd name="connsiteX1469" fmla="*/ 3080581 w 5183079"/>
              <a:gd name="connsiteY1469" fmla="*/ 457374 h 5183067"/>
              <a:gd name="connsiteX1470" fmla="*/ 3087221 w 5183079"/>
              <a:gd name="connsiteY1470" fmla="*/ 448436 h 5183067"/>
              <a:gd name="connsiteX1471" fmla="*/ 3087221 w 5183079"/>
              <a:gd name="connsiteY1471" fmla="*/ 424431 h 5183067"/>
              <a:gd name="connsiteX1472" fmla="*/ 3118632 w 5183079"/>
              <a:gd name="connsiteY1472" fmla="*/ 412429 h 5183067"/>
              <a:gd name="connsiteX1473" fmla="*/ 3134209 w 5183079"/>
              <a:gd name="connsiteY1473" fmla="*/ 406811 h 5183067"/>
              <a:gd name="connsiteX1474" fmla="*/ 3155150 w 5183079"/>
              <a:gd name="connsiteY1474" fmla="*/ 396340 h 5183067"/>
              <a:gd name="connsiteX1475" fmla="*/ 3182220 w 5183079"/>
              <a:gd name="connsiteY1475" fmla="*/ 381528 h 5183067"/>
              <a:gd name="connsiteX1476" fmla="*/ 3179155 w 5183079"/>
              <a:gd name="connsiteY1476" fmla="*/ 371314 h 5183067"/>
              <a:gd name="connsiteX1477" fmla="*/ 3179155 w 5183079"/>
              <a:gd name="connsiteY1477" fmla="*/ 357268 h 5183067"/>
              <a:gd name="connsiteX1478" fmla="*/ 3168941 w 5183079"/>
              <a:gd name="connsiteY1478" fmla="*/ 340413 h 5183067"/>
              <a:gd name="connsiteX1479" fmla="*/ 3160769 w 5183079"/>
              <a:gd name="connsiteY1479" fmla="*/ 332752 h 5183067"/>
              <a:gd name="connsiteX1480" fmla="*/ 3149277 w 5183079"/>
              <a:gd name="connsiteY1480" fmla="*/ 332752 h 5183067"/>
              <a:gd name="connsiteX1481" fmla="*/ 3136253 w 5183079"/>
              <a:gd name="connsiteY1481" fmla="*/ 331220 h 5183067"/>
              <a:gd name="connsiteX1482" fmla="*/ 3086710 w 5183079"/>
              <a:gd name="connsiteY1482" fmla="*/ 338882 h 5183067"/>
              <a:gd name="connsiteX1483" fmla="*/ 3078793 w 5183079"/>
              <a:gd name="connsiteY1483" fmla="*/ 338882 h 5183067"/>
              <a:gd name="connsiteX1484" fmla="*/ 3067557 w 5183079"/>
              <a:gd name="connsiteY1484" fmla="*/ 338882 h 5183067"/>
              <a:gd name="connsiteX1485" fmla="*/ 3005245 w 5183079"/>
              <a:gd name="connsiteY1485" fmla="*/ 334029 h 5183067"/>
              <a:gd name="connsiteX1486" fmla="*/ 2981751 w 5183079"/>
              <a:gd name="connsiteY1486" fmla="*/ 321771 h 5183067"/>
              <a:gd name="connsiteX1487" fmla="*/ 2172726 w 5183079"/>
              <a:gd name="connsiteY1487" fmla="*/ 304151 h 5183067"/>
              <a:gd name="connsiteX1488" fmla="*/ 2152550 w 5183079"/>
              <a:gd name="connsiteY1488" fmla="*/ 308492 h 5183067"/>
              <a:gd name="connsiteX1489" fmla="*/ 2085642 w 5183079"/>
              <a:gd name="connsiteY1489" fmla="*/ 352927 h 5183067"/>
              <a:gd name="connsiteX1490" fmla="*/ 2069299 w 5183079"/>
              <a:gd name="connsiteY1490" fmla="*/ 357013 h 5183067"/>
              <a:gd name="connsiteX1491" fmla="*/ 2057807 w 5183079"/>
              <a:gd name="connsiteY1491" fmla="*/ 366461 h 5183067"/>
              <a:gd name="connsiteX1492" fmla="*/ 2053211 w 5183079"/>
              <a:gd name="connsiteY1492" fmla="*/ 376421 h 5183067"/>
              <a:gd name="connsiteX1493" fmla="*/ 2046059 w 5183079"/>
              <a:gd name="connsiteY1493" fmla="*/ 382294 h 5183067"/>
              <a:gd name="connsiteX1494" fmla="*/ 2052444 w 5183079"/>
              <a:gd name="connsiteY1494" fmla="*/ 398894 h 5183067"/>
              <a:gd name="connsiteX1495" fmla="*/ 2060616 w 5183079"/>
              <a:gd name="connsiteY1495" fmla="*/ 402724 h 5183067"/>
              <a:gd name="connsiteX1496" fmla="*/ 2071087 w 5183079"/>
              <a:gd name="connsiteY1496" fmla="*/ 411407 h 5183067"/>
              <a:gd name="connsiteX1497" fmla="*/ 2086153 w 5183079"/>
              <a:gd name="connsiteY1497" fmla="*/ 414727 h 5183067"/>
              <a:gd name="connsiteX1498" fmla="*/ 2099943 w 5183079"/>
              <a:gd name="connsiteY1498" fmla="*/ 424431 h 5183067"/>
              <a:gd name="connsiteX1499" fmla="*/ 2099943 w 5183079"/>
              <a:gd name="connsiteY1499" fmla="*/ 449968 h 5183067"/>
              <a:gd name="connsiteX1500" fmla="*/ 2086153 w 5183079"/>
              <a:gd name="connsiteY1500" fmla="*/ 465036 h 5183067"/>
              <a:gd name="connsiteX1501" fmla="*/ 2074661 w 5183079"/>
              <a:gd name="connsiteY1501" fmla="*/ 465036 h 5183067"/>
              <a:gd name="connsiteX1502" fmla="*/ 2060616 w 5183079"/>
              <a:gd name="connsiteY1502" fmla="*/ 484445 h 5183067"/>
              <a:gd name="connsiteX1503" fmla="*/ 2073385 w 5183079"/>
              <a:gd name="connsiteY1503" fmla="*/ 501299 h 5183067"/>
              <a:gd name="connsiteX1504" fmla="*/ 2079445 w 5183079"/>
              <a:gd name="connsiteY1504" fmla="*/ 508291 h 5183067"/>
              <a:gd name="connsiteX1505" fmla="*/ 2083856 w 5183079"/>
              <a:gd name="connsiteY1505" fmla="*/ 516621 h 5183067"/>
              <a:gd name="connsiteX1506" fmla="*/ 2083856 w 5183079"/>
              <a:gd name="connsiteY1506" fmla="*/ 529134 h 5183067"/>
              <a:gd name="connsiteX1507" fmla="*/ 2083856 w 5183079"/>
              <a:gd name="connsiteY1507" fmla="*/ 538839 h 5183067"/>
              <a:gd name="connsiteX1508" fmla="*/ 2075938 w 5183079"/>
              <a:gd name="connsiteY1508" fmla="*/ 550075 h 5183067"/>
              <a:gd name="connsiteX1509" fmla="*/ 2064192 w 5183079"/>
              <a:gd name="connsiteY1509" fmla="*/ 561567 h 5183067"/>
              <a:gd name="connsiteX1510" fmla="*/ 2044016 w 5183079"/>
              <a:gd name="connsiteY1510" fmla="*/ 587104 h 5183067"/>
              <a:gd name="connsiteX1511" fmla="*/ 2051423 w 5183079"/>
              <a:gd name="connsiteY1511" fmla="*/ 610088 h 5183067"/>
              <a:gd name="connsiteX1512" fmla="*/ 2062404 w 5183079"/>
              <a:gd name="connsiteY1512" fmla="*/ 621580 h 5183067"/>
              <a:gd name="connsiteX1513" fmla="*/ 2070320 w 5183079"/>
              <a:gd name="connsiteY1513" fmla="*/ 633582 h 5183067"/>
              <a:gd name="connsiteX1514" fmla="*/ 2085642 w 5183079"/>
              <a:gd name="connsiteY1514" fmla="*/ 635625 h 5183067"/>
              <a:gd name="connsiteX1515" fmla="*/ 2096113 w 5183079"/>
              <a:gd name="connsiteY1515" fmla="*/ 633838 h 5183067"/>
              <a:gd name="connsiteX1516" fmla="*/ 2118842 w 5183079"/>
              <a:gd name="connsiteY1516" fmla="*/ 608301 h 5183067"/>
              <a:gd name="connsiteX1517" fmla="*/ 2168385 w 5183079"/>
              <a:gd name="connsiteY1517" fmla="*/ 574080 h 5183067"/>
              <a:gd name="connsiteX1518" fmla="*/ 2195454 w 5183079"/>
              <a:gd name="connsiteY1518" fmla="*/ 530411 h 5183067"/>
              <a:gd name="connsiteX1519" fmla="*/ 2190091 w 5183079"/>
              <a:gd name="connsiteY1519" fmla="*/ 518154 h 5183067"/>
              <a:gd name="connsiteX1520" fmla="*/ 2177578 w 5183079"/>
              <a:gd name="connsiteY1520" fmla="*/ 512280 h 5183067"/>
              <a:gd name="connsiteX1521" fmla="*/ 2164809 w 5183079"/>
              <a:gd name="connsiteY1521" fmla="*/ 514067 h 5183067"/>
              <a:gd name="connsiteX1522" fmla="*/ 2161234 w 5183079"/>
              <a:gd name="connsiteY1522" fmla="*/ 501299 h 5183067"/>
              <a:gd name="connsiteX1523" fmla="*/ 2190856 w 5183079"/>
              <a:gd name="connsiteY1523" fmla="*/ 464014 h 5183067"/>
              <a:gd name="connsiteX1524" fmla="*/ 2192390 w 5183079"/>
              <a:gd name="connsiteY1524" fmla="*/ 456864 h 5183067"/>
              <a:gd name="connsiteX1525" fmla="*/ 2182940 w 5183079"/>
              <a:gd name="connsiteY1525" fmla="*/ 441031 h 5183067"/>
              <a:gd name="connsiteX1526" fmla="*/ 2177578 w 5183079"/>
              <a:gd name="connsiteY1526" fmla="*/ 430815 h 5183067"/>
              <a:gd name="connsiteX1527" fmla="*/ 2166086 w 5183079"/>
              <a:gd name="connsiteY1527" fmla="*/ 432858 h 5183067"/>
              <a:gd name="connsiteX1528" fmla="*/ 2162766 w 5183079"/>
              <a:gd name="connsiteY1528" fmla="*/ 417791 h 5183067"/>
              <a:gd name="connsiteX1529" fmla="*/ 2161489 w 5183079"/>
              <a:gd name="connsiteY1529" fmla="*/ 395574 h 5183067"/>
              <a:gd name="connsiteX1530" fmla="*/ 2176555 w 5183079"/>
              <a:gd name="connsiteY1530" fmla="*/ 373356 h 5183067"/>
              <a:gd name="connsiteX1531" fmla="*/ 2185239 w 5183079"/>
              <a:gd name="connsiteY1531" fmla="*/ 357778 h 5183067"/>
              <a:gd name="connsiteX1532" fmla="*/ 2188303 w 5183079"/>
              <a:gd name="connsiteY1532" fmla="*/ 337349 h 5183067"/>
              <a:gd name="connsiteX1533" fmla="*/ 2188303 w 5183079"/>
              <a:gd name="connsiteY1533" fmla="*/ 319472 h 5183067"/>
              <a:gd name="connsiteX1534" fmla="*/ 2172726 w 5183079"/>
              <a:gd name="connsiteY1534" fmla="*/ 304151 h 5183067"/>
              <a:gd name="connsiteX1535" fmla="*/ 2342549 w 5183079"/>
              <a:gd name="connsiteY1535" fmla="*/ 300064 h 5183067"/>
              <a:gd name="connsiteX1536" fmla="*/ 2345614 w 5183079"/>
              <a:gd name="connsiteY1536" fmla="*/ 312578 h 5183067"/>
              <a:gd name="connsiteX1537" fmla="*/ 2335910 w 5183079"/>
              <a:gd name="connsiteY1537" fmla="*/ 331220 h 5183067"/>
              <a:gd name="connsiteX1538" fmla="*/ 2318034 w 5183079"/>
              <a:gd name="connsiteY1538" fmla="*/ 332752 h 5183067"/>
              <a:gd name="connsiteX1539" fmla="*/ 2311138 w 5183079"/>
              <a:gd name="connsiteY1539" fmla="*/ 317685 h 5183067"/>
              <a:gd name="connsiteX1540" fmla="*/ 2342549 w 5183079"/>
              <a:gd name="connsiteY1540" fmla="*/ 300064 h 5183067"/>
              <a:gd name="connsiteX1541" fmla="*/ 2355573 w 5183079"/>
              <a:gd name="connsiteY1541" fmla="*/ 249245 h 5183067"/>
              <a:gd name="connsiteX1542" fmla="*/ 2293517 w 5183079"/>
              <a:gd name="connsiteY1542" fmla="*/ 279379 h 5183067"/>
              <a:gd name="connsiteX1543" fmla="*/ 2272321 w 5183079"/>
              <a:gd name="connsiteY1543" fmla="*/ 284486 h 5183067"/>
              <a:gd name="connsiteX1544" fmla="*/ 2246783 w 5183079"/>
              <a:gd name="connsiteY1544" fmla="*/ 299553 h 5183067"/>
              <a:gd name="connsiteX1545" fmla="*/ 2231462 w 5183079"/>
              <a:gd name="connsiteY1545" fmla="*/ 306959 h 5183067"/>
              <a:gd name="connsiteX1546" fmla="*/ 2219460 w 5183079"/>
              <a:gd name="connsiteY1546" fmla="*/ 310024 h 5183067"/>
              <a:gd name="connsiteX1547" fmla="*/ 2205413 w 5183079"/>
              <a:gd name="connsiteY1547" fmla="*/ 303895 h 5183067"/>
              <a:gd name="connsiteX1548" fmla="*/ 2198263 w 5183079"/>
              <a:gd name="connsiteY1548" fmla="*/ 325858 h 5183067"/>
              <a:gd name="connsiteX1549" fmla="*/ 2198263 w 5183079"/>
              <a:gd name="connsiteY1549" fmla="*/ 347053 h 5183067"/>
              <a:gd name="connsiteX1550" fmla="*/ 2197496 w 5183079"/>
              <a:gd name="connsiteY1550" fmla="*/ 346031 h 5183067"/>
              <a:gd name="connsiteX1551" fmla="*/ 2198263 w 5183079"/>
              <a:gd name="connsiteY1551" fmla="*/ 360077 h 5183067"/>
              <a:gd name="connsiteX1552" fmla="*/ 2205159 w 5183079"/>
              <a:gd name="connsiteY1552" fmla="*/ 375144 h 5183067"/>
              <a:gd name="connsiteX1553" fmla="*/ 2214096 w 5183079"/>
              <a:gd name="connsiteY1553" fmla="*/ 411407 h 5183067"/>
              <a:gd name="connsiteX1554" fmla="*/ 2209500 w 5183079"/>
              <a:gd name="connsiteY1554" fmla="*/ 435157 h 5183067"/>
              <a:gd name="connsiteX1555" fmla="*/ 2215628 w 5183079"/>
              <a:gd name="connsiteY1555" fmla="*/ 449713 h 5183067"/>
              <a:gd name="connsiteX1556" fmla="*/ 2224822 w 5183079"/>
              <a:gd name="connsiteY1556" fmla="*/ 462227 h 5183067"/>
              <a:gd name="connsiteX1557" fmla="*/ 2229162 w 5183079"/>
              <a:gd name="connsiteY1557" fmla="*/ 471164 h 5183067"/>
              <a:gd name="connsiteX1558" fmla="*/ 2234015 w 5183079"/>
              <a:gd name="connsiteY1558" fmla="*/ 476783 h 5183067"/>
              <a:gd name="connsiteX1559" fmla="*/ 2242442 w 5183079"/>
              <a:gd name="connsiteY1559" fmla="*/ 476783 h 5183067"/>
              <a:gd name="connsiteX1560" fmla="*/ 2252147 w 5183079"/>
              <a:gd name="connsiteY1560" fmla="*/ 473208 h 5183067"/>
              <a:gd name="connsiteX1561" fmla="*/ 2262618 w 5183079"/>
              <a:gd name="connsiteY1561" fmla="*/ 468355 h 5183067"/>
              <a:gd name="connsiteX1562" fmla="*/ 2271300 w 5183079"/>
              <a:gd name="connsiteY1562" fmla="*/ 468355 h 5183067"/>
              <a:gd name="connsiteX1563" fmla="*/ 2271300 w 5183079"/>
              <a:gd name="connsiteY1563" fmla="*/ 482657 h 5183067"/>
              <a:gd name="connsiteX1564" fmla="*/ 2265682 w 5183079"/>
              <a:gd name="connsiteY1564" fmla="*/ 489041 h 5183067"/>
              <a:gd name="connsiteX1565" fmla="*/ 2259042 w 5183079"/>
              <a:gd name="connsiteY1565" fmla="*/ 490318 h 5183067"/>
              <a:gd name="connsiteX1566" fmla="*/ 2251891 w 5183079"/>
              <a:gd name="connsiteY1566" fmla="*/ 492616 h 5183067"/>
              <a:gd name="connsiteX1567" fmla="*/ 2244997 w 5183079"/>
              <a:gd name="connsiteY1567" fmla="*/ 491339 h 5183067"/>
              <a:gd name="connsiteX1568" fmla="*/ 2239634 w 5183079"/>
              <a:gd name="connsiteY1568" fmla="*/ 501043 h 5183067"/>
              <a:gd name="connsiteX1569" fmla="*/ 2239634 w 5183079"/>
              <a:gd name="connsiteY1569" fmla="*/ 513046 h 5183067"/>
              <a:gd name="connsiteX1570" fmla="*/ 2239634 w 5183079"/>
              <a:gd name="connsiteY1570" fmla="*/ 523005 h 5183067"/>
              <a:gd name="connsiteX1571" fmla="*/ 2250359 w 5183079"/>
              <a:gd name="connsiteY1571" fmla="*/ 526581 h 5183067"/>
              <a:gd name="connsiteX1572" fmla="*/ 2262362 w 5183079"/>
              <a:gd name="connsiteY1572" fmla="*/ 526581 h 5183067"/>
              <a:gd name="connsiteX1573" fmla="*/ 2268235 w 5183079"/>
              <a:gd name="connsiteY1573" fmla="*/ 534242 h 5183067"/>
              <a:gd name="connsiteX1574" fmla="*/ 2240910 w 5183079"/>
              <a:gd name="connsiteY1574" fmla="*/ 551097 h 5183067"/>
              <a:gd name="connsiteX1575" fmla="*/ 2219204 w 5183079"/>
              <a:gd name="connsiteY1575" fmla="*/ 562078 h 5183067"/>
              <a:gd name="connsiteX1576" fmla="*/ 2210776 w 5183079"/>
              <a:gd name="connsiteY1576" fmla="*/ 559524 h 5183067"/>
              <a:gd name="connsiteX1577" fmla="*/ 2205159 w 5183079"/>
              <a:gd name="connsiteY1577" fmla="*/ 565397 h 5183067"/>
              <a:gd name="connsiteX1578" fmla="*/ 2201328 w 5183079"/>
              <a:gd name="connsiteY1578" fmla="*/ 578166 h 5183067"/>
              <a:gd name="connsiteX1579" fmla="*/ 2201328 w 5183079"/>
              <a:gd name="connsiteY1579" fmla="*/ 588637 h 5183067"/>
              <a:gd name="connsiteX1580" fmla="*/ 2208223 w 5183079"/>
              <a:gd name="connsiteY1580" fmla="*/ 610599 h 5183067"/>
              <a:gd name="connsiteX1581" fmla="*/ 2226354 w 5183079"/>
              <a:gd name="connsiteY1581" fmla="*/ 616984 h 5183067"/>
              <a:gd name="connsiteX1582" fmla="*/ 2251891 w 5183079"/>
              <a:gd name="connsiteY1582" fmla="*/ 605236 h 5183067"/>
              <a:gd name="connsiteX1583" fmla="*/ 2277429 w 5183079"/>
              <a:gd name="connsiteY1583" fmla="*/ 598852 h 5183067"/>
              <a:gd name="connsiteX1584" fmla="*/ 2302966 w 5183079"/>
              <a:gd name="connsiteY1584" fmla="*/ 590424 h 5183067"/>
              <a:gd name="connsiteX1585" fmla="*/ 2323142 w 5183079"/>
              <a:gd name="connsiteY1585" fmla="*/ 584040 h 5183067"/>
              <a:gd name="connsiteX1586" fmla="*/ 2341272 w 5183079"/>
              <a:gd name="connsiteY1586" fmla="*/ 579698 h 5183067"/>
              <a:gd name="connsiteX1587" fmla="*/ 2362469 w 5183079"/>
              <a:gd name="connsiteY1587" fmla="*/ 577911 h 5183067"/>
              <a:gd name="connsiteX1588" fmla="*/ 2400775 w 5183079"/>
              <a:gd name="connsiteY1588" fmla="*/ 571016 h 5183067"/>
              <a:gd name="connsiteX1589" fmla="*/ 2425036 w 5183079"/>
              <a:gd name="connsiteY1589" fmla="*/ 571016 h 5183067"/>
              <a:gd name="connsiteX1590" fmla="*/ 2445465 w 5183079"/>
              <a:gd name="connsiteY1590" fmla="*/ 530411 h 5183067"/>
              <a:gd name="connsiteX1591" fmla="*/ 2428100 w 5183079"/>
              <a:gd name="connsiteY1591" fmla="*/ 509471 h 5183067"/>
              <a:gd name="connsiteX1592" fmla="*/ 2410735 w 5183079"/>
              <a:gd name="connsiteY1592" fmla="*/ 512280 h 5183067"/>
              <a:gd name="connsiteX1593" fmla="*/ 2391070 w 5183079"/>
              <a:gd name="connsiteY1593" fmla="*/ 519176 h 5183067"/>
              <a:gd name="connsiteX1594" fmla="*/ 2374726 w 5183079"/>
              <a:gd name="connsiteY1594" fmla="*/ 520707 h 5183067"/>
              <a:gd name="connsiteX1595" fmla="*/ 2353785 w 5183079"/>
              <a:gd name="connsiteY1595" fmla="*/ 527859 h 5183067"/>
              <a:gd name="connsiteX1596" fmla="*/ 2345103 w 5183079"/>
              <a:gd name="connsiteY1596" fmla="*/ 522750 h 5183067"/>
              <a:gd name="connsiteX1597" fmla="*/ 2348679 w 5183079"/>
              <a:gd name="connsiteY1597" fmla="*/ 512535 h 5183067"/>
              <a:gd name="connsiteX1598" fmla="*/ 2364256 w 5183079"/>
              <a:gd name="connsiteY1598" fmla="*/ 504363 h 5183067"/>
              <a:gd name="connsiteX1599" fmla="*/ 2376770 w 5183079"/>
              <a:gd name="connsiteY1599" fmla="*/ 492361 h 5183067"/>
              <a:gd name="connsiteX1600" fmla="*/ 2378302 w 5183079"/>
              <a:gd name="connsiteY1600" fmla="*/ 483933 h 5183067"/>
              <a:gd name="connsiteX1601" fmla="*/ 2371406 w 5183079"/>
              <a:gd name="connsiteY1601" fmla="*/ 464525 h 5183067"/>
              <a:gd name="connsiteX1602" fmla="*/ 2364001 w 5183079"/>
              <a:gd name="connsiteY1602" fmla="*/ 458396 h 5183067"/>
              <a:gd name="connsiteX1603" fmla="*/ 2347657 w 5183079"/>
              <a:gd name="connsiteY1603" fmla="*/ 455587 h 5183067"/>
              <a:gd name="connsiteX1604" fmla="*/ 2337187 w 5183079"/>
              <a:gd name="connsiteY1604" fmla="*/ 462482 h 5183067"/>
              <a:gd name="connsiteX1605" fmla="*/ 2323396 w 5183079"/>
              <a:gd name="connsiteY1605" fmla="*/ 466823 h 5183067"/>
              <a:gd name="connsiteX1606" fmla="*/ 2321354 w 5183079"/>
              <a:gd name="connsiteY1606" fmla="*/ 452522 h 5183067"/>
              <a:gd name="connsiteX1607" fmla="*/ 2338975 w 5183079"/>
              <a:gd name="connsiteY1607" fmla="*/ 444351 h 5183067"/>
              <a:gd name="connsiteX1608" fmla="*/ 2350977 w 5183079"/>
              <a:gd name="connsiteY1608" fmla="*/ 438477 h 5183067"/>
              <a:gd name="connsiteX1609" fmla="*/ 2362980 w 5183079"/>
              <a:gd name="connsiteY1609" fmla="*/ 436434 h 5183067"/>
              <a:gd name="connsiteX1610" fmla="*/ 2371152 w 5183079"/>
              <a:gd name="connsiteY1610" fmla="*/ 425453 h 5183067"/>
              <a:gd name="connsiteX1611" fmla="*/ 2391837 w 5183079"/>
              <a:gd name="connsiteY1611" fmla="*/ 360332 h 5183067"/>
              <a:gd name="connsiteX1612" fmla="*/ 2402818 w 5183079"/>
              <a:gd name="connsiteY1612" fmla="*/ 343478 h 5183067"/>
              <a:gd name="connsiteX1613" fmla="*/ 2413032 w 5183079"/>
              <a:gd name="connsiteY1613" fmla="*/ 315897 h 5183067"/>
              <a:gd name="connsiteX1614" fmla="*/ 2414564 w 5183079"/>
              <a:gd name="connsiteY1614" fmla="*/ 299298 h 5183067"/>
              <a:gd name="connsiteX1615" fmla="*/ 2420439 w 5183079"/>
              <a:gd name="connsiteY1615" fmla="*/ 280911 h 5183067"/>
              <a:gd name="connsiteX1616" fmla="*/ 2407415 w 5183079"/>
              <a:gd name="connsiteY1616" fmla="*/ 262013 h 5183067"/>
              <a:gd name="connsiteX1617" fmla="*/ 2400775 w 5183079"/>
              <a:gd name="connsiteY1617" fmla="*/ 250777 h 5183067"/>
              <a:gd name="connsiteX1618" fmla="*/ 2371406 w 5183079"/>
              <a:gd name="connsiteY1618" fmla="*/ 252820 h 5183067"/>
              <a:gd name="connsiteX1619" fmla="*/ 2355573 w 5183079"/>
              <a:gd name="connsiteY1619" fmla="*/ 249245 h 5183067"/>
              <a:gd name="connsiteX1620" fmla="*/ 2591539 w 5183079"/>
              <a:gd name="connsiteY1620" fmla="*/ 91936 h 5183067"/>
              <a:gd name="connsiteX1621" fmla="*/ 5090122 w 5183079"/>
              <a:gd name="connsiteY1621" fmla="*/ 2591534 h 5183067"/>
              <a:gd name="connsiteX1622" fmla="*/ 5090122 w 5183079"/>
              <a:gd name="connsiteY1622" fmla="*/ 2592555 h 5183067"/>
              <a:gd name="connsiteX1623" fmla="*/ 2589497 w 5183079"/>
              <a:gd name="connsiteY1623" fmla="*/ 5091133 h 5183067"/>
              <a:gd name="connsiteX1624" fmla="*/ 90914 w 5183079"/>
              <a:gd name="connsiteY1624" fmla="*/ 2590512 h 5183067"/>
              <a:gd name="connsiteX1625" fmla="*/ 2591539 w 5183079"/>
              <a:gd name="connsiteY1625" fmla="*/ 91936 h 5183067"/>
              <a:gd name="connsiteX1626" fmla="*/ 2591539 w 5183079"/>
              <a:gd name="connsiteY1626" fmla="*/ 57970 h 5183067"/>
              <a:gd name="connsiteX1627" fmla="*/ 57971 w 5183079"/>
              <a:gd name="connsiteY1627" fmla="*/ 2591533 h 5183067"/>
              <a:gd name="connsiteX1628" fmla="*/ 2591539 w 5183079"/>
              <a:gd name="connsiteY1628" fmla="*/ 5125097 h 5183067"/>
              <a:gd name="connsiteX1629" fmla="*/ 5125108 w 5183079"/>
              <a:gd name="connsiteY1629" fmla="*/ 2591533 h 5183067"/>
              <a:gd name="connsiteX1630" fmla="*/ 2591539 w 5183079"/>
              <a:gd name="connsiteY1630" fmla="*/ 57970 h 5183067"/>
              <a:gd name="connsiteX1631" fmla="*/ 2591539 w 5183079"/>
              <a:gd name="connsiteY1631" fmla="*/ 0 h 5183067"/>
              <a:gd name="connsiteX1632" fmla="*/ 5183079 w 5183079"/>
              <a:gd name="connsiteY1632" fmla="*/ 2591533 h 5183067"/>
              <a:gd name="connsiteX1633" fmla="*/ 2591539 w 5183079"/>
              <a:gd name="connsiteY1633" fmla="*/ 5183067 h 5183067"/>
              <a:gd name="connsiteX1634" fmla="*/ 0 w 5183079"/>
              <a:gd name="connsiteY1634" fmla="*/ 2591533 h 5183067"/>
              <a:gd name="connsiteX1635" fmla="*/ 2591539 w 5183079"/>
              <a:gd name="connsiteY1635" fmla="*/ 0 h 5183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</a:cxnLst>
            <a:rect l="l" t="t" r="r" b="b"/>
            <a:pathLst>
              <a:path w="5183079" h="5183067">
                <a:moveTo>
                  <a:pt x="2990813" y="4666385"/>
                </a:moveTo>
                <a:cubicBezTo>
                  <a:pt x="3005442" y="4665891"/>
                  <a:pt x="3020260" y="4670979"/>
                  <a:pt x="3031804" y="4681768"/>
                </a:cubicBezTo>
                <a:cubicBezTo>
                  <a:pt x="3047483" y="4698751"/>
                  <a:pt x="3057546" y="4720151"/>
                  <a:pt x="3060662" y="4743058"/>
                </a:cubicBezTo>
                <a:cubicBezTo>
                  <a:pt x="3066203" y="4764918"/>
                  <a:pt x="3064772" y="4787952"/>
                  <a:pt x="3056575" y="4808945"/>
                </a:cubicBezTo>
                <a:cubicBezTo>
                  <a:pt x="3054226" y="4813771"/>
                  <a:pt x="3051212" y="4818266"/>
                  <a:pt x="3047638" y="4822275"/>
                </a:cubicBezTo>
                <a:cubicBezTo>
                  <a:pt x="3026185" y="4846229"/>
                  <a:pt x="2989360" y="4848272"/>
                  <a:pt x="2965406" y="4826820"/>
                </a:cubicBezTo>
                <a:cubicBezTo>
                  <a:pt x="2949930" y="4810323"/>
                  <a:pt x="2939945" y="4789460"/>
                  <a:pt x="2936804" y="4767063"/>
                </a:cubicBezTo>
                <a:cubicBezTo>
                  <a:pt x="2931160" y="4744616"/>
                  <a:pt x="2932591" y="4720994"/>
                  <a:pt x="2940891" y="4699389"/>
                </a:cubicBezTo>
                <a:cubicBezTo>
                  <a:pt x="2943444" y="4693924"/>
                  <a:pt x="2946841" y="4688893"/>
                  <a:pt x="2950953" y="4684501"/>
                </a:cubicBezTo>
                <a:cubicBezTo>
                  <a:pt x="2961742" y="4672958"/>
                  <a:pt x="2976183" y="4666880"/>
                  <a:pt x="2990813" y="4666385"/>
                </a:cubicBezTo>
                <a:close/>
                <a:moveTo>
                  <a:pt x="2684495" y="4665170"/>
                </a:moveTo>
                <a:lnTo>
                  <a:pt x="2513650" y="4668234"/>
                </a:lnTo>
                <a:lnTo>
                  <a:pt x="2518246" y="4920543"/>
                </a:lnTo>
                <a:lnTo>
                  <a:pt x="2689859" y="4917223"/>
                </a:lnTo>
                <a:lnTo>
                  <a:pt x="2689859" y="4894750"/>
                </a:lnTo>
                <a:lnTo>
                  <a:pt x="2689859" y="4872533"/>
                </a:lnTo>
                <a:lnTo>
                  <a:pt x="2562172" y="4874831"/>
                </a:lnTo>
                <a:lnTo>
                  <a:pt x="2562172" y="4809200"/>
                </a:lnTo>
                <a:lnTo>
                  <a:pt x="2675558" y="4807157"/>
                </a:lnTo>
                <a:lnTo>
                  <a:pt x="2675558" y="4785450"/>
                </a:lnTo>
                <a:lnTo>
                  <a:pt x="2675558" y="4763744"/>
                </a:lnTo>
                <a:lnTo>
                  <a:pt x="2562172" y="4765787"/>
                </a:lnTo>
                <a:lnTo>
                  <a:pt x="2562172" y="4712158"/>
                </a:lnTo>
                <a:lnTo>
                  <a:pt x="2684495" y="4710115"/>
                </a:lnTo>
                <a:lnTo>
                  <a:pt x="2684495" y="4687643"/>
                </a:lnTo>
                <a:close/>
                <a:moveTo>
                  <a:pt x="2265682" y="4645761"/>
                </a:moveTo>
                <a:lnTo>
                  <a:pt x="2262872" y="4667978"/>
                </a:lnTo>
                <a:lnTo>
                  <a:pt x="2260319" y="4690196"/>
                </a:lnTo>
                <a:lnTo>
                  <a:pt x="2329780" y="4698624"/>
                </a:lnTo>
                <a:lnTo>
                  <a:pt x="2304243" y="4904455"/>
                </a:lnTo>
                <a:lnTo>
                  <a:pt x="2329780" y="4907519"/>
                </a:lnTo>
                <a:lnTo>
                  <a:pt x="2353531" y="4910329"/>
                </a:lnTo>
                <a:lnTo>
                  <a:pt x="2379069" y="4704497"/>
                </a:lnTo>
                <a:lnTo>
                  <a:pt x="2448785" y="4713180"/>
                </a:lnTo>
                <a:lnTo>
                  <a:pt x="2451338" y="4690707"/>
                </a:lnTo>
                <a:lnTo>
                  <a:pt x="2452871" y="4668744"/>
                </a:lnTo>
                <a:close/>
                <a:moveTo>
                  <a:pt x="3010621" y="4623237"/>
                </a:moveTo>
                <a:cubicBezTo>
                  <a:pt x="2968344" y="4617269"/>
                  <a:pt x="2924655" y="4636465"/>
                  <a:pt x="2901308" y="4675384"/>
                </a:cubicBezTo>
                <a:cubicBezTo>
                  <a:pt x="2885730" y="4707076"/>
                  <a:pt x="2881849" y="4743263"/>
                  <a:pt x="2890327" y="4777534"/>
                </a:cubicBezTo>
                <a:cubicBezTo>
                  <a:pt x="2895154" y="4811882"/>
                  <a:pt x="2912212" y="4843344"/>
                  <a:pt x="2938338" y="4866149"/>
                </a:cubicBezTo>
                <a:cubicBezTo>
                  <a:pt x="2940713" y="4867885"/>
                  <a:pt x="2943165" y="4869545"/>
                  <a:pt x="2945666" y="4871103"/>
                </a:cubicBezTo>
                <a:cubicBezTo>
                  <a:pt x="2997764" y="4903255"/>
                  <a:pt x="3066051" y="4887090"/>
                  <a:pt x="3098202" y="4834993"/>
                </a:cubicBezTo>
                <a:cubicBezTo>
                  <a:pt x="3113907" y="4804067"/>
                  <a:pt x="3117815" y="4768494"/>
                  <a:pt x="3109183" y="4734886"/>
                </a:cubicBezTo>
                <a:cubicBezTo>
                  <a:pt x="3104510" y="4699900"/>
                  <a:pt x="3087477" y="4667748"/>
                  <a:pt x="3061172" y="4644229"/>
                </a:cubicBezTo>
                <a:cubicBezTo>
                  <a:pt x="3058108" y="4641905"/>
                  <a:pt x="3054916" y="4639760"/>
                  <a:pt x="3051622" y="4637794"/>
                </a:cubicBezTo>
                <a:cubicBezTo>
                  <a:pt x="3038649" y="4630012"/>
                  <a:pt x="3024713" y="4625226"/>
                  <a:pt x="3010621" y="4623237"/>
                </a:cubicBezTo>
                <a:close/>
                <a:moveTo>
                  <a:pt x="2029715" y="4591622"/>
                </a:moveTo>
                <a:lnTo>
                  <a:pt x="1991665" y="4744846"/>
                </a:lnTo>
                <a:cubicBezTo>
                  <a:pt x="1983008" y="4771124"/>
                  <a:pt x="1984361" y="4799701"/>
                  <a:pt x="1995496" y="4825033"/>
                </a:cubicBezTo>
                <a:cubicBezTo>
                  <a:pt x="2009490" y="4847123"/>
                  <a:pt x="2032270" y="4862165"/>
                  <a:pt x="2058063" y="4866404"/>
                </a:cubicBezTo>
                <a:cubicBezTo>
                  <a:pt x="2082885" y="4875138"/>
                  <a:pt x="2110235" y="4872993"/>
                  <a:pt x="2133397" y="4860530"/>
                </a:cubicBezTo>
                <a:cubicBezTo>
                  <a:pt x="2154977" y="4842756"/>
                  <a:pt x="2169253" y="4817678"/>
                  <a:pt x="2173491" y="4790047"/>
                </a:cubicBezTo>
                <a:lnTo>
                  <a:pt x="2210521" y="4636823"/>
                </a:lnTo>
                <a:lnTo>
                  <a:pt x="2187027" y="4630950"/>
                </a:lnTo>
                <a:lnTo>
                  <a:pt x="2163533" y="4625331"/>
                </a:lnTo>
                <a:lnTo>
                  <a:pt x="2124971" y="4778556"/>
                </a:lnTo>
                <a:cubicBezTo>
                  <a:pt x="2122723" y="4793163"/>
                  <a:pt x="2115623" y="4806570"/>
                  <a:pt x="2104795" y="4816606"/>
                </a:cubicBezTo>
                <a:cubicBezTo>
                  <a:pt x="2093738" y="4823348"/>
                  <a:pt x="2080177" y="4824676"/>
                  <a:pt x="2068021" y="4820182"/>
                </a:cubicBezTo>
                <a:cubicBezTo>
                  <a:pt x="2055407" y="4818036"/>
                  <a:pt x="2044502" y="4810222"/>
                  <a:pt x="2038399" y="4798985"/>
                </a:cubicBezTo>
                <a:cubicBezTo>
                  <a:pt x="2033521" y="4785272"/>
                  <a:pt x="2033521" y="4770307"/>
                  <a:pt x="2038399" y="4756593"/>
                </a:cubicBezTo>
                <a:lnTo>
                  <a:pt x="2076705" y="4603369"/>
                </a:lnTo>
                <a:lnTo>
                  <a:pt x="2053211" y="4597496"/>
                </a:lnTo>
                <a:close/>
                <a:moveTo>
                  <a:pt x="3311185" y="4541569"/>
                </a:moveTo>
                <a:lnTo>
                  <a:pt x="3154129" y="4592644"/>
                </a:lnTo>
                <a:lnTo>
                  <a:pt x="3230741" y="4832439"/>
                </a:lnTo>
                <a:lnTo>
                  <a:pt x="3253980" y="4824778"/>
                </a:lnTo>
                <a:lnTo>
                  <a:pt x="3276964" y="4817372"/>
                </a:lnTo>
                <a:lnTo>
                  <a:pt x="3245042" y="4715989"/>
                </a:lnTo>
                <a:lnTo>
                  <a:pt x="3341829" y="4684577"/>
                </a:lnTo>
                <a:lnTo>
                  <a:pt x="3335190" y="4663892"/>
                </a:lnTo>
                <a:lnTo>
                  <a:pt x="3328295" y="4643207"/>
                </a:lnTo>
                <a:lnTo>
                  <a:pt x="3231762" y="4674618"/>
                </a:lnTo>
                <a:lnTo>
                  <a:pt x="3214141" y="4620224"/>
                </a:lnTo>
                <a:lnTo>
                  <a:pt x="3324975" y="4584216"/>
                </a:lnTo>
                <a:lnTo>
                  <a:pt x="3318079" y="4562764"/>
                </a:lnTo>
                <a:close/>
                <a:moveTo>
                  <a:pt x="1798092" y="4512711"/>
                </a:moveTo>
                <a:lnTo>
                  <a:pt x="1790685" y="4533907"/>
                </a:lnTo>
                <a:lnTo>
                  <a:pt x="1783535" y="4555104"/>
                </a:lnTo>
                <a:lnTo>
                  <a:pt x="1849677" y="4577831"/>
                </a:lnTo>
                <a:lnTo>
                  <a:pt x="1782257" y="4773958"/>
                </a:lnTo>
                <a:lnTo>
                  <a:pt x="1805242" y="4781876"/>
                </a:lnTo>
                <a:lnTo>
                  <a:pt x="1827970" y="4789792"/>
                </a:lnTo>
                <a:lnTo>
                  <a:pt x="1895390" y="4593664"/>
                </a:lnTo>
                <a:lnTo>
                  <a:pt x="1961786" y="4616393"/>
                </a:lnTo>
                <a:lnTo>
                  <a:pt x="1969192" y="4595197"/>
                </a:lnTo>
                <a:lnTo>
                  <a:pt x="1976854" y="4574257"/>
                </a:lnTo>
                <a:close/>
                <a:moveTo>
                  <a:pt x="1706412" y="4467765"/>
                </a:moveTo>
                <a:lnTo>
                  <a:pt x="1599921" y="4696325"/>
                </a:lnTo>
                <a:lnTo>
                  <a:pt x="1621883" y="4706540"/>
                </a:lnTo>
                <a:lnTo>
                  <a:pt x="1643589" y="4716755"/>
                </a:lnTo>
                <a:lnTo>
                  <a:pt x="1750336" y="4488196"/>
                </a:lnTo>
                <a:lnTo>
                  <a:pt x="1728118" y="4477980"/>
                </a:lnTo>
                <a:close/>
                <a:moveTo>
                  <a:pt x="3619420" y="4392175"/>
                </a:moveTo>
                <a:lnTo>
                  <a:pt x="3452917" y="4480534"/>
                </a:lnTo>
                <a:lnTo>
                  <a:pt x="3463387" y="4500453"/>
                </a:lnTo>
                <a:lnTo>
                  <a:pt x="3473858" y="4520117"/>
                </a:lnTo>
                <a:lnTo>
                  <a:pt x="3535658" y="4487174"/>
                </a:lnTo>
                <a:lnTo>
                  <a:pt x="3633212" y="4670277"/>
                </a:lnTo>
                <a:lnTo>
                  <a:pt x="3654662" y="4659040"/>
                </a:lnTo>
                <a:lnTo>
                  <a:pt x="3675859" y="4647549"/>
                </a:lnTo>
                <a:lnTo>
                  <a:pt x="3578561" y="4464445"/>
                </a:lnTo>
                <a:lnTo>
                  <a:pt x="3640361" y="4431503"/>
                </a:lnTo>
                <a:lnTo>
                  <a:pt x="3629892" y="4411838"/>
                </a:lnTo>
                <a:close/>
                <a:moveTo>
                  <a:pt x="1489344" y="4349783"/>
                </a:moveTo>
                <a:lnTo>
                  <a:pt x="1479384" y="4370724"/>
                </a:lnTo>
                <a:lnTo>
                  <a:pt x="1468658" y="4390387"/>
                </a:lnTo>
                <a:lnTo>
                  <a:pt x="1529949" y="4424352"/>
                </a:lnTo>
                <a:lnTo>
                  <a:pt x="1429331" y="4605667"/>
                </a:lnTo>
                <a:lnTo>
                  <a:pt x="1450527" y="4617415"/>
                </a:lnTo>
                <a:lnTo>
                  <a:pt x="1471723" y="4629162"/>
                </a:lnTo>
                <a:lnTo>
                  <a:pt x="1571319" y="4446314"/>
                </a:lnTo>
                <a:lnTo>
                  <a:pt x="1632608" y="4480278"/>
                </a:lnTo>
                <a:lnTo>
                  <a:pt x="1643335" y="4460871"/>
                </a:lnTo>
                <a:lnTo>
                  <a:pt x="1654316" y="4441206"/>
                </a:lnTo>
                <a:close/>
                <a:moveTo>
                  <a:pt x="3074963" y="4313008"/>
                </a:moveTo>
                <a:lnTo>
                  <a:pt x="3074963" y="4313774"/>
                </a:lnTo>
                <a:cubicBezTo>
                  <a:pt x="3084922" y="4313774"/>
                  <a:pt x="3086454" y="4323479"/>
                  <a:pt x="3084922" y="4335481"/>
                </a:cubicBezTo>
                <a:cubicBezTo>
                  <a:pt x="3083390" y="4347484"/>
                  <a:pt x="3083901" y="4399835"/>
                  <a:pt x="3074708" y="4399835"/>
                </a:cubicBezTo>
                <a:cubicBezTo>
                  <a:pt x="3065513" y="4399835"/>
                  <a:pt x="3068579" y="4358209"/>
                  <a:pt x="3068579" y="4338546"/>
                </a:cubicBezTo>
                <a:cubicBezTo>
                  <a:pt x="3068579" y="4318882"/>
                  <a:pt x="3068579" y="4313008"/>
                  <a:pt x="3074963" y="4313008"/>
                </a:cubicBezTo>
                <a:close/>
                <a:moveTo>
                  <a:pt x="2643636" y="4313008"/>
                </a:moveTo>
                <a:lnTo>
                  <a:pt x="2643636" y="4313774"/>
                </a:lnTo>
                <a:cubicBezTo>
                  <a:pt x="2653596" y="4313774"/>
                  <a:pt x="2655128" y="4323479"/>
                  <a:pt x="2653596" y="4335481"/>
                </a:cubicBezTo>
                <a:cubicBezTo>
                  <a:pt x="2652064" y="4347484"/>
                  <a:pt x="2652573" y="4399835"/>
                  <a:pt x="2643380" y="4399835"/>
                </a:cubicBezTo>
                <a:cubicBezTo>
                  <a:pt x="2634187" y="4399835"/>
                  <a:pt x="2637252" y="4358209"/>
                  <a:pt x="2637252" y="4338546"/>
                </a:cubicBezTo>
                <a:cubicBezTo>
                  <a:pt x="2637252" y="4318882"/>
                  <a:pt x="2637252" y="4313008"/>
                  <a:pt x="2643636" y="4313008"/>
                </a:cubicBezTo>
                <a:close/>
                <a:moveTo>
                  <a:pt x="3003458" y="4309178"/>
                </a:moveTo>
                <a:cubicBezTo>
                  <a:pt x="3009842" y="4309178"/>
                  <a:pt x="3012906" y="4322713"/>
                  <a:pt x="3012906" y="4334716"/>
                </a:cubicBezTo>
                <a:cubicBezTo>
                  <a:pt x="3012906" y="4346718"/>
                  <a:pt x="3012397" y="4397793"/>
                  <a:pt x="3004736" y="4397793"/>
                </a:cubicBezTo>
                <a:cubicBezTo>
                  <a:pt x="2997073" y="4397793"/>
                  <a:pt x="2992732" y="4355657"/>
                  <a:pt x="2992732" y="4336758"/>
                </a:cubicBezTo>
                <a:cubicBezTo>
                  <a:pt x="2992732" y="4317861"/>
                  <a:pt x="2992732" y="4309944"/>
                  <a:pt x="3003458" y="4309944"/>
                </a:cubicBezTo>
                <a:close/>
                <a:moveTo>
                  <a:pt x="2572131" y="4309178"/>
                </a:moveTo>
                <a:cubicBezTo>
                  <a:pt x="2578516" y="4309178"/>
                  <a:pt x="2581580" y="4323735"/>
                  <a:pt x="2581580" y="4334716"/>
                </a:cubicBezTo>
                <a:cubicBezTo>
                  <a:pt x="2581580" y="4345697"/>
                  <a:pt x="2581324" y="4399070"/>
                  <a:pt x="2573663" y="4399070"/>
                </a:cubicBezTo>
                <a:cubicBezTo>
                  <a:pt x="2566001" y="4399070"/>
                  <a:pt x="2561404" y="4355657"/>
                  <a:pt x="2561404" y="4336758"/>
                </a:cubicBezTo>
                <a:cubicBezTo>
                  <a:pt x="2561404" y="4317861"/>
                  <a:pt x="2561404" y="4309944"/>
                  <a:pt x="2572131" y="4309944"/>
                </a:cubicBezTo>
                <a:close/>
                <a:moveTo>
                  <a:pt x="2137611" y="4308891"/>
                </a:moveTo>
                <a:cubicBezTo>
                  <a:pt x="2140676" y="4308539"/>
                  <a:pt x="2144124" y="4309050"/>
                  <a:pt x="2145656" y="4312498"/>
                </a:cubicBezTo>
                <a:cubicBezTo>
                  <a:pt x="2147903" y="4340027"/>
                  <a:pt x="2148489" y="4367659"/>
                  <a:pt x="2147443" y="4395239"/>
                </a:cubicBezTo>
                <a:cubicBezTo>
                  <a:pt x="2147443" y="4401623"/>
                  <a:pt x="2134930" y="4404177"/>
                  <a:pt x="2131864" y="4395239"/>
                </a:cubicBezTo>
                <a:cubicBezTo>
                  <a:pt x="2130332" y="4367173"/>
                  <a:pt x="2130332" y="4339031"/>
                  <a:pt x="2131864" y="4310966"/>
                </a:cubicBezTo>
                <a:lnTo>
                  <a:pt x="2131864" y="4310455"/>
                </a:lnTo>
                <a:cubicBezTo>
                  <a:pt x="2131864" y="4310455"/>
                  <a:pt x="2134546" y="4309242"/>
                  <a:pt x="2137611" y="4308891"/>
                </a:cubicBezTo>
                <a:close/>
                <a:moveTo>
                  <a:pt x="2206945" y="4304582"/>
                </a:moveTo>
                <a:cubicBezTo>
                  <a:pt x="2216394" y="4303560"/>
                  <a:pt x="2214096" y="4327821"/>
                  <a:pt x="2214096" y="4334716"/>
                </a:cubicBezTo>
                <a:cubicBezTo>
                  <a:pt x="2214096" y="4341610"/>
                  <a:pt x="2214607" y="4394729"/>
                  <a:pt x="2206945" y="4394729"/>
                </a:cubicBezTo>
                <a:cubicBezTo>
                  <a:pt x="2199284" y="4394729"/>
                  <a:pt x="2199284" y="4349527"/>
                  <a:pt x="2199284" y="4334716"/>
                </a:cubicBezTo>
                <a:cubicBezTo>
                  <a:pt x="2199284" y="4319903"/>
                  <a:pt x="2197752" y="4304582"/>
                  <a:pt x="2206945" y="4304582"/>
                </a:cubicBezTo>
                <a:close/>
                <a:moveTo>
                  <a:pt x="2165064" y="4298708"/>
                </a:moveTo>
                <a:lnTo>
                  <a:pt x="2165120" y="4300428"/>
                </a:lnTo>
                <a:lnTo>
                  <a:pt x="2165064" y="4300496"/>
                </a:lnTo>
                <a:close/>
                <a:moveTo>
                  <a:pt x="2169252" y="4295362"/>
                </a:moveTo>
                <a:cubicBezTo>
                  <a:pt x="2173950" y="4292502"/>
                  <a:pt x="2180079" y="4294010"/>
                  <a:pt x="2182939" y="4298708"/>
                </a:cubicBezTo>
                <a:cubicBezTo>
                  <a:pt x="2186005" y="4302794"/>
                  <a:pt x="2186005" y="4394984"/>
                  <a:pt x="2186005" y="4400858"/>
                </a:cubicBezTo>
                <a:cubicBezTo>
                  <a:pt x="2186005" y="4406732"/>
                  <a:pt x="2171448" y="4405710"/>
                  <a:pt x="2168384" y="4400858"/>
                </a:cubicBezTo>
                <a:lnTo>
                  <a:pt x="2165120" y="4300428"/>
                </a:lnTo>
                <a:close/>
                <a:moveTo>
                  <a:pt x="3042274" y="4291557"/>
                </a:moveTo>
                <a:cubicBezTo>
                  <a:pt x="3055299" y="4291557"/>
                  <a:pt x="3051467" y="4310200"/>
                  <a:pt x="3051467" y="4329863"/>
                </a:cubicBezTo>
                <a:cubicBezTo>
                  <a:pt x="3051467" y="4349527"/>
                  <a:pt x="3054787" y="4404177"/>
                  <a:pt x="3040742" y="4404177"/>
                </a:cubicBezTo>
                <a:cubicBezTo>
                  <a:pt x="3026697" y="4404177"/>
                  <a:pt x="3029761" y="4346718"/>
                  <a:pt x="3029761" y="4328842"/>
                </a:cubicBezTo>
                <a:cubicBezTo>
                  <a:pt x="3029761" y="4310966"/>
                  <a:pt x="3026697" y="4291557"/>
                  <a:pt x="3042274" y="4291557"/>
                </a:cubicBezTo>
                <a:close/>
                <a:moveTo>
                  <a:pt x="2610947" y="4291557"/>
                </a:moveTo>
                <a:cubicBezTo>
                  <a:pt x="2624227" y="4291557"/>
                  <a:pt x="2620142" y="4310200"/>
                  <a:pt x="2620142" y="4329863"/>
                </a:cubicBezTo>
                <a:cubicBezTo>
                  <a:pt x="2620142" y="4349527"/>
                  <a:pt x="2623460" y="4404177"/>
                  <a:pt x="2609415" y="4404177"/>
                </a:cubicBezTo>
                <a:cubicBezTo>
                  <a:pt x="2595370" y="4404177"/>
                  <a:pt x="2598434" y="4346718"/>
                  <a:pt x="2598434" y="4328842"/>
                </a:cubicBezTo>
                <a:cubicBezTo>
                  <a:pt x="2598434" y="4310966"/>
                  <a:pt x="2595370" y="4291557"/>
                  <a:pt x="2610947" y="4291557"/>
                </a:cubicBezTo>
                <a:close/>
                <a:moveTo>
                  <a:pt x="1921692" y="4283640"/>
                </a:moveTo>
                <a:lnTo>
                  <a:pt x="1922948" y="4284793"/>
                </a:lnTo>
                <a:lnTo>
                  <a:pt x="1920926" y="4284662"/>
                </a:lnTo>
                <a:close/>
                <a:moveTo>
                  <a:pt x="3813761" y="4269850"/>
                </a:moveTo>
                <a:lnTo>
                  <a:pt x="3670495" y="4362807"/>
                </a:lnTo>
                <a:lnTo>
                  <a:pt x="3807887" y="4574257"/>
                </a:lnTo>
                <a:lnTo>
                  <a:pt x="3954983" y="4477725"/>
                </a:lnTo>
                <a:lnTo>
                  <a:pt x="3942725" y="4458827"/>
                </a:lnTo>
                <a:lnTo>
                  <a:pt x="3930722" y="4440185"/>
                </a:lnTo>
                <a:lnTo>
                  <a:pt x="3823720" y="4509647"/>
                </a:lnTo>
                <a:lnTo>
                  <a:pt x="3787713" y="4454741"/>
                </a:lnTo>
                <a:lnTo>
                  <a:pt x="3883734" y="4393451"/>
                </a:lnTo>
                <a:lnTo>
                  <a:pt x="3871986" y="4375065"/>
                </a:lnTo>
                <a:lnTo>
                  <a:pt x="3860240" y="4356933"/>
                </a:lnTo>
                <a:lnTo>
                  <a:pt x="3764984" y="4418734"/>
                </a:lnTo>
                <a:lnTo>
                  <a:pt x="3735871" y="4373788"/>
                </a:lnTo>
                <a:lnTo>
                  <a:pt x="3838021" y="4307391"/>
                </a:lnTo>
                <a:lnTo>
                  <a:pt x="3826019" y="4288493"/>
                </a:lnTo>
                <a:close/>
                <a:moveTo>
                  <a:pt x="1311858" y="4244313"/>
                </a:moveTo>
                <a:cubicBezTo>
                  <a:pt x="1289896" y="4246561"/>
                  <a:pt x="1270130" y="4258563"/>
                  <a:pt x="1257975" y="4277001"/>
                </a:cubicBezTo>
                <a:cubicBezTo>
                  <a:pt x="1246048" y="4290638"/>
                  <a:pt x="1241069" y="4309000"/>
                  <a:pt x="1244440" y="4326799"/>
                </a:cubicBezTo>
                <a:cubicBezTo>
                  <a:pt x="1254016" y="4351749"/>
                  <a:pt x="1268521" y="4374503"/>
                  <a:pt x="1287087" y="4393707"/>
                </a:cubicBezTo>
                <a:cubicBezTo>
                  <a:pt x="1296817" y="4403666"/>
                  <a:pt x="1304785" y="4415260"/>
                  <a:pt x="1310582" y="4427927"/>
                </a:cubicBezTo>
                <a:cubicBezTo>
                  <a:pt x="1313058" y="4435716"/>
                  <a:pt x="1311322" y="4444220"/>
                  <a:pt x="1305985" y="4450400"/>
                </a:cubicBezTo>
                <a:cubicBezTo>
                  <a:pt x="1300622" y="4458061"/>
                  <a:pt x="1291505" y="4462173"/>
                  <a:pt x="1282236" y="4461125"/>
                </a:cubicBezTo>
                <a:cubicBezTo>
                  <a:pt x="1269671" y="4459440"/>
                  <a:pt x="1257821" y="4454333"/>
                  <a:pt x="1248015" y="4446314"/>
                </a:cubicBezTo>
                <a:cubicBezTo>
                  <a:pt x="1237315" y="4439572"/>
                  <a:pt x="1229475" y="4429127"/>
                  <a:pt x="1226053" y="4416946"/>
                </a:cubicBezTo>
                <a:cubicBezTo>
                  <a:pt x="1223473" y="4405454"/>
                  <a:pt x="1226103" y="4393401"/>
                  <a:pt x="1233203" y="4384003"/>
                </a:cubicBezTo>
                <a:lnTo>
                  <a:pt x="1195408" y="4356678"/>
                </a:lnTo>
                <a:cubicBezTo>
                  <a:pt x="1181209" y="4375678"/>
                  <a:pt x="1175566" y="4399734"/>
                  <a:pt x="1179830" y="4423075"/>
                </a:cubicBezTo>
                <a:cubicBezTo>
                  <a:pt x="1186291" y="4447182"/>
                  <a:pt x="1201511" y="4468021"/>
                  <a:pt x="1222477" y="4481556"/>
                </a:cubicBezTo>
                <a:cubicBezTo>
                  <a:pt x="1241937" y="4497210"/>
                  <a:pt x="1266197" y="4505689"/>
                  <a:pt x="1291173" y="4505561"/>
                </a:cubicBezTo>
                <a:cubicBezTo>
                  <a:pt x="1312956" y="4504361"/>
                  <a:pt x="1332901" y="4493022"/>
                  <a:pt x="1345057" y="4474916"/>
                </a:cubicBezTo>
                <a:cubicBezTo>
                  <a:pt x="1357290" y="4460845"/>
                  <a:pt x="1363189" y="4442381"/>
                  <a:pt x="1361401" y="4423841"/>
                </a:cubicBezTo>
                <a:cubicBezTo>
                  <a:pt x="1353894" y="4400168"/>
                  <a:pt x="1340869" y="4378614"/>
                  <a:pt x="1323350" y="4361019"/>
                </a:cubicBezTo>
                <a:cubicBezTo>
                  <a:pt x="1312395" y="4349247"/>
                  <a:pt x="1302895" y="4336222"/>
                  <a:pt x="1295004" y="4322203"/>
                </a:cubicBezTo>
                <a:cubicBezTo>
                  <a:pt x="1291327" y="4315716"/>
                  <a:pt x="1291939" y="4307646"/>
                  <a:pt x="1296536" y="4301772"/>
                </a:cubicBezTo>
                <a:cubicBezTo>
                  <a:pt x="1301643" y="4293984"/>
                  <a:pt x="1309994" y="4288927"/>
                  <a:pt x="1319264" y="4287982"/>
                </a:cubicBezTo>
                <a:cubicBezTo>
                  <a:pt x="1329658" y="4287676"/>
                  <a:pt x="1339822" y="4291123"/>
                  <a:pt x="1347866" y="4297686"/>
                </a:cubicBezTo>
                <a:cubicBezTo>
                  <a:pt x="1358209" y="4304505"/>
                  <a:pt x="1365895" y="4314695"/>
                  <a:pt x="1369573" y="4326544"/>
                </a:cubicBezTo>
                <a:cubicBezTo>
                  <a:pt x="1372689" y="4337295"/>
                  <a:pt x="1370927" y="4348889"/>
                  <a:pt x="1364721" y="4358210"/>
                </a:cubicBezTo>
                <a:lnTo>
                  <a:pt x="1402771" y="4386046"/>
                </a:lnTo>
                <a:lnTo>
                  <a:pt x="1402771" y="4385535"/>
                </a:lnTo>
                <a:cubicBezTo>
                  <a:pt x="1415617" y="4366714"/>
                  <a:pt x="1420494" y="4343577"/>
                  <a:pt x="1416307" y="4321181"/>
                </a:cubicBezTo>
                <a:cubicBezTo>
                  <a:pt x="1411021" y="4298504"/>
                  <a:pt x="1397332" y="4278712"/>
                  <a:pt x="1378001" y="4265764"/>
                </a:cubicBezTo>
                <a:cubicBezTo>
                  <a:pt x="1359384" y="4250621"/>
                  <a:pt x="1335813" y="4242985"/>
                  <a:pt x="1311858" y="4244313"/>
                </a:cubicBezTo>
                <a:close/>
                <a:moveTo>
                  <a:pt x="4008101" y="4130927"/>
                </a:moveTo>
                <a:cubicBezTo>
                  <a:pt x="3983023" y="4130442"/>
                  <a:pt x="3958711" y="4139585"/>
                  <a:pt x="3940171" y="4156464"/>
                </a:cubicBezTo>
                <a:cubicBezTo>
                  <a:pt x="3916600" y="4174801"/>
                  <a:pt x="3903142" y="4203223"/>
                  <a:pt x="3903908" y="4233077"/>
                </a:cubicBezTo>
                <a:cubicBezTo>
                  <a:pt x="3906385" y="4268063"/>
                  <a:pt x="3920813" y="4301160"/>
                  <a:pt x="3944769" y="4326799"/>
                </a:cubicBezTo>
                <a:cubicBezTo>
                  <a:pt x="3965504" y="4354329"/>
                  <a:pt x="3995229" y="4373762"/>
                  <a:pt x="4028786" y="4381704"/>
                </a:cubicBezTo>
                <a:cubicBezTo>
                  <a:pt x="4085377" y="4390413"/>
                  <a:pt x="4138368" y="4351698"/>
                  <a:pt x="4147280" y="4295132"/>
                </a:cubicBezTo>
                <a:lnTo>
                  <a:pt x="4146769" y="4294622"/>
                </a:lnTo>
                <a:cubicBezTo>
                  <a:pt x="4148557" y="4268854"/>
                  <a:pt x="4141049" y="4243291"/>
                  <a:pt x="4125573" y="4222606"/>
                </a:cubicBezTo>
                <a:lnTo>
                  <a:pt x="4088289" y="4253762"/>
                </a:lnTo>
                <a:cubicBezTo>
                  <a:pt x="4096435" y="4264794"/>
                  <a:pt x="4100342" y="4278380"/>
                  <a:pt x="4099270" y="4292068"/>
                </a:cubicBezTo>
                <a:cubicBezTo>
                  <a:pt x="4098911" y="4294954"/>
                  <a:pt x="4098299" y="4297814"/>
                  <a:pt x="4097431" y="4300598"/>
                </a:cubicBezTo>
                <a:cubicBezTo>
                  <a:pt x="4089182" y="4327565"/>
                  <a:pt x="4060605" y="4342734"/>
                  <a:pt x="4033638" y="4334460"/>
                </a:cubicBezTo>
                <a:cubicBezTo>
                  <a:pt x="4013209" y="4326722"/>
                  <a:pt x="3995485" y="4313239"/>
                  <a:pt x="3982564" y="4295644"/>
                </a:cubicBezTo>
                <a:cubicBezTo>
                  <a:pt x="3966986" y="4279146"/>
                  <a:pt x="3956515" y="4258461"/>
                  <a:pt x="3952430" y="4236141"/>
                </a:cubicBezTo>
                <a:cubicBezTo>
                  <a:pt x="3949798" y="4219057"/>
                  <a:pt x="3956414" y="4201870"/>
                  <a:pt x="3969795" y="4190940"/>
                </a:cubicBezTo>
                <a:cubicBezTo>
                  <a:pt x="3979295" y="4182308"/>
                  <a:pt x="3991680" y="4177559"/>
                  <a:pt x="4004525" y="4177661"/>
                </a:cubicBezTo>
                <a:cubicBezTo>
                  <a:pt x="4017014" y="4177941"/>
                  <a:pt x="4028939" y="4183074"/>
                  <a:pt x="4037724" y="4191962"/>
                </a:cubicBezTo>
                <a:lnTo>
                  <a:pt x="4075009" y="4160806"/>
                </a:lnTo>
                <a:cubicBezTo>
                  <a:pt x="4057312" y="4142725"/>
                  <a:pt x="4033383" y="4132051"/>
                  <a:pt x="4008101" y="4130927"/>
                </a:cubicBezTo>
                <a:close/>
                <a:moveTo>
                  <a:pt x="2673457" y="4121934"/>
                </a:moveTo>
                <a:lnTo>
                  <a:pt x="2673968" y="4121934"/>
                </a:lnTo>
                <a:lnTo>
                  <a:pt x="2673968" y="4190119"/>
                </a:lnTo>
                <a:lnTo>
                  <a:pt x="2615998" y="4190119"/>
                </a:lnTo>
                <a:close/>
                <a:moveTo>
                  <a:pt x="2815757" y="4109220"/>
                </a:moveTo>
                <a:cubicBezTo>
                  <a:pt x="2842827" y="4109220"/>
                  <a:pt x="2853552" y="4131693"/>
                  <a:pt x="2853552" y="4169489"/>
                </a:cubicBezTo>
                <a:cubicBezTo>
                  <a:pt x="2853552" y="4207285"/>
                  <a:pt x="2841806" y="4229757"/>
                  <a:pt x="2815757" y="4229757"/>
                </a:cubicBezTo>
                <a:cubicBezTo>
                  <a:pt x="2789709" y="4229757"/>
                  <a:pt x="2777962" y="4207029"/>
                  <a:pt x="2777962" y="4169489"/>
                </a:cubicBezTo>
                <a:cubicBezTo>
                  <a:pt x="2777962" y="4131949"/>
                  <a:pt x="2790220" y="4109220"/>
                  <a:pt x="2815757" y="4109220"/>
                </a:cubicBezTo>
                <a:close/>
                <a:moveTo>
                  <a:pt x="2501392" y="4109220"/>
                </a:moveTo>
                <a:cubicBezTo>
                  <a:pt x="2527441" y="4109220"/>
                  <a:pt x="2537910" y="4124288"/>
                  <a:pt x="2537910" y="4141398"/>
                </a:cubicBezTo>
                <a:cubicBezTo>
                  <a:pt x="2538089" y="4143364"/>
                  <a:pt x="2538063" y="4145330"/>
                  <a:pt x="2537859" y="4147297"/>
                </a:cubicBezTo>
                <a:cubicBezTo>
                  <a:pt x="2536122" y="4164688"/>
                  <a:pt x="2520570" y="4177380"/>
                  <a:pt x="2503180" y="4175618"/>
                </a:cubicBezTo>
                <a:cubicBezTo>
                  <a:pt x="2488112" y="4175618"/>
                  <a:pt x="2466661" y="4172043"/>
                  <a:pt x="2466661" y="4142930"/>
                </a:cubicBezTo>
                <a:cubicBezTo>
                  <a:pt x="2466610" y="4141704"/>
                  <a:pt x="2466635" y="4140478"/>
                  <a:pt x="2466711" y="4139253"/>
                </a:cubicBezTo>
                <a:cubicBezTo>
                  <a:pt x="2468014" y="4121376"/>
                  <a:pt x="2483515" y="4107944"/>
                  <a:pt x="2501392" y="4109220"/>
                </a:cubicBezTo>
                <a:close/>
                <a:moveTo>
                  <a:pt x="2494292" y="4093693"/>
                </a:moveTo>
                <a:cubicBezTo>
                  <a:pt x="2466074" y="4093949"/>
                  <a:pt x="2443421" y="4117009"/>
                  <a:pt x="2443677" y="4145228"/>
                </a:cubicBezTo>
                <a:cubicBezTo>
                  <a:pt x="2443728" y="4146377"/>
                  <a:pt x="2443805" y="4147526"/>
                  <a:pt x="2443933" y="4148650"/>
                </a:cubicBezTo>
                <a:cubicBezTo>
                  <a:pt x="2447073" y="4176690"/>
                  <a:pt x="2472330" y="4196890"/>
                  <a:pt x="2500371" y="4193749"/>
                </a:cubicBezTo>
                <a:cubicBezTo>
                  <a:pt x="2516254" y="4194898"/>
                  <a:pt x="2531705" y="4188233"/>
                  <a:pt x="2541741" y="4175873"/>
                </a:cubicBezTo>
                <a:cubicBezTo>
                  <a:pt x="2536122" y="4214945"/>
                  <a:pt x="2523865" y="4232055"/>
                  <a:pt x="2498327" y="4232055"/>
                </a:cubicBezTo>
                <a:cubicBezTo>
                  <a:pt x="2496565" y="4232387"/>
                  <a:pt x="2494777" y="4232540"/>
                  <a:pt x="2493015" y="4232514"/>
                </a:cubicBezTo>
                <a:cubicBezTo>
                  <a:pt x="2478894" y="4232260"/>
                  <a:pt x="2467682" y="4220614"/>
                  <a:pt x="2467938" y="4206518"/>
                </a:cubicBezTo>
                <a:lnTo>
                  <a:pt x="2445209" y="4206518"/>
                </a:lnTo>
                <a:cubicBezTo>
                  <a:pt x="2445209" y="4221329"/>
                  <a:pt x="2456701" y="4246867"/>
                  <a:pt x="2498839" y="4246867"/>
                </a:cubicBezTo>
                <a:lnTo>
                  <a:pt x="2498839" y="4247633"/>
                </a:lnTo>
                <a:cubicBezTo>
                  <a:pt x="2561915" y="4247633"/>
                  <a:pt x="2564469" y="4178171"/>
                  <a:pt x="2564980" y="4163870"/>
                </a:cubicBezTo>
                <a:cubicBezTo>
                  <a:pt x="2564980" y="4139609"/>
                  <a:pt x="2559107" y="4094153"/>
                  <a:pt x="2501647" y="4094153"/>
                </a:cubicBezTo>
                <a:cubicBezTo>
                  <a:pt x="2499196" y="4093821"/>
                  <a:pt x="2496744" y="4093668"/>
                  <a:pt x="2494292" y="4093693"/>
                </a:cubicBezTo>
                <a:close/>
                <a:moveTo>
                  <a:pt x="2815758" y="4093387"/>
                </a:moveTo>
                <a:cubicBezTo>
                  <a:pt x="2763916" y="4093387"/>
                  <a:pt x="2753957" y="4139355"/>
                  <a:pt x="2753957" y="4169999"/>
                </a:cubicBezTo>
                <a:cubicBezTo>
                  <a:pt x="2753957" y="4200644"/>
                  <a:pt x="2764683" y="4246611"/>
                  <a:pt x="2815758" y="4246611"/>
                </a:cubicBezTo>
                <a:lnTo>
                  <a:pt x="2815758" y="4247633"/>
                </a:lnTo>
                <a:cubicBezTo>
                  <a:pt x="2868365" y="4247633"/>
                  <a:pt x="2877558" y="4200644"/>
                  <a:pt x="2877558" y="4169999"/>
                </a:cubicBezTo>
                <a:cubicBezTo>
                  <a:pt x="2877558" y="4139355"/>
                  <a:pt x="2867598" y="4093387"/>
                  <a:pt x="2815758" y="4093387"/>
                </a:cubicBezTo>
                <a:close/>
                <a:moveTo>
                  <a:pt x="2678110" y="4092366"/>
                </a:moveTo>
                <a:lnTo>
                  <a:pt x="2595625" y="4187620"/>
                </a:lnTo>
                <a:lnTo>
                  <a:pt x="2595625" y="4206007"/>
                </a:lnTo>
                <a:lnTo>
                  <a:pt x="2674281" y="4206007"/>
                </a:lnTo>
                <a:lnTo>
                  <a:pt x="2674281" y="4242781"/>
                </a:lnTo>
                <a:lnTo>
                  <a:pt x="2697008" y="4242781"/>
                </a:lnTo>
                <a:lnTo>
                  <a:pt x="2697008" y="4206007"/>
                </a:lnTo>
                <a:lnTo>
                  <a:pt x="2722545" y="4206007"/>
                </a:lnTo>
                <a:lnTo>
                  <a:pt x="2722545" y="4189918"/>
                </a:lnTo>
                <a:lnTo>
                  <a:pt x="2697008" y="4189918"/>
                </a:lnTo>
                <a:lnTo>
                  <a:pt x="2697008" y="4092366"/>
                </a:lnTo>
                <a:close/>
                <a:moveTo>
                  <a:pt x="2350976" y="4091344"/>
                </a:moveTo>
                <a:cubicBezTo>
                  <a:pt x="2343826" y="4115860"/>
                  <a:pt x="2331567" y="4118414"/>
                  <a:pt x="2302456" y="4119946"/>
                </a:cubicBezTo>
                <a:lnTo>
                  <a:pt x="2302456" y="4136035"/>
                </a:lnTo>
                <a:lnTo>
                  <a:pt x="2344592" y="4136035"/>
                </a:lnTo>
                <a:lnTo>
                  <a:pt x="2344592" y="4242781"/>
                </a:lnTo>
                <a:lnTo>
                  <a:pt x="2368597" y="4242781"/>
                </a:lnTo>
                <a:lnTo>
                  <a:pt x="2368597" y="4091344"/>
                </a:lnTo>
                <a:close/>
                <a:moveTo>
                  <a:pt x="1108580" y="4047676"/>
                </a:moveTo>
                <a:lnTo>
                  <a:pt x="936458" y="4232056"/>
                </a:lnTo>
                <a:lnTo>
                  <a:pt x="953058" y="4247633"/>
                </a:lnTo>
                <a:lnTo>
                  <a:pt x="969657" y="4263977"/>
                </a:lnTo>
                <a:lnTo>
                  <a:pt x="1093513" y="4130927"/>
                </a:lnTo>
                <a:lnTo>
                  <a:pt x="1039630" y="4329353"/>
                </a:lnTo>
                <a:lnTo>
                  <a:pt x="1057250" y="4345697"/>
                </a:lnTo>
                <a:lnTo>
                  <a:pt x="1074871" y="4361275"/>
                </a:lnTo>
                <a:lnTo>
                  <a:pt x="1246738" y="4176639"/>
                </a:lnTo>
                <a:lnTo>
                  <a:pt x="1230139" y="4161317"/>
                </a:lnTo>
                <a:lnTo>
                  <a:pt x="1213795" y="4145994"/>
                </a:lnTo>
                <a:lnTo>
                  <a:pt x="1093003" y="4275469"/>
                </a:lnTo>
                <a:lnTo>
                  <a:pt x="1145610" y="4082406"/>
                </a:lnTo>
                <a:lnTo>
                  <a:pt x="1126967" y="4065041"/>
                </a:lnTo>
                <a:close/>
                <a:moveTo>
                  <a:pt x="1027116" y="3958805"/>
                </a:moveTo>
                <a:lnTo>
                  <a:pt x="839671" y="4127607"/>
                </a:lnTo>
                <a:lnTo>
                  <a:pt x="856016" y="4145484"/>
                </a:lnTo>
                <a:lnTo>
                  <a:pt x="872104" y="4163615"/>
                </a:lnTo>
                <a:lnTo>
                  <a:pt x="1059549" y="3994813"/>
                </a:lnTo>
                <a:lnTo>
                  <a:pt x="1043460" y="3976682"/>
                </a:lnTo>
                <a:close/>
                <a:moveTo>
                  <a:pt x="4194013" y="3909518"/>
                </a:moveTo>
                <a:lnTo>
                  <a:pt x="4177926" y="3927650"/>
                </a:lnTo>
                <a:lnTo>
                  <a:pt x="4161581" y="3945526"/>
                </a:lnTo>
                <a:lnTo>
                  <a:pt x="4231809" y="4008858"/>
                </a:lnTo>
                <a:lnTo>
                  <a:pt x="4171286" y="4076277"/>
                </a:lnTo>
                <a:lnTo>
                  <a:pt x="4101058" y="4012944"/>
                </a:lnTo>
                <a:lnTo>
                  <a:pt x="4084713" y="4031076"/>
                </a:lnTo>
                <a:lnTo>
                  <a:pt x="4068625" y="4048952"/>
                </a:lnTo>
                <a:lnTo>
                  <a:pt x="4255559" y="4218265"/>
                </a:lnTo>
                <a:lnTo>
                  <a:pt x="4271647" y="4200134"/>
                </a:lnTo>
                <a:lnTo>
                  <a:pt x="4287992" y="4182257"/>
                </a:lnTo>
                <a:lnTo>
                  <a:pt x="4202952" y="4105645"/>
                </a:lnTo>
                <a:lnTo>
                  <a:pt x="4263731" y="4038226"/>
                </a:lnTo>
                <a:lnTo>
                  <a:pt x="4348516" y="4114838"/>
                </a:lnTo>
                <a:lnTo>
                  <a:pt x="4364858" y="4096707"/>
                </a:lnTo>
                <a:lnTo>
                  <a:pt x="4381458" y="4078320"/>
                </a:lnTo>
                <a:close/>
                <a:moveTo>
                  <a:pt x="2588474" y="3783363"/>
                </a:moveTo>
                <a:cubicBezTo>
                  <a:pt x="2594066" y="3791663"/>
                  <a:pt x="2600298" y="3799528"/>
                  <a:pt x="2607117" y="3806857"/>
                </a:cubicBezTo>
                <a:cubicBezTo>
                  <a:pt x="2615034" y="3814774"/>
                  <a:pt x="2626780" y="3821924"/>
                  <a:pt x="2627547" y="3826522"/>
                </a:cubicBezTo>
                <a:cubicBezTo>
                  <a:pt x="2628312" y="3831118"/>
                  <a:pt x="2621928" y="3832650"/>
                  <a:pt x="2621928" y="3832650"/>
                </a:cubicBezTo>
                <a:lnTo>
                  <a:pt x="2621928" y="3989961"/>
                </a:lnTo>
                <a:cubicBezTo>
                  <a:pt x="2621928" y="3989961"/>
                  <a:pt x="2681686" y="3988939"/>
                  <a:pt x="2701095" y="4003751"/>
                </a:cubicBezTo>
                <a:cubicBezTo>
                  <a:pt x="2720503" y="4018562"/>
                  <a:pt x="2753957" y="4031075"/>
                  <a:pt x="2762639" y="4041291"/>
                </a:cubicBezTo>
                <a:cubicBezTo>
                  <a:pt x="2771323" y="4051506"/>
                  <a:pt x="2807585" y="4053804"/>
                  <a:pt x="2822398" y="4057890"/>
                </a:cubicBezTo>
                <a:cubicBezTo>
                  <a:pt x="2837210" y="4061976"/>
                  <a:pt x="2844359" y="4081129"/>
                  <a:pt x="2852787" y="4087514"/>
                </a:cubicBezTo>
                <a:cubicBezTo>
                  <a:pt x="2861213" y="4093898"/>
                  <a:pt x="2874238" y="4086748"/>
                  <a:pt x="2886751" y="4090578"/>
                </a:cubicBezTo>
                <a:cubicBezTo>
                  <a:pt x="2899265" y="4094408"/>
                  <a:pt x="2920460" y="4119435"/>
                  <a:pt x="2934252" y="4126075"/>
                </a:cubicBezTo>
                <a:cubicBezTo>
                  <a:pt x="2948041" y="4132715"/>
                  <a:pt x="2964897" y="4133991"/>
                  <a:pt x="2971026" y="4148803"/>
                </a:cubicBezTo>
                <a:cubicBezTo>
                  <a:pt x="2977154" y="4163615"/>
                  <a:pt x="2973579" y="4171787"/>
                  <a:pt x="2989412" y="4171787"/>
                </a:cubicBezTo>
                <a:cubicBezTo>
                  <a:pt x="3002283" y="4171251"/>
                  <a:pt x="3014745" y="4176255"/>
                  <a:pt x="3023633" y="4185577"/>
                </a:cubicBezTo>
                <a:cubicBezTo>
                  <a:pt x="3028995" y="4190174"/>
                  <a:pt x="3046360" y="4184555"/>
                  <a:pt x="3062449" y="4190174"/>
                </a:cubicBezTo>
                <a:cubicBezTo>
                  <a:pt x="3070621" y="4192472"/>
                  <a:pt x="3097181" y="4206007"/>
                  <a:pt x="3113523" y="4210603"/>
                </a:cubicBezTo>
                <a:cubicBezTo>
                  <a:pt x="3139444" y="4221763"/>
                  <a:pt x="3164190" y="4235554"/>
                  <a:pt x="3187327" y="4251719"/>
                </a:cubicBezTo>
                <a:cubicBezTo>
                  <a:pt x="3235772" y="4255039"/>
                  <a:pt x="3283756" y="4263160"/>
                  <a:pt x="3330592" y="4275979"/>
                </a:cubicBezTo>
                <a:lnTo>
                  <a:pt x="1866020" y="4277512"/>
                </a:lnTo>
                <a:cubicBezTo>
                  <a:pt x="1866020" y="4277512"/>
                  <a:pt x="1913264" y="4268062"/>
                  <a:pt x="2040951" y="4257082"/>
                </a:cubicBezTo>
                <a:cubicBezTo>
                  <a:pt x="2063451" y="4238363"/>
                  <a:pt x="2089524" y="4224368"/>
                  <a:pt x="2117563" y="4215967"/>
                </a:cubicBezTo>
                <a:cubicBezTo>
                  <a:pt x="2126758" y="4215201"/>
                  <a:pt x="2155104" y="4182513"/>
                  <a:pt x="2158680" y="4177149"/>
                </a:cubicBezTo>
                <a:cubicBezTo>
                  <a:pt x="2162254" y="4171787"/>
                  <a:pt x="2192899" y="4175873"/>
                  <a:pt x="2199795" y="4156464"/>
                </a:cubicBezTo>
                <a:cubicBezTo>
                  <a:pt x="2206690" y="4137056"/>
                  <a:pt x="2225843" y="4139609"/>
                  <a:pt x="2236569" y="4135779"/>
                </a:cubicBezTo>
                <a:cubicBezTo>
                  <a:pt x="2247294" y="4131948"/>
                  <a:pt x="2248826" y="4104879"/>
                  <a:pt x="2268491" y="4094664"/>
                </a:cubicBezTo>
                <a:cubicBezTo>
                  <a:pt x="2277428" y="4090067"/>
                  <a:pt x="2300157" y="4082662"/>
                  <a:pt x="2316501" y="4076277"/>
                </a:cubicBezTo>
                <a:cubicBezTo>
                  <a:pt x="2332845" y="4069893"/>
                  <a:pt x="2350211" y="4046142"/>
                  <a:pt x="2362212" y="4044355"/>
                </a:cubicBezTo>
                <a:cubicBezTo>
                  <a:pt x="2382974" y="4043334"/>
                  <a:pt x="2403278" y="4037843"/>
                  <a:pt x="2421715" y="4028267"/>
                </a:cubicBezTo>
                <a:cubicBezTo>
                  <a:pt x="2439080" y="4016520"/>
                  <a:pt x="2459254" y="4005028"/>
                  <a:pt x="2474322" y="3996345"/>
                </a:cubicBezTo>
                <a:cubicBezTo>
                  <a:pt x="2489388" y="3987662"/>
                  <a:pt x="2557830" y="3992259"/>
                  <a:pt x="2557830" y="3992259"/>
                </a:cubicBezTo>
                <a:lnTo>
                  <a:pt x="2557830" y="3835970"/>
                </a:lnTo>
                <a:lnTo>
                  <a:pt x="2550168" y="3828820"/>
                </a:lnTo>
                <a:cubicBezTo>
                  <a:pt x="2546848" y="3825755"/>
                  <a:pt x="2560894" y="3816306"/>
                  <a:pt x="2570343" y="3806857"/>
                </a:cubicBezTo>
                <a:cubicBezTo>
                  <a:pt x="2577187" y="3799682"/>
                  <a:pt x="2583265" y="3791816"/>
                  <a:pt x="2588474" y="3783363"/>
                </a:cubicBezTo>
                <a:close/>
                <a:moveTo>
                  <a:pt x="4348260" y="3698579"/>
                </a:moveTo>
                <a:lnTo>
                  <a:pt x="4335236" y="3717222"/>
                </a:lnTo>
                <a:lnTo>
                  <a:pt x="4322211" y="3735864"/>
                </a:lnTo>
                <a:lnTo>
                  <a:pt x="4467264" y="3838013"/>
                </a:lnTo>
                <a:lnTo>
                  <a:pt x="4268839" y="3812476"/>
                </a:lnTo>
                <a:lnTo>
                  <a:pt x="4254282" y="3833417"/>
                </a:lnTo>
                <a:lnTo>
                  <a:pt x="4239726" y="3854102"/>
                </a:lnTo>
                <a:lnTo>
                  <a:pt x="4446323" y="3998899"/>
                </a:lnTo>
                <a:lnTo>
                  <a:pt x="4459347" y="3980257"/>
                </a:lnTo>
                <a:lnTo>
                  <a:pt x="4472116" y="3961614"/>
                </a:lnTo>
                <a:lnTo>
                  <a:pt x="4323232" y="3857422"/>
                </a:lnTo>
                <a:lnTo>
                  <a:pt x="4527532" y="3882959"/>
                </a:lnTo>
                <a:lnTo>
                  <a:pt x="4541578" y="3863040"/>
                </a:lnTo>
                <a:lnTo>
                  <a:pt x="4554857" y="3843377"/>
                </a:lnTo>
                <a:close/>
                <a:moveTo>
                  <a:pt x="785022" y="3676362"/>
                </a:moveTo>
                <a:cubicBezTo>
                  <a:pt x="714002" y="3673630"/>
                  <a:pt x="648779" y="3715408"/>
                  <a:pt x="621581" y="3781065"/>
                </a:cubicBezTo>
                <a:cubicBezTo>
                  <a:pt x="612618" y="3810535"/>
                  <a:pt x="617802" y="3842508"/>
                  <a:pt x="635627" y="3867637"/>
                </a:cubicBezTo>
                <a:cubicBezTo>
                  <a:pt x="649749" y="3890416"/>
                  <a:pt x="674725" y="3904155"/>
                  <a:pt x="701514" y="3903900"/>
                </a:cubicBezTo>
                <a:lnTo>
                  <a:pt x="706366" y="3903900"/>
                </a:lnTo>
                <a:lnTo>
                  <a:pt x="680828" y="3925607"/>
                </a:lnTo>
                <a:lnTo>
                  <a:pt x="698449" y="3952931"/>
                </a:lnTo>
                <a:lnTo>
                  <a:pt x="812602" y="3878873"/>
                </a:lnTo>
                <a:lnTo>
                  <a:pt x="759739" y="3797153"/>
                </a:lnTo>
                <a:lnTo>
                  <a:pt x="723221" y="3820904"/>
                </a:lnTo>
                <a:lnTo>
                  <a:pt x="751567" y="3867637"/>
                </a:lnTo>
                <a:cubicBezTo>
                  <a:pt x="741071" y="3871748"/>
                  <a:pt x="729911" y="3873919"/>
                  <a:pt x="718624" y="3874021"/>
                </a:cubicBezTo>
                <a:cubicBezTo>
                  <a:pt x="700978" y="3874047"/>
                  <a:pt x="684557" y="3864981"/>
                  <a:pt x="675210" y="3850016"/>
                </a:cubicBezTo>
                <a:cubicBezTo>
                  <a:pt x="663591" y="3834387"/>
                  <a:pt x="660449" y="3814034"/>
                  <a:pt x="666783" y="3795621"/>
                </a:cubicBezTo>
                <a:cubicBezTo>
                  <a:pt x="676053" y="3774476"/>
                  <a:pt x="692039" y="3756983"/>
                  <a:pt x="712240" y="3745824"/>
                </a:cubicBezTo>
                <a:cubicBezTo>
                  <a:pt x="731035" y="3732008"/>
                  <a:pt x="753789" y="3724653"/>
                  <a:pt x="777104" y="3724883"/>
                </a:cubicBezTo>
                <a:cubicBezTo>
                  <a:pt x="796589" y="3725853"/>
                  <a:pt x="814262" y="3736630"/>
                  <a:pt x="824094" y="3753485"/>
                </a:cubicBezTo>
                <a:cubicBezTo>
                  <a:pt x="830733" y="3763777"/>
                  <a:pt x="833440" y="3776085"/>
                  <a:pt x="831755" y="3788216"/>
                </a:cubicBezTo>
                <a:cubicBezTo>
                  <a:pt x="831065" y="3799835"/>
                  <a:pt x="825728" y="3810689"/>
                  <a:pt x="816943" y="3818350"/>
                </a:cubicBezTo>
                <a:lnTo>
                  <a:pt x="845545" y="3858954"/>
                </a:lnTo>
                <a:cubicBezTo>
                  <a:pt x="864570" y="3844066"/>
                  <a:pt x="877033" y="3822359"/>
                  <a:pt x="880276" y="3798431"/>
                </a:cubicBezTo>
                <a:cubicBezTo>
                  <a:pt x="882778" y="3773302"/>
                  <a:pt x="876165" y="3748096"/>
                  <a:pt x="861634" y="3727437"/>
                </a:cubicBezTo>
                <a:cubicBezTo>
                  <a:pt x="845468" y="3699371"/>
                  <a:pt x="817122" y="3680499"/>
                  <a:pt x="785022" y="3676362"/>
                </a:cubicBezTo>
                <a:close/>
                <a:moveTo>
                  <a:pt x="4509911" y="3529522"/>
                </a:moveTo>
                <a:cubicBezTo>
                  <a:pt x="4532921" y="3528092"/>
                  <a:pt x="4555802" y="3533710"/>
                  <a:pt x="4575541" y="3545610"/>
                </a:cubicBezTo>
                <a:cubicBezTo>
                  <a:pt x="4596764" y="3554421"/>
                  <a:pt x="4614589" y="3569820"/>
                  <a:pt x="4626362" y="3589535"/>
                </a:cubicBezTo>
                <a:cubicBezTo>
                  <a:pt x="4628507" y="3594233"/>
                  <a:pt x="4630039" y="3599213"/>
                  <a:pt x="4630882" y="3604295"/>
                </a:cubicBezTo>
                <a:cubicBezTo>
                  <a:pt x="4636143" y="3636038"/>
                  <a:pt x="4614666" y="3665993"/>
                  <a:pt x="4582948" y="3671254"/>
                </a:cubicBezTo>
                <a:cubicBezTo>
                  <a:pt x="4560347" y="3672990"/>
                  <a:pt x="4537746" y="3667628"/>
                  <a:pt x="4518338" y="3655931"/>
                </a:cubicBezTo>
                <a:cubicBezTo>
                  <a:pt x="4497015" y="3646432"/>
                  <a:pt x="4479190" y="3630547"/>
                  <a:pt x="4467263" y="3610475"/>
                </a:cubicBezTo>
                <a:cubicBezTo>
                  <a:pt x="4458581" y="3594565"/>
                  <a:pt x="4458581" y="3575310"/>
                  <a:pt x="4467263" y="3559400"/>
                </a:cubicBezTo>
                <a:cubicBezTo>
                  <a:pt x="4475410" y="3542775"/>
                  <a:pt x="4491499" y="3531488"/>
                  <a:pt x="4509911" y="3529522"/>
                </a:cubicBezTo>
                <a:close/>
                <a:moveTo>
                  <a:pt x="4498676" y="3484065"/>
                </a:moveTo>
                <a:cubicBezTo>
                  <a:pt x="4494921" y="3484984"/>
                  <a:pt x="4491217" y="3486134"/>
                  <a:pt x="4487592" y="3487436"/>
                </a:cubicBezTo>
                <a:cubicBezTo>
                  <a:pt x="4430720" y="3508121"/>
                  <a:pt x="4401378" y="3570969"/>
                  <a:pt x="4422063" y="3627841"/>
                </a:cubicBezTo>
                <a:cubicBezTo>
                  <a:pt x="4436849" y="3659788"/>
                  <a:pt x="4462438" y="3685479"/>
                  <a:pt x="4494333" y="3700367"/>
                </a:cubicBezTo>
                <a:cubicBezTo>
                  <a:pt x="4524059" y="3718218"/>
                  <a:pt x="4559249" y="3724755"/>
                  <a:pt x="4593419" y="3718754"/>
                </a:cubicBezTo>
                <a:cubicBezTo>
                  <a:pt x="4623835" y="3712216"/>
                  <a:pt x="4649498" y="3691939"/>
                  <a:pt x="4662881" y="3663849"/>
                </a:cubicBezTo>
                <a:lnTo>
                  <a:pt x="4662370" y="3663338"/>
                </a:lnTo>
                <a:cubicBezTo>
                  <a:pt x="4678152" y="3636651"/>
                  <a:pt x="4680987" y="3604244"/>
                  <a:pt x="4670031" y="3575234"/>
                </a:cubicBezTo>
                <a:cubicBezTo>
                  <a:pt x="4655909" y="3543542"/>
                  <a:pt x="4630780" y="3518030"/>
                  <a:pt x="4599293" y="3503473"/>
                </a:cubicBezTo>
                <a:cubicBezTo>
                  <a:pt x="4569133" y="3485214"/>
                  <a:pt x="4533458" y="3478345"/>
                  <a:pt x="4498676" y="3484065"/>
                </a:cubicBezTo>
                <a:close/>
                <a:moveTo>
                  <a:pt x="681339" y="3404133"/>
                </a:moveTo>
                <a:lnTo>
                  <a:pt x="452779" y="3510879"/>
                </a:lnTo>
                <a:lnTo>
                  <a:pt x="462228" y="3531310"/>
                </a:lnTo>
                <a:lnTo>
                  <a:pt x="471932" y="3551739"/>
                </a:lnTo>
                <a:lnTo>
                  <a:pt x="636648" y="3475127"/>
                </a:lnTo>
                <a:lnTo>
                  <a:pt x="512281" y="3638822"/>
                </a:lnTo>
                <a:lnTo>
                  <a:pt x="522497" y="3660529"/>
                </a:lnTo>
                <a:lnTo>
                  <a:pt x="532712" y="3681980"/>
                </a:lnTo>
                <a:lnTo>
                  <a:pt x="761271" y="3575489"/>
                </a:lnTo>
                <a:lnTo>
                  <a:pt x="751567" y="3554804"/>
                </a:lnTo>
                <a:lnTo>
                  <a:pt x="742118" y="3534374"/>
                </a:lnTo>
                <a:lnTo>
                  <a:pt x="581743" y="3609198"/>
                </a:lnTo>
                <a:lnTo>
                  <a:pt x="702791" y="3450356"/>
                </a:lnTo>
                <a:lnTo>
                  <a:pt x="692065" y="3427372"/>
                </a:lnTo>
                <a:close/>
                <a:moveTo>
                  <a:pt x="4760434" y="3300707"/>
                </a:moveTo>
                <a:lnTo>
                  <a:pt x="4719062" y="3408475"/>
                </a:lnTo>
                <a:lnTo>
                  <a:pt x="4525490" y="3334161"/>
                </a:lnTo>
                <a:lnTo>
                  <a:pt x="4516806" y="3356889"/>
                </a:lnTo>
                <a:lnTo>
                  <a:pt x="4508124" y="3379362"/>
                </a:lnTo>
                <a:lnTo>
                  <a:pt x="4744090" y="3470019"/>
                </a:lnTo>
                <a:lnTo>
                  <a:pt x="4802315" y="3316795"/>
                </a:lnTo>
                <a:lnTo>
                  <a:pt x="4781374" y="3308879"/>
                </a:lnTo>
                <a:close/>
                <a:moveTo>
                  <a:pt x="636904" y="3292024"/>
                </a:moveTo>
                <a:lnTo>
                  <a:pt x="401449" y="3382426"/>
                </a:lnTo>
                <a:lnTo>
                  <a:pt x="410131" y="3405155"/>
                </a:lnTo>
                <a:lnTo>
                  <a:pt x="418814" y="3427628"/>
                </a:lnTo>
                <a:lnTo>
                  <a:pt x="654269" y="3337226"/>
                </a:lnTo>
                <a:lnTo>
                  <a:pt x="645587" y="3314752"/>
                </a:lnTo>
                <a:close/>
                <a:moveTo>
                  <a:pt x="421113" y="3120158"/>
                </a:moveTo>
                <a:lnTo>
                  <a:pt x="406557" y="3123988"/>
                </a:lnTo>
                <a:cubicBezTo>
                  <a:pt x="382960" y="3127640"/>
                  <a:pt x="361508" y="3139821"/>
                  <a:pt x="346288" y="3158208"/>
                </a:cubicBezTo>
                <a:cubicBezTo>
                  <a:pt x="335281" y="3176749"/>
                  <a:pt x="333137" y="3199222"/>
                  <a:pt x="340415" y="3219498"/>
                </a:cubicBezTo>
                <a:cubicBezTo>
                  <a:pt x="344296" y="3239698"/>
                  <a:pt x="356426" y="3257370"/>
                  <a:pt x="373869" y="3268274"/>
                </a:cubicBezTo>
                <a:lnTo>
                  <a:pt x="373869" y="3267764"/>
                </a:lnTo>
                <a:cubicBezTo>
                  <a:pt x="392868" y="3277161"/>
                  <a:pt x="414831" y="3278643"/>
                  <a:pt x="434903" y="3271850"/>
                </a:cubicBezTo>
                <a:lnTo>
                  <a:pt x="610090" y="3224861"/>
                </a:lnTo>
                <a:lnTo>
                  <a:pt x="603706" y="3201366"/>
                </a:lnTo>
                <a:lnTo>
                  <a:pt x="597576" y="3178127"/>
                </a:lnTo>
                <a:lnTo>
                  <a:pt x="422390" y="3225116"/>
                </a:lnTo>
                <a:cubicBezTo>
                  <a:pt x="413503" y="3227926"/>
                  <a:pt x="403951" y="3227926"/>
                  <a:pt x="395064" y="3225116"/>
                </a:cubicBezTo>
                <a:cubicBezTo>
                  <a:pt x="394171" y="3224580"/>
                  <a:pt x="393302" y="3223967"/>
                  <a:pt x="392460" y="3223329"/>
                </a:cubicBezTo>
                <a:cubicBezTo>
                  <a:pt x="379921" y="3213727"/>
                  <a:pt x="377546" y="3195774"/>
                  <a:pt x="387148" y="3183235"/>
                </a:cubicBezTo>
                <a:cubicBezTo>
                  <a:pt x="395984" y="3175548"/>
                  <a:pt x="406761" y="3170441"/>
                  <a:pt x="418304" y="3168423"/>
                </a:cubicBezTo>
                <a:lnTo>
                  <a:pt x="432860" y="3164593"/>
                </a:lnTo>
                <a:close/>
                <a:moveTo>
                  <a:pt x="4714338" y="3033815"/>
                </a:moveTo>
                <a:cubicBezTo>
                  <a:pt x="4725747" y="3033815"/>
                  <a:pt x="4737155" y="3035526"/>
                  <a:pt x="4748175" y="3038948"/>
                </a:cubicBezTo>
                <a:cubicBezTo>
                  <a:pt x="4770468" y="3043187"/>
                  <a:pt x="4790823" y="3054372"/>
                  <a:pt x="4806401" y="3070870"/>
                </a:cubicBezTo>
                <a:cubicBezTo>
                  <a:pt x="4809618" y="3074905"/>
                  <a:pt x="4812299" y="3079374"/>
                  <a:pt x="4814369" y="3084124"/>
                </a:cubicBezTo>
                <a:cubicBezTo>
                  <a:pt x="4827187" y="3113747"/>
                  <a:pt x="4813577" y="3148197"/>
                  <a:pt x="4783928" y="3161017"/>
                </a:cubicBezTo>
                <a:cubicBezTo>
                  <a:pt x="4762323" y="3167886"/>
                  <a:pt x="4739134" y="3167886"/>
                  <a:pt x="4717529" y="3161017"/>
                </a:cubicBezTo>
                <a:cubicBezTo>
                  <a:pt x="4694852" y="3156701"/>
                  <a:pt x="4674066" y="3145465"/>
                  <a:pt x="4658028" y="3128840"/>
                </a:cubicBezTo>
                <a:cubicBezTo>
                  <a:pt x="4654121" y="3124192"/>
                  <a:pt x="4650980" y="3118982"/>
                  <a:pt x="4648732" y="3113339"/>
                </a:cubicBezTo>
                <a:cubicBezTo>
                  <a:pt x="4636960" y="3084022"/>
                  <a:pt x="4651184" y="3050721"/>
                  <a:pt x="4680501" y="3038948"/>
                </a:cubicBezTo>
                <a:cubicBezTo>
                  <a:pt x="4691521" y="3035526"/>
                  <a:pt x="4702929" y="3033815"/>
                  <a:pt x="4714338" y="3033815"/>
                </a:cubicBezTo>
                <a:close/>
                <a:moveTo>
                  <a:pt x="4707839" y="2985652"/>
                </a:moveTo>
                <a:cubicBezTo>
                  <a:pt x="4690544" y="2986603"/>
                  <a:pt x="4673415" y="2990594"/>
                  <a:pt x="4657262" y="2997578"/>
                </a:cubicBezTo>
                <a:cubicBezTo>
                  <a:pt x="4653814" y="2999417"/>
                  <a:pt x="4650445" y="3001434"/>
                  <a:pt x="4647201" y="3003630"/>
                </a:cubicBezTo>
                <a:cubicBezTo>
                  <a:pt x="4597198" y="3037442"/>
                  <a:pt x="4584098" y="3105397"/>
                  <a:pt x="4617935" y="3155399"/>
                </a:cubicBezTo>
                <a:cubicBezTo>
                  <a:pt x="4640101" y="3182826"/>
                  <a:pt x="4671206" y="3201622"/>
                  <a:pt x="4705784" y="3208517"/>
                </a:cubicBezTo>
                <a:cubicBezTo>
                  <a:pt x="4738982" y="3218630"/>
                  <a:pt x="4774684" y="3216459"/>
                  <a:pt x="4806402" y="3202388"/>
                </a:cubicBezTo>
                <a:cubicBezTo>
                  <a:pt x="4834109" y="3188394"/>
                  <a:pt x="4853926" y="3162550"/>
                  <a:pt x="4860285" y="3132160"/>
                </a:cubicBezTo>
                <a:cubicBezTo>
                  <a:pt x="4869198" y="3102256"/>
                  <a:pt x="4863733" y="3069875"/>
                  <a:pt x="4845473" y="3044567"/>
                </a:cubicBezTo>
                <a:cubicBezTo>
                  <a:pt x="4824099" y="3017191"/>
                  <a:pt x="4793530" y="2998472"/>
                  <a:pt x="4759412" y="2991960"/>
                </a:cubicBezTo>
                <a:cubicBezTo>
                  <a:pt x="4742595" y="2986789"/>
                  <a:pt x="4725134" y="2984701"/>
                  <a:pt x="4707839" y="2985652"/>
                </a:cubicBezTo>
                <a:close/>
                <a:moveTo>
                  <a:pt x="549821" y="2975360"/>
                </a:moveTo>
                <a:lnTo>
                  <a:pt x="302363" y="3023626"/>
                </a:lnTo>
                <a:lnTo>
                  <a:pt x="306961" y="3047376"/>
                </a:lnTo>
                <a:lnTo>
                  <a:pt x="311557" y="3071126"/>
                </a:lnTo>
                <a:lnTo>
                  <a:pt x="559015" y="3023115"/>
                </a:lnTo>
                <a:lnTo>
                  <a:pt x="554419" y="2999110"/>
                </a:lnTo>
                <a:close/>
                <a:moveTo>
                  <a:pt x="1087128" y="2972806"/>
                </a:moveTo>
                <a:cubicBezTo>
                  <a:pt x="1181796" y="2995969"/>
                  <a:pt x="1278251" y="3011266"/>
                  <a:pt x="1375446" y="3018518"/>
                </a:cubicBezTo>
                <a:cubicBezTo>
                  <a:pt x="1561870" y="3025925"/>
                  <a:pt x="1825926" y="3010091"/>
                  <a:pt x="2067511" y="3012900"/>
                </a:cubicBezTo>
                <a:cubicBezTo>
                  <a:pt x="2106073" y="3020051"/>
                  <a:pt x="2140803" y="3025925"/>
                  <a:pt x="2167873" y="3029245"/>
                </a:cubicBezTo>
                <a:cubicBezTo>
                  <a:pt x="2232737" y="3038183"/>
                  <a:pt x="2340762" y="3049674"/>
                  <a:pt x="2388261" y="3054782"/>
                </a:cubicBezTo>
                <a:lnTo>
                  <a:pt x="2320586" y="3328287"/>
                </a:lnTo>
                <a:lnTo>
                  <a:pt x="2591538" y="3374254"/>
                </a:lnTo>
                <a:lnTo>
                  <a:pt x="2862236" y="3328287"/>
                </a:lnTo>
                <a:lnTo>
                  <a:pt x="2794561" y="3055037"/>
                </a:lnTo>
                <a:cubicBezTo>
                  <a:pt x="2842060" y="3049418"/>
                  <a:pt x="2950084" y="3037927"/>
                  <a:pt x="3014949" y="3029499"/>
                </a:cubicBezTo>
                <a:cubicBezTo>
                  <a:pt x="3042019" y="3026180"/>
                  <a:pt x="3076749" y="3020306"/>
                  <a:pt x="3115567" y="3013156"/>
                </a:cubicBezTo>
                <a:cubicBezTo>
                  <a:pt x="3357151" y="3010346"/>
                  <a:pt x="3620952" y="3026180"/>
                  <a:pt x="3807632" y="3018774"/>
                </a:cubicBezTo>
                <a:lnTo>
                  <a:pt x="3808653" y="3018518"/>
                </a:lnTo>
                <a:cubicBezTo>
                  <a:pt x="3905771" y="3011240"/>
                  <a:pt x="4002124" y="2995969"/>
                  <a:pt x="4096714" y="2972806"/>
                </a:cubicBezTo>
                <a:cubicBezTo>
                  <a:pt x="4096714" y="2972806"/>
                  <a:pt x="4012186" y="3108665"/>
                  <a:pt x="3915399" y="3175063"/>
                </a:cubicBezTo>
                <a:cubicBezTo>
                  <a:pt x="3542502" y="3282856"/>
                  <a:pt x="3159746" y="3353007"/>
                  <a:pt x="2772855" y="3384470"/>
                </a:cubicBezTo>
                <a:lnTo>
                  <a:pt x="2846147" y="3677638"/>
                </a:lnTo>
                <a:lnTo>
                  <a:pt x="2590773" y="3732799"/>
                </a:lnTo>
                <a:lnTo>
                  <a:pt x="2335398" y="3677638"/>
                </a:lnTo>
                <a:lnTo>
                  <a:pt x="2408691" y="3384470"/>
                </a:lnTo>
                <a:cubicBezTo>
                  <a:pt x="2022565" y="3352854"/>
                  <a:pt x="1640600" y="3282703"/>
                  <a:pt x="1268444" y="3175063"/>
                </a:cubicBezTo>
                <a:cubicBezTo>
                  <a:pt x="1171657" y="3108665"/>
                  <a:pt x="1087128" y="2972806"/>
                  <a:pt x="1087128" y="2972806"/>
                </a:cubicBezTo>
                <a:close/>
                <a:moveTo>
                  <a:pt x="520453" y="2736586"/>
                </a:moveTo>
                <a:lnTo>
                  <a:pt x="270187" y="2767487"/>
                </a:lnTo>
                <a:lnTo>
                  <a:pt x="291638" y="2943184"/>
                </a:lnTo>
                <a:lnTo>
                  <a:pt x="313856" y="2940630"/>
                </a:lnTo>
                <a:lnTo>
                  <a:pt x="336073" y="2937820"/>
                </a:lnTo>
                <a:lnTo>
                  <a:pt x="320496" y="2810134"/>
                </a:lnTo>
                <a:lnTo>
                  <a:pt x="385616" y="2801962"/>
                </a:lnTo>
                <a:lnTo>
                  <a:pt x="399406" y="2914581"/>
                </a:lnTo>
                <a:lnTo>
                  <a:pt x="421113" y="2912028"/>
                </a:lnTo>
                <a:lnTo>
                  <a:pt x="442565" y="2909474"/>
                </a:lnTo>
                <a:lnTo>
                  <a:pt x="428774" y="2796854"/>
                </a:lnTo>
                <a:lnTo>
                  <a:pt x="481892" y="2790214"/>
                </a:lnTo>
                <a:lnTo>
                  <a:pt x="496704" y="2911517"/>
                </a:lnTo>
                <a:lnTo>
                  <a:pt x="519177" y="2908963"/>
                </a:lnTo>
                <a:lnTo>
                  <a:pt x="541139" y="2906154"/>
                </a:lnTo>
                <a:close/>
                <a:moveTo>
                  <a:pt x="4741026" y="2693939"/>
                </a:moveTo>
                <a:cubicBezTo>
                  <a:pt x="4716969" y="2693581"/>
                  <a:pt x="4693731" y="2702775"/>
                  <a:pt x="4676415" y="2719476"/>
                </a:cubicBezTo>
                <a:cubicBezTo>
                  <a:pt x="4637854" y="2763273"/>
                  <a:pt x="4637854" y="2828904"/>
                  <a:pt x="4676415" y="2872700"/>
                </a:cubicBezTo>
                <a:cubicBezTo>
                  <a:pt x="4730709" y="2918361"/>
                  <a:pt x="4807627" y="2925588"/>
                  <a:pt x="4869478" y="2890832"/>
                </a:cubicBezTo>
                <a:cubicBezTo>
                  <a:pt x="4894760" y="2873288"/>
                  <a:pt x="4910440" y="2844967"/>
                  <a:pt x="4911871" y="2814220"/>
                </a:cubicBezTo>
                <a:cubicBezTo>
                  <a:pt x="4914781" y="2787558"/>
                  <a:pt x="4903545" y="2761306"/>
                  <a:pt x="4882247" y="2745013"/>
                </a:cubicBezTo>
                <a:lnTo>
                  <a:pt x="4878417" y="2742970"/>
                </a:lnTo>
                <a:lnTo>
                  <a:pt x="4911360" y="2740927"/>
                </a:lnTo>
                <a:lnTo>
                  <a:pt x="4913659" y="2709006"/>
                </a:lnTo>
                <a:lnTo>
                  <a:pt x="4778055" y="2697259"/>
                </a:lnTo>
                <a:lnTo>
                  <a:pt x="4769628" y="2794045"/>
                </a:lnTo>
                <a:lnTo>
                  <a:pt x="4813041" y="2797876"/>
                </a:lnTo>
                <a:lnTo>
                  <a:pt x="4817638" y="2743226"/>
                </a:lnTo>
                <a:cubicBezTo>
                  <a:pt x="4828466" y="2746444"/>
                  <a:pt x="4838579" y="2751653"/>
                  <a:pt x="4847516" y="2758548"/>
                </a:cubicBezTo>
                <a:cubicBezTo>
                  <a:pt x="4861460" y="2769401"/>
                  <a:pt x="4868789" y="2786690"/>
                  <a:pt x="4866925" y="2804260"/>
                </a:cubicBezTo>
                <a:cubicBezTo>
                  <a:pt x="4866645" y="2823438"/>
                  <a:pt x="4857144" y="2841315"/>
                  <a:pt x="4841388" y="2852270"/>
                </a:cubicBezTo>
                <a:cubicBezTo>
                  <a:pt x="4820983" y="2863124"/>
                  <a:pt x="4797590" y="2867082"/>
                  <a:pt x="4774735" y="2863507"/>
                </a:cubicBezTo>
                <a:cubicBezTo>
                  <a:pt x="4751394" y="2862818"/>
                  <a:pt x="4728895" y="2854569"/>
                  <a:pt x="4710636" y="2840013"/>
                </a:cubicBezTo>
                <a:cubicBezTo>
                  <a:pt x="4696131" y="2827244"/>
                  <a:pt x="4688852" y="2808117"/>
                  <a:pt x="4691227" y="2788938"/>
                </a:cubicBezTo>
                <a:cubicBezTo>
                  <a:pt x="4692248" y="2776629"/>
                  <a:pt x="4697688" y="2765111"/>
                  <a:pt x="4706549" y="2756505"/>
                </a:cubicBezTo>
                <a:cubicBezTo>
                  <a:pt x="4714365" y="2747874"/>
                  <a:pt x="4725320" y="2742741"/>
                  <a:pt x="4736939" y="2742204"/>
                </a:cubicBezTo>
                <a:close/>
                <a:moveTo>
                  <a:pt x="1252866" y="2615538"/>
                </a:moveTo>
                <a:cubicBezTo>
                  <a:pt x="1305627" y="2625370"/>
                  <a:pt x="1359076" y="2631167"/>
                  <a:pt x="1412731" y="2632904"/>
                </a:cubicBezTo>
                <a:cubicBezTo>
                  <a:pt x="1450781" y="2634436"/>
                  <a:pt x="1497771" y="2632904"/>
                  <a:pt x="1551399" y="2632904"/>
                </a:cubicBezTo>
                <a:cubicBezTo>
                  <a:pt x="1599154" y="2631371"/>
                  <a:pt x="1653293" y="2631371"/>
                  <a:pt x="1710243" y="2631371"/>
                </a:cubicBezTo>
                <a:cubicBezTo>
                  <a:pt x="1776384" y="2631371"/>
                  <a:pt x="1859892" y="2632137"/>
                  <a:pt x="1950038" y="2637501"/>
                </a:cubicBezTo>
                <a:cubicBezTo>
                  <a:pt x="2035130" y="2662910"/>
                  <a:pt x="2121675" y="2683034"/>
                  <a:pt x="2209244" y="2697769"/>
                </a:cubicBezTo>
                <a:cubicBezTo>
                  <a:pt x="2269895" y="2706375"/>
                  <a:pt x="2331083" y="2710563"/>
                  <a:pt x="2392347" y="2710282"/>
                </a:cubicBezTo>
                <a:lnTo>
                  <a:pt x="2330546" y="2973062"/>
                </a:lnTo>
                <a:lnTo>
                  <a:pt x="2585921" y="3003196"/>
                </a:lnTo>
                <a:lnTo>
                  <a:pt x="2588729" y="3003196"/>
                </a:lnTo>
                <a:lnTo>
                  <a:pt x="2592049" y="3003196"/>
                </a:lnTo>
                <a:lnTo>
                  <a:pt x="2849212" y="2972551"/>
                </a:lnTo>
                <a:lnTo>
                  <a:pt x="2787411" y="2709771"/>
                </a:lnTo>
                <a:cubicBezTo>
                  <a:pt x="2848675" y="2710052"/>
                  <a:pt x="2909863" y="2705865"/>
                  <a:pt x="2970514" y="2697258"/>
                </a:cubicBezTo>
                <a:cubicBezTo>
                  <a:pt x="3058415" y="2682830"/>
                  <a:pt x="3145317" y="2662936"/>
                  <a:pt x="3230741" y="2637756"/>
                </a:cubicBezTo>
                <a:cubicBezTo>
                  <a:pt x="3320887" y="2631627"/>
                  <a:pt x="3404395" y="2631627"/>
                  <a:pt x="3470538" y="2631627"/>
                </a:cubicBezTo>
                <a:cubicBezTo>
                  <a:pt x="3527230" y="2631627"/>
                  <a:pt x="3581625" y="2633159"/>
                  <a:pt x="3629380" y="2633159"/>
                </a:cubicBezTo>
                <a:cubicBezTo>
                  <a:pt x="3683264" y="2633159"/>
                  <a:pt x="3730253" y="2633159"/>
                  <a:pt x="3768048" y="2633159"/>
                </a:cubicBezTo>
                <a:lnTo>
                  <a:pt x="3768048" y="2632904"/>
                </a:lnTo>
                <a:cubicBezTo>
                  <a:pt x="3821703" y="2631167"/>
                  <a:pt x="3875153" y="2625370"/>
                  <a:pt x="3927913" y="2615538"/>
                </a:cubicBezTo>
                <a:cubicBezTo>
                  <a:pt x="3884602" y="2673151"/>
                  <a:pt x="3832964" y="2724022"/>
                  <a:pt x="3774688" y="2766464"/>
                </a:cubicBezTo>
                <a:cubicBezTo>
                  <a:pt x="3703516" y="2807018"/>
                  <a:pt x="3628920" y="2841187"/>
                  <a:pt x="3551747" y="2868614"/>
                </a:cubicBezTo>
                <a:cubicBezTo>
                  <a:pt x="3373086" y="2920225"/>
                  <a:pt x="3191311" y="2960395"/>
                  <a:pt x="3007544" y="2988895"/>
                </a:cubicBezTo>
                <a:cubicBezTo>
                  <a:pt x="2923780" y="2999621"/>
                  <a:pt x="2766215" y="3016220"/>
                  <a:pt x="2764683" y="3016220"/>
                </a:cubicBezTo>
                <a:lnTo>
                  <a:pt x="2741189" y="3018518"/>
                </a:lnTo>
                <a:lnTo>
                  <a:pt x="2809373" y="3295089"/>
                </a:lnTo>
                <a:lnTo>
                  <a:pt x="2589496" y="3332373"/>
                </a:lnTo>
                <a:lnTo>
                  <a:pt x="2369364" y="3295089"/>
                </a:lnTo>
                <a:lnTo>
                  <a:pt x="2437804" y="3018518"/>
                </a:lnTo>
                <a:lnTo>
                  <a:pt x="2414054" y="3016220"/>
                </a:lnTo>
                <a:cubicBezTo>
                  <a:pt x="2412522" y="3015964"/>
                  <a:pt x="2254955" y="2999621"/>
                  <a:pt x="2171193" y="2988895"/>
                </a:cubicBezTo>
                <a:cubicBezTo>
                  <a:pt x="1988115" y="2960267"/>
                  <a:pt x="1807029" y="2920097"/>
                  <a:pt x="1629032" y="2868614"/>
                </a:cubicBezTo>
                <a:cubicBezTo>
                  <a:pt x="1551859" y="2841187"/>
                  <a:pt x="1477264" y="2807018"/>
                  <a:pt x="1406091" y="2766464"/>
                </a:cubicBezTo>
                <a:cubicBezTo>
                  <a:pt x="1347815" y="2724022"/>
                  <a:pt x="1296178" y="2673151"/>
                  <a:pt x="1252866" y="2615538"/>
                </a:cubicBezTo>
                <a:close/>
                <a:moveTo>
                  <a:pt x="417282" y="2522071"/>
                </a:moveTo>
                <a:lnTo>
                  <a:pt x="472698" y="2522071"/>
                </a:lnTo>
                <a:lnTo>
                  <a:pt x="472698" y="2575700"/>
                </a:lnTo>
                <a:cubicBezTo>
                  <a:pt x="473209" y="2585609"/>
                  <a:pt x="470809" y="2595466"/>
                  <a:pt x="465804" y="2604047"/>
                </a:cubicBezTo>
                <a:cubicBezTo>
                  <a:pt x="461436" y="2610354"/>
                  <a:pt x="454056" y="2613878"/>
                  <a:pt x="446395" y="2613240"/>
                </a:cubicBezTo>
                <a:cubicBezTo>
                  <a:pt x="438095" y="2613930"/>
                  <a:pt x="429924" y="2610840"/>
                  <a:pt x="424178" y="2604813"/>
                </a:cubicBezTo>
                <a:cubicBezTo>
                  <a:pt x="418763" y="2596794"/>
                  <a:pt x="416337" y="2587115"/>
                  <a:pt x="417282" y="2577488"/>
                </a:cubicBezTo>
                <a:close/>
                <a:moveTo>
                  <a:pt x="307727" y="2518751"/>
                </a:moveTo>
                <a:lnTo>
                  <a:pt x="374889" y="2520029"/>
                </a:lnTo>
                <a:lnTo>
                  <a:pt x="374889" y="2577743"/>
                </a:lnTo>
                <a:cubicBezTo>
                  <a:pt x="375401" y="2588086"/>
                  <a:pt x="372515" y="2598301"/>
                  <a:pt x="366718" y="2606856"/>
                </a:cubicBezTo>
                <a:cubicBezTo>
                  <a:pt x="360691" y="2613496"/>
                  <a:pt x="351881" y="2616918"/>
                  <a:pt x="342968" y="2616049"/>
                </a:cubicBezTo>
                <a:cubicBezTo>
                  <a:pt x="333034" y="2616611"/>
                  <a:pt x="323304" y="2612984"/>
                  <a:pt x="316154" y="2606090"/>
                </a:cubicBezTo>
                <a:cubicBezTo>
                  <a:pt x="309719" y="2598019"/>
                  <a:pt x="306705" y="2587754"/>
                  <a:pt x="307727" y="2577488"/>
                </a:cubicBezTo>
                <a:close/>
                <a:moveTo>
                  <a:pt x="265590" y="2471508"/>
                </a:moveTo>
                <a:lnTo>
                  <a:pt x="265590" y="2494747"/>
                </a:lnTo>
                <a:lnTo>
                  <a:pt x="265335" y="2576722"/>
                </a:lnTo>
                <a:cubicBezTo>
                  <a:pt x="263189" y="2599961"/>
                  <a:pt x="269957" y="2623123"/>
                  <a:pt x="284232" y="2641587"/>
                </a:cubicBezTo>
                <a:cubicBezTo>
                  <a:pt x="299555" y="2657267"/>
                  <a:pt x="320828" y="2665618"/>
                  <a:pt x="342713" y="2664571"/>
                </a:cubicBezTo>
                <a:cubicBezTo>
                  <a:pt x="361508" y="2665924"/>
                  <a:pt x="379793" y="2657905"/>
                  <a:pt x="391490" y="2643120"/>
                </a:cubicBezTo>
                <a:cubicBezTo>
                  <a:pt x="394937" y="2638752"/>
                  <a:pt x="397772" y="2633951"/>
                  <a:pt x="399917" y="2628818"/>
                </a:cubicBezTo>
                <a:cubicBezTo>
                  <a:pt x="409851" y="2647716"/>
                  <a:pt x="429668" y="2659285"/>
                  <a:pt x="450992" y="2658697"/>
                </a:cubicBezTo>
                <a:cubicBezTo>
                  <a:pt x="468638" y="2659949"/>
                  <a:pt x="485953" y="2653309"/>
                  <a:pt x="498236" y="2640566"/>
                </a:cubicBezTo>
                <a:cubicBezTo>
                  <a:pt x="510417" y="2625907"/>
                  <a:pt x="516699" y="2607240"/>
                  <a:pt x="515857" y="2588214"/>
                </a:cubicBezTo>
                <a:lnTo>
                  <a:pt x="517645" y="2499088"/>
                </a:lnTo>
                <a:lnTo>
                  <a:pt x="517645" y="2476105"/>
                </a:lnTo>
                <a:close/>
                <a:moveTo>
                  <a:pt x="4665434" y="2426562"/>
                </a:moveTo>
                <a:lnTo>
                  <a:pt x="4665434" y="2454142"/>
                </a:lnTo>
                <a:lnTo>
                  <a:pt x="4665434" y="2481468"/>
                </a:lnTo>
                <a:lnTo>
                  <a:pt x="4776012" y="2522838"/>
                </a:lnTo>
                <a:lnTo>
                  <a:pt x="4668499" y="2573913"/>
                </a:lnTo>
                <a:lnTo>
                  <a:pt x="4668499" y="2602770"/>
                </a:lnTo>
                <a:lnTo>
                  <a:pt x="4668499" y="2631627"/>
                </a:lnTo>
                <a:lnTo>
                  <a:pt x="4821723" y="2545055"/>
                </a:lnTo>
                <a:lnTo>
                  <a:pt x="4916468" y="2541736"/>
                </a:lnTo>
                <a:lnTo>
                  <a:pt x="4916468" y="2517475"/>
                </a:lnTo>
                <a:lnTo>
                  <a:pt x="4916468" y="2493470"/>
                </a:lnTo>
                <a:lnTo>
                  <a:pt x="4820702" y="2496790"/>
                </a:lnTo>
                <a:close/>
                <a:moveTo>
                  <a:pt x="3773923" y="2217411"/>
                </a:moveTo>
                <a:cubicBezTo>
                  <a:pt x="3732015" y="2279748"/>
                  <a:pt x="3681170" y="2335598"/>
                  <a:pt x="3622996" y="2383149"/>
                </a:cubicBezTo>
                <a:cubicBezTo>
                  <a:pt x="3555475" y="2440685"/>
                  <a:pt x="3480676" y="2489104"/>
                  <a:pt x="3400566" y="2527180"/>
                </a:cubicBezTo>
                <a:cubicBezTo>
                  <a:pt x="3260774" y="2589466"/>
                  <a:pt x="3113319" y="2632828"/>
                  <a:pt x="2962087" y="2656143"/>
                </a:cubicBezTo>
                <a:cubicBezTo>
                  <a:pt x="2899394" y="2664699"/>
                  <a:pt x="2836136" y="2668708"/>
                  <a:pt x="2772855" y="2668146"/>
                </a:cubicBezTo>
                <a:lnTo>
                  <a:pt x="2733782" y="2668146"/>
                </a:lnTo>
                <a:lnTo>
                  <a:pt x="2797116" y="2937055"/>
                </a:lnTo>
                <a:lnTo>
                  <a:pt x="2592816" y="2962592"/>
                </a:lnTo>
                <a:lnTo>
                  <a:pt x="2590262" y="2962592"/>
                </a:lnTo>
                <a:lnTo>
                  <a:pt x="2587453" y="2962592"/>
                </a:lnTo>
                <a:lnTo>
                  <a:pt x="2383154" y="2937055"/>
                </a:lnTo>
                <a:lnTo>
                  <a:pt x="2446742" y="2668657"/>
                </a:lnTo>
                <a:lnTo>
                  <a:pt x="2407670" y="2668657"/>
                </a:lnTo>
                <a:cubicBezTo>
                  <a:pt x="2344388" y="2669244"/>
                  <a:pt x="2281132" y="2665235"/>
                  <a:pt x="2218437" y="2656655"/>
                </a:cubicBezTo>
                <a:cubicBezTo>
                  <a:pt x="2067179" y="2633416"/>
                  <a:pt x="1919726" y="2590027"/>
                  <a:pt x="1779959" y="2527690"/>
                </a:cubicBezTo>
                <a:cubicBezTo>
                  <a:pt x="1699619" y="2489614"/>
                  <a:pt x="1624667" y="2441093"/>
                  <a:pt x="1557018" y="2383404"/>
                </a:cubicBezTo>
                <a:cubicBezTo>
                  <a:pt x="1498945" y="2336007"/>
                  <a:pt x="1448253" y="2280233"/>
                  <a:pt x="1406602" y="2217922"/>
                </a:cubicBezTo>
                <a:cubicBezTo>
                  <a:pt x="1462274" y="2226350"/>
                  <a:pt x="1544249" y="2235798"/>
                  <a:pt x="1564423" y="2235798"/>
                </a:cubicBezTo>
                <a:lnTo>
                  <a:pt x="1625714" y="2238607"/>
                </a:lnTo>
                <a:cubicBezTo>
                  <a:pt x="1700027" y="2241927"/>
                  <a:pt x="1796559" y="2246524"/>
                  <a:pt x="1913775" y="2253675"/>
                </a:cubicBezTo>
                <a:cubicBezTo>
                  <a:pt x="1924247" y="2259548"/>
                  <a:pt x="1934972" y="2265166"/>
                  <a:pt x="1945953" y="2270784"/>
                </a:cubicBezTo>
                <a:cubicBezTo>
                  <a:pt x="2048179" y="2322549"/>
                  <a:pt x="2158016" y="2357637"/>
                  <a:pt x="2271299" y="2374722"/>
                </a:cubicBezTo>
                <a:cubicBezTo>
                  <a:pt x="2290580" y="2377428"/>
                  <a:pt x="2310041" y="2378706"/>
                  <a:pt x="2329526" y="2378552"/>
                </a:cubicBezTo>
                <a:cubicBezTo>
                  <a:pt x="2356340" y="2378552"/>
                  <a:pt x="2382133" y="2376510"/>
                  <a:pt x="2401030" y="2374722"/>
                </a:cubicBezTo>
                <a:lnTo>
                  <a:pt x="2344847" y="2608389"/>
                </a:lnTo>
                <a:lnTo>
                  <a:pt x="2591538" y="2623967"/>
                </a:lnTo>
                <a:lnTo>
                  <a:pt x="2837975" y="2608389"/>
                </a:lnTo>
                <a:lnTo>
                  <a:pt x="2782048" y="2374722"/>
                </a:lnTo>
                <a:cubicBezTo>
                  <a:pt x="2800690" y="2376510"/>
                  <a:pt x="2827760" y="2378552"/>
                  <a:pt x="2853297" y="2378552"/>
                </a:cubicBezTo>
                <a:cubicBezTo>
                  <a:pt x="2872782" y="2378731"/>
                  <a:pt x="2892242" y="2377454"/>
                  <a:pt x="2911523" y="2374722"/>
                </a:cubicBezTo>
                <a:cubicBezTo>
                  <a:pt x="3024884" y="2357586"/>
                  <a:pt x="3134796" y="2322497"/>
                  <a:pt x="3237125" y="2270784"/>
                </a:cubicBezTo>
                <a:lnTo>
                  <a:pt x="3269303" y="2253675"/>
                </a:lnTo>
                <a:cubicBezTo>
                  <a:pt x="3386519" y="2246524"/>
                  <a:pt x="3482795" y="2241927"/>
                  <a:pt x="3557364" y="2238607"/>
                </a:cubicBezTo>
                <a:lnTo>
                  <a:pt x="3618399" y="2235798"/>
                </a:lnTo>
                <a:lnTo>
                  <a:pt x="3615846" y="2235288"/>
                </a:lnTo>
                <a:cubicBezTo>
                  <a:pt x="3636276" y="2234266"/>
                  <a:pt x="3717996" y="2225838"/>
                  <a:pt x="3773923" y="2217411"/>
                </a:cubicBezTo>
                <a:close/>
                <a:moveTo>
                  <a:pt x="2588985" y="1201789"/>
                </a:moveTo>
                <a:cubicBezTo>
                  <a:pt x="2556552" y="1201789"/>
                  <a:pt x="2544806" y="1238308"/>
                  <a:pt x="2537910" y="1274060"/>
                </a:cubicBezTo>
                <a:lnTo>
                  <a:pt x="2537910" y="1277635"/>
                </a:lnTo>
                <a:cubicBezTo>
                  <a:pt x="2534590" y="1296277"/>
                  <a:pt x="2494752" y="1500576"/>
                  <a:pt x="2494752" y="1500576"/>
                </a:cubicBezTo>
                <a:lnTo>
                  <a:pt x="2491432" y="1517176"/>
                </a:lnTo>
                <a:lnTo>
                  <a:pt x="2459765" y="1517176"/>
                </a:lnTo>
                <a:cubicBezTo>
                  <a:pt x="2196704" y="1518249"/>
                  <a:pt x="1934945" y="1480479"/>
                  <a:pt x="1682917" y="1405067"/>
                </a:cubicBezTo>
                <a:cubicBezTo>
                  <a:pt x="1688714" y="1466076"/>
                  <a:pt x="1712234" y="1524045"/>
                  <a:pt x="1750590" y="1571826"/>
                </a:cubicBezTo>
                <a:cubicBezTo>
                  <a:pt x="1798397" y="1628851"/>
                  <a:pt x="1863032" y="1669251"/>
                  <a:pt x="1935227" y="1687255"/>
                </a:cubicBezTo>
                <a:lnTo>
                  <a:pt x="1950549" y="1690319"/>
                </a:lnTo>
                <a:lnTo>
                  <a:pt x="1950549" y="1705897"/>
                </a:lnTo>
                <a:lnTo>
                  <a:pt x="1951570" y="1705897"/>
                </a:lnTo>
                <a:cubicBezTo>
                  <a:pt x="1957214" y="1757942"/>
                  <a:pt x="1981194" y="1806285"/>
                  <a:pt x="2019245" y="1842267"/>
                </a:cubicBezTo>
                <a:cubicBezTo>
                  <a:pt x="2060514" y="1872733"/>
                  <a:pt x="2110719" y="1888617"/>
                  <a:pt x="2162000" y="1887468"/>
                </a:cubicBezTo>
                <a:cubicBezTo>
                  <a:pt x="2173746" y="1887468"/>
                  <a:pt x="2181153" y="1887468"/>
                  <a:pt x="2181153" y="1887468"/>
                </a:cubicBezTo>
                <a:lnTo>
                  <a:pt x="2197240" y="1885425"/>
                </a:lnTo>
                <a:lnTo>
                  <a:pt x="2202859" y="1900492"/>
                </a:lnTo>
                <a:cubicBezTo>
                  <a:pt x="2224157" y="1943854"/>
                  <a:pt x="2263026" y="1976032"/>
                  <a:pt x="2309605" y="1988851"/>
                </a:cubicBezTo>
                <a:cubicBezTo>
                  <a:pt x="2327303" y="1994342"/>
                  <a:pt x="2345740" y="1997100"/>
                  <a:pt x="2364256" y="1997023"/>
                </a:cubicBezTo>
                <a:cubicBezTo>
                  <a:pt x="2388362" y="1996998"/>
                  <a:pt x="2412291" y="1992835"/>
                  <a:pt x="2434995" y="1984766"/>
                </a:cubicBezTo>
                <a:lnTo>
                  <a:pt x="2472534" y="1969188"/>
                </a:lnTo>
                <a:lnTo>
                  <a:pt x="2417374" y="2194682"/>
                </a:lnTo>
                <a:lnTo>
                  <a:pt x="2764683" y="2194682"/>
                </a:lnTo>
                <a:lnTo>
                  <a:pt x="2709267" y="1968932"/>
                </a:lnTo>
                <a:lnTo>
                  <a:pt x="2747062" y="1984766"/>
                </a:lnTo>
                <a:cubicBezTo>
                  <a:pt x="2769687" y="1992861"/>
                  <a:pt x="2793513" y="1997023"/>
                  <a:pt x="2817545" y="1997023"/>
                </a:cubicBezTo>
                <a:cubicBezTo>
                  <a:pt x="2836059" y="1997075"/>
                  <a:pt x="2854497" y="1994342"/>
                  <a:pt x="2872196" y="1988851"/>
                </a:cubicBezTo>
                <a:cubicBezTo>
                  <a:pt x="2918800" y="1976057"/>
                  <a:pt x="2957669" y="1943880"/>
                  <a:pt x="2978942" y="1900492"/>
                </a:cubicBezTo>
                <a:lnTo>
                  <a:pt x="2984559" y="1885425"/>
                </a:lnTo>
                <a:lnTo>
                  <a:pt x="3000648" y="1887468"/>
                </a:lnTo>
                <a:cubicBezTo>
                  <a:pt x="3000648" y="1887468"/>
                  <a:pt x="3008053" y="1887468"/>
                  <a:pt x="3019801" y="1887468"/>
                </a:cubicBezTo>
                <a:cubicBezTo>
                  <a:pt x="3071080" y="1888617"/>
                  <a:pt x="3121287" y="1872733"/>
                  <a:pt x="3162556" y="1842267"/>
                </a:cubicBezTo>
                <a:cubicBezTo>
                  <a:pt x="3200862" y="1806387"/>
                  <a:pt x="3224917" y="1757866"/>
                  <a:pt x="3230229" y="1705642"/>
                </a:cubicBezTo>
                <a:lnTo>
                  <a:pt x="3230229" y="1690319"/>
                </a:lnTo>
                <a:lnTo>
                  <a:pt x="3245553" y="1687255"/>
                </a:lnTo>
                <a:cubicBezTo>
                  <a:pt x="3317542" y="1668970"/>
                  <a:pt x="3382025" y="1628595"/>
                  <a:pt x="3429932" y="1571826"/>
                </a:cubicBezTo>
                <a:cubicBezTo>
                  <a:pt x="3468290" y="1524045"/>
                  <a:pt x="3491810" y="1466076"/>
                  <a:pt x="3497607" y="1405067"/>
                </a:cubicBezTo>
                <a:cubicBezTo>
                  <a:pt x="3245833" y="1480402"/>
                  <a:pt x="2984330" y="1518172"/>
                  <a:pt x="2721524" y="1517176"/>
                </a:cubicBezTo>
                <a:lnTo>
                  <a:pt x="2689858" y="1517176"/>
                </a:lnTo>
                <a:lnTo>
                  <a:pt x="2686538" y="1500576"/>
                </a:lnTo>
                <a:cubicBezTo>
                  <a:pt x="2686538" y="1500576"/>
                  <a:pt x="2646955" y="1295256"/>
                  <a:pt x="2643380" y="1277635"/>
                </a:cubicBezTo>
                <a:lnTo>
                  <a:pt x="2643380" y="1274060"/>
                </a:lnTo>
                <a:cubicBezTo>
                  <a:pt x="2636740" y="1238308"/>
                  <a:pt x="2625248" y="1201789"/>
                  <a:pt x="2592305" y="1201789"/>
                </a:cubicBezTo>
                <a:close/>
                <a:moveTo>
                  <a:pt x="2936642" y="1187380"/>
                </a:moveTo>
                <a:cubicBezTo>
                  <a:pt x="2954720" y="1186257"/>
                  <a:pt x="2972979" y="1188064"/>
                  <a:pt x="2990688" y="1192852"/>
                </a:cubicBezTo>
                <a:cubicBezTo>
                  <a:pt x="3028689" y="1206054"/>
                  <a:pt x="3062935" y="1228221"/>
                  <a:pt x="3090540" y="1257461"/>
                </a:cubicBezTo>
                <a:cubicBezTo>
                  <a:pt x="3051647" y="1265888"/>
                  <a:pt x="3011629" y="1268059"/>
                  <a:pt x="2972046" y="1263845"/>
                </a:cubicBezTo>
                <a:cubicBezTo>
                  <a:pt x="2923015" y="1258738"/>
                  <a:pt x="2883686" y="1199491"/>
                  <a:pt x="2883686" y="1199491"/>
                </a:cubicBezTo>
                <a:cubicBezTo>
                  <a:pt x="2900669" y="1192558"/>
                  <a:pt x="2918565" y="1188504"/>
                  <a:pt x="2936642" y="1187380"/>
                </a:cubicBezTo>
                <a:close/>
                <a:moveTo>
                  <a:pt x="844268" y="1079976"/>
                </a:moveTo>
                <a:cubicBezTo>
                  <a:pt x="840948" y="1079976"/>
                  <a:pt x="835841" y="1084062"/>
                  <a:pt x="833797" y="1084062"/>
                </a:cubicBezTo>
                <a:cubicBezTo>
                  <a:pt x="830120" y="1085594"/>
                  <a:pt x="826749" y="1087739"/>
                  <a:pt x="823838" y="1090446"/>
                </a:cubicBezTo>
                <a:cubicBezTo>
                  <a:pt x="821795" y="1092745"/>
                  <a:pt x="816688" y="1100406"/>
                  <a:pt x="812091" y="1103726"/>
                </a:cubicBezTo>
                <a:cubicBezTo>
                  <a:pt x="807494" y="1107046"/>
                  <a:pt x="801876" y="1112664"/>
                  <a:pt x="798811" y="1114962"/>
                </a:cubicBezTo>
                <a:cubicBezTo>
                  <a:pt x="795747" y="1117260"/>
                  <a:pt x="789107" y="1117005"/>
                  <a:pt x="787064" y="1118793"/>
                </a:cubicBezTo>
                <a:cubicBezTo>
                  <a:pt x="784996" y="1120453"/>
                  <a:pt x="784026" y="1123083"/>
                  <a:pt x="784510" y="1125688"/>
                </a:cubicBezTo>
                <a:lnTo>
                  <a:pt x="784256" y="1125688"/>
                </a:lnTo>
                <a:cubicBezTo>
                  <a:pt x="784485" y="1130157"/>
                  <a:pt x="784051" y="1134626"/>
                  <a:pt x="782978" y="1138967"/>
                </a:cubicBezTo>
                <a:cubicBezTo>
                  <a:pt x="783592" y="1141496"/>
                  <a:pt x="785558" y="1143462"/>
                  <a:pt x="788086" y="1144075"/>
                </a:cubicBezTo>
                <a:cubicBezTo>
                  <a:pt x="797637" y="1143130"/>
                  <a:pt x="807111" y="1146731"/>
                  <a:pt x="813623" y="1153779"/>
                </a:cubicBezTo>
                <a:cubicBezTo>
                  <a:pt x="823583" y="1163994"/>
                  <a:pt x="826137" y="1172421"/>
                  <a:pt x="837629" y="1184424"/>
                </a:cubicBezTo>
                <a:cubicBezTo>
                  <a:pt x="844268" y="1190808"/>
                  <a:pt x="842736" y="1197193"/>
                  <a:pt x="844268" y="1203577"/>
                </a:cubicBezTo>
                <a:cubicBezTo>
                  <a:pt x="842863" y="1210727"/>
                  <a:pt x="840539" y="1217699"/>
                  <a:pt x="837373" y="1224262"/>
                </a:cubicBezTo>
                <a:cubicBezTo>
                  <a:pt x="834641" y="1228118"/>
                  <a:pt x="831653" y="1231796"/>
                  <a:pt x="828435" y="1235243"/>
                </a:cubicBezTo>
                <a:cubicBezTo>
                  <a:pt x="823838" y="1240351"/>
                  <a:pt x="823328" y="1248012"/>
                  <a:pt x="819497" y="1253886"/>
                </a:cubicBezTo>
                <a:cubicBezTo>
                  <a:pt x="814236" y="1259478"/>
                  <a:pt x="814236" y="1268212"/>
                  <a:pt x="819497" y="1273805"/>
                </a:cubicBezTo>
                <a:cubicBezTo>
                  <a:pt x="825702" y="1278989"/>
                  <a:pt x="831371" y="1284811"/>
                  <a:pt x="836351" y="1291170"/>
                </a:cubicBezTo>
                <a:cubicBezTo>
                  <a:pt x="840693" y="1295511"/>
                  <a:pt x="841715" y="1293979"/>
                  <a:pt x="846822" y="1297044"/>
                </a:cubicBezTo>
                <a:cubicBezTo>
                  <a:pt x="851930" y="1300108"/>
                  <a:pt x="854738" y="1304449"/>
                  <a:pt x="861378" y="1306493"/>
                </a:cubicBezTo>
                <a:cubicBezTo>
                  <a:pt x="864213" y="1307795"/>
                  <a:pt x="867481" y="1307795"/>
                  <a:pt x="870317" y="1306493"/>
                </a:cubicBezTo>
                <a:cubicBezTo>
                  <a:pt x="873125" y="1305216"/>
                  <a:pt x="874913" y="1300363"/>
                  <a:pt x="876445" y="1297810"/>
                </a:cubicBezTo>
                <a:cubicBezTo>
                  <a:pt x="878003" y="1293162"/>
                  <a:pt x="879867" y="1288642"/>
                  <a:pt x="882064" y="1284275"/>
                </a:cubicBezTo>
                <a:cubicBezTo>
                  <a:pt x="885638" y="1280802"/>
                  <a:pt x="888576" y="1276741"/>
                  <a:pt x="890746" y="1272273"/>
                </a:cubicBezTo>
                <a:cubicBezTo>
                  <a:pt x="890746" y="1272273"/>
                  <a:pt x="895854" y="1269719"/>
                  <a:pt x="899429" y="1269719"/>
                </a:cubicBezTo>
                <a:cubicBezTo>
                  <a:pt x="908341" y="1276563"/>
                  <a:pt x="916871" y="1283892"/>
                  <a:pt x="924966" y="1291681"/>
                </a:cubicBezTo>
                <a:cubicBezTo>
                  <a:pt x="929308" y="1296788"/>
                  <a:pt x="926498" y="1307003"/>
                  <a:pt x="924966" y="1312111"/>
                </a:cubicBezTo>
                <a:cubicBezTo>
                  <a:pt x="923051" y="1323883"/>
                  <a:pt x="920216" y="1335503"/>
                  <a:pt x="916539" y="1346842"/>
                </a:cubicBezTo>
                <a:cubicBezTo>
                  <a:pt x="913066" y="1352332"/>
                  <a:pt x="910563" y="1358384"/>
                  <a:pt x="909133" y="1364718"/>
                </a:cubicBezTo>
                <a:cubicBezTo>
                  <a:pt x="908239" y="1371204"/>
                  <a:pt x="906783" y="1377614"/>
                  <a:pt x="904791" y="1383871"/>
                </a:cubicBezTo>
                <a:cubicBezTo>
                  <a:pt x="903771" y="1387191"/>
                  <a:pt x="899684" y="1389234"/>
                  <a:pt x="898152" y="1392553"/>
                </a:cubicBezTo>
                <a:cubicBezTo>
                  <a:pt x="896722" y="1396639"/>
                  <a:pt x="897718" y="1401185"/>
                  <a:pt x="900706" y="1404301"/>
                </a:cubicBezTo>
                <a:cubicBezTo>
                  <a:pt x="901983" y="1405578"/>
                  <a:pt x="909133" y="1407876"/>
                  <a:pt x="912709" y="1409919"/>
                </a:cubicBezTo>
                <a:cubicBezTo>
                  <a:pt x="916284" y="1411962"/>
                  <a:pt x="921391" y="1417580"/>
                  <a:pt x="925477" y="1417580"/>
                </a:cubicBezTo>
                <a:cubicBezTo>
                  <a:pt x="930278" y="1416431"/>
                  <a:pt x="935130" y="1415563"/>
                  <a:pt x="940033" y="1415026"/>
                </a:cubicBezTo>
                <a:cubicBezTo>
                  <a:pt x="947950" y="1415026"/>
                  <a:pt x="962251" y="1418857"/>
                  <a:pt x="964294" y="1413239"/>
                </a:cubicBezTo>
                <a:cubicBezTo>
                  <a:pt x="966669" y="1401875"/>
                  <a:pt x="968125" y="1390357"/>
                  <a:pt x="968635" y="1378763"/>
                </a:cubicBezTo>
                <a:cubicBezTo>
                  <a:pt x="971419" y="1372762"/>
                  <a:pt x="973641" y="1366531"/>
                  <a:pt x="975275" y="1360121"/>
                </a:cubicBezTo>
                <a:cubicBezTo>
                  <a:pt x="976399" y="1348680"/>
                  <a:pt x="978978" y="1337444"/>
                  <a:pt x="982937" y="1326667"/>
                </a:cubicBezTo>
                <a:cubicBezTo>
                  <a:pt x="986103" y="1318852"/>
                  <a:pt x="988759" y="1310834"/>
                  <a:pt x="990853" y="1302662"/>
                </a:cubicBezTo>
                <a:cubicBezTo>
                  <a:pt x="992385" y="1296022"/>
                  <a:pt x="986512" y="1282232"/>
                  <a:pt x="990853" y="1272528"/>
                </a:cubicBezTo>
                <a:cubicBezTo>
                  <a:pt x="994454" y="1263411"/>
                  <a:pt x="996446" y="1253732"/>
                  <a:pt x="996726" y="1243926"/>
                </a:cubicBezTo>
                <a:cubicBezTo>
                  <a:pt x="997468" y="1238665"/>
                  <a:pt x="996088" y="1233354"/>
                  <a:pt x="992896" y="1229114"/>
                </a:cubicBezTo>
                <a:cubicBezTo>
                  <a:pt x="986001" y="1219665"/>
                  <a:pt x="981915" y="1210216"/>
                  <a:pt x="980127" y="1207918"/>
                </a:cubicBezTo>
                <a:cubicBezTo>
                  <a:pt x="978339" y="1205620"/>
                  <a:pt x="974253" y="1204854"/>
                  <a:pt x="970678" y="1202300"/>
                </a:cubicBezTo>
                <a:lnTo>
                  <a:pt x="964550" y="1198214"/>
                </a:lnTo>
                <a:cubicBezTo>
                  <a:pt x="962762" y="1196937"/>
                  <a:pt x="958931" y="1198725"/>
                  <a:pt x="953058" y="1192851"/>
                </a:cubicBezTo>
                <a:cubicBezTo>
                  <a:pt x="948742" y="1188739"/>
                  <a:pt x="944656" y="1184373"/>
                  <a:pt x="940799" y="1179827"/>
                </a:cubicBezTo>
                <a:cubicBezTo>
                  <a:pt x="935181" y="1173187"/>
                  <a:pt x="931606" y="1167569"/>
                  <a:pt x="927520" y="1163228"/>
                </a:cubicBezTo>
                <a:cubicBezTo>
                  <a:pt x="914241" y="1148671"/>
                  <a:pt x="909899" y="1143820"/>
                  <a:pt x="903515" y="1137690"/>
                </a:cubicBezTo>
                <a:cubicBezTo>
                  <a:pt x="899046" y="1133017"/>
                  <a:pt x="894858" y="1128063"/>
                  <a:pt x="891002" y="1122879"/>
                </a:cubicBezTo>
                <a:cubicBezTo>
                  <a:pt x="887426" y="1114451"/>
                  <a:pt x="885128" y="1106535"/>
                  <a:pt x="883596" y="1103981"/>
                </a:cubicBezTo>
                <a:cubicBezTo>
                  <a:pt x="879995" y="1099537"/>
                  <a:pt x="875960" y="1095426"/>
                  <a:pt x="871593" y="1091723"/>
                </a:cubicBezTo>
                <a:cubicBezTo>
                  <a:pt x="868273" y="1089170"/>
                  <a:pt x="868273" y="1086616"/>
                  <a:pt x="863932" y="1083551"/>
                </a:cubicBezTo>
                <a:cubicBezTo>
                  <a:pt x="857752" y="1080818"/>
                  <a:pt x="851010" y="1079593"/>
                  <a:pt x="844268" y="1079976"/>
                </a:cubicBezTo>
                <a:close/>
                <a:moveTo>
                  <a:pt x="3100389" y="1078974"/>
                </a:moveTo>
                <a:lnTo>
                  <a:pt x="3202395" y="1093000"/>
                </a:lnTo>
                <a:cubicBezTo>
                  <a:pt x="3176014" y="1120223"/>
                  <a:pt x="3142304" y="1139197"/>
                  <a:pt x="3105353" y="1147650"/>
                </a:cubicBezTo>
                <a:cubicBezTo>
                  <a:pt x="3059895" y="1157354"/>
                  <a:pt x="3001669" y="1114962"/>
                  <a:pt x="3001669" y="1114962"/>
                </a:cubicBezTo>
                <a:cubicBezTo>
                  <a:pt x="3015498" y="1103317"/>
                  <a:pt x="3031165" y="1094309"/>
                  <a:pt x="3047896" y="1088215"/>
                </a:cubicBezTo>
                <a:close/>
                <a:moveTo>
                  <a:pt x="3100245" y="1078954"/>
                </a:moveTo>
                <a:lnTo>
                  <a:pt x="3100501" y="1078954"/>
                </a:lnTo>
                <a:lnTo>
                  <a:pt x="3100389" y="1078974"/>
                </a:lnTo>
                <a:close/>
                <a:moveTo>
                  <a:pt x="4310496" y="958450"/>
                </a:moveTo>
                <a:cubicBezTo>
                  <a:pt x="4307592" y="959376"/>
                  <a:pt x="4305358" y="960972"/>
                  <a:pt x="4305613" y="961993"/>
                </a:cubicBezTo>
                <a:cubicBezTo>
                  <a:pt x="4306123" y="964036"/>
                  <a:pt x="4296929" y="974762"/>
                  <a:pt x="4292333" y="978848"/>
                </a:cubicBezTo>
                <a:cubicBezTo>
                  <a:pt x="4277009" y="992127"/>
                  <a:pt x="4273435" y="1001065"/>
                  <a:pt x="4266795" y="1005917"/>
                </a:cubicBezTo>
                <a:cubicBezTo>
                  <a:pt x="4256070" y="1014345"/>
                  <a:pt x="4241769" y="1025581"/>
                  <a:pt x="4239726" y="1027880"/>
                </a:cubicBezTo>
                <a:cubicBezTo>
                  <a:pt x="4235614" y="1032017"/>
                  <a:pt x="4232013" y="1036665"/>
                  <a:pt x="4229000" y="1041670"/>
                </a:cubicBezTo>
                <a:cubicBezTo>
                  <a:pt x="4227672" y="1045551"/>
                  <a:pt x="4225885" y="1049229"/>
                  <a:pt x="4223637" y="1052651"/>
                </a:cubicBezTo>
                <a:cubicBezTo>
                  <a:pt x="4221594" y="1055205"/>
                  <a:pt x="4215465" y="1052651"/>
                  <a:pt x="4215465" y="1052651"/>
                </a:cubicBezTo>
                <a:cubicBezTo>
                  <a:pt x="4209617" y="1051042"/>
                  <a:pt x="4204100" y="1048463"/>
                  <a:pt x="4199120" y="1044990"/>
                </a:cubicBezTo>
                <a:cubicBezTo>
                  <a:pt x="4198355" y="1044504"/>
                  <a:pt x="4197716" y="1043840"/>
                  <a:pt x="4197231" y="1043100"/>
                </a:cubicBezTo>
                <a:cubicBezTo>
                  <a:pt x="4195316" y="1040137"/>
                  <a:pt x="4196159" y="1036179"/>
                  <a:pt x="4199120" y="1034264"/>
                </a:cubicBezTo>
                <a:cubicBezTo>
                  <a:pt x="4205173" y="1028237"/>
                  <a:pt x="4210408" y="1021470"/>
                  <a:pt x="4214698" y="1014090"/>
                </a:cubicBezTo>
                <a:cubicBezTo>
                  <a:pt x="4214444" y="1010259"/>
                  <a:pt x="4210613" y="1010259"/>
                  <a:pt x="4210613" y="1010259"/>
                </a:cubicBezTo>
                <a:cubicBezTo>
                  <a:pt x="4198355" y="1013630"/>
                  <a:pt x="4185892" y="1016286"/>
                  <a:pt x="4173327" y="1018175"/>
                </a:cubicBezTo>
                <a:cubicBezTo>
                  <a:pt x="4170135" y="1017997"/>
                  <a:pt x="4167021" y="1017205"/>
                  <a:pt x="4164134" y="1015877"/>
                </a:cubicBezTo>
                <a:cubicBezTo>
                  <a:pt x="4159742" y="1015213"/>
                  <a:pt x="4155350" y="1016975"/>
                  <a:pt x="4152642" y="1020474"/>
                </a:cubicBezTo>
                <a:cubicBezTo>
                  <a:pt x="4143705" y="1035796"/>
                  <a:pt x="4138341" y="1032987"/>
                  <a:pt x="4131701" y="1039371"/>
                </a:cubicBezTo>
                <a:cubicBezTo>
                  <a:pt x="4125011" y="1046650"/>
                  <a:pt x="4120134" y="1055409"/>
                  <a:pt x="4117400" y="1064909"/>
                </a:cubicBezTo>
                <a:cubicBezTo>
                  <a:pt x="4115792" y="1069506"/>
                  <a:pt x="4117732" y="1074562"/>
                  <a:pt x="4121998" y="1076911"/>
                </a:cubicBezTo>
                <a:cubicBezTo>
                  <a:pt x="4131192" y="1083296"/>
                  <a:pt x="4144726" y="1080997"/>
                  <a:pt x="4159793" y="1083296"/>
                </a:cubicBezTo>
                <a:cubicBezTo>
                  <a:pt x="4163445" y="1083679"/>
                  <a:pt x="4167122" y="1083679"/>
                  <a:pt x="4170774" y="1083296"/>
                </a:cubicBezTo>
                <a:cubicBezTo>
                  <a:pt x="4179126" y="1081227"/>
                  <a:pt x="4187731" y="1080461"/>
                  <a:pt x="4196312" y="1080997"/>
                </a:cubicBezTo>
                <a:cubicBezTo>
                  <a:pt x="4204253" y="1083909"/>
                  <a:pt x="4211736" y="1087944"/>
                  <a:pt x="4218529" y="1093000"/>
                </a:cubicBezTo>
                <a:cubicBezTo>
                  <a:pt x="4223637" y="1096320"/>
                  <a:pt x="4231298" y="1102193"/>
                  <a:pt x="4235129" y="1105003"/>
                </a:cubicBezTo>
                <a:cubicBezTo>
                  <a:pt x="4242254" y="1110212"/>
                  <a:pt x="4249098" y="1115830"/>
                  <a:pt x="4255559" y="1121857"/>
                </a:cubicBezTo>
                <a:cubicBezTo>
                  <a:pt x="4259848" y="1125509"/>
                  <a:pt x="4264471" y="1128752"/>
                  <a:pt x="4269348" y="1131561"/>
                </a:cubicBezTo>
                <a:cubicBezTo>
                  <a:pt x="4274481" y="1133732"/>
                  <a:pt x="4279156" y="1136873"/>
                  <a:pt x="4283140" y="1140755"/>
                </a:cubicBezTo>
                <a:cubicBezTo>
                  <a:pt x="4289778" y="1149872"/>
                  <a:pt x="4298538" y="1157252"/>
                  <a:pt x="4308677" y="1162206"/>
                </a:cubicBezTo>
                <a:cubicBezTo>
                  <a:pt x="4311742" y="1163228"/>
                  <a:pt x="4320423" y="1173187"/>
                  <a:pt x="4324766" y="1175230"/>
                </a:cubicBezTo>
                <a:cubicBezTo>
                  <a:pt x="4330408" y="1178704"/>
                  <a:pt x="4335491" y="1182994"/>
                  <a:pt x="4339832" y="1187999"/>
                </a:cubicBezTo>
                <a:cubicBezTo>
                  <a:pt x="4335772" y="1193158"/>
                  <a:pt x="4328826" y="1195022"/>
                  <a:pt x="4322722" y="1192596"/>
                </a:cubicBezTo>
                <a:cubicBezTo>
                  <a:pt x="4319914" y="1190808"/>
                  <a:pt x="4309442" y="1189020"/>
                  <a:pt x="4307145" y="1186722"/>
                </a:cubicBezTo>
                <a:cubicBezTo>
                  <a:pt x="4304361" y="1182968"/>
                  <a:pt x="4302114" y="1178857"/>
                  <a:pt x="4300505" y="1174464"/>
                </a:cubicBezTo>
                <a:cubicBezTo>
                  <a:pt x="4299228" y="1172421"/>
                  <a:pt x="4294121" y="1169357"/>
                  <a:pt x="4291056" y="1165526"/>
                </a:cubicBezTo>
                <a:cubicBezTo>
                  <a:pt x="4288221" y="1160981"/>
                  <a:pt x="4284594" y="1156997"/>
                  <a:pt x="4280329" y="1153779"/>
                </a:cubicBezTo>
                <a:cubicBezTo>
                  <a:pt x="4277265" y="1151991"/>
                  <a:pt x="4272157" y="1151991"/>
                  <a:pt x="4272157" y="1151991"/>
                </a:cubicBezTo>
                <a:cubicBezTo>
                  <a:pt x="4263475" y="1146373"/>
                  <a:pt x="4265519" y="1147395"/>
                  <a:pt x="4261432" y="1146373"/>
                </a:cubicBezTo>
                <a:cubicBezTo>
                  <a:pt x="4257347" y="1145352"/>
                  <a:pt x="4252239" y="1138201"/>
                  <a:pt x="4250195" y="1138201"/>
                </a:cubicBezTo>
                <a:cubicBezTo>
                  <a:pt x="4244756" y="1135085"/>
                  <a:pt x="4239546" y="1131587"/>
                  <a:pt x="4234618" y="1127731"/>
                </a:cubicBezTo>
                <a:cubicBezTo>
                  <a:pt x="4231042" y="1125433"/>
                  <a:pt x="4225680" y="1119048"/>
                  <a:pt x="4222616" y="1117260"/>
                </a:cubicBezTo>
                <a:cubicBezTo>
                  <a:pt x="4220189" y="1116494"/>
                  <a:pt x="4217712" y="1115881"/>
                  <a:pt x="4215209" y="1115473"/>
                </a:cubicBezTo>
                <a:cubicBezTo>
                  <a:pt x="4210868" y="1114196"/>
                  <a:pt x="4207293" y="1103470"/>
                  <a:pt x="4202440" y="1103470"/>
                </a:cubicBezTo>
                <a:cubicBezTo>
                  <a:pt x="4188140" y="1102449"/>
                  <a:pt x="4176647" y="1114451"/>
                  <a:pt x="4172818" y="1114451"/>
                </a:cubicBezTo>
                <a:cubicBezTo>
                  <a:pt x="4167479" y="1115830"/>
                  <a:pt x="4162679" y="1118767"/>
                  <a:pt x="4159027" y="1122879"/>
                </a:cubicBezTo>
                <a:cubicBezTo>
                  <a:pt x="4154174" y="1126454"/>
                  <a:pt x="4152388" y="1128242"/>
                  <a:pt x="4154174" y="1133349"/>
                </a:cubicBezTo>
                <a:cubicBezTo>
                  <a:pt x="4155733" y="1137052"/>
                  <a:pt x="4158542" y="1140116"/>
                  <a:pt x="4162091" y="1142032"/>
                </a:cubicBezTo>
                <a:cubicBezTo>
                  <a:pt x="4166510" y="1145020"/>
                  <a:pt x="4171591" y="1146884"/>
                  <a:pt x="4176903" y="1147395"/>
                </a:cubicBezTo>
                <a:cubicBezTo>
                  <a:pt x="4181883" y="1147088"/>
                  <a:pt x="4186863" y="1148237"/>
                  <a:pt x="4191204" y="1150714"/>
                </a:cubicBezTo>
                <a:cubicBezTo>
                  <a:pt x="4193247" y="1153013"/>
                  <a:pt x="4201420" y="1157354"/>
                  <a:pt x="4197844" y="1159653"/>
                </a:cubicBezTo>
                <a:cubicBezTo>
                  <a:pt x="4193452" y="1162002"/>
                  <a:pt x="4188828" y="1163892"/>
                  <a:pt x="4184054" y="1165271"/>
                </a:cubicBezTo>
                <a:cubicBezTo>
                  <a:pt x="4180734" y="1166292"/>
                  <a:pt x="4174606" y="1171910"/>
                  <a:pt x="4172306" y="1173443"/>
                </a:cubicBezTo>
                <a:cubicBezTo>
                  <a:pt x="4170007" y="1174975"/>
                  <a:pt x="4168221" y="1174975"/>
                  <a:pt x="4164646" y="1174975"/>
                </a:cubicBezTo>
                <a:cubicBezTo>
                  <a:pt x="4160355" y="1174234"/>
                  <a:pt x="4156193" y="1172753"/>
                  <a:pt x="4152388" y="1170633"/>
                </a:cubicBezTo>
                <a:cubicBezTo>
                  <a:pt x="4147076" y="1166675"/>
                  <a:pt x="4141432" y="1163177"/>
                  <a:pt x="4135533" y="1160163"/>
                </a:cubicBezTo>
                <a:cubicBezTo>
                  <a:pt x="4129915" y="1158120"/>
                  <a:pt x="4119699" y="1157610"/>
                  <a:pt x="4117656" y="1155311"/>
                </a:cubicBezTo>
                <a:cubicBezTo>
                  <a:pt x="4115614" y="1153013"/>
                  <a:pt x="4112039" y="1143053"/>
                  <a:pt x="4109739" y="1140755"/>
                </a:cubicBezTo>
                <a:cubicBezTo>
                  <a:pt x="4102563" y="1134983"/>
                  <a:pt x="4093269" y="1132583"/>
                  <a:pt x="4084202" y="1134115"/>
                </a:cubicBezTo>
                <a:cubicBezTo>
                  <a:pt x="4078558" y="1136567"/>
                  <a:pt x="4073324" y="1139836"/>
                  <a:pt x="4068625" y="1143820"/>
                </a:cubicBezTo>
                <a:cubicBezTo>
                  <a:pt x="4066326" y="1145862"/>
                  <a:pt x="4059687" y="1151480"/>
                  <a:pt x="4060197" y="1154034"/>
                </a:cubicBezTo>
                <a:cubicBezTo>
                  <a:pt x="4060708" y="1156588"/>
                  <a:pt x="4063261" y="1160163"/>
                  <a:pt x="4063261" y="1162717"/>
                </a:cubicBezTo>
                <a:cubicBezTo>
                  <a:pt x="4063007" y="1172421"/>
                  <a:pt x="4069901" y="1176507"/>
                  <a:pt x="4072200" y="1178806"/>
                </a:cubicBezTo>
                <a:cubicBezTo>
                  <a:pt x="4074498" y="1181104"/>
                  <a:pt x="4087266" y="1184679"/>
                  <a:pt x="4091353" y="1188510"/>
                </a:cubicBezTo>
                <a:cubicBezTo>
                  <a:pt x="4097406" y="1194154"/>
                  <a:pt x="4103994" y="1199210"/>
                  <a:pt x="4111016" y="1203577"/>
                </a:cubicBezTo>
                <a:cubicBezTo>
                  <a:pt x="4117938" y="1207790"/>
                  <a:pt x="4124424" y="1212668"/>
                  <a:pt x="4130425" y="1218133"/>
                </a:cubicBezTo>
                <a:cubicBezTo>
                  <a:pt x="4135533" y="1224773"/>
                  <a:pt x="4131957" y="1228859"/>
                  <a:pt x="4127872" y="1230136"/>
                </a:cubicBezTo>
                <a:cubicBezTo>
                  <a:pt x="4114336" y="1233456"/>
                  <a:pt x="4090842" y="1248012"/>
                  <a:pt x="4078585" y="1241117"/>
                </a:cubicBezTo>
                <a:cubicBezTo>
                  <a:pt x="4073732" y="1238052"/>
                  <a:pt x="4064028" y="1229625"/>
                  <a:pt x="4053047" y="1221708"/>
                </a:cubicBezTo>
                <a:cubicBezTo>
                  <a:pt x="4046918" y="1216346"/>
                  <a:pt x="4040788" y="1212260"/>
                  <a:pt x="4039256" y="1216346"/>
                </a:cubicBezTo>
                <a:cubicBezTo>
                  <a:pt x="4037724" y="1220432"/>
                  <a:pt x="4046151" y="1243926"/>
                  <a:pt x="4039256" y="1250821"/>
                </a:cubicBezTo>
                <a:cubicBezTo>
                  <a:pt x="4035682" y="1254141"/>
                  <a:pt x="4028786" y="1259759"/>
                  <a:pt x="4025466" y="1263079"/>
                </a:cubicBezTo>
                <a:cubicBezTo>
                  <a:pt x="4029425" y="1270996"/>
                  <a:pt x="4035528" y="1277635"/>
                  <a:pt x="4043087" y="1282232"/>
                </a:cubicBezTo>
                <a:cubicBezTo>
                  <a:pt x="4048578" y="1284479"/>
                  <a:pt x="4053660" y="1287595"/>
                  <a:pt x="4058155" y="1291426"/>
                </a:cubicBezTo>
                <a:cubicBezTo>
                  <a:pt x="4064692" y="1295435"/>
                  <a:pt x="4071510" y="1298933"/>
                  <a:pt x="4078585" y="1301896"/>
                </a:cubicBezTo>
                <a:cubicBezTo>
                  <a:pt x="4088289" y="1307514"/>
                  <a:pt x="4098503" y="1296788"/>
                  <a:pt x="4109230" y="1293213"/>
                </a:cubicBezTo>
                <a:cubicBezTo>
                  <a:pt x="4110762" y="1292958"/>
                  <a:pt x="4119699" y="1294235"/>
                  <a:pt x="4124040" y="1289893"/>
                </a:cubicBezTo>
                <a:cubicBezTo>
                  <a:pt x="4129072" y="1285271"/>
                  <a:pt x="4134971" y="1281721"/>
                  <a:pt x="4141406" y="1279423"/>
                </a:cubicBezTo>
                <a:cubicBezTo>
                  <a:pt x="4146769" y="1276358"/>
                  <a:pt x="4150600" y="1272783"/>
                  <a:pt x="4155452" y="1269208"/>
                </a:cubicBezTo>
                <a:cubicBezTo>
                  <a:pt x="4160305" y="1265633"/>
                  <a:pt x="4163113" y="1259504"/>
                  <a:pt x="4169242" y="1254396"/>
                </a:cubicBezTo>
                <a:cubicBezTo>
                  <a:pt x="4175371" y="1249289"/>
                  <a:pt x="4195800" y="1264356"/>
                  <a:pt x="4198865" y="1266654"/>
                </a:cubicBezTo>
                <a:cubicBezTo>
                  <a:pt x="4201929" y="1268953"/>
                  <a:pt x="4203973" y="1268953"/>
                  <a:pt x="4210613" y="1273039"/>
                </a:cubicBezTo>
                <a:cubicBezTo>
                  <a:pt x="4217253" y="1277124"/>
                  <a:pt x="4220061" y="1280189"/>
                  <a:pt x="4225934" y="1284275"/>
                </a:cubicBezTo>
                <a:cubicBezTo>
                  <a:pt x="4230277" y="1286139"/>
                  <a:pt x="4235078" y="1286676"/>
                  <a:pt x="4239726" y="1285807"/>
                </a:cubicBezTo>
                <a:cubicBezTo>
                  <a:pt x="4245088" y="1285552"/>
                  <a:pt x="4251983" y="1279423"/>
                  <a:pt x="4256324" y="1276614"/>
                </a:cubicBezTo>
                <a:cubicBezTo>
                  <a:pt x="4260667" y="1273805"/>
                  <a:pt x="4256324" y="1266654"/>
                  <a:pt x="4256324" y="1266654"/>
                </a:cubicBezTo>
                <a:cubicBezTo>
                  <a:pt x="4252239" y="1258227"/>
                  <a:pt x="4251218" y="1251843"/>
                  <a:pt x="4249430" y="1248523"/>
                </a:cubicBezTo>
                <a:cubicBezTo>
                  <a:pt x="4243811" y="1239840"/>
                  <a:pt x="4245854" y="1231413"/>
                  <a:pt x="4243811" y="1229114"/>
                </a:cubicBezTo>
                <a:cubicBezTo>
                  <a:pt x="4241769" y="1226816"/>
                  <a:pt x="4236917" y="1228603"/>
                  <a:pt x="4232830" y="1225283"/>
                </a:cubicBezTo>
                <a:cubicBezTo>
                  <a:pt x="4228745" y="1221964"/>
                  <a:pt x="4220828" y="1220176"/>
                  <a:pt x="4217253" y="1217878"/>
                </a:cubicBezTo>
                <a:cubicBezTo>
                  <a:pt x="4213677" y="1215580"/>
                  <a:pt x="4212400" y="1212260"/>
                  <a:pt x="4212400" y="1210216"/>
                </a:cubicBezTo>
                <a:cubicBezTo>
                  <a:pt x="4216026" y="1205313"/>
                  <a:pt x="4221262" y="1201866"/>
                  <a:pt x="4227213" y="1200512"/>
                </a:cubicBezTo>
                <a:cubicBezTo>
                  <a:pt x="4234669" y="1199695"/>
                  <a:pt x="4242202" y="1199695"/>
                  <a:pt x="4249686" y="1200512"/>
                </a:cubicBezTo>
                <a:cubicBezTo>
                  <a:pt x="4255124" y="1201917"/>
                  <a:pt x="4260844" y="1201917"/>
                  <a:pt x="4266284" y="1200512"/>
                </a:cubicBezTo>
                <a:cubicBezTo>
                  <a:pt x="4279513" y="1198648"/>
                  <a:pt x="4292945" y="1201457"/>
                  <a:pt x="4304335" y="1208429"/>
                </a:cubicBezTo>
                <a:cubicBezTo>
                  <a:pt x="4309698" y="1212515"/>
                  <a:pt x="4316594" y="1217367"/>
                  <a:pt x="4317103" y="1221708"/>
                </a:cubicBezTo>
                <a:cubicBezTo>
                  <a:pt x="4317615" y="1226050"/>
                  <a:pt x="4323999" y="1232945"/>
                  <a:pt x="4325787" y="1232945"/>
                </a:cubicBezTo>
                <a:cubicBezTo>
                  <a:pt x="4330128" y="1233124"/>
                  <a:pt x="4334240" y="1234962"/>
                  <a:pt x="4337279" y="1238052"/>
                </a:cubicBezTo>
                <a:cubicBezTo>
                  <a:pt x="4345961" y="1247782"/>
                  <a:pt x="4357197" y="1254856"/>
                  <a:pt x="4369710" y="1258482"/>
                </a:cubicBezTo>
                <a:cubicBezTo>
                  <a:pt x="4377986" y="1256261"/>
                  <a:pt x="4385646" y="1252251"/>
                  <a:pt x="4392184" y="1246735"/>
                </a:cubicBezTo>
                <a:cubicBezTo>
                  <a:pt x="4399615" y="1240759"/>
                  <a:pt x="4405055" y="1232638"/>
                  <a:pt x="4407763" y="1223496"/>
                </a:cubicBezTo>
                <a:cubicBezTo>
                  <a:pt x="4408272" y="1218133"/>
                  <a:pt x="4403420" y="1217878"/>
                  <a:pt x="4402655" y="1212004"/>
                </a:cubicBezTo>
                <a:cubicBezTo>
                  <a:pt x="4401888" y="1206130"/>
                  <a:pt x="4397803" y="1204854"/>
                  <a:pt x="4397803" y="1202300"/>
                </a:cubicBezTo>
                <a:cubicBezTo>
                  <a:pt x="4397803" y="1199746"/>
                  <a:pt x="4397803" y="1193617"/>
                  <a:pt x="4397803" y="1190808"/>
                </a:cubicBezTo>
                <a:cubicBezTo>
                  <a:pt x="4395479" y="1187795"/>
                  <a:pt x="4392720" y="1185139"/>
                  <a:pt x="4389630" y="1182892"/>
                </a:cubicBezTo>
                <a:cubicBezTo>
                  <a:pt x="4383170" y="1182585"/>
                  <a:pt x="4376913" y="1180568"/>
                  <a:pt x="4371498" y="1177018"/>
                </a:cubicBezTo>
                <a:cubicBezTo>
                  <a:pt x="4369456" y="1174720"/>
                  <a:pt x="4365114" y="1171910"/>
                  <a:pt x="4367669" y="1168846"/>
                </a:cubicBezTo>
                <a:cubicBezTo>
                  <a:pt x="4372265" y="1164607"/>
                  <a:pt x="4377526" y="1161159"/>
                  <a:pt x="4383246" y="1158631"/>
                </a:cubicBezTo>
                <a:lnTo>
                  <a:pt x="4396270" y="1151480"/>
                </a:lnTo>
                <a:cubicBezTo>
                  <a:pt x="4398312" y="1150204"/>
                  <a:pt x="4408272" y="1146118"/>
                  <a:pt x="4408272" y="1146118"/>
                </a:cubicBezTo>
                <a:cubicBezTo>
                  <a:pt x="4418820" y="1138456"/>
                  <a:pt x="4431281" y="1133860"/>
                  <a:pt x="4444281" y="1132838"/>
                </a:cubicBezTo>
                <a:cubicBezTo>
                  <a:pt x="4452963" y="1133093"/>
                  <a:pt x="4467519" y="1140755"/>
                  <a:pt x="4468286" y="1135903"/>
                </a:cubicBezTo>
                <a:cubicBezTo>
                  <a:pt x="4469051" y="1131051"/>
                  <a:pt x="4478756" y="1127476"/>
                  <a:pt x="4482331" y="1124922"/>
                </a:cubicBezTo>
                <a:cubicBezTo>
                  <a:pt x="4485575" y="1122879"/>
                  <a:pt x="4487489" y="1119303"/>
                  <a:pt x="4487439" y="1115473"/>
                </a:cubicBezTo>
                <a:cubicBezTo>
                  <a:pt x="4486928" y="1110085"/>
                  <a:pt x="4485804" y="1104773"/>
                  <a:pt x="4484119" y="1099640"/>
                </a:cubicBezTo>
                <a:cubicBezTo>
                  <a:pt x="4482587" y="1095324"/>
                  <a:pt x="4478909" y="1092106"/>
                  <a:pt x="4474415" y="1091212"/>
                </a:cubicBezTo>
                <a:cubicBezTo>
                  <a:pt x="4472116" y="1089936"/>
                  <a:pt x="4472116" y="1092234"/>
                  <a:pt x="4467775" y="1091212"/>
                </a:cubicBezTo>
                <a:cubicBezTo>
                  <a:pt x="4463434" y="1090191"/>
                  <a:pt x="4435342" y="1067973"/>
                  <a:pt x="4422318" y="1075379"/>
                </a:cubicBezTo>
                <a:cubicBezTo>
                  <a:pt x="4415933" y="1078954"/>
                  <a:pt x="4420020" y="1089425"/>
                  <a:pt x="4413124" y="1095554"/>
                </a:cubicBezTo>
                <a:cubicBezTo>
                  <a:pt x="4410085" y="1097954"/>
                  <a:pt x="4406612" y="1099767"/>
                  <a:pt x="4402910" y="1100916"/>
                </a:cubicBezTo>
                <a:cubicBezTo>
                  <a:pt x="4399335" y="1102960"/>
                  <a:pt x="4393716" y="1104747"/>
                  <a:pt x="4390907" y="1102960"/>
                </a:cubicBezTo>
                <a:cubicBezTo>
                  <a:pt x="4388098" y="1101172"/>
                  <a:pt x="4385544" y="1098107"/>
                  <a:pt x="4378394" y="1098107"/>
                </a:cubicBezTo>
                <a:cubicBezTo>
                  <a:pt x="4367157" y="1099895"/>
                  <a:pt x="4372010" y="1106024"/>
                  <a:pt x="4368945" y="1108578"/>
                </a:cubicBezTo>
                <a:cubicBezTo>
                  <a:pt x="4365881" y="1111131"/>
                  <a:pt x="4360773" y="1108578"/>
                  <a:pt x="4358474" y="1108578"/>
                </a:cubicBezTo>
                <a:cubicBezTo>
                  <a:pt x="4354900" y="1109114"/>
                  <a:pt x="4351273" y="1108578"/>
                  <a:pt x="4348004" y="1107046"/>
                </a:cubicBezTo>
                <a:cubicBezTo>
                  <a:pt x="4346472" y="1105769"/>
                  <a:pt x="4339067" y="1115217"/>
                  <a:pt x="4339576" y="1118793"/>
                </a:cubicBezTo>
                <a:cubicBezTo>
                  <a:pt x="4340088" y="1122368"/>
                  <a:pt x="4348516" y="1123390"/>
                  <a:pt x="4345196" y="1131051"/>
                </a:cubicBezTo>
                <a:cubicBezTo>
                  <a:pt x="4341876" y="1138712"/>
                  <a:pt x="4331916" y="1138712"/>
                  <a:pt x="4324766" y="1131051"/>
                </a:cubicBezTo>
                <a:cubicBezTo>
                  <a:pt x="4317615" y="1123390"/>
                  <a:pt x="4336768" y="1121602"/>
                  <a:pt x="4328851" y="1116750"/>
                </a:cubicBezTo>
                <a:cubicBezTo>
                  <a:pt x="4320935" y="1111898"/>
                  <a:pt x="4321190" y="1100150"/>
                  <a:pt x="4323999" y="1099640"/>
                </a:cubicBezTo>
                <a:cubicBezTo>
                  <a:pt x="4326808" y="1099129"/>
                  <a:pt x="4346728" y="1096320"/>
                  <a:pt x="4346728" y="1096320"/>
                </a:cubicBezTo>
                <a:cubicBezTo>
                  <a:pt x="4371498" y="1088659"/>
                  <a:pt x="4379670" y="1089936"/>
                  <a:pt x="4384267" y="1085083"/>
                </a:cubicBezTo>
                <a:cubicBezTo>
                  <a:pt x="4387051" y="1080972"/>
                  <a:pt x="4388150" y="1075941"/>
                  <a:pt x="4387331" y="1071038"/>
                </a:cubicBezTo>
                <a:cubicBezTo>
                  <a:pt x="4387331" y="1067463"/>
                  <a:pt x="4396270" y="1060823"/>
                  <a:pt x="4398312" y="1060823"/>
                </a:cubicBezTo>
                <a:cubicBezTo>
                  <a:pt x="4405055" y="1058601"/>
                  <a:pt x="4412205" y="1057911"/>
                  <a:pt x="4419253" y="1058780"/>
                </a:cubicBezTo>
                <a:cubicBezTo>
                  <a:pt x="4426149" y="1059546"/>
                  <a:pt x="4437641" y="1056992"/>
                  <a:pt x="4437641" y="1050608"/>
                </a:cubicBezTo>
                <a:cubicBezTo>
                  <a:pt x="4439709" y="1044070"/>
                  <a:pt x="4439070" y="1036996"/>
                  <a:pt x="4435853" y="1030944"/>
                </a:cubicBezTo>
                <a:cubicBezTo>
                  <a:pt x="4434090" y="1028799"/>
                  <a:pt x="4431793" y="1027139"/>
                  <a:pt x="4429213" y="1026092"/>
                </a:cubicBezTo>
                <a:cubicBezTo>
                  <a:pt x="4426916" y="1025581"/>
                  <a:pt x="4425638" y="1020729"/>
                  <a:pt x="4423084" y="1020729"/>
                </a:cubicBezTo>
                <a:cubicBezTo>
                  <a:pt x="4416189" y="1017920"/>
                  <a:pt x="4409804" y="1023793"/>
                  <a:pt x="4402399" y="1026092"/>
                </a:cubicBezTo>
                <a:cubicBezTo>
                  <a:pt x="4394994" y="1028390"/>
                  <a:pt x="4379926" y="1031455"/>
                  <a:pt x="4379926" y="1028390"/>
                </a:cubicBezTo>
                <a:cubicBezTo>
                  <a:pt x="4379926" y="1025326"/>
                  <a:pt x="4382225" y="1016133"/>
                  <a:pt x="4379926" y="1013834"/>
                </a:cubicBezTo>
                <a:cubicBezTo>
                  <a:pt x="4375253" y="1011919"/>
                  <a:pt x="4370042" y="1011919"/>
                  <a:pt x="4365370" y="1013834"/>
                </a:cubicBezTo>
                <a:cubicBezTo>
                  <a:pt x="4363326" y="1015877"/>
                  <a:pt x="4361794" y="1024815"/>
                  <a:pt x="4357709" y="1029412"/>
                </a:cubicBezTo>
                <a:cubicBezTo>
                  <a:pt x="4353368" y="1032885"/>
                  <a:pt x="4348157" y="1035081"/>
                  <a:pt x="4342641" y="1035796"/>
                </a:cubicBezTo>
                <a:cubicBezTo>
                  <a:pt x="4336768" y="1037328"/>
                  <a:pt x="4327063" y="1044479"/>
                  <a:pt x="4329107" y="1048310"/>
                </a:cubicBezTo>
                <a:cubicBezTo>
                  <a:pt x="4331150" y="1052140"/>
                  <a:pt x="4334215" y="1048820"/>
                  <a:pt x="4338556" y="1052140"/>
                </a:cubicBezTo>
                <a:cubicBezTo>
                  <a:pt x="4342896" y="1055460"/>
                  <a:pt x="4349281" y="1055460"/>
                  <a:pt x="4351069" y="1058269"/>
                </a:cubicBezTo>
                <a:cubicBezTo>
                  <a:pt x="4352856" y="1061078"/>
                  <a:pt x="4352090" y="1075379"/>
                  <a:pt x="4342896" y="1076656"/>
                </a:cubicBezTo>
                <a:cubicBezTo>
                  <a:pt x="4339321" y="1077167"/>
                  <a:pt x="4326808" y="1081508"/>
                  <a:pt x="4323232" y="1075379"/>
                </a:cubicBezTo>
                <a:cubicBezTo>
                  <a:pt x="4321956" y="1073336"/>
                  <a:pt x="4324766" y="1070527"/>
                  <a:pt x="4324510" y="1065930"/>
                </a:cubicBezTo>
                <a:cubicBezTo>
                  <a:pt x="4324255" y="1061333"/>
                  <a:pt x="4314550" y="1056481"/>
                  <a:pt x="4314295" y="1053672"/>
                </a:cubicBezTo>
                <a:cubicBezTo>
                  <a:pt x="4314039" y="1050863"/>
                  <a:pt x="4312507" y="1049586"/>
                  <a:pt x="4316594" y="1046011"/>
                </a:cubicBezTo>
                <a:cubicBezTo>
                  <a:pt x="4324306" y="1038452"/>
                  <a:pt x="4330920" y="1029846"/>
                  <a:pt x="4336256" y="1020474"/>
                </a:cubicBezTo>
                <a:cubicBezTo>
                  <a:pt x="4336691" y="1017180"/>
                  <a:pt x="4338325" y="1014192"/>
                  <a:pt x="4340853" y="1012046"/>
                </a:cubicBezTo>
                <a:cubicBezTo>
                  <a:pt x="4345705" y="1007705"/>
                  <a:pt x="4351580" y="1000810"/>
                  <a:pt x="4348770" y="998512"/>
                </a:cubicBezTo>
                <a:cubicBezTo>
                  <a:pt x="4345961" y="996035"/>
                  <a:pt x="4342284" y="994834"/>
                  <a:pt x="4338556" y="995192"/>
                </a:cubicBezTo>
                <a:cubicBezTo>
                  <a:pt x="4333678" y="995473"/>
                  <a:pt x="4328979" y="997158"/>
                  <a:pt x="4325020" y="1000044"/>
                </a:cubicBezTo>
                <a:cubicBezTo>
                  <a:pt x="4323463" y="1002827"/>
                  <a:pt x="4321675" y="1005483"/>
                  <a:pt x="4319658" y="1007960"/>
                </a:cubicBezTo>
                <a:cubicBezTo>
                  <a:pt x="4313350" y="1014600"/>
                  <a:pt x="4306685" y="1020908"/>
                  <a:pt x="4299738" y="1026858"/>
                </a:cubicBezTo>
                <a:cubicBezTo>
                  <a:pt x="4295908" y="1030178"/>
                  <a:pt x="4290034" y="1040648"/>
                  <a:pt x="4287736" y="1042436"/>
                </a:cubicBezTo>
                <a:cubicBezTo>
                  <a:pt x="4285437" y="1044223"/>
                  <a:pt x="4268327" y="1058780"/>
                  <a:pt x="4266284" y="1061078"/>
                </a:cubicBezTo>
                <a:cubicBezTo>
                  <a:pt x="4261739" y="1064526"/>
                  <a:pt x="4259720" y="1070374"/>
                  <a:pt x="4261176" y="1075890"/>
                </a:cubicBezTo>
                <a:cubicBezTo>
                  <a:pt x="4262454" y="1078443"/>
                  <a:pt x="4266284" y="1078188"/>
                  <a:pt x="4268839" y="1078443"/>
                </a:cubicBezTo>
                <a:cubicBezTo>
                  <a:pt x="4271392" y="1078699"/>
                  <a:pt x="4275223" y="1079720"/>
                  <a:pt x="4277521" y="1077167"/>
                </a:cubicBezTo>
                <a:cubicBezTo>
                  <a:pt x="4279820" y="1074613"/>
                  <a:pt x="4284416" y="1069506"/>
                  <a:pt x="4289268" y="1072059"/>
                </a:cubicBezTo>
                <a:cubicBezTo>
                  <a:pt x="4294121" y="1074613"/>
                  <a:pt x="4292588" y="1079720"/>
                  <a:pt x="4287736" y="1082274"/>
                </a:cubicBezTo>
                <a:cubicBezTo>
                  <a:pt x="4282884" y="1084828"/>
                  <a:pt x="4283140" y="1088403"/>
                  <a:pt x="4282884" y="1091212"/>
                </a:cubicBezTo>
                <a:cubicBezTo>
                  <a:pt x="4282628" y="1094021"/>
                  <a:pt x="4287736" y="1093255"/>
                  <a:pt x="4293098" y="1096064"/>
                </a:cubicBezTo>
                <a:cubicBezTo>
                  <a:pt x="4298462" y="1098873"/>
                  <a:pt x="4302803" y="1100661"/>
                  <a:pt x="4300505" y="1105513"/>
                </a:cubicBezTo>
                <a:cubicBezTo>
                  <a:pt x="4299610" y="1107812"/>
                  <a:pt x="4297338" y="1109267"/>
                  <a:pt x="4294886" y="1109089"/>
                </a:cubicBezTo>
                <a:cubicBezTo>
                  <a:pt x="4291541" y="1108757"/>
                  <a:pt x="4288272" y="1107888"/>
                  <a:pt x="4285181" y="1106535"/>
                </a:cubicBezTo>
                <a:cubicBezTo>
                  <a:pt x="4281734" y="1105003"/>
                  <a:pt x="4278415" y="1103215"/>
                  <a:pt x="4275223" y="1101172"/>
                </a:cubicBezTo>
                <a:cubicBezTo>
                  <a:pt x="4270344" y="1096728"/>
                  <a:pt x="4265059" y="1092796"/>
                  <a:pt x="4259388" y="1089425"/>
                </a:cubicBezTo>
                <a:cubicBezTo>
                  <a:pt x="4256248" y="1086897"/>
                  <a:pt x="4253260" y="1084164"/>
                  <a:pt x="4250451" y="1081253"/>
                </a:cubicBezTo>
                <a:cubicBezTo>
                  <a:pt x="4247898" y="1078954"/>
                  <a:pt x="4240235" y="1076911"/>
                  <a:pt x="4238193" y="1073336"/>
                </a:cubicBezTo>
                <a:cubicBezTo>
                  <a:pt x="4236942" y="1070144"/>
                  <a:pt x="4236942" y="1066569"/>
                  <a:pt x="4238193" y="1063376"/>
                </a:cubicBezTo>
                <a:cubicBezTo>
                  <a:pt x="4239726" y="1060057"/>
                  <a:pt x="4249686" y="1058524"/>
                  <a:pt x="4252239" y="1056992"/>
                </a:cubicBezTo>
                <a:cubicBezTo>
                  <a:pt x="4254792" y="1055460"/>
                  <a:pt x="4255303" y="1053417"/>
                  <a:pt x="4261432" y="1048820"/>
                </a:cubicBezTo>
                <a:cubicBezTo>
                  <a:pt x="4267561" y="1044223"/>
                  <a:pt x="4268839" y="1037584"/>
                  <a:pt x="4271392" y="1035030"/>
                </a:cubicBezTo>
                <a:cubicBezTo>
                  <a:pt x="4273945" y="1032476"/>
                  <a:pt x="4285437" y="1020474"/>
                  <a:pt x="4288757" y="1016899"/>
                </a:cubicBezTo>
                <a:cubicBezTo>
                  <a:pt x="4292077" y="1013323"/>
                  <a:pt x="4296929" y="1010259"/>
                  <a:pt x="4298462" y="1008727"/>
                </a:cubicBezTo>
                <a:cubicBezTo>
                  <a:pt x="4299994" y="1007194"/>
                  <a:pt x="4304590" y="1002342"/>
                  <a:pt x="4306378" y="1002342"/>
                </a:cubicBezTo>
                <a:cubicBezTo>
                  <a:pt x="4309315" y="1001219"/>
                  <a:pt x="4311639" y="998895"/>
                  <a:pt x="4312762" y="995958"/>
                </a:cubicBezTo>
                <a:cubicBezTo>
                  <a:pt x="4313529" y="992383"/>
                  <a:pt x="4320423" y="989318"/>
                  <a:pt x="4322978" y="984977"/>
                </a:cubicBezTo>
                <a:cubicBezTo>
                  <a:pt x="4325531" y="980636"/>
                  <a:pt x="4328596" y="979103"/>
                  <a:pt x="4330383" y="975273"/>
                </a:cubicBezTo>
                <a:cubicBezTo>
                  <a:pt x="4332171" y="971442"/>
                  <a:pt x="4333192" y="969143"/>
                  <a:pt x="4332171" y="967611"/>
                </a:cubicBezTo>
                <a:cubicBezTo>
                  <a:pt x="4331150" y="966079"/>
                  <a:pt x="4327830" y="967867"/>
                  <a:pt x="4326298" y="966079"/>
                </a:cubicBezTo>
                <a:cubicBezTo>
                  <a:pt x="4324127" y="963576"/>
                  <a:pt x="4321828" y="961176"/>
                  <a:pt x="4319402" y="958929"/>
                </a:cubicBezTo>
                <a:cubicBezTo>
                  <a:pt x="4316976" y="957269"/>
                  <a:pt x="4313401" y="957524"/>
                  <a:pt x="4310496" y="958450"/>
                </a:cubicBezTo>
                <a:close/>
                <a:moveTo>
                  <a:pt x="2901563" y="951267"/>
                </a:moveTo>
                <a:cubicBezTo>
                  <a:pt x="2913004" y="990008"/>
                  <a:pt x="2919848" y="1029948"/>
                  <a:pt x="2921993" y="1070272"/>
                </a:cubicBezTo>
                <a:lnTo>
                  <a:pt x="2922760" y="1070272"/>
                </a:lnTo>
                <a:cubicBezTo>
                  <a:pt x="2924037" y="1120325"/>
                  <a:pt x="2871685" y="1169357"/>
                  <a:pt x="2871685" y="1169357"/>
                </a:cubicBezTo>
                <a:cubicBezTo>
                  <a:pt x="2851637" y="1136158"/>
                  <a:pt x="2842700" y="1097418"/>
                  <a:pt x="2846148" y="1058780"/>
                </a:cubicBezTo>
                <a:cubicBezTo>
                  <a:pt x="2853911" y="1018354"/>
                  <a:pt x="2873141" y="981044"/>
                  <a:pt x="2901563" y="951267"/>
                </a:cubicBezTo>
                <a:close/>
                <a:moveTo>
                  <a:pt x="933394" y="943096"/>
                </a:moveTo>
                <a:cubicBezTo>
                  <a:pt x="931249" y="945419"/>
                  <a:pt x="928644" y="947232"/>
                  <a:pt x="925732" y="948458"/>
                </a:cubicBezTo>
                <a:cubicBezTo>
                  <a:pt x="921902" y="949224"/>
                  <a:pt x="918582" y="947181"/>
                  <a:pt x="913730" y="951778"/>
                </a:cubicBezTo>
                <a:cubicBezTo>
                  <a:pt x="910742" y="955941"/>
                  <a:pt x="908009" y="960308"/>
                  <a:pt x="905558" y="964802"/>
                </a:cubicBezTo>
                <a:cubicBezTo>
                  <a:pt x="903515" y="966845"/>
                  <a:pt x="897897" y="969399"/>
                  <a:pt x="895854" y="971697"/>
                </a:cubicBezTo>
                <a:cubicBezTo>
                  <a:pt x="893811" y="973996"/>
                  <a:pt x="892790" y="979869"/>
                  <a:pt x="889214" y="983189"/>
                </a:cubicBezTo>
                <a:cubicBezTo>
                  <a:pt x="885638" y="986509"/>
                  <a:pt x="878488" y="989829"/>
                  <a:pt x="876445" y="992383"/>
                </a:cubicBezTo>
                <a:cubicBezTo>
                  <a:pt x="872359" y="996980"/>
                  <a:pt x="870317" y="1000044"/>
                  <a:pt x="873381" y="1005662"/>
                </a:cubicBezTo>
                <a:cubicBezTo>
                  <a:pt x="877671" y="1010897"/>
                  <a:pt x="882472" y="1015673"/>
                  <a:pt x="887682" y="1019963"/>
                </a:cubicBezTo>
                <a:cubicBezTo>
                  <a:pt x="894040" y="1028058"/>
                  <a:pt x="899863" y="1036588"/>
                  <a:pt x="905047" y="1045500"/>
                </a:cubicBezTo>
                <a:cubicBezTo>
                  <a:pt x="907882" y="1051246"/>
                  <a:pt x="911483" y="1056584"/>
                  <a:pt x="915773" y="1061333"/>
                </a:cubicBezTo>
                <a:cubicBezTo>
                  <a:pt x="917816" y="1063376"/>
                  <a:pt x="928797" y="1074358"/>
                  <a:pt x="936713" y="1083296"/>
                </a:cubicBezTo>
                <a:cubicBezTo>
                  <a:pt x="938246" y="1085083"/>
                  <a:pt x="942587" y="1092489"/>
                  <a:pt x="948205" y="1099384"/>
                </a:cubicBezTo>
                <a:cubicBezTo>
                  <a:pt x="953824" y="1106280"/>
                  <a:pt x="951270" y="1107301"/>
                  <a:pt x="959186" y="1115728"/>
                </a:cubicBezTo>
                <a:cubicBezTo>
                  <a:pt x="960718" y="1117260"/>
                  <a:pt x="962506" y="1125433"/>
                  <a:pt x="964038" y="1127476"/>
                </a:cubicBezTo>
                <a:cubicBezTo>
                  <a:pt x="979105" y="1145352"/>
                  <a:pt x="978085" y="1148927"/>
                  <a:pt x="987022" y="1157099"/>
                </a:cubicBezTo>
                <a:cubicBezTo>
                  <a:pt x="992462" y="1162615"/>
                  <a:pt x="998642" y="1167365"/>
                  <a:pt x="1005409" y="1171144"/>
                </a:cubicBezTo>
                <a:cubicBezTo>
                  <a:pt x="1009776" y="1173596"/>
                  <a:pt x="1013887" y="1176507"/>
                  <a:pt x="1017667" y="1179827"/>
                </a:cubicBezTo>
                <a:lnTo>
                  <a:pt x="1029670" y="1189787"/>
                </a:lnTo>
                <a:cubicBezTo>
                  <a:pt x="1031713" y="1191830"/>
                  <a:pt x="1048057" y="1200512"/>
                  <a:pt x="1051377" y="1202811"/>
                </a:cubicBezTo>
                <a:cubicBezTo>
                  <a:pt x="1056280" y="1207765"/>
                  <a:pt x="1061668" y="1212208"/>
                  <a:pt x="1067466" y="1216090"/>
                </a:cubicBezTo>
                <a:cubicBezTo>
                  <a:pt x="1074130" y="1218414"/>
                  <a:pt x="1081102" y="1219691"/>
                  <a:pt x="1088151" y="1219921"/>
                </a:cubicBezTo>
                <a:cubicBezTo>
                  <a:pt x="1092696" y="1219308"/>
                  <a:pt x="1097089" y="1217929"/>
                  <a:pt x="1101174" y="1215835"/>
                </a:cubicBezTo>
                <a:cubicBezTo>
                  <a:pt x="1106027" y="1213026"/>
                  <a:pt x="1113688" y="1202811"/>
                  <a:pt x="1118540" y="1199236"/>
                </a:cubicBezTo>
                <a:cubicBezTo>
                  <a:pt x="1123393" y="1195660"/>
                  <a:pt x="1132841" y="1190553"/>
                  <a:pt x="1132841" y="1190553"/>
                </a:cubicBezTo>
                <a:cubicBezTo>
                  <a:pt x="1132841" y="1190553"/>
                  <a:pt x="1142801" y="1180849"/>
                  <a:pt x="1146376" y="1176763"/>
                </a:cubicBezTo>
                <a:cubicBezTo>
                  <a:pt x="1150334" y="1171527"/>
                  <a:pt x="1155289" y="1167109"/>
                  <a:pt x="1160933" y="1163739"/>
                </a:cubicBezTo>
                <a:cubicBezTo>
                  <a:pt x="1163741" y="1162462"/>
                  <a:pt x="1170636" y="1161440"/>
                  <a:pt x="1173446" y="1158376"/>
                </a:cubicBezTo>
                <a:cubicBezTo>
                  <a:pt x="1177378" y="1153549"/>
                  <a:pt x="1180468" y="1148110"/>
                  <a:pt x="1182639" y="1142287"/>
                </a:cubicBezTo>
                <a:cubicBezTo>
                  <a:pt x="1184682" y="1136924"/>
                  <a:pt x="1192599" y="1132583"/>
                  <a:pt x="1193109" y="1126965"/>
                </a:cubicBezTo>
                <a:cubicBezTo>
                  <a:pt x="1193621" y="1121346"/>
                  <a:pt x="1189789" y="1116750"/>
                  <a:pt x="1186215" y="1110876"/>
                </a:cubicBezTo>
                <a:cubicBezTo>
                  <a:pt x="1182792" y="1103011"/>
                  <a:pt x="1178783" y="1095400"/>
                  <a:pt x="1174212" y="1088148"/>
                </a:cubicBezTo>
                <a:cubicBezTo>
                  <a:pt x="1169308" y="1080818"/>
                  <a:pt x="1160166" y="1077601"/>
                  <a:pt x="1151739" y="1080231"/>
                </a:cubicBezTo>
                <a:cubicBezTo>
                  <a:pt x="1146912" y="1083168"/>
                  <a:pt x="1142596" y="1086871"/>
                  <a:pt x="1138970" y="1091212"/>
                </a:cubicBezTo>
                <a:cubicBezTo>
                  <a:pt x="1135931" y="1093689"/>
                  <a:pt x="1132330" y="1095451"/>
                  <a:pt x="1128500" y="1096320"/>
                </a:cubicBezTo>
                <a:cubicBezTo>
                  <a:pt x="1127223" y="1096575"/>
                  <a:pt x="1122881" y="1102704"/>
                  <a:pt x="1119051" y="1102704"/>
                </a:cubicBezTo>
                <a:cubicBezTo>
                  <a:pt x="1114761" y="1105667"/>
                  <a:pt x="1110751" y="1108986"/>
                  <a:pt x="1107048" y="1112664"/>
                </a:cubicBezTo>
                <a:cubicBezTo>
                  <a:pt x="1101047" y="1118256"/>
                  <a:pt x="1093284" y="1121602"/>
                  <a:pt x="1085086" y="1122113"/>
                </a:cubicBezTo>
                <a:cubicBezTo>
                  <a:pt x="1073339" y="1121602"/>
                  <a:pt x="1068998" y="1114196"/>
                  <a:pt x="1060826" y="1110110"/>
                </a:cubicBezTo>
                <a:cubicBezTo>
                  <a:pt x="1056280" y="1107735"/>
                  <a:pt x="1052271" y="1104415"/>
                  <a:pt x="1049079" y="1100406"/>
                </a:cubicBezTo>
                <a:cubicBezTo>
                  <a:pt x="1041851" y="1092004"/>
                  <a:pt x="1036284" y="1082300"/>
                  <a:pt x="1032734" y="1071804"/>
                </a:cubicBezTo>
                <a:cubicBezTo>
                  <a:pt x="1037944" y="1062534"/>
                  <a:pt x="1041162" y="1052268"/>
                  <a:pt x="1042183" y="1041670"/>
                </a:cubicBezTo>
                <a:cubicBezTo>
                  <a:pt x="1043435" y="1035030"/>
                  <a:pt x="1045069" y="1028467"/>
                  <a:pt x="1047035" y="1022006"/>
                </a:cubicBezTo>
                <a:cubicBezTo>
                  <a:pt x="1046652" y="1016720"/>
                  <a:pt x="1047341" y="1011434"/>
                  <a:pt x="1049079" y="1006428"/>
                </a:cubicBezTo>
                <a:cubicBezTo>
                  <a:pt x="1052143" y="1000555"/>
                  <a:pt x="1053675" y="997746"/>
                  <a:pt x="1056484" y="992893"/>
                </a:cubicBezTo>
                <a:cubicBezTo>
                  <a:pt x="1059191" y="989727"/>
                  <a:pt x="1059191" y="985079"/>
                  <a:pt x="1056484" y="981912"/>
                </a:cubicBezTo>
                <a:cubicBezTo>
                  <a:pt x="1052551" y="978261"/>
                  <a:pt x="1048083" y="975247"/>
                  <a:pt x="1043205" y="972974"/>
                </a:cubicBezTo>
                <a:cubicBezTo>
                  <a:pt x="1035799" y="971442"/>
                  <a:pt x="1027627" y="960716"/>
                  <a:pt x="1018944" y="966590"/>
                </a:cubicBezTo>
                <a:cubicBezTo>
                  <a:pt x="1010261" y="972463"/>
                  <a:pt x="1000302" y="972208"/>
                  <a:pt x="998770" y="977060"/>
                </a:cubicBezTo>
                <a:cubicBezTo>
                  <a:pt x="998591" y="982168"/>
                  <a:pt x="997468" y="987173"/>
                  <a:pt x="995450" y="991872"/>
                </a:cubicBezTo>
                <a:cubicBezTo>
                  <a:pt x="997238" y="998256"/>
                  <a:pt x="989832" y="1002853"/>
                  <a:pt x="982937" y="998256"/>
                </a:cubicBezTo>
                <a:cubicBezTo>
                  <a:pt x="979437" y="994477"/>
                  <a:pt x="976449" y="990263"/>
                  <a:pt x="973998" y="985743"/>
                </a:cubicBezTo>
                <a:cubicBezTo>
                  <a:pt x="969657" y="976039"/>
                  <a:pt x="974765" y="965568"/>
                  <a:pt x="963272" y="953821"/>
                </a:cubicBezTo>
                <a:cubicBezTo>
                  <a:pt x="957501" y="949097"/>
                  <a:pt x="950938" y="945445"/>
                  <a:pt x="943864" y="943096"/>
                </a:cubicBezTo>
                <a:cubicBezTo>
                  <a:pt x="940289" y="943096"/>
                  <a:pt x="935437" y="941563"/>
                  <a:pt x="933394" y="943096"/>
                </a:cubicBezTo>
                <a:close/>
                <a:moveTo>
                  <a:pt x="3167153" y="837371"/>
                </a:moveTo>
                <a:cubicBezTo>
                  <a:pt x="3166386" y="876290"/>
                  <a:pt x="3159746" y="914852"/>
                  <a:pt x="3147489" y="951779"/>
                </a:cubicBezTo>
                <a:cubicBezTo>
                  <a:pt x="3138576" y="980993"/>
                  <a:pt x="3116282" y="1004233"/>
                  <a:pt x="3087476" y="1014345"/>
                </a:cubicBezTo>
                <a:cubicBezTo>
                  <a:pt x="3082011" y="1028365"/>
                  <a:pt x="3074145" y="1041313"/>
                  <a:pt x="3064236" y="1052651"/>
                </a:cubicBezTo>
                <a:cubicBezTo>
                  <a:pt x="3002436" y="1126199"/>
                  <a:pt x="2890071" y="1206131"/>
                  <a:pt x="2762384" y="1261292"/>
                </a:cubicBezTo>
                <a:cubicBezTo>
                  <a:pt x="2791905" y="1252405"/>
                  <a:pt x="2823649" y="1254473"/>
                  <a:pt x="2851765" y="1267165"/>
                </a:cubicBezTo>
                <a:lnTo>
                  <a:pt x="2852787" y="1266399"/>
                </a:lnTo>
                <a:cubicBezTo>
                  <a:pt x="2889153" y="1284199"/>
                  <a:pt x="2922223" y="1308025"/>
                  <a:pt x="2950594" y="1336883"/>
                </a:cubicBezTo>
                <a:cubicBezTo>
                  <a:pt x="2950594" y="1336883"/>
                  <a:pt x="2913311" y="1356546"/>
                  <a:pt x="2835166" y="1338926"/>
                </a:cubicBezTo>
                <a:cubicBezTo>
                  <a:pt x="2797600" y="1328685"/>
                  <a:pt x="2767211" y="1301054"/>
                  <a:pt x="2753446" y="1264612"/>
                </a:cubicBezTo>
                <a:lnTo>
                  <a:pt x="2689367" y="1288147"/>
                </a:lnTo>
                <a:lnTo>
                  <a:pt x="2691638" y="1299785"/>
                </a:lnTo>
                <a:cubicBezTo>
                  <a:pt x="2701094" y="1348278"/>
                  <a:pt x="2718523" y="1437818"/>
                  <a:pt x="2725610" y="1474784"/>
                </a:cubicBezTo>
                <a:cubicBezTo>
                  <a:pt x="2993216" y="1476291"/>
                  <a:pt x="3259445" y="1436146"/>
                  <a:pt x="3514717" y="1355779"/>
                </a:cubicBezTo>
                <a:lnTo>
                  <a:pt x="3542042" y="1346586"/>
                </a:lnTo>
                <a:lnTo>
                  <a:pt x="3542042" y="1375188"/>
                </a:lnTo>
                <a:cubicBezTo>
                  <a:pt x="3541863" y="1455708"/>
                  <a:pt x="3514308" y="1533800"/>
                  <a:pt x="3463898" y="1596597"/>
                </a:cubicBezTo>
                <a:cubicBezTo>
                  <a:pt x="3413435" y="1657325"/>
                  <a:pt x="3345760" y="1701403"/>
                  <a:pt x="3269812" y="1723008"/>
                </a:cubicBezTo>
                <a:cubicBezTo>
                  <a:pt x="3261514" y="1781079"/>
                  <a:pt x="3232834" y="1834325"/>
                  <a:pt x="3188859" y="1873167"/>
                </a:cubicBezTo>
                <a:cubicBezTo>
                  <a:pt x="3177317" y="1882923"/>
                  <a:pt x="3164829" y="1891477"/>
                  <a:pt x="3151575" y="1898704"/>
                </a:cubicBezTo>
                <a:cubicBezTo>
                  <a:pt x="3327017" y="1878785"/>
                  <a:pt x="3460578" y="1853759"/>
                  <a:pt x="3524421" y="1841756"/>
                </a:cubicBezTo>
                <a:lnTo>
                  <a:pt x="3553790" y="1836138"/>
                </a:lnTo>
                <a:lnTo>
                  <a:pt x="3552258" y="1836138"/>
                </a:lnTo>
                <a:cubicBezTo>
                  <a:pt x="3581114" y="1831286"/>
                  <a:pt x="3609206" y="1825157"/>
                  <a:pt x="3632188" y="1819539"/>
                </a:cubicBezTo>
                <a:cubicBezTo>
                  <a:pt x="3597713" y="1884685"/>
                  <a:pt x="3556190" y="1945821"/>
                  <a:pt x="3508332" y="2001875"/>
                </a:cubicBezTo>
                <a:cubicBezTo>
                  <a:pt x="3427557" y="2097922"/>
                  <a:pt x="3328395" y="2176832"/>
                  <a:pt x="3216695" y="2234010"/>
                </a:cubicBezTo>
                <a:cubicBezTo>
                  <a:pt x="3118402" y="2283757"/>
                  <a:pt x="3012804" y="2317466"/>
                  <a:pt x="2903862" y="2333861"/>
                </a:cubicBezTo>
                <a:cubicBezTo>
                  <a:pt x="2886930" y="2336237"/>
                  <a:pt x="2869872" y="2337335"/>
                  <a:pt x="2852787" y="2337181"/>
                </a:cubicBezTo>
                <a:cubicBezTo>
                  <a:pt x="2820917" y="2337054"/>
                  <a:pt x="2789096" y="2334755"/>
                  <a:pt x="2757531" y="2330287"/>
                </a:cubicBezTo>
                <a:lnTo>
                  <a:pt x="2727397" y="2325945"/>
                </a:lnTo>
                <a:lnTo>
                  <a:pt x="2785879" y="2570338"/>
                </a:lnTo>
                <a:lnTo>
                  <a:pt x="2591028" y="2582851"/>
                </a:lnTo>
                <a:lnTo>
                  <a:pt x="2395922" y="2570338"/>
                </a:lnTo>
                <a:lnTo>
                  <a:pt x="2454402" y="2325945"/>
                </a:lnTo>
                <a:lnTo>
                  <a:pt x="2424268" y="2330287"/>
                </a:lnTo>
                <a:cubicBezTo>
                  <a:pt x="2392705" y="2334755"/>
                  <a:pt x="2360884" y="2337054"/>
                  <a:pt x="2329014" y="2337181"/>
                </a:cubicBezTo>
                <a:cubicBezTo>
                  <a:pt x="2311929" y="2337360"/>
                  <a:pt x="2294845" y="2336237"/>
                  <a:pt x="2277939" y="2333861"/>
                </a:cubicBezTo>
                <a:cubicBezTo>
                  <a:pt x="2168920" y="2317518"/>
                  <a:pt x="2063220" y="2283808"/>
                  <a:pt x="1964850" y="2234010"/>
                </a:cubicBezTo>
                <a:cubicBezTo>
                  <a:pt x="1853124" y="2176857"/>
                  <a:pt x="1753987" y="2097922"/>
                  <a:pt x="1673213" y="2001875"/>
                </a:cubicBezTo>
                <a:cubicBezTo>
                  <a:pt x="1625355" y="1945821"/>
                  <a:pt x="1583832" y="1884685"/>
                  <a:pt x="1549355" y="1819539"/>
                </a:cubicBezTo>
                <a:cubicBezTo>
                  <a:pt x="1572595" y="1825157"/>
                  <a:pt x="1601197" y="1831286"/>
                  <a:pt x="1629288" y="1836138"/>
                </a:cubicBezTo>
                <a:lnTo>
                  <a:pt x="1658912" y="1841756"/>
                </a:lnTo>
                <a:cubicBezTo>
                  <a:pt x="1722500" y="1853759"/>
                  <a:pt x="1855805" y="1878785"/>
                  <a:pt x="2031502" y="1898449"/>
                </a:cubicBezTo>
                <a:cubicBezTo>
                  <a:pt x="2018249" y="1891733"/>
                  <a:pt x="2005736" y="1883587"/>
                  <a:pt x="1994219" y="1874188"/>
                </a:cubicBezTo>
                <a:cubicBezTo>
                  <a:pt x="1950370" y="1835270"/>
                  <a:pt x="1921692" y="1782075"/>
                  <a:pt x="1913264" y="1724029"/>
                </a:cubicBezTo>
                <a:cubicBezTo>
                  <a:pt x="1837342" y="1702347"/>
                  <a:pt x="1769694" y="1658295"/>
                  <a:pt x="1719180" y="1597619"/>
                </a:cubicBezTo>
                <a:cubicBezTo>
                  <a:pt x="1668948" y="1534720"/>
                  <a:pt x="1641419" y="1456704"/>
                  <a:pt x="1641035" y="1376209"/>
                </a:cubicBezTo>
                <a:lnTo>
                  <a:pt x="1641035" y="1347608"/>
                </a:lnTo>
                <a:lnTo>
                  <a:pt x="1668105" y="1356801"/>
                </a:lnTo>
                <a:cubicBezTo>
                  <a:pt x="1923836" y="1436963"/>
                  <a:pt x="2190499" y="1476750"/>
                  <a:pt x="2458489" y="1474784"/>
                </a:cubicBezTo>
                <a:cubicBezTo>
                  <a:pt x="2467938" y="1425496"/>
                  <a:pt x="2495773" y="1282743"/>
                  <a:pt x="2498583" y="1268442"/>
                </a:cubicBezTo>
                <a:lnTo>
                  <a:pt x="2498583" y="1265122"/>
                </a:lnTo>
                <a:cubicBezTo>
                  <a:pt x="2503689" y="1238818"/>
                  <a:pt x="2519013" y="1159397"/>
                  <a:pt x="2590261" y="1159397"/>
                </a:cubicBezTo>
                <a:lnTo>
                  <a:pt x="2593581" y="1159397"/>
                </a:lnTo>
                <a:cubicBezTo>
                  <a:pt x="2647019" y="1159397"/>
                  <a:pt x="2669141" y="1204503"/>
                  <a:pt x="2679017" y="1237829"/>
                </a:cubicBezTo>
                <a:lnTo>
                  <a:pt x="2683449" y="1256439"/>
                </a:lnTo>
                <a:lnTo>
                  <a:pt x="2744253" y="1234222"/>
                </a:lnTo>
                <a:cubicBezTo>
                  <a:pt x="2723593" y="1201738"/>
                  <a:pt x="2714604" y="1163203"/>
                  <a:pt x="2718716" y="1124922"/>
                </a:cubicBezTo>
                <a:cubicBezTo>
                  <a:pt x="2728036" y="1084726"/>
                  <a:pt x="2749105" y="1048182"/>
                  <a:pt x="2779239" y="1019963"/>
                </a:cubicBezTo>
                <a:cubicBezTo>
                  <a:pt x="2790756" y="1058219"/>
                  <a:pt x="2797370" y="1097776"/>
                  <a:pt x="2798903" y="1137691"/>
                </a:cubicBezTo>
                <a:cubicBezTo>
                  <a:pt x="2800436" y="1182126"/>
                  <a:pt x="2754723" y="1225284"/>
                  <a:pt x="2745785" y="1233201"/>
                </a:cubicBezTo>
                <a:cubicBezTo>
                  <a:pt x="2831234" y="1197040"/>
                  <a:pt x="2911523" y="1149744"/>
                  <a:pt x="2984560" y="1092490"/>
                </a:cubicBezTo>
                <a:cubicBezTo>
                  <a:pt x="2965714" y="1060440"/>
                  <a:pt x="2957311" y="1023309"/>
                  <a:pt x="2960554" y="986254"/>
                </a:cubicBezTo>
                <a:cubicBezTo>
                  <a:pt x="2967654" y="948076"/>
                  <a:pt x="2985351" y="912681"/>
                  <a:pt x="3011629" y="884104"/>
                </a:cubicBezTo>
                <a:cubicBezTo>
                  <a:pt x="3022228" y="921312"/>
                  <a:pt x="3028485" y="959618"/>
                  <a:pt x="3030273" y="998257"/>
                </a:cubicBezTo>
                <a:cubicBezTo>
                  <a:pt x="3032570" y="1041160"/>
                  <a:pt x="2992220" y="1085084"/>
                  <a:pt x="2985326" y="1092234"/>
                </a:cubicBezTo>
                <a:cubicBezTo>
                  <a:pt x="3011578" y="1071345"/>
                  <a:pt x="3036325" y="1048667"/>
                  <a:pt x="3059384" y="1024305"/>
                </a:cubicBezTo>
                <a:cubicBezTo>
                  <a:pt x="3065003" y="1018176"/>
                  <a:pt x="3071387" y="1010259"/>
                  <a:pt x="3075984" y="1004386"/>
                </a:cubicBezTo>
                <a:cubicBezTo>
                  <a:pt x="3069829" y="973077"/>
                  <a:pt x="3074988" y="940568"/>
                  <a:pt x="3090541" y="912707"/>
                </a:cubicBezTo>
                <a:cubicBezTo>
                  <a:pt x="3107753" y="880325"/>
                  <a:pt x="3134491" y="854022"/>
                  <a:pt x="3167153" y="837371"/>
                </a:cubicBezTo>
                <a:close/>
                <a:moveTo>
                  <a:pt x="1526596" y="823229"/>
                </a:moveTo>
                <a:cubicBezTo>
                  <a:pt x="1525096" y="823517"/>
                  <a:pt x="1523819" y="824092"/>
                  <a:pt x="1523819" y="824092"/>
                </a:cubicBezTo>
                <a:cubicBezTo>
                  <a:pt x="1523819" y="824092"/>
                  <a:pt x="1508497" y="833540"/>
                  <a:pt x="1508497" y="833540"/>
                </a:cubicBezTo>
                <a:cubicBezTo>
                  <a:pt x="1505330" y="837983"/>
                  <a:pt x="1501448" y="841865"/>
                  <a:pt x="1497005" y="845032"/>
                </a:cubicBezTo>
                <a:cubicBezTo>
                  <a:pt x="1493940" y="846820"/>
                  <a:pt x="1483981" y="831497"/>
                  <a:pt x="1475043" y="836860"/>
                </a:cubicBezTo>
                <a:cubicBezTo>
                  <a:pt x="1472489" y="838392"/>
                  <a:pt x="1470446" y="844521"/>
                  <a:pt x="1468148" y="848352"/>
                </a:cubicBezTo>
                <a:cubicBezTo>
                  <a:pt x="1464190" y="858541"/>
                  <a:pt x="1464190" y="869829"/>
                  <a:pt x="1468148" y="880018"/>
                </a:cubicBezTo>
                <a:cubicBezTo>
                  <a:pt x="1468148" y="883593"/>
                  <a:pt x="1466615" y="890999"/>
                  <a:pt x="1468148" y="893553"/>
                </a:cubicBezTo>
                <a:cubicBezTo>
                  <a:pt x="1469680" y="896107"/>
                  <a:pt x="1474787" y="898660"/>
                  <a:pt x="1476065" y="900959"/>
                </a:cubicBezTo>
                <a:cubicBezTo>
                  <a:pt x="1477341" y="903257"/>
                  <a:pt x="1479384" y="910408"/>
                  <a:pt x="1480917" y="912961"/>
                </a:cubicBezTo>
                <a:cubicBezTo>
                  <a:pt x="1486279" y="923687"/>
                  <a:pt x="1497260" y="922410"/>
                  <a:pt x="1506453" y="917047"/>
                </a:cubicBezTo>
                <a:cubicBezTo>
                  <a:pt x="1510796" y="914238"/>
                  <a:pt x="1515392" y="904023"/>
                  <a:pt x="1517690" y="901725"/>
                </a:cubicBezTo>
                <a:cubicBezTo>
                  <a:pt x="1519989" y="899427"/>
                  <a:pt x="1525862" y="899171"/>
                  <a:pt x="1528417" y="894064"/>
                </a:cubicBezTo>
                <a:cubicBezTo>
                  <a:pt x="1531071" y="890156"/>
                  <a:pt x="1533063" y="885841"/>
                  <a:pt x="1534290" y="881296"/>
                </a:cubicBezTo>
                <a:lnTo>
                  <a:pt x="1534290" y="880273"/>
                </a:lnTo>
                <a:cubicBezTo>
                  <a:pt x="1535055" y="874144"/>
                  <a:pt x="1531735" y="870569"/>
                  <a:pt x="1533013" y="865207"/>
                </a:cubicBezTo>
                <a:cubicBezTo>
                  <a:pt x="1532502" y="862397"/>
                  <a:pt x="1536843" y="858056"/>
                  <a:pt x="1536843" y="856013"/>
                </a:cubicBezTo>
                <a:cubicBezTo>
                  <a:pt x="1537303" y="852131"/>
                  <a:pt x="1538095" y="848275"/>
                  <a:pt x="1539142" y="844521"/>
                </a:cubicBezTo>
                <a:cubicBezTo>
                  <a:pt x="1538478" y="840665"/>
                  <a:pt x="1536997" y="837013"/>
                  <a:pt x="1534801" y="833796"/>
                </a:cubicBezTo>
                <a:cubicBezTo>
                  <a:pt x="1534366" y="830246"/>
                  <a:pt x="1532962" y="826875"/>
                  <a:pt x="1530714" y="824092"/>
                </a:cubicBezTo>
                <a:cubicBezTo>
                  <a:pt x="1529820" y="822942"/>
                  <a:pt x="1528096" y="822942"/>
                  <a:pt x="1526596" y="823229"/>
                </a:cubicBezTo>
                <a:close/>
                <a:moveTo>
                  <a:pt x="2519845" y="697503"/>
                </a:moveTo>
                <a:cubicBezTo>
                  <a:pt x="2147528" y="711129"/>
                  <a:pt x="1775424" y="834387"/>
                  <a:pt x="1454613" y="1074613"/>
                </a:cubicBezTo>
                <a:lnTo>
                  <a:pt x="1454358" y="1074613"/>
                </a:lnTo>
                <a:cubicBezTo>
                  <a:pt x="976297" y="1432443"/>
                  <a:pt x="695181" y="1994903"/>
                  <a:pt x="695895" y="2592045"/>
                </a:cubicBezTo>
                <a:cubicBezTo>
                  <a:pt x="695845" y="2688652"/>
                  <a:pt x="703123" y="2785107"/>
                  <a:pt x="717602" y="2880617"/>
                </a:cubicBezTo>
                <a:cubicBezTo>
                  <a:pt x="718879" y="2888533"/>
                  <a:pt x="720667" y="2896194"/>
                  <a:pt x="721944" y="2904112"/>
                </a:cubicBezTo>
                <a:cubicBezTo>
                  <a:pt x="727817" y="2939608"/>
                  <a:pt x="734713" y="2974594"/>
                  <a:pt x="742374" y="3009326"/>
                </a:cubicBezTo>
                <a:cubicBezTo>
                  <a:pt x="753610" y="3058357"/>
                  <a:pt x="765869" y="3107133"/>
                  <a:pt x="780680" y="3154633"/>
                </a:cubicBezTo>
                <a:cubicBezTo>
                  <a:pt x="797024" y="3205708"/>
                  <a:pt x="815922" y="3256783"/>
                  <a:pt x="836351" y="3307858"/>
                </a:cubicBezTo>
                <a:cubicBezTo>
                  <a:pt x="839161" y="3314497"/>
                  <a:pt x="841715" y="3321647"/>
                  <a:pt x="844523" y="3328287"/>
                </a:cubicBezTo>
                <a:cubicBezTo>
                  <a:pt x="903617" y="3468819"/>
                  <a:pt x="979413" y="3601716"/>
                  <a:pt x="1070274" y="3724117"/>
                </a:cubicBezTo>
                <a:lnTo>
                  <a:pt x="1071552" y="3725649"/>
                </a:lnTo>
                <a:cubicBezTo>
                  <a:pt x="1072190" y="3726517"/>
                  <a:pt x="1072828" y="3727360"/>
                  <a:pt x="1073466" y="3728229"/>
                </a:cubicBezTo>
                <a:cubicBezTo>
                  <a:pt x="1308791" y="4042483"/>
                  <a:pt x="1622942" y="4262887"/>
                  <a:pt x="1967899" y="4382545"/>
                </a:cubicBezTo>
                <a:lnTo>
                  <a:pt x="2049026" y="4406398"/>
                </a:lnTo>
                <a:lnTo>
                  <a:pt x="2043825" y="4382055"/>
                </a:lnTo>
                <a:cubicBezTo>
                  <a:pt x="2037249" y="4358784"/>
                  <a:pt x="2025629" y="4332544"/>
                  <a:pt x="2005455" y="4320669"/>
                </a:cubicBezTo>
                <a:cubicBezTo>
                  <a:pt x="1983032" y="4308794"/>
                  <a:pt x="1959053" y="4300214"/>
                  <a:pt x="1934205" y="4295132"/>
                </a:cubicBezTo>
                <a:lnTo>
                  <a:pt x="1922948" y="4284793"/>
                </a:lnTo>
                <a:lnTo>
                  <a:pt x="1977702" y="4288345"/>
                </a:lnTo>
                <a:cubicBezTo>
                  <a:pt x="1996402" y="4291512"/>
                  <a:pt x="2014776" y="4296600"/>
                  <a:pt x="2032525" y="4303559"/>
                </a:cubicBezTo>
                <a:cubicBezTo>
                  <a:pt x="2086920" y="4326287"/>
                  <a:pt x="2104029" y="4414392"/>
                  <a:pt x="2104029" y="4414392"/>
                </a:cubicBezTo>
                <a:cubicBezTo>
                  <a:pt x="2104029" y="4414392"/>
                  <a:pt x="2126247" y="4413370"/>
                  <a:pt x="2136462" y="4414392"/>
                </a:cubicBezTo>
                <a:cubicBezTo>
                  <a:pt x="2146676" y="4415413"/>
                  <a:pt x="2146676" y="4427416"/>
                  <a:pt x="2146676" y="4427416"/>
                </a:cubicBezTo>
                <a:lnTo>
                  <a:pt x="2232737" y="4427416"/>
                </a:lnTo>
                <a:cubicBezTo>
                  <a:pt x="2232737" y="4427416"/>
                  <a:pt x="2234206" y="4433992"/>
                  <a:pt x="2234717" y="4441366"/>
                </a:cubicBezTo>
                <a:lnTo>
                  <a:pt x="2232722" y="4451289"/>
                </a:lnTo>
                <a:lnTo>
                  <a:pt x="2321347" y="4468366"/>
                </a:lnTo>
                <a:cubicBezTo>
                  <a:pt x="2501426" y="4494230"/>
                  <a:pt x="2685206" y="4494332"/>
                  <a:pt x="2866682" y="4467810"/>
                </a:cubicBezTo>
                <a:lnTo>
                  <a:pt x="3008460" y="4439981"/>
                </a:lnTo>
                <a:lnTo>
                  <a:pt x="2998861" y="4439419"/>
                </a:lnTo>
                <a:lnTo>
                  <a:pt x="3013417" y="4434821"/>
                </a:lnTo>
                <a:lnTo>
                  <a:pt x="2921993" y="4434821"/>
                </a:lnTo>
                <a:cubicBezTo>
                  <a:pt x="2921993" y="4434821"/>
                  <a:pt x="2926591" y="4340334"/>
                  <a:pt x="2870918" y="4318882"/>
                </a:cubicBezTo>
                <a:cubicBezTo>
                  <a:pt x="2829446" y="4301976"/>
                  <a:pt x="2783376" y="4300061"/>
                  <a:pt x="2740678" y="4313519"/>
                </a:cubicBezTo>
                <a:cubicBezTo>
                  <a:pt x="2694199" y="4329353"/>
                  <a:pt x="2682452" y="4408518"/>
                  <a:pt x="2675558" y="4413115"/>
                </a:cubicBezTo>
                <a:lnTo>
                  <a:pt x="2669667" y="4426710"/>
                </a:lnTo>
                <a:lnTo>
                  <a:pt x="2669683" y="4426394"/>
                </a:lnTo>
                <a:lnTo>
                  <a:pt x="2668918" y="4428437"/>
                </a:lnTo>
                <a:lnTo>
                  <a:pt x="2669667" y="4426710"/>
                </a:lnTo>
                <a:lnTo>
                  <a:pt x="2667641" y="4465977"/>
                </a:lnTo>
                <a:cubicBezTo>
                  <a:pt x="2652216" y="4468046"/>
                  <a:pt x="2636587" y="4468046"/>
                  <a:pt x="2621163" y="4465977"/>
                </a:cubicBezTo>
                <a:cubicBezTo>
                  <a:pt x="2614523" y="4463679"/>
                  <a:pt x="2646700" y="4462147"/>
                  <a:pt x="2640827" y="4458827"/>
                </a:cubicBezTo>
                <a:cubicBezTo>
                  <a:pt x="2634952" y="4455507"/>
                  <a:pt x="2627036" y="4457295"/>
                  <a:pt x="2624483" y="4456018"/>
                </a:cubicBezTo>
                <a:cubicBezTo>
                  <a:pt x="2617587" y="4452442"/>
                  <a:pt x="2631123" y="4452442"/>
                  <a:pt x="2631632" y="4448356"/>
                </a:cubicBezTo>
                <a:cubicBezTo>
                  <a:pt x="2632144" y="4444271"/>
                  <a:pt x="2609159" y="4448356"/>
                  <a:pt x="2606095" y="4448356"/>
                </a:cubicBezTo>
                <a:cubicBezTo>
                  <a:pt x="2603031" y="4448356"/>
                  <a:pt x="2616055" y="4441717"/>
                  <a:pt x="2616055" y="4441717"/>
                </a:cubicBezTo>
                <a:lnTo>
                  <a:pt x="2572131" y="4441717"/>
                </a:lnTo>
                <a:lnTo>
                  <a:pt x="2581069" y="4434821"/>
                </a:lnTo>
                <a:lnTo>
                  <a:pt x="2490921" y="4434821"/>
                </a:lnTo>
                <a:cubicBezTo>
                  <a:pt x="2490921" y="4434821"/>
                  <a:pt x="2495773" y="4340334"/>
                  <a:pt x="2439846" y="4318882"/>
                </a:cubicBezTo>
                <a:cubicBezTo>
                  <a:pt x="2398374" y="4301976"/>
                  <a:pt x="2352304" y="4300061"/>
                  <a:pt x="2309606" y="4313519"/>
                </a:cubicBezTo>
                <a:cubicBezTo>
                  <a:pt x="2263127" y="4329353"/>
                  <a:pt x="2251381" y="4408518"/>
                  <a:pt x="2244485" y="4413115"/>
                </a:cubicBezTo>
                <a:cubicBezTo>
                  <a:pt x="2237590" y="4417712"/>
                  <a:pt x="2232993" y="4409540"/>
                  <a:pt x="2232993" y="4409540"/>
                </a:cubicBezTo>
                <a:cubicBezTo>
                  <a:pt x="2232993" y="4409540"/>
                  <a:pt x="2242953" y="4346207"/>
                  <a:pt x="2261595" y="4327309"/>
                </a:cubicBezTo>
                <a:cubicBezTo>
                  <a:pt x="2290376" y="4298197"/>
                  <a:pt x="2329959" y="4282287"/>
                  <a:pt x="2370896" y="4283385"/>
                </a:cubicBezTo>
                <a:cubicBezTo>
                  <a:pt x="2436782" y="4278788"/>
                  <a:pt x="2496540" y="4295643"/>
                  <a:pt x="2524121" y="4323479"/>
                </a:cubicBezTo>
                <a:cubicBezTo>
                  <a:pt x="2551700" y="4351315"/>
                  <a:pt x="2553488" y="4422564"/>
                  <a:pt x="2553488" y="4422564"/>
                </a:cubicBezTo>
                <a:lnTo>
                  <a:pt x="2655638" y="4420010"/>
                </a:lnTo>
                <a:cubicBezTo>
                  <a:pt x="2655638" y="4420010"/>
                  <a:pt x="2675302" y="4346207"/>
                  <a:pt x="2693944" y="4327309"/>
                </a:cubicBezTo>
                <a:cubicBezTo>
                  <a:pt x="2722700" y="4298146"/>
                  <a:pt x="2762283" y="4282236"/>
                  <a:pt x="2803245" y="4283385"/>
                </a:cubicBezTo>
                <a:cubicBezTo>
                  <a:pt x="2869132" y="4278788"/>
                  <a:pt x="2928888" y="4295643"/>
                  <a:pt x="2956469" y="4323479"/>
                </a:cubicBezTo>
                <a:cubicBezTo>
                  <a:pt x="2984050" y="4351315"/>
                  <a:pt x="2985836" y="4422564"/>
                  <a:pt x="2985836" y="4422564"/>
                </a:cubicBezTo>
                <a:lnTo>
                  <a:pt x="3087986" y="4420010"/>
                </a:lnTo>
                <a:cubicBezTo>
                  <a:pt x="3087986" y="4420010"/>
                  <a:pt x="3109694" y="4332417"/>
                  <a:pt x="3146978" y="4302538"/>
                </a:cubicBezTo>
                <a:cubicBezTo>
                  <a:pt x="3174942" y="4280130"/>
                  <a:pt x="3221148" y="4277688"/>
                  <a:pt x="3242503" y="4277867"/>
                </a:cubicBezTo>
                <a:cubicBezTo>
                  <a:pt x="3249622" y="4277927"/>
                  <a:pt x="3253979" y="4278278"/>
                  <a:pt x="3253979" y="4278278"/>
                </a:cubicBezTo>
                <a:lnTo>
                  <a:pt x="3253979" y="4316073"/>
                </a:lnTo>
                <a:cubicBezTo>
                  <a:pt x="3253979" y="4316073"/>
                  <a:pt x="3177367" y="4309688"/>
                  <a:pt x="3147744" y="4331395"/>
                </a:cubicBezTo>
                <a:cubicBezTo>
                  <a:pt x="3125528" y="4347676"/>
                  <a:pt x="3112647" y="4384929"/>
                  <a:pt x="3107271" y="4407170"/>
                </a:cubicBezTo>
                <a:lnTo>
                  <a:pt x="3105871" y="4414745"/>
                </a:lnTo>
                <a:lnTo>
                  <a:pt x="3224786" y="4379014"/>
                </a:lnTo>
                <a:cubicBezTo>
                  <a:pt x="3400525" y="4316611"/>
                  <a:pt x="3569959" y="4227010"/>
                  <a:pt x="3727086" y="4109348"/>
                </a:cubicBezTo>
                <a:cubicBezTo>
                  <a:pt x="4565124" y="3481844"/>
                  <a:pt x="4735765" y="2293768"/>
                  <a:pt x="4108234" y="1455758"/>
                </a:cubicBezTo>
                <a:cubicBezTo>
                  <a:pt x="3755247" y="984364"/>
                  <a:pt x="3224908" y="724137"/>
                  <a:pt x="2679273" y="698354"/>
                </a:cubicBezTo>
                <a:cubicBezTo>
                  <a:pt x="2626225" y="695847"/>
                  <a:pt x="2573033" y="695556"/>
                  <a:pt x="2519845" y="697503"/>
                </a:cubicBezTo>
                <a:close/>
                <a:moveTo>
                  <a:pt x="1677810" y="686700"/>
                </a:moveTo>
                <a:cubicBezTo>
                  <a:pt x="1675333" y="689101"/>
                  <a:pt x="1672702" y="691323"/>
                  <a:pt x="1669894" y="693340"/>
                </a:cubicBezTo>
                <a:cubicBezTo>
                  <a:pt x="1667594" y="694617"/>
                  <a:pt x="1660700" y="693851"/>
                  <a:pt x="1658146" y="696149"/>
                </a:cubicBezTo>
                <a:cubicBezTo>
                  <a:pt x="1654801" y="698447"/>
                  <a:pt x="1651072" y="700184"/>
                  <a:pt x="1647165" y="701257"/>
                </a:cubicBezTo>
                <a:cubicBezTo>
                  <a:pt x="1644356" y="701257"/>
                  <a:pt x="1638483" y="697681"/>
                  <a:pt x="1633885" y="701257"/>
                </a:cubicBezTo>
                <a:cubicBezTo>
                  <a:pt x="1629288" y="704832"/>
                  <a:pt x="1625459" y="702533"/>
                  <a:pt x="1622648" y="704832"/>
                </a:cubicBezTo>
                <a:lnTo>
                  <a:pt x="1621883" y="703810"/>
                </a:lnTo>
                <a:cubicBezTo>
                  <a:pt x="1619584" y="709428"/>
                  <a:pt x="1626735" y="715302"/>
                  <a:pt x="1627246" y="721176"/>
                </a:cubicBezTo>
                <a:cubicBezTo>
                  <a:pt x="1627348" y="724904"/>
                  <a:pt x="1629008" y="728428"/>
                  <a:pt x="1631843" y="730880"/>
                </a:cubicBezTo>
                <a:cubicBezTo>
                  <a:pt x="1637104" y="733766"/>
                  <a:pt x="1641521" y="737979"/>
                  <a:pt x="1644612" y="743138"/>
                </a:cubicBezTo>
                <a:cubicBezTo>
                  <a:pt x="1647165" y="746968"/>
                  <a:pt x="1657636" y="749777"/>
                  <a:pt x="1659168" y="752331"/>
                </a:cubicBezTo>
                <a:cubicBezTo>
                  <a:pt x="1660700" y="754885"/>
                  <a:pt x="1672958" y="759992"/>
                  <a:pt x="1676534" y="762546"/>
                </a:cubicBezTo>
                <a:cubicBezTo>
                  <a:pt x="1680108" y="765100"/>
                  <a:pt x="1681641" y="771229"/>
                  <a:pt x="1683939" y="773527"/>
                </a:cubicBezTo>
                <a:cubicBezTo>
                  <a:pt x="1686824" y="777741"/>
                  <a:pt x="1692264" y="779350"/>
                  <a:pt x="1696963" y="777358"/>
                </a:cubicBezTo>
                <a:cubicBezTo>
                  <a:pt x="1699516" y="775826"/>
                  <a:pt x="1702071" y="768420"/>
                  <a:pt x="1704368" y="766121"/>
                </a:cubicBezTo>
                <a:cubicBezTo>
                  <a:pt x="1706668" y="763823"/>
                  <a:pt x="1711520" y="762291"/>
                  <a:pt x="1714073" y="759992"/>
                </a:cubicBezTo>
                <a:cubicBezTo>
                  <a:pt x="1717801" y="756877"/>
                  <a:pt x="1720764" y="752945"/>
                  <a:pt x="1722756" y="748501"/>
                </a:cubicBezTo>
                <a:cubicBezTo>
                  <a:pt x="1723829" y="744670"/>
                  <a:pt x="1724518" y="740737"/>
                  <a:pt x="1724798" y="736754"/>
                </a:cubicBezTo>
                <a:cubicBezTo>
                  <a:pt x="1725565" y="732157"/>
                  <a:pt x="1723522" y="725772"/>
                  <a:pt x="1723522" y="721686"/>
                </a:cubicBezTo>
                <a:cubicBezTo>
                  <a:pt x="1725284" y="717320"/>
                  <a:pt x="1725821" y="712544"/>
                  <a:pt x="1725054" y="707896"/>
                </a:cubicBezTo>
                <a:cubicBezTo>
                  <a:pt x="1724134" y="703938"/>
                  <a:pt x="1722296" y="700261"/>
                  <a:pt x="1719692" y="697171"/>
                </a:cubicBezTo>
                <a:cubicBezTo>
                  <a:pt x="1716372" y="695204"/>
                  <a:pt x="1712873" y="693595"/>
                  <a:pt x="1709221" y="692318"/>
                </a:cubicBezTo>
                <a:cubicBezTo>
                  <a:pt x="1703348" y="689509"/>
                  <a:pt x="1682407" y="682614"/>
                  <a:pt x="1677810" y="686700"/>
                </a:cubicBezTo>
                <a:close/>
                <a:moveTo>
                  <a:pt x="1542462" y="652224"/>
                </a:moveTo>
                <a:cubicBezTo>
                  <a:pt x="1544504" y="651715"/>
                  <a:pt x="1544504" y="659119"/>
                  <a:pt x="1544759" y="664482"/>
                </a:cubicBezTo>
                <a:cubicBezTo>
                  <a:pt x="1543815" y="670229"/>
                  <a:pt x="1542103" y="675795"/>
                  <a:pt x="1539651" y="681081"/>
                </a:cubicBezTo>
                <a:cubicBezTo>
                  <a:pt x="1535822" y="688487"/>
                  <a:pt x="1535566" y="693595"/>
                  <a:pt x="1532502" y="699468"/>
                </a:cubicBezTo>
                <a:cubicBezTo>
                  <a:pt x="1529334" y="704372"/>
                  <a:pt x="1525377" y="708689"/>
                  <a:pt x="1520754" y="712237"/>
                </a:cubicBezTo>
                <a:cubicBezTo>
                  <a:pt x="1516362" y="714816"/>
                  <a:pt x="1510718" y="713463"/>
                  <a:pt x="1507985" y="709173"/>
                </a:cubicBezTo>
                <a:cubicBezTo>
                  <a:pt x="1505432" y="705214"/>
                  <a:pt x="1505432" y="700107"/>
                  <a:pt x="1507985" y="696148"/>
                </a:cubicBezTo>
                <a:cubicBezTo>
                  <a:pt x="1512097" y="689432"/>
                  <a:pt x="1516720" y="683023"/>
                  <a:pt x="1521776" y="676995"/>
                </a:cubicBezTo>
                <a:cubicBezTo>
                  <a:pt x="1523666" y="674264"/>
                  <a:pt x="1525146" y="671250"/>
                  <a:pt x="1526117" y="668057"/>
                </a:cubicBezTo>
                <a:cubicBezTo>
                  <a:pt x="1527138" y="664482"/>
                  <a:pt x="1531481" y="663461"/>
                  <a:pt x="1533778" y="659119"/>
                </a:cubicBezTo>
                <a:cubicBezTo>
                  <a:pt x="1536179" y="656259"/>
                  <a:pt x="1539142" y="653935"/>
                  <a:pt x="1542462" y="652224"/>
                </a:cubicBezTo>
                <a:close/>
                <a:moveTo>
                  <a:pt x="1564424" y="581487"/>
                </a:moveTo>
                <a:cubicBezTo>
                  <a:pt x="1560848" y="581487"/>
                  <a:pt x="1554464" y="588381"/>
                  <a:pt x="1551911" y="588381"/>
                </a:cubicBezTo>
                <a:cubicBezTo>
                  <a:pt x="1547415" y="588662"/>
                  <a:pt x="1542972" y="589454"/>
                  <a:pt x="1538631" y="590680"/>
                </a:cubicBezTo>
                <a:cubicBezTo>
                  <a:pt x="1535847" y="591982"/>
                  <a:pt x="1533727" y="594383"/>
                  <a:pt x="1532758" y="597319"/>
                </a:cubicBezTo>
                <a:cubicBezTo>
                  <a:pt x="1531225" y="599618"/>
                  <a:pt x="1529871" y="601993"/>
                  <a:pt x="1528671" y="604470"/>
                </a:cubicBezTo>
                <a:cubicBezTo>
                  <a:pt x="1526961" y="607330"/>
                  <a:pt x="1525530" y="610318"/>
                  <a:pt x="1524330" y="613408"/>
                </a:cubicBezTo>
                <a:cubicBezTo>
                  <a:pt x="1522082" y="618056"/>
                  <a:pt x="1518966" y="622218"/>
                  <a:pt x="1515137" y="625666"/>
                </a:cubicBezTo>
                <a:cubicBezTo>
                  <a:pt x="1510285" y="630518"/>
                  <a:pt x="1510029" y="632050"/>
                  <a:pt x="1507476" y="633582"/>
                </a:cubicBezTo>
                <a:cubicBezTo>
                  <a:pt x="1504028" y="636928"/>
                  <a:pt x="1501014" y="640707"/>
                  <a:pt x="1498537" y="644819"/>
                </a:cubicBezTo>
                <a:cubicBezTo>
                  <a:pt x="1494452" y="650692"/>
                  <a:pt x="1487812" y="654778"/>
                  <a:pt x="1485258" y="658609"/>
                </a:cubicBezTo>
                <a:cubicBezTo>
                  <a:pt x="1480891" y="666143"/>
                  <a:pt x="1474864" y="672603"/>
                  <a:pt x="1467637" y="677507"/>
                </a:cubicBezTo>
                <a:cubicBezTo>
                  <a:pt x="1464828" y="676204"/>
                  <a:pt x="1461916" y="675081"/>
                  <a:pt x="1458954" y="674187"/>
                </a:cubicBezTo>
                <a:cubicBezTo>
                  <a:pt x="1452314" y="672910"/>
                  <a:pt x="1450016" y="671888"/>
                  <a:pt x="1445419" y="674187"/>
                </a:cubicBezTo>
                <a:cubicBezTo>
                  <a:pt x="1442303" y="678017"/>
                  <a:pt x="1439418" y="682028"/>
                  <a:pt x="1436737" y="686189"/>
                </a:cubicBezTo>
                <a:cubicBezTo>
                  <a:pt x="1436737" y="693595"/>
                  <a:pt x="1430097" y="701767"/>
                  <a:pt x="1438269" y="716068"/>
                </a:cubicBezTo>
                <a:cubicBezTo>
                  <a:pt x="1439801" y="718622"/>
                  <a:pt x="1443887" y="723985"/>
                  <a:pt x="1451548" y="735733"/>
                </a:cubicBezTo>
                <a:cubicBezTo>
                  <a:pt x="1456324" y="741963"/>
                  <a:pt x="1461457" y="747913"/>
                  <a:pt x="1466871" y="753608"/>
                </a:cubicBezTo>
                <a:cubicBezTo>
                  <a:pt x="1471212" y="758971"/>
                  <a:pt x="1477852" y="764334"/>
                  <a:pt x="1479384" y="766888"/>
                </a:cubicBezTo>
                <a:cubicBezTo>
                  <a:pt x="1480917" y="769441"/>
                  <a:pt x="1485768" y="776847"/>
                  <a:pt x="1487045" y="776847"/>
                </a:cubicBezTo>
                <a:cubicBezTo>
                  <a:pt x="1488322" y="776847"/>
                  <a:pt x="1489088" y="777613"/>
                  <a:pt x="1492664" y="780678"/>
                </a:cubicBezTo>
                <a:cubicBezTo>
                  <a:pt x="1496239" y="783742"/>
                  <a:pt x="1497260" y="786807"/>
                  <a:pt x="1501601" y="789105"/>
                </a:cubicBezTo>
                <a:cubicBezTo>
                  <a:pt x="1503925" y="790152"/>
                  <a:pt x="1506453" y="790688"/>
                  <a:pt x="1509008" y="790637"/>
                </a:cubicBezTo>
                <a:cubicBezTo>
                  <a:pt x="1514064" y="788799"/>
                  <a:pt x="1518942" y="786475"/>
                  <a:pt x="1523565" y="783742"/>
                </a:cubicBezTo>
                <a:cubicBezTo>
                  <a:pt x="1525862" y="782210"/>
                  <a:pt x="1527394" y="779401"/>
                  <a:pt x="1530970" y="777103"/>
                </a:cubicBezTo>
                <a:cubicBezTo>
                  <a:pt x="1534545" y="774805"/>
                  <a:pt x="1541695" y="774038"/>
                  <a:pt x="1543739" y="773527"/>
                </a:cubicBezTo>
                <a:cubicBezTo>
                  <a:pt x="1545782" y="773017"/>
                  <a:pt x="1551399" y="776081"/>
                  <a:pt x="1551399" y="778124"/>
                </a:cubicBezTo>
                <a:cubicBezTo>
                  <a:pt x="1554183" y="785479"/>
                  <a:pt x="1557427" y="792630"/>
                  <a:pt x="1561104" y="799575"/>
                </a:cubicBezTo>
                <a:cubicBezTo>
                  <a:pt x="1563581" y="804887"/>
                  <a:pt x="1566569" y="809918"/>
                  <a:pt x="1570041" y="814644"/>
                </a:cubicBezTo>
                <a:cubicBezTo>
                  <a:pt x="1571573" y="816941"/>
                  <a:pt x="1576426" y="823070"/>
                  <a:pt x="1576426" y="825624"/>
                </a:cubicBezTo>
                <a:cubicBezTo>
                  <a:pt x="1583066" y="837371"/>
                  <a:pt x="1581024" y="843244"/>
                  <a:pt x="1572085" y="848863"/>
                </a:cubicBezTo>
                <a:cubicBezTo>
                  <a:pt x="1569532" y="850395"/>
                  <a:pt x="1560339" y="847841"/>
                  <a:pt x="1551911" y="853204"/>
                </a:cubicBezTo>
                <a:cubicBezTo>
                  <a:pt x="1550634" y="853970"/>
                  <a:pt x="1540419" y="862142"/>
                  <a:pt x="1543483" y="864696"/>
                </a:cubicBezTo>
                <a:cubicBezTo>
                  <a:pt x="1546547" y="867250"/>
                  <a:pt x="1566212" y="868782"/>
                  <a:pt x="1572085" y="872102"/>
                </a:cubicBezTo>
                <a:cubicBezTo>
                  <a:pt x="1577958" y="875421"/>
                  <a:pt x="1580768" y="878997"/>
                  <a:pt x="1585365" y="880273"/>
                </a:cubicBezTo>
                <a:cubicBezTo>
                  <a:pt x="1590446" y="880708"/>
                  <a:pt x="1595554" y="880197"/>
                  <a:pt x="1600431" y="878741"/>
                </a:cubicBezTo>
                <a:cubicBezTo>
                  <a:pt x="1604262" y="878486"/>
                  <a:pt x="1608093" y="880018"/>
                  <a:pt x="1610647" y="880018"/>
                </a:cubicBezTo>
                <a:cubicBezTo>
                  <a:pt x="1613200" y="880018"/>
                  <a:pt x="1619584" y="878741"/>
                  <a:pt x="1621627" y="878741"/>
                </a:cubicBezTo>
                <a:cubicBezTo>
                  <a:pt x="1624156" y="879865"/>
                  <a:pt x="1627016" y="879865"/>
                  <a:pt x="1629544" y="878741"/>
                </a:cubicBezTo>
                <a:cubicBezTo>
                  <a:pt x="1632099" y="877209"/>
                  <a:pt x="1632864" y="871335"/>
                  <a:pt x="1638227" y="864696"/>
                </a:cubicBezTo>
                <a:cubicBezTo>
                  <a:pt x="1643589" y="858056"/>
                  <a:pt x="1640781" y="847075"/>
                  <a:pt x="1643589" y="843244"/>
                </a:cubicBezTo>
                <a:cubicBezTo>
                  <a:pt x="1647676" y="835328"/>
                  <a:pt x="1648161" y="826007"/>
                  <a:pt x="1644867" y="817707"/>
                </a:cubicBezTo>
                <a:cubicBezTo>
                  <a:pt x="1633120" y="794545"/>
                  <a:pt x="1619712" y="772276"/>
                  <a:pt x="1604773" y="751054"/>
                </a:cubicBezTo>
                <a:cubicBezTo>
                  <a:pt x="1600150" y="747351"/>
                  <a:pt x="1596321" y="742755"/>
                  <a:pt x="1593537" y="737520"/>
                </a:cubicBezTo>
                <a:cubicBezTo>
                  <a:pt x="1590473" y="732412"/>
                  <a:pt x="1593537" y="725006"/>
                  <a:pt x="1595834" y="725006"/>
                </a:cubicBezTo>
                <a:cubicBezTo>
                  <a:pt x="1599027" y="724470"/>
                  <a:pt x="1601709" y="722350"/>
                  <a:pt x="1602986" y="719388"/>
                </a:cubicBezTo>
                <a:cubicBezTo>
                  <a:pt x="1604186" y="712978"/>
                  <a:pt x="1604951" y="706492"/>
                  <a:pt x="1605283" y="699980"/>
                </a:cubicBezTo>
                <a:cubicBezTo>
                  <a:pt x="1604262" y="681618"/>
                  <a:pt x="1604262" y="663180"/>
                  <a:pt x="1605283" y="644819"/>
                </a:cubicBezTo>
                <a:cubicBezTo>
                  <a:pt x="1605565" y="639379"/>
                  <a:pt x="1605565" y="633914"/>
                  <a:pt x="1605283" y="628475"/>
                </a:cubicBezTo>
                <a:cubicBezTo>
                  <a:pt x="1606561" y="620252"/>
                  <a:pt x="1608450" y="612157"/>
                  <a:pt x="1610902" y="604214"/>
                </a:cubicBezTo>
                <a:cubicBezTo>
                  <a:pt x="1609855" y="599847"/>
                  <a:pt x="1607327" y="595966"/>
                  <a:pt x="1603751" y="593233"/>
                </a:cubicBezTo>
                <a:cubicBezTo>
                  <a:pt x="1601198" y="591701"/>
                  <a:pt x="1595069" y="583784"/>
                  <a:pt x="1589961" y="581487"/>
                </a:cubicBezTo>
                <a:cubicBezTo>
                  <a:pt x="1581457" y="580643"/>
                  <a:pt x="1572928" y="580643"/>
                  <a:pt x="1564424" y="581487"/>
                </a:cubicBezTo>
                <a:close/>
                <a:moveTo>
                  <a:pt x="3745927" y="547011"/>
                </a:moveTo>
                <a:cubicBezTo>
                  <a:pt x="3744490" y="547266"/>
                  <a:pt x="3743150" y="548160"/>
                  <a:pt x="3742001" y="550332"/>
                </a:cubicBezTo>
                <a:cubicBezTo>
                  <a:pt x="3740111" y="556485"/>
                  <a:pt x="3737174" y="562282"/>
                  <a:pt x="3733318" y="567441"/>
                </a:cubicBezTo>
                <a:cubicBezTo>
                  <a:pt x="3729717" y="573902"/>
                  <a:pt x="3725325" y="579903"/>
                  <a:pt x="3720294" y="585317"/>
                </a:cubicBezTo>
                <a:cubicBezTo>
                  <a:pt x="3710385" y="591727"/>
                  <a:pt x="3702239" y="600511"/>
                  <a:pt x="3696544" y="610854"/>
                </a:cubicBezTo>
                <a:cubicBezTo>
                  <a:pt x="3683138" y="611135"/>
                  <a:pt x="3669831" y="608607"/>
                  <a:pt x="3657473" y="603448"/>
                </a:cubicBezTo>
                <a:cubicBezTo>
                  <a:pt x="3650321" y="599873"/>
                  <a:pt x="3641893" y="591446"/>
                  <a:pt x="3637808" y="591446"/>
                </a:cubicBezTo>
                <a:cubicBezTo>
                  <a:pt x="3634105" y="590603"/>
                  <a:pt x="3630275" y="590603"/>
                  <a:pt x="3626572" y="591446"/>
                </a:cubicBezTo>
                <a:cubicBezTo>
                  <a:pt x="3622231" y="591701"/>
                  <a:pt x="3618655" y="589404"/>
                  <a:pt x="3614824" y="589404"/>
                </a:cubicBezTo>
                <a:cubicBezTo>
                  <a:pt x="3610891" y="590807"/>
                  <a:pt x="3606882" y="592008"/>
                  <a:pt x="3602822" y="592978"/>
                </a:cubicBezTo>
                <a:cubicBezTo>
                  <a:pt x="3597281" y="593565"/>
                  <a:pt x="3592683" y="597523"/>
                  <a:pt x="3591330" y="602937"/>
                </a:cubicBezTo>
                <a:cubicBezTo>
                  <a:pt x="3586989" y="612744"/>
                  <a:pt x="3588699" y="624159"/>
                  <a:pt x="3595671" y="632305"/>
                </a:cubicBezTo>
                <a:cubicBezTo>
                  <a:pt x="3601545" y="636902"/>
                  <a:pt x="3601800" y="642265"/>
                  <a:pt x="3605886" y="646862"/>
                </a:cubicBezTo>
                <a:cubicBezTo>
                  <a:pt x="3608235" y="649492"/>
                  <a:pt x="3611376" y="651280"/>
                  <a:pt x="3614824" y="651969"/>
                </a:cubicBezTo>
                <a:cubicBezTo>
                  <a:pt x="3618451" y="652684"/>
                  <a:pt x="3622027" y="653629"/>
                  <a:pt x="3625551" y="654778"/>
                </a:cubicBezTo>
                <a:lnTo>
                  <a:pt x="3632700" y="658864"/>
                </a:lnTo>
                <a:cubicBezTo>
                  <a:pt x="3635255" y="660398"/>
                  <a:pt x="3643172" y="660398"/>
                  <a:pt x="3642149" y="663717"/>
                </a:cubicBezTo>
                <a:cubicBezTo>
                  <a:pt x="3641128" y="667036"/>
                  <a:pt x="3634233" y="672144"/>
                  <a:pt x="3630913" y="674442"/>
                </a:cubicBezTo>
                <a:cubicBezTo>
                  <a:pt x="3620851" y="684070"/>
                  <a:pt x="3608722" y="691247"/>
                  <a:pt x="3595415" y="695383"/>
                </a:cubicBezTo>
                <a:cubicBezTo>
                  <a:pt x="3572075" y="702431"/>
                  <a:pt x="3548376" y="708228"/>
                  <a:pt x="3524422" y="712748"/>
                </a:cubicBezTo>
                <a:cubicBezTo>
                  <a:pt x="3522123" y="712748"/>
                  <a:pt x="3517782" y="712748"/>
                  <a:pt x="3515738" y="712748"/>
                </a:cubicBezTo>
                <a:cubicBezTo>
                  <a:pt x="3511092" y="713617"/>
                  <a:pt x="3506393" y="714204"/>
                  <a:pt x="3501693" y="714536"/>
                </a:cubicBezTo>
                <a:cubicBezTo>
                  <a:pt x="3495463" y="715813"/>
                  <a:pt x="3489027" y="715813"/>
                  <a:pt x="3482796" y="714536"/>
                </a:cubicBezTo>
                <a:lnTo>
                  <a:pt x="3482796" y="713514"/>
                </a:lnTo>
                <a:cubicBezTo>
                  <a:pt x="3474879" y="711982"/>
                  <a:pt x="3469516" y="714281"/>
                  <a:pt x="3470283" y="716579"/>
                </a:cubicBezTo>
                <a:cubicBezTo>
                  <a:pt x="3471048" y="718877"/>
                  <a:pt x="3474624" y="721943"/>
                  <a:pt x="3477944" y="725517"/>
                </a:cubicBezTo>
                <a:cubicBezTo>
                  <a:pt x="3481264" y="729092"/>
                  <a:pt x="3476411" y="736498"/>
                  <a:pt x="3477944" y="740329"/>
                </a:cubicBezTo>
                <a:cubicBezTo>
                  <a:pt x="3479476" y="744159"/>
                  <a:pt x="3478965" y="748757"/>
                  <a:pt x="3481519" y="751054"/>
                </a:cubicBezTo>
                <a:cubicBezTo>
                  <a:pt x="3485375" y="753252"/>
                  <a:pt x="3489640" y="754732"/>
                  <a:pt x="3494032" y="755396"/>
                </a:cubicBezTo>
                <a:cubicBezTo>
                  <a:pt x="3501540" y="758129"/>
                  <a:pt x="3509226" y="760350"/>
                  <a:pt x="3517017" y="762035"/>
                </a:cubicBezTo>
                <a:cubicBezTo>
                  <a:pt x="3523145" y="762035"/>
                  <a:pt x="3539234" y="762035"/>
                  <a:pt x="3545874" y="762035"/>
                </a:cubicBezTo>
                <a:cubicBezTo>
                  <a:pt x="3559128" y="764538"/>
                  <a:pt x="3572713" y="764538"/>
                  <a:pt x="3585966" y="762035"/>
                </a:cubicBezTo>
                <a:cubicBezTo>
                  <a:pt x="3605631" y="755907"/>
                  <a:pt x="3617123" y="755140"/>
                  <a:pt x="3631168" y="750799"/>
                </a:cubicBezTo>
                <a:cubicBezTo>
                  <a:pt x="3645213" y="746457"/>
                  <a:pt x="3665643" y="726794"/>
                  <a:pt x="3668453" y="731901"/>
                </a:cubicBezTo>
                <a:cubicBezTo>
                  <a:pt x="3671262" y="737009"/>
                  <a:pt x="3675093" y="756928"/>
                  <a:pt x="3682754" y="773783"/>
                </a:cubicBezTo>
                <a:cubicBezTo>
                  <a:pt x="3684899" y="780984"/>
                  <a:pt x="3686610" y="788339"/>
                  <a:pt x="3687862" y="795745"/>
                </a:cubicBezTo>
                <a:cubicBezTo>
                  <a:pt x="3688832" y="808692"/>
                  <a:pt x="3690619" y="821588"/>
                  <a:pt x="3693224" y="834306"/>
                </a:cubicBezTo>
                <a:cubicBezTo>
                  <a:pt x="3699532" y="847918"/>
                  <a:pt x="3699532" y="863598"/>
                  <a:pt x="3693224" y="877209"/>
                </a:cubicBezTo>
                <a:cubicBezTo>
                  <a:pt x="3693327" y="883108"/>
                  <a:pt x="3695906" y="888675"/>
                  <a:pt x="3700375" y="892531"/>
                </a:cubicBezTo>
                <a:cubicBezTo>
                  <a:pt x="3705737" y="897894"/>
                  <a:pt x="3714676" y="898150"/>
                  <a:pt x="3719784" y="907599"/>
                </a:cubicBezTo>
                <a:cubicBezTo>
                  <a:pt x="3723129" y="911710"/>
                  <a:pt x="3727189" y="915157"/>
                  <a:pt x="3731786" y="917813"/>
                </a:cubicBezTo>
                <a:cubicBezTo>
                  <a:pt x="3737405" y="922155"/>
                  <a:pt x="3744043" y="923943"/>
                  <a:pt x="3747363" y="926496"/>
                </a:cubicBezTo>
                <a:cubicBezTo>
                  <a:pt x="3751935" y="929944"/>
                  <a:pt x="3756711" y="933110"/>
                  <a:pt x="3761664" y="935945"/>
                </a:cubicBezTo>
                <a:cubicBezTo>
                  <a:pt x="3763708" y="936711"/>
                  <a:pt x="3766261" y="939010"/>
                  <a:pt x="3769071" y="938499"/>
                </a:cubicBezTo>
                <a:cubicBezTo>
                  <a:pt x="3771880" y="937988"/>
                  <a:pt x="3775965" y="936711"/>
                  <a:pt x="3778775" y="936711"/>
                </a:cubicBezTo>
                <a:cubicBezTo>
                  <a:pt x="3785440" y="939699"/>
                  <a:pt x="3793050" y="939699"/>
                  <a:pt x="3799715" y="936711"/>
                </a:cubicBezTo>
                <a:cubicBezTo>
                  <a:pt x="3803801" y="935179"/>
                  <a:pt x="3805589" y="929305"/>
                  <a:pt x="3807121" y="927007"/>
                </a:cubicBezTo>
                <a:cubicBezTo>
                  <a:pt x="3808654" y="924709"/>
                  <a:pt x="3814527" y="924964"/>
                  <a:pt x="3814527" y="921389"/>
                </a:cubicBezTo>
                <a:cubicBezTo>
                  <a:pt x="3814527" y="917813"/>
                  <a:pt x="3809675" y="914494"/>
                  <a:pt x="3807377" y="911429"/>
                </a:cubicBezTo>
                <a:cubicBezTo>
                  <a:pt x="3797928" y="900193"/>
                  <a:pt x="3792054" y="893297"/>
                  <a:pt x="3785414" y="885892"/>
                </a:cubicBezTo>
                <a:cubicBezTo>
                  <a:pt x="3782861" y="882827"/>
                  <a:pt x="3781073" y="875421"/>
                  <a:pt x="3777753" y="870825"/>
                </a:cubicBezTo>
                <a:cubicBezTo>
                  <a:pt x="3773055" y="865973"/>
                  <a:pt x="3768867" y="860686"/>
                  <a:pt x="3765240" y="854991"/>
                </a:cubicBezTo>
                <a:cubicBezTo>
                  <a:pt x="3760668" y="842555"/>
                  <a:pt x="3754948" y="830578"/>
                  <a:pt x="3748130" y="819239"/>
                </a:cubicBezTo>
                <a:cubicBezTo>
                  <a:pt x="3739958" y="806981"/>
                  <a:pt x="3742001" y="781444"/>
                  <a:pt x="3738426" y="772250"/>
                </a:cubicBezTo>
                <a:cubicBezTo>
                  <a:pt x="3730534" y="753148"/>
                  <a:pt x="3725376" y="733025"/>
                  <a:pt x="3723102" y="712493"/>
                </a:cubicBezTo>
                <a:cubicBezTo>
                  <a:pt x="3722694" y="705368"/>
                  <a:pt x="3725504" y="698422"/>
                  <a:pt x="3730765" y="693595"/>
                </a:cubicBezTo>
                <a:cubicBezTo>
                  <a:pt x="3734850" y="690607"/>
                  <a:pt x="3739447" y="688360"/>
                  <a:pt x="3744299" y="686956"/>
                </a:cubicBezTo>
                <a:cubicBezTo>
                  <a:pt x="3753646" y="687212"/>
                  <a:pt x="3762916" y="688666"/>
                  <a:pt x="3771880" y="691297"/>
                </a:cubicBezTo>
                <a:cubicBezTo>
                  <a:pt x="3776732" y="692829"/>
                  <a:pt x="3781840" y="695383"/>
                  <a:pt x="3787713" y="697937"/>
                </a:cubicBezTo>
                <a:cubicBezTo>
                  <a:pt x="3793408" y="700516"/>
                  <a:pt x="3799588" y="701818"/>
                  <a:pt x="3805845" y="701767"/>
                </a:cubicBezTo>
                <a:cubicBezTo>
                  <a:pt x="3814885" y="703836"/>
                  <a:pt x="3824130" y="704960"/>
                  <a:pt x="3833424" y="705087"/>
                </a:cubicBezTo>
                <a:cubicBezTo>
                  <a:pt x="3839555" y="703555"/>
                  <a:pt x="3842363" y="701257"/>
                  <a:pt x="3846960" y="703555"/>
                </a:cubicBezTo>
                <a:cubicBezTo>
                  <a:pt x="3851556" y="705853"/>
                  <a:pt x="3852577" y="704321"/>
                  <a:pt x="3854876" y="700236"/>
                </a:cubicBezTo>
                <a:cubicBezTo>
                  <a:pt x="3858962" y="690275"/>
                  <a:pt x="3862282" y="676485"/>
                  <a:pt x="3854876" y="670611"/>
                </a:cubicBezTo>
                <a:cubicBezTo>
                  <a:pt x="3847471" y="664739"/>
                  <a:pt x="3841087" y="660398"/>
                  <a:pt x="3840831" y="655289"/>
                </a:cubicBezTo>
                <a:cubicBezTo>
                  <a:pt x="3840575" y="650182"/>
                  <a:pt x="3823720" y="645330"/>
                  <a:pt x="3820911" y="643797"/>
                </a:cubicBezTo>
                <a:cubicBezTo>
                  <a:pt x="3818102" y="642265"/>
                  <a:pt x="3808909" y="645330"/>
                  <a:pt x="3802525" y="645330"/>
                </a:cubicBezTo>
                <a:cubicBezTo>
                  <a:pt x="3798005" y="645023"/>
                  <a:pt x="3793561" y="644155"/>
                  <a:pt x="3789245" y="642776"/>
                </a:cubicBezTo>
                <a:cubicBezTo>
                  <a:pt x="3785414" y="641499"/>
                  <a:pt x="3777497" y="641499"/>
                  <a:pt x="3777497" y="641499"/>
                </a:cubicBezTo>
                <a:cubicBezTo>
                  <a:pt x="3774433" y="641678"/>
                  <a:pt x="3771395" y="640861"/>
                  <a:pt x="3768815" y="639201"/>
                </a:cubicBezTo>
                <a:cubicBezTo>
                  <a:pt x="3766772" y="637413"/>
                  <a:pt x="3775455" y="630008"/>
                  <a:pt x="3775455" y="628475"/>
                </a:cubicBezTo>
                <a:cubicBezTo>
                  <a:pt x="3783116" y="622091"/>
                  <a:pt x="3790012" y="616984"/>
                  <a:pt x="3793842" y="614174"/>
                </a:cubicBezTo>
                <a:cubicBezTo>
                  <a:pt x="3797673" y="611365"/>
                  <a:pt x="3795118" y="608301"/>
                  <a:pt x="3797673" y="602937"/>
                </a:cubicBezTo>
                <a:cubicBezTo>
                  <a:pt x="3800226" y="597575"/>
                  <a:pt x="3803801" y="596042"/>
                  <a:pt x="3800226" y="590680"/>
                </a:cubicBezTo>
                <a:cubicBezTo>
                  <a:pt x="3795706" y="584678"/>
                  <a:pt x="3793025" y="577502"/>
                  <a:pt x="3792565" y="569994"/>
                </a:cubicBezTo>
                <a:cubicBezTo>
                  <a:pt x="3792565" y="567185"/>
                  <a:pt x="3776988" y="561056"/>
                  <a:pt x="3774433" y="558502"/>
                </a:cubicBezTo>
                <a:cubicBezTo>
                  <a:pt x="3771880" y="555949"/>
                  <a:pt x="3765751" y="557736"/>
                  <a:pt x="3762687" y="555949"/>
                </a:cubicBezTo>
                <a:cubicBezTo>
                  <a:pt x="3759622" y="554161"/>
                  <a:pt x="3760388" y="550332"/>
                  <a:pt x="3750428" y="547521"/>
                </a:cubicBezTo>
                <a:cubicBezTo>
                  <a:pt x="3748895" y="547138"/>
                  <a:pt x="3747363" y="546755"/>
                  <a:pt x="3745927" y="547011"/>
                </a:cubicBezTo>
                <a:close/>
                <a:moveTo>
                  <a:pt x="2079258" y="507938"/>
                </a:moveTo>
                <a:lnTo>
                  <a:pt x="2080025" y="508960"/>
                </a:lnTo>
                <a:lnTo>
                  <a:pt x="2079445" y="508291"/>
                </a:lnTo>
                <a:close/>
                <a:moveTo>
                  <a:pt x="1469935" y="459418"/>
                </a:moveTo>
                <a:cubicBezTo>
                  <a:pt x="1466615" y="458141"/>
                  <a:pt x="1461508" y="462738"/>
                  <a:pt x="1456911" y="462738"/>
                </a:cubicBezTo>
                <a:cubicBezTo>
                  <a:pt x="1452314" y="462738"/>
                  <a:pt x="1450782" y="460950"/>
                  <a:pt x="1447718" y="462738"/>
                </a:cubicBezTo>
                <a:cubicBezTo>
                  <a:pt x="1443913" y="465419"/>
                  <a:pt x="1439903" y="467819"/>
                  <a:pt x="1435715" y="469888"/>
                </a:cubicBezTo>
                <a:cubicBezTo>
                  <a:pt x="1432268" y="471241"/>
                  <a:pt x="1428948" y="472876"/>
                  <a:pt x="1425756" y="474740"/>
                </a:cubicBezTo>
                <a:cubicBezTo>
                  <a:pt x="1421414" y="477549"/>
                  <a:pt x="1421414" y="480358"/>
                  <a:pt x="1419626" y="482401"/>
                </a:cubicBezTo>
                <a:cubicBezTo>
                  <a:pt x="1417839" y="484445"/>
                  <a:pt x="1413242" y="486487"/>
                  <a:pt x="1411965" y="488019"/>
                </a:cubicBezTo>
                <a:cubicBezTo>
                  <a:pt x="1410689" y="489552"/>
                  <a:pt x="1410689" y="493382"/>
                  <a:pt x="1405837" y="496447"/>
                </a:cubicBezTo>
                <a:cubicBezTo>
                  <a:pt x="1400984" y="499511"/>
                  <a:pt x="1394600" y="500277"/>
                  <a:pt x="1393068" y="507172"/>
                </a:cubicBezTo>
                <a:cubicBezTo>
                  <a:pt x="1391970" y="510493"/>
                  <a:pt x="1392634" y="514170"/>
                  <a:pt x="1394855" y="516877"/>
                </a:cubicBezTo>
                <a:cubicBezTo>
                  <a:pt x="1398686" y="519942"/>
                  <a:pt x="1416817" y="528368"/>
                  <a:pt x="1418350" y="534497"/>
                </a:cubicBezTo>
                <a:cubicBezTo>
                  <a:pt x="1419499" y="538073"/>
                  <a:pt x="1420342" y="541750"/>
                  <a:pt x="1420904" y="545478"/>
                </a:cubicBezTo>
                <a:cubicBezTo>
                  <a:pt x="1422691" y="549820"/>
                  <a:pt x="1422691" y="551352"/>
                  <a:pt x="1422691" y="554673"/>
                </a:cubicBezTo>
                <a:cubicBezTo>
                  <a:pt x="1422564" y="557890"/>
                  <a:pt x="1423560" y="561056"/>
                  <a:pt x="1425500" y="563610"/>
                </a:cubicBezTo>
                <a:cubicBezTo>
                  <a:pt x="1428896" y="565219"/>
                  <a:pt x="1432829" y="565219"/>
                  <a:pt x="1436226" y="563610"/>
                </a:cubicBezTo>
                <a:cubicBezTo>
                  <a:pt x="1439801" y="561567"/>
                  <a:pt x="1444143" y="560290"/>
                  <a:pt x="1445675" y="561567"/>
                </a:cubicBezTo>
                <a:cubicBezTo>
                  <a:pt x="1447207" y="562844"/>
                  <a:pt x="1450527" y="562844"/>
                  <a:pt x="1451293" y="568207"/>
                </a:cubicBezTo>
                <a:cubicBezTo>
                  <a:pt x="1452059" y="573570"/>
                  <a:pt x="1448739" y="575868"/>
                  <a:pt x="1444143" y="581487"/>
                </a:cubicBezTo>
                <a:cubicBezTo>
                  <a:pt x="1439545" y="587104"/>
                  <a:pt x="1423457" y="602171"/>
                  <a:pt x="1421925" y="607024"/>
                </a:cubicBezTo>
                <a:cubicBezTo>
                  <a:pt x="1420392" y="611877"/>
                  <a:pt x="1413498" y="612642"/>
                  <a:pt x="1408645" y="617749"/>
                </a:cubicBezTo>
                <a:cubicBezTo>
                  <a:pt x="1399197" y="627760"/>
                  <a:pt x="1389058" y="637055"/>
                  <a:pt x="1378256" y="645585"/>
                </a:cubicBezTo>
                <a:cubicBezTo>
                  <a:pt x="1374681" y="648139"/>
                  <a:pt x="1369317" y="657843"/>
                  <a:pt x="1366764" y="659120"/>
                </a:cubicBezTo>
                <a:cubicBezTo>
                  <a:pt x="1364210" y="660398"/>
                  <a:pt x="1359869" y="657077"/>
                  <a:pt x="1357826" y="659120"/>
                </a:cubicBezTo>
                <a:lnTo>
                  <a:pt x="1357826" y="658098"/>
                </a:lnTo>
                <a:cubicBezTo>
                  <a:pt x="1349858" y="666373"/>
                  <a:pt x="1343525" y="676077"/>
                  <a:pt x="1339183" y="686700"/>
                </a:cubicBezTo>
                <a:cubicBezTo>
                  <a:pt x="1338647" y="690275"/>
                  <a:pt x="1339669" y="693902"/>
                  <a:pt x="1341993" y="696660"/>
                </a:cubicBezTo>
                <a:cubicBezTo>
                  <a:pt x="1345568" y="701767"/>
                  <a:pt x="1349398" y="706364"/>
                  <a:pt x="1349398" y="707641"/>
                </a:cubicBezTo>
                <a:cubicBezTo>
                  <a:pt x="1351697" y="713260"/>
                  <a:pt x="1356038" y="719388"/>
                  <a:pt x="1360635" y="718877"/>
                </a:cubicBezTo>
                <a:cubicBezTo>
                  <a:pt x="1365232" y="718367"/>
                  <a:pt x="1367019" y="713514"/>
                  <a:pt x="1373915" y="712237"/>
                </a:cubicBezTo>
                <a:cubicBezTo>
                  <a:pt x="1380810" y="710961"/>
                  <a:pt x="1379788" y="715302"/>
                  <a:pt x="1383618" y="712237"/>
                </a:cubicBezTo>
                <a:cubicBezTo>
                  <a:pt x="1387450" y="709173"/>
                  <a:pt x="1389237" y="705087"/>
                  <a:pt x="1389237" y="702278"/>
                </a:cubicBezTo>
                <a:cubicBezTo>
                  <a:pt x="1391408" y="698830"/>
                  <a:pt x="1394064" y="695741"/>
                  <a:pt x="1397154" y="693084"/>
                </a:cubicBezTo>
                <a:cubicBezTo>
                  <a:pt x="1401495" y="690020"/>
                  <a:pt x="1406858" y="687212"/>
                  <a:pt x="1406858" y="683125"/>
                </a:cubicBezTo>
                <a:cubicBezTo>
                  <a:pt x="1408901" y="681235"/>
                  <a:pt x="1411225" y="679677"/>
                  <a:pt x="1413753" y="678529"/>
                </a:cubicBezTo>
                <a:cubicBezTo>
                  <a:pt x="1417124" y="677226"/>
                  <a:pt x="1420162" y="675234"/>
                  <a:pt x="1422691" y="672654"/>
                </a:cubicBezTo>
                <a:cubicBezTo>
                  <a:pt x="1425398" y="669488"/>
                  <a:pt x="1428284" y="666500"/>
                  <a:pt x="1431374" y="663717"/>
                </a:cubicBezTo>
                <a:cubicBezTo>
                  <a:pt x="1434821" y="662082"/>
                  <a:pt x="1437809" y="659631"/>
                  <a:pt x="1440057" y="656566"/>
                </a:cubicBezTo>
                <a:cubicBezTo>
                  <a:pt x="1442355" y="653246"/>
                  <a:pt x="1447462" y="650948"/>
                  <a:pt x="1449761" y="647117"/>
                </a:cubicBezTo>
                <a:cubicBezTo>
                  <a:pt x="1452059" y="643287"/>
                  <a:pt x="1457422" y="641499"/>
                  <a:pt x="1459976" y="636647"/>
                </a:cubicBezTo>
                <a:cubicBezTo>
                  <a:pt x="1462530" y="631795"/>
                  <a:pt x="1470446" y="631284"/>
                  <a:pt x="1470446" y="625921"/>
                </a:cubicBezTo>
                <a:cubicBezTo>
                  <a:pt x="1482168" y="612386"/>
                  <a:pt x="1494808" y="599694"/>
                  <a:pt x="1508241" y="587871"/>
                </a:cubicBezTo>
                <a:cubicBezTo>
                  <a:pt x="1513400" y="581716"/>
                  <a:pt x="1518201" y="575230"/>
                  <a:pt x="1522542" y="568463"/>
                </a:cubicBezTo>
                <a:cubicBezTo>
                  <a:pt x="1527650" y="564121"/>
                  <a:pt x="1533779" y="563354"/>
                  <a:pt x="1536078" y="561056"/>
                </a:cubicBezTo>
                <a:cubicBezTo>
                  <a:pt x="1539243" y="556383"/>
                  <a:pt x="1542844" y="552042"/>
                  <a:pt x="1546803" y="548032"/>
                </a:cubicBezTo>
                <a:cubicBezTo>
                  <a:pt x="1549356" y="544968"/>
                  <a:pt x="1554975" y="538583"/>
                  <a:pt x="1558039" y="535774"/>
                </a:cubicBezTo>
                <a:lnTo>
                  <a:pt x="1571829" y="525048"/>
                </a:lnTo>
                <a:cubicBezTo>
                  <a:pt x="1574384" y="523516"/>
                  <a:pt x="1587408" y="514067"/>
                  <a:pt x="1589706" y="512280"/>
                </a:cubicBezTo>
                <a:cubicBezTo>
                  <a:pt x="1596601" y="508960"/>
                  <a:pt x="1602986" y="511514"/>
                  <a:pt x="1602986" y="508960"/>
                </a:cubicBezTo>
                <a:cubicBezTo>
                  <a:pt x="1606561" y="501554"/>
                  <a:pt x="1615499" y="484445"/>
                  <a:pt x="1612946" y="479081"/>
                </a:cubicBezTo>
                <a:cubicBezTo>
                  <a:pt x="1610391" y="473718"/>
                  <a:pt x="1608093" y="469632"/>
                  <a:pt x="1606561" y="467079"/>
                </a:cubicBezTo>
                <a:cubicBezTo>
                  <a:pt x="1604390" y="464806"/>
                  <a:pt x="1601198" y="463835"/>
                  <a:pt x="1598133" y="464525"/>
                </a:cubicBezTo>
                <a:cubicBezTo>
                  <a:pt x="1592106" y="466467"/>
                  <a:pt x="1585517" y="465342"/>
                  <a:pt x="1580513" y="461461"/>
                </a:cubicBezTo>
                <a:cubicBezTo>
                  <a:pt x="1577958" y="459418"/>
                  <a:pt x="1573617" y="462227"/>
                  <a:pt x="1569276" y="464014"/>
                </a:cubicBezTo>
                <a:cubicBezTo>
                  <a:pt x="1564935" y="465802"/>
                  <a:pt x="1559827" y="464014"/>
                  <a:pt x="1557528" y="465802"/>
                </a:cubicBezTo>
                <a:cubicBezTo>
                  <a:pt x="1550940" y="471191"/>
                  <a:pt x="1544786" y="477064"/>
                  <a:pt x="1539142" y="483423"/>
                </a:cubicBezTo>
                <a:cubicBezTo>
                  <a:pt x="1534290" y="489041"/>
                  <a:pt x="1510285" y="511259"/>
                  <a:pt x="1506965" y="514578"/>
                </a:cubicBezTo>
                <a:cubicBezTo>
                  <a:pt x="1503645" y="517898"/>
                  <a:pt x="1501091" y="513557"/>
                  <a:pt x="1501091" y="509471"/>
                </a:cubicBezTo>
                <a:cubicBezTo>
                  <a:pt x="1505944" y="498490"/>
                  <a:pt x="1509264" y="497724"/>
                  <a:pt x="1501091" y="483933"/>
                </a:cubicBezTo>
                <a:cubicBezTo>
                  <a:pt x="1492919" y="470143"/>
                  <a:pt x="1483981" y="471931"/>
                  <a:pt x="1481172" y="470143"/>
                </a:cubicBezTo>
                <a:cubicBezTo>
                  <a:pt x="1478363" y="468355"/>
                  <a:pt x="1473255" y="460694"/>
                  <a:pt x="1469935" y="459418"/>
                </a:cubicBezTo>
                <a:close/>
                <a:moveTo>
                  <a:pt x="2278067" y="387274"/>
                </a:moveTo>
                <a:cubicBezTo>
                  <a:pt x="2280467" y="387351"/>
                  <a:pt x="2282357" y="389343"/>
                  <a:pt x="2282280" y="391744"/>
                </a:cubicBezTo>
                <a:cubicBezTo>
                  <a:pt x="2282816" y="398561"/>
                  <a:pt x="2280187" y="405253"/>
                  <a:pt x="2275130" y="409875"/>
                </a:cubicBezTo>
                <a:cubicBezTo>
                  <a:pt x="2270227" y="411382"/>
                  <a:pt x="2264966" y="411382"/>
                  <a:pt x="2260063" y="409875"/>
                </a:cubicBezTo>
                <a:cubicBezTo>
                  <a:pt x="2258378" y="407500"/>
                  <a:pt x="2257586" y="404614"/>
                  <a:pt x="2257765" y="401703"/>
                </a:cubicBezTo>
                <a:cubicBezTo>
                  <a:pt x="2257611" y="398408"/>
                  <a:pt x="2258607" y="395165"/>
                  <a:pt x="2260574" y="392510"/>
                </a:cubicBezTo>
                <a:cubicBezTo>
                  <a:pt x="2265911" y="390441"/>
                  <a:pt x="2271351" y="388730"/>
                  <a:pt x="2276918" y="387403"/>
                </a:cubicBezTo>
                <a:cubicBezTo>
                  <a:pt x="2277300" y="387300"/>
                  <a:pt x="2277684" y="387274"/>
                  <a:pt x="2278067" y="387274"/>
                </a:cubicBezTo>
                <a:close/>
                <a:moveTo>
                  <a:pt x="2329397" y="364450"/>
                </a:moveTo>
                <a:cubicBezTo>
                  <a:pt x="2331121" y="364546"/>
                  <a:pt x="2332717" y="365440"/>
                  <a:pt x="2333355" y="367738"/>
                </a:cubicBezTo>
                <a:cubicBezTo>
                  <a:pt x="2334199" y="371339"/>
                  <a:pt x="2334632" y="375016"/>
                  <a:pt x="2334632" y="378720"/>
                </a:cubicBezTo>
                <a:cubicBezTo>
                  <a:pt x="2332564" y="384950"/>
                  <a:pt x="2327610" y="389777"/>
                  <a:pt x="2321353" y="391744"/>
                </a:cubicBezTo>
                <a:cubicBezTo>
                  <a:pt x="2319566" y="392510"/>
                  <a:pt x="2312159" y="388168"/>
                  <a:pt x="2312159" y="385359"/>
                </a:cubicBezTo>
                <a:cubicBezTo>
                  <a:pt x="2312159" y="382550"/>
                  <a:pt x="2305774" y="372335"/>
                  <a:pt x="2312159" y="372080"/>
                </a:cubicBezTo>
                <a:cubicBezTo>
                  <a:pt x="2318543" y="371824"/>
                  <a:pt x="2320842" y="367738"/>
                  <a:pt x="2324673" y="365950"/>
                </a:cubicBezTo>
                <a:cubicBezTo>
                  <a:pt x="2325822" y="365057"/>
                  <a:pt x="2327674" y="364355"/>
                  <a:pt x="2329397" y="364450"/>
                </a:cubicBezTo>
                <a:close/>
                <a:moveTo>
                  <a:pt x="2264150" y="332241"/>
                </a:moveTo>
                <a:cubicBezTo>
                  <a:pt x="2273087" y="328921"/>
                  <a:pt x="2276407" y="334540"/>
                  <a:pt x="2276663" y="342967"/>
                </a:cubicBezTo>
                <a:cubicBezTo>
                  <a:pt x="2276918" y="351394"/>
                  <a:pt x="2268235" y="354714"/>
                  <a:pt x="2262106" y="361098"/>
                </a:cubicBezTo>
                <a:cubicBezTo>
                  <a:pt x="2259042" y="364162"/>
                  <a:pt x="2259042" y="361098"/>
                  <a:pt x="2255466" y="358289"/>
                </a:cubicBezTo>
                <a:cubicBezTo>
                  <a:pt x="2251891" y="355480"/>
                  <a:pt x="2251891" y="348585"/>
                  <a:pt x="2251891" y="344243"/>
                </a:cubicBezTo>
                <a:cubicBezTo>
                  <a:pt x="2250103" y="334284"/>
                  <a:pt x="2261851" y="336327"/>
                  <a:pt x="2264150" y="332241"/>
                </a:cubicBezTo>
                <a:close/>
                <a:moveTo>
                  <a:pt x="2981751" y="321771"/>
                </a:moveTo>
                <a:cubicBezTo>
                  <a:pt x="2974091" y="323558"/>
                  <a:pt x="2967195" y="322281"/>
                  <a:pt x="2964897" y="330199"/>
                </a:cubicBezTo>
                <a:cubicBezTo>
                  <a:pt x="2964131" y="333008"/>
                  <a:pt x="2962343" y="343223"/>
                  <a:pt x="2962343" y="346287"/>
                </a:cubicBezTo>
                <a:cubicBezTo>
                  <a:pt x="2961194" y="351931"/>
                  <a:pt x="2961194" y="357753"/>
                  <a:pt x="2962343" y="363397"/>
                </a:cubicBezTo>
                <a:cubicBezTo>
                  <a:pt x="2966352" y="370394"/>
                  <a:pt x="2968447" y="378311"/>
                  <a:pt x="2968471" y="386381"/>
                </a:cubicBezTo>
                <a:cubicBezTo>
                  <a:pt x="2967451" y="394297"/>
                  <a:pt x="2964642" y="401193"/>
                  <a:pt x="2969748" y="404769"/>
                </a:cubicBezTo>
                <a:cubicBezTo>
                  <a:pt x="2975648" y="407526"/>
                  <a:pt x="2982160" y="408675"/>
                  <a:pt x="2988647" y="408087"/>
                </a:cubicBezTo>
                <a:cubicBezTo>
                  <a:pt x="2993652" y="407781"/>
                  <a:pt x="2998708" y="407781"/>
                  <a:pt x="3003713" y="408087"/>
                </a:cubicBezTo>
                <a:cubicBezTo>
                  <a:pt x="3006522" y="409875"/>
                  <a:pt x="3005245" y="416514"/>
                  <a:pt x="3003713" y="422134"/>
                </a:cubicBezTo>
                <a:cubicBezTo>
                  <a:pt x="3002360" y="427904"/>
                  <a:pt x="2999933" y="433369"/>
                  <a:pt x="2996564" y="438221"/>
                </a:cubicBezTo>
                <a:cubicBezTo>
                  <a:pt x="2990179" y="448436"/>
                  <a:pt x="2980475" y="477549"/>
                  <a:pt x="2954937" y="481124"/>
                </a:cubicBezTo>
                <a:cubicBezTo>
                  <a:pt x="2942169" y="482657"/>
                  <a:pt x="2924803" y="487253"/>
                  <a:pt x="2913567" y="487253"/>
                </a:cubicBezTo>
                <a:cubicBezTo>
                  <a:pt x="2909736" y="487253"/>
                  <a:pt x="2903351" y="487253"/>
                  <a:pt x="2899266" y="487253"/>
                </a:cubicBezTo>
                <a:cubicBezTo>
                  <a:pt x="2887263" y="488274"/>
                  <a:pt x="2867344" y="491594"/>
                  <a:pt x="2861725" y="491594"/>
                </a:cubicBezTo>
                <a:cubicBezTo>
                  <a:pt x="2856108" y="491594"/>
                  <a:pt x="2848701" y="485976"/>
                  <a:pt x="2845636" y="485976"/>
                </a:cubicBezTo>
                <a:cubicBezTo>
                  <a:pt x="2834528" y="485951"/>
                  <a:pt x="2823598" y="488863"/>
                  <a:pt x="2813970" y="494404"/>
                </a:cubicBezTo>
                <a:cubicBezTo>
                  <a:pt x="2814558" y="500507"/>
                  <a:pt x="2813587" y="506661"/>
                  <a:pt x="2811162" y="512280"/>
                </a:cubicBezTo>
                <a:lnTo>
                  <a:pt x="2811162" y="511259"/>
                </a:lnTo>
                <a:cubicBezTo>
                  <a:pt x="2808353" y="516111"/>
                  <a:pt x="2806615" y="521499"/>
                  <a:pt x="2806054" y="527091"/>
                </a:cubicBezTo>
                <a:cubicBezTo>
                  <a:pt x="2813715" y="539349"/>
                  <a:pt x="2822908" y="556460"/>
                  <a:pt x="2825718" y="557736"/>
                </a:cubicBezTo>
                <a:cubicBezTo>
                  <a:pt x="2828527" y="559014"/>
                  <a:pt x="2873473" y="551097"/>
                  <a:pt x="2899010" y="549054"/>
                </a:cubicBezTo>
                <a:cubicBezTo>
                  <a:pt x="2918265" y="547675"/>
                  <a:pt x="2937622" y="548441"/>
                  <a:pt x="2956725" y="551352"/>
                </a:cubicBezTo>
                <a:cubicBezTo>
                  <a:pt x="2965663" y="552884"/>
                  <a:pt x="2979198" y="558758"/>
                  <a:pt x="2987625" y="559780"/>
                </a:cubicBezTo>
                <a:cubicBezTo>
                  <a:pt x="2996052" y="560801"/>
                  <a:pt x="3010353" y="562588"/>
                  <a:pt x="3015717" y="562588"/>
                </a:cubicBezTo>
                <a:cubicBezTo>
                  <a:pt x="3025522" y="562665"/>
                  <a:pt x="3035278" y="564299"/>
                  <a:pt x="3044574" y="567441"/>
                </a:cubicBezTo>
                <a:cubicBezTo>
                  <a:pt x="3049936" y="569484"/>
                  <a:pt x="3063981" y="571016"/>
                  <a:pt x="3072409" y="574336"/>
                </a:cubicBezTo>
                <a:cubicBezTo>
                  <a:pt x="3080837" y="577655"/>
                  <a:pt x="3095393" y="582763"/>
                  <a:pt x="3102287" y="584551"/>
                </a:cubicBezTo>
                <a:cubicBezTo>
                  <a:pt x="3109183" y="586338"/>
                  <a:pt x="3115056" y="586083"/>
                  <a:pt x="3121186" y="587615"/>
                </a:cubicBezTo>
                <a:cubicBezTo>
                  <a:pt x="3127111" y="589837"/>
                  <a:pt x="3132908" y="592416"/>
                  <a:pt x="3138552" y="595276"/>
                </a:cubicBezTo>
                <a:cubicBezTo>
                  <a:pt x="3141360" y="596042"/>
                  <a:pt x="3146213" y="596298"/>
                  <a:pt x="3155406" y="598341"/>
                </a:cubicBezTo>
                <a:cubicBezTo>
                  <a:pt x="3158981" y="599107"/>
                  <a:pt x="3163067" y="594766"/>
                  <a:pt x="3166131" y="591701"/>
                </a:cubicBezTo>
                <a:cubicBezTo>
                  <a:pt x="3169069" y="589275"/>
                  <a:pt x="3171418" y="586211"/>
                  <a:pt x="3173027" y="582763"/>
                </a:cubicBezTo>
                <a:cubicBezTo>
                  <a:pt x="3173639" y="580592"/>
                  <a:pt x="3173639" y="578294"/>
                  <a:pt x="3173027" y="576123"/>
                </a:cubicBezTo>
                <a:cubicBezTo>
                  <a:pt x="3173027" y="575613"/>
                  <a:pt x="3173027" y="572804"/>
                  <a:pt x="3173027" y="571527"/>
                </a:cubicBezTo>
                <a:cubicBezTo>
                  <a:pt x="3173666" y="567544"/>
                  <a:pt x="3173666" y="563509"/>
                  <a:pt x="3173027" y="559524"/>
                </a:cubicBezTo>
                <a:cubicBezTo>
                  <a:pt x="3171750" y="549564"/>
                  <a:pt x="3163578" y="545478"/>
                  <a:pt x="3159237" y="541392"/>
                </a:cubicBezTo>
                <a:cubicBezTo>
                  <a:pt x="3155738" y="537639"/>
                  <a:pt x="3151984" y="534140"/>
                  <a:pt x="3148000" y="530922"/>
                </a:cubicBezTo>
                <a:cubicBezTo>
                  <a:pt x="3144041" y="528266"/>
                  <a:pt x="3139853" y="525942"/>
                  <a:pt x="3135487" y="524027"/>
                </a:cubicBezTo>
                <a:cubicBezTo>
                  <a:pt x="3131375" y="523108"/>
                  <a:pt x="3127187" y="522520"/>
                  <a:pt x="3122973" y="522239"/>
                </a:cubicBezTo>
                <a:cubicBezTo>
                  <a:pt x="3118376" y="522239"/>
                  <a:pt x="3115056" y="525559"/>
                  <a:pt x="3108927" y="524027"/>
                </a:cubicBezTo>
                <a:cubicBezTo>
                  <a:pt x="3092634" y="519379"/>
                  <a:pt x="3076112" y="515727"/>
                  <a:pt x="3059385" y="513046"/>
                </a:cubicBezTo>
                <a:cubicBezTo>
                  <a:pt x="3056320" y="508704"/>
                  <a:pt x="3061428" y="497979"/>
                  <a:pt x="3064748" y="485210"/>
                </a:cubicBezTo>
                <a:cubicBezTo>
                  <a:pt x="3066025" y="481635"/>
                  <a:pt x="3066792" y="477038"/>
                  <a:pt x="3069345" y="475251"/>
                </a:cubicBezTo>
                <a:cubicBezTo>
                  <a:pt x="3071873" y="472722"/>
                  <a:pt x="3073636" y="469530"/>
                  <a:pt x="3074452" y="466057"/>
                </a:cubicBezTo>
                <a:cubicBezTo>
                  <a:pt x="3075628" y="462635"/>
                  <a:pt x="3077746" y="459622"/>
                  <a:pt x="3080581" y="457374"/>
                </a:cubicBezTo>
                <a:cubicBezTo>
                  <a:pt x="3083544" y="455050"/>
                  <a:pt x="3085842" y="451960"/>
                  <a:pt x="3087221" y="448436"/>
                </a:cubicBezTo>
                <a:cubicBezTo>
                  <a:pt x="3091051" y="434135"/>
                  <a:pt x="3083134" y="436434"/>
                  <a:pt x="3087221" y="424431"/>
                </a:cubicBezTo>
                <a:cubicBezTo>
                  <a:pt x="3091306" y="412429"/>
                  <a:pt x="3103566" y="414982"/>
                  <a:pt x="3118632" y="412429"/>
                </a:cubicBezTo>
                <a:cubicBezTo>
                  <a:pt x="3124174" y="411739"/>
                  <a:pt x="3129485" y="409824"/>
                  <a:pt x="3134209" y="406811"/>
                </a:cubicBezTo>
                <a:cubicBezTo>
                  <a:pt x="3140467" y="402035"/>
                  <a:pt x="3147566" y="398460"/>
                  <a:pt x="3155150" y="396340"/>
                </a:cubicBezTo>
                <a:cubicBezTo>
                  <a:pt x="3169451" y="390977"/>
                  <a:pt x="3178390" y="393276"/>
                  <a:pt x="3182220" y="381528"/>
                </a:cubicBezTo>
                <a:cubicBezTo>
                  <a:pt x="3182987" y="379741"/>
                  <a:pt x="3179155" y="374633"/>
                  <a:pt x="3179155" y="371314"/>
                </a:cubicBezTo>
                <a:cubicBezTo>
                  <a:pt x="3179999" y="366666"/>
                  <a:pt x="3179999" y="361916"/>
                  <a:pt x="3179155" y="357268"/>
                </a:cubicBezTo>
                <a:cubicBezTo>
                  <a:pt x="3176858" y="350884"/>
                  <a:pt x="3172006" y="346798"/>
                  <a:pt x="3168941" y="340413"/>
                </a:cubicBezTo>
                <a:cubicBezTo>
                  <a:pt x="3167230" y="336940"/>
                  <a:pt x="3164345" y="334234"/>
                  <a:pt x="3160769" y="332752"/>
                </a:cubicBezTo>
                <a:cubicBezTo>
                  <a:pt x="3157705" y="332752"/>
                  <a:pt x="3155150" y="334541"/>
                  <a:pt x="3149277" y="332752"/>
                </a:cubicBezTo>
                <a:cubicBezTo>
                  <a:pt x="3145114" y="331194"/>
                  <a:pt x="3140645" y="330658"/>
                  <a:pt x="3136253" y="331220"/>
                </a:cubicBezTo>
                <a:cubicBezTo>
                  <a:pt x="3120088" y="335638"/>
                  <a:pt x="3103463" y="338217"/>
                  <a:pt x="3086710" y="338882"/>
                </a:cubicBezTo>
                <a:lnTo>
                  <a:pt x="3078793" y="338882"/>
                </a:lnTo>
                <a:lnTo>
                  <a:pt x="3067557" y="338882"/>
                </a:lnTo>
                <a:cubicBezTo>
                  <a:pt x="3046106" y="338370"/>
                  <a:pt x="3008054" y="334029"/>
                  <a:pt x="3005245" y="334029"/>
                </a:cubicBezTo>
                <a:cubicBezTo>
                  <a:pt x="2997840" y="330964"/>
                  <a:pt x="2984816" y="321771"/>
                  <a:pt x="2981751" y="321771"/>
                </a:cubicBezTo>
                <a:close/>
                <a:moveTo>
                  <a:pt x="2172726" y="304151"/>
                </a:moveTo>
                <a:cubicBezTo>
                  <a:pt x="2168639" y="307215"/>
                  <a:pt x="2164042" y="308492"/>
                  <a:pt x="2152550" y="308492"/>
                </a:cubicBezTo>
                <a:cubicBezTo>
                  <a:pt x="2130079" y="310534"/>
                  <a:pt x="2107606" y="340158"/>
                  <a:pt x="2085642" y="352927"/>
                </a:cubicBezTo>
                <a:cubicBezTo>
                  <a:pt x="2080305" y="354689"/>
                  <a:pt x="2074840" y="356042"/>
                  <a:pt x="2069299" y="357013"/>
                </a:cubicBezTo>
                <a:cubicBezTo>
                  <a:pt x="2064703" y="359055"/>
                  <a:pt x="2058828" y="362886"/>
                  <a:pt x="2057807" y="366461"/>
                </a:cubicBezTo>
                <a:cubicBezTo>
                  <a:pt x="2056785" y="370037"/>
                  <a:pt x="2057296" y="374123"/>
                  <a:pt x="2053211" y="376421"/>
                </a:cubicBezTo>
                <a:cubicBezTo>
                  <a:pt x="2049124" y="378720"/>
                  <a:pt x="2045804" y="379230"/>
                  <a:pt x="2046059" y="382294"/>
                </a:cubicBezTo>
                <a:cubicBezTo>
                  <a:pt x="2046315" y="385359"/>
                  <a:pt x="2048614" y="398128"/>
                  <a:pt x="2052444" y="398894"/>
                </a:cubicBezTo>
                <a:cubicBezTo>
                  <a:pt x="2056275" y="399660"/>
                  <a:pt x="2059084" y="398894"/>
                  <a:pt x="2060616" y="402724"/>
                </a:cubicBezTo>
                <a:cubicBezTo>
                  <a:pt x="2062148" y="406555"/>
                  <a:pt x="2067256" y="411407"/>
                  <a:pt x="2071087" y="411407"/>
                </a:cubicBezTo>
                <a:cubicBezTo>
                  <a:pt x="2076220" y="411867"/>
                  <a:pt x="2081301" y="412990"/>
                  <a:pt x="2086153" y="414727"/>
                </a:cubicBezTo>
                <a:cubicBezTo>
                  <a:pt x="2091006" y="416004"/>
                  <a:pt x="2099943" y="416514"/>
                  <a:pt x="2099943" y="424431"/>
                </a:cubicBezTo>
                <a:cubicBezTo>
                  <a:pt x="2099943" y="432348"/>
                  <a:pt x="2102753" y="443840"/>
                  <a:pt x="2099943" y="449968"/>
                </a:cubicBezTo>
                <a:cubicBezTo>
                  <a:pt x="2097134" y="456098"/>
                  <a:pt x="2089218" y="465036"/>
                  <a:pt x="2086153" y="465036"/>
                </a:cubicBezTo>
                <a:cubicBezTo>
                  <a:pt x="2083089" y="465036"/>
                  <a:pt x="2077726" y="465036"/>
                  <a:pt x="2074661" y="465036"/>
                </a:cubicBezTo>
                <a:cubicBezTo>
                  <a:pt x="2065697" y="466951"/>
                  <a:pt x="2059620" y="475327"/>
                  <a:pt x="2060616" y="484445"/>
                </a:cubicBezTo>
                <a:cubicBezTo>
                  <a:pt x="2061383" y="490573"/>
                  <a:pt x="2073385" y="501299"/>
                  <a:pt x="2073385" y="501299"/>
                </a:cubicBezTo>
                <a:lnTo>
                  <a:pt x="2079445" y="508291"/>
                </a:lnTo>
                <a:lnTo>
                  <a:pt x="2083856" y="516621"/>
                </a:lnTo>
                <a:cubicBezTo>
                  <a:pt x="2085388" y="520196"/>
                  <a:pt x="2083856" y="524027"/>
                  <a:pt x="2083856" y="529134"/>
                </a:cubicBezTo>
                <a:cubicBezTo>
                  <a:pt x="2084366" y="532352"/>
                  <a:pt x="2084366" y="535621"/>
                  <a:pt x="2083856" y="538839"/>
                </a:cubicBezTo>
                <a:cubicBezTo>
                  <a:pt x="2082400" y="543308"/>
                  <a:pt x="2079641" y="547215"/>
                  <a:pt x="2075938" y="550075"/>
                </a:cubicBezTo>
                <a:cubicBezTo>
                  <a:pt x="2073385" y="552118"/>
                  <a:pt x="2066745" y="560290"/>
                  <a:pt x="2064192" y="561567"/>
                </a:cubicBezTo>
                <a:cubicBezTo>
                  <a:pt x="2054308" y="567006"/>
                  <a:pt x="2047031" y="576225"/>
                  <a:pt x="2044016" y="587104"/>
                </a:cubicBezTo>
                <a:cubicBezTo>
                  <a:pt x="2044962" y="595174"/>
                  <a:pt x="2047464" y="602989"/>
                  <a:pt x="2051423" y="610088"/>
                </a:cubicBezTo>
                <a:cubicBezTo>
                  <a:pt x="2054334" y="614582"/>
                  <a:pt x="2058063" y="618464"/>
                  <a:pt x="2062404" y="621580"/>
                </a:cubicBezTo>
                <a:cubicBezTo>
                  <a:pt x="2066489" y="625155"/>
                  <a:pt x="2065213" y="633582"/>
                  <a:pt x="2070320" y="633582"/>
                </a:cubicBezTo>
                <a:cubicBezTo>
                  <a:pt x="2075480" y="633812"/>
                  <a:pt x="2080612" y="634502"/>
                  <a:pt x="2085642" y="635625"/>
                </a:cubicBezTo>
                <a:cubicBezTo>
                  <a:pt x="2089218" y="637413"/>
                  <a:pt x="2096113" y="633838"/>
                  <a:pt x="2096113" y="633838"/>
                </a:cubicBezTo>
                <a:cubicBezTo>
                  <a:pt x="2101731" y="631795"/>
                  <a:pt x="2107606" y="616984"/>
                  <a:pt x="2118842" y="608301"/>
                </a:cubicBezTo>
                <a:cubicBezTo>
                  <a:pt x="2130079" y="599618"/>
                  <a:pt x="2155105" y="585317"/>
                  <a:pt x="2168385" y="574080"/>
                </a:cubicBezTo>
                <a:cubicBezTo>
                  <a:pt x="2183554" y="564376"/>
                  <a:pt x="2193512" y="548313"/>
                  <a:pt x="2195454" y="530411"/>
                </a:cubicBezTo>
                <a:cubicBezTo>
                  <a:pt x="2194688" y="525942"/>
                  <a:pt x="2192848" y="521754"/>
                  <a:pt x="2190091" y="518154"/>
                </a:cubicBezTo>
                <a:cubicBezTo>
                  <a:pt x="2186542" y="515089"/>
                  <a:pt x="2182199" y="513046"/>
                  <a:pt x="2177578" y="512280"/>
                </a:cubicBezTo>
                <a:lnTo>
                  <a:pt x="2164809" y="514067"/>
                </a:lnTo>
                <a:cubicBezTo>
                  <a:pt x="2163021" y="513557"/>
                  <a:pt x="2161234" y="504108"/>
                  <a:pt x="2161234" y="501299"/>
                </a:cubicBezTo>
                <a:cubicBezTo>
                  <a:pt x="2168307" y="486870"/>
                  <a:pt x="2178395" y="474152"/>
                  <a:pt x="2190856" y="464014"/>
                </a:cubicBezTo>
                <a:cubicBezTo>
                  <a:pt x="2192390" y="462482"/>
                  <a:pt x="2192644" y="461972"/>
                  <a:pt x="2192390" y="456864"/>
                </a:cubicBezTo>
                <a:cubicBezTo>
                  <a:pt x="2192134" y="451756"/>
                  <a:pt x="2189835" y="450479"/>
                  <a:pt x="2182940" y="441031"/>
                </a:cubicBezTo>
                <a:cubicBezTo>
                  <a:pt x="2179366" y="435924"/>
                  <a:pt x="2181408" y="430815"/>
                  <a:pt x="2177578" y="430815"/>
                </a:cubicBezTo>
                <a:cubicBezTo>
                  <a:pt x="2173747" y="430815"/>
                  <a:pt x="2169406" y="435924"/>
                  <a:pt x="2166086" y="432858"/>
                </a:cubicBezTo>
                <a:cubicBezTo>
                  <a:pt x="2162766" y="429794"/>
                  <a:pt x="2162766" y="420856"/>
                  <a:pt x="2162766" y="417791"/>
                </a:cubicBezTo>
                <a:cubicBezTo>
                  <a:pt x="2159854" y="410743"/>
                  <a:pt x="2159394" y="402903"/>
                  <a:pt x="2161489" y="395574"/>
                </a:cubicBezTo>
                <a:cubicBezTo>
                  <a:pt x="2165958" y="387811"/>
                  <a:pt x="2170989" y="380379"/>
                  <a:pt x="2176555" y="373356"/>
                </a:cubicBezTo>
                <a:cubicBezTo>
                  <a:pt x="2181919" y="366972"/>
                  <a:pt x="2185239" y="362631"/>
                  <a:pt x="2185239" y="357778"/>
                </a:cubicBezTo>
                <a:cubicBezTo>
                  <a:pt x="2183451" y="346542"/>
                  <a:pt x="2188303" y="342456"/>
                  <a:pt x="2188303" y="337349"/>
                </a:cubicBezTo>
                <a:cubicBezTo>
                  <a:pt x="2188303" y="332241"/>
                  <a:pt x="2191368" y="324835"/>
                  <a:pt x="2188303" y="319472"/>
                </a:cubicBezTo>
                <a:cubicBezTo>
                  <a:pt x="2185239" y="314110"/>
                  <a:pt x="2176811" y="301086"/>
                  <a:pt x="2172726" y="304151"/>
                </a:cubicBezTo>
                <a:close/>
                <a:moveTo>
                  <a:pt x="2342549" y="300064"/>
                </a:moveTo>
                <a:cubicBezTo>
                  <a:pt x="2344081" y="301086"/>
                  <a:pt x="2345614" y="309513"/>
                  <a:pt x="2345614" y="312578"/>
                </a:cubicBezTo>
                <a:cubicBezTo>
                  <a:pt x="2344491" y="319677"/>
                  <a:pt x="2341068" y="326215"/>
                  <a:pt x="2335910" y="331220"/>
                </a:cubicBezTo>
                <a:cubicBezTo>
                  <a:pt x="2330112" y="332880"/>
                  <a:pt x="2324035" y="333391"/>
                  <a:pt x="2318034" y="332752"/>
                </a:cubicBezTo>
                <a:cubicBezTo>
                  <a:pt x="2312670" y="331475"/>
                  <a:pt x="2311394" y="322793"/>
                  <a:pt x="2311138" y="317685"/>
                </a:cubicBezTo>
                <a:cubicBezTo>
                  <a:pt x="2310627" y="307981"/>
                  <a:pt x="2330547" y="305683"/>
                  <a:pt x="2342549" y="300064"/>
                </a:cubicBezTo>
                <a:close/>
                <a:moveTo>
                  <a:pt x="2355573" y="249245"/>
                </a:moveTo>
                <a:cubicBezTo>
                  <a:pt x="2334403" y="258234"/>
                  <a:pt x="2313693" y="268295"/>
                  <a:pt x="2293517" y="279379"/>
                </a:cubicBezTo>
                <a:cubicBezTo>
                  <a:pt x="2288155" y="281933"/>
                  <a:pt x="2282281" y="279634"/>
                  <a:pt x="2272321" y="284486"/>
                </a:cubicBezTo>
                <a:cubicBezTo>
                  <a:pt x="2262362" y="289338"/>
                  <a:pt x="2255978" y="294702"/>
                  <a:pt x="2246783" y="299553"/>
                </a:cubicBezTo>
                <a:cubicBezTo>
                  <a:pt x="2243719" y="301341"/>
                  <a:pt x="2233505" y="305682"/>
                  <a:pt x="2231462" y="306959"/>
                </a:cubicBezTo>
                <a:cubicBezTo>
                  <a:pt x="2227657" y="308645"/>
                  <a:pt x="2223596" y="309666"/>
                  <a:pt x="2219460" y="310024"/>
                </a:cubicBezTo>
                <a:cubicBezTo>
                  <a:pt x="2212564" y="310790"/>
                  <a:pt x="2210265" y="303128"/>
                  <a:pt x="2205413" y="303895"/>
                </a:cubicBezTo>
                <a:cubicBezTo>
                  <a:pt x="2200561" y="304661"/>
                  <a:pt x="2196220" y="316919"/>
                  <a:pt x="2198263" y="325858"/>
                </a:cubicBezTo>
                <a:cubicBezTo>
                  <a:pt x="2198952" y="332905"/>
                  <a:pt x="2198952" y="340004"/>
                  <a:pt x="2198263" y="347053"/>
                </a:cubicBezTo>
                <a:lnTo>
                  <a:pt x="2197496" y="346031"/>
                </a:lnTo>
                <a:cubicBezTo>
                  <a:pt x="2197191" y="350730"/>
                  <a:pt x="2197446" y="355455"/>
                  <a:pt x="2198263" y="360077"/>
                </a:cubicBezTo>
                <a:cubicBezTo>
                  <a:pt x="2199540" y="366717"/>
                  <a:pt x="2205159" y="371569"/>
                  <a:pt x="2205159" y="375144"/>
                </a:cubicBezTo>
                <a:cubicBezTo>
                  <a:pt x="2206664" y="387556"/>
                  <a:pt x="2209652" y="399736"/>
                  <a:pt x="2214096" y="411407"/>
                </a:cubicBezTo>
                <a:cubicBezTo>
                  <a:pt x="2215884" y="417025"/>
                  <a:pt x="2209500" y="425708"/>
                  <a:pt x="2209500" y="435157"/>
                </a:cubicBezTo>
                <a:cubicBezTo>
                  <a:pt x="2210521" y="440367"/>
                  <a:pt x="2212616" y="445321"/>
                  <a:pt x="2215628" y="449713"/>
                </a:cubicBezTo>
                <a:cubicBezTo>
                  <a:pt x="2216905" y="451756"/>
                  <a:pt x="2224822" y="453799"/>
                  <a:pt x="2224822" y="462227"/>
                </a:cubicBezTo>
                <a:cubicBezTo>
                  <a:pt x="2224822" y="465291"/>
                  <a:pt x="2227630" y="468611"/>
                  <a:pt x="2229162" y="471164"/>
                </a:cubicBezTo>
                <a:cubicBezTo>
                  <a:pt x="2230696" y="473718"/>
                  <a:pt x="2230441" y="476783"/>
                  <a:pt x="2234015" y="476783"/>
                </a:cubicBezTo>
                <a:cubicBezTo>
                  <a:pt x="2236825" y="477166"/>
                  <a:pt x="2239634" y="477166"/>
                  <a:pt x="2242442" y="476783"/>
                </a:cubicBezTo>
                <a:cubicBezTo>
                  <a:pt x="2245507" y="476272"/>
                  <a:pt x="2250103" y="473208"/>
                  <a:pt x="2252147" y="473208"/>
                </a:cubicBezTo>
                <a:cubicBezTo>
                  <a:pt x="2255747" y="471828"/>
                  <a:pt x="2259247" y="470220"/>
                  <a:pt x="2262618" y="468355"/>
                </a:cubicBezTo>
                <a:cubicBezTo>
                  <a:pt x="2266703" y="465291"/>
                  <a:pt x="2271300" y="464525"/>
                  <a:pt x="2271300" y="468355"/>
                </a:cubicBezTo>
                <a:cubicBezTo>
                  <a:pt x="2272015" y="473105"/>
                  <a:pt x="2272015" y="477907"/>
                  <a:pt x="2271300" y="482657"/>
                </a:cubicBezTo>
                <a:cubicBezTo>
                  <a:pt x="2270075" y="485261"/>
                  <a:pt x="2268108" y="487483"/>
                  <a:pt x="2265682" y="489041"/>
                </a:cubicBezTo>
                <a:cubicBezTo>
                  <a:pt x="2263588" y="489934"/>
                  <a:pt x="2261315" y="490369"/>
                  <a:pt x="2259042" y="490318"/>
                </a:cubicBezTo>
                <a:cubicBezTo>
                  <a:pt x="2255978" y="490828"/>
                  <a:pt x="2254956" y="492105"/>
                  <a:pt x="2251891" y="492616"/>
                </a:cubicBezTo>
                <a:cubicBezTo>
                  <a:pt x="2248827" y="493128"/>
                  <a:pt x="2250359" y="490573"/>
                  <a:pt x="2244997" y="491339"/>
                </a:cubicBezTo>
                <a:cubicBezTo>
                  <a:pt x="2239634" y="492105"/>
                  <a:pt x="2239634" y="495170"/>
                  <a:pt x="2239634" y="501043"/>
                </a:cubicBezTo>
                <a:cubicBezTo>
                  <a:pt x="2239634" y="506917"/>
                  <a:pt x="2239634" y="510748"/>
                  <a:pt x="2239634" y="513046"/>
                </a:cubicBezTo>
                <a:cubicBezTo>
                  <a:pt x="2239634" y="515344"/>
                  <a:pt x="2238102" y="519430"/>
                  <a:pt x="2239634" y="523005"/>
                </a:cubicBezTo>
                <a:cubicBezTo>
                  <a:pt x="2241166" y="526581"/>
                  <a:pt x="2244230" y="526581"/>
                  <a:pt x="2250359" y="526581"/>
                </a:cubicBezTo>
                <a:cubicBezTo>
                  <a:pt x="2254190" y="528242"/>
                  <a:pt x="2258531" y="528242"/>
                  <a:pt x="2262362" y="526581"/>
                </a:cubicBezTo>
                <a:cubicBezTo>
                  <a:pt x="2264660" y="526070"/>
                  <a:pt x="2271300" y="528368"/>
                  <a:pt x="2268235" y="534242"/>
                </a:cubicBezTo>
                <a:cubicBezTo>
                  <a:pt x="2258762" y="539273"/>
                  <a:pt x="2249644" y="544891"/>
                  <a:pt x="2240910" y="551097"/>
                </a:cubicBezTo>
                <a:cubicBezTo>
                  <a:pt x="2234142" y="555617"/>
                  <a:pt x="2226840" y="559294"/>
                  <a:pt x="2219204" y="562078"/>
                </a:cubicBezTo>
                <a:cubicBezTo>
                  <a:pt x="2214862" y="563354"/>
                  <a:pt x="2213841" y="559524"/>
                  <a:pt x="2210776" y="559524"/>
                </a:cubicBezTo>
                <a:cubicBezTo>
                  <a:pt x="2207712" y="559524"/>
                  <a:pt x="2205159" y="565397"/>
                  <a:pt x="2205159" y="565397"/>
                </a:cubicBezTo>
                <a:cubicBezTo>
                  <a:pt x="2202144" y="568922"/>
                  <a:pt x="2200765" y="573570"/>
                  <a:pt x="2201328" y="578166"/>
                </a:cubicBezTo>
                <a:cubicBezTo>
                  <a:pt x="2201328" y="580464"/>
                  <a:pt x="2201328" y="585572"/>
                  <a:pt x="2201328" y="588637"/>
                </a:cubicBezTo>
                <a:cubicBezTo>
                  <a:pt x="2201839" y="599107"/>
                  <a:pt x="2207201" y="604214"/>
                  <a:pt x="2208223" y="610599"/>
                </a:cubicBezTo>
                <a:cubicBezTo>
                  <a:pt x="2209244" y="616984"/>
                  <a:pt x="2221502" y="618260"/>
                  <a:pt x="2226354" y="616984"/>
                </a:cubicBezTo>
                <a:cubicBezTo>
                  <a:pt x="2235215" y="613867"/>
                  <a:pt x="2243770" y="609935"/>
                  <a:pt x="2251891" y="605236"/>
                </a:cubicBezTo>
                <a:cubicBezTo>
                  <a:pt x="2260600" y="603959"/>
                  <a:pt x="2269155" y="601814"/>
                  <a:pt x="2277429" y="598852"/>
                </a:cubicBezTo>
                <a:cubicBezTo>
                  <a:pt x="2285217" y="594205"/>
                  <a:pt x="2293952" y="591344"/>
                  <a:pt x="2302966" y="590424"/>
                </a:cubicBezTo>
                <a:cubicBezTo>
                  <a:pt x="2309887" y="588943"/>
                  <a:pt x="2316629" y="586798"/>
                  <a:pt x="2323142" y="584040"/>
                </a:cubicBezTo>
                <a:cubicBezTo>
                  <a:pt x="2329015" y="581997"/>
                  <a:pt x="2335092" y="580541"/>
                  <a:pt x="2341272" y="579698"/>
                </a:cubicBezTo>
                <a:cubicBezTo>
                  <a:pt x="2348372" y="579698"/>
                  <a:pt x="2355472" y="579111"/>
                  <a:pt x="2362469" y="577911"/>
                </a:cubicBezTo>
                <a:cubicBezTo>
                  <a:pt x="2365533" y="576889"/>
                  <a:pt x="2379069" y="575357"/>
                  <a:pt x="2400775" y="571016"/>
                </a:cubicBezTo>
                <a:cubicBezTo>
                  <a:pt x="2422481" y="566674"/>
                  <a:pt x="2418907" y="571016"/>
                  <a:pt x="2425036" y="571016"/>
                </a:cubicBezTo>
                <a:cubicBezTo>
                  <a:pt x="2439592" y="567697"/>
                  <a:pt x="2447764" y="547266"/>
                  <a:pt x="2445465" y="530411"/>
                </a:cubicBezTo>
                <a:cubicBezTo>
                  <a:pt x="2443678" y="518409"/>
                  <a:pt x="2432697" y="513301"/>
                  <a:pt x="2428100" y="509471"/>
                </a:cubicBezTo>
                <a:cubicBezTo>
                  <a:pt x="2423504" y="505640"/>
                  <a:pt x="2416352" y="512791"/>
                  <a:pt x="2410735" y="512280"/>
                </a:cubicBezTo>
                <a:cubicBezTo>
                  <a:pt x="2405116" y="511769"/>
                  <a:pt x="2394902" y="519176"/>
                  <a:pt x="2391070" y="519176"/>
                </a:cubicBezTo>
                <a:cubicBezTo>
                  <a:pt x="2385657" y="519992"/>
                  <a:pt x="2380191" y="520503"/>
                  <a:pt x="2374726" y="520707"/>
                </a:cubicBezTo>
                <a:cubicBezTo>
                  <a:pt x="2367628" y="522725"/>
                  <a:pt x="2360629" y="525125"/>
                  <a:pt x="2353785" y="527859"/>
                </a:cubicBezTo>
                <a:cubicBezTo>
                  <a:pt x="2350721" y="528368"/>
                  <a:pt x="2345103" y="528368"/>
                  <a:pt x="2345103" y="522750"/>
                </a:cubicBezTo>
                <a:cubicBezTo>
                  <a:pt x="2344796" y="518996"/>
                  <a:pt x="2346099" y="515268"/>
                  <a:pt x="2348679" y="512535"/>
                </a:cubicBezTo>
                <a:cubicBezTo>
                  <a:pt x="2353276" y="508704"/>
                  <a:pt x="2360937" y="506917"/>
                  <a:pt x="2364256" y="504363"/>
                </a:cubicBezTo>
                <a:cubicBezTo>
                  <a:pt x="2368904" y="500890"/>
                  <a:pt x="2373093" y="496855"/>
                  <a:pt x="2376770" y="492361"/>
                </a:cubicBezTo>
                <a:cubicBezTo>
                  <a:pt x="2378174" y="489781"/>
                  <a:pt x="2378710" y="486844"/>
                  <a:pt x="2378302" y="483933"/>
                </a:cubicBezTo>
                <a:cubicBezTo>
                  <a:pt x="2374701" y="478009"/>
                  <a:pt x="2372352" y="471394"/>
                  <a:pt x="2371406" y="464525"/>
                </a:cubicBezTo>
                <a:cubicBezTo>
                  <a:pt x="2370769" y="460950"/>
                  <a:pt x="2367653" y="458345"/>
                  <a:pt x="2364001" y="458396"/>
                </a:cubicBezTo>
                <a:cubicBezTo>
                  <a:pt x="2358460" y="458038"/>
                  <a:pt x="2352993" y="457095"/>
                  <a:pt x="2347657" y="455587"/>
                </a:cubicBezTo>
                <a:cubicBezTo>
                  <a:pt x="2343571" y="455076"/>
                  <a:pt x="2338719" y="459673"/>
                  <a:pt x="2337187" y="462482"/>
                </a:cubicBezTo>
                <a:cubicBezTo>
                  <a:pt x="2335655" y="465291"/>
                  <a:pt x="2327994" y="471421"/>
                  <a:pt x="2323396" y="466823"/>
                </a:cubicBezTo>
                <a:cubicBezTo>
                  <a:pt x="2320818" y="462533"/>
                  <a:pt x="2320077" y="457374"/>
                  <a:pt x="2321354" y="452522"/>
                </a:cubicBezTo>
                <a:cubicBezTo>
                  <a:pt x="2323142" y="446904"/>
                  <a:pt x="2335910" y="448436"/>
                  <a:pt x="2338975" y="444351"/>
                </a:cubicBezTo>
                <a:cubicBezTo>
                  <a:pt x="2342039" y="440265"/>
                  <a:pt x="2349444" y="440265"/>
                  <a:pt x="2350977" y="438477"/>
                </a:cubicBezTo>
                <a:cubicBezTo>
                  <a:pt x="2354424" y="435924"/>
                  <a:pt x="2358868" y="435182"/>
                  <a:pt x="2362980" y="436434"/>
                </a:cubicBezTo>
                <a:cubicBezTo>
                  <a:pt x="2365789" y="437455"/>
                  <a:pt x="2371152" y="429028"/>
                  <a:pt x="2371152" y="425453"/>
                </a:cubicBezTo>
                <a:cubicBezTo>
                  <a:pt x="2376258" y="401703"/>
                  <a:pt x="2384942" y="384338"/>
                  <a:pt x="2391837" y="360332"/>
                </a:cubicBezTo>
                <a:cubicBezTo>
                  <a:pt x="2392858" y="356757"/>
                  <a:pt x="2402818" y="347308"/>
                  <a:pt x="2402818" y="343478"/>
                </a:cubicBezTo>
                <a:cubicBezTo>
                  <a:pt x="2405142" y="333928"/>
                  <a:pt x="2408564" y="324657"/>
                  <a:pt x="2413032" y="315897"/>
                </a:cubicBezTo>
                <a:cubicBezTo>
                  <a:pt x="2415383" y="310688"/>
                  <a:pt x="2415919" y="304839"/>
                  <a:pt x="2414564" y="299298"/>
                </a:cubicBezTo>
                <a:cubicBezTo>
                  <a:pt x="2414309" y="297255"/>
                  <a:pt x="2420439" y="286785"/>
                  <a:pt x="2420439" y="280911"/>
                </a:cubicBezTo>
                <a:cubicBezTo>
                  <a:pt x="2418396" y="273301"/>
                  <a:pt x="2413799" y="266635"/>
                  <a:pt x="2407415" y="262013"/>
                </a:cubicBezTo>
                <a:cubicBezTo>
                  <a:pt x="2405116" y="260481"/>
                  <a:pt x="2402818" y="252054"/>
                  <a:pt x="2400775" y="250777"/>
                </a:cubicBezTo>
                <a:cubicBezTo>
                  <a:pt x="2390943" y="249934"/>
                  <a:pt x="2381034" y="250624"/>
                  <a:pt x="2371406" y="252820"/>
                </a:cubicBezTo>
                <a:cubicBezTo>
                  <a:pt x="2366554" y="253331"/>
                  <a:pt x="2361448" y="249245"/>
                  <a:pt x="2355573" y="249245"/>
                </a:cubicBezTo>
                <a:close/>
                <a:moveTo>
                  <a:pt x="2591539" y="91936"/>
                </a:moveTo>
                <a:cubicBezTo>
                  <a:pt x="3971634" y="92496"/>
                  <a:pt x="5090122" y="1211442"/>
                  <a:pt x="5090122" y="2591534"/>
                </a:cubicBezTo>
                <a:cubicBezTo>
                  <a:pt x="5090122" y="2591866"/>
                  <a:pt x="5090122" y="2592223"/>
                  <a:pt x="5090122" y="2592555"/>
                </a:cubicBezTo>
                <a:cubicBezTo>
                  <a:pt x="5089561" y="3973055"/>
                  <a:pt x="3969999" y="5091695"/>
                  <a:pt x="2589497" y="5091133"/>
                </a:cubicBezTo>
                <a:cubicBezTo>
                  <a:pt x="1208994" y="5090571"/>
                  <a:pt x="90352" y="3971012"/>
                  <a:pt x="90914" y="2590512"/>
                </a:cubicBezTo>
                <a:cubicBezTo>
                  <a:pt x="91475" y="1210012"/>
                  <a:pt x="1211036" y="91373"/>
                  <a:pt x="2591539" y="91936"/>
                </a:cubicBezTo>
                <a:close/>
                <a:moveTo>
                  <a:pt x="2591539" y="57970"/>
                </a:moveTo>
                <a:cubicBezTo>
                  <a:pt x="1192293" y="57970"/>
                  <a:pt x="57971" y="1192289"/>
                  <a:pt x="57971" y="2591533"/>
                </a:cubicBezTo>
                <a:cubicBezTo>
                  <a:pt x="57971" y="3990777"/>
                  <a:pt x="1192293" y="5125097"/>
                  <a:pt x="2591539" y="5125097"/>
                </a:cubicBezTo>
                <a:cubicBezTo>
                  <a:pt x="3990097" y="5123412"/>
                  <a:pt x="5123423" y="3990088"/>
                  <a:pt x="5125108" y="2591533"/>
                </a:cubicBezTo>
                <a:cubicBezTo>
                  <a:pt x="5125108" y="1192289"/>
                  <a:pt x="3990787" y="57970"/>
                  <a:pt x="2591539" y="57970"/>
                </a:cubicBezTo>
                <a:close/>
                <a:moveTo>
                  <a:pt x="2591539" y="0"/>
                </a:moveTo>
                <a:cubicBezTo>
                  <a:pt x="4022095" y="1686"/>
                  <a:pt x="5181392" y="1160980"/>
                  <a:pt x="5183079" y="2591533"/>
                </a:cubicBezTo>
                <a:cubicBezTo>
                  <a:pt x="5183079" y="4022802"/>
                  <a:pt x="4022810" y="5183067"/>
                  <a:pt x="2591539" y="5183067"/>
                </a:cubicBezTo>
                <a:cubicBezTo>
                  <a:pt x="1160269" y="5183067"/>
                  <a:pt x="0" y="4022802"/>
                  <a:pt x="0" y="2591533"/>
                </a:cubicBezTo>
                <a:cubicBezTo>
                  <a:pt x="0" y="1160265"/>
                  <a:pt x="1160269" y="0"/>
                  <a:pt x="2591539" y="0"/>
                </a:cubicBezTo>
                <a:close/>
              </a:path>
            </a:pathLst>
          </a:custGeom>
          <a:solidFill>
            <a:schemeClr val="bg1">
              <a:alpha val="5000"/>
            </a:schemeClr>
          </a:solidFill>
          <a:ln w="25525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147220" y="0"/>
            <a:ext cx="4044780" cy="6858001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39000"/>
                  <a:lumMod val="9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5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grpSp>
        <p:nvGrpSpPr>
          <p:cNvPr id="9" name="Group 6"/>
          <p:cNvGrpSpPr/>
          <p:nvPr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微软雅黑" panose="020B0503020204020204" charset="-122"/>
              </a:endParaRPr>
            </a:p>
          </p:txBody>
        </p:sp>
      </p:grpSp>
      <p:sp>
        <p:nvSpPr>
          <p:cNvPr id="182" name="任意多边形: 形状 181"/>
          <p:cNvSpPr/>
          <p:nvPr/>
        </p:nvSpPr>
        <p:spPr>
          <a:xfrm>
            <a:off x="9576255" y="312690"/>
            <a:ext cx="2249309" cy="506009"/>
          </a:xfrm>
          <a:custGeom>
            <a:avLst/>
            <a:gdLst>
              <a:gd name="connsiteX0" fmla="*/ 295987 w 2249309"/>
              <a:gd name="connsiteY0" fmla="*/ 457068 h 506009"/>
              <a:gd name="connsiteX1" fmla="*/ 298804 w 2249309"/>
              <a:gd name="connsiteY1" fmla="*/ 463052 h 506009"/>
              <a:gd name="connsiteX2" fmla="*/ 298405 w 2249309"/>
              <a:gd name="connsiteY2" fmla="*/ 469484 h 506009"/>
              <a:gd name="connsiteX3" fmla="*/ 297533 w 2249309"/>
              <a:gd name="connsiteY3" fmla="*/ 470786 h 506009"/>
              <a:gd name="connsiteX4" fmla="*/ 289505 w 2249309"/>
              <a:gd name="connsiteY4" fmla="*/ 471229 h 506009"/>
              <a:gd name="connsiteX5" fmla="*/ 286712 w 2249309"/>
              <a:gd name="connsiteY5" fmla="*/ 465395 h 506009"/>
              <a:gd name="connsiteX6" fmla="*/ 287111 w 2249309"/>
              <a:gd name="connsiteY6" fmla="*/ 458789 h 506009"/>
              <a:gd name="connsiteX7" fmla="*/ 288094 w 2249309"/>
              <a:gd name="connsiteY7" fmla="*/ 457335 h 506009"/>
              <a:gd name="connsiteX8" fmla="*/ 295987 w 2249309"/>
              <a:gd name="connsiteY8" fmla="*/ 457068 h 506009"/>
              <a:gd name="connsiteX9" fmla="*/ 262080 w 2249309"/>
              <a:gd name="connsiteY9" fmla="*/ 455448 h 506009"/>
              <a:gd name="connsiteX10" fmla="*/ 245401 w 2249309"/>
              <a:gd name="connsiteY10" fmla="*/ 455748 h 506009"/>
              <a:gd name="connsiteX11" fmla="*/ 245850 w 2249309"/>
              <a:gd name="connsiteY11" fmla="*/ 480380 h 506009"/>
              <a:gd name="connsiteX12" fmla="*/ 262604 w 2249309"/>
              <a:gd name="connsiteY12" fmla="*/ 480056 h 506009"/>
              <a:gd name="connsiteX13" fmla="*/ 262604 w 2249309"/>
              <a:gd name="connsiteY13" fmla="*/ 477862 h 506009"/>
              <a:gd name="connsiteX14" fmla="*/ 262604 w 2249309"/>
              <a:gd name="connsiteY14" fmla="*/ 475693 h 506009"/>
              <a:gd name="connsiteX15" fmla="*/ 250138 w 2249309"/>
              <a:gd name="connsiteY15" fmla="*/ 475917 h 506009"/>
              <a:gd name="connsiteX16" fmla="*/ 250138 w 2249309"/>
              <a:gd name="connsiteY16" fmla="*/ 469510 h 506009"/>
              <a:gd name="connsiteX17" fmla="*/ 261208 w 2249309"/>
              <a:gd name="connsiteY17" fmla="*/ 469310 h 506009"/>
              <a:gd name="connsiteX18" fmla="*/ 261208 w 2249309"/>
              <a:gd name="connsiteY18" fmla="*/ 467191 h 506009"/>
              <a:gd name="connsiteX19" fmla="*/ 261208 w 2249309"/>
              <a:gd name="connsiteY19" fmla="*/ 465072 h 506009"/>
              <a:gd name="connsiteX20" fmla="*/ 250138 w 2249309"/>
              <a:gd name="connsiteY20" fmla="*/ 465271 h 506009"/>
              <a:gd name="connsiteX21" fmla="*/ 250138 w 2249309"/>
              <a:gd name="connsiteY21" fmla="*/ 460036 h 506009"/>
              <a:gd name="connsiteX22" fmla="*/ 262080 w 2249309"/>
              <a:gd name="connsiteY22" fmla="*/ 459836 h 506009"/>
              <a:gd name="connsiteX23" fmla="*/ 262080 w 2249309"/>
              <a:gd name="connsiteY23" fmla="*/ 457642 h 506009"/>
              <a:gd name="connsiteX24" fmla="*/ 221193 w 2249309"/>
              <a:gd name="connsiteY24" fmla="*/ 453554 h 506009"/>
              <a:gd name="connsiteX25" fmla="*/ 220919 w 2249309"/>
              <a:gd name="connsiteY25" fmla="*/ 455723 h 506009"/>
              <a:gd name="connsiteX26" fmla="*/ 220669 w 2249309"/>
              <a:gd name="connsiteY26" fmla="*/ 457892 h 506009"/>
              <a:gd name="connsiteX27" fmla="*/ 227451 w 2249309"/>
              <a:gd name="connsiteY27" fmla="*/ 458714 h 506009"/>
              <a:gd name="connsiteX28" fmla="*/ 224957 w 2249309"/>
              <a:gd name="connsiteY28" fmla="*/ 478809 h 506009"/>
              <a:gd name="connsiteX29" fmla="*/ 227451 w 2249309"/>
              <a:gd name="connsiteY29" fmla="*/ 479108 h 506009"/>
              <a:gd name="connsiteX30" fmla="*/ 229769 w 2249309"/>
              <a:gd name="connsiteY30" fmla="*/ 479383 h 506009"/>
              <a:gd name="connsiteX31" fmla="*/ 232262 w 2249309"/>
              <a:gd name="connsiteY31" fmla="*/ 459288 h 506009"/>
              <a:gd name="connsiteX32" fmla="*/ 239069 w 2249309"/>
              <a:gd name="connsiteY32" fmla="*/ 460136 h 506009"/>
              <a:gd name="connsiteX33" fmla="*/ 239318 w 2249309"/>
              <a:gd name="connsiteY33" fmla="*/ 457942 h 506009"/>
              <a:gd name="connsiteX34" fmla="*/ 239468 w 2249309"/>
              <a:gd name="connsiteY34" fmla="*/ 455797 h 506009"/>
              <a:gd name="connsiteX35" fmla="*/ 297922 w 2249309"/>
              <a:gd name="connsiteY35" fmla="*/ 452776 h 506009"/>
              <a:gd name="connsiteX36" fmla="*/ 283247 w 2249309"/>
              <a:gd name="connsiteY36" fmla="*/ 456446 h 506009"/>
              <a:gd name="connsiteX37" fmla="*/ 282175 w 2249309"/>
              <a:gd name="connsiteY37" fmla="*/ 466418 h 506009"/>
              <a:gd name="connsiteX38" fmla="*/ 286862 w 2249309"/>
              <a:gd name="connsiteY38" fmla="*/ 475069 h 506009"/>
              <a:gd name="connsiteX39" fmla="*/ 287578 w 2249309"/>
              <a:gd name="connsiteY39" fmla="*/ 475553 h 506009"/>
              <a:gd name="connsiteX40" fmla="*/ 302469 w 2249309"/>
              <a:gd name="connsiteY40" fmla="*/ 472028 h 506009"/>
              <a:gd name="connsiteX41" fmla="*/ 303542 w 2249309"/>
              <a:gd name="connsiteY41" fmla="*/ 462255 h 506009"/>
              <a:gd name="connsiteX42" fmla="*/ 298854 w 2249309"/>
              <a:gd name="connsiteY42" fmla="*/ 453404 h 506009"/>
              <a:gd name="connsiteX43" fmla="*/ 297922 w 2249309"/>
              <a:gd name="connsiteY43" fmla="*/ 452776 h 506009"/>
              <a:gd name="connsiteX44" fmla="*/ 926672 w 2249309"/>
              <a:gd name="connsiteY44" fmla="*/ 450125 h 506009"/>
              <a:gd name="connsiteX45" fmla="*/ 927181 w 2249309"/>
              <a:gd name="connsiteY45" fmla="*/ 450350 h 506009"/>
              <a:gd name="connsiteX46" fmla="*/ 926574 w 2249309"/>
              <a:gd name="connsiteY46" fmla="*/ 450177 h 506009"/>
              <a:gd name="connsiteX47" fmla="*/ 198156 w 2249309"/>
              <a:gd name="connsiteY47" fmla="*/ 448268 h 506009"/>
              <a:gd name="connsiteX48" fmla="*/ 194441 w 2249309"/>
              <a:gd name="connsiteY48" fmla="*/ 463227 h 506009"/>
              <a:gd name="connsiteX49" fmla="*/ 194815 w 2249309"/>
              <a:gd name="connsiteY49" fmla="*/ 471055 h 506009"/>
              <a:gd name="connsiteX50" fmla="*/ 200924 w 2249309"/>
              <a:gd name="connsiteY50" fmla="*/ 475094 h 506009"/>
              <a:gd name="connsiteX51" fmla="*/ 208278 w 2249309"/>
              <a:gd name="connsiteY51" fmla="*/ 474521 h 506009"/>
              <a:gd name="connsiteX52" fmla="*/ 212193 w 2249309"/>
              <a:gd name="connsiteY52" fmla="*/ 467640 h 506009"/>
              <a:gd name="connsiteX53" fmla="*/ 215808 w 2249309"/>
              <a:gd name="connsiteY53" fmla="*/ 452681 h 506009"/>
              <a:gd name="connsiteX54" fmla="*/ 213514 w 2249309"/>
              <a:gd name="connsiteY54" fmla="*/ 452108 h 506009"/>
              <a:gd name="connsiteX55" fmla="*/ 211220 w 2249309"/>
              <a:gd name="connsiteY55" fmla="*/ 451559 h 506009"/>
              <a:gd name="connsiteX56" fmla="*/ 207456 w 2249309"/>
              <a:gd name="connsiteY56" fmla="*/ 466518 h 506009"/>
              <a:gd name="connsiteX57" fmla="*/ 205486 w 2249309"/>
              <a:gd name="connsiteY57" fmla="*/ 470233 h 506009"/>
              <a:gd name="connsiteX58" fmla="*/ 201896 w 2249309"/>
              <a:gd name="connsiteY58" fmla="*/ 470582 h 506009"/>
              <a:gd name="connsiteX59" fmla="*/ 199004 w 2249309"/>
              <a:gd name="connsiteY59" fmla="*/ 468512 h 506009"/>
              <a:gd name="connsiteX60" fmla="*/ 199004 w 2249309"/>
              <a:gd name="connsiteY60" fmla="*/ 464374 h 506009"/>
              <a:gd name="connsiteX61" fmla="*/ 202744 w 2249309"/>
              <a:gd name="connsiteY61" fmla="*/ 449415 h 506009"/>
              <a:gd name="connsiteX62" fmla="*/ 200450 w 2249309"/>
              <a:gd name="connsiteY62" fmla="*/ 448842 h 506009"/>
              <a:gd name="connsiteX63" fmla="*/ 323262 w 2249309"/>
              <a:gd name="connsiteY63" fmla="*/ 443382 h 506009"/>
              <a:gd name="connsiteX64" fmla="*/ 307929 w 2249309"/>
              <a:gd name="connsiteY64" fmla="*/ 448368 h 506009"/>
              <a:gd name="connsiteX65" fmla="*/ 315409 w 2249309"/>
              <a:gd name="connsiteY65" fmla="*/ 471778 h 506009"/>
              <a:gd name="connsiteX66" fmla="*/ 317678 w 2249309"/>
              <a:gd name="connsiteY66" fmla="*/ 471031 h 506009"/>
              <a:gd name="connsiteX67" fmla="*/ 319922 w 2249309"/>
              <a:gd name="connsiteY67" fmla="*/ 470308 h 506009"/>
              <a:gd name="connsiteX68" fmla="*/ 316805 w 2249309"/>
              <a:gd name="connsiteY68" fmla="*/ 460410 h 506009"/>
              <a:gd name="connsiteX69" fmla="*/ 326254 w 2249309"/>
              <a:gd name="connsiteY69" fmla="*/ 457343 h 506009"/>
              <a:gd name="connsiteX70" fmla="*/ 325606 w 2249309"/>
              <a:gd name="connsiteY70" fmla="*/ 455324 h 506009"/>
              <a:gd name="connsiteX71" fmla="*/ 324933 w 2249309"/>
              <a:gd name="connsiteY71" fmla="*/ 453304 h 506009"/>
              <a:gd name="connsiteX72" fmla="*/ 315509 w 2249309"/>
              <a:gd name="connsiteY72" fmla="*/ 456371 h 506009"/>
              <a:gd name="connsiteX73" fmla="*/ 313788 w 2249309"/>
              <a:gd name="connsiteY73" fmla="*/ 451060 h 506009"/>
              <a:gd name="connsiteX74" fmla="*/ 324609 w 2249309"/>
              <a:gd name="connsiteY74" fmla="*/ 447545 h 506009"/>
              <a:gd name="connsiteX75" fmla="*/ 323935 w 2249309"/>
              <a:gd name="connsiteY75" fmla="*/ 445451 h 506009"/>
              <a:gd name="connsiteX76" fmla="*/ 175543 w 2249309"/>
              <a:gd name="connsiteY76" fmla="*/ 440564 h 506009"/>
              <a:gd name="connsiteX77" fmla="*/ 174820 w 2249309"/>
              <a:gd name="connsiteY77" fmla="*/ 442634 h 506009"/>
              <a:gd name="connsiteX78" fmla="*/ 174122 w 2249309"/>
              <a:gd name="connsiteY78" fmla="*/ 444703 h 506009"/>
              <a:gd name="connsiteX79" fmla="*/ 180579 w 2249309"/>
              <a:gd name="connsiteY79" fmla="*/ 446922 h 506009"/>
              <a:gd name="connsiteX80" fmla="*/ 173997 w 2249309"/>
              <a:gd name="connsiteY80" fmla="*/ 466069 h 506009"/>
              <a:gd name="connsiteX81" fmla="*/ 176241 w 2249309"/>
              <a:gd name="connsiteY81" fmla="*/ 466842 h 506009"/>
              <a:gd name="connsiteX82" fmla="*/ 178460 w 2249309"/>
              <a:gd name="connsiteY82" fmla="*/ 467615 h 506009"/>
              <a:gd name="connsiteX83" fmla="*/ 185042 w 2249309"/>
              <a:gd name="connsiteY83" fmla="*/ 448468 h 506009"/>
              <a:gd name="connsiteX84" fmla="*/ 191524 w 2249309"/>
              <a:gd name="connsiteY84" fmla="*/ 450686 h 506009"/>
              <a:gd name="connsiteX85" fmla="*/ 192247 w 2249309"/>
              <a:gd name="connsiteY85" fmla="*/ 448617 h 506009"/>
              <a:gd name="connsiteX86" fmla="*/ 192995 w 2249309"/>
              <a:gd name="connsiteY86" fmla="*/ 446573 h 506009"/>
              <a:gd name="connsiteX87" fmla="*/ 166593 w 2249309"/>
              <a:gd name="connsiteY87" fmla="*/ 436176 h 506009"/>
              <a:gd name="connsiteX88" fmla="*/ 156197 w 2249309"/>
              <a:gd name="connsiteY88" fmla="*/ 458490 h 506009"/>
              <a:gd name="connsiteX89" fmla="*/ 158341 w 2249309"/>
              <a:gd name="connsiteY89" fmla="*/ 459487 h 506009"/>
              <a:gd name="connsiteX90" fmla="*/ 160460 w 2249309"/>
              <a:gd name="connsiteY90" fmla="*/ 460485 h 506009"/>
              <a:gd name="connsiteX91" fmla="*/ 170881 w 2249309"/>
              <a:gd name="connsiteY91" fmla="*/ 438171 h 506009"/>
              <a:gd name="connsiteX92" fmla="*/ 168712 w 2249309"/>
              <a:gd name="connsiteY92" fmla="*/ 437174 h 506009"/>
              <a:gd name="connsiteX93" fmla="*/ 353355 w 2249309"/>
              <a:gd name="connsiteY93" fmla="*/ 428797 h 506009"/>
              <a:gd name="connsiteX94" fmla="*/ 337099 w 2249309"/>
              <a:gd name="connsiteY94" fmla="*/ 437423 h 506009"/>
              <a:gd name="connsiteX95" fmla="*/ 338121 w 2249309"/>
              <a:gd name="connsiteY95" fmla="*/ 439368 h 506009"/>
              <a:gd name="connsiteX96" fmla="*/ 339144 w 2249309"/>
              <a:gd name="connsiteY96" fmla="*/ 441287 h 506009"/>
              <a:gd name="connsiteX97" fmla="*/ 345177 w 2249309"/>
              <a:gd name="connsiteY97" fmla="*/ 438071 h 506009"/>
              <a:gd name="connsiteX98" fmla="*/ 354701 w 2249309"/>
              <a:gd name="connsiteY98" fmla="*/ 455947 h 506009"/>
              <a:gd name="connsiteX99" fmla="*/ 356795 w 2249309"/>
              <a:gd name="connsiteY99" fmla="*/ 454850 h 506009"/>
              <a:gd name="connsiteX100" fmla="*/ 358864 w 2249309"/>
              <a:gd name="connsiteY100" fmla="*/ 453728 h 506009"/>
              <a:gd name="connsiteX101" fmla="*/ 349366 w 2249309"/>
              <a:gd name="connsiteY101" fmla="*/ 435852 h 506009"/>
              <a:gd name="connsiteX102" fmla="*/ 355399 w 2249309"/>
              <a:gd name="connsiteY102" fmla="*/ 432636 h 506009"/>
              <a:gd name="connsiteX103" fmla="*/ 354377 w 2249309"/>
              <a:gd name="connsiteY103" fmla="*/ 430716 h 506009"/>
              <a:gd name="connsiteX104" fmla="*/ 145401 w 2249309"/>
              <a:gd name="connsiteY104" fmla="*/ 424658 h 506009"/>
              <a:gd name="connsiteX105" fmla="*/ 144429 w 2249309"/>
              <a:gd name="connsiteY105" fmla="*/ 426702 h 506009"/>
              <a:gd name="connsiteX106" fmla="*/ 143382 w 2249309"/>
              <a:gd name="connsiteY106" fmla="*/ 428622 h 506009"/>
              <a:gd name="connsiteX107" fmla="*/ 149365 w 2249309"/>
              <a:gd name="connsiteY107" fmla="*/ 431938 h 506009"/>
              <a:gd name="connsiteX108" fmla="*/ 139542 w 2249309"/>
              <a:gd name="connsiteY108" fmla="*/ 449639 h 506009"/>
              <a:gd name="connsiteX109" fmla="*/ 141612 w 2249309"/>
              <a:gd name="connsiteY109" fmla="*/ 450786 h 506009"/>
              <a:gd name="connsiteX110" fmla="*/ 143681 w 2249309"/>
              <a:gd name="connsiteY110" fmla="*/ 451933 h 506009"/>
              <a:gd name="connsiteX111" fmla="*/ 153404 w 2249309"/>
              <a:gd name="connsiteY111" fmla="*/ 434082 h 506009"/>
              <a:gd name="connsiteX112" fmla="*/ 159388 w 2249309"/>
              <a:gd name="connsiteY112" fmla="*/ 437398 h 506009"/>
              <a:gd name="connsiteX113" fmla="*/ 160435 w 2249309"/>
              <a:gd name="connsiteY113" fmla="*/ 435503 h 506009"/>
              <a:gd name="connsiteX114" fmla="*/ 161507 w 2249309"/>
              <a:gd name="connsiteY114" fmla="*/ 433583 h 506009"/>
              <a:gd name="connsiteX115" fmla="*/ 267565 w 2249309"/>
              <a:gd name="connsiteY115" fmla="*/ 421118 h 506009"/>
              <a:gd name="connsiteX116" fmla="*/ 261208 w 2249309"/>
              <a:gd name="connsiteY116" fmla="*/ 430841 h 506009"/>
              <a:gd name="connsiteX117" fmla="*/ 260632 w 2249309"/>
              <a:gd name="connsiteY117" fmla="*/ 432168 h 506009"/>
              <a:gd name="connsiteX118" fmla="*/ 260634 w 2249309"/>
              <a:gd name="connsiteY118" fmla="*/ 432137 h 506009"/>
              <a:gd name="connsiteX119" fmla="*/ 260559 w 2249309"/>
              <a:gd name="connsiteY119" fmla="*/ 432337 h 506009"/>
              <a:gd name="connsiteX120" fmla="*/ 260632 w 2249309"/>
              <a:gd name="connsiteY120" fmla="*/ 432168 h 506009"/>
              <a:gd name="connsiteX121" fmla="*/ 260509 w 2249309"/>
              <a:gd name="connsiteY121" fmla="*/ 434555 h 506009"/>
              <a:gd name="connsiteX122" fmla="*/ 292686 w 2249309"/>
              <a:gd name="connsiteY122" fmla="*/ 432960 h 506009"/>
              <a:gd name="connsiteX123" fmla="*/ 285266 w 2249309"/>
              <a:gd name="connsiteY123" fmla="*/ 432960 h 506009"/>
              <a:gd name="connsiteX124" fmla="*/ 280280 w 2249309"/>
              <a:gd name="connsiteY124" fmla="*/ 421641 h 506009"/>
              <a:gd name="connsiteX125" fmla="*/ 267565 w 2249309"/>
              <a:gd name="connsiteY125" fmla="*/ 421118 h 506009"/>
              <a:gd name="connsiteX126" fmla="*/ 300201 w 2249309"/>
              <a:gd name="connsiteY126" fmla="*/ 421067 h 506009"/>
              <a:gd name="connsiteX127" fmla="*/ 300201 w 2249309"/>
              <a:gd name="connsiteY127" fmla="*/ 421142 h 506009"/>
              <a:gd name="connsiteX128" fmla="*/ 301173 w 2249309"/>
              <a:gd name="connsiteY128" fmla="*/ 423261 h 506009"/>
              <a:gd name="connsiteX129" fmla="*/ 300176 w 2249309"/>
              <a:gd name="connsiteY129" fmla="*/ 429544 h 506009"/>
              <a:gd name="connsiteX130" fmla="*/ 299577 w 2249309"/>
              <a:gd name="connsiteY130" fmla="*/ 423560 h 506009"/>
              <a:gd name="connsiteX131" fmla="*/ 300201 w 2249309"/>
              <a:gd name="connsiteY131" fmla="*/ 421067 h 506009"/>
              <a:gd name="connsiteX132" fmla="*/ 258091 w 2249309"/>
              <a:gd name="connsiteY132" fmla="*/ 421067 h 506009"/>
              <a:gd name="connsiteX133" fmla="*/ 258091 w 2249309"/>
              <a:gd name="connsiteY133" fmla="*/ 421142 h 506009"/>
              <a:gd name="connsiteX134" fmla="*/ 259064 w 2249309"/>
              <a:gd name="connsiteY134" fmla="*/ 423261 h 506009"/>
              <a:gd name="connsiteX135" fmla="*/ 258067 w 2249309"/>
              <a:gd name="connsiteY135" fmla="*/ 429544 h 506009"/>
              <a:gd name="connsiteX136" fmla="*/ 257468 w 2249309"/>
              <a:gd name="connsiteY136" fmla="*/ 423560 h 506009"/>
              <a:gd name="connsiteX137" fmla="*/ 258091 w 2249309"/>
              <a:gd name="connsiteY137" fmla="*/ 421067 h 506009"/>
              <a:gd name="connsiteX138" fmla="*/ 208129 w 2249309"/>
              <a:gd name="connsiteY138" fmla="*/ 420818 h 506009"/>
              <a:gd name="connsiteX139" fmla="*/ 209475 w 2249309"/>
              <a:gd name="connsiteY139" fmla="*/ 421018 h 506009"/>
              <a:gd name="connsiteX140" fmla="*/ 209649 w 2249309"/>
              <a:gd name="connsiteY140" fmla="*/ 429095 h 506009"/>
              <a:gd name="connsiteX141" fmla="*/ 208129 w 2249309"/>
              <a:gd name="connsiteY141" fmla="*/ 429095 h 506009"/>
              <a:gd name="connsiteX142" fmla="*/ 208129 w 2249309"/>
              <a:gd name="connsiteY142" fmla="*/ 420868 h 506009"/>
              <a:gd name="connsiteX143" fmla="*/ 293219 w 2249309"/>
              <a:gd name="connsiteY143" fmla="*/ 420693 h 506009"/>
              <a:gd name="connsiteX144" fmla="*/ 294142 w 2249309"/>
              <a:gd name="connsiteY144" fmla="*/ 423186 h 506009"/>
              <a:gd name="connsiteX145" fmla="*/ 293344 w 2249309"/>
              <a:gd name="connsiteY145" fmla="*/ 429345 h 506009"/>
              <a:gd name="connsiteX146" fmla="*/ 292172 w 2249309"/>
              <a:gd name="connsiteY146" fmla="*/ 423386 h 506009"/>
              <a:gd name="connsiteX147" fmla="*/ 293219 w 2249309"/>
              <a:gd name="connsiteY147" fmla="*/ 420768 h 506009"/>
              <a:gd name="connsiteX148" fmla="*/ 251111 w 2249309"/>
              <a:gd name="connsiteY148" fmla="*/ 420693 h 506009"/>
              <a:gd name="connsiteX149" fmla="*/ 252033 w 2249309"/>
              <a:gd name="connsiteY149" fmla="*/ 423186 h 506009"/>
              <a:gd name="connsiteX150" fmla="*/ 251260 w 2249309"/>
              <a:gd name="connsiteY150" fmla="*/ 429469 h 506009"/>
              <a:gd name="connsiteX151" fmla="*/ 250063 w 2249309"/>
              <a:gd name="connsiteY151" fmla="*/ 423386 h 506009"/>
              <a:gd name="connsiteX152" fmla="*/ 251111 w 2249309"/>
              <a:gd name="connsiteY152" fmla="*/ 420768 h 506009"/>
              <a:gd name="connsiteX153" fmla="*/ 624269 w 2249309"/>
              <a:gd name="connsiteY153" fmla="*/ 420278 h 506009"/>
              <a:gd name="connsiteX154" fmla="*/ 624356 w 2249309"/>
              <a:gd name="connsiteY154" fmla="*/ 437574 h 506009"/>
              <a:gd name="connsiteX155" fmla="*/ 639566 w 2249309"/>
              <a:gd name="connsiteY155" fmla="*/ 437574 h 506009"/>
              <a:gd name="connsiteX156" fmla="*/ 646955 w 2249309"/>
              <a:gd name="connsiteY156" fmla="*/ 435314 h 506009"/>
              <a:gd name="connsiteX157" fmla="*/ 649389 w 2249309"/>
              <a:gd name="connsiteY157" fmla="*/ 428361 h 506009"/>
              <a:gd name="connsiteX158" fmla="*/ 646868 w 2249309"/>
              <a:gd name="connsiteY158" fmla="*/ 422276 h 506009"/>
              <a:gd name="connsiteX159" fmla="*/ 639306 w 2249309"/>
              <a:gd name="connsiteY159" fmla="*/ 420278 h 506009"/>
              <a:gd name="connsiteX160" fmla="*/ 215459 w 2249309"/>
              <a:gd name="connsiteY160" fmla="*/ 420245 h 506009"/>
              <a:gd name="connsiteX161" fmla="*/ 216157 w 2249309"/>
              <a:gd name="connsiteY161" fmla="*/ 423187 h 506009"/>
              <a:gd name="connsiteX162" fmla="*/ 215459 w 2249309"/>
              <a:gd name="connsiteY162" fmla="*/ 429046 h 506009"/>
              <a:gd name="connsiteX163" fmla="*/ 214711 w 2249309"/>
              <a:gd name="connsiteY163" fmla="*/ 423187 h 506009"/>
              <a:gd name="connsiteX164" fmla="*/ 215459 w 2249309"/>
              <a:gd name="connsiteY164" fmla="*/ 420245 h 506009"/>
              <a:gd name="connsiteX165" fmla="*/ 211370 w 2249309"/>
              <a:gd name="connsiteY165" fmla="*/ 419671 h 506009"/>
              <a:gd name="connsiteX166" fmla="*/ 211375 w 2249309"/>
              <a:gd name="connsiteY166" fmla="*/ 419839 h 506009"/>
              <a:gd name="connsiteX167" fmla="*/ 211370 w 2249309"/>
              <a:gd name="connsiteY167" fmla="*/ 419846 h 506009"/>
              <a:gd name="connsiteX168" fmla="*/ 211779 w 2249309"/>
              <a:gd name="connsiteY168" fmla="*/ 419345 h 506009"/>
              <a:gd name="connsiteX169" fmla="*/ 213115 w 2249309"/>
              <a:gd name="connsiteY169" fmla="*/ 419671 h 506009"/>
              <a:gd name="connsiteX170" fmla="*/ 213415 w 2249309"/>
              <a:gd name="connsiteY170" fmla="*/ 429644 h 506009"/>
              <a:gd name="connsiteX171" fmla="*/ 211694 w 2249309"/>
              <a:gd name="connsiteY171" fmla="*/ 429644 h 506009"/>
              <a:gd name="connsiteX172" fmla="*/ 211375 w 2249309"/>
              <a:gd name="connsiteY172" fmla="*/ 419839 h 506009"/>
              <a:gd name="connsiteX173" fmla="*/ 297010 w 2249309"/>
              <a:gd name="connsiteY173" fmla="*/ 418973 h 506009"/>
              <a:gd name="connsiteX174" fmla="*/ 297907 w 2249309"/>
              <a:gd name="connsiteY174" fmla="*/ 422713 h 506009"/>
              <a:gd name="connsiteX175" fmla="*/ 296860 w 2249309"/>
              <a:gd name="connsiteY175" fmla="*/ 429968 h 506009"/>
              <a:gd name="connsiteX176" fmla="*/ 295788 w 2249309"/>
              <a:gd name="connsiteY176" fmla="*/ 422613 h 506009"/>
              <a:gd name="connsiteX177" fmla="*/ 297010 w 2249309"/>
              <a:gd name="connsiteY177" fmla="*/ 418973 h 506009"/>
              <a:gd name="connsiteX178" fmla="*/ 254901 w 2249309"/>
              <a:gd name="connsiteY178" fmla="*/ 418973 h 506009"/>
              <a:gd name="connsiteX179" fmla="*/ 255798 w 2249309"/>
              <a:gd name="connsiteY179" fmla="*/ 422713 h 506009"/>
              <a:gd name="connsiteX180" fmla="*/ 254751 w 2249309"/>
              <a:gd name="connsiteY180" fmla="*/ 429968 h 506009"/>
              <a:gd name="connsiteX181" fmla="*/ 253679 w 2249309"/>
              <a:gd name="connsiteY181" fmla="*/ 422613 h 506009"/>
              <a:gd name="connsiteX182" fmla="*/ 254901 w 2249309"/>
              <a:gd name="connsiteY182" fmla="*/ 418973 h 506009"/>
              <a:gd name="connsiteX183" fmla="*/ 187610 w 2249309"/>
              <a:gd name="connsiteY183" fmla="*/ 418200 h 506009"/>
              <a:gd name="connsiteX184" fmla="*/ 187761 w 2249309"/>
              <a:gd name="connsiteY184" fmla="*/ 418338 h 506009"/>
              <a:gd name="connsiteX185" fmla="*/ 187535 w 2249309"/>
              <a:gd name="connsiteY185" fmla="*/ 418300 h 506009"/>
              <a:gd name="connsiteX186" fmla="*/ 372328 w 2249309"/>
              <a:gd name="connsiteY186" fmla="*/ 416855 h 506009"/>
              <a:gd name="connsiteX187" fmla="*/ 358341 w 2249309"/>
              <a:gd name="connsiteY187" fmla="*/ 425930 h 506009"/>
              <a:gd name="connsiteX188" fmla="*/ 371754 w 2249309"/>
              <a:gd name="connsiteY188" fmla="*/ 446573 h 506009"/>
              <a:gd name="connsiteX189" fmla="*/ 386115 w 2249309"/>
              <a:gd name="connsiteY189" fmla="*/ 437149 h 506009"/>
              <a:gd name="connsiteX190" fmla="*/ 384918 w 2249309"/>
              <a:gd name="connsiteY190" fmla="*/ 435304 h 506009"/>
              <a:gd name="connsiteX191" fmla="*/ 383746 w 2249309"/>
              <a:gd name="connsiteY191" fmla="*/ 433484 h 506009"/>
              <a:gd name="connsiteX192" fmla="*/ 373300 w 2249309"/>
              <a:gd name="connsiteY192" fmla="*/ 440265 h 506009"/>
              <a:gd name="connsiteX193" fmla="*/ 369784 w 2249309"/>
              <a:gd name="connsiteY193" fmla="*/ 434905 h 506009"/>
              <a:gd name="connsiteX194" fmla="*/ 379159 w 2249309"/>
              <a:gd name="connsiteY194" fmla="*/ 428921 h 506009"/>
              <a:gd name="connsiteX195" fmla="*/ 378012 w 2249309"/>
              <a:gd name="connsiteY195" fmla="*/ 427126 h 506009"/>
              <a:gd name="connsiteX196" fmla="*/ 376865 w 2249309"/>
              <a:gd name="connsiteY196" fmla="*/ 425356 h 506009"/>
              <a:gd name="connsiteX197" fmla="*/ 367566 w 2249309"/>
              <a:gd name="connsiteY197" fmla="*/ 431390 h 506009"/>
              <a:gd name="connsiteX198" fmla="*/ 364723 w 2249309"/>
              <a:gd name="connsiteY198" fmla="*/ 427002 h 506009"/>
              <a:gd name="connsiteX199" fmla="*/ 374696 w 2249309"/>
              <a:gd name="connsiteY199" fmla="*/ 420519 h 506009"/>
              <a:gd name="connsiteX200" fmla="*/ 373524 w 2249309"/>
              <a:gd name="connsiteY200" fmla="*/ 418675 h 506009"/>
              <a:gd name="connsiteX201" fmla="*/ 128074 w 2249309"/>
              <a:gd name="connsiteY201" fmla="*/ 414361 h 506009"/>
              <a:gd name="connsiteX202" fmla="*/ 122813 w 2249309"/>
              <a:gd name="connsiteY202" fmla="*/ 417553 h 506009"/>
              <a:gd name="connsiteX203" fmla="*/ 121492 w 2249309"/>
              <a:gd name="connsiteY203" fmla="*/ 422414 h 506009"/>
              <a:gd name="connsiteX204" fmla="*/ 125655 w 2249309"/>
              <a:gd name="connsiteY204" fmla="*/ 428946 h 506009"/>
              <a:gd name="connsiteX205" fmla="*/ 127949 w 2249309"/>
              <a:gd name="connsiteY205" fmla="*/ 432287 h 506009"/>
              <a:gd name="connsiteX206" fmla="*/ 127500 w 2249309"/>
              <a:gd name="connsiteY206" fmla="*/ 434481 h 506009"/>
              <a:gd name="connsiteX207" fmla="*/ 125182 w 2249309"/>
              <a:gd name="connsiteY207" fmla="*/ 435528 h 506009"/>
              <a:gd name="connsiteX208" fmla="*/ 121841 w 2249309"/>
              <a:gd name="connsiteY208" fmla="*/ 434082 h 506009"/>
              <a:gd name="connsiteX209" fmla="*/ 119697 w 2249309"/>
              <a:gd name="connsiteY209" fmla="*/ 431215 h 506009"/>
              <a:gd name="connsiteX210" fmla="*/ 120395 w 2249309"/>
              <a:gd name="connsiteY210" fmla="*/ 427999 h 506009"/>
              <a:gd name="connsiteX211" fmla="*/ 116705 w 2249309"/>
              <a:gd name="connsiteY211" fmla="*/ 425331 h 506009"/>
              <a:gd name="connsiteX212" fmla="*/ 115184 w 2249309"/>
              <a:gd name="connsiteY212" fmla="*/ 431813 h 506009"/>
              <a:gd name="connsiteX213" fmla="*/ 119348 w 2249309"/>
              <a:gd name="connsiteY213" fmla="*/ 437523 h 506009"/>
              <a:gd name="connsiteX214" fmla="*/ 126054 w 2249309"/>
              <a:gd name="connsiteY214" fmla="*/ 439866 h 506009"/>
              <a:gd name="connsiteX215" fmla="*/ 131315 w 2249309"/>
              <a:gd name="connsiteY215" fmla="*/ 436874 h 506009"/>
              <a:gd name="connsiteX216" fmla="*/ 132910 w 2249309"/>
              <a:gd name="connsiteY216" fmla="*/ 431888 h 506009"/>
              <a:gd name="connsiteX217" fmla="*/ 129196 w 2249309"/>
              <a:gd name="connsiteY217" fmla="*/ 425755 h 506009"/>
              <a:gd name="connsiteX218" fmla="*/ 126428 w 2249309"/>
              <a:gd name="connsiteY218" fmla="*/ 421966 h 506009"/>
              <a:gd name="connsiteX219" fmla="*/ 126578 w 2249309"/>
              <a:gd name="connsiteY219" fmla="*/ 419971 h 506009"/>
              <a:gd name="connsiteX220" fmla="*/ 128797 w 2249309"/>
              <a:gd name="connsiteY220" fmla="*/ 418625 h 506009"/>
              <a:gd name="connsiteX221" fmla="*/ 131589 w 2249309"/>
              <a:gd name="connsiteY221" fmla="*/ 419572 h 506009"/>
              <a:gd name="connsiteX222" fmla="*/ 133708 w 2249309"/>
              <a:gd name="connsiteY222" fmla="*/ 422389 h 506009"/>
              <a:gd name="connsiteX223" fmla="*/ 133235 w 2249309"/>
              <a:gd name="connsiteY223" fmla="*/ 425481 h 506009"/>
              <a:gd name="connsiteX224" fmla="*/ 136949 w 2249309"/>
              <a:gd name="connsiteY224" fmla="*/ 428198 h 506009"/>
              <a:gd name="connsiteX225" fmla="*/ 136949 w 2249309"/>
              <a:gd name="connsiteY225" fmla="*/ 428148 h 506009"/>
              <a:gd name="connsiteX226" fmla="*/ 138271 w 2249309"/>
              <a:gd name="connsiteY226" fmla="*/ 421866 h 506009"/>
              <a:gd name="connsiteX227" fmla="*/ 134531 w 2249309"/>
              <a:gd name="connsiteY227" fmla="*/ 416456 h 506009"/>
              <a:gd name="connsiteX228" fmla="*/ 128074 w 2249309"/>
              <a:gd name="connsiteY228" fmla="*/ 414361 h 506009"/>
              <a:gd name="connsiteX229" fmla="*/ 391300 w 2249309"/>
              <a:gd name="connsiteY229" fmla="*/ 403292 h 506009"/>
              <a:gd name="connsiteX230" fmla="*/ 384668 w 2249309"/>
              <a:gd name="connsiteY230" fmla="*/ 405785 h 506009"/>
              <a:gd name="connsiteX231" fmla="*/ 381128 w 2249309"/>
              <a:gd name="connsiteY231" fmla="*/ 413264 h 506009"/>
              <a:gd name="connsiteX232" fmla="*/ 385117 w 2249309"/>
              <a:gd name="connsiteY232" fmla="*/ 422414 h 506009"/>
              <a:gd name="connsiteX233" fmla="*/ 393320 w 2249309"/>
              <a:gd name="connsiteY233" fmla="*/ 427774 h 506009"/>
              <a:gd name="connsiteX234" fmla="*/ 404888 w 2249309"/>
              <a:gd name="connsiteY234" fmla="*/ 419323 h 506009"/>
              <a:gd name="connsiteX235" fmla="*/ 404838 w 2249309"/>
              <a:gd name="connsiteY235" fmla="*/ 419273 h 506009"/>
              <a:gd name="connsiteX236" fmla="*/ 402769 w 2249309"/>
              <a:gd name="connsiteY236" fmla="*/ 412242 h 506009"/>
              <a:gd name="connsiteX237" fmla="*/ 399129 w 2249309"/>
              <a:gd name="connsiteY237" fmla="*/ 415284 h 506009"/>
              <a:gd name="connsiteX238" fmla="*/ 400201 w 2249309"/>
              <a:gd name="connsiteY238" fmla="*/ 419024 h 506009"/>
              <a:gd name="connsiteX239" fmla="*/ 400021 w 2249309"/>
              <a:gd name="connsiteY239" fmla="*/ 419856 h 506009"/>
              <a:gd name="connsiteX240" fmla="*/ 393793 w 2249309"/>
              <a:gd name="connsiteY240" fmla="*/ 423162 h 506009"/>
              <a:gd name="connsiteX241" fmla="*/ 388807 w 2249309"/>
              <a:gd name="connsiteY241" fmla="*/ 419373 h 506009"/>
              <a:gd name="connsiteX242" fmla="*/ 385865 w 2249309"/>
              <a:gd name="connsiteY242" fmla="*/ 413564 h 506009"/>
              <a:gd name="connsiteX243" fmla="*/ 387561 w 2249309"/>
              <a:gd name="connsiteY243" fmla="*/ 409151 h 506009"/>
              <a:gd name="connsiteX244" fmla="*/ 390951 w 2249309"/>
              <a:gd name="connsiteY244" fmla="*/ 407854 h 506009"/>
              <a:gd name="connsiteX245" fmla="*/ 394192 w 2249309"/>
              <a:gd name="connsiteY245" fmla="*/ 409250 h 506009"/>
              <a:gd name="connsiteX246" fmla="*/ 397832 w 2249309"/>
              <a:gd name="connsiteY246" fmla="*/ 406209 h 506009"/>
              <a:gd name="connsiteX247" fmla="*/ 391300 w 2249309"/>
              <a:gd name="connsiteY247" fmla="*/ 403292 h 506009"/>
              <a:gd name="connsiteX248" fmla="*/ 261413 w 2249309"/>
              <a:gd name="connsiteY248" fmla="*/ 402595 h 506009"/>
              <a:gd name="connsiteX249" fmla="*/ 261462 w 2249309"/>
              <a:gd name="connsiteY249" fmla="*/ 402595 h 506009"/>
              <a:gd name="connsiteX250" fmla="*/ 261462 w 2249309"/>
              <a:gd name="connsiteY250" fmla="*/ 409252 h 506009"/>
              <a:gd name="connsiteX251" fmla="*/ 255803 w 2249309"/>
              <a:gd name="connsiteY251" fmla="*/ 409252 h 506009"/>
              <a:gd name="connsiteX252" fmla="*/ 244205 w 2249309"/>
              <a:gd name="connsiteY252" fmla="*/ 401173 h 506009"/>
              <a:gd name="connsiteX253" fmla="*/ 247770 w 2249309"/>
              <a:gd name="connsiteY253" fmla="*/ 404314 h 506009"/>
              <a:gd name="connsiteX254" fmla="*/ 247765 w 2249309"/>
              <a:gd name="connsiteY254" fmla="*/ 404890 h 506009"/>
              <a:gd name="connsiteX255" fmla="*/ 244379 w 2249309"/>
              <a:gd name="connsiteY255" fmla="*/ 407655 h 506009"/>
              <a:gd name="connsiteX256" fmla="*/ 240814 w 2249309"/>
              <a:gd name="connsiteY256" fmla="*/ 404463 h 506009"/>
              <a:gd name="connsiteX257" fmla="*/ 240819 w 2249309"/>
              <a:gd name="connsiteY257" fmla="*/ 404105 h 506009"/>
              <a:gd name="connsiteX258" fmla="*/ 244205 w 2249309"/>
              <a:gd name="connsiteY258" fmla="*/ 401173 h 506009"/>
              <a:gd name="connsiteX259" fmla="*/ 274895 w 2249309"/>
              <a:gd name="connsiteY259" fmla="*/ 401172 h 506009"/>
              <a:gd name="connsiteX260" fmla="*/ 278585 w 2249309"/>
              <a:gd name="connsiteY260" fmla="*/ 407056 h 506009"/>
              <a:gd name="connsiteX261" fmla="*/ 274895 w 2249309"/>
              <a:gd name="connsiteY261" fmla="*/ 412940 h 506009"/>
              <a:gd name="connsiteX262" fmla="*/ 271205 w 2249309"/>
              <a:gd name="connsiteY262" fmla="*/ 407056 h 506009"/>
              <a:gd name="connsiteX263" fmla="*/ 274895 w 2249309"/>
              <a:gd name="connsiteY263" fmla="*/ 401172 h 506009"/>
              <a:gd name="connsiteX264" fmla="*/ 243512 w 2249309"/>
              <a:gd name="connsiteY264" fmla="*/ 399657 h 506009"/>
              <a:gd name="connsiteX265" fmla="*/ 238570 w 2249309"/>
              <a:gd name="connsiteY265" fmla="*/ 404688 h 506009"/>
              <a:gd name="connsiteX266" fmla="*/ 238595 w 2249309"/>
              <a:gd name="connsiteY266" fmla="*/ 405022 h 506009"/>
              <a:gd name="connsiteX267" fmla="*/ 244105 w 2249309"/>
              <a:gd name="connsiteY267" fmla="*/ 409425 h 506009"/>
              <a:gd name="connsiteX268" fmla="*/ 248144 w 2249309"/>
              <a:gd name="connsiteY268" fmla="*/ 407680 h 506009"/>
              <a:gd name="connsiteX269" fmla="*/ 243906 w 2249309"/>
              <a:gd name="connsiteY269" fmla="*/ 413165 h 506009"/>
              <a:gd name="connsiteX270" fmla="*/ 243387 w 2249309"/>
              <a:gd name="connsiteY270" fmla="*/ 413210 h 506009"/>
              <a:gd name="connsiteX271" fmla="*/ 240939 w 2249309"/>
              <a:gd name="connsiteY271" fmla="*/ 410672 h 506009"/>
              <a:gd name="connsiteX272" fmla="*/ 238720 w 2249309"/>
              <a:gd name="connsiteY272" fmla="*/ 410672 h 506009"/>
              <a:gd name="connsiteX273" fmla="*/ 243956 w 2249309"/>
              <a:gd name="connsiteY273" fmla="*/ 414611 h 506009"/>
              <a:gd name="connsiteX274" fmla="*/ 243956 w 2249309"/>
              <a:gd name="connsiteY274" fmla="*/ 414686 h 506009"/>
              <a:gd name="connsiteX275" fmla="*/ 250413 w 2249309"/>
              <a:gd name="connsiteY275" fmla="*/ 406508 h 506009"/>
              <a:gd name="connsiteX276" fmla="*/ 244230 w 2249309"/>
              <a:gd name="connsiteY276" fmla="*/ 399702 h 506009"/>
              <a:gd name="connsiteX277" fmla="*/ 243512 w 2249309"/>
              <a:gd name="connsiteY277" fmla="*/ 399657 h 506009"/>
              <a:gd name="connsiteX278" fmla="*/ 274896 w 2249309"/>
              <a:gd name="connsiteY278" fmla="*/ 399627 h 506009"/>
              <a:gd name="connsiteX279" fmla="*/ 268862 w 2249309"/>
              <a:gd name="connsiteY279" fmla="*/ 407106 h 506009"/>
              <a:gd name="connsiteX280" fmla="*/ 274896 w 2249309"/>
              <a:gd name="connsiteY280" fmla="*/ 414586 h 506009"/>
              <a:gd name="connsiteX281" fmla="*/ 274896 w 2249309"/>
              <a:gd name="connsiteY281" fmla="*/ 414686 h 506009"/>
              <a:gd name="connsiteX282" fmla="*/ 280929 w 2249309"/>
              <a:gd name="connsiteY282" fmla="*/ 407106 h 506009"/>
              <a:gd name="connsiteX283" fmla="*/ 274896 w 2249309"/>
              <a:gd name="connsiteY283" fmla="*/ 399627 h 506009"/>
              <a:gd name="connsiteX284" fmla="*/ 261457 w 2249309"/>
              <a:gd name="connsiteY284" fmla="*/ 399527 h 506009"/>
              <a:gd name="connsiteX285" fmla="*/ 253405 w 2249309"/>
              <a:gd name="connsiteY285" fmla="*/ 408827 h 506009"/>
              <a:gd name="connsiteX286" fmla="*/ 253405 w 2249309"/>
              <a:gd name="connsiteY286" fmla="*/ 410622 h 506009"/>
              <a:gd name="connsiteX287" fmla="*/ 261084 w 2249309"/>
              <a:gd name="connsiteY287" fmla="*/ 410622 h 506009"/>
              <a:gd name="connsiteX288" fmla="*/ 261084 w 2249309"/>
              <a:gd name="connsiteY288" fmla="*/ 414212 h 506009"/>
              <a:gd name="connsiteX289" fmla="*/ 263302 w 2249309"/>
              <a:gd name="connsiteY289" fmla="*/ 414212 h 506009"/>
              <a:gd name="connsiteX290" fmla="*/ 263302 w 2249309"/>
              <a:gd name="connsiteY290" fmla="*/ 410622 h 506009"/>
              <a:gd name="connsiteX291" fmla="*/ 265795 w 2249309"/>
              <a:gd name="connsiteY291" fmla="*/ 410622 h 506009"/>
              <a:gd name="connsiteX292" fmla="*/ 265795 w 2249309"/>
              <a:gd name="connsiteY292" fmla="*/ 409051 h 506009"/>
              <a:gd name="connsiteX293" fmla="*/ 263302 w 2249309"/>
              <a:gd name="connsiteY293" fmla="*/ 409051 h 506009"/>
              <a:gd name="connsiteX294" fmla="*/ 263302 w 2249309"/>
              <a:gd name="connsiteY294" fmla="*/ 399527 h 506009"/>
              <a:gd name="connsiteX295" fmla="*/ 229520 w 2249309"/>
              <a:gd name="connsiteY295" fmla="*/ 399428 h 506009"/>
              <a:gd name="connsiteX296" fmla="*/ 224783 w 2249309"/>
              <a:gd name="connsiteY296" fmla="*/ 402220 h 506009"/>
              <a:gd name="connsiteX297" fmla="*/ 224783 w 2249309"/>
              <a:gd name="connsiteY297" fmla="*/ 403791 h 506009"/>
              <a:gd name="connsiteX298" fmla="*/ 228897 w 2249309"/>
              <a:gd name="connsiteY298" fmla="*/ 403791 h 506009"/>
              <a:gd name="connsiteX299" fmla="*/ 228897 w 2249309"/>
              <a:gd name="connsiteY299" fmla="*/ 414212 h 506009"/>
              <a:gd name="connsiteX300" fmla="*/ 231240 w 2249309"/>
              <a:gd name="connsiteY300" fmla="*/ 414212 h 506009"/>
              <a:gd name="connsiteX301" fmla="*/ 231240 w 2249309"/>
              <a:gd name="connsiteY301" fmla="*/ 399428 h 506009"/>
              <a:gd name="connsiteX302" fmla="*/ 108228 w 2249309"/>
              <a:gd name="connsiteY302" fmla="*/ 395164 h 506009"/>
              <a:gd name="connsiteX303" fmla="*/ 91425 w 2249309"/>
              <a:gd name="connsiteY303" fmla="*/ 413165 h 506009"/>
              <a:gd name="connsiteX304" fmla="*/ 93045 w 2249309"/>
              <a:gd name="connsiteY304" fmla="*/ 414685 h 506009"/>
              <a:gd name="connsiteX305" fmla="*/ 94666 w 2249309"/>
              <a:gd name="connsiteY305" fmla="*/ 416281 h 506009"/>
              <a:gd name="connsiteX306" fmla="*/ 106757 w 2249309"/>
              <a:gd name="connsiteY306" fmla="*/ 403292 h 506009"/>
              <a:gd name="connsiteX307" fmla="*/ 101497 w 2249309"/>
              <a:gd name="connsiteY307" fmla="*/ 422664 h 506009"/>
              <a:gd name="connsiteX308" fmla="*/ 103217 w 2249309"/>
              <a:gd name="connsiteY308" fmla="*/ 424259 h 506009"/>
              <a:gd name="connsiteX309" fmla="*/ 104937 w 2249309"/>
              <a:gd name="connsiteY309" fmla="*/ 425780 h 506009"/>
              <a:gd name="connsiteX310" fmla="*/ 121716 w 2249309"/>
              <a:gd name="connsiteY310" fmla="*/ 407755 h 506009"/>
              <a:gd name="connsiteX311" fmla="*/ 120096 w 2249309"/>
              <a:gd name="connsiteY311" fmla="*/ 406259 h 506009"/>
              <a:gd name="connsiteX312" fmla="*/ 118500 w 2249309"/>
              <a:gd name="connsiteY312" fmla="*/ 404763 h 506009"/>
              <a:gd name="connsiteX313" fmla="*/ 106708 w 2249309"/>
              <a:gd name="connsiteY313" fmla="*/ 417403 h 506009"/>
              <a:gd name="connsiteX314" fmla="*/ 111843 w 2249309"/>
              <a:gd name="connsiteY314" fmla="*/ 398555 h 506009"/>
              <a:gd name="connsiteX315" fmla="*/ 110023 w 2249309"/>
              <a:gd name="connsiteY315" fmla="*/ 396860 h 506009"/>
              <a:gd name="connsiteX316" fmla="*/ 624269 w 2249309"/>
              <a:gd name="connsiteY316" fmla="*/ 394984 h 506009"/>
              <a:gd name="connsiteX317" fmla="*/ 624356 w 2249309"/>
              <a:gd name="connsiteY317" fmla="*/ 409325 h 506009"/>
              <a:gd name="connsiteX318" fmla="*/ 638698 w 2249309"/>
              <a:gd name="connsiteY318" fmla="*/ 409325 h 506009"/>
              <a:gd name="connsiteX319" fmla="*/ 645738 w 2249309"/>
              <a:gd name="connsiteY319" fmla="*/ 407414 h 506009"/>
              <a:gd name="connsiteX320" fmla="*/ 647998 w 2249309"/>
              <a:gd name="connsiteY320" fmla="*/ 401590 h 506009"/>
              <a:gd name="connsiteX321" fmla="*/ 645565 w 2249309"/>
              <a:gd name="connsiteY321" fmla="*/ 396636 h 506009"/>
              <a:gd name="connsiteX322" fmla="*/ 638176 w 2249309"/>
              <a:gd name="connsiteY322" fmla="*/ 394984 h 506009"/>
              <a:gd name="connsiteX323" fmla="*/ 2088335 w 2249309"/>
              <a:gd name="connsiteY323" fmla="*/ 393163 h 506009"/>
              <a:gd name="connsiteX324" fmla="*/ 2077339 w 2249309"/>
              <a:gd name="connsiteY324" fmla="*/ 395807 h 506009"/>
              <a:gd name="connsiteX325" fmla="*/ 2074077 w 2249309"/>
              <a:gd name="connsiteY325" fmla="*/ 399069 h 506009"/>
              <a:gd name="connsiteX326" fmla="*/ 2069731 w 2249309"/>
              <a:gd name="connsiteY326" fmla="*/ 416452 h 506009"/>
              <a:gd name="connsiteX327" fmla="*/ 2073990 w 2249309"/>
              <a:gd name="connsiteY327" fmla="*/ 432968 h 506009"/>
              <a:gd name="connsiteX328" fmla="*/ 2094908 w 2249309"/>
              <a:gd name="connsiteY328" fmla="*/ 436039 h 506009"/>
              <a:gd name="connsiteX329" fmla="*/ 2097979 w 2249309"/>
              <a:gd name="connsiteY329" fmla="*/ 432968 h 506009"/>
              <a:gd name="connsiteX330" fmla="*/ 2097980 w 2249309"/>
              <a:gd name="connsiteY330" fmla="*/ 432968 h 506009"/>
              <a:gd name="connsiteX331" fmla="*/ 2102325 w 2249309"/>
              <a:gd name="connsiteY331" fmla="*/ 416452 h 506009"/>
              <a:gd name="connsiteX332" fmla="*/ 2097980 w 2249309"/>
              <a:gd name="connsiteY332" fmla="*/ 399069 h 506009"/>
              <a:gd name="connsiteX333" fmla="*/ 2088335 w 2249309"/>
              <a:gd name="connsiteY333" fmla="*/ 393163 h 506009"/>
              <a:gd name="connsiteX334" fmla="*/ 1965704 w 2249309"/>
              <a:gd name="connsiteY334" fmla="*/ 393159 h 506009"/>
              <a:gd name="connsiteX335" fmla="*/ 1954651 w 2249309"/>
              <a:gd name="connsiteY335" fmla="*/ 395852 h 506009"/>
              <a:gd name="connsiteX336" fmla="*/ 1951434 w 2249309"/>
              <a:gd name="connsiteY336" fmla="*/ 399069 h 506009"/>
              <a:gd name="connsiteX337" fmla="*/ 1947175 w 2249309"/>
              <a:gd name="connsiteY337" fmla="*/ 416453 h 506009"/>
              <a:gd name="connsiteX338" fmla="*/ 1951434 w 2249309"/>
              <a:gd name="connsiteY338" fmla="*/ 432968 h 506009"/>
              <a:gd name="connsiteX339" fmla="*/ 1972352 w 2249309"/>
              <a:gd name="connsiteY339" fmla="*/ 436039 h 506009"/>
              <a:gd name="connsiteX340" fmla="*/ 1975423 w 2249309"/>
              <a:gd name="connsiteY340" fmla="*/ 432968 h 506009"/>
              <a:gd name="connsiteX341" fmla="*/ 1979682 w 2249309"/>
              <a:gd name="connsiteY341" fmla="*/ 416453 h 506009"/>
              <a:gd name="connsiteX342" fmla="*/ 1975423 w 2249309"/>
              <a:gd name="connsiteY342" fmla="*/ 399069 h 506009"/>
              <a:gd name="connsiteX343" fmla="*/ 1965704 w 2249309"/>
              <a:gd name="connsiteY343" fmla="*/ 393159 h 506009"/>
              <a:gd name="connsiteX344" fmla="*/ 1512422 w 2249309"/>
              <a:gd name="connsiteY344" fmla="*/ 393159 h 506009"/>
              <a:gd name="connsiteX345" fmla="*/ 1501369 w 2249309"/>
              <a:gd name="connsiteY345" fmla="*/ 395852 h 506009"/>
              <a:gd name="connsiteX346" fmla="*/ 1498152 w 2249309"/>
              <a:gd name="connsiteY346" fmla="*/ 399069 h 506009"/>
              <a:gd name="connsiteX347" fmla="*/ 1493893 w 2249309"/>
              <a:gd name="connsiteY347" fmla="*/ 416453 h 506009"/>
              <a:gd name="connsiteX348" fmla="*/ 1498152 w 2249309"/>
              <a:gd name="connsiteY348" fmla="*/ 432968 h 506009"/>
              <a:gd name="connsiteX349" fmla="*/ 1519070 w 2249309"/>
              <a:gd name="connsiteY349" fmla="*/ 436039 h 506009"/>
              <a:gd name="connsiteX350" fmla="*/ 1522141 w 2249309"/>
              <a:gd name="connsiteY350" fmla="*/ 432968 h 506009"/>
              <a:gd name="connsiteX351" fmla="*/ 1526400 w 2249309"/>
              <a:gd name="connsiteY351" fmla="*/ 416453 h 506009"/>
              <a:gd name="connsiteX352" fmla="*/ 1522141 w 2249309"/>
              <a:gd name="connsiteY352" fmla="*/ 399069 h 506009"/>
              <a:gd name="connsiteX353" fmla="*/ 1512422 w 2249309"/>
              <a:gd name="connsiteY353" fmla="*/ 393159 h 506009"/>
              <a:gd name="connsiteX354" fmla="*/ 100275 w 2249309"/>
              <a:gd name="connsiteY354" fmla="*/ 386488 h 506009"/>
              <a:gd name="connsiteX355" fmla="*/ 81975 w 2249309"/>
              <a:gd name="connsiteY355" fmla="*/ 402968 h 506009"/>
              <a:gd name="connsiteX356" fmla="*/ 83571 w 2249309"/>
              <a:gd name="connsiteY356" fmla="*/ 404713 h 506009"/>
              <a:gd name="connsiteX357" fmla="*/ 85142 w 2249309"/>
              <a:gd name="connsiteY357" fmla="*/ 406483 h 506009"/>
              <a:gd name="connsiteX358" fmla="*/ 103442 w 2249309"/>
              <a:gd name="connsiteY358" fmla="*/ 390003 h 506009"/>
              <a:gd name="connsiteX359" fmla="*/ 101871 w 2249309"/>
              <a:gd name="connsiteY359" fmla="*/ 388233 h 506009"/>
              <a:gd name="connsiteX360" fmla="*/ 2191663 w 2249309"/>
              <a:gd name="connsiteY360" fmla="*/ 383896 h 506009"/>
              <a:gd name="connsiteX361" fmla="*/ 2199051 w 2249309"/>
              <a:gd name="connsiteY361" fmla="*/ 383896 h 506009"/>
              <a:gd name="connsiteX362" fmla="*/ 2206527 w 2249309"/>
              <a:gd name="connsiteY362" fmla="*/ 383896 h 506009"/>
              <a:gd name="connsiteX363" fmla="*/ 2218998 w 2249309"/>
              <a:gd name="connsiteY363" fmla="*/ 412043 h 506009"/>
              <a:gd name="connsiteX364" fmla="*/ 2218956 w 2249309"/>
              <a:gd name="connsiteY364" fmla="*/ 412145 h 506009"/>
              <a:gd name="connsiteX365" fmla="*/ 2219043 w 2249309"/>
              <a:gd name="connsiteY365" fmla="*/ 412145 h 506009"/>
              <a:gd name="connsiteX366" fmla="*/ 2218998 w 2249309"/>
              <a:gd name="connsiteY366" fmla="*/ 412043 h 506009"/>
              <a:gd name="connsiteX367" fmla="*/ 2230690 w 2249309"/>
              <a:gd name="connsiteY367" fmla="*/ 383896 h 506009"/>
              <a:gd name="connsiteX368" fmla="*/ 2237818 w 2249309"/>
              <a:gd name="connsiteY368" fmla="*/ 383896 h 506009"/>
              <a:gd name="connsiteX369" fmla="*/ 2244858 w 2249309"/>
              <a:gd name="connsiteY369" fmla="*/ 383896 h 506009"/>
              <a:gd name="connsiteX370" fmla="*/ 2225040 w 2249309"/>
              <a:gd name="connsiteY370" fmla="*/ 424313 h 506009"/>
              <a:gd name="connsiteX371" fmla="*/ 2225040 w 2249309"/>
              <a:gd name="connsiteY371" fmla="*/ 449086 h 506009"/>
              <a:gd name="connsiteX372" fmla="*/ 2218869 w 2249309"/>
              <a:gd name="connsiteY372" fmla="*/ 449086 h 506009"/>
              <a:gd name="connsiteX373" fmla="*/ 2212524 w 2249309"/>
              <a:gd name="connsiteY373" fmla="*/ 449086 h 506009"/>
              <a:gd name="connsiteX374" fmla="*/ 2212524 w 2249309"/>
              <a:gd name="connsiteY374" fmla="*/ 424574 h 506009"/>
              <a:gd name="connsiteX375" fmla="*/ 2005918 w 2249309"/>
              <a:gd name="connsiteY375" fmla="*/ 383896 h 506009"/>
              <a:gd name="connsiteX376" fmla="*/ 2012176 w 2249309"/>
              <a:gd name="connsiteY376" fmla="*/ 383896 h 506009"/>
              <a:gd name="connsiteX377" fmla="*/ 2018434 w 2249309"/>
              <a:gd name="connsiteY377" fmla="*/ 383896 h 506009"/>
              <a:gd name="connsiteX378" fmla="*/ 2018434 w 2249309"/>
              <a:gd name="connsiteY378" fmla="*/ 437438 h 506009"/>
              <a:gd name="connsiteX379" fmla="*/ 2048161 w 2249309"/>
              <a:gd name="connsiteY379" fmla="*/ 437438 h 506009"/>
              <a:gd name="connsiteX380" fmla="*/ 2048161 w 2249309"/>
              <a:gd name="connsiteY380" fmla="*/ 443262 h 506009"/>
              <a:gd name="connsiteX381" fmla="*/ 2048161 w 2249309"/>
              <a:gd name="connsiteY381" fmla="*/ 448998 h 506009"/>
              <a:gd name="connsiteX382" fmla="*/ 2005918 w 2249309"/>
              <a:gd name="connsiteY382" fmla="*/ 448998 h 506009"/>
              <a:gd name="connsiteX383" fmla="*/ 1873453 w 2249309"/>
              <a:gd name="connsiteY383" fmla="*/ 383896 h 506009"/>
              <a:gd name="connsiteX384" fmla="*/ 1879972 w 2249309"/>
              <a:gd name="connsiteY384" fmla="*/ 383896 h 506009"/>
              <a:gd name="connsiteX385" fmla="*/ 1886491 w 2249309"/>
              <a:gd name="connsiteY385" fmla="*/ 383896 h 506009"/>
              <a:gd name="connsiteX386" fmla="*/ 1910568 w 2249309"/>
              <a:gd name="connsiteY386" fmla="*/ 429616 h 506009"/>
              <a:gd name="connsiteX387" fmla="*/ 1910568 w 2249309"/>
              <a:gd name="connsiteY387" fmla="*/ 383896 h 506009"/>
              <a:gd name="connsiteX388" fmla="*/ 1916391 w 2249309"/>
              <a:gd name="connsiteY388" fmla="*/ 383896 h 506009"/>
              <a:gd name="connsiteX389" fmla="*/ 1922301 w 2249309"/>
              <a:gd name="connsiteY389" fmla="*/ 383896 h 506009"/>
              <a:gd name="connsiteX390" fmla="*/ 1922301 w 2249309"/>
              <a:gd name="connsiteY390" fmla="*/ 448998 h 506009"/>
              <a:gd name="connsiteX391" fmla="*/ 1916043 w 2249309"/>
              <a:gd name="connsiteY391" fmla="*/ 448998 h 506009"/>
              <a:gd name="connsiteX392" fmla="*/ 1909785 w 2249309"/>
              <a:gd name="connsiteY392" fmla="*/ 448998 h 506009"/>
              <a:gd name="connsiteX393" fmla="*/ 1885100 w 2249309"/>
              <a:gd name="connsiteY393" fmla="*/ 402062 h 506009"/>
              <a:gd name="connsiteX394" fmla="*/ 1885100 w 2249309"/>
              <a:gd name="connsiteY394" fmla="*/ 448998 h 506009"/>
              <a:gd name="connsiteX395" fmla="*/ 1879277 w 2249309"/>
              <a:gd name="connsiteY395" fmla="*/ 448998 h 506009"/>
              <a:gd name="connsiteX396" fmla="*/ 1873453 w 2249309"/>
              <a:gd name="connsiteY396" fmla="*/ 448998 h 506009"/>
              <a:gd name="connsiteX397" fmla="*/ 1810002 w 2249309"/>
              <a:gd name="connsiteY397" fmla="*/ 383896 h 506009"/>
              <a:gd name="connsiteX398" fmla="*/ 1816174 w 2249309"/>
              <a:gd name="connsiteY398" fmla="*/ 383896 h 506009"/>
              <a:gd name="connsiteX399" fmla="*/ 1822432 w 2249309"/>
              <a:gd name="connsiteY399" fmla="*/ 383896 h 506009"/>
              <a:gd name="connsiteX400" fmla="*/ 1822432 w 2249309"/>
              <a:gd name="connsiteY400" fmla="*/ 408320 h 506009"/>
              <a:gd name="connsiteX401" fmla="*/ 1845900 w 2249309"/>
              <a:gd name="connsiteY401" fmla="*/ 408320 h 506009"/>
              <a:gd name="connsiteX402" fmla="*/ 1845900 w 2249309"/>
              <a:gd name="connsiteY402" fmla="*/ 383896 h 506009"/>
              <a:gd name="connsiteX403" fmla="*/ 1852158 w 2249309"/>
              <a:gd name="connsiteY403" fmla="*/ 383896 h 506009"/>
              <a:gd name="connsiteX404" fmla="*/ 1858416 w 2249309"/>
              <a:gd name="connsiteY404" fmla="*/ 383896 h 506009"/>
              <a:gd name="connsiteX405" fmla="*/ 1858416 w 2249309"/>
              <a:gd name="connsiteY405" fmla="*/ 448998 h 506009"/>
              <a:gd name="connsiteX406" fmla="*/ 1852158 w 2249309"/>
              <a:gd name="connsiteY406" fmla="*/ 448998 h 506009"/>
              <a:gd name="connsiteX407" fmla="*/ 1845900 w 2249309"/>
              <a:gd name="connsiteY407" fmla="*/ 448998 h 506009"/>
              <a:gd name="connsiteX408" fmla="*/ 1845900 w 2249309"/>
              <a:gd name="connsiteY408" fmla="*/ 419533 h 506009"/>
              <a:gd name="connsiteX409" fmla="*/ 1822432 w 2249309"/>
              <a:gd name="connsiteY409" fmla="*/ 419533 h 506009"/>
              <a:gd name="connsiteX410" fmla="*/ 1822432 w 2249309"/>
              <a:gd name="connsiteY410" fmla="*/ 448998 h 506009"/>
              <a:gd name="connsiteX411" fmla="*/ 1816260 w 2249309"/>
              <a:gd name="connsiteY411" fmla="*/ 448998 h 506009"/>
              <a:gd name="connsiteX412" fmla="*/ 1810002 w 2249309"/>
              <a:gd name="connsiteY412" fmla="*/ 448998 h 506009"/>
              <a:gd name="connsiteX413" fmla="*/ 1687794 w 2249309"/>
              <a:gd name="connsiteY413" fmla="*/ 383896 h 506009"/>
              <a:gd name="connsiteX414" fmla="*/ 1731862 w 2249309"/>
              <a:gd name="connsiteY414" fmla="*/ 383896 h 506009"/>
              <a:gd name="connsiteX415" fmla="*/ 1731862 w 2249309"/>
              <a:gd name="connsiteY415" fmla="*/ 389632 h 506009"/>
              <a:gd name="connsiteX416" fmla="*/ 1731862 w 2249309"/>
              <a:gd name="connsiteY416" fmla="*/ 395456 h 506009"/>
              <a:gd name="connsiteX417" fmla="*/ 1700310 w 2249309"/>
              <a:gd name="connsiteY417" fmla="*/ 395456 h 506009"/>
              <a:gd name="connsiteX418" fmla="*/ 1700310 w 2249309"/>
              <a:gd name="connsiteY418" fmla="*/ 409276 h 506009"/>
              <a:gd name="connsiteX419" fmla="*/ 1729602 w 2249309"/>
              <a:gd name="connsiteY419" fmla="*/ 409276 h 506009"/>
              <a:gd name="connsiteX420" fmla="*/ 1729602 w 2249309"/>
              <a:gd name="connsiteY420" fmla="*/ 414839 h 506009"/>
              <a:gd name="connsiteX421" fmla="*/ 1729602 w 2249309"/>
              <a:gd name="connsiteY421" fmla="*/ 420489 h 506009"/>
              <a:gd name="connsiteX422" fmla="*/ 1700310 w 2249309"/>
              <a:gd name="connsiteY422" fmla="*/ 420489 h 506009"/>
              <a:gd name="connsiteX423" fmla="*/ 1700310 w 2249309"/>
              <a:gd name="connsiteY423" fmla="*/ 437438 h 506009"/>
              <a:gd name="connsiteX424" fmla="*/ 1733253 w 2249309"/>
              <a:gd name="connsiteY424" fmla="*/ 437438 h 506009"/>
              <a:gd name="connsiteX425" fmla="*/ 1733253 w 2249309"/>
              <a:gd name="connsiteY425" fmla="*/ 443262 h 506009"/>
              <a:gd name="connsiteX426" fmla="*/ 1733253 w 2249309"/>
              <a:gd name="connsiteY426" fmla="*/ 448998 h 506009"/>
              <a:gd name="connsiteX427" fmla="*/ 1687794 w 2249309"/>
              <a:gd name="connsiteY427" fmla="*/ 448998 h 506009"/>
              <a:gd name="connsiteX428" fmla="*/ 1628254 w 2249309"/>
              <a:gd name="connsiteY428" fmla="*/ 383896 h 506009"/>
              <a:gd name="connsiteX429" fmla="*/ 1677015 w 2249309"/>
              <a:gd name="connsiteY429" fmla="*/ 383896 h 506009"/>
              <a:gd name="connsiteX430" fmla="*/ 1677015 w 2249309"/>
              <a:gd name="connsiteY430" fmla="*/ 389632 h 506009"/>
              <a:gd name="connsiteX431" fmla="*/ 1677015 w 2249309"/>
              <a:gd name="connsiteY431" fmla="*/ 395456 h 506009"/>
              <a:gd name="connsiteX432" fmla="*/ 1658849 w 2249309"/>
              <a:gd name="connsiteY432" fmla="*/ 395456 h 506009"/>
              <a:gd name="connsiteX433" fmla="*/ 1658849 w 2249309"/>
              <a:gd name="connsiteY433" fmla="*/ 448998 h 506009"/>
              <a:gd name="connsiteX434" fmla="*/ 1652678 w 2249309"/>
              <a:gd name="connsiteY434" fmla="*/ 448998 h 506009"/>
              <a:gd name="connsiteX435" fmla="*/ 1646420 w 2249309"/>
              <a:gd name="connsiteY435" fmla="*/ 448998 h 506009"/>
              <a:gd name="connsiteX436" fmla="*/ 1646420 w 2249309"/>
              <a:gd name="connsiteY436" fmla="*/ 395456 h 506009"/>
              <a:gd name="connsiteX437" fmla="*/ 1628254 w 2249309"/>
              <a:gd name="connsiteY437" fmla="*/ 395456 h 506009"/>
              <a:gd name="connsiteX438" fmla="*/ 1628254 w 2249309"/>
              <a:gd name="connsiteY438" fmla="*/ 389720 h 506009"/>
              <a:gd name="connsiteX439" fmla="*/ 1552635 w 2249309"/>
              <a:gd name="connsiteY439" fmla="*/ 383896 h 506009"/>
              <a:gd name="connsiteX440" fmla="*/ 1595225 w 2249309"/>
              <a:gd name="connsiteY440" fmla="*/ 383896 h 506009"/>
              <a:gd name="connsiteX441" fmla="*/ 1595225 w 2249309"/>
              <a:gd name="connsiteY441" fmla="*/ 389632 h 506009"/>
              <a:gd name="connsiteX442" fmla="*/ 1595225 w 2249309"/>
              <a:gd name="connsiteY442" fmla="*/ 395456 h 506009"/>
              <a:gd name="connsiteX443" fmla="*/ 1565151 w 2249309"/>
              <a:gd name="connsiteY443" fmla="*/ 395456 h 506009"/>
              <a:gd name="connsiteX444" fmla="*/ 1565151 w 2249309"/>
              <a:gd name="connsiteY444" fmla="*/ 410233 h 506009"/>
              <a:gd name="connsiteX445" fmla="*/ 1591401 w 2249309"/>
              <a:gd name="connsiteY445" fmla="*/ 410233 h 506009"/>
              <a:gd name="connsiteX446" fmla="*/ 1591401 w 2249309"/>
              <a:gd name="connsiteY446" fmla="*/ 415882 h 506009"/>
              <a:gd name="connsiteX447" fmla="*/ 1591401 w 2249309"/>
              <a:gd name="connsiteY447" fmla="*/ 421445 h 506009"/>
              <a:gd name="connsiteX448" fmla="*/ 1565151 w 2249309"/>
              <a:gd name="connsiteY448" fmla="*/ 421445 h 506009"/>
              <a:gd name="connsiteX449" fmla="*/ 1565151 w 2249309"/>
              <a:gd name="connsiteY449" fmla="*/ 448998 h 506009"/>
              <a:gd name="connsiteX450" fmla="*/ 1558893 w 2249309"/>
              <a:gd name="connsiteY450" fmla="*/ 448998 h 506009"/>
              <a:gd name="connsiteX451" fmla="*/ 1552635 w 2249309"/>
              <a:gd name="connsiteY451" fmla="*/ 448998 h 506009"/>
              <a:gd name="connsiteX452" fmla="*/ 1398789 w 2249309"/>
              <a:gd name="connsiteY452" fmla="*/ 383896 h 506009"/>
              <a:gd name="connsiteX453" fmla="*/ 1442944 w 2249309"/>
              <a:gd name="connsiteY453" fmla="*/ 383896 h 506009"/>
              <a:gd name="connsiteX454" fmla="*/ 1442944 w 2249309"/>
              <a:gd name="connsiteY454" fmla="*/ 389632 h 506009"/>
              <a:gd name="connsiteX455" fmla="*/ 1442944 w 2249309"/>
              <a:gd name="connsiteY455" fmla="*/ 395456 h 506009"/>
              <a:gd name="connsiteX456" fmla="*/ 1411305 w 2249309"/>
              <a:gd name="connsiteY456" fmla="*/ 395456 h 506009"/>
              <a:gd name="connsiteX457" fmla="*/ 1411305 w 2249309"/>
              <a:gd name="connsiteY457" fmla="*/ 409276 h 506009"/>
              <a:gd name="connsiteX458" fmla="*/ 1440597 w 2249309"/>
              <a:gd name="connsiteY458" fmla="*/ 409276 h 506009"/>
              <a:gd name="connsiteX459" fmla="*/ 1440597 w 2249309"/>
              <a:gd name="connsiteY459" fmla="*/ 414839 h 506009"/>
              <a:gd name="connsiteX460" fmla="*/ 1440597 w 2249309"/>
              <a:gd name="connsiteY460" fmla="*/ 420489 h 506009"/>
              <a:gd name="connsiteX461" fmla="*/ 1411305 w 2249309"/>
              <a:gd name="connsiteY461" fmla="*/ 420489 h 506009"/>
              <a:gd name="connsiteX462" fmla="*/ 1411305 w 2249309"/>
              <a:gd name="connsiteY462" fmla="*/ 437438 h 506009"/>
              <a:gd name="connsiteX463" fmla="*/ 1444335 w 2249309"/>
              <a:gd name="connsiteY463" fmla="*/ 437438 h 506009"/>
              <a:gd name="connsiteX464" fmla="*/ 1444335 w 2249309"/>
              <a:gd name="connsiteY464" fmla="*/ 443262 h 506009"/>
              <a:gd name="connsiteX465" fmla="*/ 1444335 w 2249309"/>
              <a:gd name="connsiteY465" fmla="*/ 448998 h 506009"/>
              <a:gd name="connsiteX466" fmla="*/ 1398789 w 2249309"/>
              <a:gd name="connsiteY466" fmla="*/ 448998 h 506009"/>
              <a:gd name="connsiteX467" fmla="*/ 1339337 w 2249309"/>
              <a:gd name="connsiteY467" fmla="*/ 383896 h 506009"/>
              <a:gd name="connsiteX468" fmla="*/ 1388012 w 2249309"/>
              <a:gd name="connsiteY468" fmla="*/ 383896 h 506009"/>
              <a:gd name="connsiteX469" fmla="*/ 1388012 w 2249309"/>
              <a:gd name="connsiteY469" fmla="*/ 389632 h 506009"/>
              <a:gd name="connsiteX470" fmla="*/ 1388012 w 2249309"/>
              <a:gd name="connsiteY470" fmla="*/ 395456 h 506009"/>
              <a:gd name="connsiteX471" fmla="*/ 1369933 w 2249309"/>
              <a:gd name="connsiteY471" fmla="*/ 395456 h 506009"/>
              <a:gd name="connsiteX472" fmla="*/ 1369933 w 2249309"/>
              <a:gd name="connsiteY472" fmla="*/ 448998 h 506009"/>
              <a:gd name="connsiteX473" fmla="*/ 1363674 w 2249309"/>
              <a:gd name="connsiteY473" fmla="*/ 448998 h 506009"/>
              <a:gd name="connsiteX474" fmla="*/ 1357416 w 2249309"/>
              <a:gd name="connsiteY474" fmla="*/ 448998 h 506009"/>
              <a:gd name="connsiteX475" fmla="*/ 1357416 w 2249309"/>
              <a:gd name="connsiteY475" fmla="*/ 395456 h 506009"/>
              <a:gd name="connsiteX476" fmla="*/ 1339337 w 2249309"/>
              <a:gd name="connsiteY476" fmla="*/ 395456 h 506009"/>
              <a:gd name="connsiteX477" fmla="*/ 1339337 w 2249309"/>
              <a:gd name="connsiteY477" fmla="*/ 389720 h 506009"/>
              <a:gd name="connsiteX478" fmla="*/ 1221387 w 2249309"/>
              <a:gd name="connsiteY478" fmla="*/ 383896 h 506009"/>
              <a:gd name="connsiteX479" fmla="*/ 1270062 w 2249309"/>
              <a:gd name="connsiteY479" fmla="*/ 383896 h 506009"/>
              <a:gd name="connsiteX480" fmla="*/ 1270062 w 2249309"/>
              <a:gd name="connsiteY480" fmla="*/ 389632 h 506009"/>
              <a:gd name="connsiteX481" fmla="*/ 1270062 w 2249309"/>
              <a:gd name="connsiteY481" fmla="*/ 395456 h 506009"/>
              <a:gd name="connsiteX482" fmla="*/ 1251983 w 2249309"/>
              <a:gd name="connsiteY482" fmla="*/ 395456 h 506009"/>
              <a:gd name="connsiteX483" fmla="*/ 1251983 w 2249309"/>
              <a:gd name="connsiteY483" fmla="*/ 448998 h 506009"/>
              <a:gd name="connsiteX484" fmla="*/ 1245725 w 2249309"/>
              <a:gd name="connsiteY484" fmla="*/ 448998 h 506009"/>
              <a:gd name="connsiteX485" fmla="*/ 1239466 w 2249309"/>
              <a:gd name="connsiteY485" fmla="*/ 448998 h 506009"/>
              <a:gd name="connsiteX486" fmla="*/ 1239466 w 2249309"/>
              <a:gd name="connsiteY486" fmla="*/ 395456 h 506009"/>
              <a:gd name="connsiteX487" fmla="*/ 1221387 w 2249309"/>
              <a:gd name="connsiteY487" fmla="*/ 395456 h 506009"/>
              <a:gd name="connsiteX488" fmla="*/ 1221387 w 2249309"/>
              <a:gd name="connsiteY488" fmla="*/ 389720 h 506009"/>
              <a:gd name="connsiteX489" fmla="*/ 1198962 w 2249309"/>
              <a:gd name="connsiteY489" fmla="*/ 383896 h 506009"/>
              <a:gd name="connsiteX490" fmla="*/ 1205220 w 2249309"/>
              <a:gd name="connsiteY490" fmla="*/ 383896 h 506009"/>
              <a:gd name="connsiteX491" fmla="*/ 1211478 w 2249309"/>
              <a:gd name="connsiteY491" fmla="*/ 383896 h 506009"/>
              <a:gd name="connsiteX492" fmla="*/ 1211478 w 2249309"/>
              <a:gd name="connsiteY492" fmla="*/ 448998 h 506009"/>
              <a:gd name="connsiteX493" fmla="*/ 1205307 w 2249309"/>
              <a:gd name="connsiteY493" fmla="*/ 448998 h 506009"/>
              <a:gd name="connsiteX494" fmla="*/ 1198962 w 2249309"/>
              <a:gd name="connsiteY494" fmla="*/ 448998 h 506009"/>
              <a:gd name="connsiteX495" fmla="*/ 1140553 w 2249309"/>
              <a:gd name="connsiteY495" fmla="*/ 383896 h 506009"/>
              <a:gd name="connsiteX496" fmla="*/ 1189228 w 2249309"/>
              <a:gd name="connsiteY496" fmla="*/ 383896 h 506009"/>
              <a:gd name="connsiteX497" fmla="*/ 1189228 w 2249309"/>
              <a:gd name="connsiteY497" fmla="*/ 389632 h 506009"/>
              <a:gd name="connsiteX498" fmla="*/ 1189228 w 2249309"/>
              <a:gd name="connsiteY498" fmla="*/ 395456 h 506009"/>
              <a:gd name="connsiteX499" fmla="*/ 1171149 w 2249309"/>
              <a:gd name="connsiteY499" fmla="*/ 395456 h 506009"/>
              <a:gd name="connsiteX500" fmla="*/ 1171149 w 2249309"/>
              <a:gd name="connsiteY500" fmla="*/ 448998 h 506009"/>
              <a:gd name="connsiteX501" fmla="*/ 1164891 w 2249309"/>
              <a:gd name="connsiteY501" fmla="*/ 448998 h 506009"/>
              <a:gd name="connsiteX502" fmla="*/ 1158632 w 2249309"/>
              <a:gd name="connsiteY502" fmla="*/ 448998 h 506009"/>
              <a:gd name="connsiteX503" fmla="*/ 1158632 w 2249309"/>
              <a:gd name="connsiteY503" fmla="*/ 395456 h 506009"/>
              <a:gd name="connsiteX504" fmla="*/ 1140553 w 2249309"/>
              <a:gd name="connsiteY504" fmla="*/ 395456 h 506009"/>
              <a:gd name="connsiteX505" fmla="*/ 1140553 w 2249309"/>
              <a:gd name="connsiteY505" fmla="*/ 389720 h 506009"/>
              <a:gd name="connsiteX506" fmla="*/ 1022430 w 2249309"/>
              <a:gd name="connsiteY506" fmla="*/ 383896 h 506009"/>
              <a:gd name="connsiteX507" fmla="*/ 1029036 w 2249309"/>
              <a:gd name="connsiteY507" fmla="*/ 383896 h 506009"/>
              <a:gd name="connsiteX508" fmla="*/ 1035555 w 2249309"/>
              <a:gd name="connsiteY508" fmla="*/ 383896 h 506009"/>
              <a:gd name="connsiteX509" fmla="*/ 1059632 w 2249309"/>
              <a:gd name="connsiteY509" fmla="*/ 429616 h 506009"/>
              <a:gd name="connsiteX510" fmla="*/ 1059632 w 2249309"/>
              <a:gd name="connsiteY510" fmla="*/ 383896 h 506009"/>
              <a:gd name="connsiteX511" fmla="*/ 1065455 w 2249309"/>
              <a:gd name="connsiteY511" fmla="*/ 383896 h 506009"/>
              <a:gd name="connsiteX512" fmla="*/ 1071366 w 2249309"/>
              <a:gd name="connsiteY512" fmla="*/ 383896 h 506009"/>
              <a:gd name="connsiteX513" fmla="*/ 1071366 w 2249309"/>
              <a:gd name="connsiteY513" fmla="*/ 448998 h 506009"/>
              <a:gd name="connsiteX514" fmla="*/ 1065108 w 2249309"/>
              <a:gd name="connsiteY514" fmla="*/ 448998 h 506009"/>
              <a:gd name="connsiteX515" fmla="*/ 1058850 w 2249309"/>
              <a:gd name="connsiteY515" fmla="*/ 448998 h 506009"/>
              <a:gd name="connsiteX516" fmla="*/ 1034164 w 2249309"/>
              <a:gd name="connsiteY516" fmla="*/ 402062 h 506009"/>
              <a:gd name="connsiteX517" fmla="*/ 1034164 w 2249309"/>
              <a:gd name="connsiteY517" fmla="*/ 448998 h 506009"/>
              <a:gd name="connsiteX518" fmla="*/ 1028341 w 2249309"/>
              <a:gd name="connsiteY518" fmla="*/ 448998 h 506009"/>
              <a:gd name="connsiteX519" fmla="*/ 1022430 w 2249309"/>
              <a:gd name="connsiteY519" fmla="*/ 448998 h 506009"/>
              <a:gd name="connsiteX520" fmla="*/ 995572 w 2249309"/>
              <a:gd name="connsiteY520" fmla="*/ 383896 h 506009"/>
              <a:gd name="connsiteX521" fmla="*/ 1001743 w 2249309"/>
              <a:gd name="connsiteY521" fmla="*/ 383896 h 506009"/>
              <a:gd name="connsiteX522" fmla="*/ 1008088 w 2249309"/>
              <a:gd name="connsiteY522" fmla="*/ 383896 h 506009"/>
              <a:gd name="connsiteX523" fmla="*/ 1008088 w 2249309"/>
              <a:gd name="connsiteY523" fmla="*/ 448998 h 506009"/>
              <a:gd name="connsiteX524" fmla="*/ 1001830 w 2249309"/>
              <a:gd name="connsiteY524" fmla="*/ 448998 h 506009"/>
              <a:gd name="connsiteX525" fmla="*/ 995572 w 2249309"/>
              <a:gd name="connsiteY525" fmla="*/ 448998 h 506009"/>
              <a:gd name="connsiteX526" fmla="*/ 837553 w 2249309"/>
              <a:gd name="connsiteY526" fmla="*/ 383896 h 506009"/>
              <a:gd name="connsiteX527" fmla="*/ 844072 w 2249309"/>
              <a:gd name="connsiteY527" fmla="*/ 383896 h 506009"/>
              <a:gd name="connsiteX528" fmla="*/ 850678 w 2249309"/>
              <a:gd name="connsiteY528" fmla="*/ 383896 h 506009"/>
              <a:gd name="connsiteX529" fmla="*/ 874668 w 2249309"/>
              <a:gd name="connsiteY529" fmla="*/ 429616 h 506009"/>
              <a:gd name="connsiteX530" fmla="*/ 874668 w 2249309"/>
              <a:gd name="connsiteY530" fmla="*/ 383896 h 506009"/>
              <a:gd name="connsiteX531" fmla="*/ 880491 w 2249309"/>
              <a:gd name="connsiteY531" fmla="*/ 383896 h 506009"/>
              <a:gd name="connsiteX532" fmla="*/ 886401 w 2249309"/>
              <a:gd name="connsiteY532" fmla="*/ 383896 h 506009"/>
              <a:gd name="connsiteX533" fmla="*/ 886401 w 2249309"/>
              <a:gd name="connsiteY533" fmla="*/ 448998 h 506009"/>
              <a:gd name="connsiteX534" fmla="*/ 880144 w 2249309"/>
              <a:gd name="connsiteY534" fmla="*/ 448998 h 506009"/>
              <a:gd name="connsiteX535" fmla="*/ 873886 w 2249309"/>
              <a:gd name="connsiteY535" fmla="*/ 448998 h 506009"/>
              <a:gd name="connsiteX536" fmla="*/ 849200 w 2249309"/>
              <a:gd name="connsiteY536" fmla="*/ 402062 h 506009"/>
              <a:gd name="connsiteX537" fmla="*/ 849200 w 2249309"/>
              <a:gd name="connsiteY537" fmla="*/ 448998 h 506009"/>
              <a:gd name="connsiteX538" fmla="*/ 843377 w 2249309"/>
              <a:gd name="connsiteY538" fmla="*/ 448998 h 506009"/>
              <a:gd name="connsiteX539" fmla="*/ 837553 w 2249309"/>
              <a:gd name="connsiteY539" fmla="*/ 448998 h 506009"/>
              <a:gd name="connsiteX540" fmla="*/ 810608 w 2249309"/>
              <a:gd name="connsiteY540" fmla="*/ 383896 h 506009"/>
              <a:gd name="connsiteX541" fmla="*/ 816866 w 2249309"/>
              <a:gd name="connsiteY541" fmla="*/ 383896 h 506009"/>
              <a:gd name="connsiteX542" fmla="*/ 823124 w 2249309"/>
              <a:gd name="connsiteY542" fmla="*/ 383896 h 506009"/>
              <a:gd name="connsiteX543" fmla="*/ 823124 w 2249309"/>
              <a:gd name="connsiteY543" fmla="*/ 448998 h 506009"/>
              <a:gd name="connsiteX544" fmla="*/ 816866 w 2249309"/>
              <a:gd name="connsiteY544" fmla="*/ 448998 h 506009"/>
              <a:gd name="connsiteX545" fmla="*/ 810608 w 2249309"/>
              <a:gd name="connsiteY545" fmla="*/ 448998 h 506009"/>
              <a:gd name="connsiteX546" fmla="*/ 734293 w 2249309"/>
              <a:gd name="connsiteY546" fmla="*/ 383896 h 506009"/>
              <a:gd name="connsiteX547" fmla="*/ 740551 w 2249309"/>
              <a:gd name="connsiteY547" fmla="*/ 383896 h 506009"/>
              <a:gd name="connsiteX548" fmla="*/ 746809 w 2249309"/>
              <a:gd name="connsiteY548" fmla="*/ 383896 h 506009"/>
              <a:gd name="connsiteX549" fmla="*/ 746809 w 2249309"/>
              <a:gd name="connsiteY549" fmla="*/ 448998 h 506009"/>
              <a:gd name="connsiteX550" fmla="*/ 740638 w 2249309"/>
              <a:gd name="connsiteY550" fmla="*/ 448998 h 506009"/>
              <a:gd name="connsiteX551" fmla="*/ 734293 w 2249309"/>
              <a:gd name="connsiteY551" fmla="*/ 448998 h 506009"/>
              <a:gd name="connsiteX552" fmla="*/ 676318 w 2249309"/>
              <a:gd name="connsiteY552" fmla="*/ 383896 h 506009"/>
              <a:gd name="connsiteX553" fmla="*/ 720386 w 2249309"/>
              <a:gd name="connsiteY553" fmla="*/ 383896 h 506009"/>
              <a:gd name="connsiteX554" fmla="*/ 720386 w 2249309"/>
              <a:gd name="connsiteY554" fmla="*/ 389632 h 506009"/>
              <a:gd name="connsiteX555" fmla="*/ 720386 w 2249309"/>
              <a:gd name="connsiteY555" fmla="*/ 395456 h 506009"/>
              <a:gd name="connsiteX556" fmla="*/ 688834 w 2249309"/>
              <a:gd name="connsiteY556" fmla="*/ 395456 h 506009"/>
              <a:gd name="connsiteX557" fmla="*/ 688834 w 2249309"/>
              <a:gd name="connsiteY557" fmla="*/ 409276 h 506009"/>
              <a:gd name="connsiteX558" fmla="*/ 718126 w 2249309"/>
              <a:gd name="connsiteY558" fmla="*/ 409276 h 506009"/>
              <a:gd name="connsiteX559" fmla="*/ 718126 w 2249309"/>
              <a:gd name="connsiteY559" fmla="*/ 414839 h 506009"/>
              <a:gd name="connsiteX560" fmla="*/ 718126 w 2249309"/>
              <a:gd name="connsiteY560" fmla="*/ 420489 h 506009"/>
              <a:gd name="connsiteX561" fmla="*/ 688834 w 2249309"/>
              <a:gd name="connsiteY561" fmla="*/ 420489 h 506009"/>
              <a:gd name="connsiteX562" fmla="*/ 688834 w 2249309"/>
              <a:gd name="connsiteY562" fmla="*/ 437438 h 506009"/>
              <a:gd name="connsiteX563" fmla="*/ 721777 w 2249309"/>
              <a:gd name="connsiteY563" fmla="*/ 437438 h 506009"/>
              <a:gd name="connsiteX564" fmla="*/ 721777 w 2249309"/>
              <a:gd name="connsiteY564" fmla="*/ 443262 h 506009"/>
              <a:gd name="connsiteX565" fmla="*/ 721777 w 2249309"/>
              <a:gd name="connsiteY565" fmla="*/ 448998 h 506009"/>
              <a:gd name="connsiteX566" fmla="*/ 676318 w 2249309"/>
              <a:gd name="connsiteY566" fmla="*/ 448998 h 506009"/>
              <a:gd name="connsiteX567" fmla="*/ 783156 w 2249309"/>
              <a:gd name="connsiteY567" fmla="*/ 383772 h 506009"/>
              <a:gd name="connsiteX568" fmla="*/ 795586 w 2249309"/>
              <a:gd name="connsiteY568" fmla="*/ 383772 h 506009"/>
              <a:gd name="connsiteX569" fmla="*/ 795586 w 2249309"/>
              <a:gd name="connsiteY569" fmla="*/ 430622 h 506009"/>
              <a:gd name="connsiteX570" fmla="*/ 790719 w 2249309"/>
              <a:gd name="connsiteY570" fmla="*/ 445572 h 506009"/>
              <a:gd name="connsiteX571" fmla="*/ 776290 w 2249309"/>
              <a:gd name="connsiteY571" fmla="*/ 450700 h 506009"/>
              <a:gd name="connsiteX572" fmla="*/ 761427 w 2249309"/>
              <a:gd name="connsiteY572" fmla="*/ 445050 h 506009"/>
              <a:gd name="connsiteX573" fmla="*/ 756994 w 2249309"/>
              <a:gd name="connsiteY573" fmla="*/ 427666 h 506009"/>
              <a:gd name="connsiteX574" fmla="*/ 756994 w 2249309"/>
              <a:gd name="connsiteY574" fmla="*/ 424277 h 506009"/>
              <a:gd name="connsiteX575" fmla="*/ 768902 w 2249309"/>
              <a:gd name="connsiteY575" fmla="*/ 424277 h 506009"/>
              <a:gd name="connsiteX576" fmla="*/ 768902 w 2249309"/>
              <a:gd name="connsiteY576" fmla="*/ 428188 h 506009"/>
              <a:gd name="connsiteX577" fmla="*/ 770553 w 2249309"/>
              <a:gd name="connsiteY577" fmla="*/ 436880 h 506009"/>
              <a:gd name="connsiteX578" fmla="*/ 776203 w 2249309"/>
              <a:gd name="connsiteY578" fmla="*/ 439748 h 506009"/>
              <a:gd name="connsiteX579" fmla="*/ 781505 w 2249309"/>
              <a:gd name="connsiteY579" fmla="*/ 437662 h 506009"/>
              <a:gd name="connsiteX580" fmla="*/ 783156 w 2249309"/>
              <a:gd name="connsiteY580" fmla="*/ 430883 h 506009"/>
              <a:gd name="connsiteX581" fmla="*/ 612361 w 2249309"/>
              <a:gd name="connsiteY581" fmla="*/ 383772 h 506009"/>
              <a:gd name="connsiteX582" fmla="*/ 641652 w 2249309"/>
              <a:gd name="connsiteY582" fmla="*/ 383772 h 506009"/>
              <a:gd name="connsiteX583" fmla="*/ 655212 w 2249309"/>
              <a:gd name="connsiteY583" fmla="*/ 388117 h 506009"/>
              <a:gd name="connsiteX584" fmla="*/ 660167 w 2249309"/>
              <a:gd name="connsiteY584" fmla="*/ 400286 h 506009"/>
              <a:gd name="connsiteX585" fmla="*/ 654603 w 2249309"/>
              <a:gd name="connsiteY585" fmla="*/ 412541 h 506009"/>
              <a:gd name="connsiteX586" fmla="*/ 652605 w 2249309"/>
              <a:gd name="connsiteY586" fmla="*/ 413845 h 506009"/>
              <a:gd name="connsiteX587" fmla="*/ 656429 w 2249309"/>
              <a:gd name="connsiteY587" fmla="*/ 416018 h 506009"/>
              <a:gd name="connsiteX588" fmla="*/ 662165 w 2249309"/>
              <a:gd name="connsiteY588" fmla="*/ 428534 h 506009"/>
              <a:gd name="connsiteX589" fmla="*/ 656429 w 2249309"/>
              <a:gd name="connsiteY589" fmla="*/ 443659 h 506009"/>
              <a:gd name="connsiteX590" fmla="*/ 639827 w 2249309"/>
              <a:gd name="connsiteY590" fmla="*/ 448874 h 506009"/>
              <a:gd name="connsiteX591" fmla="*/ 612622 w 2249309"/>
              <a:gd name="connsiteY591" fmla="*/ 448874 h 506009"/>
              <a:gd name="connsiteX592" fmla="*/ 1279899 w 2249309"/>
              <a:gd name="connsiteY592" fmla="*/ 383685 h 506009"/>
              <a:gd name="connsiteX593" fmla="*/ 1292416 w 2249309"/>
              <a:gd name="connsiteY593" fmla="*/ 383685 h 506009"/>
              <a:gd name="connsiteX594" fmla="*/ 1292416 w 2249309"/>
              <a:gd name="connsiteY594" fmla="*/ 424710 h 506009"/>
              <a:gd name="connsiteX595" fmla="*/ 1295370 w 2249309"/>
              <a:gd name="connsiteY595" fmla="*/ 435227 h 506009"/>
              <a:gd name="connsiteX596" fmla="*/ 1304062 w 2249309"/>
              <a:gd name="connsiteY596" fmla="*/ 438704 h 506009"/>
              <a:gd name="connsiteX597" fmla="*/ 1312754 w 2249309"/>
              <a:gd name="connsiteY597" fmla="*/ 435488 h 506009"/>
              <a:gd name="connsiteX598" fmla="*/ 1315449 w 2249309"/>
              <a:gd name="connsiteY598" fmla="*/ 424710 h 506009"/>
              <a:gd name="connsiteX599" fmla="*/ 1315449 w 2249309"/>
              <a:gd name="connsiteY599" fmla="*/ 383685 h 506009"/>
              <a:gd name="connsiteX600" fmla="*/ 1328313 w 2249309"/>
              <a:gd name="connsiteY600" fmla="*/ 383685 h 506009"/>
              <a:gd name="connsiteX601" fmla="*/ 1328313 w 2249309"/>
              <a:gd name="connsiteY601" fmla="*/ 424276 h 506009"/>
              <a:gd name="connsiteX602" fmla="*/ 1322662 w 2249309"/>
              <a:gd name="connsiteY602" fmla="*/ 444441 h 506009"/>
              <a:gd name="connsiteX603" fmla="*/ 1304149 w 2249309"/>
              <a:gd name="connsiteY603" fmla="*/ 450612 h 506009"/>
              <a:gd name="connsiteX604" fmla="*/ 1285896 w 2249309"/>
              <a:gd name="connsiteY604" fmla="*/ 444180 h 506009"/>
              <a:gd name="connsiteX605" fmla="*/ 1279899 w 2249309"/>
              <a:gd name="connsiteY605" fmla="*/ 424276 h 506009"/>
              <a:gd name="connsiteX606" fmla="*/ 2084461 w 2249309"/>
              <a:gd name="connsiteY606" fmla="*/ 382250 h 506009"/>
              <a:gd name="connsiteX607" fmla="*/ 2104803 w 2249309"/>
              <a:gd name="connsiteY607" fmla="*/ 389377 h 506009"/>
              <a:gd name="connsiteX608" fmla="*/ 2107019 w 2249309"/>
              <a:gd name="connsiteY608" fmla="*/ 391594 h 506009"/>
              <a:gd name="connsiteX609" fmla="*/ 2114843 w 2249309"/>
              <a:gd name="connsiteY609" fmla="*/ 416888 h 506009"/>
              <a:gd name="connsiteX610" fmla="*/ 2107019 w 2249309"/>
              <a:gd name="connsiteY610" fmla="*/ 441659 h 506009"/>
              <a:gd name="connsiteX611" fmla="*/ 2066737 w 2249309"/>
              <a:gd name="connsiteY611" fmla="*/ 443359 h 506009"/>
              <a:gd name="connsiteX612" fmla="*/ 2065037 w 2249309"/>
              <a:gd name="connsiteY612" fmla="*/ 441659 h 506009"/>
              <a:gd name="connsiteX613" fmla="*/ 2057214 w 2249309"/>
              <a:gd name="connsiteY613" fmla="*/ 416888 h 506009"/>
              <a:gd name="connsiteX614" fmla="*/ 2065037 w 2249309"/>
              <a:gd name="connsiteY614" fmla="*/ 391594 h 506009"/>
              <a:gd name="connsiteX615" fmla="*/ 2084461 w 2249309"/>
              <a:gd name="connsiteY615" fmla="*/ 382250 h 506009"/>
              <a:gd name="connsiteX616" fmla="*/ 1961888 w 2249309"/>
              <a:gd name="connsiteY616" fmla="*/ 382243 h 506009"/>
              <a:gd name="connsiteX617" fmla="*/ 1982285 w 2249309"/>
              <a:gd name="connsiteY617" fmla="*/ 389415 h 506009"/>
              <a:gd name="connsiteX618" fmla="*/ 1984463 w 2249309"/>
              <a:gd name="connsiteY618" fmla="*/ 391594 h 506009"/>
              <a:gd name="connsiteX619" fmla="*/ 1992199 w 2249309"/>
              <a:gd name="connsiteY619" fmla="*/ 416887 h 506009"/>
              <a:gd name="connsiteX620" fmla="*/ 1984463 w 2249309"/>
              <a:gd name="connsiteY620" fmla="*/ 441660 h 506009"/>
              <a:gd name="connsiteX621" fmla="*/ 1944057 w 2249309"/>
              <a:gd name="connsiteY621" fmla="*/ 443321 h 506009"/>
              <a:gd name="connsiteX622" fmla="*/ 1942395 w 2249309"/>
              <a:gd name="connsiteY622" fmla="*/ 441660 h 506009"/>
              <a:gd name="connsiteX623" fmla="*/ 1942394 w 2249309"/>
              <a:gd name="connsiteY623" fmla="*/ 441660 h 506009"/>
              <a:gd name="connsiteX624" fmla="*/ 1934658 w 2249309"/>
              <a:gd name="connsiteY624" fmla="*/ 416887 h 506009"/>
              <a:gd name="connsiteX625" fmla="*/ 1942394 w 2249309"/>
              <a:gd name="connsiteY625" fmla="*/ 391594 h 506009"/>
              <a:gd name="connsiteX626" fmla="*/ 1961888 w 2249309"/>
              <a:gd name="connsiteY626" fmla="*/ 382243 h 506009"/>
              <a:gd name="connsiteX627" fmla="*/ 1508606 w 2249309"/>
              <a:gd name="connsiteY627" fmla="*/ 382243 h 506009"/>
              <a:gd name="connsiteX628" fmla="*/ 1529003 w 2249309"/>
              <a:gd name="connsiteY628" fmla="*/ 389415 h 506009"/>
              <a:gd name="connsiteX629" fmla="*/ 1531181 w 2249309"/>
              <a:gd name="connsiteY629" fmla="*/ 391594 h 506009"/>
              <a:gd name="connsiteX630" fmla="*/ 1538917 w 2249309"/>
              <a:gd name="connsiteY630" fmla="*/ 416887 h 506009"/>
              <a:gd name="connsiteX631" fmla="*/ 1531181 w 2249309"/>
              <a:gd name="connsiteY631" fmla="*/ 441660 h 506009"/>
              <a:gd name="connsiteX632" fmla="*/ 1490775 w 2249309"/>
              <a:gd name="connsiteY632" fmla="*/ 443321 h 506009"/>
              <a:gd name="connsiteX633" fmla="*/ 1489113 w 2249309"/>
              <a:gd name="connsiteY633" fmla="*/ 441660 h 506009"/>
              <a:gd name="connsiteX634" fmla="*/ 1489112 w 2249309"/>
              <a:gd name="connsiteY634" fmla="*/ 441660 h 506009"/>
              <a:gd name="connsiteX635" fmla="*/ 1481376 w 2249309"/>
              <a:gd name="connsiteY635" fmla="*/ 416887 h 506009"/>
              <a:gd name="connsiteX636" fmla="*/ 1489112 w 2249309"/>
              <a:gd name="connsiteY636" fmla="*/ 391594 h 506009"/>
              <a:gd name="connsiteX637" fmla="*/ 1508606 w 2249309"/>
              <a:gd name="connsiteY637" fmla="*/ 382243 h 506009"/>
              <a:gd name="connsiteX638" fmla="*/ 2154824 w 2249309"/>
              <a:gd name="connsiteY638" fmla="*/ 382206 h 506009"/>
              <a:gd name="connsiteX639" fmla="*/ 2172817 w 2249309"/>
              <a:gd name="connsiteY639" fmla="*/ 388117 h 506009"/>
              <a:gd name="connsiteX640" fmla="*/ 2181074 w 2249309"/>
              <a:gd name="connsiteY640" fmla="*/ 404110 h 506009"/>
              <a:gd name="connsiteX641" fmla="*/ 2168819 w 2249309"/>
              <a:gd name="connsiteY641" fmla="*/ 404110 h 506009"/>
              <a:gd name="connsiteX642" fmla="*/ 2164386 w 2249309"/>
              <a:gd name="connsiteY642" fmla="*/ 396722 h 506009"/>
              <a:gd name="connsiteX643" fmla="*/ 2155694 w 2249309"/>
              <a:gd name="connsiteY643" fmla="*/ 393506 h 506009"/>
              <a:gd name="connsiteX644" fmla="*/ 2142917 w 2249309"/>
              <a:gd name="connsiteY644" fmla="*/ 399590 h 506009"/>
              <a:gd name="connsiteX645" fmla="*/ 2142917 w 2249309"/>
              <a:gd name="connsiteY645" fmla="*/ 433488 h 506009"/>
              <a:gd name="connsiteX646" fmla="*/ 2155868 w 2249309"/>
              <a:gd name="connsiteY646" fmla="*/ 439312 h 506009"/>
              <a:gd name="connsiteX647" fmla="*/ 2167167 w 2249309"/>
              <a:gd name="connsiteY647" fmla="*/ 433228 h 506009"/>
              <a:gd name="connsiteX648" fmla="*/ 2170470 w 2249309"/>
              <a:gd name="connsiteY648" fmla="*/ 425231 h 506009"/>
              <a:gd name="connsiteX649" fmla="*/ 2156389 w 2249309"/>
              <a:gd name="connsiteY649" fmla="*/ 425231 h 506009"/>
              <a:gd name="connsiteX650" fmla="*/ 2156389 w 2249309"/>
              <a:gd name="connsiteY650" fmla="*/ 414019 h 506009"/>
              <a:gd name="connsiteX651" fmla="*/ 2181509 w 2249309"/>
              <a:gd name="connsiteY651" fmla="*/ 414019 h 506009"/>
              <a:gd name="connsiteX652" fmla="*/ 2181509 w 2249309"/>
              <a:gd name="connsiteY652" fmla="*/ 448787 h 506009"/>
              <a:gd name="connsiteX653" fmla="*/ 2172817 w 2249309"/>
              <a:gd name="connsiteY653" fmla="*/ 448787 h 506009"/>
              <a:gd name="connsiteX654" fmla="*/ 2171600 w 2249309"/>
              <a:gd name="connsiteY654" fmla="*/ 440095 h 506009"/>
              <a:gd name="connsiteX655" fmla="*/ 2171426 w 2249309"/>
              <a:gd name="connsiteY655" fmla="*/ 441659 h 506009"/>
              <a:gd name="connsiteX656" fmla="*/ 2154042 w 2249309"/>
              <a:gd name="connsiteY656" fmla="*/ 450873 h 506009"/>
              <a:gd name="connsiteX657" fmla="*/ 2154042 w 2249309"/>
              <a:gd name="connsiteY657" fmla="*/ 450351 h 506009"/>
              <a:gd name="connsiteX658" fmla="*/ 2133182 w 2249309"/>
              <a:gd name="connsiteY658" fmla="*/ 441659 h 506009"/>
              <a:gd name="connsiteX659" fmla="*/ 2133182 w 2249309"/>
              <a:gd name="connsiteY659" fmla="*/ 391594 h 506009"/>
              <a:gd name="connsiteX660" fmla="*/ 2154824 w 2249309"/>
              <a:gd name="connsiteY660" fmla="*/ 382206 h 506009"/>
              <a:gd name="connsiteX661" fmla="*/ 1772120 w 2249309"/>
              <a:gd name="connsiteY661" fmla="*/ 382033 h 506009"/>
              <a:gd name="connsiteX662" fmla="*/ 1789504 w 2249309"/>
              <a:gd name="connsiteY662" fmla="*/ 388291 h 506009"/>
              <a:gd name="connsiteX663" fmla="*/ 1798196 w 2249309"/>
              <a:gd name="connsiteY663" fmla="*/ 405240 h 506009"/>
              <a:gd name="connsiteX664" fmla="*/ 1785680 w 2249309"/>
              <a:gd name="connsiteY664" fmla="*/ 405240 h 506009"/>
              <a:gd name="connsiteX665" fmla="*/ 1781508 w 2249309"/>
              <a:gd name="connsiteY665" fmla="*/ 396548 h 506009"/>
              <a:gd name="connsiteX666" fmla="*/ 1772816 w 2249309"/>
              <a:gd name="connsiteY666" fmla="*/ 393419 h 506009"/>
              <a:gd name="connsiteX667" fmla="*/ 1761864 w 2249309"/>
              <a:gd name="connsiteY667" fmla="*/ 399504 h 506009"/>
              <a:gd name="connsiteX668" fmla="*/ 1757952 w 2249309"/>
              <a:gd name="connsiteY668" fmla="*/ 416279 h 506009"/>
              <a:gd name="connsiteX669" fmla="*/ 1761864 w 2249309"/>
              <a:gd name="connsiteY669" fmla="*/ 432620 h 506009"/>
              <a:gd name="connsiteX670" fmla="*/ 1780447 w 2249309"/>
              <a:gd name="connsiteY670" fmla="*/ 436225 h 506009"/>
              <a:gd name="connsiteX671" fmla="*/ 1781942 w 2249309"/>
              <a:gd name="connsiteY671" fmla="*/ 435053 h 506009"/>
              <a:gd name="connsiteX672" fmla="*/ 1786114 w 2249309"/>
              <a:gd name="connsiteY672" fmla="*/ 425753 h 506009"/>
              <a:gd name="connsiteX673" fmla="*/ 1797675 w 2249309"/>
              <a:gd name="connsiteY673" fmla="*/ 426101 h 506009"/>
              <a:gd name="connsiteX674" fmla="*/ 1789504 w 2249309"/>
              <a:gd name="connsiteY674" fmla="*/ 444006 h 506009"/>
              <a:gd name="connsiteX675" fmla="*/ 1772120 w 2249309"/>
              <a:gd name="connsiteY675" fmla="*/ 450699 h 506009"/>
              <a:gd name="connsiteX676" fmla="*/ 1752042 w 2249309"/>
              <a:gd name="connsiteY676" fmla="*/ 441486 h 506009"/>
              <a:gd name="connsiteX677" fmla="*/ 1744567 w 2249309"/>
              <a:gd name="connsiteY677" fmla="*/ 416713 h 506009"/>
              <a:gd name="connsiteX678" fmla="*/ 1752042 w 2249309"/>
              <a:gd name="connsiteY678" fmla="*/ 391421 h 506009"/>
              <a:gd name="connsiteX679" fmla="*/ 1772120 w 2249309"/>
              <a:gd name="connsiteY679" fmla="*/ 382033 h 506009"/>
              <a:gd name="connsiteX680" fmla="*/ 1108146 w 2249309"/>
              <a:gd name="connsiteY680" fmla="*/ 382032 h 506009"/>
              <a:gd name="connsiteX681" fmla="*/ 1124575 w 2249309"/>
              <a:gd name="connsiteY681" fmla="*/ 387769 h 506009"/>
              <a:gd name="connsiteX682" fmla="*/ 1131528 w 2249309"/>
              <a:gd name="connsiteY682" fmla="*/ 403328 h 506009"/>
              <a:gd name="connsiteX683" fmla="*/ 1118838 w 2249309"/>
              <a:gd name="connsiteY683" fmla="*/ 403328 h 506009"/>
              <a:gd name="connsiteX684" fmla="*/ 1115100 w 2249309"/>
              <a:gd name="connsiteY684" fmla="*/ 395939 h 506009"/>
              <a:gd name="connsiteX685" fmla="*/ 1106408 w 2249309"/>
              <a:gd name="connsiteY685" fmla="*/ 393246 h 506009"/>
              <a:gd name="connsiteX686" fmla="*/ 1099020 w 2249309"/>
              <a:gd name="connsiteY686" fmla="*/ 395505 h 506009"/>
              <a:gd name="connsiteX687" fmla="*/ 1096325 w 2249309"/>
              <a:gd name="connsiteY687" fmla="*/ 401850 h 506009"/>
              <a:gd name="connsiteX688" fmla="*/ 1099107 w 2249309"/>
              <a:gd name="connsiteY688" fmla="*/ 406370 h 506009"/>
              <a:gd name="connsiteX689" fmla="*/ 1110928 w 2249309"/>
              <a:gd name="connsiteY689" fmla="*/ 410107 h 506009"/>
              <a:gd name="connsiteX690" fmla="*/ 1128312 w 2249309"/>
              <a:gd name="connsiteY690" fmla="*/ 417495 h 506009"/>
              <a:gd name="connsiteX691" fmla="*/ 1132658 w 2249309"/>
              <a:gd name="connsiteY691" fmla="*/ 430707 h 506009"/>
              <a:gd name="connsiteX692" fmla="*/ 1126051 w 2249309"/>
              <a:gd name="connsiteY692" fmla="*/ 445309 h 506009"/>
              <a:gd name="connsiteX693" fmla="*/ 1108060 w 2249309"/>
              <a:gd name="connsiteY693" fmla="*/ 450699 h 506009"/>
              <a:gd name="connsiteX694" fmla="*/ 1090676 w 2249309"/>
              <a:gd name="connsiteY694" fmla="*/ 444961 h 506009"/>
              <a:gd name="connsiteX695" fmla="*/ 1083809 w 2249309"/>
              <a:gd name="connsiteY695" fmla="*/ 428707 h 506009"/>
              <a:gd name="connsiteX696" fmla="*/ 1095891 w 2249309"/>
              <a:gd name="connsiteY696" fmla="*/ 428708 h 506009"/>
              <a:gd name="connsiteX697" fmla="*/ 1099368 w 2249309"/>
              <a:gd name="connsiteY697" fmla="*/ 436705 h 506009"/>
              <a:gd name="connsiteX698" fmla="*/ 1108060 w 2249309"/>
              <a:gd name="connsiteY698" fmla="*/ 439486 h 506009"/>
              <a:gd name="connsiteX699" fmla="*/ 1117447 w 2249309"/>
              <a:gd name="connsiteY699" fmla="*/ 437400 h 506009"/>
              <a:gd name="connsiteX700" fmla="*/ 1120837 w 2249309"/>
              <a:gd name="connsiteY700" fmla="*/ 431576 h 506009"/>
              <a:gd name="connsiteX701" fmla="*/ 1118403 w 2249309"/>
              <a:gd name="connsiteY701" fmla="*/ 426100 h 506009"/>
              <a:gd name="connsiteX702" fmla="*/ 1108233 w 2249309"/>
              <a:gd name="connsiteY702" fmla="*/ 422537 h 506009"/>
              <a:gd name="connsiteX703" fmla="*/ 1089198 w 2249309"/>
              <a:gd name="connsiteY703" fmla="*/ 415061 h 506009"/>
              <a:gd name="connsiteX704" fmla="*/ 1084418 w 2249309"/>
              <a:gd name="connsiteY704" fmla="*/ 402633 h 506009"/>
              <a:gd name="connsiteX705" fmla="*/ 1090762 w 2249309"/>
              <a:gd name="connsiteY705" fmla="*/ 387595 h 506009"/>
              <a:gd name="connsiteX706" fmla="*/ 1108146 w 2249309"/>
              <a:gd name="connsiteY706" fmla="*/ 382032 h 506009"/>
              <a:gd name="connsiteX707" fmla="*/ 925519 w 2249309"/>
              <a:gd name="connsiteY707" fmla="*/ 381794 h 506009"/>
              <a:gd name="connsiteX708" fmla="*/ 945956 w 2249309"/>
              <a:gd name="connsiteY708" fmla="*/ 387596 h 506009"/>
              <a:gd name="connsiteX709" fmla="*/ 954213 w 2249309"/>
              <a:gd name="connsiteY709" fmla="*/ 403589 h 506009"/>
              <a:gd name="connsiteX710" fmla="*/ 941697 w 2249309"/>
              <a:gd name="connsiteY710" fmla="*/ 403589 h 506009"/>
              <a:gd name="connsiteX711" fmla="*/ 937351 w 2249309"/>
              <a:gd name="connsiteY711" fmla="*/ 396201 h 506009"/>
              <a:gd name="connsiteX712" fmla="*/ 928659 w 2249309"/>
              <a:gd name="connsiteY712" fmla="*/ 392984 h 506009"/>
              <a:gd name="connsiteX713" fmla="*/ 915882 w 2249309"/>
              <a:gd name="connsiteY713" fmla="*/ 399069 h 506009"/>
              <a:gd name="connsiteX714" fmla="*/ 911275 w 2249309"/>
              <a:gd name="connsiteY714" fmla="*/ 416453 h 506009"/>
              <a:gd name="connsiteX715" fmla="*/ 915708 w 2249309"/>
              <a:gd name="connsiteY715" fmla="*/ 433314 h 506009"/>
              <a:gd name="connsiteX716" fmla="*/ 928659 w 2249309"/>
              <a:gd name="connsiteY716" fmla="*/ 439138 h 506009"/>
              <a:gd name="connsiteX717" fmla="*/ 939959 w 2249309"/>
              <a:gd name="connsiteY717" fmla="*/ 433054 h 506009"/>
              <a:gd name="connsiteX718" fmla="*/ 943261 w 2249309"/>
              <a:gd name="connsiteY718" fmla="*/ 425058 h 506009"/>
              <a:gd name="connsiteX719" fmla="*/ 929181 w 2249309"/>
              <a:gd name="connsiteY719" fmla="*/ 425058 h 506009"/>
              <a:gd name="connsiteX720" fmla="*/ 929181 w 2249309"/>
              <a:gd name="connsiteY720" fmla="*/ 413845 h 506009"/>
              <a:gd name="connsiteX721" fmla="*/ 954561 w 2249309"/>
              <a:gd name="connsiteY721" fmla="*/ 413845 h 506009"/>
              <a:gd name="connsiteX722" fmla="*/ 954561 w 2249309"/>
              <a:gd name="connsiteY722" fmla="*/ 448612 h 506009"/>
              <a:gd name="connsiteX723" fmla="*/ 945869 w 2249309"/>
              <a:gd name="connsiteY723" fmla="*/ 448612 h 506009"/>
              <a:gd name="connsiteX724" fmla="*/ 944652 w 2249309"/>
              <a:gd name="connsiteY724" fmla="*/ 439920 h 506009"/>
              <a:gd name="connsiteX725" fmla="*/ 943957 w 2249309"/>
              <a:gd name="connsiteY725" fmla="*/ 440963 h 506009"/>
              <a:gd name="connsiteX726" fmla="*/ 926672 w 2249309"/>
              <a:gd name="connsiteY726" fmla="*/ 450125 h 506009"/>
              <a:gd name="connsiteX727" fmla="*/ 906408 w 2249309"/>
              <a:gd name="connsiteY727" fmla="*/ 441137 h 506009"/>
              <a:gd name="connsiteX728" fmla="*/ 906408 w 2249309"/>
              <a:gd name="connsiteY728" fmla="*/ 391072 h 506009"/>
              <a:gd name="connsiteX729" fmla="*/ 925519 w 2249309"/>
              <a:gd name="connsiteY729" fmla="*/ 381794 h 506009"/>
              <a:gd name="connsiteX730" fmla="*/ 409450 w 2249309"/>
              <a:gd name="connsiteY730" fmla="*/ 381676 h 506009"/>
              <a:gd name="connsiteX731" fmla="*/ 407880 w 2249309"/>
              <a:gd name="connsiteY731" fmla="*/ 383446 h 506009"/>
              <a:gd name="connsiteX732" fmla="*/ 406284 w 2249309"/>
              <a:gd name="connsiteY732" fmla="*/ 385192 h 506009"/>
              <a:gd name="connsiteX733" fmla="*/ 413140 w 2249309"/>
              <a:gd name="connsiteY733" fmla="*/ 391375 h 506009"/>
              <a:gd name="connsiteX734" fmla="*/ 407232 w 2249309"/>
              <a:gd name="connsiteY734" fmla="*/ 397957 h 506009"/>
              <a:gd name="connsiteX735" fmla="*/ 400375 w 2249309"/>
              <a:gd name="connsiteY735" fmla="*/ 391774 h 506009"/>
              <a:gd name="connsiteX736" fmla="*/ 398780 w 2249309"/>
              <a:gd name="connsiteY736" fmla="*/ 393544 h 506009"/>
              <a:gd name="connsiteX737" fmla="*/ 397209 w 2249309"/>
              <a:gd name="connsiteY737" fmla="*/ 395289 h 506009"/>
              <a:gd name="connsiteX738" fmla="*/ 415459 w 2249309"/>
              <a:gd name="connsiteY738" fmla="*/ 411818 h 506009"/>
              <a:gd name="connsiteX739" fmla="*/ 417030 w 2249309"/>
              <a:gd name="connsiteY739" fmla="*/ 410048 h 506009"/>
              <a:gd name="connsiteX740" fmla="*/ 418625 w 2249309"/>
              <a:gd name="connsiteY740" fmla="*/ 408303 h 506009"/>
              <a:gd name="connsiteX741" fmla="*/ 410323 w 2249309"/>
              <a:gd name="connsiteY741" fmla="*/ 400824 h 506009"/>
              <a:gd name="connsiteX742" fmla="*/ 416257 w 2249309"/>
              <a:gd name="connsiteY742" fmla="*/ 394242 h 506009"/>
              <a:gd name="connsiteX743" fmla="*/ 424534 w 2249309"/>
              <a:gd name="connsiteY743" fmla="*/ 401721 h 506009"/>
              <a:gd name="connsiteX744" fmla="*/ 426130 w 2249309"/>
              <a:gd name="connsiteY744" fmla="*/ 399951 h 506009"/>
              <a:gd name="connsiteX745" fmla="*/ 427750 w 2249309"/>
              <a:gd name="connsiteY745" fmla="*/ 398156 h 506009"/>
              <a:gd name="connsiteX746" fmla="*/ 252706 w 2249309"/>
              <a:gd name="connsiteY746" fmla="*/ 369360 h 506009"/>
              <a:gd name="connsiteX747" fmla="*/ 254527 w 2249309"/>
              <a:gd name="connsiteY747" fmla="*/ 371654 h 506009"/>
              <a:gd name="connsiteX748" fmla="*/ 256521 w 2249309"/>
              <a:gd name="connsiteY748" fmla="*/ 373574 h 506009"/>
              <a:gd name="connsiteX749" fmla="*/ 255972 w 2249309"/>
              <a:gd name="connsiteY749" fmla="*/ 374172 h 506009"/>
              <a:gd name="connsiteX750" fmla="*/ 255972 w 2249309"/>
              <a:gd name="connsiteY750" fmla="*/ 389530 h 506009"/>
              <a:gd name="connsiteX751" fmla="*/ 263701 w 2249309"/>
              <a:gd name="connsiteY751" fmla="*/ 390876 h 506009"/>
              <a:gd name="connsiteX752" fmla="*/ 269710 w 2249309"/>
              <a:gd name="connsiteY752" fmla="*/ 394541 h 506009"/>
              <a:gd name="connsiteX753" fmla="*/ 275544 w 2249309"/>
              <a:gd name="connsiteY753" fmla="*/ 396162 h 506009"/>
              <a:gd name="connsiteX754" fmla="*/ 278511 w 2249309"/>
              <a:gd name="connsiteY754" fmla="*/ 399054 h 506009"/>
              <a:gd name="connsiteX755" fmla="*/ 281826 w 2249309"/>
              <a:gd name="connsiteY755" fmla="*/ 399353 h 506009"/>
              <a:gd name="connsiteX756" fmla="*/ 286464 w 2249309"/>
              <a:gd name="connsiteY756" fmla="*/ 402818 h 506009"/>
              <a:gd name="connsiteX757" fmla="*/ 290054 w 2249309"/>
              <a:gd name="connsiteY757" fmla="*/ 405037 h 506009"/>
              <a:gd name="connsiteX758" fmla="*/ 291849 w 2249309"/>
              <a:gd name="connsiteY758" fmla="*/ 407281 h 506009"/>
              <a:gd name="connsiteX759" fmla="*/ 295190 w 2249309"/>
              <a:gd name="connsiteY759" fmla="*/ 408627 h 506009"/>
              <a:gd name="connsiteX760" fmla="*/ 298979 w 2249309"/>
              <a:gd name="connsiteY760" fmla="*/ 409076 h 506009"/>
              <a:gd name="connsiteX761" fmla="*/ 303966 w 2249309"/>
              <a:gd name="connsiteY761" fmla="*/ 411071 h 506009"/>
              <a:gd name="connsiteX762" fmla="*/ 311171 w 2249309"/>
              <a:gd name="connsiteY762" fmla="*/ 415085 h 506009"/>
              <a:gd name="connsiteX763" fmla="*/ 325157 w 2249309"/>
              <a:gd name="connsiteY763" fmla="*/ 417453 h 506009"/>
              <a:gd name="connsiteX764" fmla="*/ 182175 w 2249309"/>
              <a:gd name="connsiteY764" fmla="*/ 417603 h 506009"/>
              <a:gd name="connsiteX765" fmla="*/ 199253 w 2249309"/>
              <a:gd name="connsiteY765" fmla="*/ 415608 h 506009"/>
              <a:gd name="connsiteX766" fmla="*/ 206733 w 2249309"/>
              <a:gd name="connsiteY766" fmla="*/ 411594 h 506009"/>
              <a:gd name="connsiteX767" fmla="*/ 210747 w 2249309"/>
              <a:gd name="connsiteY767" fmla="*/ 407805 h 506009"/>
              <a:gd name="connsiteX768" fmla="*/ 214761 w 2249309"/>
              <a:gd name="connsiteY768" fmla="*/ 405785 h 506009"/>
              <a:gd name="connsiteX769" fmla="*/ 218351 w 2249309"/>
              <a:gd name="connsiteY769" fmla="*/ 403766 h 506009"/>
              <a:gd name="connsiteX770" fmla="*/ 221467 w 2249309"/>
              <a:gd name="connsiteY770" fmla="*/ 399752 h 506009"/>
              <a:gd name="connsiteX771" fmla="*/ 226154 w 2249309"/>
              <a:gd name="connsiteY771" fmla="*/ 397957 h 506009"/>
              <a:gd name="connsiteX772" fmla="*/ 230617 w 2249309"/>
              <a:gd name="connsiteY772" fmla="*/ 394840 h 506009"/>
              <a:gd name="connsiteX773" fmla="*/ 236426 w 2249309"/>
              <a:gd name="connsiteY773" fmla="*/ 393270 h 506009"/>
              <a:gd name="connsiteX774" fmla="*/ 241562 w 2249309"/>
              <a:gd name="connsiteY774" fmla="*/ 390153 h 506009"/>
              <a:gd name="connsiteX775" fmla="*/ 249715 w 2249309"/>
              <a:gd name="connsiteY775" fmla="*/ 389754 h 506009"/>
              <a:gd name="connsiteX776" fmla="*/ 249715 w 2249309"/>
              <a:gd name="connsiteY776" fmla="*/ 374496 h 506009"/>
              <a:gd name="connsiteX777" fmla="*/ 248967 w 2249309"/>
              <a:gd name="connsiteY777" fmla="*/ 373798 h 506009"/>
              <a:gd name="connsiteX778" fmla="*/ 250936 w 2249309"/>
              <a:gd name="connsiteY778" fmla="*/ 371654 h 506009"/>
              <a:gd name="connsiteX779" fmla="*/ 252706 w 2249309"/>
              <a:gd name="connsiteY779" fmla="*/ 369360 h 506009"/>
              <a:gd name="connsiteX780" fmla="*/ 424509 w 2249309"/>
              <a:gd name="connsiteY780" fmla="*/ 361083 h 506009"/>
              <a:gd name="connsiteX781" fmla="*/ 423238 w 2249309"/>
              <a:gd name="connsiteY781" fmla="*/ 362903 h 506009"/>
              <a:gd name="connsiteX782" fmla="*/ 421966 w 2249309"/>
              <a:gd name="connsiteY782" fmla="*/ 364723 h 506009"/>
              <a:gd name="connsiteX783" fmla="*/ 436127 w 2249309"/>
              <a:gd name="connsiteY783" fmla="*/ 374695 h 506009"/>
              <a:gd name="connsiteX784" fmla="*/ 416755 w 2249309"/>
              <a:gd name="connsiteY784" fmla="*/ 372202 h 506009"/>
              <a:gd name="connsiteX785" fmla="*/ 415334 w 2249309"/>
              <a:gd name="connsiteY785" fmla="*/ 374247 h 506009"/>
              <a:gd name="connsiteX786" fmla="*/ 413913 w 2249309"/>
              <a:gd name="connsiteY786" fmla="*/ 376266 h 506009"/>
              <a:gd name="connsiteX787" fmla="*/ 434083 w 2249309"/>
              <a:gd name="connsiteY787" fmla="*/ 390402 h 506009"/>
              <a:gd name="connsiteX788" fmla="*/ 435354 w 2249309"/>
              <a:gd name="connsiteY788" fmla="*/ 388582 h 506009"/>
              <a:gd name="connsiteX789" fmla="*/ 436601 w 2249309"/>
              <a:gd name="connsiteY789" fmla="*/ 386762 h 506009"/>
              <a:gd name="connsiteX790" fmla="*/ 422066 w 2249309"/>
              <a:gd name="connsiteY790" fmla="*/ 376590 h 506009"/>
              <a:gd name="connsiteX791" fmla="*/ 442011 w 2249309"/>
              <a:gd name="connsiteY791" fmla="*/ 379083 h 506009"/>
              <a:gd name="connsiteX792" fmla="*/ 443382 w 2249309"/>
              <a:gd name="connsiteY792" fmla="*/ 377139 h 506009"/>
              <a:gd name="connsiteX793" fmla="*/ 444679 w 2249309"/>
              <a:gd name="connsiteY793" fmla="*/ 375219 h 506009"/>
              <a:gd name="connsiteX794" fmla="*/ 76640 w 2249309"/>
              <a:gd name="connsiteY794" fmla="*/ 358914 h 506009"/>
              <a:gd name="connsiteX795" fmla="*/ 60684 w 2249309"/>
              <a:gd name="connsiteY795" fmla="*/ 369136 h 506009"/>
              <a:gd name="connsiteX796" fmla="*/ 62055 w 2249309"/>
              <a:gd name="connsiteY796" fmla="*/ 377588 h 506009"/>
              <a:gd name="connsiteX797" fmla="*/ 68488 w 2249309"/>
              <a:gd name="connsiteY797" fmla="*/ 381128 h 506009"/>
              <a:gd name="connsiteX798" fmla="*/ 68961 w 2249309"/>
              <a:gd name="connsiteY798" fmla="*/ 381128 h 506009"/>
              <a:gd name="connsiteX799" fmla="*/ 66468 w 2249309"/>
              <a:gd name="connsiteY799" fmla="*/ 383247 h 506009"/>
              <a:gd name="connsiteX800" fmla="*/ 68188 w 2249309"/>
              <a:gd name="connsiteY800" fmla="*/ 385915 h 506009"/>
              <a:gd name="connsiteX801" fmla="*/ 79333 w 2249309"/>
              <a:gd name="connsiteY801" fmla="*/ 378685 h 506009"/>
              <a:gd name="connsiteX802" fmla="*/ 74172 w 2249309"/>
              <a:gd name="connsiteY802" fmla="*/ 370706 h 506009"/>
              <a:gd name="connsiteX803" fmla="*/ 70607 w 2249309"/>
              <a:gd name="connsiteY803" fmla="*/ 373025 h 506009"/>
              <a:gd name="connsiteX804" fmla="*/ 73374 w 2249309"/>
              <a:gd name="connsiteY804" fmla="*/ 377588 h 506009"/>
              <a:gd name="connsiteX805" fmla="*/ 70158 w 2249309"/>
              <a:gd name="connsiteY805" fmla="*/ 378211 h 506009"/>
              <a:gd name="connsiteX806" fmla="*/ 65920 w 2249309"/>
              <a:gd name="connsiteY806" fmla="*/ 375867 h 506009"/>
              <a:gd name="connsiteX807" fmla="*/ 65097 w 2249309"/>
              <a:gd name="connsiteY807" fmla="*/ 370557 h 506009"/>
              <a:gd name="connsiteX808" fmla="*/ 69535 w 2249309"/>
              <a:gd name="connsiteY808" fmla="*/ 365695 h 506009"/>
              <a:gd name="connsiteX809" fmla="*/ 75867 w 2249309"/>
              <a:gd name="connsiteY809" fmla="*/ 363651 h 506009"/>
              <a:gd name="connsiteX810" fmla="*/ 80455 w 2249309"/>
              <a:gd name="connsiteY810" fmla="*/ 366443 h 506009"/>
              <a:gd name="connsiteX811" fmla="*/ 81203 w 2249309"/>
              <a:gd name="connsiteY811" fmla="*/ 369834 h 506009"/>
              <a:gd name="connsiteX812" fmla="*/ 79757 w 2249309"/>
              <a:gd name="connsiteY812" fmla="*/ 372776 h 506009"/>
              <a:gd name="connsiteX813" fmla="*/ 82549 w 2249309"/>
              <a:gd name="connsiteY813" fmla="*/ 376740 h 506009"/>
              <a:gd name="connsiteX814" fmla="*/ 85940 w 2249309"/>
              <a:gd name="connsiteY814" fmla="*/ 370831 h 506009"/>
              <a:gd name="connsiteX815" fmla="*/ 84120 w 2249309"/>
              <a:gd name="connsiteY815" fmla="*/ 363900 h 506009"/>
              <a:gd name="connsiteX816" fmla="*/ 76640 w 2249309"/>
              <a:gd name="connsiteY816" fmla="*/ 358914 h 506009"/>
              <a:gd name="connsiteX817" fmla="*/ 440291 w 2249309"/>
              <a:gd name="connsiteY817" fmla="*/ 344578 h 506009"/>
              <a:gd name="connsiteX818" fmla="*/ 446698 w 2249309"/>
              <a:gd name="connsiteY818" fmla="*/ 346148 h 506009"/>
              <a:gd name="connsiteX819" fmla="*/ 451659 w 2249309"/>
              <a:gd name="connsiteY819" fmla="*/ 350437 h 506009"/>
              <a:gd name="connsiteX820" fmla="*/ 452101 w 2249309"/>
              <a:gd name="connsiteY820" fmla="*/ 351878 h 506009"/>
              <a:gd name="connsiteX821" fmla="*/ 447421 w 2249309"/>
              <a:gd name="connsiteY821" fmla="*/ 358415 h 506009"/>
              <a:gd name="connsiteX822" fmla="*/ 441113 w 2249309"/>
              <a:gd name="connsiteY822" fmla="*/ 356919 h 506009"/>
              <a:gd name="connsiteX823" fmla="*/ 436127 w 2249309"/>
              <a:gd name="connsiteY823" fmla="*/ 352481 h 506009"/>
              <a:gd name="connsiteX824" fmla="*/ 436127 w 2249309"/>
              <a:gd name="connsiteY824" fmla="*/ 347495 h 506009"/>
              <a:gd name="connsiteX825" fmla="*/ 440291 w 2249309"/>
              <a:gd name="connsiteY825" fmla="*/ 344578 h 506009"/>
              <a:gd name="connsiteX826" fmla="*/ 439194 w 2249309"/>
              <a:gd name="connsiteY826" fmla="*/ 340141 h 506009"/>
              <a:gd name="connsiteX827" fmla="*/ 438112 w 2249309"/>
              <a:gd name="connsiteY827" fmla="*/ 340470 h 506009"/>
              <a:gd name="connsiteX828" fmla="*/ 431714 w 2249309"/>
              <a:gd name="connsiteY828" fmla="*/ 354177 h 506009"/>
              <a:gd name="connsiteX829" fmla="*/ 438770 w 2249309"/>
              <a:gd name="connsiteY829" fmla="*/ 361257 h 506009"/>
              <a:gd name="connsiteX830" fmla="*/ 448443 w 2249309"/>
              <a:gd name="connsiteY830" fmla="*/ 363053 h 506009"/>
              <a:gd name="connsiteX831" fmla="*/ 455225 w 2249309"/>
              <a:gd name="connsiteY831" fmla="*/ 357692 h 506009"/>
              <a:gd name="connsiteX832" fmla="*/ 455175 w 2249309"/>
              <a:gd name="connsiteY832" fmla="*/ 357642 h 506009"/>
              <a:gd name="connsiteX833" fmla="*/ 455923 w 2249309"/>
              <a:gd name="connsiteY833" fmla="*/ 349041 h 506009"/>
              <a:gd name="connsiteX834" fmla="*/ 449017 w 2249309"/>
              <a:gd name="connsiteY834" fmla="*/ 342035 h 506009"/>
              <a:gd name="connsiteX835" fmla="*/ 439194 w 2249309"/>
              <a:gd name="connsiteY835" fmla="*/ 340141 h 506009"/>
              <a:gd name="connsiteX836" fmla="*/ 66518 w 2249309"/>
              <a:gd name="connsiteY836" fmla="*/ 332337 h 506009"/>
              <a:gd name="connsiteX837" fmla="*/ 44204 w 2249309"/>
              <a:gd name="connsiteY837" fmla="*/ 342758 h 506009"/>
              <a:gd name="connsiteX838" fmla="*/ 45127 w 2249309"/>
              <a:gd name="connsiteY838" fmla="*/ 344753 h 506009"/>
              <a:gd name="connsiteX839" fmla="*/ 46074 w 2249309"/>
              <a:gd name="connsiteY839" fmla="*/ 346747 h 506009"/>
              <a:gd name="connsiteX840" fmla="*/ 62155 w 2249309"/>
              <a:gd name="connsiteY840" fmla="*/ 339268 h 506009"/>
              <a:gd name="connsiteX841" fmla="*/ 50013 w 2249309"/>
              <a:gd name="connsiteY841" fmla="*/ 355249 h 506009"/>
              <a:gd name="connsiteX842" fmla="*/ 51011 w 2249309"/>
              <a:gd name="connsiteY842" fmla="*/ 357368 h 506009"/>
              <a:gd name="connsiteX843" fmla="*/ 52008 w 2249309"/>
              <a:gd name="connsiteY843" fmla="*/ 359462 h 506009"/>
              <a:gd name="connsiteX844" fmla="*/ 74321 w 2249309"/>
              <a:gd name="connsiteY844" fmla="*/ 349066 h 506009"/>
              <a:gd name="connsiteX845" fmla="*/ 73374 w 2249309"/>
              <a:gd name="connsiteY845" fmla="*/ 347047 h 506009"/>
              <a:gd name="connsiteX846" fmla="*/ 72452 w 2249309"/>
              <a:gd name="connsiteY846" fmla="*/ 345052 h 506009"/>
              <a:gd name="connsiteX847" fmla="*/ 56795 w 2249309"/>
              <a:gd name="connsiteY847" fmla="*/ 352357 h 506009"/>
              <a:gd name="connsiteX848" fmla="*/ 68612 w 2249309"/>
              <a:gd name="connsiteY848" fmla="*/ 336850 h 506009"/>
              <a:gd name="connsiteX849" fmla="*/ 67565 w 2249309"/>
              <a:gd name="connsiteY849" fmla="*/ 334606 h 506009"/>
              <a:gd name="connsiteX850" fmla="*/ 464749 w 2249309"/>
              <a:gd name="connsiteY850" fmla="*/ 322240 h 506009"/>
              <a:gd name="connsiteX851" fmla="*/ 460709 w 2249309"/>
              <a:gd name="connsiteY851" fmla="*/ 332761 h 506009"/>
              <a:gd name="connsiteX852" fmla="*/ 441812 w 2249309"/>
              <a:gd name="connsiteY852" fmla="*/ 325506 h 506009"/>
              <a:gd name="connsiteX853" fmla="*/ 440964 w 2249309"/>
              <a:gd name="connsiteY853" fmla="*/ 327725 h 506009"/>
              <a:gd name="connsiteX854" fmla="*/ 440116 w 2249309"/>
              <a:gd name="connsiteY854" fmla="*/ 329919 h 506009"/>
              <a:gd name="connsiteX855" fmla="*/ 463153 w 2249309"/>
              <a:gd name="connsiteY855" fmla="*/ 338769 h 506009"/>
              <a:gd name="connsiteX856" fmla="*/ 468837 w 2249309"/>
              <a:gd name="connsiteY856" fmla="*/ 323810 h 506009"/>
              <a:gd name="connsiteX857" fmla="*/ 466793 w 2249309"/>
              <a:gd name="connsiteY857" fmla="*/ 323038 h 506009"/>
              <a:gd name="connsiteX858" fmla="*/ 62180 w 2249309"/>
              <a:gd name="connsiteY858" fmla="*/ 321392 h 506009"/>
              <a:gd name="connsiteX859" fmla="*/ 39193 w 2249309"/>
              <a:gd name="connsiteY859" fmla="*/ 330218 h 506009"/>
              <a:gd name="connsiteX860" fmla="*/ 40041 w 2249309"/>
              <a:gd name="connsiteY860" fmla="*/ 332437 h 506009"/>
              <a:gd name="connsiteX861" fmla="*/ 40888 w 2249309"/>
              <a:gd name="connsiteY861" fmla="*/ 334631 h 506009"/>
              <a:gd name="connsiteX862" fmla="*/ 63875 w 2249309"/>
              <a:gd name="connsiteY862" fmla="*/ 325805 h 506009"/>
              <a:gd name="connsiteX863" fmla="*/ 63028 w 2249309"/>
              <a:gd name="connsiteY863" fmla="*/ 323611 h 506009"/>
              <a:gd name="connsiteX864" fmla="*/ 41113 w 2249309"/>
              <a:gd name="connsiteY864" fmla="*/ 304613 h 506009"/>
              <a:gd name="connsiteX865" fmla="*/ 39692 w 2249309"/>
              <a:gd name="connsiteY865" fmla="*/ 304987 h 506009"/>
              <a:gd name="connsiteX866" fmla="*/ 33808 w 2249309"/>
              <a:gd name="connsiteY866" fmla="*/ 308328 h 506009"/>
              <a:gd name="connsiteX867" fmla="*/ 33234 w 2249309"/>
              <a:gd name="connsiteY867" fmla="*/ 314312 h 506009"/>
              <a:gd name="connsiteX868" fmla="*/ 36500 w 2249309"/>
              <a:gd name="connsiteY868" fmla="*/ 319073 h 506009"/>
              <a:gd name="connsiteX869" fmla="*/ 36500 w 2249309"/>
              <a:gd name="connsiteY869" fmla="*/ 319024 h 506009"/>
              <a:gd name="connsiteX870" fmla="*/ 42459 w 2249309"/>
              <a:gd name="connsiteY870" fmla="*/ 319423 h 506009"/>
              <a:gd name="connsiteX871" fmla="*/ 59562 w 2249309"/>
              <a:gd name="connsiteY871" fmla="*/ 314835 h 506009"/>
              <a:gd name="connsiteX872" fmla="*/ 58939 w 2249309"/>
              <a:gd name="connsiteY872" fmla="*/ 312541 h 506009"/>
              <a:gd name="connsiteX873" fmla="*/ 58340 w 2249309"/>
              <a:gd name="connsiteY873" fmla="*/ 310273 h 506009"/>
              <a:gd name="connsiteX874" fmla="*/ 41237 w 2249309"/>
              <a:gd name="connsiteY874" fmla="*/ 314860 h 506009"/>
              <a:gd name="connsiteX875" fmla="*/ 38570 w 2249309"/>
              <a:gd name="connsiteY875" fmla="*/ 314860 h 506009"/>
              <a:gd name="connsiteX876" fmla="*/ 38315 w 2249309"/>
              <a:gd name="connsiteY876" fmla="*/ 314686 h 506009"/>
              <a:gd name="connsiteX877" fmla="*/ 37797 w 2249309"/>
              <a:gd name="connsiteY877" fmla="*/ 310771 h 506009"/>
              <a:gd name="connsiteX878" fmla="*/ 40839 w 2249309"/>
              <a:gd name="connsiteY878" fmla="*/ 309325 h 506009"/>
              <a:gd name="connsiteX879" fmla="*/ 42260 w 2249309"/>
              <a:gd name="connsiteY879" fmla="*/ 308951 h 506009"/>
              <a:gd name="connsiteX880" fmla="*/ 969511 w 2249309"/>
              <a:gd name="connsiteY880" fmla="*/ 299460 h 506009"/>
              <a:gd name="connsiteX881" fmla="*/ 969424 w 2249309"/>
              <a:gd name="connsiteY881" fmla="*/ 299635 h 506009"/>
              <a:gd name="connsiteX882" fmla="*/ 969439 w 2249309"/>
              <a:gd name="connsiteY882" fmla="*/ 299539 h 506009"/>
              <a:gd name="connsiteX883" fmla="*/ 456945 w 2249309"/>
              <a:gd name="connsiteY883" fmla="*/ 296684 h 506009"/>
              <a:gd name="connsiteX884" fmla="*/ 463551 w 2249309"/>
              <a:gd name="connsiteY884" fmla="*/ 296684 h 506009"/>
              <a:gd name="connsiteX885" fmla="*/ 469236 w 2249309"/>
              <a:gd name="connsiteY885" fmla="*/ 299801 h 506009"/>
              <a:gd name="connsiteX886" fmla="*/ 470014 w 2249309"/>
              <a:gd name="connsiteY886" fmla="*/ 301095 h 506009"/>
              <a:gd name="connsiteX887" fmla="*/ 467042 w 2249309"/>
              <a:gd name="connsiteY887" fmla="*/ 308602 h 506009"/>
              <a:gd name="connsiteX888" fmla="*/ 460559 w 2249309"/>
              <a:gd name="connsiteY888" fmla="*/ 308602 h 506009"/>
              <a:gd name="connsiteX889" fmla="*/ 454751 w 2249309"/>
              <a:gd name="connsiteY889" fmla="*/ 305460 h 506009"/>
              <a:gd name="connsiteX890" fmla="*/ 453843 w 2249309"/>
              <a:gd name="connsiteY890" fmla="*/ 303947 h 506009"/>
              <a:gd name="connsiteX891" fmla="*/ 456945 w 2249309"/>
              <a:gd name="connsiteY891" fmla="*/ 296684 h 506009"/>
              <a:gd name="connsiteX892" fmla="*/ 464649 w 2249309"/>
              <a:gd name="connsiteY892" fmla="*/ 292098 h 506009"/>
              <a:gd name="connsiteX893" fmla="*/ 454676 w 2249309"/>
              <a:gd name="connsiteY893" fmla="*/ 292646 h 506009"/>
              <a:gd name="connsiteX894" fmla="*/ 453694 w 2249309"/>
              <a:gd name="connsiteY894" fmla="*/ 293237 h 506009"/>
              <a:gd name="connsiteX895" fmla="*/ 450837 w 2249309"/>
              <a:gd name="connsiteY895" fmla="*/ 308054 h 506009"/>
              <a:gd name="connsiteX896" fmla="*/ 459413 w 2249309"/>
              <a:gd name="connsiteY896" fmla="*/ 313240 h 506009"/>
              <a:gd name="connsiteX897" fmla="*/ 469236 w 2249309"/>
              <a:gd name="connsiteY897" fmla="*/ 312641 h 506009"/>
              <a:gd name="connsiteX898" fmla="*/ 474497 w 2249309"/>
              <a:gd name="connsiteY898" fmla="*/ 305785 h 506009"/>
              <a:gd name="connsiteX899" fmla="*/ 473051 w 2249309"/>
              <a:gd name="connsiteY899" fmla="*/ 297234 h 506009"/>
              <a:gd name="connsiteX900" fmla="*/ 464649 w 2249309"/>
              <a:gd name="connsiteY900" fmla="*/ 292098 h 506009"/>
              <a:gd name="connsiteX901" fmla="*/ 53678 w 2249309"/>
              <a:gd name="connsiteY901" fmla="*/ 290477 h 506009"/>
              <a:gd name="connsiteX902" fmla="*/ 29520 w 2249309"/>
              <a:gd name="connsiteY902" fmla="*/ 295189 h 506009"/>
              <a:gd name="connsiteX903" fmla="*/ 29968 w 2249309"/>
              <a:gd name="connsiteY903" fmla="*/ 297508 h 506009"/>
              <a:gd name="connsiteX904" fmla="*/ 30417 w 2249309"/>
              <a:gd name="connsiteY904" fmla="*/ 299826 h 506009"/>
              <a:gd name="connsiteX905" fmla="*/ 54576 w 2249309"/>
              <a:gd name="connsiteY905" fmla="*/ 295139 h 506009"/>
              <a:gd name="connsiteX906" fmla="*/ 54127 w 2249309"/>
              <a:gd name="connsiteY906" fmla="*/ 292796 h 506009"/>
              <a:gd name="connsiteX907" fmla="*/ 106134 w 2249309"/>
              <a:gd name="connsiteY907" fmla="*/ 290227 h 506009"/>
              <a:gd name="connsiteX908" fmla="*/ 134282 w 2249309"/>
              <a:gd name="connsiteY908" fmla="*/ 294690 h 506009"/>
              <a:gd name="connsiteX909" fmla="*/ 201846 w 2249309"/>
              <a:gd name="connsiteY909" fmla="*/ 294142 h 506009"/>
              <a:gd name="connsiteX910" fmla="*/ 211644 w 2249309"/>
              <a:gd name="connsiteY910" fmla="*/ 295737 h 506009"/>
              <a:gd name="connsiteX911" fmla="*/ 233160 w 2249309"/>
              <a:gd name="connsiteY911" fmla="*/ 298230 h 506009"/>
              <a:gd name="connsiteX912" fmla="*/ 226553 w 2249309"/>
              <a:gd name="connsiteY912" fmla="*/ 324932 h 506009"/>
              <a:gd name="connsiteX913" fmla="*/ 253006 w 2249309"/>
              <a:gd name="connsiteY913" fmla="*/ 329420 h 506009"/>
              <a:gd name="connsiteX914" fmla="*/ 279433 w 2249309"/>
              <a:gd name="connsiteY914" fmla="*/ 324932 h 506009"/>
              <a:gd name="connsiteX915" fmla="*/ 272826 w 2249309"/>
              <a:gd name="connsiteY915" fmla="*/ 298255 h 506009"/>
              <a:gd name="connsiteX916" fmla="*/ 294342 w 2249309"/>
              <a:gd name="connsiteY916" fmla="*/ 295762 h 506009"/>
              <a:gd name="connsiteX917" fmla="*/ 304165 w 2249309"/>
              <a:gd name="connsiteY917" fmla="*/ 294167 h 506009"/>
              <a:gd name="connsiteX918" fmla="*/ 371729 w 2249309"/>
              <a:gd name="connsiteY918" fmla="*/ 294715 h 506009"/>
              <a:gd name="connsiteX919" fmla="*/ 371829 w 2249309"/>
              <a:gd name="connsiteY919" fmla="*/ 294690 h 506009"/>
              <a:gd name="connsiteX920" fmla="*/ 399952 w 2249309"/>
              <a:gd name="connsiteY920" fmla="*/ 290227 h 506009"/>
              <a:gd name="connsiteX921" fmla="*/ 382250 w 2249309"/>
              <a:gd name="connsiteY921" fmla="*/ 309973 h 506009"/>
              <a:gd name="connsiteX922" fmla="*/ 270707 w 2249309"/>
              <a:gd name="connsiteY922" fmla="*/ 330417 h 506009"/>
              <a:gd name="connsiteX923" fmla="*/ 277862 w 2249309"/>
              <a:gd name="connsiteY923" fmla="*/ 359038 h 506009"/>
              <a:gd name="connsiteX924" fmla="*/ 252931 w 2249309"/>
              <a:gd name="connsiteY924" fmla="*/ 364423 h 506009"/>
              <a:gd name="connsiteX925" fmla="*/ 227999 w 2249309"/>
              <a:gd name="connsiteY925" fmla="*/ 359038 h 506009"/>
              <a:gd name="connsiteX926" fmla="*/ 235155 w 2249309"/>
              <a:gd name="connsiteY926" fmla="*/ 330417 h 506009"/>
              <a:gd name="connsiteX927" fmla="*/ 123836 w 2249309"/>
              <a:gd name="connsiteY927" fmla="*/ 309973 h 506009"/>
              <a:gd name="connsiteX928" fmla="*/ 106134 w 2249309"/>
              <a:gd name="connsiteY928" fmla="*/ 290227 h 506009"/>
              <a:gd name="connsiteX929" fmla="*/ 939002 w 2249309"/>
              <a:gd name="connsiteY929" fmla="*/ 276427 h 506009"/>
              <a:gd name="connsiteX930" fmla="*/ 947694 w 2249309"/>
              <a:gd name="connsiteY930" fmla="*/ 287292 h 506009"/>
              <a:gd name="connsiteX931" fmla="*/ 956907 w 2249309"/>
              <a:gd name="connsiteY931" fmla="*/ 285032 h 506009"/>
              <a:gd name="connsiteX932" fmla="*/ 967599 w 2249309"/>
              <a:gd name="connsiteY932" fmla="*/ 285032 h 506009"/>
              <a:gd name="connsiteX933" fmla="*/ 971336 w 2249309"/>
              <a:gd name="connsiteY933" fmla="*/ 286771 h 506009"/>
              <a:gd name="connsiteX934" fmla="*/ 970467 w 2249309"/>
              <a:gd name="connsiteY934" fmla="*/ 292854 h 506009"/>
              <a:gd name="connsiteX935" fmla="*/ 969439 w 2249309"/>
              <a:gd name="connsiteY935" fmla="*/ 299539 h 506009"/>
              <a:gd name="connsiteX936" fmla="*/ 964817 w 2249309"/>
              <a:gd name="connsiteY936" fmla="*/ 304589 h 506009"/>
              <a:gd name="connsiteX937" fmla="*/ 960036 w 2249309"/>
              <a:gd name="connsiteY937" fmla="*/ 308152 h 506009"/>
              <a:gd name="connsiteX938" fmla="*/ 956647 w 2249309"/>
              <a:gd name="connsiteY938" fmla="*/ 317801 h 506009"/>
              <a:gd name="connsiteX939" fmla="*/ 949867 w 2249309"/>
              <a:gd name="connsiteY939" fmla="*/ 322407 h 506009"/>
              <a:gd name="connsiteX940" fmla="*/ 942045 w 2249309"/>
              <a:gd name="connsiteY940" fmla="*/ 323102 h 506009"/>
              <a:gd name="connsiteX941" fmla="*/ 931701 w 2249309"/>
              <a:gd name="connsiteY941" fmla="*/ 327449 h 506009"/>
              <a:gd name="connsiteX942" fmla="*/ 919358 w 2249309"/>
              <a:gd name="connsiteY942" fmla="*/ 317279 h 506009"/>
              <a:gd name="connsiteX943" fmla="*/ 920662 w 2249309"/>
              <a:gd name="connsiteY943" fmla="*/ 309630 h 506009"/>
              <a:gd name="connsiteX944" fmla="*/ 918837 w 2249309"/>
              <a:gd name="connsiteY944" fmla="*/ 303546 h 506009"/>
              <a:gd name="connsiteX945" fmla="*/ 922575 w 2249309"/>
              <a:gd name="connsiteY945" fmla="*/ 296418 h 506009"/>
              <a:gd name="connsiteX946" fmla="*/ 932049 w 2249309"/>
              <a:gd name="connsiteY946" fmla="*/ 280165 h 506009"/>
              <a:gd name="connsiteX947" fmla="*/ 939002 w 2249309"/>
              <a:gd name="connsiteY947" fmla="*/ 276427 h 506009"/>
              <a:gd name="connsiteX948" fmla="*/ 50811 w 2249309"/>
              <a:gd name="connsiteY948" fmla="*/ 267166 h 506009"/>
              <a:gd name="connsiteX949" fmla="*/ 26378 w 2249309"/>
              <a:gd name="connsiteY949" fmla="*/ 270183 h 506009"/>
              <a:gd name="connsiteX950" fmla="*/ 28473 w 2249309"/>
              <a:gd name="connsiteY950" fmla="*/ 287336 h 506009"/>
              <a:gd name="connsiteX951" fmla="*/ 30642 w 2249309"/>
              <a:gd name="connsiteY951" fmla="*/ 287086 h 506009"/>
              <a:gd name="connsiteX952" fmla="*/ 32811 w 2249309"/>
              <a:gd name="connsiteY952" fmla="*/ 286812 h 506009"/>
              <a:gd name="connsiteX953" fmla="*/ 31290 w 2249309"/>
              <a:gd name="connsiteY953" fmla="*/ 274346 h 506009"/>
              <a:gd name="connsiteX954" fmla="*/ 37647 w 2249309"/>
              <a:gd name="connsiteY954" fmla="*/ 273549 h 506009"/>
              <a:gd name="connsiteX955" fmla="*/ 38994 w 2249309"/>
              <a:gd name="connsiteY955" fmla="*/ 284543 h 506009"/>
              <a:gd name="connsiteX956" fmla="*/ 41113 w 2249309"/>
              <a:gd name="connsiteY956" fmla="*/ 284294 h 506009"/>
              <a:gd name="connsiteX957" fmla="*/ 43207 w 2249309"/>
              <a:gd name="connsiteY957" fmla="*/ 284045 h 506009"/>
              <a:gd name="connsiteX958" fmla="*/ 41861 w 2249309"/>
              <a:gd name="connsiteY958" fmla="*/ 273050 h 506009"/>
              <a:gd name="connsiteX959" fmla="*/ 47046 w 2249309"/>
              <a:gd name="connsiteY959" fmla="*/ 272402 h 506009"/>
              <a:gd name="connsiteX960" fmla="*/ 48493 w 2249309"/>
              <a:gd name="connsiteY960" fmla="*/ 284244 h 506009"/>
              <a:gd name="connsiteX961" fmla="*/ 50686 w 2249309"/>
              <a:gd name="connsiteY961" fmla="*/ 283995 h 506009"/>
              <a:gd name="connsiteX962" fmla="*/ 52831 w 2249309"/>
              <a:gd name="connsiteY962" fmla="*/ 283721 h 506009"/>
              <a:gd name="connsiteX963" fmla="*/ 462854 w 2249309"/>
              <a:gd name="connsiteY963" fmla="*/ 263003 h 506009"/>
              <a:gd name="connsiteX964" fmla="*/ 456546 w 2249309"/>
              <a:gd name="connsiteY964" fmla="*/ 265496 h 506009"/>
              <a:gd name="connsiteX965" fmla="*/ 456546 w 2249309"/>
              <a:gd name="connsiteY965" fmla="*/ 280455 h 506009"/>
              <a:gd name="connsiteX966" fmla="*/ 475394 w 2249309"/>
              <a:gd name="connsiteY966" fmla="*/ 282225 h 506009"/>
              <a:gd name="connsiteX967" fmla="*/ 479533 w 2249309"/>
              <a:gd name="connsiteY967" fmla="*/ 274745 h 506009"/>
              <a:gd name="connsiteX968" fmla="*/ 476641 w 2249309"/>
              <a:gd name="connsiteY968" fmla="*/ 267989 h 506009"/>
              <a:gd name="connsiteX969" fmla="*/ 476267 w 2249309"/>
              <a:gd name="connsiteY969" fmla="*/ 267789 h 506009"/>
              <a:gd name="connsiteX970" fmla="*/ 479483 w 2249309"/>
              <a:gd name="connsiteY970" fmla="*/ 267590 h 506009"/>
              <a:gd name="connsiteX971" fmla="*/ 479707 w 2249309"/>
              <a:gd name="connsiteY971" fmla="*/ 264474 h 506009"/>
              <a:gd name="connsiteX972" fmla="*/ 466469 w 2249309"/>
              <a:gd name="connsiteY972" fmla="*/ 263327 h 506009"/>
              <a:gd name="connsiteX973" fmla="*/ 465646 w 2249309"/>
              <a:gd name="connsiteY973" fmla="*/ 272776 h 506009"/>
              <a:gd name="connsiteX974" fmla="*/ 469884 w 2249309"/>
              <a:gd name="connsiteY974" fmla="*/ 273150 h 506009"/>
              <a:gd name="connsiteX975" fmla="*/ 470333 w 2249309"/>
              <a:gd name="connsiteY975" fmla="*/ 267814 h 506009"/>
              <a:gd name="connsiteX976" fmla="*/ 473250 w 2249309"/>
              <a:gd name="connsiteY976" fmla="*/ 269310 h 506009"/>
              <a:gd name="connsiteX977" fmla="*/ 475145 w 2249309"/>
              <a:gd name="connsiteY977" fmla="*/ 273773 h 506009"/>
              <a:gd name="connsiteX978" fmla="*/ 472652 w 2249309"/>
              <a:gd name="connsiteY978" fmla="*/ 278460 h 506009"/>
              <a:gd name="connsiteX979" fmla="*/ 466145 w 2249309"/>
              <a:gd name="connsiteY979" fmla="*/ 279557 h 506009"/>
              <a:gd name="connsiteX980" fmla="*/ 459887 w 2249309"/>
              <a:gd name="connsiteY980" fmla="*/ 277263 h 506009"/>
              <a:gd name="connsiteX981" fmla="*/ 457992 w 2249309"/>
              <a:gd name="connsiteY981" fmla="*/ 272277 h 506009"/>
              <a:gd name="connsiteX982" fmla="*/ 459488 w 2249309"/>
              <a:gd name="connsiteY982" fmla="*/ 269111 h 506009"/>
              <a:gd name="connsiteX983" fmla="*/ 462455 w 2249309"/>
              <a:gd name="connsiteY983" fmla="*/ 267715 h 506009"/>
              <a:gd name="connsiteX984" fmla="*/ 122314 w 2249309"/>
              <a:gd name="connsiteY984" fmla="*/ 255348 h 506009"/>
              <a:gd name="connsiteX985" fmla="*/ 137921 w 2249309"/>
              <a:gd name="connsiteY985" fmla="*/ 257044 h 506009"/>
              <a:gd name="connsiteX986" fmla="*/ 151459 w 2249309"/>
              <a:gd name="connsiteY986" fmla="*/ 257044 h 506009"/>
              <a:gd name="connsiteX987" fmla="*/ 166967 w 2249309"/>
              <a:gd name="connsiteY987" fmla="*/ 256894 h 506009"/>
              <a:gd name="connsiteX988" fmla="*/ 190377 w 2249309"/>
              <a:gd name="connsiteY988" fmla="*/ 257492 h 506009"/>
              <a:gd name="connsiteX989" fmla="*/ 215683 w 2249309"/>
              <a:gd name="connsiteY989" fmla="*/ 263376 h 506009"/>
              <a:gd name="connsiteX990" fmla="*/ 233559 w 2249309"/>
              <a:gd name="connsiteY990" fmla="*/ 264598 h 506009"/>
              <a:gd name="connsiteX991" fmla="*/ 227525 w 2249309"/>
              <a:gd name="connsiteY991" fmla="*/ 290252 h 506009"/>
              <a:gd name="connsiteX992" fmla="*/ 252457 w 2249309"/>
              <a:gd name="connsiteY992" fmla="*/ 293194 h 506009"/>
              <a:gd name="connsiteX993" fmla="*/ 252731 w 2249309"/>
              <a:gd name="connsiteY993" fmla="*/ 293194 h 506009"/>
              <a:gd name="connsiteX994" fmla="*/ 253055 w 2249309"/>
              <a:gd name="connsiteY994" fmla="*/ 293194 h 506009"/>
              <a:gd name="connsiteX995" fmla="*/ 278161 w 2249309"/>
              <a:gd name="connsiteY995" fmla="*/ 290202 h 506009"/>
              <a:gd name="connsiteX996" fmla="*/ 272128 w 2249309"/>
              <a:gd name="connsiteY996" fmla="*/ 264548 h 506009"/>
              <a:gd name="connsiteX997" fmla="*/ 290003 w 2249309"/>
              <a:gd name="connsiteY997" fmla="*/ 263326 h 506009"/>
              <a:gd name="connsiteX998" fmla="*/ 315409 w 2249309"/>
              <a:gd name="connsiteY998" fmla="*/ 257517 h 506009"/>
              <a:gd name="connsiteX999" fmla="*/ 338819 w 2249309"/>
              <a:gd name="connsiteY999" fmla="*/ 256919 h 506009"/>
              <a:gd name="connsiteX1000" fmla="*/ 354327 w 2249309"/>
              <a:gd name="connsiteY1000" fmla="*/ 257069 h 506009"/>
              <a:gd name="connsiteX1001" fmla="*/ 367864 w 2249309"/>
              <a:gd name="connsiteY1001" fmla="*/ 257069 h 506009"/>
              <a:gd name="connsiteX1002" fmla="*/ 367864 w 2249309"/>
              <a:gd name="connsiteY1002" fmla="*/ 257044 h 506009"/>
              <a:gd name="connsiteX1003" fmla="*/ 383472 w 2249309"/>
              <a:gd name="connsiteY1003" fmla="*/ 255348 h 506009"/>
              <a:gd name="connsiteX1004" fmla="*/ 368513 w 2249309"/>
              <a:gd name="connsiteY1004" fmla="*/ 270083 h 506009"/>
              <a:gd name="connsiteX1005" fmla="*/ 346748 w 2249309"/>
              <a:gd name="connsiteY1005" fmla="*/ 280055 h 506009"/>
              <a:gd name="connsiteX1006" fmla="*/ 293619 w 2249309"/>
              <a:gd name="connsiteY1006" fmla="*/ 291798 h 506009"/>
              <a:gd name="connsiteX1007" fmla="*/ 269909 w 2249309"/>
              <a:gd name="connsiteY1007" fmla="*/ 294466 h 506009"/>
              <a:gd name="connsiteX1008" fmla="*/ 267615 w 2249309"/>
              <a:gd name="connsiteY1008" fmla="*/ 294690 h 506009"/>
              <a:gd name="connsiteX1009" fmla="*/ 274272 w 2249309"/>
              <a:gd name="connsiteY1009" fmla="*/ 321691 h 506009"/>
              <a:gd name="connsiteX1010" fmla="*/ 252806 w 2249309"/>
              <a:gd name="connsiteY1010" fmla="*/ 325331 h 506009"/>
              <a:gd name="connsiteX1011" fmla="*/ 231315 w 2249309"/>
              <a:gd name="connsiteY1011" fmla="*/ 321691 h 506009"/>
              <a:gd name="connsiteX1012" fmla="*/ 237996 w 2249309"/>
              <a:gd name="connsiteY1012" fmla="*/ 294690 h 506009"/>
              <a:gd name="connsiteX1013" fmla="*/ 235678 w 2249309"/>
              <a:gd name="connsiteY1013" fmla="*/ 294466 h 506009"/>
              <a:gd name="connsiteX1014" fmla="*/ 211968 w 2249309"/>
              <a:gd name="connsiteY1014" fmla="*/ 291798 h 506009"/>
              <a:gd name="connsiteX1015" fmla="*/ 159038 w 2249309"/>
              <a:gd name="connsiteY1015" fmla="*/ 280055 h 506009"/>
              <a:gd name="connsiteX1016" fmla="*/ 137273 w 2249309"/>
              <a:gd name="connsiteY1016" fmla="*/ 270083 h 506009"/>
              <a:gd name="connsiteX1017" fmla="*/ 122314 w 2249309"/>
              <a:gd name="connsiteY1017" fmla="*/ 255348 h 506009"/>
              <a:gd name="connsiteX1018" fmla="*/ 1054951 w 2249309"/>
              <a:gd name="connsiteY1018" fmla="*/ 255044 h 506009"/>
              <a:gd name="connsiteX1019" fmla="*/ 1061906 w 2249309"/>
              <a:gd name="connsiteY1019" fmla="*/ 256609 h 506009"/>
              <a:gd name="connsiteX1020" fmla="*/ 1068946 w 2249309"/>
              <a:gd name="connsiteY1020" fmla="*/ 260259 h 506009"/>
              <a:gd name="connsiteX1021" fmla="*/ 1075986 w 2249309"/>
              <a:gd name="connsiteY1021" fmla="*/ 260868 h 506009"/>
              <a:gd name="connsiteX1022" fmla="*/ 1082940 w 2249309"/>
              <a:gd name="connsiteY1022" fmla="*/ 263040 h 506009"/>
              <a:gd name="connsiteX1023" fmla="*/ 1088937 w 2249309"/>
              <a:gd name="connsiteY1023" fmla="*/ 262085 h 506009"/>
              <a:gd name="connsiteX1024" fmla="*/ 1103192 w 2249309"/>
              <a:gd name="connsiteY1024" fmla="*/ 274688 h 506009"/>
              <a:gd name="connsiteX1025" fmla="*/ 1102410 w 2249309"/>
              <a:gd name="connsiteY1025" fmla="*/ 274861 h 506009"/>
              <a:gd name="connsiteX1026" fmla="*/ 1106147 w 2249309"/>
              <a:gd name="connsiteY1026" fmla="*/ 280337 h 506009"/>
              <a:gd name="connsiteX1027" fmla="*/ 1106147 w 2249309"/>
              <a:gd name="connsiteY1027" fmla="*/ 287464 h 506009"/>
              <a:gd name="connsiteX1028" fmla="*/ 1101106 w 2249309"/>
              <a:gd name="connsiteY1028" fmla="*/ 294071 h 506009"/>
              <a:gd name="connsiteX1029" fmla="*/ 1097194 w 2249309"/>
              <a:gd name="connsiteY1029" fmla="*/ 302068 h 506009"/>
              <a:gd name="connsiteX1030" fmla="*/ 1092588 w 2249309"/>
              <a:gd name="connsiteY1030" fmla="*/ 307456 h 506009"/>
              <a:gd name="connsiteX1031" fmla="*/ 1084591 w 2249309"/>
              <a:gd name="connsiteY1031" fmla="*/ 310672 h 506009"/>
              <a:gd name="connsiteX1032" fmla="*/ 1077811 w 2249309"/>
              <a:gd name="connsiteY1032" fmla="*/ 310672 h 506009"/>
              <a:gd name="connsiteX1033" fmla="*/ 1070684 w 2249309"/>
              <a:gd name="connsiteY1033" fmla="*/ 314062 h 506009"/>
              <a:gd name="connsiteX1034" fmla="*/ 1065121 w 2249309"/>
              <a:gd name="connsiteY1034" fmla="*/ 308151 h 506009"/>
              <a:gd name="connsiteX1035" fmla="*/ 1065121 w 2249309"/>
              <a:gd name="connsiteY1035" fmla="*/ 300329 h 506009"/>
              <a:gd name="connsiteX1036" fmla="*/ 1059384 w 2249309"/>
              <a:gd name="connsiteY1036" fmla="*/ 289811 h 506009"/>
              <a:gd name="connsiteX1037" fmla="*/ 1054778 w 2249309"/>
              <a:gd name="connsiteY1037" fmla="*/ 280685 h 506009"/>
              <a:gd name="connsiteX1038" fmla="*/ 1052083 w 2249309"/>
              <a:gd name="connsiteY1038" fmla="*/ 270516 h 506009"/>
              <a:gd name="connsiteX1039" fmla="*/ 1052605 w 2249309"/>
              <a:gd name="connsiteY1039" fmla="*/ 264258 h 506009"/>
              <a:gd name="connsiteX1040" fmla="*/ 1054951 w 2249309"/>
              <a:gd name="connsiteY1040" fmla="*/ 255044 h 506009"/>
              <a:gd name="connsiteX1041" fmla="*/ 40739 w 2249309"/>
              <a:gd name="connsiteY1041" fmla="*/ 246223 h 506009"/>
              <a:gd name="connsiteX1042" fmla="*/ 46149 w 2249309"/>
              <a:gd name="connsiteY1042" fmla="*/ 246223 h 506009"/>
              <a:gd name="connsiteX1043" fmla="*/ 46149 w 2249309"/>
              <a:gd name="connsiteY1043" fmla="*/ 251459 h 506009"/>
              <a:gd name="connsiteX1044" fmla="*/ 45476 w 2249309"/>
              <a:gd name="connsiteY1044" fmla="*/ 254226 h 506009"/>
              <a:gd name="connsiteX1045" fmla="*/ 43581 w 2249309"/>
              <a:gd name="connsiteY1045" fmla="*/ 255124 h 506009"/>
              <a:gd name="connsiteX1046" fmla="*/ 41412 w 2249309"/>
              <a:gd name="connsiteY1046" fmla="*/ 254301 h 506009"/>
              <a:gd name="connsiteX1047" fmla="*/ 40739 w 2249309"/>
              <a:gd name="connsiteY1047" fmla="*/ 251633 h 506009"/>
              <a:gd name="connsiteX1048" fmla="*/ 30043 w 2249309"/>
              <a:gd name="connsiteY1048" fmla="*/ 245899 h 506009"/>
              <a:gd name="connsiteX1049" fmla="*/ 36600 w 2249309"/>
              <a:gd name="connsiteY1049" fmla="*/ 246024 h 506009"/>
              <a:gd name="connsiteX1050" fmla="*/ 36600 w 2249309"/>
              <a:gd name="connsiteY1050" fmla="*/ 251658 h 506009"/>
              <a:gd name="connsiteX1051" fmla="*/ 35803 w 2249309"/>
              <a:gd name="connsiteY1051" fmla="*/ 254501 h 506009"/>
              <a:gd name="connsiteX1052" fmla="*/ 33484 w 2249309"/>
              <a:gd name="connsiteY1052" fmla="*/ 255398 h 506009"/>
              <a:gd name="connsiteX1053" fmla="*/ 30866 w 2249309"/>
              <a:gd name="connsiteY1053" fmla="*/ 254426 h 506009"/>
              <a:gd name="connsiteX1054" fmla="*/ 30043 w 2249309"/>
              <a:gd name="connsiteY1054" fmla="*/ 251634 h 506009"/>
              <a:gd name="connsiteX1055" fmla="*/ 25929 w 2249309"/>
              <a:gd name="connsiteY1055" fmla="*/ 241287 h 506009"/>
              <a:gd name="connsiteX1056" fmla="*/ 25929 w 2249309"/>
              <a:gd name="connsiteY1056" fmla="*/ 243556 h 506009"/>
              <a:gd name="connsiteX1057" fmla="*/ 25905 w 2249309"/>
              <a:gd name="connsiteY1057" fmla="*/ 251559 h 506009"/>
              <a:gd name="connsiteX1058" fmla="*/ 27749 w 2249309"/>
              <a:gd name="connsiteY1058" fmla="*/ 257892 h 506009"/>
              <a:gd name="connsiteX1059" fmla="*/ 33459 w 2249309"/>
              <a:gd name="connsiteY1059" fmla="*/ 260136 h 506009"/>
              <a:gd name="connsiteX1060" fmla="*/ 38221 w 2249309"/>
              <a:gd name="connsiteY1060" fmla="*/ 258041 h 506009"/>
              <a:gd name="connsiteX1061" fmla="*/ 39043 w 2249309"/>
              <a:gd name="connsiteY1061" fmla="*/ 256645 h 506009"/>
              <a:gd name="connsiteX1062" fmla="*/ 44030 w 2249309"/>
              <a:gd name="connsiteY1062" fmla="*/ 259562 h 506009"/>
              <a:gd name="connsiteX1063" fmla="*/ 48642 w 2249309"/>
              <a:gd name="connsiteY1063" fmla="*/ 257792 h 506009"/>
              <a:gd name="connsiteX1064" fmla="*/ 50362 w 2249309"/>
              <a:gd name="connsiteY1064" fmla="*/ 252681 h 506009"/>
              <a:gd name="connsiteX1065" fmla="*/ 50537 w 2249309"/>
              <a:gd name="connsiteY1065" fmla="*/ 243980 h 506009"/>
              <a:gd name="connsiteX1066" fmla="*/ 50537 w 2249309"/>
              <a:gd name="connsiteY1066" fmla="*/ 241736 h 506009"/>
              <a:gd name="connsiteX1067" fmla="*/ 455474 w 2249309"/>
              <a:gd name="connsiteY1067" fmla="*/ 236899 h 506009"/>
              <a:gd name="connsiteX1068" fmla="*/ 455474 w 2249309"/>
              <a:gd name="connsiteY1068" fmla="*/ 239592 h 506009"/>
              <a:gd name="connsiteX1069" fmla="*/ 455474 w 2249309"/>
              <a:gd name="connsiteY1069" fmla="*/ 242260 h 506009"/>
              <a:gd name="connsiteX1070" fmla="*/ 466269 w 2249309"/>
              <a:gd name="connsiteY1070" fmla="*/ 246299 h 506009"/>
              <a:gd name="connsiteX1071" fmla="*/ 455773 w 2249309"/>
              <a:gd name="connsiteY1071" fmla="*/ 251285 h 506009"/>
              <a:gd name="connsiteX1072" fmla="*/ 455773 w 2249309"/>
              <a:gd name="connsiteY1072" fmla="*/ 254102 h 506009"/>
              <a:gd name="connsiteX1073" fmla="*/ 455773 w 2249309"/>
              <a:gd name="connsiteY1073" fmla="*/ 256919 h 506009"/>
              <a:gd name="connsiteX1074" fmla="*/ 470732 w 2249309"/>
              <a:gd name="connsiteY1074" fmla="*/ 248468 h 506009"/>
              <a:gd name="connsiteX1075" fmla="*/ 479982 w 2249309"/>
              <a:gd name="connsiteY1075" fmla="*/ 248144 h 506009"/>
              <a:gd name="connsiteX1076" fmla="*/ 479982 w 2249309"/>
              <a:gd name="connsiteY1076" fmla="*/ 245775 h 506009"/>
              <a:gd name="connsiteX1077" fmla="*/ 479982 w 2249309"/>
              <a:gd name="connsiteY1077" fmla="*/ 243431 h 506009"/>
              <a:gd name="connsiteX1078" fmla="*/ 470632 w 2249309"/>
              <a:gd name="connsiteY1078" fmla="*/ 243756 h 506009"/>
              <a:gd name="connsiteX1079" fmla="*/ 368438 w 2249309"/>
              <a:gd name="connsiteY1079" fmla="*/ 216480 h 506009"/>
              <a:gd name="connsiteX1080" fmla="*/ 353704 w 2249309"/>
              <a:gd name="connsiteY1080" fmla="*/ 232661 h 506009"/>
              <a:gd name="connsiteX1081" fmla="*/ 331988 w 2249309"/>
              <a:gd name="connsiteY1081" fmla="*/ 246722 h 506009"/>
              <a:gd name="connsiteX1082" fmla="*/ 289181 w 2249309"/>
              <a:gd name="connsiteY1082" fmla="*/ 259313 h 506009"/>
              <a:gd name="connsiteX1083" fmla="*/ 270707 w 2249309"/>
              <a:gd name="connsiteY1083" fmla="*/ 260484 h 506009"/>
              <a:gd name="connsiteX1084" fmla="*/ 266892 w 2249309"/>
              <a:gd name="connsiteY1084" fmla="*/ 260484 h 506009"/>
              <a:gd name="connsiteX1085" fmla="*/ 273075 w 2249309"/>
              <a:gd name="connsiteY1085" fmla="*/ 286737 h 506009"/>
              <a:gd name="connsiteX1086" fmla="*/ 253130 w 2249309"/>
              <a:gd name="connsiteY1086" fmla="*/ 289230 h 506009"/>
              <a:gd name="connsiteX1087" fmla="*/ 252881 w 2249309"/>
              <a:gd name="connsiteY1087" fmla="*/ 289230 h 506009"/>
              <a:gd name="connsiteX1088" fmla="*/ 252606 w 2249309"/>
              <a:gd name="connsiteY1088" fmla="*/ 289230 h 506009"/>
              <a:gd name="connsiteX1089" fmla="*/ 232661 w 2249309"/>
              <a:gd name="connsiteY1089" fmla="*/ 286737 h 506009"/>
              <a:gd name="connsiteX1090" fmla="*/ 238869 w 2249309"/>
              <a:gd name="connsiteY1090" fmla="*/ 260534 h 506009"/>
              <a:gd name="connsiteX1091" fmla="*/ 235055 w 2249309"/>
              <a:gd name="connsiteY1091" fmla="*/ 260534 h 506009"/>
              <a:gd name="connsiteX1092" fmla="*/ 216580 w 2249309"/>
              <a:gd name="connsiteY1092" fmla="*/ 259362 h 506009"/>
              <a:gd name="connsiteX1093" fmla="*/ 173773 w 2249309"/>
              <a:gd name="connsiteY1093" fmla="*/ 246772 h 506009"/>
              <a:gd name="connsiteX1094" fmla="*/ 152008 w 2249309"/>
              <a:gd name="connsiteY1094" fmla="*/ 232686 h 506009"/>
              <a:gd name="connsiteX1095" fmla="*/ 137323 w 2249309"/>
              <a:gd name="connsiteY1095" fmla="*/ 216530 h 506009"/>
              <a:gd name="connsiteX1096" fmla="*/ 152731 w 2249309"/>
              <a:gd name="connsiteY1096" fmla="*/ 218275 h 506009"/>
              <a:gd name="connsiteX1097" fmla="*/ 158715 w 2249309"/>
              <a:gd name="connsiteY1097" fmla="*/ 218550 h 506009"/>
              <a:gd name="connsiteX1098" fmla="*/ 186837 w 2249309"/>
              <a:gd name="connsiteY1098" fmla="*/ 220021 h 506009"/>
              <a:gd name="connsiteX1099" fmla="*/ 189979 w 2249309"/>
              <a:gd name="connsiteY1099" fmla="*/ 221691 h 506009"/>
              <a:gd name="connsiteX1100" fmla="*/ 221741 w 2249309"/>
              <a:gd name="connsiteY1100" fmla="*/ 231838 h 506009"/>
              <a:gd name="connsiteX1101" fmla="*/ 227426 w 2249309"/>
              <a:gd name="connsiteY1101" fmla="*/ 232212 h 506009"/>
              <a:gd name="connsiteX1102" fmla="*/ 234407 w 2249309"/>
              <a:gd name="connsiteY1102" fmla="*/ 231838 h 506009"/>
              <a:gd name="connsiteX1103" fmla="*/ 228922 w 2249309"/>
              <a:gd name="connsiteY1103" fmla="*/ 254650 h 506009"/>
              <a:gd name="connsiteX1104" fmla="*/ 253005 w 2249309"/>
              <a:gd name="connsiteY1104" fmla="*/ 256171 h 506009"/>
              <a:gd name="connsiteX1105" fmla="*/ 277064 w 2249309"/>
              <a:gd name="connsiteY1105" fmla="*/ 254650 h 506009"/>
              <a:gd name="connsiteX1106" fmla="*/ 271604 w 2249309"/>
              <a:gd name="connsiteY1106" fmla="*/ 231838 h 506009"/>
              <a:gd name="connsiteX1107" fmla="*/ 278560 w 2249309"/>
              <a:gd name="connsiteY1107" fmla="*/ 232212 h 506009"/>
              <a:gd name="connsiteX1108" fmla="*/ 284245 w 2249309"/>
              <a:gd name="connsiteY1108" fmla="*/ 231838 h 506009"/>
              <a:gd name="connsiteX1109" fmla="*/ 316032 w 2249309"/>
              <a:gd name="connsiteY1109" fmla="*/ 221691 h 506009"/>
              <a:gd name="connsiteX1110" fmla="*/ 319174 w 2249309"/>
              <a:gd name="connsiteY1110" fmla="*/ 220021 h 506009"/>
              <a:gd name="connsiteX1111" fmla="*/ 347296 w 2249309"/>
              <a:gd name="connsiteY1111" fmla="*/ 218550 h 506009"/>
              <a:gd name="connsiteX1112" fmla="*/ 353255 w 2249309"/>
              <a:gd name="connsiteY1112" fmla="*/ 218275 h 506009"/>
              <a:gd name="connsiteX1113" fmla="*/ 353006 w 2249309"/>
              <a:gd name="connsiteY1113" fmla="*/ 218226 h 506009"/>
              <a:gd name="connsiteX1114" fmla="*/ 368438 w 2249309"/>
              <a:gd name="connsiteY1114" fmla="*/ 216480 h 506009"/>
              <a:gd name="connsiteX1115" fmla="*/ 1030007 w 2249309"/>
              <a:gd name="connsiteY1115" fmla="*/ 204632 h 506009"/>
              <a:gd name="connsiteX1116" fmla="*/ 1023574 w 2249309"/>
              <a:gd name="connsiteY1116" fmla="*/ 205501 h 506009"/>
              <a:gd name="connsiteX1117" fmla="*/ 1016970 w 2249309"/>
              <a:gd name="connsiteY1117" fmla="*/ 207674 h 506009"/>
              <a:gd name="connsiteX1118" fmla="*/ 1012014 w 2249309"/>
              <a:gd name="connsiteY1118" fmla="*/ 210803 h 506009"/>
              <a:gd name="connsiteX1119" fmla="*/ 999150 w 2249309"/>
              <a:gd name="connsiteY1119" fmla="*/ 216366 h 506009"/>
              <a:gd name="connsiteX1120" fmla="*/ 995239 w 2249309"/>
              <a:gd name="connsiteY1120" fmla="*/ 222972 h 506009"/>
              <a:gd name="connsiteX1121" fmla="*/ 1000802 w 2249309"/>
              <a:gd name="connsiteY1121" fmla="*/ 228534 h 506009"/>
              <a:gd name="connsiteX1122" fmla="*/ 1010624 w 2249309"/>
              <a:gd name="connsiteY1122" fmla="*/ 225493 h 506009"/>
              <a:gd name="connsiteX1123" fmla="*/ 1019838 w 2249309"/>
              <a:gd name="connsiteY1123" fmla="*/ 218365 h 506009"/>
              <a:gd name="connsiteX1124" fmla="*/ 1027487 w 2249309"/>
              <a:gd name="connsiteY1124" fmla="*/ 211586 h 506009"/>
              <a:gd name="connsiteX1125" fmla="*/ 1030007 w 2249309"/>
              <a:gd name="connsiteY1125" fmla="*/ 204632 h 506009"/>
              <a:gd name="connsiteX1126" fmla="*/ 1335352 w 2249309"/>
              <a:gd name="connsiteY1126" fmla="*/ 190638 h 506009"/>
              <a:gd name="connsiteX1127" fmla="*/ 1325182 w 2249309"/>
              <a:gd name="connsiteY1127" fmla="*/ 192376 h 506009"/>
              <a:gd name="connsiteX1128" fmla="*/ 1322748 w 2249309"/>
              <a:gd name="connsiteY1128" fmla="*/ 197765 h 506009"/>
              <a:gd name="connsiteX1129" fmla="*/ 1323531 w 2249309"/>
              <a:gd name="connsiteY1129" fmla="*/ 202807 h 506009"/>
              <a:gd name="connsiteX1130" fmla="*/ 1332223 w 2249309"/>
              <a:gd name="connsiteY1130" fmla="*/ 203762 h 506009"/>
              <a:gd name="connsiteX1131" fmla="*/ 1332310 w 2249309"/>
              <a:gd name="connsiteY1131" fmla="*/ 203762 h 506009"/>
              <a:gd name="connsiteX1132" fmla="*/ 1338134 w 2249309"/>
              <a:gd name="connsiteY1132" fmla="*/ 193680 h 506009"/>
              <a:gd name="connsiteX1133" fmla="*/ 1338154 w 2249309"/>
              <a:gd name="connsiteY1133" fmla="*/ 193221 h 506009"/>
              <a:gd name="connsiteX1134" fmla="*/ 1335352 w 2249309"/>
              <a:gd name="connsiteY1134" fmla="*/ 190638 h 506009"/>
              <a:gd name="connsiteX1135" fmla="*/ 1365773 w 2249309"/>
              <a:gd name="connsiteY1135" fmla="*/ 181598 h 506009"/>
              <a:gd name="connsiteX1136" fmla="*/ 1357864 w 2249309"/>
              <a:gd name="connsiteY1136" fmla="*/ 184206 h 506009"/>
              <a:gd name="connsiteX1137" fmla="*/ 1356907 w 2249309"/>
              <a:gd name="connsiteY1137" fmla="*/ 192116 h 506009"/>
              <a:gd name="connsiteX1138" fmla="*/ 1361775 w 2249309"/>
              <a:gd name="connsiteY1138" fmla="*/ 196548 h 506009"/>
              <a:gd name="connsiteX1139" fmla="*/ 1370467 w 2249309"/>
              <a:gd name="connsiteY1139" fmla="*/ 190029 h 506009"/>
              <a:gd name="connsiteX1140" fmla="*/ 1370815 w 2249309"/>
              <a:gd name="connsiteY1140" fmla="*/ 190029 h 506009"/>
              <a:gd name="connsiteX1141" fmla="*/ 1370815 w 2249309"/>
              <a:gd name="connsiteY1141" fmla="*/ 183424 h 506009"/>
              <a:gd name="connsiteX1142" fmla="*/ 1365773 w 2249309"/>
              <a:gd name="connsiteY1142" fmla="*/ 181598 h 506009"/>
              <a:gd name="connsiteX1143" fmla="*/ 1047913 w 2249309"/>
              <a:gd name="connsiteY1143" fmla="*/ 171602 h 506009"/>
              <a:gd name="connsiteX1144" fmla="*/ 1055387 w 2249309"/>
              <a:gd name="connsiteY1144" fmla="*/ 174471 h 506009"/>
              <a:gd name="connsiteX1145" fmla="*/ 1064079 w 2249309"/>
              <a:gd name="connsiteY1145" fmla="*/ 174471 h 506009"/>
              <a:gd name="connsiteX1146" fmla="*/ 1076335 w 2249309"/>
              <a:gd name="connsiteY1146" fmla="*/ 182468 h 506009"/>
              <a:gd name="connsiteX1147" fmla="*/ 1079725 w 2249309"/>
              <a:gd name="connsiteY1147" fmla="*/ 192637 h 506009"/>
              <a:gd name="connsiteX1148" fmla="*/ 1079725 w 2249309"/>
              <a:gd name="connsiteY1148" fmla="*/ 200547 h 506009"/>
              <a:gd name="connsiteX1149" fmla="*/ 1069381 w 2249309"/>
              <a:gd name="connsiteY1149" fmla="*/ 211064 h 506009"/>
              <a:gd name="connsiteX1150" fmla="*/ 1069033 w 2249309"/>
              <a:gd name="connsiteY1150" fmla="*/ 211064 h 506009"/>
              <a:gd name="connsiteX1151" fmla="*/ 1064079 w 2249309"/>
              <a:gd name="connsiteY1151" fmla="*/ 219756 h 506009"/>
              <a:gd name="connsiteX1152" fmla="*/ 1047825 w 2249309"/>
              <a:gd name="connsiteY1152" fmla="*/ 248092 h 506009"/>
              <a:gd name="connsiteX1153" fmla="*/ 1040697 w 2249309"/>
              <a:gd name="connsiteY1153" fmla="*/ 257218 h 506009"/>
              <a:gd name="connsiteX1154" fmla="*/ 1035395 w 2249309"/>
              <a:gd name="connsiteY1154" fmla="*/ 257913 h 506009"/>
              <a:gd name="connsiteX1155" fmla="*/ 1030355 w 2249309"/>
              <a:gd name="connsiteY1155" fmla="*/ 263563 h 506009"/>
              <a:gd name="connsiteX1156" fmla="*/ 1032006 w 2249309"/>
              <a:gd name="connsiteY1156" fmla="*/ 273906 h 506009"/>
              <a:gd name="connsiteX1157" fmla="*/ 1032006 w 2249309"/>
              <a:gd name="connsiteY1157" fmla="*/ 319886 h 506009"/>
              <a:gd name="connsiteX1158" fmla="*/ 1023314 w 2249309"/>
              <a:gd name="connsiteY1158" fmla="*/ 332924 h 506009"/>
              <a:gd name="connsiteX1159" fmla="*/ 1014014 w 2249309"/>
              <a:gd name="connsiteY1159" fmla="*/ 342224 h 506009"/>
              <a:gd name="connsiteX1160" fmla="*/ 1005322 w 2249309"/>
              <a:gd name="connsiteY1160" fmla="*/ 346657 h 506009"/>
              <a:gd name="connsiteX1161" fmla="*/ 1001411 w 2249309"/>
              <a:gd name="connsiteY1161" fmla="*/ 343962 h 506009"/>
              <a:gd name="connsiteX1162" fmla="*/ 995326 w 2249309"/>
              <a:gd name="connsiteY1162" fmla="*/ 341268 h 506009"/>
              <a:gd name="connsiteX1163" fmla="*/ 990545 w 2249309"/>
              <a:gd name="connsiteY1163" fmla="*/ 337531 h 506009"/>
              <a:gd name="connsiteX1164" fmla="*/ 982549 w 2249309"/>
              <a:gd name="connsiteY1164" fmla="*/ 333620 h 506009"/>
              <a:gd name="connsiteX1165" fmla="*/ 978203 w 2249309"/>
              <a:gd name="connsiteY1165" fmla="*/ 325449 h 506009"/>
              <a:gd name="connsiteX1166" fmla="*/ 965948 w 2249309"/>
              <a:gd name="connsiteY1166" fmla="*/ 312932 h 506009"/>
              <a:gd name="connsiteX1167" fmla="*/ 973770 w 2249309"/>
              <a:gd name="connsiteY1167" fmla="*/ 309717 h 506009"/>
              <a:gd name="connsiteX1168" fmla="*/ 985330 w 2249309"/>
              <a:gd name="connsiteY1168" fmla="*/ 313714 h 506009"/>
              <a:gd name="connsiteX1169" fmla="*/ 994631 w 2249309"/>
              <a:gd name="connsiteY1169" fmla="*/ 302850 h 506009"/>
              <a:gd name="connsiteX1170" fmla="*/ 994631 w 2249309"/>
              <a:gd name="connsiteY1170" fmla="*/ 295288 h 506009"/>
              <a:gd name="connsiteX1171" fmla="*/ 994631 w 2249309"/>
              <a:gd name="connsiteY1171" fmla="*/ 284945 h 506009"/>
              <a:gd name="connsiteX1172" fmla="*/ 996282 w 2249309"/>
              <a:gd name="connsiteY1172" fmla="*/ 271125 h 506009"/>
              <a:gd name="connsiteX1173" fmla="*/ 993762 w 2249309"/>
              <a:gd name="connsiteY1173" fmla="*/ 266431 h 506009"/>
              <a:gd name="connsiteX1174" fmla="*/ 986286 w 2249309"/>
              <a:gd name="connsiteY1174" fmla="*/ 264345 h 506009"/>
              <a:gd name="connsiteX1175" fmla="*/ 980376 w 2249309"/>
              <a:gd name="connsiteY1175" fmla="*/ 265388 h 506009"/>
              <a:gd name="connsiteX1176" fmla="*/ 970902 w 2249309"/>
              <a:gd name="connsiteY1176" fmla="*/ 264519 h 506009"/>
              <a:gd name="connsiteX1177" fmla="*/ 967512 w 2249309"/>
              <a:gd name="connsiteY1177" fmla="*/ 261477 h 506009"/>
              <a:gd name="connsiteX1178" fmla="*/ 965599 w 2249309"/>
              <a:gd name="connsiteY1178" fmla="*/ 254523 h 506009"/>
              <a:gd name="connsiteX1179" fmla="*/ 963948 w 2249309"/>
              <a:gd name="connsiteY1179" fmla="*/ 250785 h 506009"/>
              <a:gd name="connsiteX1180" fmla="*/ 963079 w 2249309"/>
              <a:gd name="connsiteY1180" fmla="*/ 243484 h 506009"/>
              <a:gd name="connsiteX1181" fmla="*/ 960732 w 2249309"/>
              <a:gd name="connsiteY1181" fmla="*/ 232794 h 506009"/>
              <a:gd name="connsiteX1182" fmla="*/ 958472 w 2249309"/>
              <a:gd name="connsiteY1182" fmla="*/ 219060 h 506009"/>
              <a:gd name="connsiteX1183" fmla="*/ 957777 w 2249309"/>
              <a:gd name="connsiteY1183" fmla="*/ 205153 h 506009"/>
              <a:gd name="connsiteX1184" fmla="*/ 966469 w 2249309"/>
              <a:gd name="connsiteY1184" fmla="*/ 189421 h 506009"/>
              <a:gd name="connsiteX1185" fmla="*/ 974465 w 2249309"/>
              <a:gd name="connsiteY1185" fmla="*/ 185858 h 506009"/>
              <a:gd name="connsiteX1186" fmla="*/ 981592 w 2249309"/>
              <a:gd name="connsiteY1186" fmla="*/ 189595 h 506009"/>
              <a:gd name="connsiteX1187" fmla="*/ 984982 w 2249309"/>
              <a:gd name="connsiteY1187" fmla="*/ 194115 h 506009"/>
              <a:gd name="connsiteX1188" fmla="*/ 999759 w 2249309"/>
              <a:gd name="connsiteY1188" fmla="*/ 189769 h 506009"/>
              <a:gd name="connsiteX1189" fmla="*/ 1010710 w 2249309"/>
              <a:gd name="connsiteY1189" fmla="*/ 186813 h 506009"/>
              <a:gd name="connsiteX1190" fmla="*/ 1018707 w 2249309"/>
              <a:gd name="connsiteY1190" fmla="*/ 183945 h 506009"/>
              <a:gd name="connsiteX1191" fmla="*/ 1024965 w 2249309"/>
              <a:gd name="connsiteY1191" fmla="*/ 182120 h 506009"/>
              <a:gd name="connsiteX1192" fmla="*/ 1033657 w 2249309"/>
              <a:gd name="connsiteY1192" fmla="*/ 178730 h 506009"/>
              <a:gd name="connsiteX1193" fmla="*/ 1038612 w 2249309"/>
              <a:gd name="connsiteY1193" fmla="*/ 175514 h 506009"/>
              <a:gd name="connsiteX1194" fmla="*/ 1042958 w 2249309"/>
              <a:gd name="connsiteY1194" fmla="*/ 173254 h 506009"/>
              <a:gd name="connsiteX1195" fmla="*/ 1047913 w 2249309"/>
              <a:gd name="connsiteY1195" fmla="*/ 171602 h 506009"/>
              <a:gd name="connsiteX1196" fmla="*/ 1332744 w 2249309"/>
              <a:gd name="connsiteY1196" fmla="*/ 157348 h 506009"/>
              <a:gd name="connsiteX1197" fmla="*/ 1324052 w 2249309"/>
              <a:gd name="connsiteY1197" fmla="*/ 163345 h 506009"/>
              <a:gd name="connsiteX1198" fmla="*/ 1325009 w 2249309"/>
              <a:gd name="connsiteY1198" fmla="*/ 172037 h 506009"/>
              <a:gd name="connsiteX1199" fmla="*/ 1328746 w 2249309"/>
              <a:gd name="connsiteY1199" fmla="*/ 174297 h 506009"/>
              <a:gd name="connsiteX1200" fmla="*/ 1338655 w 2249309"/>
              <a:gd name="connsiteY1200" fmla="*/ 164910 h 506009"/>
              <a:gd name="connsiteX1201" fmla="*/ 1339089 w 2249309"/>
              <a:gd name="connsiteY1201" fmla="*/ 164649 h 506009"/>
              <a:gd name="connsiteX1202" fmla="*/ 1332744 w 2249309"/>
              <a:gd name="connsiteY1202" fmla="*/ 157348 h 506009"/>
              <a:gd name="connsiteX1203" fmla="*/ 1379680 w 2249309"/>
              <a:gd name="connsiteY1203" fmla="*/ 144571 h 506009"/>
              <a:gd name="connsiteX1204" fmla="*/ 1359776 w 2249309"/>
              <a:gd name="connsiteY1204" fmla="*/ 152393 h 506009"/>
              <a:gd name="connsiteX1205" fmla="*/ 1362644 w 2249309"/>
              <a:gd name="connsiteY1205" fmla="*/ 161780 h 506009"/>
              <a:gd name="connsiteX1206" fmla="*/ 1373336 w 2249309"/>
              <a:gd name="connsiteY1206" fmla="*/ 162389 h 506009"/>
              <a:gd name="connsiteX1207" fmla="*/ 1380462 w 2249309"/>
              <a:gd name="connsiteY1207" fmla="*/ 152220 h 506009"/>
              <a:gd name="connsiteX1208" fmla="*/ 1379680 w 2249309"/>
              <a:gd name="connsiteY1208" fmla="*/ 144571 h 506009"/>
              <a:gd name="connsiteX1209" fmla="*/ 1663732 w 2249309"/>
              <a:gd name="connsiteY1209" fmla="*/ 142572 h 506009"/>
              <a:gd name="connsiteX1210" fmla="*/ 1669556 w 2249309"/>
              <a:gd name="connsiteY1210" fmla="*/ 145962 h 506009"/>
              <a:gd name="connsiteX1211" fmla="*/ 1678248 w 2249309"/>
              <a:gd name="connsiteY1211" fmla="*/ 154045 h 506009"/>
              <a:gd name="connsiteX1212" fmla="*/ 1680855 w 2249309"/>
              <a:gd name="connsiteY1212" fmla="*/ 162042 h 506009"/>
              <a:gd name="connsiteX1213" fmla="*/ 1684245 w 2249309"/>
              <a:gd name="connsiteY1213" fmla="*/ 167344 h 506009"/>
              <a:gd name="connsiteX1214" fmla="*/ 1670772 w 2249309"/>
              <a:gd name="connsiteY1214" fmla="*/ 179860 h 506009"/>
              <a:gd name="connsiteX1215" fmla="*/ 1660169 w 2249309"/>
              <a:gd name="connsiteY1215" fmla="*/ 188552 h 506009"/>
              <a:gd name="connsiteX1216" fmla="*/ 1651998 w 2249309"/>
              <a:gd name="connsiteY1216" fmla="*/ 194028 h 506009"/>
              <a:gd name="connsiteX1217" fmla="*/ 1635745 w 2249309"/>
              <a:gd name="connsiteY1217" fmla="*/ 205414 h 506009"/>
              <a:gd name="connsiteX1218" fmla="*/ 1639656 w 2249309"/>
              <a:gd name="connsiteY1218" fmla="*/ 218974 h 506009"/>
              <a:gd name="connsiteX1219" fmla="*/ 1636961 w 2249309"/>
              <a:gd name="connsiteY1219" fmla="*/ 225232 h 506009"/>
              <a:gd name="connsiteX1220" fmla="*/ 1634788 w 2249309"/>
              <a:gd name="connsiteY1220" fmla="*/ 230968 h 506009"/>
              <a:gd name="connsiteX1221" fmla="*/ 1633137 w 2249309"/>
              <a:gd name="connsiteY1221" fmla="*/ 237053 h 506009"/>
              <a:gd name="connsiteX1222" fmla="*/ 1632007 w 2249309"/>
              <a:gd name="connsiteY1222" fmla="*/ 243484 h 506009"/>
              <a:gd name="connsiteX1223" fmla="*/ 1632876 w 2249309"/>
              <a:gd name="connsiteY1223" fmla="*/ 260173 h 506009"/>
              <a:gd name="connsiteX1224" fmla="*/ 1662950 w 2249309"/>
              <a:gd name="connsiteY1224" fmla="*/ 259478 h 506009"/>
              <a:gd name="connsiteX1225" fmla="*/ 1670773 w 2249309"/>
              <a:gd name="connsiteY1225" fmla="*/ 256436 h 506009"/>
              <a:gd name="connsiteX1226" fmla="*/ 1678248 w 2249309"/>
              <a:gd name="connsiteY1226" fmla="*/ 255653 h 506009"/>
              <a:gd name="connsiteX1227" fmla="*/ 1686419 w 2249309"/>
              <a:gd name="connsiteY1227" fmla="*/ 257827 h 506009"/>
              <a:gd name="connsiteX1228" fmla="*/ 1694414 w 2249309"/>
              <a:gd name="connsiteY1228" fmla="*/ 262259 h 506009"/>
              <a:gd name="connsiteX1229" fmla="*/ 1704845 w 2249309"/>
              <a:gd name="connsiteY1229" fmla="*/ 270951 h 506009"/>
              <a:gd name="connsiteX1230" fmla="*/ 1705801 w 2249309"/>
              <a:gd name="connsiteY1230" fmla="*/ 278079 h 506009"/>
              <a:gd name="connsiteX1231" fmla="*/ 1704323 w 2249309"/>
              <a:gd name="connsiteY1231" fmla="*/ 278252 h 506009"/>
              <a:gd name="connsiteX1232" fmla="*/ 1705366 w 2249309"/>
              <a:gd name="connsiteY1232" fmla="*/ 280860 h 506009"/>
              <a:gd name="connsiteX1233" fmla="*/ 1706062 w 2249309"/>
              <a:gd name="connsiteY1233" fmla="*/ 284684 h 506009"/>
              <a:gd name="connsiteX1234" fmla="*/ 1703454 w 2249309"/>
              <a:gd name="connsiteY1234" fmla="*/ 290856 h 506009"/>
              <a:gd name="connsiteX1235" fmla="*/ 1698239 w 2249309"/>
              <a:gd name="connsiteY1235" fmla="*/ 296158 h 506009"/>
              <a:gd name="connsiteX1236" fmla="*/ 1688069 w 2249309"/>
              <a:gd name="connsiteY1236" fmla="*/ 296766 h 506009"/>
              <a:gd name="connsiteX1237" fmla="*/ 1677031 w 2249309"/>
              <a:gd name="connsiteY1237" fmla="*/ 294854 h 506009"/>
              <a:gd name="connsiteX1238" fmla="*/ 1665732 w 2249309"/>
              <a:gd name="connsiteY1238" fmla="*/ 295810 h 506009"/>
              <a:gd name="connsiteX1239" fmla="*/ 1647044 w 2249309"/>
              <a:gd name="connsiteY1239" fmla="*/ 294245 h 506009"/>
              <a:gd name="connsiteX1240" fmla="*/ 1629660 w 2249309"/>
              <a:gd name="connsiteY1240" fmla="*/ 294245 h 506009"/>
              <a:gd name="connsiteX1241" fmla="*/ 1612276 w 2249309"/>
              <a:gd name="connsiteY1241" fmla="*/ 295636 h 506009"/>
              <a:gd name="connsiteX1242" fmla="*/ 1595674 w 2249309"/>
              <a:gd name="connsiteY1242" fmla="*/ 297983 h 506009"/>
              <a:gd name="connsiteX1243" fmla="*/ 1576813 w 2249309"/>
              <a:gd name="connsiteY1243" fmla="*/ 297548 h 506009"/>
              <a:gd name="connsiteX1244" fmla="*/ 1543349 w 2249309"/>
              <a:gd name="connsiteY1244" fmla="*/ 304415 h 506009"/>
              <a:gd name="connsiteX1245" fmla="*/ 1502324 w 2249309"/>
              <a:gd name="connsiteY1245" fmla="*/ 320061 h 506009"/>
              <a:gd name="connsiteX1246" fmla="*/ 1486678 w 2249309"/>
              <a:gd name="connsiteY1246" fmla="*/ 305284 h 506009"/>
              <a:gd name="connsiteX1247" fmla="*/ 1486678 w 2249309"/>
              <a:gd name="connsiteY1247" fmla="*/ 296592 h 506009"/>
              <a:gd name="connsiteX1248" fmla="*/ 1485722 w 2249309"/>
              <a:gd name="connsiteY1248" fmla="*/ 285988 h 506009"/>
              <a:gd name="connsiteX1249" fmla="*/ 1503106 w 2249309"/>
              <a:gd name="connsiteY1249" fmla="*/ 276514 h 506009"/>
              <a:gd name="connsiteX1250" fmla="*/ 1513188 w 2249309"/>
              <a:gd name="connsiteY1250" fmla="*/ 277470 h 506009"/>
              <a:gd name="connsiteX1251" fmla="*/ 1534049 w 2249309"/>
              <a:gd name="connsiteY1251" fmla="*/ 269560 h 506009"/>
              <a:gd name="connsiteX1252" fmla="*/ 1542741 w 2249309"/>
              <a:gd name="connsiteY1252" fmla="*/ 267909 h 506009"/>
              <a:gd name="connsiteX1253" fmla="*/ 1565601 w 2249309"/>
              <a:gd name="connsiteY1253" fmla="*/ 258348 h 506009"/>
              <a:gd name="connsiteX1254" fmla="*/ 1583506 w 2249309"/>
              <a:gd name="connsiteY1254" fmla="*/ 227752 h 506009"/>
              <a:gd name="connsiteX1255" fmla="*/ 1585332 w 2249309"/>
              <a:gd name="connsiteY1255" fmla="*/ 217496 h 506009"/>
              <a:gd name="connsiteX1256" fmla="*/ 1583506 w 2249309"/>
              <a:gd name="connsiteY1256" fmla="*/ 209412 h 506009"/>
              <a:gd name="connsiteX1257" fmla="*/ 1574814 w 2249309"/>
              <a:gd name="connsiteY1257" fmla="*/ 210803 h 506009"/>
              <a:gd name="connsiteX1258" fmla="*/ 1563428 w 2249309"/>
              <a:gd name="connsiteY1258" fmla="*/ 211586 h 506009"/>
              <a:gd name="connsiteX1259" fmla="*/ 1559951 w 2249309"/>
              <a:gd name="connsiteY1259" fmla="*/ 201242 h 506009"/>
              <a:gd name="connsiteX1260" fmla="*/ 1553171 w 2249309"/>
              <a:gd name="connsiteY1260" fmla="*/ 188813 h 506009"/>
              <a:gd name="connsiteX1261" fmla="*/ 1551433 w 2249309"/>
              <a:gd name="connsiteY1261" fmla="*/ 178817 h 506009"/>
              <a:gd name="connsiteX1262" fmla="*/ 1550564 w 2249309"/>
              <a:gd name="connsiteY1262" fmla="*/ 169170 h 506009"/>
              <a:gd name="connsiteX1263" fmla="*/ 1559256 w 2249309"/>
              <a:gd name="connsiteY1263" fmla="*/ 161955 h 506009"/>
              <a:gd name="connsiteX1264" fmla="*/ 1574554 w 2249309"/>
              <a:gd name="connsiteY1264" fmla="*/ 165605 h 506009"/>
              <a:gd name="connsiteX1265" fmla="*/ 1611060 w 2249309"/>
              <a:gd name="connsiteY1265" fmla="*/ 159521 h 506009"/>
              <a:gd name="connsiteX1266" fmla="*/ 1617405 w 2249309"/>
              <a:gd name="connsiteY1266" fmla="*/ 157783 h 506009"/>
              <a:gd name="connsiteX1267" fmla="*/ 1621924 w 2249309"/>
              <a:gd name="connsiteY1267" fmla="*/ 156045 h 506009"/>
              <a:gd name="connsiteX1268" fmla="*/ 1649304 w 2249309"/>
              <a:gd name="connsiteY1268" fmla="*/ 144485 h 506009"/>
              <a:gd name="connsiteX1269" fmla="*/ 1657040 w 2249309"/>
              <a:gd name="connsiteY1269" fmla="*/ 143528 h 506009"/>
              <a:gd name="connsiteX1270" fmla="*/ 1663732 w 2249309"/>
              <a:gd name="connsiteY1270" fmla="*/ 142572 h 506009"/>
              <a:gd name="connsiteX1271" fmla="*/ 1279202 w 2249309"/>
              <a:gd name="connsiteY1271" fmla="*/ 132489 h 506009"/>
              <a:gd name="connsiteX1272" fmla="*/ 1287025 w 2249309"/>
              <a:gd name="connsiteY1272" fmla="*/ 142746 h 506009"/>
              <a:gd name="connsiteX1273" fmla="*/ 1285199 w 2249309"/>
              <a:gd name="connsiteY1273" fmla="*/ 153089 h 506009"/>
              <a:gd name="connsiteX1274" fmla="*/ 1281636 w 2249309"/>
              <a:gd name="connsiteY1274" fmla="*/ 164910 h 506009"/>
              <a:gd name="connsiteX1275" fmla="*/ 1275204 w 2249309"/>
              <a:gd name="connsiteY1275" fmla="*/ 173602 h 506009"/>
              <a:gd name="connsiteX1276" fmla="*/ 1264514 w 2249309"/>
              <a:gd name="connsiteY1276" fmla="*/ 185422 h 506009"/>
              <a:gd name="connsiteX1277" fmla="*/ 1263383 w 2249309"/>
              <a:gd name="connsiteY1277" fmla="*/ 198547 h 506009"/>
              <a:gd name="connsiteX1278" fmla="*/ 1264165 w 2249309"/>
              <a:gd name="connsiteY1278" fmla="*/ 207239 h 506009"/>
              <a:gd name="connsiteX1279" fmla="*/ 1271119 w 2249309"/>
              <a:gd name="connsiteY1279" fmla="*/ 207239 h 506009"/>
              <a:gd name="connsiteX1280" fmla="*/ 1273379 w 2249309"/>
              <a:gd name="connsiteY1280" fmla="*/ 213584 h 506009"/>
              <a:gd name="connsiteX1281" fmla="*/ 1277638 w 2249309"/>
              <a:gd name="connsiteY1281" fmla="*/ 223754 h 506009"/>
              <a:gd name="connsiteX1282" fmla="*/ 1276161 w 2249309"/>
              <a:gd name="connsiteY1282" fmla="*/ 227839 h 506009"/>
              <a:gd name="connsiteX1283" fmla="*/ 1256082 w 2249309"/>
              <a:gd name="connsiteY1283" fmla="*/ 247135 h 506009"/>
              <a:gd name="connsiteX1284" fmla="*/ 1257038 w 2249309"/>
              <a:gd name="connsiteY1284" fmla="*/ 255045 h 506009"/>
              <a:gd name="connsiteX1285" fmla="*/ 1264687 w 2249309"/>
              <a:gd name="connsiteY1285" fmla="*/ 255045 h 506009"/>
              <a:gd name="connsiteX1286" fmla="*/ 1264426 w 2249309"/>
              <a:gd name="connsiteY1286" fmla="*/ 255566 h 506009"/>
              <a:gd name="connsiteX1287" fmla="*/ 1271380 w 2249309"/>
              <a:gd name="connsiteY1287" fmla="*/ 260086 h 506009"/>
              <a:gd name="connsiteX1288" fmla="*/ 1273466 w 2249309"/>
              <a:gd name="connsiteY1288" fmla="*/ 267561 h 506009"/>
              <a:gd name="connsiteX1289" fmla="*/ 1253909 w 2249309"/>
              <a:gd name="connsiteY1289" fmla="*/ 291029 h 506009"/>
              <a:gd name="connsiteX1290" fmla="*/ 1222010 w 2249309"/>
              <a:gd name="connsiteY1290" fmla="*/ 306935 h 506009"/>
              <a:gd name="connsiteX1291" fmla="*/ 1206451 w 2249309"/>
              <a:gd name="connsiteY1291" fmla="*/ 320842 h 506009"/>
              <a:gd name="connsiteX1292" fmla="*/ 1200281 w 2249309"/>
              <a:gd name="connsiteY1292" fmla="*/ 320842 h 506009"/>
              <a:gd name="connsiteX1293" fmla="*/ 1191589 w 2249309"/>
              <a:gd name="connsiteY1293" fmla="*/ 318408 h 506009"/>
              <a:gd name="connsiteX1294" fmla="*/ 1187851 w 2249309"/>
              <a:gd name="connsiteY1294" fmla="*/ 310760 h 506009"/>
              <a:gd name="connsiteX1295" fmla="*/ 1182462 w 2249309"/>
              <a:gd name="connsiteY1295" fmla="*/ 303024 h 506009"/>
              <a:gd name="connsiteX1296" fmla="*/ 1180028 w 2249309"/>
              <a:gd name="connsiteY1296" fmla="*/ 288943 h 506009"/>
              <a:gd name="connsiteX1297" fmla="*/ 1193848 w 2249309"/>
              <a:gd name="connsiteY1297" fmla="*/ 275644 h 506009"/>
              <a:gd name="connsiteX1298" fmla="*/ 1201758 w 2249309"/>
              <a:gd name="connsiteY1298" fmla="*/ 269821 h 506009"/>
              <a:gd name="connsiteX1299" fmla="*/ 1207408 w 2249309"/>
              <a:gd name="connsiteY1299" fmla="*/ 263997 h 506009"/>
              <a:gd name="connsiteX1300" fmla="*/ 1208885 w 2249309"/>
              <a:gd name="connsiteY1300" fmla="*/ 258347 h 506009"/>
              <a:gd name="connsiteX1301" fmla="*/ 1210536 w 2249309"/>
              <a:gd name="connsiteY1301" fmla="*/ 251046 h 506009"/>
              <a:gd name="connsiteX1302" fmla="*/ 1207929 w 2249309"/>
              <a:gd name="connsiteY1302" fmla="*/ 245223 h 506009"/>
              <a:gd name="connsiteX1303" fmla="*/ 1204799 w 2249309"/>
              <a:gd name="connsiteY1303" fmla="*/ 240182 h 506009"/>
              <a:gd name="connsiteX1304" fmla="*/ 1198541 w 2249309"/>
              <a:gd name="connsiteY1304" fmla="*/ 229317 h 506009"/>
              <a:gd name="connsiteX1305" fmla="*/ 1208537 w 2249309"/>
              <a:gd name="connsiteY1305" fmla="*/ 218974 h 506009"/>
              <a:gd name="connsiteX1306" fmla="*/ 1215230 w 2249309"/>
              <a:gd name="connsiteY1306" fmla="*/ 218974 h 506009"/>
              <a:gd name="connsiteX1307" fmla="*/ 1224618 w 2249309"/>
              <a:gd name="connsiteY1307" fmla="*/ 211238 h 506009"/>
              <a:gd name="connsiteX1308" fmla="*/ 1226703 w 2249309"/>
              <a:gd name="connsiteY1308" fmla="*/ 196983 h 506009"/>
              <a:gd name="connsiteX1309" fmla="*/ 1219402 w 2249309"/>
              <a:gd name="connsiteY1309" fmla="*/ 190203 h 506009"/>
              <a:gd name="connsiteX1310" fmla="*/ 1210710 w 2249309"/>
              <a:gd name="connsiteY1310" fmla="*/ 187074 h 506009"/>
              <a:gd name="connsiteX1311" fmla="*/ 1205235 w 2249309"/>
              <a:gd name="connsiteY1311" fmla="*/ 181077 h 506009"/>
              <a:gd name="connsiteX1312" fmla="*/ 1200715 w 2249309"/>
              <a:gd name="connsiteY1312" fmla="*/ 178035 h 506009"/>
              <a:gd name="connsiteX1313" fmla="*/ 1198280 w 2249309"/>
              <a:gd name="connsiteY1313" fmla="*/ 167865 h 506009"/>
              <a:gd name="connsiteX1314" fmla="*/ 1202974 w 2249309"/>
              <a:gd name="connsiteY1314" fmla="*/ 164910 h 506009"/>
              <a:gd name="connsiteX1315" fmla="*/ 1206538 w 2249309"/>
              <a:gd name="connsiteY1315" fmla="*/ 159434 h 506009"/>
              <a:gd name="connsiteX1316" fmla="*/ 1214100 w 2249309"/>
              <a:gd name="connsiteY1316" fmla="*/ 155001 h 506009"/>
              <a:gd name="connsiteX1317" fmla="*/ 1224009 w 2249309"/>
              <a:gd name="connsiteY1317" fmla="*/ 153872 h 506009"/>
              <a:gd name="connsiteX1318" fmla="*/ 1266947 w 2249309"/>
              <a:gd name="connsiteY1318" fmla="*/ 133359 h 506009"/>
              <a:gd name="connsiteX1319" fmla="*/ 1279202 w 2249309"/>
              <a:gd name="connsiteY1319" fmla="*/ 132489 h 506009"/>
              <a:gd name="connsiteX1320" fmla="*/ 1879117 w 2249309"/>
              <a:gd name="connsiteY1320" fmla="*/ 132142 h 506009"/>
              <a:gd name="connsiteX1321" fmla="*/ 1891720 w 2249309"/>
              <a:gd name="connsiteY1321" fmla="*/ 132663 h 506009"/>
              <a:gd name="connsiteX1322" fmla="*/ 1901803 w 2249309"/>
              <a:gd name="connsiteY1322" fmla="*/ 140920 h 506009"/>
              <a:gd name="connsiteX1323" fmla="*/ 1904150 w 2249309"/>
              <a:gd name="connsiteY1323" fmla="*/ 148047 h 506009"/>
              <a:gd name="connsiteX1324" fmla="*/ 1905540 w 2249309"/>
              <a:gd name="connsiteY1324" fmla="*/ 154914 h 506009"/>
              <a:gd name="connsiteX1325" fmla="*/ 1900239 w 2249309"/>
              <a:gd name="connsiteY1325" fmla="*/ 167691 h 506009"/>
              <a:gd name="connsiteX1326" fmla="*/ 1900239 w 2249309"/>
              <a:gd name="connsiteY1326" fmla="*/ 175166 h 506009"/>
              <a:gd name="connsiteX1327" fmla="*/ 1905367 w 2249309"/>
              <a:gd name="connsiteY1327" fmla="*/ 173863 h 506009"/>
              <a:gd name="connsiteX1328" fmla="*/ 1911798 w 2249309"/>
              <a:gd name="connsiteY1328" fmla="*/ 170994 h 506009"/>
              <a:gd name="connsiteX1329" fmla="*/ 1919361 w 2249309"/>
              <a:gd name="connsiteY1329" fmla="*/ 168387 h 506009"/>
              <a:gd name="connsiteX1330" fmla="*/ 1928053 w 2249309"/>
              <a:gd name="connsiteY1330" fmla="*/ 162129 h 506009"/>
              <a:gd name="connsiteX1331" fmla="*/ 1941612 w 2249309"/>
              <a:gd name="connsiteY1331" fmla="*/ 162129 h 506009"/>
              <a:gd name="connsiteX1332" fmla="*/ 1953433 w 2249309"/>
              <a:gd name="connsiteY1332" fmla="*/ 165953 h 506009"/>
              <a:gd name="connsiteX1333" fmla="*/ 1961603 w 2249309"/>
              <a:gd name="connsiteY1333" fmla="*/ 181512 h 506009"/>
              <a:gd name="connsiteX1334" fmla="*/ 1958474 w 2249309"/>
              <a:gd name="connsiteY1334" fmla="*/ 185423 h 506009"/>
              <a:gd name="connsiteX1335" fmla="*/ 1951955 w 2249309"/>
              <a:gd name="connsiteY1335" fmla="*/ 190290 h 506009"/>
              <a:gd name="connsiteX1336" fmla="*/ 1936918 w 2249309"/>
              <a:gd name="connsiteY1336" fmla="*/ 196722 h 506009"/>
              <a:gd name="connsiteX1337" fmla="*/ 1928226 w 2249309"/>
              <a:gd name="connsiteY1337" fmla="*/ 200460 h 506009"/>
              <a:gd name="connsiteX1338" fmla="*/ 1918144 w 2249309"/>
              <a:gd name="connsiteY1338" fmla="*/ 201764 h 506009"/>
              <a:gd name="connsiteX1339" fmla="*/ 1902672 w 2249309"/>
              <a:gd name="connsiteY1339" fmla="*/ 207674 h 506009"/>
              <a:gd name="connsiteX1340" fmla="*/ 1897544 w 2249309"/>
              <a:gd name="connsiteY1340" fmla="*/ 215149 h 506009"/>
              <a:gd name="connsiteX1341" fmla="*/ 1899369 w 2249309"/>
              <a:gd name="connsiteY1341" fmla="*/ 227144 h 506009"/>
              <a:gd name="connsiteX1342" fmla="*/ 1924923 w 2249309"/>
              <a:gd name="connsiteY1342" fmla="*/ 253219 h 506009"/>
              <a:gd name="connsiteX1343" fmla="*/ 1943785 w 2249309"/>
              <a:gd name="connsiteY1343" fmla="*/ 274514 h 506009"/>
              <a:gd name="connsiteX1344" fmla="*/ 1963168 w 2249309"/>
              <a:gd name="connsiteY1344" fmla="*/ 287813 h 506009"/>
              <a:gd name="connsiteX1345" fmla="*/ 1974293 w 2249309"/>
              <a:gd name="connsiteY1345" fmla="*/ 292159 h 506009"/>
              <a:gd name="connsiteX1346" fmla="*/ 1982985 w 2249309"/>
              <a:gd name="connsiteY1346" fmla="*/ 297635 h 506009"/>
              <a:gd name="connsiteX1347" fmla="*/ 2002194 w 2249309"/>
              <a:gd name="connsiteY1347" fmla="*/ 304762 h 506009"/>
              <a:gd name="connsiteX1348" fmla="*/ 2008800 w 2249309"/>
              <a:gd name="connsiteY1348" fmla="*/ 307804 h 506009"/>
              <a:gd name="connsiteX1349" fmla="*/ 2008104 w 2249309"/>
              <a:gd name="connsiteY1349" fmla="*/ 308673 h 506009"/>
              <a:gd name="connsiteX1350" fmla="*/ 2006018 w 2249309"/>
              <a:gd name="connsiteY1350" fmla="*/ 313715 h 506009"/>
              <a:gd name="connsiteX1351" fmla="*/ 2005063 w 2249309"/>
              <a:gd name="connsiteY1351" fmla="*/ 320842 h 506009"/>
              <a:gd name="connsiteX1352" fmla="*/ 1994024 w 2249309"/>
              <a:gd name="connsiteY1352" fmla="*/ 326579 h 506009"/>
              <a:gd name="connsiteX1353" fmla="*/ 1989504 w 2249309"/>
              <a:gd name="connsiteY1353" fmla="*/ 330317 h 506009"/>
              <a:gd name="connsiteX1354" fmla="*/ 1984984 w 2249309"/>
              <a:gd name="connsiteY1354" fmla="*/ 331272 h 506009"/>
              <a:gd name="connsiteX1355" fmla="*/ 1974814 w 2249309"/>
              <a:gd name="connsiteY1355" fmla="*/ 330664 h 506009"/>
              <a:gd name="connsiteX1356" fmla="*/ 1964297 w 2249309"/>
              <a:gd name="connsiteY1356" fmla="*/ 330664 h 506009"/>
              <a:gd name="connsiteX1357" fmla="*/ 1955084 w 2249309"/>
              <a:gd name="connsiteY1357" fmla="*/ 328926 h 506009"/>
              <a:gd name="connsiteX1358" fmla="*/ 1940656 w 2249309"/>
              <a:gd name="connsiteY1358" fmla="*/ 326927 h 506009"/>
              <a:gd name="connsiteX1359" fmla="*/ 1932486 w 2249309"/>
              <a:gd name="connsiteY1359" fmla="*/ 321277 h 506009"/>
              <a:gd name="connsiteX1360" fmla="*/ 1919969 w 2249309"/>
              <a:gd name="connsiteY1360" fmla="*/ 298938 h 506009"/>
              <a:gd name="connsiteX1361" fmla="*/ 1905801 w 2249309"/>
              <a:gd name="connsiteY1361" fmla="*/ 280947 h 506009"/>
              <a:gd name="connsiteX1362" fmla="*/ 1897109 w 2249309"/>
              <a:gd name="connsiteY1362" fmla="*/ 271124 h 506009"/>
              <a:gd name="connsiteX1363" fmla="*/ 1877379 w 2249309"/>
              <a:gd name="connsiteY1363" fmla="*/ 253741 h 506009"/>
              <a:gd name="connsiteX1364" fmla="*/ 1863733 w 2249309"/>
              <a:gd name="connsiteY1364" fmla="*/ 274428 h 506009"/>
              <a:gd name="connsiteX1365" fmla="*/ 1844002 w 2249309"/>
              <a:gd name="connsiteY1365" fmla="*/ 293723 h 506009"/>
              <a:gd name="connsiteX1366" fmla="*/ 1823750 w 2249309"/>
              <a:gd name="connsiteY1366" fmla="*/ 306066 h 506009"/>
              <a:gd name="connsiteX1367" fmla="*/ 1808713 w 2249309"/>
              <a:gd name="connsiteY1367" fmla="*/ 314236 h 506009"/>
              <a:gd name="connsiteX1368" fmla="*/ 1794893 w 2249309"/>
              <a:gd name="connsiteY1368" fmla="*/ 317800 h 506009"/>
              <a:gd name="connsiteX1369" fmla="*/ 1787331 w 2249309"/>
              <a:gd name="connsiteY1369" fmla="*/ 319191 h 506009"/>
              <a:gd name="connsiteX1370" fmla="*/ 1782202 w 2249309"/>
              <a:gd name="connsiteY1370" fmla="*/ 314758 h 506009"/>
              <a:gd name="connsiteX1371" fmla="*/ 1778291 w 2249309"/>
              <a:gd name="connsiteY1371" fmla="*/ 306935 h 506009"/>
              <a:gd name="connsiteX1372" fmla="*/ 1771685 w 2249309"/>
              <a:gd name="connsiteY1372" fmla="*/ 304675 h 506009"/>
              <a:gd name="connsiteX1373" fmla="*/ 1775944 w 2249309"/>
              <a:gd name="connsiteY1373" fmla="*/ 299721 h 506009"/>
              <a:gd name="connsiteX1374" fmla="*/ 1785679 w 2249309"/>
              <a:gd name="connsiteY1374" fmla="*/ 293984 h 506009"/>
              <a:gd name="connsiteX1375" fmla="*/ 1792373 w 2249309"/>
              <a:gd name="connsiteY1375" fmla="*/ 289030 h 506009"/>
              <a:gd name="connsiteX1376" fmla="*/ 1797067 w 2249309"/>
              <a:gd name="connsiteY1376" fmla="*/ 286944 h 506009"/>
              <a:gd name="connsiteX1377" fmla="*/ 1828356 w 2249309"/>
              <a:gd name="connsiteY1377" fmla="*/ 256957 h 506009"/>
              <a:gd name="connsiteX1378" fmla="*/ 1840438 w 2249309"/>
              <a:gd name="connsiteY1378" fmla="*/ 235749 h 506009"/>
              <a:gd name="connsiteX1379" fmla="*/ 1842959 w 2249309"/>
              <a:gd name="connsiteY1379" fmla="*/ 227057 h 506009"/>
              <a:gd name="connsiteX1380" fmla="*/ 1836701 w 2249309"/>
              <a:gd name="connsiteY1380" fmla="*/ 227057 h 506009"/>
              <a:gd name="connsiteX1381" fmla="*/ 1831920 w 2249309"/>
              <a:gd name="connsiteY1381" fmla="*/ 227057 h 506009"/>
              <a:gd name="connsiteX1382" fmla="*/ 1825488 w 2249309"/>
              <a:gd name="connsiteY1382" fmla="*/ 228796 h 506009"/>
              <a:gd name="connsiteX1383" fmla="*/ 1819317 w 2249309"/>
              <a:gd name="connsiteY1383" fmla="*/ 228796 h 506009"/>
              <a:gd name="connsiteX1384" fmla="*/ 1809842 w 2249309"/>
              <a:gd name="connsiteY1384" fmla="*/ 224362 h 506009"/>
              <a:gd name="connsiteX1385" fmla="*/ 1798803 w 2249309"/>
              <a:gd name="connsiteY1385" fmla="*/ 210629 h 506009"/>
              <a:gd name="connsiteX1386" fmla="*/ 1801759 w 2249309"/>
              <a:gd name="connsiteY1386" fmla="*/ 201937 h 506009"/>
              <a:gd name="connsiteX1387" fmla="*/ 1806975 w 2249309"/>
              <a:gd name="connsiteY1387" fmla="*/ 196548 h 506009"/>
              <a:gd name="connsiteX1388" fmla="*/ 1813581 w 2249309"/>
              <a:gd name="connsiteY1388" fmla="*/ 194028 h 506009"/>
              <a:gd name="connsiteX1389" fmla="*/ 1819143 w 2249309"/>
              <a:gd name="connsiteY1389" fmla="*/ 190377 h 506009"/>
              <a:gd name="connsiteX1390" fmla="*/ 1832703 w 2249309"/>
              <a:gd name="connsiteY1390" fmla="*/ 190377 h 506009"/>
              <a:gd name="connsiteX1391" fmla="*/ 1855041 w 2249309"/>
              <a:gd name="connsiteY1391" fmla="*/ 182467 h 506009"/>
              <a:gd name="connsiteX1392" fmla="*/ 1859300 w 2249309"/>
              <a:gd name="connsiteY1392" fmla="*/ 161868 h 506009"/>
              <a:gd name="connsiteX1393" fmla="*/ 1860777 w 2249309"/>
              <a:gd name="connsiteY1393" fmla="*/ 148830 h 506009"/>
              <a:gd name="connsiteX1394" fmla="*/ 1860169 w 2249309"/>
              <a:gd name="connsiteY1394" fmla="*/ 137617 h 506009"/>
              <a:gd name="connsiteX1395" fmla="*/ 1863646 w 2249309"/>
              <a:gd name="connsiteY1395" fmla="*/ 133619 h 506009"/>
              <a:gd name="connsiteX1396" fmla="*/ 1872338 w 2249309"/>
              <a:gd name="connsiteY1396" fmla="*/ 134315 h 506009"/>
              <a:gd name="connsiteX1397" fmla="*/ 1879117 w 2249309"/>
              <a:gd name="connsiteY1397" fmla="*/ 132142 h 506009"/>
              <a:gd name="connsiteX1398" fmla="*/ 675985 w 2249309"/>
              <a:gd name="connsiteY1398" fmla="*/ 129360 h 506009"/>
              <a:gd name="connsiteX1399" fmla="*/ 682417 w 2249309"/>
              <a:gd name="connsiteY1399" fmla="*/ 132924 h 506009"/>
              <a:gd name="connsiteX1400" fmla="*/ 692673 w 2249309"/>
              <a:gd name="connsiteY1400" fmla="*/ 134054 h 506009"/>
              <a:gd name="connsiteX1401" fmla="*/ 703104 w 2249309"/>
              <a:gd name="connsiteY1401" fmla="*/ 134054 h 506009"/>
              <a:gd name="connsiteX1402" fmla="*/ 709883 w 2249309"/>
              <a:gd name="connsiteY1402" fmla="*/ 135793 h 506009"/>
              <a:gd name="connsiteX1403" fmla="*/ 715880 w 2249309"/>
              <a:gd name="connsiteY1403" fmla="*/ 138661 h 506009"/>
              <a:gd name="connsiteX1404" fmla="*/ 722313 w 2249309"/>
              <a:gd name="connsiteY1404" fmla="*/ 148657 h 506009"/>
              <a:gd name="connsiteX1405" fmla="*/ 721182 w 2249309"/>
              <a:gd name="connsiteY1405" fmla="*/ 149091 h 506009"/>
              <a:gd name="connsiteX1406" fmla="*/ 720661 w 2249309"/>
              <a:gd name="connsiteY1406" fmla="*/ 155697 h 506009"/>
              <a:gd name="connsiteX1407" fmla="*/ 720661 w 2249309"/>
              <a:gd name="connsiteY1407" fmla="*/ 165780 h 506009"/>
              <a:gd name="connsiteX1408" fmla="*/ 715533 w 2249309"/>
              <a:gd name="connsiteY1408" fmla="*/ 176732 h 506009"/>
              <a:gd name="connsiteX1409" fmla="*/ 714055 w 2249309"/>
              <a:gd name="connsiteY1409" fmla="*/ 188031 h 506009"/>
              <a:gd name="connsiteX1410" fmla="*/ 712926 w 2249309"/>
              <a:gd name="connsiteY1410" fmla="*/ 208544 h 506009"/>
              <a:gd name="connsiteX1411" fmla="*/ 711100 w 2249309"/>
              <a:gd name="connsiteY1411" fmla="*/ 221060 h 506009"/>
              <a:gd name="connsiteX1412" fmla="*/ 710318 w 2249309"/>
              <a:gd name="connsiteY1412" fmla="*/ 231664 h 506009"/>
              <a:gd name="connsiteX1413" fmla="*/ 712751 w 2249309"/>
              <a:gd name="connsiteY1413" fmla="*/ 238878 h 506009"/>
              <a:gd name="connsiteX1414" fmla="*/ 713447 w 2249309"/>
              <a:gd name="connsiteY1414" fmla="*/ 243050 h 506009"/>
              <a:gd name="connsiteX1415" fmla="*/ 714837 w 2249309"/>
              <a:gd name="connsiteY1415" fmla="*/ 249570 h 506009"/>
              <a:gd name="connsiteX1416" fmla="*/ 710926 w 2249309"/>
              <a:gd name="connsiteY1416" fmla="*/ 263563 h 506009"/>
              <a:gd name="connsiteX1417" fmla="*/ 705972 w 2249309"/>
              <a:gd name="connsiteY1417" fmla="*/ 271212 h 506009"/>
              <a:gd name="connsiteX1418" fmla="*/ 691195 w 2249309"/>
              <a:gd name="connsiteY1418" fmla="*/ 279904 h 506009"/>
              <a:gd name="connsiteX1419" fmla="*/ 678245 w 2249309"/>
              <a:gd name="connsiteY1419" fmla="*/ 292159 h 506009"/>
              <a:gd name="connsiteX1420" fmla="*/ 664599 w 2249309"/>
              <a:gd name="connsiteY1420" fmla="*/ 298331 h 506009"/>
              <a:gd name="connsiteX1421" fmla="*/ 647215 w 2249309"/>
              <a:gd name="connsiteY1421" fmla="*/ 308675 h 506009"/>
              <a:gd name="connsiteX1422" fmla="*/ 636524 w 2249309"/>
              <a:gd name="connsiteY1422" fmla="*/ 313194 h 506009"/>
              <a:gd name="connsiteX1423" fmla="*/ 619835 w 2249309"/>
              <a:gd name="connsiteY1423" fmla="*/ 325190 h 506009"/>
              <a:gd name="connsiteX1424" fmla="*/ 609144 w 2249309"/>
              <a:gd name="connsiteY1424" fmla="*/ 315541 h 506009"/>
              <a:gd name="connsiteX1425" fmla="*/ 602278 w 2249309"/>
              <a:gd name="connsiteY1425" fmla="*/ 310240 h 506009"/>
              <a:gd name="connsiteX1426" fmla="*/ 600366 w 2249309"/>
              <a:gd name="connsiteY1426" fmla="*/ 301548 h 506009"/>
              <a:gd name="connsiteX1427" fmla="*/ 597932 w 2249309"/>
              <a:gd name="connsiteY1427" fmla="*/ 293985 h 506009"/>
              <a:gd name="connsiteX1428" fmla="*/ 602104 w 2249309"/>
              <a:gd name="connsiteY1428" fmla="*/ 288248 h 506009"/>
              <a:gd name="connsiteX1429" fmla="*/ 608536 w 2249309"/>
              <a:gd name="connsiteY1429" fmla="*/ 287640 h 506009"/>
              <a:gd name="connsiteX1430" fmla="*/ 618531 w 2249309"/>
              <a:gd name="connsiteY1430" fmla="*/ 281729 h 506009"/>
              <a:gd name="connsiteX1431" fmla="*/ 629223 w 2249309"/>
              <a:gd name="connsiteY1431" fmla="*/ 277645 h 506009"/>
              <a:gd name="connsiteX1432" fmla="*/ 647736 w 2249309"/>
              <a:gd name="connsiteY1432" fmla="*/ 267388 h 506009"/>
              <a:gd name="connsiteX1433" fmla="*/ 656428 w 2249309"/>
              <a:gd name="connsiteY1433" fmla="*/ 258696 h 506009"/>
              <a:gd name="connsiteX1434" fmla="*/ 655907 w 2249309"/>
              <a:gd name="connsiteY1434" fmla="*/ 239053 h 506009"/>
              <a:gd name="connsiteX1435" fmla="*/ 651300 w 2249309"/>
              <a:gd name="connsiteY1435" fmla="*/ 236271 h 506009"/>
              <a:gd name="connsiteX1436" fmla="*/ 642609 w 2249309"/>
              <a:gd name="connsiteY1436" fmla="*/ 237401 h 506009"/>
              <a:gd name="connsiteX1437" fmla="*/ 634438 w 2249309"/>
              <a:gd name="connsiteY1437" fmla="*/ 240356 h 506009"/>
              <a:gd name="connsiteX1438" fmla="*/ 628266 w 2249309"/>
              <a:gd name="connsiteY1438" fmla="*/ 241139 h 506009"/>
              <a:gd name="connsiteX1439" fmla="*/ 624269 w 2249309"/>
              <a:gd name="connsiteY1439" fmla="*/ 237749 h 506009"/>
              <a:gd name="connsiteX1440" fmla="*/ 622443 w 2249309"/>
              <a:gd name="connsiteY1440" fmla="*/ 227666 h 506009"/>
              <a:gd name="connsiteX1441" fmla="*/ 620704 w 2249309"/>
              <a:gd name="connsiteY1441" fmla="*/ 220626 h 506009"/>
              <a:gd name="connsiteX1442" fmla="*/ 621487 w 2249309"/>
              <a:gd name="connsiteY1442" fmla="*/ 206371 h 506009"/>
              <a:gd name="connsiteX1443" fmla="*/ 630179 w 2249309"/>
              <a:gd name="connsiteY1443" fmla="*/ 198114 h 506009"/>
              <a:gd name="connsiteX1444" fmla="*/ 641739 w 2249309"/>
              <a:gd name="connsiteY1444" fmla="*/ 194463 h 506009"/>
              <a:gd name="connsiteX1445" fmla="*/ 650431 w 2249309"/>
              <a:gd name="connsiteY1445" fmla="*/ 193855 h 506009"/>
              <a:gd name="connsiteX1446" fmla="*/ 662078 w 2249309"/>
              <a:gd name="connsiteY1446" fmla="*/ 188553 h 506009"/>
              <a:gd name="connsiteX1447" fmla="*/ 667728 w 2249309"/>
              <a:gd name="connsiteY1447" fmla="*/ 177948 h 506009"/>
              <a:gd name="connsiteX1448" fmla="*/ 671291 w 2249309"/>
              <a:gd name="connsiteY1448" fmla="*/ 155088 h 506009"/>
              <a:gd name="connsiteX1449" fmla="*/ 665468 w 2249309"/>
              <a:gd name="connsiteY1449" fmla="*/ 140313 h 506009"/>
              <a:gd name="connsiteX1450" fmla="*/ 665468 w 2249309"/>
              <a:gd name="connsiteY1450" fmla="*/ 136141 h 506009"/>
              <a:gd name="connsiteX1451" fmla="*/ 671987 w 2249309"/>
              <a:gd name="connsiteY1451" fmla="*/ 131099 h 506009"/>
              <a:gd name="connsiteX1452" fmla="*/ 675985 w 2249309"/>
              <a:gd name="connsiteY1452" fmla="*/ 129360 h 506009"/>
              <a:gd name="connsiteX1453" fmla="*/ 799411 w 2249309"/>
              <a:gd name="connsiteY1453" fmla="*/ 117800 h 506009"/>
              <a:gd name="connsiteX1454" fmla="*/ 805755 w 2249309"/>
              <a:gd name="connsiteY1454" fmla="*/ 121538 h 506009"/>
              <a:gd name="connsiteX1455" fmla="*/ 811057 w 2249309"/>
              <a:gd name="connsiteY1455" fmla="*/ 122754 h 506009"/>
              <a:gd name="connsiteX1456" fmla="*/ 815143 w 2249309"/>
              <a:gd name="connsiteY1456" fmla="*/ 127361 h 506009"/>
              <a:gd name="connsiteX1457" fmla="*/ 818445 w 2249309"/>
              <a:gd name="connsiteY1457" fmla="*/ 140138 h 506009"/>
              <a:gd name="connsiteX1458" fmla="*/ 808971 w 2249309"/>
              <a:gd name="connsiteY1458" fmla="*/ 157522 h 506009"/>
              <a:gd name="connsiteX1459" fmla="*/ 807146 w 2249309"/>
              <a:gd name="connsiteY1459" fmla="*/ 166214 h 506009"/>
              <a:gd name="connsiteX1460" fmla="*/ 814968 w 2249309"/>
              <a:gd name="connsiteY1460" fmla="*/ 168908 h 506009"/>
              <a:gd name="connsiteX1461" fmla="*/ 822792 w 2249309"/>
              <a:gd name="connsiteY1461" fmla="*/ 164475 h 506009"/>
              <a:gd name="connsiteX1462" fmla="*/ 835395 w 2249309"/>
              <a:gd name="connsiteY1462" fmla="*/ 168908 h 506009"/>
              <a:gd name="connsiteX1463" fmla="*/ 842435 w 2249309"/>
              <a:gd name="connsiteY1463" fmla="*/ 182033 h 506009"/>
              <a:gd name="connsiteX1464" fmla="*/ 843912 w 2249309"/>
              <a:gd name="connsiteY1464" fmla="*/ 191421 h 506009"/>
              <a:gd name="connsiteX1465" fmla="*/ 839654 w 2249309"/>
              <a:gd name="connsiteY1465" fmla="*/ 196288 h 506009"/>
              <a:gd name="connsiteX1466" fmla="*/ 830962 w 2249309"/>
              <a:gd name="connsiteY1466" fmla="*/ 198547 h 506009"/>
              <a:gd name="connsiteX1467" fmla="*/ 823400 w 2249309"/>
              <a:gd name="connsiteY1467" fmla="*/ 203849 h 506009"/>
              <a:gd name="connsiteX1468" fmla="*/ 812796 w 2249309"/>
              <a:gd name="connsiteY1468" fmla="*/ 209760 h 506009"/>
              <a:gd name="connsiteX1469" fmla="*/ 795934 w 2249309"/>
              <a:gd name="connsiteY1469" fmla="*/ 217931 h 506009"/>
              <a:gd name="connsiteX1470" fmla="*/ 790110 w 2249309"/>
              <a:gd name="connsiteY1470" fmla="*/ 236531 h 506009"/>
              <a:gd name="connsiteX1471" fmla="*/ 790719 w 2249309"/>
              <a:gd name="connsiteY1471" fmla="*/ 245223 h 506009"/>
              <a:gd name="connsiteX1472" fmla="*/ 795412 w 2249309"/>
              <a:gd name="connsiteY1472" fmla="*/ 260608 h 506009"/>
              <a:gd name="connsiteX1473" fmla="*/ 808276 w 2249309"/>
              <a:gd name="connsiteY1473" fmla="*/ 266344 h 506009"/>
              <a:gd name="connsiteX1474" fmla="*/ 817490 w 2249309"/>
              <a:gd name="connsiteY1474" fmla="*/ 267562 h 506009"/>
              <a:gd name="connsiteX1475" fmla="*/ 824008 w 2249309"/>
              <a:gd name="connsiteY1475" fmla="*/ 268952 h 506009"/>
              <a:gd name="connsiteX1476" fmla="*/ 830441 w 2249309"/>
              <a:gd name="connsiteY1476" fmla="*/ 271473 h 506009"/>
              <a:gd name="connsiteX1477" fmla="*/ 840523 w 2249309"/>
              <a:gd name="connsiteY1477" fmla="*/ 272516 h 506009"/>
              <a:gd name="connsiteX1478" fmla="*/ 840958 w 2249309"/>
              <a:gd name="connsiteY1478" fmla="*/ 272689 h 506009"/>
              <a:gd name="connsiteX1479" fmla="*/ 846607 w 2249309"/>
              <a:gd name="connsiteY1479" fmla="*/ 285641 h 506009"/>
              <a:gd name="connsiteX1480" fmla="*/ 841566 w 2249309"/>
              <a:gd name="connsiteY1480" fmla="*/ 300069 h 506009"/>
              <a:gd name="connsiteX1481" fmla="*/ 837394 w 2249309"/>
              <a:gd name="connsiteY1481" fmla="*/ 309544 h 506009"/>
              <a:gd name="connsiteX1482" fmla="*/ 826529 w 2249309"/>
              <a:gd name="connsiteY1482" fmla="*/ 311195 h 506009"/>
              <a:gd name="connsiteX1483" fmla="*/ 815838 w 2249309"/>
              <a:gd name="connsiteY1483" fmla="*/ 313715 h 506009"/>
              <a:gd name="connsiteX1484" fmla="*/ 808363 w 2249309"/>
              <a:gd name="connsiteY1484" fmla="*/ 310499 h 506009"/>
              <a:gd name="connsiteX1485" fmla="*/ 796803 w 2249309"/>
              <a:gd name="connsiteY1485" fmla="*/ 309369 h 506009"/>
              <a:gd name="connsiteX1486" fmla="*/ 785416 w 2249309"/>
              <a:gd name="connsiteY1486" fmla="*/ 309369 h 506009"/>
              <a:gd name="connsiteX1487" fmla="*/ 775768 w 2249309"/>
              <a:gd name="connsiteY1487" fmla="*/ 306588 h 506009"/>
              <a:gd name="connsiteX1488" fmla="*/ 761687 w 2249309"/>
              <a:gd name="connsiteY1488" fmla="*/ 305806 h 506009"/>
              <a:gd name="connsiteX1489" fmla="*/ 754560 w 2249309"/>
              <a:gd name="connsiteY1489" fmla="*/ 301894 h 506009"/>
              <a:gd name="connsiteX1490" fmla="*/ 747954 w 2249309"/>
              <a:gd name="connsiteY1490" fmla="*/ 291290 h 506009"/>
              <a:gd name="connsiteX1491" fmla="*/ 747085 w 2249309"/>
              <a:gd name="connsiteY1491" fmla="*/ 278947 h 506009"/>
              <a:gd name="connsiteX1492" fmla="*/ 744042 w 2249309"/>
              <a:gd name="connsiteY1492" fmla="*/ 264258 h 506009"/>
              <a:gd name="connsiteX1493" fmla="*/ 743434 w 2249309"/>
              <a:gd name="connsiteY1493" fmla="*/ 255045 h 506009"/>
              <a:gd name="connsiteX1494" fmla="*/ 742305 w 2249309"/>
              <a:gd name="connsiteY1494" fmla="*/ 246353 h 506009"/>
              <a:gd name="connsiteX1495" fmla="*/ 740913 w 2249309"/>
              <a:gd name="connsiteY1495" fmla="*/ 232707 h 506009"/>
              <a:gd name="connsiteX1496" fmla="*/ 744564 w 2249309"/>
              <a:gd name="connsiteY1496" fmla="*/ 210716 h 506009"/>
              <a:gd name="connsiteX1497" fmla="*/ 747607 w 2249309"/>
              <a:gd name="connsiteY1497" fmla="*/ 203849 h 506009"/>
              <a:gd name="connsiteX1498" fmla="*/ 750214 w 2249309"/>
              <a:gd name="connsiteY1498" fmla="*/ 192550 h 506009"/>
              <a:gd name="connsiteX1499" fmla="*/ 752647 w 2249309"/>
              <a:gd name="connsiteY1499" fmla="*/ 180990 h 506009"/>
              <a:gd name="connsiteX1500" fmla="*/ 753691 w 2249309"/>
              <a:gd name="connsiteY1500" fmla="*/ 162998 h 506009"/>
              <a:gd name="connsiteX1501" fmla="*/ 756299 w 2249309"/>
              <a:gd name="connsiteY1501" fmla="*/ 152046 h 506009"/>
              <a:gd name="connsiteX1502" fmla="*/ 760036 w 2249309"/>
              <a:gd name="connsiteY1502" fmla="*/ 134662 h 506009"/>
              <a:gd name="connsiteX1503" fmla="*/ 760471 w 2249309"/>
              <a:gd name="connsiteY1503" fmla="*/ 122754 h 506009"/>
              <a:gd name="connsiteX1504" fmla="*/ 767337 w 2249309"/>
              <a:gd name="connsiteY1504" fmla="*/ 117887 h 506009"/>
              <a:gd name="connsiteX1505" fmla="*/ 776029 w 2249309"/>
              <a:gd name="connsiteY1505" fmla="*/ 119713 h 506009"/>
              <a:gd name="connsiteX1506" fmla="*/ 783765 w 2249309"/>
              <a:gd name="connsiteY1506" fmla="*/ 118061 h 506009"/>
              <a:gd name="connsiteX1507" fmla="*/ 790719 w 2249309"/>
              <a:gd name="connsiteY1507" fmla="*/ 119452 h 506009"/>
              <a:gd name="connsiteX1508" fmla="*/ 799411 w 2249309"/>
              <a:gd name="connsiteY1508" fmla="*/ 117800 h 506009"/>
              <a:gd name="connsiteX1509" fmla="*/ 252756 w 2249309"/>
              <a:gd name="connsiteY1509" fmla="*/ 117328 h 506009"/>
              <a:gd name="connsiteX1510" fmla="*/ 247770 w 2249309"/>
              <a:gd name="connsiteY1510" fmla="*/ 124384 h 506009"/>
              <a:gd name="connsiteX1511" fmla="*/ 247770 w 2249309"/>
              <a:gd name="connsiteY1511" fmla="*/ 124733 h 506009"/>
              <a:gd name="connsiteX1512" fmla="*/ 243557 w 2249309"/>
              <a:gd name="connsiteY1512" fmla="*/ 146498 h 506009"/>
              <a:gd name="connsiteX1513" fmla="*/ 243233 w 2249309"/>
              <a:gd name="connsiteY1513" fmla="*/ 148118 h 506009"/>
              <a:gd name="connsiteX1514" fmla="*/ 240141 w 2249309"/>
              <a:gd name="connsiteY1514" fmla="*/ 148118 h 506009"/>
              <a:gd name="connsiteX1515" fmla="*/ 164300 w 2249309"/>
              <a:gd name="connsiteY1515" fmla="*/ 137173 h 506009"/>
              <a:gd name="connsiteX1516" fmla="*/ 170906 w 2249309"/>
              <a:gd name="connsiteY1516" fmla="*/ 153454 h 506009"/>
              <a:gd name="connsiteX1517" fmla="*/ 188932 w 2249309"/>
              <a:gd name="connsiteY1517" fmla="*/ 164723 h 506009"/>
              <a:gd name="connsiteX1518" fmla="*/ 190428 w 2249309"/>
              <a:gd name="connsiteY1518" fmla="*/ 165022 h 506009"/>
              <a:gd name="connsiteX1519" fmla="*/ 190428 w 2249309"/>
              <a:gd name="connsiteY1519" fmla="*/ 166543 h 506009"/>
              <a:gd name="connsiteX1520" fmla="*/ 190527 w 2249309"/>
              <a:gd name="connsiteY1520" fmla="*/ 166543 h 506009"/>
              <a:gd name="connsiteX1521" fmla="*/ 197134 w 2249309"/>
              <a:gd name="connsiteY1521" fmla="*/ 179856 h 506009"/>
              <a:gd name="connsiteX1522" fmla="*/ 211071 w 2249309"/>
              <a:gd name="connsiteY1522" fmla="*/ 184269 h 506009"/>
              <a:gd name="connsiteX1523" fmla="*/ 212941 w 2249309"/>
              <a:gd name="connsiteY1523" fmla="*/ 184269 h 506009"/>
              <a:gd name="connsiteX1524" fmla="*/ 214511 w 2249309"/>
              <a:gd name="connsiteY1524" fmla="*/ 184069 h 506009"/>
              <a:gd name="connsiteX1525" fmla="*/ 215060 w 2249309"/>
              <a:gd name="connsiteY1525" fmla="*/ 185540 h 506009"/>
              <a:gd name="connsiteX1526" fmla="*/ 225481 w 2249309"/>
              <a:gd name="connsiteY1526" fmla="*/ 194167 h 506009"/>
              <a:gd name="connsiteX1527" fmla="*/ 230817 w 2249309"/>
              <a:gd name="connsiteY1527" fmla="*/ 194964 h 506009"/>
              <a:gd name="connsiteX1528" fmla="*/ 237723 w 2249309"/>
              <a:gd name="connsiteY1528" fmla="*/ 193768 h 506009"/>
              <a:gd name="connsiteX1529" fmla="*/ 241388 w 2249309"/>
              <a:gd name="connsiteY1529" fmla="*/ 192247 h 506009"/>
              <a:gd name="connsiteX1530" fmla="*/ 236003 w 2249309"/>
              <a:gd name="connsiteY1530" fmla="*/ 214261 h 506009"/>
              <a:gd name="connsiteX1531" fmla="*/ 269909 w 2249309"/>
              <a:gd name="connsiteY1531" fmla="*/ 214261 h 506009"/>
              <a:gd name="connsiteX1532" fmla="*/ 264499 w 2249309"/>
              <a:gd name="connsiteY1532" fmla="*/ 192222 h 506009"/>
              <a:gd name="connsiteX1533" fmla="*/ 268189 w 2249309"/>
              <a:gd name="connsiteY1533" fmla="*/ 193768 h 506009"/>
              <a:gd name="connsiteX1534" fmla="*/ 275070 w 2249309"/>
              <a:gd name="connsiteY1534" fmla="*/ 194964 h 506009"/>
              <a:gd name="connsiteX1535" fmla="*/ 280406 w 2249309"/>
              <a:gd name="connsiteY1535" fmla="*/ 194167 h 506009"/>
              <a:gd name="connsiteX1536" fmla="*/ 290827 w 2249309"/>
              <a:gd name="connsiteY1536" fmla="*/ 185540 h 506009"/>
              <a:gd name="connsiteX1537" fmla="*/ 291375 w 2249309"/>
              <a:gd name="connsiteY1537" fmla="*/ 184069 h 506009"/>
              <a:gd name="connsiteX1538" fmla="*/ 292946 w 2249309"/>
              <a:gd name="connsiteY1538" fmla="*/ 184269 h 506009"/>
              <a:gd name="connsiteX1539" fmla="*/ 294816 w 2249309"/>
              <a:gd name="connsiteY1539" fmla="*/ 184269 h 506009"/>
              <a:gd name="connsiteX1540" fmla="*/ 308753 w 2249309"/>
              <a:gd name="connsiteY1540" fmla="*/ 179856 h 506009"/>
              <a:gd name="connsiteX1541" fmla="*/ 315359 w 2249309"/>
              <a:gd name="connsiteY1541" fmla="*/ 166518 h 506009"/>
              <a:gd name="connsiteX1542" fmla="*/ 315359 w 2249309"/>
              <a:gd name="connsiteY1542" fmla="*/ 165022 h 506009"/>
              <a:gd name="connsiteX1543" fmla="*/ 316855 w 2249309"/>
              <a:gd name="connsiteY1543" fmla="*/ 164723 h 506009"/>
              <a:gd name="connsiteX1544" fmla="*/ 334856 w 2249309"/>
              <a:gd name="connsiteY1544" fmla="*/ 153454 h 506009"/>
              <a:gd name="connsiteX1545" fmla="*/ 341463 w 2249309"/>
              <a:gd name="connsiteY1545" fmla="*/ 137173 h 506009"/>
              <a:gd name="connsiteX1546" fmla="*/ 265696 w 2249309"/>
              <a:gd name="connsiteY1546" fmla="*/ 148118 h 506009"/>
              <a:gd name="connsiteX1547" fmla="*/ 262604 w 2249309"/>
              <a:gd name="connsiteY1547" fmla="*/ 148118 h 506009"/>
              <a:gd name="connsiteX1548" fmla="*/ 262280 w 2249309"/>
              <a:gd name="connsiteY1548" fmla="*/ 146498 h 506009"/>
              <a:gd name="connsiteX1549" fmla="*/ 258067 w 2249309"/>
              <a:gd name="connsiteY1549" fmla="*/ 124733 h 506009"/>
              <a:gd name="connsiteX1550" fmla="*/ 258067 w 2249309"/>
              <a:gd name="connsiteY1550" fmla="*/ 124384 h 506009"/>
              <a:gd name="connsiteX1551" fmla="*/ 253081 w 2249309"/>
              <a:gd name="connsiteY1551" fmla="*/ 117328 h 506009"/>
              <a:gd name="connsiteX1552" fmla="*/ 291974 w 2249309"/>
              <a:gd name="connsiteY1552" fmla="*/ 116456 h 506009"/>
              <a:gd name="connsiteX1553" fmla="*/ 301722 w 2249309"/>
              <a:gd name="connsiteY1553" fmla="*/ 122764 h 506009"/>
              <a:gd name="connsiteX1554" fmla="*/ 290154 w 2249309"/>
              <a:gd name="connsiteY1554" fmla="*/ 123387 h 506009"/>
              <a:gd name="connsiteX1555" fmla="*/ 281527 w 2249309"/>
              <a:gd name="connsiteY1555" fmla="*/ 117104 h 506009"/>
              <a:gd name="connsiteX1556" fmla="*/ 291974 w 2249309"/>
              <a:gd name="connsiteY1556" fmla="*/ 116456 h 506009"/>
              <a:gd name="connsiteX1557" fmla="*/ 1392283 w 2249309"/>
              <a:gd name="connsiteY1557" fmla="*/ 115366 h 506009"/>
              <a:gd name="connsiteX1558" fmla="*/ 1400975 w 2249309"/>
              <a:gd name="connsiteY1558" fmla="*/ 118756 h 506009"/>
              <a:gd name="connsiteX1559" fmla="*/ 1418359 w 2249309"/>
              <a:gd name="connsiteY1559" fmla="*/ 120059 h 506009"/>
              <a:gd name="connsiteX1560" fmla="*/ 1419142 w 2249309"/>
              <a:gd name="connsiteY1560" fmla="*/ 120494 h 506009"/>
              <a:gd name="connsiteX1561" fmla="*/ 1422097 w 2249309"/>
              <a:gd name="connsiteY1561" fmla="*/ 127621 h 506009"/>
              <a:gd name="connsiteX1562" fmla="*/ 1428094 w 2249309"/>
              <a:gd name="connsiteY1562" fmla="*/ 139790 h 506009"/>
              <a:gd name="connsiteX1563" fmla="*/ 1423226 w 2249309"/>
              <a:gd name="connsiteY1563" fmla="*/ 150133 h 506009"/>
              <a:gd name="connsiteX1564" fmla="*/ 1420967 w 2249309"/>
              <a:gd name="connsiteY1564" fmla="*/ 159694 h 506009"/>
              <a:gd name="connsiteX1565" fmla="*/ 1412275 w 2249309"/>
              <a:gd name="connsiteY1565" fmla="*/ 175079 h 506009"/>
              <a:gd name="connsiteX1566" fmla="*/ 1404452 w 2249309"/>
              <a:gd name="connsiteY1566" fmla="*/ 183771 h 506009"/>
              <a:gd name="connsiteX1567" fmla="*/ 1387068 w 2249309"/>
              <a:gd name="connsiteY1567" fmla="*/ 220103 h 506009"/>
              <a:gd name="connsiteX1568" fmla="*/ 1381245 w 2249309"/>
              <a:gd name="connsiteY1568" fmla="*/ 225927 h 506009"/>
              <a:gd name="connsiteX1569" fmla="*/ 1374118 w 2249309"/>
              <a:gd name="connsiteY1569" fmla="*/ 225927 h 506009"/>
              <a:gd name="connsiteX1570" fmla="*/ 1366642 w 2249309"/>
              <a:gd name="connsiteY1570" fmla="*/ 228360 h 506009"/>
              <a:gd name="connsiteX1571" fmla="*/ 1355517 w 2249309"/>
              <a:gd name="connsiteY1571" fmla="*/ 231751 h 506009"/>
              <a:gd name="connsiteX1572" fmla="*/ 1355517 w 2249309"/>
              <a:gd name="connsiteY1572" fmla="*/ 240442 h 506009"/>
              <a:gd name="connsiteX1573" fmla="*/ 1364208 w 2249309"/>
              <a:gd name="connsiteY1573" fmla="*/ 238877 h 506009"/>
              <a:gd name="connsiteX1574" fmla="*/ 1370989 w 2249309"/>
              <a:gd name="connsiteY1574" fmla="*/ 235748 h 506009"/>
              <a:gd name="connsiteX1575" fmla="*/ 1380376 w 2249309"/>
              <a:gd name="connsiteY1575" fmla="*/ 238704 h 506009"/>
              <a:gd name="connsiteX1576" fmla="*/ 1384113 w 2249309"/>
              <a:gd name="connsiteY1576" fmla="*/ 243050 h 506009"/>
              <a:gd name="connsiteX1577" fmla="*/ 1386547 w 2249309"/>
              <a:gd name="connsiteY1577" fmla="*/ 254870 h 506009"/>
              <a:gd name="connsiteX1578" fmla="*/ 1385070 w 2249309"/>
              <a:gd name="connsiteY1578" fmla="*/ 259738 h 506009"/>
              <a:gd name="connsiteX1579" fmla="*/ 1376378 w 2249309"/>
              <a:gd name="connsiteY1579" fmla="*/ 265735 h 506009"/>
              <a:gd name="connsiteX1580" fmla="*/ 1366642 w 2249309"/>
              <a:gd name="connsiteY1580" fmla="*/ 269299 h 506009"/>
              <a:gd name="connsiteX1581" fmla="*/ 1363601 w 2249309"/>
              <a:gd name="connsiteY1581" fmla="*/ 274949 h 506009"/>
              <a:gd name="connsiteX1582" fmla="*/ 1368294 w 2249309"/>
              <a:gd name="connsiteY1582" fmla="*/ 278687 h 506009"/>
              <a:gd name="connsiteX1583" fmla="*/ 1381245 w 2249309"/>
              <a:gd name="connsiteY1583" fmla="*/ 276253 h 506009"/>
              <a:gd name="connsiteX1584" fmla="*/ 1390980 w 2249309"/>
              <a:gd name="connsiteY1584" fmla="*/ 276253 h 506009"/>
              <a:gd name="connsiteX1585" fmla="*/ 1402975 w 2249309"/>
              <a:gd name="connsiteY1585" fmla="*/ 273819 h 506009"/>
              <a:gd name="connsiteX1586" fmla="*/ 1413492 w 2249309"/>
              <a:gd name="connsiteY1586" fmla="*/ 273819 h 506009"/>
              <a:gd name="connsiteX1587" fmla="*/ 1422183 w 2249309"/>
              <a:gd name="connsiteY1587" fmla="*/ 287465 h 506009"/>
              <a:gd name="connsiteX1588" fmla="*/ 1406799 w 2249309"/>
              <a:gd name="connsiteY1588" fmla="*/ 309630 h 506009"/>
              <a:gd name="connsiteX1589" fmla="*/ 1392805 w 2249309"/>
              <a:gd name="connsiteY1589" fmla="*/ 307196 h 506009"/>
              <a:gd name="connsiteX1590" fmla="*/ 1369685 w 2249309"/>
              <a:gd name="connsiteY1590" fmla="*/ 308152 h 506009"/>
              <a:gd name="connsiteX1591" fmla="*/ 1357081 w 2249309"/>
              <a:gd name="connsiteY1591" fmla="*/ 307369 h 506009"/>
              <a:gd name="connsiteX1592" fmla="*/ 1346043 w 2249309"/>
              <a:gd name="connsiteY1592" fmla="*/ 308500 h 506009"/>
              <a:gd name="connsiteX1593" fmla="*/ 1333701 w 2249309"/>
              <a:gd name="connsiteY1593" fmla="*/ 310586 h 506009"/>
              <a:gd name="connsiteX1594" fmla="*/ 1318664 w 2249309"/>
              <a:gd name="connsiteY1594" fmla="*/ 313541 h 506009"/>
              <a:gd name="connsiteX1595" fmla="*/ 1303105 w 2249309"/>
              <a:gd name="connsiteY1595" fmla="*/ 315105 h 506009"/>
              <a:gd name="connsiteX1596" fmla="*/ 1287112 w 2249309"/>
              <a:gd name="connsiteY1596" fmla="*/ 319972 h 506009"/>
              <a:gd name="connsiteX1597" fmla="*/ 1277030 w 2249309"/>
              <a:gd name="connsiteY1597" fmla="*/ 314671 h 506009"/>
              <a:gd name="connsiteX1598" fmla="*/ 1274770 w 2249309"/>
              <a:gd name="connsiteY1598" fmla="*/ 301198 h 506009"/>
              <a:gd name="connsiteX1599" fmla="*/ 1275290 w 2249309"/>
              <a:gd name="connsiteY1599" fmla="*/ 295027 h 506009"/>
              <a:gd name="connsiteX1600" fmla="*/ 1278680 w 2249309"/>
              <a:gd name="connsiteY1600" fmla="*/ 287900 h 506009"/>
              <a:gd name="connsiteX1601" fmla="*/ 1282418 w 2249309"/>
              <a:gd name="connsiteY1601" fmla="*/ 284858 h 506009"/>
              <a:gd name="connsiteX1602" fmla="*/ 1287112 w 2249309"/>
              <a:gd name="connsiteY1602" fmla="*/ 287118 h 506009"/>
              <a:gd name="connsiteX1603" fmla="*/ 1300846 w 2249309"/>
              <a:gd name="connsiteY1603" fmla="*/ 282424 h 506009"/>
              <a:gd name="connsiteX1604" fmla="*/ 1318229 w 2249309"/>
              <a:gd name="connsiteY1604" fmla="*/ 274776 h 506009"/>
              <a:gd name="connsiteX1605" fmla="*/ 1315360 w 2249309"/>
              <a:gd name="connsiteY1605" fmla="*/ 269908 h 506009"/>
              <a:gd name="connsiteX1606" fmla="*/ 1308234 w 2249309"/>
              <a:gd name="connsiteY1606" fmla="*/ 268952 h 506009"/>
              <a:gd name="connsiteX1607" fmla="*/ 1302236 w 2249309"/>
              <a:gd name="connsiteY1607" fmla="*/ 265909 h 506009"/>
              <a:gd name="connsiteX1608" fmla="*/ 1302236 w 2249309"/>
              <a:gd name="connsiteY1608" fmla="*/ 260086 h 506009"/>
              <a:gd name="connsiteX1609" fmla="*/ 1303018 w 2249309"/>
              <a:gd name="connsiteY1609" fmla="*/ 252959 h 506009"/>
              <a:gd name="connsiteX1610" fmla="*/ 1306930 w 2249309"/>
              <a:gd name="connsiteY1610" fmla="*/ 247744 h 506009"/>
              <a:gd name="connsiteX1611" fmla="*/ 1310927 w 2249309"/>
              <a:gd name="connsiteY1611" fmla="*/ 249047 h 506009"/>
              <a:gd name="connsiteX1612" fmla="*/ 1315187 w 2249309"/>
              <a:gd name="connsiteY1612" fmla="*/ 248265 h 506009"/>
              <a:gd name="connsiteX1613" fmla="*/ 1319359 w 2249309"/>
              <a:gd name="connsiteY1613" fmla="*/ 248265 h 506009"/>
              <a:gd name="connsiteX1614" fmla="*/ 1323097 w 2249309"/>
              <a:gd name="connsiteY1614" fmla="*/ 244875 h 506009"/>
              <a:gd name="connsiteX1615" fmla="*/ 1324052 w 2249309"/>
              <a:gd name="connsiteY1615" fmla="*/ 236183 h 506009"/>
              <a:gd name="connsiteX1616" fmla="*/ 1318924 w 2249309"/>
              <a:gd name="connsiteY1616" fmla="*/ 235487 h 506009"/>
              <a:gd name="connsiteX1617" fmla="*/ 1312405 w 2249309"/>
              <a:gd name="connsiteY1617" fmla="*/ 237313 h 506009"/>
              <a:gd name="connsiteX1618" fmla="*/ 1306408 w 2249309"/>
              <a:gd name="connsiteY1618" fmla="*/ 238616 h 506009"/>
              <a:gd name="connsiteX1619" fmla="*/ 1301540 w 2249309"/>
              <a:gd name="connsiteY1619" fmla="*/ 237921 h 506009"/>
              <a:gd name="connsiteX1620" fmla="*/ 1299106 w 2249309"/>
              <a:gd name="connsiteY1620" fmla="*/ 234097 h 506009"/>
              <a:gd name="connsiteX1621" fmla="*/ 1297195 w 2249309"/>
              <a:gd name="connsiteY1621" fmla="*/ 228534 h 506009"/>
              <a:gd name="connsiteX1622" fmla="*/ 1292849 w 2249309"/>
              <a:gd name="connsiteY1622" fmla="*/ 220451 h 506009"/>
              <a:gd name="connsiteX1623" fmla="*/ 1290415 w 2249309"/>
              <a:gd name="connsiteY1623" fmla="*/ 211759 h 506009"/>
              <a:gd name="connsiteX1624" fmla="*/ 1295109 w 2249309"/>
              <a:gd name="connsiteY1624" fmla="*/ 198113 h 506009"/>
              <a:gd name="connsiteX1625" fmla="*/ 1292848 w 2249309"/>
              <a:gd name="connsiteY1625" fmla="*/ 176122 h 506009"/>
              <a:gd name="connsiteX1626" fmla="*/ 1290067 w 2249309"/>
              <a:gd name="connsiteY1626" fmla="*/ 166735 h 506009"/>
              <a:gd name="connsiteX1627" fmla="*/ 1291197 w 2249309"/>
              <a:gd name="connsiteY1627" fmla="*/ 159607 h 506009"/>
              <a:gd name="connsiteX1628" fmla="*/ 1293631 w 2249309"/>
              <a:gd name="connsiteY1628" fmla="*/ 147439 h 506009"/>
              <a:gd name="connsiteX1629" fmla="*/ 1299628 w 2249309"/>
              <a:gd name="connsiteY1629" fmla="*/ 135097 h 506009"/>
              <a:gd name="connsiteX1630" fmla="*/ 1307364 w 2249309"/>
              <a:gd name="connsiteY1630" fmla="*/ 139790 h 506009"/>
              <a:gd name="connsiteX1631" fmla="*/ 1314665 w 2249309"/>
              <a:gd name="connsiteY1631" fmla="*/ 139008 h 506009"/>
              <a:gd name="connsiteX1632" fmla="*/ 1324227 w 2249309"/>
              <a:gd name="connsiteY1632" fmla="*/ 135965 h 506009"/>
              <a:gd name="connsiteX1633" fmla="*/ 1340566 w 2249309"/>
              <a:gd name="connsiteY1633" fmla="*/ 129273 h 506009"/>
              <a:gd name="connsiteX1634" fmla="*/ 1353518 w 2249309"/>
              <a:gd name="connsiteY1634" fmla="*/ 127969 h 506009"/>
              <a:gd name="connsiteX1635" fmla="*/ 1392283 w 2249309"/>
              <a:gd name="connsiteY1635" fmla="*/ 115366 h 506009"/>
              <a:gd name="connsiteX1636" fmla="*/ 82424 w 2249309"/>
              <a:gd name="connsiteY1636" fmla="*/ 105436 h 506009"/>
              <a:gd name="connsiteX1637" fmla="*/ 81402 w 2249309"/>
              <a:gd name="connsiteY1637" fmla="*/ 105835 h 506009"/>
              <a:gd name="connsiteX1638" fmla="*/ 80430 w 2249309"/>
              <a:gd name="connsiteY1638" fmla="*/ 106458 h 506009"/>
              <a:gd name="connsiteX1639" fmla="*/ 79283 w 2249309"/>
              <a:gd name="connsiteY1639" fmla="*/ 107755 h 506009"/>
              <a:gd name="connsiteX1640" fmla="*/ 77986 w 2249309"/>
              <a:gd name="connsiteY1640" fmla="*/ 108852 h 506009"/>
              <a:gd name="connsiteX1641" fmla="*/ 76840 w 2249309"/>
              <a:gd name="connsiteY1641" fmla="*/ 109226 h 506009"/>
              <a:gd name="connsiteX1642" fmla="*/ 76590 w 2249309"/>
              <a:gd name="connsiteY1642" fmla="*/ 109899 h 506009"/>
              <a:gd name="connsiteX1643" fmla="*/ 76565 w 2249309"/>
              <a:gd name="connsiteY1643" fmla="*/ 109899 h 506009"/>
              <a:gd name="connsiteX1644" fmla="*/ 76441 w 2249309"/>
              <a:gd name="connsiteY1644" fmla="*/ 111195 h 506009"/>
              <a:gd name="connsiteX1645" fmla="*/ 76939 w 2249309"/>
              <a:gd name="connsiteY1645" fmla="*/ 111694 h 506009"/>
              <a:gd name="connsiteX1646" fmla="*/ 79432 w 2249309"/>
              <a:gd name="connsiteY1646" fmla="*/ 112641 h 506009"/>
              <a:gd name="connsiteX1647" fmla="*/ 81776 w 2249309"/>
              <a:gd name="connsiteY1647" fmla="*/ 115633 h 506009"/>
              <a:gd name="connsiteX1648" fmla="*/ 82424 w 2249309"/>
              <a:gd name="connsiteY1648" fmla="*/ 117503 h 506009"/>
              <a:gd name="connsiteX1649" fmla="*/ 81751 w 2249309"/>
              <a:gd name="connsiteY1649" fmla="*/ 119522 h 506009"/>
              <a:gd name="connsiteX1650" fmla="*/ 80878 w 2249309"/>
              <a:gd name="connsiteY1650" fmla="*/ 120594 h 506009"/>
              <a:gd name="connsiteX1651" fmla="*/ 80006 w 2249309"/>
              <a:gd name="connsiteY1651" fmla="*/ 122414 h 506009"/>
              <a:gd name="connsiteX1652" fmla="*/ 80006 w 2249309"/>
              <a:gd name="connsiteY1652" fmla="*/ 124359 h 506009"/>
              <a:gd name="connsiteX1653" fmla="*/ 81651 w 2249309"/>
              <a:gd name="connsiteY1653" fmla="*/ 126054 h 506009"/>
              <a:gd name="connsiteX1654" fmla="*/ 82674 w 2249309"/>
              <a:gd name="connsiteY1654" fmla="*/ 126628 h 506009"/>
              <a:gd name="connsiteX1655" fmla="*/ 84095 w 2249309"/>
              <a:gd name="connsiteY1655" fmla="*/ 127550 h 506009"/>
              <a:gd name="connsiteX1656" fmla="*/ 84967 w 2249309"/>
              <a:gd name="connsiteY1656" fmla="*/ 127550 h 506009"/>
              <a:gd name="connsiteX1657" fmla="*/ 85566 w 2249309"/>
              <a:gd name="connsiteY1657" fmla="*/ 126703 h 506009"/>
              <a:gd name="connsiteX1658" fmla="*/ 86114 w 2249309"/>
              <a:gd name="connsiteY1658" fmla="*/ 125381 h 506009"/>
              <a:gd name="connsiteX1659" fmla="*/ 86962 w 2249309"/>
              <a:gd name="connsiteY1659" fmla="*/ 124209 h 506009"/>
              <a:gd name="connsiteX1660" fmla="*/ 87809 w 2249309"/>
              <a:gd name="connsiteY1660" fmla="*/ 123960 h 506009"/>
              <a:gd name="connsiteX1661" fmla="*/ 90303 w 2249309"/>
              <a:gd name="connsiteY1661" fmla="*/ 126104 h 506009"/>
              <a:gd name="connsiteX1662" fmla="*/ 90303 w 2249309"/>
              <a:gd name="connsiteY1662" fmla="*/ 128099 h 506009"/>
              <a:gd name="connsiteX1663" fmla="*/ 89480 w 2249309"/>
              <a:gd name="connsiteY1663" fmla="*/ 131489 h 506009"/>
              <a:gd name="connsiteX1664" fmla="*/ 88757 w 2249309"/>
              <a:gd name="connsiteY1664" fmla="*/ 133235 h 506009"/>
              <a:gd name="connsiteX1665" fmla="*/ 88333 w 2249309"/>
              <a:gd name="connsiteY1665" fmla="*/ 135104 h 506009"/>
              <a:gd name="connsiteX1666" fmla="*/ 87685 w 2249309"/>
              <a:gd name="connsiteY1666" fmla="*/ 135952 h 506009"/>
              <a:gd name="connsiteX1667" fmla="*/ 87934 w 2249309"/>
              <a:gd name="connsiteY1667" fmla="*/ 137099 h 506009"/>
              <a:gd name="connsiteX1668" fmla="*/ 89106 w 2249309"/>
              <a:gd name="connsiteY1668" fmla="*/ 137647 h 506009"/>
              <a:gd name="connsiteX1669" fmla="*/ 90352 w 2249309"/>
              <a:gd name="connsiteY1669" fmla="*/ 138395 h 506009"/>
              <a:gd name="connsiteX1670" fmla="*/ 91774 w 2249309"/>
              <a:gd name="connsiteY1670" fmla="*/ 138146 h 506009"/>
              <a:gd name="connsiteX1671" fmla="*/ 94142 w 2249309"/>
              <a:gd name="connsiteY1671" fmla="*/ 137972 h 506009"/>
              <a:gd name="connsiteX1672" fmla="*/ 94566 w 2249309"/>
              <a:gd name="connsiteY1672" fmla="*/ 134606 h 506009"/>
              <a:gd name="connsiteX1673" fmla="*/ 95214 w 2249309"/>
              <a:gd name="connsiteY1673" fmla="*/ 132786 h 506009"/>
              <a:gd name="connsiteX1674" fmla="*/ 95962 w 2249309"/>
              <a:gd name="connsiteY1674" fmla="*/ 129520 h 506009"/>
              <a:gd name="connsiteX1675" fmla="*/ 96735 w 2249309"/>
              <a:gd name="connsiteY1675" fmla="*/ 127176 h 506009"/>
              <a:gd name="connsiteX1676" fmla="*/ 96735 w 2249309"/>
              <a:gd name="connsiteY1676" fmla="*/ 124234 h 506009"/>
              <a:gd name="connsiteX1677" fmla="*/ 97308 w 2249309"/>
              <a:gd name="connsiteY1677" fmla="*/ 121442 h 506009"/>
              <a:gd name="connsiteX1678" fmla="*/ 96934 w 2249309"/>
              <a:gd name="connsiteY1678" fmla="*/ 119996 h 506009"/>
              <a:gd name="connsiteX1679" fmla="*/ 95688 w 2249309"/>
              <a:gd name="connsiteY1679" fmla="*/ 117927 h 506009"/>
              <a:gd name="connsiteX1680" fmla="*/ 94765 w 2249309"/>
              <a:gd name="connsiteY1680" fmla="*/ 117378 h 506009"/>
              <a:gd name="connsiteX1681" fmla="*/ 94167 w 2249309"/>
              <a:gd name="connsiteY1681" fmla="*/ 116979 h 506009"/>
              <a:gd name="connsiteX1682" fmla="*/ 93045 w 2249309"/>
              <a:gd name="connsiteY1682" fmla="*/ 116456 h 506009"/>
              <a:gd name="connsiteX1683" fmla="*/ 91848 w 2249309"/>
              <a:gd name="connsiteY1683" fmla="*/ 115184 h 506009"/>
              <a:gd name="connsiteX1684" fmla="*/ 90552 w 2249309"/>
              <a:gd name="connsiteY1684" fmla="*/ 113564 h 506009"/>
              <a:gd name="connsiteX1685" fmla="*/ 88208 w 2249309"/>
              <a:gd name="connsiteY1685" fmla="*/ 111071 h 506009"/>
              <a:gd name="connsiteX1686" fmla="*/ 86987 w 2249309"/>
              <a:gd name="connsiteY1686" fmla="*/ 109625 h 506009"/>
              <a:gd name="connsiteX1687" fmla="*/ 86264 w 2249309"/>
              <a:gd name="connsiteY1687" fmla="*/ 107780 h 506009"/>
              <a:gd name="connsiteX1688" fmla="*/ 85092 w 2249309"/>
              <a:gd name="connsiteY1688" fmla="*/ 106583 h 506009"/>
              <a:gd name="connsiteX1689" fmla="*/ 84344 w 2249309"/>
              <a:gd name="connsiteY1689" fmla="*/ 105785 h 506009"/>
              <a:gd name="connsiteX1690" fmla="*/ 82424 w 2249309"/>
              <a:gd name="connsiteY1690" fmla="*/ 105436 h 506009"/>
              <a:gd name="connsiteX1691" fmla="*/ 302687 w 2249309"/>
              <a:gd name="connsiteY1691" fmla="*/ 105338 h 506009"/>
              <a:gd name="connsiteX1692" fmla="*/ 312642 w 2249309"/>
              <a:gd name="connsiteY1692" fmla="*/ 106708 h 506009"/>
              <a:gd name="connsiteX1693" fmla="*/ 303168 w 2249309"/>
              <a:gd name="connsiteY1693" fmla="*/ 112043 h 506009"/>
              <a:gd name="connsiteX1694" fmla="*/ 293045 w 2249309"/>
              <a:gd name="connsiteY1694" fmla="*/ 108852 h 506009"/>
              <a:gd name="connsiteX1695" fmla="*/ 302669 w 2249309"/>
              <a:gd name="connsiteY1695" fmla="*/ 105336 h 506009"/>
              <a:gd name="connsiteX1696" fmla="*/ 302694 w 2249309"/>
              <a:gd name="connsiteY1696" fmla="*/ 105336 h 506009"/>
              <a:gd name="connsiteX1697" fmla="*/ 302687 w 2249309"/>
              <a:gd name="connsiteY1697" fmla="*/ 105338 h 506009"/>
              <a:gd name="connsiteX1698" fmla="*/ 421692 w 2249309"/>
              <a:gd name="connsiteY1698" fmla="*/ 93619 h 506009"/>
              <a:gd name="connsiteX1699" fmla="*/ 420346 w 2249309"/>
              <a:gd name="connsiteY1699" fmla="*/ 93918 h 506009"/>
              <a:gd name="connsiteX1700" fmla="*/ 419049 w 2249309"/>
              <a:gd name="connsiteY1700" fmla="*/ 95563 h 506009"/>
              <a:gd name="connsiteX1701" fmla="*/ 416556 w 2249309"/>
              <a:gd name="connsiteY1701" fmla="*/ 98206 h 506009"/>
              <a:gd name="connsiteX1702" fmla="*/ 413913 w 2249309"/>
              <a:gd name="connsiteY1702" fmla="*/ 100350 h 506009"/>
              <a:gd name="connsiteX1703" fmla="*/ 412866 w 2249309"/>
              <a:gd name="connsiteY1703" fmla="*/ 101696 h 506009"/>
              <a:gd name="connsiteX1704" fmla="*/ 412343 w 2249309"/>
              <a:gd name="connsiteY1704" fmla="*/ 102768 h 506009"/>
              <a:gd name="connsiteX1705" fmla="*/ 411545 w 2249309"/>
              <a:gd name="connsiteY1705" fmla="*/ 102768 h 506009"/>
              <a:gd name="connsiteX1706" fmla="*/ 409949 w 2249309"/>
              <a:gd name="connsiteY1706" fmla="*/ 102020 h 506009"/>
              <a:gd name="connsiteX1707" fmla="*/ 409765 w 2249309"/>
              <a:gd name="connsiteY1707" fmla="*/ 101836 h 506009"/>
              <a:gd name="connsiteX1708" fmla="*/ 409949 w 2249309"/>
              <a:gd name="connsiteY1708" fmla="*/ 100973 h 506009"/>
              <a:gd name="connsiteX1709" fmla="*/ 411470 w 2249309"/>
              <a:gd name="connsiteY1709" fmla="*/ 99004 h 506009"/>
              <a:gd name="connsiteX1710" fmla="*/ 411071 w 2249309"/>
              <a:gd name="connsiteY1710" fmla="*/ 98630 h 506009"/>
              <a:gd name="connsiteX1711" fmla="*/ 407431 w 2249309"/>
              <a:gd name="connsiteY1711" fmla="*/ 99403 h 506009"/>
              <a:gd name="connsiteX1712" fmla="*/ 406533 w 2249309"/>
              <a:gd name="connsiteY1712" fmla="*/ 99178 h 506009"/>
              <a:gd name="connsiteX1713" fmla="*/ 405411 w 2249309"/>
              <a:gd name="connsiteY1713" fmla="*/ 99627 h 506009"/>
              <a:gd name="connsiteX1714" fmla="*/ 403367 w 2249309"/>
              <a:gd name="connsiteY1714" fmla="*/ 101472 h 506009"/>
              <a:gd name="connsiteX1715" fmla="*/ 401971 w 2249309"/>
              <a:gd name="connsiteY1715" fmla="*/ 103965 h 506009"/>
              <a:gd name="connsiteX1716" fmla="*/ 402420 w 2249309"/>
              <a:gd name="connsiteY1716" fmla="*/ 105137 h 506009"/>
              <a:gd name="connsiteX1717" fmla="*/ 406110 w 2249309"/>
              <a:gd name="connsiteY1717" fmla="*/ 105760 h 506009"/>
              <a:gd name="connsiteX1718" fmla="*/ 407182 w 2249309"/>
              <a:gd name="connsiteY1718" fmla="*/ 105760 h 506009"/>
              <a:gd name="connsiteX1719" fmla="*/ 409675 w 2249309"/>
              <a:gd name="connsiteY1719" fmla="*/ 105536 h 506009"/>
              <a:gd name="connsiteX1720" fmla="*/ 411844 w 2249309"/>
              <a:gd name="connsiteY1720" fmla="*/ 106708 h 506009"/>
              <a:gd name="connsiteX1721" fmla="*/ 413464 w 2249309"/>
              <a:gd name="connsiteY1721" fmla="*/ 107879 h 506009"/>
              <a:gd name="connsiteX1722" fmla="*/ 415459 w 2249309"/>
              <a:gd name="connsiteY1722" fmla="*/ 109525 h 506009"/>
              <a:gd name="connsiteX1723" fmla="*/ 416805 w 2249309"/>
              <a:gd name="connsiteY1723" fmla="*/ 110472 h 506009"/>
              <a:gd name="connsiteX1724" fmla="*/ 418152 w 2249309"/>
              <a:gd name="connsiteY1724" fmla="*/ 111370 h 506009"/>
              <a:gd name="connsiteX1725" fmla="*/ 420645 w 2249309"/>
              <a:gd name="connsiteY1725" fmla="*/ 113464 h 506009"/>
              <a:gd name="connsiteX1726" fmla="*/ 422215 w 2249309"/>
              <a:gd name="connsiteY1726" fmla="*/ 114735 h 506009"/>
              <a:gd name="connsiteX1727" fmla="*/ 423686 w 2249309"/>
              <a:gd name="connsiteY1727" fmla="*/ 115982 h 506009"/>
              <a:gd name="connsiteX1728" fmla="*/ 422016 w 2249309"/>
              <a:gd name="connsiteY1728" fmla="*/ 116431 h 506009"/>
              <a:gd name="connsiteX1729" fmla="*/ 420495 w 2249309"/>
              <a:gd name="connsiteY1729" fmla="*/ 115857 h 506009"/>
              <a:gd name="connsiteX1730" fmla="*/ 419847 w 2249309"/>
              <a:gd name="connsiteY1730" fmla="*/ 114661 h 506009"/>
              <a:gd name="connsiteX1731" fmla="*/ 418924 w 2249309"/>
              <a:gd name="connsiteY1731" fmla="*/ 113788 h 506009"/>
              <a:gd name="connsiteX1732" fmla="*/ 417877 w 2249309"/>
              <a:gd name="connsiteY1732" fmla="*/ 112641 h 506009"/>
              <a:gd name="connsiteX1733" fmla="*/ 417079 w 2249309"/>
              <a:gd name="connsiteY1733" fmla="*/ 112467 h 506009"/>
              <a:gd name="connsiteX1734" fmla="*/ 416032 w 2249309"/>
              <a:gd name="connsiteY1734" fmla="*/ 111918 h 506009"/>
              <a:gd name="connsiteX1735" fmla="*/ 414935 w 2249309"/>
              <a:gd name="connsiteY1735" fmla="*/ 111120 h 506009"/>
              <a:gd name="connsiteX1736" fmla="*/ 413415 w 2249309"/>
              <a:gd name="connsiteY1736" fmla="*/ 110098 h 506009"/>
              <a:gd name="connsiteX1737" fmla="*/ 412243 w 2249309"/>
              <a:gd name="connsiteY1737" fmla="*/ 109076 h 506009"/>
              <a:gd name="connsiteX1738" fmla="*/ 411520 w 2249309"/>
              <a:gd name="connsiteY1738" fmla="*/ 108902 h 506009"/>
              <a:gd name="connsiteX1739" fmla="*/ 410273 w 2249309"/>
              <a:gd name="connsiteY1739" fmla="*/ 107730 h 506009"/>
              <a:gd name="connsiteX1740" fmla="*/ 407381 w 2249309"/>
              <a:gd name="connsiteY1740" fmla="*/ 108802 h 506009"/>
              <a:gd name="connsiteX1741" fmla="*/ 406035 w 2249309"/>
              <a:gd name="connsiteY1741" fmla="*/ 109625 h 506009"/>
              <a:gd name="connsiteX1742" fmla="*/ 405561 w 2249309"/>
              <a:gd name="connsiteY1742" fmla="*/ 110647 h 506009"/>
              <a:gd name="connsiteX1743" fmla="*/ 406334 w 2249309"/>
              <a:gd name="connsiteY1743" fmla="*/ 111494 h 506009"/>
              <a:gd name="connsiteX1744" fmla="*/ 407780 w 2249309"/>
              <a:gd name="connsiteY1744" fmla="*/ 112018 h 506009"/>
              <a:gd name="connsiteX1745" fmla="*/ 409176 w 2249309"/>
              <a:gd name="connsiteY1745" fmla="*/ 112342 h 506009"/>
              <a:gd name="connsiteX1746" fmla="*/ 409824 w 2249309"/>
              <a:gd name="connsiteY1746" fmla="*/ 113215 h 506009"/>
              <a:gd name="connsiteX1747" fmla="*/ 408478 w 2249309"/>
              <a:gd name="connsiteY1747" fmla="*/ 113763 h 506009"/>
              <a:gd name="connsiteX1748" fmla="*/ 407331 w 2249309"/>
              <a:gd name="connsiteY1748" fmla="*/ 114561 h 506009"/>
              <a:gd name="connsiteX1749" fmla="*/ 406583 w 2249309"/>
              <a:gd name="connsiteY1749" fmla="*/ 114711 h 506009"/>
              <a:gd name="connsiteX1750" fmla="*/ 405387 w 2249309"/>
              <a:gd name="connsiteY1750" fmla="*/ 114287 h 506009"/>
              <a:gd name="connsiteX1751" fmla="*/ 403741 w 2249309"/>
              <a:gd name="connsiteY1751" fmla="*/ 113265 h 506009"/>
              <a:gd name="connsiteX1752" fmla="*/ 401996 w 2249309"/>
              <a:gd name="connsiteY1752" fmla="*/ 112791 h 506009"/>
              <a:gd name="connsiteX1753" fmla="*/ 401223 w 2249309"/>
              <a:gd name="connsiteY1753" fmla="*/ 111370 h 506009"/>
              <a:gd name="connsiteX1754" fmla="*/ 398730 w 2249309"/>
              <a:gd name="connsiteY1754" fmla="*/ 110722 h 506009"/>
              <a:gd name="connsiteX1755" fmla="*/ 397209 w 2249309"/>
              <a:gd name="connsiteY1755" fmla="*/ 111669 h 506009"/>
              <a:gd name="connsiteX1756" fmla="*/ 396386 w 2249309"/>
              <a:gd name="connsiteY1756" fmla="*/ 112666 h 506009"/>
              <a:gd name="connsiteX1757" fmla="*/ 396685 w 2249309"/>
              <a:gd name="connsiteY1757" fmla="*/ 113514 h 506009"/>
              <a:gd name="connsiteX1758" fmla="*/ 397558 w 2249309"/>
              <a:gd name="connsiteY1758" fmla="*/ 115085 h 506009"/>
              <a:gd name="connsiteX1759" fmla="*/ 399428 w 2249309"/>
              <a:gd name="connsiteY1759" fmla="*/ 116032 h 506009"/>
              <a:gd name="connsiteX1760" fmla="*/ 401348 w 2249309"/>
              <a:gd name="connsiteY1760" fmla="*/ 117503 h 506009"/>
              <a:gd name="connsiteX1761" fmla="*/ 403242 w 2249309"/>
              <a:gd name="connsiteY1761" fmla="*/ 118924 h 506009"/>
              <a:gd name="connsiteX1762" fmla="*/ 402993 w 2249309"/>
              <a:gd name="connsiteY1762" fmla="*/ 120096 h 506009"/>
              <a:gd name="connsiteX1763" fmla="*/ 398181 w 2249309"/>
              <a:gd name="connsiteY1763" fmla="*/ 121168 h 506009"/>
              <a:gd name="connsiteX1764" fmla="*/ 395688 w 2249309"/>
              <a:gd name="connsiteY1764" fmla="*/ 119273 h 506009"/>
              <a:gd name="connsiteX1765" fmla="*/ 394342 w 2249309"/>
              <a:gd name="connsiteY1765" fmla="*/ 118749 h 506009"/>
              <a:gd name="connsiteX1766" fmla="*/ 394342 w 2249309"/>
              <a:gd name="connsiteY1766" fmla="*/ 122115 h 506009"/>
              <a:gd name="connsiteX1767" fmla="*/ 392996 w 2249309"/>
              <a:gd name="connsiteY1767" fmla="*/ 123312 h 506009"/>
              <a:gd name="connsiteX1768" fmla="*/ 394716 w 2249309"/>
              <a:gd name="connsiteY1768" fmla="*/ 125182 h 506009"/>
              <a:gd name="connsiteX1769" fmla="*/ 396187 w 2249309"/>
              <a:gd name="connsiteY1769" fmla="*/ 126079 h 506009"/>
              <a:gd name="connsiteX1770" fmla="*/ 398181 w 2249309"/>
              <a:gd name="connsiteY1770" fmla="*/ 127101 h 506009"/>
              <a:gd name="connsiteX1771" fmla="*/ 401173 w 2249309"/>
              <a:gd name="connsiteY1771" fmla="*/ 126254 h 506009"/>
              <a:gd name="connsiteX1772" fmla="*/ 402619 w 2249309"/>
              <a:gd name="connsiteY1772" fmla="*/ 125930 h 506009"/>
              <a:gd name="connsiteX1773" fmla="*/ 404314 w 2249309"/>
              <a:gd name="connsiteY1773" fmla="*/ 124907 h 506009"/>
              <a:gd name="connsiteX1774" fmla="*/ 405686 w 2249309"/>
              <a:gd name="connsiteY1774" fmla="*/ 123910 h 506009"/>
              <a:gd name="connsiteX1775" fmla="*/ 407032 w 2249309"/>
              <a:gd name="connsiteY1775" fmla="*/ 122464 h 506009"/>
              <a:gd name="connsiteX1776" fmla="*/ 409924 w 2249309"/>
              <a:gd name="connsiteY1776" fmla="*/ 123661 h 506009"/>
              <a:gd name="connsiteX1777" fmla="*/ 411071 w 2249309"/>
              <a:gd name="connsiteY1777" fmla="*/ 124284 h 506009"/>
              <a:gd name="connsiteX1778" fmla="*/ 412567 w 2249309"/>
              <a:gd name="connsiteY1778" fmla="*/ 125381 h 506009"/>
              <a:gd name="connsiteX1779" fmla="*/ 413913 w 2249309"/>
              <a:gd name="connsiteY1779" fmla="*/ 125531 h 506009"/>
              <a:gd name="connsiteX1780" fmla="*/ 415534 w 2249309"/>
              <a:gd name="connsiteY1780" fmla="*/ 124633 h 506009"/>
              <a:gd name="connsiteX1781" fmla="*/ 415534 w 2249309"/>
              <a:gd name="connsiteY1781" fmla="*/ 123661 h 506009"/>
              <a:gd name="connsiteX1782" fmla="*/ 414861 w 2249309"/>
              <a:gd name="connsiteY1782" fmla="*/ 121891 h 506009"/>
              <a:gd name="connsiteX1783" fmla="*/ 414312 w 2249309"/>
              <a:gd name="connsiteY1783" fmla="*/ 119996 h 506009"/>
              <a:gd name="connsiteX1784" fmla="*/ 413240 w 2249309"/>
              <a:gd name="connsiteY1784" fmla="*/ 119622 h 506009"/>
              <a:gd name="connsiteX1785" fmla="*/ 411719 w 2249309"/>
              <a:gd name="connsiteY1785" fmla="*/ 118899 h 506009"/>
              <a:gd name="connsiteX1786" fmla="*/ 411246 w 2249309"/>
              <a:gd name="connsiteY1786" fmla="*/ 118151 h 506009"/>
              <a:gd name="connsiteX1787" fmla="*/ 412692 w 2249309"/>
              <a:gd name="connsiteY1787" fmla="*/ 117204 h 506009"/>
              <a:gd name="connsiteX1788" fmla="*/ 414886 w 2249309"/>
              <a:gd name="connsiteY1788" fmla="*/ 117204 h 506009"/>
              <a:gd name="connsiteX1789" fmla="*/ 416506 w 2249309"/>
              <a:gd name="connsiteY1789" fmla="*/ 117204 h 506009"/>
              <a:gd name="connsiteX1790" fmla="*/ 420221 w 2249309"/>
              <a:gd name="connsiteY1790" fmla="*/ 117977 h 506009"/>
              <a:gd name="connsiteX1791" fmla="*/ 421467 w 2249309"/>
              <a:gd name="connsiteY1791" fmla="*/ 119273 h 506009"/>
              <a:gd name="connsiteX1792" fmla="*/ 422315 w 2249309"/>
              <a:gd name="connsiteY1792" fmla="*/ 120370 h 506009"/>
              <a:gd name="connsiteX1793" fmla="*/ 423437 w 2249309"/>
              <a:gd name="connsiteY1793" fmla="*/ 120869 h 506009"/>
              <a:gd name="connsiteX1794" fmla="*/ 426603 w 2249309"/>
              <a:gd name="connsiteY1794" fmla="*/ 122863 h 506009"/>
              <a:gd name="connsiteX1795" fmla="*/ 428797 w 2249309"/>
              <a:gd name="connsiteY1795" fmla="*/ 121716 h 506009"/>
              <a:gd name="connsiteX1796" fmla="*/ 430318 w 2249309"/>
              <a:gd name="connsiteY1796" fmla="*/ 119448 h 506009"/>
              <a:gd name="connsiteX1797" fmla="*/ 429820 w 2249309"/>
              <a:gd name="connsiteY1797" fmla="*/ 118326 h 506009"/>
              <a:gd name="connsiteX1798" fmla="*/ 429346 w 2249309"/>
              <a:gd name="connsiteY1798" fmla="*/ 117378 h 506009"/>
              <a:gd name="connsiteX1799" fmla="*/ 429346 w 2249309"/>
              <a:gd name="connsiteY1799" fmla="*/ 116256 h 506009"/>
              <a:gd name="connsiteX1800" fmla="*/ 428548 w 2249309"/>
              <a:gd name="connsiteY1800" fmla="*/ 115483 h 506009"/>
              <a:gd name="connsiteX1801" fmla="*/ 426778 w 2249309"/>
              <a:gd name="connsiteY1801" fmla="*/ 114910 h 506009"/>
              <a:gd name="connsiteX1802" fmla="*/ 426404 w 2249309"/>
              <a:gd name="connsiteY1802" fmla="*/ 114112 h 506009"/>
              <a:gd name="connsiteX1803" fmla="*/ 427925 w 2249309"/>
              <a:gd name="connsiteY1803" fmla="*/ 113115 h 506009"/>
              <a:gd name="connsiteX1804" fmla="*/ 429196 w 2249309"/>
              <a:gd name="connsiteY1804" fmla="*/ 112417 h 506009"/>
              <a:gd name="connsiteX1805" fmla="*/ 430368 w 2249309"/>
              <a:gd name="connsiteY1805" fmla="*/ 111893 h 506009"/>
              <a:gd name="connsiteX1806" fmla="*/ 433883 w 2249309"/>
              <a:gd name="connsiteY1806" fmla="*/ 110597 h 506009"/>
              <a:gd name="connsiteX1807" fmla="*/ 436227 w 2249309"/>
              <a:gd name="connsiteY1807" fmla="*/ 110896 h 506009"/>
              <a:gd name="connsiteX1808" fmla="*/ 437598 w 2249309"/>
              <a:gd name="connsiteY1808" fmla="*/ 109824 h 506009"/>
              <a:gd name="connsiteX1809" fmla="*/ 438097 w 2249309"/>
              <a:gd name="connsiteY1809" fmla="*/ 108902 h 506009"/>
              <a:gd name="connsiteX1810" fmla="*/ 437773 w 2249309"/>
              <a:gd name="connsiteY1810" fmla="*/ 107356 h 506009"/>
              <a:gd name="connsiteX1811" fmla="*/ 436825 w 2249309"/>
              <a:gd name="connsiteY1811" fmla="*/ 106533 h 506009"/>
              <a:gd name="connsiteX1812" fmla="*/ 436177 w 2249309"/>
              <a:gd name="connsiteY1812" fmla="*/ 106533 h 506009"/>
              <a:gd name="connsiteX1813" fmla="*/ 431739 w 2249309"/>
              <a:gd name="connsiteY1813" fmla="*/ 104987 h 506009"/>
              <a:gd name="connsiteX1814" fmla="*/ 430842 w 2249309"/>
              <a:gd name="connsiteY1814" fmla="*/ 106957 h 506009"/>
              <a:gd name="connsiteX1815" fmla="*/ 429844 w 2249309"/>
              <a:gd name="connsiteY1815" fmla="*/ 107480 h 506009"/>
              <a:gd name="connsiteX1816" fmla="*/ 428673 w 2249309"/>
              <a:gd name="connsiteY1816" fmla="*/ 107680 h 506009"/>
              <a:gd name="connsiteX1817" fmla="*/ 427451 w 2249309"/>
              <a:gd name="connsiteY1817" fmla="*/ 107206 h 506009"/>
              <a:gd name="connsiteX1818" fmla="*/ 426529 w 2249309"/>
              <a:gd name="connsiteY1818" fmla="*/ 108228 h 506009"/>
              <a:gd name="connsiteX1819" fmla="*/ 425506 w 2249309"/>
              <a:gd name="connsiteY1819" fmla="*/ 108228 h 506009"/>
              <a:gd name="connsiteX1820" fmla="*/ 424484 w 2249309"/>
              <a:gd name="connsiteY1820" fmla="*/ 108079 h 506009"/>
              <a:gd name="connsiteX1821" fmla="*/ 423661 w 2249309"/>
              <a:gd name="connsiteY1821" fmla="*/ 109226 h 506009"/>
              <a:gd name="connsiteX1822" fmla="*/ 424210 w 2249309"/>
              <a:gd name="connsiteY1822" fmla="*/ 110422 h 506009"/>
              <a:gd name="connsiteX1823" fmla="*/ 422215 w 2249309"/>
              <a:gd name="connsiteY1823" fmla="*/ 110422 h 506009"/>
              <a:gd name="connsiteX1824" fmla="*/ 422614 w 2249309"/>
              <a:gd name="connsiteY1824" fmla="*/ 109026 h 506009"/>
              <a:gd name="connsiteX1825" fmla="*/ 422141 w 2249309"/>
              <a:gd name="connsiteY1825" fmla="*/ 107356 h 506009"/>
              <a:gd name="connsiteX1826" fmla="*/ 424360 w 2249309"/>
              <a:gd name="connsiteY1826" fmla="*/ 107032 h 506009"/>
              <a:gd name="connsiteX1827" fmla="*/ 428024 w 2249309"/>
              <a:gd name="connsiteY1827" fmla="*/ 105935 h 506009"/>
              <a:gd name="connsiteX1828" fmla="*/ 428324 w 2249309"/>
              <a:gd name="connsiteY1828" fmla="*/ 104563 h 506009"/>
              <a:gd name="connsiteX1829" fmla="*/ 429396 w 2249309"/>
              <a:gd name="connsiteY1829" fmla="*/ 103566 h 506009"/>
              <a:gd name="connsiteX1830" fmla="*/ 431440 w 2249309"/>
              <a:gd name="connsiteY1830" fmla="*/ 103367 h 506009"/>
              <a:gd name="connsiteX1831" fmla="*/ 433235 w 2249309"/>
              <a:gd name="connsiteY1831" fmla="*/ 102569 h 506009"/>
              <a:gd name="connsiteX1832" fmla="*/ 433061 w 2249309"/>
              <a:gd name="connsiteY1832" fmla="*/ 100649 h 506009"/>
              <a:gd name="connsiteX1833" fmla="*/ 432412 w 2249309"/>
              <a:gd name="connsiteY1833" fmla="*/ 100176 h 506009"/>
              <a:gd name="connsiteX1834" fmla="*/ 431814 w 2249309"/>
              <a:gd name="connsiteY1834" fmla="*/ 99652 h 506009"/>
              <a:gd name="connsiteX1835" fmla="*/ 429795 w 2249309"/>
              <a:gd name="connsiteY1835" fmla="*/ 100176 h 506009"/>
              <a:gd name="connsiteX1836" fmla="*/ 427601 w 2249309"/>
              <a:gd name="connsiteY1836" fmla="*/ 100400 h 506009"/>
              <a:gd name="connsiteX1837" fmla="*/ 427601 w 2249309"/>
              <a:gd name="connsiteY1837" fmla="*/ 98979 h 506009"/>
              <a:gd name="connsiteX1838" fmla="*/ 426179 w 2249309"/>
              <a:gd name="connsiteY1838" fmla="*/ 98979 h 506009"/>
              <a:gd name="connsiteX1839" fmla="*/ 425432 w 2249309"/>
              <a:gd name="connsiteY1839" fmla="*/ 100500 h 506009"/>
              <a:gd name="connsiteX1840" fmla="*/ 423961 w 2249309"/>
              <a:gd name="connsiteY1840" fmla="*/ 101123 h 506009"/>
              <a:gd name="connsiteX1841" fmla="*/ 422639 w 2249309"/>
              <a:gd name="connsiteY1841" fmla="*/ 102345 h 506009"/>
              <a:gd name="connsiteX1842" fmla="*/ 423562 w 2249309"/>
              <a:gd name="connsiteY1842" fmla="*/ 102719 h 506009"/>
              <a:gd name="connsiteX1843" fmla="*/ 424783 w 2249309"/>
              <a:gd name="connsiteY1843" fmla="*/ 103317 h 506009"/>
              <a:gd name="connsiteX1844" fmla="*/ 423985 w 2249309"/>
              <a:gd name="connsiteY1844" fmla="*/ 105112 h 506009"/>
              <a:gd name="connsiteX1845" fmla="*/ 422066 w 2249309"/>
              <a:gd name="connsiteY1845" fmla="*/ 104987 h 506009"/>
              <a:gd name="connsiteX1846" fmla="*/ 422190 w 2249309"/>
              <a:gd name="connsiteY1846" fmla="*/ 104065 h 506009"/>
              <a:gd name="connsiteX1847" fmla="*/ 421193 w 2249309"/>
              <a:gd name="connsiteY1847" fmla="*/ 102868 h 506009"/>
              <a:gd name="connsiteX1848" fmla="*/ 421418 w 2249309"/>
              <a:gd name="connsiteY1848" fmla="*/ 102120 h 506009"/>
              <a:gd name="connsiteX1849" fmla="*/ 423337 w 2249309"/>
              <a:gd name="connsiteY1849" fmla="*/ 99627 h 506009"/>
              <a:gd name="connsiteX1850" fmla="*/ 423786 w 2249309"/>
              <a:gd name="connsiteY1850" fmla="*/ 98804 h 506009"/>
              <a:gd name="connsiteX1851" fmla="*/ 424559 w 2249309"/>
              <a:gd name="connsiteY1851" fmla="*/ 97483 h 506009"/>
              <a:gd name="connsiteX1852" fmla="*/ 423562 w 2249309"/>
              <a:gd name="connsiteY1852" fmla="*/ 97159 h 506009"/>
              <a:gd name="connsiteX1853" fmla="*/ 422240 w 2249309"/>
              <a:gd name="connsiteY1853" fmla="*/ 97633 h 506009"/>
              <a:gd name="connsiteX1854" fmla="*/ 421717 w 2249309"/>
              <a:gd name="connsiteY1854" fmla="*/ 98405 h 506009"/>
              <a:gd name="connsiteX1855" fmla="*/ 419772 w 2249309"/>
              <a:gd name="connsiteY1855" fmla="*/ 100250 h 506009"/>
              <a:gd name="connsiteX1856" fmla="*/ 418600 w 2249309"/>
              <a:gd name="connsiteY1856" fmla="*/ 101771 h 506009"/>
              <a:gd name="connsiteX1857" fmla="*/ 416506 w 2249309"/>
              <a:gd name="connsiteY1857" fmla="*/ 103591 h 506009"/>
              <a:gd name="connsiteX1858" fmla="*/ 416007 w 2249309"/>
              <a:gd name="connsiteY1858" fmla="*/ 105037 h 506009"/>
              <a:gd name="connsiteX1859" fmla="*/ 416755 w 2249309"/>
              <a:gd name="connsiteY1859" fmla="*/ 105286 h 506009"/>
              <a:gd name="connsiteX1860" fmla="*/ 417603 w 2249309"/>
              <a:gd name="connsiteY1860" fmla="*/ 105162 h 506009"/>
              <a:gd name="connsiteX1861" fmla="*/ 418750 w 2249309"/>
              <a:gd name="connsiteY1861" fmla="*/ 104663 h 506009"/>
              <a:gd name="connsiteX1862" fmla="*/ 418600 w 2249309"/>
              <a:gd name="connsiteY1862" fmla="*/ 105660 h 506009"/>
              <a:gd name="connsiteX1863" fmla="*/ 418127 w 2249309"/>
              <a:gd name="connsiteY1863" fmla="*/ 106533 h 506009"/>
              <a:gd name="connsiteX1864" fmla="*/ 419124 w 2249309"/>
              <a:gd name="connsiteY1864" fmla="*/ 107007 h 506009"/>
              <a:gd name="connsiteX1865" fmla="*/ 419847 w 2249309"/>
              <a:gd name="connsiteY1865" fmla="*/ 107929 h 506009"/>
              <a:gd name="connsiteX1866" fmla="*/ 419298 w 2249309"/>
              <a:gd name="connsiteY1866" fmla="*/ 108278 h 506009"/>
              <a:gd name="connsiteX1867" fmla="*/ 418351 w 2249309"/>
              <a:gd name="connsiteY1867" fmla="*/ 108029 h 506009"/>
              <a:gd name="connsiteX1868" fmla="*/ 417379 w 2249309"/>
              <a:gd name="connsiteY1868" fmla="*/ 107505 h 506009"/>
              <a:gd name="connsiteX1869" fmla="*/ 415833 w 2249309"/>
              <a:gd name="connsiteY1869" fmla="*/ 106359 h 506009"/>
              <a:gd name="connsiteX1870" fmla="*/ 414960 w 2249309"/>
              <a:gd name="connsiteY1870" fmla="*/ 105561 h 506009"/>
              <a:gd name="connsiteX1871" fmla="*/ 413764 w 2249309"/>
              <a:gd name="connsiteY1871" fmla="*/ 104788 h 506009"/>
              <a:gd name="connsiteX1872" fmla="*/ 413764 w 2249309"/>
              <a:gd name="connsiteY1872" fmla="*/ 103815 h 506009"/>
              <a:gd name="connsiteX1873" fmla="*/ 415135 w 2249309"/>
              <a:gd name="connsiteY1873" fmla="*/ 103192 h 506009"/>
              <a:gd name="connsiteX1874" fmla="*/ 416032 w 2249309"/>
              <a:gd name="connsiteY1874" fmla="*/ 102394 h 506009"/>
              <a:gd name="connsiteX1875" fmla="*/ 417005 w 2249309"/>
              <a:gd name="connsiteY1875" fmla="*/ 101048 h 506009"/>
              <a:gd name="connsiteX1876" fmla="*/ 418700 w 2249309"/>
              <a:gd name="connsiteY1876" fmla="*/ 99278 h 506009"/>
              <a:gd name="connsiteX1877" fmla="*/ 419647 w 2249309"/>
              <a:gd name="connsiteY1877" fmla="*/ 98480 h 506009"/>
              <a:gd name="connsiteX1878" fmla="*/ 420420 w 2249309"/>
              <a:gd name="connsiteY1878" fmla="*/ 97857 h 506009"/>
              <a:gd name="connsiteX1879" fmla="*/ 421044 w 2249309"/>
              <a:gd name="connsiteY1879" fmla="*/ 97234 h 506009"/>
              <a:gd name="connsiteX1880" fmla="*/ 422041 w 2249309"/>
              <a:gd name="connsiteY1880" fmla="*/ 96162 h 506009"/>
              <a:gd name="connsiteX1881" fmla="*/ 422764 w 2249309"/>
              <a:gd name="connsiteY1881" fmla="*/ 95214 h 506009"/>
              <a:gd name="connsiteX1882" fmla="*/ 422938 w 2249309"/>
              <a:gd name="connsiteY1882" fmla="*/ 94466 h 506009"/>
              <a:gd name="connsiteX1883" fmla="*/ 422365 w 2249309"/>
              <a:gd name="connsiteY1883" fmla="*/ 94317 h 506009"/>
              <a:gd name="connsiteX1884" fmla="*/ 421692 w 2249309"/>
              <a:gd name="connsiteY1884" fmla="*/ 93619 h 506009"/>
              <a:gd name="connsiteX1885" fmla="*/ 91125 w 2249309"/>
              <a:gd name="connsiteY1885" fmla="*/ 92073 h 506009"/>
              <a:gd name="connsiteX1886" fmla="*/ 90377 w 2249309"/>
              <a:gd name="connsiteY1886" fmla="*/ 92596 h 506009"/>
              <a:gd name="connsiteX1887" fmla="*/ 89206 w 2249309"/>
              <a:gd name="connsiteY1887" fmla="*/ 92920 h 506009"/>
              <a:gd name="connsiteX1888" fmla="*/ 88408 w 2249309"/>
              <a:gd name="connsiteY1888" fmla="*/ 94192 h 506009"/>
              <a:gd name="connsiteX1889" fmla="*/ 87460 w 2249309"/>
              <a:gd name="connsiteY1889" fmla="*/ 94865 h 506009"/>
              <a:gd name="connsiteX1890" fmla="*/ 86812 w 2249309"/>
              <a:gd name="connsiteY1890" fmla="*/ 95987 h 506009"/>
              <a:gd name="connsiteX1891" fmla="*/ 85566 w 2249309"/>
              <a:gd name="connsiteY1891" fmla="*/ 96885 h 506009"/>
              <a:gd name="connsiteX1892" fmla="*/ 85266 w 2249309"/>
              <a:gd name="connsiteY1892" fmla="*/ 98181 h 506009"/>
              <a:gd name="connsiteX1893" fmla="*/ 86663 w 2249309"/>
              <a:gd name="connsiteY1893" fmla="*/ 99577 h 506009"/>
              <a:gd name="connsiteX1894" fmla="*/ 88358 w 2249309"/>
              <a:gd name="connsiteY1894" fmla="*/ 102070 h 506009"/>
              <a:gd name="connsiteX1895" fmla="*/ 89405 w 2249309"/>
              <a:gd name="connsiteY1895" fmla="*/ 103616 h 506009"/>
              <a:gd name="connsiteX1896" fmla="*/ 91449 w 2249309"/>
              <a:gd name="connsiteY1896" fmla="*/ 105760 h 506009"/>
              <a:gd name="connsiteX1897" fmla="*/ 92571 w 2249309"/>
              <a:gd name="connsiteY1897" fmla="*/ 107331 h 506009"/>
              <a:gd name="connsiteX1898" fmla="*/ 93643 w 2249309"/>
              <a:gd name="connsiteY1898" fmla="*/ 108926 h 506009"/>
              <a:gd name="connsiteX1899" fmla="*/ 94117 w 2249309"/>
              <a:gd name="connsiteY1899" fmla="*/ 110073 h 506009"/>
              <a:gd name="connsiteX1900" fmla="*/ 96361 w 2249309"/>
              <a:gd name="connsiteY1900" fmla="*/ 112965 h 506009"/>
              <a:gd name="connsiteX1901" fmla="*/ 98156 w 2249309"/>
              <a:gd name="connsiteY1901" fmla="*/ 114337 h 506009"/>
              <a:gd name="connsiteX1902" fmla="*/ 99353 w 2249309"/>
              <a:gd name="connsiteY1902" fmla="*/ 115184 h 506009"/>
              <a:gd name="connsiteX1903" fmla="*/ 100524 w 2249309"/>
              <a:gd name="connsiteY1903" fmla="*/ 116157 h 506009"/>
              <a:gd name="connsiteX1904" fmla="*/ 102644 w 2249309"/>
              <a:gd name="connsiteY1904" fmla="*/ 117428 h 506009"/>
              <a:gd name="connsiteX1905" fmla="*/ 104214 w 2249309"/>
              <a:gd name="connsiteY1905" fmla="*/ 118724 h 506009"/>
              <a:gd name="connsiteX1906" fmla="*/ 106234 w 2249309"/>
              <a:gd name="connsiteY1906" fmla="*/ 119098 h 506009"/>
              <a:gd name="connsiteX1907" fmla="*/ 107505 w 2249309"/>
              <a:gd name="connsiteY1907" fmla="*/ 118700 h 506009"/>
              <a:gd name="connsiteX1908" fmla="*/ 109201 w 2249309"/>
              <a:gd name="connsiteY1908" fmla="*/ 117079 h 506009"/>
              <a:gd name="connsiteX1909" fmla="*/ 110597 w 2249309"/>
              <a:gd name="connsiteY1909" fmla="*/ 116231 h 506009"/>
              <a:gd name="connsiteX1910" fmla="*/ 111918 w 2249309"/>
              <a:gd name="connsiteY1910" fmla="*/ 114885 h 506009"/>
              <a:gd name="connsiteX1911" fmla="*/ 113339 w 2249309"/>
              <a:gd name="connsiteY1911" fmla="*/ 113614 h 506009"/>
              <a:gd name="connsiteX1912" fmla="*/ 114561 w 2249309"/>
              <a:gd name="connsiteY1912" fmla="*/ 113090 h 506009"/>
              <a:gd name="connsiteX1913" fmla="*/ 115458 w 2249309"/>
              <a:gd name="connsiteY1913" fmla="*/ 111519 h 506009"/>
              <a:gd name="connsiteX1914" fmla="*/ 116481 w 2249309"/>
              <a:gd name="connsiteY1914" fmla="*/ 110023 h 506009"/>
              <a:gd name="connsiteX1915" fmla="*/ 115807 w 2249309"/>
              <a:gd name="connsiteY1915" fmla="*/ 108453 h 506009"/>
              <a:gd name="connsiteX1916" fmla="*/ 114636 w 2249309"/>
              <a:gd name="connsiteY1916" fmla="*/ 106234 h 506009"/>
              <a:gd name="connsiteX1917" fmla="*/ 112442 w 2249309"/>
              <a:gd name="connsiteY1917" fmla="*/ 105461 h 506009"/>
              <a:gd name="connsiteX1918" fmla="*/ 111195 w 2249309"/>
              <a:gd name="connsiteY1918" fmla="*/ 106533 h 506009"/>
              <a:gd name="connsiteX1919" fmla="*/ 110173 w 2249309"/>
              <a:gd name="connsiteY1919" fmla="*/ 107032 h 506009"/>
              <a:gd name="connsiteX1920" fmla="*/ 109251 w 2249309"/>
              <a:gd name="connsiteY1920" fmla="*/ 107655 h 506009"/>
              <a:gd name="connsiteX1921" fmla="*/ 108079 w 2249309"/>
              <a:gd name="connsiteY1921" fmla="*/ 108627 h 506009"/>
              <a:gd name="connsiteX1922" fmla="*/ 105935 w 2249309"/>
              <a:gd name="connsiteY1922" fmla="*/ 109550 h 506009"/>
              <a:gd name="connsiteX1923" fmla="*/ 103566 w 2249309"/>
              <a:gd name="connsiteY1923" fmla="*/ 108378 h 506009"/>
              <a:gd name="connsiteX1924" fmla="*/ 102419 w 2249309"/>
              <a:gd name="connsiteY1924" fmla="*/ 107431 h 506009"/>
              <a:gd name="connsiteX1925" fmla="*/ 100824 w 2249309"/>
              <a:gd name="connsiteY1925" fmla="*/ 104638 h 506009"/>
              <a:gd name="connsiteX1926" fmla="*/ 101746 w 2249309"/>
              <a:gd name="connsiteY1926" fmla="*/ 101696 h 506009"/>
              <a:gd name="connsiteX1927" fmla="*/ 102220 w 2249309"/>
              <a:gd name="connsiteY1927" fmla="*/ 99777 h 506009"/>
              <a:gd name="connsiteX1928" fmla="*/ 102419 w 2249309"/>
              <a:gd name="connsiteY1928" fmla="*/ 98256 h 506009"/>
              <a:gd name="connsiteX1929" fmla="*/ 103142 w 2249309"/>
              <a:gd name="connsiteY1929" fmla="*/ 96934 h 506009"/>
              <a:gd name="connsiteX1930" fmla="*/ 103142 w 2249309"/>
              <a:gd name="connsiteY1930" fmla="*/ 95862 h 506009"/>
              <a:gd name="connsiteX1931" fmla="*/ 101846 w 2249309"/>
              <a:gd name="connsiteY1931" fmla="*/ 94990 h 506009"/>
              <a:gd name="connsiteX1932" fmla="*/ 99477 w 2249309"/>
              <a:gd name="connsiteY1932" fmla="*/ 94366 h 506009"/>
              <a:gd name="connsiteX1933" fmla="*/ 97508 w 2249309"/>
              <a:gd name="connsiteY1933" fmla="*/ 95389 h 506009"/>
              <a:gd name="connsiteX1934" fmla="*/ 97184 w 2249309"/>
              <a:gd name="connsiteY1934" fmla="*/ 96835 h 506009"/>
              <a:gd name="connsiteX1935" fmla="*/ 95962 w 2249309"/>
              <a:gd name="connsiteY1935" fmla="*/ 97458 h 506009"/>
              <a:gd name="connsiteX1936" fmla="*/ 95089 w 2249309"/>
              <a:gd name="connsiteY1936" fmla="*/ 96236 h 506009"/>
              <a:gd name="connsiteX1937" fmla="*/ 94042 w 2249309"/>
              <a:gd name="connsiteY1937" fmla="*/ 93120 h 506009"/>
              <a:gd name="connsiteX1938" fmla="*/ 92148 w 2249309"/>
              <a:gd name="connsiteY1938" fmla="*/ 92073 h 506009"/>
              <a:gd name="connsiteX1939" fmla="*/ 91125 w 2249309"/>
              <a:gd name="connsiteY1939" fmla="*/ 92073 h 506009"/>
              <a:gd name="connsiteX1940" fmla="*/ 309201 w 2249309"/>
              <a:gd name="connsiteY1940" fmla="*/ 81751 h 506009"/>
              <a:gd name="connsiteX1941" fmla="*/ 307282 w 2249309"/>
              <a:gd name="connsiteY1941" fmla="*/ 92921 h 506009"/>
              <a:gd name="connsiteX1942" fmla="*/ 301423 w 2249309"/>
              <a:gd name="connsiteY1942" fmla="*/ 99029 h 506009"/>
              <a:gd name="connsiteX1943" fmla="*/ 299154 w 2249309"/>
              <a:gd name="connsiteY1943" fmla="*/ 102769 h 506009"/>
              <a:gd name="connsiteX1944" fmla="*/ 269685 w 2249309"/>
              <a:gd name="connsiteY1944" fmla="*/ 123137 h 506009"/>
              <a:gd name="connsiteX1945" fmla="*/ 278411 w 2249309"/>
              <a:gd name="connsiteY1945" fmla="*/ 123711 h 506009"/>
              <a:gd name="connsiteX1946" fmla="*/ 278511 w 2249309"/>
              <a:gd name="connsiteY1946" fmla="*/ 123636 h 506009"/>
              <a:gd name="connsiteX1947" fmla="*/ 288059 w 2249309"/>
              <a:gd name="connsiteY1947" fmla="*/ 130517 h 506009"/>
              <a:gd name="connsiteX1948" fmla="*/ 276791 w 2249309"/>
              <a:gd name="connsiteY1948" fmla="*/ 130717 h 506009"/>
              <a:gd name="connsiteX1949" fmla="*/ 268812 w 2249309"/>
              <a:gd name="connsiteY1949" fmla="*/ 123462 h 506009"/>
              <a:gd name="connsiteX1950" fmla="*/ 262556 w 2249309"/>
              <a:gd name="connsiteY1950" fmla="*/ 125759 h 506009"/>
              <a:gd name="connsiteX1951" fmla="*/ 263895 w 2249309"/>
              <a:gd name="connsiteY1951" fmla="*/ 132627 h 506009"/>
              <a:gd name="connsiteX1952" fmla="*/ 266095 w 2249309"/>
              <a:gd name="connsiteY1952" fmla="*/ 143980 h 506009"/>
              <a:gd name="connsiteX1953" fmla="*/ 343133 w 2249309"/>
              <a:gd name="connsiteY1953" fmla="*/ 132362 h 506009"/>
              <a:gd name="connsiteX1954" fmla="*/ 345801 w 2249309"/>
              <a:gd name="connsiteY1954" fmla="*/ 131464 h 506009"/>
              <a:gd name="connsiteX1955" fmla="*/ 345801 w 2249309"/>
              <a:gd name="connsiteY1955" fmla="*/ 134256 h 506009"/>
              <a:gd name="connsiteX1956" fmla="*/ 338172 w 2249309"/>
              <a:gd name="connsiteY1956" fmla="*/ 155872 h 506009"/>
              <a:gd name="connsiteX1957" fmla="*/ 319224 w 2249309"/>
              <a:gd name="connsiteY1957" fmla="*/ 168213 h 506009"/>
              <a:gd name="connsiteX1958" fmla="*/ 311320 w 2249309"/>
              <a:gd name="connsiteY1958" fmla="*/ 182873 h 506009"/>
              <a:gd name="connsiteX1959" fmla="*/ 307681 w 2249309"/>
              <a:gd name="connsiteY1959" fmla="*/ 185366 h 506009"/>
              <a:gd name="connsiteX1960" fmla="*/ 344080 w 2249309"/>
              <a:gd name="connsiteY1960" fmla="*/ 179806 h 506009"/>
              <a:gd name="connsiteX1961" fmla="*/ 346948 w 2249309"/>
              <a:gd name="connsiteY1961" fmla="*/ 179258 h 506009"/>
              <a:gd name="connsiteX1962" fmla="*/ 346798 w 2249309"/>
              <a:gd name="connsiteY1962" fmla="*/ 179258 h 506009"/>
              <a:gd name="connsiteX1963" fmla="*/ 354601 w 2249309"/>
              <a:gd name="connsiteY1963" fmla="*/ 177637 h 506009"/>
              <a:gd name="connsiteX1964" fmla="*/ 342510 w 2249309"/>
              <a:gd name="connsiteY1964" fmla="*/ 195438 h 506009"/>
              <a:gd name="connsiteX1965" fmla="*/ 314038 w 2249309"/>
              <a:gd name="connsiteY1965" fmla="*/ 218101 h 506009"/>
              <a:gd name="connsiteX1966" fmla="*/ 283497 w 2249309"/>
              <a:gd name="connsiteY1966" fmla="*/ 227849 h 506009"/>
              <a:gd name="connsiteX1967" fmla="*/ 278511 w 2249309"/>
              <a:gd name="connsiteY1967" fmla="*/ 228173 h 506009"/>
              <a:gd name="connsiteX1968" fmla="*/ 269211 w 2249309"/>
              <a:gd name="connsiteY1968" fmla="*/ 227500 h 506009"/>
              <a:gd name="connsiteX1969" fmla="*/ 266269 w 2249309"/>
              <a:gd name="connsiteY1969" fmla="*/ 227076 h 506009"/>
              <a:gd name="connsiteX1970" fmla="*/ 271979 w 2249309"/>
              <a:gd name="connsiteY1970" fmla="*/ 250935 h 506009"/>
              <a:gd name="connsiteX1971" fmla="*/ 252956 w 2249309"/>
              <a:gd name="connsiteY1971" fmla="*/ 252157 h 506009"/>
              <a:gd name="connsiteX1972" fmla="*/ 233908 w 2249309"/>
              <a:gd name="connsiteY1972" fmla="*/ 250935 h 506009"/>
              <a:gd name="connsiteX1973" fmla="*/ 239617 w 2249309"/>
              <a:gd name="connsiteY1973" fmla="*/ 227076 h 506009"/>
              <a:gd name="connsiteX1974" fmla="*/ 236676 w 2249309"/>
              <a:gd name="connsiteY1974" fmla="*/ 227500 h 506009"/>
              <a:gd name="connsiteX1975" fmla="*/ 227376 w 2249309"/>
              <a:gd name="connsiteY1975" fmla="*/ 228173 h 506009"/>
              <a:gd name="connsiteX1976" fmla="*/ 222390 w 2249309"/>
              <a:gd name="connsiteY1976" fmla="*/ 227849 h 506009"/>
              <a:gd name="connsiteX1977" fmla="*/ 191824 w 2249309"/>
              <a:gd name="connsiteY1977" fmla="*/ 218101 h 506009"/>
              <a:gd name="connsiteX1978" fmla="*/ 163352 w 2249309"/>
              <a:gd name="connsiteY1978" fmla="*/ 195438 h 506009"/>
              <a:gd name="connsiteX1979" fmla="*/ 151260 w 2249309"/>
              <a:gd name="connsiteY1979" fmla="*/ 177637 h 506009"/>
              <a:gd name="connsiteX1980" fmla="*/ 159064 w 2249309"/>
              <a:gd name="connsiteY1980" fmla="*/ 179258 h 506009"/>
              <a:gd name="connsiteX1981" fmla="*/ 161956 w 2249309"/>
              <a:gd name="connsiteY1981" fmla="*/ 179806 h 506009"/>
              <a:gd name="connsiteX1982" fmla="*/ 198331 w 2249309"/>
              <a:gd name="connsiteY1982" fmla="*/ 185341 h 506009"/>
              <a:gd name="connsiteX1983" fmla="*/ 194691 w 2249309"/>
              <a:gd name="connsiteY1983" fmla="*/ 182972 h 506009"/>
              <a:gd name="connsiteX1984" fmla="*/ 186788 w 2249309"/>
              <a:gd name="connsiteY1984" fmla="*/ 168313 h 506009"/>
              <a:gd name="connsiteX1985" fmla="*/ 167840 w 2249309"/>
              <a:gd name="connsiteY1985" fmla="*/ 155972 h 506009"/>
              <a:gd name="connsiteX1986" fmla="*/ 160211 w 2249309"/>
              <a:gd name="connsiteY1986" fmla="*/ 134356 h 506009"/>
              <a:gd name="connsiteX1987" fmla="*/ 160211 w 2249309"/>
              <a:gd name="connsiteY1987" fmla="*/ 131564 h 506009"/>
              <a:gd name="connsiteX1988" fmla="*/ 162854 w 2249309"/>
              <a:gd name="connsiteY1988" fmla="*/ 132461 h 506009"/>
              <a:gd name="connsiteX1989" fmla="*/ 240016 w 2249309"/>
              <a:gd name="connsiteY1989" fmla="*/ 143980 h 506009"/>
              <a:gd name="connsiteX1990" fmla="*/ 243931 w 2249309"/>
              <a:gd name="connsiteY1990" fmla="*/ 123835 h 506009"/>
              <a:gd name="connsiteX1991" fmla="*/ 243931 w 2249309"/>
              <a:gd name="connsiteY1991" fmla="*/ 123511 h 506009"/>
              <a:gd name="connsiteX1992" fmla="*/ 252881 w 2249309"/>
              <a:gd name="connsiteY1992" fmla="*/ 113189 h 506009"/>
              <a:gd name="connsiteX1993" fmla="*/ 253205 w 2249309"/>
              <a:gd name="connsiteY1993" fmla="*/ 113189 h 506009"/>
              <a:gd name="connsiteX1994" fmla="*/ 260114 w 2249309"/>
              <a:gd name="connsiteY1994" fmla="*/ 117415 h 506009"/>
              <a:gd name="connsiteX1995" fmla="*/ 261903 w 2249309"/>
              <a:gd name="connsiteY1995" fmla="*/ 122691 h 506009"/>
              <a:gd name="connsiteX1996" fmla="*/ 267915 w 2249309"/>
              <a:gd name="connsiteY1996" fmla="*/ 120495 h 506009"/>
              <a:gd name="connsiteX1997" fmla="*/ 265422 w 2249309"/>
              <a:gd name="connsiteY1997" fmla="*/ 109824 h 506009"/>
              <a:gd name="connsiteX1998" fmla="*/ 271331 w 2249309"/>
              <a:gd name="connsiteY1998" fmla="*/ 99577 h 506009"/>
              <a:gd name="connsiteX1999" fmla="*/ 273250 w 2249309"/>
              <a:gd name="connsiteY1999" fmla="*/ 111071 h 506009"/>
              <a:gd name="connsiteX2000" fmla="*/ 268065 w 2249309"/>
              <a:gd name="connsiteY2000" fmla="*/ 120395 h 506009"/>
              <a:gd name="connsiteX2001" fmla="*/ 280150 w 2249309"/>
              <a:gd name="connsiteY2001" fmla="*/ 113273 h 506009"/>
              <a:gd name="connsiteX2002" fmla="*/ 277862 w 2249309"/>
              <a:gd name="connsiteY2002" fmla="*/ 103366 h 506009"/>
              <a:gd name="connsiteX2003" fmla="*/ 283272 w 2249309"/>
              <a:gd name="connsiteY2003" fmla="*/ 92870 h 506009"/>
              <a:gd name="connsiteX2004" fmla="*/ 285267 w 2249309"/>
              <a:gd name="connsiteY2004" fmla="*/ 104488 h 506009"/>
              <a:gd name="connsiteX2005" fmla="*/ 285341 w 2249309"/>
              <a:gd name="connsiteY2005" fmla="*/ 104488 h 506009"/>
              <a:gd name="connsiteX2006" fmla="*/ 281102 w 2249309"/>
              <a:gd name="connsiteY2006" fmla="*/ 112712 h 506009"/>
              <a:gd name="connsiteX2007" fmla="*/ 291375 w 2249309"/>
              <a:gd name="connsiteY2007" fmla="*/ 106658 h 506009"/>
              <a:gd name="connsiteX2008" fmla="*/ 289032 w 2249309"/>
              <a:gd name="connsiteY2008" fmla="*/ 96286 h 506009"/>
              <a:gd name="connsiteX2009" fmla="*/ 294018 w 2249309"/>
              <a:gd name="connsiteY2009" fmla="*/ 86314 h 506009"/>
              <a:gd name="connsiteX2010" fmla="*/ 295838 w 2249309"/>
              <a:gd name="connsiteY2010" fmla="*/ 97458 h 506009"/>
              <a:gd name="connsiteX2011" fmla="*/ 291450 w 2249309"/>
              <a:gd name="connsiteY2011" fmla="*/ 106633 h 506009"/>
              <a:gd name="connsiteX2012" fmla="*/ 298680 w 2249309"/>
              <a:gd name="connsiteY2012" fmla="*/ 100001 h 506009"/>
              <a:gd name="connsiteX2013" fmla="*/ 300301 w 2249309"/>
              <a:gd name="connsiteY2013" fmla="*/ 98056 h 506009"/>
              <a:gd name="connsiteX2014" fmla="*/ 301722 w 2249309"/>
              <a:gd name="connsiteY2014" fmla="*/ 89106 h 506009"/>
              <a:gd name="connsiteX2015" fmla="*/ 309201 w 2249309"/>
              <a:gd name="connsiteY2015" fmla="*/ 81751 h 506009"/>
              <a:gd name="connsiteX2016" fmla="*/ 148767 w 2249309"/>
              <a:gd name="connsiteY2016" fmla="*/ 80455 h 506009"/>
              <a:gd name="connsiteX2017" fmla="*/ 147271 w 2249309"/>
              <a:gd name="connsiteY2017" fmla="*/ 81377 h 506009"/>
              <a:gd name="connsiteX2018" fmla="*/ 146149 w 2249309"/>
              <a:gd name="connsiteY2018" fmla="*/ 82499 h 506009"/>
              <a:gd name="connsiteX2019" fmla="*/ 144005 w 2249309"/>
              <a:gd name="connsiteY2019" fmla="*/ 81701 h 506009"/>
              <a:gd name="connsiteX2020" fmla="*/ 143332 w 2249309"/>
              <a:gd name="connsiteY2020" fmla="*/ 82823 h 506009"/>
              <a:gd name="connsiteX2021" fmla="*/ 143332 w 2249309"/>
              <a:gd name="connsiteY2021" fmla="*/ 85915 h 506009"/>
              <a:gd name="connsiteX2022" fmla="*/ 143332 w 2249309"/>
              <a:gd name="connsiteY2022" fmla="*/ 87236 h 506009"/>
              <a:gd name="connsiteX2023" fmla="*/ 144105 w 2249309"/>
              <a:gd name="connsiteY2023" fmla="*/ 87959 h 506009"/>
              <a:gd name="connsiteX2024" fmla="*/ 144578 w 2249309"/>
              <a:gd name="connsiteY2024" fmla="*/ 89131 h 506009"/>
              <a:gd name="connsiteX2025" fmla="*/ 147072 w 2249309"/>
              <a:gd name="connsiteY2025" fmla="*/ 89530 h 506009"/>
              <a:gd name="connsiteX2026" fmla="*/ 148169 w 2249309"/>
              <a:gd name="connsiteY2026" fmla="*/ 88034 h 506009"/>
              <a:gd name="connsiteX2027" fmla="*/ 149216 w 2249309"/>
              <a:gd name="connsiteY2027" fmla="*/ 87286 h 506009"/>
              <a:gd name="connsiteX2028" fmla="*/ 149789 w 2249309"/>
              <a:gd name="connsiteY2028" fmla="*/ 86039 h 506009"/>
              <a:gd name="connsiteX2029" fmla="*/ 149789 w 2249309"/>
              <a:gd name="connsiteY2029" fmla="*/ 85940 h 506009"/>
              <a:gd name="connsiteX2030" fmla="*/ 149664 w 2249309"/>
              <a:gd name="connsiteY2030" fmla="*/ 84469 h 506009"/>
              <a:gd name="connsiteX2031" fmla="*/ 150038 w 2249309"/>
              <a:gd name="connsiteY2031" fmla="*/ 83571 h 506009"/>
              <a:gd name="connsiteX2032" fmla="*/ 150263 w 2249309"/>
              <a:gd name="connsiteY2032" fmla="*/ 82449 h 506009"/>
              <a:gd name="connsiteX2033" fmla="*/ 149839 w 2249309"/>
              <a:gd name="connsiteY2033" fmla="*/ 81402 h 506009"/>
              <a:gd name="connsiteX2034" fmla="*/ 149440 w 2249309"/>
              <a:gd name="connsiteY2034" fmla="*/ 80455 h 506009"/>
              <a:gd name="connsiteX2035" fmla="*/ 148767 w 2249309"/>
              <a:gd name="connsiteY2035" fmla="*/ 80455 h 506009"/>
              <a:gd name="connsiteX2036" fmla="*/ 1025486 w 2249309"/>
              <a:gd name="connsiteY2036" fmla="*/ 78252 h 506009"/>
              <a:gd name="connsiteX2037" fmla="*/ 1032092 w 2249309"/>
              <a:gd name="connsiteY2037" fmla="*/ 78947 h 506009"/>
              <a:gd name="connsiteX2038" fmla="*/ 1040262 w 2249309"/>
              <a:gd name="connsiteY2038" fmla="*/ 78947 h 506009"/>
              <a:gd name="connsiteX2039" fmla="*/ 1044521 w 2249309"/>
              <a:gd name="connsiteY2039" fmla="*/ 82337 h 506009"/>
              <a:gd name="connsiteX2040" fmla="*/ 1052171 w 2249309"/>
              <a:gd name="connsiteY2040" fmla="*/ 84683 h 506009"/>
              <a:gd name="connsiteX2041" fmla="*/ 1054691 w 2249309"/>
              <a:gd name="connsiteY2041" fmla="*/ 93375 h 506009"/>
              <a:gd name="connsiteX2042" fmla="*/ 1060602 w 2249309"/>
              <a:gd name="connsiteY2042" fmla="*/ 106414 h 506009"/>
              <a:gd name="connsiteX2043" fmla="*/ 1053301 w 2249309"/>
              <a:gd name="connsiteY2043" fmla="*/ 119800 h 506009"/>
              <a:gd name="connsiteX2044" fmla="*/ 1054691 w 2249309"/>
              <a:gd name="connsiteY2044" fmla="*/ 124232 h 506009"/>
              <a:gd name="connsiteX2045" fmla="*/ 1080767 w 2249309"/>
              <a:gd name="connsiteY2045" fmla="*/ 118148 h 506009"/>
              <a:gd name="connsiteX2046" fmla="*/ 1095630 w 2249309"/>
              <a:gd name="connsiteY2046" fmla="*/ 114758 h 506009"/>
              <a:gd name="connsiteX2047" fmla="*/ 1101975 w 2249309"/>
              <a:gd name="connsiteY2047" fmla="*/ 117452 h 506009"/>
              <a:gd name="connsiteX2048" fmla="*/ 1108581 w 2249309"/>
              <a:gd name="connsiteY2048" fmla="*/ 119625 h 506009"/>
              <a:gd name="connsiteX2049" fmla="*/ 1116490 w 2249309"/>
              <a:gd name="connsiteY2049" fmla="*/ 126579 h 506009"/>
              <a:gd name="connsiteX2050" fmla="*/ 1116316 w 2249309"/>
              <a:gd name="connsiteY2050" fmla="*/ 126579 h 506009"/>
              <a:gd name="connsiteX2051" fmla="*/ 1119880 w 2249309"/>
              <a:gd name="connsiteY2051" fmla="*/ 130490 h 506009"/>
              <a:gd name="connsiteX2052" fmla="*/ 1119446 w 2249309"/>
              <a:gd name="connsiteY2052" fmla="*/ 138486 h 506009"/>
              <a:gd name="connsiteX2053" fmla="*/ 1105191 w 2249309"/>
              <a:gd name="connsiteY2053" fmla="*/ 150568 h 506009"/>
              <a:gd name="connsiteX2054" fmla="*/ 1097542 w 2249309"/>
              <a:gd name="connsiteY2054" fmla="*/ 148309 h 506009"/>
              <a:gd name="connsiteX2055" fmla="*/ 1084591 w 2249309"/>
              <a:gd name="connsiteY2055" fmla="*/ 149178 h 506009"/>
              <a:gd name="connsiteX2056" fmla="*/ 1074248 w 2249309"/>
              <a:gd name="connsiteY2056" fmla="*/ 150395 h 506009"/>
              <a:gd name="connsiteX2057" fmla="*/ 1064774 w 2249309"/>
              <a:gd name="connsiteY2057" fmla="*/ 153263 h 506009"/>
              <a:gd name="connsiteX2058" fmla="*/ 1055299 w 2249309"/>
              <a:gd name="connsiteY2058" fmla="*/ 156653 h 506009"/>
              <a:gd name="connsiteX2059" fmla="*/ 1046607 w 2249309"/>
              <a:gd name="connsiteY2059" fmla="*/ 156653 h 506009"/>
              <a:gd name="connsiteX2060" fmla="*/ 1033395 w 2249309"/>
              <a:gd name="connsiteY2060" fmla="*/ 162215 h 506009"/>
              <a:gd name="connsiteX2061" fmla="*/ 1002540 w 2249309"/>
              <a:gd name="connsiteY2061" fmla="*/ 169864 h 506009"/>
              <a:gd name="connsiteX2062" fmla="*/ 993848 w 2249309"/>
              <a:gd name="connsiteY2062" fmla="*/ 172124 h 506009"/>
              <a:gd name="connsiteX2063" fmla="*/ 985156 w 2249309"/>
              <a:gd name="connsiteY2063" fmla="*/ 174297 h 506009"/>
              <a:gd name="connsiteX2064" fmla="*/ 977333 w 2249309"/>
              <a:gd name="connsiteY2064" fmla="*/ 176296 h 506009"/>
              <a:gd name="connsiteX2065" fmla="*/ 970727 w 2249309"/>
              <a:gd name="connsiteY2065" fmla="*/ 177165 h 506009"/>
              <a:gd name="connsiteX2066" fmla="*/ 963600 w 2249309"/>
              <a:gd name="connsiteY2066" fmla="*/ 179078 h 506009"/>
              <a:gd name="connsiteX2067" fmla="*/ 957342 w 2249309"/>
              <a:gd name="connsiteY2067" fmla="*/ 179078 h 506009"/>
              <a:gd name="connsiteX2068" fmla="*/ 952387 w 2249309"/>
              <a:gd name="connsiteY2068" fmla="*/ 179078 h 506009"/>
              <a:gd name="connsiteX2069" fmla="*/ 944391 w 2249309"/>
              <a:gd name="connsiteY2069" fmla="*/ 181250 h 506009"/>
              <a:gd name="connsiteX2070" fmla="*/ 937611 w 2249309"/>
              <a:gd name="connsiteY2070" fmla="*/ 183597 h 506009"/>
              <a:gd name="connsiteX2071" fmla="*/ 931701 w 2249309"/>
              <a:gd name="connsiteY2071" fmla="*/ 186987 h 506009"/>
              <a:gd name="connsiteX2072" fmla="*/ 926920 w 2249309"/>
              <a:gd name="connsiteY2072" fmla="*/ 183597 h 506009"/>
              <a:gd name="connsiteX2073" fmla="*/ 918228 w 2249309"/>
              <a:gd name="connsiteY2073" fmla="*/ 183076 h 506009"/>
              <a:gd name="connsiteX2074" fmla="*/ 915969 w 2249309"/>
              <a:gd name="connsiteY2074" fmla="*/ 173776 h 506009"/>
              <a:gd name="connsiteX2075" fmla="*/ 915535 w 2249309"/>
              <a:gd name="connsiteY2075" fmla="*/ 166127 h 506009"/>
              <a:gd name="connsiteX2076" fmla="*/ 917185 w 2249309"/>
              <a:gd name="connsiteY2076" fmla="*/ 160042 h 506009"/>
              <a:gd name="connsiteX2077" fmla="*/ 934569 w 2249309"/>
              <a:gd name="connsiteY2077" fmla="*/ 151350 h 506009"/>
              <a:gd name="connsiteX2078" fmla="*/ 939176 w 2249309"/>
              <a:gd name="connsiteY2078" fmla="*/ 153958 h 506009"/>
              <a:gd name="connsiteX2079" fmla="*/ 949171 w 2249309"/>
              <a:gd name="connsiteY2079" fmla="*/ 150568 h 506009"/>
              <a:gd name="connsiteX2080" fmla="*/ 973074 w 2249309"/>
              <a:gd name="connsiteY2080" fmla="*/ 145788 h 506009"/>
              <a:gd name="connsiteX2081" fmla="*/ 983244 w 2249309"/>
              <a:gd name="connsiteY2081" fmla="*/ 144397 h 506009"/>
              <a:gd name="connsiteX2082" fmla="*/ 1001931 w 2249309"/>
              <a:gd name="connsiteY2082" fmla="*/ 138661 h 506009"/>
              <a:gd name="connsiteX2083" fmla="*/ 1009580 w 2249309"/>
              <a:gd name="connsiteY2083" fmla="*/ 134228 h 506009"/>
              <a:gd name="connsiteX2084" fmla="*/ 1008711 w 2249309"/>
              <a:gd name="connsiteY2084" fmla="*/ 129012 h 506009"/>
              <a:gd name="connsiteX2085" fmla="*/ 1003322 w 2249309"/>
              <a:gd name="connsiteY2085" fmla="*/ 127274 h 506009"/>
              <a:gd name="connsiteX2086" fmla="*/ 998194 w 2249309"/>
              <a:gd name="connsiteY2086" fmla="*/ 123363 h 506009"/>
              <a:gd name="connsiteX2087" fmla="*/ 999411 w 2249309"/>
              <a:gd name="connsiteY2087" fmla="*/ 117974 h 506009"/>
              <a:gd name="connsiteX2088" fmla="*/ 1001410 w 2249309"/>
              <a:gd name="connsiteY2088" fmla="*/ 112845 h 506009"/>
              <a:gd name="connsiteX2089" fmla="*/ 1003495 w 2249309"/>
              <a:gd name="connsiteY2089" fmla="*/ 106414 h 506009"/>
              <a:gd name="connsiteX2090" fmla="*/ 996977 w 2249309"/>
              <a:gd name="connsiteY2090" fmla="*/ 90334 h 506009"/>
              <a:gd name="connsiteX2091" fmla="*/ 998889 w 2249309"/>
              <a:gd name="connsiteY2091" fmla="*/ 84858 h 506009"/>
              <a:gd name="connsiteX2092" fmla="*/ 1008711 w 2249309"/>
              <a:gd name="connsiteY2092" fmla="*/ 83206 h 506009"/>
              <a:gd name="connsiteX2093" fmla="*/ 1014448 w 2249309"/>
              <a:gd name="connsiteY2093" fmla="*/ 80947 h 506009"/>
              <a:gd name="connsiteX2094" fmla="*/ 1019924 w 2249309"/>
              <a:gd name="connsiteY2094" fmla="*/ 80338 h 506009"/>
              <a:gd name="connsiteX2095" fmla="*/ 1025486 w 2249309"/>
              <a:gd name="connsiteY2095" fmla="*/ 78252 h 506009"/>
              <a:gd name="connsiteX2096" fmla="*/ 2172642 w 2249309"/>
              <a:gd name="connsiteY2096" fmla="*/ 76687 h 506009"/>
              <a:gd name="connsiteX2097" fmla="*/ 2181856 w 2249309"/>
              <a:gd name="connsiteY2097" fmla="*/ 83815 h 506009"/>
              <a:gd name="connsiteX2098" fmla="*/ 2177944 w 2249309"/>
              <a:gd name="connsiteY2098" fmla="*/ 95114 h 506009"/>
              <a:gd name="connsiteX2099" fmla="*/ 2170383 w 2249309"/>
              <a:gd name="connsiteY2099" fmla="*/ 105023 h 506009"/>
              <a:gd name="connsiteX2100" fmla="*/ 2170383 w 2249309"/>
              <a:gd name="connsiteY2100" fmla="*/ 113715 h 506009"/>
              <a:gd name="connsiteX2101" fmla="*/ 2175076 w 2249309"/>
              <a:gd name="connsiteY2101" fmla="*/ 120755 h 506009"/>
              <a:gd name="connsiteX2102" fmla="*/ 2164819 w 2249309"/>
              <a:gd name="connsiteY2102" fmla="*/ 141529 h 506009"/>
              <a:gd name="connsiteX2103" fmla="*/ 2157083 w 2249309"/>
              <a:gd name="connsiteY2103" fmla="*/ 152741 h 506009"/>
              <a:gd name="connsiteX2104" fmla="*/ 2166471 w 2249309"/>
              <a:gd name="connsiteY2104" fmla="*/ 157696 h 506009"/>
              <a:gd name="connsiteX2105" fmla="*/ 2171078 w 2249309"/>
              <a:gd name="connsiteY2105" fmla="*/ 165083 h 506009"/>
              <a:gd name="connsiteX2106" fmla="*/ 2179770 w 2249309"/>
              <a:gd name="connsiteY2106" fmla="*/ 156392 h 506009"/>
              <a:gd name="connsiteX2107" fmla="*/ 2172208 w 2249309"/>
              <a:gd name="connsiteY2107" fmla="*/ 153871 h 506009"/>
              <a:gd name="connsiteX2108" fmla="*/ 2170469 w 2249309"/>
              <a:gd name="connsiteY2108" fmla="*/ 145179 h 506009"/>
              <a:gd name="connsiteX2109" fmla="*/ 2175424 w 2249309"/>
              <a:gd name="connsiteY2109" fmla="*/ 141268 h 506009"/>
              <a:gd name="connsiteX2110" fmla="*/ 2179421 w 2249309"/>
              <a:gd name="connsiteY2110" fmla="*/ 136574 h 506009"/>
              <a:gd name="connsiteX2111" fmla="*/ 2178727 w 2249309"/>
              <a:gd name="connsiteY2111" fmla="*/ 128317 h 506009"/>
              <a:gd name="connsiteX2112" fmla="*/ 2185767 w 2249309"/>
              <a:gd name="connsiteY2112" fmla="*/ 124753 h 506009"/>
              <a:gd name="connsiteX2113" fmla="*/ 2189765 w 2249309"/>
              <a:gd name="connsiteY2113" fmla="*/ 118756 h 506009"/>
              <a:gd name="connsiteX2114" fmla="*/ 2191591 w 2249309"/>
              <a:gd name="connsiteY2114" fmla="*/ 112150 h 506009"/>
              <a:gd name="connsiteX2115" fmla="*/ 2186549 w 2249309"/>
              <a:gd name="connsiteY2115" fmla="*/ 99981 h 506009"/>
              <a:gd name="connsiteX2116" fmla="*/ 2211843 w 2249309"/>
              <a:gd name="connsiteY2116" fmla="*/ 86596 h 506009"/>
              <a:gd name="connsiteX2117" fmla="*/ 2214103 w 2249309"/>
              <a:gd name="connsiteY2117" fmla="*/ 83381 h 506009"/>
              <a:gd name="connsiteX2118" fmla="*/ 2221665 w 2249309"/>
              <a:gd name="connsiteY2118" fmla="*/ 82511 h 506009"/>
              <a:gd name="connsiteX2119" fmla="*/ 2229835 w 2249309"/>
              <a:gd name="connsiteY2119" fmla="*/ 87639 h 506009"/>
              <a:gd name="connsiteX2120" fmla="*/ 2231921 w 2249309"/>
              <a:gd name="connsiteY2120" fmla="*/ 93637 h 506009"/>
              <a:gd name="connsiteX2121" fmla="*/ 2230965 w 2249309"/>
              <a:gd name="connsiteY2121" fmla="*/ 104154 h 506009"/>
              <a:gd name="connsiteX2122" fmla="*/ 2219839 w 2249309"/>
              <a:gd name="connsiteY2122" fmla="*/ 112845 h 506009"/>
              <a:gd name="connsiteX2123" fmla="*/ 2211148 w 2249309"/>
              <a:gd name="connsiteY2123" fmla="*/ 133880 h 506009"/>
              <a:gd name="connsiteX2124" fmla="*/ 2208539 w 2249309"/>
              <a:gd name="connsiteY2124" fmla="*/ 141181 h 506009"/>
              <a:gd name="connsiteX2125" fmla="*/ 2206367 w 2249309"/>
              <a:gd name="connsiteY2125" fmla="*/ 149873 h 506009"/>
              <a:gd name="connsiteX2126" fmla="*/ 2204628 w 2249309"/>
              <a:gd name="connsiteY2126" fmla="*/ 160825 h 506009"/>
              <a:gd name="connsiteX2127" fmla="*/ 2209669 w 2249309"/>
              <a:gd name="connsiteY2127" fmla="*/ 162390 h 506009"/>
              <a:gd name="connsiteX2128" fmla="*/ 2219492 w 2249309"/>
              <a:gd name="connsiteY2128" fmla="*/ 157000 h 506009"/>
              <a:gd name="connsiteX2129" fmla="*/ 2226271 w 2249309"/>
              <a:gd name="connsiteY2129" fmla="*/ 157000 h 506009"/>
              <a:gd name="connsiteX2130" fmla="*/ 2231747 w 2249309"/>
              <a:gd name="connsiteY2130" fmla="*/ 160999 h 506009"/>
              <a:gd name="connsiteX2131" fmla="*/ 2237919 w 2249309"/>
              <a:gd name="connsiteY2131" fmla="*/ 162824 h 506009"/>
              <a:gd name="connsiteX2132" fmla="*/ 2244959 w 2249309"/>
              <a:gd name="connsiteY2132" fmla="*/ 165344 h 506009"/>
              <a:gd name="connsiteX2133" fmla="*/ 2245481 w 2249309"/>
              <a:gd name="connsiteY2133" fmla="*/ 165258 h 506009"/>
              <a:gd name="connsiteX2134" fmla="*/ 2249219 w 2249309"/>
              <a:gd name="connsiteY2134" fmla="*/ 181338 h 506009"/>
              <a:gd name="connsiteX2135" fmla="*/ 2245220 w 2249309"/>
              <a:gd name="connsiteY2135" fmla="*/ 195853 h 506009"/>
              <a:gd name="connsiteX2136" fmla="*/ 2223316 w 2249309"/>
              <a:gd name="connsiteY2136" fmla="*/ 201677 h 506009"/>
              <a:gd name="connsiteX2137" fmla="*/ 2216536 w 2249309"/>
              <a:gd name="connsiteY2137" fmla="*/ 204545 h 506009"/>
              <a:gd name="connsiteX2138" fmla="*/ 2207844 w 2249309"/>
              <a:gd name="connsiteY2138" fmla="*/ 203763 h 506009"/>
              <a:gd name="connsiteX2139" fmla="*/ 2196979 w 2249309"/>
              <a:gd name="connsiteY2139" fmla="*/ 203763 h 506009"/>
              <a:gd name="connsiteX2140" fmla="*/ 2178292 w 2249309"/>
              <a:gd name="connsiteY2140" fmla="*/ 217061 h 506009"/>
              <a:gd name="connsiteX2141" fmla="*/ 2171426 w 2249309"/>
              <a:gd name="connsiteY2141" fmla="*/ 224363 h 506009"/>
              <a:gd name="connsiteX2142" fmla="*/ 2160473 w 2249309"/>
              <a:gd name="connsiteY2142" fmla="*/ 234445 h 506009"/>
              <a:gd name="connsiteX2143" fmla="*/ 2158735 w 2249309"/>
              <a:gd name="connsiteY2143" fmla="*/ 244789 h 506009"/>
              <a:gd name="connsiteX2144" fmla="*/ 2163950 w 2249309"/>
              <a:gd name="connsiteY2144" fmla="*/ 245832 h 506009"/>
              <a:gd name="connsiteX2145" fmla="*/ 2173337 w 2249309"/>
              <a:gd name="connsiteY2145" fmla="*/ 242094 h 506009"/>
              <a:gd name="connsiteX2146" fmla="*/ 2179509 w 2249309"/>
              <a:gd name="connsiteY2146" fmla="*/ 238791 h 506009"/>
              <a:gd name="connsiteX2147" fmla="*/ 2190287 w 2249309"/>
              <a:gd name="connsiteY2147" fmla="*/ 244267 h 506009"/>
              <a:gd name="connsiteX2148" fmla="*/ 2200804 w 2249309"/>
              <a:gd name="connsiteY2148" fmla="*/ 248613 h 506009"/>
              <a:gd name="connsiteX2149" fmla="*/ 2204889 w 2249309"/>
              <a:gd name="connsiteY2149" fmla="*/ 252785 h 506009"/>
              <a:gd name="connsiteX2150" fmla="*/ 2202195 w 2249309"/>
              <a:gd name="connsiteY2150" fmla="*/ 263737 h 506009"/>
              <a:gd name="connsiteX2151" fmla="*/ 2195936 w 2249309"/>
              <a:gd name="connsiteY2151" fmla="*/ 269126 h 506009"/>
              <a:gd name="connsiteX2152" fmla="*/ 2184897 w 2249309"/>
              <a:gd name="connsiteY2152" fmla="*/ 271212 h 506009"/>
              <a:gd name="connsiteX2153" fmla="*/ 2177423 w 2249309"/>
              <a:gd name="connsiteY2153" fmla="*/ 273732 h 506009"/>
              <a:gd name="connsiteX2154" fmla="*/ 2160039 w 2249309"/>
              <a:gd name="connsiteY2154" fmla="*/ 281555 h 506009"/>
              <a:gd name="connsiteX2155" fmla="*/ 2160821 w 2249309"/>
              <a:gd name="connsiteY2155" fmla="*/ 293550 h 506009"/>
              <a:gd name="connsiteX2156" fmla="*/ 2159517 w 2249309"/>
              <a:gd name="connsiteY2156" fmla="*/ 303806 h 506009"/>
              <a:gd name="connsiteX2157" fmla="*/ 2157083 w 2249309"/>
              <a:gd name="connsiteY2157" fmla="*/ 315540 h 506009"/>
              <a:gd name="connsiteX2158" fmla="*/ 2152564 w 2249309"/>
              <a:gd name="connsiteY2158" fmla="*/ 323363 h 506009"/>
              <a:gd name="connsiteX2159" fmla="*/ 2143872 w 2249309"/>
              <a:gd name="connsiteY2159" fmla="*/ 340225 h 506009"/>
              <a:gd name="connsiteX2160" fmla="*/ 2131182 w 2249309"/>
              <a:gd name="connsiteY2160" fmla="*/ 344745 h 506009"/>
              <a:gd name="connsiteX2161" fmla="*/ 2121013 w 2249309"/>
              <a:gd name="connsiteY2161" fmla="*/ 347526 h 506009"/>
              <a:gd name="connsiteX2162" fmla="*/ 2105715 w 2249309"/>
              <a:gd name="connsiteY2162" fmla="*/ 347526 h 506009"/>
              <a:gd name="connsiteX2163" fmla="*/ 2104758 w 2249309"/>
              <a:gd name="connsiteY2163" fmla="*/ 338313 h 506009"/>
              <a:gd name="connsiteX2164" fmla="*/ 2089982 w 2249309"/>
              <a:gd name="connsiteY2164" fmla="*/ 324319 h 506009"/>
              <a:gd name="connsiteX2165" fmla="*/ 2097892 w 2249309"/>
              <a:gd name="connsiteY2165" fmla="*/ 320408 h 506009"/>
              <a:gd name="connsiteX2166" fmla="*/ 2117014 w 2249309"/>
              <a:gd name="connsiteY2166" fmla="*/ 316931 h 506009"/>
              <a:gd name="connsiteX2167" fmla="*/ 2132051 w 2249309"/>
              <a:gd name="connsiteY2167" fmla="*/ 290855 h 506009"/>
              <a:gd name="connsiteX2168" fmla="*/ 2127879 w 2249309"/>
              <a:gd name="connsiteY2168" fmla="*/ 284945 h 506009"/>
              <a:gd name="connsiteX2169" fmla="*/ 2113798 w 2249309"/>
              <a:gd name="connsiteY2169" fmla="*/ 287466 h 506009"/>
              <a:gd name="connsiteX2170" fmla="*/ 2099282 w 2249309"/>
              <a:gd name="connsiteY2170" fmla="*/ 289987 h 506009"/>
              <a:gd name="connsiteX2171" fmla="*/ 2087375 w 2249309"/>
              <a:gd name="connsiteY2171" fmla="*/ 294245 h 506009"/>
              <a:gd name="connsiteX2172" fmla="*/ 2076683 w 2249309"/>
              <a:gd name="connsiteY2172" fmla="*/ 291638 h 506009"/>
              <a:gd name="connsiteX2173" fmla="*/ 2071816 w 2249309"/>
              <a:gd name="connsiteY2173" fmla="*/ 289465 h 506009"/>
              <a:gd name="connsiteX2174" fmla="*/ 2070686 w 2249309"/>
              <a:gd name="connsiteY2174" fmla="*/ 281642 h 506009"/>
              <a:gd name="connsiteX2175" fmla="*/ 2072859 w 2249309"/>
              <a:gd name="connsiteY2175" fmla="*/ 270864 h 506009"/>
              <a:gd name="connsiteX2176" fmla="*/ 2085896 w 2249309"/>
              <a:gd name="connsiteY2176" fmla="*/ 262780 h 506009"/>
              <a:gd name="connsiteX2177" fmla="*/ 2095371 w 2249309"/>
              <a:gd name="connsiteY2177" fmla="*/ 265214 h 506009"/>
              <a:gd name="connsiteX2178" fmla="*/ 2104584 w 2249309"/>
              <a:gd name="connsiteY2178" fmla="*/ 259478 h 506009"/>
              <a:gd name="connsiteX2179" fmla="*/ 2115971 w 2249309"/>
              <a:gd name="connsiteY2179" fmla="*/ 256435 h 506009"/>
              <a:gd name="connsiteX2180" fmla="*/ 2122838 w 2249309"/>
              <a:gd name="connsiteY2180" fmla="*/ 252959 h 506009"/>
              <a:gd name="connsiteX2181" fmla="*/ 2125271 w 2249309"/>
              <a:gd name="connsiteY2181" fmla="*/ 248961 h 506009"/>
              <a:gd name="connsiteX2182" fmla="*/ 2126488 w 2249309"/>
              <a:gd name="connsiteY2182" fmla="*/ 240269 h 506009"/>
              <a:gd name="connsiteX2183" fmla="*/ 2129704 w 2249309"/>
              <a:gd name="connsiteY2183" fmla="*/ 231577 h 506009"/>
              <a:gd name="connsiteX2184" fmla="*/ 2123099 w 2249309"/>
              <a:gd name="connsiteY2184" fmla="*/ 230968 h 506009"/>
              <a:gd name="connsiteX2185" fmla="*/ 2115797 w 2249309"/>
              <a:gd name="connsiteY2185" fmla="*/ 235749 h 506009"/>
              <a:gd name="connsiteX2186" fmla="*/ 2107539 w 2249309"/>
              <a:gd name="connsiteY2186" fmla="*/ 240008 h 506009"/>
              <a:gd name="connsiteX2187" fmla="*/ 2100586 w 2249309"/>
              <a:gd name="connsiteY2187" fmla="*/ 240008 h 506009"/>
              <a:gd name="connsiteX2188" fmla="*/ 2097979 w 2249309"/>
              <a:gd name="connsiteY2188" fmla="*/ 233663 h 506009"/>
              <a:gd name="connsiteX2189" fmla="*/ 2099891 w 2249309"/>
              <a:gd name="connsiteY2189" fmla="*/ 224188 h 506009"/>
              <a:gd name="connsiteX2190" fmla="*/ 2107192 w 2249309"/>
              <a:gd name="connsiteY2190" fmla="*/ 206805 h 506009"/>
              <a:gd name="connsiteX2191" fmla="*/ 2117448 w 2249309"/>
              <a:gd name="connsiteY2191" fmla="*/ 206109 h 506009"/>
              <a:gd name="connsiteX2192" fmla="*/ 2121273 w 2249309"/>
              <a:gd name="connsiteY2192" fmla="*/ 203589 h 506009"/>
              <a:gd name="connsiteX2193" fmla="*/ 2130748 w 2249309"/>
              <a:gd name="connsiteY2193" fmla="*/ 202720 h 506009"/>
              <a:gd name="connsiteX2194" fmla="*/ 2141525 w 2249309"/>
              <a:gd name="connsiteY2194" fmla="*/ 200025 h 506009"/>
              <a:gd name="connsiteX2195" fmla="*/ 2149609 w 2249309"/>
              <a:gd name="connsiteY2195" fmla="*/ 198635 h 506009"/>
              <a:gd name="connsiteX2196" fmla="*/ 2156388 w 2249309"/>
              <a:gd name="connsiteY2196" fmla="*/ 196201 h 506009"/>
              <a:gd name="connsiteX2197" fmla="*/ 2160387 w 2249309"/>
              <a:gd name="connsiteY2197" fmla="*/ 193333 h 506009"/>
              <a:gd name="connsiteX2198" fmla="*/ 2169861 w 2249309"/>
              <a:gd name="connsiteY2198" fmla="*/ 193333 h 506009"/>
              <a:gd name="connsiteX2199" fmla="*/ 2177597 w 2249309"/>
              <a:gd name="connsiteY2199" fmla="*/ 193333 h 506009"/>
              <a:gd name="connsiteX2200" fmla="*/ 2185593 w 2249309"/>
              <a:gd name="connsiteY2200" fmla="*/ 195245 h 506009"/>
              <a:gd name="connsiteX2201" fmla="*/ 2194285 w 2249309"/>
              <a:gd name="connsiteY2201" fmla="*/ 190986 h 506009"/>
              <a:gd name="connsiteX2202" fmla="*/ 2199152 w 2249309"/>
              <a:gd name="connsiteY2202" fmla="*/ 181685 h 506009"/>
              <a:gd name="connsiteX2203" fmla="*/ 2187592 w 2249309"/>
              <a:gd name="connsiteY2203" fmla="*/ 182989 h 506009"/>
              <a:gd name="connsiteX2204" fmla="*/ 2175424 w 2249309"/>
              <a:gd name="connsiteY2204" fmla="*/ 184728 h 506009"/>
              <a:gd name="connsiteX2205" fmla="*/ 2156301 w 2249309"/>
              <a:gd name="connsiteY2205" fmla="*/ 186727 h 506009"/>
              <a:gd name="connsiteX2206" fmla="*/ 2146653 w 2249309"/>
              <a:gd name="connsiteY2206" fmla="*/ 188986 h 506009"/>
              <a:gd name="connsiteX2207" fmla="*/ 2137005 w 2249309"/>
              <a:gd name="connsiteY2207" fmla="*/ 190986 h 506009"/>
              <a:gd name="connsiteX2208" fmla="*/ 2121359 w 2249309"/>
              <a:gd name="connsiteY2208" fmla="*/ 192985 h 506009"/>
              <a:gd name="connsiteX2209" fmla="*/ 2109365 w 2249309"/>
              <a:gd name="connsiteY2209" fmla="*/ 195419 h 506009"/>
              <a:gd name="connsiteX2210" fmla="*/ 2095197 w 2249309"/>
              <a:gd name="connsiteY2210" fmla="*/ 201155 h 506009"/>
              <a:gd name="connsiteX2211" fmla="*/ 2086505 w 2249309"/>
              <a:gd name="connsiteY2211" fmla="*/ 212715 h 506009"/>
              <a:gd name="connsiteX2212" fmla="*/ 2082333 w 2249309"/>
              <a:gd name="connsiteY2212" fmla="*/ 217670 h 506009"/>
              <a:gd name="connsiteX2213" fmla="*/ 2064254 w 2249309"/>
              <a:gd name="connsiteY2213" fmla="*/ 231490 h 506009"/>
              <a:gd name="connsiteX2214" fmla="*/ 2057213 w 2249309"/>
              <a:gd name="connsiteY2214" fmla="*/ 228621 h 506009"/>
              <a:gd name="connsiteX2215" fmla="*/ 2051912 w 2249309"/>
              <a:gd name="connsiteY2215" fmla="*/ 212020 h 506009"/>
              <a:gd name="connsiteX2216" fmla="*/ 2051912 w 2249309"/>
              <a:gd name="connsiteY2216" fmla="*/ 195331 h 506009"/>
              <a:gd name="connsiteX2217" fmla="*/ 2054519 w 2249309"/>
              <a:gd name="connsiteY2217" fmla="*/ 188552 h 506009"/>
              <a:gd name="connsiteX2218" fmla="*/ 2059300 w 2249309"/>
              <a:gd name="connsiteY2218" fmla="*/ 185423 h 506009"/>
              <a:gd name="connsiteX2219" fmla="*/ 2070947 w 2249309"/>
              <a:gd name="connsiteY2219" fmla="*/ 166126 h 506009"/>
              <a:gd name="connsiteX2220" fmla="*/ 2074250 w 2249309"/>
              <a:gd name="connsiteY2220" fmla="*/ 166126 h 506009"/>
              <a:gd name="connsiteX2221" fmla="*/ 2076597 w 2249309"/>
              <a:gd name="connsiteY2221" fmla="*/ 181077 h 506009"/>
              <a:gd name="connsiteX2222" fmla="*/ 2076821 w 2249309"/>
              <a:gd name="connsiteY2222" fmla="*/ 182620 h 506009"/>
              <a:gd name="connsiteX2223" fmla="*/ 2081724 w 2249309"/>
              <a:gd name="connsiteY2223" fmla="*/ 184901 h 506009"/>
              <a:gd name="connsiteX2224" fmla="*/ 2091720 w 2249309"/>
              <a:gd name="connsiteY2224" fmla="*/ 180990 h 506009"/>
              <a:gd name="connsiteX2225" fmla="*/ 2095110 w 2249309"/>
              <a:gd name="connsiteY2225" fmla="*/ 177601 h 506009"/>
              <a:gd name="connsiteX2226" fmla="*/ 2092502 w 2249309"/>
              <a:gd name="connsiteY2226" fmla="*/ 170647 h 506009"/>
              <a:gd name="connsiteX2227" fmla="*/ 2090764 w 2249309"/>
              <a:gd name="connsiteY2227" fmla="*/ 160564 h 506009"/>
              <a:gd name="connsiteX2228" fmla="*/ 2092329 w 2249309"/>
              <a:gd name="connsiteY2228" fmla="*/ 139877 h 506009"/>
              <a:gd name="connsiteX2229" fmla="*/ 2090851 w 2249309"/>
              <a:gd name="connsiteY2229" fmla="*/ 117974 h 506009"/>
              <a:gd name="connsiteX2230" fmla="*/ 2088852 w 2249309"/>
              <a:gd name="connsiteY2230" fmla="*/ 105458 h 506009"/>
              <a:gd name="connsiteX2231" fmla="*/ 2093024 w 2249309"/>
              <a:gd name="connsiteY2231" fmla="*/ 98243 h 506009"/>
              <a:gd name="connsiteX2232" fmla="*/ 2099021 w 2249309"/>
              <a:gd name="connsiteY2232" fmla="*/ 98243 h 506009"/>
              <a:gd name="connsiteX2233" fmla="*/ 2102064 w 2249309"/>
              <a:gd name="connsiteY2233" fmla="*/ 96244 h 506009"/>
              <a:gd name="connsiteX2234" fmla="*/ 2104672 w 2249309"/>
              <a:gd name="connsiteY2234" fmla="*/ 100156 h 506009"/>
              <a:gd name="connsiteX2235" fmla="*/ 2105715 w 2249309"/>
              <a:gd name="connsiteY2235" fmla="*/ 107283 h 506009"/>
              <a:gd name="connsiteX2236" fmla="*/ 2106497 w 2249309"/>
              <a:gd name="connsiteY2236" fmla="*/ 115975 h 506009"/>
              <a:gd name="connsiteX2237" fmla="*/ 2106497 w 2249309"/>
              <a:gd name="connsiteY2237" fmla="*/ 121451 h 506009"/>
              <a:gd name="connsiteX2238" fmla="*/ 2106497 w 2249309"/>
              <a:gd name="connsiteY2238" fmla="*/ 127448 h 506009"/>
              <a:gd name="connsiteX2239" fmla="*/ 2106497 w 2249309"/>
              <a:gd name="connsiteY2239" fmla="*/ 135010 h 506009"/>
              <a:gd name="connsiteX2240" fmla="*/ 2107366 w 2249309"/>
              <a:gd name="connsiteY2240" fmla="*/ 149786 h 506009"/>
              <a:gd name="connsiteX2241" fmla="*/ 2109278 w 2249309"/>
              <a:gd name="connsiteY2241" fmla="*/ 159695 h 506009"/>
              <a:gd name="connsiteX2242" fmla="*/ 2109278 w 2249309"/>
              <a:gd name="connsiteY2242" fmla="*/ 166996 h 506009"/>
              <a:gd name="connsiteX2243" fmla="*/ 2106323 w 2249309"/>
              <a:gd name="connsiteY2243" fmla="*/ 175688 h 506009"/>
              <a:gd name="connsiteX2244" fmla="*/ 2110495 w 2249309"/>
              <a:gd name="connsiteY2244" fmla="*/ 179947 h 506009"/>
              <a:gd name="connsiteX2245" fmla="*/ 2118751 w 2249309"/>
              <a:gd name="connsiteY2245" fmla="*/ 177687 h 506009"/>
              <a:gd name="connsiteX2246" fmla="*/ 2125879 w 2249309"/>
              <a:gd name="connsiteY2246" fmla="*/ 177252 h 506009"/>
              <a:gd name="connsiteX2247" fmla="*/ 2137527 w 2249309"/>
              <a:gd name="connsiteY2247" fmla="*/ 175166 h 506009"/>
              <a:gd name="connsiteX2248" fmla="*/ 2143872 w 2249309"/>
              <a:gd name="connsiteY2248" fmla="*/ 172993 h 506009"/>
              <a:gd name="connsiteX2249" fmla="*/ 2148826 w 2249309"/>
              <a:gd name="connsiteY2249" fmla="*/ 169691 h 506009"/>
              <a:gd name="connsiteX2250" fmla="*/ 2149521 w 2249309"/>
              <a:gd name="connsiteY2250" fmla="*/ 165953 h 506009"/>
              <a:gd name="connsiteX2251" fmla="*/ 2142568 w 2249309"/>
              <a:gd name="connsiteY2251" fmla="*/ 165258 h 506009"/>
              <a:gd name="connsiteX2252" fmla="*/ 2136223 w 2249309"/>
              <a:gd name="connsiteY2252" fmla="*/ 167865 h 506009"/>
              <a:gd name="connsiteX2253" fmla="*/ 2134398 w 2249309"/>
              <a:gd name="connsiteY2253" fmla="*/ 162042 h 506009"/>
              <a:gd name="connsiteX2254" fmla="*/ 2130573 w 2249309"/>
              <a:gd name="connsiteY2254" fmla="*/ 157261 h 506009"/>
              <a:gd name="connsiteX2255" fmla="*/ 2128053 w 2249309"/>
              <a:gd name="connsiteY2255" fmla="*/ 164389 h 506009"/>
              <a:gd name="connsiteX2256" fmla="*/ 2125010 w 2249309"/>
              <a:gd name="connsiteY2256" fmla="*/ 168648 h 506009"/>
              <a:gd name="connsiteX2257" fmla="*/ 2120752 w 2249309"/>
              <a:gd name="connsiteY2257" fmla="*/ 170907 h 506009"/>
              <a:gd name="connsiteX2258" fmla="*/ 2116405 w 2249309"/>
              <a:gd name="connsiteY2258" fmla="*/ 162737 h 506009"/>
              <a:gd name="connsiteX2259" fmla="*/ 2117014 w 2249309"/>
              <a:gd name="connsiteY2259" fmla="*/ 145875 h 506009"/>
              <a:gd name="connsiteX2260" fmla="*/ 2115102 w 2249309"/>
              <a:gd name="connsiteY2260" fmla="*/ 134401 h 506009"/>
              <a:gd name="connsiteX2261" fmla="*/ 2115102 w 2249309"/>
              <a:gd name="connsiteY2261" fmla="*/ 118148 h 506009"/>
              <a:gd name="connsiteX2262" fmla="*/ 2113885 w 2249309"/>
              <a:gd name="connsiteY2262" fmla="*/ 112672 h 506009"/>
              <a:gd name="connsiteX2263" fmla="*/ 2117188 w 2249309"/>
              <a:gd name="connsiteY2263" fmla="*/ 104762 h 506009"/>
              <a:gd name="connsiteX2264" fmla="*/ 2122751 w 2249309"/>
              <a:gd name="connsiteY2264" fmla="*/ 101633 h 506009"/>
              <a:gd name="connsiteX2265" fmla="*/ 2125445 w 2249309"/>
              <a:gd name="connsiteY2265" fmla="*/ 110325 h 506009"/>
              <a:gd name="connsiteX2266" fmla="*/ 2127270 w 2249309"/>
              <a:gd name="connsiteY2266" fmla="*/ 115801 h 506009"/>
              <a:gd name="connsiteX2267" fmla="*/ 2129878 w 2249309"/>
              <a:gd name="connsiteY2267" fmla="*/ 134140 h 506009"/>
              <a:gd name="connsiteX2268" fmla="*/ 2132312 w 2249309"/>
              <a:gd name="connsiteY2268" fmla="*/ 138400 h 506009"/>
              <a:gd name="connsiteX2269" fmla="*/ 2141786 w 2249309"/>
              <a:gd name="connsiteY2269" fmla="*/ 138400 h 506009"/>
              <a:gd name="connsiteX2270" fmla="*/ 2145350 w 2249309"/>
              <a:gd name="connsiteY2270" fmla="*/ 142920 h 506009"/>
              <a:gd name="connsiteX2271" fmla="*/ 2154042 w 2249309"/>
              <a:gd name="connsiteY2271" fmla="*/ 134836 h 506009"/>
              <a:gd name="connsiteX2272" fmla="*/ 2149434 w 2249309"/>
              <a:gd name="connsiteY2272" fmla="*/ 123884 h 506009"/>
              <a:gd name="connsiteX2273" fmla="*/ 2141786 w 2249309"/>
              <a:gd name="connsiteY2273" fmla="*/ 126839 h 506009"/>
              <a:gd name="connsiteX2274" fmla="*/ 2136397 w 2249309"/>
              <a:gd name="connsiteY2274" fmla="*/ 129360 h 506009"/>
              <a:gd name="connsiteX2275" fmla="*/ 2136397 w 2249309"/>
              <a:gd name="connsiteY2275" fmla="*/ 118496 h 506009"/>
              <a:gd name="connsiteX2276" fmla="*/ 2139700 w 2249309"/>
              <a:gd name="connsiteY2276" fmla="*/ 109804 h 506009"/>
              <a:gd name="connsiteX2277" fmla="*/ 2136049 w 2249309"/>
              <a:gd name="connsiteY2277" fmla="*/ 100156 h 506009"/>
              <a:gd name="connsiteX2278" fmla="*/ 2142133 w 2249309"/>
              <a:gd name="connsiteY2278" fmla="*/ 94071 h 506009"/>
              <a:gd name="connsiteX2279" fmla="*/ 2148827 w 2249309"/>
              <a:gd name="connsiteY2279" fmla="*/ 99547 h 506009"/>
              <a:gd name="connsiteX2280" fmla="*/ 2156910 w 2249309"/>
              <a:gd name="connsiteY2280" fmla="*/ 88856 h 506009"/>
              <a:gd name="connsiteX2281" fmla="*/ 2162907 w 2249309"/>
              <a:gd name="connsiteY2281" fmla="*/ 77730 h 506009"/>
              <a:gd name="connsiteX2282" fmla="*/ 2167775 w 2249309"/>
              <a:gd name="connsiteY2282" fmla="*/ 77730 h 506009"/>
              <a:gd name="connsiteX2283" fmla="*/ 2172642 w 2249309"/>
              <a:gd name="connsiteY2283" fmla="*/ 76687 h 506009"/>
              <a:gd name="connsiteX2284" fmla="*/ 279250 w 2249309"/>
              <a:gd name="connsiteY2284" fmla="*/ 69863 h 506009"/>
              <a:gd name="connsiteX2285" fmla="*/ 142011 w 2249309"/>
              <a:gd name="connsiteY2285" fmla="*/ 104912 h 506009"/>
              <a:gd name="connsiteX2286" fmla="*/ 141986 w 2249309"/>
              <a:gd name="connsiteY2286" fmla="*/ 104912 h 506009"/>
              <a:gd name="connsiteX2287" fmla="*/ 67939 w 2249309"/>
              <a:gd name="connsiteY2287" fmla="*/ 253055 h 506009"/>
              <a:gd name="connsiteX2288" fmla="*/ 70058 w 2249309"/>
              <a:gd name="connsiteY2288" fmla="*/ 281228 h 506009"/>
              <a:gd name="connsiteX2289" fmla="*/ 70482 w 2249309"/>
              <a:gd name="connsiteY2289" fmla="*/ 283521 h 506009"/>
              <a:gd name="connsiteX2290" fmla="*/ 72477 w 2249309"/>
              <a:gd name="connsiteY2290" fmla="*/ 293793 h 506009"/>
              <a:gd name="connsiteX2291" fmla="*/ 76216 w 2249309"/>
              <a:gd name="connsiteY2291" fmla="*/ 307979 h 506009"/>
              <a:gd name="connsiteX2292" fmla="*/ 81651 w 2249309"/>
              <a:gd name="connsiteY2292" fmla="*/ 322938 h 506009"/>
              <a:gd name="connsiteX2293" fmla="*/ 82449 w 2249309"/>
              <a:gd name="connsiteY2293" fmla="*/ 324932 h 506009"/>
              <a:gd name="connsiteX2294" fmla="*/ 104489 w 2249309"/>
              <a:gd name="connsiteY2294" fmla="*/ 363576 h 506009"/>
              <a:gd name="connsiteX2295" fmla="*/ 104613 w 2249309"/>
              <a:gd name="connsiteY2295" fmla="*/ 363726 h 506009"/>
              <a:gd name="connsiteX2296" fmla="*/ 104800 w 2249309"/>
              <a:gd name="connsiteY2296" fmla="*/ 363977 h 506009"/>
              <a:gd name="connsiteX2297" fmla="*/ 159620 w 2249309"/>
              <a:gd name="connsiteY2297" fmla="*/ 412921 h 506009"/>
              <a:gd name="connsiteX2298" fmla="*/ 198735 w 2249309"/>
              <a:gd name="connsiteY2298" fmla="*/ 426530 h 506009"/>
              <a:gd name="connsiteX2299" fmla="*/ 195788 w 2249309"/>
              <a:gd name="connsiteY2299" fmla="*/ 421815 h 506009"/>
              <a:gd name="connsiteX2300" fmla="*/ 188832 w 2249309"/>
              <a:gd name="connsiteY2300" fmla="*/ 419322 h 506009"/>
              <a:gd name="connsiteX2301" fmla="*/ 187761 w 2249309"/>
              <a:gd name="connsiteY2301" fmla="*/ 418338 h 506009"/>
              <a:gd name="connsiteX2302" fmla="*/ 198430 w 2249309"/>
              <a:gd name="connsiteY2302" fmla="*/ 420145 h 506009"/>
              <a:gd name="connsiteX2303" fmla="*/ 203912 w 2249309"/>
              <a:gd name="connsiteY2303" fmla="*/ 426387 h 506009"/>
              <a:gd name="connsiteX2304" fmla="*/ 204631 w 2249309"/>
              <a:gd name="connsiteY2304" fmla="*/ 428582 h 506009"/>
              <a:gd name="connsiteX2305" fmla="*/ 215137 w 2249309"/>
              <a:gd name="connsiteY2305" fmla="*/ 432237 h 506009"/>
              <a:gd name="connsiteX2306" fmla="*/ 217977 w 2249309"/>
              <a:gd name="connsiteY2306" fmla="*/ 432237 h 506009"/>
              <a:gd name="connsiteX2307" fmla="*/ 217924 w 2249309"/>
              <a:gd name="connsiteY2307" fmla="*/ 433207 h 506009"/>
              <a:gd name="connsiteX2308" fmla="*/ 226627 w 2249309"/>
              <a:gd name="connsiteY2308" fmla="*/ 436235 h 506009"/>
              <a:gd name="connsiteX2309" fmla="*/ 256478 w 2249309"/>
              <a:gd name="connsiteY2309" fmla="*/ 434755 h 506009"/>
              <a:gd name="connsiteX2310" fmla="*/ 256919 w 2249309"/>
              <a:gd name="connsiteY2310" fmla="*/ 434282 h 506009"/>
              <a:gd name="connsiteX2311" fmla="*/ 254426 w 2249309"/>
              <a:gd name="connsiteY2311" fmla="*/ 434282 h 506009"/>
              <a:gd name="connsiteX2312" fmla="*/ 255399 w 2249309"/>
              <a:gd name="connsiteY2312" fmla="*/ 433633 h 506009"/>
              <a:gd name="connsiteX2313" fmla="*/ 251110 w 2249309"/>
              <a:gd name="connsiteY2313" fmla="*/ 433633 h 506009"/>
              <a:gd name="connsiteX2314" fmla="*/ 251983 w 2249309"/>
              <a:gd name="connsiteY2314" fmla="*/ 432960 h 506009"/>
              <a:gd name="connsiteX2315" fmla="*/ 243182 w 2249309"/>
              <a:gd name="connsiteY2315" fmla="*/ 432960 h 506009"/>
              <a:gd name="connsiteX2316" fmla="*/ 238196 w 2249309"/>
              <a:gd name="connsiteY2316" fmla="*/ 421641 h 506009"/>
              <a:gd name="connsiteX2317" fmla="*/ 225481 w 2249309"/>
              <a:gd name="connsiteY2317" fmla="*/ 421118 h 506009"/>
              <a:gd name="connsiteX2318" fmla="*/ 219123 w 2249309"/>
              <a:gd name="connsiteY2318" fmla="*/ 430841 h 506009"/>
              <a:gd name="connsiteX2319" fmla="*/ 218001 w 2249309"/>
              <a:gd name="connsiteY2319" fmla="*/ 430492 h 506009"/>
              <a:gd name="connsiteX2320" fmla="*/ 220794 w 2249309"/>
              <a:gd name="connsiteY2320" fmla="*/ 422464 h 506009"/>
              <a:gd name="connsiteX2321" fmla="*/ 231464 w 2249309"/>
              <a:gd name="connsiteY2321" fmla="*/ 418176 h 506009"/>
              <a:gd name="connsiteX2322" fmla="*/ 246423 w 2249309"/>
              <a:gd name="connsiteY2322" fmla="*/ 422090 h 506009"/>
              <a:gd name="connsiteX2323" fmla="*/ 249290 w 2249309"/>
              <a:gd name="connsiteY2323" fmla="*/ 431764 h 506009"/>
              <a:gd name="connsiteX2324" fmla="*/ 259263 w 2249309"/>
              <a:gd name="connsiteY2324" fmla="*/ 431514 h 506009"/>
              <a:gd name="connsiteX2325" fmla="*/ 263003 w 2249309"/>
              <a:gd name="connsiteY2325" fmla="*/ 422464 h 506009"/>
              <a:gd name="connsiteX2326" fmla="*/ 273673 w 2249309"/>
              <a:gd name="connsiteY2326" fmla="*/ 418176 h 506009"/>
              <a:gd name="connsiteX2327" fmla="*/ 288632 w 2249309"/>
              <a:gd name="connsiteY2327" fmla="*/ 422090 h 506009"/>
              <a:gd name="connsiteX2328" fmla="*/ 291499 w 2249309"/>
              <a:gd name="connsiteY2328" fmla="*/ 431764 h 506009"/>
              <a:gd name="connsiteX2329" fmla="*/ 299950 w 2249309"/>
              <a:gd name="connsiteY2329" fmla="*/ 431552 h 506009"/>
              <a:gd name="connsiteX2330" fmla="*/ 301737 w 2249309"/>
              <a:gd name="connsiteY2330" fmla="*/ 430703 h 506009"/>
              <a:gd name="connsiteX2331" fmla="*/ 302987 w 2249309"/>
              <a:gd name="connsiteY2331" fmla="*/ 426874 h 506009"/>
              <a:gd name="connsiteX2332" fmla="*/ 307231 w 2249309"/>
              <a:gd name="connsiteY2332" fmla="*/ 420046 h 506009"/>
              <a:gd name="connsiteX2333" fmla="*/ 317677 w 2249309"/>
              <a:gd name="connsiteY2333" fmla="*/ 417677 h 506009"/>
              <a:gd name="connsiteX2334" fmla="*/ 317677 w 2249309"/>
              <a:gd name="connsiteY2334" fmla="*/ 421367 h 506009"/>
              <a:gd name="connsiteX2335" fmla="*/ 307306 w 2249309"/>
              <a:gd name="connsiteY2335" fmla="*/ 422863 h 506009"/>
              <a:gd name="connsiteX2336" fmla="*/ 304133 w 2249309"/>
              <a:gd name="connsiteY2336" fmla="*/ 429565 h 506009"/>
              <a:gd name="connsiteX2337" fmla="*/ 363866 w 2249309"/>
              <a:gd name="connsiteY2337" fmla="*/ 401185 h 506009"/>
              <a:gd name="connsiteX2338" fmla="*/ 401076 w 2249309"/>
              <a:gd name="connsiteY2338" fmla="*/ 142123 h 506009"/>
              <a:gd name="connsiteX2339" fmla="*/ 279250 w 2249309"/>
              <a:gd name="connsiteY2339" fmla="*/ 69863 h 506009"/>
              <a:gd name="connsiteX2340" fmla="*/ 163801 w 2249309"/>
              <a:gd name="connsiteY2340" fmla="*/ 67042 h 506009"/>
              <a:gd name="connsiteX2341" fmla="*/ 163028 w 2249309"/>
              <a:gd name="connsiteY2341" fmla="*/ 67690 h 506009"/>
              <a:gd name="connsiteX2342" fmla="*/ 161881 w 2249309"/>
              <a:gd name="connsiteY2342" fmla="*/ 67964 h 506009"/>
              <a:gd name="connsiteX2343" fmla="*/ 160809 w 2249309"/>
              <a:gd name="connsiteY2343" fmla="*/ 68463 h 506009"/>
              <a:gd name="connsiteX2344" fmla="*/ 159512 w 2249309"/>
              <a:gd name="connsiteY2344" fmla="*/ 68463 h 506009"/>
              <a:gd name="connsiteX2345" fmla="*/ 158415 w 2249309"/>
              <a:gd name="connsiteY2345" fmla="*/ 68812 h 506009"/>
              <a:gd name="connsiteX2346" fmla="*/ 158341 w 2249309"/>
              <a:gd name="connsiteY2346" fmla="*/ 68712 h 506009"/>
              <a:gd name="connsiteX2347" fmla="*/ 158864 w 2249309"/>
              <a:gd name="connsiteY2347" fmla="*/ 70407 h 506009"/>
              <a:gd name="connsiteX2348" fmla="*/ 159313 w 2249309"/>
              <a:gd name="connsiteY2348" fmla="*/ 71355 h 506009"/>
              <a:gd name="connsiteX2349" fmla="*/ 160560 w 2249309"/>
              <a:gd name="connsiteY2349" fmla="*/ 72551 h 506009"/>
              <a:gd name="connsiteX2350" fmla="*/ 161981 w 2249309"/>
              <a:gd name="connsiteY2350" fmla="*/ 73449 h 506009"/>
              <a:gd name="connsiteX2351" fmla="*/ 163676 w 2249309"/>
              <a:gd name="connsiteY2351" fmla="*/ 74446 h 506009"/>
              <a:gd name="connsiteX2352" fmla="*/ 164399 w 2249309"/>
              <a:gd name="connsiteY2352" fmla="*/ 75518 h 506009"/>
              <a:gd name="connsiteX2353" fmla="*/ 165670 w 2249309"/>
              <a:gd name="connsiteY2353" fmla="*/ 75892 h 506009"/>
              <a:gd name="connsiteX2354" fmla="*/ 166393 w 2249309"/>
              <a:gd name="connsiteY2354" fmla="*/ 74795 h 506009"/>
              <a:gd name="connsiteX2355" fmla="*/ 167341 w 2249309"/>
              <a:gd name="connsiteY2355" fmla="*/ 74197 h 506009"/>
              <a:gd name="connsiteX2356" fmla="*/ 168189 w 2249309"/>
              <a:gd name="connsiteY2356" fmla="*/ 73075 h 506009"/>
              <a:gd name="connsiteX2357" fmla="*/ 168388 w 2249309"/>
              <a:gd name="connsiteY2357" fmla="*/ 71928 h 506009"/>
              <a:gd name="connsiteX2358" fmla="*/ 168263 w 2249309"/>
              <a:gd name="connsiteY2358" fmla="*/ 70457 h 506009"/>
              <a:gd name="connsiteX2359" fmla="*/ 168413 w 2249309"/>
              <a:gd name="connsiteY2359" fmla="*/ 69111 h 506009"/>
              <a:gd name="connsiteX2360" fmla="*/ 167889 w 2249309"/>
              <a:gd name="connsiteY2360" fmla="*/ 68064 h 506009"/>
              <a:gd name="connsiteX2361" fmla="*/ 166867 w 2249309"/>
              <a:gd name="connsiteY2361" fmla="*/ 67590 h 506009"/>
              <a:gd name="connsiteX2362" fmla="*/ 163801 w 2249309"/>
              <a:gd name="connsiteY2362" fmla="*/ 67042 h 506009"/>
              <a:gd name="connsiteX2363" fmla="*/ 150587 w 2249309"/>
              <a:gd name="connsiteY2363" fmla="*/ 63676 h 506009"/>
              <a:gd name="connsiteX2364" fmla="*/ 150811 w 2249309"/>
              <a:gd name="connsiteY2364" fmla="*/ 64872 h 506009"/>
              <a:gd name="connsiteX2365" fmla="*/ 150313 w 2249309"/>
              <a:gd name="connsiteY2365" fmla="*/ 66493 h 506009"/>
              <a:gd name="connsiteX2366" fmla="*/ 149615 w 2249309"/>
              <a:gd name="connsiteY2366" fmla="*/ 68288 h 506009"/>
              <a:gd name="connsiteX2367" fmla="*/ 148468 w 2249309"/>
              <a:gd name="connsiteY2367" fmla="*/ 69535 h 506009"/>
              <a:gd name="connsiteX2368" fmla="*/ 147221 w 2249309"/>
              <a:gd name="connsiteY2368" fmla="*/ 69235 h 506009"/>
              <a:gd name="connsiteX2369" fmla="*/ 147221 w 2249309"/>
              <a:gd name="connsiteY2369" fmla="*/ 67964 h 506009"/>
              <a:gd name="connsiteX2370" fmla="*/ 148568 w 2249309"/>
              <a:gd name="connsiteY2370" fmla="*/ 66094 h 506009"/>
              <a:gd name="connsiteX2371" fmla="*/ 148991 w 2249309"/>
              <a:gd name="connsiteY2371" fmla="*/ 65222 h 506009"/>
              <a:gd name="connsiteX2372" fmla="*/ 149739 w 2249309"/>
              <a:gd name="connsiteY2372" fmla="*/ 64349 h 506009"/>
              <a:gd name="connsiteX2373" fmla="*/ 150587 w 2249309"/>
              <a:gd name="connsiteY2373" fmla="*/ 63676 h 506009"/>
              <a:gd name="connsiteX2374" fmla="*/ 152731 w 2249309"/>
              <a:gd name="connsiteY2374" fmla="*/ 56770 h 506009"/>
              <a:gd name="connsiteX2375" fmla="*/ 151509 w 2249309"/>
              <a:gd name="connsiteY2375" fmla="*/ 57443 h 506009"/>
              <a:gd name="connsiteX2376" fmla="*/ 150213 w 2249309"/>
              <a:gd name="connsiteY2376" fmla="*/ 57667 h 506009"/>
              <a:gd name="connsiteX2377" fmla="*/ 149640 w 2249309"/>
              <a:gd name="connsiteY2377" fmla="*/ 58316 h 506009"/>
              <a:gd name="connsiteX2378" fmla="*/ 149241 w 2249309"/>
              <a:gd name="connsiteY2378" fmla="*/ 59014 h 506009"/>
              <a:gd name="connsiteX2379" fmla="*/ 148817 w 2249309"/>
              <a:gd name="connsiteY2379" fmla="*/ 59886 h 506009"/>
              <a:gd name="connsiteX2380" fmla="*/ 147919 w 2249309"/>
              <a:gd name="connsiteY2380" fmla="*/ 61083 h 506009"/>
              <a:gd name="connsiteX2381" fmla="*/ 147171 w 2249309"/>
              <a:gd name="connsiteY2381" fmla="*/ 61856 h 506009"/>
              <a:gd name="connsiteX2382" fmla="*/ 146299 w 2249309"/>
              <a:gd name="connsiteY2382" fmla="*/ 62953 h 506009"/>
              <a:gd name="connsiteX2383" fmla="*/ 145002 w 2249309"/>
              <a:gd name="connsiteY2383" fmla="*/ 64299 h 506009"/>
              <a:gd name="connsiteX2384" fmla="*/ 143282 w 2249309"/>
              <a:gd name="connsiteY2384" fmla="*/ 66144 h 506009"/>
              <a:gd name="connsiteX2385" fmla="*/ 142434 w 2249309"/>
              <a:gd name="connsiteY2385" fmla="*/ 65820 h 506009"/>
              <a:gd name="connsiteX2386" fmla="*/ 141113 w 2249309"/>
              <a:gd name="connsiteY2386" fmla="*/ 65820 h 506009"/>
              <a:gd name="connsiteX2387" fmla="*/ 140265 w 2249309"/>
              <a:gd name="connsiteY2387" fmla="*/ 66992 h 506009"/>
              <a:gd name="connsiteX2388" fmla="*/ 140415 w 2249309"/>
              <a:gd name="connsiteY2388" fmla="*/ 69909 h 506009"/>
              <a:gd name="connsiteX2389" fmla="*/ 141711 w 2249309"/>
              <a:gd name="connsiteY2389" fmla="*/ 71828 h 506009"/>
              <a:gd name="connsiteX2390" fmla="*/ 143207 w 2249309"/>
              <a:gd name="connsiteY2390" fmla="*/ 73574 h 506009"/>
              <a:gd name="connsiteX2391" fmla="*/ 144429 w 2249309"/>
              <a:gd name="connsiteY2391" fmla="*/ 74870 h 506009"/>
              <a:gd name="connsiteX2392" fmla="*/ 145177 w 2249309"/>
              <a:gd name="connsiteY2392" fmla="*/ 75842 h 506009"/>
              <a:gd name="connsiteX2393" fmla="*/ 145725 w 2249309"/>
              <a:gd name="connsiteY2393" fmla="*/ 76216 h 506009"/>
              <a:gd name="connsiteX2394" fmla="*/ 146598 w 2249309"/>
              <a:gd name="connsiteY2394" fmla="*/ 77039 h 506009"/>
              <a:gd name="connsiteX2395" fmla="*/ 147321 w 2249309"/>
              <a:gd name="connsiteY2395" fmla="*/ 77189 h 506009"/>
              <a:gd name="connsiteX2396" fmla="*/ 148742 w 2249309"/>
              <a:gd name="connsiteY2396" fmla="*/ 76516 h 506009"/>
              <a:gd name="connsiteX2397" fmla="*/ 149465 w 2249309"/>
              <a:gd name="connsiteY2397" fmla="*/ 75867 h 506009"/>
              <a:gd name="connsiteX2398" fmla="*/ 150712 w 2249309"/>
              <a:gd name="connsiteY2398" fmla="*/ 75518 h 506009"/>
              <a:gd name="connsiteX2399" fmla="*/ 151459 w 2249309"/>
              <a:gd name="connsiteY2399" fmla="*/ 75967 h 506009"/>
              <a:gd name="connsiteX2400" fmla="*/ 152407 w 2249309"/>
              <a:gd name="connsiteY2400" fmla="*/ 78061 h 506009"/>
              <a:gd name="connsiteX2401" fmla="*/ 153279 w 2249309"/>
              <a:gd name="connsiteY2401" fmla="*/ 79532 h 506009"/>
              <a:gd name="connsiteX2402" fmla="*/ 153903 w 2249309"/>
              <a:gd name="connsiteY2402" fmla="*/ 80604 h 506009"/>
              <a:gd name="connsiteX2403" fmla="*/ 153479 w 2249309"/>
              <a:gd name="connsiteY2403" fmla="*/ 82873 h 506009"/>
              <a:gd name="connsiteX2404" fmla="*/ 151509 w 2249309"/>
              <a:gd name="connsiteY2404" fmla="*/ 83297 h 506009"/>
              <a:gd name="connsiteX2405" fmla="*/ 150687 w 2249309"/>
              <a:gd name="connsiteY2405" fmla="*/ 84419 h 506009"/>
              <a:gd name="connsiteX2406" fmla="*/ 153479 w 2249309"/>
              <a:gd name="connsiteY2406" fmla="*/ 85142 h 506009"/>
              <a:gd name="connsiteX2407" fmla="*/ 154775 w 2249309"/>
              <a:gd name="connsiteY2407" fmla="*/ 85940 h 506009"/>
              <a:gd name="connsiteX2408" fmla="*/ 156246 w 2249309"/>
              <a:gd name="connsiteY2408" fmla="*/ 85790 h 506009"/>
              <a:gd name="connsiteX2409" fmla="*/ 157244 w 2249309"/>
              <a:gd name="connsiteY2409" fmla="*/ 85915 h 506009"/>
              <a:gd name="connsiteX2410" fmla="*/ 158316 w 2249309"/>
              <a:gd name="connsiteY2410" fmla="*/ 85790 h 506009"/>
              <a:gd name="connsiteX2411" fmla="*/ 159089 w 2249309"/>
              <a:gd name="connsiteY2411" fmla="*/ 85790 h 506009"/>
              <a:gd name="connsiteX2412" fmla="*/ 159936 w 2249309"/>
              <a:gd name="connsiteY2412" fmla="*/ 84419 h 506009"/>
              <a:gd name="connsiteX2413" fmla="*/ 160460 w 2249309"/>
              <a:gd name="connsiteY2413" fmla="*/ 82325 h 506009"/>
              <a:gd name="connsiteX2414" fmla="*/ 160584 w 2249309"/>
              <a:gd name="connsiteY2414" fmla="*/ 79831 h 506009"/>
              <a:gd name="connsiteX2415" fmla="*/ 156670 w 2249309"/>
              <a:gd name="connsiteY2415" fmla="*/ 73324 h 506009"/>
              <a:gd name="connsiteX2416" fmla="*/ 155573 w 2249309"/>
              <a:gd name="connsiteY2416" fmla="*/ 72003 h 506009"/>
              <a:gd name="connsiteX2417" fmla="*/ 155798 w 2249309"/>
              <a:gd name="connsiteY2417" fmla="*/ 70781 h 506009"/>
              <a:gd name="connsiteX2418" fmla="*/ 156496 w 2249309"/>
              <a:gd name="connsiteY2418" fmla="*/ 70233 h 506009"/>
              <a:gd name="connsiteX2419" fmla="*/ 156720 w 2249309"/>
              <a:gd name="connsiteY2419" fmla="*/ 68338 h 506009"/>
              <a:gd name="connsiteX2420" fmla="*/ 156720 w 2249309"/>
              <a:gd name="connsiteY2420" fmla="*/ 62953 h 506009"/>
              <a:gd name="connsiteX2421" fmla="*/ 156720 w 2249309"/>
              <a:gd name="connsiteY2421" fmla="*/ 61357 h 506009"/>
              <a:gd name="connsiteX2422" fmla="*/ 157269 w 2249309"/>
              <a:gd name="connsiteY2422" fmla="*/ 58989 h 506009"/>
              <a:gd name="connsiteX2423" fmla="*/ 156570 w 2249309"/>
              <a:gd name="connsiteY2423" fmla="*/ 57917 h 506009"/>
              <a:gd name="connsiteX2424" fmla="*/ 155224 w 2249309"/>
              <a:gd name="connsiteY2424" fmla="*/ 56770 h 506009"/>
              <a:gd name="connsiteX2425" fmla="*/ 152731 w 2249309"/>
              <a:gd name="connsiteY2425" fmla="*/ 56770 h 506009"/>
              <a:gd name="connsiteX2426" fmla="*/ 366144 w 2249309"/>
              <a:gd name="connsiteY2426" fmla="*/ 53454 h 506009"/>
              <a:gd name="connsiteX2427" fmla="*/ 365322 w 2249309"/>
              <a:gd name="connsiteY2427" fmla="*/ 53728 h 506009"/>
              <a:gd name="connsiteX2428" fmla="*/ 364474 w 2249309"/>
              <a:gd name="connsiteY2428" fmla="*/ 55399 h 506009"/>
              <a:gd name="connsiteX2429" fmla="*/ 363203 w 2249309"/>
              <a:gd name="connsiteY2429" fmla="*/ 57144 h 506009"/>
              <a:gd name="connsiteX2430" fmla="*/ 360884 w 2249309"/>
              <a:gd name="connsiteY2430" fmla="*/ 59637 h 506009"/>
              <a:gd name="connsiteX2431" fmla="*/ 357069 w 2249309"/>
              <a:gd name="connsiteY2431" fmla="*/ 58914 h 506009"/>
              <a:gd name="connsiteX2432" fmla="*/ 355150 w 2249309"/>
              <a:gd name="connsiteY2432" fmla="*/ 57742 h 506009"/>
              <a:gd name="connsiteX2433" fmla="*/ 354053 w 2249309"/>
              <a:gd name="connsiteY2433" fmla="*/ 57742 h 506009"/>
              <a:gd name="connsiteX2434" fmla="*/ 352906 w 2249309"/>
              <a:gd name="connsiteY2434" fmla="*/ 57543 h 506009"/>
              <a:gd name="connsiteX2435" fmla="*/ 351734 w 2249309"/>
              <a:gd name="connsiteY2435" fmla="*/ 57892 h 506009"/>
              <a:gd name="connsiteX2436" fmla="*/ 350612 w 2249309"/>
              <a:gd name="connsiteY2436" fmla="*/ 58864 h 506009"/>
              <a:gd name="connsiteX2437" fmla="*/ 351036 w 2249309"/>
              <a:gd name="connsiteY2437" fmla="*/ 61731 h 506009"/>
              <a:gd name="connsiteX2438" fmla="*/ 352033 w 2249309"/>
              <a:gd name="connsiteY2438" fmla="*/ 63152 h 506009"/>
              <a:gd name="connsiteX2439" fmla="*/ 352906 w 2249309"/>
              <a:gd name="connsiteY2439" fmla="*/ 63651 h 506009"/>
              <a:gd name="connsiteX2440" fmla="*/ 353953 w 2249309"/>
              <a:gd name="connsiteY2440" fmla="*/ 63925 h 506009"/>
              <a:gd name="connsiteX2441" fmla="*/ 354651 w 2249309"/>
              <a:gd name="connsiteY2441" fmla="*/ 64324 h 506009"/>
              <a:gd name="connsiteX2442" fmla="*/ 355573 w 2249309"/>
              <a:gd name="connsiteY2442" fmla="*/ 64798 h 506009"/>
              <a:gd name="connsiteX2443" fmla="*/ 354476 w 2249309"/>
              <a:gd name="connsiteY2443" fmla="*/ 65845 h 506009"/>
              <a:gd name="connsiteX2444" fmla="*/ 351011 w 2249309"/>
              <a:gd name="connsiteY2444" fmla="*/ 67889 h 506009"/>
              <a:gd name="connsiteX2445" fmla="*/ 344080 w 2249309"/>
              <a:gd name="connsiteY2445" fmla="*/ 69585 h 506009"/>
              <a:gd name="connsiteX2446" fmla="*/ 343232 w 2249309"/>
              <a:gd name="connsiteY2446" fmla="*/ 69585 h 506009"/>
              <a:gd name="connsiteX2447" fmla="*/ 341861 w 2249309"/>
              <a:gd name="connsiteY2447" fmla="*/ 69759 h 506009"/>
              <a:gd name="connsiteX2448" fmla="*/ 340016 w 2249309"/>
              <a:gd name="connsiteY2448" fmla="*/ 69759 h 506009"/>
              <a:gd name="connsiteX2449" fmla="*/ 340016 w 2249309"/>
              <a:gd name="connsiteY2449" fmla="*/ 69659 h 506009"/>
              <a:gd name="connsiteX2450" fmla="*/ 338795 w 2249309"/>
              <a:gd name="connsiteY2450" fmla="*/ 69959 h 506009"/>
              <a:gd name="connsiteX2451" fmla="*/ 339543 w 2249309"/>
              <a:gd name="connsiteY2451" fmla="*/ 70831 h 506009"/>
              <a:gd name="connsiteX2452" fmla="*/ 339543 w 2249309"/>
              <a:gd name="connsiteY2452" fmla="*/ 72277 h 506009"/>
              <a:gd name="connsiteX2453" fmla="*/ 339892 w 2249309"/>
              <a:gd name="connsiteY2453" fmla="*/ 73324 h 506009"/>
              <a:gd name="connsiteX2454" fmla="*/ 341113 w 2249309"/>
              <a:gd name="connsiteY2454" fmla="*/ 73748 h 506009"/>
              <a:gd name="connsiteX2455" fmla="*/ 343357 w 2249309"/>
              <a:gd name="connsiteY2455" fmla="*/ 74396 h 506009"/>
              <a:gd name="connsiteX2456" fmla="*/ 346174 w 2249309"/>
              <a:gd name="connsiteY2456" fmla="*/ 74396 h 506009"/>
              <a:gd name="connsiteX2457" fmla="*/ 350089 w 2249309"/>
              <a:gd name="connsiteY2457" fmla="*/ 74396 h 506009"/>
              <a:gd name="connsiteX2458" fmla="*/ 354501 w 2249309"/>
              <a:gd name="connsiteY2458" fmla="*/ 73299 h 506009"/>
              <a:gd name="connsiteX2459" fmla="*/ 358142 w 2249309"/>
              <a:gd name="connsiteY2459" fmla="*/ 71455 h 506009"/>
              <a:gd name="connsiteX2460" fmla="*/ 359538 w 2249309"/>
              <a:gd name="connsiteY2460" fmla="*/ 75543 h 506009"/>
              <a:gd name="connsiteX2461" fmla="*/ 360036 w 2249309"/>
              <a:gd name="connsiteY2461" fmla="*/ 77687 h 506009"/>
              <a:gd name="connsiteX2462" fmla="*/ 360560 w 2249309"/>
              <a:gd name="connsiteY2462" fmla="*/ 81452 h 506009"/>
              <a:gd name="connsiteX2463" fmla="*/ 360560 w 2249309"/>
              <a:gd name="connsiteY2463" fmla="*/ 85640 h 506009"/>
              <a:gd name="connsiteX2464" fmla="*/ 361258 w 2249309"/>
              <a:gd name="connsiteY2464" fmla="*/ 87136 h 506009"/>
              <a:gd name="connsiteX2465" fmla="*/ 363153 w 2249309"/>
              <a:gd name="connsiteY2465" fmla="*/ 88607 h 506009"/>
              <a:gd name="connsiteX2466" fmla="*/ 364324 w 2249309"/>
              <a:gd name="connsiteY2466" fmla="*/ 89605 h 506009"/>
              <a:gd name="connsiteX2467" fmla="*/ 365845 w 2249309"/>
              <a:gd name="connsiteY2467" fmla="*/ 90452 h 506009"/>
              <a:gd name="connsiteX2468" fmla="*/ 367241 w 2249309"/>
              <a:gd name="connsiteY2468" fmla="*/ 91375 h 506009"/>
              <a:gd name="connsiteX2469" fmla="*/ 367965 w 2249309"/>
              <a:gd name="connsiteY2469" fmla="*/ 91624 h 506009"/>
              <a:gd name="connsiteX2470" fmla="*/ 368912 w 2249309"/>
              <a:gd name="connsiteY2470" fmla="*/ 91450 h 506009"/>
              <a:gd name="connsiteX2471" fmla="*/ 370956 w 2249309"/>
              <a:gd name="connsiteY2471" fmla="*/ 91450 h 506009"/>
              <a:gd name="connsiteX2472" fmla="*/ 371679 w 2249309"/>
              <a:gd name="connsiteY2472" fmla="*/ 90502 h 506009"/>
              <a:gd name="connsiteX2473" fmla="*/ 372402 w 2249309"/>
              <a:gd name="connsiteY2473" fmla="*/ 89954 h 506009"/>
              <a:gd name="connsiteX2474" fmla="*/ 371704 w 2249309"/>
              <a:gd name="connsiteY2474" fmla="*/ 88981 h 506009"/>
              <a:gd name="connsiteX2475" fmla="*/ 369560 w 2249309"/>
              <a:gd name="connsiteY2475" fmla="*/ 86488 h 506009"/>
              <a:gd name="connsiteX2476" fmla="*/ 368812 w 2249309"/>
              <a:gd name="connsiteY2476" fmla="*/ 85017 h 506009"/>
              <a:gd name="connsiteX2477" fmla="*/ 367590 w 2249309"/>
              <a:gd name="connsiteY2477" fmla="*/ 83471 h 506009"/>
              <a:gd name="connsiteX2478" fmla="*/ 365920 w 2249309"/>
              <a:gd name="connsiteY2478" fmla="*/ 79981 h 506009"/>
              <a:gd name="connsiteX2479" fmla="*/ 364973 w 2249309"/>
              <a:gd name="connsiteY2479" fmla="*/ 75394 h 506009"/>
              <a:gd name="connsiteX2480" fmla="*/ 363477 w 2249309"/>
              <a:gd name="connsiteY2480" fmla="*/ 69560 h 506009"/>
              <a:gd name="connsiteX2481" fmla="*/ 364225 w 2249309"/>
              <a:gd name="connsiteY2481" fmla="*/ 67715 h 506009"/>
              <a:gd name="connsiteX2482" fmla="*/ 365546 w 2249309"/>
              <a:gd name="connsiteY2482" fmla="*/ 67067 h 506009"/>
              <a:gd name="connsiteX2483" fmla="*/ 368239 w 2249309"/>
              <a:gd name="connsiteY2483" fmla="*/ 67490 h 506009"/>
              <a:gd name="connsiteX2484" fmla="*/ 369784 w 2249309"/>
              <a:gd name="connsiteY2484" fmla="*/ 68139 h 506009"/>
              <a:gd name="connsiteX2485" fmla="*/ 371555 w 2249309"/>
              <a:gd name="connsiteY2485" fmla="*/ 68513 h 506009"/>
              <a:gd name="connsiteX2486" fmla="*/ 374247 w 2249309"/>
              <a:gd name="connsiteY2486" fmla="*/ 68837 h 506009"/>
              <a:gd name="connsiteX2487" fmla="*/ 375569 w 2249309"/>
              <a:gd name="connsiteY2487" fmla="*/ 68687 h 506009"/>
              <a:gd name="connsiteX2488" fmla="*/ 376341 w 2249309"/>
              <a:gd name="connsiteY2488" fmla="*/ 68363 h 506009"/>
              <a:gd name="connsiteX2489" fmla="*/ 376341 w 2249309"/>
              <a:gd name="connsiteY2489" fmla="*/ 65471 h 506009"/>
              <a:gd name="connsiteX2490" fmla="*/ 374970 w 2249309"/>
              <a:gd name="connsiteY2490" fmla="*/ 63975 h 506009"/>
              <a:gd name="connsiteX2491" fmla="*/ 373026 w 2249309"/>
              <a:gd name="connsiteY2491" fmla="*/ 62853 h 506009"/>
              <a:gd name="connsiteX2492" fmla="*/ 371231 w 2249309"/>
              <a:gd name="connsiteY2492" fmla="*/ 63003 h 506009"/>
              <a:gd name="connsiteX2493" fmla="*/ 369934 w 2249309"/>
              <a:gd name="connsiteY2493" fmla="*/ 62753 h 506009"/>
              <a:gd name="connsiteX2494" fmla="*/ 368787 w 2249309"/>
              <a:gd name="connsiteY2494" fmla="*/ 62629 h 506009"/>
              <a:gd name="connsiteX2495" fmla="*/ 367940 w 2249309"/>
              <a:gd name="connsiteY2495" fmla="*/ 62404 h 506009"/>
              <a:gd name="connsiteX2496" fmla="*/ 368588 w 2249309"/>
              <a:gd name="connsiteY2496" fmla="*/ 61357 h 506009"/>
              <a:gd name="connsiteX2497" fmla="*/ 370383 w 2249309"/>
              <a:gd name="connsiteY2497" fmla="*/ 59961 h 506009"/>
              <a:gd name="connsiteX2498" fmla="*/ 370757 w 2249309"/>
              <a:gd name="connsiteY2498" fmla="*/ 58864 h 506009"/>
              <a:gd name="connsiteX2499" fmla="*/ 371006 w 2249309"/>
              <a:gd name="connsiteY2499" fmla="*/ 57667 h 506009"/>
              <a:gd name="connsiteX2500" fmla="*/ 370258 w 2249309"/>
              <a:gd name="connsiteY2500" fmla="*/ 55648 h 506009"/>
              <a:gd name="connsiteX2501" fmla="*/ 368488 w 2249309"/>
              <a:gd name="connsiteY2501" fmla="*/ 54526 h 506009"/>
              <a:gd name="connsiteX2502" fmla="*/ 367341 w 2249309"/>
              <a:gd name="connsiteY2502" fmla="*/ 54277 h 506009"/>
              <a:gd name="connsiteX2503" fmla="*/ 366144 w 2249309"/>
              <a:gd name="connsiteY2503" fmla="*/ 53454 h 506009"/>
              <a:gd name="connsiteX2504" fmla="*/ 202993 w 2249309"/>
              <a:gd name="connsiteY2504" fmla="*/ 49590 h 506009"/>
              <a:gd name="connsiteX2505" fmla="*/ 203068 w 2249309"/>
              <a:gd name="connsiteY2505" fmla="*/ 49689 h 506009"/>
              <a:gd name="connsiteX2506" fmla="*/ 203010 w 2249309"/>
              <a:gd name="connsiteY2506" fmla="*/ 49622 h 506009"/>
              <a:gd name="connsiteX2507" fmla="*/ 143506 w 2249309"/>
              <a:gd name="connsiteY2507" fmla="*/ 44853 h 506009"/>
              <a:gd name="connsiteX2508" fmla="*/ 142235 w 2249309"/>
              <a:gd name="connsiteY2508" fmla="*/ 45177 h 506009"/>
              <a:gd name="connsiteX2509" fmla="*/ 141337 w 2249309"/>
              <a:gd name="connsiteY2509" fmla="*/ 45177 h 506009"/>
              <a:gd name="connsiteX2510" fmla="*/ 140166 w 2249309"/>
              <a:gd name="connsiteY2510" fmla="*/ 45875 h 506009"/>
              <a:gd name="connsiteX2511" fmla="*/ 139193 w 2249309"/>
              <a:gd name="connsiteY2511" fmla="*/ 46349 h 506009"/>
              <a:gd name="connsiteX2512" fmla="*/ 138595 w 2249309"/>
              <a:gd name="connsiteY2512" fmla="*/ 47096 h 506009"/>
              <a:gd name="connsiteX2513" fmla="*/ 137847 w 2249309"/>
              <a:gd name="connsiteY2513" fmla="*/ 47645 h 506009"/>
              <a:gd name="connsiteX2514" fmla="*/ 137249 w 2249309"/>
              <a:gd name="connsiteY2514" fmla="*/ 48468 h 506009"/>
              <a:gd name="connsiteX2515" fmla="*/ 136002 w 2249309"/>
              <a:gd name="connsiteY2515" fmla="*/ 49515 h 506009"/>
              <a:gd name="connsiteX2516" fmla="*/ 136176 w 2249309"/>
              <a:gd name="connsiteY2516" fmla="*/ 50462 h 506009"/>
              <a:gd name="connsiteX2517" fmla="*/ 138470 w 2249309"/>
              <a:gd name="connsiteY2517" fmla="*/ 52183 h 506009"/>
              <a:gd name="connsiteX2518" fmla="*/ 138720 w 2249309"/>
              <a:gd name="connsiteY2518" fmla="*/ 53255 h 506009"/>
              <a:gd name="connsiteX2519" fmla="*/ 138894 w 2249309"/>
              <a:gd name="connsiteY2519" fmla="*/ 54152 h 506009"/>
              <a:gd name="connsiteX2520" fmla="*/ 139168 w 2249309"/>
              <a:gd name="connsiteY2520" fmla="*/ 55025 h 506009"/>
              <a:gd name="connsiteX2521" fmla="*/ 140215 w 2249309"/>
              <a:gd name="connsiteY2521" fmla="*/ 55025 h 506009"/>
              <a:gd name="connsiteX2522" fmla="*/ 141138 w 2249309"/>
              <a:gd name="connsiteY2522" fmla="*/ 54825 h 506009"/>
              <a:gd name="connsiteX2523" fmla="*/ 141686 w 2249309"/>
              <a:gd name="connsiteY2523" fmla="*/ 55473 h 506009"/>
              <a:gd name="connsiteX2524" fmla="*/ 140988 w 2249309"/>
              <a:gd name="connsiteY2524" fmla="*/ 56770 h 506009"/>
              <a:gd name="connsiteX2525" fmla="*/ 138819 w 2249309"/>
              <a:gd name="connsiteY2525" fmla="*/ 59263 h 506009"/>
              <a:gd name="connsiteX2526" fmla="*/ 137523 w 2249309"/>
              <a:gd name="connsiteY2526" fmla="*/ 60310 h 506009"/>
              <a:gd name="connsiteX2527" fmla="*/ 134556 w 2249309"/>
              <a:gd name="connsiteY2527" fmla="*/ 63028 h 506009"/>
              <a:gd name="connsiteX2528" fmla="*/ 133434 w 2249309"/>
              <a:gd name="connsiteY2528" fmla="*/ 64349 h 506009"/>
              <a:gd name="connsiteX2529" fmla="*/ 132561 w 2249309"/>
              <a:gd name="connsiteY2529" fmla="*/ 64349 h 506009"/>
              <a:gd name="connsiteX2530" fmla="*/ 132561 w 2249309"/>
              <a:gd name="connsiteY2530" fmla="*/ 64249 h 506009"/>
              <a:gd name="connsiteX2531" fmla="*/ 130741 w 2249309"/>
              <a:gd name="connsiteY2531" fmla="*/ 67042 h 506009"/>
              <a:gd name="connsiteX2532" fmla="*/ 131016 w 2249309"/>
              <a:gd name="connsiteY2532" fmla="*/ 68014 h 506009"/>
              <a:gd name="connsiteX2533" fmla="*/ 131739 w 2249309"/>
              <a:gd name="connsiteY2533" fmla="*/ 69086 h 506009"/>
              <a:gd name="connsiteX2534" fmla="*/ 132836 w 2249309"/>
              <a:gd name="connsiteY2534" fmla="*/ 70183 h 506009"/>
              <a:gd name="connsiteX2535" fmla="*/ 134132 w 2249309"/>
              <a:gd name="connsiteY2535" fmla="*/ 69535 h 506009"/>
              <a:gd name="connsiteX2536" fmla="*/ 135079 w 2249309"/>
              <a:gd name="connsiteY2536" fmla="*/ 69535 h 506009"/>
              <a:gd name="connsiteX2537" fmla="*/ 135628 w 2249309"/>
              <a:gd name="connsiteY2537" fmla="*/ 68562 h 506009"/>
              <a:gd name="connsiteX2538" fmla="*/ 136401 w 2249309"/>
              <a:gd name="connsiteY2538" fmla="*/ 67665 h 506009"/>
              <a:gd name="connsiteX2539" fmla="*/ 137348 w 2249309"/>
              <a:gd name="connsiteY2539" fmla="*/ 66693 h 506009"/>
              <a:gd name="connsiteX2540" fmla="*/ 138021 w 2249309"/>
              <a:gd name="connsiteY2540" fmla="*/ 66244 h 506009"/>
              <a:gd name="connsiteX2541" fmla="*/ 138894 w 2249309"/>
              <a:gd name="connsiteY2541" fmla="*/ 65670 h 506009"/>
              <a:gd name="connsiteX2542" fmla="*/ 139742 w 2249309"/>
              <a:gd name="connsiteY2542" fmla="*/ 64798 h 506009"/>
              <a:gd name="connsiteX2543" fmla="*/ 140589 w 2249309"/>
              <a:gd name="connsiteY2543" fmla="*/ 64100 h 506009"/>
              <a:gd name="connsiteX2544" fmla="*/ 141537 w 2249309"/>
              <a:gd name="connsiteY2544" fmla="*/ 63177 h 506009"/>
              <a:gd name="connsiteX2545" fmla="*/ 142534 w 2249309"/>
              <a:gd name="connsiteY2545" fmla="*/ 62155 h 506009"/>
              <a:gd name="connsiteX2546" fmla="*/ 143556 w 2249309"/>
              <a:gd name="connsiteY2546" fmla="*/ 61108 h 506009"/>
              <a:gd name="connsiteX2547" fmla="*/ 147246 w 2249309"/>
              <a:gd name="connsiteY2547" fmla="*/ 57393 h 506009"/>
              <a:gd name="connsiteX2548" fmla="*/ 148642 w 2249309"/>
              <a:gd name="connsiteY2548" fmla="*/ 55498 h 506009"/>
              <a:gd name="connsiteX2549" fmla="*/ 149964 w 2249309"/>
              <a:gd name="connsiteY2549" fmla="*/ 54775 h 506009"/>
              <a:gd name="connsiteX2550" fmla="*/ 151011 w 2249309"/>
              <a:gd name="connsiteY2550" fmla="*/ 53504 h 506009"/>
              <a:gd name="connsiteX2551" fmla="*/ 152108 w 2249309"/>
              <a:gd name="connsiteY2551" fmla="*/ 52307 h 506009"/>
              <a:gd name="connsiteX2552" fmla="*/ 153454 w 2249309"/>
              <a:gd name="connsiteY2552" fmla="*/ 51260 h 506009"/>
              <a:gd name="connsiteX2553" fmla="*/ 155199 w 2249309"/>
              <a:gd name="connsiteY2553" fmla="*/ 50013 h 506009"/>
              <a:gd name="connsiteX2554" fmla="*/ 156496 w 2249309"/>
              <a:gd name="connsiteY2554" fmla="*/ 49689 h 506009"/>
              <a:gd name="connsiteX2555" fmla="*/ 157468 w 2249309"/>
              <a:gd name="connsiteY2555" fmla="*/ 46772 h 506009"/>
              <a:gd name="connsiteX2556" fmla="*/ 156845 w 2249309"/>
              <a:gd name="connsiteY2556" fmla="*/ 45601 h 506009"/>
              <a:gd name="connsiteX2557" fmla="*/ 156022 w 2249309"/>
              <a:gd name="connsiteY2557" fmla="*/ 45351 h 506009"/>
              <a:gd name="connsiteX2558" fmla="*/ 154302 w 2249309"/>
              <a:gd name="connsiteY2558" fmla="*/ 45052 h 506009"/>
              <a:gd name="connsiteX2559" fmla="*/ 153205 w 2249309"/>
              <a:gd name="connsiteY2559" fmla="*/ 45301 h 506009"/>
              <a:gd name="connsiteX2560" fmla="*/ 152058 w 2249309"/>
              <a:gd name="connsiteY2560" fmla="*/ 45476 h 506009"/>
              <a:gd name="connsiteX2561" fmla="*/ 150263 w 2249309"/>
              <a:gd name="connsiteY2561" fmla="*/ 47196 h 506009"/>
              <a:gd name="connsiteX2562" fmla="*/ 147121 w 2249309"/>
              <a:gd name="connsiteY2562" fmla="*/ 50238 h 506009"/>
              <a:gd name="connsiteX2563" fmla="*/ 146548 w 2249309"/>
              <a:gd name="connsiteY2563" fmla="*/ 49739 h 506009"/>
              <a:gd name="connsiteX2564" fmla="*/ 146548 w 2249309"/>
              <a:gd name="connsiteY2564" fmla="*/ 47246 h 506009"/>
              <a:gd name="connsiteX2565" fmla="*/ 144603 w 2249309"/>
              <a:gd name="connsiteY2565" fmla="*/ 45900 h 506009"/>
              <a:gd name="connsiteX2566" fmla="*/ 143506 w 2249309"/>
              <a:gd name="connsiteY2566" fmla="*/ 44853 h 506009"/>
              <a:gd name="connsiteX2567" fmla="*/ 222402 w 2249309"/>
              <a:gd name="connsiteY2567" fmla="*/ 37809 h 506009"/>
              <a:gd name="connsiteX2568" fmla="*/ 222813 w 2249309"/>
              <a:gd name="connsiteY2568" fmla="*/ 38246 h 506009"/>
              <a:gd name="connsiteX2569" fmla="*/ 222115 w 2249309"/>
              <a:gd name="connsiteY2569" fmla="*/ 40016 h 506009"/>
              <a:gd name="connsiteX2570" fmla="*/ 220644 w 2249309"/>
              <a:gd name="connsiteY2570" fmla="*/ 40016 h 506009"/>
              <a:gd name="connsiteX2571" fmla="*/ 220420 w 2249309"/>
              <a:gd name="connsiteY2571" fmla="*/ 39218 h 506009"/>
              <a:gd name="connsiteX2572" fmla="*/ 220694 w 2249309"/>
              <a:gd name="connsiteY2572" fmla="*/ 38320 h 506009"/>
              <a:gd name="connsiteX2573" fmla="*/ 222290 w 2249309"/>
              <a:gd name="connsiteY2573" fmla="*/ 37822 h 506009"/>
              <a:gd name="connsiteX2574" fmla="*/ 222402 w 2249309"/>
              <a:gd name="connsiteY2574" fmla="*/ 37809 h 506009"/>
              <a:gd name="connsiteX2575" fmla="*/ 226952 w 2249309"/>
              <a:gd name="connsiteY2575" fmla="*/ 35728 h 506009"/>
              <a:gd name="connsiteX2576" fmla="*/ 227800 w 2249309"/>
              <a:gd name="connsiteY2576" fmla="*/ 35902 h 506009"/>
              <a:gd name="connsiteX2577" fmla="*/ 227924 w 2249309"/>
              <a:gd name="connsiteY2577" fmla="*/ 36974 h 506009"/>
              <a:gd name="connsiteX2578" fmla="*/ 226628 w 2249309"/>
              <a:gd name="connsiteY2578" fmla="*/ 38246 h 506009"/>
              <a:gd name="connsiteX2579" fmla="*/ 225730 w 2249309"/>
              <a:gd name="connsiteY2579" fmla="*/ 37622 h 506009"/>
              <a:gd name="connsiteX2580" fmla="*/ 225730 w 2249309"/>
              <a:gd name="connsiteY2580" fmla="*/ 36326 h 506009"/>
              <a:gd name="connsiteX2581" fmla="*/ 226952 w 2249309"/>
              <a:gd name="connsiteY2581" fmla="*/ 35728 h 506009"/>
              <a:gd name="connsiteX2582" fmla="*/ 221043 w 2249309"/>
              <a:gd name="connsiteY2582" fmla="*/ 32437 h 506009"/>
              <a:gd name="connsiteX2583" fmla="*/ 222265 w 2249309"/>
              <a:gd name="connsiteY2583" fmla="*/ 33484 h 506009"/>
              <a:gd name="connsiteX2584" fmla="*/ 220844 w 2249309"/>
              <a:gd name="connsiteY2584" fmla="*/ 35254 h 506009"/>
              <a:gd name="connsiteX2585" fmla="*/ 220195 w 2249309"/>
              <a:gd name="connsiteY2585" fmla="*/ 34980 h 506009"/>
              <a:gd name="connsiteX2586" fmla="*/ 219846 w 2249309"/>
              <a:gd name="connsiteY2586" fmla="*/ 33609 h 506009"/>
              <a:gd name="connsiteX2587" fmla="*/ 221043 w 2249309"/>
              <a:gd name="connsiteY2587" fmla="*/ 32437 h 506009"/>
              <a:gd name="connsiteX2588" fmla="*/ 291101 w 2249309"/>
              <a:gd name="connsiteY2588" fmla="*/ 31415 h 506009"/>
              <a:gd name="connsiteX2589" fmla="*/ 289455 w 2249309"/>
              <a:gd name="connsiteY2589" fmla="*/ 32237 h 506009"/>
              <a:gd name="connsiteX2590" fmla="*/ 289206 w 2249309"/>
              <a:gd name="connsiteY2590" fmla="*/ 33808 h 506009"/>
              <a:gd name="connsiteX2591" fmla="*/ 289206 w 2249309"/>
              <a:gd name="connsiteY2591" fmla="*/ 35478 h 506009"/>
              <a:gd name="connsiteX2592" fmla="*/ 289804 w 2249309"/>
              <a:gd name="connsiteY2592" fmla="*/ 37722 h 506009"/>
              <a:gd name="connsiteX2593" fmla="*/ 289929 w 2249309"/>
              <a:gd name="connsiteY2593" fmla="*/ 39517 h 506009"/>
              <a:gd name="connsiteX2594" fmla="*/ 291774 w 2249309"/>
              <a:gd name="connsiteY2594" fmla="*/ 39841 h 506009"/>
              <a:gd name="connsiteX2595" fmla="*/ 293245 w 2249309"/>
              <a:gd name="connsiteY2595" fmla="*/ 39841 h 506009"/>
              <a:gd name="connsiteX2596" fmla="*/ 293245 w 2249309"/>
              <a:gd name="connsiteY2596" fmla="*/ 41213 h 506009"/>
              <a:gd name="connsiteX2597" fmla="*/ 292547 w 2249309"/>
              <a:gd name="connsiteY2597" fmla="*/ 42783 h 506009"/>
              <a:gd name="connsiteX2598" fmla="*/ 288483 w 2249309"/>
              <a:gd name="connsiteY2598" fmla="*/ 46972 h 506009"/>
              <a:gd name="connsiteX2599" fmla="*/ 284444 w 2249309"/>
              <a:gd name="connsiteY2599" fmla="*/ 47570 h 506009"/>
              <a:gd name="connsiteX2600" fmla="*/ 283048 w 2249309"/>
              <a:gd name="connsiteY2600" fmla="*/ 47570 h 506009"/>
              <a:gd name="connsiteX2601" fmla="*/ 279383 w 2249309"/>
              <a:gd name="connsiteY2601" fmla="*/ 47994 h 506009"/>
              <a:gd name="connsiteX2602" fmla="*/ 277812 w 2249309"/>
              <a:gd name="connsiteY2602" fmla="*/ 47446 h 506009"/>
              <a:gd name="connsiteX2603" fmla="*/ 274721 w 2249309"/>
              <a:gd name="connsiteY2603" fmla="*/ 48268 h 506009"/>
              <a:gd name="connsiteX2604" fmla="*/ 274447 w 2249309"/>
              <a:gd name="connsiteY2604" fmla="*/ 50013 h 506009"/>
              <a:gd name="connsiteX2605" fmla="*/ 274447 w 2249309"/>
              <a:gd name="connsiteY2605" fmla="*/ 49914 h 506009"/>
              <a:gd name="connsiteX2606" fmla="*/ 273948 w 2249309"/>
              <a:gd name="connsiteY2606" fmla="*/ 51459 h 506009"/>
              <a:gd name="connsiteX2607" fmla="*/ 275868 w 2249309"/>
              <a:gd name="connsiteY2607" fmla="*/ 54451 h 506009"/>
              <a:gd name="connsiteX2608" fmla="*/ 283023 w 2249309"/>
              <a:gd name="connsiteY2608" fmla="*/ 53604 h 506009"/>
              <a:gd name="connsiteX2609" fmla="*/ 288657 w 2249309"/>
              <a:gd name="connsiteY2609" fmla="*/ 53828 h 506009"/>
              <a:gd name="connsiteX2610" fmla="*/ 291674 w 2249309"/>
              <a:gd name="connsiteY2610" fmla="*/ 54651 h 506009"/>
              <a:gd name="connsiteX2611" fmla="*/ 294417 w 2249309"/>
              <a:gd name="connsiteY2611" fmla="*/ 54925 h 506009"/>
              <a:gd name="connsiteX2612" fmla="*/ 297234 w 2249309"/>
              <a:gd name="connsiteY2612" fmla="*/ 55399 h 506009"/>
              <a:gd name="connsiteX2613" fmla="*/ 299951 w 2249309"/>
              <a:gd name="connsiteY2613" fmla="*/ 56072 h 506009"/>
              <a:gd name="connsiteX2614" fmla="*/ 302868 w 2249309"/>
              <a:gd name="connsiteY2614" fmla="*/ 57069 h 506009"/>
              <a:gd name="connsiteX2615" fmla="*/ 304713 w 2249309"/>
              <a:gd name="connsiteY2615" fmla="*/ 57368 h 506009"/>
              <a:gd name="connsiteX2616" fmla="*/ 306409 w 2249309"/>
              <a:gd name="connsiteY2616" fmla="*/ 58116 h 506009"/>
              <a:gd name="connsiteX2617" fmla="*/ 308054 w 2249309"/>
              <a:gd name="connsiteY2617" fmla="*/ 58415 h 506009"/>
              <a:gd name="connsiteX2618" fmla="*/ 309101 w 2249309"/>
              <a:gd name="connsiteY2618" fmla="*/ 57767 h 506009"/>
              <a:gd name="connsiteX2619" fmla="*/ 309774 w 2249309"/>
              <a:gd name="connsiteY2619" fmla="*/ 56895 h 506009"/>
              <a:gd name="connsiteX2620" fmla="*/ 309774 w 2249309"/>
              <a:gd name="connsiteY2620" fmla="*/ 56246 h 506009"/>
              <a:gd name="connsiteX2621" fmla="*/ 309774 w 2249309"/>
              <a:gd name="connsiteY2621" fmla="*/ 55798 h 506009"/>
              <a:gd name="connsiteX2622" fmla="*/ 309774 w 2249309"/>
              <a:gd name="connsiteY2622" fmla="*/ 54626 h 506009"/>
              <a:gd name="connsiteX2623" fmla="*/ 308428 w 2249309"/>
              <a:gd name="connsiteY2623" fmla="*/ 52856 h 506009"/>
              <a:gd name="connsiteX2624" fmla="*/ 307331 w 2249309"/>
              <a:gd name="connsiteY2624" fmla="*/ 51833 h 506009"/>
              <a:gd name="connsiteX2625" fmla="*/ 306110 w 2249309"/>
              <a:gd name="connsiteY2625" fmla="*/ 51160 h 506009"/>
              <a:gd name="connsiteX2626" fmla="*/ 304888 w 2249309"/>
              <a:gd name="connsiteY2626" fmla="*/ 50986 h 506009"/>
              <a:gd name="connsiteX2627" fmla="*/ 303517 w 2249309"/>
              <a:gd name="connsiteY2627" fmla="*/ 51160 h 506009"/>
              <a:gd name="connsiteX2628" fmla="*/ 298680 w 2249309"/>
              <a:gd name="connsiteY2628" fmla="*/ 50088 h 506009"/>
              <a:gd name="connsiteX2629" fmla="*/ 299203 w 2249309"/>
              <a:gd name="connsiteY2629" fmla="*/ 47371 h 506009"/>
              <a:gd name="connsiteX2630" fmla="*/ 299652 w 2249309"/>
              <a:gd name="connsiteY2630" fmla="*/ 46398 h 506009"/>
              <a:gd name="connsiteX2631" fmla="*/ 300151 w 2249309"/>
              <a:gd name="connsiteY2631" fmla="*/ 45501 h 506009"/>
              <a:gd name="connsiteX2632" fmla="*/ 300749 w 2249309"/>
              <a:gd name="connsiteY2632" fmla="*/ 44653 h 506009"/>
              <a:gd name="connsiteX2633" fmla="*/ 301397 w 2249309"/>
              <a:gd name="connsiteY2633" fmla="*/ 43781 h 506009"/>
              <a:gd name="connsiteX2634" fmla="*/ 301397 w 2249309"/>
              <a:gd name="connsiteY2634" fmla="*/ 41437 h 506009"/>
              <a:gd name="connsiteX2635" fmla="*/ 304464 w 2249309"/>
              <a:gd name="connsiteY2635" fmla="*/ 40265 h 506009"/>
              <a:gd name="connsiteX2636" fmla="*/ 305985 w 2249309"/>
              <a:gd name="connsiteY2636" fmla="*/ 39717 h 506009"/>
              <a:gd name="connsiteX2637" fmla="*/ 308029 w 2249309"/>
              <a:gd name="connsiteY2637" fmla="*/ 38695 h 506009"/>
              <a:gd name="connsiteX2638" fmla="*/ 310672 w 2249309"/>
              <a:gd name="connsiteY2638" fmla="*/ 37249 h 506009"/>
              <a:gd name="connsiteX2639" fmla="*/ 310373 w 2249309"/>
              <a:gd name="connsiteY2639" fmla="*/ 36251 h 506009"/>
              <a:gd name="connsiteX2640" fmla="*/ 310373 w 2249309"/>
              <a:gd name="connsiteY2640" fmla="*/ 34880 h 506009"/>
              <a:gd name="connsiteX2641" fmla="*/ 309376 w 2249309"/>
              <a:gd name="connsiteY2641" fmla="*/ 33235 h 506009"/>
              <a:gd name="connsiteX2642" fmla="*/ 308578 w 2249309"/>
              <a:gd name="connsiteY2642" fmla="*/ 32487 h 506009"/>
              <a:gd name="connsiteX2643" fmla="*/ 307456 w 2249309"/>
              <a:gd name="connsiteY2643" fmla="*/ 32487 h 506009"/>
              <a:gd name="connsiteX2644" fmla="*/ 306184 w 2249309"/>
              <a:gd name="connsiteY2644" fmla="*/ 32337 h 506009"/>
              <a:gd name="connsiteX2645" fmla="*/ 301348 w 2249309"/>
              <a:gd name="connsiteY2645" fmla="*/ 33085 h 506009"/>
              <a:gd name="connsiteX2646" fmla="*/ 300575 w 2249309"/>
              <a:gd name="connsiteY2646" fmla="*/ 33085 h 506009"/>
              <a:gd name="connsiteX2647" fmla="*/ 299478 w 2249309"/>
              <a:gd name="connsiteY2647" fmla="*/ 33085 h 506009"/>
              <a:gd name="connsiteX2648" fmla="*/ 293394 w 2249309"/>
              <a:gd name="connsiteY2648" fmla="*/ 32611 h 506009"/>
              <a:gd name="connsiteX2649" fmla="*/ 291101 w 2249309"/>
              <a:gd name="connsiteY2649" fmla="*/ 31415 h 506009"/>
              <a:gd name="connsiteX2650" fmla="*/ 212118 w 2249309"/>
              <a:gd name="connsiteY2650" fmla="*/ 29694 h 506009"/>
              <a:gd name="connsiteX2651" fmla="*/ 210148 w 2249309"/>
              <a:gd name="connsiteY2651" fmla="*/ 30118 h 506009"/>
              <a:gd name="connsiteX2652" fmla="*/ 203616 w 2249309"/>
              <a:gd name="connsiteY2652" fmla="*/ 34456 h 506009"/>
              <a:gd name="connsiteX2653" fmla="*/ 202021 w 2249309"/>
              <a:gd name="connsiteY2653" fmla="*/ 34855 h 506009"/>
              <a:gd name="connsiteX2654" fmla="*/ 200899 w 2249309"/>
              <a:gd name="connsiteY2654" fmla="*/ 35778 h 506009"/>
              <a:gd name="connsiteX2655" fmla="*/ 200450 w 2249309"/>
              <a:gd name="connsiteY2655" fmla="*/ 36750 h 506009"/>
              <a:gd name="connsiteX2656" fmla="*/ 199752 w 2249309"/>
              <a:gd name="connsiteY2656" fmla="*/ 37323 h 506009"/>
              <a:gd name="connsiteX2657" fmla="*/ 200375 w 2249309"/>
              <a:gd name="connsiteY2657" fmla="*/ 38944 h 506009"/>
              <a:gd name="connsiteX2658" fmla="*/ 201173 w 2249309"/>
              <a:gd name="connsiteY2658" fmla="*/ 39318 h 506009"/>
              <a:gd name="connsiteX2659" fmla="*/ 202195 w 2249309"/>
              <a:gd name="connsiteY2659" fmla="*/ 40166 h 506009"/>
              <a:gd name="connsiteX2660" fmla="*/ 203666 w 2249309"/>
              <a:gd name="connsiteY2660" fmla="*/ 40490 h 506009"/>
              <a:gd name="connsiteX2661" fmla="*/ 205012 w 2249309"/>
              <a:gd name="connsiteY2661" fmla="*/ 41437 h 506009"/>
              <a:gd name="connsiteX2662" fmla="*/ 205012 w 2249309"/>
              <a:gd name="connsiteY2662" fmla="*/ 43930 h 506009"/>
              <a:gd name="connsiteX2663" fmla="*/ 203666 w 2249309"/>
              <a:gd name="connsiteY2663" fmla="*/ 45401 h 506009"/>
              <a:gd name="connsiteX2664" fmla="*/ 202544 w 2249309"/>
              <a:gd name="connsiteY2664" fmla="*/ 45401 h 506009"/>
              <a:gd name="connsiteX2665" fmla="*/ 201173 w 2249309"/>
              <a:gd name="connsiteY2665" fmla="*/ 47296 h 506009"/>
              <a:gd name="connsiteX2666" fmla="*/ 202419 w 2249309"/>
              <a:gd name="connsiteY2666" fmla="*/ 48941 h 506009"/>
              <a:gd name="connsiteX2667" fmla="*/ 203010 w 2249309"/>
              <a:gd name="connsiteY2667" fmla="*/ 49622 h 506009"/>
              <a:gd name="connsiteX2668" fmla="*/ 203442 w 2249309"/>
              <a:gd name="connsiteY2668" fmla="*/ 50437 h 506009"/>
              <a:gd name="connsiteX2669" fmla="*/ 203442 w 2249309"/>
              <a:gd name="connsiteY2669" fmla="*/ 51659 h 506009"/>
              <a:gd name="connsiteX2670" fmla="*/ 203442 w 2249309"/>
              <a:gd name="connsiteY2670" fmla="*/ 52606 h 506009"/>
              <a:gd name="connsiteX2671" fmla="*/ 202669 w 2249309"/>
              <a:gd name="connsiteY2671" fmla="*/ 53703 h 506009"/>
              <a:gd name="connsiteX2672" fmla="*/ 201522 w 2249309"/>
              <a:gd name="connsiteY2672" fmla="*/ 54825 h 506009"/>
              <a:gd name="connsiteX2673" fmla="*/ 199552 w 2249309"/>
              <a:gd name="connsiteY2673" fmla="*/ 57318 h 506009"/>
              <a:gd name="connsiteX2674" fmla="*/ 200275 w 2249309"/>
              <a:gd name="connsiteY2674" fmla="*/ 59562 h 506009"/>
              <a:gd name="connsiteX2675" fmla="*/ 201347 w 2249309"/>
              <a:gd name="connsiteY2675" fmla="*/ 60684 h 506009"/>
              <a:gd name="connsiteX2676" fmla="*/ 202120 w 2249309"/>
              <a:gd name="connsiteY2676" fmla="*/ 61856 h 506009"/>
              <a:gd name="connsiteX2677" fmla="*/ 203616 w 2249309"/>
              <a:gd name="connsiteY2677" fmla="*/ 62055 h 506009"/>
              <a:gd name="connsiteX2678" fmla="*/ 204638 w 2249309"/>
              <a:gd name="connsiteY2678" fmla="*/ 61881 h 506009"/>
              <a:gd name="connsiteX2679" fmla="*/ 206857 w 2249309"/>
              <a:gd name="connsiteY2679" fmla="*/ 59388 h 506009"/>
              <a:gd name="connsiteX2680" fmla="*/ 211694 w 2249309"/>
              <a:gd name="connsiteY2680" fmla="*/ 56047 h 506009"/>
              <a:gd name="connsiteX2681" fmla="*/ 214337 w 2249309"/>
              <a:gd name="connsiteY2681" fmla="*/ 51784 h 506009"/>
              <a:gd name="connsiteX2682" fmla="*/ 213813 w 2249309"/>
              <a:gd name="connsiteY2682" fmla="*/ 50587 h 506009"/>
              <a:gd name="connsiteX2683" fmla="*/ 212592 w 2249309"/>
              <a:gd name="connsiteY2683" fmla="*/ 50013 h 506009"/>
              <a:gd name="connsiteX2684" fmla="*/ 211345 w 2249309"/>
              <a:gd name="connsiteY2684" fmla="*/ 50188 h 506009"/>
              <a:gd name="connsiteX2685" fmla="*/ 210996 w 2249309"/>
              <a:gd name="connsiteY2685" fmla="*/ 48941 h 506009"/>
              <a:gd name="connsiteX2686" fmla="*/ 213888 w 2249309"/>
              <a:gd name="connsiteY2686" fmla="*/ 45301 h 506009"/>
              <a:gd name="connsiteX2687" fmla="*/ 214038 w 2249309"/>
              <a:gd name="connsiteY2687" fmla="*/ 44603 h 506009"/>
              <a:gd name="connsiteX2688" fmla="*/ 213115 w 2249309"/>
              <a:gd name="connsiteY2688" fmla="*/ 43058 h 506009"/>
              <a:gd name="connsiteX2689" fmla="*/ 212592 w 2249309"/>
              <a:gd name="connsiteY2689" fmla="*/ 42060 h 506009"/>
              <a:gd name="connsiteX2690" fmla="*/ 211470 w 2249309"/>
              <a:gd name="connsiteY2690" fmla="*/ 42260 h 506009"/>
              <a:gd name="connsiteX2691" fmla="*/ 211145 w 2249309"/>
              <a:gd name="connsiteY2691" fmla="*/ 40789 h 506009"/>
              <a:gd name="connsiteX2692" fmla="*/ 211021 w 2249309"/>
              <a:gd name="connsiteY2692" fmla="*/ 38620 h 506009"/>
              <a:gd name="connsiteX2693" fmla="*/ 212492 w 2249309"/>
              <a:gd name="connsiteY2693" fmla="*/ 36451 h 506009"/>
              <a:gd name="connsiteX2694" fmla="*/ 213339 w 2249309"/>
              <a:gd name="connsiteY2694" fmla="*/ 34930 h 506009"/>
              <a:gd name="connsiteX2695" fmla="*/ 213639 w 2249309"/>
              <a:gd name="connsiteY2695" fmla="*/ 32935 h 506009"/>
              <a:gd name="connsiteX2696" fmla="*/ 213639 w 2249309"/>
              <a:gd name="connsiteY2696" fmla="*/ 31190 h 506009"/>
              <a:gd name="connsiteX2697" fmla="*/ 212118 w 2249309"/>
              <a:gd name="connsiteY2697" fmla="*/ 29694 h 506009"/>
              <a:gd name="connsiteX2698" fmla="*/ 228697 w 2249309"/>
              <a:gd name="connsiteY2698" fmla="*/ 29295 h 506009"/>
              <a:gd name="connsiteX2699" fmla="*/ 228996 w 2249309"/>
              <a:gd name="connsiteY2699" fmla="*/ 30517 h 506009"/>
              <a:gd name="connsiteX2700" fmla="*/ 228049 w 2249309"/>
              <a:gd name="connsiteY2700" fmla="*/ 32337 h 506009"/>
              <a:gd name="connsiteX2701" fmla="*/ 226303 w 2249309"/>
              <a:gd name="connsiteY2701" fmla="*/ 32487 h 506009"/>
              <a:gd name="connsiteX2702" fmla="*/ 225630 w 2249309"/>
              <a:gd name="connsiteY2702" fmla="*/ 31016 h 506009"/>
              <a:gd name="connsiteX2703" fmla="*/ 228697 w 2249309"/>
              <a:gd name="connsiteY2703" fmla="*/ 29295 h 506009"/>
              <a:gd name="connsiteX2704" fmla="*/ 229969 w 2249309"/>
              <a:gd name="connsiteY2704" fmla="*/ 24334 h 506009"/>
              <a:gd name="connsiteX2705" fmla="*/ 223910 w 2249309"/>
              <a:gd name="connsiteY2705" fmla="*/ 27276 h 506009"/>
              <a:gd name="connsiteX2706" fmla="*/ 221841 w 2249309"/>
              <a:gd name="connsiteY2706" fmla="*/ 27775 h 506009"/>
              <a:gd name="connsiteX2707" fmla="*/ 219348 w 2249309"/>
              <a:gd name="connsiteY2707" fmla="*/ 29246 h 506009"/>
              <a:gd name="connsiteX2708" fmla="*/ 217852 w 2249309"/>
              <a:gd name="connsiteY2708" fmla="*/ 29969 h 506009"/>
              <a:gd name="connsiteX2709" fmla="*/ 216680 w 2249309"/>
              <a:gd name="connsiteY2709" fmla="*/ 30268 h 506009"/>
              <a:gd name="connsiteX2710" fmla="*/ 215309 w 2249309"/>
              <a:gd name="connsiteY2710" fmla="*/ 29669 h 506009"/>
              <a:gd name="connsiteX2711" fmla="*/ 214611 w 2249309"/>
              <a:gd name="connsiteY2711" fmla="*/ 31814 h 506009"/>
              <a:gd name="connsiteX2712" fmla="*/ 214611 w 2249309"/>
              <a:gd name="connsiteY2712" fmla="*/ 33883 h 506009"/>
              <a:gd name="connsiteX2713" fmla="*/ 214536 w 2249309"/>
              <a:gd name="connsiteY2713" fmla="*/ 33783 h 506009"/>
              <a:gd name="connsiteX2714" fmla="*/ 214611 w 2249309"/>
              <a:gd name="connsiteY2714" fmla="*/ 35154 h 506009"/>
              <a:gd name="connsiteX2715" fmla="*/ 215284 w 2249309"/>
              <a:gd name="connsiteY2715" fmla="*/ 36625 h 506009"/>
              <a:gd name="connsiteX2716" fmla="*/ 216157 w 2249309"/>
              <a:gd name="connsiteY2716" fmla="*/ 40166 h 506009"/>
              <a:gd name="connsiteX2717" fmla="*/ 215708 w 2249309"/>
              <a:gd name="connsiteY2717" fmla="*/ 42484 h 506009"/>
              <a:gd name="connsiteX2718" fmla="*/ 216306 w 2249309"/>
              <a:gd name="connsiteY2718" fmla="*/ 43905 h 506009"/>
              <a:gd name="connsiteX2719" fmla="*/ 217204 w 2249309"/>
              <a:gd name="connsiteY2719" fmla="*/ 45127 h 506009"/>
              <a:gd name="connsiteX2720" fmla="*/ 217628 w 2249309"/>
              <a:gd name="connsiteY2720" fmla="*/ 46000 h 506009"/>
              <a:gd name="connsiteX2721" fmla="*/ 218101 w 2249309"/>
              <a:gd name="connsiteY2721" fmla="*/ 46548 h 506009"/>
              <a:gd name="connsiteX2722" fmla="*/ 218924 w 2249309"/>
              <a:gd name="connsiteY2722" fmla="*/ 46548 h 506009"/>
              <a:gd name="connsiteX2723" fmla="*/ 219871 w 2249309"/>
              <a:gd name="connsiteY2723" fmla="*/ 46199 h 506009"/>
              <a:gd name="connsiteX2724" fmla="*/ 220894 w 2249309"/>
              <a:gd name="connsiteY2724" fmla="*/ 45725 h 506009"/>
              <a:gd name="connsiteX2725" fmla="*/ 221741 w 2249309"/>
              <a:gd name="connsiteY2725" fmla="*/ 45725 h 506009"/>
              <a:gd name="connsiteX2726" fmla="*/ 221741 w 2249309"/>
              <a:gd name="connsiteY2726" fmla="*/ 47121 h 506009"/>
              <a:gd name="connsiteX2727" fmla="*/ 221193 w 2249309"/>
              <a:gd name="connsiteY2727" fmla="*/ 47745 h 506009"/>
              <a:gd name="connsiteX2728" fmla="*/ 220545 w 2249309"/>
              <a:gd name="connsiteY2728" fmla="*/ 47869 h 506009"/>
              <a:gd name="connsiteX2729" fmla="*/ 219847 w 2249309"/>
              <a:gd name="connsiteY2729" fmla="*/ 48094 h 506009"/>
              <a:gd name="connsiteX2730" fmla="*/ 219173 w 2249309"/>
              <a:gd name="connsiteY2730" fmla="*/ 47969 h 506009"/>
              <a:gd name="connsiteX2731" fmla="*/ 218650 w 2249309"/>
              <a:gd name="connsiteY2731" fmla="*/ 48916 h 506009"/>
              <a:gd name="connsiteX2732" fmla="*/ 218650 w 2249309"/>
              <a:gd name="connsiteY2732" fmla="*/ 50088 h 506009"/>
              <a:gd name="connsiteX2733" fmla="*/ 218650 w 2249309"/>
              <a:gd name="connsiteY2733" fmla="*/ 51061 h 506009"/>
              <a:gd name="connsiteX2734" fmla="*/ 219697 w 2249309"/>
              <a:gd name="connsiteY2734" fmla="*/ 51410 h 506009"/>
              <a:gd name="connsiteX2735" fmla="*/ 220869 w 2249309"/>
              <a:gd name="connsiteY2735" fmla="*/ 51410 h 506009"/>
              <a:gd name="connsiteX2736" fmla="*/ 221442 w 2249309"/>
              <a:gd name="connsiteY2736" fmla="*/ 52158 h 506009"/>
              <a:gd name="connsiteX2737" fmla="*/ 218774 w 2249309"/>
              <a:gd name="connsiteY2737" fmla="*/ 53803 h 506009"/>
              <a:gd name="connsiteX2738" fmla="*/ 216655 w 2249309"/>
              <a:gd name="connsiteY2738" fmla="*/ 54875 h 506009"/>
              <a:gd name="connsiteX2739" fmla="*/ 215833 w 2249309"/>
              <a:gd name="connsiteY2739" fmla="*/ 54626 h 506009"/>
              <a:gd name="connsiteX2740" fmla="*/ 215284 w 2249309"/>
              <a:gd name="connsiteY2740" fmla="*/ 55199 h 506009"/>
              <a:gd name="connsiteX2741" fmla="*/ 214910 w 2249309"/>
              <a:gd name="connsiteY2741" fmla="*/ 56446 h 506009"/>
              <a:gd name="connsiteX2742" fmla="*/ 214910 w 2249309"/>
              <a:gd name="connsiteY2742" fmla="*/ 57468 h 506009"/>
              <a:gd name="connsiteX2743" fmla="*/ 215583 w 2249309"/>
              <a:gd name="connsiteY2743" fmla="*/ 59612 h 506009"/>
              <a:gd name="connsiteX2744" fmla="*/ 217353 w 2249309"/>
              <a:gd name="connsiteY2744" fmla="*/ 60235 h 506009"/>
              <a:gd name="connsiteX2745" fmla="*/ 219847 w 2249309"/>
              <a:gd name="connsiteY2745" fmla="*/ 59089 h 506009"/>
              <a:gd name="connsiteX2746" fmla="*/ 222340 w 2249309"/>
              <a:gd name="connsiteY2746" fmla="*/ 58465 h 506009"/>
              <a:gd name="connsiteX2747" fmla="*/ 224833 w 2249309"/>
              <a:gd name="connsiteY2747" fmla="*/ 57642 h 506009"/>
              <a:gd name="connsiteX2748" fmla="*/ 226802 w 2249309"/>
              <a:gd name="connsiteY2748" fmla="*/ 57019 h 506009"/>
              <a:gd name="connsiteX2749" fmla="*/ 228573 w 2249309"/>
              <a:gd name="connsiteY2749" fmla="*/ 56595 h 506009"/>
              <a:gd name="connsiteX2750" fmla="*/ 230642 w 2249309"/>
              <a:gd name="connsiteY2750" fmla="*/ 56421 h 506009"/>
              <a:gd name="connsiteX2751" fmla="*/ 234382 w 2249309"/>
              <a:gd name="connsiteY2751" fmla="*/ 55748 h 506009"/>
              <a:gd name="connsiteX2752" fmla="*/ 236750 w 2249309"/>
              <a:gd name="connsiteY2752" fmla="*/ 55748 h 506009"/>
              <a:gd name="connsiteX2753" fmla="*/ 238745 w 2249309"/>
              <a:gd name="connsiteY2753" fmla="*/ 51784 h 506009"/>
              <a:gd name="connsiteX2754" fmla="*/ 237049 w 2249309"/>
              <a:gd name="connsiteY2754" fmla="*/ 49739 h 506009"/>
              <a:gd name="connsiteX2755" fmla="*/ 235354 w 2249309"/>
              <a:gd name="connsiteY2755" fmla="*/ 50013 h 506009"/>
              <a:gd name="connsiteX2756" fmla="*/ 233434 w 2249309"/>
              <a:gd name="connsiteY2756" fmla="*/ 50687 h 506009"/>
              <a:gd name="connsiteX2757" fmla="*/ 231839 w 2249309"/>
              <a:gd name="connsiteY2757" fmla="*/ 50836 h 506009"/>
              <a:gd name="connsiteX2758" fmla="*/ 229794 w 2249309"/>
              <a:gd name="connsiteY2758" fmla="*/ 51534 h 506009"/>
              <a:gd name="connsiteX2759" fmla="*/ 228947 w 2249309"/>
              <a:gd name="connsiteY2759" fmla="*/ 51036 h 506009"/>
              <a:gd name="connsiteX2760" fmla="*/ 229296 w 2249309"/>
              <a:gd name="connsiteY2760" fmla="*/ 50038 h 506009"/>
              <a:gd name="connsiteX2761" fmla="*/ 230816 w 2249309"/>
              <a:gd name="connsiteY2761" fmla="*/ 49241 h 506009"/>
              <a:gd name="connsiteX2762" fmla="*/ 232038 w 2249309"/>
              <a:gd name="connsiteY2762" fmla="*/ 48069 h 506009"/>
              <a:gd name="connsiteX2763" fmla="*/ 232188 w 2249309"/>
              <a:gd name="connsiteY2763" fmla="*/ 47246 h 506009"/>
              <a:gd name="connsiteX2764" fmla="*/ 231514 w 2249309"/>
              <a:gd name="connsiteY2764" fmla="*/ 45351 h 506009"/>
              <a:gd name="connsiteX2765" fmla="*/ 230791 w 2249309"/>
              <a:gd name="connsiteY2765" fmla="*/ 44753 h 506009"/>
              <a:gd name="connsiteX2766" fmla="*/ 229196 w 2249309"/>
              <a:gd name="connsiteY2766" fmla="*/ 44479 h 506009"/>
              <a:gd name="connsiteX2767" fmla="*/ 228174 w 2249309"/>
              <a:gd name="connsiteY2767" fmla="*/ 45152 h 506009"/>
              <a:gd name="connsiteX2768" fmla="*/ 226827 w 2249309"/>
              <a:gd name="connsiteY2768" fmla="*/ 45576 h 506009"/>
              <a:gd name="connsiteX2769" fmla="*/ 226628 w 2249309"/>
              <a:gd name="connsiteY2769" fmla="*/ 44180 h 506009"/>
              <a:gd name="connsiteX2770" fmla="*/ 228348 w 2249309"/>
              <a:gd name="connsiteY2770" fmla="*/ 43382 h 506009"/>
              <a:gd name="connsiteX2771" fmla="*/ 229520 w 2249309"/>
              <a:gd name="connsiteY2771" fmla="*/ 42808 h 506009"/>
              <a:gd name="connsiteX2772" fmla="*/ 230692 w 2249309"/>
              <a:gd name="connsiteY2772" fmla="*/ 42609 h 506009"/>
              <a:gd name="connsiteX2773" fmla="*/ 231490 w 2249309"/>
              <a:gd name="connsiteY2773" fmla="*/ 41537 h 506009"/>
              <a:gd name="connsiteX2774" fmla="*/ 233509 w 2249309"/>
              <a:gd name="connsiteY2774" fmla="*/ 35179 h 506009"/>
              <a:gd name="connsiteX2775" fmla="*/ 234581 w 2249309"/>
              <a:gd name="connsiteY2775" fmla="*/ 33534 h 506009"/>
              <a:gd name="connsiteX2776" fmla="*/ 235578 w 2249309"/>
              <a:gd name="connsiteY2776" fmla="*/ 30841 h 506009"/>
              <a:gd name="connsiteX2777" fmla="*/ 235728 w 2249309"/>
              <a:gd name="connsiteY2777" fmla="*/ 29221 h 506009"/>
              <a:gd name="connsiteX2778" fmla="*/ 236301 w 2249309"/>
              <a:gd name="connsiteY2778" fmla="*/ 27426 h 506009"/>
              <a:gd name="connsiteX2779" fmla="*/ 235030 w 2249309"/>
              <a:gd name="connsiteY2779" fmla="*/ 25581 h 506009"/>
              <a:gd name="connsiteX2780" fmla="*/ 234382 w 2249309"/>
              <a:gd name="connsiteY2780" fmla="*/ 24484 h 506009"/>
              <a:gd name="connsiteX2781" fmla="*/ 231514 w 2249309"/>
              <a:gd name="connsiteY2781" fmla="*/ 24683 h 506009"/>
              <a:gd name="connsiteX2782" fmla="*/ 229969 w 2249309"/>
              <a:gd name="connsiteY2782" fmla="*/ 24334 h 506009"/>
              <a:gd name="connsiteX2783" fmla="*/ 253005 w 2249309"/>
              <a:gd name="connsiteY2783" fmla="*/ 8976 h 506009"/>
              <a:gd name="connsiteX2784" fmla="*/ 496935 w 2249309"/>
              <a:gd name="connsiteY2784" fmla="*/ 253005 h 506009"/>
              <a:gd name="connsiteX2785" fmla="*/ 496935 w 2249309"/>
              <a:gd name="connsiteY2785" fmla="*/ 253105 h 506009"/>
              <a:gd name="connsiteX2786" fmla="*/ 252806 w 2249309"/>
              <a:gd name="connsiteY2786" fmla="*/ 497034 h 506009"/>
              <a:gd name="connsiteX2787" fmla="*/ 8876 w 2249309"/>
              <a:gd name="connsiteY2787" fmla="*/ 252905 h 506009"/>
              <a:gd name="connsiteX2788" fmla="*/ 253005 w 2249309"/>
              <a:gd name="connsiteY2788" fmla="*/ 8976 h 506009"/>
              <a:gd name="connsiteX2789" fmla="*/ 253005 w 2249309"/>
              <a:gd name="connsiteY2789" fmla="*/ 5660 h 506009"/>
              <a:gd name="connsiteX2790" fmla="*/ 5660 w 2249309"/>
              <a:gd name="connsiteY2790" fmla="*/ 253004 h 506009"/>
              <a:gd name="connsiteX2791" fmla="*/ 253005 w 2249309"/>
              <a:gd name="connsiteY2791" fmla="*/ 500349 h 506009"/>
              <a:gd name="connsiteX2792" fmla="*/ 500350 w 2249309"/>
              <a:gd name="connsiteY2792" fmla="*/ 253004 h 506009"/>
              <a:gd name="connsiteX2793" fmla="*/ 253005 w 2249309"/>
              <a:gd name="connsiteY2793" fmla="*/ 5660 h 506009"/>
              <a:gd name="connsiteX2794" fmla="*/ 253005 w 2249309"/>
              <a:gd name="connsiteY2794" fmla="*/ 0 h 506009"/>
              <a:gd name="connsiteX2795" fmla="*/ 506010 w 2249309"/>
              <a:gd name="connsiteY2795" fmla="*/ 253004 h 506009"/>
              <a:gd name="connsiteX2796" fmla="*/ 253005 w 2249309"/>
              <a:gd name="connsiteY2796" fmla="*/ 506009 h 506009"/>
              <a:gd name="connsiteX2797" fmla="*/ 0 w 2249309"/>
              <a:gd name="connsiteY2797" fmla="*/ 253004 h 506009"/>
              <a:gd name="connsiteX2798" fmla="*/ 253005 w 2249309"/>
              <a:gd name="connsiteY2798" fmla="*/ 0 h 506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</a:cxnLst>
            <a:rect l="l" t="t" r="r" b="b"/>
            <a:pathLst>
              <a:path w="2249309" h="506009">
                <a:moveTo>
                  <a:pt x="295987" y="457068"/>
                </a:moveTo>
                <a:cubicBezTo>
                  <a:pt x="297518" y="458726"/>
                  <a:pt x="298500" y="460816"/>
                  <a:pt x="298804" y="463052"/>
                </a:cubicBezTo>
                <a:cubicBezTo>
                  <a:pt x="299345" y="465186"/>
                  <a:pt x="299205" y="467435"/>
                  <a:pt x="298405" y="469484"/>
                </a:cubicBezTo>
                <a:cubicBezTo>
                  <a:pt x="298176" y="469955"/>
                  <a:pt x="297882" y="470394"/>
                  <a:pt x="297533" y="470786"/>
                </a:cubicBezTo>
                <a:cubicBezTo>
                  <a:pt x="295438" y="473124"/>
                  <a:pt x="291843" y="473324"/>
                  <a:pt x="289505" y="471229"/>
                </a:cubicBezTo>
                <a:cubicBezTo>
                  <a:pt x="287994" y="469619"/>
                  <a:pt x="287019" y="467582"/>
                  <a:pt x="286712" y="465395"/>
                </a:cubicBezTo>
                <a:cubicBezTo>
                  <a:pt x="286161" y="463204"/>
                  <a:pt x="286301" y="460898"/>
                  <a:pt x="287111" y="458789"/>
                </a:cubicBezTo>
                <a:cubicBezTo>
                  <a:pt x="287361" y="458255"/>
                  <a:pt x="287692" y="457764"/>
                  <a:pt x="288094" y="457335"/>
                </a:cubicBezTo>
                <a:cubicBezTo>
                  <a:pt x="290200" y="455081"/>
                  <a:pt x="293733" y="454962"/>
                  <a:pt x="295987" y="457068"/>
                </a:cubicBezTo>
                <a:close/>
                <a:moveTo>
                  <a:pt x="262080" y="455448"/>
                </a:moveTo>
                <a:lnTo>
                  <a:pt x="245401" y="455748"/>
                </a:lnTo>
                <a:lnTo>
                  <a:pt x="245850" y="480380"/>
                </a:lnTo>
                <a:lnTo>
                  <a:pt x="262604" y="480056"/>
                </a:lnTo>
                <a:lnTo>
                  <a:pt x="262604" y="477862"/>
                </a:lnTo>
                <a:lnTo>
                  <a:pt x="262604" y="475693"/>
                </a:lnTo>
                <a:lnTo>
                  <a:pt x="250138" y="475917"/>
                </a:lnTo>
                <a:lnTo>
                  <a:pt x="250138" y="469510"/>
                </a:lnTo>
                <a:lnTo>
                  <a:pt x="261208" y="469310"/>
                </a:lnTo>
                <a:lnTo>
                  <a:pt x="261208" y="467191"/>
                </a:lnTo>
                <a:lnTo>
                  <a:pt x="261208" y="465072"/>
                </a:lnTo>
                <a:lnTo>
                  <a:pt x="250138" y="465271"/>
                </a:lnTo>
                <a:lnTo>
                  <a:pt x="250138" y="460036"/>
                </a:lnTo>
                <a:lnTo>
                  <a:pt x="262080" y="459836"/>
                </a:lnTo>
                <a:lnTo>
                  <a:pt x="262080" y="457642"/>
                </a:lnTo>
                <a:close/>
                <a:moveTo>
                  <a:pt x="221193" y="453554"/>
                </a:moveTo>
                <a:lnTo>
                  <a:pt x="220919" y="455723"/>
                </a:lnTo>
                <a:lnTo>
                  <a:pt x="220669" y="457892"/>
                </a:lnTo>
                <a:lnTo>
                  <a:pt x="227451" y="458714"/>
                </a:lnTo>
                <a:lnTo>
                  <a:pt x="224957" y="478809"/>
                </a:lnTo>
                <a:lnTo>
                  <a:pt x="227451" y="479108"/>
                </a:lnTo>
                <a:lnTo>
                  <a:pt x="229769" y="479383"/>
                </a:lnTo>
                <a:lnTo>
                  <a:pt x="232262" y="459288"/>
                </a:lnTo>
                <a:lnTo>
                  <a:pt x="239069" y="460136"/>
                </a:lnTo>
                <a:lnTo>
                  <a:pt x="239318" y="457942"/>
                </a:lnTo>
                <a:lnTo>
                  <a:pt x="239468" y="455797"/>
                </a:lnTo>
                <a:close/>
                <a:moveTo>
                  <a:pt x="297922" y="452776"/>
                </a:moveTo>
                <a:cubicBezTo>
                  <a:pt x="292856" y="449737"/>
                  <a:pt x="286286" y="451380"/>
                  <a:pt x="283247" y="456446"/>
                </a:cubicBezTo>
                <a:cubicBezTo>
                  <a:pt x="281726" y="459540"/>
                  <a:pt x="281348" y="463072"/>
                  <a:pt x="282175" y="466418"/>
                </a:cubicBezTo>
                <a:cubicBezTo>
                  <a:pt x="282646" y="469771"/>
                  <a:pt x="284312" y="472843"/>
                  <a:pt x="286862" y="475069"/>
                </a:cubicBezTo>
                <a:cubicBezTo>
                  <a:pt x="287094" y="475239"/>
                  <a:pt x="287334" y="475401"/>
                  <a:pt x="287578" y="475553"/>
                </a:cubicBezTo>
                <a:cubicBezTo>
                  <a:pt x="292664" y="478692"/>
                  <a:pt x="299331" y="477114"/>
                  <a:pt x="302469" y="472028"/>
                </a:cubicBezTo>
                <a:cubicBezTo>
                  <a:pt x="304003" y="469009"/>
                  <a:pt x="304384" y="465536"/>
                  <a:pt x="303542" y="462255"/>
                </a:cubicBezTo>
                <a:cubicBezTo>
                  <a:pt x="303085" y="458839"/>
                  <a:pt x="301422" y="455700"/>
                  <a:pt x="298854" y="453404"/>
                </a:cubicBezTo>
                <a:cubicBezTo>
                  <a:pt x="298555" y="453177"/>
                  <a:pt x="298244" y="452968"/>
                  <a:pt x="297922" y="452776"/>
                </a:cubicBezTo>
                <a:close/>
                <a:moveTo>
                  <a:pt x="926672" y="450125"/>
                </a:moveTo>
                <a:lnTo>
                  <a:pt x="927181" y="450350"/>
                </a:lnTo>
                <a:lnTo>
                  <a:pt x="926574" y="450177"/>
                </a:lnTo>
                <a:close/>
                <a:moveTo>
                  <a:pt x="198156" y="448268"/>
                </a:moveTo>
                <a:lnTo>
                  <a:pt x="194441" y="463227"/>
                </a:lnTo>
                <a:cubicBezTo>
                  <a:pt x="193596" y="465792"/>
                  <a:pt x="193728" y="468582"/>
                  <a:pt x="194815" y="471055"/>
                </a:cubicBezTo>
                <a:cubicBezTo>
                  <a:pt x="196182" y="473212"/>
                  <a:pt x="198406" y="474680"/>
                  <a:pt x="200924" y="475094"/>
                </a:cubicBezTo>
                <a:cubicBezTo>
                  <a:pt x="203347" y="475947"/>
                  <a:pt x="206017" y="475738"/>
                  <a:pt x="208278" y="474521"/>
                </a:cubicBezTo>
                <a:cubicBezTo>
                  <a:pt x="210385" y="472786"/>
                  <a:pt x="211779" y="470337"/>
                  <a:pt x="212193" y="467640"/>
                </a:cubicBezTo>
                <a:lnTo>
                  <a:pt x="215808" y="452681"/>
                </a:lnTo>
                <a:lnTo>
                  <a:pt x="213514" y="452108"/>
                </a:lnTo>
                <a:lnTo>
                  <a:pt x="211220" y="451559"/>
                </a:lnTo>
                <a:lnTo>
                  <a:pt x="207456" y="466518"/>
                </a:lnTo>
                <a:cubicBezTo>
                  <a:pt x="207236" y="467944"/>
                  <a:pt x="206543" y="469253"/>
                  <a:pt x="205486" y="470233"/>
                </a:cubicBezTo>
                <a:cubicBezTo>
                  <a:pt x="204406" y="470891"/>
                  <a:pt x="203083" y="471021"/>
                  <a:pt x="201896" y="470582"/>
                </a:cubicBezTo>
                <a:cubicBezTo>
                  <a:pt x="200664" y="470372"/>
                  <a:pt x="199600" y="469609"/>
                  <a:pt x="199004" y="468512"/>
                </a:cubicBezTo>
                <a:cubicBezTo>
                  <a:pt x="198528" y="467174"/>
                  <a:pt x="198528" y="465713"/>
                  <a:pt x="199004" y="464374"/>
                </a:cubicBezTo>
                <a:lnTo>
                  <a:pt x="202744" y="449415"/>
                </a:lnTo>
                <a:lnTo>
                  <a:pt x="200450" y="448842"/>
                </a:lnTo>
                <a:close/>
                <a:moveTo>
                  <a:pt x="323262" y="443382"/>
                </a:moveTo>
                <a:lnTo>
                  <a:pt x="307929" y="448368"/>
                </a:lnTo>
                <a:lnTo>
                  <a:pt x="315409" y="471778"/>
                </a:lnTo>
                <a:lnTo>
                  <a:pt x="317678" y="471031"/>
                </a:lnTo>
                <a:lnTo>
                  <a:pt x="319922" y="470308"/>
                </a:lnTo>
                <a:lnTo>
                  <a:pt x="316805" y="460410"/>
                </a:lnTo>
                <a:lnTo>
                  <a:pt x="326254" y="457343"/>
                </a:lnTo>
                <a:lnTo>
                  <a:pt x="325606" y="455324"/>
                </a:lnTo>
                <a:lnTo>
                  <a:pt x="324933" y="453304"/>
                </a:lnTo>
                <a:lnTo>
                  <a:pt x="315509" y="456371"/>
                </a:lnTo>
                <a:lnTo>
                  <a:pt x="313788" y="451060"/>
                </a:lnTo>
                <a:lnTo>
                  <a:pt x="324609" y="447545"/>
                </a:lnTo>
                <a:lnTo>
                  <a:pt x="323935" y="445451"/>
                </a:lnTo>
                <a:close/>
                <a:moveTo>
                  <a:pt x="175543" y="440564"/>
                </a:moveTo>
                <a:lnTo>
                  <a:pt x="174820" y="442634"/>
                </a:lnTo>
                <a:lnTo>
                  <a:pt x="174122" y="444703"/>
                </a:lnTo>
                <a:lnTo>
                  <a:pt x="180579" y="446922"/>
                </a:lnTo>
                <a:lnTo>
                  <a:pt x="173997" y="466069"/>
                </a:lnTo>
                <a:lnTo>
                  <a:pt x="176241" y="466842"/>
                </a:lnTo>
                <a:lnTo>
                  <a:pt x="178460" y="467615"/>
                </a:lnTo>
                <a:lnTo>
                  <a:pt x="185042" y="448468"/>
                </a:lnTo>
                <a:lnTo>
                  <a:pt x="191524" y="450686"/>
                </a:lnTo>
                <a:lnTo>
                  <a:pt x="192247" y="448617"/>
                </a:lnTo>
                <a:lnTo>
                  <a:pt x="192995" y="446573"/>
                </a:lnTo>
                <a:close/>
                <a:moveTo>
                  <a:pt x="166593" y="436176"/>
                </a:moveTo>
                <a:lnTo>
                  <a:pt x="156197" y="458490"/>
                </a:lnTo>
                <a:lnTo>
                  <a:pt x="158341" y="459487"/>
                </a:lnTo>
                <a:lnTo>
                  <a:pt x="160460" y="460485"/>
                </a:lnTo>
                <a:lnTo>
                  <a:pt x="170881" y="438171"/>
                </a:lnTo>
                <a:lnTo>
                  <a:pt x="168712" y="437174"/>
                </a:lnTo>
                <a:close/>
                <a:moveTo>
                  <a:pt x="353355" y="428797"/>
                </a:moveTo>
                <a:lnTo>
                  <a:pt x="337099" y="437423"/>
                </a:lnTo>
                <a:lnTo>
                  <a:pt x="338121" y="439368"/>
                </a:lnTo>
                <a:lnTo>
                  <a:pt x="339144" y="441287"/>
                </a:lnTo>
                <a:lnTo>
                  <a:pt x="345177" y="438071"/>
                </a:lnTo>
                <a:lnTo>
                  <a:pt x="354701" y="455947"/>
                </a:lnTo>
                <a:lnTo>
                  <a:pt x="356795" y="454850"/>
                </a:lnTo>
                <a:lnTo>
                  <a:pt x="358864" y="453728"/>
                </a:lnTo>
                <a:lnTo>
                  <a:pt x="349366" y="435852"/>
                </a:lnTo>
                <a:lnTo>
                  <a:pt x="355399" y="432636"/>
                </a:lnTo>
                <a:lnTo>
                  <a:pt x="354377" y="430716"/>
                </a:lnTo>
                <a:close/>
                <a:moveTo>
                  <a:pt x="145401" y="424658"/>
                </a:moveTo>
                <a:lnTo>
                  <a:pt x="144429" y="426702"/>
                </a:lnTo>
                <a:lnTo>
                  <a:pt x="143382" y="428622"/>
                </a:lnTo>
                <a:lnTo>
                  <a:pt x="149365" y="431938"/>
                </a:lnTo>
                <a:lnTo>
                  <a:pt x="139542" y="449639"/>
                </a:lnTo>
                <a:lnTo>
                  <a:pt x="141612" y="450786"/>
                </a:lnTo>
                <a:lnTo>
                  <a:pt x="143681" y="451933"/>
                </a:lnTo>
                <a:lnTo>
                  <a:pt x="153404" y="434082"/>
                </a:lnTo>
                <a:lnTo>
                  <a:pt x="159388" y="437398"/>
                </a:lnTo>
                <a:lnTo>
                  <a:pt x="160435" y="435503"/>
                </a:lnTo>
                <a:lnTo>
                  <a:pt x="161507" y="433583"/>
                </a:lnTo>
                <a:close/>
                <a:moveTo>
                  <a:pt x="267565" y="421118"/>
                </a:moveTo>
                <a:cubicBezTo>
                  <a:pt x="263028" y="422664"/>
                  <a:pt x="261881" y="430392"/>
                  <a:pt x="261208" y="430841"/>
                </a:cubicBezTo>
                <a:lnTo>
                  <a:pt x="260632" y="432168"/>
                </a:lnTo>
                <a:lnTo>
                  <a:pt x="260634" y="432137"/>
                </a:lnTo>
                <a:lnTo>
                  <a:pt x="260559" y="432337"/>
                </a:lnTo>
                <a:lnTo>
                  <a:pt x="260632" y="432168"/>
                </a:lnTo>
                <a:lnTo>
                  <a:pt x="260509" y="434555"/>
                </a:lnTo>
                <a:lnTo>
                  <a:pt x="292686" y="432960"/>
                </a:lnTo>
                <a:lnTo>
                  <a:pt x="285266" y="432960"/>
                </a:lnTo>
                <a:cubicBezTo>
                  <a:pt x="285266" y="432960"/>
                  <a:pt x="285715" y="423736"/>
                  <a:pt x="280280" y="421641"/>
                </a:cubicBezTo>
                <a:cubicBezTo>
                  <a:pt x="276231" y="419991"/>
                  <a:pt x="271734" y="419804"/>
                  <a:pt x="267565" y="421118"/>
                </a:cubicBezTo>
                <a:close/>
                <a:moveTo>
                  <a:pt x="300201" y="421067"/>
                </a:moveTo>
                <a:lnTo>
                  <a:pt x="300201" y="421142"/>
                </a:lnTo>
                <a:cubicBezTo>
                  <a:pt x="301173" y="421142"/>
                  <a:pt x="301322" y="422090"/>
                  <a:pt x="301173" y="423261"/>
                </a:cubicBezTo>
                <a:cubicBezTo>
                  <a:pt x="301023" y="424433"/>
                  <a:pt x="301073" y="429544"/>
                  <a:pt x="300176" y="429544"/>
                </a:cubicBezTo>
                <a:cubicBezTo>
                  <a:pt x="299278" y="429544"/>
                  <a:pt x="299577" y="425480"/>
                  <a:pt x="299577" y="423560"/>
                </a:cubicBezTo>
                <a:cubicBezTo>
                  <a:pt x="299577" y="421641"/>
                  <a:pt x="299577" y="421067"/>
                  <a:pt x="300201" y="421067"/>
                </a:cubicBezTo>
                <a:close/>
                <a:moveTo>
                  <a:pt x="258091" y="421067"/>
                </a:moveTo>
                <a:lnTo>
                  <a:pt x="258091" y="421142"/>
                </a:lnTo>
                <a:cubicBezTo>
                  <a:pt x="259064" y="421142"/>
                  <a:pt x="259213" y="422090"/>
                  <a:pt x="259064" y="423261"/>
                </a:cubicBezTo>
                <a:cubicBezTo>
                  <a:pt x="258914" y="424433"/>
                  <a:pt x="258964" y="429544"/>
                  <a:pt x="258067" y="429544"/>
                </a:cubicBezTo>
                <a:cubicBezTo>
                  <a:pt x="257169" y="429544"/>
                  <a:pt x="257468" y="425480"/>
                  <a:pt x="257468" y="423560"/>
                </a:cubicBezTo>
                <a:cubicBezTo>
                  <a:pt x="257468" y="421641"/>
                  <a:pt x="257468" y="421067"/>
                  <a:pt x="258091" y="421067"/>
                </a:cubicBezTo>
                <a:close/>
                <a:moveTo>
                  <a:pt x="208129" y="420818"/>
                </a:moveTo>
                <a:cubicBezTo>
                  <a:pt x="208129" y="420818"/>
                  <a:pt x="209176" y="420345"/>
                  <a:pt x="209475" y="421018"/>
                </a:cubicBezTo>
                <a:cubicBezTo>
                  <a:pt x="209694" y="423705"/>
                  <a:pt x="209752" y="426403"/>
                  <a:pt x="209649" y="429095"/>
                </a:cubicBezTo>
                <a:cubicBezTo>
                  <a:pt x="209649" y="429719"/>
                  <a:pt x="208428" y="429968"/>
                  <a:pt x="208129" y="429095"/>
                </a:cubicBezTo>
                <a:cubicBezTo>
                  <a:pt x="207979" y="426356"/>
                  <a:pt x="207979" y="423608"/>
                  <a:pt x="208129" y="420868"/>
                </a:cubicBezTo>
                <a:close/>
                <a:moveTo>
                  <a:pt x="293219" y="420693"/>
                </a:moveTo>
                <a:cubicBezTo>
                  <a:pt x="293843" y="420693"/>
                  <a:pt x="294142" y="422015"/>
                  <a:pt x="294142" y="423186"/>
                </a:cubicBezTo>
                <a:cubicBezTo>
                  <a:pt x="294142" y="424358"/>
                  <a:pt x="294092" y="429345"/>
                  <a:pt x="293344" y="429345"/>
                </a:cubicBezTo>
                <a:cubicBezTo>
                  <a:pt x="292596" y="429345"/>
                  <a:pt x="292172" y="425231"/>
                  <a:pt x="292172" y="423386"/>
                </a:cubicBezTo>
                <a:cubicBezTo>
                  <a:pt x="292172" y="421541"/>
                  <a:pt x="292172" y="420768"/>
                  <a:pt x="293219" y="420768"/>
                </a:cubicBezTo>
                <a:close/>
                <a:moveTo>
                  <a:pt x="251111" y="420693"/>
                </a:moveTo>
                <a:cubicBezTo>
                  <a:pt x="251734" y="420693"/>
                  <a:pt x="252033" y="422114"/>
                  <a:pt x="252033" y="423186"/>
                </a:cubicBezTo>
                <a:cubicBezTo>
                  <a:pt x="252033" y="424259"/>
                  <a:pt x="252008" y="429469"/>
                  <a:pt x="251260" y="429469"/>
                </a:cubicBezTo>
                <a:cubicBezTo>
                  <a:pt x="250512" y="429469"/>
                  <a:pt x="250063" y="425231"/>
                  <a:pt x="250063" y="423386"/>
                </a:cubicBezTo>
                <a:cubicBezTo>
                  <a:pt x="250063" y="421541"/>
                  <a:pt x="250063" y="420768"/>
                  <a:pt x="251111" y="420768"/>
                </a:cubicBezTo>
                <a:close/>
                <a:moveTo>
                  <a:pt x="624269" y="420278"/>
                </a:moveTo>
                <a:lnTo>
                  <a:pt x="624356" y="437574"/>
                </a:lnTo>
                <a:lnTo>
                  <a:pt x="639566" y="437574"/>
                </a:lnTo>
                <a:cubicBezTo>
                  <a:pt x="642229" y="437804"/>
                  <a:pt x="644876" y="436994"/>
                  <a:pt x="646955" y="435314"/>
                </a:cubicBezTo>
                <a:cubicBezTo>
                  <a:pt x="648680" y="433425"/>
                  <a:pt x="649559" y="430913"/>
                  <a:pt x="649389" y="428361"/>
                </a:cubicBezTo>
                <a:cubicBezTo>
                  <a:pt x="649549" y="426049"/>
                  <a:pt x="648616" y="423797"/>
                  <a:pt x="646868" y="422276"/>
                </a:cubicBezTo>
                <a:cubicBezTo>
                  <a:pt x="644657" y="420752"/>
                  <a:pt x="641983" y="420045"/>
                  <a:pt x="639306" y="420278"/>
                </a:cubicBezTo>
                <a:close/>
                <a:moveTo>
                  <a:pt x="215459" y="420245"/>
                </a:moveTo>
                <a:cubicBezTo>
                  <a:pt x="216381" y="420146"/>
                  <a:pt x="216157" y="422514"/>
                  <a:pt x="216157" y="423187"/>
                </a:cubicBezTo>
                <a:cubicBezTo>
                  <a:pt x="216157" y="423860"/>
                  <a:pt x="216207" y="429046"/>
                  <a:pt x="215459" y="429046"/>
                </a:cubicBezTo>
                <a:cubicBezTo>
                  <a:pt x="214711" y="429046"/>
                  <a:pt x="214711" y="424633"/>
                  <a:pt x="214711" y="423187"/>
                </a:cubicBezTo>
                <a:cubicBezTo>
                  <a:pt x="214711" y="421741"/>
                  <a:pt x="214561" y="420245"/>
                  <a:pt x="215459" y="420245"/>
                </a:cubicBezTo>
                <a:close/>
                <a:moveTo>
                  <a:pt x="211370" y="419671"/>
                </a:moveTo>
                <a:lnTo>
                  <a:pt x="211375" y="419839"/>
                </a:lnTo>
                <a:lnTo>
                  <a:pt x="211370" y="419846"/>
                </a:lnTo>
                <a:close/>
                <a:moveTo>
                  <a:pt x="211779" y="419345"/>
                </a:moveTo>
                <a:cubicBezTo>
                  <a:pt x="212238" y="419066"/>
                  <a:pt x="212836" y="419213"/>
                  <a:pt x="213115" y="419671"/>
                </a:cubicBezTo>
                <a:cubicBezTo>
                  <a:pt x="213415" y="420070"/>
                  <a:pt x="213415" y="429071"/>
                  <a:pt x="213415" y="429644"/>
                </a:cubicBezTo>
                <a:cubicBezTo>
                  <a:pt x="213415" y="430217"/>
                  <a:pt x="211994" y="430118"/>
                  <a:pt x="211694" y="429644"/>
                </a:cubicBezTo>
                <a:lnTo>
                  <a:pt x="211375" y="419839"/>
                </a:lnTo>
                <a:close/>
                <a:moveTo>
                  <a:pt x="297010" y="418973"/>
                </a:moveTo>
                <a:cubicBezTo>
                  <a:pt x="298281" y="418973"/>
                  <a:pt x="297907" y="420793"/>
                  <a:pt x="297907" y="422713"/>
                </a:cubicBezTo>
                <a:cubicBezTo>
                  <a:pt x="297907" y="424633"/>
                  <a:pt x="298231" y="429968"/>
                  <a:pt x="296860" y="429968"/>
                </a:cubicBezTo>
                <a:cubicBezTo>
                  <a:pt x="295489" y="429968"/>
                  <a:pt x="295788" y="424359"/>
                  <a:pt x="295788" y="422613"/>
                </a:cubicBezTo>
                <a:cubicBezTo>
                  <a:pt x="295788" y="420868"/>
                  <a:pt x="295489" y="418973"/>
                  <a:pt x="297010" y="418973"/>
                </a:cubicBezTo>
                <a:close/>
                <a:moveTo>
                  <a:pt x="254901" y="418973"/>
                </a:moveTo>
                <a:cubicBezTo>
                  <a:pt x="256197" y="418973"/>
                  <a:pt x="255798" y="420793"/>
                  <a:pt x="255798" y="422713"/>
                </a:cubicBezTo>
                <a:cubicBezTo>
                  <a:pt x="255798" y="424633"/>
                  <a:pt x="256122" y="429968"/>
                  <a:pt x="254751" y="429968"/>
                </a:cubicBezTo>
                <a:cubicBezTo>
                  <a:pt x="253380" y="429968"/>
                  <a:pt x="253679" y="424359"/>
                  <a:pt x="253679" y="422613"/>
                </a:cubicBezTo>
                <a:cubicBezTo>
                  <a:pt x="253679" y="420868"/>
                  <a:pt x="253380" y="418973"/>
                  <a:pt x="254901" y="418973"/>
                </a:cubicBezTo>
                <a:close/>
                <a:moveTo>
                  <a:pt x="187610" y="418200"/>
                </a:moveTo>
                <a:lnTo>
                  <a:pt x="187761" y="418338"/>
                </a:lnTo>
                <a:lnTo>
                  <a:pt x="187535" y="418300"/>
                </a:lnTo>
                <a:close/>
                <a:moveTo>
                  <a:pt x="372328" y="416855"/>
                </a:moveTo>
                <a:lnTo>
                  <a:pt x="358341" y="425930"/>
                </a:lnTo>
                <a:lnTo>
                  <a:pt x="371754" y="446573"/>
                </a:lnTo>
                <a:lnTo>
                  <a:pt x="386115" y="437149"/>
                </a:lnTo>
                <a:lnTo>
                  <a:pt x="384918" y="435304"/>
                </a:lnTo>
                <a:lnTo>
                  <a:pt x="383746" y="433484"/>
                </a:lnTo>
                <a:lnTo>
                  <a:pt x="373300" y="440265"/>
                </a:lnTo>
                <a:lnTo>
                  <a:pt x="369784" y="434905"/>
                </a:lnTo>
                <a:lnTo>
                  <a:pt x="379159" y="428921"/>
                </a:lnTo>
                <a:lnTo>
                  <a:pt x="378012" y="427126"/>
                </a:lnTo>
                <a:lnTo>
                  <a:pt x="376865" y="425356"/>
                </a:lnTo>
                <a:lnTo>
                  <a:pt x="367566" y="431390"/>
                </a:lnTo>
                <a:lnTo>
                  <a:pt x="364723" y="427002"/>
                </a:lnTo>
                <a:lnTo>
                  <a:pt x="374696" y="420519"/>
                </a:lnTo>
                <a:lnTo>
                  <a:pt x="373524" y="418675"/>
                </a:lnTo>
                <a:close/>
                <a:moveTo>
                  <a:pt x="128074" y="414361"/>
                </a:moveTo>
                <a:cubicBezTo>
                  <a:pt x="125930" y="414581"/>
                  <a:pt x="124000" y="415753"/>
                  <a:pt x="122813" y="417553"/>
                </a:cubicBezTo>
                <a:cubicBezTo>
                  <a:pt x="121649" y="418884"/>
                  <a:pt x="121163" y="420677"/>
                  <a:pt x="121492" y="422414"/>
                </a:cubicBezTo>
                <a:cubicBezTo>
                  <a:pt x="122427" y="424850"/>
                  <a:pt x="123843" y="427071"/>
                  <a:pt x="125655" y="428946"/>
                </a:cubicBezTo>
                <a:cubicBezTo>
                  <a:pt x="126605" y="429919"/>
                  <a:pt x="127383" y="431050"/>
                  <a:pt x="127949" y="432287"/>
                </a:cubicBezTo>
                <a:cubicBezTo>
                  <a:pt x="128191" y="433047"/>
                  <a:pt x="128021" y="433878"/>
                  <a:pt x="127500" y="434481"/>
                </a:cubicBezTo>
                <a:cubicBezTo>
                  <a:pt x="126977" y="435229"/>
                  <a:pt x="126087" y="435630"/>
                  <a:pt x="125182" y="435528"/>
                </a:cubicBezTo>
                <a:cubicBezTo>
                  <a:pt x="123955" y="435364"/>
                  <a:pt x="122798" y="434865"/>
                  <a:pt x="121841" y="434082"/>
                </a:cubicBezTo>
                <a:cubicBezTo>
                  <a:pt x="120796" y="433424"/>
                  <a:pt x="120031" y="432404"/>
                  <a:pt x="119697" y="431215"/>
                </a:cubicBezTo>
                <a:cubicBezTo>
                  <a:pt x="119445" y="430093"/>
                  <a:pt x="119702" y="428916"/>
                  <a:pt x="120395" y="427999"/>
                </a:cubicBezTo>
                <a:lnTo>
                  <a:pt x="116705" y="425331"/>
                </a:lnTo>
                <a:cubicBezTo>
                  <a:pt x="115319" y="427186"/>
                  <a:pt x="114768" y="429535"/>
                  <a:pt x="115184" y="431813"/>
                </a:cubicBezTo>
                <a:cubicBezTo>
                  <a:pt x="115815" y="434167"/>
                  <a:pt x="117301" y="436201"/>
                  <a:pt x="119348" y="437523"/>
                </a:cubicBezTo>
                <a:cubicBezTo>
                  <a:pt x="121248" y="439051"/>
                  <a:pt x="123616" y="439879"/>
                  <a:pt x="126054" y="439866"/>
                </a:cubicBezTo>
                <a:cubicBezTo>
                  <a:pt x="128181" y="439749"/>
                  <a:pt x="130128" y="438642"/>
                  <a:pt x="131315" y="436874"/>
                </a:cubicBezTo>
                <a:cubicBezTo>
                  <a:pt x="132509" y="435501"/>
                  <a:pt x="133085" y="433698"/>
                  <a:pt x="132910" y="431888"/>
                </a:cubicBezTo>
                <a:cubicBezTo>
                  <a:pt x="132178" y="429577"/>
                  <a:pt x="130906" y="427473"/>
                  <a:pt x="129196" y="425755"/>
                </a:cubicBezTo>
                <a:cubicBezTo>
                  <a:pt x="128126" y="424606"/>
                  <a:pt x="127199" y="423334"/>
                  <a:pt x="126428" y="421966"/>
                </a:cubicBezTo>
                <a:cubicBezTo>
                  <a:pt x="126069" y="421332"/>
                  <a:pt x="126129" y="420544"/>
                  <a:pt x="126578" y="419971"/>
                </a:cubicBezTo>
                <a:cubicBezTo>
                  <a:pt x="127077" y="419211"/>
                  <a:pt x="127892" y="418717"/>
                  <a:pt x="128797" y="418625"/>
                </a:cubicBezTo>
                <a:cubicBezTo>
                  <a:pt x="129812" y="418595"/>
                  <a:pt x="130804" y="418931"/>
                  <a:pt x="131589" y="419572"/>
                </a:cubicBezTo>
                <a:cubicBezTo>
                  <a:pt x="132599" y="420238"/>
                  <a:pt x="133349" y="421233"/>
                  <a:pt x="133708" y="422389"/>
                </a:cubicBezTo>
                <a:cubicBezTo>
                  <a:pt x="134012" y="423439"/>
                  <a:pt x="133840" y="424571"/>
                  <a:pt x="133235" y="425481"/>
                </a:cubicBezTo>
                <a:lnTo>
                  <a:pt x="136949" y="428198"/>
                </a:lnTo>
                <a:lnTo>
                  <a:pt x="136949" y="428148"/>
                </a:lnTo>
                <a:cubicBezTo>
                  <a:pt x="138203" y="426311"/>
                  <a:pt x="138680" y="424052"/>
                  <a:pt x="138271" y="421866"/>
                </a:cubicBezTo>
                <a:cubicBezTo>
                  <a:pt x="137755" y="419652"/>
                  <a:pt x="136418" y="417720"/>
                  <a:pt x="134531" y="416456"/>
                </a:cubicBezTo>
                <a:cubicBezTo>
                  <a:pt x="132714" y="414977"/>
                  <a:pt x="130412" y="414232"/>
                  <a:pt x="128074" y="414361"/>
                </a:cubicBezTo>
                <a:close/>
                <a:moveTo>
                  <a:pt x="391300" y="403292"/>
                </a:moveTo>
                <a:cubicBezTo>
                  <a:pt x="388852" y="403244"/>
                  <a:pt x="386479" y="404137"/>
                  <a:pt x="384668" y="405785"/>
                </a:cubicBezTo>
                <a:cubicBezTo>
                  <a:pt x="382367" y="407575"/>
                  <a:pt x="381054" y="410350"/>
                  <a:pt x="381128" y="413264"/>
                </a:cubicBezTo>
                <a:cubicBezTo>
                  <a:pt x="381370" y="416680"/>
                  <a:pt x="382779" y="419911"/>
                  <a:pt x="385117" y="422414"/>
                </a:cubicBezTo>
                <a:cubicBezTo>
                  <a:pt x="387142" y="425102"/>
                  <a:pt x="390044" y="426999"/>
                  <a:pt x="393320" y="427774"/>
                </a:cubicBezTo>
                <a:cubicBezTo>
                  <a:pt x="398845" y="428625"/>
                  <a:pt x="404018" y="424845"/>
                  <a:pt x="404888" y="419323"/>
                </a:cubicBezTo>
                <a:lnTo>
                  <a:pt x="404838" y="419273"/>
                </a:lnTo>
                <a:cubicBezTo>
                  <a:pt x="405013" y="416757"/>
                  <a:pt x="404280" y="414262"/>
                  <a:pt x="402769" y="412242"/>
                </a:cubicBezTo>
                <a:lnTo>
                  <a:pt x="399129" y="415284"/>
                </a:lnTo>
                <a:cubicBezTo>
                  <a:pt x="399924" y="416361"/>
                  <a:pt x="400306" y="417687"/>
                  <a:pt x="400201" y="419024"/>
                </a:cubicBezTo>
                <a:cubicBezTo>
                  <a:pt x="400166" y="419305"/>
                  <a:pt x="400106" y="419585"/>
                  <a:pt x="400021" y="419856"/>
                </a:cubicBezTo>
                <a:cubicBezTo>
                  <a:pt x="399216" y="422489"/>
                  <a:pt x="396426" y="423970"/>
                  <a:pt x="393793" y="423162"/>
                </a:cubicBezTo>
                <a:cubicBezTo>
                  <a:pt x="391799" y="422407"/>
                  <a:pt x="390069" y="421090"/>
                  <a:pt x="388807" y="419373"/>
                </a:cubicBezTo>
                <a:cubicBezTo>
                  <a:pt x="387286" y="417762"/>
                  <a:pt x="386264" y="415743"/>
                  <a:pt x="385865" y="413564"/>
                </a:cubicBezTo>
                <a:cubicBezTo>
                  <a:pt x="385608" y="411896"/>
                  <a:pt x="386254" y="410218"/>
                  <a:pt x="387561" y="409151"/>
                </a:cubicBezTo>
                <a:cubicBezTo>
                  <a:pt x="388488" y="408308"/>
                  <a:pt x="389697" y="407844"/>
                  <a:pt x="390951" y="407854"/>
                </a:cubicBezTo>
                <a:cubicBezTo>
                  <a:pt x="392170" y="407882"/>
                  <a:pt x="393335" y="408383"/>
                  <a:pt x="394192" y="409250"/>
                </a:cubicBezTo>
                <a:lnTo>
                  <a:pt x="397832" y="406209"/>
                </a:lnTo>
                <a:cubicBezTo>
                  <a:pt x="396105" y="404444"/>
                  <a:pt x="393769" y="403402"/>
                  <a:pt x="391300" y="403292"/>
                </a:cubicBezTo>
                <a:close/>
                <a:moveTo>
                  <a:pt x="261413" y="402595"/>
                </a:moveTo>
                <a:lnTo>
                  <a:pt x="261462" y="402595"/>
                </a:lnTo>
                <a:lnTo>
                  <a:pt x="261462" y="409252"/>
                </a:lnTo>
                <a:lnTo>
                  <a:pt x="255803" y="409252"/>
                </a:lnTo>
                <a:close/>
                <a:moveTo>
                  <a:pt x="244205" y="401173"/>
                </a:moveTo>
                <a:cubicBezTo>
                  <a:pt x="246748" y="401173"/>
                  <a:pt x="247770" y="402644"/>
                  <a:pt x="247770" y="404314"/>
                </a:cubicBezTo>
                <a:cubicBezTo>
                  <a:pt x="247787" y="404506"/>
                  <a:pt x="247785" y="404698"/>
                  <a:pt x="247765" y="404890"/>
                </a:cubicBezTo>
                <a:cubicBezTo>
                  <a:pt x="247595" y="406588"/>
                  <a:pt x="246077" y="407827"/>
                  <a:pt x="244379" y="407655"/>
                </a:cubicBezTo>
                <a:cubicBezTo>
                  <a:pt x="242908" y="407655"/>
                  <a:pt x="240814" y="407306"/>
                  <a:pt x="240814" y="404463"/>
                </a:cubicBezTo>
                <a:cubicBezTo>
                  <a:pt x="240809" y="404344"/>
                  <a:pt x="240811" y="404224"/>
                  <a:pt x="240819" y="404105"/>
                </a:cubicBezTo>
                <a:cubicBezTo>
                  <a:pt x="240946" y="402359"/>
                  <a:pt x="242459" y="401048"/>
                  <a:pt x="244205" y="401173"/>
                </a:cubicBezTo>
                <a:close/>
                <a:moveTo>
                  <a:pt x="274895" y="401172"/>
                </a:moveTo>
                <a:cubicBezTo>
                  <a:pt x="277538" y="401172"/>
                  <a:pt x="278585" y="403366"/>
                  <a:pt x="278585" y="407056"/>
                </a:cubicBezTo>
                <a:cubicBezTo>
                  <a:pt x="278585" y="410746"/>
                  <a:pt x="277438" y="412940"/>
                  <a:pt x="274895" y="412940"/>
                </a:cubicBezTo>
                <a:cubicBezTo>
                  <a:pt x="272352" y="412940"/>
                  <a:pt x="271205" y="410721"/>
                  <a:pt x="271205" y="407056"/>
                </a:cubicBezTo>
                <a:cubicBezTo>
                  <a:pt x="271205" y="403391"/>
                  <a:pt x="272402" y="401172"/>
                  <a:pt x="274895" y="401172"/>
                </a:cubicBezTo>
                <a:close/>
                <a:moveTo>
                  <a:pt x="243512" y="399657"/>
                </a:moveTo>
                <a:cubicBezTo>
                  <a:pt x="240757" y="399682"/>
                  <a:pt x="238545" y="401933"/>
                  <a:pt x="238570" y="404688"/>
                </a:cubicBezTo>
                <a:cubicBezTo>
                  <a:pt x="238575" y="404800"/>
                  <a:pt x="238583" y="404912"/>
                  <a:pt x="238595" y="405022"/>
                </a:cubicBezTo>
                <a:cubicBezTo>
                  <a:pt x="238902" y="407760"/>
                  <a:pt x="241368" y="409732"/>
                  <a:pt x="244105" y="409425"/>
                </a:cubicBezTo>
                <a:cubicBezTo>
                  <a:pt x="245656" y="409537"/>
                  <a:pt x="247164" y="408887"/>
                  <a:pt x="248144" y="407680"/>
                </a:cubicBezTo>
                <a:cubicBezTo>
                  <a:pt x="247596" y="411494"/>
                  <a:pt x="246399" y="413165"/>
                  <a:pt x="243906" y="413165"/>
                </a:cubicBezTo>
                <a:cubicBezTo>
                  <a:pt x="243734" y="413197"/>
                  <a:pt x="243559" y="413212"/>
                  <a:pt x="243387" y="413210"/>
                </a:cubicBezTo>
                <a:cubicBezTo>
                  <a:pt x="242008" y="413185"/>
                  <a:pt x="240914" y="412048"/>
                  <a:pt x="240939" y="410672"/>
                </a:cubicBezTo>
                <a:lnTo>
                  <a:pt x="238720" y="410672"/>
                </a:lnTo>
                <a:cubicBezTo>
                  <a:pt x="238720" y="412118"/>
                  <a:pt x="239842" y="414611"/>
                  <a:pt x="243956" y="414611"/>
                </a:cubicBezTo>
                <a:lnTo>
                  <a:pt x="243956" y="414686"/>
                </a:lnTo>
                <a:cubicBezTo>
                  <a:pt x="250114" y="414686"/>
                  <a:pt x="250363" y="407904"/>
                  <a:pt x="250413" y="406508"/>
                </a:cubicBezTo>
                <a:cubicBezTo>
                  <a:pt x="250413" y="404140"/>
                  <a:pt x="249839" y="399702"/>
                  <a:pt x="244230" y="399702"/>
                </a:cubicBezTo>
                <a:cubicBezTo>
                  <a:pt x="243990" y="399669"/>
                  <a:pt x="243751" y="399655"/>
                  <a:pt x="243512" y="399657"/>
                </a:cubicBezTo>
                <a:close/>
                <a:moveTo>
                  <a:pt x="274896" y="399627"/>
                </a:moveTo>
                <a:cubicBezTo>
                  <a:pt x="269834" y="399627"/>
                  <a:pt x="268862" y="404115"/>
                  <a:pt x="268862" y="407106"/>
                </a:cubicBezTo>
                <a:cubicBezTo>
                  <a:pt x="268862" y="410098"/>
                  <a:pt x="269909" y="414586"/>
                  <a:pt x="274896" y="414586"/>
                </a:cubicBezTo>
                <a:lnTo>
                  <a:pt x="274896" y="414686"/>
                </a:lnTo>
                <a:cubicBezTo>
                  <a:pt x="280031" y="414686"/>
                  <a:pt x="280929" y="410098"/>
                  <a:pt x="280929" y="407106"/>
                </a:cubicBezTo>
                <a:cubicBezTo>
                  <a:pt x="280929" y="404115"/>
                  <a:pt x="279957" y="399627"/>
                  <a:pt x="274896" y="399627"/>
                </a:cubicBezTo>
                <a:close/>
                <a:moveTo>
                  <a:pt x="261457" y="399527"/>
                </a:moveTo>
                <a:lnTo>
                  <a:pt x="253405" y="408827"/>
                </a:lnTo>
                <a:lnTo>
                  <a:pt x="253405" y="410622"/>
                </a:lnTo>
                <a:lnTo>
                  <a:pt x="261084" y="410622"/>
                </a:lnTo>
                <a:lnTo>
                  <a:pt x="261084" y="414212"/>
                </a:lnTo>
                <a:lnTo>
                  <a:pt x="263302" y="414212"/>
                </a:lnTo>
                <a:lnTo>
                  <a:pt x="263302" y="410622"/>
                </a:lnTo>
                <a:lnTo>
                  <a:pt x="265795" y="410622"/>
                </a:lnTo>
                <a:lnTo>
                  <a:pt x="265795" y="409051"/>
                </a:lnTo>
                <a:lnTo>
                  <a:pt x="263302" y="409051"/>
                </a:lnTo>
                <a:lnTo>
                  <a:pt x="263302" y="399527"/>
                </a:lnTo>
                <a:close/>
                <a:moveTo>
                  <a:pt x="229520" y="399428"/>
                </a:moveTo>
                <a:cubicBezTo>
                  <a:pt x="228822" y="401821"/>
                  <a:pt x="227625" y="402070"/>
                  <a:pt x="224783" y="402220"/>
                </a:cubicBezTo>
                <a:lnTo>
                  <a:pt x="224783" y="403791"/>
                </a:lnTo>
                <a:lnTo>
                  <a:pt x="228897" y="403791"/>
                </a:lnTo>
                <a:lnTo>
                  <a:pt x="228897" y="414212"/>
                </a:lnTo>
                <a:lnTo>
                  <a:pt x="231240" y="414212"/>
                </a:lnTo>
                <a:lnTo>
                  <a:pt x="231240" y="399428"/>
                </a:lnTo>
                <a:close/>
                <a:moveTo>
                  <a:pt x="108228" y="395164"/>
                </a:moveTo>
                <a:lnTo>
                  <a:pt x="91425" y="413165"/>
                </a:lnTo>
                <a:lnTo>
                  <a:pt x="93045" y="414685"/>
                </a:lnTo>
                <a:lnTo>
                  <a:pt x="94666" y="416281"/>
                </a:lnTo>
                <a:lnTo>
                  <a:pt x="106757" y="403292"/>
                </a:lnTo>
                <a:lnTo>
                  <a:pt x="101497" y="422664"/>
                </a:lnTo>
                <a:lnTo>
                  <a:pt x="103217" y="424259"/>
                </a:lnTo>
                <a:lnTo>
                  <a:pt x="104937" y="425780"/>
                </a:lnTo>
                <a:lnTo>
                  <a:pt x="121716" y="407755"/>
                </a:lnTo>
                <a:lnTo>
                  <a:pt x="120096" y="406259"/>
                </a:lnTo>
                <a:lnTo>
                  <a:pt x="118500" y="404763"/>
                </a:lnTo>
                <a:lnTo>
                  <a:pt x="106708" y="417403"/>
                </a:lnTo>
                <a:lnTo>
                  <a:pt x="111843" y="398555"/>
                </a:lnTo>
                <a:lnTo>
                  <a:pt x="110023" y="396860"/>
                </a:lnTo>
                <a:close/>
                <a:moveTo>
                  <a:pt x="624269" y="394984"/>
                </a:moveTo>
                <a:lnTo>
                  <a:pt x="624356" y="409325"/>
                </a:lnTo>
                <a:lnTo>
                  <a:pt x="638698" y="409325"/>
                </a:lnTo>
                <a:cubicBezTo>
                  <a:pt x="641191" y="409484"/>
                  <a:pt x="643667" y="408812"/>
                  <a:pt x="645738" y="407414"/>
                </a:cubicBezTo>
                <a:cubicBezTo>
                  <a:pt x="647326" y="405909"/>
                  <a:pt x="648155" y="403772"/>
                  <a:pt x="647998" y="401590"/>
                </a:cubicBezTo>
                <a:cubicBezTo>
                  <a:pt x="648121" y="399624"/>
                  <a:pt x="647195" y="397740"/>
                  <a:pt x="645565" y="396636"/>
                </a:cubicBezTo>
                <a:cubicBezTo>
                  <a:pt x="643317" y="395371"/>
                  <a:pt x="640747" y="394797"/>
                  <a:pt x="638176" y="394984"/>
                </a:cubicBezTo>
                <a:close/>
                <a:moveTo>
                  <a:pt x="2088335" y="393163"/>
                </a:moveTo>
                <a:cubicBezTo>
                  <a:pt x="2084600" y="392573"/>
                  <a:pt x="2080640" y="393408"/>
                  <a:pt x="2077339" y="395807"/>
                </a:cubicBezTo>
                <a:cubicBezTo>
                  <a:pt x="2076087" y="396717"/>
                  <a:pt x="2074987" y="397818"/>
                  <a:pt x="2074077" y="399069"/>
                </a:cubicBezTo>
                <a:cubicBezTo>
                  <a:pt x="2070837" y="404263"/>
                  <a:pt x="2069316" y="410346"/>
                  <a:pt x="2069731" y="416452"/>
                </a:cubicBezTo>
                <a:cubicBezTo>
                  <a:pt x="2069427" y="422264"/>
                  <a:pt x="2070913" y="428028"/>
                  <a:pt x="2073990" y="432968"/>
                </a:cubicBezTo>
                <a:cubicBezTo>
                  <a:pt x="2078918" y="439592"/>
                  <a:pt x="2088283" y="440967"/>
                  <a:pt x="2094908" y="436039"/>
                </a:cubicBezTo>
                <a:cubicBezTo>
                  <a:pt x="2096075" y="435169"/>
                  <a:pt x="2097110" y="434136"/>
                  <a:pt x="2097979" y="432968"/>
                </a:cubicBezTo>
                <a:lnTo>
                  <a:pt x="2097980" y="432968"/>
                </a:lnTo>
                <a:cubicBezTo>
                  <a:pt x="2101124" y="428054"/>
                  <a:pt x="2102645" y="422277"/>
                  <a:pt x="2102325" y="416452"/>
                </a:cubicBezTo>
                <a:cubicBezTo>
                  <a:pt x="2102741" y="410346"/>
                  <a:pt x="2101219" y="404263"/>
                  <a:pt x="2097980" y="399069"/>
                </a:cubicBezTo>
                <a:cubicBezTo>
                  <a:pt x="2095581" y="395768"/>
                  <a:pt x="2092071" y="393753"/>
                  <a:pt x="2088335" y="393163"/>
                </a:cubicBezTo>
                <a:close/>
                <a:moveTo>
                  <a:pt x="1965704" y="393159"/>
                </a:moveTo>
                <a:cubicBezTo>
                  <a:pt x="1961945" y="392576"/>
                  <a:pt x="1957963" y="393428"/>
                  <a:pt x="1954651" y="395852"/>
                </a:cubicBezTo>
                <a:cubicBezTo>
                  <a:pt x="1953420" y="396752"/>
                  <a:pt x="1952334" y="397838"/>
                  <a:pt x="1951434" y="399069"/>
                </a:cubicBezTo>
                <a:cubicBezTo>
                  <a:pt x="1948224" y="404273"/>
                  <a:pt x="1946734" y="410355"/>
                  <a:pt x="1947175" y="416453"/>
                </a:cubicBezTo>
                <a:cubicBezTo>
                  <a:pt x="1946830" y="422269"/>
                  <a:pt x="1948319" y="428045"/>
                  <a:pt x="1951434" y="432968"/>
                </a:cubicBezTo>
                <a:cubicBezTo>
                  <a:pt x="1956362" y="439592"/>
                  <a:pt x="1965728" y="440967"/>
                  <a:pt x="1972352" y="436039"/>
                </a:cubicBezTo>
                <a:cubicBezTo>
                  <a:pt x="1973520" y="435170"/>
                  <a:pt x="1974555" y="434135"/>
                  <a:pt x="1975423" y="432968"/>
                </a:cubicBezTo>
                <a:cubicBezTo>
                  <a:pt x="1978538" y="428045"/>
                  <a:pt x="1980027" y="422268"/>
                  <a:pt x="1979682" y="416453"/>
                </a:cubicBezTo>
                <a:cubicBezTo>
                  <a:pt x="1980123" y="410355"/>
                  <a:pt x="1978633" y="404273"/>
                  <a:pt x="1975423" y="399069"/>
                </a:cubicBezTo>
                <a:cubicBezTo>
                  <a:pt x="1972999" y="395757"/>
                  <a:pt x="1969463" y="393741"/>
                  <a:pt x="1965704" y="393159"/>
                </a:cubicBezTo>
                <a:close/>
                <a:moveTo>
                  <a:pt x="1512422" y="393159"/>
                </a:moveTo>
                <a:cubicBezTo>
                  <a:pt x="1508663" y="392576"/>
                  <a:pt x="1504681" y="393428"/>
                  <a:pt x="1501369" y="395852"/>
                </a:cubicBezTo>
                <a:cubicBezTo>
                  <a:pt x="1500138" y="396752"/>
                  <a:pt x="1499052" y="397838"/>
                  <a:pt x="1498152" y="399069"/>
                </a:cubicBezTo>
                <a:cubicBezTo>
                  <a:pt x="1494942" y="404273"/>
                  <a:pt x="1493452" y="410355"/>
                  <a:pt x="1493893" y="416453"/>
                </a:cubicBezTo>
                <a:cubicBezTo>
                  <a:pt x="1493548" y="422269"/>
                  <a:pt x="1495037" y="428045"/>
                  <a:pt x="1498152" y="432968"/>
                </a:cubicBezTo>
                <a:cubicBezTo>
                  <a:pt x="1503080" y="439592"/>
                  <a:pt x="1512446" y="440967"/>
                  <a:pt x="1519070" y="436039"/>
                </a:cubicBezTo>
                <a:cubicBezTo>
                  <a:pt x="1520238" y="435170"/>
                  <a:pt x="1521273" y="434135"/>
                  <a:pt x="1522141" y="432968"/>
                </a:cubicBezTo>
                <a:cubicBezTo>
                  <a:pt x="1525256" y="428045"/>
                  <a:pt x="1526745" y="422268"/>
                  <a:pt x="1526400" y="416453"/>
                </a:cubicBezTo>
                <a:cubicBezTo>
                  <a:pt x="1526841" y="410355"/>
                  <a:pt x="1525351" y="404273"/>
                  <a:pt x="1522141" y="399069"/>
                </a:cubicBezTo>
                <a:cubicBezTo>
                  <a:pt x="1519718" y="395757"/>
                  <a:pt x="1516181" y="393741"/>
                  <a:pt x="1512422" y="393159"/>
                </a:cubicBezTo>
                <a:close/>
                <a:moveTo>
                  <a:pt x="100275" y="386488"/>
                </a:moveTo>
                <a:lnTo>
                  <a:pt x="81975" y="402968"/>
                </a:lnTo>
                <a:lnTo>
                  <a:pt x="83571" y="404713"/>
                </a:lnTo>
                <a:lnTo>
                  <a:pt x="85142" y="406483"/>
                </a:lnTo>
                <a:lnTo>
                  <a:pt x="103442" y="390003"/>
                </a:lnTo>
                <a:lnTo>
                  <a:pt x="101871" y="388233"/>
                </a:lnTo>
                <a:close/>
                <a:moveTo>
                  <a:pt x="2191663" y="383896"/>
                </a:moveTo>
                <a:lnTo>
                  <a:pt x="2199051" y="383896"/>
                </a:lnTo>
                <a:lnTo>
                  <a:pt x="2206527" y="383896"/>
                </a:lnTo>
                <a:lnTo>
                  <a:pt x="2218998" y="412043"/>
                </a:lnTo>
                <a:lnTo>
                  <a:pt x="2218956" y="412145"/>
                </a:lnTo>
                <a:lnTo>
                  <a:pt x="2219043" y="412145"/>
                </a:lnTo>
                <a:lnTo>
                  <a:pt x="2218998" y="412043"/>
                </a:lnTo>
                <a:lnTo>
                  <a:pt x="2230690" y="383896"/>
                </a:lnTo>
                <a:lnTo>
                  <a:pt x="2237818" y="383896"/>
                </a:lnTo>
                <a:lnTo>
                  <a:pt x="2244858" y="383896"/>
                </a:lnTo>
                <a:lnTo>
                  <a:pt x="2225040" y="424313"/>
                </a:lnTo>
                <a:lnTo>
                  <a:pt x="2225040" y="449086"/>
                </a:lnTo>
                <a:lnTo>
                  <a:pt x="2218869" y="449086"/>
                </a:lnTo>
                <a:lnTo>
                  <a:pt x="2212524" y="449086"/>
                </a:lnTo>
                <a:lnTo>
                  <a:pt x="2212524" y="424574"/>
                </a:lnTo>
                <a:close/>
                <a:moveTo>
                  <a:pt x="2005918" y="383896"/>
                </a:moveTo>
                <a:lnTo>
                  <a:pt x="2012176" y="383896"/>
                </a:lnTo>
                <a:lnTo>
                  <a:pt x="2018434" y="383896"/>
                </a:lnTo>
                <a:lnTo>
                  <a:pt x="2018434" y="437438"/>
                </a:lnTo>
                <a:lnTo>
                  <a:pt x="2048161" y="437438"/>
                </a:lnTo>
                <a:lnTo>
                  <a:pt x="2048161" y="443262"/>
                </a:lnTo>
                <a:lnTo>
                  <a:pt x="2048161" y="448998"/>
                </a:lnTo>
                <a:lnTo>
                  <a:pt x="2005918" y="448998"/>
                </a:lnTo>
                <a:close/>
                <a:moveTo>
                  <a:pt x="1873453" y="383896"/>
                </a:moveTo>
                <a:lnTo>
                  <a:pt x="1879972" y="383896"/>
                </a:lnTo>
                <a:lnTo>
                  <a:pt x="1886491" y="383896"/>
                </a:lnTo>
                <a:lnTo>
                  <a:pt x="1910568" y="429616"/>
                </a:lnTo>
                <a:lnTo>
                  <a:pt x="1910568" y="383896"/>
                </a:lnTo>
                <a:lnTo>
                  <a:pt x="1916391" y="383896"/>
                </a:lnTo>
                <a:lnTo>
                  <a:pt x="1922301" y="383896"/>
                </a:lnTo>
                <a:lnTo>
                  <a:pt x="1922301" y="448998"/>
                </a:lnTo>
                <a:lnTo>
                  <a:pt x="1916043" y="448998"/>
                </a:lnTo>
                <a:lnTo>
                  <a:pt x="1909785" y="448998"/>
                </a:lnTo>
                <a:lnTo>
                  <a:pt x="1885100" y="402062"/>
                </a:lnTo>
                <a:lnTo>
                  <a:pt x="1885100" y="448998"/>
                </a:lnTo>
                <a:lnTo>
                  <a:pt x="1879277" y="448998"/>
                </a:lnTo>
                <a:lnTo>
                  <a:pt x="1873453" y="448998"/>
                </a:lnTo>
                <a:close/>
                <a:moveTo>
                  <a:pt x="1810002" y="383896"/>
                </a:moveTo>
                <a:lnTo>
                  <a:pt x="1816174" y="383896"/>
                </a:lnTo>
                <a:lnTo>
                  <a:pt x="1822432" y="383896"/>
                </a:lnTo>
                <a:lnTo>
                  <a:pt x="1822432" y="408320"/>
                </a:lnTo>
                <a:lnTo>
                  <a:pt x="1845900" y="408320"/>
                </a:lnTo>
                <a:lnTo>
                  <a:pt x="1845900" y="383896"/>
                </a:lnTo>
                <a:lnTo>
                  <a:pt x="1852158" y="383896"/>
                </a:lnTo>
                <a:lnTo>
                  <a:pt x="1858416" y="383896"/>
                </a:lnTo>
                <a:lnTo>
                  <a:pt x="1858416" y="448998"/>
                </a:lnTo>
                <a:lnTo>
                  <a:pt x="1852158" y="448998"/>
                </a:lnTo>
                <a:lnTo>
                  <a:pt x="1845900" y="448998"/>
                </a:lnTo>
                <a:lnTo>
                  <a:pt x="1845900" y="419533"/>
                </a:lnTo>
                <a:lnTo>
                  <a:pt x="1822432" y="419533"/>
                </a:lnTo>
                <a:lnTo>
                  <a:pt x="1822432" y="448998"/>
                </a:lnTo>
                <a:lnTo>
                  <a:pt x="1816260" y="448998"/>
                </a:lnTo>
                <a:lnTo>
                  <a:pt x="1810002" y="448998"/>
                </a:lnTo>
                <a:close/>
                <a:moveTo>
                  <a:pt x="1687794" y="383896"/>
                </a:moveTo>
                <a:lnTo>
                  <a:pt x="1731862" y="383896"/>
                </a:lnTo>
                <a:lnTo>
                  <a:pt x="1731862" y="389632"/>
                </a:lnTo>
                <a:lnTo>
                  <a:pt x="1731862" y="395456"/>
                </a:lnTo>
                <a:lnTo>
                  <a:pt x="1700310" y="395456"/>
                </a:lnTo>
                <a:lnTo>
                  <a:pt x="1700310" y="409276"/>
                </a:lnTo>
                <a:lnTo>
                  <a:pt x="1729602" y="409276"/>
                </a:lnTo>
                <a:lnTo>
                  <a:pt x="1729602" y="414839"/>
                </a:lnTo>
                <a:lnTo>
                  <a:pt x="1729602" y="420489"/>
                </a:lnTo>
                <a:lnTo>
                  <a:pt x="1700310" y="420489"/>
                </a:lnTo>
                <a:lnTo>
                  <a:pt x="1700310" y="437438"/>
                </a:lnTo>
                <a:lnTo>
                  <a:pt x="1733253" y="437438"/>
                </a:lnTo>
                <a:lnTo>
                  <a:pt x="1733253" y="443262"/>
                </a:lnTo>
                <a:lnTo>
                  <a:pt x="1733253" y="448998"/>
                </a:lnTo>
                <a:lnTo>
                  <a:pt x="1687794" y="448998"/>
                </a:lnTo>
                <a:close/>
                <a:moveTo>
                  <a:pt x="1628254" y="383896"/>
                </a:moveTo>
                <a:lnTo>
                  <a:pt x="1677015" y="383896"/>
                </a:lnTo>
                <a:lnTo>
                  <a:pt x="1677015" y="389632"/>
                </a:lnTo>
                <a:lnTo>
                  <a:pt x="1677015" y="395456"/>
                </a:lnTo>
                <a:lnTo>
                  <a:pt x="1658849" y="395456"/>
                </a:lnTo>
                <a:lnTo>
                  <a:pt x="1658849" y="448998"/>
                </a:lnTo>
                <a:lnTo>
                  <a:pt x="1652678" y="448998"/>
                </a:lnTo>
                <a:lnTo>
                  <a:pt x="1646420" y="448998"/>
                </a:lnTo>
                <a:lnTo>
                  <a:pt x="1646420" y="395456"/>
                </a:lnTo>
                <a:lnTo>
                  <a:pt x="1628254" y="395456"/>
                </a:lnTo>
                <a:lnTo>
                  <a:pt x="1628254" y="389720"/>
                </a:lnTo>
                <a:close/>
                <a:moveTo>
                  <a:pt x="1552635" y="383896"/>
                </a:moveTo>
                <a:lnTo>
                  <a:pt x="1595225" y="383896"/>
                </a:lnTo>
                <a:lnTo>
                  <a:pt x="1595225" y="389632"/>
                </a:lnTo>
                <a:lnTo>
                  <a:pt x="1595225" y="395456"/>
                </a:lnTo>
                <a:lnTo>
                  <a:pt x="1565151" y="395456"/>
                </a:lnTo>
                <a:lnTo>
                  <a:pt x="1565151" y="410233"/>
                </a:lnTo>
                <a:lnTo>
                  <a:pt x="1591401" y="410233"/>
                </a:lnTo>
                <a:lnTo>
                  <a:pt x="1591401" y="415882"/>
                </a:lnTo>
                <a:lnTo>
                  <a:pt x="1591401" y="421445"/>
                </a:lnTo>
                <a:lnTo>
                  <a:pt x="1565151" y="421445"/>
                </a:lnTo>
                <a:lnTo>
                  <a:pt x="1565151" y="448998"/>
                </a:lnTo>
                <a:lnTo>
                  <a:pt x="1558893" y="448998"/>
                </a:lnTo>
                <a:lnTo>
                  <a:pt x="1552635" y="448998"/>
                </a:lnTo>
                <a:close/>
                <a:moveTo>
                  <a:pt x="1398789" y="383896"/>
                </a:moveTo>
                <a:lnTo>
                  <a:pt x="1442944" y="383896"/>
                </a:lnTo>
                <a:lnTo>
                  <a:pt x="1442944" y="389632"/>
                </a:lnTo>
                <a:lnTo>
                  <a:pt x="1442944" y="395456"/>
                </a:lnTo>
                <a:lnTo>
                  <a:pt x="1411305" y="395456"/>
                </a:lnTo>
                <a:lnTo>
                  <a:pt x="1411305" y="409276"/>
                </a:lnTo>
                <a:lnTo>
                  <a:pt x="1440597" y="409276"/>
                </a:lnTo>
                <a:lnTo>
                  <a:pt x="1440597" y="414839"/>
                </a:lnTo>
                <a:lnTo>
                  <a:pt x="1440597" y="420489"/>
                </a:lnTo>
                <a:lnTo>
                  <a:pt x="1411305" y="420489"/>
                </a:lnTo>
                <a:lnTo>
                  <a:pt x="1411305" y="437438"/>
                </a:lnTo>
                <a:lnTo>
                  <a:pt x="1444335" y="437438"/>
                </a:lnTo>
                <a:lnTo>
                  <a:pt x="1444335" y="443262"/>
                </a:lnTo>
                <a:lnTo>
                  <a:pt x="1444335" y="448998"/>
                </a:lnTo>
                <a:lnTo>
                  <a:pt x="1398789" y="448998"/>
                </a:lnTo>
                <a:close/>
                <a:moveTo>
                  <a:pt x="1339337" y="383896"/>
                </a:moveTo>
                <a:lnTo>
                  <a:pt x="1388012" y="383896"/>
                </a:lnTo>
                <a:lnTo>
                  <a:pt x="1388012" y="389632"/>
                </a:lnTo>
                <a:lnTo>
                  <a:pt x="1388012" y="395456"/>
                </a:lnTo>
                <a:lnTo>
                  <a:pt x="1369933" y="395456"/>
                </a:lnTo>
                <a:lnTo>
                  <a:pt x="1369933" y="448998"/>
                </a:lnTo>
                <a:lnTo>
                  <a:pt x="1363674" y="448998"/>
                </a:lnTo>
                <a:lnTo>
                  <a:pt x="1357416" y="448998"/>
                </a:lnTo>
                <a:lnTo>
                  <a:pt x="1357416" y="395456"/>
                </a:lnTo>
                <a:lnTo>
                  <a:pt x="1339337" y="395456"/>
                </a:lnTo>
                <a:lnTo>
                  <a:pt x="1339337" y="389720"/>
                </a:lnTo>
                <a:close/>
                <a:moveTo>
                  <a:pt x="1221387" y="383896"/>
                </a:moveTo>
                <a:lnTo>
                  <a:pt x="1270062" y="383896"/>
                </a:lnTo>
                <a:lnTo>
                  <a:pt x="1270062" y="389632"/>
                </a:lnTo>
                <a:lnTo>
                  <a:pt x="1270062" y="395456"/>
                </a:lnTo>
                <a:lnTo>
                  <a:pt x="1251983" y="395456"/>
                </a:lnTo>
                <a:lnTo>
                  <a:pt x="1251983" y="448998"/>
                </a:lnTo>
                <a:lnTo>
                  <a:pt x="1245725" y="448998"/>
                </a:lnTo>
                <a:lnTo>
                  <a:pt x="1239466" y="448998"/>
                </a:lnTo>
                <a:lnTo>
                  <a:pt x="1239466" y="395456"/>
                </a:lnTo>
                <a:lnTo>
                  <a:pt x="1221387" y="395456"/>
                </a:lnTo>
                <a:lnTo>
                  <a:pt x="1221387" y="389720"/>
                </a:lnTo>
                <a:close/>
                <a:moveTo>
                  <a:pt x="1198962" y="383896"/>
                </a:moveTo>
                <a:lnTo>
                  <a:pt x="1205220" y="383896"/>
                </a:lnTo>
                <a:lnTo>
                  <a:pt x="1211478" y="383896"/>
                </a:lnTo>
                <a:lnTo>
                  <a:pt x="1211478" y="448998"/>
                </a:lnTo>
                <a:lnTo>
                  <a:pt x="1205307" y="448998"/>
                </a:lnTo>
                <a:lnTo>
                  <a:pt x="1198962" y="448998"/>
                </a:lnTo>
                <a:close/>
                <a:moveTo>
                  <a:pt x="1140553" y="383896"/>
                </a:moveTo>
                <a:lnTo>
                  <a:pt x="1189228" y="383896"/>
                </a:lnTo>
                <a:lnTo>
                  <a:pt x="1189228" y="389632"/>
                </a:lnTo>
                <a:lnTo>
                  <a:pt x="1189228" y="395456"/>
                </a:lnTo>
                <a:lnTo>
                  <a:pt x="1171149" y="395456"/>
                </a:lnTo>
                <a:lnTo>
                  <a:pt x="1171149" y="448998"/>
                </a:lnTo>
                <a:lnTo>
                  <a:pt x="1164891" y="448998"/>
                </a:lnTo>
                <a:lnTo>
                  <a:pt x="1158632" y="448998"/>
                </a:lnTo>
                <a:lnTo>
                  <a:pt x="1158632" y="395456"/>
                </a:lnTo>
                <a:lnTo>
                  <a:pt x="1140553" y="395456"/>
                </a:lnTo>
                <a:lnTo>
                  <a:pt x="1140553" y="389720"/>
                </a:lnTo>
                <a:close/>
                <a:moveTo>
                  <a:pt x="1022430" y="383896"/>
                </a:moveTo>
                <a:lnTo>
                  <a:pt x="1029036" y="383896"/>
                </a:lnTo>
                <a:lnTo>
                  <a:pt x="1035555" y="383896"/>
                </a:lnTo>
                <a:lnTo>
                  <a:pt x="1059632" y="429616"/>
                </a:lnTo>
                <a:lnTo>
                  <a:pt x="1059632" y="383896"/>
                </a:lnTo>
                <a:lnTo>
                  <a:pt x="1065455" y="383896"/>
                </a:lnTo>
                <a:lnTo>
                  <a:pt x="1071366" y="383896"/>
                </a:lnTo>
                <a:lnTo>
                  <a:pt x="1071366" y="448998"/>
                </a:lnTo>
                <a:lnTo>
                  <a:pt x="1065108" y="448998"/>
                </a:lnTo>
                <a:lnTo>
                  <a:pt x="1058850" y="448998"/>
                </a:lnTo>
                <a:lnTo>
                  <a:pt x="1034164" y="402062"/>
                </a:lnTo>
                <a:lnTo>
                  <a:pt x="1034164" y="448998"/>
                </a:lnTo>
                <a:lnTo>
                  <a:pt x="1028341" y="448998"/>
                </a:lnTo>
                <a:lnTo>
                  <a:pt x="1022430" y="448998"/>
                </a:lnTo>
                <a:close/>
                <a:moveTo>
                  <a:pt x="995572" y="383896"/>
                </a:moveTo>
                <a:lnTo>
                  <a:pt x="1001743" y="383896"/>
                </a:lnTo>
                <a:lnTo>
                  <a:pt x="1008088" y="383896"/>
                </a:lnTo>
                <a:lnTo>
                  <a:pt x="1008088" y="448998"/>
                </a:lnTo>
                <a:lnTo>
                  <a:pt x="1001830" y="448998"/>
                </a:lnTo>
                <a:lnTo>
                  <a:pt x="995572" y="448998"/>
                </a:lnTo>
                <a:close/>
                <a:moveTo>
                  <a:pt x="837553" y="383896"/>
                </a:moveTo>
                <a:lnTo>
                  <a:pt x="844072" y="383896"/>
                </a:lnTo>
                <a:lnTo>
                  <a:pt x="850678" y="383896"/>
                </a:lnTo>
                <a:lnTo>
                  <a:pt x="874668" y="429616"/>
                </a:lnTo>
                <a:lnTo>
                  <a:pt x="874668" y="383896"/>
                </a:lnTo>
                <a:lnTo>
                  <a:pt x="880491" y="383896"/>
                </a:lnTo>
                <a:lnTo>
                  <a:pt x="886401" y="383896"/>
                </a:lnTo>
                <a:lnTo>
                  <a:pt x="886401" y="448998"/>
                </a:lnTo>
                <a:lnTo>
                  <a:pt x="880144" y="448998"/>
                </a:lnTo>
                <a:lnTo>
                  <a:pt x="873886" y="448998"/>
                </a:lnTo>
                <a:lnTo>
                  <a:pt x="849200" y="402062"/>
                </a:lnTo>
                <a:lnTo>
                  <a:pt x="849200" y="448998"/>
                </a:lnTo>
                <a:lnTo>
                  <a:pt x="843377" y="448998"/>
                </a:lnTo>
                <a:lnTo>
                  <a:pt x="837553" y="448998"/>
                </a:lnTo>
                <a:close/>
                <a:moveTo>
                  <a:pt x="810608" y="383896"/>
                </a:moveTo>
                <a:lnTo>
                  <a:pt x="816866" y="383896"/>
                </a:lnTo>
                <a:lnTo>
                  <a:pt x="823124" y="383896"/>
                </a:lnTo>
                <a:lnTo>
                  <a:pt x="823124" y="448998"/>
                </a:lnTo>
                <a:lnTo>
                  <a:pt x="816866" y="448998"/>
                </a:lnTo>
                <a:lnTo>
                  <a:pt x="810608" y="448998"/>
                </a:lnTo>
                <a:close/>
                <a:moveTo>
                  <a:pt x="734293" y="383896"/>
                </a:moveTo>
                <a:lnTo>
                  <a:pt x="740551" y="383896"/>
                </a:lnTo>
                <a:lnTo>
                  <a:pt x="746809" y="383896"/>
                </a:lnTo>
                <a:lnTo>
                  <a:pt x="746809" y="448998"/>
                </a:lnTo>
                <a:lnTo>
                  <a:pt x="740638" y="448998"/>
                </a:lnTo>
                <a:lnTo>
                  <a:pt x="734293" y="448998"/>
                </a:lnTo>
                <a:close/>
                <a:moveTo>
                  <a:pt x="676318" y="383896"/>
                </a:moveTo>
                <a:lnTo>
                  <a:pt x="720386" y="383896"/>
                </a:lnTo>
                <a:lnTo>
                  <a:pt x="720386" y="389632"/>
                </a:lnTo>
                <a:lnTo>
                  <a:pt x="720386" y="395456"/>
                </a:lnTo>
                <a:lnTo>
                  <a:pt x="688834" y="395456"/>
                </a:lnTo>
                <a:lnTo>
                  <a:pt x="688834" y="409276"/>
                </a:lnTo>
                <a:lnTo>
                  <a:pt x="718126" y="409276"/>
                </a:lnTo>
                <a:lnTo>
                  <a:pt x="718126" y="414839"/>
                </a:lnTo>
                <a:lnTo>
                  <a:pt x="718126" y="420489"/>
                </a:lnTo>
                <a:lnTo>
                  <a:pt x="688834" y="420489"/>
                </a:lnTo>
                <a:lnTo>
                  <a:pt x="688834" y="437438"/>
                </a:lnTo>
                <a:lnTo>
                  <a:pt x="721777" y="437438"/>
                </a:lnTo>
                <a:lnTo>
                  <a:pt x="721777" y="443262"/>
                </a:lnTo>
                <a:lnTo>
                  <a:pt x="721777" y="448998"/>
                </a:lnTo>
                <a:lnTo>
                  <a:pt x="676318" y="448998"/>
                </a:lnTo>
                <a:close/>
                <a:moveTo>
                  <a:pt x="783156" y="383772"/>
                </a:moveTo>
                <a:lnTo>
                  <a:pt x="795586" y="383772"/>
                </a:lnTo>
                <a:lnTo>
                  <a:pt x="795586" y="430622"/>
                </a:lnTo>
                <a:cubicBezTo>
                  <a:pt x="796013" y="436053"/>
                  <a:pt x="794262" y="441432"/>
                  <a:pt x="790719" y="445572"/>
                </a:cubicBezTo>
                <a:cubicBezTo>
                  <a:pt x="786833" y="449216"/>
                  <a:pt x="781604" y="451075"/>
                  <a:pt x="776290" y="450700"/>
                </a:cubicBezTo>
                <a:cubicBezTo>
                  <a:pt x="770734" y="451174"/>
                  <a:pt x="765265" y="449095"/>
                  <a:pt x="761427" y="445050"/>
                </a:cubicBezTo>
                <a:cubicBezTo>
                  <a:pt x="757867" y="439995"/>
                  <a:pt x="756290" y="433808"/>
                  <a:pt x="756994" y="427666"/>
                </a:cubicBezTo>
                <a:lnTo>
                  <a:pt x="756994" y="424277"/>
                </a:lnTo>
                <a:lnTo>
                  <a:pt x="768902" y="424277"/>
                </a:lnTo>
                <a:lnTo>
                  <a:pt x="768902" y="428188"/>
                </a:lnTo>
                <a:cubicBezTo>
                  <a:pt x="768620" y="431183"/>
                  <a:pt x="769192" y="434197"/>
                  <a:pt x="770553" y="436880"/>
                </a:cubicBezTo>
                <a:cubicBezTo>
                  <a:pt x="771752" y="438818"/>
                  <a:pt x="773932" y="439925"/>
                  <a:pt x="776203" y="439748"/>
                </a:cubicBezTo>
                <a:cubicBezTo>
                  <a:pt x="778203" y="439944"/>
                  <a:pt x="780175" y="439168"/>
                  <a:pt x="781505" y="437662"/>
                </a:cubicBezTo>
                <a:cubicBezTo>
                  <a:pt x="782751" y="435631"/>
                  <a:pt x="783329" y="433259"/>
                  <a:pt x="783156" y="430883"/>
                </a:cubicBezTo>
                <a:close/>
                <a:moveTo>
                  <a:pt x="612361" y="383772"/>
                </a:moveTo>
                <a:lnTo>
                  <a:pt x="641652" y="383772"/>
                </a:lnTo>
                <a:cubicBezTo>
                  <a:pt x="646556" y="383481"/>
                  <a:pt x="651391" y="385032"/>
                  <a:pt x="655212" y="388117"/>
                </a:cubicBezTo>
                <a:cubicBezTo>
                  <a:pt x="658599" y="391229"/>
                  <a:pt x="660417" y="395693"/>
                  <a:pt x="660167" y="400286"/>
                </a:cubicBezTo>
                <a:cubicBezTo>
                  <a:pt x="660479" y="405045"/>
                  <a:pt x="658391" y="409644"/>
                  <a:pt x="654603" y="412541"/>
                </a:cubicBezTo>
                <a:cubicBezTo>
                  <a:pt x="654022" y="413094"/>
                  <a:pt x="653345" y="413536"/>
                  <a:pt x="652605" y="413845"/>
                </a:cubicBezTo>
                <a:cubicBezTo>
                  <a:pt x="653972" y="414393"/>
                  <a:pt x="655258" y="415124"/>
                  <a:pt x="656429" y="416018"/>
                </a:cubicBezTo>
                <a:cubicBezTo>
                  <a:pt x="660299" y="418980"/>
                  <a:pt x="662448" y="423670"/>
                  <a:pt x="662165" y="428534"/>
                </a:cubicBezTo>
                <a:cubicBezTo>
                  <a:pt x="662561" y="434173"/>
                  <a:pt x="660464" y="439701"/>
                  <a:pt x="656429" y="443659"/>
                </a:cubicBezTo>
                <a:cubicBezTo>
                  <a:pt x="651759" y="447444"/>
                  <a:pt x="645823" y="449309"/>
                  <a:pt x="639827" y="448874"/>
                </a:cubicBezTo>
                <a:lnTo>
                  <a:pt x="612622" y="448874"/>
                </a:lnTo>
                <a:close/>
                <a:moveTo>
                  <a:pt x="1279899" y="383685"/>
                </a:moveTo>
                <a:lnTo>
                  <a:pt x="1292416" y="383685"/>
                </a:lnTo>
                <a:lnTo>
                  <a:pt x="1292416" y="424710"/>
                </a:lnTo>
                <a:cubicBezTo>
                  <a:pt x="1292165" y="428452"/>
                  <a:pt x="1293208" y="432165"/>
                  <a:pt x="1295370" y="435227"/>
                </a:cubicBezTo>
                <a:cubicBezTo>
                  <a:pt x="1297580" y="437661"/>
                  <a:pt x="1300785" y="438943"/>
                  <a:pt x="1304062" y="438704"/>
                </a:cubicBezTo>
                <a:cubicBezTo>
                  <a:pt x="1307293" y="438971"/>
                  <a:pt x="1310475" y="437794"/>
                  <a:pt x="1312754" y="435488"/>
                </a:cubicBezTo>
                <a:cubicBezTo>
                  <a:pt x="1314864" y="432312"/>
                  <a:pt x="1315815" y="428506"/>
                  <a:pt x="1315449" y="424710"/>
                </a:cubicBezTo>
                <a:lnTo>
                  <a:pt x="1315449" y="383685"/>
                </a:lnTo>
                <a:lnTo>
                  <a:pt x="1328313" y="383685"/>
                </a:lnTo>
                <a:lnTo>
                  <a:pt x="1328313" y="424276"/>
                </a:lnTo>
                <a:cubicBezTo>
                  <a:pt x="1328978" y="431464"/>
                  <a:pt x="1326967" y="438645"/>
                  <a:pt x="1322662" y="444441"/>
                </a:cubicBezTo>
                <a:cubicBezTo>
                  <a:pt x="1317622" y="448990"/>
                  <a:pt x="1310911" y="451228"/>
                  <a:pt x="1304149" y="450612"/>
                </a:cubicBezTo>
                <a:cubicBezTo>
                  <a:pt x="1297430" y="451137"/>
                  <a:pt x="1290801" y="448801"/>
                  <a:pt x="1285896" y="444180"/>
                </a:cubicBezTo>
                <a:cubicBezTo>
                  <a:pt x="1281538" y="438498"/>
                  <a:pt x="1279406" y="431420"/>
                  <a:pt x="1279899" y="424276"/>
                </a:cubicBezTo>
                <a:close/>
                <a:moveTo>
                  <a:pt x="2084461" y="382250"/>
                </a:moveTo>
                <a:cubicBezTo>
                  <a:pt x="2091657" y="381849"/>
                  <a:pt x="2099006" y="384193"/>
                  <a:pt x="2104803" y="389377"/>
                </a:cubicBezTo>
                <a:cubicBezTo>
                  <a:pt x="2105582" y="390075"/>
                  <a:pt x="2106322" y="390815"/>
                  <a:pt x="2107019" y="391594"/>
                </a:cubicBezTo>
                <a:cubicBezTo>
                  <a:pt x="2112576" y="398814"/>
                  <a:pt x="2115352" y="407791"/>
                  <a:pt x="2114843" y="416888"/>
                </a:cubicBezTo>
                <a:cubicBezTo>
                  <a:pt x="2115335" y="425821"/>
                  <a:pt x="2112555" y="434629"/>
                  <a:pt x="2107019" y="441659"/>
                </a:cubicBezTo>
                <a:cubicBezTo>
                  <a:pt x="2096366" y="453252"/>
                  <a:pt x="2078330" y="454013"/>
                  <a:pt x="2066737" y="443359"/>
                </a:cubicBezTo>
                <a:cubicBezTo>
                  <a:pt x="2066147" y="442817"/>
                  <a:pt x="2065579" y="442250"/>
                  <a:pt x="2065037" y="441659"/>
                </a:cubicBezTo>
                <a:cubicBezTo>
                  <a:pt x="2059503" y="434629"/>
                  <a:pt x="2056721" y="425821"/>
                  <a:pt x="2057214" y="416888"/>
                </a:cubicBezTo>
                <a:cubicBezTo>
                  <a:pt x="2056704" y="407791"/>
                  <a:pt x="2059480" y="398814"/>
                  <a:pt x="2065037" y="391594"/>
                </a:cubicBezTo>
                <a:cubicBezTo>
                  <a:pt x="2070222" y="385798"/>
                  <a:pt x="2077265" y="382651"/>
                  <a:pt x="2084461" y="382250"/>
                </a:cubicBezTo>
                <a:close/>
                <a:moveTo>
                  <a:pt x="1961888" y="382243"/>
                </a:moveTo>
                <a:cubicBezTo>
                  <a:pt x="1969107" y="381849"/>
                  <a:pt x="1976476" y="384208"/>
                  <a:pt x="1982285" y="389415"/>
                </a:cubicBezTo>
                <a:cubicBezTo>
                  <a:pt x="1983050" y="390102"/>
                  <a:pt x="1983777" y="390829"/>
                  <a:pt x="1984463" y="391594"/>
                </a:cubicBezTo>
                <a:cubicBezTo>
                  <a:pt x="1989996" y="398823"/>
                  <a:pt x="1992742" y="407801"/>
                  <a:pt x="1992199" y="416887"/>
                </a:cubicBezTo>
                <a:cubicBezTo>
                  <a:pt x="1992718" y="425811"/>
                  <a:pt x="1989967" y="434617"/>
                  <a:pt x="1984463" y="441660"/>
                </a:cubicBezTo>
                <a:cubicBezTo>
                  <a:pt x="1973764" y="453277"/>
                  <a:pt x="1955673" y="454020"/>
                  <a:pt x="1944057" y="443321"/>
                </a:cubicBezTo>
                <a:cubicBezTo>
                  <a:pt x="1943480" y="442791"/>
                  <a:pt x="1942926" y="442236"/>
                  <a:pt x="1942395" y="441660"/>
                </a:cubicBezTo>
                <a:lnTo>
                  <a:pt x="1942394" y="441660"/>
                </a:lnTo>
                <a:cubicBezTo>
                  <a:pt x="1936926" y="434599"/>
                  <a:pt x="1934179" y="425806"/>
                  <a:pt x="1934658" y="416887"/>
                </a:cubicBezTo>
                <a:cubicBezTo>
                  <a:pt x="1934162" y="407807"/>
                  <a:pt x="1936903" y="398844"/>
                  <a:pt x="1942394" y="391594"/>
                </a:cubicBezTo>
                <a:cubicBezTo>
                  <a:pt x="1947601" y="385785"/>
                  <a:pt x="1954669" y="382637"/>
                  <a:pt x="1961888" y="382243"/>
                </a:cubicBezTo>
                <a:close/>
                <a:moveTo>
                  <a:pt x="1508606" y="382243"/>
                </a:moveTo>
                <a:cubicBezTo>
                  <a:pt x="1515825" y="381849"/>
                  <a:pt x="1523194" y="384208"/>
                  <a:pt x="1529003" y="389415"/>
                </a:cubicBezTo>
                <a:cubicBezTo>
                  <a:pt x="1529768" y="390102"/>
                  <a:pt x="1530495" y="390829"/>
                  <a:pt x="1531181" y="391594"/>
                </a:cubicBezTo>
                <a:cubicBezTo>
                  <a:pt x="1536714" y="398823"/>
                  <a:pt x="1539460" y="407801"/>
                  <a:pt x="1538917" y="416887"/>
                </a:cubicBezTo>
                <a:cubicBezTo>
                  <a:pt x="1539436" y="425811"/>
                  <a:pt x="1536685" y="434617"/>
                  <a:pt x="1531181" y="441660"/>
                </a:cubicBezTo>
                <a:cubicBezTo>
                  <a:pt x="1520482" y="453277"/>
                  <a:pt x="1502391" y="454020"/>
                  <a:pt x="1490775" y="443321"/>
                </a:cubicBezTo>
                <a:cubicBezTo>
                  <a:pt x="1490198" y="442791"/>
                  <a:pt x="1489644" y="442236"/>
                  <a:pt x="1489113" y="441660"/>
                </a:cubicBezTo>
                <a:lnTo>
                  <a:pt x="1489112" y="441660"/>
                </a:lnTo>
                <a:cubicBezTo>
                  <a:pt x="1483644" y="434599"/>
                  <a:pt x="1480897" y="425806"/>
                  <a:pt x="1481376" y="416887"/>
                </a:cubicBezTo>
                <a:cubicBezTo>
                  <a:pt x="1480880" y="407807"/>
                  <a:pt x="1483621" y="398844"/>
                  <a:pt x="1489112" y="391594"/>
                </a:cubicBezTo>
                <a:cubicBezTo>
                  <a:pt x="1494319" y="385785"/>
                  <a:pt x="1501387" y="382637"/>
                  <a:pt x="1508606" y="382243"/>
                </a:cubicBezTo>
                <a:close/>
                <a:moveTo>
                  <a:pt x="2154824" y="382206"/>
                </a:moveTo>
                <a:cubicBezTo>
                  <a:pt x="2161343" y="381911"/>
                  <a:pt x="2167743" y="384013"/>
                  <a:pt x="2172817" y="388117"/>
                </a:cubicBezTo>
                <a:cubicBezTo>
                  <a:pt x="2177570" y="392150"/>
                  <a:pt x="2180538" y="397898"/>
                  <a:pt x="2181074" y="404110"/>
                </a:cubicBezTo>
                <a:lnTo>
                  <a:pt x="2168819" y="404110"/>
                </a:lnTo>
                <a:cubicBezTo>
                  <a:pt x="2168385" y="401155"/>
                  <a:pt x="2166789" y="398496"/>
                  <a:pt x="2164386" y="396722"/>
                </a:cubicBezTo>
                <a:cubicBezTo>
                  <a:pt x="2161976" y="394629"/>
                  <a:pt x="2158886" y="393485"/>
                  <a:pt x="2155694" y="393506"/>
                </a:cubicBezTo>
                <a:cubicBezTo>
                  <a:pt x="2150683" y="393262"/>
                  <a:pt x="2145885" y="395547"/>
                  <a:pt x="2142917" y="399590"/>
                </a:cubicBezTo>
                <a:cubicBezTo>
                  <a:pt x="2136897" y="410088"/>
                  <a:pt x="2136897" y="422991"/>
                  <a:pt x="2142917" y="433488"/>
                </a:cubicBezTo>
                <a:cubicBezTo>
                  <a:pt x="2146026" y="437425"/>
                  <a:pt x="2150859" y="439598"/>
                  <a:pt x="2155868" y="439312"/>
                </a:cubicBezTo>
                <a:cubicBezTo>
                  <a:pt x="2160457" y="439478"/>
                  <a:pt x="2164779" y="437151"/>
                  <a:pt x="2167167" y="433228"/>
                </a:cubicBezTo>
                <a:cubicBezTo>
                  <a:pt x="2168767" y="430797"/>
                  <a:pt x="2169889" y="428083"/>
                  <a:pt x="2170470" y="425231"/>
                </a:cubicBezTo>
                <a:lnTo>
                  <a:pt x="2156389" y="425231"/>
                </a:lnTo>
                <a:lnTo>
                  <a:pt x="2156389" y="414019"/>
                </a:lnTo>
                <a:lnTo>
                  <a:pt x="2181509" y="414019"/>
                </a:lnTo>
                <a:lnTo>
                  <a:pt x="2181509" y="448787"/>
                </a:lnTo>
                <a:lnTo>
                  <a:pt x="2172817" y="448787"/>
                </a:lnTo>
                <a:lnTo>
                  <a:pt x="2171600" y="440095"/>
                </a:lnTo>
                <a:lnTo>
                  <a:pt x="2171426" y="441659"/>
                </a:lnTo>
                <a:cubicBezTo>
                  <a:pt x="2167673" y="447593"/>
                  <a:pt x="2161060" y="451097"/>
                  <a:pt x="2154042" y="450873"/>
                </a:cubicBezTo>
                <a:lnTo>
                  <a:pt x="2154042" y="450351"/>
                </a:lnTo>
                <a:cubicBezTo>
                  <a:pt x="2146129" y="450774"/>
                  <a:pt x="2138453" y="447576"/>
                  <a:pt x="2133182" y="441659"/>
                </a:cubicBezTo>
                <a:cubicBezTo>
                  <a:pt x="2122603" y="426647"/>
                  <a:pt x="2122603" y="406606"/>
                  <a:pt x="2133182" y="391594"/>
                </a:cubicBezTo>
                <a:cubicBezTo>
                  <a:pt x="2138577" y="385315"/>
                  <a:pt x="2146553" y="381857"/>
                  <a:pt x="2154824" y="382206"/>
                </a:cubicBezTo>
                <a:close/>
                <a:moveTo>
                  <a:pt x="1772120" y="382033"/>
                </a:moveTo>
                <a:cubicBezTo>
                  <a:pt x="1778494" y="381869"/>
                  <a:pt x="1784697" y="384103"/>
                  <a:pt x="1789504" y="388291"/>
                </a:cubicBezTo>
                <a:cubicBezTo>
                  <a:pt x="1794435" y="392642"/>
                  <a:pt x="1797540" y="398696"/>
                  <a:pt x="1798196" y="405240"/>
                </a:cubicBezTo>
                <a:lnTo>
                  <a:pt x="1785680" y="405240"/>
                </a:lnTo>
                <a:cubicBezTo>
                  <a:pt x="1785469" y="401912"/>
                  <a:pt x="1783972" y="398795"/>
                  <a:pt x="1781508" y="396548"/>
                </a:cubicBezTo>
                <a:cubicBezTo>
                  <a:pt x="1779074" y="394507"/>
                  <a:pt x="1775993" y="393398"/>
                  <a:pt x="1772816" y="393419"/>
                </a:cubicBezTo>
                <a:cubicBezTo>
                  <a:pt x="1768335" y="393325"/>
                  <a:pt x="1764151" y="395649"/>
                  <a:pt x="1761864" y="399504"/>
                </a:cubicBezTo>
                <a:cubicBezTo>
                  <a:pt x="1758985" y="404608"/>
                  <a:pt x="1757628" y="410429"/>
                  <a:pt x="1757952" y="416279"/>
                </a:cubicBezTo>
                <a:cubicBezTo>
                  <a:pt x="1757633" y="421990"/>
                  <a:pt x="1758993" y="427672"/>
                  <a:pt x="1761864" y="432620"/>
                </a:cubicBezTo>
                <a:cubicBezTo>
                  <a:pt x="1766000" y="438747"/>
                  <a:pt x="1774320" y="440361"/>
                  <a:pt x="1780447" y="436225"/>
                </a:cubicBezTo>
                <a:cubicBezTo>
                  <a:pt x="1780973" y="435870"/>
                  <a:pt x="1781472" y="435479"/>
                  <a:pt x="1781942" y="435053"/>
                </a:cubicBezTo>
                <a:cubicBezTo>
                  <a:pt x="1784398" y="432550"/>
                  <a:pt x="1785879" y="429252"/>
                  <a:pt x="1786114" y="425753"/>
                </a:cubicBezTo>
                <a:lnTo>
                  <a:pt x="1797675" y="426101"/>
                </a:lnTo>
                <a:cubicBezTo>
                  <a:pt x="1797241" y="432870"/>
                  <a:pt x="1794332" y="439243"/>
                  <a:pt x="1789504" y="444006"/>
                </a:cubicBezTo>
                <a:cubicBezTo>
                  <a:pt x="1784806" y="448422"/>
                  <a:pt x="1778566" y="450824"/>
                  <a:pt x="1772120" y="450699"/>
                </a:cubicBezTo>
                <a:cubicBezTo>
                  <a:pt x="1764339" y="451017"/>
                  <a:pt x="1756875" y="447593"/>
                  <a:pt x="1752042" y="441486"/>
                </a:cubicBezTo>
                <a:cubicBezTo>
                  <a:pt x="1746735" y="434354"/>
                  <a:pt x="1744090" y="425590"/>
                  <a:pt x="1744567" y="416713"/>
                </a:cubicBezTo>
                <a:cubicBezTo>
                  <a:pt x="1744070" y="407673"/>
                  <a:pt x="1746711" y="398738"/>
                  <a:pt x="1752042" y="391421"/>
                </a:cubicBezTo>
                <a:cubicBezTo>
                  <a:pt x="1756830" y="385236"/>
                  <a:pt x="1764305" y="381741"/>
                  <a:pt x="1772120" y="382033"/>
                </a:cubicBezTo>
                <a:close/>
                <a:moveTo>
                  <a:pt x="1108146" y="382032"/>
                </a:moveTo>
                <a:cubicBezTo>
                  <a:pt x="1114155" y="381770"/>
                  <a:pt x="1120036" y="383823"/>
                  <a:pt x="1124575" y="387769"/>
                </a:cubicBezTo>
                <a:cubicBezTo>
                  <a:pt x="1128866" y="391827"/>
                  <a:pt x="1131367" y="397424"/>
                  <a:pt x="1131528" y="403328"/>
                </a:cubicBezTo>
                <a:lnTo>
                  <a:pt x="1118838" y="403328"/>
                </a:lnTo>
                <a:cubicBezTo>
                  <a:pt x="1118741" y="400434"/>
                  <a:pt x="1117374" y="397732"/>
                  <a:pt x="1115100" y="395939"/>
                </a:cubicBezTo>
                <a:cubicBezTo>
                  <a:pt x="1112593" y="394080"/>
                  <a:pt x="1109528" y="393130"/>
                  <a:pt x="1106408" y="393246"/>
                </a:cubicBezTo>
                <a:cubicBezTo>
                  <a:pt x="1103751" y="393059"/>
                  <a:pt x="1101119" y="393864"/>
                  <a:pt x="1099020" y="395505"/>
                </a:cubicBezTo>
                <a:cubicBezTo>
                  <a:pt x="1097177" y="397081"/>
                  <a:pt x="1096179" y="399430"/>
                  <a:pt x="1096325" y="401850"/>
                </a:cubicBezTo>
                <a:cubicBezTo>
                  <a:pt x="1096321" y="403762"/>
                  <a:pt x="1097398" y="405513"/>
                  <a:pt x="1099107" y="406370"/>
                </a:cubicBezTo>
                <a:cubicBezTo>
                  <a:pt x="1102879" y="408095"/>
                  <a:pt x="1106850" y="409351"/>
                  <a:pt x="1110928" y="410107"/>
                </a:cubicBezTo>
                <a:cubicBezTo>
                  <a:pt x="1117210" y="411211"/>
                  <a:pt x="1123157" y="413739"/>
                  <a:pt x="1128312" y="417495"/>
                </a:cubicBezTo>
                <a:cubicBezTo>
                  <a:pt x="1131536" y="421102"/>
                  <a:pt x="1133111" y="425890"/>
                  <a:pt x="1132658" y="430707"/>
                </a:cubicBezTo>
                <a:cubicBezTo>
                  <a:pt x="1132965" y="436360"/>
                  <a:pt x="1130500" y="441808"/>
                  <a:pt x="1126051" y="445309"/>
                </a:cubicBezTo>
                <a:cubicBezTo>
                  <a:pt x="1120857" y="449131"/>
                  <a:pt x="1114499" y="451035"/>
                  <a:pt x="1108060" y="450699"/>
                </a:cubicBezTo>
                <a:cubicBezTo>
                  <a:pt x="1101755" y="450999"/>
                  <a:pt x="1095562" y="448955"/>
                  <a:pt x="1090676" y="444961"/>
                </a:cubicBezTo>
                <a:cubicBezTo>
                  <a:pt x="1086244" y="440722"/>
                  <a:pt x="1083760" y="434841"/>
                  <a:pt x="1083809" y="428707"/>
                </a:cubicBezTo>
                <a:lnTo>
                  <a:pt x="1095891" y="428708"/>
                </a:lnTo>
                <a:cubicBezTo>
                  <a:pt x="1095827" y="431753"/>
                  <a:pt x="1097096" y="434674"/>
                  <a:pt x="1099368" y="436705"/>
                </a:cubicBezTo>
                <a:cubicBezTo>
                  <a:pt x="1101863" y="438596"/>
                  <a:pt x="1104930" y="439577"/>
                  <a:pt x="1108060" y="439486"/>
                </a:cubicBezTo>
                <a:cubicBezTo>
                  <a:pt x="1111320" y="439660"/>
                  <a:pt x="1114567" y="438938"/>
                  <a:pt x="1117447" y="437400"/>
                </a:cubicBezTo>
                <a:cubicBezTo>
                  <a:pt x="1119543" y="436210"/>
                  <a:pt x="1120838" y="433986"/>
                  <a:pt x="1120837" y="431576"/>
                </a:cubicBezTo>
                <a:cubicBezTo>
                  <a:pt x="1120978" y="429461"/>
                  <a:pt x="1120067" y="427413"/>
                  <a:pt x="1118403" y="426100"/>
                </a:cubicBezTo>
                <a:cubicBezTo>
                  <a:pt x="1115234" y="424356"/>
                  <a:pt x="1111797" y="423152"/>
                  <a:pt x="1108233" y="422537"/>
                </a:cubicBezTo>
                <a:cubicBezTo>
                  <a:pt x="1101441" y="421382"/>
                  <a:pt x="1094961" y="418837"/>
                  <a:pt x="1089198" y="415061"/>
                </a:cubicBezTo>
                <a:cubicBezTo>
                  <a:pt x="1085812" y="411851"/>
                  <a:pt x="1084055" y="407284"/>
                  <a:pt x="1084418" y="402633"/>
                </a:cubicBezTo>
                <a:cubicBezTo>
                  <a:pt x="1084129" y="396915"/>
                  <a:pt x="1086465" y="391378"/>
                  <a:pt x="1090762" y="387595"/>
                </a:cubicBezTo>
                <a:cubicBezTo>
                  <a:pt x="1095634" y="383588"/>
                  <a:pt x="1101854" y="381598"/>
                  <a:pt x="1108146" y="382032"/>
                </a:cubicBezTo>
                <a:close/>
                <a:moveTo>
                  <a:pt x="925519" y="381794"/>
                </a:moveTo>
                <a:cubicBezTo>
                  <a:pt x="932589" y="381172"/>
                  <a:pt x="939881" y="383064"/>
                  <a:pt x="945956" y="387596"/>
                </a:cubicBezTo>
                <a:cubicBezTo>
                  <a:pt x="950740" y="391605"/>
                  <a:pt x="953714" y="397367"/>
                  <a:pt x="954213" y="403589"/>
                </a:cubicBezTo>
                <a:lnTo>
                  <a:pt x="941697" y="403589"/>
                </a:lnTo>
                <a:cubicBezTo>
                  <a:pt x="941342" y="400628"/>
                  <a:pt x="939767" y="397949"/>
                  <a:pt x="937351" y="396201"/>
                </a:cubicBezTo>
                <a:cubicBezTo>
                  <a:pt x="934941" y="394108"/>
                  <a:pt x="931851" y="392964"/>
                  <a:pt x="928659" y="392984"/>
                </a:cubicBezTo>
                <a:cubicBezTo>
                  <a:pt x="923659" y="392787"/>
                  <a:pt x="918881" y="395062"/>
                  <a:pt x="915882" y="399069"/>
                </a:cubicBezTo>
                <a:cubicBezTo>
                  <a:pt x="912488" y="404204"/>
                  <a:pt x="910870" y="410310"/>
                  <a:pt x="911275" y="416453"/>
                </a:cubicBezTo>
                <a:cubicBezTo>
                  <a:pt x="910870" y="422407"/>
                  <a:pt x="912427" y="428330"/>
                  <a:pt x="915708" y="433314"/>
                </a:cubicBezTo>
                <a:cubicBezTo>
                  <a:pt x="918827" y="437239"/>
                  <a:pt x="923653" y="439410"/>
                  <a:pt x="928659" y="439138"/>
                </a:cubicBezTo>
                <a:cubicBezTo>
                  <a:pt x="933241" y="439268"/>
                  <a:pt x="937545" y="436950"/>
                  <a:pt x="939959" y="433054"/>
                </a:cubicBezTo>
                <a:cubicBezTo>
                  <a:pt x="941524" y="430605"/>
                  <a:pt x="942641" y="427898"/>
                  <a:pt x="943261" y="425058"/>
                </a:cubicBezTo>
                <a:lnTo>
                  <a:pt x="929181" y="425058"/>
                </a:lnTo>
                <a:lnTo>
                  <a:pt x="929181" y="413845"/>
                </a:lnTo>
                <a:lnTo>
                  <a:pt x="954561" y="413845"/>
                </a:lnTo>
                <a:lnTo>
                  <a:pt x="954561" y="448612"/>
                </a:lnTo>
                <a:lnTo>
                  <a:pt x="945869" y="448612"/>
                </a:lnTo>
                <a:lnTo>
                  <a:pt x="944652" y="439920"/>
                </a:lnTo>
                <a:lnTo>
                  <a:pt x="943957" y="440963"/>
                </a:lnTo>
                <a:lnTo>
                  <a:pt x="926672" y="450125"/>
                </a:lnTo>
                <a:lnTo>
                  <a:pt x="906408" y="441137"/>
                </a:lnTo>
                <a:cubicBezTo>
                  <a:pt x="895983" y="426077"/>
                  <a:pt x="895983" y="406133"/>
                  <a:pt x="906408" y="391072"/>
                </a:cubicBezTo>
                <a:cubicBezTo>
                  <a:pt x="911599" y="385550"/>
                  <a:pt x="918449" y="382415"/>
                  <a:pt x="925519" y="381794"/>
                </a:cubicBezTo>
                <a:close/>
                <a:moveTo>
                  <a:pt x="409450" y="381676"/>
                </a:moveTo>
                <a:lnTo>
                  <a:pt x="407880" y="383446"/>
                </a:lnTo>
                <a:lnTo>
                  <a:pt x="406284" y="385192"/>
                </a:lnTo>
                <a:lnTo>
                  <a:pt x="413140" y="391375"/>
                </a:lnTo>
                <a:lnTo>
                  <a:pt x="407232" y="397957"/>
                </a:lnTo>
                <a:lnTo>
                  <a:pt x="400375" y="391774"/>
                </a:lnTo>
                <a:lnTo>
                  <a:pt x="398780" y="393544"/>
                </a:lnTo>
                <a:lnTo>
                  <a:pt x="397209" y="395289"/>
                </a:lnTo>
                <a:lnTo>
                  <a:pt x="415459" y="411818"/>
                </a:lnTo>
                <a:lnTo>
                  <a:pt x="417030" y="410048"/>
                </a:lnTo>
                <a:lnTo>
                  <a:pt x="418625" y="408303"/>
                </a:lnTo>
                <a:lnTo>
                  <a:pt x="410323" y="400824"/>
                </a:lnTo>
                <a:lnTo>
                  <a:pt x="416257" y="394242"/>
                </a:lnTo>
                <a:lnTo>
                  <a:pt x="424534" y="401721"/>
                </a:lnTo>
                <a:lnTo>
                  <a:pt x="426130" y="399951"/>
                </a:lnTo>
                <a:lnTo>
                  <a:pt x="427750" y="398156"/>
                </a:lnTo>
                <a:close/>
                <a:moveTo>
                  <a:pt x="252706" y="369360"/>
                </a:moveTo>
                <a:cubicBezTo>
                  <a:pt x="253252" y="370171"/>
                  <a:pt x="253861" y="370938"/>
                  <a:pt x="254527" y="371654"/>
                </a:cubicBezTo>
                <a:cubicBezTo>
                  <a:pt x="255299" y="372427"/>
                  <a:pt x="256446" y="373125"/>
                  <a:pt x="256521" y="373574"/>
                </a:cubicBezTo>
                <a:cubicBezTo>
                  <a:pt x="256596" y="374022"/>
                  <a:pt x="255972" y="374172"/>
                  <a:pt x="255972" y="374172"/>
                </a:cubicBezTo>
                <a:lnTo>
                  <a:pt x="255972" y="389530"/>
                </a:lnTo>
                <a:cubicBezTo>
                  <a:pt x="255972" y="389530"/>
                  <a:pt x="261806" y="389430"/>
                  <a:pt x="263701" y="390876"/>
                </a:cubicBezTo>
                <a:cubicBezTo>
                  <a:pt x="265596" y="392322"/>
                  <a:pt x="268862" y="393544"/>
                  <a:pt x="269710" y="394541"/>
                </a:cubicBezTo>
                <a:cubicBezTo>
                  <a:pt x="270557" y="395538"/>
                  <a:pt x="274098" y="395763"/>
                  <a:pt x="275544" y="396162"/>
                </a:cubicBezTo>
                <a:cubicBezTo>
                  <a:pt x="276990" y="396561"/>
                  <a:pt x="277688" y="398430"/>
                  <a:pt x="278511" y="399054"/>
                </a:cubicBezTo>
                <a:cubicBezTo>
                  <a:pt x="279333" y="399677"/>
                  <a:pt x="280605" y="398979"/>
                  <a:pt x="281826" y="399353"/>
                </a:cubicBezTo>
                <a:cubicBezTo>
                  <a:pt x="283048" y="399727"/>
                  <a:pt x="285117" y="402170"/>
                  <a:pt x="286464" y="402818"/>
                </a:cubicBezTo>
                <a:cubicBezTo>
                  <a:pt x="287810" y="403467"/>
                  <a:pt x="289456" y="403591"/>
                  <a:pt x="290054" y="405037"/>
                </a:cubicBezTo>
                <a:cubicBezTo>
                  <a:pt x="290652" y="406483"/>
                  <a:pt x="290303" y="407281"/>
                  <a:pt x="291849" y="407281"/>
                </a:cubicBezTo>
                <a:cubicBezTo>
                  <a:pt x="293105" y="407229"/>
                  <a:pt x="294322" y="407717"/>
                  <a:pt x="295190" y="408627"/>
                </a:cubicBezTo>
                <a:cubicBezTo>
                  <a:pt x="295713" y="409076"/>
                  <a:pt x="297409" y="408528"/>
                  <a:pt x="298979" y="409076"/>
                </a:cubicBezTo>
                <a:cubicBezTo>
                  <a:pt x="299777" y="409300"/>
                  <a:pt x="302370" y="410622"/>
                  <a:pt x="303966" y="411071"/>
                </a:cubicBezTo>
                <a:cubicBezTo>
                  <a:pt x="306496" y="412160"/>
                  <a:pt x="308912" y="413506"/>
                  <a:pt x="311171" y="415085"/>
                </a:cubicBezTo>
                <a:cubicBezTo>
                  <a:pt x="315900" y="415409"/>
                  <a:pt x="320585" y="416201"/>
                  <a:pt x="325157" y="417453"/>
                </a:cubicBezTo>
                <a:lnTo>
                  <a:pt x="182175" y="417603"/>
                </a:lnTo>
                <a:cubicBezTo>
                  <a:pt x="182175" y="417603"/>
                  <a:pt x="186788" y="416680"/>
                  <a:pt x="199253" y="415608"/>
                </a:cubicBezTo>
                <a:cubicBezTo>
                  <a:pt x="201450" y="413781"/>
                  <a:pt x="203995" y="412414"/>
                  <a:pt x="206733" y="411594"/>
                </a:cubicBezTo>
                <a:cubicBezTo>
                  <a:pt x="207630" y="411519"/>
                  <a:pt x="210398" y="408328"/>
                  <a:pt x="210747" y="407805"/>
                </a:cubicBezTo>
                <a:cubicBezTo>
                  <a:pt x="211096" y="407281"/>
                  <a:pt x="214088" y="407680"/>
                  <a:pt x="214761" y="405785"/>
                </a:cubicBezTo>
                <a:cubicBezTo>
                  <a:pt x="215434" y="403890"/>
                  <a:pt x="217304" y="404140"/>
                  <a:pt x="218351" y="403766"/>
                </a:cubicBezTo>
                <a:cubicBezTo>
                  <a:pt x="219398" y="403392"/>
                  <a:pt x="219548" y="400749"/>
                  <a:pt x="221467" y="399752"/>
                </a:cubicBezTo>
                <a:cubicBezTo>
                  <a:pt x="222340" y="399303"/>
                  <a:pt x="224559" y="398580"/>
                  <a:pt x="226154" y="397957"/>
                </a:cubicBezTo>
                <a:cubicBezTo>
                  <a:pt x="227750" y="397333"/>
                  <a:pt x="229445" y="395015"/>
                  <a:pt x="230617" y="394840"/>
                </a:cubicBezTo>
                <a:cubicBezTo>
                  <a:pt x="232644" y="394741"/>
                  <a:pt x="234626" y="394204"/>
                  <a:pt x="236426" y="393270"/>
                </a:cubicBezTo>
                <a:cubicBezTo>
                  <a:pt x="238122" y="392123"/>
                  <a:pt x="240091" y="391001"/>
                  <a:pt x="241562" y="390153"/>
                </a:cubicBezTo>
                <a:cubicBezTo>
                  <a:pt x="243033" y="389305"/>
                  <a:pt x="249715" y="389754"/>
                  <a:pt x="249715" y="389754"/>
                </a:cubicBezTo>
                <a:lnTo>
                  <a:pt x="249715" y="374496"/>
                </a:lnTo>
                <a:lnTo>
                  <a:pt x="248967" y="373798"/>
                </a:lnTo>
                <a:cubicBezTo>
                  <a:pt x="248643" y="373499"/>
                  <a:pt x="250014" y="372576"/>
                  <a:pt x="250936" y="371654"/>
                </a:cubicBezTo>
                <a:cubicBezTo>
                  <a:pt x="251605" y="370953"/>
                  <a:pt x="252198" y="370186"/>
                  <a:pt x="252706" y="369360"/>
                </a:cubicBezTo>
                <a:close/>
                <a:moveTo>
                  <a:pt x="424509" y="361083"/>
                </a:moveTo>
                <a:lnTo>
                  <a:pt x="423238" y="362903"/>
                </a:lnTo>
                <a:lnTo>
                  <a:pt x="421966" y="364723"/>
                </a:lnTo>
                <a:lnTo>
                  <a:pt x="436127" y="374695"/>
                </a:lnTo>
                <a:lnTo>
                  <a:pt x="416755" y="372202"/>
                </a:lnTo>
                <a:lnTo>
                  <a:pt x="415334" y="374247"/>
                </a:lnTo>
                <a:lnTo>
                  <a:pt x="413913" y="376266"/>
                </a:lnTo>
                <a:lnTo>
                  <a:pt x="434083" y="390402"/>
                </a:lnTo>
                <a:lnTo>
                  <a:pt x="435354" y="388582"/>
                </a:lnTo>
                <a:lnTo>
                  <a:pt x="436601" y="386762"/>
                </a:lnTo>
                <a:lnTo>
                  <a:pt x="422066" y="376590"/>
                </a:lnTo>
                <a:lnTo>
                  <a:pt x="442011" y="379083"/>
                </a:lnTo>
                <a:lnTo>
                  <a:pt x="443382" y="377139"/>
                </a:lnTo>
                <a:lnTo>
                  <a:pt x="444679" y="375219"/>
                </a:lnTo>
                <a:close/>
                <a:moveTo>
                  <a:pt x="76640" y="358914"/>
                </a:moveTo>
                <a:cubicBezTo>
                  <a:pt x="69707" y="358647"/>
                  <a:pt x="63339" y="362726"/>
                  <a:pt x="60684" y="369136"/>
                </a:cubicBezTo>
                <a:cubicBezTo>
                  <a:pt x="59809" y="372013"/>
                  <a:pt x="60315" y="375134"/>
                  <a:pt x="62055" y="377588"/>
                </a:cubicBezTo>
                <a:cubicBezTo>
                  <a:pt x="63434" y="379811"/>
                  <a:pt x="65872" y="381153"/>
                  <a:pt x="68488" y="381128"/>
                </a:cubicBezTo>
                <a:lnTo>
                  <a:pt x="68961" y="381128"/>
                </a:lnTo>
                <a:lnTo>
                  <a:pt x="66468" y="383247"/>
                </a:lnTo>
                <a:lnTo>
                  <a:pt x="68188" y="385915"/>
                </a:lnTo>
                <a:lnTo>
                  <a:pt x="79333" y="378685"/>
                </a:lnTo>
                <a:lnTo>
                  <a:pt x="74172" y="370706"/>
                </a:lnTo>
                <a:lnTo>
                  <a:pt x="70607" y="373025"/>
                </a:lnTo>
                <a:lnTo>
                  <a:pt x="73374" y="377588"/>
                </a:lnTo>
                <a:cubicBezTo>
                  <a:pt x="72349" y="377989"/>
                  <a:pt x="71260" y="378201"/>
                  <a:pt x="70158" y="378211"/>
                </a:cubicBezTo>
                <a:cubicBezTo>
                  <a:pt x="68435" y="378213"/>
                  <a:pt x="66832" y="377328"/>
                  <a:pt x="65920" y="375867"/>
                </a:cubicBezTo>
                <a:cubicBezTo>
                  <a:pt x="64785" y="374341"/>
                  <a:pt x="64479" y="372354"/>
                  <a:pt x="65097" y="370557"/>
                </a:cubicBezTo>
                <a:cubicBezTo>
                  <a:pt x="66002" y="368493"/>
                  <a:pt x="67563" y="366785"/>
                  <a:pt x="69535" y="365695"/>
                </a:cubicBezTo>
                <a:cubicBezTo>
                  <a:pt x="71370" y="364346"/>
                  <a:pt x="73591" y="363628"/>
                  <a:pt x="75867" y="363651"/>
                </a:cubicBezTo>
                <a:cubicBezTo>
                  <a:pt x="77769" y="363746"/>
                  <a:pt x="79495" y="364798"/>
                  <a:pt x="80455" y="366443"/>
                </a:cubicBezTo>
                <a:cubicBezTo>
                  <a:pt x="81103" y="367448"/>
                  <a:pt x="81367" y="368650"/>
                  <a:pt x="81203" y="369834"/>
                </a:cubicBezTo>
                <a:cubicBezTo>
                  <a:pt x="81135" y="370968"/>
                  <a:pt x="80614" y="372028"/>
                  <a:pt x="79757" y="372776"/>
                </a:cubicBezTo>
                <a:lnTo>
                  <a:pt x="82549" y="376740"/>
                </a:lnTo>
                <a:cubicBezTo>
                  <a:pt x="84406" y="375286"/>
                  <a:pt x="85623" y="373167"/>
                  <a:pt x="85940" y="370831"/>
                </a:cubicBezTo>
                <a:cubicBezTo>
                  <a:pt x="86184" y="368378"/>
                  <a:pt x="85538" y="365917"/>
                  <a:pt x="84120" y="363900"/>
                </a:cubicBezTo>
                <a:cubicBezTo>
                  <a:pt x="82541" y="361160"/>
                  <a:pt x="79774" y="359318"/>
                  <a:pt x="76640" y="358914"/>
                </a:cubicBezTo>
                <a:close/>
                <a:moveTo>
                  <a:pt x="440291" y="344578"/>
                </a:moveTo>
                <a:cubicBezTo>
                  <a:pt x="442537" y="344438"/>
                  <a:pt x="444771" y="344987"/>
                  <a:pt x="446698" y="346148"/>
                </a:cubicBezTo>
                <a:cubicBezTo>
                  <a:pt x="448770" y="347008"/>
                  <a:pt x="450510" y="348512"/>
                  <a:pt x="451659" y="350437"/>
                </a:cubicBezTo>
                <a:cubicBezTo>
                  <a:pt x="451869" y="350895"/>
                  <a:pt x="452018" y="351381"/>
                  <a:pt x="452101" y="351878"/>
                </a:cubicBezTo>
                <a:cubicBezTo>
                  <a:pt x="452614" y="354977"/>
                  <a:pt x="450518" y="357901"/>
                  <a:pt x="447421" y="358415"/>
                </a:cubicBezTo>
                <a:cubicBezTo>
                  <a:pt x="445215" y="358584"/>
                  <a:pt x="443008" y="358061"/>
                  <a:pt x="441113" y="356919"/>
                </a:cubicBezTo>
                <a:cubicBezTo>
                  <a:pt x="439032" y="355991"/>
                  <a:pt x="437291" y="354441"/>
                  <a:pt x="436127" y="352481"/>
                </a:cubicBezTo>
                <a:cubicBezTo>
                  <a:pt x="435279" y="350928"/>
                  <a:pt x="435279" y="349048"/>
                  <a:pt x="436127" y="347495"/>
                </a:cubicBezTo>
                <a:cubicBezTo>
                  <a:pt x="436922" y="345872"/>
                  <a:pt x="438493" y="344770"/>
                  <a:pt x="440291" y="344578"/>
                </a:cubicBezTo>
                <a:close/>
                <a:moveTo>
                  <a:pt x="439194" y="340141"/>
                </a:moveTo>
                <a:cubicBezTo>
                  <a:pt x="438827" y="340230"/>
                  <a:pt x="438466" y="340342"/>
                  <a:pt x="438112" y="340470"/>
                </a:cubicBezTo>
                <a:cubicBezTo>
                  <a:pt x="432559" y="342489"/>
                  <a:pt x="429695" y="348625"/>
                  <a:pt x="431714" y="354177"/>
                </a:cubicBezTo>
                <a:cubicBezTo>
                  <a:pt x="433158" y="357296"/>
                  <a:pt x="435656" y="359804"/>
                  <a:pt x="438770" y="361257"/>
                </a:cubicBezTo>
                <a:cubicBezTo>
                  <a:pt x="441672" y="363000"/>
                  <a:pt x="445107" y="363638"/>
                  <a:pt x="448443" y="363053"/>
                </a:cubicBezTo>
                <a:cubicBezTo>
                  <a:pt x="451413" y="362414"/>
                  <a:pt x="453918" y="360435"/>
                  <a:pt x="455225" y="357692"/>
                </a:cubicBezTo>
                <a:lnTo>
                  <a:pt x="455175" y="357642"/>
                </a:lnTo>
                <a:cubicBezTo>
                  <a:pt x="456715" y="355037"/>
                  <a:pt x="456992" y="351873"/>
                  <a:pt x="455923" y="349041"/>
                </a:cubicBezTo>
                <a:cubicBezTo>
                  <a:pt x="454544" y="345947"/>
                  <a:pt x="452091" y="343456"/>
                  <a:pt x="449017" y="342035"/>
                </a:cubicBezTo>
                <a:cubicBezTo>
                  <a:pt x="446072" y="340253"/>
                  <a:pt x="442589" y="339582"/>
                  <a:pt x="439194" y="340141"/>
                </a:cubicBezTo>
                <a:close/>
                <a:moveTo>
                  <a:pt x="66518" y="332337"/>
                </a:moveTo>
                <a:lnTo>
                  <a:pt x="44204" y="342758"/>
                </a:lnTo>
                <a:lnTo>
                  <a:pt x="45127" y="344753"/>
                </a:lnTo>
                <a:lnTo>
                  <a:pt x="46074" y="346747"/>
                </a:lnTo>
                <a:lnTo>
                  <a:pt x="62155" y="339268"/>
                </a:lnTo>
                <a:lnTo>
                  <a:pt x="50013" y="355249"/>
                </a:lnTo>
                <a:lnTo>
                  <a:pt x="51011" y="357368"/>
                </a:lnTo>
                <a:lnTo>
                  <a:pt x="52008" y="359462"/>
                </a:lnTo>
                <a:lnTo>
                  <a:pt x="74321" y="349066"/>
                </a:lnTo>
                <a:lnTo>
                  <a:pt x="73374" y="347047"/>
                </a:lnTo>
                <a:lnTo>
                  <a:pt x="72452" y="345052"/>
                </a:lnTo>
                <a:lnTo>
                  <a:pt x="56795" y="352357"/>
                </a:lnTo>
                <a:lnTo>
                  <a:pt x="68612" y="336850"/>
                </a:lnTo>
                <a:lnTo>
                  <a:pt x="67565" y="334606"/>
                </a:lnTo>
                <a:close/>
                <a:moveTo>
                  <a:pt x="464749" y="322240"/>
                </a:moveTo>
                <a:lnTo>
                  <a:pt x="460709" y="332761"/>
                </a:lnTo>
                <a:lnTo>
                  <a:pt x="441812" y="325506"/>
                </a:lnTo>
                <a:lnTo>
                  <a:pt x="440964" y="327725"/>
                </a:lnTo>
                <a:lnTo>
                  <a:pt x="440116" y="329919"/>
                </a:lnTo>
                <a:lnTo>
                  <a:pt x="463153" y="338769"/>
                </a:lnTo>
                <a:lnTo>
                  <a:pt x="468837" y="323810"/>
                </a:lnTo>
                <a:lnTo>
                  <a:pt x="466793" y="323038"/>
                </a:lnTo>
                <a:close/>
                <a:moveTo>
                  <a:pt x="62180" y="321392"/>
                </a:moveTo>
                <a:lnTo>
                  <a:pt x="39193" y="330218"/>
                </a:lnTo>
                <a:lnTo>
                  <a:pt x="40041" y="332437"/>
                </a:lnTo>
                <a:lnTo>
                  <a:pt x="40888" y="334631"/>
                </a:lnTo>
                <a:lnTo>
                  <a:pt x="63875" y="325805"/>
                </a:lnTo>
                <a:lnTo>
                  <a:pt x="63028" y="323611"/>
                </a:lnTo>
                <a:close/>
                <a:moveTo>
                  <a:pt x="41113" y="304613"/>
                </a:moveTo>
                <a:lnTo>
                  <a:pt x="39692" y="304987"/>
                </a:lnTo>
                <a:cubicBezTo>
                  <a:pt x="37388" y="305344"/>
                  <a:pt x="35294" y="306533"/>
                  <a:pt x="33808" y="308328"/>
                </a:cubicBezTo>
                <a:cubicBezTo>
                  <a:pt x="32733" y="310138"/>
                  <a:pt x="32524" y="312332"/>
                  <a:pt x="33234" y="314312"/>
                </a:cubicBezTo>
                <a:cubicBezTo>
                  <a:pt x="33613" y="316284"/>
                  <a:pt x="34798" y="318009"/>
                  <a:pt x="36500" y="319073"/>
                </a:cubicBezTo>
                <a:lnTo>
                  <a:pt x="36500" y="319024"/>
                </a:lnTo>
                <a:cubicBezTo>
                  <a:pt x="38355" y="319941"/>
                  <a:pt x="40499" y="320086"/>
                  <a:pt x="42459" y="319423"/>
                </a:cubicBezTo>
                <a:lnTo>
                  <a:pt x="59562" y="314835"/>
                </a:lnTo>
                <a:lnTo>
                  <a:pt x="58939" y="312541"/>
                </a:lnTo>
                <a:lnTo>
                  <a:pt x="58340" y="310273"/>
                </a:lnTo>
                <a:lnTo>
                  <a:pt x="41237" y="314860"/>
                </a:lnTo>
                <a:cubicBezTo>
                  <a:pt x="40370" y="315134"/>
                  <a:pt x="39437" y="315134"/>
                  <a:pt x="38570" y="314860"/>
                </a:cubicBezTo>
                <a:cubicBezTo>
                  <a:pt x="38482" y="314808"/>
                  <a:pt x="38398" y="314748"/>
                  <a:pt x="38315" y="314686"/>
                </a:cubicBezTo>
                <a:cubicBezTo>
                  <a:pt x="37091" y="313748"/>
                  <a:pt x="36859" y="311995"/>
                  <a:pt x="37797" y="310771"/>
                </a:cubicBezTo>
                <a:cubicBezTo>
                  <a:pt x="38660" y="310021"/>
                  <a:pt x="39712" y="309522"/>
                  <a:pt x="40839" y="309325"/>
                </a:cubicBezTo>
                <a:lnTo>
                  <a:pt x="42260" y="308951"/>
                </a:lnTo>
                <a:close/>
                <a:moveTo>
                  <a:pt x="969511" y="299460"/>
                </a:moveTo>
                <a:lnTo>
                  <a:pt x="969424" y="299635"/>
                </a:lnTo>
                <a:lnTo>
                  <a:pt x="969439" y="299539"/>
                </a:lnTo>
                <a:close/>
                <a:moveTo>
                  <a:pt x="456945" y="296684"/>
                </a:moveTo>
                <a:cubicBezTo>
                  <a:pt x="459096" y="296016"/>
                  <a:pt x="461400" y="296016"/>
                  <a:pt x="463551" y="296684"/>
                </a:cubicBezTo>
                <a:cubicBezTo>
                  <a:pt x="465728" y="297098"/>
                  <a:pt x="467715" y="298190"/>
                  <a:pt x="469236" y="299801"/>
                </a:cubicBezTo>
                <a:cubicBezTo>
                  <a:pt x="469550" y="300195"/>
                  <a:pt x="469812" y="300631"/>
                  <a:pt x="470014" y="301095"/>
                </a:cubicBezTo>
                <a:cubicBezTo>
                  <a:pt x="471265" y="303987"/>
                  <a:pt x="469936" y="307350"/>
                  <a:pt x="467042" y="308602"/>
                </a:cubicBezTo>
                <a:cubicBezTo>
                  <a:pt x="464933" y="309272"/>
                  <a:pt x="462669" y="309272"/>
                  <a:pt x="460559" y="308602"/>
                </a:cubicBezTo>
                <a:cubicBezTo>
                  <a:pt x="458346" y="308180"/>
                  <a:pt x="456316" y="307083"/>
                  <a:pt x="454751" y="305460"/>
                </a:cubicBezTo>
                <a:cubicBezTo>
                  <a:pt x="454369" y="305007"/>
                  <a:pt x="454062" y="304498"/>
                  <a:pt x="453843" y="303947"/>
                </a:cubicBezTo>
                <a:cubicBezTo>
                  <a:pt x="452694" y="301085"/>
                  <a:pt x="454082" y="297834"/>
                  <a:pt x="456945" y="296684"/>
                </a:cubicBezTo>
                <a:close/>
                <a:moveTo>
                  <a:pt x="464649" y="292098"/>
                </a:moveTo>
                <a:cubicBezTo>
                  <a:pt x="461365" y="291088"/>
                  <a:pt x="457830" y="291282"/>
                  <a:pt x="454676" y="292646"/>
                </a:cubicBezTo>
                <a:cubicBezTo>
                  <a:pt x="454340" y="292826"/>
                  <a:pt x="454011" y="293023"/>
                  <a:pt x="453694" y="293237"/>
                </a:cubicBezTo>
                <a:cubicBezTo>
                  <a:pt x="448812" y="296538"/>
                  <a:pt x="447533" y="303172"/>
                  <a:pt x="450837" y="308054"/>
                </a:cubicBezTo>
                <a:cubicBezTo>
                  <a:pt x="453001" y="310731"/>
                  <a:pt x="456037" y="312566"/>
                  <a:pt x="459413" y="313240"/>
                </a:cubicBezTo>
                <a:cubicBezTo>
                  <a:pt x="462654" y="314227"/>
                  <a:pt x="466140" y="314015"/>
                  <a:pt x="469236" y="312641"/>
                </a:cubicBezTo>
                <a:cubicBezTo>
                  <a:pt x="471941" y="311275"/>
                  <a:pt x="473876" y="308752"/>
                  <a:pt x="474497" y="305785"/>
                </a:cubicBezTo>
                <a:cubicBezTo>
                  <a:pt x="475367" y="302866"/>
                  <a:pt x="474833" y="299704"/>
                  <a:pt x="473051" y="297234"/>
                </a:cubicBezTo>
                <a:cubicBezTo>
                  <a:pt x="470964" y="294561"/>
                  <a:pt x="467980" y="292733"/>
                  <a:pt x="464649" y="292098"/>
                </a:cubicBezTo>
                <a:close/>
                <a:moveTo>
                  <a:pt x="53678" y="290477"/>
                </a:moveTo>
                <a:lnTo>
                  <a:pt x="29520" y="295189"/>
                </a:lnTo>
                <a:lnTo>
                  <a:pt x="29968" y="297508"/>
                </a:lnTo>
                <a:lnTo>
                  <a:pt x="30417" y="299826"/>
                </a:lnTo>
                <a:lnTo>
                  <a:pt x="54576" y="295139"/>
                </a:lnTo>
                <a:lnTo>
                  <a:pt x="54127" y="292796"/>
                </a:lnTo>
                <a:close/>
                <a:moveTo>
                  <a:pt x="106134" y="290227"/>
                </a:moveTo>
                <a:cubicBezTo>
                  <a:pt x="115376" y="292489"/>
                  <a:pt x="124793" y="293982"/>
                  <a:pt x="134282" y="294690"/>
                </a:cubicBezTo>
                <a:cubicBezTo>
                  <a:pt x="152482" y="295413"/>
                  <a:pt x="178261" y="293867"/>
                  <a:pt x="201846" y="294142"/>
                </a:cubicBezTo>
                <a:cubicBezTo>
                  <a:pt x="205611" y="294840"/>
                  <a:pt x="209002" y="295413"/>
                  <a:pt x="211644" y="295737"/>
                </a:cubicBezTo>
                <a:cubicBezTo>
                  <a:pt x="217977" y="296610"/>
                  <a:pt x="228523" y="297732"/>
                  <a:pt x="233160" y="298230"/>
                </a:cubicBezTo>
                <a:lnTo>
                  <a:pt x="226553" y="324932"/>
                </a:lnTo>
                <a:lnTo>
                  <a:pt x="253006" y="329420"/>
                </a:lnTo>
                <a:lnTo>
                  <a:pt x="279433" y="324932"/>
                </a:lnTo>
                <a:lnTo>
                  <a:pt x="272826" y="298255"/>
                </a:lnTo>
                <a:cubicBezTo>
                  <a:pt x="277463" y="297707"/>
                  <a:pt x="288009" y="296585"/>
                  <a:pt x="294342" y="295762"/>
                </a:cubicBezTo>
                <a:cubicBezTo>
                  <a:pt x="296985" y="295438"/>
                  <a:pt x="300375" y="294865"/>
                  <a:pt x="304165" y="294167"/>
                </a:cubicBezTo>
                <a:cubicBezTo>
                  <a:pt x="327750" y="293892"/>
                  <a:pt x="353504" y="295438"/>
                  <a:pt x="371729" y="294715"/>
                </a:cubicBezTo>
                <a:lnTo>
                  <a:pt x="371829" y="294690"/>
                </a:lnTo>
                <a:cubicBezTo>
                  <a:pt x="381311" y="293980"/>
                  <a:pt x="390717" y="292489"/>
                  <a:pt x="399952" y="290227"/>
                </a:cubicBezTo>
                <a:cubicBezTo>
                  <a:pt x="399952" y="290227"/>
                  <a:pt x="391699" y="303491"/>
                  <a:pt x="382250" y="309973"/>
                </a:cubicBezTo>
                <a:cubicBezTo>
                  <a:pt x="345846" y="320497"/>
                  <a:pt x="308478" y="327345"/>
                  <a:pt x="270707" y="330417"/>
                </a:cubicBezTo>
                <a:lnTo>
                  <a:pt x="277862" y="359038"/>
                </a:lnTo>
                <a:lnTo>
                  <a:pt x="252931" y="364423"/>
                </a:lnTo>
                <a:lnTo>
                  <a:pt x="227999" y="359038"/>
                </a:lnTo>
                <a:lnTo>
                  <a:pt x="235155" y="330417"/>
                </a:lnTo>
                <a:cubicBezTo>
                  <a:pt x="197458" y="327330"/>
                  <a:pt x="160168" y="320482"/>
                  <a:pt x="123836" y="309973"/>
                </a:cubicBezTo>
                <a:cubicBezTo>
                  <a:pt x="114387" y="303491"/>
                  <a:pt x="106134" y="290227"/>
                  <a:pt x="106134" y="290227"/>
                </a:cubicBezTo>
                <a:close/>
                <a:moveTo>
                  <a:pt x="939002" y="276427"/>
                </a:moveTo>
                <a:cubicBezTo>
                  <a:pt x="945174" y="276427"/>
                  <a:pt x="945521" y="287292"/>
                  <a:pt x="947694" y="287292"/>
                </a:cubicBezTo>
                <a:cubicBezTo>
                  <a:pt x="950866" y="287035"/>
                  <a:pt x="953977" y="286272"/>
                  <a:pt x="956907" y="285032"/>
                </a:cubicBezTo>
                <a:cubicBezTo>
                  <a:pt x="960468" y="284821"/>
                  <a:pt x="964038" y="284821"/>
                  <a:pt x="967599" y="285032"/>
                </a:cubicBezTo>
                <a:cubicBezTo>
                  <a:pt x="969337" y="285032"/>
                  <a:pt x="971336" y="285380"/>
                  <a:pt x="971336" y="286771"/>
                </a:cubicBezTo>
                <a:cubicBezTo>
                  <a:pt x="971687" y="288839"/>
                  <a:pt x="971383" y="290966"/>
                  <a:pt x="970467" y="292854"/>
                </a:cubicBezTo>
                <a:lnTo>
                  <a:pt x="969439" y="299539"/>
                </a:lnTo>
                <a:lnTo>
                  <a:pt x="964817" y="304589"/>
                </a:lnTo>
                <a:cubicBezTo>
                  <a:pt x="964122" y="305719"/>
                  <a:pt x="960732" y="306501"/>
                  <a:pt x="960036" y="308152"/>
                </a:cubicBezTo>
                <a:cubicBezTo>
                  <a:pt x="958472" y="312063"/>
                  <a:pt x="958472" y="315628"/>
                  <a:pt x="956647" y="317801"/>
                </a:cubicBezTo>
                <a:cubicBezTo>
                  <a:pt x="954821" y="319973"/>
                  <a:pt x="952735" y="320582"/>
                  <a:pt x="949867" y="322407"/>
                </a:cubicBezTo>
                <a:cubicBezTo>
                  <a:pt x="946999" y="324233"/>
                  <a:pt x="943956" y="322581"/>
                  <a:pt x="942045" y="323102"/>
                </a:cubicBezTo>
                <a:cubicBezTo>
                  <a:pt x="938812" y="325017"/>
                  <a:pt x="935331" y="326480"/>
                  <a:pt x="931701" y="327449"/>
                </a:cubicBezTo>
                <a:cubicBezTo>
                  <a:pt x="925356" y="327449"/>
                  <a:pt x="919358" y="324580"/>
                  <a:pt x="919358" y="317279"/>
                </a:cubicBezTo>
                <a:cubicBezTo>
                  <a:pt x="919358" y="315541"/>
                  <a:pt x="920662" y="311368"/>
                  <a:pt x="920662" y="309630"/>
                </a:cubicBezTo>
                <a:cubicBezTo>
                  <a:pt x="920662" y="307891"/>
                  <a:pt x="918837" y="305284"/>
                  <a:pt x="918837" y="303546"/>
                </a:cubicBezTo>
                <a:cubicBezTo>
                  <a:pt x="918837" y="301807"/>
                  <a:pt x="922053" y="298504"/>
                  <a:pt x="922575" y="296418"/>
                </a:cubicBezTo>
                <a:cubicBezTo>
                  <a:pt x="923599" y="290010"/>
                  <a:pt x="926978" y="284215"/>
                  <a:pt x="932049" y="280165"/>
                </a:cubicBezTo>
                <a:cubicBezTo>
                  <a:pt x="934396" y="278947"/>
                  <a:pt x="937264" y="276427"/>
                  <a:pt x="939002" y="276427"/>
                </a:cubicBezTo>
                <a:close/>
                <a:moveTo>
                  <a:pt x="50811" y="267166"/>
                </a:moveTo>
                <a:lnTo>
                  <a:pt x="26378" y="270183"/>
                </a:lnTo>
                <a:lnTo>
                  <a:pt x="28473" y="287336"/>
                </a:lnTo>
                <a:lnTo>
                  <a:pt x="30642" y="287086"/>
                </a:lnTo>
                <a:lnTo>
                  <a:pt x="32811" y="286812"/>
                </a:lnTo>
                <a:lnTo>
                  <a:pt x="31290" y="274346"/>
                </a:lnTo>
                <a:lnTo>
                  <a:pt x="37647" y="273549"/>
                </a:lnTo>
                <a:lnTo>
                  <a:pt x="38994" y="284543"/>
                </a:lnTo>
                <a:lnTo>
                  <a:pt x="41113" y="284294"/>
                </a:lnTo>
                <a:lnTo>
                  <a:pt x="43207" y="284045"/>
                </a:lnTo>
                <a:lnTo>
                  <a:pt x="41861" y="273050"/>
                </a:lnTo>
                <a:lnTo>
                  <a:pt x="47046" y="272402"/>
                </a:lnTo>
                <a:lnTo>
                  <a:pt x="48493" y="284244"/>
                </a:lnTo>
                <a:lnTo>
                  <a:pt x="50686" y="283995"/>
                </a:lnTo>
                <a:lnTo>
                  <a:pt x="52831" y="283721"/>
                </a:lnTo>
                <a:close/>
                <a:moveTo>
                  <a:pt x="462854" y="263003"/>
                </a:moveTo>
                <a:cubicBezTo>
                  <a:pt x="460505" y="262968"/>
                  <a:pt x="458236" y="263865"/>
                  <a:pt x="456546" y="265496"/>
                </a:cubicBezTo>
                <a:cubicBezTo>
                  <a:pt x="452781" y="269772"/>
                  <a:pt x="452781" y="276179"/>
                  <a:pt x="456546" y="280455"/>
                </a:cubicBezTo>
                <a:cubicBezTo>
                  <a:pt x="461847" y="284912"/>
                  <a:pt x="469356" y="285618"/>
                  <a:pt x="475394" y="282225"/>
                </a:cubicBezTo>
                <a:cubicBezTo>
                  <a:pt x="477862" y="280512"/>
                  <a:pt x="479393" y="277747"/>
                  <a:pt x="479533" y="274745"/>
                </a:cubicBezTo>
                <a:cubicBezTo>
                  <a:pt x="479817" y="272143"/>
                  <a:pt x="478720" y="269580"/>
                  <a:pt x="476641" y="267989"/>
                </a:cubicBezTo>
                <a:lnTo>
                  <a:pt x="476267" y="267789"/>
                </a:lnTo>
                <a:lnTo>
                  <a:pt x="479483" y="267590"/>
                </a:lnTo>
                <a:lnTo>
                  <a:pt x="479707" y="264474"/>
                </a:lnTo>
                <a:lnTo>
                  <a:pt x="466469" y="263327"/>
                </a:lnTo>
                <a:lnTo>
                  <a:pt x="465646" y="272776"/>
                </a:lnTo>
                <a:lnTo>
                  <a:pt x="469884" y="273150"/>
                </a:lnTo>
                <a:lnTo>
                  <a:pt x="470333" y="267814"/>
                </a:lnTo>
                <a:cubicBezTo>
                  <a:pt x="471390" y="268129"/>
                  <a:pt x="472378" y="268637"/>
                  <a:pt x="473250" y="269310"/>
                </a:cubicBezTo>
                <a:cubicBezTo>
                  <a:pt x="474611" y="270370"/>
                  <a:pt x="475327" y="272058"/>
                  <a:pt x="475145" y="273773"/>
                </a:cubicBezTo>
                <a:cubicBezTo>
                  <a:pt x="475118" y="275645"/>
                  <a:pt x="474190" y="277391"/>
                  <a:pt x="472652" y="278460"/>
                </a:cubicBezTo>
                <a:cubicBezTo>
                  <a:pt x="470660" y="279520"/>
                  <a:pt x="468376" y="279906"/>
                  <a:pt x="466145" y="279557"/>
                </a:cubicBezTo>
                <a:cubicBezTo>
                  <a:pt x="463866" y="279490"/>
                  <a:pt x="461669" y="278685"/>
                  <a:pt x="459887" y="277263"/>
                </a:cubicBezTo>
                <a:cubicBezTo>
                  <a:pt x="458471" y="276017"/>
                  <a:pt x="457760" y="274150"/>
                  <a:pt x="457992" y="272277"/>
                </a:cubicBezTo>
                <a:cubicBezTo>
                  <a:pt x="458092" y="271075"/>
                  <a:pt x="458623" y="269951"/>
                  <a:pt x="459488" y="269111"/>
                </a:cubicBezTo>
                <a:cubicBezTo>
                  <a:pt x="460251" y="268268"/>
                  <a:pt x="461320" y="267767"/>
                  <a:pt x="462455" y="267715"/>
                </a:cubicBezTo>
                <a:close/>
                <a:moveTo>
                  <a:pt x="122314" y="255348"/>
                </a:moveTo>
                <a:cubicBezTo>
                  <a:pt x="127465" y="256308"/>
                  <a:pt x="132683" y="256874"/>
                  <a:pt x="137921" y="257044"/>
                </a:cubicBezTo>
                <a:cubicBezTo>
                  <a:pt x="141636" y="257193"/>
                  <a:pt x="146224" y="257044"/>
                  <a:pt x="151459" y="257044"/>
                </a:cubicBezTo>
                <a:cubicBezTo>
                  <a:pt x="156121" y="256894"/>
                  <a:pt x="161407" y="256894"/>
                  <a:pt x="166967" y="256894"/>
                </a:cubicBezTo>
                <a:cubicBezTo>
                  <a:pt x="173424" y="256894"/>
                  <a:pt x="181577" y="256969"/>
                  <a:pt x="190377" y="257492"/>
                </a:cubicBezTo>
                <a:cubicBezTo>
                  <a:pt x="198684" y="259973"/>
                  <a:pt x="207134" y="261938"/>
                  <a:pt x="215683" y="263376"/>
                </a:cubicBezTo>
                <a:cubicBezTo>
                  <a:pt x="221604" y="264216"/>
                  <a:pt x="227578" y="264625"/>
                  <a:pt x="233559" y="264598"/>
                </a:cubicBezTo>
                <a:lnTo>
                  <a:pt x="227525" y="290252"/>
                </a:lnTo>
                <a:lnTo>
                  <a:pt x="252457" y="293194"/>
                </a:lnTo>
                <a:lnTo>
                  <a:pt x="252731" y="293194"/>
                </a:lnTo>
                <a:lnTo>
                  <a:pt x="253055" y="293194"/>
                </a:lnTo>
                <a:lnTo>
                  <a:pt x="278161" y="290202"/>
                </a:lnTo>
                <a:lnTo>
                  <a:pt x="272128" y="264548"/>
                </a:lnTo>
                <a:cubicBezTo>
                  <a:pt x="278109" y="264575"/>
                  <a:pt x="284082" y="264167"/>
                  <a:pt x="290003" y="263326"/>
                </a:cubicBezTo>
                <a:cubicBezTo>
                  <a:pt x="298585" y="261918"/>
                  <a:pt x="307069" y="259976"/>
                  <a:pt x="315409" y="257517"/>
                </a:cubicBezTo>
                <a:cubicBezTo>
                  <a:pt x="324209" y="256919"/>
                  <a:pt x="332362" y="256919"/>
                  <a:pt x="338819" y="256919"/>
                </a:cubicBezTo>
                <a:cubicBezTo>
                  <a:pt x="344354" y="256919"/>
                  <a:pt x="349664" y="257069"/>
                  <a:pt x="354327" y="257069"/>
                </a:cubicBezTo>
                <a:cubicBezTo>
                  <a:pt x="359587" y="257069"/>
                  <a:pt x="364175" y="257069"/>
                  <a:pt x="367864" y="257069"/>
                </a:cubicBezTo>
                <a:lnTo>
                  <a:pt x="367864" y="257044"/>
                </a:lnTo>
                <a:cubicBezTo>
                  <a:pt x="373103" y="256874"/>
                  <a:pt x="378321" y="256308"/>
                  <a:pt x="383472" y="255348"/>
                </a:cubicBezTo>
                <a:cubicBezTo>
                  <a:pt x="379243" y="260973"/>
                  <a:pt x="374202" y="265939"/>
                  <a:pt x="368513" y="270083"/>
                </a:cubicBezTo>
                <a:cubicBezTo>
                  <a:pt x="361564" y="274042"/>
                  <a:pt x="354282" y="277378"/>
                  <a:pt x="346748" y="280055"/>
                </a:cubicBezTo>
                <a:cubicBezTo>
                  <a:pt x="329305" y="285094"/>
                  <a:pt x="311559" y="289016"/>
                  <a:pt x="293619" y="291798"/>
                </a:cubicBezTo>
                <a:cubicBezTo>
                  <a:pt x="285441" y="292845"/>
                  <a:pt x="270058" y="294466"/>
                  <a:pt x="269909" y="294466"/>
                </a:cubicBezTo>
                <a:lnTo>
                  <a:pt x="267615" y="294690"/>
                </a:lnTo>
                <a:lnTo>
                  <a:pt x="274272" y="321691"/>
                </a:lnTo>
                <a:lnTo>
                  <a:pt x="252806" y="325331"/>
                </a:lnTo>
                <a:lnTo>
                  <a:pt x="231315" y="321691"/>
                </a:lnTo>
                <a:lnTo>
                  <a:pt x="237996" y="294690"/>
                </a:lnTo>
                <a:lnTo>
                  <a:pt x="235678" y="294466"/>
                </a:lnTo>
                <a:cubicBezTo>
                  <a:pt x="235528" y="294441"/>
                  <a:pt x="220145" y="292845"/>
                  <a:pt x="211968" y="291798"/>
                </a:cubicBezTo>
                <a:cubicBezTo>
                  <a:pt x="194095" y="289003"/>
                  <a:pt x="176416" y="285082"/>
                  <a:pt x="159038" y="280055"/>
                </a:cubicBezTo>
                <a:cubicBezTo>
                  <a:pt x="151504" y="277378"/>
                  <a:pt x="144222" y="274042"/>
                  <a:pt x="137273" y="270083"/>
                </a:cubicBezTo>
                <a:cubicBezTo>
                  <a:pt x="131584" y="265939"/>
                  <a:pt x="126543" y="260973"/>
                  <a:pt x="122314" y="255348"/>
                </a:cubicBezTo>
                <a:close/>
                <a:moveTo>
                  <a:pt x="1054951" y="255044"/>
                </a:moveTo>
                <a:cubicBezTo>
                  <a:pt x="1057211" y="254696"/>
                  <a:pt x="1058341" y="257217"/>
                  <a:pt x="1061906" y="256609"/>
                </a:cubicBezTo>
                <a:cubicBezTo>
                  <a:pt x="1063035" y="256522"/>
                  <a:pt x="1067294" y="260259"/>
                  <a:pt x="1068946" y="260259"/>
                </a:cubicBezTo>
                <a:cubicBezTo>
                  <a:pt x="1071231" y="260916"/>
                  <a:pt x="1073622" y="261123"/>
                  <a:pt x="1075986" y="260868"/>
                </a:cubicBezTo>
                <a:cubicBezTo>
                  <a:pt x="1078072" y="260607"/>
                  <a:pt x="1081288" y="263040"/>
                  <a:pt x="1082940" y="263040"/>
                </a:cubicBezTo>
                <a:cubicBezTo>
                  <a:pt x="1084962" y="262892"/>
                  <a:pt x="1086969" y="262572"/>
                  <a:pt x="1088937" y="262085"/>
                </a:cubicBezTo>
                <a:cubicBezTo>
                  <a:pt x="1092500" y="261389"/>
                  <a:pt x="1100498" y="271037"/>
                  <a:pt x="1103192" y="274688"/>
                </a:cubicBezTo>
                <a:lnTo>
                  <a:pt x="1102410" y="274861"/>
                </a:lnTo>
                <a:cubicBezTo>
                  <a:pt x="1103850" y="276547"/>
                  <a:pt x="1105103" y="278383"/>
                  <a:pt x="1106147" y="280337"/>
                </a:cubicBezTo>
                <a:cubicBezTo>
                  <a:pt x="1106655" y="282686"/>
                  <a:pt x="1106655" y="285116"/>
                  <a:pt x="1106147" y="287464"/>
                </a:cubicBezTo>
                <a:cubicBezTo>
                  <a:pt x="1104930" y="291290"/>
                  <a:pt x="1102671" y="292333"/>
                  <a:pt x="1101106" y="294071"/>
                </a:cubicBezTo>
                <a:cubicBezTo>
                  <a:pt x="1099542" y="295809"/>
                  <a:pt x="1098933" y="299982"/>
                  <a:pt x="1097194" y="302068"/>
                </a:cubicBezTo>
                <a:cubicBezTo>
                  <a:pt x="1095855" y="304022"/>
                  <a:pt x="1094311" y="305829"/>
                  <a:pt x="1092588" y="307456"/>
                </a:cubicBezTo>
                <a:cubicBezTo>
                  <a:pt x="1090191" y="309101"/>
                  <a:pt x="1087460" y="310200"/>
                  <a:pt x="1084591" y="310672"/>
                </a:cubicBezTo>
                <a:cubicBezTo>
                  <a:pt x="1082679" y="310672"/>
                  <a:pt x="1079724" y="310151"/>
                  <a:pt x="1077811" y="310672"/>
                </a:cubicBezTo>
                <a:cubicBezTo>
                  <a:pt x="1074509" y="311542"/>
                  <a:pt x="1073031" y="314062"/>
                  <a:pt x="1070684" y="314062"/>
                </a:cubicBezTo>
                <a:cubicBezTo>
                  <a:pt x="1068337" y="314062"/>
                  <a:pt x="1065990" y="311889"/>
                  <a:pt x="1065121" y="308151"/>
                </a:cubicBezTo>
                <a:cubicBezTo>
                  <a:pt x="1065121" y="306240"/>
                  <a:pt x="1066077" y="302675"/>
                  <a:pt x="1065121" y="300329"/>
                </a:cubicBezTo>
                <a:cubicBezTo>
                  <a:pt x="1063013" y="296934"/>
                  <a:pt x="1061098" y="293422"/>
                  <a:pt x="1059384" y="289811"/>
                </a:cubicBezTo>
                <a:cubicBezTo>
                  <a:pt x="1059211" y="285553"/>
                  <a:pt x="1054778" y="283466"/>
                  <a:pt x="1054778" y="280685"/>
                </a:cubicBezTo>
                <a:cubicBezTo>
                  <a:pt x="1054790" y="277117"/>
                  <a:pt x="1053862" y="273609"/>
                  <a:pt x="1052083" y="270516"/>
                </a:cubicBezTo>
                <a:cubicBezTo>
                  <a:pt x="1051471" y="268437"/>
                  <a:pt x="1051657" y="266206"/>
                  <a:pt x="1052605" y="264258"/>
                </a:cubicBezTo>
                <a:cubicBezTo>
                  <a:pt x="1053996" y="262345"/>
                  <a:pt x="1052083" y="257217"/>
                  <a:pt x="1054951" y="255044"/>
                </a:cubicBezTo>
                <a:close/>
                <a:moveTo>
                  <a:pt x="40739" y="246223"/>
                </a:moveTo>
                <a:lnTo>
                  <a:pt x="46149" y="246223"/>
                </a:lnTo>
                <a:lnTo>
                  <a:pt x="46149" y="251459"/>
                </a:lnTo>
                <a:cubicBezTo>
                  <a:pt x="46199" y="252426"/>
                  <a:pt x="45964" y="253389"/>
                  <a:pt x="45476" y="254226"/>
                </a:cubicBezTo>
                <a:cubicBezTo>
                  <a:pt x="45049" y="254842"/>
                  <a:pt x="44329" y="255186"/>
                  <a:pt x="43581" y="255124"/>
                </a:cubicBezTo>
                <a:cubicBezTo>
                  <a:pt x="42771" y="255191"/>
                  <a:pt x="41973" y="254890"/>
                  <a:pt x="41412" y="254301"/>
                </a:cubicBezTo>
                <a:cubicBezTo>
                  <a:pt x="40883" y="253518"/>
                  <a:pt x="40647" y="252573"/>
                  <a:pt x="40739" y="251633"/>
                </a:cubicBezTo>
                <a:close/>
                <a:moveTo>
                  <a:pt x="30043" y="245899"/>
                </a:moveTo>
                <a:lnTo>
                  <a:pt x="36600" y="246024"/>
                </a:lnTo>
                <a:lnTo>
                  <a:pt x="36600" y="251658"/>
                </a:lnTo>
                <a:cubicBezTo>
                  <a:pt x="36650" y="252668"/>
                  <a:pt x="36368" y="253666"/>
                  <a:pt x="35803" y="254501"/>
                </a:cubicBezTo>
                <a:cubicBezTo>
                  <a:pt x="35214" y="255149"/>
                  <a:pt x="34354" y="255483"/>
                  <a:pt x="33484" y="255398"/>
                </a:cubicBezTo>
                <a:cubicBezTo>
                  <a:pt x="32514" y="255453"/>
                  <a:pt x="31564" y="255099"/>
                  <a:pt x="30866" y="254426"/>
                </a:cubicBezTo>
                <a:cubicBezTo>
                  <a:pt x="30238" y="253638"/>
                  <a:pt x="29944" y="252636"/>
                  <a:pt x="30043" y="251634"/>
                </a:cubicBezTo>
                <a:close/>
                <a:moveTo>
                  <a:pt x="25929" y="241287"/>
                </a:moveTo>
                <a:lnTo>
                  <a:pt x="25929" y="243556"/>
                </a:lnTo>
                <a:lnTo>
                  <a:pt x="25905" y="251559"/>
                </a:lnTo>
                <a:cubicBezTo>
                  <a:pt x="25695" y="253828"/>
                  <a:pt x="26356" y="256089"/>
                  <a:pt x="27749" y="257892"/>
                </a:cubicBezTo>
                <a:cubicBezTo>
                  <a:pt x="29245" y="259423"/>
                  <a:pt x="31322" y="260238"/>
                  <a:pt x="33459" y="260136"/>
                </a:cubicBezTo>
                <a:cubicBezTo>
                  <a:pt x="35294" y="260268"/>
                  <a:pt x="37079" y="259485"/>
                  <a:pt x="38221" y="258041"/>
                </a:cubicBezTo>
                <a:cubicBezTo>
                  <a:pt x="38557" y="257615"/>
                  <a:pt x="38834" y="257146"/>
                  <a:pt x="39043" y="256645"/>
                </a:cubicBezTo>
                <a:cubicBezTo>
                  <a:pt x="40013" y="258490"/>
                  <a:pt x="41948" y="259620"/>
                  <a:pt x="44030" y="259562"/>
                </a:cubicBezTo>
                <a:cubicBezTo>
                  <a:pt x="45753" y="259684"/>
                  <a:pt x="47443" y="259036"/>
                  <a:pt x="48642" y="257792"/>
                </a:cubicBezTo>
                <a:cubicBezTo>
                  <a:pt x="49831" y="256361"/>
                  <a:pt x="50445" y="254538"/>
                  <a:pt x="50362" y="252681"/>
                </a:cubicBezTo>
                <a:lnTo>
                  <a:pt x="50537" y="243980"/>
                </a:lnTo>
                <a:lnTo>
                  <a:pt x="50537" y="241736"/>
                </a:lnTo>
                <a:close/>
                <a:moveTo>
                  <a:pt x="455474" y="236899"/>
                </a:moveTo>
                <a:lnTo>
                  <a:pt x="455474" y="239592"/>
                </a:lnTo>
                <a:lnTo>
                  <a:pt x="455474" y="242260"/>
                </a:lnTo>
                <a:lnTo>
                  <a:pt x="466269" y="246299"/>
                </a:lnTo>
                <a:lnTo>
                  <a:pt x="455773" y="251285"/>
                </a:lnTo>
                <a:lnTo>
                  <a:pt x="455773" y="254102"/>
                </a:lnTo>
                <a:lnTo>
                  <a:pt x="455773" y="256919"/>
                </a:lnTo>
                <a:lnTo>
                  <a:pt x="470732" y="248468"/>
                </a:lnTo>
                <a:lnTo>
                  <a:pt x="479982" y="248144"/>
                </a:lnTo>
                <a:lnTo>
                  <a:pt x="479982" y="245775"/>
                </a:lnTo>
                <a:lnTo>
                  <a:pt x="479982" y="243431"/>
                </a:lnTo>
                <a:lnTo>
                  <a:pt x="470632" y="243756"/>
                </a:lnTo>
                <a:close/>
                <a:moveTo>
                  <a:pt x="368438" y="216480"/>
                </a:moveTo>
                <a:cubicBezTo>
                  <a:pt x="364347" y="222566"/>
                  <a:pt x="359383" y="228019"/>
                  <a:pt x="353704" y="232661"/>
                </a:cubicBezTo>
                <a:cubicBezTo>
                  <a:pt x="347112" y="238278"/>
                  <a:pt x="339809" y="243005"/>
                  <a:pt x="331988" y="246722"/>
                </a:cubicBezTo>
                <a:cubicBezTo>
                  <a:pt x="318341" y="252803"/>
                  <a:pt x="303945" y="257036"/>
                  <a:pt x="289181" y="259313"/>
                </a:cubicBezTo>
                <a:cubicBezTo>
                  <a:pt x="283060" y="260148"/>
                  <a:pt x="276885" y="260539"/>
                  <a:pt x="270707" y="260484"/>
                </a:cubicBezTo>
                <a:lnTo>
                  <a:pt x="266892" y="260484"/>
                </a:lnTo>
                <a:lnTo>
                  <a:pt x="273075" y="286737"/>
                </a:lnTo>
                <a:lnTo>
                  <a:pt x="253130" y="289230"/>
                </a:lnTo>
                <a:lnTo>
                  <a:pt x="252881" y="289230"/>
                </a:lnTo>
                <a:lnTo>
                  <a:pt x="252606" y="289230"/>
                </a:lnTo>
                <a:lnTo>
                  <a:pt x="232661" y="286737"/>
                </a:lnTo>
                <a:lnTo>
                  <a:pt x="238869" y="260534"/>
                </a:lnTo>
                <a:lnTo>
                  <a:pt x="235055" y="260534"/>
                </a:lnTo>
                <a:cubicBezTo>
                  <a:pt x="228877" y="260591"/>
                  <a:pt x="222701" y="260200"/>
                  <a:pt x="216580" y="259362"/>
                </a:cubicBezTo>
                <a:cubicBezTo>
                  <a:pt x="201814" y="257094"/>
                  <a:pt x="187418" y="252858"/>
                  <a:pt x="173773" y="246772"/>
                </a:cubicBezTo>
                <a:cubicBezTo>
                  <a:pt x="165930" y="243055"/>
                  <a:pt x="158612" y="238318"/>
                  <a:pt x="152008" y="232686"/>
                </a:cubicBezTo>
                <a:cubicBezTo>
                  <a:pt x="146338" y="228059"/>
                  <a:pt x="141390" y="222613"/>
                  <a:pt x="137323" y="216530"/>
                </a:cubicBezTo>
                <a:cubicBezTo>
                  <a:pt x="142758" y="217353"/>
                  <a:pt x="150761" y="218275"/>
                  <a:pt x="152731" y="218275"/>
                </a:cubicBezTo>
                <a:lnTo>
                  <a:pt x="158715" y="218550"/>
                </a:lnTo>
                <a:cubicBezTo>
                  <a:pt x="165970" y="218874"/>
                  <a:pt x="175394" y="219323"/>
                  <a:pt x="186837" y="220021"/>
                </a:cubicBezTo>
                <a:cubicBezTo>
                  <a:pt x="187859" y="220594"/>
                  <a:pt x="188907" y="221142"/>
                  <a:pt x="189979" y="221691"/>
                </a:cubicBezTo>
                <a:cubicBezTo>
                  <a:pt x="199959" y="226745"/>
                  <a:pt x="210682" y="230170"/>
                  <a:pt x="221741" y="231838"/>
                </a:cubicBezTo>
                <a:cubicBezTo>
                  <a:pt x="223624" y="232102"/>
                  <a:pt x="225523" y="232227"/>
                  <a:pt x="227426" y="232212"/>
                </a:cubicBezTo>
                <a:cubicBezTo>
                  <a:pt x="230044" y="232212"/>
                  <a:pt x="232562" y="232013"/>
                  <a:pt x="234407" y="231838"/>
                </a:cubicBezTo>
                <a:lnTo>
                  <a:pt x="228922" y="254650"/>
                </a:lnTo>
                <a:lnTo>
                  <a:pt x="253005" y="256171"/>
                </a:lnTo>
                <a:lnTo>
                  <a:pt x="277064" y="254650"/>
                </a:lnTo>
                <a:lnTo>
                  <a:pt x="271604" y="231838"/>
                </a:lnTo>
                <a:cubicBezTo>
                  <a:pt x="273424" y="232013"/>
                  <a:pt x="276067" y="232212"/>
                  <a:pt x="278560" y="232212"/>
                </a:cubicBezTo>
                <a:cubicBezTo>
                  <a:pt x="280462" y="232229"/>
                  <a:pt x="282362" y="232105"/>
                  <a:pt x="284245" y="231838"/>
                </a:cubicBezTo>
                <a:cubicBezTo>
                  <a:pt x="295312" y="230165"/>
                  <a:pt x="306042" y="226740"/>
                  <a:pt x="316032" y="221691"/>
                </a:cubicBezTo>
                <a:lnTo>
                  <a:pt x="319174" y="220021"/>
                </a:lnTo>
                <a:cubicBezTo>
                  <a:pt x="330617" y="219323"/>
                  <a:pt x="340016" y="218874"/>
                  <a:pt x="347296" y="218550"/>
                </a:cubicBezTo>
                <a:lnTo>
                  <a:pt x="353255" y="218275"/>
                </a:lnTo>
                <a:lnTo>
                  <a:pt x="353006" y="218226"/>
                </a:lnTo>
                <a:cubicBezTo>
                  <a:pt x="355000" y="218126"/>
                  <a:pt x="362978" y="217303"/>
                  <a:pt x="368438" y="216480"/>
                </a:cubicBezTo>
                <a:close/>
                <a:moveTo>
                  <a:pt x="1030007" y="204632"/>
                </a:moveTo>
                <a:cubicBezTo>
                  <a:pt x="1027826" y="204476"/>
                  <a:pt x="1025636" y="204772"/>
                  <a:pt x="1023574" y="205501"/>
                </a:cubicBezTo>
                <a:cubicBezTo>
                  <a:pt x="1021054" y="207066"/>
                  <a:pt x="1018620" y="206196"/>
                  <a:pt x="1016970" y="207674"/>
                </a:cubicBezTo>
                <a:cubicBezTo>
                  <a:pt x="1015460" y="208928"/>
                  <a:pt x="1013795" y="209980"/>
                  <a:pt x="1012014" y="210803"/>
                </a:cubicBezTo>
                <a:cubicBezTo>
                  <a:pt x="1007603" y="212360"/>
                  <a:pt x="1003305" y="214219"/>
                  <a:pt x="999150" y="216366"/>
                </a:cubicBezTo>
                <a:cubicBezTo>
                  <a:pt x="996671" y="217618"/>
                  <a:pt x="995144" y="220196"/>
                  <a:pt x="995239" y="222972"/>
                </a:cubicBezTo>
                <a:cubicBezTo>
                  <a:pt x="995330" y="226006"/>
                  <a:pt x="997768" y="228444"/>
                  <a:pt x="1000802" y="228534"/>
                </a:cubicBezTo>
                <a:cubicBezTo>
                  <a:pt x="1004219" y="228059"/>
                  <a:pt x="1007536" y="227031"/>
                  <a:pt x="1010624" y="225493"/>
                </a:cubicBezTo>
                <a:cubicBezTo>
                  <a:pt x="1013926" y="223493"/>
                  <a:pt x="1015578" y="220973"/>
                  <a:pt x="1019838" y="218365"/>
                </a:cubicBezTo>
                <a:cubicBezTo>
                  <a:pt x="1022708" y="216494"/>
                  <a:pt x="1025285" y="214209"/>
                  <a:pt x="1027487" y="211586"/>
                </a:cubicBezTo>
                <a:cubicBezTo>
                  <a:pt x="1029137" y="208717"/>
                  <a:pt x="1031310" y="204632"/>
                  <a:pt x="1030007" y="204632"/>
                </a:cubicBezTo>
                <a:close/>
                <a:moveTo>
                  <a:pt x="1335352" y="190638"/>
                </a:moveTo>
                <a:cubicBezTo>
                  <a:pt x="1331922" y="190952"/>
                  <a:pt x="1328522" y="191533"/>
                  <a:pt x="1325182" y="192376"/>
                </a:cubicBezTo>
                <a:cubicBezTo>
                  <a:pt x="1323766" y="193833"/>
                  <a:pt x="1322905" y="195739"/>
                  <a:pt x="1322748" y="197765"/>
                </a:cubicBezTo>
                <a:cubicBezTo>
                  <a:pt x="1322499" y="199486"/>
                  <a:pt x="1322772" y="201242"/>
                  <a:pt x="1323531" y="202807"/>
                </a:cubicBezTo>
                <a:cubicBezTo>
                  <a:pt x="1326399" y="203762"/>
                  <a:pt x="1330485" y="204719"/>
                  <a:pt x="1332223" y="203762"/>
                </a:cubicBezTo>
                <a:lnTo>
                  <a:pt x="1332310" y="203762"/>
                </a:lnTo>
                <a:cubicBezTo>
                  <a:pt x="1335669" y="201449"/>
                  <a:pt x="1337808" y="197746"/>
                  <a:pt x="1338134" y="193680"/>
                </a:cubicBezTo>
                <a:cubicBezTo>
                  <a:pt x="1338154" y="193527"/>
                  <a:pt x="1338160" y="193374"/>
                  <a:pt x="1338154" y="193221"/>
                </a:cubicBezTo>
                <a:cubicBezTo>
                  <a:pt x="1338093" y="191733"/>
                  <a:pt x="1336839" y="190577"/>
                  <a:pt x="1335352" y="190638"/>
                </a:cubicBezTo>
                <a:close/>
                <a:moveTo>
                  <a:pt x="1365773" y="181598"/>
                </a:moveTo>
                <a:cubicBezTo>
                  <a:pt x="1363340" y="182294"/>
                  <a:pt x="1361601" y="184206"/>
                  <a:pt x="1357864" y="184206"/>
                </a:cubicBezTo>
                <a:cubicBezTo>
                  <a:pt x="1356038" y="186292"/>
                  <a:pt x="1356821" y="190290"/>
                  <a:pt x="1356907" y="192116"/>
                </a:cubicBezTo>
                <a:cubicBezTo>
                  <a:pt x="1356995" y="193941"/>
                  <a:pt x="1360645" y="196548"/>
                  <a:pt x="1361775" y="196548"/>
                </a:cubicBezTo>
                <a:cubicBezTo>
                  <a:pt x="1365547" y="195887"/>
                  <a:pt x="1368777" y="193465"/>
                  <a:pt x="1370467" y="190029"/>
                </a:cubicBezTo>
                <a:lnTo>
                  <a:pt x="1370815" y="190029"/>
                </a:lnTo>
                <a:cubicBezTo>
                  <a:pt x="1371037" y="187833"/>
                  <a:pt x="1371037" y="185619"/>
                  <a:pt x="1370815" y="183424"/>
                </a:cubicBezTo>
                <a:cubicBezTo>
                  <a:pt x="1370467" y="181163"/>
                  <a:pt x="1368207" y="180902"/>
                  <a:pt x="1365773" y="181598"/>
                </a:cubicBezTo>
                <a:close/>
                <a:moveTo>
                  <a:pt x="1047913" y="171602"/>
                </a:moveTo>
                <a:cubicBezTo>
                  <a:pt x="1050513" y="172247"/>
                  <a:pt x="1053024" y="173210"/>
                  <a:pt x="1055387" y="174471"/>
                </a:cubicBezTo>
                <a:cubicBezTo>
                  <a:pt x="1057126" y="174471"/>
                  <a:pt x="1062341" y="173342"/>
                  <a:pt x="1064079" y="174471"/>
                </a:cubicBezTo>
                <a:cubicBezTo>
                  <a:pt x="1068422" y="176720"/>
                  <a:pt x="1072528" y="179398"/>
                  <a:pt x="1076335" y="182468"/>
                </a:cubicBezTo>
                <a:cubicBezTo>
                  <a:pt x="1077753" y="185755"/>
                  <a:pt x="1078886" y="189157"/>
                  <a:pt x="1079725" y="192637"/>
                </a:cubicBezTo>
                <a:cubicBezTo>
                  <a:pt x="1080612" y="195199"/>
                  <a:pt x="1080612" y="197985"/>
                  <a:pt x="1079725" y="200547"/>
                </a:cubicBezTo>
                <a:cubicBezTo>
                  <a:pt x="1076086" y="203860"/>
                  <a:pt x="1072633" y="207371"/>
                  <a:pt x="1069381" y="211064"/>
                </a:cubicBezTo>
                <a:lnTo>
                  <a:pt x="1069033" y="211064"/>
                </a:lnTo>
                <a:cubicBezTo>
                  <a:pt x="1067569" y="214064"/>
                  <a:pt x="1065914" y="216967"/>
                  <a:pt x="1064079" y="219756"/>
                </a:cubicBezTo>
                <a:cubicBezTo>
                  <a:pt x="1058132" y="228887"/>
                  <a:pt x="1052705" y="238348"/>
                  <a:pt x="1047825" y="248092"/>
                </a:cubicBezTo>
                <a:cubicBezTo>
                  <a:pt x="1045638" y="251275"/>
                  <a:pt x="1043257" y="254323"/>
                  <a:pt x="1040697" y="257218"/>
                </a:cubicBezTo>
                <a:cubicBezTo>
                  <a:pt x="1039193" y="258407"/>
                  <a:pt x="1037157" y="258674"/>
                  <a:pt x="1035395" y="257913"/>
                </a:cubicBezTo>
                <a:cubicBezTo>
                  <a:pt x="1034092" y="257391"/>
                  <a:pt x="1030355" y="259999"/>
                  <a:pt x="1030355" y="263563"/>
                </a:cubicBezTo>
                <a:cubicBezTo>
                  <a:pt x="1030199" y="267087"/>
                  <a:pt x="1030762" y="270606"/>
                  <a:pt x="1032006" y="273906"/>
                </a:cubicBezTo>
                <a:cubicBezTo>
                  <a:pt x="1033050" y="289215"/>
                  <a:pt x="1033050" y="304577"/>
                  <a:pt x="1032006" y="319886"/>
                </a:cubicBezTo>
                <a:cubicBezTo>
                  <a:pt x="1031253" y="325332"/>
                  <a:pt x="1028051" y="330134"/>
                  <a:pt x="1023314" y="332924"/>
                </a:cubicBezTo>
                <a:cubicBezTo>
                  <a:pt x="1020793" y="334141"/>
                  <a:pt x="1017230" y="340746"/>
                  <a:pt x="1014014" y="342224"/>
                </a:cubicBezTo>
                <a:cubicBezTo>
                  <a:pt x="1010798" y="343702"/>
                  <a:pt x="1007060" y="346657"/>
                  <a:pt x="1005322" y="346657"/>
                </a:cubicBezTo>
                <a:cubicBezTo>
                  <a:pt x="1003645" y="346483"/>
                  <a:pt x="1002171" y="345468"/>
                  <a:pt x="1001411" y="343962"/>
                </a:cubicBezTo>
                <a:cubicBezTo>
                  <a:pt x="1000628" y="342919"/>
                  <a:pt x="997239" y="342398"/>
                  <a:pt x="995326" y="341268"/>
                </a:cubicBezTo>
                <a:cubicBezTo>
                  <a:pt x="993414" y="340138"/>
                  <a:pt x="992545" y="338574"/>
                  <a:pt x="990545" y="337531"/>
                </a:cubicBezTo>
                <a:cubicBezTo>
                  <a:pt x="987648" y="336768"/>
                  <a:pt x="984929" y="335438"/>
                  <a:pt x="982549" y="333620"/>
                </a:cubicBezTo>
                <a:cubicBezTo>
                  <a:pt x="980549" y="331707"/>
                  <a:pt x="980203" y="328925"/>
                  <a:pt x="978203" y="325449"/>
                </a:cubicBezTo>
                <a:cubicBezTo>
                  <a:pt x="975422" y="320495"/>
                  <a:pt x="966121" y="315714"/>
                  <a:pt x="965948" y="312932"/>
                </a:cubicBezTo>
                <a:cubicBezTo>
                  <a:pt x="965773" y="310151"/>
                  <a:pt x="972900" y="309717"/>
                  <a:pt x="973770" y="309717"/>
                </a:cubicBezTo>
                <a:cubicBezTo>
                  <a:pt x="979681" y="309542"/>
                  <a:pt x="983679" y="313714"/>
                  <a:pt x="985330" y="313714"/>
                </a:cubicBezTo>
                <a:cubicBezTo>
                  <a:pt x="991241" y="313714"/>
                  <a:pt x="994109" y="311542"/>
                  <a:pt x="994631" y="302850"/>
                </a:cubicBezTo>
                <a:cubicBezTo>
                  <a:pt x="994631" y="301112"/>
                  <a:pt x="994631" y="297026"/>
                  <a:pt x="994631" y="295288"/>
                </a:cubicBezTo>
                <a:cubicBezTo>
                  <a:pt x="994277" y="291849"/>
                  <a:pt x="994277" y="288384"/>
                  <a:pt x="994631" y="284945"/>
                </a:cubicBezTo>
                <a:cubicBezTo>
                  <a:pt x="994797" y="280300"/>
                  <a:pt x="995349" y="275677"/>
                  <a:pt x="996282" y="271125"/>
                </a:cubicBezTo>
                <a:cubicBezTo>
                  <a:pt x="996282" y="269734"/>
                  <a:pt x="994978" y="266431"/>
                  <a:pt x="993762" y="266431"/>
                </a:cubicBezTo>
                <a:cubicBezTo>
                  <a:pt x="990893" y="267126"/>
                  <a:pt x="988025" y="264345"/>
                  <a:pt x="986286" y="264345"/>
                </a:cubicBezTo>
                <a:cubicBezTo>
                  <a:pt x="984548" y="264345"/>
                  <a:pt x="982114" y="265388"/>
                  <a:pt x="980376" y="265388"/>
                </a:cubicBezTo>
                <a:cubicBezTo>
                  <a:pt x="977196" y="265455"/>
                  <a:pt x="974017" y="265164"/>
                  <a:pt x="970902" y="264519"/>
                </a:cubicBezTo>
                <a:cubicBezTo>
                  <a:pt x="969581" y="263740"/>
                  <a:pt x="968429" y="262706"/>
                  <a:pt x="967512" y="261477"/>
                </a:cubicBezTo>
                <a:cubicBezTo>
                  <a:pt x="966601" y="259243"/>
                  <a:pt x="965959" y="256909"/>
                  <a:pt x="965599" y="254523"/>
                </a:cubicBezTo>
                <a:cubicBezTo>
                  <a:pt x="965165" y="253915"/>
                  <a:pt x="964644" y="250785"/>
                  <a:pt x="963948" y="250785"/>
                </a:cubicBezTo>
                <a:cubicBezTo>
                  <a:pt x="963774" y="248787"/>
                  <a:pt x="963079" y="245484"/>
                  <a:pt x="963079" y="243484"/>
                </a:cubicBezTo>
                <a:cubicBezTo>
                  <a:pt x="963079" y="241486"/>
                  <a:pt x="961340" y="237835"/>
                  <a:pt x="960732" y="232794"/>
                </a:cubicBezTo>
                <a:cubicBezTo>
                  <a:pt x="960124" y="227752"/>
                  <a:pt x="958472" y="224537"/>
                  <a:pt x="958472" y="219060"/>
                </a:cubicBezTo>
                <a:cubicBezTo>
                  <a:pt x="957777" y="210803"/>
                  <a:pt x="957777" y="206805"/>
                  <a:pt x="957777" y="205153"/>
                </a:cubicBezTo>
                <a:cubicBezTo>
                  <a:pt x="958298" y="195332"/>
                  <a:pt x="964122" y="193159"/>
                  <a:pt x="966469" y="189421"/>
                </a:cubicBezTo>
                <a:cubicBezTo>
                  <a:pt x="968989" y="188031"/>
                  <a:pt x="971423" y="185510"/>
                  <a:pt x="974465" y="185858"/>
                </a:cubicBezTo>
                <a:cubicBezTo>
                  <a:pt x="977508" y="186206"/>
                  <a:pt x="978377" y="187335"/>
                  <a:pt x="981592" y="189595"/>
                </a:cubicBezTo>
                <a:cubicBezTo>
                  <a:pt x="982806" y="191037"/>
                  <a:pt x="983938" y="192546"/>
                  <a:pt x="984982" y="194115"/>
                </a:cubicBezTo>
                <a:cubicBezTo>
                  <a:pt x="990162" y="193736"/>
                  <a:pt x="995200" y="192255"/>
                  <a:pt x="999759" y="189769"/>
                </a:cubicBezTo>
                <a:cubicBezTo>
                  <a:pt x="1002019" y="188552"/>
                  <a:pt x="1006886" y="188552"/>
                  <a:pt x="1010710" y="186813"/>
                </a:cubicBezTo>
                <a:cubicBezTo>
                  <a:pt x="1013221" y="185469"/>
                  <a:pt x="1015916" y="184503"/>
                  <a:pt x="1018707" y="183945"/>
                </a:cubicBezTo>
                <a:cubicBezTo>
                  <a:pt x="1020445" y="183945"/>
                  <a:pt x="1020967" y="183250"/>
                  <a:pt x="1024965" y="182120"/>
                </a:cubicBezTo>
                <a:cubicBezTo>
                  <a:pt x="1028079" y="181649"/>
                  <a:pt x="1031047" y="180491"/>
                  <a:pt x="1033657" y="178730"/>
                </a:cubicBezTo>
                <a:cubicBezTo>
                  <a:pt x="1035483" y="177426"/>
                  <a:pt x="1037134" y="176383"/>
                  <a:pt x="1038612" y="175514"/>
                </a:cubicBezTo>
                <a:cubicBezTo>
                  <a:pt x="1040006" y="174659"/>
                  <a:pt x="1041457" y="173905"/>
                  <a:pt x="1042958" y="173254"/>
                </a:cubicBezTo>
                <a:cubicBezTo>
                  <a:pt x="1044290" y="172008"/>
                  <a:pt x="1046099" y="171405"/>
                  <a:pt x="1047913" y="171602"/>
                </a:cubicBezTo>
                <a:close/>
                <a:moveTo>
                  <a:pt x="1332744" y="157348"/>
                </a:moveTo>
                <a:cubicBezTo>
                  <a:pt x="1330658" y="159434"/>
                  <a:pt x="1324052" y="157348"/>
                  <a:pt x="1324052" y="163345"/>
                </a:cubicBezTo>
                <a:cubicBezTo>
                  <a:pt x="1324139" y="166301"/>
                  <a:pt x="1322923" y="170212"/>
                  <a:pt x="1325009" y="172037"/>
                </a:cubicBezTo>
                <a:cubicBezTo>
                  <a:pt x="1325009" y="172037"/>
                  <a:pt x="1326660" y="175948"/>
                  <a:pt x="1328746" y="174297"/>
                </a:cubicBezTo>
                <a:cubicBezTo>
                  <a:pt x="1332919" y="171168"/>
                  <a:pt x="1338134" y="169864"/>
                  <a:pt x="1338655" y="164910"/>
                </a:cubicBezTo>
                <a:lnTo>
                  <a:pt x="1339089" y="164649"/>
                </a:lnTo>
                <a:cubicBezTo>
                  <a:pt x="1339872" y="157956"/>
                  <a:pt x="1338220" y="156044"/>
                  <a:pt x="1332744" y="157348"/>
                </a:cubicBezTo>
                <a:close/>
                <a:moveTo>
                  <a:pt x="1379680" y="144571"/>
                </a:moveTo>
                <a:cubicBezTo>
                  <a:pt x="1372293" y="146918"/>
                  <a:pt x="1360385" y="146570"/>
                  <a:pt x="1359776" y="152393"/>
                </a:cubicBezTo>
                <a:cubicBezTo>
                  <a:pt x="1359515" y="155435"/>
                  <a:pt x="1359515" y="160650"/>
                  <a:pt x="1362644" y="161780"/>
                </a:cubicBezTo>
                <a:cubicBezTo>
                  <a:pt x="1366137" y="162659"/>
                  <a:pt x="1369766" y="162865"/>
                  <a:pt x="1373336" y="162389"/>
                </a:cubicBezTo>
                <a:cubicBezTo>
                  <a:pt x="1376713" y="159825"/>
                  <a:pt x="1379205" y="156269"/>
                  <a:pt x="1380462" y="152220"/>
                </a:cubicBezTo>
                <a:cubicBezTo>
                  <a:pt x="1380462" y="150394"/>
                  <a:pt x="1380550" y="145353"/>
                  <a:pt x="1379680" y="144571"/>
                </a:cubicBezTo>
                <a:close/>
                <a:moveTo>
                  <a:pt x="1663732" y="142572"/>
                </a:moveTo>
                <a:cubicBezTo>
                  <a:pt x="1666004" y="143001"/>
                  <a:pt x="1668061" y="144197"/>
                  <a:pt x="1669556" y="145962"/>
                </a:cubicBezTo>
                <a:cubicBezTo>
                  <a:pt x="1672598" y="149178"/>
                  <a:pt x="1675901" y="150743"/>
                  <a:pt x="1678248" y="154045"/>
                </a:cubicBezTo>
                <a:cubicBezTo>
                  <a:pt x="1679593" y="156531"/>
                  <a:pt x="1680476" y="159240"/>
                  <a:pt x="1680855" y="162042"/>
                </a:cubicBezTo>
                <a:cubicBezTo>
                  <a:pt x="1681377" y="163954"/>
                  <a:pt x="1684245" y="166301"/>
                  <a:pt x="1684245" y="167344"/>
                </a:cubicBezTo>
                <a:cubicBezTo>
                  <a:pt x="1683636" y="174819"/>
                  <a:pt x="1678161" y="174645"/>
                  <a:pt x="1670772" y="179860"/>
                </a:cubicBezTo>
                <a:cubicBezTo>
                  <a:pt x="1666723" y="182065"/>
                  <a:pt x="1663125" y="185014"/>
                  <a:pt x="1660169" y="188552"/>
                </a:cubicBezTo>
                <a:cubicBezTo>
                  <a:pt x="1657843" y="190911"/>
                  <a:pt x="1655063" y="192773"/>
                  <a:pt x="1651998" y="194028"/>
                </a:cubicBezTo>
                <a:cubicBezTo>
                  <a:pt x="1643740" y="197591"/>
                  <a:pt x="1636352" y="197244"/>
                  <a:pt x="1635745" y="205414"/>
                </a:cubicBezTo>
                <a:cubicBezTo>
                  <a:pt x="1635136" y="213584"/>
                  <a:pt x="1639656" y="210282"/>
                  <a:pt x="1639656" y="218974"/>
                </a:cubicBezTo>
                <a:cubicBezTo>
                  <a:pt x="1639267" y="221244"/>
                  <a:pt x="1638344" y="223389"/>
                  <a:pt x="1636961" y="225232"/>
                </a:cubicBezTo>
                <a:cubicBezTo>
                  <a:pt x="1635673" y="226880"/>
                  <a:pt x="1634916" y="228880"/>
                  <a:pt x="1634788" y="230968"/>
                </a:cubicBezTo>
                <a:cubicBezTo>
                  <a:pt x="1634766" y="233104"/>
                  <a:pt x="1634197" y="235199"/>
                  <a:pt x="1633137" y="237053"/>
                </a:cubicBezTo>
                <a:cubicBezTo>
                  <a:pt x="1632185" y="239055"/>
                  <a:pt x="1631794" y="241278"/>
                  <a:pt x="1632007" y="243484"/>
                </a:cubicBezTo>
                <a:cubicBezTo>
                  <a:pt x="1631833" y="251481"/>
                  <a:pt x="1630530" y="258174"/>
                  <a:pt x="1632876" y="260173"/>
                </a:cubicBezTo>
                <a:cubicBezTo>
                  <a:pt x="1642879" y="259365"/>
                  <a:pt x="1652920" y="259133"/>
                  <a:pt x="1662950" y="259478"/>
                </a:cubicBezTo>
                <a:cubicBezTo>
                  <a:pt x="1666600" y="259478"/>
                  <a:pt x="1668079" y="257044"/>
                  <a:pt x="1670773" y="256436"/>
                </a:cubicBezTo>
                <a:cubicBezTo>
                  <a:pt x="1673226" y="255892"/>
                  <a:pt x="1675735" y="255629"/>
                  <a:pt x="1678248" y="255653"/>
                </a:cubicBezTo>
                <a:cubicBezTo>
                  <a:pt x="1681032" y="256128"/>
                  <a:pt x="1683767" y="256855"/>
                  <a:pt x="1686419" y="257827"/>
                </a:cubicBezTo>
                <a:cubicBezTo>
                  <a:pt x="1689198" y="259087"/>
                  <a:pt x="1691872" y="260570"/>
                  <a:pt x="1694414" y="262259"/>
                </a:cubicBezTo>
                <a:cubicBezTo>
                  <a:pt x="1697370" y="264345"/>
                  <a:pt x="1702672" y="265476"/>
                  <a:pt x="1704845" y="270951"/>
                </a:cubicBezTo>
                <a:cubicBezTo>
                  <a:pt x="1705509" y="273268"/>
                  <a:pt x="1705831" y="275669"/>
                  <a:pt x="1705801" y="278079"/>
                </a:cubicBezTo>
                <a:lnTo>
                  <a:pt x="1704323" y="278252"/>
                </a:lnTo>
                <a:cubicBezTo>
                  <a:pt x="1704327" y="279222"/>
                  <a:pt x="1704700" y="280155"/>
                  <a:pt x="1705366" y="280860"/>
                </a:cubicBezTo>
                <a:cubicBezTo>
                  <a:pt x="1706010" y="282024"/>
                  <a:pt x="1706255" y="283368"/>
                  <a:pt x="1706062" y="284684"/>
                </a:cubicBezTo>
                <a:cubicBezTo>
                  <a:pt x="1705656" y="286908"/>
                  <a:pt x="1704766" y="289014"/>
                  <a:pt x="1703454" y="290856"/>
                </a:cubicBezTo>
                <a:cubicBezTo>
                  <a:pt x="1702063" y="293029"/>
                  <a:pt x="1700325" y="296158"/>
                  <a:pt x="1698239" y="296158"/>
                </a:cubicBezTo>
                <a:cubicBezTo>
                  <a:pt x="1692676" y="296331"/>
                  <a:pt x="1689895" y="296853"/>
                  <a:pt x="1688069" y="296766"/>
                </a:cubicBezTo>
                <a:cubicBezTo>
                  <a:pt x="1686244" y="296679"/>
                  <a:pt x="1680855" y="294854"/>
                  <a:pt x="1677031" y="294854"/>
                </a:cubicBezTo>
                <a:cubicBezTo>
                  <a:pt x="1673206" y="294854"/>
                  <a:pt x="1670512" y="295897"/>
                  <a:pt x="1665732" y="295810"/>
                </a:cubicBezTo>
                <a:cubicBezTo>
                  <a:pt x="1660951" y="295723"/>
                  <a:pt x="1652346" y="294854"/>
                  <a:pt x="1647044" y="294245"/>
                </a:cubicBezTo>
                <a:cubicBezTo>
                  <a:pt x="1643655" y="293811"/>
                  <a:pt x="1633050" y="294680"/>
                  <a:pt x="1629660" y="294245"/>
                </a:cubicBezTo>
                <a:cubicBezTo>
                  <a:pt x="1623829" y="293699"/>
                  <a:pt x="1617947" y="294169"/>
                  <a:pt x="1612276" y="295636"/>
                </a:cubicBezTo>
                <a:lnTo>
                  <a:pt x="1595674" y="297983"/>
                </a:lnTo>
                <a:cubicBezTo>
                  <a:pt x="1589765" y="298852"/>
                  <a:pt x="1582116" y="297548"/>
                  <a:pt x="1576813" y="297548"/>
                </a:cubicBezTo>
                <a:cubicBezTo>
                  <a:pt x="1565441" y="298609"/>
                  <a:pt x="1554220" y="300911"/>
                  <a:pt x="1543349" y="304415"/>
                </a:cubicBezTo>
                <a:cubicBezTo>
                  <a:pt x="1529529" y="309195"/>
                  <a:pt x="1505366" y="320408"/>
                  <a:pt x="1502324" y="320061"/>
                </a:cubicBezTo>
                <a:cubicBezTo>
                  <a:pt x="1499281" y="319713"/>
                  <a:pt x="1492850" y="311108"/>
                  <a:pt x="1486678" y="305284"/>
                </a:cubicBezTo>
                <a:cubicBezTo>
                  <a:pt x="1486156" y="302410"/>
                  <a:pt x="1486156" y="299466"/>
                  <a:pt x="1486678" y="296592"/>
                </a:cubicBezTo>
                <a:cubicBezTo>
                  <a:pt x="1487250" y="293033"/>
                  <a:pt x="1486923" y="289387"/>
                  <a:pt x="1485722" y="285988"/>
                </a:cubicBezTo>
                <a:cubicBezTo>
                  <a:pt x="1488069" y="281903"/>
                  <a:pt x="1501715" y="276861"/>
                  <a:pt x="1503106" y="276514"/>
                </a:cubicBezTo>
                <a:cubicBezTo>
                  <a:pt x="1504496" y="276166"/>
                  <a:pt x="1509886" y="278252"/>
                  <a:pt x="1513188" y="277470"/>
                </a:cubicBezTo>
                <a:cubicBezTo>
                  <a:pt x="1514927" y="277036"/>
                  <a:pt x="1527270" y="271994"/>
                  <a:pt x="1534049" y="269560"/>
                </a:cubicBezTo>
                <a:cubicBezTo>
                  <a:pt x="1536744" y="268691"/>
                  <a:pt x="1540655" y="268517"/>
                  <a:pt x="1542741" y="267909"/>
                </a:cubicBezTo>
                <a:cubicBezTo>
                  <a:pt x="1549172" y="265910"/>
                  <a:pt x="1558647" y="261129"/>
                  <a:pt x="1565601" y="258348"/>
                </a:cubicBezTo>
                <a:cubicBezTo>
                  <a:pt x="1580464" y="252437"/>
                  <a:pt x="1581246" y="234533"/>
                  <a:pt x="1583506" y="227752"/>
                </a:cubicBezTo>
                <a:cubicBezTo>
                  <a:pt x="1584698" y="224464"/>
                  <a:pt x="1585315" y="220994"/>
                  <a:pt x="1585332" y="217496"/>
                </a:cubicBezTo>
                <a:cubicBezTo>
                  <a:pt x="1585418" y="214106"/>
                  <a:pt x="1585157" y="210021"/>
                  <a:pt x="1583506" y="209412"/>
                </a:cubicBezTo>
                <a:cubicBezTo>
                  <a:pt x="1580578" y="209661"/>
                  <a:pt x="1577673" y="210127"/>
                  <a:pt x="1574814" y="210803"/>
                </a:cubicBezTo>
                <a:cubicBezTo>
                  <a:pt x="1571154" y="212061"/>
                  <a:pt x="1567225" y="212331"/>
                  <a:pt x="1563428" y="211586"/>
                </a:cubicBezTo>
                <a:cubicBezTo>
                  <a:pt x="1559951" y="209934"/>
                  <a:pt x="1560472" y="205849"/>
                  <a:pt x="1559951" y="201242"/>
                </a:cubicBezTo>
                <a:cubicBezTo>
                  <a:pt x="1558839" y="196568"/>
                  <a:pt x="1556498" y="192278"/>
                  <a:pt x="1553171" y="188813"/>
                </a:cubicBezTo>
                <a:cubicBezTo>
                  <a:pt x="1551867" y="185648"/>
                  <a:pt x="1551274" y="182236"/>
                  <a:pt x="1551433" y="178817"/>
                </a:cubicBezTo>
                <a:cubicBezTo>
                  <a:pt x="1551519" y="176992"/>
                  <a:pt x="1550564" y="170995"/>
                  <a:pt x="1550564" y="169170"/>
                </a:cubicBezTo>
                <a:cubicBezTo>
                  <a:pt x="1550564" y="164389"/>
                  <a:pt x="1555084" y="164041"/>
                  <a:pt x="1559256" y="161955"/>
                </a:cubicBezTo>
                <a:cubicBezTo>
                  <a:pt x="1564425" y="162858"/>
                  <a:pt x="1569534" y="164077"/>
                  <a:pt x="1574554" y="165605"/>
                </a:cubicBezTo>
                <a:cubicBezTo>
                  <a:pt x="1586828" y="164276"/>
                  <a:pt x="1599017" y="162244"/>
                  <a:pt x="1611060" y="159521"/>
                </a:cubicBezTo>
                <a:cubicBezTo>
                  <a:pt x="1613754" y="158913"/>
                  <a:pt x="1616709" y="157956"/>
                  <a:pt x="1617405" y="157783"/>
                </a:cubicBezTo>
                <a:cubicBezTo>
                  <a:pt x="1618100" y="157609"/>
                  <a:pt x="1620620" y="156479"/>
                  <a:pt x="1621924" y="156045"/>
                </a:cubicBezTo>
                <a:cubicBezTo>
                  <a:pt x="1631461" y="153247"/>
                  <a:pt x="1640648" y="149368"/>
                  <a:pt x="1649304" y="144485"/>
                </a:cubicBezTo>
                <a:cubicBezTo>
                  <a:pt x="1651788" y="143630"/>
                  <a:pt x="1654422" y="143305"/>
                  <a:pt x="1657040" y="143528"/>
                </a:cubicBezTo>
                <a:cubicBezTo>
                  <a:pt x="1659287" y="143336"/>
                  <a:pt x="1661521" y="143016"/>
                  <a:pt x="1663732" y="142572"/>
                </a:cubicBezTo>
                <a:close/>
                <a:moveTo>
                  <a:pt x="1279202" y="132489"/>
                </a:moveTo>
                <a:cubicBezTo>
                  <a:pt x="1283462" y="129969"/>
                  <a:pt x="1285634" y="139356"/>
                  <a:pt x="1287025" y="142746"/>
                </a:cubicBezTo>
                <a:cubicBezTo>
                  <a:pt x="1287807" y="144397"/>
                  <a:pt x="1285461" y="150829"/>
                  <a:pt x="1285199" y="153089"/>
                </a:cubicBezTo>
                <a:cubicBezTo>
                  <a:pt x="1284939" y="155349"/>
                  <a:pt x="1281636" y="158130"/>
                  <a:pt x="1281636" y="164910"/>
                </a:cubicBezTo>
                <a:cubicBezTo>
                  <a:pt x="1281723" y="167952"/>
                  <a:pt x="1278942" y="170212"/>
                  <a:pt x="1275204" y="173602"/>
                </a:cubicBezTo>
                <a:cubicBezTo>
                  <a:pt x="1271381" y="177299"/>
                  <a:pt x="1267810" y="181249"/>
                  <a:pt x="1264514" y="185422"/>
                </a:cubicBezTo>
                <a:cubicBezTo>
                  <a:pt x="1262771" y="189571"/>
                  <a:pt x="1262376" y="194163"/>
                  <a:pt x="1263383" y="198547"/>
                </a:cubicBezTo>
                <a:cubicBezTo>
                  <a:pt x="1263383" y="200025"/>
                  <a:pt x="1261558" y="204719"/>
                  <a:pt x="1264165" y="207239"/>
                </a:cubicBezTo>
                <a:cubicBezTo>
                  <a:pt x="1266773" y="209761"/>
                  <a:pt x="1269641" y="207066"/>
                  <a:pt x="1271119" y="207239"/>
                </a:cubicBezTo>
                <a:cubicBezTo>
                  <a:pt x="1272597" y="207414"/>
                  <a:pt x="1271641" y="210368"/>
                  <a:pt x="1273379" y="213584"/>
                </a:cubicBezTo>
                <a:cubicBezTo>
                  <a:pt x="1276595" y="219756"/>
                  <a:pt x="1277638" y="220712"/>
                  <a:pt x="1277638" y="223754"/>
                </a:cubicBezTo>
                <a:cubicBezTo>
                  <a:pt x="1277550" y="225493"/>
                  <a:pt x="1277550" y="226970"/>
                  <a:pt x="1276161" y="227839"/>
                </a:cubicBezTo>
                <a:cubicBezTo>
                  <a:pt x="1268110" y="232691"/>
                  <a:pt x="1261250" y="239285"/>
                  <a:pt x="1256082" y="247135"/>
                </a:cubicBezTo>
                <a:cubicBezTo>
                  <a:pt x="1255511" y="249804"/>
                  <a:pt x="1255848" y="252588"/>
                  <a:pt x="1257038" y="255045"/>
                </a:cubicBezTo>
                <a:cubicBezTo>
                  <a:pt x="1258689" y="255045"/>
                  <a:pt x="1262861" y="255045"/>
                  <a:pt x="1264687" y="255045"/>
                </a:cubicBezTo>
                <a:lnTo>
                  <a:pt x="1264426" y="255566"/>
                </a:lnTo>
                <a:cubicBezTo>
                  <a:pt x="1267155" y="256320"/>
                  <a:pt x="1269583" y="257898"/>
                  <a:pt x="1271380" y="260086"/>
                </a:cubicBezTo>
                <a:cubicBezTo>
                  <a:pt x="1272630" y="262389"/>
                  <a:pt x="1273343" y="264944"/>
                  <a:pt x="1273466" y="267561"/>
                </a:cubicBezTo>
                <a:cubicBezTo>
                  <a:pt x="1272162" y="278600"/>
                  <a:pt x="1262601" y="285466"/>
                  <a:pt x="1253909" y="291029"/>
                </a:cubicBezTo>
                <a:cubicBezTo>
                  <a:pt x="1245217" y="296592"/>
                  <a:pt x="1229484" y="302676"/>
                  <a:pt x="1222010" y="306935"/>
                </a:cubicBezTo>
                <a:cubicBezTo>
                  <a:pt x="1215838" y="310499"/>
                  <a:pt x="1210016" y="319365"/>
                  <a:pt x="1206451" y="320842"/>
                </a:cubicBezTo>
                <a:cubicBezTo>
                  <a:pt x="1206451" y="320842"/>
                  <a:pt x="1202192" y="322233"/>
                  <a:pt x="1200281" y="320842"/>
                </a:cubicBezTo>
                <a:cubicBezTo>
                  <a:pt x="1197447" y="319819"/>
                  <a:pt x="1194541" y="319005"/>
                  <a:pt x="1191589" y="318408"/>
                </a:cubicBezTo>
                <a:cubicBezTo>
                  <a:pt x="1188633" y="317452"/>
                  <a:pt x="1190024" y="313280"/>
                  <a:pt x="1187851" y="310760"/>
                </a:cubicBezTo>
                <a:cubicBezTo>
                  <a:pt x="1185580" y="308547"/>
                  <a:pt x="1183750" y="305921"/>
                  <a:pt x="1182462" y="303024"/>
                </a:cubicBezTo>
                <a:cubicBezTo>
                  <a:pt x="1180647" y="298560"/>
                  <a:pt x="1179816" y="293757"/>
                  <a:pt x="1180028" y="288943"/>
                </a:cubicBezTo>
                <a:cubicBezTo>
                  <a:pt x="1182620" y="282805"/>
                  <a:pt x="1187616" y="277999"/>
                  <a:pt x="1193848" y="275644"/>
                </a:cubicBezTo>
                <a:cubicBezTo>
                  <a:pt x="1196592" y="273854"/>
                  <a:pt x="1199233" y="271909"/>
                  <a:pt x="1201758" y="269821"/>
                </a:cubicBezTo>
                <a:cubicBezTo>
                  <a:pt x="1204174" y="268480"/>
                  <a:pt x="1206141" y="266453"/>
                  <a:pt x="1207408" y="263997"/>
                </a:cubicBezTo>
                <a:cubicBezTo>
                  <a:pt x="1208162" y="262193"/>
                  <a:pt x="1208660" y="260291"/>
                  <a:pt x="1208885" y="258347"/>
                </a:cubicBezTo>
                <a:cubicBezTo>
                  <a:pt x="1209059" y="255393"/>
                  <a:pt x="1210537" y="253220"/>
                  <a:pt x="1210536" y="251046"/>
                </a:cubicBezTo>
                <a:cubicBezTo>
                  <a:pt x="1210297" y="248881"/>
                  <a:pt x="1209385" y="246844"/>
                  <a:pt x="1207929" y="245223"/>
                </a:cubicBezTo>
                <a:cubicBezTo>
                  <a:pt x="1206524" y="243796"/>
                  <a:pt x="1205455" y="242073"/>
                  <a:pt x="1204799" y="240182"/>
                </a:cubicBezTo>
                <a:cubicBezTo>
                  <a:pt x="1204799" y="240095"/>
                  <a:pt x="1198542" y="232880"/>
                  <a:pt x="1198541" y="229317"/>
                </a:cubicBezTo>
                <a:cubicBezTo>
                  <a:pt x="1198748" y="223825"/>
                  <a:pt x="1203056" y="219369"/>
                  <a:pt x="1208537" y="218974"/>
                </a:cubicBezTo>
                <a:cubicBezTo>
                  <a:pt x="1210276" y="218278"/>
                  <a:pt x="1213491" y="218974"/>
                  <a:pt x="1215230" y="218974"/>
                </a:cubicBezTo>
                <a:cubicBezTo>
                  <a:pt x="1219402" y="218626"/>
                  <a:pt x="1222358" y="214627"/>
                  <a:pt x="1224618" y="211238"/>
                </a:cubicBezTo>
                <a:cubicBezTo>
                  <a:pt x="1225825" y="206575"/>
                  <a:pt x="1226524" y="201796"/>
                  <a:pt x="1226703" y="196983"/>
                </a:cubicBezTo>
                <a:cubicBezTo>
                  <a:pt x="1228094" y="192116"/>
                  <a:pt x="1222271" y="191333"/>
                  <a:pt x="1219402" y="190203"/>
                </a:cubicBezTo>
                <a:cubicBezTo>
                  <a:pt x="1216643" y="188811"/>
                  <a:pt x="1213724" y="187760"/>
                  <a:pt x="1210710" y="187074"/>
                </a:cubicBezTo>
                <a:cubicBezTo>
                  <a:pt x="1208364" y="186901"/>
                  <a:pt x="1206364" y="184119"/>
                  <a:pt x="1205235" y="181077"/>
                </a:cubicBezTo>
                <a:cubicBezTo>
                  <a:pt x="1204105" y="178035"/>
                  <a:pt x="1203148" y="178991"/>
                  <a:pt x="1200715" y="178035"/>
                </a:cubicBezTo>
                <a:cubicBezTo>
                  <a:pt x="1198280" y="177078"/>
                  <a:pt x="1198280" y="168822"/>
                  <a:pt x="1198280" y="167865"/>
                </a:cubicBezTo>
                <a:cubicBezTo>
                  <a:pt x="1198280" y="166909"/>
                  <a:pt x="1200802" y="165866"/>
                  <a:pt x="1202974" y="164910"/>
                </a:cubicBezTo>
                <a:cubicBezTo>
                  <a:pt x="1205148" y="163954"/>
                  <a:pt x="1205148" y="162389"/>
                  <a:pt x="1206538" y="159434"/>
                </a:cubicBezTo>
                <a:cubicBezTo>
                  <a:pt x="1207929" y="156479"/>
                  <a:pt x="1211145" y="155783"/>
                  <a:pt x="1214100" y="155001"/>
                </a:cubicBezTo>
                <a:cubicBezTo>
                  <a:pt x="1217421" y="154806"/>
                  <a:pt x="1220730" y="154428"/>
                  <a:pt x="1224009" y="153872"/>
                </a:cubicBezTo>
                <a:cubicBezTo>
                  <a:pt x="1237915" y="148222"/>
                  <a:pt x="1253648" y="132664"/>
                  <a:pt x="1266947" y="133359"/>
                </a:cubicBezTo>
                <a:cubicBezTo>
                  <a:pt x="1273726" y="133793"/>
                  <a:pt x="1276507" y="133968"/>
                  <a:pt x="1279202" y="132489"/>
                </a:cubicBezTo>
                <a:close/>
                <a:moveTo>
                  <a:pt x="1879117" y="132142"/>
                </a:moveTo>
                <a:cubicBezTo>
                  <a:pt x="1882333" y="132663"/>
                  <a:pt x="1890938" y="131186"/>
                  <a:pt x="1891720" y="132663"/>
                </a:cubicBezTo>
                <a:cubicBezTo>
                  <a:pt x="1894219" y="136325"/>
                  <a:pt x="1897719" y="139191"/>
                  <a:pt x="1901803" y="140920"/>
                </a:cubicBezTo>
                <a:cubicBezTo>
                  <a:pt x="1905193" y="142659"/>
                  <a:pt x="1903715" y="145006"/>
                  <a:pt x="1904150" y="148047"/>
                </a:cubicBezTo>
                <a:cubicBezTo>
                  <a:pt x="1904584" y="151090"/>
                  <a:pt x="1906497" y="152307"/>
                  <a:pt x="1905540" y="154914"/>
                </a:cubicBezTo>
                <a:cubicBezTo>
                  <a:pt x="1904584" y="157522"/>
                  <a:pt x="1902238" y="162129"/>
                  <a:pt x="1900239" y="167691"/>
                </a:cubicBezTo>
                <a:cubicBezTo>
                  <a:pt x="1900239" y="168908"/>
                  <a:pt x="1898674" y="175166"/>
                  <a:pt x="1900239" y="175166"/>
                </a:cubicBezTo>
                <a:cubicBezTo>
                  <a:pt x="1902042" y="175275"/>
                  <a:pt x="1903835" y="174819"/>
                  <a:pt x="1905367" y="173863"/>
                </a:cubicBezTo>
                <a:cubicBezTo>
                  <a:pt x="1906149" y="173515"/>
                  <a:pt x="1909626" y="171777"/>
                  <a:pt x="1911798" y="170994"/>
                </a:cubicBezTo>
                <a:cubicBezTo>
                  <a:pt x="1914409" y="170413"/>
                  <a:pt x="1916946" y="169538"/>
                  <a:pt x="1919361" y="168387"/>
                </a:cubicBezTo>
                <a:cubicBezTo>
                  <a:pt x="1922316" y="166301"/>
                  <a:pt x="1926227" y="162129"/>
                  <a:pt x="1928053" y="162129"/>
                </a:cubicBezTo>
                <a:cubicBezTo>
                  <a:pt x="1928053" y="162129"/>
                  <a:pt x="1939612" y="158739"/>
                  <a:pt x="1941612" y="162129"/>
                </a:cubicBezTo>
                <a:cubicBezTo>
                  <a:pt x="1943610" y="165519"/>
                  <a:pt x="1948478" y="165171"/>
                  <a:pt x="1953433" y="165953"/>
                </a:cubicBezTo>
                <a:cubicBezTo>
                  <a:pt x="1958387" y="166735"/>
                  <a:pt x="1961603" y="174732"/>
                  <a:pt x="1961603" y="181512"/>
                </a:cubicBezTo>
                <a:cubicBezTo>
                  <a:pt x="1961689" y="184293"/>
                  <a:pt x="1961516" y="185423"/>
                  <a:pt x="1958474" y="185423"/>
                </a:cubicBezTo>
                <a:cubicBezTo>
                  <a:pt x="1956823" y="185510"/>
                  <a:pt x="1954997" y="188291"/>
                  <a:pt x="1951955" y="190290"/>
                </a:cubicBezTo>
                <a:cubicBezTo>
                  <a:pt x="1947213" y="193018"/>
                  <a:pt x="1942166" y="195177"/>
                  <a:pt x="1936918" y="196722"/>
                </a:cubicBezTo>
                <a:cubicBezTo>
                  <a:pt x="1934273" y="198488"/>
                  <a:pt x="1931328" y="199754"/>
                  <a:pt x="1928226" y="200460"/>
                </a:cubicBezTo>
                <a:cubicBezTo>
                  <a:pt x="1924401" y="200982"/>
                  <a:pt x="1921012" y="201155"/>
                  <a:pt x="1918144" y="201764"/>
                </a:cubicBezTo>
                <a:cubicBezTo>
                  <a:pt x="1912761" y="203085"/>
                  <a:pt x="1907564" y="205070"/>
                  <a:pt x="1902672" y="207674"/>
                </a:cubicBezTo>
                <a:cubicBezTo>
                  <a:pt x="1900586" y="209885"/>
                  <a:pt x="1898856" y="212407"/>
                  <a:pt x="1897544" y="215149"/>
                </a:cubicBezTo>
                <a:cubicBezTo>
                  <a:pt x="1896336" y="219219"/>
                  <a:pt x="1897004" y="223617"/>
                  <a:pt x="1899369" y="227144"/>
                </a:cubicBezTo>
                <a:cubicBezTo>
                  <a:pt x="1906608" y="237003"/>
                  <a:pt x="1915212" y="245783"/>
                  <a:pt x="1924923" y="253219"/>
                </a:cubicBezTo>
                <a:cubicBezTo>
                  <a:pt x="1929530" y="257131"/>
                  <a:pt x="1936049" y="270603"/>
                  <a:pt x="1943785" y="274514"/>
                </a:cubicBezTo>
                <a:cubicBezTo>
                  <a:pt x="1950685" y="278268"/>
                  <a:pt x="1957181" y="282725"/>
                  <a:pt x="1963168" y="287813"/>
                </a:cubicBezTo>
                <a:cubicBezTo>
                  <a:pt x="1966697" y="289682"/>
                  <a:pt x="1970431" y="291142"/>
                  <a:pt x="1974293" y="292159"/>
                </a:cubicBezTo>
                <a:cubicBezTo>
                  <a:pt x="1977770" y="293636"/>
                  <a:pt x="1980812" y="296852"/>
                  <a:pt x="1982985" y="297635"/>
                </a:cubicBezTo>
                <a:cubicBezTo>
                  <a:pt x="1988635" y="299547"/>
                  <a:pt x="1993502" y="301285"/>
                  <a:pt x="2002194" y="304762"/>
                </a:cubicBezTo>
                <a:cubicBezTo>
                  <a:pt x="2004280" y="305632"/>
                  <a:pt x="2007757" y="305892"/>
                  <a:pt x="2008800" y="307804"/>
                </a:cubicBezTo>
                <a:lnTo>
                  <a:pt x="2008104" y="308673"/>
                </a:lnTo>
                <a:cubicBezTo>
                  <a:pt x="2008974" y="310325"/>
                  <a:pt x="2006192" y="311802"/>
                  <a:pt x="2006018" y="313715"/>
                </a:cubicBezTo>
                <a:cubicBezTo>
                  <a:pt x="2005845" y="315627"/>
                  <a:pt x="2006714" y="318843"/>
                  <a:pt x="2005063" y="320842"/>
                </a:cubicBezTo>
                <a:cubicBezTo>
                  <a:pt x="2002391" y="324267"/>
                  <a:pt x="1998362" y="326361"/>
                  <a:pt x="1994024" y="326579"/>
                </a:cubicBezTo>
                <a:cubicBezTo>
                  <a:pt x="1992198" y="326752"/>
                  <a:pt x="1990807" y="329360"/>
                  <a:pt x="1989504" y="330317"/>
                </a:cubicBezTo>
                <a:cubicBezTo>
                  <a:pt x="1988200" y="331272"/>
                  <a:pt x="1986288" y="331272"/>
                  <a:pt x="1984984" y="331272"/>
                </a:cubicBezTo>
                <a:cubicBezTo>
                  <a:pt x="1981585" y="331286"/>
                  <a:pt x="1978188" y="331082"/>
                  <a:pt x="1974814" y="330664"/>
                </a:cubicBezTo>
                <a:cubicBezTo>
                  <a:pt x="1971311" y="330856"/>
                  <a:pt x="1967801" y="330856"/>
                  <a:pt x="1964297" y="330664"/>
                </a:cubicBezTo>
                <a:cubicBezTo>
                  <a:pt x="1961147" y="330636"/>
                  <a:pt x="1958027" y="330047"/>
                  <a:pt x="1955084" y="328926"/>
                </a:cubicBezTo>
                <a:cubicBezTo>
                  <a:pt x="1949347" y="325623"/>
                  <a:pt x="1945002" y="328056"/>
                  <a:pt x="1940656" y="326927"/>
                </a:cubicBezTo>
                <a:cubicBezTo>
                  <a:pt x="1937244" y="326312"/>
                  <a:pt x="1934264" y="324252"/>
                  <a:pt x="1932486" y="321277"/>
                </a:cubicBezTo>
                <a:cubicBezTo>
                  <a:pt x="1929704" y="313541"/>
                  <a:pt x="1933441" y="311281"/>
                  <a:pt x="1919969" y="298938"/>
                </a:cubicBezTo>
                <a:cubicBezTo>
                  <a:pt x="1914886" y="293234"/>
                  <a:pt x="1910155" y="287225"/>
                  <a:pt x="1905801" y="280947"/>
                </a:cubicBezTo>
                <a:cubicBezTo>
                  <a:pt x="1903150" y="277462"/>
                  <a:pt x="1900246" y="274179"/>
                  <a:pt x="1897109" y="271124"/>
                </a:cubicBezTo>
                <a:cubicBezTo>
                  <a:pt x="1888243" y="264606"/>
                  <a:pt x="1880334" y="255566"/>
                  <a:pt x="1877379" y="253741"/>
                </a:cubicBezTo>
                <a:cubicBezTo>
                  <a:pt x="1876336" y="253133"/>
                  <a:pt x="1870425" y="267213"/>
                  <a:pt x="1863733" y="274428"/>
                </a:cubicBezTo>
                <a:cubicBezTo>
                  <a:pt x="1857040" y="281642"/>
                  <a:pt x="1852173" y="285031"/>
                  <a:pt x="1844002" y="293723"/>
                </a:cubicBezTo>
                <a:cubicBezTo>
                  <a:pt x="1838038" y="299009"/>
                  <a:pt x="1831181" y="303189"/>
                  <a:pt x="1823750" y="306066"/>
                </a:cubicBezTo>
                <a:cubicBezTo>
                  <a:pt x="1820360" y="308325"/>
                  <a:pt x="1812624" y="311802"/>
                  <a:pt x="1808713" y="314236"/>
                </a:cubicBezTo>
                <a:cubicBezTo>
                  <a:pt x="1804801" y="316670"/>
                  <a:pt x="1797935" y="316322"/>
                  <a:pt x="1794893" y="317800"/>
                </a:cubicBezTo>
                <a:cubicBezTo>
                  <a:pt x="1792484" y="318742"/>
                  <a:pt x="1789917" y="319214"/>
                  <a:pt x="1787331" y="319191"/>
                </a:cubicBezTo>
                <a:cubicBezTo>
                  <a:pt x="1785245" y="318843"/>
                  <a:pt x="1783767" y="315888"/>
                  <a:pt x="1782202" y="314758"/>
                </a:cubicBezTo>
                <a:cubicBezTo>
                  <a:pt x="1780638" y="313628"/>
                  <a:pt x="1780638" y="307978"/>
                  <a:pt x="1778291" y="306935"/>
                </a:cubicBezTo>
                <a:cubicBezTo>
                  <a:pt x="1776026" y="306379"/>
                  <a:pt x="1773816" y="305623"/>
                  <a:pt x="1771685" y="304675"/>
                </a:cubicBezTo>
                <a:cubicBezTo>
                  <a:pt x="1770295" y="303371"/>
                  <a:pt x="1771424" y="301199"/>
                  <a:pt x="1775944" y="299721"/>
                </a:cubicBezTo>
                <a:cubicBezTo>
                  <a:pt x="1779549" y="298498"/>
                  <a:pt x="1782862" y="296545"/>
                  <a:pt x="1785679" y="293984"/>
                </a:cubicBezTo>
                <a:cubicBezTo>
                  <a:pt x="1788069" y="292559"/>
                  <a:pt x="1790311" y="290899"/>
                  <a:pt x="1792373" y="289030"/>
                </a:cubicBezTo>
                <a:cubicBezTo>
                  <a:pt x="1793155" y="288074"/>
                  <a:pt x="1795936" y="287639"/>
                  <a:pt x="1797067" y="286944"/>
                </a:cubicBezTo>
                <a:cubicBezTo>
                  <a:pt x="1808097" y="277594"/>
                  <a:pt x="1818547" y="267580"/>
                  <a:pt x="1828356" y="256957"/>
                </a:cubicBezTo>
                <a:cubicBezTo>
                  <a:pt x="1833966" y="250913"/>
                  <a:pt x="1838100" y="243655"/>
                  <a:pt x="1840438" y="235749"/>
                </a:cubicBezTo>
                <a:cubicBezTo>
                  <a:pt x="1841919" y="233076"/>
                  <a:pt x="1842779" y="230106"/>
                  <a:pt x="1842959" y="227057"/>
                </a:cubicBezTo>
                <a:cubicBezTo>
                  <a:pt x="1842698" y="225666"/>
                  <a:pt x="1838526" y="227057"/>
                  <a:pt x="1836701" y="227057"/>
                </a:cubicBezTo>
                <a:cubicBezTo>
                  <a:pt x="1834876" y="227057"/>
                  <a:pt x="1833746" y="226970"/>
                  <a:pt x="1831920" y="227057"/>
                </a:cubicBezTo>
                <a:cubicBezTo>
                  <a:pt x="1830095" y="227144"/>
                  <a:pt x="1827574" y="228796"/>
                  <a:pt x="1825488" y="228796"/>
                </a:cubicBezTo>
                <a:cubicBezTo>
                  <a:pt x="1823490" y="229491"/>
                  <a:pt x="1821315" y="229491"/>
                  <a:pt x="1819317" y="228796"/>
                </a:cubicBezTo>
                <a:cubicBezTo>
                  <a:pt x="1816014" y="227752"/>
                  <a:pt x="1814275" y="224971"/>
                  <a:pt x="1809842" y="224362"/>
                </a:cubicBezTo>
                <a:cubicBezTo>
                  <a:pt x="1803861" y="222241"/>
                  <a:pt x="1799589" y="216926"/>
                  <a:pt x="1798803" y="210629"/>
                </a:cubicBezTo>
                <a:cubicBezTo>
                  <a:pt x="1798053" y="207406"/>
                  <a:pt x="1799199" y="204036"/>
                  <a:pt x="1801759" y="201937"/>
                </a:cubicBezTo>
                <a:cubicBezTo>
                  <a:pt x="1804019" y="200286"/>
                  <a:pt x="1805149" y="197939"/>
                  <a:pt x="1806975" y="196548"/>
                </a:cubicBezTo>
                <a:cubicBezTo>
                  <a:pt x="1808800" y="195158"/>
                  <a:pt x="1812102" y="194983"/>
                  <a:pt x="1813581" y="194028"/>
                </a:cubicBezTo>
                <a:cubicBezTo>
                  <a:pt x="1815058" y="193072"/>
                  <a:pt x="1816622" y="191333"/>
                  <a:pt x="1819143" y="190377"/>
                </a:cubicBezTo>
                <a:cubicBezTo>
                  <a:pt x="1821664" y="189421"/>
                  <a:pt x="1828095" y="190377"/>
                  <a:pt x="1832703" y="190377"/>
                </a:cubicBezTo>
                <a:cubicBezTo>
                  <a:pt x="1840621" y="189337"/>
                  <a:pt x="1848231" y="186642"/>
                  <a:pt x="1855041" y="182467"/>
                </a:cubicBezTo>
                <a:cubicBezTo>
                  <a:pt x="1854804" y="175360"/>
                  <a:pt x="1856264" y="168298"/>
                  <a:pt x="1859300" y="161868"/>
                </a:cubicBezTo>
                <a:cubicBezTo>
                  <a:pt x="1860327" y="157599"/>
                  <a:pt x="1860824" y="153220"/>
                  <a:pt x="1860777" y="148830"/>
                </a:cubicBezTo>
                <a:cubicBezTo>
                  <a:pt x="1861254" y="145086"/>
                  <a:pt x="1861048" y="141287"/>
                  <a:pt x="1860169" y="137617"/>
                </a:cubicBezTo>
                <a:cubicBezTo>
                  <a:pt x="1860082" y="134488"/>
                  <a:pt x="1861820" y="134140"/>
                  <a:pt x="1863646" y="133619"/>
                </a:cubicBezTo>
                <a:cubicBezTo>
                  <a:pt x="1869382" y="132054"/>
                  <a:pt x="1869295" y="134228"/>
                  <a:pt x="1872338" y="134315"/>
                </a:cubicBezTo>
                <a:cubicBezTo>
                  <a:pt x="1875379" y="134401"/>
                  <a:pt x="1875901" y="131620"/>
                  <a:pt x="1879117" y="132142"/>
                </a:cubicBezTo>
                <a:close/>
                <a:moveTo>
                  <a:pt x="675985" y="129360"/>
                </a:moveTo>
                <a:cubicBezTo>
                  <a:pt x="677636" y="129535"/>
                  <a:pt x="679549" y="132316"/>
                  <a:pt x="682417" y="132924"/>
                </a:cubicBezTo>
                <a:cubicBezTo>
                  <a:pt x="685285" y="133532"/>
                  <a:pt x="689370" y="133446"/>
                  <a:pt x="692673" y="134054"/>
                </a:cubicBezTo>
                <a:cubicBezTo>
                  <a:pt x="694412" y="134054"/>
                  <a:pt x="701365" y="134054"/>
                  <a:pt x="703104" y="134054"/>
                </a:cubicBezTo>
                <a:cubicBezTo>
                  <a:pt x="705454" y="134198"/>
                  <a:pt x="707754" y="134787"/>
                  <a:pt x="709883" y="135793"/>
                </a:cubicBezTo>
                <a:cubicBezTo>
                  <a:pt x="710926" y="136401"/>
                  <a:pt x="714577" y="137184"/>
                  <a:pt x="715880" y="138661"/>
                </a:cubicBezTo>
                <a:cubicBezTo>
                  <a:pt x="718832" y="141398"/>
                  <a:pt x="721044" y="144836"/>
                  <a:pt x="722313" y="148657"/>
                </a:cubicBezTo>
                <a:lnTo>
                  <a:pt x="721182" y="149091"/>
                </a:lnTo>
                <a:cubicBezTo>
                  <a:pt x="721617" y="152220"/>
                  <a:pt x="720661" y="153263"/>
                  <a:pt x="720661" y="155697"/>
                </a:cubicBezTo>
                <a:cubicBezTo>
                  <a:pt x="721044" y="159047"/>
                  <a:pt x="721044" y="162430"/>
                  <a:pt x="720661" y="165780"/>
                </a:cubicBezTo>
                <a:cubicBezTo>
                  <a:pt x="720227" y="167518"/>
                  <a:pt x="717619" y="171777"/>
                  <a:pt x="715533" y="176732"/>
                </a:cubicBezTo>
                <a:cubicBezTo>
                  <a:pt x="714791" y="180461"/>
                  <a:pt x="714298" y="184236"/>
                  <a:pt x="714055" y="188031"/>
                </a:cubicBezTo>
                <a:cubicBezTo>
                  <a:pt x="713969" y="193333"/>
                  <a:pt x="713708" y="197245"/>
                  <a:pt x="712926" y="208544"/>
                </a:cubicBezTo>
                <a:cubicBezTo>
                  <a:pt x="712751" y="212368"/>
                  <a:pt x="711708" y="215932"/>
                  <a:pt x="711100" y="221060"/>
                </a:cubicBezTo>
                <a:cubicBezTo>
                  <a:pt x="710840" y="222972"/>
                  <a:pt x="710318" y="228361"/>
                  <a:pt x="710318" y="231664"/>
                </a:cubicBezTo>
                <a:cubicBezTo>
                  <a:pt x="710231" y="236619"/>
                  <a:pt x="712490" y="237575"/>
                  <a:pt x="712751" y="238878"/>
                </a:cubicBezTo>
                <a:cubicBezTo>
                  <a:pt x="713012" y="240182"/>
                  <a:pt x="713099" y="240443"/>
                  <a:pt x="713447" y="243050"/>
                </a:cubicBezTo>
                <a:cubicBezTo>
                  <a:pt x="713794" y="245658"/>
                  <a:pt x="715273" y="246875"/>
                  <a:pt x="714837" y="249570"/>
                </a:cubicBezTo>
                <a:cubicBezTo>
                  <a:pt x="714403" y="252264"/>
                  <a:pt x="712143" y="256784"/>
                  <a:pt x="710926" y="263563"/>
                </a:cubicBezTo>
                <a:cubicBezTo>
                  <a:pt x="710295" y="266645"/>
                  <a:pt x="708526" y="269376"/>
                  <a:pt x="705972" y="271212"/>
                </a:cubicBezTo>
                <a:cubicBezTo>
                  <a:pt x="701560" y="274905"/>
                  <a:pt x="696567" y="277842"/>
                  <a:pt x="691195" y="279904"/>
                </a:cubicBezTo>
                <a:cubicBezTo>
                  <a:pt x="685285" y="281817"/>
                  <a:pt x="681635" y="289987"/>
                  <a:pt x="678245" y="292159"/>
                </a:cubicBezTo>
                <a:cubicBezTo>
                  <a:pt x="673822" y="294484"/>
                  <a:pt x="669265" y="296544"/>
                  <a:pt x="664599" y="298331"/>
                </a:cubicBezTo>
                <a:cubicBezTo>
                  <a:pt x="658381" y="301012"/>
                  <a:pt x="652538" y="304489"/>
                  <a:pt x="647215" y="308675"/>
                </a:cubicBezTo>
                <a:cubicBezTo>
                  <a:pt x="643799" y="310509"/>
                  <a:pt x="640220" y="312022"/>
                  <a:pt x="636524" y="313194"/>
                </a:cubicBezTo>
                <a:cubicBezTo>
                  <a:pt x="631292" y="317635"/>
                  <a:pt x="625711" y="321645"/>
                  <a:pt x="619835" y="325190"/>
                </a:cubicBezTo>
                <a:cubicBezTo>
                  <a:pt x="616445" y="326667"/>
                  <a:pt x="612361" y="318931"/>
                  <a:pt x="609144" y="315541"/>
                </a:cubicBezTo>
                <a:cubicBezTo>
                  <a:pt x="606994" y="313600"/>
                  <a:pt x="604699" y="311828"/>
                  <a:pt x="602278" y="310240"/>
                </a:cubicBezTo>
                <a:cubicBezTo>
                  <a:pt x="600366" y="308675"/>
                  <a:pt x="601061" y="304241"/>
                  <a:pt x="600366" y="301548"/>
                </a:cubicBezTo>
                <a:cubicBezTo>
                  <a:pt x="599670" y="298853"/>
                  <a:pt x="597932" y="295202"/>
                  <a:pt x="597932" y="293985"/>
                </a:cubicBezTo>
                <a:cubicBezTo>
                  <a:pt x="598112" y="291433"/>
                  <a:pt x="599731" y="289207"/>
                  <a:pt x="602104" y="288248"/>
                </a:cubicBezTo>
                <a:cubicBezTo>
                  <a:pt x="604017" y="287640"/>
                  <a:pt x="606710" y="288509"/>
                  <a:pt x="608536" y="287640"/>
                </a:cubicBezTo>
                <a:cubicBezTo>
                  <a:pt x="612026" y="285950"/>
                  <a:pt x="615369" y="283973"/>
                  <a:pt x="618531" y="281729"/>
                </a:cubicBezTo>
                <a:cubicBezTo>
                  <a:pt x="621859" y="279817"/>
                  <a:pt x="625468" y="278439"/>
                  <a:pt x="629223" y="277645"/>
                </a:cubicBezTo>
                <a:cubicBezTo>
                  <a:pt x="635628" y="274666"/>
                  <a:pt x="641815" y="271239"/>
                  <a:pt x="647736" y="267388"/>
                </a:cubicBezTo>
                <a:cubicBezTo>
                  <a:pt x="650779" y="265736"/>
                  <a:pt x="656428" y="262956"/>
                  <a:pt x="656428" y="258696"/>
                </a:cubicBezTo>
                <a:cubicBezTo>
                  <a:pt x="656666" y="252144"/>
                  <a:pt x="656492" y="245583"/>
                  <a:pt x="655907" y="239053"/>
                </a:cubicBezTo>
                <a:cubicBezTo>
                  <a:pt x="654951" y="237053"/>
                  <a:pt x="651300" y="236271"/>
                  <a:pt x="651300" y="236271"/>
                </a:cubicBezTo>
                <a:cubicBezTo>
                  <a:pt x="648478" y="237092"/>
                  <a:pt x="645547" y="237473"/>
                  <a:pt x="642609" y="237401"/>
                </a:cubicBezTo>
                <a:cubicBezTo>
                  <a:pt x="639814" y="238176"/>
                  <a:pt x="637082" y="239164"/>
                  <a:pt x="634438" y="240356"/>
                </a:cubicBezTo>
                <a:cubicBezTo>
                  <a:pt x="632786" y="241139"/>
                  <a:pt x="629831" y="241921"/>
                  <a:pt x="628266" y="241139"/>
                </a:cubicBezTo>
                <a:cubicBezTo>
                  <a:pt x="626491" y="240670"/>
                  <a:pt x="625021" y="239424"/>
                  <a:pt x="624269" y="237749"/>
                </a:cubicBezTo>
                <a:cubicBezTo>
                  <a:pt x="623132" y="234505"/>
                  <a:pt x="622516" y="231102"/>
                  <a:pt x="622443" y="227666"/>
                </a:cubicBezTo>
                <a:cubicBezTo>
                  <a:pt x="621403" y="225458"/>
                  <a:pt x="620812" y="223064"/>
                  <a:pt x="620704" y="220626"/>
                </a:cubicBezTo>
                <a:cubicBezTo>
                  <a:pt x="621501" y="215919"/>
                  <a:pt x="621764" y="211136"/>
                  <a:pt x="621487" y="206371"/>
                </a:cubicBezTo>
                <a:cubicBezTo>
                  <a:pt x="621487" y="200721"/>
                  <a:pt x="626180" y="198809"/>
                  <a:pt x="630179" y="198114"/>
                </a:cubicBezTo>
                <a:cubicBezTo>
                  <a:pt x="634177" y="197418"/>
                  <a:pt x="637740" y="194462"/>
                  <a:pt x="641739" y="194463"/>
                </a:cubicBezTo>
                <a:cubicBezTo>
                  <a:pt x="644649" y="194552"/>
                  <a:pt x="647562" y="194348"/>
                  <a:pt x="650431" y="193855"/>
                </a:cubicBezTo>
                <a:cubicBezTo>
                  <a:pt x="654551" y="192663"/>
                  <a:pt x="658474" y="190877"/>
                  <a:pt x="662078" y="188553"/>
                </a:cubicBezTo>
                <a:cubicBezTo>
                  <a:pt x="664338" y="185250"/>
                  <a:pt x="667728" y="183163"/>
                  <a:pt x="667728" y="177948"/>
                </a:cubicBezTo>
                <a:cubicBezTo>
                  <a:pt x="668249" y="168127"/>
                  <a:pt x="671291" y="163780"/>
                  <a:pt x="671291" y="155088"/>
                </a:cubicBezTo>
                <a:cubicBezTo>
                  <a:pt x="671682" y="149537"/>
                  <a:pt x="669541" y="144105"/>
                  <a:pt x="665468" y="140313"/>
                </a:cubicBezTo>
                <a:cubicBezTo>
                  <a:pt x="664643" y="139044"/>
                  <a:pt x="664643" y="137409"/>
                  <a:pt x="665468" y="136141"/>
                </a:cubicBezTo>
                <a:cubicBezTo>
                  <a:pt x="667882" y="134797"/>
                  <a:pt x="670079" y="133098"/>
                  <a:pt x="671987" y="131099"/>
                </a:cubicBezTo>
                <a:cubicBezTo>
                  <a:pt x="672873" y="129797"/>
                  <a:pt x="674429" y="129121"/>
                  <a:pt x="675985" y="129360"/>
                </a:cubicBezTo>
                <a:close/>
                <a:moveTo>
                  <a:pt x="799411" y="117800"/>
                </a:moveTo>
                <a:cubicBezTo>
                  <a:pt x="803408" y="117973"/>
                  <a:pt x="803930" y="120234"/>
                  <a:pt x="805755" y="121538"/>
                </a:cubicBezTo>
                <a:cubicBezTo>
                  <a:pt x="807423" y="122297"/>
                  <a:pt x="809226" y="122711"/>
                  <a:pt x="811057" y="122754"/>
                </a:cubicBezTo>
                <a:cubicBezTo>
                  <a:pt x="812709" y="123015"/>
                  <a:pt x="814273" y="125362"/>
                  <a:pt x="815143" y="127361"/>
                </a:cubicBezTo>
                <a:cubicBezTo>
                  <a:pt x="817076" y="131360"/>
                  <a:pt x="818199" y="135703"/>
                  <a:pt x="818445" y="140138"/>
                </a:cubicBezTo>
                <a:cubicBezTo>
                  <a:pt x="818098" y="149612"/>
                  <a:pt x="811405" y="151698"/>
                  <a:pt x="808971" y="157522"/>
                </a:cubicBezTo>
                <a:cubicBezTo>
                  <a:pt x="808015" y="160335"/>
                  <a:pt x="807402" y="163253"/>
                  <a:pt x="807146" y="166214"/>
                </a:cubicBezTo>
                <a:cubicBezTo>
                  <a:pt x="808015" y="170994"/>
                  <a:pt x="812882" y="172298"/>
                  <a:pt x="814968" y="168908"/>
                </a:cubicBezTo>
                <a:cubicBezTo>
                  <a:pt x="818880" y="168040"/>
                  <a:pt x="820097" y="165779"/>
                  <a:pt x="822792" y="164475"/>
                </a:cubicBezTo>
                <a:cubicBezTo>
                  <a:pt x="825486" y="163172"/>
                  <a:pt x="829311" y="167518"/>
                  <a:pt x="835395" y="168908"/>
                </a:cubicBezTo>
                <a:cubicBezTo>
                  <a:pt x="838785" y="169690"/>
                  <a:pt x="840175" y="178121"/>
                  <a:pt x="842435" y="182033"/>
                </a:cubicBezTo>
                <a:cubicBezTo>
                  <a:pt x="843456" y="185056"/>
                  <a:pt x="843955" y="188230"/>
                  <a:pt x="843912" y="191421"/>
                </a:cubicBezTo>
                <a:cubicBezTo>
                  <a:pt x="843792" y="193833"/>
                  <a:pt x="842030" y="195848"/>
                  <a:pt x="839654" y="196288"/>
                </a:cubicBezTo>
                <a:cubicBezTo>
                  <a:pt x="836612" y="196983"/>
                  <a:pt x="834786" y="197418"/>
                  <a:pt x="830962" y="198547"/>
                </a:cubicBezTo>
                <a:cubicBezTo>
                  <a:pt x="828105" y="199780"/>
                  <a:pt x="825532" y="201584"/>
                  <a:pt x="823400" y="203849"/>
                </a:cubicBezTo>
                <a:cubicBezTo>
                  <a:pt x="820010" y="206283"/>
                  <a:pt x="816446" y="206805"/>
                  <a:pt x="812796" y="209760"/>
                </a:cubicBezTo>
                <a:cubicBezTo>
                  <a:pt x="807775" y="213579"/>
                  <a:pt x="802042" y="216357"/>
                  <a:pt x="795934" y="217931"/>
                </a:cubicBezTo>
                <a:cubicBezTo>
                  <a:pt x="792813" y="223698"/>
                  <a:pt x="790835" y="230014"/>
                  <a:pt x="790110" y="236531"/>
                </a:cubicBezTo>
                <a:cubicBezTo>
                  <a:pt x="789718" y="239440"/>
                  <a:pt x="789926" y="242398"/>
                  <a:pt x="790719" y="245223"/>
                </a:cubicBezTo>
                <a:cubicBezTo>
                  <a:pt x="792196" y="250438"/>
                  <a:pt x="790892" y="255393"/>
                  <a:pt x="795412" y="260608"/>
                </a:cubicBezTo>
                <a:cubicBezTo>
                  <a:pt x="798925" y="263924"/>
                  <a:pt x="803461" y="265946"/>
                  <a:pt x="808276" y="266344"/>
                </a:cubicBezTo>
                <a:cubicBezTo>
                  <a:pt x="811384" y="266398"/>
                  <a:pt x="814475" y="266807"/>
                  <a:pt x="817490" y="267562"/>
                </a:cubicBezTo>
                <a:cubicBezTo>
                  <a:pt x="819605" y="268263"/>
                  <a:pt x="821791" y="268730"/>
                  <a:pt x="824008" y="268952"/>
                </a:cubicBezTo>
                <a:cubicBezTo>
                  <a:pt x="825939" y="270258"/>
                  <a:pt x="828136" y="271120"/>
                  <a:pt x="830441" y="271473"/>
                </a:cubicBezTo>
                <a:cubicBezTo>
                  <a:pt x="833834" y="271332"/>
                  <a:pt x="837230" y="271684"/>
                  <a:pt x="840523" y="272516"/>
                </a:cubicBezTo>
                <a:lnTo>
                  <a:pt x="840958" y="272689"/>
                </a:lnTo>
                <a:cubicBezTo>
                  <a:pt x="845391" y="275377"/>
                  <a:pt x="847653" y="280563"/>
                  <a:pt x="846607" y="285641"/>
                </a:cubicBezTo>
                <a:cubicBezTo>
                  <a:pt x="845196" y="290540"/>
                  <a:pt x="843513" y="295357"/>
                  <a:pt x="841566" y="300069"/>
                </a:cubicBezTo>
                <a:cubicBezTo>
                  <a:pt x="840349" y="303893"/>
                  <a:pt x="839567" y="307892"/>
                  <a:pt x="837394" y="309544"/>
                </a:cubicBezTo>
                <a:cubicBezTo>
                  <a:pt x="835220" y="311195"/>
                  <a:pt x="829658" y="309978"/>
                  <a:pt x="826529" y="311195"/>
                </a:cubicBezTo>
                <a:cubicBezTo>
                  <a:pt x="823137" y="312646"/>
                  <a:pt x="819520" y="313500"/>
                  <a:pt x="815838" y="313715"/>
                </a:cubicBezTo>
                <a:cubicBezTo>
                  <a:pt x="813230" y="313715"/>
                  <a:pt x="810014" y="311195"/>
                  <a:pt x="808363" y="310499"/>
                </a:cubicBezTo>
                <a:cubicBezTo>
                  <a:pt x="804617" y="309384"/>
                  <a:pt x="800693" y="309000"/>
                  <a:pt x="796803" y="309369"/>
                </a:cubicBezTo>
                <a:cubicBezTo>
                  <a:pt x="793673" y="309369"/>
                  <a:pt x="785416" y="309369"/>
                  <a:pt x="785416" y="309369"/>
                </a:cubicBezTo>
                <a:cubicBezTo>
                  <a:pt x="783677" y="309369"/>
                  <a:pt x="779941" y="307370"/>
                  <a:pt x="775768" y="306588"/>
                </a:cubicBezTo>
                <a:cubicBezTo>
                  <a:pt x="771596" y="305806"/>
                  <a:pt x="764729" y="306761"/>
                  <a:pt x="761687" y="305806"/>
                </a:cubicBezTo>
                <a:cubicBezTo>
                  <a:pt x="759122" y="304883"/>
                  <a:pt x="756716" y="303563"/>
                  <a:pt x="754560" y="301894"/>
                </a:cubicBezTo>
                <a:cubicBezTo>
                  <a:pt x="751859" y="298696"/>
                  <a:pt x="749634" y="295125"/>
                  <a:pt x="747954" y="291290"/>
                </a:cubicBezTo>
                <a:cubicBezTo>
                  <a:pt x="747322" y="287208"/>
                  <a:pt x="747031" y="283079"/>
                  <a:pt x="747085" y="278947"/>
                </a:cubicBezTo>
                <a:cubicBezTo>
                  <a:pt x="746737" y="276601"/>
                  <a:pt x="744042" y="265997"/>
                  <a:pt x="744042" y="264258"/>
                </a:cubicBezTo>
                <a:lnTo>
                  <a:pt x="743434" y="255045"/>
                </a:lnTo>
                <a:cubicBezTo>
                  <a:pt x="743425" y="252111"/>
                  <a:pt x="743047" y="249191"/>
                  <a:pt x="742305" y="246353"/>
                </a:cubicBezTo>
                <a:cubicBezTo>
                  <a:pt x="741224" y="241888"/>
                  <a:pt x="740756" y="237297"/>
                  <a:pt x="740913" y="232707"/>
                </a:cubicBezTo>
                <a:cubicBezTo>
                  <a:pt x="740826" y="225580"/>
                  <a:pt x="742912" y="224450"/>
                  <a:pt x="744564" y="210716"/>
                </a:cubicBezTo>
                <a:cubicBezTo>
                  <a:pt x="744738" y="209325"/>
                  <a:pt x="747607" y="205153"/>
                  <a:pt x="747607" y="203849"/>
                </a:cubicBezTo>
                <a:cubicBezTo>
                  <a:pt x="748128" y="197070"/>
                  <a:pt x="749605" y="197157"/>
                  <a:pt x="750214" y="192550"/>
                </a:cubicBezTo>
                <a:cubicBezTo>
                  <a:pt x="750822" y="187944"/>
                  <a:pt x="752647" y="182381"/>
                  <a:pt x="752647" y="180990"/>
                </a:cubicBezTo>
                <a:cubicBezTo>
                  <a:pt x="753690" y="173949"/>
                  <a:pt x="753690" y="164823"/>
                  <a:pt x="753691" y="162998"/>
                </a:cubicBezTo>
                <a:cubicBezTo>
                  <a:pt x="754040" y="159243"/>
                  <a:pt x="754918" y="155556"/>
                  <a:pt x="756299" y="152046"/>
                </a:cubicBezTo>
                <a:cubicBezTo>
                  <a:pt x="757912" y="146337"/>
                  <a:pt x="759159" y="140530"/>
                  <a:pt x="760036" y="134662"/>
                </a:cubicBezTo>
                <a:cubicBezTo>
                  <a:pt x="759743" y="130689"/>
                  <a:pt x="759889" y="126695"/>
                  <a:pt x="760471" y="122754"/>
                </a:cubicBezTo>
                <a:cubicBezTo>
                  <a:pt x="761687" y="118582"/>
                  <a:pt x="763860" y="117887"/>
                  <a:pt x="767337" y="117887"/>
                </a:cubicBezTo>
                <a:cubicBezTo>
                  <a:pt x="768902" y="117800"/>
                  <a:pt x="773508" y="119625"/>
                  <a:pt x="776029" y="119713"/>
                </a:cubicBezTo>
                <a:cubicBezTo>
                  <a:pt x="778550" y="119799"/>
                  <a:pt x="782027" y="118061"/>
                  <a:pt x="783765" y="118061"/>
                </a:cubicBezTo>
                <a:cubicBezTo>
                  <a:pt x="786109" y="118380"/>
                  <a:pt x="788432" y="118845"/>
                  <a:pt x="790719" y="119452"/>
                </a:cubicBezTo>
                <a:cubicBezTo>
                  <a:pt x="793568" y="118673"/>
                  <a:pt x="796474" y="118121"/>
                  <a:pt x="799411" y="117800"/>
                </a:cubicBezTo>
                <a:close/>
                <a:moveTo>
                  <a:pt x="252756" y="117328"/>
                </a:moveTo>
                <a:cubicBezTo>
                  <a:pt x="249590" y="117328"/>
                  <a:pt x="248443" y="120893"/>
                  <a:pt x="247770" y="124384"/>
                </a:cubicBezTo>
                <a:lnTo>
                  <a:pt x="247770" y="124733"/>
                </a:lnTo>
                <a:cubicBezTo>
                  <a:pt x="247446" y="126553"/>
                  <a:pt x="243557" y="146498"/>
                  <a:pt x="243557" y="146498"/>
                </a:cubicBezTo>
                <a:lnTo>
                  <a:pt x="243233" y="148118"/>
                </a:lnTo>
                <a:lnTo>
                  <a:pt x="240141" y="148118"/>
                </a:lnTo>
                <a:cubicBezTo>
                  <a:pt x="214459" y="148223"/>
                  <a:pt x="188904" y="144536"/>
                  <a:pt x="164300" y="137173"/>
                </a:cubicBezTo>
                <a:cubicBezTo>
                  <a:pt x="164866" y="143129"/>
                  <a:pt x="167162" y="148789"/>
                  <a:pt x="170906" y="153454"/>
                </a:cubicBezTo>
                <a:cubicBezTo>
                  <a:pt x="175574" y="159021"/>
                  <a:pt x="181884" y="162965"/>
                  <a:pt x="188932" y="164723"/>
                </a:cubicBezTo>
                <a:lnTo>
                  <a:pt x="190428" y="165022"/>
                </a:lnTo>
                <a:lnTo>
                  <a:pt x="190428" y="166543"/>
                </a:lnTo>
                <a:lnTo>
                  <a:pt x="190527" y="166543"/>
                </a:lnTo>
                <a:cubicBezTo>
                  <a:pt x="191078" y="171624"/>
                  <a:pt x="193420" y="176343"/>
                  <a:pt x="197134" y="179856"/>
                </a:cubicBezTo>
                <a:cubicBezTo>
                  <a:pt x="201163" y="182830"/>
                  <a:pt x="206065" y="184381"/>
                  <a:pt x="211071" y="184269"/>
                </a:cubicBezTo>
                <a:cubicBezTo>
                  <a:pt x="212218" y="184269"/>
                  <a:pt x="212941" y="184269"/>
                  <a:pt x="212941" y="184269"/>
                </a:cubicBezTo>
                <a:lnTo>
                  <a:pt x="214511" y="184069"/>
                </a:lnTo>
                <a:lnTo>
                  <a:pt x="215060" y="185540"/>
                </a:lnTo>
                <a:cubicBezTo>
                  <a:pt x="217139" y="189774"/>
                  <a:pt x="220934" y="192915"/>
                  <a:pt x="225481" y="194167"/>
                </a:cubicBezTo>
                <a:cubicBezTo>
                  <a:pt x="227209" y="194703"/>
                  <a:pt x="229009" y="194972"/>
                  <a:pt x="230817" y="194964"/>
                </a:cubicBezTo>
                <a:cubicBezTo>
                  <a:pt x="233170" y="194962"/>
                  <a:pt x="235506" y="194556"/>
                  <a:pt x="237723" y="193768"/>
                </a:cubicBezTo>
                <a:lnTo>
                  <a:pt x="241388" y="192247"/>
                </a:lnTo>
                <a:lnTo>
                  <a:pt x="236003" y="214261"/>
                </a:lnTo>
                <a:lnTo>
                  <a:pt x="269909" y="214261"/>
                </a:lnTo>
                <a:lnTo>
                  <a:pt x="264499" y="192222"/>
                </a:lnTo>
                <a:lnTo>
                  <a:pt x="268189" y="193768"/>
                </a:lnTo>
                <a:cubicBezTo>
                  <a:pt x="270398" y="194558"/>
                  <a:pt x="272724" y="194964"/>
                  <a:pt x="275070" y="194964"/>
                </a:cubicBezTo>
                <a:cubicBezTo>
                  <a:pt x="276878" y="194969"/>
                  <a:pt x="278678" y="194703"/>
                  <a:pt x="280406" y="194167"/>
                </a:cubicBezTo>
                <a:cubicBezTo>
                  <a:pt x="284955" y="192918"/>
                  <a:pt x="288750" y="189776"/>
                  <a:pt x="290827" y="185540"/>
                </a:cubicBezTo>
                <a:lnTo>
                  <a:pt x="291375" y="184069"/>
                </a:lnTo>
                <a:lnTo>
                  <a:pt x="292946" y="184269"/>
                </a:lnTo>
                <a:cubicBezTo>
                  <a:pt x="292946" y="184269"/>
                  <a:pt x="293669" y="184269"/>
                  <a:pt x="294816" y="184269"/>
                </a:cubicBezTo>
                <a:cubicBezTo>
                  <a:pt x="299822" y="184381"/>
                  <a:pt x="304724" y="182830"/>
                  <a:pt x="308753" y="179856"/>
                </a:cubicBezTo>
                <a:cubicBezTo>
                  <a:pt x="312492" y="176353"/>
                  <a:pt x="314841" y="171616"/>
                  <a:pt x="315359" y="166518"/>
                </a:cubicBezTo>
                <a:lnTo>
                  <a:pt x="315359" y="165022"/>
                </a:lnTo>
                <a:lnTo>
                  <a:pt x="316855" y="164723"/>
                </a:lnTo>
                <a:cubicBezTo>
                  <a:pt x="323883" y="162937"/>
                  <a:pt x="330179" y="158996"/>
                  <a:pt x="334856" y="153454"/>
                </a:cubicBezTo>
                <a:cubicBezTo>
                  <a:pt x="338601" y="148789"/>
                  <a:pt x="340897" y="143129"/>
                  <a:pt x="341463" y="137173"/>
                </a:cubicBezTo>
                <a:cubicBezTo>
                  <a:pt x="316883" y="144528"/>
                  <a:pt x="291353" y="148215"/>
                  <a:pt x="265696" y="148118"/>
                </a:cubicBezTo>
                <a:lnTo>
                  <a:pt x="262604" y="148118"/>
                </a:lnTo>
                <a:lnTo>
                  <a:pt x="262280" y="146498"/>
                </a:lnTo>
                <a:cubicBezTo>
                  <a:pt x="262280" y="146498"/>
                  <a:pt x="258416" y="126453"/>
                  <a:pt x="258067" y="124733"/>
                </a:cubicBezTo>
                <a:lnTo>
                  <a:pt x="258067" y="124384"/>
                </a:lnTo>
                <a:cubicBezTo>
                  <a:pt x="257419" y="120893"/>
                  <a:pt x="256297" y="117328"/>
                  <a:pt x="253081" y="117328"/>
                </a:cubicBezTo>
                <a:close/>
                <a:moveTo>
                  <a:pt x="291974" y="116456"/>
                </a:moveTo>
                <a:cubicBezTo>
                  <a:pt x="295684" y="117745"/>
                  <a:pt x="299027" y="119909"/>
                  <a:pt x="301722" y="122764"/>
                </a:cubicBezTo>
                <a:cubicBezTo>
                  <a:pt x="297925" y="123586"/>
                  <a:pt x="294018" y="123798"/>
                  <a:pt x="290154" y="123387"/>
                </a:cubicBezTo>
                <a:cubicBezTo>
                  <a:pt x="285367" y="122888"/>
                  <a:pt x="281527" y="117104"/>
                  <a:pt x="281527" y="117104"/>
                </a:cubicBezTo>
                <a:cubicBezTo>
                  <a:pt x="284843" y="115750"/>
                  <a:pt x="288516" y="115521"/>
                  <a:pt x="291974" y="116456"/>
                </a:cubicBezTo>
                <a:close/>
                <a:moveTo>
                  <a:pt x="1392283" y="115366"/>
                </a:moveTo>
                <a:cubicBezTo>
                  <a:pt x="1395499" y="115366"/>
                  <a:pt x="1398107" y="118756"/>
                  <a:pt x="1400975" y="118756"/>
                </a:cubicBezTo>
                <a:cubicBezTo>
                  <a:pt x="1406803" y="118332"/>
                  <a:pt x="1412660" y="118771"/>
                  <a:pt x="1418359" y="120059"/>
                </a:cubicBezTo>
                <a:lnTo>
                  <a:pt x="1419142" y="120494"/>
                </a:lnTo>
                <a:cubicBezTo>
                  <a:pt x="1420185" y="121363"/>
                  <a:pt x="1420880" y="126492"/>
                  <a:pt x="1422097" y="127621"/>
                </a:cubicBezTo>
                <a:cubicBezTo>
                  <a:pt x="1425496" y="130822"/>
                  <a:pt x="1427626" y="135144"/>
                  <a:pt x="1428094" y="139790"/>
                </a:cubicBezTo>
                <a:cubicBezTo>
                  <a:pt x="1427834" y="143267"/>
                  <a:pt x="1423226" y="148829"/>
                  <a:pt x="1423226" y="150133"/>
                </a:cubicBezTo>
                <a:cubicBezTo>
                  <a:pt x="1423484" y="153478"/>
                  <a:pt x="1422694" y="156819"/>
                  <a:pt x="1420967" y="159694"/>
                </a:cubicBezTo>
                <a:cubicBezTo>
                  <a:pt x="1417471" y="164461"/>
                  <a:pt x="1414554" y="169625"/>
                  <a:pt x="1412275" y="175079"/>
                </a:cubicBezTo>
                <a:cubicBezTo>
                  <a:pt x="1411319" y="176904"/>
                  <a:pt x="1405408" y="181598"/>
                  <a:pt x="1404452" y="183771"/>
                </a:cubicBezTo>
                <a:cubicBezTo>
                  <a:pt x="1398542" y="197244"/>
                  <a:pt x="1391936" y="206631"/>
                  <a:pt x="1387068" y="220103"/>
                </a:cubicBezTo>
                <a:cubicBezTo>
                  <a:pt x="1386286" y="222276"/>
                  <a:pt x="1382897" y="226709"/>
                  <a:pt x="1381245" y="225927"/>
                </a:cubicBezTo>
                <a:cubicBezTo>
                  <a:pt x="1378979" y="224907"/>
                  <a:pt x="1376384" y="224907"/>
                  <a:pt x="1374118" y="225927"/>
                </a:cubicBezTo>
                <a:cubicBezTo>
                  <a:pt x="1372988" y="226883"/>
                  <a:pt x="1368207" y="226795"/>
                  <a:pt x="1366642" y="228360"/>
                </a:cubicBezTo>
                <a:cubicBezTo>
                  <a:pt x="1365078" y="229925"/>
                  <a:pt x="1357081" y="228708"/>
                  <a:pt x="1355517" y="231751"/>
                </a:cubicBezTo>
                <a:cubicBezTo>
                  <a:pt x="1354387" y="234537"/>
                  <a:pt x="1354387" y="237656"/>
                  <a:pt x="1355517" y="240442"/>
                </a:cubicBezTo>
                <a:cubicBezTo>
                  <a:pt x="1358038" y="243397"/>
                  <a:pt x="1363166" y="240442"/>
                  <a:pt x="1364208" y="238877"/>
                </a:cubicBezTo>
                <a:cubicBezTo>
                  <a:pt x="1365883" y="236867"/>
                  <a:pt x="1368373" y="235718"/>
                  <a:pt x="1370989" y="235748"/>
                </a:cubicBezTo>
                <a:cubicBezTo>
                  <a:pt x="1374004" y="237065"/>
                  <a:pt x="1377150" y="238056"/>
                  <a:pt x="1380376" y="238704"/>
                </a:cubicBezTo>
                <a:cubicBezTo>
                  <a:pt x="1382517" y="239043"/>
                  <a:pt x="1384097" y="240882"/>
                  <a:pt x="1384113" y="243050"/>
                </a:cubicBezTo>
                <a:cubicBezTo>
                  <a:pt x="1384167" y="247108"/>
                  <a:pt x="1384993" y="251121"/>
                  <a:pt x="1386547" y="254870"/>
                </a:cubicBezTo>
                <a:cubicBezTo>
                  <a:pt x="1386617" y="256613"/>
                  <a:pt x="1386096" y="258328"/>
                  <a:pt x="1385070" y="259738"/>
                </a:cubicBezTo>
                <a:cubicBezTo>
                  <a:pt x="1382437" y="262097"/>
                  <a:pt x="1379517" y="264112"/>
                  <a:pt x="1376378" y="265735"/>
                </a:cubicBezTo>
                <a:cubicBezTo>
                  <a:pt x="1374291" y="267039"/>
                  <a:pt x="1369598" y="267387"/>
                  <a:pt x="1366642" y="269299"/>
                </a:cubicBezTo>
                <a:cubicBezTo>
                  <a:pt x="1364849" y="270645"/>
                  <a:pt x="1363738" y="272711"/>
                  <a:pt x="1363601" y="274949"/>
                </a:cubicBezTo>
                <a:cubicBezTo>
                  <a:pt x="1363601" y="278687"/>
                  <a:pt x="1366469" y="278687"/>
                  <a:pt x="1368294" y="278687"/>
                </a:cubicBezTo>
                <a:cubicBezTo>
                  <a:pt x="1370120" y="278687"/>
                  <a:pt x="1377681" y="276253"/>
                  <a:pt x="1381245" y="276253"/>
                </a:cubicBezTo>
                <a:cubicBezTo>
                  <a:pt x="1384489" y="276416"/>
                  <a:pt x="1387737" y="276416"/>
                  <a:pt x="1390980" y="276253"/>
                </a:cubicBezTo>
                <a:cubicBezTo>
                  <a:pt x="1394860" y="274942"/>
                  <a:pt x="1398890" y="274124"/>
                  <a:pt x="1402975" y="273819"/>
                </a:cubicBezTo>
                <a:cubicBezTo>
                  <a:pt x="1406799" y="274776"/>
                  <a:pt x="1411058" y="271211"/>
                  <a:pt x="1413492" y="273819"/>
                </a:cubicBezTo>
                <a:cubicBezTo>
                  <a:pt x="1413492" y="278339"/>
                  <a:pt x="1422183" y="280425"/>
                  <a:pt x="1422183" y="287465"/>
                </a:cubicBezTo>
                <a:cubicBezTo>
                  <a:pt x="1422183" y="297548"/>
                  <a:pt x="1415491" y="308934"/>
                  <a:pt x="1406799" y="309630"/>
                </a:cubicBezTo>
                <a:cubicBezTo>
                  <a:pt x="1403148" y="309978"/>
                  <a:pt x="1405669" y="307196"/>
                  <a:pt x="1392805" y="307196"/>
                </a:cubicBezTo>
                <a:cubicBezTo>
                  <a:pt x="1381332" y="307369"/>
                  <a:pt x="1371510" y="308152"/>
                  <a:pt x="1369685" y="308152"/>
                </a:cubicBezTo>
                <a:cubicBezTo>
                  <a:pt x="1365470" y="308204"/>
                  <a:pt x="1361257" y="307943"/>
                  <a:pt x="1357081" y="307369"/>
                </a:cubicBezTo>
                <a:cubicBezTo>
                  <a:pt x="1353378" y="307448"/>
                  <a:pt x="1349685" y="307826"/>
                  <a:pt x="1346043" y="308500"/>
                </a:cubicBezTo>
                <a:cubicBezTo>
                  <a:pt x="1341995" y="309541"/>
                  <a:pt x="1337866" y="310239"/>
                  <a:pt x="1333701" y="310586"/>
                </a:cubicBezTo>
                <a:cubicBezTo>
                  <a:pt x="1328537" y="310511"/>
                  <a:pt x="1323415" y="311518"/>
                  <a:pt x="1318664" y="313541"/>
                </a:cubicBezTo>
                <a:cubicBezTo>
                  <a:pt x="1313544" y="314588"/>
                  <a:pt x="1308331" y="315111"/>
                  <a:pt x="1303105" y="315105"/>
                </a:cubicBezTo>
                <a:cubicBezTo>
                  <a:pt x="1297963" y="317294"/>
                  <a:pt x="1292602" y="318927"/>
                  <a:pt x="1287112" y="319972"/>
                </a:cubicBezTo>
                <a:cubicBezTo>
                  <a:pt x="1284156" y="320320"/>
                  <a:pt x="1277291" y="319451"/>
                  <a:pt x="1277030" y="314671"/>
                </a:cubicBezTo>
                <a:cubicBezTo>
                  <a:pt x="1276769" y="309890"/>
                  <a:pt x="1274161" y="307369"/>
                  <a:pt x="1274770" y="301198"/>
                </a:cubicBezTo>
                <a:cubicBezTo>
                  <a:pt x="1275291" y="299373"/>
                  <a:pt x="1275291" y="296418"/>
                  <a:pt x="1275290" y="295027"/>
                </a:cubicBezTo>
                <a:cubicBezTo>
                  <a:pt x="1275307" y="292266"/>
                  <a:pt x="1276549" y="289654"/>
                  <a:pt x="1278680" y="287900"/>
                </a:cubicBezTo>
                <a:cubicBezTo>
                  <a:pt x="1279289" y="287726"/>
                  <a:pt x="1280680" y="284684"/>
                  <a:pt x="1282418" y="284858"/>
                </a:cubicBezTo>
                <a:cubicBezTo>
                  <a:pt x="1284156" y="285032"/>
                  <a:pt x="1284505" y="287118"/>
                  <a:pt x="1287112" y="287118"/>
                </a:cubicBezTo>
                <a:cubicBezTo>
                  <a:pt x="1291856" y="286091"/>
                  <a:pt x="1296465" y="284516"/>
                  <a:pt x="1300846" y="282424"/>
                </a:cubicBezTo>
                <a:cubicBezTo>
                  <a:pt x="1306488" y="279542"/>
                  <a:pt x="1312293" y="276988"/>
                  <a:pt x="1318229" y="274776"/>
                </a:cubicBezTo>
                <a:cubicBezTo>
                  <a:pt x="1320489" y="271559"/>
                  <a:pt x="1316751" y="269908"/>
                  <a:pt x="1315360" y="269908"/>
                </a:cubicBezTo>
                <a:cubicBezTo>
                  <a:pt x="1312952" y="270558"/>
                  <a:pt x="1310384" y="270213"/>
                  <a:pt x="1308234" y="268952"/>
                </a:cubicBezTo>
                <a:cubicBezTo>
                  <a:pt x="1304670" y="268343"/>
                  <a:pt x="1303192" y="267474"/>
                  <a:pt x="1302236" y="265909"/>
                </a:cubicBezTo>
                <a:cubicBezTo>
                  <a:pt x="1301280" y="264345"/>
                  <a:pt x="1301975" y="262519"/>
                  <a:pt x="1302236" y="260086"/>
                </a:cubicBezTo>
                <a:cubicBezTo>
                  <a:pt x="1302497" y="257652"/>
                  <a:pt x="1302670" y="255045"/>
                  <a:pt x="1303018" y="252959"/>
                </a:cubicBezTo>
                <a:cubicBezTo>
                  <a:pt x="1303366" y="250873"/>
                  <a:pt x="1303626" y="247744"/>
                  <a:pt x="1306930" y="247744"/>
                </a:cubicBezTo>
                <a:cubicBezTo>
                  <a:pt x="1308755" y="247744"/>
                  <a:pt x="1309189" y="249047"/>
                  <a:pt x="1310927" y="249047"/>
                </a:cubicBezTo>
                <a:cubicBezTo>
                  <a:pt x="1312666" y="249047"/>
                  <a:pt x="1313448" y="248265"/>
                  <a:pt x="1315187" y="248265"/>
                </a:cubicBezTo>
                <a:cubicBezTo>
                  <a:pt x="1316568" y="248495"/>
                  <a:pt x="1317979" y="248495"/>
                  <a:pt x="1319359" y="248265"/>
                </a:cubicBezTo>
                <a:cubicBezTo>
                  <a:pt x="1320899" y="247508"/>
                  <a:pt x="1322194" y="246334"/>
                  <a:pt x="1323097" y="244875"/>
                </a:cubicBezTo>
                <a:cubicBezTo>
                  <a:pt x="1323878" y="242048"/>
                  <a:pt x="1324202" y="239113"/>
                  <a:pt x="1324052" y="236183"/>
                </a:cubicBezTo>
                <a:cubicBezTo>
                  <a:pt x="1323705" y="233837"/>
                  <a:pt x="1321619" y="234184"/>
                  <a:pt x="1318924" y="235487"/>
                </a:cubicBezTo>
                <a:cubicBezTo>
                  <a:pt x="1316801" y="236261"/>
                  <a:pt x="1314621" y="236872"/>
                  <a:pt x="1312405" y="237313"/>
                </a:cubicBezTo>
                <a:cubicBezTo>
                  <a:pt x="1310430" y="237853"/>
                  <a:pt x="1308429" y="238288"/>
                  <a:pt x="1306408" y="238616"/>
                </a:cubicBezTo>
                <a:cubicBezTo>
                  <a:pt x="1304760" y="238624"/>
                  <a:pt x="1303120" y="238390"/>
                  <a:pt x="1301540" y="237921"/>
                </a:cubicBezTo>
                <a:cubicBezTo>
                  <a:pt x="1299106" y="237313"/>
                  <a:pt x="1299715" y="235836"/>
                  <a:pt x="1299106" y="234097"/>
                </a:cubicBezTo>
                <a:cubicBezTo>
                  <a:pt x="1298124" y="232380"/>
                  <a:pt x="1297475" y="230493"/>
                  <a:pt x="1297195" y="228534"/>
                </a:cubicBezTo>
                <a:cubicBezTo>
                  <a:pt x="1297542" y="223580"/>
                  <a:pt x="1293544" y="221755"/>
                  <a:pt x="1292849" y="220451"/>
                </a:cubicBezTo>
                <a:cubicBezTo>
                  <a:pt x="1291539" y="217717"/>
                  <a:pt x="1290715" y="214776"/>
                  <a:pt x="1290415" y="211759"/>
                </a:cubicBezTo>
                <a:cubicBezTo>
                  <a:pt x="1290415" y="206109"/>
                  <a:pt x="1295717" y="201676"/>
                  <a:pt x="1295109" y="198113"/>
                </a:cubicBezTo>
                <a:cubicBezTo>
                  <a:pt x="1293530" y="190891"/>
                  <a:pt x="1292772" y="183514"/>
                  <a:pt x="1292848" y="176122"/>
                </a:cubicBezTo>
                <a:cubicBezTo>
                  <a:pt x="1293109" y="174123"/>
                  <a:pt x="1290067" y="170733"/>
                  <a:pt x="1290067" y="166735"/>
                </a:cubicBezTo>
                <a:cubicBezTo>
                  <a:pt x="1290196" y="164326"/>
                  <a:pt x="1290574" y="161938"/>
                  <a:pt x="1291197" y="159607"/>
                </a:cubicBezTo>
                <a:cubicBezTo>
                  <a:pt x="1292444" y="155651"/>
                  <a:pt x="1293260" y="151571"/>
                  <a:pt x="1293631" y="147439"/>
                </a:cubicBezTo>
                <a:cubicBezTo>
                  <a:pt x="1293109" y="141964"/>
                  <a:pt x="1295891" y="135097"/>
                  <a:pt x="1299628" y="135097"/>
                </a:cubicBezTo>
                <a:cubicBezTo>
                  <a:pt x="1303366" y="135097"/>
                  <a:pt x="1303279" y="139790"/>
                  <a:pt x="1307364" y="139790"/>
                </a:cubicBezTo>
                <a:cubicBezTo>
                  <a:pt x="1309823" y="139917"/>
                  <a:pt x="1312288" y="139653"/>
                  <a:pt x="1314665" y="139008"/>
                </a:cubicBezTo>
                <a:cubicBezTo>
                  <a:pt x="1315535" y="138399"/>
                  <a:pt x="1322227" y="136747"/>
                  <a:pt x="1324227" y="135965"/>
                </a:cubicBezTo>
                <a:cubicBezTo>
                  <a:pt x="1330050" y="133879"/>
                  <a:pt x="1334222" y="131272"/>
                  <a:pt x="1340566" y="129273"/>
                </a:cubicBezTo>
                <a:cubicBezTo>
                  <a:pt x="1344826" y="127969"/>
                  <a:pt x="1350128" y="129099"/>
                  <a:pt x="1353518" y="127969"/>
                </a:cubicBezTo>
                <a:cubicBezTo>
                  <a:pt x="1362905" y="124753"/>
                  <a:pt x="1389068" y="115366"/>
                  <a:pt x="1392283" y="115366"/>
                </a:cubicBezTo>
                <a:close/>
                <a:moveTo>
                  <a:pt x="82424" y="105436"/>
                </a:moveTo>
                <a:cubicBezTo>
                  <a:pt x="82100" y="105436"/>
                  <a:pt x="81602" y="105835"/>
                  <a:pt x="81402" y="105835"/>
                </a:cubicBezTo>
                <a:cubicBezTo>
                  <a:pt x="81043" y="105985"/>
                  <a:pt x="80714" y="106194"/>
                  <a:pt x="80430" y="106458"/>
                </a:cubicBezTo>
                <a:cubicBezTo>
                  <a:pt x="80230" y="106683"/>
                  <a:pt x="79732" y="107431"/>
                  <a:pt x="79283" y="107755"/>
                </a:cubicBezTo>
                <a:cubicBezTo>
                  <a:pt x="78834" y="108079"/>
                  <a:pt x="78286" y="108627"/>
                  <a:pt x="77986" y="108852"/>
                </a:cubicBezTo>
                <a:cubicBezTo>
                  <a:pt x="77687" y="109076"/>
                  <a:pt x="77039" y="109051"/>
                  <a:pt x="76840" y="109226"/>
                </a:cubicBezTo>
                <a:cubicBezTo>
                  <a:pt x="76638" y="109388"/>
                  <a:pt x="76543" y="109644"/>
                  <a:pt x="76590" y="109899"/>
                </a:cubicBezTo>
                <a:lnTo>
                  <a:pt x="76565" y="109899"/>
                </a:lnTo>
                <a:cubicBezTo>
                  <a:pt x="76588" y="110335"/>
                  <a:pt x="76545" y="110771"/>
                  <a:pt x="76441" y="111195"/>
                </a:cubicBezTo>
                <a:cubicBezTo>
                  <a:pt x="76501" y="111442"/>
                  <a:pt x="76693" y="111634"/>
                  <a:pt x="76939" y="111694"/>
                </a:cubicBezTo>
                <a:cubicBezTo>
                  <a:pt x="77872" y="111602"/>
                  <a:pt x="78797" y="111953"/>
                  <a:pt x="79432" y="112641"/>
                </a:cubicBezTo>
                <a:cubicBezTo>
                  <a:pt x="80405" y="113638"/>
                  <a:pt x="80654" y="114461"/>
                  <a:pt x="81776" y="115633"/>
                </a:cubicBezTo>
                <a:cubicBezTo>
                  <a:pt x="82424" y="116256"/>
                  <a:pt x="82275" y="116880"/>
                  <a:pt x="82424" y="117503"/>
                </a:cubicBezTo>
                <a:cubicBezTo>
                  <a:pt x="82287" y="118201"/>
                  <a:pt x="82060" y="118882"/>
                  <a:pt x="81751" y="119522"/>
                </a:cubicBezTo>
                <a:cubicBezTo>
                  <a:pt x="81484" y="119899"/>
                  <a:pt x="81193" y="120258"/>
                  <a:pt x="80878" y="120594"/>
                </a:cubicBezTo>
                <a:cubicBezTo>
                  <a:pt x="80430" y="121093"/>
                  <a:pt x="80380" y="121841"/>
                  <a:pt x="80006" y="122414"/>
                </a:cubicBezTo>
                <a:cubicBezTo>
                  <a:pt x="79492" y="122960"/>
                  <a:pt x="79492" y="123813"/>
                  <a:pt x="80006" y="124359"/>
                </a:cubicBezTo>
                <a:cubicBezTo>
                  <a:pt x="80612" y="124865"/>
                  <a:pt x="81165" y="125434"/>
                  <a:pt x="81651" y="126054"/>
                </a:cubicBezTo>
                <a:cubicBezTo>
                  <a:pt x="82075" y="126478"/>
                  <a:pt x="82175" y="126329"/>
                  <a:pt x="82674" y="126628"/>
                </a:cubicBezTo>
                <a:cubicBezTo>
                  <a:pt x="83172" y="126927"/>
                  <a:pt x="83446" y="127351"/>
                  <a:pt x="84095" y="127550"/>
                </a:cubicBezTo>
                <a:cubicBezTo>
                  <a:pt x="84371" y="127677"/>
                  <a:pt x="84690" y="127677"/>
                  <a:pt x="84967" y="127550"/>
                </a:cubicBezTo>
                <a:cubicBezTo>
                  <a:pt x="85241" y="127426"/>
                  <a:pt x="85416" y="126952"/>
                  <a:pt x="85566" y="126703"/>
                </a:cubicBezTo>
                <a:cubicBezTo>
                  <a:pt x="85718" y="126249"/>
                  <a:pt x="85900" y="125808"/>
                  <a:pt x="86114" y="125381"/>
                </a:cubicBezTo>
                <a:cubicBezTo>
                  <a:pt x="86463" y="125042"/>
                  <a:pt x="86750" y="124646"/>
                  <a:pt x="86962" y="124209"/>
                </a:cubicBezTo>
                <a:cubicBezTo>
                  <a:pt x="86962" y="124209"/>
                  <a:pt x="87460" y="123960"/>
                  <a:pt x="87809" y="123960"/>
                </a:cubicBezTo>
                <a:cubicBezTo>
                  <a:pt x="88680" y="124628"/>
                  <a:pt x="89512" y="125344"/>
                  <a:pt x="90303" y="126104"/>
                </a:cubicBezTo>
                <a:cubicBezTo>
                  <a:pt x="90726" y="126603"/>
                  <a:pt x="90452" y="127600"/>
                  <a:pt x="90303" y="128099"/>
                </a:cubicBezTo>
                <a:cubicBezTo>
                  <a:pt x="90116" y="129248"/>
                  <a:pt x="89839" y="130382"/>
                  <a:pt x="89480" y="131489"/>
                </a:cubicBezTo>
                <a:cubicBezTo>
                  <a:pt x="89141" y="132025"/>
                  <a:pt x="88896" y="132616"/>
                  <a:pt x="88757" y="133235"/>
                </a:cubicBezTo>
                <a:cubicBezTo>
                  <a:pt x="88670" y="133868"/>
                  <a:pt x="88527" y="134494"/>
                  <a:pt x="88333" y="135104"/>
                </a:cubicBezTo>
                <a:cubicBezTo>
                  <a:pt x="88233" y="135429"/>
                  <a:pt x="87834" y="135628"/>
                  <a:pt x="87685" y="135952"/>
                </a:cubicBezTo>
                <a:cubicBezTo>
                  <a:pt x="87545" y="136351"/>
                  <a:pt x="87642" y="136795"/>
                  <a:pt x="87934" y="137099"/>
                </a:cubicBezTo>
                <a:cubicBezTo>
                  <a:pt x="88059" y="137224"/>
                  <a:pt x="88757" y="137448"/>
                  <a:pt x="89106" y="137647"/>
                </a:cubicBezTo>
                <a:cubicBezTo>
                  <a:pt x="89455" y="137847"/>
                  <a:pt x="89954" y="138395"/>
                  <a:pt x="90352" y="138395"/>
                </a:cubicBezTo>
                <a:cubicBezTo>
                  <a:pt x="90821" y="138283"/>
                  <a:pt x="91295" y="138198"/>
                  <a:pt x="91774" y="138146"/>
                </a:cubicBezTo>
                <a:cubicBezTo>
                  <a:pt x="92546" y="138146"/>
                  <a:pt x="93943" y="138520"/>
                  <a:pt x="94142" y="137972"/>
                </a:cubicBezTo>
                <a:cubicBezTo>
                  <a:pt x="94374" y="136862"/>
                  <a:pt x="94516" y="135738"/>
                  <a:pt x="94566" y="134606"/>
                </a:cubicBezTo>
                <a:cubicBezTo>
                  <a:pt x="94838" y="134020"/>
                  <a:pt x="95055" y="133412"/>
                  <a:pt x="95214" y="132786"/>
                </a:cubicBezTo>
                <a:cubicBezTo>
                  <a:pt x="95324" y="131669"/>
                  <a:pt x="95576" y="130572"/>
                  <a:pt x="95962" y="129520"/>
                </a:cubicBezTo>
                <a:cubicBezTo>
                  <a:pt x="96271" y="128757"/>
                  <a:pt x="96530" y="127974"/>
                  <a:pt x="96735" y="127176"/>
                </a:cubicBezTo>
                <a:cubicBezTo>
                  <a:pt x="96885" y="126528"/>
                  <a:pt x="96311" y="125182"/>
                  <a:pt x="96735" y="124234"/>
                </a:cubicBezTo>
                <a:cubicBezTo>
                  <a:pt x="97086" y="123344"/>
                  <a:pt x="97281" y="122399"/>
                  <a:pt x="97308" y="121442"/>
                </a:cubicBezTo>
                <a:cubicBezTo>
                  <a:pt x="97381" y="120928"/>
                  <a:pt x="97246" y="120410"/>
                  <a:pt x="96934" y="119996"/>
                </a:cubicBezTo>
                <a:cubicBezTo>
                  <a:pt x="96261" y="119074"/>
                  <a:pt x="95862" y="118151"/>
                  <a:pt x="95688" y="117927"/>
                </a:cubicBezTo>
                <a:cubicBezTo>
                  <a:pt x="95513" y="117702"/>
                  <a:pt x="95114" y="117628"/>
                  <a:pt x="94765" y="117378"/>
                </a:cubicBezTo>
                <a:lnTo>
                  <a:pt x="94167" y="116979"/>
                </a:lnTo>
                <a:cubicBezTo>
                  <a:pt x="93992" y="116855"/>
                  <a:pt x="93618" y="117029"/>
                  <a:pt x="93045" y="116456"/>
                </a:cubicBezTo>
                <a:cubicBezTo>
                  <a:pt x="92624" y="116054"/>
                  <a:pt x="92225" y="115628"/>
                  <a:pt x="91848" y="115184"/>
                </a:cubicBezTo>
                <a:cubicBezTo>
                  <a:pt x="91300" y="114536"/>
                  <a:pt x="90951" y="113988"/>
                  <a:pt x="90552" y="113564"/>
                </a:cubicBezTo>
                <a:cubicBezTo>
                  <a:pt x="89255" y="112143"/>
                  <a:pt x="88832" y="111669"/>
                  <a:pt x="88208" y="111071"/>
                </a:cubicBezTo>
                <a:cubicBezTo>
                  <a:pt x="87772" y="110614"/>
                  <a:pt x="87363" y="110131"/>
                  <a:pt x="86987" y="109625"/>
                </a:cubicBezTo>
                <a:cubicBezTo>
                  <a:pt x="86638" y="108802"/>
                  <a:pt x="86413" y="108029"/>
                  <a:pt x="86264" y="107780"/>
                </a:cubicBezTo>
                <a:cubicBezTo>
                  <a:pt x="85912" y="107346"/>
                  <a:pt x="85518" y="106944"/>
                  <a:pt x="85092" y="106583"/>
                </a:cubicBezTo>
                <a:cubicBezTo>
                  <a:pt x="84768" y="106334"/>
                  <a:pt x="84768" y="106084"/>
                  <a:pt x="84344" y="105785"/>
                </a:cubicBezTo>
                <a:cubicBezTo>
                  <a:pt x="83741" y="105518"/>
                  <a:pt x="83082" y="105399"/>
                  <a:pt x="82424" y="105436"/>
                </a:cubicBezTo>
                <a:close/>
                <a:moveTo>
                  <a:pt x="302687" y="105338"/>
                </a:moveTo>
                <a:lnTo>
                  <a:pt x="312642" y="106708"/>
                </a:lnTo>
                <a:cubicBezTo>
                  <a:pt x="310066" y="109365"/>
                  <a:pt x="306775" y="111218"/>
                  <a:pt x="303168" y="112043"/>
                </a:cubicBezTo>
                <a:cubicBezTo>
                  <a:pt x="298730" y="112990"/>
                  <a:pt x="293045" y="108852"/>
                  <a:pt x="293045" y="108852"/>
                </a:cubicBezTo>
                <a:close/>
                <a:moveTo>
                  <a:pt x="302669" y="105336"/>
                </a:moveTo>
                <a:lnTo>
                  <a:pt x="302694" y="105336"/>
                </a:lnTo>
                <a:lnTo>
                  <a:pt x="302687" y="105338"/>
                </a:lnTo>
                <a:close/>
                <a:moveTo>
                  <a:pt x="421692" y="93619"/>
                </a:moveTo>
                <a:cubicBezTo>
                  <a:pt x="421218" y="93294"/>
                  <a:pt x="420296" y="93718"/>
                  <a:pt x="420346" y="93918"/>
                </a:cubicBezTo>
                <a:cubicBezTo>
                  <a:pt x="420395" y="94117"/>
                  <a:pt x="419498" y="95164"/>
                  <a:pt x="419049" y="95563"/>
                </a:cubicBezTo>
                <a:cubicBezTo>
                  <a:pt x="417553" y="96860"/>
                  <a:pt x="417204" y="97732"/>
                  <a:pt x="416556" y="98206"/>
                </a:cubicBezTo>
                <a:cubicBezTo>
                  <a:pt x="415509" y="99029"/>
                  <a:pt x="414113" y="100126"/>
                  <a:pt x="413913" y="100350"/>
                </a:cubicBezTo>
                <a:cubicBezTo>
                  <a:pt x="413512" y="100754"/>
                  <a:pt x="413160" y="101208"/>
                  <a:pt x="412866" y="101696"/>
                </a:cubicBezTo>
                <a:cubicBezTo>
                  <a:pt x="412736" y="102075"/>
                  <a:pt x="412562" y="102434"/>
                  <a:pt x="412343" y="102768"/>
                </a:cubicBezTo>
                <a:cubicBezTo>
                  <a:pt x="412143" y="103018"/>
                  <a:pt x="411545" y="102768"/>
                  <a:pt x="411545" y="102768"/>
                </a:cubicBezTo>
                <a:cubicBezTo>
                  <a:pt x="410974" y="102611"/>
                  <a:pt x="410435" y="102359"/>
                  <a:pt x="409949" y="102020"/>
                </a:cubicBezTo>
                <a:cubicBezTo>
                  <a:pt x="409874" y="101973"/>
                  <a:pt x="409812" y="101908"/>
                  <a:pt x="409765" y="101836"/>
                </a:cubicBezTo>
                <a:cubicBezTo>
                  <a:pt x="409578" y="101547"/>
                  <a:pt x="409660" y="101160"/>
                  <a:pt x="409949" y="100973"/>
                </a:cubicBezTo>
                <a:cubicBezTo>
                  <a:pt x="410540" y="100385"/>
                  <a:pt x="411051" y="99724"/>
                  <a:pt x="411470" y="99004"/>
                </a:cubicBezTo>
                <a:cubicBezTo>
                  <a:pt x="411445" y="98630"/>
                  <a:pt x="411071" y="98630"/>
                  <a:pt x="411071" y="98630"/>
                </a:cubicBezTo>
                <a:cubicBezTo>
                  <a:pt x="409874" y="98959"/>
                  <a:pt x="408658" y="99218"/>
                  <a:pt x="407431" y="99403"/>
                </a:cubicBezTo>
                <a:cubicBezTo>
                  <a:pt x="407119" y="99385"/>
                  <a:pt x="406815" y="99308"/>
                  <a:pt x="406533" y="99178"/>
                </a:cubicBezTo>
                <a:cubicBezTo>
                  <a:pt x="406105" y="99113"/>
                  <a:pt x="405676" y="99285"/>
                  <a:pt x="405411" y="99627"/>
                </a:cubicBezTo>
                <a:cubicBezTo>
                  <a:pt x="404539" y="101123"/>
                  <a:pt x="404015" y="100849"/>
                  <a:pt x="403367" y="101472"/>
                </a:cubicBezTo>
                <a:cubicBezTo>
                  <a:pt x="402714" y="102182"/>
                  <a:pt x="402238" y="103038"/>
                  <a:pt x="401971" y="103965"/>
                </a:cubicBezTo>
                <a:cubicBezTo>
                  <a:pt x="401814" y="104414"/>
                  <a:pt x="402003" y="104907"/>
                  <a:pt x="402420" y="105137"/>
                </a:cubicBezTo>
                <a:cubicBezTo>
                  <a:pt x="403317" y="105760"/>
                  <a:pt x="404639" y="105536"/>
                  <a:pt x="406110" y="105760"/>
                </a:cubicBezTo>
                <a:cubicBezTo>
                  <a:pt x="406466" y="105798"/>
                  <a:pt x="406825" y="105798"/>
                  <a:pt x="407182" y="105760"/>
                </a:cubicBezTo>
                <a:cubicBezTo>
                  <a:pt x="407997" y="105558"/>
                  <a:pt x="408837" y="105483"/>
                  <a:pt x="409675" y="105536"/>
                </a:cubicBezTo>
                <a:cubicBezTo>
                  <a:pt x="410450" y="105820"/>
                  <a:pt x="411181" y="106214"/>
                  <a:pt x="411844" y="106708"/>
                </a:cubicBezTo>
                <a:cubicBezTo>
                  <a:pt x="412343" y="107032"/>
                  <a:pt x="413090" y="107605"/>
                  <a:pt x="413464" y="107879"/>
                </a:cubicBezTo>
                <a:cubicBezTo>
                  <a:pt x="414160" y="108388"/>
                  <a:pt x="414828" y="108936"/>
                  <a:pt x="415459" y="109525"/>
                </a:cubicBezTo>
                <a:cubicBezTo>
                  <a:pt x="415878" y="109881"/>
                  <a:pt x="416329" y="110198"/>
                  <a:pt x="416805" y="110472"/>
                </a:cubicBezTo>
                <a:cubicBezTo>
                  <a:pt x="417306" y="110684"/>
                  <a:pt x="417763" y="110991"/>
                  <a:pt x="418152" y="111370"/>
                </a:cubicBezTo>
                <a:cubicBezTo>
                  <a:pt x="418800" y="112260"/>
                  <a:pt x="419655" y="112980"/>
                  <a:pt x="420645" y="113464"/>
                </a:cubicBezTo>
                <a:cubicBezTo>
                  <a:pt x="420944" y="113564"/>
                  <a:pt x="421791" y="114536"/>
                  <a:pt x="422215" y="114735"/>
                </a:cubicBezTo>
                <a:cubicBezTo>
                  <a:pt x="422766" y="115075"/>
                  <a:pt x="423263" y="115493"/>
                  <a:pt x="423686" y="115982"/>
                </a:cubicBezTo>
                <a:cubicBezTo>
                  <a:pt x="423290" y="116486"/>
                  <a:pt x="422612" y="116668"/>
                  <a:pt x="422016" y="116431"/>
                </a:cubicBezTo>
                <a:cubicBezTo>
                  <a:pt x="421742" y="116256"/>
                  <a:pt x="420719" y="116082"/>
                  <a:pt x="420495" y="115857"/>
                </a:cubicBezTo>
                <a:cubicBezTo>
                  <a:pt x="420223" y="115491"/>
                  <a:pt x="420004" y="115089"/>
                  <a:pt x="419847" y="114661"/>
                </a:cubicBezTo>
                <a:cubicBezTo>
                  <a:pt x="419722" y="114461"/>
                  <a:pt x="419224" y="114162"/>
                  <a:pt x="418924" y="113788"/>
                </a:cubicBezTo>
                <a:cubicBezTo>
                  <a:pt x="418648" y="113344"/>
                  <a:pt x="418294" y="112955"/>
                  <a:pt x="417877" y="112641"/>
                </a:cubicBezTo>
                <a:cubicBezTo>
                  <a:pt x="417578" y="112467"/>
                  <a:pt x="417079" y="112467"/>
                  <a:pt x="417079" y="112467"/>
                </a:cubicBezTo>
                <a:cubicBezTo>
                  <a:pt x="416232" y="111918"/>
                  <a:pt x="416431" y="112018"/>
                  <a:pt x="416032" y="111918"/>
                </a:cubicBezTo>
                <a:cubicBezTo>
                  <a:pt x="415633" y="111818"/>
                  <a:pt x="415135" y="111120"/>
                  <a:pt x="414935" y="111120"/>
                </a:cubicBezTo>
                <a:cubicBezTo>
                  <a:pt x="414404" y="110816"/>
                  <a:pt x="413896" y="110475"/>
                  <a:pt x="413415" y="110098"/>
                </a:cubicBezTo>
                <a:cubicBezTo>
                  <a:pt x="413065" y="109874"/>
                  <a:pt x="412542" y="109251"/>
                  <a:pt x="412243" y="109076"/>
                </a:cubicBezTo>
                <a:cubicBezTo>
                  <a:pt x="412006" y="109001"/>
                  <a:pt x="411764" y="108941"/>
                  <a:pt x="411520" y="108902"/>
                </a:cubicBezTo>
                <a:cubicBezTo>
                  <a:pt x="411096" y="108777"/>
                  <a:pt x="410747" y="107730"/>
                  <a:pt x="410273" y="107730"/>
                </a:cubicBezTo>
                <a:cubicBezTo>
                  <a:pt x="408877" y="107630"/>
                  <a:pt x="407755" y="108802"/>
                  <a:pt x="407381" y="108802"/>
                </a:cubicBezTo>
                <a:cubicBezTo>
                  <a:pt x="406860" y="108936"/>
                  <a:pt x="406391" y="109223"/>
                  <a:pt x="406035" y="109625"/>
                </a:cubicBezTo>
                <a:cubicBezTo>
                  <a:pt x="405561" y="109974"/>
                  <a:pt x="405387" y="110148"/>
                  <a:pt x="405561" y="110647"/>
                </a:cubicBezTo>
                <a:cubicBezTo>
                  <a:pt x="405713" y="111008"/>
                  <a:pt x="405987" y="111307"/>
                  <a:pt x="406334" y="111494"/>
                </a:cubicBezTo>
                <a:cubicBezTo>
                  <a:pt x="406765" y="111786"/>
                  <a:pt x="407261" y="111968"/>
                  <a:pt x="407780" y="112018"/>
                </a:cubicBezTo>
                <a:cubicBezTo>
                  <a:pt x="408266" y="111988"/>
                  <a:pt x="408752" y="112100"/>
                  <a:pt x="409176" y="112342"/>
                </a:cubicBezTo>
                <a:cubicBezTo>
                  <a:pt x="409376" y="112566"/>
                  <a:pt x="410173" y="112990"/>
                  <a:pt x="409824" y="113215"/>
                </a:cubicBezTo>
                <a:cubicBezTo>
                  <a:pt x="409396" y="113444"/>
                  <a:pt x="408944" y="113629"/>
                  <a:pt x="408478" y="113763"/>
                </a:cubicBezTo>
                <a:cubicBezTo>
                  <a:pt x="408154" y="113863"/>
                  <a:pt x="407556" y="114411"/>
                  <a:pt x="407331" y="114561"/>
                </a:cubicBezTo>
                <a:cubicBezTo>
                  <a:pt x="407107" y="114711"/>
                  <a:pt x="406932" y="114711"/>
                  <a:pt x="406583" y="114711"/>
                </a:cubicBezTo>
                <a:cubicBezTo>
                  <a:pt x="406164" y="114638"/>
                  <a:pt x="405758" y="114494"/>
                  <a:pt x="405387" y="114287"/>
                </a:cubicBezTo>
                <a:cubicBezTo>
                  <a:pt x="404868" y="113900"/>
                  <a:pt x="404317" y="113559"/>
                  <a:pt x="403741" y="113265"/>
                </a:cubicBezTo>
                <a:cubicBezTo>
                  <a:pt x="403193" y="113065"/>
                  <a:pt x="402195" y="113015"/>
                  <a:pt x="401996" y="112791"/>
                </a:cubicBezTo>
                <a:cubicBezTo>
                  <a:pt x="401797" y="112566"/>
                  <a:pt x="401447" y="111594"/>
                  <a:pt x="401223" y="111370"/>
                </a:cubicBezTo>
                <a:cubicBezTo>
                  <a:pt x="400522" y="110806"/>
                  <a:pt x="399615" y="110572"/>
                  <a:pt x="398730" y="110722"/>
                </a:cubicBezTo>
                <a:cubicBezTo>
                  <a:pt x="398179" y="110961"/>
                  <a:pt x="397668" y="111280"/>
                  <a:pt x="397209" y="111669"/>
                </a:cubicBezTo>
                <a:cubicBezTo>
                  <a:pt x="396985" y="111868"/>
                  <a:pt x="396337" y="112417"/>
                  <a:pt x="396386" y="112666"/>
                </a:cubicBezTo>
                <a:cubicBezTo>
                  <a:pt x="396436" y="112915"/>
                  <a:pt x="396685" y="113265"/>
                  <a:pt x="396685" y="113514"/>
                </a:cubicBezTo>
                <a:cubicBezTo>
                  <a:pt x="396661" y="114461"/>
                  <a:pt x="397334" y="114860"/>
                  <a:pt x="397558" y="115085"/>
                </a:cubicBezTo>
                <a:cubicBezTo>
                  <a:pt x="397782" y="115309"/>
                  <a:pt x="399029" y="115658"/>
                  <a:pt x="399428" y="116032"/>
                </a:cubicBezTo>
                <a:cubicBezTo>
                  <a:pt x="400019" y="116583"/>
                  <a:pt x="400662" y="117077"/>
                  <a:pt x="401348" y="117503"/>
                </a:cubicBezTo>
                <a:cubicBezTo>
                  <a:pt x="402023" y="117914"/>
                  <a:pt x="402657" y="118390"/>
                  <a:pt x="403242" y="118924"/>
                </a:cubicBezTo>
                <a:cubicBezTo>
                  <a:pt x="403741" y="119572"/>
                  <a:pt x="403392" y="119971"/>
                  <a:pt x="402993" y="120096"/>
                </a:cubicBezTo>
                <a:cubicBezTo>
                  <a:pt x="401672" y="120420"/>
                  <a:pt x="399378" y="121841"/>
                  <a:pt x="398181" y="121168"/>
                </a:cubicBezTo>
                <a:cubicBezTo>
                  <a:pt x="397708" y="120869"/>
                  <a:pt x="396760" y="120046"/>
                  <a:pt x="395688" y="119273"/>
                </a:cubicBezTo>
                <a:cubicBezTo>
                  <a:pt x="395090" y="118749"/>
                  <a:pt x="394491" y="118351"/>
                  <a:pt x="394342" y="118749"/>
                </a:cubicBezTo>
                <a:cubicBezTo>
                  <a:pt x="394192" y="119148"/>
                  <a:pt x="395015" y="121442"/>
                  <a:pt x="394342" y="122115"/>
                </a:cubicBezTo>
                <a:cubicBezTo>
                  <a:pt x="393993" y="122439"/>
                  <a:pt x="393320" y="122988"/>
                  <a:pt x="392996" y="123312"/>
                </a:cubicBezTo>
                <a:cubicBezTo>
                  <a:pt x="393382" y="124085"/>
                  <a:pt x="393978" y="124733"/>
                  <a:pt x="394716" y="125182"/>
                </a:cubicBezTo>
                <a:cubicBezTo>
                  <a:pt x="395252" y="125401"/>
                  <a:pt x="395748" y="125705"/>
                  <a:pt x="396187" y="126079"/>
                </a:cubicBezTo>
                <a:cubicBezTo>
                  <a:pt x="396825" y="126471"/>
                  <a:pt x="397491" y="126812"/>
                  <a:pt x="398181" y="127101"/>
                </a:cubicBezTo>
                <a:cubicBezTo>
                  <a:pt x="399129" y="127650"/>
                  <a:pt x="400126" y="126603"/>
                  <a:pt x="401173" y="126254"/>
                </a:cubicBezTo>
                <a:cubicBezTo>
                  <a:pt x="401323" y="126229"/>
                  <a:pt x="402195" y="126354"/>
                  <a:pt x="402619" y="125930"/>
                </a:cubicBezTo>
                <a:cubicBezTo>
                  <a:pt x="403110" y="125478"/>
                  <a:pt x="403686" y="125132"/>
                  <a:pt x="404314" y="124907"/>
                </a:cubicBezTo>
                <a:cubicBezTo>
                  <a:pt x="404838" y="124608"/>
                  <a:pt x="405212" y="124259"/>
                  <a:pt x="405686" y="123910"/>
                </a:cubicBezTo>
                <a:cubicBezTo>
                  <a:pt x="406160" y="123561"/>
                  <a:pt x="406434" y="122963"/>
                  <a:pt x="407032" y="122464"/>
                </a:cubicBezTo>
                <a:cubicBezTo>
                  <a:pt x="407630" y="121966"/>
                  <a:pt x="409625" y="123437"/>
                  <a:pt x="409924" y="123661"/>
                </a:cubicBezTo>
                <a:cubicBezTo>
                  <a:pt x="410223" y="123885"/>
                  <a:pt x="410423" y="123885"/>
                  <a:pt x="411071" y="124284"/>
                </a:cubicBezTo>
                <a:cubicBezTo>
                  <a:pt x="411719" y="124683"/>
                  <a:pt x="411993" y="124982"/>
                  <a:pt x="412567" y="125381"/>
                </a:cubicBezTo>
                <a:cubicBezTo>
                  <a:pt x="412991" y="125563"/>
                  <a:pt x="413459" y="125616"/>
                  <a:pt x="413913" y="125531"/>
                </a:cubicBezTo>
                <a:cubicBezTo>
                  <a:pt x="414437" y="125506"/>
                  <a:pt x="415110" y="124907"/>
                  <a:pt x="415534" y="124633"/>
                </a:cubicBezTo>
                <a:cubicBezTo>
                  <a:pt x="415958" y="124359"/>
                  <a:pt x="415534" y="123661"/>
                  <a:pt x="415534" y="123661"/>
                </a:cubicBezTo>
                <a:cubicBezTo>
                  <a:pt x="415135" y="122838"/>
                  <a:pt x="415035" y="122215"/>
                  <a:pt x="414861" y="121891"/>
                </a:cubicBezTo>
                <a:cubicBezTo>
                  <a:pt x="414312" y="121043"/>
                  <a:pt x="414512" y="120220"/>
                  <a:pt x="414312" y="119996"/>
                </a:cubicBezTo>
                <a:cubicBezTo>
                  <a:pt x="414113" y="119772"/>
                  <a:pt x="413639" y="119946"/>
                  <a:pt x="413240" y="119622"/>
                </a:cubicBezTo>
                <a:cubicBezTo>
                  <a:pt x="412841" y="119298"/>
                  <a:pt x="412068" y="119123"/>
                  <a:pt x="411719" y="118899"/>
                </a:cubicBezTo>
                <a:cubicBezTo>
                  <a:pt x="411370" y="118675"/>
                  <a:pt x="411246" y="118351"/>
                  <a:pt x="411246" y="118151"/>
                </a:cubicBezTo>
                <a:cubicBezTo>
                  <a:pt x="411599" y="117672"/>
                  <a:pt x="412111" y="117336"/>
                  <a:pt x="412692" y="117204"/>
                </a:cubicBezTo>
                <a:cubicBezTo>
                  <a:pt x="413420" y="117124"/>
                  <a:pt x="414155" y="117124"/>
                  <a:pt x="414886" y="117204"/>
                </a:cubicBezTo>
                <a:cubicBezTo>
                  <a:pt x="415416" y="117341"/>
                  <a:pt x="415975" y="117341"/>
                  <a:pt x="416506" y="117204"/>
                </a:cubicBezTo>
                <a:cubicBezTo>
                  <a:pt x="417797" y="117022"/>
                  <a:pt x="419109" y="117296"/>
                  <a:pt x="420221" y="117977"/>
                </a:cubicBezTo>
                <a:cubicBezTo>
                  <a:pt x="420744" y="118375"/>
                  <a:pt x="421418" y="118849"/>
                  <a:pt x="421467" y="119273"/>
                </a:cubicBezTo>
                <a:cubicBezTo>
                  <a:pt x="421517" y="119697"/>
                  <a:pt x="422141" y="120370"/>
                  <a:pt x="422315" y="120370"/>
                </a:cubicBezTo>
                <a:cubicBezTo>
                  <a:pt x="422739" y="120387"/>
                  <a:pt x="423140" y="120567"/>
                  <a:pt x="423437" y="120869"/>
                </a:cubicBezTo>
                <a:cubicBezTo>
                  <a:pt x="424285" y="121818"/>
                  <a:pt x="425382" y="122509"/>
                  <a:pt x="426603" y="122863"/>
                </a:cubicBezTo>
                <a:cubicBezTo>
                  <a:pt x="427411" y="122646"/>
                  <a:pt x="428159" y="122255"/>
                  <a:pt x="428797" y="121716"/>
                </a:cubicBezTo>
                <a:cubicBezTo>
                  <a:pt x="429523" y="121133"/>
                  <a:pt x="430054" y="120340"/>
                  <a:pt x="430318" y="119448"/>
                </a:cubicBezTo>
                <a:cubicBezTo>
                  <a:pt x="430368" y="118924"/>
                  <a:pt x="429894" y="118899"/>
                  <a:pt x="429820" y="118326"/>
                </a:cubicBezTo>
                <a:cubicBezTo>
                  <a:pt x="429745" y="117752"/>
                  <a:pt x="429346" y="117628"/>
                  <a:pt x="429346" y="117378"/>
                </a:cubicBezTo>
                <a:cubicBezTo>
                  <a:pt x="429346" y="117129"/>
                  <a:pt x="429346" y="116531"/>
                  <a:pt x="429346" y="116256"/>
                </a:cubicBezTo>
                <a:cubicBezTo>
                  <a:pt x="429119" y="115962"/>
                  <a:pt x="428850" y="115703"/>
                  <a:pt x="428548" y="115483"/>
                </a:cubicBezTo>
                <a:cubicBezTo>
                  <a:pt x="427917" y="115453"/>
                  <a:pt x="427306" y="115257"/>
                  <a:pt x="426778" y="114910"/>
                </a:cubicBezTo>
                <a:cubicBezTo>
                  <a:pt x="426578" y="114686"/>
                  <a:pt x="426154" y="114411"/>
                  <a:pt x="426404" y="114112"/>
                </a:cubicBezTo>
                <a:cubicBezTo>
                  <a:pt x="426853" y="113698"/>
                  <a:pt x="427366" y="113362"/>
                  <a:pt x="427925" y="113115"/>
                </a:cubicBezTo>
                <a:lnTo>
                  <a:pt x="429196" y="112417"/>
                </a:lnTo>
                <a:cubicBezTo>
                  <a:pt x="429396" y="112292"/>
                  <a:pt x="430368" y="111893"/>
                  <a:pt x="430368" y="111893"/>
                </a:cubicBezTo>
                <a:cubicBezTo>
                  <a:pt x="431398" y="111145"/>
                  <a:pt x="432614" y="110697"/>
                  <a:pt x="433883" y="110597"/>
                </a:cubicBezTo>
                <a:cubicBezTo>
                  <a:pt x="434731" y="110622"/>
                  <a:pt x="436152" y="111370"/>
                  <a:pt x="436227" y="110896"/>
                </a:cubicBezTo>
                <a:cubicBezTo>
                  <a:pt x="436302" y="110422"/>
                  <a:pt x="437249" y="110073"/>
                  <a:pt x="437598" y="109824"/>
                </a:cubicBezTo>
                <a:cubicBezTo>
                  <a:pt x="437915" y="109625"/>
                  <a:pt x="438102" y="109275"/>
                  <a:pt x="438097" y="108902"/>
                </a:cubicBezTo>
                <a:cubicBezTo>
                  <a:pt x="438047" y="108375"/>
                  <a:pt x="437937" y="107857"/>
                  <a:pt x="437773" y="107356"/>
                </a:cubicBezTo>
                <a:cubicBezTo>
                  <a:pt x="437623" y="106934"/>
                  <a:pt x="437264" y="106620"/>
                  <a:pt x="436825" y="106533"/>
                </a:cubicBezTo>
                <a:cubicBezTo>
                  <a:pt x="436601" y="106408"/>
                  <a:pt x="436601" y="106633"/>
                  <a:pt x="436177" y="106533"/>
                </a:cubicBezTo>
                <a:cubicBezTo>
                  <a:pt x="435753" y="106433"/>
                  <a:pt x="433011" y="104264"/>
                  <a:pt x="431739" y="104987"/>
                </a:cubicBezTo>
                <a:cubicBezTo>
                  <a:pt x="431116" y="105336"/>
                  <a:pt x="431515" y="106359"/>
                  <a:pt x="430842" y="106957"/>
                </a:cubicBezTo>
                <a:cubicBezTo>
                  <a:pt x="430545" y="107191"/>
                  <a:pt x="430206" y="107368"/>
                  <a:pt x="429844" y="107480"/>
                </a:cubicBezTo>
                <a:cubicBezTo>
                  <a:pt x="429495" y="107680"/>
                  <a:pt x="428947" y="107854"/>
                  <a:pt x="428673" y="107680"/>
                </a:cubicBezTo>
                <a:cubicBezTo>
                  <a:pt x="428398" y="107505"/>
                  <a:pt x="428149" y="107206"/>
                  <a:pt x="427451" y="107206"/>
                </a:cubicBezTo>
                <a:cubicBezTo>
                  <a:pt x="426354" y="107381"/>
                  <a:pt x="426828" y="107979"/>
                  <a:pt x="426529" y="108228"/>
                </a:cubicBezTo>
                <a:cubicBezTo>
                  <a:pt x="426229" y="108478"/>
                  <a:pt x="425731" y="108228"/>
                  <a:pt x="425506" y="108228"/>
                </a:cubicBezTo>
                <a:cubicBezTo>
                  <a:pt x="425157" y="108281"/>
                  <a:pt x="424803" y="108228"/>
                  <a:pt x="424484" y="108079"/>
                </a:cubicBezTo>
                <a:cubicBezTo>
                  <a:pt x="424335" y="107954"/>
                  <a:pt x="423612" y="108877"/>
                  <a:pt x="423661" y="109226"/>
                </a:cubicBezTo>
                <a:cubicBezTo>
                  <a:pt x="423711" y="109575"/>
                  <a:pt x="424534" y="109674"/>
                  <a:pt x="424210" y="110422"/>
                </a:cubicBezTo>
                <a:cubicBezTo>
                  <a:pt x="423886" y="111170"/>
                  <a:pt x="422913" y="111170"/>
                  <a:pt x="422215" y="110422"/>
                </a:cubicBezTo>
                <a:cubicBezTo>
                  <a:pt x="421517" y="109674"/>
                  <a:pt x="423387" y="109500"/>
                  <a:pt x="422614" y="109026"/>
                </a:cubicBezTo>
                <a:cubicBezTo>
                  <a:pt x="421841" y="108552"/>
                  <a:pt x="421866" y="107406"/>
                  <a:pt x="422141" y="107356"/>
                </a:cubicBezTo>
                <a:cubicBezTo>
                  <a:pt x="422415" y="107306"/>
                  <a:pt x="424360" y="107032"/>
                  <a:pt x="424360" y="107032"/>
                </a:cubicBezTo>
                <a:cubicBezTo>
                  <a:pt x="426778" y="106284"/>
                  <a:pt x="427576" y="106408"/>
                  <a:pt x="428024" y="105935"/>
                </a:cubicBezTo>
                <a:cubicBezTo>
                  <a:pt x="428296" y="105533"/>
                  <a:pt x="428403" y="105042"/>
                  <a:pt x="428324" y="104563"/>
                </a:cubicBezTo>
                <a:cubicBezTo>
                  <a:pt x="428324" y="104214"/>
                  <a:pt x="429196" y="103566"/>
                  <a:pt x="429396" y="103566"/>
                </a:cubicBezTo>
                <a:cubicBezTo>
                  <a:pt x="430054" y="103349"/>
                  <a:pt x="430752" y="103282"/>
                  <a:pt x="431440" y="103367"/>
                </a:cubicBezTo>
                <a:cubicBezTo>
                  <a:pt x="432113" y="103442"/>
                  <a:pt x="433235" y="103192"/>
                  <a:pt x="433235" y="102569"/>
                </a:cubicBezTo>
                <a:cubicBezTo>
                  <a:pt x="433437" y="101931"/>
                  <a:pt x="433375" y="101240"/>
                  <a:pt x="433061" y="100649"/>
                </a:cubicBezTo>
                <a:cubicBezTo>
                  <a:pt x="432888" y="100440"/>
                  <a:pt x="432664" y="100278"/>
                  <a:pt x="432412" y="100176"/>
                </a:cubicBezTo>
                <a:cubicBezTo>
                  <a:pt x="432188" y="100126"/>
                  <a:pt x="432063" y="99652"/>
                  <a:pt x="431814" y="99652"/>
                </a:cubicBezTo>
                <a:cubicBezTo>
                  <a:pt x="431141" y="99378"/>
                  <a:pt x="430518" y="99951"/>
                  <a:pt x="429795" y="100176"/>
                </a:cubicBezTo>
                <a:cubicBezTo>
                  <a:pt x="429072" y="100400"/>
                  <a:pt x="427601" y="100699"/>
                  <a:pt x="427601" y="100400"/>
                </a:cubicBezTo>
                <a:cubicBezTo>
                  <a:pt x="427601" y="100101"/>
                  <a:pt x="427825" y="99203"/>
                  <a:pt x="427601" y="98979"/>
                </a:cubicBezTo>
                <a:cubicBezTo>
                  <a:pt x="427144" y="98792"/>
                  <a:pt x="426636" y="98792"/>
                  <a:pt x="426179" y="98979"/>
                </a:cubicBezTo>
                <a:cubicBezTo>
                  <a:pt x="425980" y="99178"/>
                  <a:pt x="425830" y="100051"/>
                  <a:pt x="425432" y="100500"/>
                </a:cubicBezTo>
                <a:cubicBezTo>
                  <a:pt x="425008" y="100839"/>
                  <a:pt x="424499" y="101053"/>
                  <a:pt x="423961" y="101123"/>
                </a:cubicBezTo>
                <a:cubicBezTo>
                  <a:pt x="423387" y="101272"/>
                  <a:pt x="422440" y="101971"/>
                  <a:pt x="422639" y="102345"/>
                </a:cubicBezTo>
                <a:cubicBezTo>
                  <a:pt x="422839" y="102719"/>
                  <a:pt x="423138" y="102394"/>
                  <a:pt x="423562" y="102719"/>
                </a:cubicBezTo>
                <a:cubicBezTo>
                  <a:pt x="423985" y="103043"/>
                  <a:pt x="424609" y="103043"/>
                  <a:pt x="424783" y="103317"/>
                </a:cubicBezTo>
                <a:cubicBezTo>
                  <a:pt x="424958" y="103591"/>
                  <a:pt x="424883" y="104987"/>
                  <a:pt x="423985" y="105112"/>
                </a:cubicBezTo>
                <a:cubicBezTo>
                  <a:pt x="423636" y="105162"/>
                  <a:pt x="422415" y="105586"/>
                  <a:pt x="422066" y="104987"/>
                </a:cubicBezTo>
                <a:cubicBezTo>
                  <a:pt x="421941" y="104788"/>
                  <a:pt x="422215" y="104514"/>
                  <a:pt x="422190" y="104065"/>
                </a:cubicBezTo>
                <a:cubicBezTo>
                  <a:pt x="422166" y="103616"/>
                  <a:pt x="421218" y="103142"/>
                  <a:pt x="421193" y="102868"/>
                </a:cubicBezTo>
                <a:cubicBezTo>
                  <a:pt x="421168" y="102594"/>
                  <a:pt x="421019" y="102469"/>
                  <a:pt x="421418" y="102120"/>
                </a:cubicBezTo>
                <a:cubicBezTo>
                  <a:pt x="422171" y="101382"/>
                  <a:pt x="422816" y="100542"/>
                  <a:pt x="423337" y="99627"/>
                </a:cubicBezTo>
                <a:cubicBezTo>
                  <a:pt x="423380" y="99305"/>
                  <a:pt x="423539" y="99014"/>
                  <a:pt x="423786" y="98804"/>
                </a:cubicBezTo>
                <a:cubicBezTo>
                  <a:pt x="424260" y="98380"/>
                  <a:pt x="424833" y="97707"/>
                  <a:pt x="424559" y="97483"/>
                </a:cubicBezTo>
                <a:cubicBezTo>
                  <a:pt x="424285" y="97241"/>
                  <a:pt x="423926" y="97124"/>
                  <a:pt x="423562" y="97159"/>
                </a:cubicBezTo>
                <a:cubicBezTo>
                  <a:pt x="423086" y="97186"/>
                  <a:pt x="422627" y="97351"/>
                  <a:pt x="422240" y="97633"/>
                </a:cubicBezTo>
                <a:cubicBezTo>
                  <a:pt x="422088" y="97904"/>
                  <a:pt x="421914" y="98164"/>
                  <a:pt x="421717" y="98405"/>
                </a:cubicBezTo>
                <a:cubicBezTo>
                  <a:pt x="421101" y="99054"/>
                  <a:pt x="420450" y="99669"/>
                  <a:pt x="419772" y="100250"/>
                </a:cubicBezTo>
                <a:cubicBezTo>
                  <a:pt x="419398" y="100574"/>
                  <a:pt x="418825" y="101597"/>
                  <a:pt x="418600" y="101771"/>
                </a:cubicBezTo>
                <a:cubicBezTo>
                  <a:pt x="418376" y="101946"/>
                  <a:pt x="416706" y="103367"/>
                  <a:pt x="416506" y="103591"/>
                </a:cubicBezTo>
                <a:cubicBezTo>
                  <a:pt x="416062" y="103928"/>
                  <a:pt x="415865" y="104499"/>
                  <a:pt x="416007" y="105037"/>
                </a:cubicBezTo>
                <a:cubicBezTo>
                  <a:pt x="416132" y="105286"/>
                  <a:pt x="416506" y="105262"/>
                  <a:pt x="416755" y="105286"/>
                </a:cubicBezTo>
                <a:cubicBezTo>
                  <a:pt x="417005" y="105311"/>
                  <a:pt x="417379" y="105411"/>
                  <a:pt x="417603" y="105162"/>
                </a:cubicBezTo>
                <a:cubicBezTo>
                  <a:pt x="417827" y="104912"/>
                  <a:pt x="418276" y="104414"/>
                  <a:pt x="418750" y="104663"/>
                </a:cubicBezTo>
                <a:cubicBezTo>
                  <a:pt x="419224" y="104912"/>
                  <a:pt x="419074" y="105411"/>
                  <a:pt x="418600" y="105660"/>
                </a:cubicBezTo>
                <a:cubicBezTo>
                  <a:pt x="418127" y="105910"/>
                  <a:pt x="418152" y="106259"/>
                  <a:pt x="418127" y="106533"/>
                </a:cubicBezTo>
                <a:cubicBezTo>
                  <a:pt x="418102" y="106807"/>
                  <a:pt x="418600" y="106732"/>
                  <a:pt x="419124" y="107007"/>
                </a:cubicBezTo>
                <a:cubicBezTo>
                  <a:pt x="419647" y="107281"/>
                  <a:pt x="420071" y="107455"/>
                  <a:pt x="419847" y="107929"/>
                </a:cubicBezTo>
                <a:cubicBezTo>
                  <a:pt x="419760" y="108154"/>
                  <a:pt x="419538" y="108296"/>
                  <a:pt x="419298" y="108278"/>
                </a:cubicBezTo>
                <a:cubicBezTo>
                  <a:pt x="418972" y="108246"/>
                  <a:pt x="418653" y="108161"/>
                  <a:pt x="418351" y="108029"/>
                </a:cubicBezTo>
                <a:cubicBezTo>
                  <a:pt x="418014" y="107879"/>
                  <a:pt x="417690" y="107705"/>
                  <a:pt x="417379" y="107505"/>
                </a:cubicBezTo>
                <a:cubicBezTo>
                  <a:pt x="416902" y="107072"/>
                  <a:pt x="416386" y="106688"/>
                  <a:pt x="415833" y="106359"/>
                </a:cubicBezTo>
                <a:cubicBezTo>
                  <a:pt x="415526" y="106112"/>
                  <a:pt x="415234" y="105845"/>
                  <a:pt x="414960" y="105561"/>
                </a:cubicBezTo>
                <a:cubicBezTo>
                  <a:pt x="414711" y="105336"/>
                  <a:pt x="413963" y="105137"/>
                  <a:pt x="413764" y="104788"/>
                </a:cubicBezTo>
                <a:cubicBezTo>
                  <a:pt x="413641" y="104476"/>
                  <a:pt x="413641" y="104127"/>
                  <a:pt x="413764" y="103815"/>
                </a:cubicBezTo>
                <a:cubicBezTo>
                  <a:pt x="413913" y="103491"/>
                  <a:pt x="414886" y="103342"/>
                  <a:pt x="415135" y="103192"/>
                </a:cubicBezTo>
                <a:cubicBezTo>
                  <a:pt x="415384" y="103043"/>
                  <a:pt x="415434" y="102843"/>
                  <a:pt x="416032" y="102394"/>
                </a:cubicBezTo>
                <a:cubicBezTo>
                  <a:pt x="416631" y="101946"/>
                  <a:pt x="416755" y="101297"/>
                  <a:pt x="417005" y="101048"/>
                </a:cubicBezTo>
                <a:cubicBezTo>
                  <a:pt x="417254" y="100799"/>
                  <a:pt x="418376" y="99627"/>
                  <a:pt x="418700" y="99278"/>
                </a:cubicBezTo>
                <a:cubicBezTo>
                  <a:pt x="419024" y="98929"/>
                  <a:pt x="419498" y="98630"/>
                  <a:pt x="419647" y="98480"/>
                </a:cubicBezTo>
                <a:cubicBezTo>
                  <a:pt x="419797" y="98331"/>
                  <a:pt x="420246" y="97857"/>
                  <a:pt x="420420" y="97857"/>
                </a:cubicBezTo>
                <a:cubicBezTo>
                  <a:pt x="420707" y="97747"/>
                  <a:pt x="420934" y="97520"/>
                  <a:pt x="421044" y="97234"/>
                </a:cubicBezTo>
                <a:cubicBezTo>
                  <a:pt x="421118" y="96885"/>
                  <a:pt x="421791" y="96585"/>
                  <a:pt x="422041" y="96162"/>
                </a:cubicBezTo>
                <a:cubicBezTo>
                  <a:pt x="422290" y="95738"/>
                  <a:pt x="422589" y="95588"/>
                  <a:pt x="422764" y="95214"/>
                </a:cubicBezTo>
                <a:cubicBezTo>
                  <a:pt x="422938" y="94840"/>
                  <a:pt x="423038" y="94616"/>
                  <a:pt x="422938" y="94466"/>
                </a:cubicBezTo>
                <a:cubicBezTo>
                  <a:pt x="422839" y="94317"/>
                  <a:pt x="422515" y="94491"/>
                  <a:pt x="422365" y="94317"/>
                </a:cubicBezTo>
                <a:cubicBezTo>
                  <a:pt x="422153" y="94072"/>
                  <a:pt x="421929" y="93838"/>
                  <a:pt x="421692" y="93619"/>
                </a:cubicBezTo>
                <a:close/>
                <a:moveTo>
                  <a:pt x="91125" y="92073"/>
                </a:moveTo>
                <a:cubicBezTo>
                  <a:pt x="90916" y="92300"/>
                  <a:pt x="90662" y="92477"/>
                  <a:pt x="90377" y="92596"/>
                </a:cubicBezTo>
                <a:cubicBezTo>
                  <a:pt x="90003" y="92671"/>
                  <a:pt x="89679" y="92472"/>
                  <a:pt x="89206" y="92920"/>
                </a:cubicBezTo>
                <a:cubicBezTo>
                  <a:pt x="88914" y="93327"/>
                  <a:pt x="88647" y="93753"/>
                  <a:pt x="88408" y="94192"/>
                </a:cubicBezTo>
                <a:cubicBezTo>
                  <a:pt x="88208" y="94391"/>
                  <a:pt x="87660" y="94641"/>
                  <a:pt x="87460" y="94865"/>
                </a:cubicBezTo>
                <a:cubicBezTo>
                  <a:pt x="87261" y="95089"/>
                  <a:pt x="87161" y="95663"/>
                  <a:pt x="86812" y="95987"/>
                </a:cubicBezTo>
                <a:cubicBezTo>
                  <a:pt x="86463" y="96311"/>
                  <a:pt x="85765" y="96635"/>
                  <a:pt x="85566" y="96885"/>
                </a:cubicBezTo>
                <a:cubicBezTo>
                  <a:pt x="85167" y="97333"/>
                  <a:pt x="84967" y="97633"/>
                  <a:pt x="85266" y="98181"/>
                </a:cubicBezTo>
                <a:cubicBezTo>
                  <a:pt x="85685" y="98692"/>
                  <a:pt x="86154" y="99158"/>
                  <a:pt x="86663" y="99577"/>
                </a:cubicBezTo>
                <a:cubicBezTo>
                  <a:pt x="87283" y="100367"/>
                  <a:pt x="87852" y="101200"/>
                  <a:pt x="88358" y="102070"/>
                </a:cubicBezTo>
                <a:cubicBezTo>
                  <a:pt x="88635" y="102631"/>
                  <a:pt x="88986" y="103152"/>
                  <a:pt x="89405" y="103616"/>
                </a:cubicBezTo>
                <a:cubicBezTo>
                  <a:pt x="89604" y="103815"/>
                  <a:pt x="90677" y="104888"/>
                  <a:pt x="91449" y="105760"/>
                </a:cubicBezTo>
                <a:cubicBezTo>
                  <a:pt x="91599" y="105935"/>
                  <a:pt x="92023" y="106658"/>
                  <a:pt x="92571" y="107331"/>
                </a:cubicBezTo>
                <a:cubicBezTo>
                  <a:pt x="93120" y="108004"/>
                  <a:pt x="92871" y="108104"/>
                  <a:pt x="93643" y="108926"/>
                </a:cubicBezTo>
                <a:cubicBezTo>
                  <a:pt x="93793" y="109076"/>
                  <a:pt x="93968" y="109874"/>
                  <a:pt x="94117" y="110073"/>
                </a:cubicBezTo>
                <a:cubicBezTo>
                  <a:pt x="95588" y="111818"/>
                  <a:pt x="95488" y="112168"/>
                  <a:pt x="96361" y="112965"/>
                </a:cubicBezTo>
                <a:cubicBezTo>
                  <a:pt x="96892" y="113504"/>
                  <a:pt x="97495" y="113968"/>
                  <a:pt x="98156" y="114337"/>
                </a:cubicBezTo>
                <a:cubicBezTo>
                  <a:pt x="98582" y="114576"/>
                  <a:pt x="98984" y="114860"/>
                  <a:pt x="99353" y="115184"/>
                </a:cubicBezTo>
                <a:lnTo>
                  <a:pt x="100524" y="116157"/>
                </a:lnTo>
                <a:cubicBezTo>
                  <a:pt x="100724" y="116356"/>
                  <a:pt x="102320" y="117204"/>
                  <a:pt x="102644" y="117428"/>
                </a:cubicBezTo>
                <a:cubicBezTo>
                  <a:pt x="103122" y="117912"/>
                  <a:pt x="103648" y="118346"/>
                  <a:pt x="104214" y="118724"/>
                </a:cubicBezTo>
                <a:cubicBezTo>
                  <a:pt x="104865" y="118951"/>
                  <a:pt x="105546" y="119076"/>
                  <a:pt x="106234" y="119098"/>
                </a:cubicBezTo>
                <a:cubicBezTo>
                  <a:pt x="106678" y="119039"/>
                  <a:pt x="107106" y="118904"/>
                  <a:pt x="107505" y="118700"/>
                </a:cubicBezTo>
                <a:cubicBezTo>
                  <a:pt x="107979" y="118425"/>
                  <a:pt x="108727" y="117428"/>
                  <a:pt x="109201" y="117079"/>
                </a:cubicBezTo>
                <a:cubicBezTo>
                  <a:pt x="109674" y="116730"/>
                  <a:pt x="110597" y="116231"/>
                  <a:pt x="110597" y="116231"/>
                </a:cubicBezTo>
                <a:cubicBezTo>
                  <a:pt x="110597" y="116231"/>
                  <a:pt x="111569" y="115284"/>
                  <a:pt x="111918" y="114885"/>
                </a:cubicBezTo>
                <a:cubicBezTo>
                  <a:pt x="112305" y="114374"/>
                  <a:pt x="112788" y="113943"/>
                  <a:pt x="113339" y="113614"/>
                </a:cubicBezTo>
                <a:cubicBezTo>
                  <a:pt x="113614" y="113489"/>
                  <a:pt x="114287" y="113389"/>
                  <a:pt x="114561" y="113090"/>
                </a:cubicBezTo>
                <a:cubicBezTo>
                  <a:pt x="114945" y="112619"/>
                  <a:pt x="115247" y="112088"/>
                  <a:pt x="115458" y="111519"/>
                </a:cubicBezTo>
                <a:cubicBezTo>
                  <a:pt x="115658" y="110996"/>
                  <a:pt x="116431" y="110572"/>
                  <a:pt x="116481" y="110023"/>
                </a:cubicBezTo>
                <a:cubicBezTo>
                  <a:pt x="116531" y="109475"/>
                  <a:pt x="116157" y="109026"/>
                  <a:pt x="115807" y="108453"/>
                </a:cubicBezTo>
                <a:cubicBezTo>
                  <a:pt x="115473" y="107685"/>
                  <a:pt x="115082" y="106942"/>
                  <a:pt x="114636" y="106234"/>
                </a:cubicBezTo>
                <a:cubicBezTo>
                  <a:pt x="114157" y="105518"/>
                  <a:pt x="113264" y="105204"/>
                  <a:pt x="112442" y="105461"/>
                </a:cubicBezTo>
                <a:cubicBezTo>
                  <a:pt x="111971" y="105748"/>
                  <a:pt x="111549" y="106109"/>
                  <a:pt x="111195" y="106533"/>
                </a:cubicBezTo>
                <a:cubicBezTo>
                  <a:pt x="110899" y="106775"/>
                  <a:pt x="110547" y="106947"/>
                  <a:pt x="110173" y="107032"/>
                </a:cubicBezTo>
                <a:cubicBezTo>
                  <a:pt x="110048" y="107057"/>
                  <a:pt x="109624" y="107655"/>
                  <a:pt x="109251" y="107655"/>
                </a:cubicBezTo>
                <a:cubicBezTo>
                  <a:pt x="108832" y="107944"/>
                  <a:pt x="108440" y="108268"/>
                  <a:pt x="108079" y="108627"/>
                </a:cubicBezTo>
                <a:cubicBezTo>
                  <a:pt x="107493" y="109173"/>
                  <a:pt x="106735" y="109500"/>
                  <a:pt x="105935" y="109550"/>
                </a:cubicBezTo>
                <a:cubicBezTo>
                  <a:pt x="104788" y="109500"/>
                  <a:pt x="104364" y="108777"/>
                  <a:pt x="103566" y="108378"/>
                </a:cubicBezTo>
                <a:cubicBezTo>
                  <a:pt x="103122" y="108146"/>
                  <a:pt x="102731" y="107822"/>
                  <a:pt x="102419" y="107431"/>
                </a:cubicBezTo>
                <a:cubicBezTo>
                  <a:pt x="101714" y="106610"/>
                  <a:pt x="101170" y="105663"/>
                  <a:pt x="100824" y="104638"/>
                </a:cubicBezTo>
                <a:cubicBezTo>
                  <a:pt x="101332" y="103733"/>
                  <a:pt x="101646" y="102731"/>
                  <a:pt x="101746" y="101696"/>
                </a:cubicBezTo>
                <a:cubicBezTo>
                  <a:pt x="101868" y="101048"/>
                  <a:pt x="102028" y="100407"/>
                  <a:pt x="102220" y="99777"/>
                </a:cubicBezTo>
                <a:cubicBezTo>
                  <a:pt x="102182" y="99261"/>
                  <a:pt x="102250" y="98744"/>
                  <a:pt x="102419" y="98256"/>
                </a:cubicBezTo>
                <a:cubicBezTo>
                  <a:pt x="102718" y="97682"/>
                  <a:pt x="102868" y="97408"/>
                  <a:pt x="103142" y="96934"/>
                </a:cubicBezTo>
                <a:cubicBezTo>
                  <a:pt x="103407" y="96625"/>
                  <a:pt x="103407" y="96172"/>
                  <a:pt x="103142" y="95862"/>
                </a:cubicBezTo>
                <a:cubicBezTo>
                  <a:pt x="102758" y="95506"/>
                  <a:pt x="102322" y="95212"/>
                  <a:pt x="101846" y="94990"/>
                </a:cubicBezTo>
                <a:cubicBezTo>
                  <a:pt x="101123" y="94840"/>
                  <a:pt x="100325" y="93793"/>
                  <a:pt x="99477" y="94366"/>
                </a:cubicBezTo>
                <a:cubicBezTo>
                  <a:pt x="98630" y="94940"/>
                  <a:pt x="97657" y="94915"/>
                  <a:pt x="97508" y="95389"/>
                </a:cubicBezTo>
                <a:cubicBezTo>
                  <a:pt x="97490" y="95887"/>
                  <a:pt x="97381" y="96376"/>
                  <a:pt x="97184" y="96835"/>
                </a:cubicBezTo>
                <a:cubicBezTo>
                  <a:pt x="97358" y="97458"/>
                  <a:pt x="96635" y="97907"/>
                  <a:pt x="95962" y="97458"/>
                </a:cubicBezTo>
                <a:cubicBezTo>
                  <a:pt x="95620" y="97089"/>
                  <a:pt x="95329" y="96678"/>
                  <a:pt x="95089" y="96236"/>
                </a:cubicBezTo>
                <a:cubicBezTo>
                  <a:pt x="94666" y="95289"/>
                  <a:pt x="95164" y="94267"/>
                  <a:pt x="94042" y="93120"/>
                </a:cubicBezTo>
                <a:cubicBezTo>
                  <a:pt x="93479" y="92659"/>
                  <a:pt x="92838" y="92302"/>
                  <a:pt x="92148" y="92073"/>
                </a:cubicBezTo>
                <a:cubicBezTo>
                  <a:pt x="91798" y="92073"/>
                  <a:pt x="91325" y="91923"/>
                  <a:pt x="91125" y="92073"/>
                </a:cubicBezTo>
                <a:close/>
                <a:moveTo>
                  <a:pt x="309201" y="81751"/>
                </a:moveTo>
                <a:cubicBezTo>
                  <a:pt x="309127" y="85551"/>
                  <a:pt x="308478" y="89316"/>
                  <a:pt x="307282" y="92921"/>
                </a:cubicBezTo>
                <a:cubicBezTo>
                  <a:pt x="306412" y="95773"/>
                  <a:pt x="304235" y="98042"/>
                  <a:pt x="301423" y="99029"/>
                </a:cubicBezTo>
                <a:cubicBezTo>
                  <a:pt x="300889" y="100398"/>
                  <a:pt x="300121" y="101662"/>
                  <a:pt x="299154" y="102769"/>
                </a:cubicBezTo>
                <a:cubicBezTo>
                  <a:pt x="293121" y="109949"/>
                  <a:pt x="282151" y="117752"/>
                  <a:pt x="269685" y="123137"/>
                </a:cubicBezTo>
                <a:cubicBezTo>
                  <a:pt x="272567" y="122270"/>
                  <a:pt x="275666" y="122472"/>
                  <a:pt x="278411" y="123711"/>
                </a:cubicBezTo>
                <a:lnTo>
                  <a:pt x="278511" y="123636"/>
                </a:lnTo>
                <a:cubicBezTo>
                  <a:pt x="282061" y="125374"/>
                  <a:pt x="285290" y="127700"/>
                  <a:pt x="288059" y="130517"/>
                </a:cubicBezTo>
                <a:cubicBezTo>
                  <a:pt x="288059" y="130517"/>
                  <a:pt x="284420" y="132437"/>
                  <a:pt x="276791" y="130717"/>
                </a:cubicBezTo>
                <a:cubicBezTo>
                  <a:pt x="273123" y="129717"/>
                  <a:pt x="270156" y="127019"/>
                  <a:pt x="268812" y="123462"/>
                </a:cubicBezTo>
                <a:lnTo>
                  <a:pt x="262556" y="125759"/>
                </a:lnTo>
                <a:lnTo>
                  <a:pt x="263895" y="132627"/>
                </a:lnTo>
                <a:cubicBezTo>
                  <a:pt x="264724" y="136887"/>
                  <a:pt x="265634" y="141574"/>
                  <a:pt x="266095" y="143980"/>
                </a:cubicBezTo>
                <a:cubicBezTo>
                  <a:pt x="292220" y="144127"/>
                  <a:pt x="318212" y="140208"/>
                  <a:pt x="343133" y="132362"/>
                </a:cubicBezTo>
                <a:lnTo>
                  <a:pt x="345801" y="131464"/>
                </a:lnTo>
                <a:lnTo>
                  <a:pt x="345801" y="134256"/>
                </a:lnTo>
                <a:cubicBezTo>
                  <a:pt x="345783" y="142117"/>
                  <a:pt x="343093" y="149741"/>
                  <a:pt x="338172" y="155872"/>
                </a:cubicBezTo>
                <a:cubicBezTo>
                  <a:pt x="333245" y="161801"/>
                  <a:pt x="326638" y="166104"/>
                  <a:pt x="319224" y="168213"/>
                </a:cubicBezTo>
                <a:cubicBezTo>
                  <a:pt x="318414" y="173882"/>
                  <a:pt x="315614" y="179081"/>
                  <a:pt x="311320" y="182873"/>
                </a:cubicBezTo>
                <a:cubicBezTo>
                  <a:pt x="310194" y="183825"/>
                  <a:pt x="308974" y="184660"/>
                  <a:pt x="307681" y="185366"/>
                </a:cubicBezTo>
                <a:cubicBezTo>
                  <a:pt x="324808" y="183421"/>
                  <a:pt x="337848" y="180978"/>
                  <a:pt x="344080" y="179806"/>
                </a:cubicBezTo>
                <a:lnTo>
                  <a:pt x="346948" y="179258"/>
                </a:lnTo>
                <a:lnTo>
                  <a:pt x="346798" y="179258"/>
                </a:lnTo>
                <a:cubicBezTo>
                  <a:pt x="349615" y="178784"/>
                  <a:pt x="352358" y="178186"/>
                  <a:pt x="354601" y="177637"/>
                </a:cubicBezTo>
                <a:cubicBezTo>
                  <a:pt x="351236" y="183997"/>
                  <a:pt x="347182" y="189966"/>
                  <a:pt x="342510" y="195438"/>
                </a:cubicBezTo>
                <a:cubicBezTo>
                  <a:pt x="334624" y="204815"/>
                  <a:pt x="324943" y="212519"/>
                  <a:pt x="314038" y="218101"/>
                </a:cubicBezTo>
                <a:cubicBezTo>
                  <a:pt x="304442" y="222957"/>
                  <a:pt x="294133" y="226248"/>
                  <a:pt x="283497" y="227849"/>
                </a:cubicBezTo>
                <a:cubicBezTo>
                  <a:pt x="281844" y="228081"/>
                  <a:pt x="280179" y="228188"/>
                  <a:pt x="278511" y="228173"/>
                </a:cubicBezTo>
                <a:cubicBezTo>
                  <a:pt x="275399" y="228161"/>
                  <a:pt x="272293" y="227936"/>
                  <a:pt x="269211" y="227500"/>
                </a:cubicBezTo>
                <a:lnTo>
                  <a:pt x="266269" y="227076"/>
                </a:lnTo>
                <a:lnTo>
                  <a:pt x="271979" y="250935"/>
                </a:lnTo>
                <a:lnTo>
                  <a:pt x="252956" y="252157"/>
                </a:lnTo>
                <a:lnTo>
                  <a:pt x="233908" y="250935"/>
                </a:lnTo>
                <a:lnTo>
                  <a:pt x="239617" y="227076"/>
                </a:lnTo>
                <a:lnTo>
                  <a:pt x="236676" y="227500"/>
                </a:lnTo>
                <a:cubicBezTo>
                  <a:pt x="233594" y="227936"/>
                  <a:pt x="230488" y="228161"/>
                  <a:pt x="227376" y="228173"/>
                </a:cubicBezTo>
                <a:cubicBezTo>
                  <a:pt x="225708" y="228190"/>
                  <a:pt x="224040" y="228081"/>
                  <a:pt x="222390" y="227849"/>
                </a:cubicBezTo>
                <a:cubicBezTo>
                  <a:pt x="211747" y="226253"/>
                  <a:pt x="201427" y="222962"/>
                  <a:pt x="191824" y="218101"/>
                </a:cubicBezTo>
                <a:cubicBezTo>
                  <a:pt x="180916" y="212521"/>
                  <a:pt x="171238" y="204815"/>
                  <a:pt x="163352" y="195438"/>
                </a:cubicBezTo>
                <a:cubicBezTo>
                  <a:pt x="158680" y="189966"/>
                  <a:pt x="154626" y="183997"/>
                  <a:pt x="151260" y="177637"/>
                </a:cubicBezTo>
                <a:cubicBezTo>
                  <a:pt x="153529" y="178186"/>
                  <a:pt x="156321" y="178784"/>
                  <a:pt x="159064" y="179258"/>
                </a:cubicBezTo>
                <a:lnTo>
                  <a:pt x="161956" y="179806"/>
                </a:lnTo>
                <a:cubicBezTo>
                  <a:pt x="168164" y="180978"/>
                  <a:pt x="181178" y="183421"/>
                  <a:pt x="198331" y="185341"/>
                </a:cubicBezTo>
                <a:cubicBezTo>
                  <a:pt x="197037" y="184685"/>
                  <a:pt x="195815" y="183890"/>
                  <a:pt x="194691" y="182972"/>
                </a:cubicBezTo>
                <a:cubicBezTo>
                  <a:pt x="190410" y="179173"/>
                  <a:pt x="187610" y="173980"/>
                  <a:pt x="186788" y="168313"/>
                </a:cubicBezTo>
                <a:cubicBezTo>
                  <a:pt x="179376" y="166196"/>
                  <a:pt x="172771" y="161895"/>
                  <a:pt x="167840" y="155972"/>
                </a:cubicBezTo>
                <a:cubicBezTo>
                  <a:pt x="162936" y="149831"/>
                  <a:pt x="160248" y="142214"/>
                  <a:pt x="160211" y="134356"/>
                </a:cubicBezTo>
                <a:lnTo>
                  <a:pt x="160211" y="131564"/>
                </a:lnTo>
                <a:lnTo>
                  <a:pt x="162854" y="132461"/>
                </a:lnTo>
                <a:cubicBezTo>
                  <a:pt x="187820" y="140287"/>
                  <a:pt x="213853" y="144172"/>
                  <a:pt x="240016" y="143980"/>
                </a:cubicBezTo>
                <a:cubicBezTo>
                  <a:pt x="240939" y="139168"/>
                  <a:pt x="243656" y="125231"/>
                  <a:pt x="243931" y="123835"/>
                </a:cubicBezTo>
                <a:lnTo>
                  <a:pt x="243931" y="123511"/>
                </a:lnTo>
                <a:cubicBezTo>
                  <a:pt x="244429" y="120943"/>
                  <a:pt x="245925" y="113189"/>
                  <a:pt x="252881" y="113189"/>
                </a:cubicBezTo>
                <a:lnTo>
                  <a:pt x="253205" y="113189"/>
                </a:lnTo>
                <a:cubicBezTo>
                  <a:pt x="256683" y="113189"/>
                  <a:pt x="258802" y="115146"/>
                  <a:pt x="260114" y="117415"/>
                </a:cubicBezTo>
                <a:lnTo>
                  <a:pt x="261903" y="122691"/>
                </a:lnTo>
                <a:lnTo>
                  <a:pt x="267915" y="120495"/>
                </a:lnTo>
                <a:cubicBezTo>
                  <a:pt x="265898" y="117323"/>
                  <a:pt x="265020" y="113561"/>
                  <a:pt x="265422" y="109824"/>
                </a:cubicBezTo>
                <a:cubicBezTo>
                  <a:pt x="266332" y="105900"/>
                  <a:pt x="268389" y="102332"/>
                  <a:pt x="271331" y="99577"/>
                </a:cubicBezTo>
                <a:cubicBezTo>
                  <a:pt x="272455" y="103312"/>
                  <a:pt x="273101" y="107174"/>
                  <a:pt x="273250" y="111071"/>
                </a:cubicBezTo>
                <a:cubicBezTo>
                  <a:pt x="273400" y="115409"/>
                  <a:pt x="268937" y="119622"/>
                  <a:pt x="268065" y="120395"/>
                </a:cubicBezTo>
                <a:lnTo>
                  <a:pt x="280150" y="113273"/>
                </a:lnTo>
                <a:lnTo>
                  <a:pt x="277862" y="103366"/>
                </a:lnTo>
                <a:cubicBezTo>
                  <a:pt x="278620" y="99420"/>
                  <a:pt x="280497" y="95777"/>
                  <a:pt x="283272" y="92870"/>
                </a:cubicBezTo>
                <a:cubicBezTo>
                  <a:pt x="284389" y="96652"/>
                  <a:pt x="285057" y="100552"/>
                  <a:pt x="285267" y="104488"/>
                </a:cubicBezTo>
                <a:lnTo>
                  <a:pt x="285341" y="104488"/>
                </a:lnTo>
                <a:lnTo>
                  <a:pt x="281102" y="112712"/>
                </a:lnTo>
                <a:lnTo>
                  <a:pt x="291375" y="106658"/>
                </a:lnTo>
                <a:cubicBezTo>
                  <a:pt x="289536" y="103529"/>
                  <a:pt x="288715" y="99904"/>
                  <a:pt x="289032" y="96286"/>
                </a:cubicBezTo>
                <a:cubicBezTo>
                  <a:pt x="289725" y="92559"/>
                  <a:pt x="291453" y="89104"/>
                  <a:pt x="294018" y="86314"/>
                </a:cubicBezTo>
                <a:cubicBezTo>
                  <a:pt x="295053" y="89946"/>
                  <a:pt x="295664" y="93686"/>
                  <a:pt x="295838" y="97458"/>
                </a:cubicBezTo>
                <a:cubicBezTo>
                  <a:pt x="296063" y="101647"/>
                  <a:pt x="292123" y="105935"/>
                  <a:pt x="291450" y="106633"/>
                </a:cubicBezTo>
                <a:cubicBezTo>
                  <a:pt x="294013" y="104593"/>
                  <a:pt x="296429" y="102380"/>
                  <a:pt x="298680" y="100001"/>
                </a:cubicBezTo>
                <a:cubicBezTo>
                  <a:pt x="299229" y="99403"/>
                  <a:pt x="299852" y="98630"/>
                  <a:pt x="300301" y="98056"/>
                </a:cubicBezTo>
                <a:cubicBezTo>
                  <a:pt x="299700" y="95000"/>
                  <a:pt x="300204" y="91826"/>
                  <a:pt x="301722" y="89106"/>
                </a:cubicBezTo>
                <a:cubicBezTo>
                  <a:pt x="303402" y="85945"/>
                  <a:pt x="306013" y="83377"/>
                  <a:pt x="309201" y="81751"/>
                </a:cubicBezTo>
                <a:close/>
                <a:moveTo>
                  <a:pt x="148767" y="80455"/>
                </a:moveTo>
                <a:cubicBezTo>
                  <a:pt x="148767" y="80455"/>
                  <a:pt x="147271" y="81377"/>
                  <a:pt x="147271" y="81377"/>
                </a:cubicBezTo>
                <a:cubicBezTo>
                  <a:pt x="146962" y="81811"/>
                  <a:pt x="146583" y="82190"/>
                  <a:pt x="146149" y="82499"/>
                </a:cubicBezTo>
                <a:cubicBezTo>
                  <a:pt x="145850" y="82674"/>
                  <a:pt x="144878" y="81178"/>
                  <a:pt x="144005" y="81701"/>
                </a:cubicBezTo>
                <a:cubicBezTo>
                  <a:pt x="143756" y="81851"/>
                  <a:pt x="143556" y="82449"/>
                  <a:pt x="143332" y="82823"/>
                </a:cubicBezTo>
                <a:cubicBezTo>
                  <a:pt x="142945" y="83818"/>
                  <a:pt x="142945" y="84920"/>
                  <a:pt x="143332" y="85915"/>
                </a:cubicBezTo>
                <a:cubicBezTo>
                  <a:pt x="143332" y="86264"/>
                  <a:pt x="143182" y="86987"/>
                  <a:pt x="143332" y="87236"/>
                </a:cubicBezTo>
                <a:cubicBezTo>
                  <a:pt x="143481" y="87485"/>
                  <a:pt x="143980" y="87735"/>
                  <a:pt x="144105" y="87959"/>
                </a:cubicBezTo>
                <a:cubicBezTo>
                  <a:pt x="144229" y="88183"/>
                  <a:pt x="144429" y="88882"/>
                  <a:pt x="144578" y="89131"/>
                </a:cubicBezTo>
                <a:cubicBezTo>
                  <a:pt x="145102" y="90178"/>
                  <a:pt x="146174" y="90053"/>
                  <a:pt x="147072" y="89530"/>
                </a:cubicBezTo>
                <a:cubicBezTo>
                  <a:pt x="147495" y="89256"/>
                  <a:pt x="147944" y="88258"/>
                  <a:pt x="148169" y="88034"/>
                </a:cubicBezTo>
                <a:cubicBezTo>
                  <a:pt x="148393" y="87810"/>
                  <a:pt x="148966" y="87785"/>
                  <a:pt x="149216" y="87286"/>
                </a:cubicBezTo>
                <a:cubicBezTo>
                  <a:pt x="149475" y="86904"/>
                  <a:pt x="149669" y="86483"/>
                  <a:pt x="149789" y="86039"/>
                </a:cubicBezTo>
                <a:lnTo>
                  <a:pt x="149789" y="85940"/>
                </a:lnTo>
                <a:cubicBezTo>
                  <a:pt x="149864" y="85341"/>
                  <a:pt x="149540" y="84992"/>
                  <a:pt x="149664" y="84469"/>
                </a:cubicBezTo>
                <a:cubicBezTo>
                  <a:pt x="149615" y="84194"/>
                  <a:pt x="150038" y="83771"/>
                  <a:pt x="150038" y="83571"/>
                </a:cubicBezTo>
                <a:cubicBezTo>
                  <a:pt x="150083" y="83192"/>
                  <a:pt x="150161" y="82816"/>
                  <a:pt x="150263" y="82449"/>
                </a:cubicBezTo>
                <a:cubicBezTo>
                  <a:pt x="150198" y="82073"/>
                  <a:pt x="150053" y="81716"/>
                  <a:pt x="149839" y="81402"/>
                </a:cubicBezTo>
                <a:cubicBezTo>
                  <a:pt x="149797" y="81056"/>
                  <a:pt x="149659" y="80726"/>
                  <a:pt x="149440" y="80455"/>
                </a:cubicBezTo>
                <a:cubicBezTo>
                  <a:pt x="149266" y="80230"/>
                  <a:pt x="148767" y="80455"/>
                  <a:pt x="148767" y="80455"/>
                </a:cubicBezTo>
                <a:close/>
                <a:moveTo>
                  <a:pt x="1025486" y="78252"/>
                </a:moveTo>
                <a:cubicBezTo>
                  <a:pt x="1027701" y="78334"/>
                  <a:pt x="1029909" y="78566"/>
                  <a:pt x="1032092" y="78947"/>
                </a:cubicBezTo>
                <a:cubicBezTo>
                  <a:pt x="1034813" y="79122"/>
                  <a:pt x="1037542" y="79122"/>
                  <a:pt x="1040262" y="78947"/>
                </a:cubicBezTo>
                <a:cubicBezTo>
                  <a:pt x="1042348" y="78947"/>
                  <a:pt x="1043652" y="81642"/>
                  <a:pt x="1044521" y="82337"/>
                </a:cubicBezTo>
                <a:cubicBezTo>
                  <a:pt x="1045391" y="83033"/>
                  <a:pt x="1050867" y="83294"/>
                  <a:pt x="1052171" y="84683"/>
                </a:cubicBezTo>
                <a:cubicBezTo>
                  <a:pt x="1053474" y="86074"/>
                  <a:pt x="1053301" y="90507"/>
                  <a:pt x="1054691" y="93375"/>
                </a:cubicBezTo>
                <a:cubicBezTo>
                  <a:pt x="1056082" y="96244"/>
                  <a:pt x="1060254" y="97722"/>
                  <a:pt x="1060602" y="106414"/>
                </a:cubicBezTo>
                <a:cubicBezTo>
                  <a:pt x="1060949" y="115105"/>
                  <a:pt x="1058602" y="115279"/>
                  <a:pt x="1053301" y="119800"/>
                </a:cubicBezTo>
                <a:cubicBezTo>
                  <a:pt x="1051822" y="121711"/>
                  <a:pt x="1051997" y="124754"/>
                  <a:pt x="1054691" y="124232"/>
                </a:cubicBezTo>
                <a:cubicBezTo>
                  <a:pt x="1059472" y="123275"/>
                  <a:pt x="1076682" y="119451"/>
                  <a:pt x="1080767" y="118148"/>
                </a:cubicBezTo>
                <a:cubicBezTo>
                  <a:pt x="1085623" y="116626"/>
                  <a:pt x="1090593" y="115492"/>
                  <a:pt x="1095630" y="114758"/>
                </a:cubicBezTo>
                <a:cubicBezTo>
                  <a:pt x="1097281" y="114583"/>
                  <a:pt x="1099976" y="116931"/>
                  <a:pt x="1101975" y="117452"/>
                </a:cubicBezTo>
                <a:cubicBezTo>
                  <a:pt x="1103974" y="117974"/>
                  <a:pt x="1107886" y="117800"/>
                  <a:pt x="1108581" y="119625"/>
                </a:cubicBezTo>
                <a:cubicBezTo>
                  <a:pt x="1109935" y="123087"/>
                  <a:pt x="1112883" y="125679"/>
                  <a:pt x="1116490" y="126579"/>
                </a:cubicBezTo>
                <a:lnTo>
                  <a:pt x="1116316" y="126579"/>
                </a:lnTo>
                <a:cubicBezTo>
                  <a:pt x="1118184" y="127046"/>
                  <a:pt x="1119588" y="128588"/>
                  <a:pt x="1119880" y="130490"/>
                </a:cubicBezTo>
                <a:cubicBezTo>
                  <a:pt x="1119880" y="132142"/>
                  <a:pt x="1119446" y="134923"/>
                  <a:pt x="1119446" y="138486"/>
                </a:cubicBezTo>
                <a:cubicBezTo>
                  <a:pt x="1118924" y="144049"/>
                  <a:pt x="1109363" y="147961"/>
                  <a:pt x="1105191" y="150568"/>
                </a:cubicBezTo>
                <a:cubicBezTo>
                  <a:pt x="1103800" y="151525"/>
                  <a:pt x="1102409" y="148309"/>
                  <a:pt x="1097542" y="148309"/>
                </a:cubicBezTo>
                <a:cubicBezTo>
                  <a:pt x="1095890" y="148396"/>
                  <a:pt x="1086242" y="149178"/>
                  <a:pt x="1084591" y="149178"/>
                </a:cubicBezTo>
                <a:lnTo>
                  <a:pt x="1074248" y="150395"/>
                </a:lnTo>
                <a:cubicBezTo>
                  <a:pt x="1071901" y="150916"/>
                  <a:pt x="1067033" y="152568"/>
                  <a:pt x="1064774" y="153263"/>
                </a:cubicBezTo>
                <a:cubicBezTo>
                  <a:pt x="1061542" y="154174"/>
                  <a:pt x="1058376" y="155307"/>
                  <a:pt x="1055299" y="156653"/>
                </a:cubicBezTo>
                <a:cubicBezTo>
                  <a:pt x="1053908" y="157522"/>
                  <a:pt x="1050519" y="155958"/>
                  <a:pt x="1046607" y="156653"/>
                </a:cubicBezTo>
                <a:cubicBezTo>
                  <a:pt x="1044870" y="157001"/>
                  <a:pt x="1038698" y="160738"/>
                  <a:pt x="1033395" y="162215"/>
                </a:cubicBezTo>
                <a:cubicBezTo>
                  <a:pt x="1022945" y="164044"/>
                  <a:pt x="1012634" y="166600"/>
                  <a:pt x="1002540" y="169864"/>
                </a:cubicBezTo>
                <a:cubicBezTo>
                  <a:pt x="1000280" y="172124"/>
                  <a:pt x="995587" y="171168"/>
                  <a:pt x="993848" y="172124"/>
                </a:cubicBezTo>
                <a:cubicBezTo>
                  <a:pt x="992110" y="173080"/>
                  <a:pt x="987503" y="173080"/>
                  <a:pt x="985156" y="174297"/>
                </a:cubicBezTo>
                <a:cubicBezTo>
                  <a:pt x="981245" y="176296"/>
                  <a:pt x="979506" y="175166"/>
                  <a:pt x="977333" y="176296"/>
                </a:cubicBezTo>
                <a:cubicBezTo>
                  <a:pt x="975225" y="177082"/>
                  <a:pt x="972967" y="177379"/>
                  <a:pt x="970727" y="177165"/>
                </a:cubicBezTo>
                <a:cubicBezTo>
                  <a:pt x="968313" y="177647"/>
                  <a:pt x="965932" y="178286"/>
                  <a:pt x="963600" y="179078"/>
                </a:cubicBezTo>
                <a:cubicBezTo>
                  <a:pt x="961542" y="179553"/>
                  <a:pt x="959401" y="179553"/>
                  <a:pt x="957342" y="179078"/>
                </a:cubicBezTo>
                <a:cubicBezTo>
                  <a:pt x="955700" y="178834"/>
                  <a:pt x="954030" y="178834"/>
                  <a:pt x="952387" y="179078"/>
                </a:cubicBezTo>
                <a:cubicBezTo>
                  <a:pt x="950736" y="181250"/>
                  <a:pt x="947607" y="181250"/>
                  <a:pt x="944391" y="181250"/>
                </a:cubicBezTo>
                <a:cubicBezTo>
                  <a:pt x="942032" y="181710"/>
                  <a:pt x="939749" y="182501"/>
                  <a:pt x="937611" y="183597"/>
                </a:cubicBezTo>
                <a:cubicBezTo>
                  <a:pt x="937089" y="185162"/>
                  <a:pt x="934309" y="186552"/>
                  <a:pt x="931701" y="186987"/>
                </a:cubicBezTo>
                <a:cubicBezTo>
                  <a:pt x="929094" y="187422"/>
                  <a:pt x="930658" y="185336"/>
                  <a:pt x="926920" y="183597"/>
                </a:cubicBezTo>
                <a:cubicBezTo>
                  <a:pt x="925182" y="183076"/>
                  <a:pt x="921271" y="184554"/>
                  <a:pt x="918228" y="183076"/>
                </a:cubicBezTo>
                <a:cubicBezTo>
                  <a:pt x="915186" y="181598"/>
                  <a:pt x="915360" y="177339"/>
                  <a:pt x="915969" y="173776"/>
                </a:cubicBezTo>
                <a:cubicBezTo>
                  <a:pt x="916056" y="172993"/>
                  <a:pt x="915535" y="169690"/>
                  <a:pt x="915535" y="166127"/>
                </a:cubicBezTo>
                <a:cubicBezTo>
                  <a:pt x="915160" y="163954"/>
                  <a:pt x="915764" y="161728"/>
                  <a:pt x="917185" y="160042"/>
                </a:cubicBezTo>
                <a:cubicBezTo>
                  <a:pt x="922431" y="156157"/>
                  <a:pt x="928314" y="153216"/>
                  <a:pt x="934569" y="151350"/>
                </a:cubicBezTo>
                <a:cubicBezTo>
                  <a:pt x="936221" y="151003"/>
                  <a:pt x="937872" y="153958"/>
                  <a:pt x="939176" y="153958"/>
                </a:cubicBezTo>
                <a:cubicBezTo>
                  <a:pt x="940480" y="153958"/>
                  <a:pt x="946564" y="150568"/>
                  <a:pt x="949171" y="150568"/>
                </a:cubicBezTo>
                <a:cubicBezTo>
                  <a:pt x="957251" y="149596"/>
                  <a:pt x="965242" y="147998"/>
                  <a:pt x="973074" y="145788"/>
                </a:cubicBezTo>
                <a:cubicBezTo>
                  <a:pt x="977160" y="144397"/>
                  <a:pt x="980897" y="146309"/>
                  <a:pt x="983244" y="144397"/>
                </a:cubicBezTo>
                <a:cubicBezTo>
                  <a:pt x="989360" y="142135"/>
                  <a:pt x="995599" y="140219"/>
                  <a:pt x="1001931" y="138661"/>
                </a:cubicBezTo>
                <a:cubicBezTo>
                  <a:pt x="1004191" y="138139"/>
                  <a:pt x="1008363" y="137009"/>
                  <a:pt x="1009580" y="134228"/>
                </a:cubicBezTo>
                <a:cubicBezTo>
                  <a:pt x="1009711" y="132444"/>
                  <a:pt x="1009412" y="130657"/>
                  <a:pt x="1008711" y="129012"/>
                </a:cubicBezTo>
                <a:cubicBezTo>
                  <a:pt x="1007668" y="126318"/>
                  <a:pt x="1005581" y="127274"/>
                  <a:pt x="1003322" y="127274"/>
                </a:cubicBezTo>
                <a:cubicBezTo>
                  <a:pt x="1001174" y="126676"/>
                  <a:pt x="999338" y="125276"/>
                  <a:pt x="998194" y="123363"/>
                </a:cubicBezTo>
                <a:cubicBezTo>
                  <a:pt x="998085" y="121488"/>
                  <a:pt x="998507" y="119620"/>
                  <a:pt x="999411" y="117974"/>
                </a:cubicBezTo>
                <a:cubicBezTo>
                  <a:pt x="1000106" y="116062"/>
                  <a:pt x="1000541" y="115279"/>
                  <a:pt x="1001410" y="112845"/>
                </a:cubicBezTo>
                <a:cubicBezTo>
                  <a:pt x="1002220" y="110741"/>
                  <a:pt x="1002916" y="108594"/>
                  <a:pt x="1003495" y="106414"/>
                </a:cubicBezTo>
                <a:cubicBezTo>
                  <a:pt x="1004626" y="102850"/>
                  <a:pt x="997846" y="93029"/>
                  <a:pt x="996977" y="90334"/>
                </a:cubicBezTo>
                <a:cubicBezTo>
                  <a:pt x="996557" y="88295"/>
                  <a:pt x="997292" y="86192"/>
                  <a:pt x="998889" y="84858"/>
                </a:cubicBezTo>
                <a:cubicBezTo>
                  <a:pt x="1001845" y="81815"/>
                  <a:pt x="1005234" y="83206"/>
                  <a:pt x="1008711" y="83206"/>
                </a:cubicBezTo>
                <a:cubicBezTo>
                  <a:pt x="1010757" y="82850"/>
                  <a:pt x="1012708" y="82081"/>
                  <a:pt x="1014448" y="80947"/>
                </a:cubicBezTo>
                <a:cubicBezTo>
                  <a:pt x="1015577" y="80338"/>
                  <a:pt x="1017403" y="81207"/>
                  <a:pt x="1019924" y="80338"/>
                </a:cubicBezTo>
                <a:cubicBezTo>
                  <a:pt x="1022444" y="79469"/>
                  <a:pt x="1022444" y="78252"/>
                  <a:pt x="1025486" y="78252"/>
                </a:cubicBezTo>
                <a:close/>
                <a:moveTo>
                  <a:pt x="2172642" y="76687"/>
                </a:moveTo>
                <a:cubicBezTo>
                  <a:pt x="2176640" y="76948"/>
                  <a:pt x="2179509" y="80686"/>
                  <a:pt x="2181856" y="83815"/>
                </a:cubicBezTo>
                <a:cubicBezTo>
                  <a:pt x="2184202" y="86944"/>
                  <a:pt x="2180986" y="92420"/>
                  <a:pt x="2177944" y="95114"/>
                </a:cubicBezTo>
                <a:cubicBezTo>
                  <a:pt x="2174703" y="97799"/>
                  <a:pt x="2172116" y="101188"/>
                  <a:pt x="2170383" y="105023"/>
                </a:cubicBezTo>
                <a:cubicBezTo>
                  <a:pt x="2169861" y="106153"/>
                  <a:pt x="2169861" y="113280"/>
                  <a:pt x="2170383" y="113715"/>
                </a:cubicBezTo>
                <a:cubicBezTo>
                  <a:pt x="2170904" y="114149"/>
                  <a:pt x="2174815" y="116844"/>
                  <a:pt x="2175076" y="120755"/>
                </a:cubicBezTo>
                <a:cubicBezTo>
                  <a:pt x="2175337" y="124666"/>
                  <a:pt x="2171599" y="127709"/>
                  <a:pt x="2164819" y="141529"/>
                </a:cubicBezTo>
                <a:cubicBezTo>
                  <a:pt x="2165080" y="141703"/>
                  <a:pt x="2158735" y="150394"/>
                  <a:pt x="2157083" y="152741"/>
                </a:cubicBezTo>
                <a:cubicBezTo>
                  <a:pt x="2155432" y="155088"/>
                  <a:pt x="2161255" y="159086"/>
                  <a:pt x="2166471" y="157696"/>
                </a:cubicBezTo>
                <a:cubicBezTo>
                  <a:pt x="2169252" y="156914"/>
                  <a:pt x="2164819" y="165083"/>
                  <a:pt x="2171078" y="165083"/>
                </a:cubicBezTo>
                <a:cubicBezTo>
                  <a:pt x="2175858" y="165083"/>
                  <a:pt x="2181595" y="160825"/>
                  <a:pt x="2179770" y="156392"/>
                </a:cubicBezTo>
                <a:cubicBezTo>
                  <a:pt x="2178205" y="154914"/>
                  <a:pt x="2175163" y="156392"/>
                  <a:pt x="2172208" y="153871"/>
                </a:cubicBezTo>
                <a:cubicBezTo>
                  <a:pt x="2169252" y="151351"/>
                  <a:pt x="2169340" y="145179"/>
                  <a:pt x="2170469" y="145179"/>
                </a:cubicBezTo>
                <a:cubicBezTo>
                  <a:pt x="2172474" y="144399"/>
                  <a:pt x="2174200" y="143038"/>
                  <a:pt x="2175424" y="141268"/>
                </a:cubicBezTo>
                <a:cubicBezTo>
                  <a:pt x="2176380" y="140312"/>
                  <a:pt x="2179421" y="138139"/>
                  <a:pt x="2179421" y="136574"/>
                </a:cubicBezTo>
                <a:cubicBezTo>
                  <a:pt x="2179421" y="135010"/>
                  <a:pt x="2174902" y="133880"/>
                  <a:pt x="2178727" y="128317"/>
                </a:cubicBezTo>
                <a:cubicBezTo>
                  <a:pt x="2181161" y="124753"/>
                  <a:pt x="2184202" y="125101"/>
                  <a:pt x="2185767" y="124753"/>
                </a:cubicBezTo>
                <a:cubicBezTo>
                  <a:pt x="2187331" y="124405"/>
                  <a:pt x="2188896" y="120669"/>
                  <a:pt x="2189765" y="118756"/>
                </a:cubicBezTo>
                <a:cubicBezTo>
                  <a:pt x="2190758" y="116679"/>
                  <a:pt x="2191376" y="114442"/>
                  <a:pt x="2191591" y="112150"/>
                </a:cubicBezTo>
                <a:cubicBezTo>
                  <a:pt x="2191678" y="106675"/>
                  <a:pt x="2185506" y="104240"/>
                  <a:pt x="2186549" y="99981"/>
                </a:cubicBezTo>
                <a:cubicBezTo>
                  <a:pt x="2188722" y="91376"/>
                  <a:pt x="2209670" y="88074"/>
                  <a:pt x="2211843" y="86596"/>
                </a:cubicBezTo>
                <a:cubicBezTo>
                  <a:pt x="2212451" y="86162"/>
                  <a:pt x="2212973" y="84249"/>
                  <a:pt x="2214103" y="83381"/>
                </a:cubicBezTo>
                <a:cubicBezTo>
                  <a:pt x="2216276" y="81733"/>
                  <a:pt x="2219174" y="81400"/>
                  <a:pt x="2221665" y="82511"/>
                </a:cubicBezTo>
                <a:cubicBezTo>
                  <a:pt x="2224553" y="83943"/>
                  <a:pt x="2227289" y="85661"/>
                  <a:pt x="2229835" y="87639"/>
                </a:cubicBezTo>
                <a:cubicBezTo>
                  <a:pt x="2231495" y="89161"/>
                  <a:pt x="2232279" y="91414"/>
                  <a:pt x="2231921" y="93637"/>
                </a:cubicBezTo>
                <a:cubicBezTo>
                  <a:pt x="2231573" y="96244"/>
                  <a:pt x="2230183" y="103546"/>
                  <a:pt x="2230965" y="104154"/>
                </a:cubicBezTo>
                <a:cubicBezTo>
                  <a:pt x="2231747" y="104762"/>
                  <a:pt x="2223577" y="109195"/>
                  <a:pt x="2219839" y="112845"/>
                </a:cubicBezTo>
                <a:cubicBezTo>
                  <a:pt x="2215095" y="118943"/>
                  <a:pt x="2212092" y="126212"/>
                  <a:pt x="2211148" y="133880"/>
                </a:cubicBezTo>
                <a:cubicBezTo>
                  <a:pt x="2210973" y="134576"/>
                  <a:pt x="2208800" y="139791"/>
                  <a:pt x="2208539" y="141181"/>
                </a:cubicBezTo>
                <a:cubicBezTo>
                  <a:pt x="2208279" y="142572"/>
                  <a:pt x="2207323" y="146483"/>
                  <a:pt x="2206367" y="149873"/>
                </a:cubicBezTo>
                <a:cubicBezTo>
                  <a:pt x="2205176" y="153400"/>
                  <a:pt x="2204588" y="157102"/>
                  <a:pt x="2204628" y="160825"/>
                </a:cubicBezTo>
                <a:cubicBezTo>
                  <a:pt x="2204889" y="162997"/>
                  <a:pt x="2207844" y="162390"/>
                  <a:pt x="2209669" y="162390"/>
                </a:cubicBezTo>
                <a:cubicBezTo>
                  <a:pt x="2213381" y="161544"/>
                  <a:pt x="2216783" y="159677"/>
                  <a:pt x="2219492" y="157000"/>
                </a:cubicBezTo>
                <a:cubicBezTo>
                  <a:pt x="2221736" y="156622"/>
                  <a:pt x="2224027" y="156622"/>
                  <a:pt x="2226271" y="157000"/>
                </a:cubicBezTo>
                <a:cubicBezTo>
                  <a:pt x="2228009" y="157522"/>
                  <a:pt x="2229834" y="160390"/>
                  <a:pt x="2231747" y="160999"/>
                </a:cubicBezTo>
                <a:cubicBezTo>
                  <a:pt x="2233659" y="161607"/>
                  <a:pt x="2236354" y="161781"/>
                  <a:pt x="2237919" y="162824"/>
                </a:cubicBezTo>
                <a:cubicBezTo>
                  <a:pt x="2239483" y="163867"/>
                  <a:pt x="2242873" y="162824"/>
                  <a:pt x="2244959" y="165344"/>
                </a:cubicBezTo>
                <a:lnTo>
                  <a:pt x="2245481" y="165258"/>
                </a:lnTo>
                <a:cubicBezTo>
                  <a:pt x="2248373" y="170097"/>
                  <a:pt x="2249680" y="175719"/>
                  <a:pt x="2249219" y="181338"/>
                </a:cubicBezTo>
                <a:cubicBezTo>
                  <a:pt x="2249076" y="186428"/>
                  <a:pt x="2247705" y="191408"/>
                  <a:pt x="2245220" y="195853"/>
                </a:cubicBezTo>
                <a:cubicBezTo>
                  <a:pt x="2238633" y="199867"/>
                  <a:pt x="2231026" y="201889"/>
                  <a:pt x="2223316" y="201677"/>
                </a:cubicBezTo>
                <a:cubicBezTo>
                  <a:pt x="2220760" y="201670"/>
                  <a:pt x="2218312" y="202705"/>
                  <a:pt x="2216536" y="204545"/>
                </a:cubicBezTo>
                <a:cubicBezTo>
                  <a:pt x="2213652" y="205459"/>
                  <a:pt x="2210520" y="205177"/>
                  <a:pt x="2207844" y="203763"/>
                </a:cubicBezTo>
                <a:cubicBezTo>
                  <a:pt x="2204276" y="202890"/>
                  <a:pt x="2200548" y="202890"/>
                  <a:pt x="2196979" y="203763"/>
                </a:cubicBezTo>
                <a:cubicBezTo>
                  <a:pt x="2189368" y="205835"/>
                  <a:pt x="2182743" y="210550"/>
                  <a:pt x="2178292" y="217061"/>
                </a:cubicBezTo>
                <a:cubicBezTo>
                  <a:pt x="2176639" y="220023"/>
                  <a:pt x="2174280" y="222531"/>
                  <a:pt x="2171426" y="224363"/>
                </a:cubicBezTo>
                <a:cubicBezTo>
                  <a:pt x="2167284" y="227149"/>
                  <a:pt x="2163592" y="230549"/>
                  <a:pt x="2160473" y="234445"/>
                </a:cubicBezTo>
                <a:cubicBezTo>
                  <a:pt x="2158616" y="237552"/>
                  <a:pt x="2157997" y="241244"/>
                  <a:pt x="2158735" y="244789"/>
                </a:cubicBezTo>
                <a:cubicBezTo>
                  <a:pt x="2159083" y="245832"/>
                  <a:pt x="2161430" y="246440"/>
                  <a:pt x="2163950" y="245832"/>
                </a:cubicBezTo>
                <a:cubicBezTo>
                  <a:pt x="2167011" y="244421"/>
                  <a:pt x="2170144" y="243174"/>
                  <a:pt x="2173337" y="242094"/>
                </a:cubicBezTo>
                <a:cubicBezTo>
                  <a:pt x="2175858" y="241746"/>
                  <a:pt x="2177423" y="238617"/>
                  <a:pt x="2179509" y="238791"/>
                </a:cubicBezTo>
                <a:cubicBezTo>
                  <a:pt x="2181595" y="238965"/>
                  <a:pt x="2184376" y="242876"/>
                  <a:pt x="2190287" y="244267"/>
                </a:cubicBezTo>
                <a:cubicBezTo>
                  <a:pt x="2192112" y="244789"/>
                  <a:pt x="2195502" y="246961"/>
                  <a:pt x="2200804" y="248613"/>
                </a:cubicBezTo>
                <a:cubicBezTo>
                  <a:pt x="2201499" y="248787"/>
                  <a:pt x="2205671" y="249656"/>
                  <a:pt x="2204889" y="252785"/>
                </a:cubicBezTo>
                <a:cubicBezTo>
                  <a:pt x="2204753" y="256582"/>
                  <a:pt x="2203836" y="260310"/>
                  <a:pt x="2202195" y="263737"/>
                </a:cubicBezTo>
                <a:cubicBezTo>
                  <a:pt x="2200370" y="265909"/>
                  <a:pt x="2198197" y="268604"/>
                  <a:pt x="2195936" y="269126"/>
                </a:cubicBezTo>
                <a:cubicBezTo>
                  <a:pt x="2191851" y="269908"/>
                  <a:pt x="2189417" y="269995"/>
                  <a:pt x="2184897" y="271212"/>
                </a:cubicBezTo>
                <a:cubicBezTo>
                  <a:pt x="2182638" y="271821"/>
                  <a:pt x="2180986" y="273124"/>
                  <a:pt x="2177423" y="273732"/>
                </a:cubicBezTo>
                <a:cubicBezTo>
                  <a:pt x="2173859" y="274341"/>
                  <a:pt x="2160039" y="276948"/>
                  <a:pt x="2160039" y="281555"/>
                </a:cubicBezTo>
                <a:cubicBezTo>
                  <a:pt x="2160511" y="285537"/>
                  <a:pt x="2160772" y="289541"/>
                  <a:pt x="2160821" y="293550"/>
                </a:cubicBezTo>
                <a:cubicBezTo>
                  <a:pt x="2160622" y="296995"/>
                  <a:pt x="2160186" y="300421"/>
                  <a:pt x="2159517" y="303806"/>
                </a:cubicBezTo>
                <a:cubicBezTo>
                  <a:pt x="2158033" y="307547"/>
                  <a:pt x="2157209" y="311518"/>
                  <a:pt x="2157083" y="315540"/>
                </a:cubicBezTo>
                <a:cubicBezTo>
                  <a:pt x="2157344" y="319191"/>
                  <a:pt x="2153086" y="322668"/>
                  <a:pt x="2152564" y="323363"/>
                </a:cubicBezTo>
                <a:cubicBezTo>
                  <a:pt x="2149782" y="329361"/>
                  <a:pt x="2150217" y="338227"/>
                  <a:pt x="2143872" y="340225"/>
                </a:cubicBezTo>
                <a:cubicBezTo>
                  <a:pt x="2139744" y="342006"/>
                  <a:pt x="2135505" y="343517"/>
                  <a:pt x="2131182" y="344745"/>
                </a:cubicBezTo>
                <a:cubicBezTo>
                  <a:pt x="2127681" y="345205"/>
                  <a:pt x="2124259" y="346140"/>
                  <a:pt x="2121013" y="347526"/>
                </a:cubicBezTo>
                <a:cubicBezTo>
                  <a:pt x="2116016" y="348980"/>
                  <a:pt x="2110710" y="348980"/>
                  <a:pt x="2105715" y="347526"/>
                </a:cubicBezTo>
                <a:cubicBezTo>
                  <a:pt x="2103889" y="346049"/>
                  <a:pt x="2104758" y="341182"/>
                  <a:pt x="2104758" y="338313"/>
                </a:cubicBezTo>
                <a:cubicBezTo>
                  <a:pt x="2104672" y="333011"/>
                  <a:pt x="2091286" y="327448"/>
                  <a:pt x="2089982" y="324319"/>
                </a:cubicBezTo>
                <a:cubicBezTo>
                  <a:pt x="2088678" y="321190"/>
                  <a:pt x="2093285" y="321277"/>
                  <a:pt x="2097892" y="320408"/>
                </a:cubicBezTo>
                <a:cubicBezTo>
                  <a:pt x="2105801" y="319017"/>
                  <a:pt x="2113276" y="318148"/>
                  <a:pt x="2117014" y="316931"/>
                </a:cubicBezTo>
                <a:cubicBezTo>
                  <a:pt x="2124837" y="314063"/>
                  <a:pt x="2128139" y="298070"/>
                  <a:pt x="2132051" y="290855"/>
                </a:cubicBezTo>
                <a:cubicBezTo>
                  <a:pt x="2133268" y="288596"/>
                  <a:pt x="2132920" y="284945"/>
                  <a:pt x="2127879" y="284945"/>
                </a:cubicBezTo>
                <a:cubicBezTo>
                  <a:pt x="2123118" y="285347"/>
                  <a:pt x="2118404" y="286191"/>
                  <a:pt x="2113798" y="287466"/>
                </a:cubicBezTo>
                <a:cubicBezTo>
                  <a:pt x="2109040" y="288715"/>
                  <a:pt x="2104184" y="289559"/>
                  <a:pt x="2099282" y="289987"/>
                </a:cubicBezTo>
                <a:cubicBezTo>
                  <a:pt x="2096067" y="290160"/>
                  <a:pt x="2089286" y="294245"/>
                  <a:pt x="2087375" y="294245"/>
                </a:cubicBezTo>
                <a:cubicBezTo>
                  <a:pt x="2083898" y="294332"/>
                  <a:pt x="2080855" y="295723"/>
                  <a:pt x="2076683" y="291638"/>
                </a:cubicBezTo>
                <a:cubicBezTo>
                  <a:pt x="2075145" y="290738"/>
                  <a:pt x="2073513" y="290009"/>
                  <a:pt x="2071816" y="289465"/>
                </a:cubicBezTo>
                <a:cubicBezTo>
                  <a:pt x="2069469" y="288248"/>
                  <a:pt x="2070686" y="283467"/>
                  <a:pt x="2070686" y="281642"/>
                </a:cubicBezTo>
                <a:cubicBezTo>
                  <a:pt x="2070941" y="277970"/>
                  <a:pt x="2071671" y="274348"/>
                  <a:pt x="2072859" y="270864"/>
                </a:cubicBezTo>
                <a:cubicBezTo>
                  <a:pt x="2075886" y="266468"/>
                  <a:pt x="2080613" y="263538"/>
                  <a:pt x="2085896" y="262780"/>
                </a:cubicBezTo>
                <a:cubicBezTo>
                  <a:pt x="2087722" y="262780"/>
                  <a:pt x="2093459" y="265214"/>
                  <a:pt x="2095371" y="265214"/>
                </a:cubicBezTo>
                <a:cubicBezTo>
                  <a:pt x="2097283" y="265214"/>
                  <a:pt x="2101543" y="261129"/>
                  <a:pt x="2104584" y="259478"/>
                </a:cubicBezTo>
                <a:cubicBezTo>
                  <a:pt x="2108279" y="258120"/>
                  <a:pt x="2112091" y="257102"/>
                  <a:pt x="2115971" y="256435"/>
                </a:cubicBezTo>
                <a:cubicBezTo>
                  <a:pt x="2118441" y="255676"/>
                  <a:pt x="2120763" y="254500"/>
                  <a:pt x="2122838" y="252959"/>
                </a:cubicBezTo>
                <a:cubicBezTo>
                  <a:pt x="2124749" y="251829"/>
                  <a:pt x="2124576" y="250873"/>
                  <a:pt x="2125271" y="248961"/>
                </a:cubicBezTo>
                <a:cubicBezTo>
                  <a:pt x="2125967" y="247048"/>
                  <a:pt x="2125619" y="242094"/>
                  <a:pt x="2126488" y="240269"/>
                </a:cubicBezTo>
                <a:cubicBezTo>
                  <a:pt x="2127887" y="237503"/>
                  <a:pt x="2128965" y="234587"/>
                  <a:pt x="2129704" y="231577"/>
                </a:cubicBezTo>
                <a:cubicBezTo>
                  <a:pt x="2130139" y="229143"/>
                  <a:pt x="2124924" y="230968"/>
                  <a:pt x="2123099" y="230968"/>
                </a:cubicBezTo>
                <a:cubicBezTo>
                  <a:pt x="2120224" y="231760"/>
                  <a:pt x="2117671" y="233431"/>
                  <a:pt x="2115797" y="235749"/>
                </a:cubicBezTo>
                <a:cubicBezTo>
                  <a:pt x="2113453" y="237851"/>
                  <a:pt x="2110611" y="239317"/>
                  <a:pt x="2107539" y="240008"/>
                </a:cubicBezTo>
                <a:cubicBezTo>
                  <a:pt x="2105288" y="240789"/>
                  <a:pt x="2102838" y="240789"/>
                  <a:pt x="2100586" y="240008"/>
                </a:cubicBezTo>
                <a:cubicBezTo>
                  <a:pt x="2097978" y="238617"/>
                  <a:pt x="2097978" y="236792"/>
                  <a:pt x="2097979" y="233663"/>
                </a:cubicBezTo>
                <a:cubicBezTo>
                  <a:pt x="2097708" y="230387"/>
                  <a:pt x="2098371" y="227103"/>
                  <a:pt x="2099891" y="224188"/>
                </a:cubicBezTo>
                <a:cubicBezTo>
                  <a:pt x="2101455" y="222363"/>
                  <a:pt x="2100847" y="212628"/>
                  <a:pt x="2107192" y="206805"/>
                </a:cubicBezTo>
                <a:cubicBezTo>
                  <a:pt x="2109278" y="204979"/>
                  <a:pt x="2115102" y="207500"/>
                  <a:pt x="2117448" y="206109"/>
                </a:cubicBezTo>
                <a:cubicBezTo>
                  <a:pt x="2118679" y="205206"/>
                  <a:pt x="2119956" y="204364"/>
                  <a:pt x="2121273" y="203589"/>
                </a:cubicBezTo>
                <a:cubicBezTo>
                  <a:pt x="2123359" y="202720"/>
                  <a:pt x="2128227" y="203328"/>
                  <a:pt x="2130748" y="202720"/>
                </a:cubicBezTo>
                <a:cubicBezTo>
                  <a:pt x="2134401" y="202089"/>
                  <a:pt x="2138004" y="201189"/>
                  <a:pt x="2141525" y="200025"/>
                </a:cubicBezTo>
                <a:cubicBezTo>
                  <a:pt x="2142830" y="199591"/>
                  <a:pt x="2148044" y="199591"/>
                  <a:pt x="2149609" y="198635"/>
                </a:cubicBezTo>
                <a:cubicBezTo>
                  <a:pt x="2151173" y="197678"/>
                  <a:pt x="2150652" y="197939"/>
                  <a:pt x="2156388" y="196201"/>
                </a:cubicBezTo>
                <a:cubicBezTo>
                  <a:pt x="2155867" y="196027"/>
                  <a:pt x="2158735" y="194288"/>
                  <a:pt x="2160387" y="193333"/>
                </a:cubicBezTo>
                <a:cubicBezTo>
                  <a:pt x="2163527" y="192855"/>
                  <a:pt x="2166721" y="192855"/>
                  <a:pt x="2169861" y="193333"/>
                </a:cubicBezTo>
                <a:cubicBezTo>
                  <a:pt x="2172730" y="193941"/>
                  <a:pt x="2176206" y="193333"/>
                  <a:pt x="2177597" y="193333"/>
                </a:cubicBezTo>
                <a:cubicBezTo>
                  <a:pt x="2180132" y="194425"/>
                  <a:pt x="2182838" y="195072"/>
                  <a:pt x="2185593" y="195245"/>
                </a:cubicBezTo>
                <a:cubicBezTo>
                  <a:pt x="2187419" y="195158"/>
                  <a:pt x="2192373" y="190986"/>
                  <a:pt x="2194285" y="190986"/>
                </a:cubicBezTo>
                <a:cubicBezTo>
                  <a:pt x="2197808" y="189326"/>
                  <a:pt x="2199796" y="185526"/>
                  <a:pt x="2199152" y="181685"/>
                </a:cubicBezTo>
                <a:cubicBezTo>
                  <a:pt x="2195257" y="181571"/>
                  <a:pt x="2191365" y="182010"/>
                  <a:pt x="2187592" y="182989"/>
                </a:cubicBezTo>
                <a:cubicBezTo>
                  <a:pt x="2184985" y="184032"/>
                  <a:pt x="2177162" y="183858"/>
                  <a:pt x="2175424" y="184728"/>
                </a:cubicBezTo>
                <a:cubicBezTo>
                  <a:pt x="2169287" y="186852"/>
                  <a:pt x="2162744" y="187536"/>
                  <a:pt x="2156301" y="186727"/>
                </a:cubicBezTo>
                <a:cubicBezTo>
                  <a:pt x="2152975" y="186891"/>
                  <a:pt x="2149706" y="187657"/>
                  <a:pt x="2146653" y="188986"/>
                </a:cubicBezTo>
                <a:cubicBezTo>
                  <a:pt x="2143509" y="189965"/>
                  <a:pt x="2140278" y="190634"/>
                  <a:pt x="2137005" y="190986"/>
                </a:cubicBezTo>
                <a:cubicBezTo>
                  <a:pt x="2131760" y="191385"/>
                  <a:pt x="2126538" y="192052"/>
                  <a:pt x="2121359" y="192985"/>
                </a:cubicBezTo>
                <a:cubicBezTo>
                  <a:pt x="2118666" y="193594"/>
                  <a:pt x="2112928" y="194462"/>
                  <a:pt x="2109365" y="195419"/>
                </a:cubicBezTo>
                <a:cubicBezTo>
                  <a:pt x="2104392" y="196643"/>
                  <a:pt x="2099620" y="198574"/>
                  <a:pt x="2095197" y="201155"/>
                </a:cubicBezTo>
                <a:cubicBezTo>
                  <a:pt x="2091748" y="204560"/>
                  <a:pt x="2088818" y="208455"/>
                  <a:pt x="2086505" y="212715"/>
                </a:cubicBezTo>
                <a:cubicBezTo>
                  <a:pt x="2085275" y="214495"/>
                  <a:pt x="2083878" y="216154"/>
                  <a:pt x="2082333" y="217670"/>
                </a:cubicBezTo>
                <a:cubicBezTo>
                  <a:pt x="2075293" y="222799"/>
                  <a:pt x="2070947" y="230273"/>
                  <a:pt x="2064254" y="231490"/>
                </a:cubicBezTo>
                <a:cubicBezTo>
                  <a:pt x="2061523" y="232334"/>
                  <a:pt x="2058578" y="231133"/>
                  <a:pt x="2057213" y="228621"/>
                </a:cubicBezTo>
                <a:cubicBezTo>
                  <a:pt x="2054198" y="223567"/>
                  <a:pt x="2052383" y="217887"/>
                  <a:pt x="2051912" y="212020"/>
                </a:cubicBezTo>
                <a:cubicBezTo>
                  <a:pt x="2051912" y="206718"/>
                  <a:pt x="2054953" y="205415"/>
                  <a:pt x="2051912" y="195331"/>
                </a:cubicBezTo>
                <a:cubicBezTo>
                  <a:pt x="2051458" y="192763"/>
                  <a:pt x="2052461" y="190154"/>
                  <a:pt x="2054519" y="188552"/>
                </a:cubicBezTo>
                <a:cubicBezTo>
                  <a:pt x="2056287" y="187805"/>
                  <a:pt x="2057907" y="186744"/>
                  <a:pt x="2059300" y="185423"/>
                </a:cubicBezTo>
                <a:cubicBezTo>
                  <a:pt x="2063528" y="179207"/>
                  <a:pt x="2067417" y="172765"/>
                  <a:pt x="2070947" y="166126"/>
                </a:cubicBezTo>
                <a:cubicBezTo>
                  <a:pt x="2070947" y="166126"/>
                  <a:pt x="2072859" y="164997"/>
                  <a:pt x="2074250" y="166126"/>
                </a:cubicBezTo>
                <a:cubicBezTo>
                  <a:pt x="2075764" y="170967"/>
                  <a:pt x="2076555" y="176006"/>
                  <a:pt x="2076597" y="181077"/>
                </a:cubicBezTo>
                <a:cubicBezTo>
                  <a:pt x="2076565" y="181601"/>
                  <a:pt x="2076641" y="182126"/>
                  <a:pt x="2076821" y="182620"/>
                </a:cubicBezTo>
                <a:cubicBezTo>
                  <a:pt x="2077545" y="184603"/>
                  <a:pt x="2079740" y="185626"/>
                  <a:pt x="2081724" y="184901"/>
                </a:cubicBezTo>
                <a:cubicBezTo>
                  <a:pt x="2085253" y="184166"/>
                  <a:pt x="2088631" y="182844"/>
                  <a:pt x="2091720" y="180990"/>
                </a:cubicBezTo>
                <a:cubicBezTo>
                  <a:pt x="2092329" y="180555"/>
                  <a:pt x="2095110" y="179339"/>
                  <a:pt x="2095110" y="177601"/>
                </a:cubicBezTo>
                <a:cubicBezTo>
                  <a:pt x="2094511" y="175190"/>
                  <a:pt x="2093636" y="172856"/>
                  <a:pt x="2092502" y="170647"/>
                </a:cubicBezTo>
                <a:cubicBezTo>
                  <a:pt x="2091573" y="167356"/>
                  <a:pt x="2090991" y="163977"/>
                  <a:pt x="2090764" y="160564"/>
                </a:cubicBezTo>
                <a:cubicBezTo>
                  <a:pt x="2090764" y="158739"/>
                  <a:pt x="2091547" y="147961"/>
                  <a:pt x="2092329" y="139877"/>
                </a:cubicBezTo>
                <a:cubicBezTo>
                  <a:pt x="2092851" y="135358"/>
                  <a:pt x="2090851" y="129968"/>
                  <a:pt x="2090851" y="117974"/>
                </a:cubicBezTo>
                <a:cubicBezTo>
                  <a:pt x="2091046" y="113709"/>
                  <a:pt x="2090365" y="109450"/>
                  <a:pt x="2088852" y="105458"/>
                </a:cubicBezTo>
                <a:cubicBezTo>
                  <a:pt x="2086679" y="104154"/>
                  <a:pt x="2089635" y="99025"/>
                  <a:pt x="2093024" y="98243"/>
                </a:cubicBezTo>
                <a:cubicBezTo>
                  <a:pt x="2095019" y="98071"/>
                  <a:pt x="2097027" y="98071"/>
                  <a:pt x="2099021" y="98243"/>
                </a:cubicBezTo>
                <a:cubicBezTo>
                  <a:pt x="2100325" y="98156"/>
                  <a:pt x="2100151" y="95462"/>
                  <a:pt x="2102064" y="96244"/>
                </a:cubicBezTo>
                <a:cubicBezTo>
                  <a:pt x="2103976" y="97027"/>
                  <a:pt x="2103629" y="97374"/>
                  <a:pt x="2104672" y="100156"/>
                </a:cubicBezTo>
                <a:cubicBezTo>
                  <a:pt x="2105715" y="102937"/>
                  <a:pt x="2104932" y="104415"/>
                  <a:pt x="2105715" y="107283"/>
                </a:cubicBezTo>
                <a:cubicBezTo>
                  <a:pt x="2106497" y="110151"/>
                  <a:pt x="2105280" y="114323"/>
                  <a:pt x="2106497" y="115975"/>
                </a:cubicBezTo>
                <a:cubicBezTo>
                  <a:pt x="2107256" y="117721"/>
                  <a:pt x="2107256" y="119704"/>
                  <a:pt x="2106497" y="121451"/>
                </a:cubicBezTo>
                <a:cubicBezTo>
                  <a:pt x="2106135" y="123434"/>
                  <a:pt x="2106135" y="125465"/>
                  <a:pt x="2106497" y="127448"/>
                </a:cubicBezTo>
                <a:cubicBezTo>
                  <a:pt x="2107192" y="129708"/>
                  <a:pt x="2106236" y="132054"/>
                  <a:pt x="2106497" y="135010"/>
                </a:cubicBezTo>
                <a:cubicBezTo>
                  <a:pt x="2106758" y="137965"/>
                  <a:pt x="2107366" y="147700"/>
                  <a:pt x="2107366" y="149786"/>
                </a:cubicBezTo>
                <a:cubicBezTo>
                  <a:pt x="2107366" y="151872"/>
                  <a:pt x="2109799" y="155175"/>
                  <a:pt x="2109278" y="159695"/>
                </a:cubicBezTo>
                <a:cubicBezTo>
                  <a:pt x="2109278" y="161520"/>
                  <a:pt x="2109278" y="165258"/>
                  <a:pt x="2109278" y="166996"/>
                </a:cubicBezTo>
                <a:cubicBezTo>
                  <a:pt x="2108756" y="170734"/>
                  <a:pt x="2105541" y="173602"/>
                  <a:pt x="2106323" y="175688"/>
                </a:cubicBezTo>
                <a:cubicBezTo>
                  <a:pt x="2107080" y="177613"/>
                  <a:pt x="2108586" y="179150"/>
                  <a:pt x="2110495" y="179947"/>
                </a:cubicBezTo>
                <a:cubicBezTo>
                  <a:pt x="2112842" y="180469"/>
                  <a:pt x="2116840" y="177687"/>
                  <a:pt x="2118751" y="177687"/>
                </a:cubicBezTo>
                <a:cubicBezTo>
                  <a:pt x="2121136" y="177749"/>
                  <a:pt x="2123520" y="177603"/>
                  <a:pt x="2125879" y="177252"/>
                </a:cubicBezTo>
                <a:cubicBezTo>
                  <a:pt x="2129673" y="176128"/>
                  <a:pt x="2133579" y="175429"/>
                  <a:pt x="2137527" y="175166"/>
                </a:cubicBezTo>
                <a:cubicBezTo>
                  <a:pt x="2139265" y="175079"/>
                  <a:pt x="2142308" y="172993"/>
                  <a:pt x="2143872" y="172993"/>
                </a:cubicBezTo>
                <a:cubicBezTo>
                  <a:pt x="2145710" y="172203"/>
                  <a:pt x="2147389" y="171084"/>
                  <a:pt x="2148826" y="169691"/>
                </a:cubicBezTo>
                <a:cubicBezTo>
                  <a:pt x="2149875" y="168745"/>
                  <a:pt x="2150160" y="167213"/>
                  <a:pt x="2149521" y="165953"/>
                </a:cubicBezTo>
                <a:cubicBezTo>
                  <a:pt x="2148305" y="162911"/>
                  <a:pt x="2145784" y="164128"/>
                  <a:pt x="2142568" y="165258"/>
                </a:cubicBezTo>
                <a:cubicBezTo>
                  <a:pt x="2140829" y="165953"/>
                  <a:pt x="2137353" y="168995"/>
                  <a:pt x="2136223" y="167865"/>
                </a:cubicBezTo>
                <a:cubicBezTo>
                  <a:pt x="2134232" y="166663"/>
                  <a:pt x="2133449" y="164165"/>
                  <a:pt x="2134398" y="162042"/>
                </a:cubicBezTo>
                <a:cubicBezTo>
                  <a:pt x="2134832" y="160129"/>
                  <a:pt x="2133095" y="156479"/>
                  <a:pt x="2130573" y="157261"/>
                </a:cubicBezTo>
                <a:cubicBezTo>
                  <a:pt x="2128053" y="158043"/>
                  <a:pt x="2127879" y="161694"/>
                  <a:pt x="2128053" y="164389"/>
                </a:cubicBezTo>
                <a:cubicBezTo>
                  <a:pt x="2128227" y="167083"/>
                  <a:pt x="2126227" y="167691"/>
                  <a:pt x="2125010" y="168648"/>
                </a:cubicBezTo>
                <a:cubicBezTo>
                  <a:pt x="2123794" y="169603"/>
                  <a:pt x="2122663" y="171689"/>
                  <a:pt x="2120752" y="170907"/>
                </a:cubicBezTo>
                <a:cubicBezTo>
                  <a:pt x="2117852" y="169246"/>
                  <a:pt x="2116163" y="166070"/>
                  <a:pt x="2116405" y="162737"/>
                </a:cubicBezTo>
                <a:cubicBezTo>
                  <a:pt x="2116318" y="160911"/>
                  <a:pt x="2117014" y="147613"/>
                  <a:pt x="2117014" y="145875"/>
                </a:cubicBezTo>
                <a:cubicBezTo>
                  <a:pt x="2117362" y="142311"/>
                  <a:pt x="2115102" y="137444"/>
                  <a:pt x="2115102" y="134401"/>
                </a:cubicBezTo>
                <a:cubicBezTo>
                  <a:pt x="2115388" y="128987"/>
                  <a:pt x="2115388" y="123562"/>
                  <a:pt x="2115102" y="118148"/>
                </a:cubicBezTo>
                <a:cubicBezTo>
                  <a:pt x="2114803" y="116300"/>
                  <a:pt x="2114398" y="114472"/>
                  <a:pt x="2113885" y="112672"/>
                </a:cubicBezTo>
                <a:cubicBezTo>
                  <a:pt x="2114143" y="109757"/>
                  <a:pt x="2115296" y="106994"/>
                  <a:pt x="2117188" y="104762"/>
                </a:cubicBezTo>
                <a:cubicBezTo>
                  <a:pt x="2118610" y="103090"/>
                  <a:pt x="2120583" y="101980"/>
                  <a:pt x="2122751" y="101633"/>
                </a:cubicBezTo>
                <a:cubicBezTo>
                  <a:pt x="2124837" y="101199"/>
                  <a:pt x="2125446" y="106587"/>
                  <a:pt x="2125445" y="110325"/>
                </a:cubicBezTo>
                <a:cubicBezTo>
                  <a:pt x="2125366" y="112312"/>
                  <a:pt x="2126015" y="114258"/>
                  <a:pt x="2127270" y="115801"/>
                </a:cubicBezTo>
                <a:cubicBezTo>
                  <a:pt x="2128914" y="121778"/>
                  <a:pt x="2129790" y="127942"/>
                  <a:pt x="2129878" y="134140"/>
                </a:cubicBezTo>
                <a:cubicBezTo>
                  <a:pt x="2129791" y="137530"/>
                  <a:pt x="2130312" y="137096"/>
                  <a:pt x="2132312" y="138400"/>
                </a:cubicBezTo>
                <a:cubicBezTo>
                  <a:pt x="2134311" y="139703"/>
                  <a:pt x="2140308" y="137183"/>
                  <a:pt x="2141786" y="138400"/>
                </a:cubicBezTo>
                <a:cubicBezTo>
                  <a:pt x="2143264" y="139616"/>
                  <a:pt x="2143959" y="142920"/>
                  <a:pt x="2145350" y="142920"/>
                </a:cubicBezTo>
                <a:cubicBezTo>
                  <a:pt x="2149782" y="143528"/>
                  <a:pt x="2152825" y="136574"/>
                  <a:pt x="2154042" y="134836"/>
                </a:cubicBezTo>
                <a:cubicBezTo>
                  <a:pt x="2157258" y="130316"/>
                  <a:pt x="2150391" y="124059"/>
                  <a:pt x="2149434" y="123884"/>
                </a:cubicBezTo>
                <a:cubicBezTo>
                  <a:pt x="2148478" y="123710"/>
                  <a:pt x="2145697" y="126231"/>
                  <a:pt x="2141786" y="126839"/>
                </a:cubicBezTo>
                <a:cubicBezTo>
                  <a:pt x="2137874" y="127448"/>
                  <a:pt x="2139526" y="130229"/>
                  <a:pt x="2136397" y="129360"/>
                </a:cubicBezTo>
                <a:cubicBezTo>
                  <a:pt x="2133268" y="128491"/>
                  <a:pt x="2134659" y="121624"/>
                  <a:pt x="2136397" y="118496"/>
                </a:cubicBezTo>
                <a:cubicBezTo>
                  <a:pt x="2138168" y="115900"/>
                  <a:pt x="2139300" y="112921"/>
                  <a:pt x="2139700" y="109804"/>
                </a:cubicBezTo>
                <a:cubicBezTo>
                  <a:pt x="2139352" y="106066"/>
                  <a:pt x="2136049" y="101546"/>
                  <a:pt x="2136049" y="100156"/>
                </a:cubicBezTo>
                <a:cubicBezTo>
                  <a:pt x="2136049" y="98765"/>
                  <a:pt x="2140308" y="94158"/>
                  <a:pt x="2142133" y="94071"/>
                </a:cubicBezTo>
                <a:cubicBezTo>
                  <a:pt x="2143959" y="93984"/>
                  <a:pt x="2147088" y="99547"/>
                  <a:pt x="2148827" y="99547"/>
                </a:cubicBezTo>
                <a:cubicBezTo>
                  <a:pt x="2150564" y="99547"/>
                  <a:pt x="2154911" y="92767"/>
                  <a:pt x="2156910" y="88856"/>
                </a:cubicBezTo>
                <a:cubicBezTo>
                  <a:pt x="2158213" y="86422"/>
                  <a:pt x="2158996" y="79469"/>
                  <a:pt x="2162907" y="77730"/>
                </a:cubicBezTo>
                <a:cubicBezTo>
                  <a:pt x="2164472" y="77730"/>
                  <a:pt x="2166645" y="78512"/>
                  <a:pt x="2167775" y="77730"/>
                </a:cubicBezTo>
                <a:cubicBezTo>
                  <a:pt x="2169285" y="76981"/>
                  <a:pt x="2170958" y="76622"/>
                  <a:pt x="2172642" y="76687"/>
                </a:cubicBezTo>
                <a:close/>
                <a:moveTo>
                  <a:pt x="279250" y="69863"/>
                </a:moveTo>
                <a:cubicBezTo>
                  <a:pt x="232369" y="63129"/>
                  <a:pt x="182919" y="74280"/>
                  <a:pt x="142011" y="104912"/>
                </a:cubicBezTo>
                <a:lnTo>
                  <a:pt x="141986" y="104912"/>
                </a:lnTo>
                <a:cubicBezTo>
                  <a:pt x="95314" y="139846"/>
                  <a:pt x="67869" y="194758"/>
                  <a:pt x="67939" y="253055"/>
                </a:cubicBezTo>
                <a:cubicBezTo>
                  <a:pt x="67934" y="262487"/>
                  <a:pt x="68645" y="271903"/>
                  <a:pt x="70058" y="281228"/>
                </a:cubicBezTo>
                <a:cubicBezTo>
                  <a:pt x="70183" y="282000"/>
                  <a:pt x="70357" y="282748"/>
                  <a:pt x="70482" y="283521"/>
                </a:cubicBezTo>
                <a:cubicBezTo>
                  <a:pt x="71055" y="286987"/>
                  <a:pt x="71729" y="290402"/>
                  <a:pt x="72477" y="293793"/>
                </a:cubicBezTo>
                <a:cubicBezTo>
                  <a:pt x="73574" y="298580"/>
                  <a:pt x="74770" y="303342"/>
                  <a:pt x="76216" y="307979"/>
                </a:cubicBezTo>
                <a:cubicBezTo>
                  <a:pt x="77812" y="312965"/>
                  <a:pt x="79657" y="317952"/>
                  <a:pt x="81651" y="322938"/>
                </a:cubicBezTo>
                <a:cubicBezTo>
                  <a:pt x="81926" y="323586"/>
                  <a:pt x="82175" y="324284"/>
                  <a:pt x="82449" y="324932"/>
                </a:cubicBezTo>
                <a:cubicBezTo>
                  <a:pt x="88218" y="338652"/>
                  <a:pt x="95618" y="351626"/>
                  <a:pt x="104489" y="363576"/>
                </a:cubicBezTo>
                <a:lnTo>
                  <a:pt x="104613" y="363726"/>
                </a:lnTo>
                <a:cubicBezTo>
                  <a:pt x="104676" y="363810"/>
                  <a:pt x="104738" y="363893"/>
                  <a:pt x="104800" y="363977"/>
                </a:cubicBezTo>
                <a:cubicBezTo>
                  <a:pt x="120116" y="384430"/>
                  <a:pt x="138852" y="400811"/>
                  <a:pt x="159620" y="412921"/>
                </a:cubicBezTo>
                <a:lnTo>
                  <a:pt x="198735" y="426530"/>
                </a:lnTo>
                <a:lnTo>
                  <a:pt x="195788" y="421815"/>
                </a:lnTo>
                <a:cubicBezTo>
                  <a:pt x="193599" y="420656"/>
                  <a:pt x="191258" y="419818"/>
                  <a:pt x="188832" y="419322"/>
                </a:cubicBezTo>
                <a:lnTo>
                  <a:pt x="187761" y="418338"/>
                </a:lnTo>
                <a:lnTo>
                  <a:pt x="198430" y="420145"/>
                </a:lnTo>
                <a:cubicBezTo>
                  <a:pt x="201086" y="421255"/>
                  <a:pt x="202831" y="423960"/>
                  <a:pt x="203912" y="426387"/>
                </a:cubicBezTo>
                <a:lnTo>
                  <a:pt x="204631" y="428582"/>
                </a:lnTo>
                <a:lnTo>
                  <a:pt x="215137" y="432237"/>
                </a:lnTo>
                <a:lnTo>
                  <a:pt x="217977" y="432237"/>
                </a:lnTo>
                <a:lnTo>
                  <a:pt x="217924" y="433207"/>
                </a:lnTo>
                <a:lnTo>
                  <a:pt x="226627" y="436235"/>
                </a:lnTo>
                <a:lnTo>
                  <a:pt x="256478" y="434755"/>
                </a:lnTo>
                <a:lnTo>
                  <a:pt x="256919" y="434282"/>
                </a:lnTo>
                <a:cubicBezTo>
                  <a:pt x="256969" y="433883"/>
                  <a:pt x="254725" y="434282"/>
                  <a:pt x="254426" y="434282"/>
                </a:cubicBezTo>
                <a:cubicBezTo>
                  <a:pt x="254127" y="434282"/>
                  <a:pt x="255399" y="433633"/>
                  <a:pt x="255399" y="433633"/>
                </a:cubicBezTo>
                <a:lnTo>
                  <a:pt x="251110" y="433633"/>
                </a:lnTo>
                <a:lnTo>
                  <a:pt x="251983" y="432960"/>
                </a:lnTo>
                <a:lnTo>
                  <a:pt x="243182" y="432960"/>
                </a:lnTo>
                <a:cubicBezTo>
                  <a:pt x="243182" y="432960"/>
                  <a:pt x="243656" y="423736"/>
                  <a:pt x="238196" y="421641"/>
                </a:cubicBezTo>
                <a:cubicBezTo>
                  <a:pt x="234147" y="419991"/>
                  <a:pt x="229649" y="419804"/>
                  <a:pt x="225481" y="421118"/>
                </a:cubicBezTo>
                <a:cubicBezTo>
                  <a:pt x="220943" y="422664"/>
                  <a:pt x="219796" y="430392"/>
                  <a:pt x="219123" y="430841"/>
                </a:cubicBezTo>
                <a:cubicBezTo>
                  <a:pt x="218450" y="431290"/>
                  <a:pt x="218001" y="430492"/>
                  <a:pt x="218001" y="430492"/>
                </a:cubicBezTo>
                <a:cubicBezTo>
                  <a:pt x="218001" y="430492"/>
                  <a:pt x="218974" y="424309"/>
                  <a:pt x="220794" y="422464"/>
                </a:cubicBezTo>
                <a:cubicBezTo>
                  <a:pt x="223603" y="419622"/>
                  <a:pt x="227468" y="418069"/>
                  <a:pt x="231464" y="418176"/>
                </a:cubicBezTo>
                <a:cubicBezTo>
                  <a:pt x="237897" y="417727"/>
                  <a:pt x="243731" y="419373"/>
                  <a:pt x="246423" y="422090"/>
                </a:cubicBezTo>
                <a:cubicBezTo>
                  <a:pt x="249116" y="424808"/>
                  <a:pt x="249290" y="431764"/>
                  <a:pt x="249290" y="431764"/>
                </a:cubicBezTo>
                <a:lnTo>
                  <a:pt x="259263" y="431514"/>
                </a:lnTo>
                <a:cubicBezTo>
                  <a:pt x="259263" y="431514"/>
                  <a:pt x="261183" y="424309"/>
                  <a:pt x="263003" y="422464"/>
                </a:cubicBezTo>
                <a:cubicBezTo>
                  <a:pt x="265810" y="419617"/>
                  <a:pt x="269674" y="418064"/>
                  <a:pt x="273673" y="418176"/>
                </a:cubicBezTo>
                <a:cubicBezTo>
                  <a:pt x="280106" y="417727"/>
                  <a:pt x="285940" y="419373"/>
                  <a:pt x="288632" y="422090"/>
                </a:cubicBezTo>
                <a:cubicBezTo>
                  <a:pt x="291325" y="424808"/>
                  <a:pt x="291499" y="431764"/>
                  <a:pt x="291499" y="431764"/>
                </a:cubicBezTo>
                <a:lnTo>
                  <a:pt x="299950" y="431552"/>
                </a:lnTo>
                <a:lnTo>
                  <a:pt x="301737" y="430703"/>
                </a:lnTo>
                <a:lnTo>
                  <a:pt x="302987" y="426874"/>
                </a:lnTo>
                <a:cubicBezTo>
                  <a:pt x="303971" y="424372"/>
                  <a:pt x="305411" y="421505"/>
                  <a:pt x="307231" y="420046"/>
                </a:cubicBezTo>
                <a:cubicBezTo>
                  <a:pt x="310871" y="417129"/>
                  <a:pt x="317677" y="417677"/>
                  <a:pt x="317677" y="417677"/>
                </a:cubicBezTo>
                <a:lnTo>
                  <a:pt x="317677" y="421367"/>
                </a:lnTo>
                <a:cubicBezTo>
                  <a:pt x="317677" y="421367"/>
                  <a:pt x="310198" y="420744"/>
                  <a:pt x="307306" y="422863"/>
                </a:cubicBezTo>
                <a:lnTo>
                  <a:pt x="304133" y="429565"/>
                </a:lnTo>
                <a:lnTo>
                  <a:pt x="363866" y="401185"/>
                </a:lnTo>
                <a:cubicBezTo>
                  <a:pt x="445681" y="339924"/>
                  <a:pt x="462340" y="223935"/>
                  <a:pt x="401076" y="142123"/>
                </a:cubicBezTo>
                <a:cubicBezTo>
                  <a:pt x="370444" y="101215"/>
                  <a:pt x="326132" y="76597"/>
                  <a:pt x="279250" y="69863"/>
                </a:cubicBezTo>
                <a:close/>
                <a:moveTo>
                  <a:pt x="163801" y="67042"/>
                </a:moveTo>
                <a:cubicBezTo>
                  <a:pt x="163559" y="67276"/>
                  <a:pt x="163302" y="67493"/>
                  <a:pt x="163028" y="67690"/>
                </a:cubicBezTo>
                <a:cubicBezTo>
                  <a:pt x="162803" y="67815"/>
                  <a:pt x="162130" y="67740"/>
                  <a:pt x="161881" y="67964"/>
                </a:cubicBezTo>
                <a:cubicBezTo>
                  <a:pt x="161554" y="68188"/>
                  <a:pt x="161190" y="68358"/>
                  <a:pt x="160809" y="68463"/>
                </a:cubicBezTo>
                <a:cubicBezTo>
                  <a:pt x="160535" y="68463"/>
                  <a:pt x="159961" y="68114"/>
                  <a:pt x="159512" y="68463"/>
                </a:cubicBezTo>
                <a:cubicBezTo>
                  <a:pt x="159064" y="68812"/>
                  <a:pt x="158690" y="68587"/>
                  <a:pt x="158415" y="68812"/>
                </a:cubicBezTo>
                <a:lnTo>
                  <a:pt x="158341" y="68712"/>
                </a:lnTo>
                <a:cubicBezTo>
                  <a:pt x="158116" y="69261"/>
                  <a:pt x="158814" y="69834"/>
                  <a:pt x="158864" y="70407"/>
                </a:cubicBezTo>
                <a:cubicBezTo>
                  <a:pt x="158874" y="70771"/>
                  <a:pt x="159036" y="71115"/>
                  <a:pt x="159313" y="71355"/>
                </a:cubicBezTo>
                <a:cubicBezTo>
                  <a:pt x="159827" y="71637"/>
                  <a:pt x="160258" y="72048"/>
                  <a:pt x="160560" y="72551"/>
                </a:cubicBezTo>
                <a:cubicBezTo>
                  <a:pt x="160809" y="72925"/>
                  <a:pt x="161831" y="73200"/>
                  <a:pt x="161981" y="73449"/>
                </a:cubicBezTo>
                <a:cubicBezTo>
                  <a:pt x="162130" y="73698"/>
                  <a:pt x="163327" y="74197"/>
                  <a:pt x="163676" y="74446"/>
                </a:cubicBezTo>
                <a:cubicBezTo>
                  <a:pt x="164025" y="74696"/>
                  <a:pt x="164175" y="75294"/>
                  <a:pt x="164399" y="75518"/>
                </a:cubicBezTo>
                <a:cubicBezTo>
                  <a:pt x="164681" y="75930"/>
                  <a:pt x="165212" y="76087"/>
                  <a:pt x="165670" y="75892"/>
                </a:cubicBezTo>
                <a:cubicBezTo>
                  <a:pt x="165920" y="75743"/>
                  <a:pt x="166169" y="75020"/>
                  <a:pt x="166393" y="74795"/>
                </a:cubicBezTo>
                <a:cubicBezTo>
                  <a:pt x="166618" y="74571"/>
                  <a:pt x="167092" y="74421"/>
                  <a:pt x="167341" y="74197"/>
                </a:cubicBezTo>
                <a:cubicBezTo>
                  <a:pt x="167705" y="73893"/>
                  <a:pt x="167994" y="73509"/>
                  <a:pt x="168189" y="73075"/>
                </a:cubicBezTo>
                <a:cubicBezTo>
                  <a:pt x="168293" y="72701"/>
                  <a:pt x="168361" y="72317"/>
                  <a:pt x="168388" y="71928"/>
                </a:cubicBezTo>
                <a:cubicBezTo>
                  <a:pt x="168463" y="71479"/>
                  <a:pt x="168263" y="70856"/>
                  <a:pt x="168263" y="70457"/>
                </a:cubicBezTo>
                <a:cubicBezTo>
                  <a:pt x="168435" y="70031"/>
                  <a:pt x="168488" y="69565"/>
                  <a:pt x="168413" y="69111"/>
                </a:cubicBezTo>
                <a:cubicBezTo>
                  <a:pt x="168323" y="68725"/>
                  <a:pt x="168144" y="68366"/>
                  <a:pt x="167889" y="68064"/>
                </a:cubicBezTo>
                <a:cubicBezTo>
                  <a:pt x="167565" y="67872"/>
                  <a:pt x="167224" y="67715"/>
                  <a:pt x="166867" y="67590"/>
                </a:cubicBezTo>
                <a:cubicBezTo>
                  <a:pt x="166294" y="67316"/>
                  <a:pt x="164249" y="66643"/>
                  <a:pt x="163801" y="67042"/>
                </a:cubicBezTo>
                <a:close/>
                <a:moveTo>
                  <a:pt x="150587" y="63676"/>
                </a:moveTo>
                <a:cubicBezTo>
                  <a:pt x="150786" y="63626"/>
                  <a:pt x="150786" y="64349"/>
                  <a:pt x="150811" y="64872"/>
                </a:cubicBezTo>
                <a:cubicBezTo>
                  <a:pt x="150719" y="65433"/>
                  <a:pt x="150552" y="65977"/>
                  <a:pt x="150313" y="66493"/>
                </a:cubicBezTo>
                <a:cubicBezTo>
                  <a:pt x="149939" y="67216"/>
                  <a:pt x="149914" y="67715"/>
                  <a:pt x="149615" y="68288"/>
                </a:cubicBezTo>
                <a:cubicBezTo>
                  <a:pt x="149306" y="68767"/>
                  <a:pt x="148919" y="69188"/>
                  <a:pt x="148468" y="69535"/>
                </a:cubicBezTo>
                <a:cubicBezTo>
                  <a:pt x="148039" y="69786"/>
                  <a:pt x="147488" y="69654"/>
                  <a:pt x="147221" y="69235"/>
                </a:cubicBezTo>
                <a:cubicBezTo>
                  <a:pt x="146972" y="68849"/>
                  <a:pt x="146972" y="68350"/>
                  <a:pt x="147221" y="67964"/>
                </a:cubicBezTo>
                <a:cubicBezTo>
                  <a:pt x="147623" y="67308"/>
                  <a:pt x="148074" y="66682"/>
                  <a:pt x="148568" y="66094"/>
                </a:cubicBezTo>
                <a:cubicBezTo>
                  <a:pt x="148752" y="65827"/>
                  <a:pt x="148897" y="65533"/>
                  <a:pt x="148991" y="65222"/>
                </a:cubicBezTo>
                <a:cubicBezTo>
                  <a:pt x="149091" y="64872"/>
                  <a:pt x="149515" y="64773"/>
                  <a:pt x="149739" y="64349"/>
                </a:cubicBezTo>
                <a:cubicBezTo>
                  <a:pt x="149974" y="64070"/>
                  <a:pt x="150263" y="63843"/>
                  <a:pt x="150587" y="63676"/>
                </a:cubicBezTo>
                <a:close/>
                <a:moveTo>
                  <a:pt x="152731" y="56770"/>
                </a:moveTo>
                <a:cubicBezTo>
                  <a:pt x="152382" y="56770"/>
                  <a:pt x="151759" y="57443"/>
                  <a:pt x="151509" y="57443"/>
                </a:cubicBezTo>
                <a:cubicBezTo>
                  <a:pt x="151071" y="57470"/>
                  <a:pt x="150637" y="57548"/>
                  <a:pt x="150213" y="57667"/>
                </a:cubicBezTo>
                <a:cubicBezTo>
                  <a:pt x="149941" y="57795"/>
                  <a:pt x="149734" y="58029"/>
                  <a:pt x="149640" y="58316"/>
                </a:cubicBezTo>
                <a:cubicBezTo>
                  <a:pt x="149490" y="58540"/>
                  <a:pt x="149358" y="58772"/>
                  <a:pt x="149241" y="59014"/>
                </a:cubicBezTo>
                <a:cubicBezTo>
                  <a:pt x="149074" y="59293"/>
                  <a:pt x="148934" y="59585"/>
                  <a:pt x="148817" y="59886"/>
                </a:cubicBezTo>
                <a:cubicBezTo>
                  <a:pt x="148597" y="60340"/>
                  <a:pt x="148293" y="60746"/>
                  <a:pt x="147919" y="61083"/>
                </a:cubicBezTo>
                <a:cubicBezTo>
                  <a:pt x="147446" y="61557"/>
                  <a:pt x="147421" y="61706"/>
                  <a:pt x="147171" y="61856"/>
                </a:cubicBezTo>
                <a:cubicBezTo>
                  <a:pt x="146835" y="62182"/>
                  <a:pt x="146540" y="62551"/>
                  <a:pt x="146299" y="62953"/>
                </a:cubicBezTo>
                <a:cubicBezTo>
                  <a:pt x="145900" y="63526"/>
                  <a:pt x="145252" y="63925"/>
                  <a:pt x="145002" y="64299"/>
                </a:cubicBezTo>
                <a:cubicBezTo>
                  <a:pt x="144576" y="65035"/>
                  <a:pt x="143988" y="65665"/>
                  <a:pt x="143282" y="66144"/>
                </a:cubicBezTo>
                <a:cubicBezTo>
                  <a:pt x="143008" y="66017"/>
                  <a:pt x="142724" y="65907"/>
                  <a:pt x="142434" y="65820"/>
                </a:cubicBezTo>
                <a:cubicBezTo>
                  <a:pt x="141786" y="65695"/>
                  <a:pt x="141562" y="65596"/>
                  <a:pt x="141113" y="65820"/>
                </a:cubicBezTo>
                <a:cubicBezTo>
                  <a:pt x="140809" y="66194"/>
                  <a:pt x="140527" y="66585"/>
                  <a:pt x="140265" y="66992"/>
                </a:cubicBezTo>
                <a:cubicBezTo>
                  <a:pt x="140265" y="67715"/>
                  <a:pt x="139617" y="68513"/>
                  <a:pt x="140415" y="69909"/>
                </a:cubicBezTo>
                <a:cubicBezTo>
                  <a:pt x="140564" y="70158"/>
                  <a:pt x="140963" y="70682"/>
                  <a:pt x="141711" y="71828"/>
                </a:cubicBezTo>
                <a:cubicBezTo>
                  <a:pt x="142178" y="72437"/>
                  <a:pt x="142679" y="73018"/>
                  <a:pt x="143207" y="73574"/>
                </a:cubicBezTo>
                <a:cubicBezTo>
                  <a:pt x="143631" y="74097"/>
                  <a:pt x="144279" y="74621"/>
                  <a:pt x="144429" y="74870"/>
                </a:cubicBezTo>
                <a:cubicBezTo>
                  <a:pt x="144578" y="75119"/>
                  <a:pt x="145052" y="75842"/>
                  <a:pt x="145177" y="75842"/>
                </a:cubicBezTo>
                <a:cubicBezTo>
                  <a:pt x="145301" y="75842"/>
                  <a:pt x="145376" y="75917"/>
                  <a:pt x="145725" y="76216"/>
                </a:cubicBezTo>
                <a:cubicBezTo>
                  <a:pt x="146074" y="76516"/>
                  <a:pt x="146174" y="76815"/>
                  <a:pt x="146598" y="77039"/>
                </a:cubicBezTo>
                <a:cubicBezTo>
                  <a:pt x="146825" y="77141"/>
                  <a:pt x="147072" y="77194"/>
                  <a:pt x="147321" y="77189"/>
                </a:cubicBezTo>
                <a:cubicBezTo>
                  <a:pt x="147815" y="77009"/>
                  <a:pt x="148291" y="76782"/>
                  <a:pt x="148742" y="76516"/>
                </a:cubicBezTo>
                <a:cubicBezTo>
                  <a:pt x="148966" y="76366"/>
                  <a:pt x="149116" y="76092"/>
                  <a:pt x="149465" y="75867"/>
                </a:cubicBezTo>
                <a:cubicBezTo>
                  <a:pt x="149814" y="75643"/>
                  <a:pt x="150512" y="75568"/>
                  <a:pt x="150712" y="75518"/>
                </a:cubicBezTo>
                <a:cubicBezTo>
                  <a:pt x="150911" y="75468"/>
                  <a:pt x="151459" y="75768"/>
                  <a:pt x="151459" y="75967"/>
                </a:cubicBezTo>
                <a:cubicBezTo>
                  <a:pt x="151731" y="76685"/>
                  <a:pt x="152048" y="77383"/>
                  <a:pt x="152407" y="78061"/>
                </a:cubicBezTo>
                <a:cubicBezTo>
                  <a:pt x="152649" y="78580"/>
                  <a:pt x="152940" y="79071"/>
                  <a:pt x="153279" y="79532"/>
                </a:cubicBezTo>
                <a:cubicBezTo>
                  <a:pt x="153429" y="79757"/>
                  <a:pt x="153903" y="80355"/>
                  <a:pt x="153903" y="80604"/>
                </a:cubicBezTo>
                <a:cubicBezTo>
                  <a:pt x="154551" y="81751"/>
                  <a:pt x="154352" y="82325"/>
                  <a:pt x="153479" y="82873"/>
                </a:cubicBezTo>
                <a:cubicBezTo>
                  <a:pt x="153230" y="83023"/>
                  <a:pt x="152332" y="82773"/>
                  <a:pt x="151509" y="83297"/>
                </a:cubicBezTo>
                <a:cubicBezTo>
                  <a:pt x="151385" y="83372"/>
                  <a:pt x="150387" y="84170"/>
                  <a:pt x="150687" y="84419"/>
                </a:cubicBezTo>
                <a:cubicBezTo>
                  <a:pt x="150986" y="84668"/>
                  <a:pt x="152906" y="84818"/>
                  <a:pt x="153479" y="85142"/>
                </a:cubicBezTo>
                <a:cubicBezTo>
                  <a:pt x="154052" y="85466"/>
                  <a:pt x="154327" y="85815"/>
                  <a:pt x="154775" y="85940"/>
                </a:cubicBezTo>
                <a:cubicBezTo>
                  <a:pt x="155271" y="85982"/>
                  <a:pt x="155770" y="85932"/>
                  <a:pt x="156246" y="85790"/>
                </a:cubicBezTo>
                <a:cubicBezTo>
                  <a:pt x="156620" y="85765"/>
                  <a:pt x="156994" y="85915"/>
                  <a:pt x="157244" y="85915"/>
                </a:cubicBezTo>
                <a:cubicBezTo>
                  <a:pt x="157493" y="85915"/>
                  <a:pt x="158116" y="85790"/>
                  <a:pt x="158316" y="85790"/>
                </a:cubicBezTo>
                <a:cubicBezTo>
                  <a:pt x="158562" y="85900"/>
                  <a:pt x="158842" y="85900"/>
                  <a:pt x="159089" y="85790"/>
                </a:cubicBezTo>
                <a:cubicBezTo>
                  <a:pt x="159338" y="85640"/>
                  <a:pt x="159413" y="85067"/>
                  <a:pt x="159936" y="84419"/>
                </a:cubicBezTo>
                <a:cubicBezTo>
                  <a:pt x="160460" y="83771"/>
                  <a:pt x="160186" y="82699"/>
                  <a:pt x="160460" y="82325"/>
                </a:cubicBezTo>
                <a:cubicBezTo>
                  <a:pt x="160859" y="81552"/>
                  <a:pt x="160906" y="80642"/>
                  <a:pt x="160584" y="79831"/>
                </a:cubicBezTo>
                <a:cubicBezTo>
                  <a:pt x="159438" y="77570"/>
                  <a:pt x="158129" y="75396"/>
                  <a:pt x="156670" y="73324"/>
                </a:cubicBezTo>
                <a:cubicBezTo>
                  <a:pt x="156219" y="72963"/>
                  <a:pt x="155845" y="72514"/>
                  <a:pt x="155573" y="72003"/>
                </a:cubicBezTo>
                <a:cubicBezTo>
                  <a:pt x="155274" y="71504"/>
                  <a:pt x="155573" y="70781"/>
                  <a:pt x="155798" y="70781"/>
                </a:cubicBezTo>
                <a:cubicBezTo>
                  <a:pt x="156109" y="70729"/>
                  <a:pt x="156371" y="70522"/>
                  <a:pt x="156496" y="70233"/>
                </a:cubicBezTo>
                <a:cubicBezTo>
                  <a:pt x="156613" y="69607"/>
                  <a:pt x="156688" y="68974"/>
                  <a:pt x="156720" y="68338"/>
                </a:cubicBezTo>
                <a:cubicBezTo>
                  <a:pt x="156620" y="66545"/>
                  <a:pt x="156620" y="64745"/>
                  <a:pt x="156720" y="62953"/>
                </a:cubicBezTo>
                <a:cubicBezTo>
                  <a:pt x="156748" y="62422"/>
                  <a:pt x="156748" y="61888"/>
                  <a:pt x="156720" y="61357"/>
                </a:cubicBezTo>
                <a:cubicBezTo>
                  <a:pt x="156845" y="60554"/>
                  <a:pt x="157029" y="59764"/>
                  <a:pt x="157269" y="58989"/>
                </a:cubicBezTo>
                <a:cubicBezTo>
                  <a:pt x="157166" y="58562"/>
                  <a:pt x="156919" y="58184"/>
                  <a:pt x="156570" y="57917"/>
                </a:cubicBezTo>
                <a:cubicBezTo>
                  <a:pt x="156321" y="57767"/>
                  <a:pt x="155723" y="56994"/>
                  <a:pt x="155224" y="56770"/>
                </a:cubicBezTo>
                <a:cubicBezTo>
                  <a:pt x="154394" y="56688"/>
                  <a:pt x="153561" y="56688"/>
                  <a:pt x="152731" y="56770"/>
                </a:cubicBezTo>
                <a:close/>
                <a:moveTo>
                  <a:pt x="366144" y="53454"/>
                </a:moveTo>
                <a:cubicBezTo>
                  <a:pt x="365845" y="53379"/>
                  <a:pt x="365546" y="53304"/>
                  <a:pt x="365322" y="53728"/>
                </a:cubicBezTo>
                <a:cubicBezTo>
                  <a:pt x="365137" y="54329"/>
                  <a:pt x="364851" y="54895"/>
                  <a:pt x="364474" y="55399"/>
                </a:cubicBezTo>
                <a:cubicBezTo>
                  <a:pt x="364123" y="56029"/>
                  <a:pt x="363694" y="56615"/>
                  <a:pt x="363203" y="57144"/>
                </a:cubicBezTo>
                <a:cubicBezTo>
                  <a:pt x="362235" y="57770"/>
                  <a:pt x="361440" y="58627"/>
                  <a:pt x="360884" y="59637"/>
                </a:cubicBezTo>
                <a:cubicBezTo>
                  <a:pt x="359575" y="59664"/>
                  <a:pt x="358276" y="59418"/>
                  <a:pt x="357069" y="58914"/>
                </a:cubicBezTo>
                <a:cubicBezTo>
                  <a:pt x="356371" y="58565"/>
                  <a:pt x="355549" y="57742"/>
                  <a:pt x="355150" y="57742"/>
                </a:cubicBezTo>
                <a:cubicBezTo>
                  <a:pt x="354788" y="57660"/>
                  <a:pt x="354414" y="57660"/>
                  <a:pt x="354053" y="57742"/>
                </a:cubicBezTo>
                <a:cubicBezTo>
                  <a:pt x="353629" y="57767"/>
                  <a:pt x="353280" y="57543"/>
                  <a:pt x="352906" y="57543"/>
                </a:cubicBezTo>
                <a:cubicBezTo>
                  <a:pt x="352522" y="57680"/>
                  <a:pt x="352131" y="57797"/>
                  <a:pt x="351734" y="57892"/>
                </a:cubicBezTo>
                <a:cubicBezTo>
                  <a:pt x="351193" y="57949"/>
                  <a:pt x="350744" y="58336"/>
                  <a:pt x="350612" y="58864"/>
                </a:cubicBezTo>
                <a:cubicBezTo>
                  <a:pt x="350188" y="59822"/>
                  <a:pt x="350355" y="60936"/>
                  <a:pt x="351036" y="61731"/>
                </a:cubicBezTo>
                <a:cubicBezTo>
                  <a:pt x="351609" y="62180"/>
                  <a:pt x="351634" y="62704"/>
                  <a:pt x="352033" y="63152"/>
                </a:cubicBezTo>
                <a:cubicBezTo>
                  <a:pt x="352263" y="63409"/>
                  <a:pt x="352569" y="63584"/>
                  <a:pt x="352906" y="63651"/>
                </a:cubicBezTo>
                <a:cubicBezTo>
                  <a:pt x="353260" y="63721"/>
                  <a:pt x="353609" y="63813"/>
                  <a:pt x="353953" y="63925"/>
                </a:cubicBezTo>
                <a:lnTo>
                  <a:pt x="354651" y="64324"/>
                </a:lnTo>
                <a:cubicBezTo>
                  <a:pt x="354900" y="64474"/>
                  <a:pt x="355673" y="64474"/>
                  <a:pt x="355573" y="64798"/>
                </a:cubicBezTo>
                <a:cubicBezTo>
                  <a:pt x="355474" y="65122"/>
                  <a:pt x="354801" y="65621"/>
                  <a:pt x="354476" y="65845"/>
                </a:cubicBezTo>
                <a:cubicBezTo>
                  <a:pt x="353494" y="66785"/>
                  <a:pt x="352310" y="67485"/>
                  <a:pt x="351011" y="67889"/>
                </a:cubicBezTo>
                <a:cubicBezTo>
                  <a:pt x="348732" y="68577"/>
                  <a:pt x="346419" y="69143"/>
                  <a:pt x="344080" y="69585"/>
                </a:cubicBezTo>
                <a:cubicBezTo>
                  <a:pt x="343856" y="69585"/>
                  <a:pt x="343432" y="69585"/>
                  <a:pt x="343232" y="69585"/>
                </a:cubicBezTo>
                <a:cubicBezTo>
                  <a:pt x="342779" y="69669"/>
                  <a:pt x="342320" y="69727"/>
                  <a:pt x="341861" y="69759"/>
                </a:cubicBezTo>
                <a:cubicBezTo>
                  <a:pt x="341253" y="69884"/>
                  <a:pt x="340625" y="69884"/>
                  <a:pt x="340016" y="69759"/>
                </a:cubicBezTo>
                <a:lnTo>
                  <a:pt x="340016" y="69659"/>
                </a:lnTo>
                <a:cubicBezTo>
                  <a:pt x="339243" y="69510"/>
                  <a:pt x="338720" y="69734"/>
                  <a:pt x="338795" y="69959"/>
                </a:cubicBezTo>
                <a:cubicBezTo>
                  <a:pt x="338869" y="70183"/>
                  <a:pt x="339218" y="70482"/>
                  <a:pt x="339543" y="70831"/>
                </a:cubicBezTo>
                <a:cubicBezTo>
                  <a:pt x="339867" y="71180"/>
                  <a:pt x="339393" y="71903"/>
                  <a:pt x="339543" y="72277"/>
                </a:cubicBezTo>
                <a:cubicBezTo>
                  <a:pt x="339692" y="72651"/>
                  <a:pt x="339642" y="73100"/>
                  <a:pt x="339892" y="73324"/>
                </a:cubicBezTo>
                <a:cubicBezTo>
                  <a:pt x="340268" y="73539"/>
                  <a:pt x="340684" y="73683"/>
                  <a:pt x="341113" y="73748"/>
                </a:cubicBezTo>
                <a:cubicBezTo>
                  <a:pt x="341846" y="74015"/>
                  <a:pt x="342597" y="74232"/>
                  <a:pt x="343357" y="74396"/>
                </a:cubicBezTo>
                <a:cubicBezTo>
                  <a:pt x="343955" y="74396"/>
                  <a:pt x="345526" y="74396"/>
                  <a:pt x="346174" y="74396"/>
                </a:cubicBezTo>
                <a:cubicBezTo>
                  <a:pt x="347468" y="74641"/>
                  <a:pt x="348795" y="74641"/>
                  <a:pt x="350089" y="74396"/>
                </a:cubicBezTo>
                <a:cubicBezTo>
                  <a:pt x="352008" y="73798"/>
                  <a:pt x="353130" y="73723"/>
                  <a:pt x="354501" y="73299"/>
                </a:cubicBezTo>
                <a:cubicBezTo>
                  <a:pt x="355873" y="72876"/>
                  <a:pt x="357867" y="70956"/>
                  <a:pt x="358142" y="71455"/>
                </a:cubicBezTo>
                <a:cubicBezTo>
                  <a:pt x="358416" y="71953"/>
                  <a:pt x="358790" y="73898"/>
                  <a:pt x="359538" y="75543"/>
                </a:cubicBezTo>
                <a:cubicBezTo>
                  <a:pt x="359747" y="76246"/>
                  <a:pt x="359914" y="76964"/>
                  <a:pt x="360036" y="77687"/>
                </a:cubicBezTo>
                <a:cubicBezTo>
                  <a:pt x="360131" y="78951"/>
                  <a:pt x="360306" y="80210"/>
                  <a:pt x="360560" y="81452"/>
                </a:cubicBezTo>
                <a:cubicBezTo>
                  <a:pt x="361176" y="82781"/>
                  <a:pt x="361176" y="84312"/>
                  <a:pt x="360560" y="85640"/>
                </a:cubicBezTo>
                <a:cubicBezTo>
                  <a:pt x="360570" y="86216"/>
                  <a:pt x="360822" y="86760"/>
                  <a:pt x="361258" y="87136"/>
                </a:cubicBezTo>
                <a:cubicBezTo>
                  <a:pt x="361781" y="87660"/>
                  <a:pt x="362654" y="87685"/>
                  <a:pt x="363153" y="88607"/>
                </a:cubicBezTo>
                <a:cubicBezTo>
                  <a:pt x="363479" y="89009"/>
                  <a:pt x="363876" y="89345"/>
                  <a:pt x="364324" y="89605"/>
                </a:cubicBezTo>
                <a:cubicBezTo>
                  <a:pt x="364873" y="90028"/>
                  <a:pt x="365521" y="90203"/>
                  <a:pt x="365845" y="90452"/>
                </a:cubicBezTo>
                <a:cubicBezTo>
                  <a:pt x="366292" y="90789"/>
                  <a:pt x="366758" y="91098"/>
                  <a:pt x="367241" y="91375"/>
                </a:cubicBezTo>
                <a:cubicBezTo>
                  <a:pt x="367441" y="91450"/>
                  <a:pt x="367690" y="91674"/>
                  <a:pt x="367965" y="91624"/>
                </a:cubicBezTo>
                <a:cubicBezTo>
                  <a:pt x="368239" y="91574"/>
                  <a:pt x="368638" y="91450"/>
                  <a:pt x="368912" y="91450"/>
                </a:cubicBezTo>
                <a:cubicBezTo>
                  <a:pt x="369563" y="91741"/>
                  <a:pt x="370305" y="91741"/>
                  <a:pt x="370956" y="91450"/>
                </a:cubicBezTo>
                <a:cubicBezTo>
                  <a:pt x="371355" y="91300"/>
                  <a:pt x="371530" y="90726"/>
                  <a:pt x="371679" y="90502"/>
                </a:cubicBezTo>
                <a:cubicBezTo>
                  <a:pt x="371829" y="90278"/>
                  <a:pt x="372402" y="90303"/>
                  <a:pt x="372402" y="89954"/>
                </a:cubicBezTo>
                <a:cubicBezTo>
                  <a:pt x="372402" y="89605"/>
                  <a:pt x="371929" y="89280"/>
                  <a:pt x="371704" y="88981"/>
                </a:cubicBezTo>
                <a:cubicBezTo>
                  <a:pt x="370782" y="87884"/>
                  <a:pt x="370208" y="87211"/>
                  <a:pt x="369560" y="86488"/>
                </a:cubicBezTo>
                <a:cubicBezTo>
                  <a:pt x="369311" y="86189"/>
                  <a:pt x="369136" y="85466"/>
                  <a:pt x="368812" y="85017"/>
                </a:cubicBezTo>
                <a:cubicBezTo>
                  <a:pt x="368353" y="84544"/>
                  <a:pt x="367945" y="84027"/>
                  <a:pt x="367590" y="83471"/>
                </a:cubicBezTo>
                <a:cubicBezTo>
                  <a:pt x="367144" y="82257"/>
                  <a:pt x="366586" y="81088"/>
                  <a:pt x="365920" y="79981"/>
                </a:cubicBezTo>
                <a:cubicBezTo>
                  <a:pt x="365122" y="78784"/>
                  <a:pt x="365322" y="76291"/>
                  <a:pt x="364973" y="75394"/>
                </a:cubicBezTo>
                <a:cubicBezTo>
                  <a:pt x="364202" y="73529"/>
                  <a:pt x="363699" y="71564"/>
                  <a:pt x="363477" y="69560"/>
                </a:cubicBezTo>
                <a:cubicBezTo>
                  <a:pt x="363437" y="68864"/>
                  <a:pt x="363711" y="68186"/>
                  <a:pt x="364225" y="67715"/>
                </a:cubicBezTo>
                <a:cubicBezTo>
                  <a:pt x="364624" y="67423"/>
                  <a:pt x="365072" y="67204"/>
                  <a:pt x="365546" y="67067"/>
                </a:cubicBezTo>
                <a:cubicBezTo>
                  <a:pt x="366459" y="67092"/>
                  <a:pt x="367364" y="67234"/>
                  <a:pt x="368239" y="67490"/>
                </a:cubicBezTo>
                <a:cubicBezTo>
                  <a:pt x="368712" y="67640"/>
                  <a:pt x="369211" y="67889"/>
                  <a:pt x="369784" y="68139"/>
                </a:cubicBezTo>
                <a:cubicBezTo>
                  <a:pt x="370340" y="68390"/>
                  <a:pt x="370944" y="68518"/>
                  <a:pt x="371555" y="68513"/>
                </a:cubicBezTo>
                <a:cubicBezTo>
                  <a:pt x="372437" y="68715"/>
                  <a:pt x="373340" y="68824"/>
                  <a:pt x="374247" y="68837"/>
                </a:cubicBezTo>
                <a:cubicBezTo>
                  <a:pt x="374846" y="68687"/>
                  <a:pt x="375120" y="68463"/>
                  <a:pt x="375569" y="68687"/>
                </a:cubicBezTo>
                <a:cubicBezTo>
                  <a:pt x="376017" y="68911"/>
                  <a:pt x="376117" y="68762"/>
                  <a:pt x="376341" y="68363"/>
                </a:cubicBezTo>
                <a:cubicBezTo>
                  <a:pt x="376740" y="67391"/>
                  <a:pt x="377064" y="66044"/>
                  <a:pt x="376341" y="65471"/>
                </a:cubicBezTo>
                <a:cubicBezTo>
                  <a:pt x="375618" y="64898"/>
                  <a:pt x="374995" y="64474"/>
                  <a:pt x="374970" y="63975"/>
                </a:cubicBezTo>
                <a:cubicBezTo>
                  <a:pt x="374945" y="63476"/>
                  <a:pt x="373300" y="63003"/>
                  <a:pt x="373026" y="62853"/>
                </a:cubicBezTo>
                <a:cubicBezTo>
                  <a:pt x="372751" y="62704"/>
                  <a:pt x="371854" y="63003"/>
                  <a:pt x="371231" y="63003"/>
                </a:cubicBezTo>
                <a:cubicBezTo>
                  <a:pt x="370789" y="62973"/>
                  <a:pt x="370355" y="62888"/>
                  <a:pt x="369934" y="62753"/>
                </a:cubicBezTo>
                <a:cubicBezTo>
                  <a:pt x="369560" y="62629"/>
                  <a:pt x="368787" y="62629"/>
                  <a:pt x="368787" y="62629"/>
                </a:cubicBezTo>
                <a:cubicBezTo>
                  <a:pt x="368488" y="62646"/>
                  <a:pt x="368191" y="62566"/>
                  <a:pt x="367940" y="62404"/>
                </a:cubicBezTo>
                <a:cubicBezTo>
                  <a:pt x="367740" y="62230"/>
                  <a:pt x="368588" y="61507"/>
                  <a:pt x="368588" y="61357"/>
                </a:cubicBezTo>
                <a:cubicBezTo>
                  <a:pt x="369336" y="60734"/>
                  <a:pt x="370009" y="60235"/>
                  <a:pt x="370383" y="59961"/>
                </a:cubicBezTo>
                <a:cubicBezTo>
                  <a:pt x="370757" y="59687"/>
                  <a:pt x="370507" y="59388"/>
                  <a:pt x="370757" y="58864"/>
                </a:cubicBezTo>
                <a:cubicBezTo>
                  <a:pt x="371006" y="58341"/>
                  <a:pt x="371355" y="58191"/>
                  <a:pt x="371006" y="57667"/>
                </a:cubicBezTo>
                <a:cubicBezTo>
                  <a:pt x="370565" y="57082"/>
                  <a:pt x="370303" y="56381"/>
                  <a:pt x="370258" y="55648"/>
                </a:cubicBezTo>
                <a:cubicBezTo>
                  <a:pt x="370258" y="55374"/>
                  <a:pt x="368737" y="54775"/>
                  <a:pt x="368488" y="54526"/>
                </a:cubicBezTo>
                <a:cubicBezTo>
                  <a:pt x="368239" y="54277"/>
                  <a:pt x="367640" y="54451"/>
                  <a:pt x="367341" y="54277"/>
                </a:cubicBezTo>
                <a:cubicBezTo>
                  <a:pt x="367042" y="54102"/>
                  <a:pt x="367117" y="53728"/>
                  <a:pt x="366144" y="53454"/>
                </a:cubicBezTo>
                <a:close/>
                <a:moveTo>
                  <a:pt x="202993" y="49590"/>
                </a:moveTo>
                <a:lnTo>
                  <a:pt x="203068" y="49689"/>
                </a:lnTo>
                <a:lnTo>
                  <a:pt x="203010" y="49622"/>
                </a:lnTo>
                <a:close/>
                <a:moveTo>
                  <a:pt x="143506" y="44853"/>
                </a:moveTo>
                <a:cubicBezTo>
                  <a:pt x="143182" y="44728"/>
                  <a:pt x="142684" y="45177"/>
                  <a:pt x="142235" y="45177"/>
                </a:cubicBezTo>
                <a:cubicBezTo>
                  <a:pt x="141786" y="45177"/>
                  <a:pt x="141636" y="45002"/>
                  <a:pt x="141337" y="45177"/>
                </a:cubicBezTo>
                <a:cubicBezTo>
                  <a:pt x="140966" y="45439"/>
                  <a:pt x="140574" y="45673"/>
                  <a:pt x="140166" y="45875"/>
                </a:cubicBezTo>
                <a:cubicBezTo>
                  <a:pt x="139829" y="46007"/>
                  <a:pt x="139505" y="46167"/>
                  <a:pt x="139193" y="46349"/>
                </a:cubicBezTo>
                <a:cubicBezTo>
                  <a:pt x="138769" y="46623"/>
                  <a:pt x="138769" y="46897"/>
                  <a:pt x="138595" y="47096"/>
                </a:cubicBezTo>
                <a:cubicBezTo>
                  <a:pt x="138420" y="47296"/>
                  <a:pt x="137972" y="47495"/>
                  <a:pt x="137847" y="47645"/>
                </a:cubicBezTo>
                <a:cubicBezTo>
                  <a:pt x="137722" y="47795"/>
                  <a:pt x="137722" y="48169"/>
                  <a:pt x="137249" y="48468"/>
                </a:cubicBezTo>
                <a:cubicBezTo>
                  <a:pt x="136775" y="48767"/>
                  <a:pt x="136152" y="48842"/>
                  <a:pt x="136002" y="49515"/>
                </a:cubicBezTo>
                <a:cubicBezTo>
                  <a:pt x="135895" y="49839"/>
                  <a:pt x="135960" y="50198"/>
                  <a:pt x="136176" y="50462"/>
                </a:cubicBezTo>
                <a:cubicBezTo>
                  <a:pt x="136551" y="50761"/>
                  <a:pt x="138321" y="51584"/>
                  <a:pt x="138470" y="52183"/>
                </a:cubicBezTo>
                <a:cubicBezTo>
                  <a:pt x="138582" y="52532"/>
                  <a:pt x="138665" y="52891"/>
                  <a:pt x="138720" y="53255"/>
                </a:cubicBezTo>
                <a:cubicBezTo>
                  <a:pt x="138894" y="53678"/>
                  <a:pt x="138894" y="53828"/>
                  <a:pt x="138894" y="54152"/>
                </a:cubicBezTo>
                <a:cubicBezTo>
                  <a:pt x="138882" y="54466"/>
                  <a:pt x="138979" y="54775"/>
                  <a:pt x="139168" y="55025"/>
                </a:cubicBezTo>
                <a:cubicBezTo>
                  <a:pt x="139500" y="55182"/>
                  <a:pt x="139884" y="55182"/>
                  <a:pt x="140215" y="55025"/>
                </a:cubicBezTo>
                <a:cubicBezTo>
                  <a:pt x="140564" y="54825"/>
                  <a:pt x="140988" y="54701"/>
                  <a:pt x="141138" y="54825"/>
                </a:cubicBezTo>
                <a:cubicBezTo>
                  <a:pt x="141287" y="54950"/>
                  <a:pt x="141612" y="54950"/>
                  <a:pt x="141686" y="55473"/>
                </a:cubicBezTo>
                <a:cubicBezTo>
                  <a:pt x="141761" y="55997"/>
                  <a:pt x="141437" y="56221"/>
                  <a:pt x="140988" y="56770"/>
                </a:cubicBezTo>
                <a:cubicBezTo>
                  <a:pt x="140539" y="57318"/>
                  <a:pt x="138969" y="58789"/>
                  <a:pt x="138819" y="59263"/>
                </a:cubicBezTo>
                <a:cubicBezTo>
                  <a:pt x="138670" y="59737"/>
                  <a:pt x="137996" y="59812"/>
                  <a:pt x="137523" y="60310"/>
                </a:cubicBezTo>
                <a:cubicBezTo>
                  <a:pt x="136600" y="61287"/>
                  <a:pt x="135611" y="62195"/>
                  <a:pt x="134556" y="63028"/>
                </a:cubicBezTo>
                <a:cubicBezTo>
                  <a:pt x="134207" y="63277"/>
                  <a:pt x="133683" y="64224"/>
                  <a:pt x="133434" y="64349"/>
                </a:cubicBezTo>
                <a:cubicBezTo>
                  <a:pt x="133185" y="64474"/>
                  <a:pt x="132761" y="64150"/>
                  <a:pt x="132561" y="64349"/>
                </a:cubicBezTo>
                <a:lnTo>
                  <a:pt x="132561" y="64249"/>
                </a:lnTo>
                <a:cubicBezTo>
                  <a:pt x="131784" y="65057"/>
                  <a:pt x="131165" y="66004"/>
                  <a:pt x="130741" y="67042"/>
                </a:cubicBezTo>
                <a:cubicBezTo>
                  <a:pt x="130689" y="67391"/>
                  <a:pt x="130789" y="67745"/>
                  <a:pt x="131016" y="68014"/>
                </a:cubicBezTo>
                <a:cubicBezTo>
                  <a:pt x="131365" y="68513"/>
                  <a:pt x="131739" y="68961"/>
                  <a:pt x="131739" y="69086"/>
                </a:cubicBezTo>
                <a:cubicBezTo>
                  <a:pt x="131963" y="69635"/>
                  <a:pt x="132387" y="70233"/>
                  <a:pt x="132836" y="70183"/>
                </a:cubicBezTo>
                <a:cubicBezTo>
                  <a:pt x="133284" y="70133"/>
                  <a:pt x="133459" y="69659"/>
                  <a:pt x="134132" y="69535"/>
                </a:cubicBezTo>
                <a:cubicBezTo>
                  <a:pt x="134805" y="69410"/>
                  <a:pt x="134706" y="69834"/>
                  <a:pt x="135079" y="69535"/>
                </a:cubicBezTo>
                <a:cubicBezTo>
                  <a:pt x="135454" y="69236"/>
                  <a:pt x="135628" y="68837"/>
                  <a:pt x="135628" y="68562"/>
                </a:cubicBezTo>
                <a:cubicBezTo>
                  <a:pt x="135840" y="68226"/>
                  <a:pt x="136099" y="67924"/>
                  <a:pt x="136401" y="67665"/>
                </a:cubicBezTo>
                <a:cubicBezTo>
                  <a:pt x="136825" y="67366"/>
                  <a:pt x="137348" y="67092"/>
                  <a:pt x="137348" y="66693"/>
                </a:cubicBezTo>
                <a:cubicBezTo>
                  <a:pt x="137548" y="66508"/>
                  <a:pt x="137775" y="66356"/>
                  <a:pt x="138021" y="66244"/>
                </a:cubicBezTo>
                <a:cubicBezTo>
                  <a:pt x="138351" y="66117"/>
                  <a:pt x="138647" y="65922"/>
                  <a:pt x="138894" y="65670"/>
                </a:cubicBezTo>
                <a:cubicBezTo>
                  <a:pt x="139158" y="65361"/>
                  <a:pt x="139440" y="65070"/>
                  <a:pt x="139742" y="64798"/>
                </a:cubicBezTo>
                <a:cubicBezTo>
                  <a:pt x="140078" y="64638"/>
                  <a:pt x="140370" y="64399"/>
                  <a:pt x="140589" y="64100"/>
                </a:cubicBezTo>
                <a:cubicBezTo>
                  <a:pt x="140814" y="63776"/>
                  <a:pt x="141312" y="63551"/>
                  <a:pt x="141537" y="63177"/>
                </a:cubicBezTo>
                <a:cubicBezTo>
                  <a:pt x="141761" y="62803"/>
                  <a:pt x="142285" y="62629"/>
                  <a:pt x="142534" y="62155"/>
                </a:cubicBezTo>
                <a:cubicBezTo>
                  <a:pt x="142783" y="61681"/>
                  <a:pt x="143556" y="61632"/>
                  <a:pt x="143556" y="61108"/>
                </a:cubicBezTo>
                <a:cubicBezTo>
                  <a:pt x="144701" y="59787"/>
                  <a:pt x="145935" y="58548"/>
                  <a:pt x="147246" y="57393"/>
                </a:cubicBezTo>
                <a:cubicBezTo>
                  <a:pt x="147750" y="56792"/>
                  <a:pt x="148218" y="56159"/>
                  <a:pt x="148642" y="55498"/>
                </a:cubicBezTo>
                <a:cubicBezTo>
                  <a:pt x="149141" y="55075"/>
                  <a:pt x="149739" y="55000"/>
                  <a:pt x="149964" y="54775"/>
                </a:cubicBezTo>
                <a:cubicBezTo>
                  <a:pt x="150273" y="54319"/>
                  <a:pt x="150624" y="53895"/>
                  <a:pt x="151011" y="53504"/>
                </a:cubicBezTo>
                <a:cubicBezTo>
                  <a:pt x="151260" y="53205"/>
                  <a:pt x="151809" y="52581"/>
                  <a:pt x="152108" y="52307"/>
                </a:cubicBezTo>
                <a:lnTo>
                  <a:pt x="153454" y="51260"/>
                </a:lnTo>
                <a:cubicBezTo>
                  <a:pt x="153703" y="51110"/>
                  <a:pt x="154975" y="50188"/>
                  <a:pt x="155199" y="50013"/>
                </a:cubicBezTo>
                <a:cubicBezTo>
                  <a:pt x="155872" y="49689"/>
                  <a:pt x="156496" y="49939"/>
                  <a:pt x="156496" y="49689"/>
                </a:cubicBezTo>
                <a:cubicBezTo>
                  <a:pt x="156845" y="48966"/>
                  <a:pt x="157717" y="47296"/>
                  <a:pt x="157468" y="46772"/>
                </a:cubicBezTo>
                <a:cubicBezTo>
                  <a:pt x="157219" y="46249"/>
                  <a:pt x="156994" y="45850"/>
                  <a:pt x="156845" y="45601"/>
                </a:cubicBezTo>
                <a:cubicBezTo>
                  <a:pt x="156633" y="45379"/>
                  <a:pt x="156321" y="45284"/>
                  <a:pt x="156022" y="45351"/>
                </a:cubicBezTo>
                <a:cubicBezTo>
                  <a:pt x="155434" y="45541"/>
                  <a:pt x="154790" y="45431"/>
                  <a:pt x="154302" y="45052"/>
                </a:cubicBezTo>
                <a:cubicBezTo>
                  <a:pt x="154052" y="44853"/>
                  <a:pt x="153629" y="45127"/>
                  <a:pt x="153205" y="45301"/>
                </a:cubicBezTo>
                <a:cubicBezTo>
                  <a:pt x="152781" y="45476"/>
                  <a:pt x="152282" y="45301"/>
                  <a:pt x="152058" y="45476"/>
                </a:cubicBezTo>
                <a:cubicBezTo>
                  <a:pt x="151415" y="46002"/>
                  <a:pt x="150814" y="46575"/>
                  <a:pt x="150263" y="47196"/>
                </a:cubicBezTo>
                <a:cubicBezTo>
                  <a:pt x="149789" y="47745"/>
                  <a:pt x="147446" y="49914"/>
                  <a:pt x="147121" y="50238"/>
                </a:cubicBezTo>
                <a:cubicBezTo>
                  <a:pt x="146797" y="50562"/>
                  <a:pt x="146548" y="50138"/>
                  <a:pt x="146548" y="49739"/>
                </a:cubicBezTo>
                <a:cubicBezTo>
                  <a:pt x="147022" y="48667"/>
                  <a:pt x="147346" y="48592"/>
                  <a:pt x="146548" y="47246"/>
                </a:cubicBezTo>
                <a:cubicBezTo>
                  <a:pt x="145750" y="45900"/>
                  <a:pt x="144878" y="46074"/>
                  <a:pt x="144603" y="45900"/>
                </a:cubicBezTo>
                <a:cubicBezTo>
                  <a:pt x="144329" y="45725"/>
                  <a:pt x="143830" y="44977"/>
                  <a:pt x="143506" y="44853"/>
                </a:cubicBezTo>
                <a:close/>
                <a:moveTo>
                  <a:pt x="222402" y="37809"/>
                </a:moveTo>
                <a:cubicBezTo>
                  <a:pt x="222636" y="37817"/>
                  <a:pt x="222821" y="38011"/>
                  <a:pt x="222813" y="38246"/>
                </a:cubicBezTo>
                <a:cubicBezTo>
                  <a:pt x="222865" y="38911"/>
                  <a:pt x="222609" y="39564"/>
                  <a:pt x="222115" y="40016"/>
                </a:cubicBezTo>
                <a:cubicBezTo>
                  <a:pt x="221636" y="40163"/>
                  <a:pt x="221123" y="40163"/>
                  <a:pt x="220644" y="40016"/>
                </a:cubicBezTo>
                <a:cubicBezTo>
                  <a:pt x="220480" y="39784"/>
                  <a:pt x="220402" y="39502"/>
                  <a:pt x="220420" y="39218"/>
                </a:cubicBezTo>
                <a:cubicBezTo>
                  <a:pt x="220405" y="38896"/>
                  <a:pt x="220502" y="38580"/>
                  <a:pt x="220694" y="38320"/>
                </a:cubicBezTo>
                <a:cubicBezTo>
                  <a:pt x="221215" y="38118"/>
                  <a:pt x="221746" y="37951"/>
                  <a:pt x="222290" y="37822"/>
                </a:cubicBezTo>
                <a:cubicBezTo>
                  <a:pt x="222327" y="37812"/>
                  <a:pt x="222364" y="37809"/>
                  <a:pt x="222402" y="37809"/>
                </a:cubicBezTo>
                <a:close/>
                <a:moveTo>
                  <a:pt x="226952" y="35728"/>
                </a:moveTo>
                <a:cubicBezTo>
                  <a:pt x="227176" y="35553"/>
                  <a:pt x="227675" y="35453"/>
                  <a:pt x="227800" y="35902"/>
                </a:cubicBezTo>
                <a:cubicBezTo>
                  <a:pt x="227882" y="36254"/>
                  <a:pt x="227924" y="36613"/>
                  <a:pt x="227924" y="36974"/>
                </a:cubicBezTo>
                <a:cubicBezTo>
                  <a:pt x="227722" y="37583"/>
                  <a:pt x="227239" y="38054"/>
                  <a:pt x="226628" y="38246"/>
                </a:cubicBezTo>
                <a:cubicBezTo>
                  <a:pt x="226453" y="38321"/>
                  <a:pt x="225730" y="37897"/>
                  <a:pt x="225730" y="37622"/>
                </a:cubicBezTo>
                <a:cubicBezTo>
                  <a:pt x="225730" y="37348"/>
                  <a:pt x="225107" y="36351"/>
                  <a:pt x="225730" y="36326"/>
                </a:cubicBezTo>
                <a:cubicBezTo>
                  <a:pt x="226354" y="36301"/>
                  <a:pt x="226578" y="35902"/>
                  <a:pt x="226952" y="35728"/>
                </a:cubicBezTo>
                <a:close/>
                <a:moveTo>
                  <a:pt x="221043" y="32437"/>
                </a:moveTo>
                <a:cubicBezTo>
                  <a:pt x="221916" y="32113"/>
                  <a:pt x="222240" y="32661"/>
                  <a:pt x="222265" y="33484"/>
                </a:cubicBezTo>
                <a:cubicBezTo>
                  <a:pt x="222290" y="34307"/>
                  <a:pt x="221442" y="34631"/>
                  <a:pt x="220844" y="35254"/>
                </a:cubicBezTo>
                <a:cubicBezTo>
                  <a:pt x="220544" y="35553"/>
                  <a:pt x="220544" y="35254"/>
                  <a:pt x="220195" y="34980"/>
                </a:cubicBezTo>
                <a:cubicBezTo>
                  <a:pt x="219846" y="34706"/>
                  <a:pt x="219846" y="34033"/>
                  <a:pt x="219846" y="33609"/>
                </a:cubicBezTo>
                <a:cubicBezTo>
                  <a:pt x="219672" y="32636"/>
                  <a:pt x="220819" y="32836"/>
                  <a:pt x="221043" y="32437"/>
                </a:cubicBezTo>
                <a:close/>
                <a:moveTo>
                  <a:pt x="291101" y="31415"/>
                </a:moveTo>
                <a:cubicBezTo>
                  <a:pt x="290353" y="31589"/>
                  <a:pt x="289680" y="31464"/>
                  <a:pt x="289455" y="32237"/>
                </a:cubicBezTo>
                <a:cubicBezTo>
                  <a:pt x="289380" y="32512"/>
                  <a:pt x="289206" y="33509"/>
                  <a:pt x="289206" y="33808"/>
                </a:cubicBezTo>
                <a:cubicBezTo>
                  <a:pt x="289094" y="34359"/>
                  <a:pt x="289094" y="34927"/>
                  <a:pt x="289206" y="35478"/>
                </a:cubicBezTo>
                <a:cubicBezTo>
                  <a:pt x="289597" y="36162"/>
                  <a:pt x="289802" y="36934"/>
                  <a:pt x="289804" y="37722"/>
                </a:cubicBezTo>
                <a:cubicBezTo>
                  <a:pt x="289705" y="38495"/>
                  <a:pt x="289430" y="39168"/>
                  <a:pt x="289929" y="39517"/>
                </a:cubicBezTo>
                <a:cubicBezTo>
                  <a:pt x="290505" y="39787"/>
                  <a:pt x="291141" y="39899"/>
                  <a:pt x="291774" y="39841"/>
                </a:cubicBezTo>
                <a:cubicBezTo>
                  <a:pt x="292263" y="39812"/>
                  <a:pt x="292756" y="39812"/>
                  <a:pt x="293245" y="39841"/>
                </a:cubicBezTo>
                <a:cubicBezTo>
                  <a:pt x="293519" y="40016"/>
                  <a:pt x="293394" y="40664"/>
                  <a:pt x="293245" y="41213"/>
                </a:cubicBezTo>
                <a:cubicBezTo>
                  <a:pt x="293113" y="41776"/>
                  <a:pt x="292876" y="42310"/>
                  <a:pt x="292547" y="42783"/>
                </a:cubicBezTo>
                <a:cubicBezTo>
                  <a:pt x="291924" y="43781"/>
                  <a:pt x="290976" y="46623"/>
                  <a:pt x="288483" y="46972"/>
                </a:cubicBezTo>
                <a:cubicBezTo>
                  <a:pt x="287236" y="47121"/>
                  <a:pt x="285541" y="47570"/>
                  <a:pt x="284444" y="47570"/>
                </a:cubicBezTo>
                <a:cubicBezTo>
                  <a:pt x="284070" y="47570"/>
                  <a:pt x="283447" y="47570"/>
                  <a:pt x="283048" y="47570"/>
                </a:cubicBezTo>
                <a:cubicBezTo>
                  <a:pt x="281876" y="47670"/>
                  <a:pt x="279931" y="47994"/>
                  <a:pt x="279383" y="47994"/>
                </a:cubicBezTo>
                <a:cubicBezTo>
                  <a:pt x="278834" y="47994"/>
                  <a:pt x="278111" y="47446"/>
                  <a:pt x="277812" y="47446"/>
                </a:cubicBezTo>
                <a:cubicBezTo>
                  <a:pt x="276728" y="47443"/>
                  <a:pt x="275661" y="47727"/>
                  <a:pt x="274721" y="48268"/>
                </a:cubicBezTo>
                <a:cubicBezTo>
                  <a:pt x="274778" y="48864"/>
                  <a:pt x="274683" y="49465"/>
                  <a:pt x="274447" y="50013"/>
                </a:cubicBezTo>
                <a:lnTo>
                  <a:pt x="274447" y="49914"/>
                </a:lnTo>
                <a:cubicBezTo>
                  <a:pt x="274172" y="50387"/>
                  <a:pt x="274003" y="50914"/>
                  <a:pt x="273948" y="51459"/>
                </a:cubicBezTo>
                <a:cubicBezTo>
                  <a:pt x="274696" y="52656"/>
                  <a:pt x="275593" y="54327"/>
                  <a:pt x="275868" y="54451"/>
                </a:cubicBezTo>
                <a:cubicBezTo>
                  <a:pt x="276142" y="54576"/>
                  <a:pt x="280530" y="53803"/>
                  <a:pt x="283023" y="53604"/>
                </a:cubicBezTo>
                <a:cubicBezTo>
                  <a:pt x="284903" y="53469"/>
                  <a:pt x="286792" y="53544"/>
                  <a:pt x="288657" y="53828"/>
                </a:cubicBezTo>
                <a:cubicBezTo>
                  <a:pt x="289530" y="53978"/>
                  <a:pt x="290851" y="54551"/>
                  <a:pt x="291674" y="54651"/>
                </a:cubicBezTo>
                <a:cubicBezTo>
                  <a:pt x="292497" y="54750"/>
                  <a:pt x="293893" y="54925"/>
                  <a:pt x="294417" y="54925"/>
                </a:cubicBezTo>
                <a:cubicBezTo>
                  <a:pt x="295374" y="54932"/>
                  <a:pt x="296326" y="55092"/>
                  <a:pt x="297234" y="55399"/>
                </a:cubicBezTo>
                <a:cubicBezTo>
                  <a:pt x="297757" y="55598"/>
                  <a:pt x="299129" y="55748"/>
                  <a:pt x="299951" y="56072"/>
                </a:cubicBezTo>
                <a:cubicBezTo>
                  <a:pt x="300774" y="56396"/>
                  <a:pt x="302195" y="56895"/>
                  <a:pt x="302868" y="57069"/>
                </a:cubicBezTo>
                <a:cubicBezTo>
                  <a:pt x="303542" y="57244"/>
                  <a:pt x="304115" y="57219"/>
                  <a:pt x="304713" y="57368"/>
                </a:cubicBezTo>
                <a:cubicBezTo>
                  <a:pt x="305292" y="57585"/>
                  <a:pt x="305858" y="57837"/>
                  <a:pt x="306409" y="58116"/>
                </a:cubicBezTo>
                <a:cubicBezTo>
                  <a:pt x="306683" y="58191"/>
                  <a:pt x="307157" y="58216"/>
                  <a:pt x="308054" y="58415"/>
                </a:cubicBezTo>
                <a:cubicBezTo>
                  <a:pt x="308403" y="58490"/>
                  <a:pt x="308802" y="58066"/>
                  <a:pt x="309101" y="57767"/>
                </a:cubicBezTo>
                <a:cubicBezTo>
                  <a:pt x="309388" y="57530"/>
                  <a:pt x="309617" y="57231"/>
                  <a:pt x="309774" y="56895"/>
                </a:cubicBezTo>
                <a:cubicBezTo>
                  <a:pt x="309834" y="56683"/>
                  <a:pt x="309834" y="56458"/>
                  <a:pt x="309774" y="56246"/>
                </a:cubicBezTo>
                <a:cubicBezTo>
                  <a:pt x="309774" y="56196"/>
                  <a:pt x="309774" y="55922"/>
                  <a:pt x="309774" y="55798"/>
                </a:cubicBezTo>
                <a:cubicBezTo>
                  <a:pt x="309837" y="55409"/>
                  <a:pt x="309837" y="55015"/>
                  <a:pt x="309774" y="54626"/>
                </a:cubicBezTo>
                <a:cubicBezTo>
                  <a:pt x="309650" y="53653"/>
                  <a:pt x="308852" y="53255"/>
                  <a:pt x="308428" y="52856"/>
                </a:cubicBezTo>
                <a:cubicBezTo>
                  <a:pt x="308087" y="52489"/>
                  <a:pt x="307720" y="52148"/>
                  <a:pt x="307331" y="51833"/>
                </a:cubicBezTo>
                <a:cubicBezTo>
                  <a:pt x="306945" y="51574"/>
                  <a:pt x="306536" y="51347"/>
                  <a:pt x="306110" y="51160"/>
                </a:cubicBezTo>
                <a:cubicBezTo>
                  <a:pt x="305708" y="51071"/>
                  <a:pt x="305299" y="51013"/>
                  <a:pt x="304888" y="50986"/>
                </a:cubicBezTo>
                <a:cubicBezTo>
                  <a:pt x="304439" y="50986"/>
                  <a:pt x="304115" y="51310"/>
                  <a:pt x="303517" y="51160"/>
                </a:cubicBezTo>
                <a:cubicBezTo>
                  <a:pt x="301926" y="50707"/>
                  <a:pt x="300313" y="50350"/>
                  <a:pt x="298680" y="50088"/>
                </a:cubicBezTo>
                <a:cubicBezTo>
                  <a:pt x="298381" y="49664"/>
                  <a:pt x="298879" y="48617"/>
                  <a:pt x="299203" y="47371"/>
                </a:cubicBezTo>
                <a:cubicBezTo>
                  <a:pt x="299328" y="47022"/>
                  <a:pt x="299403" y="46573"/>
                  <a:pt x="299652" y="46398"/>
                </a:cubicBezTo>
                <a:cubicBezTo>
                  <a:pt x="299899" y="46152"/>
                  <a:pt x="300071" y="45840"/>
                  <a:pt x="300151" y="45501"/>
                </a:cubicBezTo>
                <a:cubicBezTo>
                  <a:pt x="300266" y="45167"/>
                  <a:pt x="300472" y="44873"/>
                  <a:pt x="300749" y="44653"/>
                </a:cubicBezTo>
                <a:cubicBezTo>
                  <a:pt x="301038" y="44426"/>
                  <a:pt x="301263" y="44125"/>
                  <a:pt x="301397" y="43781"/>
                </a:cubicBezTo>
                <a:cubicBezTo>
                  <a:pt x="301771" y="42384"/>
                  <a:pt x="300998" y="42609"/>
                  <a:pt x="301397" y="41437"/>
                </a:cubicBezTo>
                <a:cubicBezTo>
                  <a:pt x="301796" y="40265"/>
                  <a:pt x="302993" y="40515"/>
                  <a:pt x="304464" y="40265"/>
                </a:cubicBezTo>
                <a:cubicBezTo>
                  <a:pt x="305005" y="40198"/>
                  <a:pt x="305524" y="40011"/>
                  <a:pt x="305985" y="39717"/>
                </a:cubicBezTo>
                <a:cubicBezTo>
                  <a:pt x="306596" y="39251"/>
                  <a:pt x="307289" y="38902"/>
                  <a:pt x="308029" y="38695"/>
                </a:cubicBezTo>
                <a:cubicBezTo>
                  <a:pt x="309425" y="38171"/>
                  <a:pt x="310298" y="38395"/>
                  <a:pt x="310672" y="37249"/>
                </a:cubicBezTo>
                <a:cubicBezTo>
                  <a:pt x="310747" y="37074"/>
                  <a:pt x="310373" y="36575"/>
                  <a:pt x="310373" y="36251"/>
                </a:cubicBezTo>
                <a:cubicBezTo>
                  <a:pt x="310455" y="35798"/>
                  <a:pt x="310455" y="35334"/>
                  <a:pt x="310373" y="34880"/>
                </a:cubicBezTo>
                <a:cubicBezTo>
                  <a:pt x="310148" y="34257"/>
                  <a:pt x="309675" y="33858"/>
                  <a:pt x="309376" y="33235"/>
                </a:cubicBezTo>
                <a:cubicBezTo>
                  <a:pt x="309208" y="32896"/>
                  <a:pt x="308927" y="32631"/>
                  <a:pt x="308578" y="32487"/>
                </a:cubicBezTo>
                <a:cubicBezTo>
                  <a:pt x="308279" y="32487"/>
                  <a:pt x="308029" y="32661"/>
                  <a:pt x="307456" y="32487"/>
                </a:cubicBezTo>
                <a:cubicBezTo>
                  <a:pt x="307049" y="32335"/>
                  <a:pt x="306613" y="32282"/>
                  <a:pt x="306184" y="32337"/>
                </a:cubicBezTo>
                <a:cubicBezTo>
                  <a:pt x="304606" y="32768"/>
                  <a:pt x="302983" y="33020"/>
                  <a:pt x="301348" y="33085"/>
                </a:cubicBezTo>
                <a:lnTo>
                  <a:pt x="300575" y="33085"/>
                </a:lnTo>
                <a:lnTo>
                  <a:pt x="299478" y="33085"/>
                </a:lnTo>
                <a:cubicBezTo>
                  <a:pt x="297384" y="33035"/>
                  <a:pt x="293669" y="32611"/>
                  <a:pt x="293394" y="32611"/>
                </a:cubicBezTo>
                <a:cubicBezTo>
                  <a:pt x="292671" y="32312"/>
                  <a:pt x="291400" y="31415"/>
                  <a:pt x="291101" y="31415"/>
                </a:cubicBezTo>
                <a:close/>
                <a:moveTo>
                  <a:pt x="212118" y="29694"/>
                </a:moveTo>
                <a:cubicBezTo>
                  <a:pt x="211719" y="29994"/>
                  <a:pt x="211270" y="30118"/>
                  <a:pt x="210148" y="30118"/>
                </a:cubicBezTo>
                <a:cubicBezTo>
                  <a:pt x="207954" y="30318"/>
                  <a:pt x="205760" y="33210"/>
                  <a:pt x="203616" y="34456"/>
                </a:cubicBezTo>
                <a:cubicBezTo>
                  <a:pt x="203095" y="34628"/>
                  <a:pt x="202562" y="34760"/>
                  <a:pt x="202021" y="34855"/>
                </a:cubicBezTo>
                <a:cubicBezTo>
                  <a:pt x="201572" y="35055"/>
                  <a:pt x="200998" y="35429"/>
                  <a:pt x="200899" y="35778"/>
                </a:cubicBezTo>
                <a:cubicBezTo>
                  <a:pt x="200799" y="36127"/>
                  <a:pt x="200849" y="36526"/>
                  <a:pt x="200450" y="36750"/>
                </a:cubicBezTo>
                <a:cubicBezTo>
                  <a:pt x="200051" y="36974"/>
                  <a:pt x="199727" y="37024"/>
                  <a:pt x="199752" y="37323"/>
                </a:cubicBezTo>
                <a:cubicBezTo>
                  <a:pt x="199777" y="37623"/>
                  <a:pt x="200001" y="38869"/>
                  <a:pt x="200375" y="38944"/>
                </a:cubicBezTo>
                <a:cubicBezTo>
                  <a:pt x="200749" y="39019"/>
                  <a:pt x="201023" y="38944"/>
                  <a:pt x="201173" y="39318"/>
                </a:cubicBezTo>
                <a:cubicBezTo>
                  <a:pt x="201322" y="39692"/>
                  <a:pt x="201821" y="40166"/>
                  <a:pt x="202195" y="40166"/>
                </a:cubicBezTo>
                <a:cubicBezTo>
                  <a:pt x="202696" y="40210"/>
                  <a:pt x="203192" y="40320"/>
                  <a:pt x="203666" y="40490"/>
                </a:cubicBezTo>
                <a:cubicBezTo>
                  <a:pt x="204140" y="40614"/>
                  <a:pt x="205012" y="40664"/>
                  <a:pt x="205012" y="41437"/>
                </a:cubicBezTo>
                <a:cubicBezTo>
                  <a:pt x="205012" y="42210"/>
                  <a:pt x="205287" y="43332"/>
                  <a:pt x="205012" y="43930"/>
                </a:cubicBezTo>
                <a:cubicBezTo>
                  <a:pt x="204738" y="44529"/>
                  <a:pt x="203965" y="45401"/>
                  <a:pt x="203666" y="45401"/>
                </a:cubicBezTo>
                <a:cubicBezTo>
                  <a:pt x="203367" y="45401"/>
                  <a:pt x="202843" y="45401"/>
                  <a:pt x="202544" y="45401"/>
                </a:cubicBezTo>
                <a:cubicBezTo>
                  <a:pt x="201669" y="45588"/>
                  <a:pt x="201076" y="46406"/>
                  <a:pt x="201173" y="47296"/>
                </a:cubicBezTo>
                <a:cubicBezTo>
                  <a:pt x="201248" y="47894"/>
                  <a:pt x="202419" y="48941"/>
                  <a:pt x="202419" y="48941"/>
                </a:cubicBezTo>
                <a:lnTo>
                  <a:pt x="203010" y="49622"/>
                </a:lnTo>
                <a:lnTo>
                  <a:pt x="203442" y="50437"/>
                </a:lnTo>
                <a:cubicBezTo>
                  <a:pt x="203591" y="50786"/>
                  <a:pt x="203442" y="51160"/>
                  <a:pt x="203442" y="51659"/>
                </a:cubicBezTo>
                <a:cubicBezTo>
                  <a:pt x="203491" y="51973"/>
                  <a:pt x="203491" y="52292"/>
                  <a:pt x="203442" y="52606"/>
                </a:cubicBezTo>
                <a:cubicBezTo>
                  <a:pt x="203300" y="53043"/>
                  <a:pt x="203030" y="53424"/>
                  <a:pt x="202669" y="53703"/>
                </a:cubicBezTo>
                <a:cubicBezTo>
                  <a:pt x="202419" y="53903"/>
                  <a:pt x="201771" y="54701"/>
                  <a:pt x="201522" y="54825"/>
                </a:cubicBezTo>
                <a:cubicBezTo>
                  <a:pt x="200557" y="55356"/>
                  <a:pt x="199847" y="56256"/>
                  <a:pt x="199552" y="57318"/>
                </a:cubicBezTo>
                <a:cubicBezTo>
                  <a:pt x="199645" y="58106"/>
                  <a:pt x="199889" y="58869"/>
                  <a:pt x="200275" y="59562"/>
                </a:cubicBezTo>
                <a:cubicBezTo>
                  <a:pt x="200560" y="60001"/>
                  <a:pt x="200924" y="60380"/>
                  <a:pt x="201347" y="60684"/>
                </a:cubicBezTo>
                <a:cubicBezTo>
                  <a:pt x="201746" y="61033"/>
                  <a:pt x="201622" y="61856"/>
                  <a:pt x="202120" y="61856"/>
                </a:cubicBezTo>
                <a:cubicBezTo>
                  <a:pt x="202624" y="61878"/>
                  <a:pt x="203125" y="61946"/>
                  <a:pt x="203616" y="62055"/>
                </a:cubicBezTo>
                <a:cubicBezTo>
                  <a:pt x="203965" y="62230"/>
                  <a:pt x="204638" y="61881"/>
                  <a:pt x="204638" y="61881"/>
                </a:cubicBezTo>
                <a:cubicBezTo>
                  <a:pt x="205187" y="61681"/>
                  <a:pt x="205760" y="60235"/>
                  <a:pt x="206857" y="59388"/>
                </a:cubicBezTo>
                <a:cubicBezTo>
                  <a:pt x="207954" y="58540"/>
                  <a:pt x="210398" y="57144"/>
                  <a:pt x="211694" y="56047"/>
                </a:cubicBezTo>
                <a:cubicBezTo>
                  <a:pt x="213175" y="55099"/>
                  <a:pt x="214147" y="53531"/>
                  <a:pt x="214337" y="51784"/>
                </a:cubicBezTo>
                <a:cubicBezTo>
                  <a:pt x="214262" y="51347"/>
                  <a:pt x="214082" y="50938"/>
                  <a:pt x="213813" y="50587"/>
                </a:cubicBezTo>
                <a:cubicBezTo>
                  <a:pt x="213467" y="50288"/>
                  <a:pt x="213043" y="50088"/>
                  <a:pt x="212592" y="50013"/>
                </a:cubicBezTo>
                <a:lnTo>
                  <a:pt x="211345" y="50188"/>
                </a:lnTo>
                <a:cubicBezTo>
                  <a:pt x="211170" y="50138"/>
                  <a:pt x="210996" y="49216"/>
                  <a:pt x="210996" y="48941"/>
                </a:cubicBezTo>
                <a:cubicBezTo>
                  <a:pt x="211686" y="47533"/>
                  <a:pt x="212671" y="46291"/>
                  <a:pt x="213888" y="45301"/>
                </a:cubicBezTo>
                <a:cubicBezTo>
                  <a:pt x="214038" y="45152"/>
                  <a:pt x="214062" y="45102"/>
                  <a:pt x="214038" y="44603"/>
                </a:cubicBezTo>
                <a:cubicBezTo>
                  <a:pt x="214013" y="44105"/>
                  <a:pt x="213788" y="43980"/>
                  <a:pt x="213115" y="43058"/>
                </a:cubicBezTo>
                <a:cubicBezTo>
                  <a:pt x="212766" y="42559"/>
                  <a:pt x="212965" y="42060"/>
                  <a:pt x="212592" y="42060"/>
                </a:cubicBezTo>
                <a:cubicBezTo>
                  <a:pt x="212217" y="42060"/>
                  <a:pt x="211794" y="42559"/>
                  <a:pt x="211470" y="42260"/>
                </a:cubicBezTo>
                <a:cubicBezTo>
                  <a:pt x="211145" y="41961"/>
                  <a:pt x="211145" y="41088"/>
                  <a:pt x="211145" y="40789"/>
                </a:cubicBezTo>
                <a:cubicBezTo>
                  <a:pt x="210861" y="40101"/>
                  <a:pt x="210816" y="39335"/>
                  <a:pt x="211021" y="38620"/>
                </a:cubicBezTo>
                <a:cubicBezTo>
                  <a:pt x="211457" y="37862"/>
                  <a:pt x="211948" y="37136"/>
                  <a:pt x="212492" y="36451"/>
                </a:cubicBezTo>
                <a:cubicBezTo>
                  <a:pt x="213015" y="35827"/>
                  <a:pt x="213339" y="35404"/>
                  <a:pt x="213339" y="34930"/>
                </a:cubicBezTo>
                <a:cubicBezTo>
                  <a:pt x="213165" y="33833"/>
                  <a:pt x="213639" y="33434"/>
                  <a:pt x="213639" y="32935"/>
                </a:cubicBezTo>
                <a:cubicBezTo>
                  <a:pt x="213639" y="32437"/>
                  <a:pt x="213938" y="31714"/>
                  <a:pt x="213639" y="31190"/>
                </a:cubicBezTo>
                <a:cubicBezTo>
                  <a:pt x="213339" y="30667"/>
                  <a:pt x="212517" y="29395"/>
                  <a:pt x="212118" y="29694"/>
                </a:cubicBezTo>
                <a:close/>
                <a:moveTo>
                  <a:pt x="228697" y="29295"/>
                </a:moveTo>
                <a:cubicBezTo>
                  <a:pt x="228846" y="29395"/>
                  <a:pt x="228996" y="30218"/>
                  <a:pt x="228996" y="30517"/>
                </a:cubicBezTo>
                <a:cubicBezTo>
                  <a:pt x="228886" y="31210"/>
                  <a:pt x="228552" y="31848"/>
                  <a:pt x="228049" y="32337"/>
                </a:cubicBezTo>
                <a:cubicBezTo>
                  <a:pt x="227483" y="32499"/>
                  <a:pt x="226889" y="32549"/>
                  <a:pt x="226303" y="32487"/>
                </a:cubicBezTo>
                <a:cubicBezTo>
                  <a:pt x="225780" y="32362"/>
                  <a:pt x="225655" y="31514"/>
                  <a:pt x="225630" y="31016"/>
                </a:cubicBezTo>
                <a:cubicBezTo>
                  <a:pt x="225580" y="30068"/>
                  <a:pt x="227525" y="29844"/>
                  <a:pt x="228697" y="29295"/>
                </a:cubicBezTo>
                <a:close/>
                <a:moveTo>
                  <a:pt x="229969" y="24334"/>
                </a:moveTo>
                <a:cubicBezTo>
                  <a:pt x="227902" y="25212"/>
                  <a:pt x="225880" y="26194"/>
                  <a:pt x="223910" y="27276"/>
                </a:cubicBezTo>
                <a:cubicBezTo>
                  <a:pt x="223387" y="27525"/>
                  <a:pt x="222813" y="27301"/>
                  <a:pt x="221841" y="27775"/>
                </a:cubicBezTo>
                <a:cubicBezTo>
                  <a:pt x="220869" y="28248"/>
                  <a:pt x="220246" y="28772"/>
                  <a:pt x="219348" y="29246"/>
                </a:cubicBezTo>
                <a:cubicBezTo>
                  <a:pt x="219049" y="29420"/>
                  <a:pt x="218052" y="29844"/>
                  <a:pt x="217852" y="29969"/>
                </a:cubicBezTo>
                <a:cubicBezTo>
                  <a:pt x="217481" y="30133"/>
                  <a:pt x="217084" y="30233"/>
                  <a:pt x="216680" y="30268"/>
                </a:cubicBezTo>
                <a:cubicBezTo>
                  <a:pt x="216007" y="30343"/>
                  <a:pt x="215783" y="29595"/>
                  <a:pt x="215309" y="29669"/>
                </a:cubicBezTo>
                <a:cubicBezTo>
                  <a:pt x="214835" y="29744"/>
                  <a:pt x="214411" y="30941"/>
                  <a:pt x="214611" y="31814"/>
                </a:cubicBezTo>
                <a:cubicBezTo>
                  <a:pt x="214678" y="32502"/>
                  <a:pt x="214678" y="33195"/>
                  <a:pt x="214611" y="33883"/>
                </a:cubicBezTo>
                <a:lnTo>
                  <a:pt x="214536" y="33783"/>
                </a:lnTo>
                <a:cubicBezTo>
                  <a:pt x="214506" y="34242"/>
                  <a:pt x="214531" y="34703"/>
                  <a:pt x="214611" y="35154"/>
                </a:cubicBezTo>
                <a:cubicBezTo>
                  <a:pt x="214736" y="35803"/>
                  <a:pt x="215284" y="36276"/>
                  <a:pt x="215284" y="36625"/>
                </a:cubicBezTo>
                <a:cubicBezTo>
                  <a:pt x="215431" y="37837"/>
                  <a:pt x="215723" y="39026"/>
                  <a:pt x="216157" y="40166"/>
                </a:cubicBezTo>
                <a:cubicBezTo>
                  <a:pt x="216331" y="40714"/>
                  <a:pt x="215708" y="41562"/>
                  <a:pt x="215708" y="42484"/>
                </a:cubicBezTo>
                <a:cubicBezTo>
                  <a:pt x="215808" y="42993"/>
                  <a:pt x="216012" y="43476"/>
                  <a:pt x="216306" y="43905"/>
                </a:cubicBezTo>
                <a:cubicBezTo>
                  <a:pt x="216431" y="44105"/>
                  <a:pt x="217204" y="44304"/>
                  <a:pt x="217204" y="45127"/>
                </a:cubicBezTo>
                <a:cubicBezTo>
                  <a:pt x="217204" y="45426"/>
                  <a:pt x="217478" y="45750"/>
                  <a:pt x="217628" y="46000"/>
                </a:cubicBezTo>
                <a:cubicBezTo>
                  <a:pt x="217777" y="46249"/>
                  <a:pt x="217752" y="46548"/>
                  <a:pt x="218101" y="46548"/>
                </a:cubicBezTo>
                <a:cubicBezTo>
                  <a:pt x="218376" y="46585"/>
                  <a:pt x="218650" y="46585"/>
                  <a:pt x="218924" y="46548"/>
                </a:cubicBezTo>
                <a:cubicBezTo>
                  <a:pt x="219223" y="46498"/>
                  <a:pt x="219672" y="46199"/>
                  <a:pt x="219871" y="46199"/>
                </a:cubicBezTo>
                <a:cubicBezTo>
                  <a:pt x="220223" y="46064"/>
                  <a:pt x="220565" y="45907"/>
                  <a:pt x="220894" y="45725"/>
                </a:cubicBezTo>
                <a:cubicBezTo>
                  <a:pt x="221293" y="45426"/>
                  <a:pt x="221741" y="45351"/>
                  <a:pt x="221741" y="45725"/>
                </a:cubicBezTo>
                <a:cubicBezTo>
                  <a:pt x="221811" y="46189"/>
                  <a:pt x="221811" y="46658"/>
                  <a:pt x="221741" y="47121"/>
                </a:cubicBezTo>
                <a:cubicBezTo>
                  <a:pt x="221622" y="47376"/>
                  <a:pt x="221430" y="47593"/>
                  <a:pt x="221193" y="47745"/>
                </a:cubicBezTo>
                <a:cubicBezTo>
                  <a:pt x="220988" y="47832"/>
                  <a:pt x="220767" y="47874"/>
                  <a:pt x="220545" y="47869"/>
                </a:cubicBezTo>
                <a:cubicBezTo>
                  <a:pt x="220246" y="47919"/>
                  <a:pt x="220146" y="48044"/>
                  <a:pt x="219847" y="48094"/>
                </a:cubicBezTo>
                <a:cubicBezTo>
                  <a:pt x="219547" y="48144"/>
                  <a:pt x="219697" y="47894"/>
                  <a:pt x="219173" y="47969"/>
                </a:cubicBezTo>
                <a:cubicBezTo>
                  <a:pt x="218650" y="48044"/>
                  <a:pt x="218650" y="48343"/>
                  <a:pt x="218650" y="48916"/>
                </a:cubicBezTo>
                <a:cubicBezTo>
                  <a:pt x="218650" y="49490"/>
                  <a:pt x="218650" y="49864"/>
                  <a:pt x="218650" y="50088"/>
                </a:cubicBezTo>
                <a:cubicBezTo>
                  <a:pt x="218650" y="50313"/>
                  <a:pt x="218500" y="50712"/>
                  <a:pt x="218650" y="51061"/>
                </a:cubicBezTo>
                <a:cubicBezTo>
                  <a:pt x="218799" y="51410"/>
                  <a:pt x="219099" y="51410"/>
                  <a:pt x="219697" y="51410"/>
                </a:cubicBezTo>
                <a:cubicBezTo>
                  <a:pt x="220071" y="51572"/>
                  <a:pt x="220495" y="51572"/>
                  <a:pt x="220869" y="51410"/>
                </a:cubicBezTo>
                <a:cubicBezTo>
                  <a:pt x="221093" y="51360"/>
                  <a:pt x="221741" y="51584"/>
                  <a:pt x="221442" y="52158"/>
                </a:cubicBezTo>
                <a:cubicBezTo>
                  <a:pt x="220517" y="52649"/>
                  <a:pt x="219627" y="53197"/>
                  <a:pt x="218774" y="53803"/>
                </a:cubicBezTo>
                <a:cubicBezTo>
                  <a:pt x="218114" y="54244"/>
                  <a:pt x="217401" y="54603"/>
                  <a:pt x="216655" y="54875"/>
                </a:cubicBezTo>
                <a:cubicBezTo>
                  <a:pt x="216231" y="55000"/>
                  <a:pt x="216132" y="54626"/>
                  <a:pt x="215833" y="54626"/>
                </a:cubicBezTo>
                <a:cubicBezTo>
                  <a:pt x="215533" y="54626"/>
                  <a:pt x="215284" y="55199"/>
                  <a:pt x="215284" y="55199"/>
                </a:cubicBezTo>
                <a:cubicBezTo>
                  <a:pt x="214990" y="55543"/>
                  <a:pt x="214855" y="55997"/>
                  <a:pt x="214910" y="56446"/>
                </a:cubicBezTo>
                <a:cubicBezTo>
                  <a:pt x="214910" y="56670"/>
                  <a:pt x="214910" y="57169"/>
                  <a:pt x="214910" y="57468"/>
                </a:cubicBezTo>
                <a:cubicBezTo>
                  <a:pt x="214960" y="58490"/>
                  <a:pt x="215484" y="58989"/>
                  <a:pt x="215583" y="59612"/>
                </a:cubicBezTo>
                <a:cubicBezTo>
                  <a:pt x="215683" y="60235"/>
                  <a:pt x="216880" y="60360"/>
                  <a:pt x="217353" y="60235"/>
                </a:cubicBezTo>
                <a:cubicBezTo>
                  <a:pt x="218218" y="59931"/>
                  <a:pt x="219054" y="59547"/>
                  <a:pt x="219847" y="59089"/>
                </a:cubicBezTo>
                <a:cubicBezTo>
                  <a:pt x="220697" y="58964"/>
                  <a:pt x="221532" y="58754"/>
                  <a:pt x="222340" y="58465"/>
                </a:cubicBezTo>
                <a:cubicBezTo>
                  <a:pt x="223100" y="58011"/>
                  <a:pt x="223953" y="57732"/>
                  <a:pt x="224833" y="57642"/>
                </a:cubicBezTo>
                <a:cubicBezTo>
                  <a:pt x="225508" y="57498"/>
                  <a:pt x="226167" y="57288"/>
                  <a:pt x="226802" y="57019"/>
                </a:cubicBezTo>
                <a:cubicBezTo>
                  <a:pt x="227376" y="56820"/>
                  <a:pt x="227969" y="56678"/>
                  <a:pt x="228573" y="56595"/>
                </a:cubicBezTo>
                <a:cubicBezTo>
                  <a:pt x="229266" y="56595"/>
                  <a:pt x="229959" y="56538"/>
                  <a:pt x="230642" y="56421"/>
                </a:cubicBezTo>
                <a:cubicBezTo>
                  <a:pt x="230941" y="56321"/>
                  <a:pt x="232262" y="56172"/>
                  <a:pt x="234382" y="55748"/>
                </a:cubicBezTo>
                <a:cubicBezTo>
                  <a:pt x="236501" y="55324"/>
                  <a:pt x="236152" y="55748"/>
                  <a:pt x="236750" y="55748"/>
                </a:cubicBezTo>
                <a:cubicBezTo>
                  <a:pt x="238171" y="55424"/>
                  <a:pt x="238969" y="53429"/>
                  <a:pt x="238745" y="51784"/>
                </a:cubicBezTo>
                <a:cubicBezTo>
                  <a:pt x="238570" y="50612"/>
                  <a:pt x="237498" y="50113"/>
                  <a:pt x="237049" y="49739"/>
                </a:cubicBezTo>
                <a:cubicBezTo>
                  <a:pt x="236601" y="49365"/>
                  <a:pt x="235902" y="50063"/>
                  <a:pt x="235354" y="50013"/>
                </a:cubicBezTo>
                <a:cubicBezTo>
                  <a:pt x="234805" y="49964"/>
                  <a:pt x="233808" y="50687"/>
                  <a:pt x="233434" y="50687"/>
                </a:cubicBezTo>
                <a:cubicBezTo>
                  <a:pt x="232906" y="50766"/>
                  <a:pt x="232372" y="50816"/>
                  <a:pt x="231839" y="50836"/>
                </a:cubicBezTo>
                <a:cubicBezTo>
                  <a:pt x="231146" y="51033"/>
                  <a:pt x="230462" y="51268"/>
                  <a:pt x="229794" y="51534"/>
                </a:cubicBezTo>
                <a:cubicBezTo>
                  <a:pt x="229495" y="51584"/>
                  <a:pt x="228947" y="51584"/>
                  <a:pt x="228947" y="51036"/>
                </a:cubicBezTo>
                <a:cubicBezTo>
                  <a:pt x="228917" y="50669"/>
                  <a:pt x="229044" y="50305"/>
                  <a:pt x="229296" y="50038"/>
                </a:cubicBezTo>
                <a:cubicBezTo>
                  <a:pt x="229744" y="49664"/>
                  <a:pt x="230492" y="49490"/>
                  <a:pt x="230816" y="49241"/>
                </a:cubicBezTo>
                <a:cubicBezTo>
                  <a:pt x="231270" y="48902"/>
                  <a:pt x="231679" y="48508"/>
                  <a:pt x="232038" y="48069"/>
                </a:cubicBezTo>
                <a:cubicBezTo>
                  <a:pt x="232175" y="47817"/>
                  <a:pt x="232227" y="47530"/>
                  <a:pt x="232188" y="47246"/>
                </a:cubicBezTo>
                <a:cubicBezTo>
                  <a:pt x="231836" y="46668"/>
                  <a:pt x="231607" y="46022"/>
                  <a:pt x="231514" y="45351"/>
                </a:cubicBezTo>
                <a:cubicBezTo>
                  <a:pt x="231452" y="45002"/>
                  <a:pt x="231148" y="44748"/>
                  <a:pt x="230791" y="44753"/>
                </a:cubicBezTo>
                <a:cubicBezTo>
                  <a:pt x="230251" y="44718"/>
                  <a:pt x="229717" y="44626"/>
                  <a:pt x="229196" y="44479"/>
                </a:cubicBezTo>
                <a:cubicBezTo>
                  <a:pt x="228797" y="44429"/>
                  <a:pt x="228323" y="44878"/>
                  <a:pt x="228174" y="45152"/>
                </a:cubicBezTo>
                <a:cubicBezTo>
                  <a:pt x="228024" y="45426"/>
                  <a:pt x="227276" y="46024"/>
                  <a:pt x="226827" y="45576"/>
                </a:cubicBezTo>
                <a:cubicBezTo>
                  <a:pt x="226576" y="45157"/>
                  <a:pt x="226503" y="44653"/>
                  <a:pt x="226628" y="44180"/>
                </a:cubicBezTo>
                <a:cubicBezTo>
                  <a:pt x="226802" y="43631"/>
                  <a:pt x="228049" y="43781"/>
                  <a:pt x="228348" y="43382"/>
                </a:cubicBezTo>
                <a:cubicBezTo>
                  <a:pt x="228647" y="42983"/>
                  <a:pt x="229370" y="42983"/>
                  <a:pt x="229520" y="42808"/>
                </a:cubicBezTo>
                <a:cubicBezTo>
                  <a:pt x="229857" y="42559"/>
                  <a:pt x="230290" y="42487"/>
                  <a:pt x="230692" y="42609"/>
                </a:cubicBezTo>
                <a:cubicBezTo>
                  <a:pt x="230966" y="42709"/>
                  <a:pt x="231490" y="41886"/>
                  <a:pt x="231490" y="41537"/>
                </a:cubicBezTo>
                <a:cubicBezTo>
                  <a:pt x="231988" y="39218"/>
                  <a:pt x="232836" y="37523"/>
                  <a:pt x="233509" y="35179"/>
                </a:cubicBezTo>
                <a:cubicBezTo>
                  <a:pt x="233609" y="34830"/>
                  <a:pt x="234581" y="33908"/>
                  <a:pt x="234581" y="33534"/>
                </a:cubicBezTo>
                <a:cubicBezTo>
                  <a:pt x="234808" y="32601"/>
                  <a:pt x="235142" y="31696"/>
                  <a:pt x="235578" y="30841"/>
                </a:cubicBezTo>
                <a:cubicBezTo>
                  <a:pt x="235808" y="30333"/>
                  <a:pt x="235860" y="29762"/>
                  <a:pt x="235728" y="29221"/>
                </a:cubicBezTo>
                <a:cubicBezTo>
                  <a:pt x="235703" y="29021"/>
                  <a:pt x="236301" y="27999"/>
                  <a:pt x="236301" y="27426"/>
                </a:cubicBezTo>
                <a:cubicBezTo>
                  <a:pt x="236102" y="26683"/>
                  <a:pt x="235653" y="26032"/>
                  <a:pt x="235030" y="25581"/>
                </a:cubicBezTo>
                <a:cubicBezTo>
                  <a:pt x="234805" y="25431"/>
                  <a:pt x="234581" y="24608"/>
                  <a:pt x="234382" y="24484"/>
                </a:cubicBezTo>
                <a:cubicBezTo>
                  <a:pt x="233422" y="24401"/>
                  <a:pt x="232454" y="24469"/>
                  <a:pt x="231514" y="24683"/>
                </a:cubicBezTo>
                <a:cubicBezTo>
                  <a:pt x="231041" y="24733"/>
                  <a:pt x="230542" y="24334"/>
                  <a:pt x="229969" y="24334"/>
                </a:cubicBezTo>
                <a:close/>
                <a:moveTo>
                  <a:pt x="253005" y="8976"/>
                </a:moveTo>
                <a:cubicBezTo>
                  <a:pt x="387740" y="9031"/>
                  <a:pt x="496935" y="118271"/>
                  <a:pt x="496935" y="253005"/>
                </a:cubicBezTo>
                <a:cubicBezTo>
                  <a:pt x="496935" y="253038"/>
                  <a:pt x="496935" y="253072"/>
                  <a:pt x="496935" y="253105"/>
                </a:cubicBezTo>
                <a:cubicBezTo>
                  <a:pt x="496880" y="387879"/>
                  <a:pt x="387581" y="497089"/>
                  <a:pt x="252806" y="497034"/>
                </a:cubicBezTo>
                <a:cubicBezTo>
                  <a:pt x="118031" y="496979"/>
                  <a:pt x="8821" y="387680"/>
                  <a:pt x="8876" y="252905"/>
                </a:cubicBezTo>
                <a:cubicBezTo>
                  <a:pt x="8931" y="118131"/>
                  <a:pt x="118231" y="8921"/>
                  <a:pt x="253005" y="8976"/>
                </a:cubicBezTo>
                <a:close/>
                <a:moveTo>
                  <a:pt x="253005" y="5660"/>
                </a:moveTo>
                <a:cubicBezTo>
                  <a:pt x="116400" y="5660"/>
                  <a:pt x="5660" y="116400"/>
                  <a:pt x="5660" y="253004"/>
                </a:cubicBezTo>
                <a:cubicBezTo>
                  <a:pt x="5660" y="389609"/>
                  <a:pt x="116400" y="500349"/>
                  <a:pt x="253005" y="500349"/>
                </a:cubicBezTo>
                <a:cubicBezTo>
                  <a:pt x="389542" y="500185"/>
                  <a:pt x="500186" y="389541"/>
                  <a:pt x="500350" y="253004"/>
                </a:cubicBezTo>
                <a:cubicBezTo>
                  <a:pt x="500350" y="116400"/>
                  <a:pt x="389610" y="5660"/>
                  <a:pt x="253005" y="5660"/>
                </a:cubicBezTo>
                <a:close/>
                <a:moveTo>
                  <a:pt x="253005" y="0"/>
                </a:moveTo>
                <a:cubicBezTo>
                  <a:pt x="392666" y="165"/>
                  <a:pt x="505845" y="113344"/>
                  <a:pt x="506010" y="253004"/>
                </a:cubicBezTo>
                <a:cubicBezTo>
                  <a:pt x="506010" y="392735"/>
                  <a:pt x="392736" y="506009"/>
                  <a:pt x="253005" y="506009"/>
                </a:cubicBezTo>
                <a:cubicBezTo>
                  <a:pt x="113274" y="506009"/>
                  <a:pt x="0" y="392735"/>
                  <a:pt x="0" y="253004"/>
                </a:cubicBezTo>
                <a:cubicBezTo>
                  <a:pt x="0" y="113274"/>
                  <a:pt x="113274" y="0"/>
                  <a:pt x="253005" y="0"/>
                </a:cubicBezTo>
                <a:close/>
              </a:path>
            </a:pathLst>
          </a:custGeom>
          <a:solidFill>
            <a:schemeClr val="bg1"/>
          </a:solidFill>
          <a:ln w="2487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59251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 userDrawn="1">
            <p:ph type="title" hasCustomPrompt="1"/>
          </p:nvPr>
        </p:nvSpPr>
        <p:spPr>
          <a:xfrm>
            <a:off x="1606550" y="304843"/>
            <a:ext cx="7880414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1372298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7" name="组合 186"/>
          <p:cNvGrpSpPr/>
          <p:nvPr userDrawn="1"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188" name="组合 187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09" name="任意多边形: 形状 208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0" name="任意多边形: 形状 209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9" name="组合 188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06" name="任意多边形: 形状 205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7" name="任意多边形: 形状 206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8" name="任意多边形: 形状 207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90" name="任意多边形: 形状 189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91" name="任意多边形: 形状 190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92" name="组合 191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03" name="任意多边形: 形状 202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4" name="任意多边形: 形状 203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5" name="任意多边形: 形状 204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01" name="任意多边形: 形状 200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2" name="任意多边形: 形状 201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4" name="组合 193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99" name="任意多边形: 形状 198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00" name="任意多边形: 形状 199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5" name="组合 194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96" name="任意多边形: 形状 195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7" name="任意多边形: 形状 196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98" name="任意多边形: 形状 197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20" name="组合 119"/>
          <p:cNvGrpSpPr>
            <a:grpSpLocks noChangeAspect="1"/>
          </p:cNvGrpSpPr>
          <p:nvPr userDrawn="1"/>
        </p:nvGrpSpPr>
        <p:grpSpPr>
          <a:xfrm>
            <a:off x="9838800" y="350453"/>
            <a:ext cx="1958913" cy="432000"/>
            <a:chOff x="468000" y="514800"/>
            <a:chExt cx="2301723" cy="507600"/>
          </a:xfrm>
        </p:grpSpPr>
        <p:sp>
          <p:nvSpPr>
            <p:cNvPr id="121" name="任意多边形: 形状 12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2" name="组合 121"/>
            <p:cNvGrpSpPr>
              <a:grpSpLocks noChangeAspect="1"/>
            </p:cNvGrpSpPr>
            <p:nvPr userDrawn="1"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/>
              <p:cNvSpPr/>
              <p:nvPr userDrawn="1"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8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314533" y="304843"/>
            <a:ext cx="1046703" cy="523220"/>
          </a:xfrm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zh-CN" altLang="en-US" dirty="0"/>
              <a:t>序号</a:t>
            </a:r>
            <a:endParaRPr lang="zh-CN" altLang="en-US" dirty="0"/>
          </a:p>
        </p:txBody>
      </p:sp>
    </p:spTree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 hasCustomPrompt="1"/>
          </p:nvPr>
        </p:nvSpPr>
        <p:spPr>
          <a:xfrm>
            <a:off x="577850" y="210469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/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86" name="任意多边形: 形状 57"/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5"/>
            </a:solidFill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 dirty="0"/>
            </a:p>
          </p:txBody>
        </p:sp>
      </p:grpSp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/>
          <p:cNvSpPr/>
          <p:nvPr userDrawn="1"/>
        </p:nvSpPr>
        <p:spPr>
          <a:xfrm>
            <a:off x="12146281" y="339090"/>
            <a:ext cx="45719" cy="26597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5" name="组合 214"/>
          <p:cNvGrpSpPr/>
          <p:nvPr userDrawn="1"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216" name="组合 215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37" name="任意多边形: 形状 236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8" name="任意多边形: 形状 237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17" name="组合 216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34" name="任意多边形: 形状 233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5" name="任意多边形: 形状 234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6" name="任意多边形: 形状 235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218" name="任意多边形: 形状 217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19" name="任意多边形: 形状 218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220" name="组合 219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31" name="任意多边形: 形状 230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2" name="任意多边形: 形状 231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3" name="任意多边形: 形状 232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21" name="组合 220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29" name="任意多边形: 形状 228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0" name="任意多边形: 形状 229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22" name="组合 221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227" name="任意多边形: 形状 226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28" name="任意多边形: 形状 227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23" name="组合 222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224" name="任意多边形: 形状 223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25" name="任意多边形: 形状 224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26" name="任意多边形: 形状 225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9" name="组合 118"/>
          <p:cNvGrpSpPr>
            <a:grpSpLocks noChangeAspect="1"/>
          </p:cNvGrpSpPr>
          <p:nvPr userDrawn="1"/>
        </p:nvGrpSpPr>
        <p:grpSpPr>
          <a:xfrm>
            <a:off x="7907468" y="256079"/>
            <a:ext cx="1958913" cy="432000"/>
            <a:chOff x="468000" y="514800"/>
            <a:chExt cx="2301723" cy="507600"/>
          </a:xfrm>
        </p:grpSpPr>
        <p:sp>
          <p:nvSpPr>
            <p:cNvPr id="120" name="任意多边形: 形状 119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1" name="组合 120"/>
            <p:cNvGrpSpPr>
              <a:grpSpLocks noChangeAspect="1"/>
            </p:cNvGrpSpPr>
            <p:nvPr userDrawn="1"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2" name="任意多边形: 形状 121"/>
              <p:cNvSpPr/>
              <p:nvPr userDrawn="1"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pic>
        <p:nvPicPr>
          <p:cNvPr id="4" name="图片 3"/>
          <p:cNvPicPr/>
          <p:nvPr userDrawn="1"/>
        </p:nvPicPr>
        <p:blipFill>
          <a:blip r:embed="rId2"/>
          <a:stretch>
            <a:fillRect/>
          </a:stretch>
        </p:blipFill>
        <p:spPr>
          <a:xfrm>
            <a:off x="10010775" y="167005"/>
            <a:ext cx="1727200" cy="53911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任意多边形: 形状 57"/>
          <p:cNvSpPr/>
          <p:nvPr userDrawn="1"/>
        </p:nvSpPr>
        <p:spPr>
          <a:xfrm>
            <a:off x="10114068" y="210207"/>
            <a:ext cx="2090997" cy="573228"/>
          </a:xfrm>
          <a:custGeom>
            <a:avLst/>
            <a:gdLst>
              <a:gd name="connsiteX0" fmla="*/ 138577 w 2090997"/>
              <a:gd name="connsiteY0" fmla="*/ 0 h 573228"/>
              <a:gd name="connsiteX1" fmla="*/ 2090997 w 2090997"/>
              <a:gd name="connsiteY1" fmla="*/ 0 h 573228"/>
              <a:gd name="connsiteX2" fmla="*/ 2090997 w 2090997"/>
              <a:gd name="connsiteY2" fmla="*/ 573228 h 573228"/>
              <a:gd name="connsiteX3" fmla="*/ 0 w 209099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0997" h="573228">
                <a:moveTo>
                  <a:pt x="138577" y="0"/>
                </a:moveTo>
                <a:lnTo>
                  <a:pt x="2090997" y="0"/>
                </a:lnTo>
                <a:lnTo>
                  <a:pt x="209099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eaLnBrk="0" fontAlgn="base" hangingPunct="0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0" name="任意多边形: 形状 109"/>
          <p:cNvSpPr/>
          <p:nvPr/>
        </p:nvSpPr>
        <p:spPr>
          <a:xfrm>
            <a:off x="10362852" y="317682"/>
            <a:ext cx="1592754" cy="358279"/>
          </a:xfrm>
          <a:custGeom>
            <a:avLst/>
            <a:gdLst>
              <a:gd name="connsiteX0" fmla="*/ 209574 w 1592754"/>
              <a:gd name="connsiteY0" fmla="*/ 323627 h 358279"/>
              <a:gd name="connsiteX1" fmla="*/ 211568 w 1592754"/>
              <a:gd name="connsiteY1" fmla="*/ 327864 h 358279"/>
              <a:gd name="connsiteX2" fmla="*/ 211286 w 1592754"/>
              <a:gd name="connsiteY2" fmla="*/ 332418 h 358279"/>
              <a:gd name="connsiteX3" fmla="*/ 210668 w 1592754"/>
              <a:gd name="connsiteY3" fmla="*/ 333339 h 358279"/>
              <a:gd name="connsiteX4" fmla="*/ 204984 w 1592754"/>
              <a:gd name="connsiteY4" fmla="*/ 333654 h 358279"/>
              <a:gd name="connsiteX5" fmla="*/ 203007 w 1592754"/>
              <a:gd name="connsiteY5" fmla="*/ 329523 h 358279"/>
              <a:gd name="connsiteX6" fmla="*/ 203289 w 1592754"/>
              <a:gd name="connsiteY6" fmla="*/ 324845 h 358279"/>
              <a:gd name="connsiteX7" fmla="*/ 203985 w 1592754"/>
              <a:gd name="connsiteY7" fmla="*/ 323816 h 358279"/>
              <a:gd name="connsiteX8" fmla="*/ 209574 w 1592754"/>
              <a:gd name="connsiteY8" fmla="*/ 323627 h 358279"/>
              <a:gd name="connsiteX9" fmla="*/ 185565 w 1592754"/>
              <a:gd name="connsiteY9" fmla="*/ 322479 h 358279"/>
              <a:gd name="connsiteX10" fmla="*/ 173756 w 1592754"/>
              <a:gd name="connsiteY10" fmla="*/ 322691 h 358279"/>
              <a:gd name="connsiteX11" fmla="*/ 174073 w 1592754"/>
              <a:gd name="connsiteY11" fmla="*/ 340132 h 358279"/>
              <a:gd name="connsiteX12" fmla="*/ 185936 w 1592754"/>
              <a:gd name="connsiteY12" fmla="*/ 339902 h 358279"/>
              <a:gd name="connsiteX13" fmla="*/ 185936 w 1592754"/>
              <a:gd name="connsiteY13" fmla="*/ 338349 h 358279"/>
              <a:gd name="connsiteX14" fmla="*/ 185936 w 1592754"/>
              <a:gd name="connsiteY14" fmla="*/ 336813 h 358279"/>
              <a:gd name="connsiteX15" fmla="*/ 177110 w 1592754"/>
              <a:gd name="connsiteY15" fmla="*/ 336972 h 358279"/>
              <a:gd name="connsiteX16" fmla="*/ 177110 w 1592754"/>
              <a:gd name="connsiteY16" fmla="*/ 332435 h 358279"/>
              <a:gd name="connsiteX17" fmla="*/ 184947 w 1592754"/>
              <a:gd name="connsiteY17" fmla="*/ 332294 h 358279"/>
              <a:gd name="connsiteX18" fmla="*/ 184947 w 1592754"/>
              <a:gd name="connsiteY18" fmla="*/ 330794 h 358279"/>
              <a:gd name="connsiteX19" fmla="*/ 184947 w 1592754"/>
              <a:gd name="connsiteY19" fmla="*/ 329293 h 358279"/>
              <a:gd name="connsiteX20" fmla="*/ 177110 w 1592754"/>
              <a:gd name="connsiteY20" fmla="*/ 329434 h 358279"/>
              <a:gd name="connsiteX21" fmla="*/ 177110 w 1592754"/>
              <a:gd name="connsiteY21" fmla="*/ 325727 h 358279"/>
              <a:gd name="connsiteX22" fmla="*/ 185565 w 1592754"/>
              <a:gd name="connsiteY22" fmla="*/ 325586 h 358279"/>
              <a:gd name="connsiteX23" fmla="*/ 185565 w 1592754"/>
              <a:gd name="connsiteY23" fmla="*/ 324033 h 358279"/>
              <a:gd name="connsiteX24" fmla="*/ 156615 w 1592754"/>
              <a:gd name="connsiteY24" fmla="*/ 321138 h 358279"/>
              <a:gd name="connsiteX25" fmla="*/ 156421 w 1592754"/>
              <a:gd name="connsiteY25" fmla="*/ 322673 h 358279"/>
              <a:gd name="connsiteX26" fmla="*/ 156244 w 1592754"/>
              <a:gd name="connsiteY26" fmla="*/ 324209 h 358279"/>
              <a:gd name="connsiteX27" fmla="*/ 161046 w 1592754"/>
              <a:gd name="connsiteY27" fmla="*/ 324792 h 358279"/>
              <a:gd name="connsiteX28" fmla="*/ 159280 w 1592754"/>
              <a:gd name="connsiteY28" fmla="*/ 339020 h 358279"/>
              <a:gd name="connsiteX29" fmla="*/ 161046 w 1592754"/>
              <a:gd name="connsiteY29" fmla="*/ 339232 h 358279"/>
              <a:gd name="connsiteX30" fmla="*/ 162687 w 1592754"/>
              <a:gd name="connsiteY30" fmla="*/ 339426 h 358279"/>
              <a:gd name="connsiteX31" fmla="*/ 164453 w 1592754"/>
              <a:gd name="connsiteY31" fmla="*/ 325198 h 358279"/>
              <a:gd name="connsiteX32" fmla="*/ 169272 w 1592754"/>
              <a:gd name="connsiteY32" fmla="*/ 325798 h 358279"/>
              <a:gd name="connsiteX33" fmla="*/ 169448 w 1592754"/>
              <a:gd name="connsiteY33" fmla="*/ 324244 h 358279"/>
              <a:gd name="connsiteX34" fmla="*/ 169554 w 1592754"/>
              <a:gd name="connsiteY34" fmla="*/ 322726 h 358279"/>
              <a:gd name="connsiteX35" fmla="*/ 210943 w 1592754"/>
              <a:gd name="connsiteY35" fmla="*/ 320587 h 358279"/>
              <a:gd name="connsiteX36" fmla="*/ 200552 w 1592754"/>
              <a:gd name="connsiteY36" fmla="*/ 323185 h 358279"/>
              <a:gd name="connsiteX37" fmla="*/ 199793 w 1592754"/>
              <a:gd name="connsiteY37" fmla="*/ 330246 h 358279"/>
              <a:gd name="connsiteX38" fmla="*/ 203112 w 1592754"/>
              <a:gd name="connsiteY38" fmla="*/ 336372 h 358279"/>
              <a:gd name="connsiteX39" fmla="*/ 203619 w 1592754"/>
              <a:gd name="connsiteY39" fmla="*/ 336714 h 358279"/>
              <a:gd name="connsiteX40" fmla="*/ 214163 w 1592754"/>
              <a:gd name="connsiteY40" fmla="*/ 334218 h 358279"/>
              <a:gd name="connsiteX41" fmla="*/ 214922 w 1592754"/>
              <a:gd name="connsiteY41" fmla="*/ 327298 h 358279"/>
              <a:gd name="connsiteX42" fmla="*/ 211603 w 1592754"/>
              <a:gd name="connsiteY42" fmla="*/ 321032 h 358279"/>
              <a:gd name="connsiteX43" fmla="*/ 210943 w 1592754"/>
              <a:gd name="connsiteY43" fmla="*/ 320587 h 358279"/>
              <a:gd name="connsiteX44" fmla="*/ 656263 w 1592754"/>
              <a:gd name="connsiteY44" fmla="*/ 318769 h 358279"/>
              <a:gd name="connsiteX45" fmla="*/ 656623 w 1592754"/>
              <a:gd name="connsiteY45" fmla="*/ 318929 h 358279"/>
              <a:gd name="connsiteX46" fmla="*/ 656193 w 1592754"/>
              <a:gd name="connsiteY46" fmla="*/ 318806 h 358279"/>
              <a:gd name="connsiteX47" fmla="*/ 140304 w 1592754"/>
              <a:gd name="connsiteY47" fmla="*/ 317395 h 358279"/>
              <a:gd name="connsiteX48" fmla="*/ 137673 w 1592754"/>
              <a:gd name="connsiteY48" fmla="*/ 327987 h 358279"/>
              <a:gd name="connsiteX49" fmla="*/ 137938 w 1592754"/>
              <a:gd name="connsiteY49" fmla="*/ 333530 h 358279"/>
              <a:gd name="connsiteX50" fmla="*/ 142263 w 1592754"/>
              <a:gd name="connsiteY50" fmla="*/ 336390 h 358279"/>
              <a:gd name="connsiteX51" fmla="*/ 147471 w 1592754"/>
              <a:gd name="connsiteY51" fmla="*/ 335983 h 358279"/>
              <a:gd name="connsiteX52" fmla="*/ 150242 w 1592754"/>
              <a:gd name="connsiteY52" fmla="*/ 331111 h 358279"/>
              <a:gd name="connsiteX53" fmla="*/ 152802 w 1592754"/>
              <a:gd name="connsiteY53" fmla="*/ 320520 h 358279"/>
              <a:gd name="connsiteX54" fmla="*/ 151178 w 1592754"/>
              <a:gd name="connsiteY54" fmla="*/ 320114 h 358279"/>
              <a:gd name="connsiteX55" fmla="*/ 149554 w 1592754"/>
              <a:gd name="connsiteY55" fmla="*/ 319725 h 358279"/>
              <a:gd name="connsiteX56" fmla="*/ 146888 w 1592754"/>
              <a:gd name="connsiteY56" fmla="*/ 330317 h 358279"/>
              <a:gd name="connsiteX57" fmla="*/ 145494 w 1592754"/>
              <a:gd name="connsiteY57" fmla="*/ 332947 h 358279"/>
              <a:gd name="connsiteX58" fmla="*/ 142952 w 1592754"/>
              <a:gd name="connsiteY58" fmla="*/ 333194 h 358279"/>
              <a:gd name="connsiteX59" fmla="*/ 140904 w 1592754"/>
              <a:gd name="connsiteY59" fmla="*/ 331729 h 358279"/>
              <a:gd name="connsiteX60" fmla="*/ 140904 w 1592754"/>
              <a:gd name="connsiteY60" fmla="*/ 328799 h 358279"/>
              <a:gd name="connsiteX61" fmla="*/ 143552 w 1592754"/>
              <a:gd name="connsiteY61" fmla="*/ 318207 h 358279"/>
              <a:gd name="connsiteX62" fmla="*/ 141928 w 1592754"/>
              <a:gd name="connsiteY62" fmla="*/ 317801 h 358279"/>
              <a:gd name="connsiteX63" fmla="*/ 228885 w 1592754"/>
              <a:gd name="connsiteY63" fmla="*/ 313935 h 358279"/>
              <a:gd name="connsiteX64" fmla="*/ 218029 w 1592754"/>
              <a:gd name="connsiteY64" fmla="*/ 317466 h 358279"/>
              <a:gd name="connsiteX65" fmla="*/ 223324 w 1592754"/>
              <a:gd name="connsiteY65" fmla="*/ 334042 h 358279"/>
              <a:gd name="connsiteX66" fmla="*/ 224931 w 1592754"/>
              <a:gd name="connsiteY66" fmla="*/ 333512 h 358279"/>
              <a:gd name="connsiteX67" fmla="*/ 226520 w 1592754"/>
              <a:gd name="connsiteY67" fmla="*/ 333000 h 358279"/>
              <a:gd name="connsiteX68" fmla="*/ 224313 w 1592754"/>
              <a:gd name="connsiteY68" fmla="*/ 325992 h 358279"/>
              <a:gd name="connsiteX69" fmla="*/ 231003 w 1592754"/>
              <a:gd name="connsiteY69" fmla="*/ 323821 h 358279"/>
              <a:gd name="connsiteX70" fmla="*/ 230544 w 1592754"/>
              <a:gd name="connsiteY70" fmla="*/ 322391 h 358279"/>
              <a:gd name="connsiteX71" fmla="*/ 230068 w 1592754"/>
              <a:gd name="connsiteY71" fmla="*/ 320961 h 358279"/>
              <a:gd name="connsiteX72" fmla="*/ 223395 w 1592754"/>
              <a:gd name="connsiteY72" fmla="*/ 323132 h 358279"/>
              <a:gd name="connsiteX73" fmla="*/ 222177 w 1592754"/>
              <a:gd name="connsiteY73" fmla="*/ 319372 h 358279"/>
              <a:gd name="connsiteX74" fmla="*/ 229838 w 1592754"/>
              <a:gd name="connsiteY74" fmla="*/ 316883 h 358279"/>
              <a:gd name="connsiteX75" fmla="*/ 229362 w 1592754"/>
              <a:gd name="connsiteY75" fmla="*/ 315400 h 358279"/>
              <a:gd name="connsiteX76" fmla="*/ 124293 w 1592754"/>
              <a:gd name="connsiteY76" fmla="*/ 311941 h 358279"/>
              <a:gd name="connsiteX77" fmla="*/ 123781 w 1592754"/>
              <a:gd name="connsiteY77" fmla="*/ 313406 h 358279"/>
              <a:gd name="connsiteX78" fmla="*/ 123287 w 1592754"/>
              <a:gd name="connsiteY78" fmla="*/ 314871 h 358279"/>
              <a:gd name="connsiteX79" fmla="*/ 127859 w 1592754"/>
              <a:gd name="connsiteY79" fmla="*/ 316442 h 358279"/>
              <a:gd name="connsiteX80" fmla="*/ 123198 w 1592754"/>
              <a:gd name="connsiteY80" fmla="*/ 329999 h 358279"/>
              <a:gd name="connsiteX81" fmla="*/ 124787 w 1592754"/>
              <a:gd name="connsiteY81" fmla="*/ 330546 h 358279"/>
              <a:gd name="connsiteX82" fmla="*/ 126358 w 1592754"/>
              <a:gd name="connsiteY82" fmla="*/ 331094 h 358279"/>
              <a:gd name="connsiteX83" fmla="*/ 131018 w 1592754"/>
              <a:gd name="connsiteY83" fmla="*/ 317536 h 358279"/>
              <a:gd name="connsiteX84" fmla="*/ 135608 w 1592754"/>
              <a:gd name="connsiteY84" fmla="*/ 319108 h 358279"/>
              <a:gd name="connsiteX85" fmla="*/ 136120 w 1592754"/>
              <a:gd name="connsiteY85" fmla="*/ 317642 h 358279"/>
              <a:gd name="connsiteX86" fmla="*/ 136650 w 1592754"/>
              <a:gd name="connsiteY86" fmla="*/ 316195 h 358279"/>
              <a:gd name="connsiteX87" fmla="*/ 117955 w 1592754"/>
              <a:gd name="connsiteY87" fmla="*/ 308834 h 358279"/>
              <a:gd name="connsiteX88" fmla="*/ 110594 w 1592754"/>
              <a:gd name="connsiteY88" fmla="*/ 324633 h 358279"/>
              <a:gd name="connsiteX89" fmla="*/ 112112 w 1592754"/>
              <a:gd name="connsiteY89" fmla="*/ 325339 h 358279"/>
              <a:gd name="connsiteX90" fmla="*/ 113613 w 1592754"/>
              <a:gd name="connsiteY90" fmla="*/ 326045 h 358279"/>
              <a:gd name="connsiteX91" fmla="*/ 120992 w 1592754"/>
              <a:gd name="connsiteY91" fmla="*/ 310246 h 358279"/>
              <a:gd name="connsiteX92" fmla="*/ 119456 w 1592754"/>
              <a:gd name="connsiteY92" fmla="*/ 309540 h 358279"/>
              <a:gd name="connsiteX93" fmla="*/ 250192 w 1592754"/>
              <a:gd name="connsiteY93" fmla="*/ 303609 h 358279"/>
              <a:gd name="connsiteX94" fmla="*/ 238682 w 1592754"/>
              <a:gd name="connsiteY94" fmla="*/ 309716 h 358279"/>
              <a:gd name="connsiteX95" fmla="*/ 239406 w 1592754"/>
              <a:gd name="connsiteY95" fmla="*/ 311093 h 358279"/>
              <a:gd name="connsiteX96" fmla="*/ 240130 w 1592754"/>
              <a:gd name="connsiteY96" fmla="*/ 312453 h 358279"/>
              <a:gd name="connsiteX97" fmla="*/ 244402 w 1592754"/>
              <a:gd name="connsiteY97" fmla="*/ 310175 h 358279"/>
              <a:gd name="connsiteX98" fmla="*/ 251145 w 1592754"/>
              <a:gd name="connsiteY98" fmla="*/ 322832 h 358279"/>
              <a:gd name="connsiteX99" fmla="*/ 252628 w 1592754"/>
              <a:gd name="connsiteY99" fmla="*/ 322056 h 358279"/>
              <a:gd name="connsiteX100" fmla="*/ 254093 w 1592754"/>
              <a:gd name="connsiteY100" fmla="*/ 321261 h 358279"/>
              <a:gd name="connsiteX101" fmla="*/ 247367 w 1592754"/>
              <a:gd name="connsiteY101" fmla="*/ 308604 h 358279"/>
              <a:gd name="connsiteX102" fmla="*/ 251639 w 1592754"/>
              <a:gd name="connsiteY102" fmla="*/ 306327 h 358279"/>
              <a:gd name="connsiteX103" fmla="*/ 250916 w 1592754"/>
              <a:gd name="connsiteY103" fmla="*/ 304968 h 358279"/>
              <a:gd name="connsiteX104" fmla="*/ 102951 w 1592754"/>
              <a:gd name="connsiteY104" fmla="*/ 300678 h 358279"/>
              <a:gd name="connsiteX105" fmla="*/ 102262 w 1592754"/>
              <a:gd name="connsiteY105" fmla="*/ 302126 h 358279"/>
              <a:gd name="connsiteX106" fmla="*/ 101521 w 1592754"/>
              <a:gd name="connsiteY106" fmla="*/ 303485 h 358279"/>
              <a:gd name="connsiteX107" fmla="*/ 105757 w 1592754"/>
              <a:gd name="connsiteY107" fmla="*/ 305833 h 358279"/>
              <a:gd name="connsiteX108" fmla="*/ 98802 w 1592754"/>
              <a:gd name="connsiteY108" fmla="*/ 318366 h 358279"/>
              <a:gd name="connsiteX109" fmla="*/ 100267 w 1592754"/>
              <a:gd name="connsiteY109" fmla="*/ 319178 h 358279"/>
              <a:gd name="connsiteX110" fmla="*/ 101733 w 1592754"/>
              <a:gd name="connsiteY110" fmla="*/ 319990 h 358279"/>
              <a:gd name="connsiteX111" fmla="*/ 108617 w 1592754"/>
              <a:gd name="connsiteY111" fmla="*/ 307351 h 358279"/>
              <a:gd name="connsiteX112" fmla="*/ 112854 w 1592754"/>
              <a:gd name="connsiteY112" fmla="*/ 309699 h 358279"/>
              <a:gd name="connsiteX113" fmla="*/ 113595 w 1592754"/>
              <a:gd name="connsiteY113" fmla="*/ 308357 h 358279"/>
              <a:gd name="connsiteX114" fmla="*/ 114354 w 1592754"/>
              <a:gd name="connsiteY114" fmla="*/ 306998 h 358279"/>
              <a:gd name="connsiteX115" fmla="*/ 189449 w 1592754"/>
              <a:gd name="connsiteY115" fmla="*/ 298172 h 358279"/>
              <a:gd name="connsiteX116" fmla="*/ 184948 w 1592754"/>
              <a:gd name="connsiteY116" fmla="*/ 305057 h 358279"/>
              <a:gd name="connsiteX117" fmla="*/ 184540 w 1592754"/>
              <a:gd name="connsiteY117" fmla="*/ 305999 h 358279"/>
              <a:gd name="connsiteX118" fmla="*/ 184541 w 1592754"/>
              <a:gd name="connsiteY118" fmla="*/ 305975 h 358279"/>
              <a:gd name="connsiteX119" fmla="*/ 184489 w 1592754"/>
              <a:gd name="connsiteY119" fmla="*/ 306116 h 358279"/>
              <a:gd name="connsiteX120" fmla="*/ 184540 w 1592754"/>
              <a:gd name="connsiteY120" fmla="*/ 305999 h 358279"/>
              <a:gd name="connsiteX121" fmla="*/ 184453 w 1592754"/>
              <a:gd name="connsiteY121" fmla="*/ 307686 h 358279"/>
              <a:gd name="connsiteX122" fmla="*/ 207222 w 1592754"/>
              <a:gd name="connsiteY122" fmla="*/ 306557 h 358279"/>
              <a:gd name="connsiteX123" fmla="*/ 201982 w 1592754"/>
              <a:gd name="connsiteY123" fmla="*/ 306557 h 358279"/>
              <a:gd name="connsiteX124" fmla="*/ 198452 w 1592754"/>
              <a:gd name="connsiteY124" fmla="*/ 298543 h 358279"/>
              <a:gd name="connsiteX125" fmla="*/ 189449 w 1592754"/>
              <a:gd name="connsiteY125" fmla="*/ 298172 h 358279"/>
              <a:gd name="connsiteX126" fmla="*/ 212557 w 1592754"/>
              <a:gd name="connsiteY126" fmla="*/ 298136 h 358279"/>
              <a:gd name="connsiteX127" fmla="*/ 212557 w 1592754"/>
              <a:gd name="connsiteY127" fmla="*/ 298189 h 358279"/>
              <a:gd name="connsiteX128" fmla="*/ 213245 w 1592754"/>
              <a:gd name="connsiteY128" fmla="*/ 299690 h 358279"/>
              <a:gd name="connsiteX129" fmla="*/ 212539 w 1592754"/>
              <a:gd name="connsiteY129" fmla="*/ 304138 h 358279"/>
              <a:gd name="connsiteX130" fmla="*/ 212115 w 1592754"/>
              <a:gd name="connsiteY130" fmla="*/ 299902 h 358279"/>
              <a:gd name="connsiteX131" fmla="*/ 212557 w 1592754"/>
              <a:gd name="connsiteY131" fmla="*/ 298136 h 358279"/>
              <a:gd name="connsiteX132" fmla="*/ 182742 w 1592754"/>
              <a:gd name="connsiteY132" fmla="*/ 298136 h 358279"/>
              <a:gd name="connsiteX133" fmla="*/ 182742 w 1592754"/>
              <a:gd name="connsiteY133" fmla="*/ 298189 h 358279"/>
              <a:gd name="connsiteX134" fmla="*/ 183430 w 1592754"/>
              <a:gd name="connsiteY134" fmla="*/ 299690 h 358279"/>
              <a:gd name="connsiteX135" fmla="*/ 182724 w 1592754"/>
              <a:gd name="connsiteY135" fmla="*/ 304138 h 358279"/>
              <a:gd name="connsiteX136" fmla="*/ 182300 w 1592754"/>
              <a:gd name="connsiteY136" fmla="*/ 299902 h 358279"/>
              <a:gd name="connsiteX137" fmla="*/ 182742 w 1592754"/>
              <a:gd name="connsiteY137" fmla="*/ 298136 h 358279"/>
              <a:gd name="connsiteX138" fmla="*/ 147365 w 1592754"/>
              <a:gd name="connsiteY138" fmla="*/ 297960 h 358279"/>
              <a:gd name="connsiteX139" fmla="*/ 148318 w 1592754"/>
              <a:gd name="connsiteY139" fmla="*/ 298101 h 358279"/>
              <a:gd name="connsiteX140" fmla="*/ 148442 w 1592754"/>
              <a:gd name="connsiteY140" fmla="*/ 303821 h 358279"/>
              <a:gd name="connsiteX141" fmla="*/ 147365 w 1592754"/>
              <a:gd name="connsiteY141" fmla="*/ 303821 h 358279"/>
              <a:gd name="connsiteX142" fmla="*/ 147365 w 1592754"/>
              <a:gd name="connsiteY142" fmla="*/ 297995 h 358279"/>
              <a:gd name="connsiteX143" fmla="*/ 207614 w 1592754"/>
              <a:gd name="connsiteY143" fmla="*/ 297871 h 358279"/>
              <a:gd name="connsiteX144" fmla="*/ 208267 w 1592754"/>
              <a:gd name="connsiteY144" fmla="*/ 299637 h 358279"/>
              <a:gd name="connsiteX145" fmla="*/ 207702 w 1592754"/>
              <a:gd name="connsiteY145" fmla="*/ 303997 h 358279"/>
              <a:gd name="connsiteX146" fmla="*/ 206872 w 1592754"/>
              <a:gd name="connsiteY146" fmla="*/ 299778 h 358279"/>
              <a:gd name="connsiteX147" fmla="*/ 207614 w 1592754"/>
              <a:gd name="connsiteY147" fmla="*/ 297924 h 358279"/>
              <a:gd name="connsiteX148" fmla="*/ 177799 w 1592754"/>
              <a:gd name="connsiteY148" fmla="*/ 297871 h 358279"/>
              <a:gd name="connsiteX149" fmla="*/ 178452 w 1592754"/>
              <a:gd name="connsiteY149" fmla="*/ 299637 h 358279"/>
              <a:gd name="connsiteX150" fmla="*/ 177905 w 1592754"/>
              <a:gd name="connsiteY150" fmla="*/ 304085 h 358279"/>
              <a:gd name="connsiteX151" fmla="*/ 177057 w 1592754"/>
              <a:gd name="connsiteY151" fmla="*/ 299778 h 358279"/>
              <a:gd name="connsiteX152" fmla="*/ 177799 w 1592754"/>
              <a:gd name="connsiteY152" fmla="*/ 297924 h 358279"/>
              <a:gd name="connsiteX153" fmla="*/ 442146 w 1592754"/>
              <a:gd name="connsiteY153" fmla="*/ 297636 h 358279"/>
              <a:gd name="connsiteX154" fmla="*/ 442208 w 1592754"/>
              <a:gd name="connsiteY154" fmla="*/ 309882 h 358279"/>
              <a:gd name="connsiteX155" fmla="*/ 452978 w 1592754"/>
              <a:gd name="connsiteY155" fmla="*/ 309882 h 358279"/>
              <a:gd name="connsiteX156" fmla="*/ 458210 w 1592754"/>
              <a:gd name="connsiteY156" fmla="*/ 308283 h 358279"/>
              <a:gd name="connsiteX157" fmla="*/ 459933 w 1592754"/>
              <a:gd name="connsiteY157" fmla="*/ 303359 h 358279"/>
              <a:gd name="connsiteX158" fmla="*/ 458148 w 1592754"/>
              <a:gd name="connsiteY158" fmla="*/ 299051 h 358279"/>
              <a:gd name="connsiteX159" fmla="*/ 452794 w 1592754"/>
              <a:gd name="connsiteY159" fmla="*/ 297636 h 358279"/>
              <a:gd name="connsiteX160" fmla="*/ 152556 w 1592754"/>
              <a:gd name="connsiteY160" fmla="*/ 297554 h 358279"/>
              <a:gd name="connsiteX161" fmla="*/ 153050 w 1592754"/>
              <a:gd name="connsiteY161" fmla="*/ 299637 h 358279"/>
              <a:gd name="connsiteX162" fmla="*/ 152556 w 1592754"/>
              <a:gd name="connsiteY162" fmla="*/ 303786 h 358279"/>
              <a:gd name="connsiteX163" fmla="*/ 152026 w 1592754"/>
              <a:gd name="connsiteY163" fmla="*/ 299637 h 358279"/>
              <a:gd name="connsiteX164" fmla="*/ 152556 w 1592754"/>
              <a:gd name="connsiteY164" fmla="*/ 297554 h 358279"/>
              <a:gd name="connsiteX165" fmla="*/ 149660 w 1592754"/>
              <a:gd name="connsiteY165" fmla="*/ 297148 h 358279"/>
              <a:gd name="connsiteX166" fmla="*/ 149664 w 1592754"/>
              <a:gd name="connsiteY166" fmla="*/ 297266 h 358279"/>
              <a:gd name="connsiteX167" fmla="*/ 149660 w 1592754"/>
              <a:gd name="connsiteY167" fmla="*/ 297271 h 358279"/>
              <a:gd name="connsiteX168" fmla="*/ 149950 w 1592754"/>
              <a:gd name="connsiteY168" fmla="*/ 296916 h 358279"/>
              <a:gd name="connsiteX169" fmla="*/ 150896 w 1592754"/>
              <a:gd name="connsiteY169" fmla="*/ 297148 h 358279"/>
              <a:gd name="connsiteX170" fmla="*/ 151108 w 1592754"/>
              <a:gd name="connsiteY170" fmla="*/ 304209 h 358279"/>
              <a:gd name="connsiteX171" fmla="*/ 149890 w 1592754"/>
              <a:gd name="connsiteY171" fmla="*/ 304209 h 358279"/>
              <a:gd name="connsiteX172" fmla="*/ 149664 w 1592754"/>
              <a:gd name="connsiteY172" fmla="*/ 297266 h 358279"/>
              <a:gd name="connsiteX173" fmla="*/ 210297 w 1592754"/>
              <a:gd name="connsiteY173" fmla="*/ 296653 h 358279"/>
              <a:gd name="connsiteX174" fmla="*/ 210932 w 1592754"/>
              <a:gd name="connsiteY174" fmla="*/ 299301 h 358279"/>
              <a:gd name="connsiteX175" fmla="*/ 210191 w 1592754"/>
              <a:gd name="connsiteY175" fmla="*/ 304438 h 358279"/>
              <a:gd name="connsiteX176" fmla="*/ 209432 w 1592754"/>
              <a:gd name="connsiteY176" fmla="*/ 299231 h 358279"/>
              <a:gd name="connsiteX177" fmla="*/ 210297 w 1592754"/>
              <a:gd name="connsiteY177" fmla="*/ 296653 h 358279"/>
              <a:gd name="connsiteX178" fmla="*/ 180482 w 1592754"/>
              <a:gd name="connsiteY178" fmla="*/ 296653 h 358279"/>
              <a:gd name="connsiteX179" fmla="*/ 181117 w 1592754"/>
              <a:gd name="connsiteY179" fmla="*/ 299301 h 358279"/>
              <a:gd name="connsiteX180" fmla="*/ 180376 w 1592754"/>
              <a:gd name="connsiteY180" fmla="*/ 304438 h 358279"/>
              <a:gd name="connsiteX181" fmla="*/ 179617 w 1592754"/>
              <a:gd name="connsiteY181" fmla="*/ 299231 h 358279"/>
              <a:gd name="connsiteX182" fmla="*/ 180482 w 1592754"/>
              <a:gd name="connsiteY182" fmla="*/ 296653 h 358279"/>
              <a:gd name="connsiteX183" fmla="*/ 132837 w 1592754"/>
              <a:gd name="connsiteY183" fmla="*/ 296106 h 358279"/>
              <a:gd name="connsiteX184" fmla="*/ 132944 w 1592754"/>
              <a:gd name="connsiteY184" fmla="*/ 296204 h 358279"/>
              <a:gd name="connsiteX185" fmla="*/ 132784 w 1592754"/>
              <a:gd name="connsiteY185" fmla="*/ 296177 h 358279"/>
              <a:gd name="connsiteX186" fmla="*/ 263626 w 1592754"/>
              <a:gd name="connsiteY186" fmla="*/ 295153 h 358279"/>
              <a:gd name="connsiteX187" fmla="*/ 253722 w 1592754"/>
              <a:gd name="connsiteY187" fmla="*/ 301578 h 358279"/>
              <a:gd name="connsiteX188" fmla="*/ 263220 w 1592754"/>
              <a:gd name="connsiteY188" fmla="*/ 316195 h 358279"/>
              <a:gd name="connsiteX189" fmla="*/ 273388 w 1592754"/>
              <a:gd name="connsiteY189" fmla="*/ 309522 h 358279"/>
              <a:gd name="connsiteX190" fmla="*/ 272540 w 1592754"/>
              <a:gd name="connsiteY190" fmla="*/ 308216 h 358279"/>
              <a:gd name="connsiteX191" fmla="*/ 271710 w 1592754"/>
              <a:gd name="connsiteY191" fmla="*/ 306927 h 358279"/>
              <a:gd name="connsiteX192" fmla="*/ 264314 w 1592754"/>
              <a:gd name="connsiteY192" fmla="*/ 311729 h 358279"/>
              <a:gd name="connsiteX193" fmla="*/ 261825 w 1592754"/>
              <a:gd name="connsiteY193" fmla="*/ 307933 h 358279"/>
              <a:gd name="connsiteX194" fmla="*/ 268462 w 1592754"/>
              <a:gd name="connsiteY194" fmla="*/ 303697 h 358279"/>
              <a:gd name="connsiteX195" fmla="*/ 267650 w 1592754"/>
              <a:gd name="connsiteY195" fmla="*/ 302426 h 358279"/>
              <a:gd name="connsiteX196" fmla="*/ 266838 w 1592754"/>
              <a:gd name="connsiteY196" fmla="*/ 301172 h 358279"/>
              <a:gd name="connsiteX197" fmla="*/ 260254 w 1592754"/>
              <a:gd name="connsiteY197" fmla="*/ 305444 h 358279"/>
              <a:gd name="connsiteX198" fmla="*/ 258241 w 1592754"/>
              <a:gd name="connsiteY198" fmla="*/ 302338 h 358279"/>
              <a:gd name="connsiteX199" fmla="*/ 265303 w 1592754"/>
              <a:gd name="connsiteY199" fmla="*/ 297748 h 358279"/>
              <a:gd name="connsiteX200" fmla="*/ 264473 w 1592754"/>
              <a:gd name="connsiteY200" fmla="*/ 296442 h 358279"/>
              <a:gd name="connsiteX201" fmla="*/ 90682 w 1592754"/>
              <a:gd name="connsiteY201" fmla="*/ 293388 h 358279"/>
              <a:gd name="connsiteX202" fmla="*/ 86957 w 1592754"/>
              <a:gd name="connsiteY202" fmla="*/ 295647 h 358279"/>
              <a:gd name="connsiteX203" fmla="*/ 86022 w 1592754"/>
              <a:gd name="connsiteY203" fmla="*/ 299089 h 358279"/>
              <a:gd name="connsiteX204" fmla="*/ 88970 w 1592754"/>
              <a:gd name="connsiteY204" fmla="*/ 303714 h 358279"/>
              <a:gd name="connsiteX205" fmla="*/ 90594 w 1592754"/>
              <a:gd name="connsiteY205" fmla="*/ 306080 h 358279"/>
              <a:gd name="connsiteX206" fmla="*/ 90276 w 1592754"/>
              <a:gd name="connsiteY206" fmla="*/ 307633 h 358279"/>
              <a:gd name="connsiteX207" fmla="*/ 88634 w 1592754"/>
              <a:gd name="connsiteY207" fmla="*/ 308375 h 358279"/>
              <a:gd name="connsiteX208" fmla="*/ 86269 w 1592754"/>
              <a:gd name="connsiteY208" fmla="*/ 307351 h 358279"/>
              <a:gd name="connsiteX209" fmla="*/ 84751 w 1592754"/>
              <a:gd name="connsiteY209" fmla="*/ 305321 h 358279"/>
              <a:gd name="connsiteX210" fmla="*/ 85245 w 1592754"/>
              <a:gd name="connsiteY210" fmla="*/ 303044 h 358279"/>
              <a:gd name="connsiteX211" fmla="*/ 82632 w 1592754"/>
              <a:gd name="connsiteY211" fmla="*/ 301155 h 358279"/>
              <a:gd name="connsiteX212" fmla="*/ 81556 w 1592754"/>
              <a:gd name="connsiteY212" fmla="*/ 305744 h 358279"/>
              <a:gd name="connsiteX213" fmla="*/ 84503 w 1592754"/>
              <a:gd name="connsiteY213" fmla="*/ 309787 h 358279"/>
              <a:gd name="connsiteX214" fmla="*/ 89252 w 1592754"/>
              <a:gd name="connsiteY214" fmla="*/ 311446 h 358279"/>
              <a:gd name="connsiteX215" fmla="*/ 92977 w 1592754"/>
              <a:gd name="connsiteY215" fmla="*/ 309328 h 358279"/>
              <a:gd name="connsiteX216" fmla="*/ 94107 w 1592754"/>
              <a:gd name="connsiteY216" fmla="*/ 305797 h 358279"/>
              <a:gd name="connsiteX217" fmla="*/ 91476 w 1592754"/>
              <a:gd name="connsiteY217" fmla="*/ 301455 h 358279"/>
              <a:gd name="connsiteX218" fmla="*/ 89517 w 1592754"/>
              <a:gd name="connsiteY218" fmla="*/ 298772 h 358279"/>
              <a:gd name="connsiteX219" fmla="*/ 89623 w 1592754"/>
              <a:gd name="connsiteY219" fmla="*/ 297359 h 358279"/>
              <a:gd name="connsiteX220" fmla="*/ 91194 w 1592754"/>
              <a:gd name="connsiteY220" fmla="*/ 296406 h 358279"/>
              <a:gd name="connsiteX221" fmla="*/ 93171 w 1592754"/>
              <a:gd name="connsiteY221" fmla="*/ 297077 h 358279"/>
              <a:gd name="connsiteX222" fmla="*/ 94671 w 1592754"/>
              <a:gd name="connsiteY222" fmla="*/ 299072 h 358279"/>
              <a:gd name="connsiteX223" fmla="*/ 94336 w 1592754"/>
              <a:gd name="connsiteY223" fmla="*/ 301261 h 358279"/>
              <a:gd name="connsiteX224" fmla="*/ 96966 w 1592754"/>
              <a:gd name="connsiteY224" fmla="*/ 303185 h 358279"/>
              <a:gd name="connsiteX225" fmla="*/ 96966 w 1592754"/>
              <a:gd name="connsiteY225" fmla="*/ 303150 h 358279"/>
              <a:gd name="connsiteX226" fmla="*/ 97902 w 1592754"/>
              <a:gd name="connsiteY226" fmla="*/ 298701 h 358279"/>
              <a:gd name="connsiteX227" fmla="*/ 95254 w 1592754"/>
              <a:gd name="connsiteY227" fmla="*/ 294870 h 358279"/>
              <a:gd name="connsiteX228" fmla="*/ 90682 w 1592754"/>
              <a:gd name="connsiteY228" fmla="*/ 293388 h 358279"/>
              <a:gd name="connsiteX229" fmla="*/ 277059 w 1592754"/>
              <a:gd name="connsiteY229" fmla="*/ 285550 h 358279"/>
              <a:gd name="connsiteX230" fmla="*/ 272364 w 1592754"/>
              <a:gd name="connsiteY230" fmla="*/ 287315 h 358279"/>
              <a:gd name="connsiteX231" fmla="*/ 269857 w 1592754"/>
              <a:gd name="connsiteY231" fmla="*/ 292611 h 358279"/>
              <a:gd name="connsiteX232" fmla="*/ 272681 w 1592754"/>
              <a:gd name="connsiteY232" fmla="*/ 299089 h 358279"/>
              <a:gd name="connsiteX233" fmla="*/ 278489 w 1592754"/>
              <a:gd name="connsiteY233" fmla="*/ 302885 h 358279"/>
              <a:gd name="connsiteX234" fmla="*/ 286680 w 1592754"/>
              <a:gd name="connsiteY234" fmla="*/ 296900 h 358279"/>
              <a:gd name="connsiteX235" fmla="*/ 286645 w 1592754"/>
              <a:gd name="connsiteY235" fmla="*/ 296865 h 358279"/>
              <a:gd name="connsiteX236" fmla="*/ 285179 w 1592754"/>
              <a:gd name="connsiteY236" fmla="*/ 291887 h 358279"/>
              <a:gd name="connsiteX237" fmla="*/ 282602 w 1592754"/>
              <a:gd name="connsiteY237" fmla="*/ 294041 h 358279"/>
              <a:gd name="connsiteX238" fmla="*/ 283361 w 1592754"/>
              <a:gd name="connsiteY238" fmla="*/ 296689 h 358279"/>
              <a:gd name="connsiteX239" fmla="*/ 283234 w 1592754"/>
              <a:gd name="connsiteY239" fmla="*/ 297278 h 358279"/>
              <a:gd name="connsiteX240" fmla="*/ 278825 w 1592754"/>
              <a:gd name="connsiteY240" fmla="*/ 299619 h 358279"/>
              <a:gd name="connsiteX241" fmla="*/ 275294 w 1592754"/>
              <a:gd name="connsiteY241" fmla="*/ 296936 h 358279"/>
              <a:gd name="connsiteX242" fmla="*/ 273211 w 1592754"/>
              <a:gd name="connsiteY242" fmla="*/ 292823 h 358279"/>
              <a:gd name="connsiteX243" fmla="*/ 274411 w 1592754"/>
              <a:gd name="connsiteY243" fmla="*/ 289698 h 358279"/>
              <a:gd name="connsiteX244" fmla="*/ 276812 w 1592754"/>
              <a:gd name="connsiteY244" fmla="*/ 288780 h 358279"/>
              <a:gd name="connsiteX245" fmla="*/ 279107 w 1592754"/>
              <a:gd name="connsiteY245" fmla="*/ 289769 h 358279"/>
              <a:gd name="connsiteX246" fmla="*/ 281684 w 1592754"/>
              <a:gd name="connsiteY246" fmla="*/ 287615 h 358279"/>
              <a:gd name="connsiteX247" fmla="*/ 277059 w 1592754"/>
              <a:gd name="connsiteY247" fmla="*/ 285550 h 358279"/>
              <a:gd name="connsiteX248" fmla="*/ 185225 w 1592754"/>
              <a:gd name="connsiteY248" fmla="*/ 285115 h 358279"/>
              <a:gd name="connsiteX249" fmla="*/ 185260 w 1592754"/>
              <a:gd name="connsiteY249" fmla="*/ 285115 h 358279"/>
              <a:gd name="connsiteX250" fmla="*/ 185260 w 1592754"/>
              <a:gd name="connsiteY250" fmla="*/ 289828 h 358279"/>
              <a:gd name="connsiteX251" fmla="*/ 181253 w 1592754"/>
              <a:gd name="connsiteY251" fmla="*/ 289828 h 358279"/>
              <a:gd name="connsiteX252" fmla="*/ 172909 w 1592754"/>
              <a:gd name="connsiteY252" fmla="*/ 284050 h 358279"/>
              <a:gd name="connsiteX253" fmla="*/ 175433 w 1592754"/>
              <a:gd name="connsiteY253" fmla="*/ 286274 h 358279"/>
              <a:gd name="connsiteX254" fmla="*/ 175430 w 1592754"/>
              <a:gd name="connsiteY254" fmla="*/ 286682 h 358279"/>
              <a:gd name="connsiteX255" fmla="*/ 173033 w 1592754"/>
              <a:gd name="connsiteY255" fmla="*/ 288640 h 358279"/>
              <a:gd name="connsiteX256" fmla="*/ 170508 w 1592754"/>
              <a:gd name="connsiteY256" fmla="*/ 286380 h 358279"/>
              <a:gd name="connsiteX257" fmla="*/ 170512 w 1592754"/>
              <a:gd name="connsiteY257" fmla="*/ 286126 h 358279"/>
              <a:gd name="connsiteX258" fmla="*/ 172909 w 1592754"/>
              <a:gd name="connsiteY258" fmla="*/ 284050 h 358279"/>
              <a:gd name="connsiteX259" fmla="*/ 194639 w 1592754"/>
              <a:gd name="connsiteY259" fmla="*/ 284049 h 358279"/>
              <a:gd name="connsiteX260" fmla="*/ 197251 w 1592754"/>
              <a:gd name="connsiteY260" fmla="*/ 288215 h 358279"/>
              <a:gd name="connsiteX261" fmla="*/ 194639 w 1592754"/>
              <a:gd name="connsiteY261" fmla="*/ 292381 h 358279"/>
              <a:gd name="connsiteX262" fmla="*/ 192026 w 1592754"/>
              <a:gd name="connsiteY262" fmla="*/ 288215 h 358279"/>
              <a:gd name="connsiteX263" fmla="*/ 194639 w 1592754"/>
              <a:gd name="connsiteY263" fmla="*/ 284049 h 358279"/>
              <a:gd name="connsiteX264" fmla="*/ 172419 w 1592754"/>
              <a:gd name="connsiteY264" fmla="*/ 282977 h 358279"/>
              <a:gd name="connsiteX265" fmla="*/ 168920 w 1592754"/>
              <a:gd name="connsiteY265" fmla="*/ 286539 h 358279"/>
              <a:gd name="connsiteX266" fmla="*/ 168937 w 1592754"/>
              <a:gd name="connsiteY266" fmla="*/ 286776 h 358279"/>
              <a:gd name="connsiteX267" fmla="*/ 172839 w 1592754"/>
              <a:gd name="connsiteY267" fmla="*/ 289893 h 358279"/>
              <a:gd name="connsiteX268" fmla="*/ 175698 w 1592754"/>
              <a:gd name="connsiteY268" fmla="*/ 288657 h 358279"/>
              <a:gd name="connsiteX269" fmla="*/ 172697 w 1592754"/>
              <a:gd name="connsiteY269" fmla="*/ 292541 h 358279"/>
              <a:gd name="connsiteX270" fmla="*/ 172330 w 1592754"/>
              <a:gd name="connsiteY270" fmla="*/ 292573 h 358279"/>
              <a:gd name="connsiteX271" fmla="*/ 170597 w 1592754"/>
              <a:gd name="connsiteY271" fmla="*/ 290776 h 358279"/>
              <a:gd name="connsiteX272" fmla="*/ 169026 w 1592754"/>
              <a:gd name="connsiteY272" fmla="*/ 290776 h 358279"/>
              <a:gd name="connsiteX273" fmla="*/ 172733 w 1592754"/>
              <a:gd name="connsiteY273" fmla="*/ 293565 h 358279"/>
              <a:gd name="connsiteX274" fmla="*/ 172733 w 1592754"/>
              <a:gd name="connsiteY274" fmla="*/ 293618 h 358279"/>
              <a:gd name="connsiteX275" fmla="*/ 177305 w 1592754"/>
              <a:gd name="connsiteY275" fmla="*/ 287828 h 358279"/>
              <a:gd name="connsiteX276" fmla="*/ 172927 w 1592754"/>
              <a:gd name="connsiteY276" fmla="*/ 283009 h 358279"/>
              <a:gd name="connsiteX277" fmla="*/ 172419 w 1592754"/>
              <a:gd name="connsiteY277" fmla="*/ 282977 h 358279"/>
              <a:gd name="connsiteX278" fmla="*/ 194640 w 1592754"/>
              <a:gd name="connsiteY278" fmla="*/ 282956 h 358279"/>
              <a:gd name="connsiteX279" fmla="*/ 190368 w 1592754"/>
              <a:gd name="connsiteY279" fmla="*/ 288251 h 358279"/>
              <a:gd name="connsiteX280" fmla="*/ 194640 w 1592754"/>
              <a:gd name="connsiteY280" fmla="*/ 293547 h 358279"/>
              <a:gd name="connsiteX281" fmla="*/ 194640 w 1592754"/>
              <a:gd name="connsiteY281" fmla="*/ 293618 h 358279"/>
              <a:gd name="connsiteX282" fmla="*/ 198912 w 1592754"/>
              <a:gd name="connsiteY282" fmla="*/ 288251 h 358279"/>
              <a:gd name="connsiteX283" fmla="*/ 194640 w 1592754"/>
              <a:gd name="connsiteY283" fmla="*/ 282956 h 358279"/>
              <a:gd name="connsiteX284" fmla="*/ 185125 w 1592754"/>
              <a:gd name="connsiteY284" fmla="*/ 282885 h 358279"/>
              <a:gd name="connsiteX285" fmla="*/ 179423 w 1592754"/>
              <a:gd name="connsiteY285" fmla="*/ 289469 h 358279"/>
              <a:gd name="connsiteX286" fmla="*/ 179423 w 1592754"/>
              <a:gd name="connsiteY286" fmla="*/ 290740 h 358279"/>
              <a:gd name="connsiteX287" fmla="*/ 184860 w 1592754"/>
              <a:gd name="connsiteY287" fmla="*/ 290740 h 358279"/>
              <a:gd name="connsiteX288" fmla="*/ 184860 w 1592754"/>
              <a:gd name="connsiteY288" fmla="*/ 293282 h 358279"/>
              <a:gd name="connsiteX289" fmla="*/ 186431 w 1592754"/>
              <a:gd name="connsiteY289" fmla="*/ 293282 h 358279"/>
              <a:gd name="connsiteX290" fmla="*/ 186431 w 1592754"/>
              <a:gd name="connsiteY290" fmla="*/ 290740 h 358279"/>
              <a:gd name="connsiteX291" fmla="*/ 188196 w 1592754"/>
              <a:gd name="connsiteY291" fmla="*/ 290740 h 358279"/>
              <a:gd name="connsiteX292" fmla="*/ 188196 w 1592754"/>
              <a:gd name="connsiteY292" fmla="*/ 289628 h 358279"/>
              <a:gd name="connsiteX293" fmla="*/ 186431 w 1592754"/>
              <a:gd name="connsiteY293" fmla="*/ 289628 h 358279"/>
              <a:gd name="connsiteX294" fmla="*/ 186431 w 1592754"/>
              <a:gd name="connsiteY294" fmla="*/ 282885 h 358279"/>
              <a:gd name="connsiteX295" fmla="*/ 162512 w 1592754"/>
              <a:gd name="connsiteY295" fmla="*/ 282814 h 358279"/>
              <a:gd name="connsiteX296" fmla="*/ 159158 w 1592754"/>
              <a:gd name="connsiteY296" fmla="*/ 284792 h 358279"/>
              <a:gd name="connsiteX297" fmla="*/ 159158 w 1592754"/>
              <a:gd name="connsiteY297" fmla="*/ 285904 h 358279"/>
              <a:gd name="connsiteX298" fmla="*/ 162070 w 1592754"/>
              <a:gd name="connsiteY298" fmla="*/ 285904 h 358279"/>
              <a:gd name="connsiteX299" fmla="*/ 162070 w 1592754"/>
              <a:gd name="connsiteY299" fmla="*/ 293282 h 358279"/>
              <a:gd name="connsiteX300" fmla="*/ 163730 w 1592754"/>
              <a:gd name="connsiteY300" fmla="*/ 293282 h 358279"/>
              <a:gd name="connsiteX301" fmla="*/ 163730 w 1592754"/>
              <a:gd name="connsiteY301" fmla="*/ 282814 h 358279"/>
              <a:gd name="connsiteX302" fmla="*/ 1384123 w 1592754"/>
              <a:gd name="connsiteY302" fmla="*/ 280341 h 358279"/>
              <a:gd name="connsiteX303" fmla="*/ 1381845 w 1592754"/>
              <a:gd name="connsiteY303" fmla="*/ 282620 h 358279"/>
              <a:gd name="connsiteX304" fmla="*/ 1378829 w 1592754"/>
              <a:gd name="connsiteY304" fmla="*/ 294928 h 358279"/>
              <a:gd name="connsiteX305" fmla="*/ 1381845 w 1592754"/>
              <a:gd name="connsiteY305" fmla="*/ 306622 h 358279"/>
              <a:gd name="connsiteX306" fmla="*/ 1396656 w 1592754"/>
              <a:gd name="connsiteY306" fmla="*/ 308796 h 358279"/>
              <a:gd name="connsiteX307" fmla="*/ 1398831 w 1592754"/>
              <a:gd name="connsiteY307" fmla="*/ 306622 h 358279"/>
              <a:gd name="connsiteX308" fmla="*/ 1401846 w 1592754"/>
              <a:gd name="connsiteY308" fmla="*/ 294928 h 358279"/>
              <a:gd name="connsiteX309" fmla="*/ 1398831 w 1592754"/>
              <a:gd name="connsiteY309" fmla="*/ 282620 h 358279"/>
              <a:gd name="connsiteX310" fmla="*/ 1384123 w 1592754"/>
              <a:gd name="connsiteY310" fmla="*/ 280341 h 358279"/>
              <a:gd name="connsiteX311" fmla="*/ 1063177 w 1592754"/>
              <a:gd name="connsiteY311" fmla="*/ 280341 h 358279"/>
              <a:gd name="connsiteX312" fmla="*/ 1060899 w 1592754"/>
              <a:gd name="connsiteY312" fmla="*/ 282620 h 358279"/>
              <a:gd name="connsiteX313" fmla="*/ 1057883 w 1592754"/>
              <a:gd name="connsiteY313" fmla="*/ 294928 h 358279"/>
              <a:gd name="connsiteX314" fmla="*/ 1060899 w 1592754"/>
              <a:gd name="connsiteY314" fmla="*/ 306622 h 358279"/>
              <a:gd name="connsiteX315" fmla="*/ 1075710 w 1592754"/>
              <a:gd name="connsiteY315" fmla="*/ 308796 h 358279"/>
              <a:gd name="connsiteX316" fmla="*/ 1077885 w 1592754"/>
              <a:gd name="connsiteY316" fmla="*/ 306622 h 358279"/>
              <a:gd name="connsiteX317" fmla="*/ 1080900 w 1592754"/>
              <a:gd name="connsiteY317" fmla="*/ 294928 h 358279"/>
              <a:gd name="connsiteX318" fmla="*/ 1077885 w 1592754"/>
              <a:gd name="connsiteY318" fmla="*/ 282620 h 358279"/>
              <a:gd name="connsiteX319" fmla="*/ 1063177 w 1592754"/>
              <a:gd name="connsiteY319" fmla="*/ 280341 h 358279"/>
              <a:gd name="connsiteX320" fmla="*/ 1470991 w 1592754"/>
              <a:gd name="connsiteY320" fmla="*/ 280309 h 358279"/>
              <a:gd name="connsiteX321" fmla="*/ 1468681 w 1592754"/>
              <a:gd name="connsiteY321" fmla="*/ 282619 h 358279"/>
              <a:gd name="connsiteX322" fmla="*/ 1465603 w 1592754"/>
              <a:gd name="connsiteY322" fmla="*/ 294927 h 358279"/>
              <a:gd name="connsiteX323" fmla="*/ 1468620 w 1592754"/>
              <a:gd name="connsiteY323" fmla="*/ 306621 h 358279"/>
              <a:gd name="connsiteX324" fmla="*/ 1483431 w 1592754"/>
              <a:gd name="connsiteY324" fmla="*/ 308795 h 358279"/>
              <a:gd name="connsiteX325" fmla="*/ 1485605 w 1592754"/>
              <a:gd name="connsiteY325" fmla="*/ 306621 h 358279"/>
              <a:gd name="connsiteX326" fmla="*/ 1488682 w 1592754"/>
              <a:gd name="connsiteY326" fmla="*/ 294927 h 358279"/>
              <a:gd name="connsiteX327" fmla="*/ 1485605 w 1592754"/>
              <a:gd name="connsiteY327" fmla="*/ 282619 h 358279"/>
              <a:gd name="connsiteX328" fmla="*/ 1470991 w 1592754"/>
              <a:gd name="connsiteY328" fmla="*/ 280309 h 358279"/>
              <a:gd name="connsiteX329" fmla="*/ 76630 w 1592754"/>
              <a:gd name="connsiteY329" fmla="*/ 279795 h 358279"/>
              <a:gd name="connsiteX330" fmla="*/ 64732 w 1592754"/>
              <a:gd name="connsiteY330" fmla="*/ 292540 h 358279"/>
              <a:gd name="connsiteX331" fmla="*/ 65880 w 1592754"/>
              <a:gd name="connsiteY331" fmla="*/ 293617 h 358279"/>
              <a:gd name="connsiteX332" fmla="*/ 67027 w 1592754"/>
              <a:gd name="connsiteY332" fmla="*/ 294747 h 358279"/>
              <a:gd name="connsiteX333" fmla="*/ 75589 w 1592754"/>
              <a:gd name="connsiteY333" fmla="*/ 285550 h 358279"/>
              <a:gd name="connsiteX334" fmla="*/ 71864 w 1592754"/>
              <a:gd name="connsiteY334" fmla="*/ 299266 h 358279"/>
              <a:gd name="connsiteX335" fmla="*/ 73082 w 1592754"/>
              <a:gd name="connsiteY335" fmla="*/ 300396 h 358279"/>
              <a:gd name="connsiteX336" fmla="*/ 74300 w 1592754"/>
              <a:gd name="connsiteY336" fmla="*/ 301473 h 358279"/>
              <a:gd name="connsiteX337" fmla="*/ 86181 w 1592754"/>
              <a:gd name="connsiteY337" fmla="*/ 288710 h 358279"/>
              <a:gd name="connsiteX338" fmla="*/ 85033 w 1592754"/>
              <a:gd name="connsiteY338" fmla="*/ 287650 h 358279"/>
              <a:gd name="connsiteX339" fmla="*/ 83903 w 1592754"/>
              <a:gd name="connsiteY339" fmla="*/ 286591 h 358279"/>
              <a:gd name="connsiteX340" fmla="*/ 75554 w 1592754"/>
              <a:gd name="connsiteY340" fmla="*/ 295541 h 358279"/>
              <a:gd name="connsiteX341" fmla="*/ 79190 w 1592754"/>
              <a:gd name="connsiteY341" fmla="*/ 282196 h 358279"/>
              <a:gd name="connsiteX342" fmla="*/ 77901 w 1592754"/>
              <a:gd name="connsiteY342" fmla="*/ 280995 h 358279"/>
              <a:gd name="connsiteX343" fmla="*/ 442146 w 1592754"/>
              <a:gd name="connsiteY343" fmla="*/ 279727 h 358279"/>
              <a:gd name="connsiteX344" fmla="*/ 442208 w 1592754"/>
              <a:gd name="connsiteY344" fmla="*/ 289881 h 358279"/>
              <a:gd name="connsiteX345" fmla="*/ 452363 w 1592754"/>
              <a:gd name="connsiteY345" fmla="*/ 289881 h 358279"/>
              <a:gd name="connsiteX346" fmla="*/ 457348 w 1592754"/>
              <a:gd name="connsiteY346" fmla="*/ 288527 h 358279"/>
              <a:gd name="connsiteX347" fmla="*/ 458948 w 1592754"/>
              <a:gd name="connsiteY347" fmla="*/ 284404 h 358279"/>
              <a:gd name="connsiteX348" fmla="*/ 457225 w 1592754"/>
              <a:gd name="connsiteY348" fmla="*/ 280896 h 358279"/>
              <a:gd name="connsiteX349" fmla="*/ 451993 w 1592754"/>
              <a:gd name="connsiteY349" fmla="*/ 279727 h 358279"/>
              <a:gd name="connsiteX350" fmla="*/ 70999 w 1592754"/>
              <a:gd name="connsiteY350" fmla="*/ 273652 h 358279"/>
              <a:gd name="connsiteX351" fmla="*/ 58042 w 1592754"/>
              <a:gd name="connsiteY351" fmla="*/ 285320 h 358279"/>
              <a:gd name="connsiteX352" fmla="*/ 59172 w 1592754"/>
              <a:gd name="connsiteY352" fmla="*/ 286556 h 358279"/>
              <a:gd name="connsiteX353" fmla="*/ 60284 w 1592754"/>
              <a:gd name="connsiteY353" fmla="*/ 287809 h 358279"/>
              <a:gd name="connsiteX354" fmla="*/ 73241 w 1592754"/>
              <a:gd name="connsiteY354" fmla="*/ 276141 h 358279"/>
              <a:gd name="connsiteX355" fmla="*/ 72129 w 1592754"/>
              <a:gd name="connsiteY355" fmla="*/ 274888 h 358279"/>
              <a:gd name="connsiteX356" fmla="*/ 1551938 w 1592754"/>
              <a:gd name="connsiteY356" fmla="*/ 271876 h 358279"/>
              <a:gd name="connsiteX357" fmla="*/ 1557169 w 1592754"/>
              <a:gd name="connsiteY357" fmla="*/ 271876 h 358279"/>
              <a:gd name="connsiteX358" fmla="*/ 1562462 w 1592754"/>
              <a:gd name="connsiteY358" fmla="*/ 271876 h 358279"/>
              <a:gd name="connsiteX359" fmla="*/ 1571293 w 1592754"/>
              <a:gd name="connsiteY359" fmla="*/ 291806 h 358279"/>
              <a:gd name="connsiteX360" fmla="*/ 1571263 w 1592754"/>
              <a:gd name="connsiteY360" fmla="*/ 291877 h 358279"/>
              <a:gd name="connsiteX361" fmla="*/ 1571324 w 1592754"/>
              <a:gd name="connsiteY361" fmla="*/ 291877 h 358279"/>
              <a:gd name="connsiteX362" fmla="*/ 1571293 w 1592754"/>
              <a:gd name="connsiteY362" fmla="*/ 291806 h 358279"/>
              <a:gd name="connsiteX363" fmla="*/ 1579570 w 1592754"/>
              <a:gd name="connsiteY363" fmla="*/ 271876 h 358279"/>
              <a:gd name="connsiteX364" fmla="*/ 1584617 w 1592754"/>
              <a:gd name="connsiteY364" fmla="*/ 271876 h 358279"/>
              <a:gd name="connsiteX365" fmla="*/ 1589602 w 1592754"/>
              <a:gd name="connsiteY365" fmla="*/ 271876 h 358279"/>
              <a:gd name="connsiteX366" fmla="*/ 1575570 w 1592754"/>
              <a:gd name="connsiteY366" fmla="*/ 300493 h 358279"/>
              <a:gd name="connsiteX367" fmla="*/ 1575570 w 1592754"/>
              <a:gd name="connsiteY367" fmla="*/ 318034 h 358279"/>
              <a:gd name="connsiteX368" fmla="*/ 1571201 w 1592754"/>
              <a:gd name="connsiteY368" fmla="*/ 318034 h 358279"/>
              <a:gd name="connsiteX369" fmla="*/ 1566708 w 1592754"/>
              <a:gd name="connsiteY369" fmla="*/ 318034 h 358279"/>
              <a:gd name="connsiteX370" fmla="*/ 1566708 w 1592754"/>
              <a:gd name="connsiteY370" fmla="*/ 300678 h 358279"/>
              <a:gd name="connsiteX371" fmla="*/ 1420421 w 1592754"/>
              <a:gd name="connsiteY371" fmla="*/ 271876 h 358279"/>
              <a:gd name="connsiteX372" fmla="*/ 1424852 w 1592754"/>
              <a:gd name="connsiteY372" fmla="*/ 271876 h 358279"/>
              <a:gd name="connsiteX373" fmla="*/ 1429283 w 1592754"/>
              <a:gd name="connsiteY373" fmla="*/ 271876 h 358279"/>
              <a:gd name="connsiteX374" fmla="*/ 1429283 w 1592754"/>
              <a:gd name="connsiteY374" fmla="*/ 309786 h 358279"/>
              <a:gd name="connsiteX375" fmla="*/ 1450331 w 1592754"/>
              <a:gd name="connsiteY375" fmla="*/ 309786 h 358279"/>
              <a:gd name="connsiteX376" fmla="*/ 1450331 w 1592754"/>
              <a:gd name="connsiteY376" fmla="*/ 313910 h 358279"/>
              <a:gd name="connsiteX377" fmla="*/ 1450331 w 1592754"/>
              <a:gd name="connsiteY377" fmla="*/ 317971 h 358279"/>
              <a:gd name="connsiteX378" fmla="*/ 1420421 w 1592754"/>
              <a:gd name="connsiteY378" fmla="*/ 317971 h 358279"/>
              <a:gd name="connsiteX379" fmla="*/ 1326630 w 1592754"/>
              <a:gd name="connsiteY379" fmla="*/ 271876 h 358279"/>
              <a:gd name="connsiteX380" fmla="*/ 1331246 w 1592754"/>
              <a:gd name="connsiteY380" fmla="*/ 271876 h 358279"/>
              <a:gd name="connsiteX381" fmla="*/ 1335862 w 1592754"/>
              <a:gd name="connsiteY381" fmla="*/ 271876 h 358279"/>
              <a:gd name="connsiteX382" fmla="*/ 1352909 w 1592754"/>
              <a:gd name="connsiteY382" fmla="*/ 304248 h 358279"/>
              <a:gd name="connsiteX383" fmla="*/ 1352909 w 1592754"/>
              <a:gd name="connsiteY383" fmla="*/ 271876 h 358279"/>
              <a:gd name="connsiteX384" fmla="*/ 1357033 w 1592754"/>
              <a:gd name="connsiteY384" fmla="*/ 271876 h 358279"/>
              <a:gd name="connsiteX385" fmla="*/ 1361217 w 1592754"/>
              <a:gd name="connsiteY385" fmla="*/ 271876 h 358279"/>
              <a:gd name="connsiteX386" fmla="*/ 1361217 w 1592754"/>
              <a:gd name="connsiteY386" fmla="*/ 317971 h 358279"/>
              <a:gd name="connsiteX387" fmla="*/ 1356786 w 1592754"/>
              <a:gd name="connsiteY387" fmla="*/ 317971 h 358279"/>
              <a:gd name="connsiteX388" fmla="*/ 1352355 w 1592754"/>
              <a:gd name="connsiteY388" fmla="*/ 317971 h 358279"/>
              <a:gd name="connsiteX389" fmla="*/ 1334876 w 1592754"/>
              <a:gd name="connsiteY389" fmla="*/ 284738 h 358279"/>
              <a:gd name="connsiteX390" fmla="*/ 1334876 w 1592754"/>
              <a:gd name="connsiteY390" fmla="*/ 317971 h 358279"/>
              <a:gd name="connsiteX391" fmla="*/ 1330754 w 1592754"/>
              <a:gd name="connsiteY391" fmla="*/ 317971 h 358279"/>
              <a:gd name="connsiteX392" fmla="*/ 1326630 w 1592754"/>
              <a:gd name="connsiteY392" fmla="*/ 317971 h 358279"/>
              <a:gd name="connsiteX393" fmla="*/ 1281703 w 1592754"/>
              <a:gd name="connsiteY393" fmla="*/ 271876 h 358279"/>
              <a:gd name="connsiteX394" fmla="*/ 1286073 w 1592754"/>
              <a:gd name="connsiteY394" fmla="*/ 271876 h 358279"/>
              <a:gd name="connsiteX395" fmla="*/ 1290504 w 1592754"/>
              <a:gd name="connsiteY395" fmla="*/ 271876 h 358279"/>
              <a:gd name="connsiteX396" fmla="*/ 1290504 w 1592754"/>
              <a:gd name="connsiteY396" fmla="*/ 289169 h 358279"/>
              <a:gd name="connsiteX397" fmla="*/ 1307120 w 1592754"/>
              <a:gd name="connsiteY397" fmla="*/ 289169 h 358279"/>
              <a:gd name="connsiteX398" fmla="*/ 1307120 w 1592754"/>
              <a:gd name="connsiteY398" fmla="*/ 271876 h 358279"/>
              <a:gd name="connsiteX399" fmla="*/ 1311551 w 1592754"/>
              <a:gd name="connsiteY399" fmla="*/ 271876 h 358279"/>
              <a:gd name="connsiteX400" fmla="*/ 1315982 w 1592754"/>
              <a:gd name="connsiteY400" fmla="*/ 271876 h 358279"/>
              <a:gd name="connsiteX401" fmla="*/ 1315982 w 1592754"/>
              <a:gd name="connsiteY401" fmla="*/ 317971 h 358279"/>
              <a:gd name="connsiteX402" fmla="*/ 1311551 w 1592754"/>
              <a:gd name="connsiteY402" fmla="*/ 317971 h 358279"/>
              <a:gd name="connsiteX403" fmla="*/ 1307120 w 1592754"/>
              <a:gd name="connsiteY403" fmla="*/ 317971 h 358279"/>
              <a:gd name="connsiteX404" fmla="*/ 1307120 w 1592754"/>
              <a:gd name="connsiteY404" fmla="*/ 297109 h 358279"/>
              <a:gd name="connsiteX405" fmla="*/ 1290504 w 1592754"/>
              <a:gd name="connsiteY405" fmla="*/ 297109 h 358279"/>
              <a:gd name="connsiteX406" fmla="*/ 1290504 w 1592754"/>
              <a:gd name="connsiteY406" fmla="*/ 317971 h 358279"/>
              <a:gd name="connsiteX407" fmla="*/ 1286134 w 1592754"/>
              <a:gd name="connsiteY407" fmla="*/ 317971 h 358279"/>
              <a:gd name="connsiteX408" fmla="*/ 1281703 w 1592754"/>
              <a:gd name="connsiteY408" fmla="*/ 317971 h 358279"/>
              <a:gd name="connsiteX409" fmla="*/ 1195174 w 1592754"/>
              <a:gd name="connsiteY409" fmla="*/ 271876 h 358279"/>
              <a:gd name="connsiteX410" fmla="*/ 1226376 w 1592754"/>
              <a:gd name="connsiteY410" fmla="*/ 271876 h 358279"/>
              <a:gd name="connsiteX411" fmla="*/ 1226376 w 1592754"/>
              <a:gd name="connsiteY411" fmla="*/ 275937 h 358279"/>
              <a:gd name="connsiteX412" fmla="*/ 1226376 w 1592754"/>
              <a:gd name="connsiteY412" fmla="*/ 280061 h 358279"/>
              <a:gd name="connsiteX413" fmla="*/ 1204036 w 1592754"/>
              <a:gd name="connsiteY413" fmla="*/ 280061 h 358279"/>
              <a:gd name="connsiteX414" fmla="*/ 1204036 w 1592754"/>
              <a:gd name="connsiteY414" fmla="*/ 289846 h 358279"/>
              <a:gd name="connsiteX415" fmla="*/ 1224776 w 1592754"/>
              <a:gd name="connsiteY415" fmla="*/ 289846 h 358279"/>
              <a:gd name="connsiteX416" fmla="*/ 1224776 w 1592754"/>
              <a:gd name="connsiteY416" fmla="*/ 293785 h 358279"/>
              <a:gd name="connsiteX417" fmla="*/ 1224776 w 1592754"/>
              <a:gd name="connsiteY417" fmla="*/ 297785 h 358279"/>
              <a:gd name="connsiteX418" fmla="*/ 1204036 w 1592754"/>
              <a:gd name="connsiteY418" fmla="*/ 297785 h 358279"/>
              <a:gd name="connsiteX419" fmla="*/ 1204036 w 1592754"/>
              <a:gd name="connsiteY419" fmla="*/ 309786 h 358279"/>
              <a:gd name="connsiteX420" fmla="*/ 1227361 w 1592754"/>
              <a:gd name="connsiteY420" fmla="*/ 309786 h 358279"/>
              <a:gd name="connsiteX421" fmla="*/ 1227361 w 1592754"/>
              <a:gd name="connsiteY421" fmla="*/ 313910 h 358279"/>
              <a:gd name="connsiteX422" fmla="*/ 1227361 w 1592754"/>
              <a:gd name="connsiteY422" fmla="*/ 317971 h 358279"/>
              <a:gd name="connsiteX423" fmla="*/ 1195174 w 1592754"/>
              <a:gd name="connsiteY423" fmla="*/ 317971 h 358279"/>
              <a:gd name="connsiteX424" fmla="*/ 1153017 w 1592754"/>
              <a:gd name="connsiteY424" fmla="*/ 271876 h 358279"/>
              <a:gd name="connsiteX425" fmla="*/ 1187542 w 1592754"/>
              <a:gd name="connsiteY425" fmla="*/ 271876 h 358279"/>
              <a:gd name="connsiteX426" fmla="*/ 1187542 w 1592754"/>
              <a:gd name="connsiteY426" fmla="*/ 275937 h 358279"/>
              <a:gd name="connsiteX427" fmla="*/ 1187542 w 1592754"/>
              <a:gd name="connsiteY427" fmla="*/ 280061 h 358279"/>
              <a:gd name="connsiteX428" fmla="*/ 1174680 w 1592754"/>
              <a:gd name="connsiteY428" fmla="*/ 280061 h 358279"/>
              <a:gd name="connsiteX429" fmla="*/ 1174680 w 1592754"/>
              <a:gd name="connsiteY429" fmla="*/ 317971 h 358279"/>
              <a:gd name="connsiteX430" fmla="*/ 1170310 w 1592754"/>
              <a:gd name="connsiteY430" fmla="*/ 317971 h 358279"/>
              <a:gd name="connsiteX431" fmla="*/ 1165879 w 1592754"/>
              <a:gd name="connsiteY431" fmla="*/ 317971 h 358279"/>
              <a:gd name="connsiteX432" fmla="*/ 1165879 w 1592754"/>
              <a:gd name="connsiteY432" fmla="*/ 280061 h 358279"/>
              <a:gd name="connsiteX433" fmla="*/ 1153017 w 1592754"/>
              <a:gd name="connsiteY433" fmla="*/ 280061 h 358279"/>
              <a:gd name="connsiteX434" fmla="*/ 1153017 w 1592754"/>
              <a:gd name="connsiteY434" fmla="*/ 276000 h 358279"/>
              <a:gd name="connsiteX435" fmla="*/ 1099475 w 1592754"/>
              <a:gd name="connsiteY435" fmla="*/ 271876 h 358279"/>
              <a:gd name="connsiteX436" fmla="*/ 1129631 w 1592754"/>
              <a:gd name="connsiteY436" fmla="*/ 271876 h 358279"/>
              <a:gd name="connsiteX437" fmla="*/ 1129631 w 1592754"/>
              <a:gd name="connsiteY437" fmla="*/ 275937 h 358279"/>
              <a:gd name="connsiteX438" fmla="*/ 1129631 w 1592754"/>
              <a:gd name="connsiteY438" fmla="*/ 280061 h 358279"/>
              <a:gd name="connsiteX439" fmla="*/ 1108337 w 1592754"/>
              <a:gd name="connsiteY439" fmla="*/ 280061 h 358279"/>
              <a:gd name="connsiteX440" fmla="*/ 1108337 w 1592754"/>
              <a:gd name="connsiteY440" fmla="*/ 290524 h 358279"/>
              <a:gd name="connsiteX441" fmla="*/ 1126924 w 1592754"/>
              <a:gd name="connsiteY441" fmla="*/ 290524 h 358279"/>
              <a:gd name="connsiteX442" fmla="*/ 1126924 w 1592754"/>
              <a:gd name="connsiteY442" fmla="*/ 294524 h 358279"/>
              <a:gd name="connsiteX443" fmla="*/ 1126924 w 1592754"/>
              <a:gd name="connsiteY443" fmla="*/ 298462 h 358279"/>
              <a:gd name="connsiteX444" fmla="*/ 1108337 w 1592754"/>
              <a:gd name="connsiteY444" fmla="*/ 298462 h 358279"/>
              <a:gd name="connsiteX445" fmla="*/ 1108337 w 1592754"/>
              <a:gd name="connsiteY445" fmla="*/ 317971 h 358279"/>
              <a:gd name="connsiteX446" fmla="*/ 1103906 w 1592754"/>
              <a:gd name="connsiteY446" fmla="*/ 317971 h 358279"/>
              <a:gd name="connsiteX447" fmla="*/ 1099475 w 1592754"/>
              <a:gd name="connsiteY447" fmla="*/ 317971 h 358279"/>
              <a:gd name="connsiteX448" fmla="*/ 990545 w 1592754"/>
              <a:gd name="connsiteY448" fmla="*/ 271876 h 358279"/>
              <a:gd name="connsiteX449" fmla="*/ 1021808 w 1592754"/>
              <a:gd name="connsiteY449" fmla="*/ 271876 h 358279"/>
              <a:gd name="connsiteX450" fmla="*/ 1021808 w 1592754"/>
              <a:gd name="connsiteY450" fmla="*/ 275937 h 358279"/>
              <a:gd name="connsiteX451" fmla="*/ 1021808 w 1592754"/>
              <a:gd name="connsiteY451" fmla="*/ 280061 h 358279"/>
              <a:gd name="connsiteX452" fmla="*/ 999407 w 1592754"/>
              <a:gd name="connsiteY452" fmla="*/ 280061 h 358279"/>
              <a:gd name="connsiteX453" fmla="*/ 999407 w 1592754"/>
              <a:gd name="connsiteY453" fmla="*/ 289846 h 358279"/>
              <a:gd name="connsiteX454" fmla="*/ 1020147 w 1592754"/>
              <a:gd name="connsiteY454" fmla="*/ 289846 h 358279"/>
              <a:gd name="connsiteX455" fmla="*/ 1020147 w 1592754"/>
              <a:gd name="connsiteY455" fmla="*/ 293785 h 358279"/>
              <a:gd name="connsiteX456" fmla="*/ 1020147 w 1592754"/>
              <a:gd name="connsiteY456" fmla="*/ 297785 h 358279"/>
              <a:gd name="connsiteX457" fmla="*/ 999407 w 1592754"/>
              <a:gd name="connsiteY457" fmla="*/ 297785 h 358279"/>
              <a:gd name="connsiteX458" fmla="*/ 999407 w 1592754"/>
              <a:gd name="connsiteY458" fmla="*/ 309786 h 358279"/>
              <a:gd name="connsiteX459" fmla="*/ 1022793 w 1592754"/>
              <a:gd name="connsiteY459" fmla="*/ 309786 h 358279"/>
              <a:gd name="connsiteX460" fmla="*/ 1022793 w 1592754"/>
              <a:gd name="connsiteY460" fmla="*/ 313910 h 358279"/>
              <a:gd name="connsiteX461" fmla="*/ 1022793 w 1592754"/>
              <a:gd name="connsiteY461" fmla="*/ 317971 h 358279"/>
              <a:gd name="connsiteX462" fmla="*/ 990545 w 1592754"/>
              <a:gd name="connsiteY462" fmla="*/ 317971 h 358279"/>
              <a:gd name="connsiteX463" fmla="*/ 948449 w 1592754"/>
              <a:gd name="connsiteY463" fmla="*/ 271876 h 358279"/>
              <a:gd name="connsiteX464" fmla="*/ 982913 w 1592754"/>
              <a:gd name="connsiteY464" fmla="*/ 271876 h 358279"/>
              <a:gd name="connsiteX465" fmla="*/ 982913 w 1592754"/>
              <a:gd name="connsiteY465" fmla="*/ 275937 h 358279"/>
              <a:gd name="connsiteX466" fmla="*/ 982913 w 1592754"/>
              <a:gd name="connsiteY466" fmla="*/ 280061 h 358279"/>
              <a:gd name="connsiteX467" fmla="*/ 970112 w 1592754"/>
              <a:gd name="connsiteY467" fmla="*/ 280061 h 358279"/>
              <a:gd name="connsiteX468" fmla="*/ 970112 w 1592754"/>
              <a:gd name="connsiteY468" fmla="*/ 317971 h 358279"/>
              <a:gd name="connsiteX469" fmla="*/ 965681 w 1592754"/>
              <a:gd name="connsiteY469" fmla="*/ 317971 h 358279"/>
              <a:gd name="connsiteX470" fmla="*/ 961250 w 1592754"/>
              <a:gd name="connsiteY470" fmla="*/ 317971 h 358279"/>
              <a:gd name="connsiteX471" fmla="*/ 961250 w 1592754"/>
              <a:gd name="connsiteY471" fmla="*/ 280061 h 358279"/>
              <a:gd name="connsiteX472" fmla="*/ 948449 w 1592754"/>
              <a:gd name="connsiteY472" fmla="*/ 280061 h 358279"/>
              <a:gd name="connsiteX473" fmla="*/ 948449 w 1592754"/>
              <a:gd name="connsiteY473" fmla="*/ 276000 h 358279"/>
              <a:gd name="connsiteX474" fmla="*/ 864935 w 1592754"/>
              <a:gd name="connsiteY474" fmla="*/ 271876 h 358279"/>
              <a:gd name="connsiteX475" fmla="*/ 899399 w 1592754"/>
              <a:gd name="connsiteY475" fmla="*/ 271876 h 358279"/>
              <a:gd name="connsiteX476" fmla="*/ 899399 w 1592754"/>
              <a:gd name="connsiteY476" fmla="*/ 275937 h 358279"/>
              <a:gd name="connsiteX477" fmla="*/ 899399 w 1592754"/>
              <a:gd name="connsiteY477" fmla="*/ 280061 h 358279"/>
              <a:gd name="connsiteX478" fmla="*/ 886598 w 1592754"/>
              <a:gd name="connsiteY478" fmla="*/ 280061 h 358279"/>
              <a:gd name="connsiteX479" fmla="*/ 886598 w 1592754"/>
              <a:gd name="connsiteY479" fmla="*/ 317971 h 358279"/>
              <a:gd name="connsiteX480" fmla="*/ 882167 w 1592754"/>
              <a:gd name="connsiteY480" fmla="*/ 317971 h 358279"/>
              <a:gd name="connsiteX481" fmla="*/ 877736 w 1592754"/>
              <a:gd name="connsiteY481" fmla="*/ 317971 h 358279"/>
              <a:gd name="connsiteX482" fmla="*/ 877736 w 1592754"/>
              <a:gd name="connsiteY482" fmla="*/ 280061 h 358279"/>
              <a:gd name="connsiteX483" fmla="*/ 864935 w 1592754"/>
              <a:gd name="connsiteY483" fmla="*/ 280061 h 358279"/>
              <a:gd name="connsiteX484" fmla="*/ 864935 w 1592754"/>
              <a:gd name="connsiteY484" fmla="*/ 276000 h 358279"/>
              <a:gd name="connsiteX485" fmla="*/ 849057 w 1592754"/>
              <a:gd name="connsiteY485" fmla="*/ 271876 h 358279"/>
              <a:gd name="connsiteX486" fmla="*/ 853488 w 1592754"/>
              <a:gd name="connsiteY486" fmla="*/ 271876 h 358279"/>
              <a:gd name="connsiteX487" fmla="*/ 857919 w 1592754"/>
              <a:gd name="connsiteY487" fmla="*/ 271876 h 358279"/>
              <a:gd name="connsiteX488" fmla="*/ 857919 w 1592754"/>
              <a:gd name="connsiteY488" fmla="*/ 317971 h 358279"/>
              <a:gd name="connsiteX489" fmla="*/ 853549 w 1592754"/>
              <a:gd name="connsiteY489" fmla="*/ 317971 h 358279"/>
              <a:gd name="connsiteX490" fmla="*/ 849057 w 1592754"/>
              <a:gd name="connsiteY490" fmla="*/ 317971 h 358279"/>
              <a:gd name="connsiteX491" fmla="*/ 807701 w 1592754"/>
              <a:gd name="connsiteY491" fmla="*/ 271876 h 358279"/>
              <a:gd name="connsiteX492" fmla="*/ 842165 w 1592754"/>
              <a:gd name="connsiteY492" fmla="*/ 271876 h 358279"/>
              <a:gd name="connsiteX493" fmla="*/ 842165 w 1592754"/>
              <a:gd name="connsiteY493" fmla="*/ 275937 h 358279"/>
              <a:gd name="connsiteX494" fmla="*/ 842165 w 1592754"/>
              <a:gd name="connsiteY494" fmla="*/ 280061 h 358279"/>
              <a:gd name="connsiteX495" fmla="*/ 829364 w 1592754"/>
              <a:gd name="connsiteY495" fmla="*/ 280061 h 358279"/>
              <a:gd name="connsiteX496" fmla="*/ 829364 w 1592754"/>
              <a:gd name="connsiteY496" fmla="*/ 317971 h 358279"/>
              <a:gd name="connsiteX497" fmla="*/ 824933 w 1592754"/>
              <a:gd name="connsiteY497" fmla="*/ 317971 h 358279"/>
              <a:gd name="connsiteX498" fmla="*/ 820502 w 1592754"/>
              <a:gd name="connsiteY498" fmla="*/ 317971 h 358279"/>
              <a:gd name="connsiteX499" fmla="*/ 820502 w 1592754"/>
              <a:gd name="connsiteY499" fmla="*/ 280061 h 358279"/>
              <a:gd name="connsiteX500" fmla="*/ 807701 w 1592754"/>
              <a:gd name="connsiteY500" fmla="*/ 280061 h 358279"/>
              <a:gd name="connsiteX501" fmla="*/ 807701 w 1592754"/>
              <a:gd name="connsiteY501" fmla="*/ 276000 h 358279"/>
              <a:gd name="connsiteX502" fmla="*/ 724064 w 1592754"/>
              <a:gd name="connsiteY502" fmla="*/ 271876 h 358279"/>
              <a:gd name="connsiteX503" fmla="*/ 728741 w 1592754"/>
              <a:gd name="connsiteY503" fmla="*/ 271876 h 358279"/>
              <a:gd name="connsiteX504" fmla="*/ 733357 w 1592754"/>
              <a:gd name="connsiteY504" fmla="*/ 271876 h 358279"/>
              <a:gd name="connsiteX505" fmla="*/ 750404 w 1592754"/>
              <a:gd name="connsiteY505" fmla="*/ 304248 h 358279"/>
              <a:gd name="connsiteX506" fmla="*/ 750404 w 1592754"/>
              <a:gd name="connsiteY506" fmla="*/ 271876 h 358279"/>
              <a:gd name="connsiteX507" fmla="*/ 754528 w 1592754"/>
              <a:gd name="connsiteY507" fmla="*/ 271876 h 358279"/>
              <a:gd name="connsiteX508" fmla="*/ 758713 w 1592754"/>
              <a:gd name="connsiteY508" fmla="*/ 271876 h 358279"/>
              <a:gd name="connsiteX509" fmla="*/ 758713 w 1592754"/>
              <a:gd name="connsiteY509" fmla="*/ 317971 h 358279"/>
              <a:gd name="connsiteX510" fmla="*/ 754282 w 1592754"/>
              <a:gd name="connsiteY510" fmla="*/ 317971 h 358279"/>
              <a:gd name="connsiteX511" fmla="*/ 749851 w 1592754"/>
              <a:gd name="connsiteY511" fmla="*/ 317971 h 358279"/>
              <a:gd name="connsiteX512" fmla="*/ 732372 w 1592754"/>
              <a:gd name="connsiteY512" fmla="*/ 284738 h 358279"/>
              <a:gd name="connsiteX513" fmla="*/ 732372 w 1592754"/>
              <a:gd name="connsiteY513" fmla="*/ 317971 h 358279"/>
              <a:gd name="connsiteX514" fmla="*/ 728249 w 1592754"/>
              <a:gd name="connsiteY514" fmla="*/ 317971 h 358279"/>
              <a:gd name="connsiteX515" fmla="*/ 724064 w 1592754"/>
              <a:gd name="connsiteY515" fmla="*/ 317971 h 358279"/>
              <a:gd name="connsiteX516" fmla="*/ 705047 w 1592754"/>
              <a:gd name="connsiteY516" fmla="*/ 271876 h 358279"/>
              <a:gd name="connsiteX517" fmla="*/ 709417 w 1592754"/>
              <a:gd name="connsiteY517" fmla="*/ 271876 h 358279"/>
              <a:gd name="connsiteX518" fmla="*/ 713910 w 1592754"/>
              <a:gd name="connsiteY518" fmla="*/ 271876 h 358279"/>
              <a:gd name="connsiteX519" fmla="*/ 713910 w 1592754"/>
              <a:gd name="connsiteY519" fmla="*/ 317971 h 358279"/>
              <a:gd name="connsiteX520" fmla="*/ 709478 w 1592754"/>
              <a:gd name="connsiteY520" fmla="*/ 317971 h 358279"/>
              <a:gd name="connsiteX521" fmla="*/ 705047 w 1592754"/>
              <a:gd name="connsiteY521" fmla="*/ 317971 h 358279"/>
              <a:gd name="connsiteX522" fmla="*/ 593162 w 1592754"/>
              <a:gd name="connsiteY522" fmla="*/ 271876 h 358279"/>
              <a:gd name="connsiteX523" fmla="*/ 597778 w 1592754"/>
              <a:gd name="connsiteY523" fmla="*/ 271876 h 358279"/>
              <a:gd name="connsiteX524" fmla="*/ 602455 w 1592754"/>
              <a:gd name="connsiteY524" fmla="*/ 271876 h 358279"/>
              <a:gd name="connsiteX525" fmla="*/ 619441 w 1592754"/>
              <a:gd name="connsiteY525" fmla="*/ 304248 h 358279"/>
              <a:gd name="connsiteX526" fmla="*/ 619441 w 1592754"/>
              <a:gd name="connsiteY526" fmla="*/ 271876 h 358279"/>
              <a:gd name="connsiteX527" fmla="*/ 623564 w 1592754"/>
              <a:gd name="connsiteY527" fmla="*/ 271876 h 358279"/>
              <a:gd name="connsiteX528" fmla="*/ 627749 w 1592754"/>
              <a:gd name="connsiteY528" fmla="*/ 271876 h 358279"/>
              <a:gd name="connsiteX529" fmla="*/ 627749 w 1592754"/>
              <a:gd name="connsiteY529" fmla="*/ 317971 h 358279"/>
              <a:gd name="connsiteX530" fmla="*/ 623319 w 1592754"/>
              <a:gd name="connsiteY530" fmla="*/ 317971 h 358279"/>
              <a:gd name="connsiteX531" fmla="*/ 618887 w 1592754"/>
              <a:gd name="connsiteY531" fmla="*/ 317971 h 358279"/>
              <a:gd name="connsiteX532" fmla="*/ 601408 w 1592754"/>
              <a:gd name="connsiteY532" fmla="*/ 284738 h 358279"/>
              <a:gd name="connsiteX533" fmla="*/ 601408 w 1592754"/>
              <a:gd name="connsiteY533" fmla="*/ 317971 h 358279"/>
              <a:gd name="connsiteX534" fmla="*/ 597286 w 1592754"/>
              <a:gd name="connsiteY534" fmla="*/ 317971 h 358279"/>
              <a:gd name="connsiteX535" fmla="*/ 593162 w 1592754"/>
              <a:gd name="connsiteY535" fmla="*/ 317971 h 358279"/>
              <a:gd name="connsiteX536" fmla="*/ 574084 w 1592754"/>
              <a:gd name="connsiteY536" fmla="*/ 271876 h 358279"/>
              <a:gd name="connsiteX537" fmla="*/ 578515 w 1592754"/>
              <a:gd name="connsiteY537" fmla="*/ 271876 h 358279"/>
              <a:gd name="connsiteX538" fmla="*/ 582947 w 1592754"/>
              <a:gd name="connsiteY538" fmla="*/ 271876 h 358279"/>
              <a:gd name="connsiteX539" fmla="*/ 582947 w 1592754"/>
              <a:gd name="connsiteY539" fmla="*/ 317971 h 358279"/>
              <a:gd name="connsiteX540" fmla="*/ 578515 w 1592754"/>
              <a:gd name="connsiteY540" fmla="*/ 317971 h 358279"/>
              <a:gd name="connsiteX541" fmla="*/ 574084 w 1592754"/>
              <a:gd name="connsiteY541" fmla="*/ 317971 h 358279"/>
              <a:gd name="connsiteX542" fmla="*/ 520049 w 1592754"/>
              <a:gd name="connsiteY542" fmla="*/ 271876 h 358279"/>
              <a:gd name="connsiteX543" fmla="*/ 524480 w 1592754"/>
              <a:gd name="connsiteY543" fmla="*/ 271876 h 358279"/>
              <a:gd name="connsiteX544" fmla="*/ 528911 w 1592754"/>
              <a:gd name="connsiteY544" fmla="*/ 271876 h 358279"/>
              <a:gd name="connsiteX545" fmla="*/ 528911 w 1592754"/>
              <a:gd name="connsiteY545" fmla="*/ 317971 h 358279"/>
              <a:gd name="connsiteX546" fmla="*/ 524541 w 1592754"/>
              <a:gd name="connsiteY546" fmla="*/ 317971 h 358279"/>
              <a:gd name="connsiteX547" fmla="*/ 520049 w 1592754"/>
              <a:gd name="connsiteY547" fmla="*/ 317971 h 358279"/>
              <a:gd name="connsiteX548" fmla="*/ 479000 w 1592754"/>
              <a:gd name="connsiteY548" fmla="*/ 271876 h 358279"/>
              <a:gd name="connsiteX549" fmla="*/ 510202 w 1592754"/>
              <a:gd name="connsiteY549" fmla="*/ 271876 h 358279"/>
              <a:gd name="connsiteX550" fmla="*/ 510202 w 1592754"/>
              <a:gd name="connsiteY550" fmla="*/ 275937 h 358279"/>
              <a:gd name="connsiteX551" fmla="*/ 510202 w 1592754"/>
              <a:gd name="connsiteY551" fmla="*/ 280061 h 358279"/>
              <a:gd name="connsiteX552" fmla="*/ 487862 w 1592754"/>
              <a:gd name="connsiteY552" fmla="*/ 280061 h 358279"/>
              <a:gd name="connsiteX553" fmla="*/ 487862 w 1592754"/>
              <a:gd name="connsiteY553" fmla="*/ 289846 h 358279"/>
              <a:gd name="connsiteX554" fmla="*/ 508602 w 1592754"/>
              <a:gd name="connsiteY554" fmla="*/ 289846 h 358279"/>
              <a:gd name="connsiteX555" fmla="*/ 508602 w 1592754"/>
              <a:gd name="connsiteY555" fmla="*/ 293785 h 358279"/>
              <a:gd name="connsiteX556" fmla="*/ 508602 w 1592754"/>
              <a:gd name="connsiteY556" fmla="*/ 297785 h 358279"/>
              <a:gd name="connsiteX557" fmla="*/ 487862 w 1592754"/>
              <a:gd name="connsiteY557" fmla="*/ 297785 h 358279"/>
              <a:gd name="connsiteX558" fmla="*/ 487862 w 1592754"/>
              <a:gd name="connsiteY558" fmla="*/ 309786 h 358279"/>
              <a:gd name="connsiteX559" fmla="*/ 511187 w 1592754"/>
              <a:gd name="connsiteY559" fmla="*/ 309786 h 358279"/>
              <a:gd name="connsiteX560" fmla="*/ 511187 w 1592754"/>
              <a:gd name="connsiteY560" fmla="*/ 313910 h 358279"/>
              <a:gd name="connsiteX561" fmla="*/ 511187 w 1592754"/>
              <a:gd name="connsiteY561" fmla="*/ 317971 h 358279"/>
              <a:gd name="connsiteX562" fmla="*/ 479000 w 1592754"/>
              <a:gd name="connsiteY562" fmla="*/ 317971 h 358279"/>
              <a:gd name="connsiteX563" fmla="*/ 554647 w 1592754"/>
              <a:gd name="connsiteY563" fmla="*/ 271788 h 358279"/>
              <a:gd name="connsiteX564" fmla="*/ 563448 w 1592754"/>
              <a:gd name="connsiteY564" fmla="*/ 271788 h 358279"/>
              <a:gd name="connsiteX565" fmla="*/ 563448 w 1592754"/>
              <a:gd name="connsiteY565" fmla="*/ 304960 h 358279"/>
              <a:gd name="connsiteX566" fmla="*/ 560001 w 1592754"/>
              <a:gd name="connsiteY566" fmla="*/ 315545 h 358279"/>
              <a:gd name="connsiteX567" fmla="*/ 549785 w 1592754"/>
              <a:gd name="connsiteY567" fmla="*/ 319177 h 358279"/>
              <a:gd name="connsiteX568" fmla="*/ 539261 w 1592754"/>
              <a:gd name="connsiteY568" fmla="*/ 315176 h 358279"/>
              <a:gd name="connsiteX569" fmla="*/ 536122 w 1592754"/>
              <a:gd name="connsiteY569" fmla="*/ 302867 h 358279"/>
              <a:gd name="connsiteX570" fmla="*/ 536122 w 1592754"/>
              <a:gd name="connsiteY570" fmla="*/ 300468 h 358279"/>
              <a:gd name="connsiteX571" fmla="*/ 544554 w 1592754"/>
              <a:gd name="connsiteY571" fmla="*/ 300468 h 358279"/>
              <a:gd name="connsiteX572" fmla="*/ 544554 w 1592754"/>
              <a:gd name="connsiteY572" fmla="*/ 303237 h 358279"/>
              <a:gd name="connsiteX573" fmla="*/ 545723 w 1592754"/>
              <a:gd name="connsiteY573" fmla="*/ 309391 h 358279"/>
              <a:gd name="connsiteX574" fmla="*/ 549723 w 1592754"/>
              <a:gd name="connsiteY574" fmla="*/ 311422 h 358279"/>
              <a:gd name="connsiteX575" fmla="*/ 553477 w 1592754"/>
              <a:gd name="connsiteY575" fmla="*/ 309945 h 358279"/>
              <a:gd name="connsiteX576" fmla="*/ 554647 w 1592754"/>
              <a:gd name="connsiteY576" fmla="*/ 305145 h 358279"/>
              <a:gd name="connsiteX577" fmla="*/ 433715 w 1592754"/>
              <a:gd name="connsiteY577" fmla="*/ 271788 h 358279"/>
              <a:gd name="connsiteX578" fmla="*/ 454455 w 1592754"/>
              <a:gd name="connsiteY578" fmla="*/ 271788 h 358279"/>
              <a:gd name="connsiteX579" fmla="*/ 464056 w 1592754"/>
              <a:gd name="connsiteY579" fmla="*/ 274865 h 358279"/>
              <a:gd name="connsiteX580" fmla="*/ 467564 w 1592754"/>
              <a:gd name="connsiteY580" fmla="*/ 283481 h 358279"/>
              <a:gd name="connsiteX581" fmla="*/ 463625 w 1592754"/>
              <a:gd name="connsiteY581" fmla="*/ 292158 h 358279"/>
              <a:gd name="connsiteX582" fmla="*/ 462210 w 1592754"/>
              <a:gd name="connsiteY582" fmla="*/ 293081 h 358279"/>
              <a:gd name="connsiteX583" fmla="*/ 464918 w 1592754"/>
              <a:gd name="connsiteY583" fmla="*/ 294620 h 358279"/>
              <a:gd name="connsiteX584" fmla="*/ 468979 w 1592754"/>
              <a:gd name="connsiteY584" fmla="*/ 303482 h 358279"/>
              <a:gd name="connsiteX585" fmla="*/ 464918 w 1592754"/>
              <a:gd name="connsiteY585" fmla="*/ 314191 h 358279"/>
              <a:gd name="connsiteX586" fmla="*/ 453163 w 1592754"/>
              <a:gd name="connsiteY586" fmla="*/ 317883 h 358279"/>
              <a:gd name="connsiteX587" fmla="*/ 433900 w 1592754"/>
              <a:gd name="connsiteY587" fmla="*/ 317883 h 358279"/>
              <a:gd name="connsiteX588" fmla="*/ 906364 w 1592754"/>
              <a:gd name="connsiteY588" fmla="*/ 271726 h 358279"/>
              <a:gd name="connsiteX589" fmla="*/ 915226 w 1592754"/>
              <a:gd name="connsiteY589" fmla="*/ 271726 h 358279"/>
              <a:gd name="connsiteX590" fmla="*/ 915226 w 1592754"/>
              <a:gd name="connsiteY590" fmla="*/ 300775 h 358279"/>
              <a:gd name="connsiteX591" fmla="*/ 917318 w 1592754"/>
              <a:gd name="connsiteY591" fmla="*/ 308221 h 358279"/>
              <a:gd name="connsiteX592" fmla="*/ 923473 w 1592754"/>
              <a:gd name="connsiteY592" fmla="*/ 310683 h 358279"/>
              <a:gd name="connsiteX593" fmla="*/ 929627 w 1592754"/>
              <a:gd name="connsiteY593" fmla="*/ 308406 h 358279"/>
              <a:gd name="connsiteX594" fmla="*/ 931535 w 1592754"/>
              <a:gd name="connsiteY594" fmla="*/ 300775 h 358279"/>
              <a:gd name="connsiteX595" fmla="*/ 931535 w 1592754"/>
              <a:gd name="connsiteY595" fmla="*/ 271726 h 358279"/>
              <a:gd name="connsiteX596" fmla="*/ 940643 w 1592754"/>
              <a:gd name="connsiteY596" fmla="*/ 271726 h 358279"/>
              <a:gd name="connsiteX597" fmla="*/ 940643 w 1592754"/>
              <a:gd name="connsiteY597" fmla="*/ 300467 h 358279"/>
              <a:gd name="connsiteX598" fmla="*/ 936643 w 1592754"/>
              <a:gd name="connsiteY598" fmla="*/ 314745 h 358279"/>
              <a:gd name="connsiteX599" fmla="*/ 923534 w 1592754"/>
              <a:gd name="connsiteY599" fmla="*/ 319115 h 358279"/>
              <a:gd name="connsiteX600" fmla="*/ 910610 w 1592754"/>
              <a:gd name="connsiteY600" fmla="*/ 314560 h 358279"/>
              <a:gd name="connsiteX601" fmla="*/ 906364 w 1592754"/>
              <a:gd name="connsiteY601" fmla="*/ 300467 h 358279"/>
              <a:gd name="connsiteX602" fmla="*/ 1476033 w 1592754"/>
              <a:gd name="connsiteY602" fmla="*/ 270710 h 358279"/>
              <a:gd name="connsiteX603" fmla="*/ 1490437 w 1592754"/>
              <a:gd name="connsiteY603" fmla="*/ 275756 h 358279"/>
              <a:gd name="connsiteX604" fmla="*/ 1492006 w 1592754"/>
              <a:gd name="connsiteY604" fmla="*/ 277326 h 358279"/>
              <a:gd name="connsiteX605" fmla="*/ 1497545 w 1592754"/>
              <a:gd name="connsiteY605" fmla="*/ 295235 h 358279"/>
              <a:gd name="connsiteX606" fmla="*/ 1492006 w 1592754"/>
              <a:gd name="connsiteY606" fmla="*/ 312775 h 358279"/>
              <a:gd name="connsiteX607" fmla="*/ 1463483 w 1592754"/>
              <a:gd name="connsiteY607" fmla="*/ 313978 h 358279"/>
              <a:gd name="connsiteX608" fmla="*/ 1462280 w 1592754"/>
              <a:gd name="connsiteY608" fmla="*/ 312775 h 358279"/>
              <a:gd name="connsiteX609" fmla="*/ 1456741 w 1592754"/>
              <a:gd name="connsiteY609" fmla="*/ 295235 h 358279"/>
              <a:gd name="connsiteX610" fmla="*/ 1462280 w 1592754"/>
              <a:gd name="connsiteY610" fmla="*/ 277326 h 358279"/>
              <a:gd name="connsiteX611" fmla="*/ 1476033 w 1592754"/>
              <a:gd name="connsiteY611" fmla="*/ 270710 h 358279"/>
              <a:gd name="connsiteX612" fmla="*/ 1389247 w 1592754"/>
              <a:gd name="connsiteY612" fmla="*/ 270706 h 358279"/>
              <a:gd name="connsiteX613" fmla="*/ 1403689 w 1592754"/>
              <a:gd name="connsiteY613" fmla="*/ 275784 h 358279"/>
              <a:gd name="connsiteX614" fmla="*/ 1405231 w 1592754"/>
              <a:gd name="connsiteY614" fmla="*/ 277327 h 358279"/>
              <a:gd name="connsiteX615" fmla="*/ 1410709 w 1592754"/>
              <a:gd name="connsiteY615" fmla="*/ 295236 h 358279"/>
              <a:gd name="connsiteX616" fmla="*/ 1405231 w 1592754"/>
              <a:gd name="connsiteY616" fmla="*/ 312776 h 358279"/>
              <a:gd name="connsiteX617" fmla="*/ 1376621 w 1592754"/>
              <a:gd name="connsiteY617" fmla="*/ 313952 h 358279"/>
              <a:gd name="connsiteX618" fmla="*/ 1375445 w 1592754"/>
              <a:gd name="connsiteY618" fmla="*/ 312776 h 358279"/>
              <a:gd name="connsiteX619" fmla="*/ 1375444 w 1592754"/>
              <a:gd name="connsiteY619" fmla="*/ 312776 h 358279"/>
              <a:gd name="connsiteX620" fmla="*/ 1369967 w 1592754"/>
              <a:gd name="connsiteY620" fmla="*/ 295236 h 358279"/>
              <a:gd name="connsiteX621" fmla="*/ 1375444 w 1592754"/>
              <a:gd name="connsiteY621" fmla="*/ 277327 h 358279"/>
              <a:gd name="connsiteX622" fmla="*/ 1389247 w 1592754"/>
              <a:gd name="connsiteY622" fmla="*/ 270706 h 358279"/>
              <a:gd name="connsiteX623" fmla="*/ 1068301 w 1592754"/>
              <a:gd name="connsiteY623" fmla="*/ 270706 h 358279"/>
              <a:gd name="connsiteX624" fmla="*/ 1082743 w 1592754"/>
              <a:gd name="connsiteY624" fmla="*/ 275784 h 358279"/>
              <a:gd name="connsiteX625" fmla="*/ 1084285 w 1592754"/>
              <a:gd name="connsiteY625" fmla="*/ 277327 h 358279"/>
              <a:gd name="connsiteX626" fmla="*/ 1089763 w 1592754"/>
              <a:gd name="connsiteY626" fmla="*/ 295236 h 358279"/>
              <a:gd name="connsiteX627" fmla="*/ 1084285 w 1592754"/>
              <a:gd name="connsiteY627" fmla="*/ 312776 h 358279"/>
              <a:gd name="connsiteX628" fmla="*/ 1055675 w 1592754"/>
              <a:gd name="connsiteY628" fmla="*/ 313952 h 358279"/>
              <a:gd name="connsiteX629" fmla="*/ 1054499 w 1592754"/>
              <a:gd name="connsiteY629" fmla="*/ 312776 h 358279"/>
              <a:gd name="connsiteX630" fmla="*/ 1054498 w 1592754"/>
              <a:gd name="connsiteY630" fmla="*/ 312776 h 358279"/>
              <a:gd name="connsiteX631" fmla="*/ 1049021 w 1592754"/>
              <a:gd name="connsiteY631" fmla="*/ 295236 h 358279"/>
              <a:gd name="connsiteX632" fmla="*/ 1054498 w 1592754"/>
              <a:gd name="connsiteY632" fmla="*/ 277327 h 358279"/>
              <a:gd name="connsiteX633" fmla="*/ 1068301 w 1592754"/>
              <a:gd name="connsiteY633" fmla="*/ 270706 h 358279"/>
              <a:gd name="connsiteX634" fmla="*/ 1525855 w 1592754"/>
              <a:gd name="connsiteY634" fmla="*/ 270680 h 358279"/>
              <a:gd name="connsiteX635" fmla="*/ 1538594 w 1592754"/>
              <a:gd name="connsiteY635" fmla="*/ 274864 h 358279"/>
              <a:gd name="connsiteX636" fmla="*/ 1544441 w 1592754"/>
              <a:gd name="connsiteY636" fmla="*/ 286188 h 358279"/>
              <a:gd name="connsiteX637" fmla="*/ 1535764 w 1592754"/>
              <a:gd name="connsiteY637" fmla="*/ 286188 h 358279"/>
              <a:gd name="connsiteX638" fmla="*/ 1532625 w 1592754"/>
              <a:gd name="connsiteY638" fmla="*/ 280957 h 358279"/>
              <a:gd name="connsiteX639" fmla="*/ 1526471 w 1592754"/>
              <a:gd name="connsiteY639" fmla="*/ 278680 h 358279"/>
              <a:gd name="connsiteX640" fmla="*/ 1517423 w 1592754"/>
              <a:gd name="connsiteY640" fmla="*/ 282988 h 358279"/>
              <a:gd name="connsiteX641" fmla="*/ 1517423 w 1592754"/>
              <a:gd name="connsiteY641" fmla="*/ 306989 h 358279"/>
              <a:gd name="connsiteX642" fmla="*/ 1526594 w 1592754"/>
              <a:gd name="connsiteY642" fmla="*/ 311113 h 358279"/>
              <a:gd name="connsiteX643" fmla="*/ 1534594 w 1592754"/>
              <a:gd name="connsiteY643" fmla="*/ 306805 h 358279"/>
              <a:gd name="connsiteX644" fmla="*/ 1536933 w 1592754"/>
              <a:gd name="connsiteY644" fmla="*/ 301143 h 358279"/>
              <a:gd name="connsiteX645" fmla="*/ 1526963 w 1592754"/>
              <a:gd name="connsiteY645" fmla="*/ 301143 h 358279"/>
              <a:gd name="connsiteX646" fmla="*/ 1526963 w 1592754"/>
              <a:gd name="connsiteY646" fmla="*/ 293205 h 358279"/>
              <a:gd name="connsiteX647" fmla="*/ 1544749 w 1592754"/>
              <a:gd name="connsiteY647" fmla="*/ 293205 h 358279"/>
              <a:gd name="connsiteX648" fmla="*/ 1544749 w 1592754"/>
              <a:gd name="connsiteY648" fmla="*/ 317822 h 358279"/>
              <a:gd name="connsiteX649" fmla="*/ 1538594 w 1592754"/>
              <a:gd name="connsiteY649" fmla="*/ 317822 h 358279"/>
              <a:gd name="connsiteX650" fmla="*/ 1537733 w 1592754"/>
              <a:gd name="connsiteY650" fmla="*/ 311667 h 358279"/>
              <a:gd name="connsiteX651" fmla="*/ 1537610 w 1592754"/>
              <a:gd name="connsiteY651" fmla="*/ 312775 h 358279"/>
              <a:gd name="connsiteX652" fmla="*/ 1525301 w 1592754"/>
              <a:gd name="connsiteY652" fmla="*/ 319299 h 358279"/>
              <a:gd name="connsiteX653" fmla="*/ 1525301 w 1592754"/>
              <a:gd name="connsiteY653" fmla="*/ 318929 h 358279"/>
              <a:gd name="connsiteX654" fmla="*/ 1510531 w 1592754"/>
              <a:gd name="connsiteY654" fmla="*/ 312775 h 358279"/>
              <a:gd name="connsiteX655" fmla="*/ 1510531 w 1592754"/>
              <a:gd name="connsiteY655" fmla="*/ 277326 h 358279"/>
              <a:gd name="connsiteX656" fmla="*/ 1525855 w 1592754"/>
              <a:gd name="connsiteY656" fmla="*/ 270680 h 358279"/>
              <a:gd name="connsiteX657" fmla="*/ 1254881 w 1592754"/>
              <a:gd name="connsiteY657" fmla="*/ 270557 h 358279"/>
              <a:gd name="connsiteX658" fmla="*/ 1267190 w 1592754"/>
              <a:gd name="connsiteY658" fmla="*/ 274989 h 358279"/>
              <a:gd name="connsiteX659" fmla="*/ 1273344 w 1592754"/>
              <a:gd name="connsiteY659" fmla="*/ 286989 h 358279"/>
              <a:gd name="connsiteX660" fmla="*/ 1264482 w 1592754"/>
              <a:gd name="connsiteY660" fmla="*/ 286989 h 358279"/>
              <a:gd name="connsiteX661" fmla="*/ 1261528 w 1592754"/>
              <a:gd name="connsiteY661" fmla="*/ 280835 h 358279"/>
              <a:gd name="connsiteX662" fmla="*/ 1255374 w 1592754"/>
              <a:gd name="connsiteY662" fmla="*/ 278619 h 358279"/>
              <a:gd name="connsiteX663" fmla="*/ 1247619 w 1592754"/>
              <a:gd name="connsiteY663" fmla="*/ 282927 h 358279"/>
              <a:gd name="connsiteX664" fmla="*/ 1244849 w 1592754"/>
              <a:gd name="connsiteY664" fmla="*/ 294805 h 358279"/>
              <a:gd name="connsiteX665" fmla="*/ 1247619 w 1592754"/>
              <a:gd name="connsiteY665" fmla="*/ 306375 h 358279"/>
              <a:gd name="connsiteX666" fmla="*/ 1260777 w 1592754"/>
              <a:gd name="connsiteY666" fmla="*/ 308928 h 358279"/>
              <a:gd name="connsiteX667" fmla="*/ 1261835 w 1592754"/>
              <a:gd name="connsiteY667" fmla="*/ 308098 h 358279"/>
              <a:gd name="connsiteX668" fmla="*/ 1264789 w 1592754"/>
              <a:gd name="connsiteY668" fmla="*/ 301513 h 358279"/>
              <a:gd name="connsiteX669" fmla="*/ 1272975 w 1592754"/>
              <a:gd name="connsiteY669" fmla="*/ 301759 h 358279"/>
              <a:gd name="connsiteX670" fmla="*/ 1267190 w 1592754"/>
              <a:gd name="connsiteY670" fmla="*/ 314437 h 358279"/>
              <a:gd name="connsiteX671" fmla="*/ 1254881 w 1592754"/>
              <a:gd name="connsiteY671" fmla="*/ 319176 h 358279"/>
              <a:gd name="connsiteX672" fmla="*/ 1240665 w 1592754"/>
              <a:gd name="connsiteY672" fmla="*/ 312653 h 358279"/>
              <a:gd name="connsiteX673" fmla="*/ 1235372 w 1592754"/>
              <a:gd name="connsiteY673" fmla="*/ 295113 h 358279"/>
              <a:gd name="connsiteX674" fmla="*/ 1240665 w 1592754"/>
              <a:gd name="connsiteY674" fmla="*/ 277204 h 358279"/>
              <a:gd name="connsiteX675" fmla="*/ 1254881 w 1592754"/>
              <a:gd name="connsiteY675" fmla="*/ 270557 h 358279"/>
              <a:gd name="connsiteX676" fmla="*/ 784755 w 1592754"/>
              <a:gd name="connsiteY676" fmla="*/ 270557 h 358279"/>
              <a:gd name="connsiteX677" fmla="*/ 796387 w 1592754"/>
              <a:gd name="connsiteY677" fmla="*/ 274619 h 358279"/>
              <a:gd name="connsiteX678" fmla="*/ 801311 w 1592754"/>
              <a:gd name="connsiteY678" fmla="*/ 285635 h 358279"/>
              <a:gd name="connsiteX679" fmla="*/ 792325 w 1592754"/>
              <a:gd name="connsiteY679" fmla="*/ 285635 h 358279"/>
              <a:gd name="connsiteX680" fmla="*/ 789678 w 1592754"/>
              <a:gd name="connsiteY680" fmla="*/ 280403 h 358279"/>
              <a:gd name="connsiteX681" fmla="*/ 783524 w 1592754"/>
              <a:gd name="connsiteY681" fmla="*/ 278496 h 358279"/>
              <a:gd name="connsiteX682" fmla="*/ 778293 w 1592754"/>
              <a:gd name="connsiteY682" fmla="*/ 280096 h 358279"/>
              <a:gd name="connsiteX683" fmla="*/ 776385 w 1592754"/>
              <a:gd name="connsiteY683" fmla="*/ 284588 h 358279"/>
              <a:gd name="connsiteX684" fmla="*/ 778354 w 1592754"/>
              <a:gd name="connsiteY684" fmla="*/ 287789 h 358279"/>
              <a:gd name="connsiteX685" fmla="*/ 786724 w 1592754"/>
              <a:gd name="connsiteY685" fmla="*/ 290435 h 358279"/>
              <a:gd name="connsiteX686" fmla="*/ 799033 w 1592754"/>
              <a:gd name="connsiteY686" fmla="*/ 295666 h 358279"/>
              <a:gd name="connsiteX687" fmla="*/ 802111 w 1592754"/>
              <a:gd name="connsiteY687" fmla="*/ 305020 h 358279"/>
              <a:gd name="connsiteX688" fmla="*/ 797433 w 1592754"/>
              <a:gd name="connsiteY688" fmla="*/ 315360 h 358279"/>
              <a:gd name="connsiteX689" fmla="*/ 784694 w 1592754"/>
              <a:gd name="connsiteY689" fmla="*/ 319176 h 358279"/>
              <a:gd name="connsiteX690" fmla="*/ 772385 w 1592754"/>
              <a:gd name="connsiteY690" fmla="*/ 315114 h 358279"/>
              <a:gd name="connsiteX691" fmla="*/ 767523 w 1592754"/>
              <a:gd name="connsiteY691" fmla="*/ 303605 h 358279"/>
              <a:gd name="connsiteX692" fmla="*/ 776078 w 1592754"/>
              <a:gd name="connsiteY692" fmla="*/ 303605 h 358279"/>
              <a:gd name="connsiteX693" fmla="*/ 778539 w 1592754"/>
              <a:gd name="connsiteY693" fmla="*/ 309267 h 358279"/>
              <a:gd name="connsiteX694" fmla="*/ 784694 w 1592754"/>
              <a:gd name="connsiteY694" fmla="*/ 311237 h 358279"/>
              <a:gd name="connsiteX695" fmla="*/ 791340 w 1592754"/>
              <a:gd name="connsiteY695" fmla="*/ 309760 h 358279"/>
              <a:gd name="connsiteX696" fmla="*/ 793741 w 1592754"/>
              <a:gd name="connsiteY696" fmla="*/ 305636 h 358279"/>
              <a:gd name="connsiteX697" fmla="*/ 792017 w 1592754"/>
              <a:gd name="connsiteY697" fmla="*/ 301759 h 358279"/>
              <a:gd name="connsiteX698" fmla="*/ 784816 w 1592754"/>
              <a:gd name="connsiteY698" fmla="*/ 299236 h 358279"/>
              <a:gd name="connsiteX699" fmla="*/ 771339 w 1592754"/>
              <a:gd name="connsiteY699" fmla="*/ 293943 h 358279"/>
              <a:gd name="connsiteX700" fmla="*/ 767954 w 1592754"/>
              <a:gd name="connsiteY700" fmla="*/ 285143 h 358279"/>
              <a:gd name="connsiteX701" fmla="*/ 772446 w 1592754"/>
              <a:gd name="connsiteY701" fmla="*/ 274495 h 358279"/>
              <a:gd name="connsiteX702" fmla="*/ 784755 w 1592754"/>
              <a:gd name="connsiteY702" fmla="*/ 270557 h 358279"/>
              <a:gd name="connsiteX703" fmla="*/ 655446 w 1592754"/>
              <a:gd name="connsiteY703" fmla="*/ 270387 h 358279"/>
              <a:gd name="connsiteX704" fmla="*/ 669916 w 1592754"/>
              <a:gd name="connsiteY704" fmla="*/ 274496 h 358279"/>
              <a:gd name="connsiteX705" fmla="*/ 675763 w 1592754"/>
              <a:gd name="connsiteY705" fmla="*/ 285819 h 358279"/>
              <a:gd name="connsiteX706" fmla="*/ 666901 w 1592754"/>
              <a:gd name="connsiteY706" fmla="*/ 285819 h 358279"/>
              <a:gd name="connsiteX707" fmla="*/ 663823 w 1592754"/>
              <a:gd name="connsiteY707" fmla="*/ 280588 h 358279"/>
              <a:gd name="connsiteX708" fmla="*/ 657669 w 1592754"/>
              <a:gd name="connsiteY708" fmla="*/ 278311 h 358279"/>
              <a:gd name="connsiteX709" fmla="*/ 648623 w 1592754"/>
              <a:gd name="connsiteY709" fmla="*/ 282619 h 358279"/>
              <a:gd name="connsiteX710" fmla="*/ 645361 w 1592754"/>
              <a:gd name="connsiteY710" fmla="*/ 294928 h 358279"/>
              <a:gd name="connsiteX711" fmla="*/ 648499 w 1592754"/>
              <a:gd name="connsiteY711" fmla="*/ 306867 h 358279"/>
              <a:gd name="connsiteX712" fmla="*/ 657669 w 1592754"/>
              <a:gd name="connsiteY712" fmla="*/ 310990 h 358279"/>
              <a:gd name="connsiteX713" fmla="*/ 665670 w 1592754"/>
              <a:gd name="connsiteY713" fmla="*/ 306682 h 358279"/>
              <a:gd name="connsiteX714" fmla="*/ 668008 w 1592754"/>
              <a:gd name="connsiteY714" fmla="*/ 301020 h 358279"/>
              <a:gd name="connsiteX715" fmla="*/ 658039 w 1592754"/>
              <a:gd name="connsiteY715" fmla="*/ 301020 h 358279"/>
              <a:gd name="connsiteX716" fmla="*/ 658039 w 1592754"/>
              <a:gd name="connsiteY716" fmla="*/ 293081 h 358279"/>
              <a:gd name="connsiteX717" fmla="*/ 676009 w 1592754"/>
              <a:gd name="connsiteY717" fmla="*/ 293081 h 358279"/>
              <a:gd name="connsiteX718" fmla="*/ 676009 w 1592754"/>
              <a:gd name="connsiteY718" fmla="*/ 317698 h 358279"/>
              <a:gd name="connsiteX719" fmla="*/ 669855 w 1592754"/>
              <a:gd name="connsiteY719" fmla="*/ 317698 h 358279"/>
              <a:gd name="connsiteX720" fmla="*/ 668993 w 1592754"/>
              <a:gd name="connsiteY720" fmla="*/ 311544 h 358279"/>
              <a:gd name="connsiteX721" fmla="*/ 668501 w 1592754"/>
              <a:gd name="connsiteY721" fmla="*/ 312282 h 358279"/>
              <a:gd name="connsiteX722" fmla="*/ 656263 w 1592754"/>
              <a:gd name="connsiteY722" fmla="*/ 318769 h 358279"/>
              <a:gd name="connsiteX723" fmla="*/ 641914 w 1592754"/>
              <a:gd name="connsiteY723" fmla="*/ 312406 h 358279"/>
              <a:gd name="connsiteX724" fmla="*/ 641914 w 1592754"/>
              <a:gd name="connsiteY724" fmla="*/ 276957 h 358279"/>
              <a:gd name="connsiteX725" fmla="*/ 655446 w 1592754"/>
              <a:gd name="connsiteY725" fmla="*/ 270387 h 358279"/>
              <a:gd name="connsiteX726" fmla="*/ 289910 w 1592754"/>
              <a:gd name="connsiteY726" fmla="*/ 270245 h 358279"/>
              <a:gd name="connsiteX727" fmla="*/ 288798 w 1592754"/>
              <a:gd name="connsiteY727" fmla="*/ 271498 h 358279"/>
              <a:gd name="connsiteX728" fmla="*/ 287669 w 1592754"/>
              <a:gd name="connsiteY728" fmla="*/ 272734 h 358279"/>
              <a:gd name="connsiteX729" fmla="*/ 292523 w 1592754"/>
              <a:gd name="connsiteY729" fmla="*/ 277112 h 358279"/>
              <a:gd name="connsiteX730" fmla="*/ 288339 w 1592754"/>
              <a:gd name="connsiteY730" fmla="*/ 281772 h 358279"/>
              <a:gd name="connsiteX731" fmla="*/ 283485 w 1592754"/>
              <a:gd name="connsiteY731" fmla="*/ 277394 h 358279"/>
              <a:gd name="connsiteX732" fmla="*/ 282355 w 1592754"/>
              <a:gd name="connsiteY732" fmla="*/ 278648 h 358279"/>
              <a:gd name="connsiteX733" fmla="*/ 281243 w 1592754"/>
              <a:gd name="connsiteY733" fmla="*/ 279883 h 358279"/>
              <a:gd name="connsiteX734" fmla="*/ 294165 w 1592754"/>
              <a:gd name="connsiteY734" fmla="*/ 291587 h 358279"/>
              <a:gd name="connsiteX735" fmla="*/ 295277 w 1592754"/>
              <a:gd name="connsiteY735" fmla="*/ 290334 h 358279"/>
              <a:gd name="connsiteX736" fmla="*/ 296407 w 1592754"/>
              <a:gd name="connsiteY736" fmla="*/ 289098 h 358279"/>
              <a:gd name="connsiteX737" fmla="*/ 290528 w 1592754"/>
              <a:gd name="connsiteY737" fmla="*/ 283802 h 358279"/>
              <a:gd name="connsiteX738" fmla="*/ 294730 w 1592754"/>
              <a:gd name="connsiteY738" fmla="*/ 279142 h 358279"/>
              <a:gd name="connsiteX739" fmla="*/ 300590 w 1592754"/>
              <a:gd name="connsiteY739" fmla="*/ 284438 h 358279"/>
              <a:gd name="connsiteX740" fmla="*/ 301720 w 1592754"/>
              <a:gd name="connsiteY740" fmla="*/ 283184 h 358279"/>
              <a:gd name="connsiteX741" fmla="*/ 302868 w 1592754"/>
              <a:gd name="connsiteY741" fmla="*/ 281913 h 358279"/>
              <a:gd name="connsiteX742" fmla="*/ 178929 w 1592754"/>
              <a:gd name="connsiteY742" fmla="*/ 261525 h 358279"/>
              <a:gd name="connsiteX743" fmla="*/ 180218 w 1592754"/>
              <a:gd name="connsiteY743" fmla="*/ 263149 h 358279"/>
              <a:gd name="connsiteX744" fmla="*/ 181630 w 1592754"/>
              <a:gd name="connsiteY744" fmla="*/ 264509 h 358279"/>
              <a:gd name="connsiteX745" fmla="*/ 181241 w 1592754"/>
              <a:gd name="connsiteY745" fmla="*/ 264932 h 358279"/>
              <a:gd name="connsiteX746" fmla="*/ 181241 w 1592754"/>
              <a:gd name="connsiteY746" fmla="*/ 275806 h 358279"/>
              <a:gd name="connsiteX747" fmla="*/ 186714 w 1592754"/>
              <a:gd name="connsiteY747" fmla="*/ 276760 h 358279"/>
              <a:gd name="connsiteX748" fmla="*/ 190968 w 1592754"/>
              <a:gd name="connsiteY748" fmla="*/ 279355 h 358279"/>
              <a:gd name="connsiteX749" fmla="*/ 195099 w 1592754"/>
              <a:gd name="connsiteY749" fmla="*/ 280502 h 358279"/>
              <a:gd name="connsiteX750" fmla="*/ 197199 w 1592754"/>
              <a:gd name="connsiteY750" fmla="*/ 282550 h 358279"/>
              <a:gd name="connsiteX751" fmla="*/ 199547 w 1592754"/>
              <a:gd name="connsiteY751" fmla="*/ 282761 h 358279"/>
              <a:gd name="connsiteX752" fmla="*/ 202831 w 1592754"/>
              <a:gd name="connsiteY752" fmla="*/ 285215 h 358279"/>
              <a:gd name="connsiteX753" fmla="*/ 205373 w 1592754"/>
              <a:gd name="connsiteY753" fmla="*/ 286786 h 358279"/>
              <a:gd name="connsiteX754" fmla="*/ 206644 w 1592754"/>
              <a:gd name="connsiteY754" fmla="*/ 288375 h 358279"/>
              <a:gd name="connsiteX755" fmla="*/ 209009 w 1592754"/>
              <a:gd name="connsiteY755" fmla="*/ 289328 h 358279"/>
              <a:gd name="connsiteX756" fmla="*/ 211692 w 1592754"/>
              <a:gd name="connsiteY756" fmla="*/ 289646 h 358279"/>
              <a:gd name="connsiteX757" fmla="*/ 215223 w 1592754"/>
              <a:gd name="connsiteY757" fmla="*/ 291058 h 358279"/>
              <a:gd name="connsiteX758" fmla="*/ 220324 w 1592754"/>
              <a:gd name="connsiteY758" fmla="*/ 293900 h 358279"/>
              <a:gd name="connsiteX759" fmla="*/ 230228 w 1592754"/>
              <a:gd name="connsiteY759" fmla="*/ 295577 h 358279"/>
              <a:gd name="connsiteX760" fmla="*/ 128989 w 1592754"/>
              <a:gd name="connsiteY760" fmla="*/ 295683 h 358279"/>
              <a:gd name="connsiteX761" fmla="*/ 141081 w 1592754"/>
              <a:gd name="connsiteY761" fmla="*/ 294271 h 358279"/>
              <a:gd name="connsiteX762" fmla="*/ 146377 w 1592754"/>
              <a:gd name="connsiteY762" fmla="*/ 291429 h 358279"/>
              <a:gd name="connsiteX763" fmla="*/ 149219 w 1592754"/>
              <a:gd name="connsiteY763" fmla="*/ 288746 h 358279"/>
              <a:gd name="connsiteX764" fmla="*/ 152061 w 1592754"/>
              <a:gd name="connsiteY764" fmla="*/ 287316 h 358279"/>
              <a:gd name="connsiteX765" fmla="*/ 154603 w 1592754"/>
              <a:gd name="connsiteY765" fmla="*/ 285886 h 358279"/>
              <a:gd name="connsiteX766" fmla="*/ 156810 w 1592754"/>
              <a:gd name="connsiteY766" fmla="*/ 283044 h 358279"/>
              <a:gd name="connsiteX767" fmla="*/ 160129 w 1592754"/>
              <a:gd name="connsiteY767" fmla="*/ 281773 h 358279"/>
              <a:gd name="connsiteX768" fmla="*/ 163289 w 1592754"/>
              <a:gd name="connsiteY768" fmla="*/ 279566 h 358279"/>
              <a:gd name="connsiteX769" fmla="*/ 167402 w 1592754"/>
              <a:gd name="connsiteY769" fmla="*/ 278454 h 358279"/>
              <a:gd name="connsiteX770" fmla="*/ 171038 w 1592754"/>
              <a:gd name="connsiteY770" fmla="*/ 276248 h 358279"/>
              <a:gd name="connsiteX771" fmla="*/ 176811 w 1592754"/>
              <a:gd name="connsiteY771" fmla="*/ 275965 h 358279"/>
              <a:gd name="connsiteX772" fmla="*/ 176811 w 1592754"/>
              <a:gd name="connsiteY772" fmla="*/ 265162 h 358279"/>
              <a:gd name="connsiteX773" fmla="*/ 176281 w 1592754"/>
              <a:gd name="connsiteY773" fmla="*/ 264668 h 358279"/>
              <a:gd name="connsiteX774" fmla="*/ 177676 w 1592754"/>
              <a:gd name="connsiteY774" fmla="*/ 263149 h 358279"/>
              <a:gd name="connsiteX775" fmla="*/ 178929 w 1592754"/>
              <a:gd name="connsiteY775" fmla="*/ 261525 h 358279"/>
              <a:gd name="connsiteX776" fmla="*/ 300573 w 1592754"/>
              <a:gd name="connsiteY776" fmla="*/ 255664 h 358279"/>
              <a:gd name="connsiteX777" fmla="*/ 299672 w 1592754"/>
              <a:gd name="connsiteY777" fmla="*/ 256953 h 358279"/>
              <a:gd name="connsiteX778" fmla="*/ 298772 w 1592754"/>
              <a:gd name="connsiteY778" fmla="*/ 258241 h 358279"/>
              <a:gd name="connsiteX779" fmla="*/ 308799 w 1592754"/>
              <a:gd name="connsiteY779" fmla="*/ 265302 h 358279"/>
              <a:gd name="connsiteX780" fmla="*/ 295083 w 1592754"/>
              <a:gd name="connsiteY780" fmla="*/ 263537 h 358279"/>
              <a:gd name="connsiteX781" fmla="*/ 294077 w 1592754"/>
              <a:gd name="connsiteY781" fmla="*/ 264984 h 358279"/>
              <a:gd name="connsiteX782" fmla="*/ 293070 w 1592754"/>
              <a:gd name="connsiteY782" fmla="*/ 266414 h 358279"/>
              <a:gd name="connsiteX783" fmla="*/ 307351 w 1592754"/>
              <a:gd name="connsiteY783" fmla="*/ 276423 h 358279"/>
              <a:gd name="connsiteX784" fmla="*/ 308252 w 1592754"/>
              <a:gd name="connsiteY784" fmla="*/ 275135 h 358279"/>
              <a:gd name="connsiteX785" fmla="*/ 309134 w 1592754"/>
              <a:gd name="connsiteY785" fmla="*/ 273846 h 358279"/>
              <a:gd name="connsiteX786" fmla="*/ 298843 w 1592754"/>
              <a:gd name="connsiteY786" fmla="*/ 266644 h 358279"/>
              <a:gd name="connsiteX787" fmla="*/ 312965 w 1592754"/>
              <a:gd name="connsiteY787" fmla="*/ 268409 h 358279"/>
              <a:gd name="connsiteX788" fmla="*/ 313936 w 1592754"/>
              <a:gd name="connsiteY788" fmla="*/ 267032 h 358279"/>
              <a:gd name="connsiteX789" fmla="*/ 314854 w 1592754"/>
              <a:gd name="connsiteY789" fmla="*/ 265673 h 358279"/>
              <a:gd name="connsiteX790" fmla="*/ 54264 w 1592754"/>
              <a:gd name="connsiteY790" fmla="*/ 254128 h 358279"/>
              <a:gd name="connsiteX791" fmla="*/ 42967 w 1592754"/>
              <a:gd name="connsiteY791" fmla="*/ 261366 h 358279"/>
              <a:gd name="connsiteX792" fmla="*/ 43938 w 1592754"/>
              <a:gd name="connsiteY792" fmla="*/ 267350 h 358279"/>
              <a:gd name="connsiteX793" fmla="*/ 48492 w 1592754"/>
              <a:gd name="connsiteY793" fmla="*/ 269857 h 358279"/>
              <a:gd name="connsiteX794" fmla="*/ 48827 w 1592754"/>
              <a:gd name="connsiteY794" fmla="*/ 269857 h 358279"/>
              <a:gd name="connsiteX795" fmla="*/ 47062 w 1592754"/>
              <a:gd name="connsiteY795" fmla="*/ 271357 h 358279"/>
              <a:gd name="connsiteX796" fmla="*/ 48280 w 1592754"/>
              <a:gd name="connsiteY796" fmla="*/ 273246 h 358279"/>
              <a:gd name="connsiteX797" fmla="*/ 56171 w 1592754"/>
              <a:gd name="connsiteY797" fmla="*/ 268127 h 358279"/>
              <a:gd name="connsiteX798" fmla="*/ 52517 w 1592754"/>
              <a:gd name="connsiteY798" fmla="*/ 262478 h 358279"/>
              <a:gd name="connsiteX799" fmla="*/ 49992 w 1592754"/>
              <a:gd name="connsiteY799" fmla="*/ 264120 h 358279"/>
              <a:gd name="connsiteX800" fmla="*/ 51952 w 1592754"/>
              <a:gd name="connsiteY800" fmla="*/ 267350 h 358279"/>
              <a:gd name="connsiteX801" fmla="*/ 49675 w 1592754"/>
              <a:gd name="connsiteY801" fmla="*/ 267791 h 358279"/>
              <a:gd name="connsiteX802" fmla="*/ 46674 w 1592754"/>
              <a:gd name="connsiteY802" fmla="*/ 266132 h 358279"/>
              <a:gd name="connsiteX803" fmla="*/ 46091 w 1592754"/>
              <a:gd name="connsiteY803" fmla="*/ 262372 h 358279"/>
              <a:gd name="connsiteX804" fmla="*/ 49233 w 1592754"/>
              <a:gd name="connsiteY804" fmla="*/ 258930 h 358279"/>
              <a:gd name="connsiteX805" fmla="*/ 53717 w 1592754"/>
              <a:gd name="connsiteY805" fmla="*/ 257482 h 358279"/>
              <a:gd name="connsiteX806" fmla="*/ 56965 w 1592754"/>
              <a:gd name="connsiteY806" fmla="*/ 259459 h 358279"/>
              <a:gd name="connsiteX807" fmla="*/ 57495 w 1592754"/>
              <a:gd name="connsiteY807" fmla="*/ 261860 h 358279"/>
              <a:gd name="connsiteX808" fmla="*/ 56471 w 1592754"/>
              <a:gd name="connsiteY808" fmla="*/ 263943 h 358279"/>
              <a:gd name="connsiteX809" fmla="*/ 58448 w 1592754"/>
              <a:gd name="connsiteY809" fmla="*/ 266750 h 358279"/>
              <a:gd name="connsiteX810" fmla="*/ 60849 w 1592754"/>
              <a:gd name="connsiteY810" fmla="*/ 262566 h 358279"/>
              <a:gd name="connsiteX811" fmla="*/ 59560 w 1592754"/>
              <a:gd name="connsiteY811" fmla="*/ 257659 h 358279"/>
              <a:gd name="connsiteX812" fmla="*/ 54264 w 1592754"/>
              <a:gd name="connsiteY812" fmla="*/ 254128 h 358279"/>
              <a:gd name="connsiteX813" fmla="*/ 311748 w 1592754"/>
              <a:gd name="connsiteY813" fmla="*/ 243978 h 358279"/>
              <a:gd name="connsiteX814" fmla="*/ 316284 w 1592754"/>
              <a:gd name="connsiteY814" fmla="*/ 245091 h 358279"/>
              <a:gd name="connsiteX815" fmla="*/ 319797 w 1592754"/>
              <a:gd name="connsiteY815" fmla="*/ 248127 h 358279"/>
              <a:gd name="connsiteX816" fmla="*/ 320110 w 1592754"/>
              <a:gd name="connsiteY816" fmla="*/ 249147 h 358279"/>
              <a:gd name="connsiteX817" fmla="*/ 316796 w 1592754"/>
              <a:gd name="connsiteY817" fmla="*/ 253776 h 358279"/>
              <a:gd name="connsiteX818" fmla="*/ 312330 w 1592754"/>
              <a:gd name="connsiteY818" fmla="*/ 252716 h 358279"/>
              <a:gd name="connsiteX819" fmla="*/ 308799 w 1592754"/>
              <a:gd name="connsiteY819" fmla="*/ 249574 h 358279"/>
              <a:gd name="connsiteX820" fmla="*/ 308799 w 1592754"/>
              <a:gd name="connsiteY820" fmla="*/ 246044 h 358279"/>
              <a:gd name="connsiteX821" fmla="*/ 311748 w 1592754"/>
              <a:gd name="connsiteY821" fmla="*/ 243978 h 358279"/>
              <a:gd name="connsiteX822" fmla="*/ 310970 w 1592754"/>
              <a:gd name="connsiteY822" fmla="*/ 240836 h 358279"/>
              <a:gd name="connsiteX823" fmla="*/ 310204 w 1592754"/>
              <a:gd name="connsiteY823" fmla="*/ 241069 h 358279"/>
              <a:gd name="connsiteX824" fmla="*/ 305674 w 1592754"/>
              <a:gd name="connsiteY824" fmla="*/ 250774 h 358279"/>
              <a:gd name="connsiteX825" fmla="*/ 310670 w 1592754"/>
              <a:gd name="connsiteY825" fmla="*/ 255787 h 358279"/>
              <a:gd name="connsiteX826" fmla="*/ 317519 w 1592754"/>
              <a:gd name="connsiteY826" fmla="*/ 257058 h 358279"/>
              <a:gd name="connsiteX827" fmla="*/ 322321 w 1592754"/>
              <a:gd name="connsiteY827" fmla="*/ 253263 h 358279"/>
              <a:gd name="connsiteX828" fmla="*/ 322286 w 1592754"/>
              <a:gd name="connsiteY828" fmla="*/ 253228 h 358279"/>
              <a:gd name="connsiteX829" fmla="*/ 322815 w 1592754"/>
              <a:gd name="connsiteY829" fmla="*/ 247138 h 358279"/>
              <a:gd name="connsiteX830" fmla="*/ 317925 w 1592754"/>
              <a:gd name="connsiteY830" fmla="*/ 242177 h 358279"/>
              <a:gd name="connsiteX831" fmla="*/ 310970 w 1592754"/>
              <a:gd name="connsiteY831" fmla="*/ 240836 h 358279"/>
              <a:gd name="connsiteX832" fmla="*/ 47097 w 1592754"/>
              <a:gd name="connsiteY832" fmla="*/ 235310 h 358279"/>
              <a:gd name="connsiteX833" fmla="*/ 31298 w 1592754"/>
              <a:gd name="connsiteY833" fmla="*/ 242689 h 358279"/>
              <a:gd name="connsiteX834" fmla="*/ 31951 w 1592754"/>
              <a:gd name="connsiteY834" fmla="*/ 244101 h 358279"/>
              <a:gd name="connsiteX835" fmla="*/ 32622 w 1592754"/>
              <a:gd name="connsiteY835" fmla="*/ 245514 h 358279"/>
              <a:gd name="connsiteX836" fmla="*/ 44008 w 1592754"/>
              <a:gd name="connsiteY836" fmla="*/ 240218 h 358279"/>
              <a:gd name="connsiteX837" fmla="*/ 35411 w 1592754"/>
              <a:gd name="connsiteY837" fmla="*/ 251533 h 358279"/>
              <a:gd name="connsiteX838" fmla="*/ 36117 w 1592754"/>
              <a:gd name="connsiteY838" fmla="*/ 253034 h 358279"/>
              <a:gd name="connsiteX839" fmla="*/ 36824 w 1592754"/>
              <a:gd name="connsiteY839" fmla="*/ 254516 h 358279"/>
              <a:gd name="connsiteX840" fmla="*/ 52623 w 1592754"/>
              <a:gd name="connsiteY840" fmla="*/ 247155 h 358279"/>
              <a:gd name="connsiteX841" fmla="*/ 51952 w 1592754"/>
              <a:gd name="connsiteY841" fmla="*/ 245725 h 358279"/>
              <a:gd name="connsiteX842" fmla="*/ 51299 w 1592754"/>
              <a:gd name="connsiteY842" fmla="*/ 244313 h 358279"/>
              <a:gd name="connsiteX843" fmla="*/ 40213 w 1592754"/>
              <a:gd name="connsiteY843" fmla="*/ 249485 h 358279"/>
              <a:gd name="connsiteX844" fmla="*/ 48580 w 1592754"/>
              <a:gd name="connsiteY844" fmla="*/ 238505 h 358279"/>
              <a:gd name="connsiteX845" fmla="*/ 47839 w 1592754"/>
              <a:gd name="connsiteY845" fmla="*/ 236917 h 358279"/>
              <a:gd name="connsiteX846" fmla="*/ 329064 w 1592754"/>
              <a:gd name="connsiteY846" fmla="*/ 228161 h 358279"/>
              <a:gd name="connsiteX847" fmla="*/ 326204 w 1592754"/>
              <a:gd name="connsiteY847" fmla="*/ 235610 h 358279"/>
              <a:gd name="connsiteX848" fmla="*/ 312824 w 1592754"/>
              <a:gd name="connsiteY848" fmla="*/ 230474 h 358279"/>
              <a:gd name="connsiteX849" fmla="*/ 312223 w 1592754"/>
              <a:gd name="connsiteY849" fmla="*/ 232045 h 358279"/>
              <a:gd name="connsiteX850" fmla="*/ 311623 w 1592754"/>
              <a:gd name="connsiteY850" fmla="*/ 233598 h 358279"/>
              <a:gd name="connsiteX851" fmla="*/ 327934 w 1592754"/>
              <a:gd name="connsiteY851" fmla="*/ 239865 h 358279"/>
              <a:gd name="connsiteX852" fmla="*/ 331959 w 1592754"/>
              <a:gd name="connsiteY852" fmla="*/ 229273 h 358279"/>
              <a:gd name="connsiteX853" fmla="*/ 330512 w 1592754"/>
              <a:gd name="connsiteY853" fmla="*/ 228726 h 358279"/>
              <a:gd name="connsiteX854" fmla="*/ 44026 w 1592754"/>
              <a:gd name="connsiteY854" fmla="*/ 227561 h 358279"/>
              <a:gd name="connsiteX855" fmla="*/ 27750 w 1592754"/>
              <a:gd name="connsiteY855" fmla="*/ 233810 h 358279"/>
              <a:gd name="connsiteX856" fmla="*/ 28350 w 1592754"/>
              <a:gd name="connsiteY856" fmla="*/ 235381 h 358279"/>
              <a:gd name="connsiteX857" fmla="*/ 28950 w 1592754"/>
              <a:gd name="connsiteY857" fmla="*/ 236934 h 358279"/>
              <a:gd name="connsiteX858" fmla="*/ 45226 w 1592754"/>
              <a:gd name="connsiteY858" fmla="*/ 230685 h 358279"/>
              <a:gd name="connsiteX859" fmla="*/ 44626 w 1592754"/>
              <a:gd name="connsiteY859" fmla="*/ 229132 h 358279"/>
              <a:gd name="connsiteX860" fmla="*/ 29109 w 1592754"/>
              <a:gd name="connsiteY860" fmla="*/ 215681 h 358279"/>
              <a:gd name="connsiteX861" fmla="*/ 28103 w 1592754"/>
              <a:gd name="connsiteY861" fmla="*/ 215945 h 358279"/>
              <a:gd name="connsiteX862" fmla="*/ 23937 w 1592754"/>
              <a:gd name="connsiteY862" fmla="*/ 218311 h 358279"/>
              <a:gd name="connsiteX863" fmla="*/ 23531 w 1592754"/>
              <a:gd name="connsiteY863" fmla="*/ 222547 h 358279"/>
              <a:gd name="connsiteX864" fmla="*/ 25844 w 1592754"/>
              <a:gd name="connsiteY864" fmla="*/ 225919 h 358279"/>
              <a:gd name="connsiteX865" fmla="*/ 25844 w 1592754"/>
              <a:gd name="connsiteY865" fmla="*/ 225884 h 358279"/>
              <a:gd name="connsiteX866" fmla="*/ 30063 w 1592754"/>
              <a:gd name="connsiteY866" fmla="*/ 226166 h 358279"/>
              <a:gd name="connsiteX867" fmla="*/ 42172 w 1592754"/>
              <a:gd name="connsiteY867" fmla="*/ 222918 h 358279"/>
              <a:gd name="connsiteX868" fmla="*/ 41731 w 1592754"/>
              <a:gd name="connsiteY868" fmla="*/ 221294 h 358279"/>
              <a:gd name="connsiteX869" fmla="*/ 41307 w 1592754"/>
              <a:gd name="connsiteY869" fmla="*/ 219688 h 358279"/>
              <a:gd name="connsiteX870" fmla="*/ 29198 w 1592754"/>
              <a:gd name="connsiteY870" fmla="*/ 222936 h 358279"/>
              <a:gd name="connsiteX871" fmla="*/ 27309 w 1592754"/>
              <a:gd name="connsiteY871" fmla="*/ 222936 h 358279"/>
              <a:gd name="connsiteX872" fmla="*/ 27129 w 1592754"/>
              <a:gd name="connsiteY872" fmla="*/ 222812 h 358279"/>
              <a:gd name="connsiteX873" fmla="*/ 26761 w 1592754"/>
              <a:gd name="connsiteY873" fmla="*/ 220041 h 358279"/>
              <a:gd name="connsiteX874" fmla="*/ 28915 w 1592754"/>
              <a:gd name="connsiteY874" fmla="*/ 219017 h 358279"/>
              <a:gd name="connsiteX875" fmla="*/ 29921 w 1592754"/>
              <a:gd name="connsiteY875" fmla="*/ 218752 h 358279"/>
              <a:gd name="connsiteX876" fmla="*/ 686594 w 1592754"/>
              <a:gd name="connsiteY876" fmla="*/ 212091 h 358279"/>
              <a:gd name="connsiteX877" fmla="*/ 686532 w 1592754"/>
              <a:gd name="connsiteY877" fmla="*/ 212214 h 358279"/>
              <a:gd name="connsiteX878" fmla="*/ 686542 w 1592754"/>
              <a:gd name="connsiteY878" fmla="*/ 212147 h 358279"/>
              <a:gd name="connsiteX879" fmla="*/ 323539 w 1592754"/>
              <a:gd name="connsiteY879" fmla="*/ 210067 h 358279"/>
              <a:gd name="connsiteX880" fmla="*/ 328217 w 1592754"/>
              <a:gd name="connsiteY880" fmla="*/ 210067 h 358279"/>
              <a:gd name="connsiteX881" fmla="*/ 332242 w 1592754"/>
              <a:gd name="connsiteY881" fmla="*/ 212274 h 358279"/>
              <a:gd name="connsiteX882" fmla="*/ 332793 w 1592754"/>
              <a:gd name="connsiteY882" fmla="*/ 213190 h 358279"/>
              <a:gd name="connsiteX883" fmla="*/ 330689 w 1592754"/>
              <a:gd name="connsiteY883" fmla="*/ 218505 h 358279"/>
              <a:gd name="connsiteX884" fmla="*/ 326099 w 1592754"/>
              <a:gd name="connsiteY884" fmla="*/ 218505 h 358279"/>
              <a:gd name="connsiteX885" fmla="*/ 321986 w 1592754"/>
              <a:gd name="connsiteY885" fmla="*/ 216281 h 358279"/>
              <a:gd name="connsiteX886" fmla="*/ 321343 w 1592754"/>
              <a:gd name="connsiteY886" fmla="*/ 215209 h 358279"/>
              <a:gd name="connsiteX887" fmla="*/ 323539 w 1592754"/>
              <a:gd name="connsiteY887" fmla="*/ 210067 h 358279"/>
              <a:gd name="connsiteX888" fmla="*/ 328994 w 1592754"/>
              <a:gd name="connsiteY888" fmla="*/ 206819 h 358279"/>
              <a:gd name="connsiteX889" fmla="*/ 321932 w 1592754"/>
              <a:gd name="connsiteY889" fmla="*/ 207207 h 358279"/>
              <a:gd name="connsiteX890" fmla="*/ 321237 w 1592754"/>
              <a:gd name="connsiteY890" fmla="*/ 207626 h 358279"/>
              <a:gd name="connsiteX891" fmla="*/ 319214 w 1592754"/>
              <a:gd name="connsiteY891" fmla="*/ 218117 h 358279"/>
              <a:gd name="connsiteX892" fmla="*/ 325287 w 1592754"/>
              <a:gd name="connsiteY892" fmla="*/ 221788 h 358279"/>
              <a:gd name="connsiteX893" fmla="*/ 332242 w 1592754"/>
              <a:gd name="connsiteY893" fmla="*/ 221365 h 358279"/>
              <a:gd name="connsiteX894" fmla="*/ 335966 w 1592754"/>
              <a:gd name="connsiteY894" fmla="*/ 216510 h 358279"/>
              <a:gd name="connsiteX895" fmla="*/ 334942 w 1592754"/>
              <a:gd name="connsiteY895" fmla="*/ 210455 h 358279"/>
              <a:gd name="connsiteX896" fmla="*/ 328994 w 1592754"/>
              <a:gd name="connsiteY896" fmla="*/ 206819 h 358279"/>
              <a:gd name="connsiteX897" fmla="*/ 38006 w 1592754"/>
              <a:gd name="connsiteY897" fmla="*/ 205672 h 358279"/>
              <a:gd name="connsiteX898" fmla="*/ 20901 w 1592754"/>
              <a:gd name="connsiteY898" fmla="*/ 209008 h 358279"/>
              <a:gd name="connsiteX899" fmla="*/ 21219 w 1592754"/>
              <a:gd name="connsiteY899" fmla="*/ 210650 h 358279"/>
              <a:gd name="connsiteX900" fmla="*/ 21536 w 1592754"/>
              <a:gd name="connsiteY900" fmla="*/ 212291 h 358279"/>
              <a:gd name="connsiteX901" fmla="*/ 38642 w 1592754"/>
              <a:gd name="connsiteY901" fmla="*/ 208973 h 358279"/>
              <a:gd name="connsiteX902" fmla="*/ 38324 w 1592754"/>
              <a:gd name="connsiteY902" fmla="*/ 207313 h 358279"/>
              <a:gd name="connsiteX903" fmla="*/ 75148 w 1592754"/>
              <a:gd name="connsiteY903" fmla="*/ 205495 h 358279"/>
              <a:gd name="connsiteX904" fmla="*/ 95078 w 1592754"/>
              <a:gd name="connsiteY904" fmla="*/ 208655 h 358279"/>
              <a:gd name="connsiteX905" fmla="*/ 142917 w 1592754"/>
              <a:gd name="connsiteY905" fmla="*/ 208267 h 358279"/>
              <a:gd name="connsiteX906" fmla="*/ 149855 w 1592754"/>
              <a:gd name="connsiteY906" fmla="*/ 209397 h 358279"/>
              <a:gd name="connsiteX907" fmla="*/ 165089 w 1592754"/>
              <a:gd name="connsiteY907" fmla="*/ 211162 h 358279"/>
              <a:gd name="connsiteX908" fmla="*/ 160411 w 1592754"/>
              <a:gd name="connsiteY908" fmla="*/ 230068 h 358279"/>
              <a:gd name="connsiteX909" fmla="*/ 179140 w 1592754"/>
              <a:gd name="connsiteY909" fmla="*/ 233245 h 358279"/>
              <a:gd name="connsiteX910" fmla="*/ 197852 w 1592754"/>
              <a:gd name="connsiteY910" fmla="*/ 230068 h 358279"/>
              <a:gd name="connsiteX911" fmla="*/ 193174 w 1592754"/>
              <a:gd name="connsiteY911" fmla="*/ 211179 h 358279"/>
              <a:gd name="connsiteX912" fmla="*/ 208409 w 1592754"/>
              <a:gd name="connsiteY912" fmla="*/ 209414 h 358279"/>
              <a:gd name="connsiteX913" fmla="*/ 215364 w 1592754"/>
              <a:gd name="connsiteY913" fmla="*/ 208284 h 358279"/>
              <a:gd name="connsiteX914" fmla="*/ 263203 w 1592754"/>
              <a:gd name="connsiteY914" fmla="*/ 208673 h 358279"/>
              <a:gd name="connsiteX915" fmla="*/ 263273 w 1592754"/>
              <a:gd name="connsiteY915" fmla="*/ 208655 h 358279"/>
              <a:gd name="connsiteX916" fmla="*/ 283185 w 1592754"/>
              <a:gd name="connsiteY916" fmla="*/ 205495 h 358279"/>
              <a:gd name="connsiteX917" fmla="*/ 270652 w 1592754"/>
              <a:gd name="connsiteY917" fmla="*/ 219476 h 358279"/>
              <a:gd name="connsiteX918" fmla="*/ 191674 w 1592754"/>
              <a:gd name="connsiteY918" fmla="*/ 233951 h 358279"/>
              <a:gd name="connsiteX919" fmla="*/ 196740 w 1592754"/>
              <a:gd name="connsiteY919" fmla="*/ 254217 h 358279"/>
              <a:gd name="connsiteX920" fmla="*/ 179087 w 1592754"/>
              <a:gd name="connsiteY920" fmla="*/ 258030 h 358279"/>
              <a:gd name="connsiteX921" fmla="*/ 161435 w 1592754"/>
              <a:gd name="connsiteY921" fmla="*/ 254217 h 358279"/>
              <a:gd name="connsiteX922" fmla="*/ 166501 w 1592754"/>
              <a:gd name="connsiteY922" fmla="*/ 233951 h 358279"/>
              <a:gd name="connsiteX923" fmla="*/ 87682 w 1592754"/>
              <a:gd name="connsiteY923" fmla="*/ 219476 h 358279"/>
              <a:gd name="connsiteX924" fmla="*/ 75148 w 1592754"/>
              <a:gd name="connsiteY924" fmla="*/ 205495 h 358279"/>
              <a:gd name="connsiteX925" fmla="*/ 664993 w 1592754"/>
              <a:gd name="connsiteY925" fmla="*/ 195782 h 358279"/>
              <a:gd name="connsiteX926" fmla="*/ 671147 w 1592754"/>
              <a:gd name="connsiteY926" fmla="*/ 203475 h 358279"/>
              <a:gd name="connsiteX927" fmla="*/ 677670 w 1592754"/>
              <a:gd name="connsiteY927" fmla="*/ 201875 h 358279"/>
              <a:gd name="connsiteX928" fmla="*/ 685240 w 1592754"/>
              <a:gd name="connsiteY928" fmla="*/ 201875 h 358279"/>
              <a:gd name="connsiteX929" fmla="*/ 687887 w 1592754"/>
              <a:gd name="connsiteY929" fmla="*/ 203106 h 358279"/>
              <a:gd name="connsiteX930" fmla="*/ 687271 w 1592754"/>
              <a:gd name="connsiteY930" fmla="*/ 207414 h 358279"/>
              <a:gd name="connsiteX931" fmla="*/ 686542 w 1592754"/>
              <a:gd name="connsiteY931" fmla="*/ 212147 h 358279"/>
              <a:gd name="connsiteX932" fmla="*/ 683271 w 1592754"/>
              <a:gd name="connsiteY932" fmla="*/ 215722 h 358279"/>
              <a:gd name="connsiteX933" fmla="*/ 679886 w 1592754"/>
              <a:gd name="connsiteY933" fmla="*/ 218245 h 358279"/>
              <a:gd name="connsiteX934" fmla="*/ 677486 w 1592754"/>
              <a:gd name="connsiteY934" fmla="*/ 225076 h 358279"/>
              <a:gd name="connsiteX935" fmla="*/ 672686 w 1592754"/>
              <a:gd name="connsiteY935" fmla="*/ 228338 h 358279"/>
              <a:gd name="connsiteX936" fmla="*/ 667147 w 1592754"/>
              <a:gd name="connsiteY936" fmla="*/ 228830 h 358279"/>
              <a:gd name="connsiteX937" fmla="*/ 659823 w 1592754"/>
              <a:gd name="connsiteY937" fmla="*/ 231908 h 358279"/>
              <a:gd name="connsiteX938" fmla="*/ 651084 w 1592754"/>
              <a:gd name="connsiteY938" fmla="*/ 224707 h 358279"/>
              <a:gd name="connsiteX939" fmla="*/ 652007 w 1592754"/>
              <a:gd name="connsiteY939" fmla="*/ 219291 h 358279"/>
              <a:gd name="connsiteX940" fmla="*/ 650715 w 1592754"/>
              <a:gd name="connsiteY940" fmla="*/ 214983 h 358279"/>
              <a:gd name="connsiteX941" fmla="*/ 653362 w 1592754"/>
              <a:gd name="connsiteY941" fmla="*/ 209937 h 358279"/>
              <a:gd name="connsiteX942" fmla="*/ 660070 w 1592754"/>
              <a:gd name="connsiteY942" fmla="*/ 198429 h 358279"/>
              <a:gd name="connsiteX943" fmla="*/ 664993 w 1592754"/>
              <a:gd name="connsiteY943" fmla="*/ 195782 h 358279"/>
              <a:gd name="connsiteX944" fmla="*/ 35976 w 1592754"/>
              <a:gd name="connsiteY944" fmla="*/ 189166 h 358279"/>
              <a:gd name="connsiteX945" fmla="*/ 18677 w 1592754"/>
              <a:gd name="connsiteY945" fmla="*/ 191302 h 358279"/>
              <a:gd name="connsiteX946" fmla="*/ 20159 w 1592754"/>
              <a:gd name="connsiteY946" fmla="*/ 203447 h 358279"/>
              <a:gd name="connsiteX947" fmla="*/ 21695 w 1592754"/>
              <a:gd name="connsiteY947" fmla="*/ 203271 h 358279"/>
              <a:gd name="connsiteX948" fmla="*/ 23231 w 1592754"/>
              <a:gd name="connsiteY948" fmla="*/ 203077 h 358279"/>
              <a:gd name="connsiteX949" fmla="*/ 22154 w 1592754"/>
              <a:gd name="connsiteY949" fmla="*/ 194250 h 358279"/>
              <a:gd name="connsiteX950" fmla="*/ 26656 w 1592754"/>
              <a:gd name="connsiteY950" fmla="*/ 193685 h 358279"/>
              <a:gd name="connsiteX951" fmla="*/ 27609 w 1592754"/>
              <a:gd name="connsiteY951" fmla="*/ 201470 h 358279"/>
              <a:gd name="connsiteX952" fmla="*/ 29109 w 1592754"/>
              <a:gd name="connsiteY952" fmla="*/ 201294 h 358279"/>
              <a:gd name="connsiteX953" fmla="*/ 30592 w 1592754"/>
              <a:gd name="connsiteY953" fmla="*/ 201117 h 358279"/>
              <a:gd name="connsiteX954" fmla="*/ 29639 w 1592754"/>
              <a:gd name="connsiteY954" fmla="*/ 193332 h 358279"/>
              <a:gd name="connsiteX955" fmla="*/ 33311 w 1592754"/>
              <a:gd name="connsiteY955" fmla="*/ 192873 h 358279"/>
              <a:gd name="connsiteX956" fmla="*/ 34335 w 1592754"/>
              <a:gd name="connsiteY956" fmla="*/ 201258 h 358279"/>
              <a:gd name="connsiteX957" fmla="*/ 35888 w 1592754"/>
              <a:gd name="connsiteY957" fmla="*/ 201082 h 358279"/>
              <a:gd name="connsiteX958" fmla="*/ 37406 w 1592754"/>
              <a:gd name="connsiteY958" fmla="*/ 200888 h 358279"/>
              <a:gd name="connsiteX959" fmla="*/ 327723 w 1592754"/>
              <a:gd name="connsiteY959" fmla="*/ 186218 h 358279"/>
              <a:gd name="connsiteX960" fmla="*/ 323256 w 1592754"/>
              <a:gd name="connsiteY960" fmla="*/ 187984 h 358279"/>
              <a:gd name="connsiteX961" fmla="*/ 323256 w 1592754"/>
              <a:gd name="connsiteY961" fmla="*/ 198575 h 358279"/>
              <a:gd name="connsiteX962" fmla="*/ 336602 w 1592754"/>
              <a:gd name="connsiteY962" fmla="*/ 199828 h 358279"/>
              <a:gd name="connsiteX963" fmla="*/ 339532 w 1592754"/>
              <a:gd name="connsiteY963" fmla="*/ 194533 h 358279"/>
              <a:gd name="connsiteX964" fmla="*/ 337484 w 1592754"/>
              <a:gd name="connsiteY964" fmla="*/ 189749 h 358279"/>
              <a:gd name="connsiteX965" fmla="*/ 337220 w 1592754"/>
              <a:gd name="connsiteY965" fmla="*/ 189608 h 358279"/>
              <a:gd name="connsiteX966" fmla="*/ 339497 w 1592754"/>
              <a:gd name="connsiteY966" fmla="*/ 189466 h 358279"/>
              <a:gd name="connsiteX967" fmla="*/ 339656 w 1592754"/>
              <a:gd name="connsiteY967" fmla="*/ 187260 h 358279"/>
              <a:gd name="connsiteX968" fmla="*/ 330282 w 1592754"/>
              <a:gd name="connsiteY968" fmla="*/ 186448 h 358279"/>
              <a:gd name="connsiteX969" fmla="*/ 329700 w 1592754"/>
              <a:gd name="connsiteY969" fmla="*/ 193138 h 358279"/>
              <a:gd name="connsiteX970" fmla="*/ 332701 w 1592754"/>
              <a:gd name="connsiteY970" fmla="*/ 193403 h 358279"/>
              <a:gd name="connsiteX971" fmla="*/ 333018 w 1592754"/>
              <a:gd name="connsiteY971" fmla="*/ 189625 h 358279"/>
              <a:gd name="connsiteX972" fmla="*/ 335084 w 1592754"/>
              <a:gd name="connsiteY972" fmla="*/ 190684 h 358279"/>
              <a:gd name="connsiteX973" fmla="*/ 336425 w 1592754"/>
              <a:gd name="connsiteY973" fmla="*/ 193844 h 358279"/>
              <a:gd name="connsiteX974" fmla="*/ 334660 w 1592754"/>
              <a:gd name="connsiteY974" fmla="*/ 197163 h 358279"/>
              <a:gd name="connsiteX975" fmla="*/ 330053 w 1592754"/>
              <a:gd name="connsiteY975" fmla="*/ 197940 h 358279"/>
              <a:gd name="connsiteX976" fmla="*/ 325622 w 1592754"/>
              <a:gd name="connsiteY976" fmla="*/ 196316 h 358279"/>
              <a:gd name="connsiteX977" fmla="*/ 324280 w 1592754"/>
              <a:gd name="connsiteY977" fmla="*/ 192785 h 358279"/>
              <a:gd name="connsiteX978" fmla="*/ 325339 w 1592754"/>
              <a:gd name="connsiteY978" fmla="*/ 190543 h 358279"/>
              <a:gd name="connsiteX979" fmla="*/ 327440 w 1592754"/>
              <a:gd name="connsiteY979" fmla="*/ 189555 h 358279"/>
              <a:gd name="connsiteX980" fmla="*/ 86604 w 1592754"/>
              <a:gd name="connsiteY980" fmla="*/ 180799 h 358279"/>
              <a:gd name="connsiteX981" fmla="*/ 97655 w 1592754"/>
              <a:gd name="connsiteY981" fmla="*/ 182000 h 358279"/>
              <a:gd name="connsiteX982" fmla="*/ 107240 w 1592754"/>
              <a:gd name="connsiteY982" fmla="*/ 182000 h 358279"/>
              <a:gd name="connsiteX983" fmla="*/ 118220 w 1592754"/>
              <a:gd name="connsiteY983" fmla="*/ 181894 h 358279"/>
              <a:gd name="connsiteX984" fmla="*/ 134796 w 1592754"/>
              <a:gd name="connsiteY984" fmla="*/ 182317 h 358279"/>
              <a:gd name="connsiteX985" fmla="*/ 152714 w 1592754"/>
              <a:gd name="connsiteY985" fmla="*/ 186483 h 358279"/>
              <a:gd name="connsiteX986" fmla="*/ 165371 w 1592754"/>
              <a:gd name="connsiteY986" fmla="*/ 187348 h 358279"/>
              <a:gd name="connsiteX987" fmla="*/ 161099 w 1592754"/>
              <a:gd name="connsiteY987" fmla="*/ 205513 h 358279"/>
              <a:gd name="connsiteX988" fmla="*/ 178751 w 1592754"/>
              <a:gd name="connsiteY988" fmla="*/ 207596 h 358279"/>
              <a:gd name="connsiteX989" fmla="*/ 178946 w 1592754"/>
              <a:gd name="connsiteY989" fmla="*/ 207596 h 358279"/>
              <a:gd name="connsiteX990" fmla="*/ 179175 w 1592754"/>
              <a:gd name="connsiteY990" fmla="*/ 207596 h 358279"/>
              <a:gd name="connsiteX991" fmla="*/ 196951 w 1592754"/>
              <a:gd name="connsiteY991" fmla="*/ 205478 h 358279"/>
              <a:gd name="connsiteX992" fmla="*/ 192680 w 1592754"/>
              <a:gd name="connsiteY992" fmla="*/ 187313 h 358279"/>
              <a:gd name="connsiteX993" fmla="*/ 205336 w 1592754"/>
              <a:gd name="connsiteY993" fmla="*/ 186448 h 358279"/>
              <a:gd name="connsiteX994" fmla="*/ 223325 w 1592754"/>
              <a:gd name="connsiteY994" fmla="*/ 182335 h 358279"/>
              <a:gd name="connsiteX995" fmla="*/ 239901 w 1592754"/>
              <a:gd name="connsiteY995" fmla="*/ 181911 h 358279"/>
              <a:gd name="connsiteX996" fmla="*/ 250880 w 1592754"/>
              <a:gd name="connsiteY996" fmla="*/ 182017 h 358279"/>
              <a:gd name="connsiteX997" fmla="*/ 260466 w 1592754"/>
              <a:gd name="connsiteY997" fmla="*/ 182017 h 358279"/>
              <a:gd name="connsiteX998" fmla="*/ 260466 w 1592754"/>
              <a:gd name="connsiteY998" fmla="*/ 182000 h 358279"/>
              <a:gd name="connsiteX999" fmla="*/ 271516 w 1592754"/>
              <a:gd name="connsiteY999" fmla="*/ 180799 h 358279"/>
              <a:gd name="connsiteX1000" fmla="*/ 260925 w 1592754"/>
              <a:gd name="connsiteY1000" fmla="*/ 191232 h 358279"/>
              <a:gd name="connsiteX1001" fmla="*/ 245514 w 1592754"/>
              <a:gd name="connsiteY1001" fmla="*/ 198293 h 358279"/>
              <a:gd name="connsiteX1002" fmla="*/ 207896 w 1592754"/>
              <a:gd name="connsiteY1002" fmla="*/ 206608 h 358279"/>
              <a:gd name="connsiteX1003" fmla="*/ 191108 w 1592754"/>
              <a:gd name="connsiteY1003" fmla="*/ 208496 h 358279"/>
              <a:gd name="connsiteX1004" fmla="*/ 189484 w 1592754"/>
              <a:gd name="connsiteY1004" fmla="*/ 208655 h 358279"/>
              <a:gd name="connsiteX1005" fmla="*/ 194198 w 1592754"/>
              <a:gd name="connsiteY1005" fmla="*/ 227773 h 358279"/>
              <a:gd name="connsiteX1006" fmla="*/ 178999 w 1592754"/>
              <a:gd name="connsiteY1006" fmla="*/ 230350 h 358279"/>
              <a:gd name="connsiteX1007" fmla="*/ 163782 w 1592754"/>
              <a:gd name="connsiteY1007" fmla="*/ 227773 h 358279"/>
              <a:gd name="connsiteX1008" fmla="*/ 168513 w 1592754"/>
              <a:gd name="connsiteY1008" fmla="*/ 208655 h 358279"/>
              <a:gd name="connsiteX1009" fmla="*/ 166871 w 1592754"/>
              <a:gd name="connsiteY1009" fmla="*/ 208496 h 358279"/>
              <a:gd name="connsiteX1010" fmla="*/ 150084 w 1592754"/>
              <a:gd name="connsiteY1010" fmla="*/ 206608 h 358279"/>
              <a:gd name="connsiteX1011" fmla="*/ 112607 w 1592754"/>
              <a:gd name="connsiteY1011" fmla="*/ 198293 h 358279"/>
              <a:gd name="connsiteX1012" fmla="*/ 97196 w 1592754"/>
              <a:gd name="connsiteY1012" fmla="*/ 191232 h 358279"/>
              <a:gd name="connsiteX1013" fmla="*/ 86604 w 1592754"/>
              <a:gd name="connsiteY1013" fmla="*/ 180799 h 358279"/>
              <a:gd name="connsiteX1014" fmla="*/ 747091 w 1592754"/>
              <a:gd name="connsiteY1014" fmla="*/ 180642 h 358279"/>
              <a:gd name="connsiteX1015" fmla="*/ 752015 w 1592754"/>
              <a:gd name="connsiteY1015" fmla="*/ 181750 h 358279"/>
              <a:gd name="connsiteX1016" fmla="*/ 756999 w 1592754"/>
              <a:gd name="connsiteY1016" fmla="*/ 184335 h 358279"/>
              <a:gd name="connsiteX1017" fmla="*/ 761984 w 1592754"/>
              <a:gd name="connsiteY1017" fmla="*/ 184766 h 358279"/>
              <a:gd name="connsiteX1018" fmla="*/ 766908 w 1592754"/>
              <a:gd name="connsiteY1018" fmla="*/ 186304 h 358279"/>
              <a:gd name="connsiteX1019" fmla="*/ 771154 w 1592754"/>
              <a:gd name="connsiteY1019" fmla="*/ 185628 h 358279"/>
              <a:gd name="connsiteX1020" fmla="*/ 781247 w 1592754"/>
              <a:gd name="connsiteY1020" fmla="*/ 194551 h 358279"/>
              <a:gd name="connsiteX1021" fmla="*/ 780693 w 1592754"/>
              <a:gd name="connsiteY1021" fmla="*/ 194674 h 358279"/>
              <a:gd name="connsiteX1022" fmla="*/ 783340 w 1592754"/>
              <a:gd name="connsiteY1022" fmla="*/ 198552 h 358279"/>
              <a:gd name="connsiteX1023" fmla="*/ 783340 w 1592754"/>
              <a:gd name="connsiteY1023" fmla="*/ 203598 h 358279"/>
              <a:gd name="connsiteX1024" fmla="*/ 779770 w 1592754"/>
              <a:gd name="connsiteY1024" fmla="*/ 208276 h 358279"/>
              <a:gd name="connsiteX1025" fmla="*/ 777001 w 1592754"/>
              <a:gd name="connsiteY1025" fmla="*/ 213938 h 358279"/>
              <a:gd name="connsiteX1026" fmla="*/ 773739 w 1592754"/>
              <a:gd name="connsiteY1026" fmla="*/ 217753 h 358279"/>
              <a:gd name="connsiteX1027" fmla="*/ 768077 w 1592754"/>
              <a:gd name="connsiteY1027" fmla="*/ 220030 h 358279"/>
              <a:gd name="connsiteX1028" fmla="*/ 763276 w 1592754"/>
              <a:gd name="connsiteY1028" fmla="*/ 220030 h 358279"/>
              <a:gd name="connsiteX1029" fmla="*/ 758230 w 1592754"/>
              <a:gd name="connsiteY1029" fmla="*/ 222430 h 358279"/>
              <a:gd name="connsiteX1030" fmla="*/ 754292 w 1592754"/>
              <a:gd name="connsiteY1030" fmla="*/ 218245 h 358279"/>
              <a:gd name="connsiteX1031" fmla="*/ 754292 w 1592754"/>
              <a:gd name="connsiteY1031" fmla="*/ 212707 h 358279"/>
              <a:gd name="connsiteX1032" fmla="*/ 750229 w 1592754"/>
              <a:gd name="connsiteY1032" fmla="*/ 205260 h 358279"/>
              <a:gd name="connsiteX1033" fmla="*/ 746968 w 1592754"/>
              <a:gd name="connsiteY1033" fmla="*/ 198798 h 358279"/>
              <a:gd name="connsiteX1034" fmla="*/ 745060 w 1592754"/>
              <a:gd name="connsiteY1034" fmla="*/ 191597 h 358279"/>
              <a:gd name="connsiteX1035" fmla="*/ 745429 w 1592754"/>
              <a:gd name="connsiteY1035" fmla="*/ 187166 h 358279"/>
              <a:gd name="connsiteX1036" fmla="*/ 747091 w 1592754"/>
              <a:gd name="connsiteY1036" fmla="*/ 180642 h 358279"/>
              <a:gd name="connsiteX1037" fmla="*/ 28845 w 1592754"/>
              <a:gd name="connsiteY1037" fmla="*/ 174338 h 358279"/>
              <a:gd name="connsiteX1038" fmla="*/ 32676 w 1592754"/>
              <a:gd name="connsiteY1038" fmla="*/ 174338 h 358279"/>
              <a:gd name="connsiteX1039" fmla="*/ 32676 w 1592754"/>
              <a:gd name="connsiteY1039" fmla="*/ 178045 h 358279"/>
              <a:gd name="connsiteX1040" fmla="*/ 32199 w 1592754"/>
              <a:gd name="connsiteY1040" fmla="*/ 180005 h 358279"/>
              <a:gd name="connsiteX1041" fmla="*/ 30858 w 1592754"/>
              <a:gd name="connsiteY1041" fmla="*/ 180640 h 358279"/>
              <a:gd name="connsiteX1042" fmla="*/ 29322 w 1592754"/>
              <a:gd name="connsiteY1042" fmla="*/ 180058 h 358279"/>
              <a:gd name="connsiteX1043" fmla="*/ 28845 w 1592754"/>
              <a:gd name="connsiteY1043" fmla="*/ 178169 h 358279"/>
              <a:gd name="connsiteX1044" fmla="*/ 21272 w 1592754"/>
              <a:gd name="connsiteY1044" fmla="*/ 174109 h 358279"/>
              <a:gd name="connsiteX1045" fmla="*/ 25914 w 1592754"/>
              <a:gd name="connsiteY1045" fmla="*/ 174198 h 358279"/>
              <a:gd name="connsiteX1046" fmla="*/ 25914 w 1592754"/>
              <a:gd name="connsiteY1046" fmla="*/ 178187 h 358279"/>
              <a:gd name="connsiteX1047" fmla="*/ 25350 w 1592754"/>
              <a:gd name="connsiteY1047" fmla="*/ 180200 h 358279"/>
              <a:gd name="connsiteX1048" fmla="*/ 23708 w 1592754"/>
              <a:gd name="connsiteY1048" fmla="*/ 180835 h 358279"/>
              <a:gd name="connsiteX1049" fmla="*/ 21854 w 1592754"/>
              <a:gd name="connsiteY1049" fmla="*/ 180147 h 358279"/>
              <a:gd name="connsiteX1050" fmla="*/ 21272 w 1592754"/>
              <a:gd name="connsiteY1050" fmla="*/ 178169 h 358279"/>
              <a:gd name="connsiteX1051" fmla="*/ 18359 w 1592754"/>
              <a:gd name="connsiteY1051" fmla="*/ 170843 h 358279"/>
              <a:gd name="connsiteX1052" fmla="*/ 18359 w 1592754"/>
              <a:gd name="connsiteY1052" fmla="*/ 172449 h 358279"/>
              <a:gd name="connsiteX1053" fmla="*/ 18341 w 1592754"/>
              <a:gd name="connsiteY1053" fmla="*/ 178116 h 358279"/>
              <a:gd name="connsiteX1054" fmla="*/ 19647 w 1592754"/>
              <a:gd name="connsiteY1054" fmla="*/ 182599 h 358279"/>
              <a:gd name="connsiteX1055" fmla="*/ 23690 w 1592754"/>
              <a:gd name="connsiteY1055" fmla="*/ 184188 h 358279"/>
              <a:gd name="connsiteX1056" fmla="*/ 27062 w 1592754"/>
              <a:gd name="connsiteY1056" fmla="*/ 182705 h 358279"/>
              <a:gd name="connsiteX1057" fmla="*/ 27644 w 1592754"/>
              <a:gd name="connsiteY1057" fmla="*/ 181717 h 358279"/>
              <a:gd name="connsiteX1058" fmla="*/ 31175 w 1592754"/>
              <a:gd name="connsiteY1058" fmla="*/ 183782 h 358279"/>
              <a:gd name="connsiteX1059" fmla="*/ 34440 w 1592754"/>
              <a:gd name="connsiteY1059" fmla="*/ 182529 h 358279"/>
              <a:gd name="connsiteX1060" fmla="*/ 35658 w 1592754"/>
              <a:gd name="connsiteY1060" fmla="*/ 178910 h 358279"/>
              <a:gd name="connsiteX1061" fmla="*/ 35782 w 1592754"/>
              <a:gd name="connsiteY1061" fmla="*/ 172749 h 358279"/>
              <a:gd name="connsiteX1062" fmla="*/ 35782 w 1592754"/>
              <a:gd name="connsiteY1062" fmla="*/ 171161 h 358279"/>
              <a:gd name="connsiteX1063" fmla="*/ 322497 w 1592754"/>
              <a:gd name="connsiteY1063" fmla="*/ 167736 h 358279"/>
              <a:gd name="connsiteX1064" fmla="*/ 322497 w 1592754"/>
              <a:gd name="connsiteY1064" fmla="*/ 169642 h 358279"/>
              <a:gd name="connsiteX1065" fmla="*/ 322497 w 1592754"/>
              <a:gd name="connsiteY1065" fmla="*/ 171531 h 358279"/>
              <a:gd name="connsiteX1066" fmla="*/ 330141 w 1592754"/>
              <a:gd name="connsiteY1066" fmla="*/ 174391 h 358279"/>
              <a:gd name="connsiteX1067" fmla="*/ 322709 w 1592754"/>
              <a:gd name="connsiteY1067" fmla="*/ 177922 h 358279"/>
              <a:gd name="connsiteX1068" fmla="*/ 322709 w 1592754"/>
              <a:gd name="connsiteY1068" fmla="*/ 179916 h 358279"/>
              <a:gd name="connsiteX1069" fmla="*/ 322709 w 1592754"/>
              <a:gd name="connsiteY1069" fmla="*/ 181911 h 358279"/>
              <a:gd name="connsiteX1070" fmla="*/ 333301 w 1592754"/>
              <a:gd name="connsiteY1070" fmla="*/ 175927 h 358279"/>
              <a:gd name="connsiteX1071" fmla="*/ 339850 w 1592754"/>
              <a:gd name="connsiteY1071" fmla="*/ 175697 h 358279"/>
              <a:gd name="connsiteX1072" fmla="*/ 339850 w 1592754"/>
              <a:gd name="connsiteY1072" fmla="*/ 174020 h 358279"/>
              <a:gd name="connsiteX1073" fmla="*/ 339850 w 1592754"/>
              <a:gd name="connsiteY1073" fmla="*/ 172361 h 358279"/>
              <a:gd name="connsiteX1074" fmla="*/ 333230 w 1592754"/>
              <a:gd name="connsiteY1074" fmla="*/ 172590 h 358279"/>
              <a:gd name="connsiteX1075" fmla="*/ 260872 w 1592754"/>
              <a:gd name="connsiteY1075" fmla="*/ 153279 h 358279"/>
              <a:gd name="connsiteX1076" fmla="*/ 250439 w 1592754"/>
              <a:gd name="connsiteY1076" fmla="*/ 164736 h 358279"/>
              <a:gd name="connsiteX1077" fmla="*/ 235064 w 1592754"/>
              <a:gd name="connsiteY1077" fmla="*/ 174692 h 358279"/>
              <a:gd name="connsiteX1078" fmla="*/ 204754 w 1592754"/>
              <a:gd name="connsiteY1078" fmla="*/ 183607 h 358279"/>
              <a:gd name="connsiteX1079" fmla="*/ 191673 w 1592754"/>
              <a:gd name="connsiteY1079" fmla="*/ 184436 h 358279"/>
              <a:gd name="connsiteX1080" fmla="*/ 188972 w 1592754"/>
              <a:gd name="connsiteY1080" fmla="*/ 184436 h 358279"/>
              <a:gd name="connsiteX1081" fmla="*/ 193350 w 1592754"/>
              <a:gd name="connsiteY1081" fmla="*/ 203025 h 358279"/>
              <a:gd name="connsiteX1082" fmla="*/ 179228 w 1592754"/>
              <a:gd name="connsiteY1082" fmla="*/ 204790 h 358279"/>
              <a:gd name="connsiteX1083" fmla="*/ 179052 w 1592754"/>
              <a:gd name="connsiteY1083" fmla="*/ 204790 h 358279"/>
              <a:gd name="connsiteX1084" fmla="*/ 178857 w 1592754"/>
              <a:gd name="connsiteY1084" fmla="*/ 204790 h 358279"/>
              <a:gd name="connsiteX1085" fmla="*/ 164735 w 1592754"/>
              <a:gd name="connsiteY1085" fmla="*/ 203025 h 358279"/>
              <a:gd name="connsiteX1086" fmla="*/ 169131 w 1592754"/>
              <a:gd name="connsiteY1086" fmla="*/ 184472 h 358279"/>
              <a:gd name="connsiteX1087" fmla="*/ 166430 w 1592754"/>
              <a:gd name="connsiteY1087" fmla="*/ 184472 h 358279"/>
              <a:gd name="connsiteX1088" fmla="*/ 153349 w 1592754"/>
              <a:gd name="connsiteY1088" fmla="*/ 183642 h 358279"/>
              <a:gd name="connsiteX1089" fmla="*/ 123040 w 1592754"/>
              <a:gd name="connsiteY1089" fmla="*/ 174727 h 358279"/>
              <a:gd name="connsiteX1090" fmla="*/ 107629 w 1592754"/>
              <a:gd name="connsiteY1090" fmla="*/ 164754 h 358279"/>
              <a:gd name="connsiteX1091" fmla="*/ 97231 w 1592754"/>
              <a:gd name="connsiteY1091" fmla="*/ 153315 h 358279"/>
              <a:gd name="connsiteX1092" fmla="*/ 108141 w 1592754"/>
              <a:gd name="connsiteY1092" fmla="*/ 154550 h 358279"/>
              <a:gd name="connsiteX1093" fmla="*/ 112377 w 1592754"/>
              <a:gd name="connsiteY1093" fmla="*/ 154744 h 358279"/>
              <a:gd name="connsiteX1094" fmla="*/ 132290 w 1592754"/>
              <a:gd name="connsiteY1094" fmla="*/ 155786 h 358279"/>
              <a:gd name="connsiteX1095" fmla="*/ 134514 w 1592754"/>
              <a:gd name="connsiteY1095" fmla="*/ 156969 h 358279"/>
              <a:gd name="connsiteX1096" fmla="*/ 157003 w 1592754"/>
              <a:gd name="connsiteY1096" fmla="*/ 164153 h 358279"/>
              <a:gd name="connsiteX1097" fmla="*/ 161028 w 1592754"/>
              <a:gd name="connsiteY1097" fmla="*/ 164418 h 358279"/>
              <a:gd name="connsiteX1098" fmla="*/ 165971 w 1592754"/>
              <a:gd name="connsiteY1098" fmla="*/ 164153 h 358279"/>
              <a:gd name="connsiteX1099" fmla="*/ 162087 w 1592754"/>
              <a:gd name="connsiteY1099" fmla="*/ 180306 h 358279"/>
              <a:gd name="connsiteX1100" fmla="*/ 179140 w 1592754"/>
              <a:gd name="connsiteY1100" fmla="*/ 181382 h 358279"/>
              <a:gd name="connsiteX1101" fmla="*/ 196175 w 1592754"/>
              <a:gd name="connsiteY1101" fmla="*/ 180306 h 358279"/>
              <a:gd name="connsiteX1102" fmla="*/ 192309 w 1592754"/>
              <a:gd name="connsiteY1102" fmla="*/ 164153 h 358279"/>
              <a:gd name="connsiteX1103" fmla="*/ 197234 w 1592754"/>
              <a:gd name="connsiteY1103" fmla="*/ 164418 h 358279"/>
              <a:gd name="connsiteX1104" fmla="*/ 201259 w 1592754"/>
              <a:gd name="connsiteY1104" fmla="*/ 164153 h 358279"/>
              <a:gd name="connsiteX1105" fmla="*/ 223766 w 1592754"/>
              <a:gd name="connsiteY1105" fmla="*/ 156969 h 358279"/>
              <a:gd name="connsiteX1106" fmla="*/ 225990 w 1592754"/>
              <a:gd name="connsiteY1106" fmla="*/ 155786 h 358279"/>
              <a:gd name="connsiteX1107" fmla="*/ 245902 w 1592754"/>
              <a:gd name="connsiteY1107" fmla="*/ 154744 h 358279"/>
              <a:gd name="connsiteX1108" fmla="*/ 250121 w 1592754"/>
              <a:gd name="connsiteY1108" fmla="*/ 154550 h 358279"/>
              <a:gd name="connsiteX1109" fmla="*/ 249945 w 1592754"/>
              <a:gd name="connsiteY1109" fmla="*/ 154515 h 358279"/>
              <a:gd name="connsiteX1110" fmla="*/ 260872 w 1592754"/>
              <a:gd name="connsiteY1110" fmla="*/ 153279 h 358279"/>
              <a:gd name="connsiteX1111" fmla="*/ 729429 w 1592754"/>
              <a:gd name="connsiteY1111" fmla="*/ 144949 h 358279"/>
              <a:gd name="connsiteX1112" fmla="*/ 724874 w 1592754"/>
              <a:gd name="connsiteY1112" fmla="*/ 145564 h 358279"/>
              <a:gd name="connsiteX1113" fmla="*/ 720197 w 1592754"/>
              <a:gd name="connsiteY1113" fmla="*/ 147102 h 358279"/>
              <a:gd name="connsiteX1114" fmla="*/ 716689 w 1592754"/>
              <a:gd name="connsiteY1114" fmla="*/ 149318 h 358279"/>
              <a:gd name="connsiteX1115" fmla="*/ 707581 w 1592754"/>
              <a:gd name="connsiteY1115" fmla="*/ 153257 h 358279"/>
              <a:gd name="connsiteX1116" fmla="*/ 704811 w 1592754"/>
              <a:gd name="connsiteY1116" fmla="*/ 157934 h 358279"/>
              <a:gd name="connsiteX1117" fmla="*/ 708750 w 1592754"/>
              <a:gd name="connsiteY1117" fmla="*/ 161872 h 358279"/>
              <a:gd name="connsiteX1118" fmla="*/ 715704 w 1592754"/>
              <a:gd name="connsiteY1118" fmla="*/ 159719 h 358279"/>
              <a:gd name="connsiteX1119" fmla="*/ 722228 w 1592754"/>
              <a:gd name="connsiteY1119" fmla="*/ 154672 h 358279"/>
              <a:gd name="connsiteX1120" fmla="*/ 727644 w 1592754"/>
              <a:gd name="connsiteY1120" fmla="*/ 149872 h 358279"/>
              <a:gd name="connsiteX1121" fmla="*/ 729429 w 1592754"/>
              <a:gd name="connsiteY1121" fmla="*/ 144949 h 358279"/>
              <a:gd name="connsiteX1122" fmla="*/ 945629 w 1592754"/>
              <a:gd name="connsiteY1122" fmla="*/ 135041 h 358279"/>
              <a:gd name="connsiteX1123" fmla="*/ 938428 w 1592754"/>
              <a:gd name="connsiteY1123" fmla="*/ 136271 h 358279"/>
              <a:gd name="connsiteX1124" fmla="*/ 936704 w 1592754"/>
              <a:gd name="connsiteY1124" fmla="*/ 140087 h 358279"/>
              <a:gd name="connsiteX1125" fmla="*/ 937259 w 1592754"/>
              <a:gd name="connsiteY1125" fmla="*/ 143657 h 358279"/>
              <a:gd name="connsiteX1126" fmla="*/ 943413 w 1592754"/>
              <a:gd name="connsiteY1126" fmla="*/ 144333 h 358279"/>
              <a:gd name="connsiteX1127" fmla="*/ 943474 w 1592754"/>
              <a:gd name="connsiteY1127" fmla="*/ 144333 h 358279"/>
              <a:gd name="connsiteX1128" fmla="*/ 947598 w 1592754"/>
              <a:gd name="connsiteY1128" fmla="*/ 137194 h 358279"/>
              <a:gd name="connsiteX1129" fmla="*/ 947612 w 1592754"/>
              <a:gd name="connsiteY1129" fmla="*/ 136869 h 358279"/>
              <a:gd name="connsiteX1130" fmla="*/ 945629 w 1592754"/>
              <a:gd name="connsiteY1130" fmla="*/ 135041 h 358279"/>
              <a:gd name="connsiteX1131" fmla="*/ 967168 w 1592754"/>
              <a:gd name="connsiteY1131" fmla="*/ 128639 h 358279"/>
              <a:gd name="connsiteX1132" fmla="*/ 961568 w 1592754"/>
              <a:gd name="connsiteY1132" fmla="*/ 130486 h 358279"/>
              <a:gd name="connsiteX1133" fmla="*/ 960891 w 1592754"/>
              <a:gd name="connsiteY1133" fmla="*/ 136087 h 358279"/>
              <a:gd name="connsiteX1134" fmla="*/ 964337 w 1592754"/>
              <a:gd name="connsiteY1134" fmla="*/ 139225 h 358279"/>
              <a:gd name="connsiteX1135" fmla="*/ 970491 w 1592754"/>
              <a:gd name="connsiteY1135" fmla="*/ 134610 h 358279"/>
              <a:gd name="connsiteX1136" fmla="*/ 970738 w 1592754"/>
              <a:gd name="connsiteY1136" fmla="*/ 134610 h 358279"/>
              <a:gd name="connsiteX1137" fmla="*/ 970738 w 1592754"/>
              <a:gd name="connsiteY1137" fmla="*/ 129932 h 358279"/>
              <a:gd name="connsiteX1138" fmla="*/ 967168 w 1592754"/>
              <a:gd name="connsiteY1138" fmla="*/ 128639 h 358279"/>
              <a:gd name="connsiteX1139" fmla="*/ 742107 w 1592754"/>
              <a:gd name="connsiteY1139" fmla="*/ 121562 h 358279"/>
              <a:gd name="connsiteX1140" fmla="*/ 747399 w 1592754"/>
              <a:gd name="connsiteY1140" fmla="*/ 123593 h 358279"/>
              <a:gd name="connsiteX1141" fmla="*/ 753553 w 1592754"/>
              <a:gd name="connsiteY1141" fmla="*/ 123593 h 358279"/>
              <a:gd name="connsiteX1142" fmla="*/ 762231 w 1592754"/>
              <a:gd name="connsiteY1142" fmla="*/ 129255 h 358279"/>
              <a:gd name="connsiteX1143" fmla="*/ 764631 w 1592754"/>
              <a:gd name="connsiteY1143" fmla="*/ 136456 h 358279"/>
              <a:gd name="connsiteX1144" fmla="*/ 764631 w 1592754"/>
              <a:gd name="connsiteY1144" fmla="*/ 142056 h 358279"/>
              <a:gd name="connsiteX1145" fmla="*/ 757307 w 1592754"/>
              <a:gd name="connsiteY1145" fmla="*/ 149503 h 358279"/>
              <a:gd name="connsiteX1146" fmla="*/ 757061 w 1592754"/>
              <a:gd name="connsiteY1146" fmla="*/ 149503 h 358279"/>
              <a:gd name="connsiteX1147" fmla="*/ 753553 w 1592754"/>
              <a:gd name="connsiteY1147" fmla="*/ 155657 h 358279"/>
              <a:gd name="connsiteX1148" fmla="*/ 742045 w 1592754"/>
              <a:gd name="connsiteY1148" fmla="*/ 175720 h 358279"/>
              <a:gd name="connsiteX1149" fmla="*/ 736998 w 1592754"/>
              <a:gd name="connsiteY1149" fmla="*/ 182182 h 358279"/>
              <a:gd name="connsiteX1150" fmla="*/ 733244 w 1592754"/>
              <a:gd name="connsiteY1150" fmla="*/ 182674 h 358279"/>
              <a:gd name="connsiteX1151" fmla="*/ 729675 w 1592754"/>
              <a:gd name="connsiteY1151" fmla="*/ 186674 h 358279"/>
              <a:gd name="connsiteX1152" fmla="*/ 730844 w 1592754"/>
              <a:gd name="connsiteY1152" fmla="*/ 193998 h 358279"/>
              <a:gd name="connsiteX1153" fmla="*/ 730844 w 1592754"/>
              <a:gd name="connsiteY1153" fmla="*/ 226554 h 358279"/>
              <a:gd name="connsiteX1154" fmla="*/ 724690 w 1592754"/>
              <a:gd name="connsiteY1154" fmla="*/ 235785 h 358279"/>
              <a:gd name="connsiteX1155" fmla="*/ 718105 w 1592754"/>
              <a:gd name="connsiteY1155" fmla="*/ 242370 h 358279"/>
              <a:gd name="connsiteX1156" fmla="*/ 711950 w 1592754"/>
              <a:gd name="connsiteY1156" fmla="*/ 245509 h 358279"/>
              <a:gd name="connsiteX1157" fmla="*/ 709181 w 1592754"/>
              <a:gd name="connsiteY1157" fmla="*/ 243601 h 358279"/>
              <a:gd name="connsiteX1158" fmla="*/ 704873 w 1592754"/>
              <a:gd name="connsiteY1158" fmla="*/ 241694 h 358279"/>
              <a:gd name="connsiteX1159" fmla="*/ 701488 w 1592754"/>
              <a:gd name="connsiteY1159" fmla="*/ 239047 h 358279"/>
              <a:gd name="connsiteX1160" fmla="*/ 695826 w 1592754"/>
              <a:gd name="connsiteY1160" fmla="*/ 236278 h 358279"/>
              <a:gd name="connsiteX1161" fmla="*/ 692749 w 1592754"/>
              <a:gd name="connsiteY1161" fmla="*/ 230492 h 358279"/>
              <a:gd name="connsiteX1162" fmla="*/ 684072 w 1592754"/>
              <a:gd name="connsiteY1162" fmla="*/ 221630 h 358279"/>
              <a:gd name="connsiteX1163" fmla="*/ 689610 w 1592754"/>
              <a:gd name="connsiteY1163" fmla="*/ 219353 h 358279"/>
              <a:gd name="connsiteX1164" fmla="*/ 697795 w 1592754"/>
              <a:gd name="connsiteY1164" fmla="*/ 222184 h 358279"/>
              <a:gd name="connsiteX1165" fmla="*/ 704380 w 1592754"/>
              <a:gd name="connsiteY1165" fmla="*/ 214491 h 358279"/>
              <a:gd name="connsiteX1166" fmla="*/ 704380 w 1592754"/>
              <a:gd name="connsiteY1166" fmla="*/ 209137 h 358279"/>
              <a:gd name="connsiteX1167" fmla="*/ 704380 w 1592754"/>
              <a:gd name="connsiteY1167" fmla="*/ 201814 h 358279"/>
              <a:gd name="connsiteX1168" fmla="*/ 705550 w 1592754"/>
              <a:gd name="connsiteY1168" fmla="*/ 192029 h 358279"/>
              <a:gd name="connsiteX1169" fmla="*/ 703765 w 1592754"/>
              <a:gd name="connsiteY1169" fmla="*/ 188705 h 358279"/>
              <a:gd name="connsiteX1170" fmla="*/ 698472 w 1592754"/>
              <a:gd name="connsiteY1170" fmla="*/ 187228 h 358279"/>
              <a:gd name="connsiteX1171" fmla="*/ 694287 w 1592754"/>
              <a:gd name="connsiteY1171" fmla="*/ 187966 h 358279"/>
              <a:gd name="connsiteX1172" fmla="*/ 687579 w 1592754"/>
              <a:gd name="connsiteY1172" fmla="*/ 187351 h 358279"/>
              <a:gd name="connsiteX1173" fmla="*/ 685179 w 1592754"/>
              <a:gd name="connsiteY1173" fmla="*/ 185197 h 358279"/>
              <a:gd name="connsiteX1174" fmla="*/ 683825 w 1592754"/>
              <a:gd name="connsiteY1174" fmla="*/ 180274 h 358279"/>
              <a:gd name="connsiteX1175" fmla="*/ 682656 w 1592754"/>
              <a:gd name="connsiteY1175" fmla="*/ 177627 h 358279"/>
              <a:gd name="connsiteX1176" fmla="*/ 682040 w 1592754"/>
              <a:gd name="connsiteY1176" fmla="*/ 172458 h 358279"/>
              <a:gd name="connsiteX1177" fmla="*/ 680378 w 1592754"/>
              <a:gd name="connsiteY1177" fmla="*/ 164889 h 358279"/>
              <a:gd name="connsiteX1178" fmla="*/ 678779 w 1592754"/>
              <a:gd name="connsiteY1178" fmla="*/ 155164 h 358279"/>
              <a:gd name="connsiteX1179" fmla="*/ 678286 w 1592754"/>
              <a:gd name="connsiteY1179" fmla="*/ 145318 h 358279"/>
              <a:gd name="connsiteX1180" fmla="*/ 684440 w 1592754"/>
              <a:gd name="connsiteY1180" fmla="*/ 134179 h 358279"/>
              <a:gd name="connsiteX1181" fmla="*/ 690102 w 1592754"/>
              <a:gd name="connsiteY1181" fmla="*/ 131656 h 358279"/>
              <a:gd name="connsiteX1182" fmla="*/ 695149 w 1592754"/>
              <a:gd name="connsiteY1182" fmla="*/ 134301 h 358279"/>
              <a:gd name="connsiteX1183" fmla="*/ 697549 w 1592754"/>
              <a:gd name="connsiteY1183" fmla="*/ 137502 h 358279"/>
              <a:gd name="connsiteX1184" fmla="*/ 708012 w 1592754"/>
              <a:gd name="connsiteY1184" fmla="*/ 134425 h 358279"/>
              <a:gd name="connsiteX1185" fmla="*/ 715766 w 1592754"/>
              <a:gd name="connsiteY1185" fmla="*/ 132332 h 358279"/>
              <a:gd name="connsiteX1186" fmla="*/ 721428 w 1592754"/>
              <a:gd name="connsiteY1186" fmla="*/ 130301 h 358279"/>
              <a:gd name="connsiteX1187" fmla="*/ 725859 w 1592754"/>
              <a:gd name="connsiteY1187" fmla="*/ 129009 h 358279"/>
              <a:gd name="connsiteX1188" fmla="*/ 732013 w 1592754"/>
              <a:gd name="connsiteY1188" fmla="*/ 126609 h 358279"/>
              <a:gd name="connsiteX1189" fmla="*/ 735521 w 1592754"/>
              <a:gd name="connsiteY1189" fmla="*/ 124332 h 358279"/>
              <a:gd name="connsiteX1190" fmla="*/ 738598 w 1592754"/>
              <a:gd name="connsiteY1190" fmla="*/ 122731 h 358279"/>
              <a:gd name="connsiteX1191" fmla="*/ 742107 w 1592754"/>
              <a:gd name="connsiteY1191" fmla="*/ 121562 h 358279"/>
              <a:gd name="connsiteX1192" fmla="*/ 943782 w 1592754"/>
              <a:gd name="connsiteY1192" fmla="*/ 111470 h 358279"/>
              <a:gd name="connsiteX1193" fmla="*/ 937628 w 1592754"/>
              <a:gd name="connsiteY1193" fmla="*/ 115716 h 358279"/>
              <a:gd name="connsiteX1194" fmla="*/ 938305 w 1592754"/>
              <a:gd name="connsiteY1194" fmla="*/ 121870 h 358279"/>
              <a:gd name="connsiteX1195" fmla="*/ 940951 w 1592754"/>
              <a:gd name="connsiteY1195" fmla="*/ 123471 h 358279"/>
              <a:gd name="connsiteX1196" fmla="*/ 947967 w 1592754"/>
              <a:gd name="connsiteY1196" fmla="*/ 116824 h 358279"/>
              <a:gd name="connsiteX1197" fmla="*/ 948274 w 1592754"/>
              <a:gd name="connsiteY1197" fmla="*/ 116639 h 358279"/>
              <a:gd name="connsiteX1198" fmla="*/ 943782 w 1592754"/>
              <a:gd name="connsiteY1198" fmla="*/ 111470 h 358279"/>
              <a:gd name="connsiteX1199" fmla="*/ 977015 w 1592754"/>
              <a:gd name="connsiteY1199" fmla="*/ 102423 h 358279"/>
              <a:gd name="connsiteX1200" fmla="*/ 962922 w 1592754"/>
              <a:gd name="connsiteY1200" fmla="*/ 107961 h 358279"/>
              <a:gd name="connsiteX1201" fmla="*/ 964953 w 1592754"/>
              <a:gd name="connsiteY1201" fmla="*/ 114608 h 358279"/>
              <a:gd name="connsiteX1202" fmla="*/ 972523 w 1592754"/>
              <a:gd name="connsiteY1202" fmla="*/ 115039 h 358279"/>
              <a:gd name="connsiteX1203" fmla="*/ 977569 w 1592754"/>
              <a:gd name="connsiteY1203" fmla="*/ 107838 h 358279"/>
              <a:gd name="connsiteX1204" fmla="*/ 977015 w 1592754"/>
              <a:gd name="connsiteY1204" fmla="*/ 102423 h 358279"/>
              <a:gd name="connsiteX1205" fmla="*/ 1178137 w 1592754"/>
              <a:gd name="connsiteY1205" fmla="*/ 101007 h 358279"/>
              <a:gd name="connsiteX1206" fmla="*/ 1182261 w 1592754"/>
              <a:gd name="connsiteY1206" fmla="*/ 103407 h 358279"/>
              <a:gd name="connsiteX1207" fmla="*/ 1188415 w 1592754"/>
              <a:gd name="connsiteY1207" fmla="*/ 109131 h 358279"/>
              <a:gd name="connsiteX1208" fmla="*/ 1190261 w 1592754"/>
              <a:gd name="connsiteY1208" fmla="*/ 114793 h 358279"/>
              <a:gd name="connsiteX1209" fmla="*/ 1192661 w 1592754"/>
              <a:gd name="connsiteY1209" fmla="*/ 118547 h 358279"/>
              <a:gd name="connsiteX1210" fmla="*/ 1183122 w 1592754"/>
              <a:gd name="connsiteY1210" fmla="*/ 127409 h 358279"/>
              <a:gd name="connsiteX1211" fmla="*/ 1175614 w 1592754"/>
              <a:gd name="connsiteY1211" fmla="*/ 133563 h 358279"/>
              <a:gd name="connsiteX1212" fmla="*/ 1169829 w 1592754"/>
              <a:gd name="connsiteY1212" fmla="*/ 137441 h 358279"/>
              <a:gd name="connsiteX1213" fmla="*/ 1158321 w 1592754"/>
              <a:gd name="connsiteY1213" fmla="*/ 145503 h 358279"/>
              <a:gd name="connsiteX1214" fmla="*/ 1161090 w 1592754"/>
              <a:gd name="connsiteY1214" fmla="*/ 155103 h 358279"/>
              <a:gd name="connsiteX1215" fmla="*/ 1159182 w 1592754"/>
              <a:gd name="connsiteY1215" fmla="*/ 159535 h 358279"/>
              <a:gd name="connsiteX1216" fmla="*/ 1157643 w 1592754"/>
              <a:gd name="connsiteY1216" fmla="*/ 163596 h 358279"/>
              <a:gd name="connsiteX1217" fmla="*/ 1156474 w 1592754"/>
              <a:gd name="connsiteY1217" fmla="*/ 167904 h 358279"/>
              <a:gd name="connsiteX1218" fmla="*/ 1155674 w 1592754"/>
              <a:gd name="connsiteY1218" fmla="*/ 172458 h 358279"/>
              <a:gd name="connsiteX1219" fmla="*/ 1156289 w 1592754"/>
              <a:gd name="connsiteY1219" fmla="*/ 184274 h 358279"/>
              <a:gd name="connsiteX1220" fmla="*/ 1177583 w 1592754"/>
              <a:gd name="connsiteY1220" fmla="*/ 183782 h 358279"/>
              <a:gd name="connsiteX1221" fmla="*/ 1183122 w 1592754"/>
              <a:gd name="connsiteY1221" fmla="*/ 181629 h 358279"/>
              <a:gd name="connsiteX1222" fmla="*/ 1188415 w 1592754"/>
              <a:gd name="connsiteY1222" fmla="*/ 181074 h 358279"/>
              <a:gd name="connsiteX1223" fmla="*/ 1194200 w 1592754"/>
              <a:gd name="connsiteY1223" fmla="*/ 182613 h 358279"/>
              <a:gd name="connsiteX1224" fmla="*/ 1199862 w 1592754"/>
              <a:gd name="connsiteY1224" fmla="*/ 185751 h 358279"/>
              <a:gd name="connsiteX1225" fmla="*/ 1207247 w 1592754"/>
              <a:gd name="connsiteY1225" fmla="*/ 191906 h 358279"/>
              <a:gd name="connsiteX1226" fmla="*/ 1207924 w 1592754"/>
              <a:gd name="connsiteY1226" fmla="*/ 196953 h 358279"/>
              <a:gd name="connsiteX1227" fmla="*/ 1206877 w 1592754"/>
              <a:gd name="connsiteY1227" fmla="*/ 197075 h 358279"/>
              <a:gd name="connsiteX1228" fmla="*/ 1207616 w 1592754"/>
              <a:gd name="connsiteY1228" fmla="*/ 198922 h 358279"/>
              <a:gd name="connsiteX1229" fmla="*/ 1208109 w 1592754"/>
              <a:gd name="connsiteY1229" fmla="*/ 201630 h 358279"/>
              <a:gd name="connsiteX1230" fmla="*/ 1206262 w 1592754"/>
              <a:gd name="connsiteY1230" fmla="*/ 206000 h 358279"/>
              <a:gd name="connsiteX1231" fmla="*/ 1202569 w 1592754"/>
              <a:gd name="connsiteY1231" fmla="*/ 209754 h 358279"/>
              <a:gd name="connsiteX1232" fmla="*/ 1195369 w 1592754"/>
              <a:gd name="connsiteY1232" fmla="*/ 210185 h 358279"/>
              <a:gd name="connsiteX1233" fmla="*/ 1187553 w 1592754"/>
              <a:gd name="connsiteY1233" fmla="*/ 208830 h 358279"/>
              <a:gd name="connsiteX1234" fmla="*/ 1179553 w 1592754"/>
              <a:gd name="connsiteY1234" fmla="*/ 209507 h 358279"/>
              <a:gd name="connsiteX1235" fmla="*/ 1166321 w 1592754"/>
              <a:gd name="connsiteY1235" fmla="*/ 208399 h 358279"/>
              <a:gd name="connsiteX1236" fmla="*/ 1154012 w 1592754"/>
              <a:gd name="connsiteY1236" fmla="*/ 208399 h 358279"/>
              <a:gd name="connsiteX1237" fmla="*/ 1141704 w 1592754"/>
              <a:gd name="connsiteY1237" fmla="*/ 209384 h 358279"/>
              <a:gd name="connsiteX1238" fmla="*/ 1129949 w 1592754"/>
              <a:gd name="connsiteY1238" fmla="*/ 211046 h 358279"/>
              <a:gd name="connsiteX1239" fmla="*/ 1116594 w 1592754"/>
              <a:gd name="connsiteY1239" fmla="*/ 210738 h 358279"/>
              <a:gd name="connsiteX1240" fmla="*/ 1092900 w 1592754"/>
              <a:gd name="connsiteY1240" fmla="*/ 215600 h 358279"/>
              <a:gd name="connsiteX1241" fmla="*/ 1063852 w 1592754"/>
              <a:gd name="connsiteY1241" fmla="*/ 226678 h 358279"/>
              <a:gd name="connsiteX1242" fmla="*/ 1052774 w 1592754"/>
              <a:gd name="connsiteY1242" fmla="*/ 216215 h 358279"/>
              <a:gd name="connsiteX1243" fmla="*/ 1052774 w 1592754"/>
              <a:gd name="connsiteY1243" fmla="*/ 210061 h 358279"/>
              <a:gd name="connsiteX1244" fmla="*/ 1052097 w 1592754"/>
              <a:gd name="connsiteY1244" fmla="*/ 202553 h 358279"/>
              <a:gd name="connsiteX1245" fmla="*/ 1064406 w 1592754"/>
              <a:gd name="connsiteY1245" fmla="*/ 195845 h 358279"/>
              <a:gd name="connsiteX1246" fmla="*/ 1071545 w 1592754"/>
              <a:gd name="connsiteY1246" fmla="*/ 196522 h 358279"/>
              <a:gd name="connsiteX1247" fmla="*/ 1086315 w 1592754"/>
              <a:gd name="connsiteY1247" fmla="*/ 190921 h 358279"/>
              <a:gd name="connsiteX1248" fmla="*/ 1092469 w 1592754"/>
              <a:gd name="connsiteY1248" fmla="*/ 189752 h 358279"/>
              <a:gd name="connsiteX1249" fmla="*/ 1108655 w 1592754"/>
              <a:gd name="connsiteY1249" fmla="*/ 182982 h 358279"/>
              <a:gd name="connsiteX1250" fmla="*/ 1121333 w 1592754"/>
              <a:gd name="connsiteY1250" fmla="*/ 161319 h 358279"/>
              <a:gd name="connsiteX1251" fmla="*/ 1122626 w 1592754"/>
              <a:gd name="connsiteY1251" fmla="*/ 154057 h 358279"/>
              <a:gd name="connsiteX1252" fmla="*/ 1121333 w 1592754"/>
              <a:gd name="connsiteY1252" fmla="*/ 148333 h 358279"/>
              <a:gd name="connsiteX1253" fmla="*/ 1115178 w 1592754"/>
              <a:gd name="connsiteY1253" fmla="*/ 149318 h 358279"/>
              <a:gd name="connsiteX1254" fmla="*/ 1107117 w 1592754"/>
              <a:gd name="connsiteY1254" fmla="*/ 149872 h 358279"/>
              <a:gd name="connsiteX1255" fmla="*/ 1104655 w 1592754"/>
              <a:gd name="connsiteY1255" fmla="*/ 142549 h 358279"/>
              <a:gd name="connsiteX1256" fmla="*/ 1099854 w 1592754"/>
              <a:gd name="connsiteY1256" fmla="*/ 133748 h 358279"/>
              <a:gd name="connsiteX1257" fmla="*/ 1098624 w 1592754"/>
              <a:gd name="connsiteY1257" fmla="*/ 126670 h 358279"/>
              <a:gd name="connsiteX1258" fmla="*/ 1098008 w 1592754"/>
              <a:gd name="connsiteY1258" fmla="*/ 119840 h 358279"/>
              <a:gd name="connsiteX1259" fmla="*/ 1104163 w 1592754"/>
              <a:gd name="connsiteY1259" fmla="*/ 114731 h 358279"/>
              <a:gd name="connsiteX1260" fmla="*/ 1114994 w 1592754"/>
              <a:gd name="connsiteY1260" fmla="*/ 117316 h 358279"/>
              <a:gd name="connsiteX1261" fmla="*/ 1140842 w 1592754"/>
              <a:gd name="connsiteY1261" fmla="*/ 113008 h 358279"/>
              <a:gd name="connsiteX1262" fmla="*/ 1145335 w 1592754"/>
              <a:gd name="connsiteY1262" fmla="*/ 111777 h 358279"/>
              <a:gd name="connsiteX1263" fmla="*/ 1148535 w 1592754"/>
              <a:gd name="connsiteY1263" fmla="*/ 110546 h 358279"/>
              <a:gd name="connsiteX1264" fmla="*/ 1167921 w 1592754"/>
              <a:gd name="connsiteY1264" fmla="*/ 102361 h 358279"/>
              <a:gd name="connsiteX1265" fmla="*/ 1173398 w 1592754"/>
              <a:gd name="connsiteY1265" fmla="*/ 101684 h 358279"/>
              <a:gd name="connsiteX1266" fmla="*/ 1178137 w 1592754"/>
              <a:gd name="connsiteY1266" fmla="*/ 101007 h 358279"/>
              <a:gd name="connsiteX1267" fmla="*/ 905871 w 1592754"/>
              <a:gd name="connsiteY1267" fmla="*/ 93868 h 358279"/>
              <a:gd name="connsiteX1268" fmla="*/ 911410 w 1592754"/>
              <a:gd name="connsiteY1268" fmla="*/ 101130 h 358279"/>
              <a:gd name="connsiteX1269" fmla="*/ 910117 w 1592754"/>
              <a:gd name="connsiteY1269" fmla="*/ 108453 h 358279"/>
              <a:gd name="connsiteX1270" fmla="*/ 907594 w 1592754"/>
              <a:gd name="connsiteY1270" fmla="*/ 116823 h 358279"/>
              <a:gd name="connsiteX1271" fmla="*/ 903040 w 1592754"/>
              <a:gd name="connsiteY1271" fmla="*/ 122977 h 358279"/>
              <a:gd name="connsiteX1272" fmla="*/ 895471 w 1592754"/>
              <a:gd name="connsiteY1272" fmla="*/ 131347 h 358279"/>
              <a:gd name="connsiteX1273" fmla="*/ 894670 w 1592754"/>
              <a:gd name="connsiteY1273" fmla="*/ 140640 h 358279"/>
              <a:gd name="connsiteX1274" fmla="*/ 895224 w 1592754"/>
              <a:gd name="connsiteY1274" fmla="*/ 146794 h 358279"/>
              <a:gd name="connsiteX1275" fmla="*/ 900147 w 1592754"/>
              <a:gd name="connsiteY1275" fmla="*/ 146794 h 358279"/>
              <a:gd name="connsiteX1276" fmla="*/ 901748 w 1592754"/>
              <a:gd name="connsiteY1276" fmla="*/ 151287 h 358279"/>
              <a:gd name="connsiteX1277" fmla="*/ 904763 w 1592754"/>
              <a:gd name="connsiteY1277" fmla="*/ 158488 h 358279"/>
              <a:gd name="connsiteX1278" fmla="*/ 903717 w 1592754"/>
              <a:gd name="connsiteY1278" fmla="*/ 161380 h 358279"/>
              <a:gd name="connsiteX1279" fmla="*/ 889501 w 1592754"/>
              <a:gd name="connsiteY1279" fmla="*/ 175043 h 358279"/>
              <a:gd name="connsiteX1280" fmla="*/ 890178 w 1592754"/>
              <a:gd name="connsiteY1280" fmla="*/ 180643 h 358279"/>
              <a:gd name="connsiteX1281" fmla="*/ 895593 w 1592754"/>
              <a:gd name="connsiteY1281" fmla="*/ 180643 h 358279"/>
              <a:gd name="connsiteX1282" fmla="*/ 895409 w 1592754"/>
              <a:gd name="connsiteY1282" fmla="*/ 181012 h 358279"/>
              <a:gd name="connsiteX1283" fmla="*/ 900332 w 1592754"/>
              <a:gd name="connsiteY1283" fmla="*/ 184212 h 358279"/>
              <a:gd name="connsiteX1284" fmla="*/ 901809 w 1592754"/>
              <a:gd name="connsiteY1284" fmla="*/ 189505 h 358279"/>
              <a:gd name="connsiteX1285" fmla="*/ 887962 w 1592754"/>
              <a:gd name="connsiteY1285" fmla="*/ 206121 h 358279"/>
              <a:gd name="connsiteX1286" fmla="*/ 865376 w 1592754"/>
              <a:gd name="connsiteY1286" fmla="*/ 217384 h 358279"/>
              <a:gd name="connsiteX1287" fmla="*/ 854360 w 1592754"/>
              <a:gd name="connsiteY1287" fmla="*/ 227231 h 358279"/>
              <a:gd name="connsiteX1288" fmla="*/ 849991 w 1592754"/>
              <a:gd name="connsiteY1288" fmla="*/ 227231 h 358279"/>
              <a:gd name="connsiteX1289" fmla="*/ 843836 w 1592754"/>
              <a:gd name="connsiteY1289" fmla="*/ 225508 h 358279"/>
              <a:gd name="connsiteX1290" fmla="*/ 841190 w 1592754"/>
              <a:gd name="connsiteY1290" fmla="*/ 220092 h 358279"/>
              <a:gd name="connsiteX1291" fmla="*/ 837374 w 1592754"/>
              <a:gd name="connsiteY1291" fmla="*/ 214615 h 358279"/>
              <a:gd name="connsiteX1292" fmla="*/ 835651 w 1592754"/>
              <a:gd name="connsiteY1292" fmla="*/ 204644 h 358279"/>
              <a:gd name="connsiteX1293" fmla="*/ 845436 w 1592754"/>
              <a:gd name="connsiteY1293" fmla="*/ 195229 h 358279"/>
              <a:gd name="connsiteX1294" fmla="*/ 851037 w 1592754"/>
              <a:gd name="connsiteY1294" fmla="*/ 191105 h 358279"/>
              <a:gd name="connsiteX1295" fmla="*/ 855037 w 1592754"/>
              <a:gd name="connsiteY1295" fmla="*/ 186981 h 358279"/>
              <a:gd name="connsiteX1296" fmla="*/ 856083 w 1592754"/>
              <a:gd name="connsiteY1296" fmla="*/ 182981 h 358279"/>
              <a:gd name="connsiteX1297" fmla="*/ 857252 w 1592754"/>
              <a:gd name="connsiteY1297" fmla="*/ 177812 h 358279"/>
              <a:gd name="connsiteX1298" fmla="*/ 855406 w 1592754"/>
              <a:gd name="connsiteY1298" fmla="*/ 173689 h 358279"/>
              <a:gd name="connsiteX1299" fmla="*/ 853190 w 1592754"/>
              <a:gd name="connsiteY1299" fmla="*/ 170119 h 358279"/>
              <a:gd name="connsiteX1300" fmla="*/ 848759 w 1592754"/>
              <a:gd name="connsiteY1300" fmla="*/ 162426 h 358279"/>
              <a:gd name="connsiteX1301" fmla="*/ 855837 w 1592754"/>
              <a:gd name="connsiteY1301" fmla="*/ 155103 h 358279"/>
              <a:gd name="connsiteX1302" fmla="*/ 860575 w 1592754"/>
              <a:gd name="connsiteY1302" fmla="*/ 155103 h 358279"/>
              <a:gd name="connsiteX1303" fmla="*/ 867223 w 1592754"/>
              <a:gd name="connsiteY1303" fmla="*/ 149626 h 358279"/>
              <a:gd name="connsiteX1304" fmla="*/ 868699 w 1592754"/>
              <a:gd name="connsiteY1304" fmla="*/ 139533 h 358279"/>
              <a:gd name="connsiteX1305" fmla="*/ 863529 w 1592754"/>
              <a:gd name="connsiteY1305" fmla="*/ 134732 h 358279"/>
              <a:gd name="connsiteX1306" fmla="*/ 857375 w 1592754"/>
              <a:gd name="connsiteY1306" fmla="*/ 132516 h 358279"/>
              <a:gd name="connsiteX1307" fmla="*/ 853498 w 1592754"/>
              <a:gd name="connsiteY1307" fmla="*/ 128270 h 358279"/>
              <a:gd name="connsiteX1308" fmla="*/ 850298 w 1592754"/>
              <a:gd name="connsiteY1308" fmla="*/ 126116 h 358279"/>
              <a:gd name="connsiteX1309" fmla="*/ 848574 w 1592754"/>
              <a:gd name="connsiteY1309" fmla="*/ 118916 h 358279"/>
              <a:gd name="connsiteX1310" fmla="*/ 851898 w 1592754"/>
              <a:gd name="connsiteY1310" fmla="*/ 116823 h 358279"/>
              <a:gd name="connsiteX1311" fmla="*/ 854421 w 1592754"/>
              <a:gd name="connsiteY1311" fmla="*/ 112946 h 358279"/>
              <a:gd name="connsiteX1312" fmla="*/ 859775 w 1592754"/>
              <a:gd name="connsiteY1312" fmla="*/ 109807 h 358279"/>
              <a:gd name="connsiteX1313" fmla="*/ 866792 w 1592754"/>
              <a:gd name="connsiteY1313" fmla="*/ 109007 h 358279"/>
              <a:gd name="connsiteX1314" fmla="*/ 897193 w 1592754"/>
              <a:gd name="connsiteY1314" fmla="*/ 94483 h 358279"/>
              <a:gd name="connsiteX1315" fmla="*/ 905871 w 1592754"/>
              <a:gd name="connsiteY1315" fmla="*/ 93868 h 358279"/>
              <a:gd name="connsiteX1316" fmla="*/ 1330641 w 1592754"/>
              <a:gd name="connsiteY1316" fmla="*/ 93621 h 358279"/>
              <a:gd name="connsiteX1317" fmla="*/ 1339564 w 1592754"/>
              <a:gd name="connsiteY1317" fmla="*/ 93990 h 358279"/>
              <a:gd name="connsiteX1318" fmla="*/ 1346703 w 1592754"/>
              <a:gd name="connsiteY1318" fmla="*/ 99837 h 358279"/>
              <a:gd name="connsiteX1319" fmla="*/ 1348365 w 1592754"/>
              <a:gd name="connsiteY1319" fmla="*/ 104883 h 358279"/>
              <a:gd name="connsiteX1320" fmla="*/ 1349350 w 1592754"/>
              <a:gd name="connsiteY1320" fmla="*/ 109745 h 358279"/>
              <a:gd name="connsiteX1321" fmla="*/ 1345596 w 1592754"/>
              <a:gd name="connsiteY1321" fmla="*/ 118792 h 358279"/>
              <a:gd name="connsiteX1322" fmla="*/ 1345596 w 1592754"/>
              <a:gd name="connsiteY1322" fmla="*/ 124085 h 358279"/>
              <a:gd name="connsiteX1323" fmla="*/ 1349227 w 1592754"/>
              <a:gd name="connsiteY1323" fmla="*/ 123162 h 358279"/>
              <a:gd name="connsiteX1324" fmla="*/ 1353781 w 1592754"/>
              <a:gd name="connsiteY1324" fmla="*/ 121130 h 358279"/>
              <a:gd name="connsiteX1325" fmla="*/ 1359135 w 1592754"/>
              <a:gd name="connsiteY1325" fmla="*/ 119284 h 358279"/>
              <a:gd name="connsiteX1326" fmla="*/ 1365290 w 1592754"/>
              <a:gd name="connsiteY1326" fmla="*/ 114853 h 358279"/>
              <a:gd name="connsiteX1327" fmla="*/ 1374890 w 1592754"/>
              <a:gd name="connsiteY1327" fmla="*/ 114853 h 358279"/>
              <a:gd name="connsiteX1328" fmla="*/ 1383260 w 1592754"/>
              <a:gd name="connsiteY1328" fmla="*/ 117561 h 358279"/>
              <a:gd name="connsiteX1329" fmla="*/ 1389045 w 1592754"/>
              <a:gd name="connsiteY1329" fmla="*/ 128578 h 358279"/>
              <a:gd name="connsiteX1330" fmla="*/ 1386829 w 1592754"/>
              <a:gd name="connsiteY1330" fmla="*/ 131347 h 358279"/>
              <a:gd name="connsiteX1331" fmla="*/ 1382214 w 1592754"/>
              <a:gd name="connsiteY1331" fmla="*/ 134793 h 358279"/>
              <a:gd name="connsiteX1332" fmla="*/ 1371567 w 1592754"/>
              <a:gd name="connsiteY1332" fmla="*/ 139347 h 358279"/>
              <a:gd name="connsiteX1333" fmla="*/ 1365412 w 1592754"/>
              <a:gd name="connsiteY1333" fmla="*/ 141994 h 358279"/>
              <a:gd name="connsiteX1334" fmla="*/ 1358274 w 1592754"/>
              <a:gd name="connsiteY1334" fmla="*/ 142917 h 358279"/>
              <a:gd name="connsiteX1335" fmla="*/ 1347319 w 1592754"/>
              <a:gd name="connsiteY1335" fmla="*/ 147102 h 358279"/>
              <a:gd name="connsiteX1336" fmla="*/ 1343688 w 1592754"/>
              <a:gd name="connsiteY1336" fmla="*/ 152394 h 358279"/>
              <a:gd name="connsiteX1337" fmla="*/ 1344980 w 1592754"/>
              <a:gd name="connsiteY1337" fmla="*/ 160887 h 358279"/>
              <a:gd name="connsiteX1338" fmla="*/ 1363074 w 1592754"/>
              <a:gd name="connsiteY1338" fmla="*/ 179350 h 358279"/>
              <a:gd name="connsiteX1339" fmla="*/ 1376429 w 1592754"/>
              <a:gd name="connsiteY1339" fmla="*/ 194428 h 358279"/>
              <a:gd name="connsiteX1340" fmla="*/ 1390153 w 1592754"/>
              <a:gd name="connsiteY1340" fmla="*/ 203844 h 358279"/>
              <a:gd name="connsiteX1341" fmla="*/ 1398030 w 1592754"/>
              <a:gd name="connsiteY1341" fmla="*/ 206922 h 358279"/>
              <a:gd name="connsiteX1342" fmla="*/ 1404185 w 1592754"/>
              <a:gd name="connsiteY1342" fmla="*/ 210799 h 358279"/>
              <a:gd name="connsiteX1343" fmla="*/ 1417786 w 1592754"/>
              <a:gd name="connsiteY1343" fmla="*/ 215845 h 358279"/>
              <a:gd name="connsiteX1344" fmla="*/ 1422463 w 1592754"/>
              <a:gd name="connsiteY1344" fmla="*/ 217999 h 358279"/>
              <a:gd name="connsiteX1345" fmla="*/ 1421970 w 1592754"/>
              <a:gd name="connsiteY1345" fmla="*/ 218614 h 358279"/>
              <a:gd name="connsiteX1346" fmla="*/ 1420493 w 1592754"/>
              <a:gd name="connsiteY1346" fmla="*/ 222184 h 358279"/>
              <a:gd name="connsiteX1347" fmla="*/ 1419817 w 1592754"/>
              <a:gd name="connsiteY1347" fmla="*/ 227230 h 358279"/>
              <a:gd name="connsiteX1348" fmla="*/ 1412001 w 1592754"/>
              <a:gd name="connsiteY1348" fmla="*/ 231293 h 358279"/>
              <a:gd name="connsiteX1349" fmla="*/ 1408801 w 1592754"/>
              <a:gd name="connsiteY1349" fmla="*/ 233939 h 358279"/>
              <a:gd name="connsiteX1350" fmla="*/ 1405600 w 1592754"/>
              <a:gd name="connsiteY1350" fmla="*/ 234616 h 358279"/>
              <a:gd name="connsiteX1351" fmla="*/ 1398399 w 1592754"/>
              <a:gd name="connsiteY1351" fmla="*/ 234185 h 358279"/>
              <a:gd name="connsiteX1352" fmla="*/ 1390953 w 1592754"/>
              <a:gd name="connsiteY1352" fmla="*/ 234185 h 358279"/>
              <a:gd name="connsiteX1353" fmla="*/ 1384429 w 1592754"/>
              <a:gd name="connsiteY1353" fmla="*/ 232954 h 358279"/>
              <a:gd name="connsiteX1354" fmla="*/ 1374213 w 1592754"/>
              <a:gd name="connsiteY1354" fmla="*/ 231539 h 358279"/>
              <a:gd name="connsiteX1355" fmla="*/ 1368428 w 1592754"/>
              <a:gd name="connsiteY1355" fmla="*/ 227539 h 358279"/>
              <a:gd name="connsiteX1356" fmla="*/ 1359566 w 1592754"/>
              <a:gd name="connsiteY1356" fmla="*/ 211722 h 358279"/>
              <a:gd name="connsiteX1357" fmla="*/ 1349535 w 1592754"/>
              <a:gd name="connsiteY1357" fmla="*/ 198983 h 358279"/>
              <a:gd name="connsiteX1358" fmla="*/ 1343380 w 1592754"/>
              <a:gd name="connsiteY1358" fmla="*/ 192028 h 358279"/>
              <a:gd name="connsiteX1359" fmla="*/ 1329410 w 1592754"/>
              <a:gd name="connsiteY1359" fmla="*/ 179719 h 358279"/>
              <a:gd name="connsiteX1360" fmla="*/ 1319748 w 1592754"/>
              <a:gd name="connsiteY1360" fmla="*/ 194367 h 358279"/>
              <a:gd name="connsiteX1361" fmla="*/ 1305777 w 1592754"/>
              <a:gd name="connsiteY1361" fmla="*/ 208029 h 358279"/>
              <a:gd name="connsiteX1362" fmla="*/ 1291438 w 1592754"/>
              <a:gd name="connsiteY1362" fmla="*/ 216768 h 358279"/>
              <a:gd name="connsiteX1363" fmla="*/ 1280791 w 1592754"/>
              <a:gd name="connsiteY1363" fmla="*/ 222553 h 358279"/>
              <a:gd name="connsiteX1364" fmla="*/ 1271006 w 1592754"/>
              <a:gd name="connsiteY1364" fmla="*/ 225077 h 358279"/>
              <a:gd name="connsiteX1365" fmla="*/ 1265651 w 1592754"/>
              <a:gd name="connsiteY1365" fmla="*/ 226062 h 358279"/>
              <a:gd name="connsiteX1366" fmla="*/ 1262020 w 1592754"/>
              <a:gd name="connsiteY1366" fmla="*/ 222923 h 358279"/>
              <a:gd name="connsiteX1367" fmla="*/ 1259251 w 1592754"/>
              <a:gd name="connsiteY1367" fmla="*/ 217384 h 358279"/>
              <a:gd name="connsiteX1368" fmla="*/ 1254574 w 1592754"/>
              <a:gd name="connsiteY1368" fmla="*/ 215784 h 358279"/>
              <a:gd name="connsiteX1369" fmla="*/ 1257589 w 1592754"/>
              <a:gd name="connsiteY1369" fmla="*/ 212276 h 358279"/>
              <a:gd name="connsiteX1370" fmla="*/ 1264482 w 1592754"/>
              <a:gd name="connsiteY1370" fmla="*/ 208214 h 358279"/>
              <a:gd name="connsiteX1371" fmla="*/ 1269221 w 1592754"/>
              <a:gd name="connsiteY1371" fmla="*/ 204706 h 358279"/>
              <a:gd name="connsiteX1372" fmla="*/ 1272545 w 1592754"/>
              <a:gd name="connsiteY1372" fmla="*/ 203229 h 358279"/>
              <a:gd name="connsiteX1373" fmla="*/ 1294700 w 1592754"/>
              <a:gd name="connsiteY1373" fmla="*/ 181997 h 358279"/>
              <a:gd name="connsiteX1374" fmla="*/ 1303254 w 1592754"/>
              <a:gd name="connsiteY1374" fmla="*/ 166980 h 358279"/>
              <a:gd name="connsiteX1375" fmla="*/ 1305039 w 1592754"/>
              <a:gd name="connsiteY1375" fmla="*/ 160826 h 358279"/>
              <a:gd name="connsiteX1376" fmla="*/ 1300608 w 1592754"/>
              <a:gd name="connsiteY1376" fmla="*/ 160826 h 358279"/>
              <a:gd name="connsiteX1377" fmla="*/ 1297223 w 1592754"/>
              <a:gd name="connsiteY1377" fmla="*/ 160826 h 358279"/>
              <a:gd name="connsiteX1378" fmla="*/ 1292669 w 1592754"/>
              <a:gd name="connsiteY1378" fmla="*/ 162057 h 358279"/>
              <a:gd name="connsiteX1379" fmla="*/ 1288299 w 1592754"/>
              <a:gd name="connsiteY1379" fmla="*/ 162057 h 358279"/>
              <a:gd name="connsiteX1380" fmla="*/ 1281590 w 1592754"/>
              <a:gd name="connsiteY1380" fmla="*/ 158918 h 358279"/>
              <a:gd name="connsiteX1381" fmla="*/ 1273774 w 1592754"/>
              <a:gd name="connsiteY1381" fmla="*/ 149194 h 358279"/>
              <a:gd name="connsiteX1382" fmla="*/ 1275867 w 1592754"/>
              <a:gd name="connsiteY1382" fmla="*/ 143040 h 358279"/>
              <a:gd name="connsiteX1383" fmla="*/ 1279560 w 1592754"/>
              <a:gd name="connsiteY1383" fmla="*/ 139224 h 358279"/>
              <a:gd name="connsiteX1384" fmla="*/ 1284238 w 1592754"/>
              <a:gd name="connsiteY1384" fmla="*/ 137440 h 358279"/>
              <a:gd name="connsiteX1385" fmla="*/ 1288176 w 1592754"/>
              <a:gd name="connsiteY1385" fmla="*/ 134855 h 358279"/>
              <a:gd name="connsiteX1386" fmla="*/ 1297777 w 1592754"/>
              <a:gd name="connsiteY1386" fmla="*/ 134855 h 358279"/>
              <a:gd name="connsiteX1387" fmla="*/ 1313593 w 1592754"/>
              <a:gd name="connsiteY1387" fmla="*/ 129254 h 358279"/>
              <a:gd name="connsiteX1388" fmla="*/ 1316609 w 1592754"/>
              <a:gd name="connsiteY1388" fmla="*/ 114669 h 358279"/>
              <a:gd name="connsiteX1389" fmla="*/ 1317655 w 1592754"/>
              <a:gd name="connsiteY1389" fmla="*/ 105438 h 358279"/>
              <a:gd name="connsiteX1390" fmla="*/ 1317225 w 1592754"/>
              <a:gd name="connsiteY1390" fmla="*/ 97498 h 358279"/>
              <a:gd name="connsiteX1391" fmla="*/ 1319686 w 1592754"/>
              <a:gd name="connsiteY1391" fmla="*/ 94667 h 358279"/>
              <a:gd name="connsiteX1392" fmla="*/ 1325841 w 1592754"/>
              <a:gd name="connsiteY1392" fmla="*/ 95160 h 358279"/>
              <a:gd name="connsiteX1393" fmla="*/ 1330641 w 1592754"/>
              <a:gd name="connsiteY1393" fmla="*/ 93621 h 358279"/>
              <a:gd name="connsiteX1394" fmla="*/ 478764 w 1592754"/>
              <a:gd name="connsiteY1394" fmla="*/ 91652 h 358279"/>
              <a:gd name="connsiteX1395" fmla="*/ 483318 w 1592754"/>
              <a:gd name="connsiteY1395" fmla="*/ 94175 h 358279"/>
              <a:gd name="connsiteX1396" fmla="*/ 490579 w 1592754"/>
              <a:gd name="connsiteY1396" fmla="*/ 94975 h 358279"/>
              <a:gd name="connsiteX1397" fmla="*/ 497965 w 1592754"/>
              <a:gd name="connsiteY1397" fmla="*/ 94975 h 358279"/>
              <a:gd name="connsiteX1398" fmla="*/ 502765 w 1592754"/>
              <a:gd name="connsiteY1398" fmla="*/ 96206 h 358279"/>
              <a:gd name="connsiteX1399" fmla="*/ 507011 w 1592754"/>
              <a:gd name="connsiteY1399" fmla="*/ 98237 h 358279"/>
              <a:gd name="connsiteX1400" fmla="*/ 511566 w 1592754"/>
              <a:gd name="connsiteY1400" fmla="*/ 105315 h 358279"/>
              <a:gd name="connsiteX1401" fmla="*/ 510765 w 1592754"/>
              <a:gd name="connsiteY1401" fmla="*/ 105622 h 358279"/>
              <a:gd name="connsiteX1402" fmla="*/ 510396 w 1592754"/>
              <a:gd name="connsiteY1402" fmla="*/ 110299 h 358279"/>
              <a:gd name="connsiteX1403" fmla="*/ 510396 w 1592754"/>
              <a:gd name="connsiteY1403" fmla="*/ 117438 h 358279"/>
              <a:gd name="connsiteX1404" fmla="*/ 506765 w 1592754"/>
              <a:gd name="connsiteY1404" fmla="*/ 125193 h 358279"/>
              <a:gd name="connsiteX1405" fmla="*/ 505719 w 1592754"/>
              <a:gd name="connsiteY1405" fmla="*/ 133193 h 358279"/>
              <a:gd name="connsiteX1406" fmla="*/ 504919 w 1592754"/>
              <a:gd name="connsiteY1406" fmla="*/ 147717 h 358279"/>
              <a:gd name="connsiteX1407" fmla="*/ 503626 w 1592754"/>
              <a:gd name="connsiteY1407" fmla="*/ 156579 h 358279"/>
              <a:gd name="connsiteX1408" fmla="*/ 503073 w 1592754"/>
              <a:gd name="connsiteY1408" fmla="*/ 164087 h 358279"/>
              <a:gd name="connsiteX1409" fmla="*/ 504796 w 1592754"/>
              <a:gd name="connsiteY1409" fmla="*/ 169195 h 358279"/>
              <a:gd name="connsiteX1410" fmla="*/ 505288 w 1592754"/>
              <a:gd name="connsiteY1410" fmla="*/ 172149 h 358279"/>
              <a:gd name="connsiteX1411" fmla="*/ 506273 w 1592754"/>
              <a:gd name="connsiteY1411" fmla="*/ 176765 h 358279"/>
              <a:gd name="connsiteX1412" fmla="*/ 503504 w 1592754"/>
              <a:gd name="connsiteY1412" fmla="*/ 186673 h 358279"/>
              <a:gd name="connsiteX1413" fmla="*/ 499996 w 1592754"/>
              <a:gd name="connsiteY1413" fmla="*/ 192089 h 358279"/>
              <a:gd name="connsiteX1414" fmla="*/ 489533 w 1592754"/>
              <a:gd name="connsiteY1414" fmla="*/ 198243 h 358279"/>
              <a:gd name="connsiteX1415" fmla="*/ 480364 w 1592754"/>
              <a:gd name="connsiteY1415" fmla="*/ 206921 h 358279"/>
              <a:gd name="connsiteX1416" fmla="*/ 470702 w 1592754"/>
              <a:gd name="connsiteY1416" fmla="*/ 211291 h 358279"/>
              <a:gd name="connsiteX1417" fmla="*/ 458393 w 1592754"/>
              <a:gd name="connsiteY1417" fmla="*/ 218614 h 358279"/>
              <a:gd name="connsiteX1418" fmla="*/ 450823 w 1592754"/>
              <a:gd name="connsiteY1418" fmla="*/ 221814 h 358279"/>
              <a:gd name="connsiteX1419" fmla="*/ 439007 w 1592754"/>
              <a:gd name="connsiteY1419" fmla="*/ 230308 h 358279"/>
              <a:gd name="connsiteX1420" fmla="*/ 431437 w 1592754"/>
              <a:gd name="connsiteY1420" fmla="*/ 223476 h 358279"/>
              <a:gd name="connsiteX1421" fmla="*/ 426576 w 1592754"/>
              <a:gd name="connsiteY1421" fmla="*/ 219722 h 358279"/>
              <a:gd name="connsiteX1422" fmla="*/ 425221 w 1592754"/>
              <a:gd name="connsiteY1422" fmla="*/ 213568 h 358279"/>
              <a:gd name="connsiteX1423" fmla="*/ 423498 w 1592754"/>
              <a:gd name="connsiteY1423" fmla="*/ 208214 h 358279"/>
              <a:gd name="connsiteX1424" fmla="*/ 426452 w 1592754"/>
              <a:gd name="connsiteY1424" fmla="*/ 204152 h 358279"/>
              <a:gd name="connsiteX1425" fmla="*/ 431007 w 1592754"/>
              <a:gd name="connsiteY1425" fmla="*/ 203721 h 358279"/>
              <a:gd name="connsiteX1426" fmla="*/ 438084 w 1592754"/>
              <a:gd name="connsiteY1426" fmla="*/ 199536 h 358279"/>
              <a:gd name="connsiteX1427" fmla="*/ 445654 w 1592754"/>
              <a:gd name="connsiteY1427" fmla="*/ 196644 h 358279"/>
              <a:gd name="connsiteX1428" fmla="*/ 458762 w 1592754"/>
              <a:gd name="connsiteY1428" fmla="*/ 189381 h 358279"/>
              <a:gd name="connsiteX1429" fmla="*/ 464916 w 1592754"/>
              <a:gd name="connsiteY1429" fmla="*/ 183227 h 358279"/>
              <a:gd name="connsiteX1430" fmla="*/ 464547 w 1592754"/>
              <a:gd name="connsiteY1430" fmla="*/ 169319 h 358279"/>
              <a:gd name="connsiteX1431" fmla="*/ 461286 w 1592754"/>
              <a:gd name="connsiteY1431" fmla="*/ 167349 h 358279"/>
              <a:gd name="connsiteX1432" fmla="*/ 455131 w 1592754"/>
              <a:gd name="connsiteY1432" fmla="*/ 168149 h 358279"/>
              <a:gd name="connsiteX1433" fmla="*/ 449346 w 1592754"/>
              <a:gd name="connsiteY1433" fmla="*/ 170241 h 358279"/>
              <a:gd name="connsiteX1434" fmla="*/ 444976 w 1592754"/>
              <a:gd name="connsiteY1434" fmla="*/ 170796 h 358279"/>
              <a:gd name="connsiteX1435" fmla="*/ 442146 w 1592754"/>
              <a:gd name="connsiteY1435" fmla="*/ 168395 h 358279"/>
              <a:gd name="connsiteX1436" fmla="*/ 440854 w 1592754"/>
              <a:gd name="connsiteY1436" fmla="*/ 161257 h 358279"/>
              <a:gd name="connsiteX1437" fmla="*/ 439622 w 1592754"/>
              <a:gd name="connsiteY1437" fmla="*/ 156272 h 358279"/>
              <a:gd name="connsiteX1438" fmla="*/ 440176 w 1592754"/>
              <a:gd name="connsiteY1438" fmla="*/ 146179 h 358279"/>
              <a:gd name="connsiteX1439" fmla="*/ 446331 w 1592754"/>
              <a:gd name="connsiteY1439" fmla="*/ 140332 h 358279"/>
              <a:gd name="connsiteX1440" fmla="*/ 454516 w 1592754"/>
              <a:gd name="connsiteY1440" fmla="*/ 137748 h 358279"/>
              <a:gd name="connsiteX1441" fmla="*/ 460670 w 1592754"/>
              <a:gd name="connsiteY1441" fmla="*/ 137317 h 358279"/>
              <a:gd name="connsiteX1442" fmla="*/ 468917 w 1592754"/>
              <a:gd name="connsiteY1442" fmla="*/ 133563 h 358279"/>
              <a:gd name="connsiteX1443" fmla="*/ 472917 w 1592754"/>
              <a:gd name="connsiteY1443" fmla="*/ 126054 h 358279"/>
              <a:gd name="connsiteX1444" fmla="*/ 475440 w 1592754"/>
              <a:gd name="connsiteY1444" fmla="*/ 109868 h 358279"/>
              <a:gd name="connsiteX1445" fmla="*/ 471317 w 1592754"/>
              <a:gd name="connsiteY1445" fmla="*/ 99406 h 358279"/>
              <a:gd name="connsiteX1446" fmla="*/ 471317 w 1592754"/>
              <a:gd name="connsiteY1446" fmla="*/ 96452 h 358279"/>
              <a:gd name="connsiteX1447" fmla="*/ 475932 w 1592754"/>
              <a:gd name="connsiteY1447" fmla="*/ 92883 h 358279"/>
              <a:gd name="connsiteX1448" fmla="*/ 478764 w 1592754"/>
              <a:gd name="connsiteY1448" fmla="*/ 91652 h 358279"/>
              <a:gd name="connsiteX1449" fmla="*/ 566156 w 1592754"/>
              <a:gd name="connsiteY1449" fmla="*/ 83467 h 358279"/>
              <a:gd name="connsiteX1450" fmla="*/ 570648 w 1592754"/>
              <a:gd name="connsiteY1450" fmla="*/ 86114 h 358279"/>
              <a:gd name="connsiteX1451" fmla="*/ 574402 w 1592754"/>
              <a:gd name="connsiteY1451" fmla="*/ 86975 h 358279"/>
              <a:gd name="connsiteX1452" fmla="*/ 577295 w 1592754"/>
              <a:gd name="connsiteY1452" fmla="*/ 90236 h 358279"/>
              <a:gd name="connsiteX1453" fmla="*/ 579633 w 1592754"/>
              <a:gd name="connsiteY1453" fmla="*/ 99283 h 358279"/>
              <a:gd name="connsiteX1454" fmla="*/ 572925 w 1592754"/>
              <a:gd name="connsiteY1454" fmla="*/ 111592 h 358279"/>
              <a:gd name="connsiteX1455" fmla="*/ 571633 w 1592754"/>
              <a:gd name="connsiteY1455" fmla="*/ 117746 h 358279"/>
              <a:gd name="connsiteX1456" fmla="*/ 577171 w 1592754"/>
              <a:gd name="connsiteY1456" fmla="*/ 119654 h 358279"/>
              <a:gd name="connsiteX1457" fmla="*/ 582710 w 1592754"/>
              <a:gd name="connsiteY1457" fmla="*/ 116515 h 358279"/>
              <a:gd name="connsiteX1458" fmla="*/ 591634 w 1592754"/>
              <a:gd name="connsiteY1458" fmla="*/ 119654 h 358279"/>
              <a:gd name="connsiteX1459" fmla="*/ 596619 w 1592754"/>
              <a:gd name="connsiteY1459" fmla="*/ 128947 h 358279"/>
              <a:gd name="connsiteX1460" fmla="*/ 597665 w 1592754"/>
              <a:gd name="connsiteY1460" fmla="*/ 135594 h 358279"/>
              <a:gd name="connsiteX1461" fmla="*/ 594649 w 1592754"/>
              <a:gd name="connsiteY1461" fmla="*/ 139040 h 358279"/>
              <a:gd name="connsiteX1462" fmla="*/ 588495 w 1592754"/>
              <a:gd name="connsiteY1462" fmla="*/ 140640 h 358279"/>
              <a:gd name="connsiteX1463" fmla="*/ 583141 w 1592754"/>
              <a:gd name="connsiteY1463" fmla="*/ 144394 h 358279"/>
              <a:gd name="connsiteX1464" fmla="*/ 575633 w 1592754"/>
              <a:gd name="connsiteY1464" fmla="*/ 148579 h 358279"/>
              <a:gd name="connsiteX1465" fmla="*/ 563694 w 1592754"/>
              <a:gd name="connsiteY1465" fmla="*/ 154364 h 358279"/>
              <a:gd name="connsiteX1466" fmla="*/ 559570 w 1592754"/>
              <a:gd name="connsiteY1466" fmla="*/ 167534 h 358279"/>
              <a:gd name="connsiteX1467" fmla="*/ 560001 w 1592754"/>
              <a:gd name="connsiteY1467" fmla="*/ 173688 h 358279"/>
              <a:gd name="connsiteX1468" fmla="*/ 563324 w 1592754"/>
              <a:gd name="connsiteY1468" fmla="*/ 184582 h 358279"/>
              <a:gd name="connsiteX1469" fmla="*/ 572433 w 1592754"/>
              <a:gd name="connsiteY1469" fmla="*/ 188644 h 358279"/>
              <a:gd name="connsiteX1470" fmla="*/ 578956 w 1592754"/>
              <a:gd name="connsiteY1470" fmla="*/ 189505 h 358279"/>
              <a:gd name="connsiteX1471" fmla="*/ 583572 w 1592754"/>
              <a:gd name="connsiteY1471" fmla="*/ 190490 h 358279"/>
              <a:gd name="connsiteX1472" fmla="*/ 588126 w 1592754"/>
              <a:gd name="connsiteY1472" fmla="*/ 192275 h 358279"/>
              <a:gd name="connsiteX1473" fmla="*/ 595265 w 1592754"/>
              <a:gd name="connsiteY1473" fmla="*/ 193013 h 358279"/>
              <a:gd name="connsiteX1474" fmla="*/ 595573 w 1592754"/>
              <a:gd name="connsiteY1474" fmla="*/ 193136 h 358279"/>
              <a:gd name="connsiteX1475" fmla="*/ 599573 w 1592754"/>
              <a:gd name="connsiteY1475" fmla="*/ 202306 h 358279"/>
              <a:gd name="connsiteX1476" fmla="*/ 596004 w 1592754"/>
              <a:gd name="connsiteY1476" fmla="*/ 212522 h 358279"/>
              <a:gd name="connsiteX1477" fmla="*/ 593050 w 1592754"/>
              <a:gd name="connsiteY1477" fmla="*/ 219231 h 358279"/>
              <a:gd name="connsiteX1478" fmla="*/ 585357 w 1592754"/>
              <a:gd name="connsiteY1478" fmla="*/ 220400 h 358279"/>
              <a:gd name="connsiteX1479" fmla="*/ 577787 w 1592754"/>
              <a:gd name="connsiteY1479" fmla="*/ 222184 h 358279"/>
              <a:gd name="connsiteX1480" fmla="*/ 572494 w 1592754"/>
              <a:gd name="connsiteY1480" fmla="*/ 219907 h 358279"/>
              <a:gd name="connsiteX1481" fmla="*/ 564309 w 1592754"/>
              <a:gd name="connsiteY1481" fmla="*/ 219107 h 358279"/>
              <a:gd name="connsiteX1482" fmla="*/ 556247 w 1592754"/>
              <a:gd name="connsiteY1482" fmla="*/ 219107 h 358279"/>
              <a:gd name="connsiteX1483" fmla="*/ 549416 w 1592754"/>
              <a:gd name="connsiteY1483" fmla="*/ 217138 h 358279"/>
              <a:gd name="connsiteX1484" fmla="*/ 539446 w 1592754"/>
              <a:gd name="connsiteY1484" fmla="*/ 216584 h 358279"/>
              <a:gd name="connsiteX1485" fmla="*/ 534400 w 1592754"/>
              <a:gd name="connsiteY1485" fmla="*/ 213814 h 358279"/>
              <a:gd name="connsiteX1486" fmla="*/ 529722 w 1592754"/>
              <a:gd name="connsiteY1486" fmla="*/ 206306 h 358279"/>
              <a:gd name="connsiteX1487" fmla="*/ 529107 w 1592754"/>
              <a:gd name="connsiteY1487" fmla="*/ 197567 h 358279"/>
              <a:gd name="connsiteX1488" fmla="*/ 526952 w 1592754"/>
              <a:gd name="connsiteY1488" fmla="*/ 187166 h 358279"/>
              <a:gd name="connsiteX1489" fmla="*/ 526522 w 1592754"/>
              <a:gd name="connsiteY1489" fmla="*/ 180643 h 358279"/>
              <a:gd name="connsiteX1490" fmla="*/ 525722 w 1592754"/>
              <a:gd name="connsiteY1490" fmla="*/ 174489 h 358279"/>
              <a:gd name="connsiteX1491" fmla="*/ 524737 w 1592754"/>
              <a:gd name="connsiteY1491" fmla="*/ 164827 h 358279"/>
              <a:gd name="connsiteX1492" fmla="*/ 527322 w 1592754"/>
              <a:gd name="connsiteY1492" fmla="*/ 149256 h 358279"/>
              <a:gd name="connsiteX1493" fmla="*/ 529476 w 1592754"/>
              <a:gd name="connsiteY1493" fmla="*/ 144394 h 358279"/>
              <a:gd name="connsiteX1494" fmla="*/ 531322 w 1592754"/>
              <a:gd name="connsiteY1494" fmla="*/ 136394 h 358279"/>
              <a:gd name="connsiteX1495" fmla="*/ 533045 w 1592754"/>
              <a:gd name="connsiteY1495" fmla="*/ 128209 h 358279"/>
              <a:gd name="connsiteX1496" fmla="*/ 533784 w 1592754"/>
              <a:gd name="connsiteY1496" fmla="*/ 115469 h 358279"/>
              <a:gd name="connsiteX1497" fmla="*/ 535630 w 1592754"/>
              <a:gd name="connsiteY1497" fmla="*/ 107715 h 358279"/>
              <a:gd name="connsiteX1498" fmla="*/ 538277 w 1592754"/>
              <a:gd name="connsiteY1498" fmla="*/ 95406 h 358279"/>
              <a:gd name="connsiteX1499" fmla="*/ 538584 w 1592754"/>
              <a:gd name="connsiteY1499" fmla="*/ 86975 h 358279"/>
              <a:gd name="connsiteX1500" fmla="*/ 543446 w 1592754"/>
              <a:gd name="connsiteY1500" fmla="*/ 83528 h 358279"/>
              <a:gd name="connsiteX1501" fmla="*/ 549600 w 1592754"/>
              <a:gd name="connsiteY1501" fmla="*/ 84821 h 358279"/>
              <a:gd name="connsiteX1502" fmla="*/ 555078 w 1592754"/>
              <a:gd name="connsiteY1502" fmla="*/ 83652 h 358279"/>
              <a:gd name="connsiteX1503" fmla="*/ 560001 w 1592754"/>
              <a:gd name="connsiteY1503" fmla="*/ 84637 h 358279"/>
              <a:gd name="connsiteX1504" fmla="*/ 566156 w 1592754"/>
              <a:gd name="connsiteY1504" fmla="*/ 83467 h 358279"/>
              <a:gd name="connsiteX1505" fmla="*/ 178964 w 1592754"/>
              <a:gd name="connsiteY1505" fmla="*/ 83075 h 358279"/>
              <a:gd name="connsiteX1506" fmla="*/ 175433 w 1592754"/>
              <a:gd name="connsiteY1506" fmla="*/ 88070 h 358279"/>
              <a:gd name="connsiteX1507" fmla="*/ 175433 w 1592754"/>
              <a:gd name="connsiteY1507" fmla="*/ 88317 h 358279"/>
              <a:gd name="connsiteX1508" fmla="*/ 172450 w 1592754"/>
              <a:gd name="connsiteY1508" fmla="*/ 103728 h 358279"/>
              <a:gd name="connsiteX1509" fmla="*/ 172220 w 1592754"/>
              <a:gd name="connsiteY1509" fmla="*/ 104876 h 358279"/>
              <a:gd name="connsiteX1510" fmla="*/ 170031 w 1592754"/>
              <a:gd name="connsiteY1510" fmla="*/ 104876 h 358279"/>
              <a:gd name="connsiteX1511" fmla="*/ 116332 w 1592754"/>
              <a:gd name="connsiteY1511" fmla="*/ 97126 h 358279"/>
              <a:gd name="connsiteX1512" fmla="*/ 121010 w 1592754"/>
              <a:gd name="connsiteY1512" fmla="*/ 108653 h 358279"/>
              <a:gd name="connsiteX1513" fmla="*/ 133773 w 1592754"/>
              <a:gd name="connsiteY1513" fmla="*/ 116632 h 358279"/>
              <a:gd name="connsiteX1514" fmla="*/ 134832 w 1592754"/>
              <a:gd name="connsiteY1514" fmla="*/ 116844 h 358279"/>
              <a:gd name="connsiteX1515" fmla="*/ 134832 w 1592754"/>
              <a:gd name="connsiteY1515" fmla="*/ 117921 h 358279"/>
              <a:gd name="connsiteX1516" fmla="*/ 134902 w 1592754"/>
              <a:gd name="connsiteY1516" fmla="*/ 117921 h 358279"/>
              <a:gd name="connsiteX1517" fmla="*/ 139580 w 1592754"/>
              <a:gd name="connsiteY1517" fmla="*/ 127348 h 358279"/>
              <a:gd name="connsiteX1518" fmla="*/ 149448 w 1592754"/>
              <a:gd name="connsiteY1518" fmla="*/ 130472 h 358279"/>
              <a:gd name="connsiteX1519" fmla="*/ 150772 w 1592754"/>
              <a:gd name="connsiteY1519" fmla="*/ 130472 h 358279"/>
              <a:gd name="connsiteX1520" fmla="*/ 151884 w 1592754"/>
              <a:gd name="connsiteY1520" fmla="*/ 130331 h 358279"/>
              <a:gd name="connsiteX1521" fmla="*/ 152273 w 1592754"/>
              <a:gd name="connsiteY1521" fmla="*/ 131372 h 358279"/>
              <a:gd name="connsiteX1522" fmla="*/ 159651 w 1592754"/>
              <a:gd name="connsiteY1522" fmla="*/ 137480 h 358279"/>
              <a:gd name="connsiteX1523" fmla="*/ 163429 w 1592754"/>
              <a:gd name="connsiteY1523" fmla="*/ 138045 h 358279"/>
              <a:gd name="connsiteX1524" fmla="*/ 168319 w 1592754"/>
              <a:gd name="connsiteY1524" fmla="*/ 137198 h 358279"/>
              <a:gd name="connsiteX1525" fmla="*/ 170914 w 1592754"/>
              <a:gd name="connsiteY1525" fmla="*/ 136121 h 358279"/>
              <a:gd name="connsiteX1526" fmla="*/ 167101 w 1592754"/>
              <a:gd name="connsiteY1526" fmla="*/ 151708 h 358279"/>
              <a:gd name="connsiteX1527" fmla="*/ 191109 w 1592754"/>
              <a:gd name="connsiteY1527" fmla="*/ 151708 h 358279"/>
              <a:gd name="connsiteX1528" fmla="*/ 187278 w 1592754"/>
              <a:gd name="connsiteY1528" fmla="*/ 136103 h 358279"/>
              <a:gd name="connsiteX1529" fmla="*/ 189891 w 1592754"/>
              <a:gd name="connsiteY1529" fmla="*/ 137198 h 358279"/>
              <a:gd name="connsiteX1530" fmla="*/ 194763 w 1592754"/>
              <a:gd name="connsiteY1530" fmla="*/ 138045 h 358279"/>
              <a:gd name="connsiteX1531" fmla="*/ 198540 w 1592754"/>
              <a:gd name="connsiteY1531" fmla="*/ 137480 h 358279"/>
              <a:gd name="connsiteX1532" fmla="*/ 205919 w 1592754"/>
              <a:gd name="connsiteY1532" fmla="*/ 131372 h 358279"/>
              <a:gd name="connsiteX1533" fmla="*/ 206308 w 1592754"/>
              <a:gd name="connsiteY1533" fmla="*/ 130331 h 358279"/>
              <a:gd name="connsiteX1534" fmla="*/ 207420 w 1592754"/>
              <a:gd name="connsiteY1534" fmla="*/ 130472 h 358279"/>
              <a:gd name="connsiteX1535" fmla="*/ 208744 w 1592754"/>
              <a:gd name="connsiteY1535" fmla="*/ 130472 h 358279"/>
              <a:gd name="connsiteX1536" fmla="*/ 218612 w 1592754"/>
              <a:gd name="connsiteY1536" fmla="*/ 127348 h 358279"/>
              <a:gd name="connsiteX1537" fmla="*/ 223289 w 1592754"/>
              <a:gd name="connsiteY1537" fmla="*/ 117903 h 358279"/>
              <a:gd name="connsiteX1538" fmla="*/ 223289 w 1592754"/>
              <a:gd name="connsiteY1538" fmla="*/ 116844 h 358279"/>
              <a:gd name="connsiteX1539" fmla="*/ 224349 w 1592754"/>
              <a:gd name="connsiteY1539" fmla="*/ 116632 h 358279"/>
              <a:gd name="connsiteX1540" fmla="*/ 237094 w 1592754"/>
              <a:gd name="connsiteY1540" fmla="*/ 108653 h 358279"/>
              <a:gd name="connsiteX1541" fmla="*/ 241772 w 1592754"/>
              <a:gd name="connsiteY1541" fmla="*/ 97126 h 358279"/>
              <a:gd name="connsiteX1542" fmla="*/ 188125 w 1592754"/>
              <a:gd name="connsiteY1542" fmla="*/ 104876 h 358279"/>
              <a:gd name="connsiteX1543" fmla="*/ 185936 w 1592754"/>
              <a:gd name="connsiteY1543" fmla="*/ 104876 h 358279"/>
              <a:gd name="connsiteX1544" fmla="*/ 185707 w 1592754"/>
              <a:gd name="connsiteY1544" fmla="*/ 103728 h 358279"/>
              <a:gd name="connsiteX1545" fmla="*/ 182724 w 1592754"/>
              <a:gd name="connsiteY1545" fmla="*/ 88317 h 358279"/>
              <a:gd name="connsiteX1546" fmla="*/ 182724 w 1592754"/>
              <a:gd name="connsiteY1546" fmla="*/ 88070 h 358279"/>
              <a:gd name="connsiteX1547" fmla="*/ 179193 w 1592754"/>
              <a:gd name="connsiteY1547" fmla="*/ 83075 h 358279"/>
              <a:gd name="connsiteX1548" fmla="*/ 206732 w 1592754"/>
              <a:gd name="connsiteY1548" fmla="*/ 82457 h 358279"/>
              <a:gd name="connsiteX1549" fmla="*/ 213634 w 1592754"/>
              <a:gd name="connsiteY1549" fmla="*/ 86923 h 358279"/>
              <a:gd name="connsiteX1550" fmla="*/ 205443 w 1592754"/>
              <a:gd name="connsiteY1550" fmla="*/ 87364 h 358279"/>
              <a:gd name="connsiteX1551" fmla="*/ 199335 w 1592754"/>
              <a:gd name="connsiteY1551" fmla="*/ 82916 h 358279"/>
              <a:gd name="connsiteX1552" fmla="*/ 206732 w 1592754"/>
              <a:gd name="connsiteY1552" fmla="*/ 82457 h 358279"/>
              <a:gd name="connsiteX1553" fmla="*/ 985939 w 1592754"/>
              <a:gd name="connsiteY1553" fmla="*/ 81744 h 358279"/>
              <a:gd name="connsiteX1554" fmla="*/ 992093 w 1592754"/>
              <a:gd name="connsiteY1554" fmla="*/ 84144 h 358279"/>
              <a:gd name="connsiteX1555" fmla="*/ 1004401 w 1592754"/>
              <a:gd name="connsiteY1555" fmla="*/ 85067 h 358279"/>
              <a:gd name="connsiteX1556" fmla="*/ 1004956 w 1592754"/>
              <a:gd name="connsiteY1556" fmla="*/ 85375 h 358279"/>
              <a:gd name="connsiteX1557" fmla="*/ 1007048 w 1592754"/>
              <a:gd name="connsiteY1557" fmla="*/ 90421 h 358279"/>
              <a:gd name="connsiteX1558" fmla="*/ 1011294 w 1592754"/>
              <a:gd name="connsiteY1558" fmla="*/ 99038 h 358279"/>
              <a:gd name="connsiteX1559" fmla="*/ 1007848 w 1592754"/>
              <a:gd name="connsiteY1559" fmla="*/ 106361 h 358279"/>
              <a:gd name="connsiteX1560" fmla="*/ 1006248 w 1592754"/>
              <a:gd name="connsiteY1560" fmla="*/ 113131 h 358279"/>
              <a:gd name="connsiteX1561" fmla="*/ 1000094 w 1592754"/>
              <a:gd name="connsiteY1561" fmla="*/ 124024 h 358279"/>
              <a:gd name="connsiteX1562" fmla="*/ 994555 w 1592754"/>
              <a:gd name="connsiteY1562" fmla="*/ 130179 h 358279"/>
              <a:gd name="connsiteX1563" fmla="*/ 982246 w 1592754"/>
              <a:gd name="connsiteY1563" fmla="*/ 155903 h 358279"/>
              <a:gd name="connsiteX1564" fmla="*/ 978123 w 1592754"/>
              <a:gd name="connsiteY1564" fmla="*/ 160027 h 358279"/>
              <a:gd name="connsiteX1565" fmla="*/ 973076 w 1592754"/>
              <a:gd name="connsiteY1565" fmla="*/ 160027 h 358279"/>
              <a:gd name="connsiteX1566" fmla="*/ 967783 w 1592754"/>
              <a:gd name="connsiteY1566" fmla="*/ 161750 h 358279"/>
              <a:gd name="connsiteX1567" fmla="*/ 959906 w 1592754"/>
              <a:gd name="connsiteY1567" fmla="*/ 164150 h 358279"/>
              <a:gd name="connsiteX1568" fmla="*/ 959906 w 1592754"/>
              <a:gd name="connsiteY1568" fmla="*/ 170304 h 358279"/>
              <a:gd name="connsiteX1569" fmla="*/ 966060 w 1592754"/>
              <a:gd name="connsiteY1569" fmla="*/ 169196 h 358279"/>
              <a:gd name="connsiteX1570" fmla="*/ 970861 w 1592754"/>
              <a:gd name="connsiteY1570" fmla="*/ 166981 h 358279"/>
              <a:gd name="connsiteX1571" fmla="*/ 977507 w 1592754"/>
              <a:gd name="connsiteY1571" fmla="*/ 169074 h 358279"/>
              <a:gd name="connsiteX1572" fmla="*/ 980154 w 1592754"/>
              <a:gd name="connsiteY1572" fmla="*/ 172150 h 358279"/>
              <a:gd name="connsiteX1573" fmla="*/ 981877 w 1592754"/>
              <a:gd name="connsiteY1573" fmla="*/ 180520 h 358279"/>
              <a:gd name="connsiteX1574" fmla="*/ 980831 w 1592754"/>
              <a:gd name="connsiteY1574" fmla="*/ 183967 h 358279"/>
              <a:gd name="connsiteX1575" fmla="*/ 974677 w 1592754"/>
              <a:gd name="connsiteY1575" fmla="*/ 188213 h 358279"/>
              <a:gd name="connsiteX1576" fmla="*/ 967783 w 1592754"/>
              <a:gd name="connsiteY1576" fmla="*/ 190737 h 358279"/>
              <a:gd name="connsiteX1577" fmla="*/ 965630 w 1592754"/>
              <a:gd name="connsiteY1577" fmla="*/ 194737 h 358279"/>
              <a:gd name="connsiteX1578" fmla="*/ 968953 w 1592754"/>
              <a:gd name="connsiteY1578" fmla="*/ 197383 h 358279"/>
              <a:gd name="connsiteX1579" fmla="*/ 978123 w 1592754"/>
              <a:gd name="connsiteY1579" fmla="*/ 195660 h 358279"/>
              <a:gd name="connsiteX1580" fmla="*/ 985016 w 1592754"/>
              <a:gd name="connsiteY1580" fmla="*/ 195660 h 358279"/>
              <a:gd name="connsiteX1581" fmla="*/ 993508 w 1592754"/>
              <a:gd name="connsiteY1581" fmla="*/ 193937 h 358279"/>
              <a:gd name="connsiteX1582" fmla="*/ 1000955 w 1592754"/>
              <a:gd name="connsiteY1582" fmla="*/ 193937 h 358279"/>
              <a:gd name="connsiteX1583" fmla="*/ 1007109 w 1592754"/>
              <a:gd name="connsiteY1583" fmla="*/ 203599 h 358279"/>
              <a:gd name="connsiteX1584" fmla="*/ 996216 w 1592754"/>
              <a:gd name="connsiteY1584" fmla="*/ 219293 h 358279"/>
              <a:gd name="connsiteX1585" fmla="*/ 986308 w 1592754"/>
              <a:gd name="connsiteY1585" fmla="*/ 217569 h 358279"/>
              <a:gd name="connsiteX1586" fmla="*/ 969937 w 1592754"/>
              <a:gd name="connsiteY1586" fmla="*/ 218246 h 358279"/>
              <a:gd name="connsiteX1587" fmla="*/ 961014 w 1592754"/>
              <a:gd name="connsiteY1587" fmla="*/ 217692 h 358279"/>
              <a:gd name="connsiteX1588" fmla="*/ 953198 w 1592754"/>
              <a:gd name="connsiteY1588" fmla="*/ 218493 h 358279"/>
              <a:gd name="connsiteX1589" fmla="*/ 944459 w 1592754"/>
              <a:gd name="connsiteY1589" fmla="*/ 219970 h 358279"/>
              <a:gd name="connsiteX1590" fmla="*/ 933812 w 1592754"/>
              <a:gd name="connsiteY1590" fmla="*/ 222062 h 358279"/>
              <a:gd name="connsiteX1591" fmla="*/ 922796 w 1592754"/>
              <a:gd name="connsiteY1591" fmla="*/ 223169 h 358279"/>
              <a:gd name="connsiteX1592" fmla="*/ 911472 w 1592754"/>
              <a:gd name="connsiteY1592" fmla="*/ 226616 h 358279"/>
              <a:gd name="connsiteX1593" fmla="*/ 904333 w 1592754"/>
              <a:gd name="connsiteY1593" fmla="*/ 222862 h 358279"/>
              <a:gd name="connsiteX1594" fmla="*/ 902733 w 1592754"/>
              <a:gd name="connsiteY1594" fmla="*/ 213322 h 358279"/>
              <a:gd name="connsiteX1595" fmla="*/ 903102 w 1592754"/>
              <a:gd name="connsiteY1595" fmla="*/ 208953 h 358279"/>
              <a:gd name="connsiteX1596" fmla="*/ 905502 w 1592754"/>
              <a:gd name="connsiteY1596" fmla="*/ 203907 h 358279"/>
              <a:gd name="connsiteX1597" fmla="*/ 908149 w 1592754"/>
              <a:gd name="connsiteY1597" fmla="*/ 201753 h 358279"/>
              <a:gd name="connsiteX1598" fmla="*/ 911472 w 1592754"/>
              <a:gd name="connsiteY1598" fmla="*/ 203353 h 358279"/>
              <a:gd name="connsiteX1599" fmla="*/ 921196 w 1592754"/>
              <a:gd name="connsiteY1599" fmla="*/ 200030 h 358279"/>
              <a:gd name="connsiteX1600" fmla="*/ 933505 w 1592754"/>
              <a:gd name="connsiteY1600" fmla="*/ 194614 h 358279"/>
              <a:gd name="connsiteX1601" fmla="*/ 931473 w 1592754"/>
              <a:gd name="connsiteY1601" fmla="*/ 191168 h 358279"/>
              <a:gd name="connsiteX1602" fmla="*/ 926427 w 1592754"/>
              <a:gd name="connsiteY1602" fmla="*/ 190491 h 358279"/>
              <a:gd name="connsiteX1603" fmla="*/ 922180 w 1592754"/>
              <a:gd name="connsiteY1603" fmla="*/ 188336 h 358279"/>
              <a:gd name="connsiteX1604" fmla="*/ 922180 w 1592754"/>
              <a:gd name="connsiteY1604" fmla="*/ 184213 h 358279"/>
              <a:gd name="connsiteX1605" fmla="*/ 922735 w 1592754"/>
              <a:gd name="connsiteY1605" fmla="*/ 179167 h 358279"/>
              <a:gd name="connsiteX1606" fmla="*/ 925504 w 1592754"/>
              <a:gd name="connsiteY1606" fmla="*/ 175474 h 358279"/>
              <a:gd name="connsiteX1607" fmla="*/ 928335 w 1592754"/>
              <a:gd name="connsiteY1607" fmla="*/ 176397 h 358279"/>
              <a:gd name="connsiteX1608" fmla="*/ 931351 w 1592754"/>
              <a:gd name="connsiteY1608" fmla="*/ 175843 h 358279"/>
              <a:gd name="connsiteX1609" fmla="*/ 934305 w 1592754"/>
              <a:gd name="connsiteY1609" fmla="*/ 175843 h 358279"/>
              <a:gd name="connsiteX1610" fmla="*/ 936951 w 1592754"/>
              <a:gd name="connsiteY1610" fmla="*/ 173443 h 358279"/>
              <a:gd name="connsiteX1611" fmla="*/ 937628 w 1592754"/>
              <a:gd name="connsiteY1611" fmla="*/ 167288 h 358279"/>
              <a:gd name="connsiteX1612" fmla="*/ 933996 w 1592754"/>
              <a:gd name="connsiteY1612" fmla="*/ 166796 h 358279"/>
              <a:gd name="connsiteX1613" fmla="*/ 929381 w 1592754"/>
              <a:gd name="connsiteY1613" fmla="*/ 168089 h 358279"/>
              <a:gd name="connsiteX1614" fmla="*/ 925134 w 1592754"/>
              <a:gd name="connsiteY1614" fmla="*/ 169012 h 358279"/>
              <a:gd name="connsiteX1615" fmla="*/ 921688 w 1592754"/>
              <a:gd name="connsiteY1615" fmla="*/ 168519 h 358279"/>
              <a:gd name="connsiteX1616" fmla="*/ 919965 w 1592754"/>
              <a:gd name="connsiteY1616" fmla="*/ 165811 h 358279"/>
              <a:gd name="connsiteX1617" fmla="*/ 918611 w 1592754"/>
              <a:gd name="connsiteY1617" fmla="*/ 161873 h 358279"/>
              <a:gd name="connsiteX1618" fmla="*/ 915534 w 1592754"/>
              <a:gd name="connsiteY1618" fmla="*/ 156149 h 358279"/>
              <a:gd name="connsiteX1619" fmla="*/ 913810 w 1592754"/>
              <a:gd name="connsiteY1619" fmla="*/ 149995 h 358279"/>
              <a:gd name="connsiteX1620" fmla="*/ 917134 w 1592754"/>
              <a:gd name="connsiteY1620" fmla="*/ 140333 h 358279"/>
              <a:gd name="connsiteX1621" fmla="*/ 915534 w 1592754"/>
              <a:gd name="connsiteY1621" fmla="*/ 124763 h 358279"/>
              <a:gd name="connsiteX1622" fmla="*/ 913564 w 1592754"/>
              <a:gd name="connsiteY1622" fmla="*/ 118116 h 358279"/>
              <a:gd name="connsiteX1623" fmla="*/ 914364 w 1592754"/>
              <a:gd name="connsiteY1623" fmla="*/ 113069 h 358279"/>
              <a:gd name="connsiteX1624" fmla="*/ 916088 w 1592754"/>
              <a:gd name="connsiteY1624" fmla="*/ 104453 h 358279"/>
              <a:gd name="connsiteX1625" fmla="*/ 920334 w 1592754"/>
              <a:gd name="connsiteY1625" fmla="*/ 95715 h 358279"/>
              <a:gd name="connsiteX1626" fmla="*/ 925811 w 1592754"/>
              <a:gd name="connsiteY1626" fmla="*/ 99038 h 358279"/>
              <a:gd name="connsiteX1627" fmla="*/ 930981 w 1592754"/>
              <a:gd name="connsiteY1627" fmla="*/ 98484 h 358279"/>
              <a:gd name="connsiteX1628" fmla="*/ 937751 w 1592754"/>
              <a:gd name="connsiteY1628" fmla="*/ 96330 h 358279"/>
              <a:gd name="connsiteX1629" fmla="*/ 949320 w 1592754"/>
              <a:gd name="connsiteY1629" fmla="*/ 91591 h 358279"/>
              <a:gd name="connsiteX1630" fmla="*/ 958491 w 1592754"/>
              <a:gd name="connsiteY1630" fmla="*/ 90668 h 358279"/>
              <a:gd name="connsiteX1631" fmla="*/ 985939 w 1592754"/>
              <a:gd name="connsiteY1631" fmla="*/ 81744 h 358279"/>
              <a:gd name="connsiteX1632" fmla="*/ 58360 w 1592754"/>
              <a:gd name="connsiteY1632" fmla="*/ 74653 h 358279"/>
              <a:gd name="connsiteX1633" fmla="*/ 57636 w 1592754"/>
              <a:gd name="connsiteY1633" fmla="*/ 74936 h 358279"/>
              <a:gd name="connsiteX1634" fmla="*/ 56948 w 1592754"/>
              <a:gd name="connsiteY1634" fmla="*/ 75377 h 358279"/>
              <a:gd name="connsiteX1635" fmla="*/ 56136 w 1592754"/>
              <a:gd name="connsiteY1635" fmla="*/ 76295 h 358279"/>
              <a:gd name="connsiteX1636" fmla="*/ 55218 w 1592754"/>
              <a:gd name="connsiteY1636" fmla="*/ 77072 h 358279"/>
              <a:gd name="connsiteX1637" fmla="*/ 54406 w 1592754"/>
              <a:gd name="connsiteY1637" fmla="*/ 77337 h 358279"/>
              <a:gd name="connsiteX1638" fmla="*/ 54229 w 1592754"/>
              <a:gd name="connsiteY1638" fmla="*/ 77813 h 358279"/>
              <a:gd name="connsiteX1639" fmla="*/ 54211 w 1592754"/>
              <a:gd name="connsiteY1639" fmla="*/ 77813 h 358279"/>
              <a:gd name="connsiteX1640" fmla="*/ 54123 w 1592754"/>
              <a:gd name="connsiteY1640" fmla="*/ 78731 h 358279"/>
              <a:gd name="connsiteX1641" fmla="*/ 54476 w 1592754"/>
              <a:gd name="connsiteY1641" fmla="*/ 79084 h 358279"/>
              <a:gd name="connsiteX1642" fmla="*/ 56242 w 1592754"/>
              <a:gd name="connsiteY1642" fmla="*/ 79755 h 358279"/>
              <a:gd name="connsiteX1643" fmla="*/ 57901 w 1592754"/>
              <a:gd name="connsiteY1643" fmla="*/ 81873 h 358279"/>
              <a:gd name="connsiteX1644" fmla="*/ 58360 w 1592754"/>
              <a:gd name="connsiteY1644" fmla="*/ 83197 h 358279"/>
              <a:gd name="connsiteX1645" fmla="*/ 57883 w 1592754"/>
              <a:gd name="connsiteY1645" fmla="*/ 84627 h 358279"/>
              <a:gd name="connsiteX1646" fmla="*/ 57265 w 1592754"/>
              <a:gd name="connsiteY1646" fmla="*/ 85386 h 358279"/>
              <a:gd name="connsiteX1647" fmla="*/ 56648 w 1592754"/>
              <a:gd name="connsiteY1647" fmla="*/ 86675 h 358279"/>
              <a:gd name="connsiteX1648" fmla="*/ 56648 w 1592754"/>
              <a:gd name="connsiteY1648" fmla="*/ 88052 h 358279"/>
              <a:gd name="connsiteX1649" fmla="*/ 57813 w 1592754"/>
              <a:gd name="connsiteY1649" fmla="*/ 89252 h 358279"/>
              <a:gd name="connsiteX1650" fmla="*/ 58536 w 1592754"/>
              <a:gd name="connsiteY1650" fmla="*/ 89658 h 358279"/>
              <a:gd name="connsiteX1651" fmla="*/ 59543 w 1592754"/>
              <a:gd name="connsiteY1651" fmla="*/ 90311 h 358279"/>
              <a:gd name="connsiteX1652" fmla="*/ 60160 w 1592754"/>
              <a:gd name="connsiteY1652" fmla="*/ 90311 h 358279"/>
              <a:gd name="connsiteX1653" fmla="*/ 60584 w 1592754"/>
              <a:gd name="connsiteY1653" fmla="*/ 89711 h 358279"/>
              <a:gd name="connsiteX1654" fmla="*/ 60972 w 1592754"/>
              <a:gd name="connsiteY1654" fmla="*/ 88776 h 358279"/>
              <a:gd name="connsiteX1655" fmla="*/ 61573 w 1592754"/>
              <a:gd name="connsiteY1655" fmla="*/ 87946 h 358279"/>
              <a:gd name="connsiteX1656" fmla="*/ 62173 w 1592754"/>
              <a:gd name="connsiteY1656" fmla="*/ 87769 h 358279"/>
              <a:gd name="connsiteX1657" fmla="*/ 63938 w 1592754"/>
              <a:gd name="connsiteY1657" fmla="*/ 89288 h 358279"/>
              <a:gd name="connsiteX1658" fmla="*/ 63938 w 1592754"/>
              <a:gd name="connsiteY1658" fmla="*/ 90700 h 358279"/>
              <a:gd name="connsiteX1659" fmla="*/ 63356 w 1592754"/>
              <a:gd name="connsiteY1659" fmla="*/ 93101 h 358279"/>
              <a:gd name="connsiteX1660" fmla="*/ 62844 w 1592754"/>
              <a:gd name="connsiteY1660" fmla="*/ 94336 h 358279"/>
              <a:gd name="connsiteX1661" fmla="*/ 62544 w 1592754"/>
              <a:gd name="connsiteY1661" fmla="*/ 95660 h 358279"/>
              <a:gd name="connsiteX1662" fmla="*/ 62085 w 1592754"/>
              <a:gd name="connsiteY1662" fmla="*/ 96260 h 358279"/>
              <a:gd name="connsiteX1663" fmla="*/ 62261 w 1592754"/>
              <a:gd name="connsiteY1663" fmla="*/ 97072 h 358279"/>
              <a:gd name="connsiteX1664" fmla="*/ 63091 w 1592754"/>
              <a:gd name="connsiteY1664" fmla="*/ 97461 h 358279"/>
              <a:gd name="connsiteX1665" fmla="*/ 63973 w 1592754"/>
              <a:gd name="connsiteY1665" fmla="*/ 97990 h 358279"/>
              <a:gd name="connsiteX1666" fmla="*/ 64980 w 1592754"/>
              <a:gd name="connsiteY1666" fmla="*/ 97814 h 358279"/>
              <a:gd name="connsiteX1667" fmla="*/ 66657 w 1592754"/>
              <a:gd name="connsiteY1667" fmla="*/ 97690 h 358279"/>
              <a:gd name="connsiteX1668" fmla="*/ 66957 w 1592754"/>
              <a:gd name="connsiteY1668" fmla="*/ 95307 h 358279"/>
              <a:gd name="connsiteX1669" fmla="*/ 67416 w 1592754"/>
              <a:gd name="connsiteY1669" fmla="*/ 94018 h 358279"/>
              <a:gd name="connsiteX1670" fmla="*/ 67945 w 1592754"/>
              <a:gd name="connsiteY1670" fmla="*/ 91706 h 358279"/>
              <a:gd name="connsiteX1671" fmla="*/ 68493 w 1592754"/>
              <a:gd name="connsiteY1671" fmla="*/ 90047 h 358279"/>
              <a:gd name="connsiteX1672" fmla="*/ 68493 w 1592754"/>
              <a:gd name="connsiteY1672" fmla="*/ 87964 h 358279"/>
              <a:gd name="connsiteX1673" fmla="*/ 68899 w 1592754"/>
              <a:gd name="connsiteY1673" fmla="*/ 85986 h 358279"/>
              <a:gd name="connsiteX1674" fmla="*/ 68634 w 1592754"/>
              <a:gd name="connsiteY1674" fmla="*/ 84963 h 358279"/>
              <a:gd name="connsiteX1675" fmla="*/ 67751 w 1592754"/>
              <a:gd name="connsiteY1675" fmla="*/ 83497 h 358279"/>
              <a:gd name="connsiteX1676" fmla="*/ 67098 w 1592754"/>
              <a:gd name="connsiteY1676" fmla="*/ 83109 h 358279"/>
              <a:gd name="connsiteX1677" fmla="*/ 66674 w 1592754"/>
              <a:gd name="connsiteY1677" fmla="*/ 82827 h 358279"/>
              <a:gd name="connsiteX1678" fmla="*/ 65880 w 1592754"/>
              <a:gd name="connsiteY1678" fmla="*/ 82456 h 358279"/>
              <a:gd name="connsiteX1679" fmla="*/ 65033 w 1592754"/>
              <a:gd name="connsiteY1679" fmla="*/ 81556 h 358279"/>
              <a:gd name="connsiteX1680" fmla="*/ 64115 w 1592754"/>
              <a:gd name="connsiteY1680" fmla="*/ 80408 h 358279"/>
              <a:gd name="connsiteX1681" fmla="*/ 62455 w 1592754"/>
              <a:gd name="connsiteY1681" fmla="*/ 78643 h 358279"/>
              <a:gd name="connsiteX1682" fmla="*/ 61590 w 1592754"/>
              <a:gd name="connsiteY1682" fmla="*/ 77619 h 358279"/>
              <a:gd name="connsiteX1683" fmla="*/ 61078 w 1592754"/>
              <a:gd name="connsiteY1683" fmla="*/ 76313 h 358279"/>
              <a:gd name="connsiteX1684" fmla="*/ 60249 w 1592754"/>
              <a:gd name="connsiteY1684" fmla="*/ 75466 h 358279"/>
              <a:gd name="connsiteX1685" fmla="*/ 59719 w 1592754"/>
              <a:gd name="connsiteY1685" fmla="*/ 74901 h 358279"/>
              <a:gd name="connsiteX1686" fmla="*/ 58360 w 1592754"/>
              <a:gd name="connsiteY1686" fmla="*/ 74653 h 358279"/>
              <a:gd name="connsiteX1687" fmla="*/ 214317 w 1592754"/>
              <a:gd name="connsiteY1687" fmla="*/ 74585 h 358279"/>
              <a:gd name="connsiteX1688" fmla="*/ 221365 w 1592754"/>
              <a:gd name="connsiteY1688" fmla="*/ 75554 h 358279"/>
              <a:gd name="connsiteX1689" fmla="*/ 214657 w 1592754"/>
              <a:gd name="connsiteY1689" fmla="*/ 79332 h 358279"/>
              <a:gd name="connsiteX1690" fmla="*/ 207490 w 1592754"/>
              <a:gd name="connsiteY1690" fmla="*/ 77072 h 358279"/>
              <a:gd name="connsiteX1691" fmla="*/ 214304 w 1592754"/>
              <a:gd name="connsiteY1691" fmla="*/ 74583 h 358279"/>
              <a:gd name="connsiteX1692" fmla="*/ 214322 w 1592754"/>
              <a:gd name="connsiteY1692" fmla="*/ 74583 h 358279"/>
              <a:gd name="connsiteX1693" fmla="*/ 214317 w 1592754"/>
              <a:gd name="connsiteY1693" fmla="*/ 74585 h 358279"/>
              <a:gd name="connsiteX1694" fmla="*/ 298578 w 1592754"/>
              <a:gd name="connsiteY1694" fmla="*/ 66286 h 358279"/>
              <a:gd name="connsiteX1695" fmla="*/ 297625 w 1592754"/>
              <a:gd name="connsiteY1695" fmla="*/ 66498 h 358279"/>
              <a:gd name="connsiteX1696" fmla="*/ 296707 w 1592754"/>
              <a:gd name="connsiteY1696" fmla="*/ 67663 h 358279"/>
              <a:gd name="connsiteX1697" fmla="*/ 294941 w 1592754"/>
              <a:gd name="connsiteY1697" fmla="*/ 69534 h 358279"/>
              <a:gd name="connsiteX1698" fmla="*/ 293070 w 1592754"/>
              <a:gd name="connsiteY1698" fmla="*/ 71052 h 358279"/>
              <a:gd name="connsiteX1699" fmla="*/ 292329 w 1592754"/>
              <a:gd name="connsiteY1699" fmla="*/ 72006 h 358279"/>
              <a:gd name="connsiteX1700" fmla="*/ 291958 w 1592754"/>
              <a:gd name="connsiteY1700" fmla="*/ 72765 h 358279"/>
              <a:gd name="connsiteX1701" fmla="*/ 291393 w 1592754"/>
              <a:gd name="connsiteY1701" fmla="*/ 72765 h 358279"/>
              <a:gd name="connsiteX1702" fmla="*/ 290263 w 1592754"/>
              <a:gd name="connsiteY1702" fmla="*/ 72235 h 358279"/>
              <a:gd name="connsiteX1703" fmla="*/ 290133 w 1592754"/>
              <a:gd name="connsiteY1703" fmla="*/ 72104 h 358279"/>
              <a:gd name="connsiteX1704" fmla="*/ 290263 w 1592754"/>
              <a:gd name="connsiteY1704" fmla="*/ 71494 h 358279"/>
              <a:gd name="connsiteX1705" fmla="*/ 291340 w 1592754"/>
              <a:gd name="connsiteY1705" fmla="*/ 70099 h 358279"/>
              <a:gd name="connsiteX1706" fmla="*/ 291058 w 1592754"/>
              <a:gd name="connsiteY1706" fmla="*/ 69834 h 358279"/>
              <a:gd name="connsiteX1707" fmla="*/ 288481 w 1592754"/>
              <a:gd name="connsiteY1707" fmla="*/ 70382 h 358279"/>
              <a:gd name="connsiteX1708" fmla="*/ 287845 w 1592754"/>
              <a:gd name="connsiteY1708" fmla="*/ 70223 h 358279"/>
              <a:gd name="connsiteX1709" fmla="*/ 287051 w 1592754"/>
              <a:gd name="connsiteY1709" fmla="*/ 70540 h 358279"/>
              <a:gd name="connsiteX1710" fmla="*/ 285603 w 1592754"/>
              <a:gd name="connsiteY1710" fmla="*/ 71847 h 358279"/>
              <a:gd name="connsiteX1711" fmla="*/ 284615 w 1592754"/>
              <a:gd name="connsiteY1711" fmla="*/ 73612 h 358279"/>
              <a:gd name="connsiteX1712" fmla="*/ 284932 w 1592754"/>
              <a:gd name="connsiteY1712" fmla="*/ 74442 h 358279"/>
              <a:gd name="connsiteX1713" fmla="*/ 287545 w 1592754"/>
              <a:gd name="connsiteY1713" fmla="*/ 74883 h 358279"/>
              <a:gd name="connsiteX1714" fmla="*/ 288304 w 1592754"/>
              <a:gd name="connsiteY1714" fmla="*/ 74883 h 358279"/>
              <a:gd name="connsiteX1715" fmla="*/ 290069 w 1592754"/>
              <a:gd name="connsiteY1715" fmla="*/ 74724 h 358279"/>
              <a:gd name="connsiteX1716" fmla="*/ 291605 w 1592754"/>
              <a:gd name="connsiteY1716" fmla="*/ 75554 h 358279"/>
              <a:gd name="connsiteX1717" fmla="*/ 292753 w 1592754"/>
              <a:gd name="connsiteY1717" fmla="*/ 76383 h 358279"/>
              <a:gd name="connsiteX1718" fmla="*/ 294165 w 1592754"/>
              <a:gd name="connsiteY1718" fmla="*/ 77549 h 358279"/>
              <a:gd name="connsiteX1719" fmla="*/ 295118 w 1592754"/>
              <a:gd name="connsiteY1719" fmla="*/ 78219 h 358279"/>
              <a:gd name="connsiteX1720" fmla="*/ 296071 w 1592754"/>
              <a:gd name="connsiteY1720" fmla="*/ 78855 h 358279"/>
              <a:gd name="connsiteX1721" fmla="*/ 297837 w 1592754"/>
              <a:gd name="connsiteY1721" fmla="*/ 80338 h 358279"/>
              <a:gd name="connsiteX1722" fmla="*/ 298949 w 1592754"/>
              <a:gd name="connsiteY1722" fmla="*/ 81238 h 358279"/>
              <a:gd name="connsiteX1723" fmla="*/ 299990 w 1592754"/>
              <a:gd name="connsiteY1723" fmla="*/ 82121 h 358279"/>
              <a:gd name="connsiteX1724" fmla="*/ 298807 w 1592754"/>
              <a:gd name="connsiteY1724" fmla="*/ 82438 h 358279"/>
              <a:gd name="connsiteX1725" fmla="*/ 297731 w 1592754"/>
              <a:gd name="connsiteY1725" fmla="*/ 82032 h 358279"/>
              <a:gd name="connsiteX1726" fmla="*/ 297272 w 1592754"/>
              <a:gd name="connsiteY1726" fmla="*/ 81185 h 358279"/>
              <a:gd name="connsiteX1727" fmla="*/ 296619 w 1592754"/>
              <a:gd name="connsiteY1727" fmla="*/ 80567 h 358279"/>
              <a:gd name="connsiteX1728" fmla="*/ 295877 w 1592754"/>
              <a:gd name="connsiteY1728" fmla="*/ 79755 h 358279"/>
              <a:gd name="connsiteX1729" fmla="*/ 295312 w 1592754"/>
              <a:gd name="connsiteY1729" fmla="*/ 79632 h 358279"/>
              <a:gd name="connsiteX1730" fmla="*/ 294571 w 1592754"/>
              <a:gd name="connsiteY1730" fmla="*/ 79243 h 358279"/>
              <a:gd name="connsiteX1731" fmla="*/ 293794 w 1592754"/>
              <a:gd name="connsiteY1731" fmla="*/ 78678 h 358279"/>
              <a:gd name="connsiteX1732" fmla="*/ 292717 w 1592754"/>
              <a:gd name="connsiteY1732" fmla="*/ 77955 h 358279"/>
              <a:gd name="connsiteX1733" fmla="*/ 291888 w 1592754"/>
              <a:gd name="connsiteY1733" fmla="*/ 77231 h 358279"/>
              <a:gd name="connsiteX1734" fmla="*/ 291376 w 1592754"/>
              <a:gd name="connsiteY1734" fmla="*/ 77107 h 358279"/>
              <a:gd name="connsiteX1735" fmla="*/ 290493 w 1592754"/>
              <a:gd name="connsiteY1735" fmla="*/ 76278 h 358279"/>
              <a:gd name="connsiteX1736" fmla="*/ 288445 w 1592754"/>
              <a:gd name="connsiteY1736" fmla="*/ 77037 h 358279"/>
              <a:gd name="connsiteX1737" fmla="*/ 287492 w 1592754"/>
              <a:gd name="connsiteY1737" fmla="*/ 77619 h 358279"/>
              <a:gd name="connsiteX1738" fmla="*/ 287157 w 1592754"/>
              <a:gd name="connsiteY1738" fmla="*/ 78343 h 358279"/>
              <a:gd name="connsiteX1739" fmla="*/ 287704 w 1592754"/>
              <a:gd name="connsiteY1739" fmla="*/ 78943 h 358279"/>
              <a:gd name="connsiteX1740" fmla="*/ 288728 w 1592754"/>
              <a:gd name="connsiteY1740" fmla="*/ 79314 h 358279"/>
              <a:gd name="connsiteX1741" fmla="*/ 289716 w 1592754"/>
              <a:gd name="connsiteY1741" fmla="*/ 79543 h 358279"/>
              <a:gd name="connsiteX1742" fmla="*/ 290175 w 1592754"/>
              <a:gd name="connsiteY1742" fmla="*/ 80161 h 358279"/>
              <a:gd name="connsiteX1743" fmla="*/ 289222 w 1592754"/>
              <a:gd name="connsiteY1743" fmla="*/ 80549 h 358279"/>
              <a:gd name="connsiteX1744" fmla="*/ 288410 w 1592754"/>
              <a:gd name="connsiteY1744" fmla="*/ 81114 h 358279"/>
              <a:gd name="connsiteX1745" fmla="*/ 287880 w 1592754"/>
              <a:gd name="connsiteY1745" fmla="*/ 81220 h 358279"/>
              <a:gd name="connsiteX1746" fmla="*/ 287033 w 1592754"/>
              <a:gd name="connsiteY1746" fmla="*/ 80920 h 358279"/>
              <a:gd name="connsiteX1747" fmla="*/ 285868 w 1592754"/>
              <a:gd name="connsiteY1747" fmla="*/ 80196 h 358279"/>
              <a:gd name="connsiteX1748" fmla="*/ 284632 w 1592754"/>
              <a:gd name="connsiteY1748" fmla="*/ 79861 h 358279"/>
              <a:gd name="connsiteX1749" fmla="*/ 284085 w 1592754"/>
              <a:gd name="connsiteY1749" fmla="*/ 78855 h 358279"/>
              <a:gd name="connsiteX1750" fmla="*/ 282320 w 1592754"/>
              <a:gd name="connsiteY1750" fmla="*/ 78396 h 358279"/>
              <a:gd name="connsiteX1751" fmla="*/ 281243 w 1592754"/>
              <a:gd name="connsiteY1751" fmla="*/ 79067 h 358279"/>
              <a:gd name="connsiteX1752" fmla="*/ 280660 w 1592754"/>
              <a:gd name="connsiteY1752" fmla="*/ 79773 h 358279"/>
              <a:gd name="connsiteX1753" fmla="*/ 280872 w 1592754"/>
              <a:gd name="connsiteY1753" fmla="*/ 80373 h 358279"/>
              <a:gd name="connsiteX1754" fmla="*/ 281490 w 1592754"/>
              <a:gd name="connsiteY1754" fmla="*/ 81485 h 358279"/>
              <a:gd name="connsiteX1755" fmla="*/ 282814 w 1592754"/>
              <a:gd name="connsiteY1755" fmla="*/ 82156 h 358279"/>
              <a:gd name="connsiteX1756" fmla="*/ 284173 w 1592754"/>
              <a:gd name="connsiteY1756" fmla="*/ 83197 h 358279"/>
              <a:gd name="connsiteX1757" fmla="*/ 285515 w 1592754"/>
              <a:gd name="connsiteY1757" fmla="*/ 84204 h 358279"/>
              <a:gd name="connsiteX1758" fmla="*/ 285338 w 1592754"/>
              <a:gd name="connsiteY1758" fmla="*/ 85033 h 358279"/>
              <a:gd name="connsiteX1759" fmla="*/ 281931 w 1592754"/>
              <a:gd name="connsiteY1759" fmla="*/ 85792 h 358279"/>
              <a:gd name="connsiteX1760" fmla="*/ 280166 w 1592754"/>
              <a:gd name="connsiteY1760" fmla="*/ 84451 h 358279"/>
              <a:gd name="connsiteX1761" fmla="*/ 279213 w 1592754"/>
              <a:gd name="connsiteY1761" fmla="*/ 84080 h 358279"/>
              <a:gd name="connsiteX1762" fmla="*/ 279213 w 1592754"/>
              <a:gd name="connsiteY1762" fmla="*/ 86463 h 358279"/>
              <a:gd name="connsiteX1763" fmla="*/ 278260 w 1592754"/>
              <a:gd name="connsiteY1763" fmla="*/ 87310 h 358279"/>
              <a:gd name="connsiteX1764" fmla="*/ 279478 w 1592754"/>
              <a:gd name="connsiteY1764" fmla="*/ 88634 h 358279"/>
              <a:gd name="connsiteX1765" fmla="*/ 280519 w 1592754"/>
              <a:gd name="connsiteY1765" fmla="*/ 89270 h 358279"/>
              <a:gd name="connsiteX1766" fmla="*/ 281931 w 1592754"/>
              <a:gd name="connsiteY1766" fmla="*/ 89994 h 358279"/>
              <a:gd name="connsiteX1767" fmla="*/ 284050 w 1592754"/>
              <a:gd name="connsiteY1767" fmla="*/ 89393 h 358279"/>
              <a:gd name="connsiteX1768" fmla="*/ 285074 w 1592754"/>
              <a:gd name="connsiteY1768" fmla="*/ 89164 h 358279"/>
              <a:gd name="connsiteX1769" fmla="*/ 286274 w 1592754"/>
              <a:gd name="connsiteY1769" fmla="*/ 88440 h 358279"/>
              <a:gd name="connsiteX1770" fmla="*/ 287245 w 1592754"/>
              <a:gd name="connsiteY1770" fmla="*/ 87734 h 358279"/>
              <a:gd name="connsiteX1771" fmla="*/ 288198 w 1592754"/>
              <a:gd name="connsiteY1771" fmla="*/ 86710 h 358279"/>
              <a:gd name="connsiteX1772" fmla="*/ 290246 w 1592754"/>
              <a:gd name="connsiteY1772" fmla="*/ 87558 h 358279"/>
              <a:gd name="connsiteX1773" fmla="*/ 291058 w 1592754"/>
              <a:gd name="connsiteY1773" fmla="*/ 87999 h 358279"/>
              <a:gd name="connsiteX1774" fmla="*/ 292117 w 1592754"/>
              <a:gd name="connsiteY1774" fmla="*/ 88776 h 358279"/>
              <a:gd name="connsiteX1775" fmla="*/ 293070 w 1592754"/>
              <a:gd name="connsiteY1775" fmla="*/ 88882 h 358279"/>
              <a:gd name="connsiteX1776" fmla="*/ 294218 w 1592754"/>
              <a:gd name="connsiteY1776" fmla="*/ 88246 h 358279"/>
              <a:gd name="connsiteX1777" fmla="*/ 294218 w 1592754"/>
              <a:gd name="connsiteY1777" fmla="*/ 87558 h 358279"/>
              <a:gd name="connsiteX1778" fmla="*/ 293741 w 1592754"/>
              <a:gd name="connsiteY1778" fmla="*/ 86304 h 358279"/>
              <a:gd name="connsiteX1779" fmla="*/ 293353 w 1592754"/>
              <a:gd name="connsiteY1779" fmla="*/ 84963 h 358279"/>
              <a:gd name="connsiteX1780" fmla="*/ 292594 w 1592754"/>
              <a:gd name="connsiteY1780" fmla="*/ 84698 h 358279"/>
              <a:gd name="connsiteX1781" fmla="*/ 291517 w 1592754"/>
              <a:gd name="connsiteY1781" fmla="*/ 84186 h 358279"/>
              <a:gd name="connsiteX1782" fmla="*/ 291181 w 1592754"/>
              <a:gd name="connsiteY1782" fmla="*/ 83656 h 358279"/>
              <a:gd name="connsiteX1783" fmla="*/ 292205 w 1592754"/>
              <a:gd name="connsiteY1783" fmla="*/ 82986 h 358279"/>
              <a:gd name="connsiteX1784" fmla="*/ 293759 w 1592754"/>
              <a:gd name="connsiteY1784" fmla="*/ 82986 h 358279"/>
              <a:gd name="connsiteX1785" fmla="*/ 294906 w 1592754"/>
              <a:gd name="connsiteY1785" fmla="*/ 82986 h 358279"/>
              <a:gd name="connsiteX1786" fmla="*/ 297536 w 1592754"/>
              <a:gd name="connsiteY1786" fmla="*/ 83533 h 358279"/>
              <a:gd name="connsiteX1787" fmla="*/ 298419 w 1592754"/>
              <a:gd name="connsiteY1787" fmla="*/ 84451 h 358279"/>
              <a:gd name="connsiteX1788" fmla="*/ 299019 w 1592754"/>
              <a:gd name="connsiteY1788" fmla="*/ 85227 h 358279"/>
              <a:gd name="connsiteX1789" fmla="*/ 299814 w 1592754"/>
              <a:gd name="connsiteY1789" fmla="*/ 85580 h 358279"/>
              <a:gd name="connsiteX1790" fmla="*/ 302055 w 1592754"/>
              <a:gd name="connsiteY1790" fmla="*/ 86993 h 358279"/>
              <a:gd name="connsiteX1791" fmla="*/ 303609 w 1592754"/>
              <a:gd name="connsiteY1791" fmla="*/ 86181 h 358279"/>
              <a:gd name="connsiteX1792" fmla="*/ 304686 w 1592754"/>
              <a:gd name="connsiteY1792" fmla="*/ 84574 h 358279"/>
              <a:gd name="connsiteX1793" fmla="*/ 304333 w 1592754"/>
              <a:gd name="connsiteY1793" fmla="*/ 83780 h 358279"/>
              <a:gd name="connsiteX1794" fmla="*/ 303997 w 1592754"/>
              <a:gd name="connsiteY1794" fmla="*/ 83109 h 358279"/>
              <a:gd name="connsiteX1795" fmla="*/ 303997 w 1592754"/>
              <a:gd name="connsiteY1795" fmla="*/ 82315 h 358279"/>
              <a:gd name="connsiteX1796" fmla="*/ 303432 w 1592754"/>
              <a:gd name="connsiteY1796" fmla="*/ 81768 h 358279"/>
              <a:gd name="connsiteX1797" fmla="*/ 302179 w 1592754"/>
              <a:gd name="connsiteY1797" fmla="*/ 81361 h 358279"/>
              <a:gd name="connsiteX1798" fmla="*/ 301914 w 1592754"/>
              <a:gd name="connsiteY1798" fmla="*/ 80797 h 358279"/>
              <a:gd name="connsiteX1799" fmla="*/ 302991 w 1592754"/>
              <a:gd name="connsiteY1799" fmla="*/ 80090 h 358279"/>
              <a:gd name="connsiteX1800" fmla="*/ 303891 w 1592754"/>
              <a:gd name="connsiteY1800" fmla="*/ 79596 h 358279"/>
              <a:gd name="connsiteX1801" fmla="*/ 304721 w 1592754"/>
              <a:gd name="connsiteY1801" fmla="*/ 79226 h 358279"/>
              <a:gd name="connsiteX1802" fmla="*/ 307210 w 1592754"/>
              <a:gd name="connsiteY1802" fmla="*/ 78308 h 358279"/>
              <a:gd name="connsiteX1803" fmla="*/ 308870 w 1592754"/>
              <a:gd name="connsiteY1803" fmla="*/ 78519 h 358279"/>
              <a:gd name="connsiteX1804" fmla="*/ 309840 w 1592754"/>
              <a:gd name="connsiteY1804" fmla="*/ 77760 h 358279"/>
              <a:gd name="connsiteX1805" fmla="*/ 310193 w 1592754"/>
              <a:gd name="connsiteY1805" fmla="*/ 77107 h 358279"/>
              <a:gd name="connsiteX1806" fmla="*/ 309964 w 1592754"/>
              <a:gd name="connsiteY1806" fmla="*/ 76013 h 358279"/>
              <a:gd name="connsiteX1807" fmla="*/ 309293 w 1592754"/>
              <a:gd name="connsiteY1807" fmla="*/ 75430 h 358279"/>
              <a:gd name="connsiteX1808" fmla="*/ 308834 w 1592754"/>
              <a:gd name="connsiteY1808" fmla="*/ 75430 h 358279"/>
              <a:gd name="connsiteX1809" fmla="*/ 305692 w 1592754"/>
              <a:gd name="connsiteY1809" fmla="*/ 74336 h 358279"/>
              <a:gd name="connsiteX1810" fmla="*/ 305056 w 1592754"/>
              <a:gd name="connsiteY1810" fmla="*/ 75730 h 358279"/>
              <a:gd name="connsiteX1811" fmla="*/ 304350 w 1592754"/>
              <a:gd name="connsiteY1811" fmla="*/ 76101 h 358279"/>
              <a:gd name="connsiteX1812" fmla="*/ 303521 w 1592754"/>
              <a:gd name="connsiteY1812" fmla="*/ 76242 h 358279"/>
              <a:gd name="connsiteX1813" fmla="*/ 302656 w 1592754"/>
              <a:gd name="connsiteY1813" fmla="*/ 75907 h 358279"/>
              <a:gd name="connsiteX1814" fmla="*/ 302003 w 1592754"/>
              <a:gd name="connsiteY1814" fmla="*/ 76631 h 358279"/>
              <a:gd name="connsiteX1815" fmla="*/ 301279 w 1592754"/>
              <a:gd name="connsiteY1815" fmla="*/ 76631 h 358279"/>
              <a:gd name="connsiteX1816" fmla="*/ 300555 w 1592754"/>
              <a:gd name="connsiteY1816" fmla="*/ 76525 h 358279"/>
              <a:gd name="connsiteX1817" fmla="*/ 299972 w 1592754"/>
              <a:gd name="connsiteY1817" fmla="*/ 77337 h 358279"/>
              <a:gd name="connsiteX1818" fmla="*/ 300361 w 1592754"/>
              <a:gd name="connsiteY1818" fmla="*/ 78184 h 358279"/>
              <a:gd name="connsiteX1819" fmla="*/ 298949 w 1592754"/>
              <a:gd name="connsiteY1819" fmla="*/ 78184 h 358279"/>
              <a:gd name="connsiteX1820" fmla="*/ 299231 w 1592754"/>
              <a:gd name="connsiteY1820" fmla="*/ 77195 h 358279"/>
              <a:gd name="connsiteX1821" fmla="*/ 298896 w 1592754"/>
              <a:gd name="connsiteY1821" fmla="*/ 76013 h 358279"/>
              <a:gd name="connsiteX1822" fmla="*/ 300467 w 1592754"/>
              <a:gd name="connsiteY1822" fmla="*/ 75783 h 358279"/>
              <a:gd name="connsiteX1823" fmla="*/ 303062 w 1592754"/>
              <a:gd name="connsiteY1823" fmla="*/ 75007 h 358279"/>
              <a:gd name="connsiteX1824" fmla="*/ 303274 w 1592754"/>
              <a:gd name="connsiteY1824" fmla="*/ 74036 h 358279"/>
              <a:gd name="connsiteX1825" fmla="*/ 304033 w 1592754"/>
              <a:gd name="connsiteY1825" fmla="*/ 73330 h 358279"/>
              <a:gd name="connsiteX1826" fmla="*/ 305480 w 1592754"/>
              <a:gd name="connsiteY1826" fmla="*/ 73188 h 358279"/>
              <a:gd name="connsiteX1827" fmla="*/ 306751 w 1592754"/>
              <a:gd name="connsiteY1827" fmla="*/ 72623 h 358279"/>
              <a:gd name="connsiteX1828" fmla="*/ 306628 w 1592754"/>
              <a:gd name="connsiteY1828" fmla="*/ 71264 h 358279"/>
              <a:gd name="connsiteX1829" fmla="*/ 306169 w 1592754"/>
              <a:gd name="connsiteY1829" fmla="*/ 70929 h 358279"/>
              <a:gd name="connsiteX1830" fmla="*/ 305745 w 1592754"/>
              <a:gd name="connsiteY1830" fmla="*/ 70558 h 358279"/>
              <a:gd name="connsiteX1831" fmla="*/ 304315 w 1592754"/>
              <a:gd name="connsiteY1831" fmla="*/ 70929 h 358279"/>
              <a:gd name="connsiteX1832" fmla="*/ 302762 w 1592754"/>
              <a:gd name="connsiteY1832" fmla="*/ 71088 h 358279"/>
              <a:gd name="connsiteX1833" fmla="*/ 302762 w 1592754"/>
              <a:gd name="connsiteY1833" fmla="*/ 70081 h 358279"/>
              <a:gd name="connsiteX1834" fmla="*/ 301755 w 1592754"/>
              <a:gd name="connsiteY1834" fmla="*/ 70081 h 358279"/>
              <a:gd name="connsiteX1835" fmla="*/ 301226 w 1592754"/>
              <a:gd name="connsiteY1835" fmla="*/ 71158 h 358279"/>
              <a:gd name="connsiteX1836" fmla="*/ 300184 w 1592754"/>
              <a:gd name="connsiteY1836" fmla="*/ 71600 h 358279"/>
              <a:gd name="connsiteX1837" fmla="*/ 299249 w 1592754"/>
              <a:gd name="connsiteY1837" fmla="*/ 72465 h 358279"/>
              <a:gd name="connsiteX1838" fmla="*/ 299902 w 1592754"/>
              <a:gd name="connsiteY1838" fmla="*/ 72729 h 358279"/>
              <a:gd name="connsiteX1839" fmla="*/ 300767 w 1592754"/>
              <a:gd name="connsiteY1839" fmla="*/ 73153 h 358279"/>
              <a:gd name="connsiteX1840" fmla="*/ 300202 w 1592754"/>
              <a:gd name="connsiteY1840" fmla="*/ 74424 h 358279"/>
              <a:gd name="connsiteX1841" fmla="*/ 298843 w 1592754"/>
              <a:gd name="connsiteY1841" fmla="*/ 74336 h 358279"/>
              <a:gd name="connsiteX1842" fmla="*/ 298931 w 1592754"/>
              <a:gd name="connsiteY1842" fmla="*/ 73683 h 358279"/>
              <a:gd name="connsiteX1843" fmla="*/ 298225 w 1592754"/>
              <a:gd name="connsiteY1843" fmla="*/ 72835 h 358279"/>
              <a:gd name="connsiteX1844" fmla="*/ 298384 w 1592754"/>
              <a:gd name="connsiteY1844" fmla="*/ 72306 h 358279"/>
              <a:gd name="connsiteX1845" fmla="*/ 299743 w 1592754"/>
              <a:gd name="connsiteY1845" fmla="*/ 70540 h 358279"/>
              <a:gd name="connsiteX1846" fmla="*/ 300061 w 1592754"/>
              <a:gd name="connsiteY1846" fmla="*/ 69958 h 358279"/>
              <a:gd name="connsiteX1847" fmla="*/ 300608 w 1592754"/>
              <a:gd name="connsiteY1847" fmla="*/ 69022 h 358279"/>
              <a:gd name="connsiteX1848" fmla="*/ 299902 w 1592754"/>
              <a:gd name="connsiteY1848" fmla="*/ 68793 h 358279"/>
              <a:gd name="connsiteX1849" fmla="*/ 298966 w 1592754"/>
              <a:gd name="connsiteY1849" fmla="*/ 69128 h 358279"/>
              <a:gd name="connsiteX1850" fmla="*/ 298596 w 1592754"/>
              <a:gd name="connsiteY1850" fmla="*/ 69675 h 358279"/>
              <a:gd name="connsiteX1851" fmla="*/ 297219 w 1592754"/>
              <a:gd name="connsiteY1851" fmla="*/ 70982 h 358279"/>
              <a:gd name="connsiteX1852" fmla="*/ 296389 w 1592754"/>
              <a:gd name="connsiteY1852" fmla="*/ 72059 h 358279"/>
              <a:gd name="connsiteX1853" fmla="*/ 294906 w 1592754"/>
              <a:gd name="connsiteY1853" fmla="*/ 73347 h 358279"/>
              <a:gd name="connsiteX1854" fmla="*/ 294553 w 1592754"/>
              <a:gd name="connsiteY1854" fmla="*/ 74371 h 358279"/>
              <a:gd name="connsiteX1855" fmla="*/ 295083 w 1592754"/>
              <a:gd name="connsiteY1855" fmla="*/ 74548 h 358279"/>
              <a:gd name="connsiteX1856" fmla="*/ 295683 w 1592754"/>
              <a:gd name="connsiteY1856" fmla="*/ 74459 h 358279"/>
              <a:gd name="connsiteX1857" fmla="*/ 296495 w 1592754"/>
              <a:gd name="connsiteY1857" fmla="*/ 74106 h 358279"/>
              <a:gd name="connsiteX1858" fmla="*/ 296389 w 1592754"/>
              <a:gd name="connsiteY1858" fmla="*/ 74812 h 358279"/>
              <a:gd name="connsiteX1859" fmla="*/ 296054 w 1592754"/>
              <a:gd name="connsiteY1859" fmla="*/ 75430 h 358279"/>
              <a:gd name="connsiteX1860" fmla="*/ 296760 w 1592754"/>
              <a:gd name="connsiteY1860" fmla="*/ 75766 h 358279"/>
              <a:gd name="connsiteX1861" fmla="*/ 297272 w 1592754"/>
              <a:gd name="connsiteY1861" fmla="*/ 76419 h 358279"/>
              <a:gd name="connsiteX1862" fmla="*/ 296883 w 1592754"/>
              <a:gd name="connsiteY1862" fmla="*/ 76666 h 358279"/>
              <a:gd name="connsiteX1863" fmla="*/ 296212 w 1592754"/>
              <a:gd name="connsiteY1863" fmla="*/ 76489 h 358279"/>
              <a:gd name="connsiteX1864" fmla="*/ 295524 w 1592754"/>
              <a:gd name="connsiteY1864" fmla="*/ 76119 h 358279"/>
              <a:gd name="connsiteX1865" fmla="*/ 294430 w 1592754"/>
              <a:gd name="connsiteY1865" fmla="*/ 75307 h 358279"/>
              <a:gd name="connsiteX1866" fmla="*/ 293812 w 1592754"/>
              <a:gd name="connsiteY1866" fmla="*/ 74742 h 358279"/>
              <a:gd name="connsiteX1867" fmla="*/ 292964 w 1592754"/>
              <a:gd name="connsiteY1867" fmla="*/ 74195 h 358279"/>
              <a:gd name="connsiteX1868" fmla="*/ 292964 w 1592754"/>
              <a:gd name="connsiteY1868" fmla="*/ 73506 h 358279"/>
              <a:gd name="connsiteX1869" fmla="*/ 293935 w 1592754"/>
              <a:gd name="connsiteY1869" fmla="*/ 73065 h 358279"/>
              <a:gd name="connsiteX1870" fmla="*/ 294571 w 1592754"/>
              <a:gd name="connsiteY1870" fmla="*/ 72500 h 358279"/>
              <a:gd name="connsiteX1871" fmla="*/ 295259 w 1592754"/>
              <a:gd name="connsiteY1871" fmla="*/ 71547 h 358279"/>
              <a:gd name="connsiteX1872" fmla="*/ 296460 w 1592754"/>
              <a:gd name="connsiteY1872" fmla="*/ 70293 h 358279"/>
              <a:gd name="connsiteX1873" fmla="*/ 297130 w 1592754"/>
              <a:gd name="connsiteY1873" fmla="*/ 69728 h 358279"/>
              <a:gd name="connsiteX1874" fmla="*/ 297678 w 1592754"/>
              <a:gd name="connsiteY1874" fmla="*/ 69287 h 358279"/>
              <a:gd name="connsiteX1875" fmla="*/ 298119 w 1592754"/>
              <a:gd name="connsiteY1875" fmla="*/ 68846 h 358279"/>
              <a:gd name="connsiteX1876" fmla="*/ 298825 w 1592754"/>
              <a:gd name="connsiteY1876" fmla="*/ 68087 h 358279"/>
              <a:gd name="connsiteX1877" fmla="*/ 299337 w 1592754"/>
              <a:gd name="connsiteY1877" fmla="*/ 67416 h 358279"/>
              <a:gd name="connsiteX1878" fmla="*/ 299461 w 1592754"/>
              <a:gd name="connsiteY1878" fmla="*/ 66886 h 358279"/>
              <a:gd name="connsiteX1879" fmla="*/ 299055 w 1592754"/>
              <a:gd name="connsiteY1879" fmla="*/ 66780 h 358279"/>
              <a:gd name="connsiteX1880" fmla="*/ 298578 w 1592754"/>
              <a:gd name="connsiteY1880" fmla="*/ 66286 h 358279"/>
              <a:gd name="connsiteX1881" fmla="*/ 64521 w 1592754"/>
              <a:gd name="connsiteY1881" fmla="*/ 65192 h 358279"/>
              <a:gd name="connsiteX1882" fmla="*/ 63991 w 1592754"/>
              <a:gd name="connsiteY1882" fmla="*/ 65562 h 358279"/>
              <a:gd name="connsiteX1883" fmla="*/ 63161 w 1592754"/>
              <a:gd name="connsiteY1883" fmla="*/ 65792 h 358279"/>
              <a:gd name="connsiteX1884" fmla="*/ 62597 w 1592754"/>
              <a:gd name="connsiteY1884" fmla="*/ 66692 h 358279"/>
              <a:gd name="connsiteX1885" fmla="*/ 61926 w 1592754"/>
              <a:gd name="connsiteY1885" fmla="*/ 67169 h 358279"/>
              <a:gd name="connsiteX1886" fmla="*/ 61467 w 1592754"/>
              <a:gd name="connsiteY1886" fmla="*/ 67963 h 358279"/>
              <a:gd name="connsiteX1887" fmla="*/ 60584 w 1592754"/>
              <a:gd name="connsiteY1887" fmla="*/ 68599 h 358279"/>
              <a:gd name="connsiteX1888" fmla="*/ 60372 w 1592754"/>
              <a:gd name="connsiteY1888" fmla="*/ 69517 h 358279"/>
              <a:gd name="connsiteX1889" fmla="*/ 61361 w 1592754"/>
              <a:gd name="connsiteY1889" fmla="*/ 70505 h 358279"/>
              <a:gd name="connsiteX1890" fmla="*/ 62561 w 1592754"/>
              <a:gd name="connsiteY1890" fmla="*/ 72270 h 358279"/>
              <a:gd name="connsiteX1891" fmla="*/ 63303 w 1592754"/>
              <a:gd name="connsiteY1891" fmla="*/ 73365 h 358279"/>
              <a:gd name="connsiteX1892" fmla="*/ 64750 w 1592754"/>
              <a:gd name="connsiteY1892" fmla="*/ 74883 h 358279"/>
              <a:gd name="connsiteX1893" fmla="*/ 65545 w 1592754"/>
              <a:gd name="connsiteY1893" fmla="*/ 75995 h 358279"/>
              <a:gd name="connsiteX1894" fmla="*/ 66304 w 1592754"/>
              <a:gd name="connsiteY1894" fmla="*/ 77125 h 358279"/>
              <a:gd name="connsiteX1895" fmla="*/ 66639 w 1592754"/>
              <a:gd name="connsiteY1895" fmla="*/ 77937 h 358279"/>
              <a:gd name="connsiteX1896" fmla="*/ 68228 w 1592754"/>
              <a:gd name="connsiteY1896" fmla="*/ 79985 h 358279"/>
              <a:gd name="connsiteX1897" fmla="*/ 69499 w 1592754"/>
              <a:gd name="connsiteY1897" fmla="*/ 80955 h 358279"/>
              <a:gd name="connsiteX1898" fmla="*/ 70346 w 1592754"/>
              <a:gd name="connsiteY1898" fmla="*/ 81556 h 358279"/>
              <a:gd name="connsiteX1899" fmla="*/ 71176 w 1592754"/>
              <a:gd name="connsiteY1899" fmla="*/ 82244 h 358279"/>
              <a:gd name="connsiteX1900" fmla="*/ 72676 w 1592754"/>
              <a:gd name="connsiteY1900" fmla="*/ 83144 h 358279"/>
              <a:gd name="connsiteX1901" fmla="*/ 73788 w 1592754"/>
              <a:gd name="connsiteY1901" fmla="*/ 84062 h 358279"/>
              <a:gd name="connsiteX1902" fmla="*/ 75218 w 1592754"/>
              <a:gd name="connsiteY1902" fmla="*/ 84327 h 358279"/>
              <a:gd name="connsiteX1903" fmla="*/ 76118 w 1592754"/>
              <a:gd name="connsiteY1903" fmla="*/ 84045 h 358279"/>
              <a:gd name="connsiteX1904" fmla="*/ 77319 w 1592754"/>
              <a:gd name="connsiteY1904" fmla="*/ 82897 h 358279"/>
              <a:gd name="connsiteX1905" fmla="*/ 78307 w 1592754"/>
              <a:gd name="connsiteY1905" fmla="*/ 82297 h 358279"/>
              <a:gd name="connsiteX1906" fmla="*/ 79243 w 1592754"/>
              <a:gd name="connsiteY1906" fmla="*/ 81344 h 358279"/>
              <a:gd name="connsiteX1907" fmla="*/ 80249 w 1592754"/>
              <a:gd name="connsiteY1907" fmla="*/ 80444 h 358279"/>
              <a:gd name="connsiteX1908" fmla="*/ 81114 w 1592754"/>
              <a:gd name="connsiteY1908" fmla="*/ 80073 h 358279"/>
              <a:gd name="connsiteX1909" fmla="*/ 81750 w 1592754"/>
              <a:gd name="connsiteY1909" fmla="*/ 78961 h 358279"/>
              <a:gd name="connsiteX1910" fmla="*/ 82473 w 1592754"/>
              <a:gd name="connsiteY1910" fmla="*/ 77902 h 358279"/>
              <a:gd name="connsiteX1911" fmla="*/ 81997 w 1592754"/>
              <a:gd name="connsiteY1911" fmla="*/ 76789 h 358279"/>
              <a:gd name="connsiteX1912" fmla="*/ 81167 w 1592754"/>
              <a:gd name="connsiteY1912" fmla="*/ 75218 h 358279"/>
              <a:gd name="connsiteX1913" fmla="*/ 79614 w 1592754"/>
              <a:gd name="connsiteY1913" fmla="*/ 74671 h 358279"/>
              <a:gd name="connsiteX1914" fmla="*/ 78731 w 1592754"/>
              <a:gd name="connsiteY1914" fmla="*/ 75430 h 358279"/>
              <a:gd name="connsiteX1915" fmla="*/ 78007 w 1592754"/>
              <a:gd name="connsiteY1915" fmla="*/ 75783 h 358279"/>
              <a:gd name="connsiteX1916" fmla="*/ 77354 w 1592754"/>
              <a:gd name="connsiteY1916" fmla="*/ 76225 h 358279"/>
              <a:gd name="connsiteX1917" fmla="*/ 76524 w 1592754"/>
              <a:gd name="connsiteY1917" fmla="*/ 76913 h 358279"/>
              <a:gd name="connsiteX1918" fmla="*/ 75006 w 1592754"/>
              <a:gd name="connsiteY1918" fmla="*/ 77566 h 358279"/>
              <a:gd name="connsiteX1919" fmla="*/ 73329 w 1592754"/>
              <a:gd name="connsiteY1919" fmla="*/ 76736 h 358279"/>
              <a:gd name="connsiteX1920" fmla="*/ 72517 w 1592754"/>
              <a:gd name="connsiteY1920" fmla="*/ 76066 h 358279"/>
              <a:gd name="connsiteX1921" fmla="*/ 71388 w 1592754"/>
              <a:gd name="connsiteY1921" fmla="*/ 74089 h 358279"/>
              <a:gd name="connsiteX1922" fmla="*/ 72041 w 1592754"/>
              <a:gd name="connsiteY1922" fmla="*/ 72006 h 358279"/>
              <a:gd name="connsiteX1923" fmla="*/ 72376 w 1592754"/>
              <a:gd name="connsiteY1923" fmla="*/ 70646 h 358279"/>
              <a:gd name="connsiteX1924" fmla="*/ 72517 w 1592754"/>
              <a:gd name="connsiteY1924" fmla="*/ 69570 h 358279"/>
              <a:gd name="connsiteX1925" fmla="*/ 73029 w 1592754"/>
              <a:gd name="connsiteY1925" fmla="*/ 68634 h 358279"/>
              <a:gd name="connsiteX1926" fmla="*/ 73029 w 1592754"/>
              <a:gd name="connsiteY1926" fmla="*/ 67875 h 358279"/>
              <a:gd name="connsiteX1927" fmla="*/ 72111 w 1592754"/>
              <a:gd name="connsiteY1927" fmla="*/ 67257 h 358279"/>
              <a:gd name="connsiteX1928" fmla="*/ 70434 w 1592754"/>
              <a:gd name="connsiteY1928" fmla="*/ 66816 h 358279"/>
              <a:gd name="connsiteX1929" fmla="*/ 69040 w 1592754"/>
              <a:gd name="connsiteY1929" fmla="*/ 67539 h 358279"/>
              <a:gd name="connsiteX1930" fmla="*/ 68810 w 1592754"/>
              <a:gd name="connsiteY1930" fmla="*/ 68563 h 358279"/>
              <a:gd name="connsiteX1931" fmla="*/ 67945 w 1592754"/>
              <a:gd name="connsiteY1931" fmla="*/ 69005 h 358279"/>
              <a:gd name="connsiteX1932" fmla="*/ 67327 w 1592754"/>
              <a:gd name="connsiteY1932" fmla="*/ 68140 h 358279"/>
              <a:gd name="connsiteX1933" fmla="*/ 66586 w 1592754"/>
              <a:gd name="connsiteY1933" fmla="*/ 65933 h 358279"/>
              <a:gd name="connsiteX1934" fmla="*/ 65244 w 1592754"/>
              <a:gd name="connsiteY1934" fmla="*/ 65192 h 358279"/>
              <a:gd name="connsiteX1935" fmla="*/ 64521 w 1592754"/>
              <a:gd name="connsiteY1935" fmla="*/ 65192 h 358279"/>
              <a:gd name="connsiteX1936" fmla="*/ 218930 w 1592754"/>
              <a:gd name="connsiteY1936" fmla="*/ 57884 h 358279"/>
              <a:gd name="connsiteX1937" fmla="*/ 217571 w 1592754"/>
              <a:gd name="connsiteY1937" fmla="*/ 65793 h 358279"/>
              <a:gd name="connsiteX1938" fmla="*/ 213422 w 1592754"/>
              <a:gd name="connsiteY1938" fmla="*/ 70118 h 358279"/>
              <a:gd name="connsiteX1939" fmla="*/ 211816 w 1592754"/>
              <a:gd name="connsiteY1939" fmla="*/ 72766 h 358279"/>
              <a:gd name="connsiteX1940" fmla="*/ 190950 w 1592754"/>
              <a:gd name="connsiteY1940" fmla="*/ 87188 h 358279"/>
              <a:gd name="connsiteX1941" fmla="*/ 197129 w 1592754"/>
              <a:gd name="connsiteY1941" fmla="*/ 87594 h 358279"/>
              <a:gd name="connsiteX1942" fmla="*/ 197199 w 1592754"/>
              <a:gd name="connsiteY1942" fmla="*/ 87541 h 358279"/>
              <a:gd name="connsiteX1943" fmla="*/ 203960 w 1592754"/>
              <a:gd name="connsiteY1943" fmla="*/ 92413 h 358279"/>
              <a:gd name="connsiteX1944" fmla="*/ 195981 w 1592754"/>
              <a:gd name="connsiteY1944" fmla="*/ 92554 h 358279"/>
              <a:gd name="connsiteX1945" fmla="*/ 190332 w 1592754"/>
              <a:gd name="connsiteY1945" fmla="*/ 87417 h 358279"/>
              <a:gd name="connsiteX1946" fmla="*/ 185902 w 1592754"/>
              <a:gd name="connsiteY1946" fmla="*/ 89045 h 358279"/>
              <a:gd name="connsiteX1947" fmla="*/ 186850 w 1592754"/>
              <a:gd name="connsiteY1947" fmla="*/ 93907 h 358279"/>
              <a:gd name="connsiteX1948" fmla="*/ 188408 w 1592754"/>
              <a:gd name="connsiteY1948" fmla="*/ 101945 h 358279"/>
              <a:gd name="connsiteX1949" fmla="*/ 242955 w 1592754"/>
              <a:gd name="connsiteY1949" fmla="*/ 93719 h 358279"/>
              <a:gd name="connsiteX1950" fmla="*/ 244843 w 1592754"/>
              <a:gd name="connsiteY1950" fmla="*/ 93084 h 358279"/>
              <a:gd name="connsiteX1951" fmla="*/ 244843 w 1592754"/>
              <a:gd name="connsiteY1951" fmla="*/ 95061 h 358279"/>
              <a:gd name="connsiteX1952" fmla="*/ 239442 w 1592754"/>
              <a:gd name="connsiteY1952" fmla="*/ 110366 h 358279"/>
              <a:gd name="connsiteX1953" fmla="*/ 226026 w 1592754"/>
              <a:gd name="connsiteY1953" fmla="*/ 119104 h 358279"/>
              <a:gd name="connsiteX1954" fmla="*/ 220430 w 1592754"/>
              <a:gd name="connsiteY1954" fmla="*/ 129483 h 358279"/>
              <a:gd name="connsiteX1955" fmla="*/ 217853 w 1592754"/>
              <a:gd name="connsiteY1955" fmla="*/ 131249 h 358279"/>
              <a:gd name="connsiteX1956" fmla="*/ 243625 w 1592754"/>
              <a:gd name="connsiteY1956" fmla="*/ 127312 h 358279"/>
              <a:gd name="connsiteX1957" fmla="*/ 245656 w 1592754"/>
              <a:gd name="connsiteY1957" fmla="*/ 126924 h 358279"/>
              <a:gd name="connsiteX1958" fmla="*/ 245550 w 1592754"/>
              <a:gd name="connsiteY1958" fmla="*/ 126924 h 358279"/>
              <a:gd name="connsiteX1959" fmla="*/ 251075 w 1592754"/>
              <a:gd name="connsiteY1959" fmla="*/ 125776 h 358279"/>
              <a:gd name="connsiteX1960" fmla="*/ 242513 w 1592754"/>
              <a:gd name="connsiteY1960" fmla="*/ 138380 h 358279"/>
              <a:gd name="connsiteX1961" fmla="*/ 222354 w 1592754"/>
              <a:gd name="connsiteY1961" fmla="*/ 154427 h 358279"/>
              <a:gd name="connsiteX1962" fmla="*/ 200729 w 1592754"/>
              <a:gd name="connsiteY1962" fmla="*/ 161329 h 358279"/>
              <a:gd name="connsiteX1963" fmla="*/ 197199 w 1592754"/>
              <a:gd name="connsiteY1963" fmla="*/ 161558 h 358279"/>
              <a:gd name="connsiteX1964" fmla="*/ 190614 w 1592754"/>
              <a:gd name="connsiteY1964" fmla="*/ 161082 h 358279"/>
              <a:gd name="connsiteX1965" fmla="*/ 188531 w 1592754"/>
              <a:gd name="connsiteY1965" fmla="*/ 160782 h 358279"/>
              <a:gd name="connsiteX1966" fmla="*/ 192574 w 1592754"/>
              <a:gd name="connsiteY1966" fmla="*/ 177675 h 358279"/>
              <a:gd name="connsiteX1967" fmla="*/ 179105 w 1592754"/>
              <a:gd name="connsiteY1967" fmla="*/ 178540 h 358279"/>
              <a:gd name="connsiteX1968" fmla="*/ 165618 w 1592754"/>
              <a:gd name="connsiteY1968" fmla="*/ 177675 h 358279"/>
              <a:gd name="connsiteX1969" fmla="*/ 169661 w 1592754"/>
              <a:gd name="connsiteY1969" fmla="*/ 160782 h 358279"/>
              <a:gd name="connsiteX1970" fmla="*/ 167578 w 1592754"/>
              <a:gd name="connsiteY1970" fmla="*/ 161082 h 358279"/>
              <a:gd name="connsiteX1971" fmla="*/ 160993 w 1592754"/>
              <a:gd name="connsiteY1971" fmla="*/ 161558 h 358279"/>
              <a:gd name="connsiteX1972" fmla="*/ 157463 w 1592754"/>
              <a:gd name="connsiteY1972" fmla="*/ 161329 h 358279"/>
              <a:gd name="connsiteX1973" fmla="*/ 135820 w 1592754"/>
              <a:gd name="connsiteY1973" fmla="*/ 154427 h 358279"/>
              <a:gd name="connsiteX1974" fmla="*/ 115661 w 1592754"/>
              <a:gd name="connsiteY1974" fmla="*/ 138380 h 358279"/>
              <a:gd name="connsiteX1975" fmla="*/ 107099 w 1592754"/>
              <a:gd name="connsiteY1975" fmla="*/ 125776 h 358279"/>
              <a:gd name="connsiteX1976" fmla="*/ 112625 w 1592754"/>
              <a:gd name="connsiteY1976" fmla="*/ 126924 h 358279"/>
              <a:gd name="connsiteX1977" fmla="*/ 114672 w 1592754"/>
              <a:gd name="connsiteY1977" fmla="*/ 127312 h 358279"/>
              <a:gd name="connsiteX1978" fmla="*/ 140428 w 1592754"/>
              <a:gd name="connsiteY1978" fmla="*/ 131231 h 358279"/>
              <a:gd name="connsiteX1979" fmla="*/ 137850 w 1592754"/>
              <a:gd name="connsiteY1979" fmla="*/ 129554 h 358279"/>
              <a:gd name="connsiteX1980" fmla="*/ 132254 w 1592754"/>
              <a:gd name="connsiteY1980" fmla="*/ 119174 h 358279"/>
              <a:gd name="connsiteX1981" fmla="*/ 118838 w 1592754"/>
              <a:gd name="connsiteY1981" fmla="*/ 110436 h 358279"/>
              <a:gd name="connsiteX1982" fmla="*/ 113437 w 1592754"/>
              <a:gd name="connsiteY1982" fmla="*/ 95131 h 358279"/>
              <a:gd name="connsiteX1983" fmla="*/ 113437 w 1592754"/>
              <a:gd name="connsiteY1983" fmla="*/ 93154 h 358279"/>
              <a:gd name="connsiteX1984" fmla="*/ 115308 w 1592754"/>
              <a:gd name="connsiteY1984" fmla="*/ 93790 h 358279"/>
              <a:gd name="connsiteX1985" fmla="*/ 169943 w 1592754"/>
              <a:gd name="connsiteY1985" fmla="*/ 101945 h 358279"/>
              <a:gd name="connsiteX1986" fmla="*/ 172715 w 1592754"/>
              <a:gd name="connsiteY1986" fmla="*/ 87682 h 358279"/>
              <a:gd name="connsiteX1987" fmla="*/ 172715 w 1592754"/>
              <a:gd name="connsiteY1987" fmla="*/ 87453 h 358279"/>
              <a:gd name="connsiteX1988" fmla="*/ 179052 w 1592754"/>
              <a:gd name="connsiteY1988" fmla="*/ 80144 h 358279"/>
              <a:gd name="connsiteX1989" fmla="*/ 179281 w 1592754"/>
              <a:gd name="connsiteY1989" fmla="*/ 80144 h 358279"/>
              <a:gd name="connsiteX1990" fmla="*/ 184173 w 1592754"/>
              <a:gd name="connsiteY1990" fmla="*/ 83136 h 358279"/>
              <a:gd name="connsiteX1991" fmla="*/ 185439 w 1592754"/>
              <a:gd name="connsiteY1991" fmla="*/ 86872 h 358279"/>
              <a:gd name="connsiteX1992" fmla="*/ 189697 w 1592754"/>
              <a:gd name="connsiteY1992" fmla="*/ 85317 h 358279"/>
              <a:gd name="connsiteX1993" fmla="*/ 187932 w 1592754"/>
              <a:gd name="connsiteY1993" fmla="*/ 77761 h 358279"/>
              <a:gd name="connsiteX1994" fmla="*/ 192115 w 1592754"/>
              <a:gd name="connsiteY1994" fmla="*/ 70506 h 358279"/>
              <a:gd name="connsiteX1995" fmla="*/ 193475 w 1592754"/>
              <a:gd name="connsiteY1995" fmla="*/ 78644 h 358279"/>
              <a:gd name="connsiteX1996" fmla="*/ 189803 w 1592754"/>
              <a:gd name="connsiteY1996" fmla="*/ 85246 h 358279"/>
              <a:gd name="connsiteX1997" fmla="*/ 198360 w 1592754"/>
              <a:gd name="connsiteY1997" fmla="*/ 80203 h 358279"/>
              <a:gd name="connsiteX1998" fmla="*/ 196740 w 1592754"/>
              <a:gd name="connsiteY1998" fmla="*/ 73189 h 358279"/>
              <a:gd name="connsiteX1999" fmla="*/ 200571 w 1592754"/>
              <a:gd name="connsiteY1999" fmla="*/ 65757 h 358279"/>
              <a:gd name="connsiteX2000" fmla="*/ 201983 w 1592754"/>
              <a:gd name="connsiteY2000" fmla="*/ 73983 h 358279"/>
              <a:gd name="connsiteX2001" fmla="*/ 202036 w 1592754"/>
              <a:gd name="connsiteY2001" fmla="*/ 73983 h 358279"/>
              <a:gd name="connsiteX2002" fmla="*/ 199036 w 1592754"/>
              <a:gd name="connsiteY2002" fmla="*/ 79805 h 358279"/>
              <a:gd name="connsiteX2003" fmla="*/ 206308 w 1592754"/>
              <a:gd name="connsiteY2003" fmla="*/ 75519 h 358279"/>
              <a:gd name="connsiteX2004" fmla="*/ 204649 w 1592754"/>
              <a:gd name="connsiteY2004" fmla="*/ 68176 h 358279"/>
              <a:gd name="connsiteX2005" fmla="*/ 208179 w 1592754"/>
              <a:gd name="connsiteY2005" fmla="*/ 61115 h 358279"/>
              <a:gd name="connsiteX2006" fmla="*/ 209468 w 1592754"/>
              <a:gd name="connsiteY2006" fmla="*/ 69005 h 358279"/>
              <a:gd name="connsiteX2007" fmla="*/ 206361 w 1592754"/>
              <a:gd name="connsiteY2007" fmla="*/ 75502 h 358279"/>
              <a:gd name="connsiteX2008" fmla="*/ 211480 w 1592754"/>
              <a:gd name="connsiteY2008" fmla="*/ 70806 h 358279"/>
              <a:gd name="connsiteX2009" fmla="*/ 212628 w 1592754"/>
              <a:gd name="connsiteY2009" fmla="*/ 69429 h 358279"/>
              <a:gd name="connsiteX2010" fmla="*/ 213634 w 1592754"/>
              <a:gd name="connsiteY2010" fmla="*/ 63092 h 358279"/>
              <a:gd name="connsiteX2011" fmla="*/ 218930 w 1592754"/>
              <a:gd name="connsiteY2011" fmla="*/ 57884 h 358279"/>
              <a:gd name="connsiteX2012" fmla="*/ 105334 w 1592754"/>
              <a:gd name="connsiteY2012" fmla="*/ 56966 h 358279"/>
              <a:gd name="connsiteX2013" fmla="*/ 104275 w 1592754"/>
              <a:gd name="connsiteY2013" fmla="*/ 57619 h 358279"/>
              <a:gd name="connsiteX2014" fmla="*/ 103480 w 1592754"/>
              <a:gd name="connsiteY2014" fmla="*/ 58413 h 358279"/>
              <a:gd name="connsiteX2015" fmla="*/ 101962 w 1592754"/>
              <a:gd name="connsiteY2015" fmla="*/ 57848 h 358279"/>
              <a:gd name="connsiteX2016" fmla="*/ 101485 w 1592754"/>
              <a:gd name="connsiteY2016" fmla="*/ 58643 h 358279"/>
              <a:gd name="connsiteX2017" fmla="*/ 101485 w 1592754"/>
              <a:gd name="connsiteY2017" fmla="*/ 60831 h 358279"/>
              <a:gd name="connsiteX2018" fmla="*/ 101485 w 1592754"/>
              <a:gd name="connsiteY2018" fmla="*/ 61767 h 358279"/>
              <a:gd name="connsiteX2019" fmla="*/ 102033 w 1592754"/>
              <a:gd name="connsiteY2019" fmla="*/ 62279 h 358279"/>
              <a:gd name="connsiteX2020" fmla="*/ 102368 w 1592754"/>
              <a:gd name="connsiteY2020" fmla="*/ 63109 h 358279"/>
              <a:gd name="connsiteX2021" fmla="*/ 104133 w 1592754"/>
              <a:gd name="connsiteY2021" fmla="*/ 63391 h 358279"/>
              <a:gd name="connsiteX2022" fmla="*/ 104910 w 1592754"/>
              <a:gd name="connsiteY2022" fmla="*/ 62332 h 358279"/>
              <a:gd name="connsiteX2023" fmla="*/ 105652 w 1592754"/>
              <a:gd name="connsiteY2023" fmla="*/ 61802 h 358279"/>
              <a:gd name="connsiteX2024" fmla="*/ 106057 w 1592754"/>
              <a:gd name="connsiteY2024" fmla="*/ 60920 h 358279"/>
              <a:gd name="connsiteX2025" fmla="*/ 106057 w 1592754"/>
              <a:gd name="connsiteY2025" fmla="*/ 60849 h 358279"/>
              <a:gd name="connsiteX2026" fmla="*/ 105969 w 1592754"/>
              <a:gd name="connsiteY2026" fmla="*/ 59808 h 358279"/>
              <a:gd name="connsiteX2027" fmla="*/ 106234 w 1592754"/>
              <a:gd name="connsiteY2027" fmla="*/ 59172 h 358279"/>
              <a:gd name="connsiteX2028" fmla="*/ 106393 w 1592754"/>
              <a:gd name="connsiteY2028" fmla="*/ 58378 h 358279"/>
              <a:gd name="connsiteX2029" fmla="*/ 106093 w 1592754"/>
              <a:gd name="connsiteY2029" fmla="*/ 57636 h 358279"/>
              <a:gd name="connsiteX2030" fmla="*/ 105810 w 1592754"/>
              <a:gd name="connsiteY2030" fmla="*/ 56966 h 358279"/>
              <a:gd name="connsiteX2031" fmla="*/ 105334 w 1592754"/>
              <a:gd name="connsiteY2031" fmla="*/ 56966 h 358279"/>
              <a:gd name="connsiteX2032" fmla="*/ 726228 w 1592754"/>
              <a:gd name="connsiteY2032" fmla="*/ 55465 h 358279"/>
              <a:gd name="connsiteX2033" fmla="*/ 730906 w 1592754"/>
              <a:gd name="connsiteY2033" fmla="*/ 55957 h 358279"/>
              <a:gd name="connsiteX2034" fmla="*/ 736691 w 1592754"/>
              <a:gd name="connsiteY2034" fmla="*/ 55957 h 358279"/>
              <a:gd name="connsiteX2035" fmla="*/ 739706 w 1592754"/>
              <a:gd name="connsiteY2035" fmla="*/ 58358 h 358279"/>
              <a:gd name="connsiteX2036" fmla="*/ 745123 w 1592754"/>
              <a:gd name="connsiteY2036" fmla="*/ 60019 h 358279"/>
              <a:gd name="connsiteX2037" fmla="*/ 746907 w 1592754"/>
              <a:gd name="connsiteY2037" fmla="*/ 66173 h 358279"/>
              <a:gd name="connsiteX2038" fmla="*/ 751092 w 1592754"/>
              <a:gd name="connsiteY2038" fmla="*/ 75405 h 358279"/>
              <a:gd name="connsiteX2039" fmla="*/ 745923 w 1592754"/>
              <a:gd name="connsiteY2039" fmla="*/ 84883 h 358279"/>
              <a:gd name="connsiteX2040" fmla="*/ 746907 w 1592754"/>
              <a:gd name="connsiteY2040" fmla="*/ 88021 h 358279"/>
              <a:gd name="connsiteX2041" fmla="*/ 765370 w 1592754"/>
              <a:gd name="connsiteY2041" fmla="*/ 83713 h 358279"/>
              <a:gd name="connsiteX2042" fmla="*/ 775894 w 1592754"/>
              <a:gd name="connsiteY2042" fmla="*/ 81313 h 358279"/>
              <a:gd name="connsiteX2043" fmla="*/ 780387 w 1592754"/>
              <a:gd name="connsiteY2043" fmla="*/ 83221 h 358279"/>
              <a:gd name="connsiteX2044" fmla="*/ 785064 w 1592754"/>
              <a:gd name="connsiteY2044" fmla="*/ 84760 h 358279"/>
              <a:gd name="connsiteX2045" fmla="*/ 790664 w 1592754"/>
              <a:gd name="connsiteY2045" fmla="*/ 89683 h 358279"/>
              <a:gd name="connsiteX2046" fmla="*/ 790541 w 1592754"/>
              <a:gd name="connsiteY2046" fmla="*/ 89683 h 358279"/>
              <a:gd name="connsiteX2047" fmla="*/ 793064 w 1592754"/>
              <a:gd name="connsiteY2047" fmla="*/ 92452 h 358279"/>
              <a:gd name="connsiteX2048" fmla="*/ 792757 w 1592754"/>
              <a:gd name="connsiteY2048" fmla="*/ 98114 h 358279"/>
              <a:gd name="connsiteX2049" fmla="*/ 782664 w 1592754"/>
              <a:gd name="connsiteY2049" fmla="*/ 106669 h 358279"/>
              <a:gd name="connsiteX2050" fmla="*/ 777248 w 1592754"/>
              <a:gd name="connsiteY2050" fmla="*/ 105069 h 358279"/>
              <a:gd name="connsiteX2051" fmla="*/ 768078 w 1592754"/>
              <a:gd name="connsiteY2051" fmla="*/ 105684 h 358279"/>
              <a:gd name="connsiteX2052" fmla="*/ 760754 w 1592754"/>
              <a:gd name="connsiteY2052" fmla="*/ 106546 h 358279"/>
              <a:gd name="connsiteX2053" fmla="*/ 754046 w 1592754"/>
              <a:gd name="connsiteY2053" fmla="*/ 108577 h 358279"/>
              <a:gd name="connsiteX2054" fmla="*/ 747338 w 1592754"/>
              <a:gd name="connsiteY2054" fmla="*/ 110977 h 358279"/>
              <a:gd name="connsiteX2055" fmla="*/ 741183 w 1592754"/>
              <a:gd name="connsiteY2055" fmla="*/ 110977 h 358279"/>
              <a:gd name="connsiteX2056" fmla="*/ 731829 w 1592754"/>
              <a:gd name="connsiteY2056" fmla="*/ 114915 h 358279"/>
              <a:gd name="connsiteX2057" fmla="*/ 709981 w 1592754"/>
              <a:gd name="connsiteY2057" fmla="*/ 120331 h 358279"/>
              <a:gd name="connsiteX2058" fmla="*/ 703827 w 1592754"/>
              <a:gd name="connsiteY2058" fmla="*/ 121931 h 358279"/>
              <a:gd name="connsiteX2059" fmla="*/ 697673 w 1592754"/>
              <a:gd name="connsiteY2059" fmla="*/ 123470 h 358279"/>
              <a:gd name="connsiteX2060" fmla="*/ 692134 w 1592754"/>
              <a:gd name="connsiteY2060" fmla="*/ 124886 h 358279"/>
              <a:gd name="connsiteX2061" fmla="*/ 687456 w 1592754"/>
              <a:gd name="connsiteY2061" fmla="*/ 125501 h 358279"/>
              <a:gd name="connsiteX2062" fmla="*/ 682410 w 1592754"/>
              <a:gd name="connsiteY2062" fmla="*/ 126855 h 358279"/>
              <a:gd name="connsiteX2063" fmla="*/ 677979 w 1592754"/>
              <a:gd name="connsiteY2063" fmla="*/ 126855 h 358279"/>
              <a:gd name="connsiteX2064" fmla="*/ 674471 w 1592754"/>
              <a:gd name="connsiteY2064" fmla="*/ 126855 h 358279"/>
              <a:gd name="connsiteX2065" fmla="*/ 668809 w 1592754"/>
              <a:gd name="connsiteY2065" fmla="*/ 128393 h 358279"/>
              <a:gd name="connsiteX2066" fmla="*/ 664009 w 1592754"/>
              <a:gd name="connsiteY2066" fmla="*/ 130055 h 358279"/>
              <a:gd name="connsiteX2067" fmla="*/ 659824 w 1592754"/>
              <a:gd name="connsiteY2067" fmla="*/ 132455 h 358279"/>
              <a:gd name="connsiteX2068" fmla="*/ 656439 w 1592754"/>
              <a:gd name="connsiteY2068" fmla="*/ 130055 h 358279"/>
              <a:gd name="connsiteX2069" fmla="*/ 650284 w 1592754"/>
              <a:gd name="connsiteY2069" fmla="*/ 129686 h 358279"/>
              <a:gd name="connsiteX2070" fmla="*/ 648685 w 1592754"/>
              <a:gd name="connsiteY2070" fmla="*/ 123101 h 358279"/>
              <a:gd name="connsiteX2071" fmla="*/ 648377 w 1592754"/>
              <a:gd name="connsiteY2071" fmla="*/ 117685 h 358279"/>
              <a:gd name="connsiteX2072" fmla="*/ 649546 w 1592754"/>
              <a:gd name="connsiteY2072" fmla="*/ 113377 h 358279"/>
              <a:gd name="connsiteX2073" fmla="*/ 661854 w 1592754"/>
              <a:gd name="connsiteY2073" fmla="*/ 107223 h 358279"/>
              <a:gd name="connsiteX2074" fmla="*/ 665117 w 1592754"/>
              <a:gd name="connsiteY2074" fmla="*/ 109069 h 358279"/>
              <a:gd name="connsiteX2075" fmla="*/ 672194 w 1592754"/>
              <a:gd name="connsiteY2075" fmla="*/ 106669 h 358279"/>
              <a:gd name="connsiteX2076" fmla="*/ 689118 w 1592754"/>
              <a:gd name="connsiteY2076" fmla="*/ 103284 h 358279"/>
              <a:gd name="connsiteX2077" fmla="*/ 696319 w 1592754"/>
              <a:gd name="connsiteY2077" fmla="*/ 102299 h 358279"/>
              <a:gd name="connsiteX2078" fmla="*/ 709550 w 1592754"/>
              <a:gd name="connsiteY2078" fmla="*/ 98238 h 358279"/>
              <a:gd name="connsiteX2079" fmla="*/ 714966 w 1592754"/>
              <a:gd name="connsiteY2079" fmla="*/ 95099 h 358279"/>
              <a:gd name="connsiteX2080" fmla="*/ 714351 w 1592754"/>
              <a:gd name="connsiteY2080" fmla="*/ 91406 h 358279"/>
              <a:gd name="connsiteX2081" fmla="*/ 710535 w 1592754"/>
              <a:gd name="connsiteY2081" fmla="*/ 90175 h 358279"/>
              <a:gd name="connsiteX2082" fmla="*/ 706904 w 1592754"/>
              <a:gd name="connsiteY2082" fmla="*/ 87406 h 358279"/>
              <a:gd name="connsiteX2083" fmla="*/ 707766 w 1592754"/>
              <a:gd name="connsiteY2083" fmla="*/ 83590 h 358279"/>
              <a:gd name="connsiteX2084" fmla="*/ 709182 w 1592754"/>
              <a:gd name="connsiteY2084" fmla="*/ 79959 h 358279"/>
              <a:gd name="connsiteX2085" fmla="*/ 710658 w 1592754"/>
              <a:gd name="connsiteY2085" fmla="*/ 75405 h 358279"/>
              <a:gd name="connsiteX2086" fmla="*/ 706043 w 1592754"/>
              <a:gd name="connsiteY2086" fmla="*/ 64020 h 358279"/>
              <a:gd name="connsiteX2087" fmla="*/ 707396 w 1592754"/>
              <a:gd name="connsiteY2087" fmla="*/ 60142 h 358279"/>
              <a:gd name="connsiteX2088" fmla="*/ 714351 w 1592754"/>
              <a:gd name="connsiteY2088" fmla="*/ 58973 h 358279"/>
              <a:gd name="connsiteX2089" fmla="*/ 718413 w 1592754"/>
              <a:gd name="connsiteY2089" fmla="*/ 57373 h 358279"/>
              <a:gd name="connsiteX2090" fmla="*/ 722290 w 1592754"/>
              <a:gd name="connsiteY2090" fmla="*/ 56942 h 358279"/>
              <a:gd name="connsiteX2091" fmla="*/ 726228 w 1592754"/>
              <a:gd name="connsiteY2091" fmla="*/ 55465 h 358279"/>
              <a:gd name="connsiteX2092" fmla="*/ 1538470 w 1592754"/>
              <a:gd name="connsiteY2092" fmla="*/ 54357 h 358279"/>
              <a:gd name="connsiteX2093" fmla="*/ 1544994 w 1592754"/>
              <a:gd name="connsiteY2093" fmla="*/ 59404 h 358279"/>
              <a:gd name="connsiteX2094" fmla="*/ 1542224 w 1592754"/>
              <a:gd name="connsiteY2094" fmla="*/ 67404 h 358279"/>
              <a:gd name="connsiteX2095" fmla="*/ 1536871 w 1592754"/>
              <a:gd name="connsiteY2095" fmla="*/ 74421 h 358279"/>
              <a:gd name="connsiteX2096" fmla="*/ 1536871 w 1592754"/>
              <a:gd name="connsiteY2096" fmla="*/ 80575 h 358279"/>
              <a:gd name="connsiteX2097" fmla="*/ 1540194 w 1592754"/>
              <a:gd name="connsiteY2097" fmla="*/ 85560 h 358279"/>
              <a:gd name="connsiteX2098" fmla="*/ 1532931 w 1592754"/>
              <a:gd name="connsiteY2098" fmla="*/ 100269 h 358279"/>
              <a:gd name="connsiteX2099" fmla="*/ 1527454 w 1592754"/>
              <a:gd name="connsiteY2099" fmla="*/ 108207 h 358279"/>
              <a:gd name="connsiteX2100" fmla="*/ 1534101 w 1592754"/>
              <a:gd name="connsiteY2100" fmla="*/ 111715 h 358279"/>
              <a:gd name="connsiteX2101" fmla="*/ 1537363 w 1592754"/>
              <a:gd name="connsiteY2101" fmla="*/ 116946 h 358279"/>
              <a:gd name="connsiteX2102" fmla="*/ 1543517 w 1592754"/>
              <a:gd name="connsiteY2102" fmla="*/ 110792 h 358279"/>
              <a:gd name="connsiteX2103" fmla="*/ 1538163 w 1592754"/>
              <a:gd name="connsiteY2103" fmla="*/ 109007 h 358279"/>
              <a:gd name="connsiteX2104" fmla="*/ 1536932 w 1592754"/>
              <a:gd name="connsiteY2104" fmla="*/ 102853 h 358279"/>
              <a:gd name="connsiteX2105" fmla="*/ 1540440 w 1592754"/>
              <a:gd name="connsiteY2105" fmla="*/ 100084 h 358279"/>
              <a:gd name="connsiteX2106" fmla="*/ 1543270 w 1592754"/>
              <a:gd name="connsiteY2106" fmla="*/ 96760 h 358279"/>
              <a:gd name="connsiteX2107" fmla="*/ 1542779 w 1592754"/>
              <a:gd name="connsiteY2107" fmla="*/ 90914 h 358279"/>
              <a:gd name="connsiteX2108" fmla="*/ 1547764 w 1592754"/>
              <a:gd name="connsiteY2108" fmla="*/ 88390 h 358279"/>
              <a:gd name="connsiteX2109" fmla="*/ 1550594 w 1592754"/>
              <a:gd name="connsiteY2109" fmla="*/ 84144 h 358279"/>
              <a:gd name="connsiteX2110" fmla="*/ 1551887 w 1592754"/>
              <a:gd name="connsiteY2110" fmla="*/ 79467 h 358279"/>
              <a:gd name="connsiteX2111" fmla="*/ 1548317 w 1592754"/>
              <a:gd name="connsiteY2111" fmla="*/ 70851 h 358279"/>
              <a:gd name="connsiteX2112" fmla="*/ 1566226 w 1592754"/>
              <a:gd name="connsiteY2112" fmla="*/ 61373 h 358279"/>
              <a:gd name="connsiteX2113" fmla="*/ 1567827 w 1592754"/>
              <a:gd name="connsiteY2113" fmla="*/ 59097 h 358279"/>
              <a:gd name="connsiteX2114" fmla="*/ 1573181 w 1592754"/>
              <a:gd name="connsiteY2114" fmla="*/ 58481 h 358279"/>
              <a:gd name="connsiteX2115" fmla="*/ 1578966 w 1592754"/>
              <a:gd name="connsiteY2115" fmla="*/ 62112 h 358279"/>
              <a:gd name="connsiteX2116" fmla="*/ 1580443 w 1592754"/>
              <a:gd name="connsiteY2116" fmla="*/ 66358 h 358279"/>
              <a:gd name="connsiteX2117" fmla="*/ 1579766 w 1592754"/>
              <a:gd name="connsiteY2117" fmla="*/ 73805 h 358279"/>
              <a:gd name="connsiteX2118" fmla="*/ 1571888 w 1592754"/>
              <a:gd name="connsiteY2118" fmla="*/ 79959 h 358279"/>
              <a:gd name="connsiteX2119" fmla="*/ 1565734 w 1592754"/>
              <a:gd name="connsiteY2119" fmla="*/ 94853 h 358279"/>
              <a:gd name="connsiteX2120" fmla="*/ 1563887 w 1592754"/>
              <a:gd name="connsiteY2120" fmla="*/ 100022 h 358279"/>
              <a:gd name="connsiteX2121" fmla="*/ 1562349 w 1592754"/>
              <a:gd name="connsiteY2121" fmla="*/ 106177 h 358279"/>
              <a:gd name="connsiteX2122" fmla="*/ 1561118 w 1592754"/>
              <a:gd name="connsiteY2122" fmla="*/ 113931 h 358279"/>
              <a:gd name="connsiteX2123" fmla="*/ 1564687 w 1592754"/>
              <a:gd name="connsiteY2123" fmla="*/ 115039 h 358279"/>
              <a:gd name="connsiteX2124" fmla="*/ 1571642 w 1592754"/>
              <a:gd name="connsiteY2124" fmla="*/ 111223 h 358279"/>
              <a:gd name="connsiteX2125" fmla="*/ 1576442 w 1592754"/>
              <a:gd name="connsiteY2125" fmla="*/ 111223 h 358279"/>
              <a:gd name="connsiteX2126" fmla="*/ 1580320 w 1592754"/>
              <a:gd name="connsiteY2126" fmla="*/ 114054 h 358279"/>
              <a:gd name="connsiteX2127" fmla="*/ 1584689 w 1592754"/>
              <a:gd name="connsiteY2127" fmla="*/ 115346 h 358279"/>
              <a:gd name="connsiteX2128" fmla="*/ 1589674 w 1592754"/>
              <a:gd name="connsiteY2128" fmla="*/ 117131 h 358279"/>
              <a:gd name="connsiteX2129" fmla="*/ 1590044 w 1592754"/>
              <a:gd name="connsiteY2129" fmla="*/ 117070 h 358279"/>
              <a:gd name="connsiteX2130" fmla="*/ 1592690 w 1592754"/>
              <a:gd name="connsiteY2130" fmla="*/ 128455 h 358279"/>
              <a:gd name="connsiteX2131" fmla="*/ 1589859 w 1592754"/>
              <a:gd name="connsiteY2131" fmla="*/ 138733 h 358279"/>
              <a:gd name="connsiteX2132" fmla="*/ 1574350 w 1592754"/>
              <a:gd name="connsiteY2132" fmla="*/ 142856 h 358279"/>
              <a:gd name="connsiteX2133" fmla="*/ 1569549 w 1592754"/>
              <a:gd name="connsiteY2133" fmla="*/ 144887 h 358279"/>
              <a:gd name="connsiteX2134" fmla="*/ 1563395 w 1592754"/>
              <a:gd name="connsiteY2134" fmla="*/ 144333 h 358279"/>
              <a:gd name="connsiteX2135" fmla="*/ 1555702 w 1592754"/>
              <a:gd name="connsiteY2135" fmla="*/ 144333 h 358279"/>
              <a:gd name="connsiteX2136" fmla="*/ 1542471 w 1592754"/>
              <a:gd name="connsiteY2136" fmla="*/ 153749 h 358279"/>
              <a:gd name="connsiteX2137" fmla="*/ 1537609 w 1592754"/>
              <a:gd name="connsiteY2137" fmla="*/ 158919 h 358279"/>
              <a:gd name="connsiteX2138" fmla="*/ 1529854 w 1592754"/>
              <a:gd name="connsiteY2138" fmla="*/ 166058 h 358279"/>
              <a:gd name="connsiteX2139" fmla="*/ 1528624 w 1592754"/>
              <a:gd name="connsiteY2139" fmla="*/ 173381 h 358279"/>
              <a:gd name="connsiteX2140" fmla="*/ 1532316 w 1592754"/>
              <a:gd name="connsiteY2140" fmla="*/ 174120 h 358279"/>
              <a:gd name="connsiteX2141" fmla="*/ 1538963 w 1592754"/>
              <a:gd name="connsiteY2141" fmla="*/ 171473 h 358279"/>
              <a:gd name="connsiteX2142" fmla="*/ 1543332 w 1592754"/>
              <a:gd name="connsiteY2142" fmla="*/ 169134 h 358279"/>
              <a:gd name="connsiteX2143" fmla="*/ 1550964 w 1592754"/>
              <a:gd name="connsiteY2143" fmla="*/ 173012 h 358279"/>
              <a:gd name="connsiteX2144" fmla="*/ 1558410 w 1592754"/>
              <a:gd name="connsiteY2144" fmla="*/ 176089 h 358279"/>
              <a:gd name="connsiteX2145" fmla="*/ 1561303 w 1592754"/>
              <a:gd name="connsiteY2145" fmla="*/ 179043 h 358279"/>
              <a:gd name="connsiteX2146" fmla="*/ 1559395 w 1592754"/>
              <a:gd name="connsiteY2146" fmla="*/ 186797 h 358279"/>
              <a:gd name="connsiteX2147" fmla="*/ 1554964 w 1592754"/>
              <a:gd name="connsiteY2147" fmla="*/ 190613 h 358279"/>
              <a:gd name="connsiteX2148" fmla="*/ 1547148 w 1592754"/>
              <a:gd name="connsiteY2148" fmla="*/ 192090 h 358279"/>
              <a:gd name="connsiteX2149" fmla="*/ 1541855 w 1592754"/>
              <a:gd name="connsiteY2149" fmla="*/ 193875 h 358279"/>
              <a:gd name="connsiteX2150" fmla="*/ 1529547 w 1592754"/>
              <a:gd name="connsiteY2150" fmla="*/ 199414 h 358279"/>
              <a:gd name="connsiteX2151" fmla="*/ 1530101 w 1592754"/>
              <a:gd name="connsiteY2151" fmla="*/ 207907 h 358279"/>
              <a:gd name="connsiteX2152" fmla="*/ 1529177 w 1592754"/>
              <a:gd name="connsiteY2152" fmla="*/ 215169 h 358279"/>
              <a:gd name="connsiteX2153" fmla="*/ 1527454 w 1592754"/>
              <a:gd name="connsiteY2153" fmla="*/ 223477 h 358279"/>
              <a:gd name="connsiteX2154" fmla="*/ 1524254 w 1592754"/>
              <a:gd name="connsiteY2154" fmla="*/ 229016 h 358279"/>
              <a:gd name="connsiteX2155" fmla="*/ 1518100 w 1592754"/>
              <a:gd name="connsiteY2155" fmla="*/ 240955 h 358279"/>
              <a:gd name="connsiteX2156" fmla="*/ 1509115 w 1592754"/>
              <a:gd name="connsiteY2156" fmla="*/ 244155 h 358279"/>
              <a:gd name="connsiteX2157" fmla="*/ 1501914 w 1592754"/>
              <a:gd name="connsiteY2157" fmla="*/ 246125 h 358279"/>
              <a:gd name="connsiteX2158" fmla="*/ 1491083 w 1592754"/>
              <a:gd name="connsiteY2158" fmla="*/ 246125 h 358279"/>
              <a:gd name="connsiteX2159" fmla="*/ 1490406 w 1592754"/>
              <a:gd name="connsiteY2159" fmla="*/ 239601 h 358279"/>
              <a:gd name="connsiteX2160" fmla="*/ 1479943 w 1592754"/>
              <a:gd name="connsiteY2160" fmla="*/ 229693 h 358279"/>
              <a:gd name="connsiteX2161" fmla="*/ 1485543 w 1592754"/>
              <a:gd name="connsiteY2161" fmla="*/ 226923 h 358279"/>
              <a:gd name="connsiteX2162" fmla="*/ 1499083 w 1592754"/>
              <a:gd name="connsiteY2162" fmla="*/ 224462 h 358279"/>
              <a:gd name="connsiteX2163" fmla="*/ 1509730 w 1592754"/>
              <a:gd name="connsiteY2163" fmla="*/ 205999 h 358279"/>
              <a:gd name="connsiteX2164" fmla="*/ 1506776 w 1592754"/>
              <a:gd name="connsiteY2164" fmla="*/ 201814 h 358279"/>
              <a:gd name="connsiteX2165" fmla="*/ 1496806 w 1592754"/>
              <a:gd name="connsiteY2165" fmla="*/ 203599 h 358279"/>
              <a:gd name="connsiteX2166" fmla="*/ 1486528 w 1592754"/>
              <a:gd name="connsiteY2166" fmla="*/ 205384 h 358279"/>
              <a:gd name="connsiteX2167" fmla="*/ 1478097 w 1592754"/>
              <a:gd name="connsiteY2167" fmla="*/ 208399 h 358279"/>
              <a:gd name="connsiteX2168" fmla="*/ 1470527 w 1592754"/>
              <a:gd name="connsiteY2168" fmla="*/ 206553 h 358279"/>
              <a:gd name="connsiteX2169" fmla="*/ 1467081 w 1592754"/>
              <a:gd name="connsiteY2169" fmla="*/ 205014 h 358279"/>
              <a:gd name="connsiteX2170" fmla="*/ 1466281 w 1592754"/>
              <a:gd name="connsiteY2170" fmla="*/ 199476 h 358279"/>
              <a:gd name="connsiteX2171" fmla="*/ 1467819 w 1592754"/>
              <a:gd name="connsiteY2171" fmla="*/ 191844 h 358279"/>
              <a:gd name="connsiteX2172" fmla="*/ 1477050 w 1592754"/>
              <a:gd name="connsiteY2172" fmla="*/ 186120 h 358279"/>
              <a:gd name="connsiteX2173" fmla="*/ 1483759 w 1592754"/>
              <a:gd name="connsiteY2173" fmla="*/ 187843 h 358279"/>
              <a:gd name="connsiteX2174" fmla="*/ 1490282 w 1592754"/>
              <a:gd name="connsiteY2174" fmla="*/ 183782 h 358279"/>
              <a:gd name="connsiteX2175" fmla="*/ 1498344 w 1592754"/>
              <a:gd name="connsiteY2175" fmla="*/ 181628 h 358279"/>
              <a:gd name="connsiteX2176" fmla="*/ 1503206 w 1592754"/>
              <a:gd name="connsiteY2176" fmla="*/ 179166 h 358279"/>
              <a:gd name="connsiteX2177" fmla="*/ 1504930 w 1592754"/>
              <a:gd name="connsiteY2177" fmla="*/ 176335 h 358279"/>
              <a:gd name="connsiteX2178" fmla="*/ 1505791 w 1592754"/>
              <a:gd name="connsiteY2178" fmla="*/ 170181 h 358279"/>
              <a:gd name="connsiteX2179" fmla="*/ 1508068 w 1592754"/>
              <a:gd name="connsiteY2179" fmla="*/ 164027 h 358279"/>
              <a:gd name="connsiteX2180" fmla="*/ 1503391 w 1592754"/>
              <a:gd name="connsiteY2180" fmla="*/ 163596 h 358279"/>
              <a:gd name="connsiteX2181" fmla="*/ 1498221 w 1592754"/>
              <a:gd name="connsiteY2181" fmla="*/ 166981 h 358279"/>
              <a:gd name="connsiteX2182" fmla="*/ 1492374 w 1592754"/>
              <a:gd name="connsiteY2182" fmla="*/ 169996 h 358279"/>
              <a:gd name="connsiteX2183" fmla="*/ 1487451 w 1592754"/>
              <a:gd name="connsiteY2183" fmla="*/ 169996 h 358279"/>
              <a:gd name="connsiteX2184" fmla="*/ 1485605 w 1592754"/>
              <a:gd name="connsiteY2184" fmla="*/ 165504 h 358279"/>
              <a:gd name="connsiteX2185" fmla="*/ 1486959 w 1592754"/>
              <a:gd name="connsiteY2185" fmla="*/ 158795 h 358279"/>
              <a:gd name="connsiteX2186" fmla="*/ 1492129 w 1592754"/>
              <a:gd name="connsiteY2186" fmla="*/ 146487 h 358279"/>
              <a:gd name="connsiteX2187" fmla="*/ 1499390 w 1592754"/>
              <a:gd name="connsiteY2187" fmla="*/ 145994 h 358279"/>
              <a:gd name="connsiteX2188" fmla="*/ 1502098 w 1592754"/>
              <a:gd name="connsiteY2188" fmla="*/ 144210 h 358279"/>
              <a:gd name="connsiteX2189" fmla="*/ 1508807 w 1592754"/>
              <a:gd name="connsiteY2189" fmla="*/ 143595 h 358279"/>
              <a:gd name="connsiteX2190" fmla="*/ 1516438 w 1592754"/>
              <a:gd name="connsiteY2190" fmla="*/ 141687 h 358279"/>
              <a:gd name="connsiteX2191" fmla="*/ 1522162 w 1592754"/>
              <a:gd name="connsiteY2191" fmla="*/ 140702 h 358279"/>
              <a:gd name="connsiteX2192" fmla="*/ 1526962 w 1592754"/>
              <a:gd name="connsiteY2192" fmla="*/ 138979 h 358279"/>
              <a:gd name="connsiteX2193" fmla="*/ 1529793 w 1592754"/>
              <a:gd name="connsiteY2193" fmla="*/ 136948 h 358279"/>
              <a:gd name="connsiteX2194" fmla="*/ 1536501 w 1592754"/>
              <a:gd name="connsiteY2194" fmla="*/ 136948 h 358279"/>
              <a:gd name="connsiteX2195" fmla="*/ 1541979 w 1592754"/>
              <a:gd name="connsiteY2195" fmla="*/ 136948 h 358279"/>
              <a:gd name="connsiteX2196" fmla="*/ 1547640 w 1592754"/>
              <a:gd name="connsiteY2196" fmla="*/ 138302 h 358279"/>
              <a:gd name="connsiteX2197" fmla="*/ 1553794 w 1592754"/>
              <a:gd name="connsiteY2197" fmla="*/ 135286 h 358279"/>
              <a:gd name="connsiteX2198" fmla="*/ 1557241 w 1592754"/>
              <a:gd name="connsiteY2198" fmla="*/ 128701 h 358279"/>
              <a:gd name="connsiteX2199" fmla="*/ 1549056 w 1592754"/>
              <a:gd name="connsiteY2199" fmla="*/ 129624 h 358279"/>
              <a:gd name="connsiteX2200" fmla="*/ 1540440 w 1592754"/>
              <a:gd name="connsiteY2200" fmla="*/ 130855 h 358279"/>
              <a:gd name="connsiteX2201" fmla="*/ 1526900 w 1592754"/>
              <a:gd name="connsiteY2201" fmla="*/ 132271 h 358279"/>
              <a:gd name="connsiteX2202" fmla="*/ 1520069 w 1592754"/>
              <a:gd name="connsiteY2202" fmla="*/ 133871 h 358279"/>
              <a:gd name="connsiteX2203" fmla="*/ 1513237 w 1592754"/>
              <a:gd name="connsiteY2203" fmla="*/ 135286 h 358279"/>
              <a:gd name="connsiteX2204" fmla="*/ 1502160 w 1592754"/>
              <a:gd name="connsiteY2204" fmla="*/ 136702 h 358279"/>
              <a:gd name="connsiteX2205" fmla="*/ 1493667 w 1592754"/>
              <a:gd name="connsiteY2205" fmla="*/ 138425 h 358279"/>
              <a:gd name="connsiteX2206" fmla="*/ 1483635 w 1592754"/>
              <a:gd name="connsiteY2206" fmla="*/ 142487 h 358279"/>
              <a:gd name="connsiteX2207" fmla="*/ 1477481 w 1592754"/>
              <a:gd name="connsiteY2207" fmla="*/ 150672 h 358279"/>
              <a:gd name="connsiteX2208" fmla="*/ 1474527 w 1592754"/>
              <a:gd name="connsiteY2208" fmla="*/ 154180 h 358279"/>
              <a:gd name="connsiteX2209" fmla="*/ 1461726 w 1592754"/>
              <a:gd name="connsiteY2209" fmla="*/ 163966 h 358279"/>
              <a:gd name="connsiteX2210" fmla="*/ 1456741 w 1592754"/>
              <a:gd name="connsiteY2210" fmla="*/ 161934 h 358279"/>
              <a:gd name="connsiteX2211" fmla="*/ 1452987 w 1592754"/>
              <a:gd name="connsiteY2211" fmla="*/ 150179 h 358279"/>
              <a:gd name="connsiteX2212" fmla="*/ 1452987 w 1592754"/>
              <a:gd name="connsiteY2212" fmla="*/ 138363 h 358279"/>
              <a:gd name="connsiteX2213" fmla="*/ 1454833 w 1592754"/>
              <a:gd name="connsiteY2213" fmla="*/ 133563 h 358279"/>
              <a:gd name="connsiteX2214" fmla="*/ 1458218 w 1592754"/>
              <a:gd name="connsiteY2214" fmla="*/ 131348 h 358279"/>
              <a:gd name="connsiteX2215" fmla="*/ 1466465 w 1592754"/>
              <a:gd name="connsiteY2215" fmla="*/ 117685 h 358279"/>
              <a:gd name="connsiteX2216" fmla="*/ 1468804 w 1592754"/>
              <a:gd name="connsiteY2216" fmla="*/ 117685 h 358279"/>
              <a:gd name="connsiteX2217" fmla="*/ 1470466 w 1592754"/>
              <a:gd name="connsiteY2217" fmla="*/ 128270 h 358279"/>
              <a:gd name="connsiteX2218" fmla="*/ 1470625 w 1592754"/>
              <a:gd name="connsiteY2218" fmla="*/ 129363 h 358279"/>
              <a:gd name="connsiteX2219" fmla="*/ 1474096 w 1592754"/>
              <a:gd name="connsiteY2219" fmla="*/ 130978 h 358279"/>
              <a:gd name="connsiteX2220" fmla="*/ 1481174 w 1592754"/>
              <a:gd name="connsiteY2220" fmla="*/ 128209 h 358279"/>
              <a:gd name="connsiteX2221" fmla="*/ 1483574 w 1592754"/>
              <a:gd name="connsiteY2221" fmla="*/ 125809 h 358279"/>
              <a:gd name="connsiteX2222" fmla="*/ 1481727 w 1592754"/>
              <a:gd name="connsiteY2222" fmla="*/ 120886 h 358279"/>
              <a:gd name="connsiteX2223" fmla="*/ 1480497 w 1592754"/>
              <a:gd name="connsiteY2223" fmla="*/ 113746 h 358279"/>
              <a:gd name="connsiteX2224" fmla="*/ 1481605 w 1592754"/>
              <a:gd name="connsiteY2224" fmla="*/ 99099 h 358279"/>
              <a:gd name="connsiteX2225" fmla="*/ 1480559 w 1592754"/>
              <a:gd name="connsiteY2225" fmla="*/ 83590 h 358279"/>
              <a:gd name="connsiteX2226" fmla="*/ 1479143 w 1592754"/>
              <a:gd name="connsiteY2226" fmla="*/ 74728 h 358279"/>
              <a:gd name="connsiteX2227" fmla="*/ 1482097 w 1592754"/>
              <a:gd name="connsiteY2227" fmla="*/ 69620 h 358279"/>
              <a:gd name="connsiteX2228" fmla="*/ 1486343 w 1592754"/>
              <a:gd name="connsiteY2228" fmla="*/ 69620 h 358279"/>
              <a:gd name="connsiteX2229" fmla="*/ 1488498 w 1592754"/>
              <a:gd name="connsiteY2229" fmla="*/ 68204 h 358279"/>
              <a:gd name="connsiteX2230" fmla="*/ 1490344 w 1592754"/>
              <a:gd name="connsiteY2230" fmla="*/ 70974 h 358279"/>
              <a:gd name="connsiteX2231" fmla="*/ 1491083 w 1592754"/>
              <a:gd name="connsiteY2231" fmla="*/ 76020 h 358279"/>
              <a:gd name="connsiteX2232" fmla="*/ 1491636 w 1592754"/>
              <a:gd name="connsiteY2232" fmla="*/ 82175 h 358279"/>
              <a:gd name="connsiteX2233" fmla="*/ 1491636 w 1592754"/>
              <a:gd name="connsiteY2233" fmla="*/ 86052 h 358279"/>
              <a:gd name="connsiteX2234" fmla="*/ 1491636 w 1592754"/>
              <a:gd name="connsiteY2234" fmla="*/ 90298 h 358279"/>
              <a:gd name="connsiteX2235" fmla="*/ 1491636 w 1592754"/>
              <a:gd name="connsiteY2235" fmla="*/ 95653 h 358279"/>
              <a:gd name="connsiteX2236" fmla="*/ 1492251 w 1592754"/>
              <a:gd name="connsiteY2236" fmla="*/ 106115 h 358279"/>
              <a:gd name="connsiteX2237" fmla="*/ 1493606 w 1592754"/>
              <a:gd name="connsiteY2237" fmla="*/ 113131 h 358279"/>
              <a:gd name="connsiteX2238" fmla="*/ 1493606 w 1592754"/>
              <a:gd name="connsiteY2238" fmla="*/ 118300 h 358279"/>
              <a:gd name="connsiteX2239" fmla="*/ 1491513 w 1592754"/>
              <a:gd name="connsiteY2239" fmla="*/ 124455 h 358279"/>
              <a:gd name="connsiteX2240" fmla="*/ 1494467 w 1592754"/>
              <a:gd name="connsiteY2240" fmla="*/ 127470 h 358279"/>
              <a:gd name="connsiteX2241" fmla="*/ 1500313 w 1592754"/>
              <a:gd name="connsiteY2241" fmla="*/ 125870 h 358279"/>
              <a:gd name="connsiteX2242" fmla="*/ 1505360 w 1592754"/>
              <a:gd name="connsiteY2242" fmla="*/ 125562 h 358279"/>
              <a:gd name="connsiteX2243" fmla="*/ 1513607 w 1592754"/>
              <a:gd name="connsiteY2243" fmla="*/ 124085 h 358279"/>
              <a:gd name="connsiteX2244" fmla="*/ 1518100 w 1592754"/>
              <a:gd name="connsiteY2244" fmla="*/ 122547 h 358279"/>
              <a:gd name="connsiteX2245" fmla="*/ 1521607 w 1592754"/>
              <a:gd name="connsiteY2245" fmla="*/ 120208 h 358279"/>
              <a:gd name="connsiteX2246" fmla="*/ 1522100 w 1592754"/>
              <a:gd name="connsiteY2246" fmla="*/ 117562 h 358279"/>
              <a:gd name="connsiteX2247" fmla="*/ 1517176 w 1592754"/>
              <a:gd name="connsiteY2247" fmla="*/ 117070 h 358279"/>
              <a:gd name="connsiteX2248" fmla="*/ 1512684 w 1592754"/>
              <a:gd name="connsiteY2248" fmla="*/ 118916 h 358279"/>
              <a:gd name="connsiteX2249" fmla="*/ 1511391 w 1592754"/>
              <a:gd name="connsiteY2249" fmla="*/ 114793 h 358279"/>
              <a:gd name="connsiteX2250" fmla="*/ 1508684 w 1592754"/>
              <a:gd name="connsiteY2250" fmla="*/ 111408 h 358279"/>
              <a:gd name="connsiteX2251" fmla="*/ 1506899 w 1592754"/>
              <a:gd name="connsiteY2251" fmla="*/ 116454 h 358279"/>
              <a:gd name="connsiteX2252" fmla="*/ 1504745 w 1592754"/>
              <a:gd name="connsiteY2252" fmla="*/ 119470 h 358279"/>
              <a:gd name="connsiteX2253" fmla="*/ 1501729 w 1592754"/>
              <a:gd name="connsiteY2253" fmla="*/ 121070 h 358279"/>
              <a:gd name="connsiteX2254" fmla="*/ 1498652 w 1592754"/>
              <a:gd name="connsiteY2254" fmla="*/ 115285 h 358279"/>
              <a:gd name="connsiteX2255" fmla="*/ 1499083 w 1592754"/>
              <a:gd name="connsiteY2255" fmla="*/ 103345 h 358279"/>
              <a:gd name="connsiteX2256" fmla="*/ 1497729 w 1592754"/>
              <a:gd name="connsiteY2256" fmla="*/ 95222 h 358279"/>
              <a:gd name="connsiteX2257" fmla="*/ 1497729 w 1592754"/>
              <a:gd name="connsiteY2257" fmla="*/ 83714 h 358279"/>
              <a:gd name="connsiteX2258" fmla="*/ 1496867 w 1592754"/>
              <a:gd name="connsiteY2258" fmla="*/ 79836 h 358279"/>
              <a:gd name="connsiteX2259" fmla="*/ 1499206 w 1592754"/>
              <a:gd name="connsiteY2259" fmla="*/ 74236 h 358279"/>
              <a:gd name="connsiteX2260" fmla="*/ 1503145 w 1592754"/>
              <a:gd name="connsiteY2260" fmla="*/ 72020 h 358279"/>
              <a:gd name="connsiteX2261" fmla="*/ 1505052 w 1592754"/>
              <a:gd name="connsiteY2261" fmla="*/ 78175 h 358279"/>
              <a:gd name="connsiteX2262" fmla="*/ 1506345 w 1592754"/>
              <a:gd name="connsiteY2262" fmla="*/ 82052 h 358279"/>
              <a:gd name="connsiteX2263" fmla="*/ 1508191 w 1592754"/>
              <a:gd name="connsiteY2263" fmla="*/ 95037 h 358279"/>
              <a:gd name="connsiteX2264" fmla="*/ 1509914 w 1592754"/>
              <a:gd name="connsiteY2264" fmla="*/ 98053 h 358279"/>
              <a:gd name="connsiteX2265" fmla="*/ 1516623 w 1592754"/>
              <a:gd name="connsiteY2265" fmla="*/ 98053 h 358279"/>
              <a:gd name="connsiteX2266" fmla="*/ 1519146 w 1592754"/>
              <a:gd name="connsiteY2266" fmla="*/ 101253 h 358279"/>
              <a:gd name="connsiteX2267" fmla="*/ 1525301 w 1592754"/>
              <a:gd name="connsiteY2267" fmla="*/ 95529 h 358279"/>
              <a:gd name="connsiteX2268" fmla="*/ 1522038 w 1592754"/>
              <a:gd name="connsiteY2268" fmla="*/ 87775 h 358279"/>
              <a:gd name="connsiteX2269" fmla="*/ 1516623 w 1592754"/>
              <a:gd name="connsiteY2269" fmla="*/ 89867 h 358279"/>
              <a:gd name="connsiteX2270" fmla="*/ 1512807 w 1592754"/>
              <a:gd name="connsiteY2270" fmla="*/ 91653 h 358279"/>
              <a:gd name="connsiteX2271" fmla="*/ 1512807 w 1592754"/>
              <a:gd name="connsiteY2271" fmla="*/ 83960 h 358279"/>
              <a:gd name="connsiteX2272" fmla="*/ 1515145 w 1592754"/>
              <a:gd name="connsiteY2272" fmla="*/ 77806 h 358279"/>
              <a:gd name="connsiteX2273" fmla="*/ 1512561 w 1592754"/>
              <a:gd name="connsiteY2273" fmla="*/ 70974 h 358279"/>
              <a:gd name="connsiteX2274" fmla="*/ 1516869 w 1592754"/>
              <a:gd name="connsiteY2274" fmla="*/ 66666 h 358279"/>
              <a:gd name="connsiteX2275" fmla="*/ 1521608 w 1592754"/>
              <a:gd name="connsiteY2275" fmla="*/ 70543 h 358279"/>
              <a:gd name="connsiteX2276" fmla="*/ 1527331 w 1592754"/>
              <a:gd name="connsiteY2276" fmla="*/ 62973 h 358279"/>
              <a:gd name="connsiteX2277" fmla="*/ 1531578 w 1592754"/>
              <a:gd name="connsiteY2277" fmla="*/ 55096 h 358279"/>
              <a:gd name="connsiteX2278" fmla="*/ 1535024 w 1592754"/>
              <a:gd name="connsiteY2278" fmla="*/ 55096 h 358279"/>
              <a:gd name="connsiteX2279" fmla="*/ 1538470 w 1592754"/>
              <a:gd name="connsiteY2279" fmla="*/ 54357 h 358279"/>
              <a:gd name="connsiteX2280" fmla="*/ 197722 w 1592754"/>
              <a:gd name="connsiteY2280" fmla="*/ 49466 h 358279"/>
              <a:gd name="connsiteX2281" fmla="*/ 100550 w 1592754"/>
              <a:gd name="connsiteY2281" fmla="*/ 74283 h 358279"/>
              <a:gd name="connsiteX2282" fmla="*/ 100532 w 1592754"/>
              <a:gd name="connsiteY2282" fmla="*/ 74283 h 358279"/>
              <a:gd name="connsiteX2283" fmla="*/ 48104 w 1592754"/>
              <a:gd name="connsiteY2283" fmla="*/ 179175 h 358279"/>
              <a:gd name="connsiteX2284" fmla="*/ 49604 w 1592754"/>
              <a:gd name="connsiteY2284" fmla="*/ 199122 h 358279"/>
              <a:gd name="connsiteX2285" fmla="*/ 49904 w 1592754"/>
              <a:gd name="connsiteY2285" fmla="*/ 200746 h 358279"/>
              <a:gd name="connsiteX2286" fmla="*/ 51316 w 1592754"/>
              <a:gd name="connsiteY2286" fmla="*/ 208019 h 358279"/>
              <a:gd name="connsiteX2287" fmla="*/ 53964 w 1592754"/>
              <a:gd name="connsiteY2287" fmla="*/ 218064 h 358279"/>
              <a:gd name="connsiteX2288" fmla="*/ 57813 w 1592754"/>
              <a:gd name="connsiteY2288" fmla="*/ 228655 h 358279"/>
              <a:gd name="connsiteX2289" fmla="*/ 58378 w 1592754"/>
              <a:gd name="connsiteY2289" fmla="*/ 230068 h 358279"/>
              <a:gd name="connsiteX2290" fmla="*/ 73982 w 1592754"/>
              <a:gd name="connsiteY2290" fmla="*/ 257429 h 358279"/>
              <a:gd name="connsiteX2291" fmla="*/ 74071 w 1592754"/>
              <a:gd name="connsiteY2291" fmla="*/ 257535 h 358279"/>
              <a:gd name="connsiteX2292" fmla="*/ 74203 w 1592754"/>
              <a:gd name="connsiteY2292" fmla="*/ 257713 h 358279"/>
              <a:gd name="connsiteX2293" fmla="*/ 113018 w 1592754"/>
              <a:gd name="connsiteY2293" fmla="*/ 292368 h 358279"/>
              <a:gd name="connsiteX2294" fmla="*/ 140713 w 1592754"/>
              <a:gd name="connsiteY2294" fmla="*/ 302004 h 358279"/>
              <a:gd name="connsiteX2295" fmla="*/ 138627 w 1592754"/>
              <a:gd name="connsiteY2295" fmla="*/ 298666 h 358279"/>
              <a:gd name="connsiteX2296" fmla="*/ 133702 w 1592754"/>
              <a:gd name="connsiteY2296" fmla="*/ 296901 h 358279"/>
              <a:gd name="connsiteX2297" fmla="*/ 132944 w 1592754"/>
              <a:gd name="connsiteY2297" fmla="*/ 296204 h 358279"/>
              <a:gd name="connsiteX2298" fmla="*/ 140499 w 1592754"/>
              <a:gd name="connsiteY2298" fmla="*/ 297483 h 358279"/>
              <a:gd name="connsiteX2299" fmla="*/ 144380 w 1592754"/>
              <a:gd name="connsiteY2299" fmla="*/ 301903 h 358279"/>
              <a:gd name="connsiteX2300" fmla="*/ 144889 w 1592754"/>
              <a:gd name="connsiteY2300" fmla="*/ 303457 h 358279"/>
              <a:gd name="connsiteX2301" fmla="*/ 152328 w 1592754"/>
              <a:gd name="connsiteY2301" fmla="*/ 306045 h 358279"/>
              <a:gd name="connsiteX2302" fmla="*/ 154338 w 1592754"/>
              <a:gd name="connsiteY2302" fmla="*/ 306045 h 358279"/>
              <a:gd name="connsiteX2303" fmla="*/ 154301 w 1592754"/>
              <a:gd name="connsiteY2303" fmla="*/ 306731 h 358279"/>
              <a:gd name="connsiteX2304" fmla="*/ 160463 w 1592754"/>
              <a:gd name="connsiteY2304" fmla="*/ 308875 h 358279"/>
              <a:gd name="connsiteX2305" fmla="*/ 181599 w 1592754"/>
              <a:gd name="connsiteY2305" fmla="*/ 307827 h 358279"/>
              <a:gd name="connsiteX2306" fmla="*/ 181911 w 1592754"/>
              <a:gd name="connsiteY2306" fmla="*/ 307493 h 358279"/>
              <a:gd name="connsiteX2307" fmla="*/ 180146 w 1592754"/>
              <a:gd name="connsiteY2307" fmla="*/ 307493 h 358279"/>
              <a:gd name="connsiteX2308" fmla="*/ 180834 w 1592754"/>
              <a:gd name="connsiteY2308" fmla="*/ 307034 h 358279"/>
              <a:gd name="connsiteX2309" fmla="*/ 177798 w 1592754"/>
              <a:gd name="connsiteY2309" fmla="*/ 307034 h 358279"/>
              <a:gd name="connsiteX2310" fmla="*/ 178416 w 1592754"/>
              <a:gd name="connsiteY2310" fmla="*/ 306557 h 358279"/>
              <a:gd name="connsiteX2311" fmla="*/ 172185 w 1592754"/>
              <a:gd name="connsiteY2311" fmla="*/ 306557 h 358279"/>
              <a:gd name="connsiteX2312" fmla="*/ 168654 w 1592754"/>
              <a:gd name="connsiteY2312" fmla="*/ 298543 h 358279"/>
              <a:gd name="connsiteX2313" fmla="*/ 159651 w 1592754"/>
              <a:gd name="connsiteY2313" fmla="*/ 298172 h 358279"/>
              <a:gd name="connsiteX2314" fmla="*/ 155150 w 1592754"/>
              <a:gd name="connsiteY2314" fmla="*/ 305057 h 358279"/>
              <a:gd name="connsiteX2315" fmla="*/ 154355 w 1592754"/>
              <a:gd name="connsiteY2315" fmla="*/ 304810 h 358279"/>
              <a:gd name="connsiteX2316" fmla="*/ 156332 w 1592754"/>
              <a:gd name="connsiteY2316" fmla="*/ 299126 h 358279"/>
              <a:gd name="connsiteX2317" fmla="*/ 163888 w 1592754"/>
              <a:gd name="connsiteY2317" fmla="*/ 296089 h 358279"/>
              <a:gd name="connsiteX2318" fmla="*/ 174479 w 1592754"/>
              <a:gd name="connsiteY2318" fmla="*/ 298861 h 358279"/>
              <a:gd name="connsiteX2319" fmla="*/ 176509 w 1592754"/>
              <a:gd name="connsiteY2319" fmla="*/ 305710 h 358279"/>
              <a:gd name="connsiteX2320" fmla="*/ 183571 w 1592754"/>
              <a:gd name="connsiteY2320" fmla="*/ 305534 h 358279"/>
              <a:gd name="connsiteX2321" fmla="*/ 186218 w 1592754"/>
              <a:gd name="connsiteY2321" fmla="*/ 299126 h 358279"/>
              <a:gd name="connsiteX2322" fmla="*/ 193774 w 1592754"/>
              <a:gd name="connsiteY2322" fmla="*/ 296089 h 358279"/>
              <a:gd name="connsiteX2323" fmla="*/ 204365 w 1592754"/>
              <a:gd name="connsiteY2323" fmla="*/ 298861 h 358279"/>
              <a:gd name="connsiteX2324" fmla="*/ 206395 w 1592754"/>
              <a:gd name="connsiteY2324" fmla="*/ 305710 h 358279"/>
              <a:gd name="connsiteX2325" fmla="*/ 212375 w 1592754"/>
              <a:gd name="connsiteY2325" fmla="*/ 305561 h 358279"/>
              <a:gd name="connsiteX2326" fmla="*/ 213645 w 1592754"/>
              <a:gd name="connsiteY2326" fmla="*/ 304958 h 358279"/>
              <a:gd name="connsiteX2327" fmla="*/ 214529 w 1592754"/>
              <a:gd name="connsiteY2327" fmla="*/ 302248 h 358279"/>
              <a:gd name="connsiteX2328" fmla="*/ 217534 w 1592754"/>
              <a:gd name="connsiteY2328" fmla="*/ 297413 h 358279"/>
              <a:gd name="connsiteX2329" fmla="*/ 224931 w 1592754"/>
              <a:gd name="connsiteY2329" fmla="*/ 295736 h 358279"/>
              <a:gd name="connsiteX2330" fmla="*/ 224931 w 1592754"/>
              <a:gd name="connsiteY2330" fmla="*/ 298349 h 358279"/>
              <a:gd name="connsiteX2331" fmla="*/ 217587 w 1592754"/>
              <a:gd name="connsiteY2331" fmla="*/ 299408 h 358279"/>
              <a:gd name="connsiteX2332" fmla="*/ 215340 w 1592754"/>
              <a:gd name="connsiteY2332" fmla="*/ 304152 h 358279"/>
              <a:gd name="connsiteX2333" fmla="*/ 257634 w 1592754"/>
              <a:gd name="connsiteY2333" fmla="*/ 284058 h 358279"/>
              <a:gd name="connsiteX2334" fmla="*/ 283981 w 1592754"/>
              <a:gd name="connsiteY2334" fmla="*/ 100629 h 358279"/>
              <a:gd name="connsiteX2335" fmla="*/ 197722 w 1592754"/>
              <a:gd name="connsiteY2335" fmla="*/ 49466 h 358279"/>
              <a:gd name="connsiteX2336" fmla="*/ 115978 w 1592754"/>
              <a:gd name="connsiteY2336" fmla="*/ 47468 h 358279"/>
              <a:gd name="connsiteX2337" fmla="*/ 115431 w 1592754"/>
              <a:gd name="connsiteY2337" fmla="*/ 47927 h 358279"/>
              <a:gd name="connsiteX2338" fmla="*/ 114619 w 1592754"/>
              <a:gd name="connsiteY2338" fmla="*/ 48122 h 358279"/>
              <a:gd name="connsiteX2339" fmla="*/ 113860 w 1592754"/>
              <a:gd name="connsiteY2339" fmla="*/ 48475 h 358279"/>
              <a:gd name="connsiteX2340" fmla="*/ 112942 w 1592754"/>
              <a:gd name="connsiteY2340" fmla="*/ 48475 h 358279"/>
              <a:gd name="connsiteX2341" fmla="*/ 112165 w 1592754"/>
              <a:gd name="connsiteY2341" fmla="*/ 48722 h 358279"/>
              <a:gd name="connsiteX2342" fmla="*/ 112112 w 1592754"/>
              <a:gd name="connsiteY2342" fmla="*/ 48651 h 358279"/>
              <a:gd name="connsiteX2343" fmla="*/ 112483 w 1592754"/>
              <a:gd name="connsiteY2343" fmla="*/ 49851 h 358279"/>
              <a:gd name="connsiteX2344" fmla="*/ 112801 w 1592754"/>
              <a:gd name="connsiteY2344" fmla="*/ 50522 h 358279"/>
              <a:gd name="connsiteX2345" fmla="*/ 113683 w 1592754"/>
              <a:gd name="connsiteY2345" fmla="*/ 51370 h 358279"/>
              <a:gd name="connsiteX2346" fmla="*/ 114690 w 1592754"/>
              <a:gd name="connsiteY2346" fmla="*/ 52005 h 358279"/>
              <a:gd name="connsiteX2347" fmla="*/ 115890 w 1592754"/>
              <a:gd name="connsiteY2347" fmla="*/ 52711 h 358279"/>
              <a:gd name="connsiteX2348" fmla="*/ 116402 w 1592754"/>
              <a:gd name="connsiteY2348" fmla="*/ 53470 h 358279"/>
              <a:gd name="connsiteX2349" fmla="*/ 117302 w 1592754"/>
              <a:gd name="connsiteY2349" fmla="*/ 53735 h 358279"/>
              <a:gd name="connsiteX2350" fmla="*/ 117814 w 1592754"/>
              <a:gd name="connsiteY2350" fmla="*/ 52958 h 358279"/>
              <a:gd name="connsiteX2351" fmla="*/ 118485 w 1592754"/>
              <a:gd name="connsiteY2351" fmla="*/ 52535 h 358279"/>
              <a:gd name="connsiteX2352" fmla="*/ 119085 w 1592754"/>
              <a:gd name="connsiteY2352" fmla="*/ 51740 h 358279"/>
              <a:gd name="connsiteX2353" fmla="*/ 119226 w 1592754"/>
              <a:gd name="connsiteY2353" fmla="*/ 50928 h 358279"/>
              <a:gd name="connsiteX2354" fmla="*/ 119138 w 1592754"/>
              <a:gd name="connsiteY2354" fmla="*/ 49887 h 358279"/>
              <a:gd name="connsiteX2355" fmla="*/ 119244 w 1592754"/>
              <a:gd name="connsiteY2355" fmla="*/ 48934 h 358279"/>
              <a:gd name="connsiteX2356" fmla="*/ 118873 w 1592754"/>
              <a:gd name="connsiteY2356" fmla="*/ 48192 h 358279"/>
              <a:gd name="connsiteX2357" fmla="*/ 118150 w 1592754"/>
              <a:gd name="connsiteY2357" fmla="*/ 47857 h 358279"/>
              <a:gd name="connsiteX2358" fmla="*/ 115978 w 1592754"/>
              <a:gd name="connsiteY2358" fmla="*/ 47468 h 358279"/>
              <a:gd name="connsiteX2359" fmla="*/ 106623 w 1592754"/>
              <a:gd name="connsiteY2359" fmla="*/ 45086 h 358279"/>
              <a:gd name="connsiteX2360" fmla="*/ 106782 w 1592754"/>
              <a:gd name="connsiteY2360" fmla="*/ 45933 h 358279"/>
              <a:gd name="connsiteX2361" fmla="*/ 106429 w 1592754"/>
              <a:gd name="connsiteY2361" fmla="*/ 47081 h 358279"/>
              <a:gd name="connsiteX2362" fmla="*/ 105934 w 1592754"/>
              <a:gd name="connsiteY2362" fmla="*/ 48352 h 358279"/>
              <a:gd name="connsiteX2363" fmla="*/ 105122 w 1592754"/>
              <a:gd name="connsiteY2363" fmla="*/ 49234 h 358279"/>
              <a:gd name="connsiteX2364" fmla="*/ 104240 w 1592754"/>
              <a:gd name="connsiteY2364" fmla="*/ 49023 h 358279"/>
              <a:gd name="connsiteX2365" fmla="*/ 104240 w 1592754"/>
              <a:gd name="connsiteY2365" fmla="*/ 48122 h 358279"/>
              <a:gd name="connsiteX2366" fmla="*/ 105193 w 1592754"/>
              <a:gd name="connsiteY2366" fmla="*/ 46798 h 358279"/>
              <a:gd name="connsiteX2367" fmla="*/ 105493 w 1592754"/>
              <a:gd name="connsiteY2367" fmla="*/ 46181 h 358279"/>
              <a:gd name="connsiteX2368" fmla="*/ 106023 w 1592754"/>
              <a:gd name="connsiteY2368" fmla="*/ 45563 h 358279"/>
              <a:gd name="connsiteX2369" fmla="*/ 106623 w 1592754"/>
              <a:gd name="connsiteY2369" fmla="*/ 45086 h 358279"/>
              <a:gd name="connsiteX2370" fmla="*/ 108141 w 1592754"/>
              <a:gd name="connsiteY2370" fmla="*/ 40195 h 358279"/>
              <a:gd name="connsiteX2371" fmla="*/ 107276 w 1592754"/>
              <a:gd name="connsiteY2371" fmla="*/ 40672 h 358279"/>
              <a:gd name="connsiteX2372" fmla="*/ 106358 w 1592754"/>
              <a:gd name="connsiteY2372" fmla="*/ 40831 h 358279"/>
              <a:gd name="connsiteX2373" fmla="*/ 105952 w 1592754"/>
              <a:gd name="connsiteY2373" fmla="*/ 41290 h 358279"/>
              <a:gd name="connsiteX2374" fmla="*/ 105669 w 1592754"/>
              <a:gd name="connsiteY2374" fmla="*/ 41784 h 358279"/>
              <a:gd name="connsiteX2375" fmla="*/ 105369 w 1592754"/>
              <a:gd name="connsiteY2375" fmla="*/ 42402 h 358279"/>
              <a:gd name="connsiteX2376" fmla="*/ 104734 w 1592754"/>
              <a:gd name="connsiteY2376" fmla="*/ 43249 h 358279"/>
              <a:gd name="connsiteX2377" fmla="*/ 104204 w 1592754"/>
              <a:gd name="connsiteY2377" fmla="*/ 43797 h 358279"/>
              <a:gd name="connsiteX2378" fmla="*/ 103586 w 1592754"/>
              <a:gd name="connsiteY2378" fmla="*/ 44573 h 358279"/>
              <a:gd name="connsiteX2379" fmla="*/ 102668 w 1592754"/>
              <a:gd name="connsiteY2379" fmla="*/ 45527 h 358279"/>
              <a:gd name="connsiteX2380" fmla="*/ 101450 w 1592754"/>
              <a:gd name="connsiteY2380" fmla="*/ 46833 h 358279"/>
              <a:gd name="connsiteX2381" fmla="*/ 100850 w 1592754"/>
              <a:gd name="connsiteY2381" fmla="*/ 46603 h 358279"/>
              <a:gd name="connsiteX2382" fmla="*/ 99914 w 1592754"/>
              <a:gd name="connsiteY2382" fmla="*/ 46603 h 358279"/>
              <a:gd name="connsiteX2383" fmla="*/ 99314 w 1592754"/>
              <a:gd name="connsiteY2383" fmla="*/ 47433 h 358279"/>
              <a:gd name="connsiteX2384" fmla="*/ 99420 w 1592754"/>
              <a:gd name="connsiteY2384" fmla="*/ 49498 h 358279"/>
              <a:gd name="connsiteX2385" fmla="*/ 100338 w 1592754"/>
              <a:gd name="connsiteY2385" fmla="*/ 50858 h 358279"/>
              <a:gd name="connsiteX2386" fmla="*/ 101397 w 1592754"/>
              <a:gd name="connsiteY2386" fmla="*/ 52093 h 358279"/>
              <a:gd name="connsiteX2387" fmla="*/ 102262 w 1592754"/>
              <a:gd name="connsiteY2387" fmla="*/ 53011 h 358279"/>
              <a:gd name="connsiteX2388" fmla="*/ 102792 w 1592754"/>
              <a:gd name="connsiteY2388" fmla="*/ 53700 h 358279"/>
              <a:gd name="connsiteX2389" fmla="*/ 103180 w 1592754"/>
              <a:gd name="connsiteY2389" fmla="*/ 53965 h 358279"/>
              <a:gd name="connsiteX2390" fmla="*/ 103798 w 1592754"/>
              <a:gd name="connsiteY2390" fmla="*/ 54547 h 358279"/>
              <a:gd name="connsiteX2391" fmla="*/ 104310 w 1592754"/>
              <a:gd name="connsiteY2391" fmla="*/ 54653 h 358279"/>
              <a:gd name="connsiteX2392" fmla="*/ 105316 w 1592754"/>
              <a:gd name="connsiteY2392" fmla="*/ 54176 h 358279"/>
              <a:gd name="connsiteX2393" fmla="*/ 105828 w 1592754"/>
              <a:gd name="connsiteY2393" fmla="*/ 53717 h 358279"/>
              <a:gd name="connsiteX2394" fmla="*/ 106711 w 1592754"/>
              <a:gd name="connsiteY2394" fmla="*/ 53470 h 358279"/>
              <a:gd name="connsiteX2395" fmla="*/ 107240 w 1592754"/>
              <a:gd name="connsiteY2395" fmla="*/ 53788 h 358279"/>
              <a:gd name="connsiteX2396" fmla="*/ 107911 w 1592754"/>
              <a:gd name="connsiteY2396" fmla="*/ 55271 h 358279"/>
              <a:gd name="connsiteX2397" fmla="*/ 108529 w 1592754"/>
              <a:gd name="connsiteY2397" fmla="*/ 56312 h 358279"/>
              <a:gd name="connsiteX2398" fmla="*/ 108970 w 1592754"/>
              <a:gd name="connsiteY2398" fmla="*/ 57071 h 358279"/>
              <a:gd name="connsiteX2399" fmla="*/ 108670 w 1592754"/>
              <a:gd name="connsiteY2399" fmla="*/ 58678 h 358279"/>
              <a:gd name="connsiteX2400" fmla="*/ 107276 w 1592754"/>
              <a:gd name="connsiteY2400" fmla="*/ 58978 h 358279"/>
              <a:gd name="connsiteX2401" fmla="*/ 106693 w 1592754"/>
              <a:gd name="connsiteY2401" fmla="*/ 59772 h 358279"/>
              <a:gd name="connsiteX2402" fmla="*/ 108670 w 1592754"/>
              <a:gd name="connsiteY2402" fmla="*/ 60284 h 358279"/>
              <a:gd name="connsiteX2403" fmla="*/ 109588 w 1592754"/>
              <a:gd name="connsiteY2403" fmla="*/ 60849 h 358279"/>
              <a:gd name="connsiteX2404" fmla="*/ 110629 w 1592754"/>
              <a:gd name="connsiteY2404" fmla="*/ 60743 h 358279"/>
              <a:gd name="connsiteX2405" fmla="*/ 111336 w 1592754"/>
              <a:gd name="connsiteY2405" fmla="*/ 60831 h 358279"/>
              <a:gd name="connsiteX2406" fmla="*/ 112095 w 1592754"/>
              <a:gd name="connsiteY2406" fmla="*/ 60743 h 358279"/>
              <a:gd name="connsiteX2407" fmla="*/ 112642 w 1592754"/>
              <a:gd name="connsiteY2407" fmla="*/ 60743 h 358279"/>
              <a:gd name="connsiteX2408" fmla="*/ 113242 w 1592754"/>
              <a:gd name="connsiteY2408" fmla="*/ 59772 h 358279"/>
              <a:gd name="connsiteX2409" fmla="*/ 113613 w 1592754"/>
              <a:gd name="connsiteY2409" fmla="*/ 58289 h 358279"/>
              <a:gd name="connsiteX2410" fmla="*/ 113701 w 1592754"/>
              <a:gd name="connsiteY2410" fmla="*/ 56524 h 358279"/>
              <a:gd name="connsiteX2411" fmla="*/ 110930 w 1592754"/>
              <a:gd name="connsiteY2411" fmla="*/ 51917 h 358279"/>
              <a:gd name="connsiteX2412" fmla="*/ 110153 w 1592754"/>
              <a:gd name="connsiteY2412" fmla="*/ 50981 h 358279"/>
              <a:gd name="connsiteX2413" fmla="*/ 110312 w 1592754"/>
              <a:gd name="connsiteY2413" fmla="*/ 50116 h 358279"/>
              <a:gd name="connsiteX2414" fmla="*/ 110806 w 1592754"/>
              <a:gd name="connsiteY2414" fmla="*/ 49728 h 358279"/>
              <a:gd name="connsiteX2415" fmla="*/ 110965 w 1592754"/>
              <a:gd name="connsiteY2415" fmla="*/ 48386 h 358279"/>
              <a:gd name="connsiteX2416" fmla="*/ 110965 w 1592754"/>
              <a:gd name="connsiteY2416" fmla="*/ 44573 h 358279"/>
              <a:gd name="connsiteX2417" fmla="*/ 110965 w 1592754"/>
              <a:gd name="connsiteY2417" fmla="*/ 43444 h 358279"/>
              <a:gd name="connsiteX2418" fmla="*/ 111353 w 1592754"/>
              <a:gd name="connsiteY2418" fmla="*/ 41767 h 358279"/>
              <a:gd name="connsiteX2419" fmla="*/ 110859 w 1592754"/>
              <a:gd name="connsiteY2419" fmla="*/ 41008 h 358279"/>
              <a:gd name="connsiteX2420" fmla="*/ 109906 w 1592754"/>
              <a:gd name="connsiteY2420" fmla="*/ 40195 h 358279"/>
              <a:gd name="connsiteX2421" fmla="*/ 108141 w 1592754"/>
              <a:gd name="connsiteY2421" fmla="*/ 40195 h 358279"/>
              <a:gd name="connsiteX2422" fmla="*/ 259248 w 1592754"/>
              <a:gd name="connsiteY2422" fmla="*/ 37848 h 358279"/>
              <a:gd name="connsiteX2423" fmla="*/ 258665 w 1592754"/>
              <a:gd name="connsiteY2423" fmla="*/ 38042 h 358279"/>
              <a:gd name="connsiteX2424" fmla="*/ 258065 w 1592754"/>
              <a:gd name="connsiteY2424" fmla="*/ 39225 h 358279"/>
              <a:gd name="connsiteX2425" fmla="*/ 257165 w 1592754"/>
              <a:gd name="connsiteY2425" fmla="*/ 40460 h 358279"/>
              <a:gd name="connsiteX2426" fmla="*/ 255523 w 1592754"/>
              <a:gd name="connsiteY2426" fmla="*/ 42226 h 358279"/>
              <a:gd name="connsiteX2427" fmla="*/ 252822 w 1592754"/>
              <a:gd name="connsiteY2427" fmla="*/ 41714 h 358279"/>
              <a:gd name="connsiteX2428" fmla="*/ 251463 w 1592754"/>
              <a:gd name="connsiteY2428" fmla="*/ 40884 h 358279"/>
              <a:gd name="connsiteX2429" fmla="*/ 250686 w 1592754"/>
              <a:gd name="connsiteY2429" fmla="*/ 40884 h 358279"/>
              <a:gd name="connsiteX2430" fmla="*/ 249874 w 1592754"/>
              <a:gd name="connsiteY2430" fmla="*/ 40743 h 358279"/>
              <a:gd name="connsiteX2431" fmla="*/ 249044 w 1592754"/>
              <a:gd name="connsiteY2431" fmla="*/ 40990 h 358279"/>
              <a:gd name="connsiteX2432" fmla="*/ 248250 w 1592754"/>
              <a:gd name="connsiteY2432" fmla="*/ 41678 h 358279"/>
              <a:gd name="connsiteX2433" fmla="*/ 248550 w 1592754"/>
              <a:gd name="connsiteY2433" fmla="*/ 43708 h 358279"/>
              <a:gd name="connsiteX2434" fmla="*/ 249256 w 1592754"/>
              <a:gd name="connsiteY2434" fmla="*/ 44715 h 358279"/>
              <a:gd name="connsiteX2435" fmla="*/ 249874 w 1592754"/>
              <a:gd name="connsiteY2435" fmla="*/ 45068 h 358279"/>
              <a:gd name="connsiteX2436" fmla="*/ 250616 w 1592754"/>
              <a:gd name="connsiteY2436" fmla="*/ 45262 h 358279"/>
              <a:gd name="connsiteX2437" fmla="*/ 251110 w 1592754"/>
              <a:gd name="connsiteY2437" fmla="*/ 45544 h 358279"/>
              <a:gd name="connsiteX2438" fmla="*/ 251763 w 1592754"/>
              <a:gd name="connsiteY2438" fmla="*/ 45880 h 358279"/>
              <a:gd name="connsiteX2439" fmla="*/ 250986 w 1592754"/>
              <a:gd name="connsiteY2439" fmla="*/ 46621 h 358279"/>
              <a:gd name="connsiteX2440" fmla="*/ 248532 w 1592754"/>
              <a:gd name="connsiteY2440" fmla="*/ 48069 h 358279"/>
              <a:gd name="connsiteX2441" fmla="*/ 243625 w 1592754"/>
              <a:gd name="connsiteY2441" fmla="*/ 49269 h 358279"/>
              <a:gd name="connsiteX2442" fmla="*/ 243025 w 1592754"/>
              <a:gd name="connsiteY2442" fmla="*/ 49269 h 358279"/>
              <a:gd name="connsiteX2443" fmla="*/ 242054 w 1592754"/>
              <a:gd name="connsiteY2443" fmla="*/ 49393 h 358279"/>
              <a:gd name="connsiteX2444" fmla="*/ 240748 w 1592754"/>
              <a:gd name="connsiteY2444" fmla="*/ 49393 h 358279"/>
              <a:gd name="connsiteX2445" fmla="*/ 240748 w 1592754"/>
              <a:gd name="connsiteY2445" fmla="*/ 49322 h 358279"/>
              <a:gd name="connsiteX2446" fmla="*/ 239883 w 1592754"/>
              <a:gd name="connsiteY2446" fmla="*/ 49534 h 358279"/>
              <a:gd name="connsiteX2447" fmla="*/ 240412 w 1592754"/>
              <a:gd name="connsiteY2447" fmla="*/ 50152 h 358279"/>
              <a:gd name="connsiteX2448" fmla="*/ 240412 w 1592754"/>
              <a:gd name="connsiteY2448" fmla="*/ 51175 h 358279"/>
              <a:gd name="connsiteX2449" fmla="*/ 240659 w 1592754"/>
              <a:gd name="connsiteY2449" fmla="*/ 51917 h 358279"/>
              <a:gd name="connsiteX2450" fmla="*/ 241524 w 1592754"/>
              <a:gd name="connsiteY2450" fmla="*/ 52217 h 358279"/>
              <a:gd name="connsiteX2451" fmla="*/ 243113 w 1592754"/>
              <a:gd name="connsiteY2451" fmla="*/ 52676 h 358279"/>
              <a:gd name="connsiteX2452" fmla="*/ 245108 w 1592754"/>
              <a:gd name="connsiteY2452" fmla="*/ 52676 h 358279"/>
              <a:gd name="connsiteX2453" fmla="*/ 247879 w 1592754"/>
              <a:gd name="connsiteY2453" fmla="*/ 52676 h 358279"/>
              <a:gd name="connsiteX2454" fmla="*/ 251004 w 1592754"/>
              <a:gd name="connsiteY2454" fmla="*/ 51899 h 358279"/>
              <a:gd name="connsiteX2455" fmla="*/ 253581 w 1592754"/>
              <a:gd name="connsiteY2455" fmla="*/ 50593 h 358279"/>
              <a:gd name="connsiteX2456" fmla="*/ 254570 w 1592754"/>
              <a:gd name="connsiteY2456" fmla="*/ 53488 h 358279"/>
              <a:gd name="connsiteX2457" fmla="*/ 254923 w 1592754"/>
              <a:gd name="connsiteY2457" fmla="*/ 55006 h 358279"/>
              <a:gd name="connsiteX2458" fmla="*/ 255293 w 1592754"/>
              <a:gd name="connsiteY2458" fmla="*/ 57672 h 358279"/>
              <a:gd name="connsiteX2459" fmla="*/ 255293 w 1592754"/>
              <a:gd name="connsiteY2459" fmla="*/ 60637 h 358279"/>
              <a:gd name="connsiteX2460" fmla="*/ 255788 w 1592754"/>
              <a:gd name="connsiteY2460" fmla="*/ 61696 h 358279"/>
              <a:gd name="connsiteX2461" fmla="*/ 257129 w 1592754"/>
              <a:gd name="connsiteY2461" fmla="*/ 62738 h 358279"/>
              <a:gd name="connsiteX2462" fmla="*/ 257959 w 1592754"/>
              <a:gd name="connsiteY2462" fmla="*/ 63444 h 358279"/>
              <a:gd name="connsiteX2463" fmla="*/ 259036 w 1592754"/>
              <a:gd name="connsiteY2463" fmla="*/ 64044 h 358279"/>
              <a:gd name="connsiteX2464" fmla="*/ 260024 w 1592754"/>
              <a:gd name="connsiteY2464" fmla="*/ 64697 h 358279"/>
              <a:gd name="connsiteX2465" fmla="*/ 260536 w 1592754"/>
              <a:gd name="connsiteY2465" fmla="*/ 64874 h 358279"/>
              <a:gd name="connsiteX2466" fmla="*/ 261207 w 1592754"/>
              <a:gd name="connsiteY2466" fmla="*/ 64750 h 358279"/>
              <a:gd name="connsiteX2467" fmla="*/ 262655 w 1592754"/>
              <a:gd name="connsiteY2467" fmla="*/ 64750 h 358279"/>
              <a:gd name="connsiteX2468" fmla="*/ 263167 w 1592754"/>
              <a:gd name="connsiteY2468" fmla="*/ 64080 h 358279"/>
              <a:gd name="connsiteX2469" fmla="*/ 263679 w 1592754"/>
              <a:gd name="connsiteY2469" fmla="*/ 63691 h 358279"/>
              <a:gd name="connsiteX2470" fmla="*/ 263184 w 1592754"/>
              <a:gd name="connsiteY2470" fmla="*/ 63003 h 358279"/>
              <a:gd name="connsiteX2471" fmla="*/ 261666 w 1592754"/>
              <a:gd name="connsiteY2471" fmla="*/ 61237 h 358279"/>
              <a:gd name="connsiteX2472" fmla="*/ 261137 w 1592754"/>
              <a:gd name="connsiteY2472" fmla="*/ 60196 h 358279"/>
              <a:gd name="connsiteX2473" fmla="*/ 260272 w 1592754"/>
              <a:gd name="connsiteY2473" fmla="*/ 59101 h 358279"/>
              <a:gd name="connsiteX2474" fmla="*/ 259089 w 1592754"/>
              <a:gd name="connsiteY2474" fmla="*/ 56630 h 358279"/>
              <a:gd name="connsiteX2475" fmla="*/ 258418 w 1592754"/>
              <a:gd name="connsiteY2475" fmla="*/ 53382 h 358279"/>
              <a:gd name="connsiteX2476" fmla="*/ 257359 w 1592754"/>
              <a:gd name="connsiteY2476" fmla="*/ 49251 h 358279"/>
              <a:gd name="connsiteX2477" fmla="*/ 257888 w 1592754"/>
              <a:gd name="connsiteY2477" fmla="*/ 47945 h 358279"/>
              <a:gd name="connsiteX2478" fmla="*/ 258824 w 1592754"/>
              <a:gd name="connsiteY2478" fmla="*/ 47486 h 358279"/>
              <a:gd name="connsiteX2479" fmla="*/ 260731 w 1592754"/>
              <a:gd name="connsiteY2479" fmla="*/ 47786 h 358279"/>
              <a:gd name="connsiteX2480" fmla="*/ 261825 w 1592754"/>
              <a:gd name="connsiteY2480" fmla="*/ 48245 h 358279"/>
              <a:gd name="connsiteX2481" fmla="*/ 263078 w 1592754"/>
              <a:gd name="connsiteY2481" fmla="*/ 48510 h 358279"/>
              <a:gd name="connsiteX2482" fmla="*/ 264985 w 1592754"/>
              <a:gd name="connsiteY2482" fmla="*/ 48739 h 358279"/>
              <a:gd name="connsiteX2483" fmla="*/ 265920 w 1592754"/>
              <a:gd name="connsiteY2483" fmla="*/ 48633 h 358279"/>
              <a:gd name="connsiteX2484" fmla="*/ 266468 w 1592754"/>
              <a:gd name="connsiteY2484" fmla="*/ 48404 h 358279"/>
              <a:gd name="connsiteX2485" fmla="*/ 266468 w 1592754"/>
              <a:gd name="connsiteY2485" fmla="*/ 46356 h 358279"/>
              <a:gd name="connsiteX2486" fmla="*/ 265497 w 1592754"/>
              <a:gd name="connsiteY2486" fmla="*/ 45297 h 358279"/>
              <a:gd name="connsiteX2487" fmla="*/ 264120 w 1592754"/>
              <a:gd name="connsiteY2487" fmla="*/ 44503 h 358279"/>
              <a:gd name="connsiteX2488" fmla="*/ 262849 w 1592754"/>
              <a:gd name="connsiteY2488" fmla="*/ 44609 h 358279"/>
              <a:gd name="connsiteX2489" fmla="*/ 261931 w 1592754"/>
              <a:gd name="connsiteY2489" fmla="*/ 44432 h 358279"/>
              <a:gd name="connsiteX2490" fmla="*/ 261119 w 1592754"/>
              <a:gd name="connsiteY2490" fmla="*/ 44344 h 358279"/>
              <a:gd name="connsiteX2491" fmla="*/ 260519 w 1592754"/>
              <a:gd name="connsiteY2491" fmla="*/ 44185 h 358279"/>
              <a:gd name="connsiteX2492" fmla="*/ 260978 w 1592754"/>
              <a:gd name="connsiteY2492" fmla="*/ 43444 h 358279"/>
              <a:gd name="connsiteX2493" fmla="*/ 262249 w 1592754"/>
              <a:gd name="connsiteY2493" fmla="*/ 42455 h 358279"/>
              <a:gd name="connsiteX2494" fmla="*/ 262513 w 1592754"/>
              <a:gd name="connsiteY2494" fmla="*/ 41678 h 358279"/>
              <a:gd name="connsiteX2495" fmla="*/ 262690 w 1592754"/>
              <a:gd name="connsiteY2495" fmla="*/ 40831 h 358279"/>
              <a:gd name="connsiteX2496" fmla="*/ 262160 w 1592754"/>
              <a:gd name="connsiteY2496" fmla="*/ 39401 h 358279"/>
              <a:gd name="connsiteX2497" fmla="*/ 260907 w 1592754"/>
              <a:gd name="connsiteY2497" fmla="*/ 38607 h 358279"/>
              <a:gd name="connsiteX2498" fmla="*/ 260095 w 1592754"/>
              <a:gd name="connsiteY2498" fmla="*/ 38430 h 358279"/>
              <a:gd name="connsiteX2499" fmla="*/ 259248 w 1592754"/>
              <a:gd name="connsiteY2499" fmla="*/ 37848 h 358279"/>
              <a:gd name="connsiteX2500" fmla="*/ 143728 w 1592754"/>
              <a:gd name="connsiteY2500" fmla="*/ 35112 h 358279"/>
              <a:gd name="connsiteX2501" fmla="*/ 143781 w 1592754"/>
              <a:gd name="connsiteY2501" fmla="*/ 35182 h 358279"/>
              <a:gd name="connsiteX2502" fmla="*/ 143740 w 1592754"/>
              <a:gd name="connsiteY2502" fmla="*/ 35135 h 358279"/>
              <a:gd name="connsiteX2503" fmla="*/ 101609 w 1592754"/>
              <a:gd name="connsiteY2503" fmla="*/ 31758 h 358279"/>
              <a:gd name="connsiteX2504" fmla="*/ 100709 w 1592754"/>
              <a:gd name="connsiteY2504" fmla="*/ 31987 h 358279"/>
              <a:gd name="connsiteX2505" fmla="*/ 100073 w 1592754"/>
              <a:gd name="connsiteY2505" fmla="*/ 31987 h 358279"/>
              <a:gd name="connsiteX2506" fmla="*/ 99244 w 1592754"/>
              <a:gd name="connsiteY2506" fmla="*/ 32481 h 358279"/>
              <a:gd name="connsiteX2507" fmla="*/ 98555 w 1592754"/>
              <a:gd name="connsiteY2507" fmla="*/ 32817 h 358279"/>
              <a:gd name="connsiteX2508" fmla="*/ 98131 w 1592754"/>
              <a:gd name="connsiteY2508" fmla="*/ 33346 h 358279"/>
              <a:gd name="connsiteX2509" fmla="*/ 97602 w 1592754"/>
              <a:gd name="connsiteY2509" fmla="*/ 33735 h 358279"/>
              <a:gd name="connsiteX2510" fmla="*/ 97178 w 1592754"/>
              <a:gd name="connsiteY2510" fmla="*/ 34317 h 358279"/>
              <a:gd name="connsiteX2511" fmla="*/ 96296 w 1592754"/>
              <a:gd name="connsiteY2511" fmla="*/ 35059 h 358279"/>
              <a:gd name="connsiteX2512" fmla="*/ 96419 w 1592754"/>
              <a:gd name="connsiteY2512" fmla="*/ 35729 h 358279"/>
              <a:gd name="connsiteX2513" fmla="*/ 98043 w 1592754"/>
              <a:gd name="connsiteY2513" fmla="*/ 36947 h 358279"/>
              <a:gd name="connsiteX2514" fmla="*/ 98220 w 1592754"/>
              <a:gd name="connsiteY2514" fmla="*/ 37706 h 358279"/>
              <a:gd name="connsiteX2515" fmla="*/ 98343 w 1592754"/>
              <a:gd name="connsiteY2515" fmla="*/ 38342 h 358279"/>
              <a:gd name="connsiteX2516" fmla="*/ 98537 w 1592754"/>
              <a:gd name="connsiteY2516" fmla="*/ 38960 h 358279"/>
              <a:gd name="connsiteX2517" fmla="*/ 99279 w 1592754"/>
              <a:gd name="connsiteY2517" fmla="*/ 38960 h 358279"/>
              <a:gd name="connsiteX2518" fmla="*/ 99932 w 1592754"/>
              <a:gd name="connsiteY2518" fmla="*/ 38819 h 358279"/>
              <a:gd name="connsiteX2519" fmla="*/ 100320 w 1592754"/>
              <a:gd name="connsiteY2519" fmla="*/ 39278 h 358279"/>
              <a:gd name="connsiteX2520" fmla="*/ 99826 w 1592754"/>
              <a:gd name="connsiteY2520" fmla="*/ 40195 h 358279"/>
              <a:gd name="connsiteX2521" fmla="*/ 98290 w 1592754"/>
              <a:gd name="connsiteY2521" fmla="*/ 41961 h 358279"/>
              <a:gd name="connsiteX2522" fmla="*/ 97372 w 1592754"/>
              <a:gd name="connsiteY2522" fmla="*/ 42702 h 358279"/>
              <a:gd name="connsiteX2523" fmla="*/ 95272 w 1592754"/>
              <a:gd name="connsiteY2523" fmla="*/ 44626 h 358279"/>
              <a:gd name="connsiteX2524" fmla="*/ 94477 w 1592754"/>
              <a:gd name="connsiteY2524" fmla="*/ 45562 h 358279"/>
              <a:gd name="connsiteX2525" fmla="*/ 93859 w 1592754"/>
              <a:gd name="connsiteY2525" fmla="*/ 45562 h 358279"/>
              <a:gd name="connsiteX2526" fmla="*/ 93859 w 1592754"/>
              <a:gd name="connsiteY2526" fmla="*/ 45491 h 358279"/>
              <a:gd name="connsiteX2527" fmla="*/ 92571 w 1592754"/>
              <a:gd name="connsiteY2527" fmla="*/ 47468 h 358279"/>
              <a:gd name="connsiteX2528" fmla="*/ 92765 w 1592754"/>
              <a:gd name="connsiteY2528" fmla="*/ 48157 h 358279"/>
              <a:gd name="connsiteX2529" fmla="*/ 93277 w 1592754"/>
              <a:gd name="connsiteY2529" fmla="*/ 48916 h 358279"/>
              <a:gd name="connsiteX2530" fmla="*/ 94054 w 1592754"/>
              <a:gd name="connsiteY2530" fmla="*/ 49693 h 358279"/>
              <a:gd name="connsiteX2531" fmla="*/ 94972 w 1592754"/>
              <a:gd name="connsiteY2531" fmla="*/ 49234 h 358279"/>
              <a:gd name="connsiteX2532" fmla="*/ 95642 w 1592754"/>
              <a:gd name="connsiteY2532" fmla="*/ 49234 h 358279"/>
              <a:gd name="connsiteX2533" fmla="*/ 96031 w 1592754"/>
              <a:gd name="connsiteY2533" fmla="*/ 48545 h 358279"/>
              <a:gd name="connsiteX2534" fmla="*/ 96578 w 1592754"/>
              <a:gd name="connsiteY2534" fmla="*/ 47910 h 358279"/>
              <a:gd name="connsiteX2535" fmla="*/ 97249 w 1592754"/>
              <a:gd name="connsiteY2535" fmla="*/ 47221 h 358279"/>
              <a:gd name="connsiteX2536" fmla="*/ 97725 w 1592754"/>
              <a:gd name="connsiteY2536" fmla="*/ 46904 h 358279"/>
              <a:gd name="connsiteX2537" fmla="*/ 98343 w 1592754"/>
              <a:gd name="connsiteY2537" fmla="*/ 46497 h 358279"/>
              <a:gd name="connsiteX2538" fmla="*/ 98943 w 1592754"/>
              <a:gd name="connsiteY2538" fmla="*/ 45880 h 358279"/>
              <a:gd name="connsiteX2539" fmla="*/ 99544 w 1592754"/>
              <a:gd name="connsiteY2539" fmla="*/ 45385 h 358279"/>
              <a:gd name="connsiteX2540" fmla="*/ 100214 w 1592754"/>
              <a:gd name="connsiteY2540" fmla="*/ 44732 h 358279"/>
              <a:gd name="connsiteX2541" fmla="*/ 100921 w 1592754"/>
              <a:gd name="connsiteY2541" fmla="*/ 44008 h 358279"/>
              <a:gd name="connsiteX2542" fmla="*/ 101644 w 1592754"/>
              <a:gd name="connsiteY2542" fmla="*/ 43267 h 358279"/>
              <a:gd name="connsiteX2543" fmla="*/ 104257 w 1592754"/>
              <a:gd name="connsiteY2543" fmla="*/ 40637 h 358279"/>
              <a:gd name="connsiteX2544" fmla="*/ 105245 w 1592754"/>
              <a:gd name="connsiteY2544" fmla="*/ 39295 h 358279"/>
              <a:gd name="connsiteX2545" fmla="*/ 106181 w 1592754"/>
              <a:gd name="connsiteY2545" fmla="*/ 38783 h 358279"/>
              <a:gd name="connsiteX2546" fmla="*/ 106922 w 1592754"/>
              <a:gd name="connsiteY2546" fmla="*/ 37883 h 358279"/>
              <a:gd name="connsiteX2547" fmla="*/ 107699 w 1592754"/>
              <a:gd name="connsiteY2547" fmla="*/ 37036 h 358279"/>
              <a:gd name="connsiteX2548" fmla="*/ 108652 w 1592754"/>
              <a:gd name="connsiteY2548" fmla="*/ 36294 h 358279"/>
              <a:gd name="connsiteX2549" fmla="*/ 109888 w 1592754"/>
              <a:gd name="connsiteY2549" fmla="*/ 35412 h 358279"/>
              <a:gd name="connsiteX2550" fmla="*/ 110806 w 1592754"/>
              <a:gd name="connsiteY2550" fmla="*/ 35182 h 358279"/>
              <a:gd name="connsiteX2551" fmla="*/ 111495 w 1592754"/>
              <a:gd name="connsiteY2551" fmla="*/ 33117 h 358279"/>
              <a:gd name="connsiteX2552" fmla="*/ 111053 w 1592754"/>
              <a:gd name="connsiteY2552" fmla="*/ 32287 h 358279"/>
              <a:gd name="connsiteX2553" fmla="*/ 110471 w 1592754"/>
              <a:gd name="connsiteY2553" fmla="*/ 32111 h 358279"/>
              <a:gd name="connsiteX2554" fmla="*/ 109253 w 1592754"/>
              <a:gd name="connsiteY2554" fmla="*/ 31899 h 358279"/>
              <a:gd name="connsiteX2555" fmla="*/ 108476 w 1592754"/>
              <a:gd name="connsiteY2555" fmla="*/ 32075 h 358279"/>
              <a:gd name="connsiteX2556" fmla="*/ 107664 w 1592754"/>
              <a:gd name="connsiteY2556" fmla="*/ 32199 h 358279"/>
              <a:gd name="connsiteX2557" fmla="*/ 106393 w 1592754"/>
              <a:gd name="connsiteY2557" fmla="*/ 33417 h 358279"/>
              <a:gd name="connsiteX2558" fmla="*/ 104169 w 1592754"/>
              <a:gd name="connsiteY2558" fmla="*/ 35571 h 358279"/>
              <a:gd name="connsiteX2559" fmla="*/ 103763 w 1592754"/>
              <a:gd name="connsiteY2559" fmla="*/ 35217 h 358279"/>
              <a:gd name="connsiteX2560" fmla="*/ 103763 w 1592754"/>
              <a:gd name="connsiteY2560" fmla="*/ 33452 h 358279"/>
              <a:gd name="connsiteX2561" fmla="*/ 102386 w 1592754"/>
              <a:gd name="connsiteY2561" fmla="*/ 32499 h 358279"/>
              <a:gd name="connsiteX2562" fmla="*/ 101609 w 1592754"/>
              <a:gd name="connsiteY2562" fmla="*/ 31758 h 358279"/>
              <a:gd name="connsiteX2563" fmla="*/ 157471 w 1592754"/>
              <a:gd name="connsiteY2563" fmla="*/ 26771 h 358279"/>
              <a:gd name="connsiteX2564" fmla="*/ 157763 w 1592754"/>
              <a:gd name="connsiteY2564" fmla="*/ 27080 h 358279"/>
              <a:gd name="connsiteX2565" fmla="*/ 157268 w 1592754"/>
              <a:gd name="connsiteY2565" fmla="*/ 28334 h 358279"/>
              <a:gd name="connsiteX2566" fmla="*/ 156227 w 1592754"/>
              <a:gd name="connsiteY2566" fmla="*/ 28334 h 358279"/>
              <a:gd name="connsiteX2567" fmla="*/ 156068 w 1592754"/>
              <a:gd name="connsiteY2567" fmla="*/ 27769 h 358279"/>
              <a:gd name="connsiteX2568" fmla="*/ 156262 w 1592754"/>
              <a:gd name="connsiteY2568" fmla="*/ 27133 h 358279"/>
              <a:gd name="connsiteX2569" fmla="*/ 157392 w 1592754"/>
              <a:gd name="connsiteY2569" fmla="*/ 26780 h 358279"/>
              <a:gd name="connsiteX2570" fmla="*/ 157471 w 1592754"/>
              <a:gd name="connsiteY2570" fmla="*/ 26771 h 358279"/>
              <a:gd name="connsiteX2571" fmla="*/ 160694 w 1592754"/>
              <a:gd name="connsiteY2571" fmla="*/ 25297 h 358279"/>
              <a:gd name="connsiteX2572" fmla="*/ 161294 w 1592754"/>
              <a:gd name="connsiteY2572" fmla="*/ 25420 h 358279"/>
              <a:gd name="connsiteX2573" fmla="*/ 161382 w 1592754"/>
              <a:gd name="connsiteY2573" fmla="*/ 26179 h 358279"/>
              <a:gd name="connsiteX2574" fmla="*/ 160464 w 1592754"/>
              <a:gd name="connsiteY2574" fmla="*/ 27080 h 358279"/>
              <a:gd name="connsiteX2575" fmla="*/ 159828 w 1592754"/>
              <a:gd name="connsiteY2575" fmla="*/ 26638 h 358279"/>
              <a:gd name="connsiteX2576" fmla="*/ 159828 w 1592754"/>
              <a:gd name="connsiteY2576" fmla="*/ 25720 h 358279"/>
              <a:gd name="connsiteX2577" fmla="*/ 160694 w 1592754"/>
              <a:gd name="connsiteY2577" fmla="*/ 25297 h 358279"/>
              <a:gd name="connsiteX2578" fmla="*/ 156509 w 1592754"/>
              <a:gd name="connsiteY2578" fmla="*/ 22967 h 358279"/>
              <a:gd name="connsiteX2579" fmla="*/ 157374 w 1592754"/>
              <a:gd name="connsiteY2579" fmla="*/ 23709 h 358279"/>
              <a:gd name="connsiteX2580" fmla="*/ 156368 w 1592754"/>
              <a:gd name="connsiteY2580" fmla="*/ 24962 h 358279"/>
              <a:gd name="connsiteX2581" fmla="*/ 155909 w 1592754"/>
              <a:gd name="connsiteY2581" fmla="*/ 24768 h 358279"/>
              <a:gd name="connsiteX2582" fmla="*/ 155662 w 1592754"/>
              <a:gd name="connsiteY2582" fmla="*/ 23797 h 358279"/>
              <a:gd name="connsiteX2583" fmla="*/ 156509 w 1592754"/>
              <a:gd name="connsiteY2583" fmla="*/ 22967 h 358279"/>
              <a:gd name="connsiteX2584" fmla="*/ 206113 w 1592754"/>
              <a:gd name="connsiteY2584" fmla="*/ 22243 h 358279"/>
              <a:gd name="connsiteX2585" fmla="*/ 204948 w 1592754"/>
              <a:gd name="connsiteY2585" fmla="*/ 22825 h 358279"/>
              <a:gd name="connsiteX2586" fmla="*/ 204771 w 1592754"/>
              <a:gd name="connsiteY2586" fmla="*/ 23937 h 358279"/>
              <a:gd name="connsiteX2587" fmla="*/ 204771 w 1592754"/>
              <a:gd name="connsiteY2587" fmla="*/ 25120 h 358279"/>
              <a:gd name="connsiteX2588" fmla="*/ 205195 w 1592754"/>
              <a:gd name="connsiteY2588" fmla="*/ 26709 h 358279"/>
              <a:gd name="connsiteX2589" fmla="*/ 205283 w 1592754"/>
              <a:gd name="connsiteY2589" fmla="*/ 27980 h 358279"/>
              <a:gd name="connsiteX2590" fmla="*/ 206590 w 1592754"/>
              <a:gd name="connsiteY2590" fmla="*/ 28209 h 358279"/>
              <a:gd name="connsiteX2591" fmla="*/ 207631 w 1592754"/>
              <a:gd name="connsiteY2591" fmla="*/ 28209 h 358279"/>
              <a:gd name="connsiteX2592" fmla="*/ 207631 w 1592754"/>
              <a:gd name="connsiteY2592" fmla="*/ 29180 h 358279"/>
              <a:gd name="connsiteX2593" fmla="*/ 207137 w 1592754"/>
              <a:gd name="connsiteY2593" fmla="*/ 30292 h 358279"/>
              <a:gd name="connsiteX2594" fmla="*/ 204260 w 1592754"/>
              <a:gd name="connsiteY2594" fmla="*/ 33258 h 358279"/>
              <a:gd name="connsiteX2595" fmla="*/ 201400 w 1592754"/>
              <a:gd name="connsiteY2595" fmla="*/ 33682 h 358279"/>
              <a:gd name="connsiteX2596" fmla="*/ 200411 w 1592754"/>
              <a:gd name="connsiteY2596" fmla="*/ 33682 h 358279"/>
              <a:gd name="connsiteX2597" fmla="*/ 197816 w 1592754"/>
              <a:gd name="connsiteY2597" fmla="*/ 33982 h 358279"/>
              <a:gd name="connsiteX2598" fmla="*/ 196704 w 1592754"/>
              <a:gd name="connsiteY2598" fmla="*/ 33593 h 358279"/>
              <a:gd name="connsiteX2599" fmla="*/ 194515 w 1592754"/>
              <a:gd name="connsiteY2599" fmla="*/ 34176 h 358279"/>
              <a:gd name="connsiteX2600" fmla="*/ 194321 w 1592754"/>
              <a:gd name="connsiteY2600" fmla="*/ 35412 h 358279"/>
              <a:gd name="connsiteX2601" fmla="*/ 194321 w 1592754"/>
              <a:gd name="connsiteY2601" fmla="*/ 35341 h 358279"/>
              <a:gd name="connsiteX2602" fmla="*/ 193968 w 1592754"/>
              <a:gd name="connsiteY2602" fmla="*/ 36435 h 358279"/>
              <a:gd name="connsiteX2603" fmla="*/ 195327 w 1592754"/>
              <a:gd name="connsiteY2603" fmla="*/ 38554 h 358279"/>
              <a:gd name="connsiteX2604" fmla="*/ 200394 w 1592754"/>
              <a:gd name="connsiteY2604" fmla="*/ 37954 h 358279"/>
              <a:gd name="connsiteX2605" fmla="*/ 204383 w 1592754"/>
              <a:gd name="connsiteY2605" fmla="*/ 38112 h 358279"/>
              <a:gd name="connsiteX2606" fmla="*/ 206519 w 1592754"/>
              <a:gd name="connsiteY2606" fmla="*/ 38695 h 358279"/>
              <a:gd name="connsiteX2607" fmla="*/ 208461 w 1592754"/>
              <a:gd name="connsiteY2607" fmla="*/ 38889 h 358279"/>
              <a:gd name="connsiteX2608" fmla="*/ 210456 w 1592754"/>
              <a:gd name="connsiteY2608" fmla="*/ 39225 h 358279"/>
              <a:gd name="connsiteX2609" fmla="*/ 212380 w 1592754"/>
              <a:gd name="connsiteY2609" fmla="*/ 39701 h 358279"/>
              <a:gd name="connsiteX2610" fmla="*/ 214445 w 1592754"/>
              <a:gd name="connsiteY2610" fmla="*/ 40407 h 358279"/>
              <a:gd name="connsiteX2611" fmla="*/ 215751 w 1592754"/>
              <a:gd name="connsiteY2611" fmla="*/ 40619 h 358279"/>
              <a:gd name="connsiteX2612" fmla="*/ 216952 w 1592754"/>
              <a:gd name="connsiteY2612" fmla="*/ 41149 h 358279"/>
              <a:gd name="connsiteX2613" fmla="*/ 218117 w 1592754"/>
              <a:gd name="connsiteY2613" fmla="*/ 41361 h 358279"/>
              <a:gd name="connsiteX2614" fmla="*/ 218858 w 1592754"/>
              <a:gd name="connsiteY2614" fmla="*/ 40902 h 358279"/>
              <a:gd name="connsiteX2615" fmla="*/ 219335 w 1592754"/>
              <a:gd name="connsiteY2615" fmla="*/ 40284 h 358279"/>
              <a:gd name="connsiteX2616" fmla="*/ 219335 w 1592754"/>
              <a:gd name="connsiteY2616" fmla="*/ 39825 h 358279"/>
              <a:gd name="connsiteX2617" fmla="*/ 219335 w 1592754"/>
              <a:gd name="connsiteY2617" fmla="*/ 39507 h 358279"/>
              <a:gd name="connsiteX2618" fmla="*/ 219335 w 1592754"/>
              <a:gd name="connsiteY2618" fmla="*/ 38677 h 358279"/>
              <a:gd name="connsiteX2619" fmla="*/ 218382 w 1592754"/>
              <a:gd name="connsiteY2619" fmla="*/ 37424 h 358279"/>
              <a:gd name="connsiteX2620" fmla="*/ 217605 w 1592754"/>
              <a:gd name="connsiteY2620" fmla="*/ 36700 h 358279"/>
              <a:gd name="connsiteX2621" fmla="*/ 216740 w 1592754"/>
              <a:gd name="connsiteY2621" fmla="*/ 36224 h 358279"/>
              <a:gd name="connsiteX2622" fmla="*/ 215875 w 1592754"/>
              <a:gd name="connsiteY2622" fmla="*/ 36100 h 358279"/>
              <a:gd name="connsiteX2623" fmla="*/ 214904 w 1592754"/>
              <a:gd name="connsiteY2623" fmla="*/ 36224 h 358279"/>
              <a:gd name="connsiteX2624" fmla="*/ 211479 w 1592754"/>
              <a:gd name="connsiteY2624" fmla="*/ 35465 h 358279"/>
              <a:gd name="connsiteX2625" fmla="*/ 211850 w 1592754"/>
              <a:gd name="connsiteY2625" fmla="*/ 33540 h 358279"/>
              <a:gd name="connsiteX2626" fmla="*/ 212168 w 1592754"/>
              <a:gd name="connsiteY2626" fmla="*/ 32852 h 358279"/>
              <a:gd name="connsiteX2627" fmla="*/ 212521 w 1592754"/>
              <a:gd name="connsiteY2627" fmla="*/ 32216 h 358279"/>
              <a:gd name="connsiteX2628" fmla="*/ 212945 w 1592754"/>
              <a:gd name="connsiteY2628" fmla="*/ 31616 h 358279"/>
              <a:gd name="connsiteX2629" fmla="*/ 213404 w 1592754"/>
              <a:gd name="connsiteY2629" fmla="*/ 30998 h 358279"/>
              <a:gd name="connsiteX2630" fmla="*/ 213404 w 1592754"/>
              <a:gd name="connsiteY2630" fmla="*/ 29339 h 358279"/>
              <a:gd name="connsiteX2631" fmla="*/ 215575 w 1592754"/>
              <a:gd name="connsiteY2631" fmla="*/ 28509 h 358279"/>
              <a:gd name="connsiteX2632" fmla="*/ 216652 w 1592754"/>
              <a:gd name="connsiteY2632" fmla="*/ 28121 h 358279"/>
              <a:gd name="connsiteX2633" fmla="*/ 218099 w 1592754"/>
              <a:gd name="connsiteY2633" fmla="*/ 27397 h 358279"/>
              <a:gd name="connsiteX2634" fmla="*/ 219970 w 1592754"/>
              <a:gd name="connsiteY2634" fmla="*/ 26373 h 358279"/>
              <a:gd name="connsiteX2635" fmla="*/ 219759 w 1592754"/>
              <a:gd name="connsiteY2635" fmla="*/ 25667 h 358279"/>
              <a:gd name="connsiteX2636" fmla="*/ 219759 w 1592754"/>
              <a:gd name="connsiteY2636" fmla="*/ 24696 h 358279"/>
              <a:gd name="connsiteX2637" fmla="*/ 219053 w 1592754"/>
              <a:gd name="connsiteY2637" fmla="*/ 23531 h 358279"/>
              <a:gd name="connsiteX2638" fmla="*/ 218488 w 1592754"/>
              <a:gd name="connsiteY2638" fmla="*/ 23002 h 358279"/>
              <a:gd name="connsiteX2639" fmla="*/ 217693 w 1592754"/>
              <a:gd name="connsiteY2639" fmla="*/ 23002 h 358279"/>
              <a:gd name="connsiteX2640" fmla="*/ 216793 w 1592754"/>
              <a:gd name="connsiteY2640" fmla="*/ 22896 h 358279"/>
              <a:gd name="connsiteX2641" fmla="*/ 213368 w 1592754"/>
              <a:gd name="connsiteY2641" fmla="*/ 23425 h 358279"/>
              <a:gd name="connsiteX2642" fmla="*/ 212821 w 1592754"/>
              <a:gd name="connsiteY2642" fmla="*/ 23425 h 358279"/>
              <a:gd name="connsiteX2643" fmla="*/ 212044 w 1592754"/>
              <a:gd name="connsiteY2643" fmla="*/ 23425 h 358279"/>
              <a:gd name="connsiteX2644" fmla="*/ 207737 w 1592754"/>
              <a:gd name="connsiteY2644" fmla="*/ 23090 h 358279"/>
              <a:gd name="connsiteX2645" fmla="*/ 206113 w 1592754"/>
              <a:gd name="connsiteY2645" fmla="*/ 22243 h 358279"/>
              <a:gd name="connsiteX2646" fmla="*/ 150189 w 1592754"/>
              <a:gd name="connsiteY2646" fmla="*/ 21025 h 358279"/>
              <a:gd name="connsiteX2647" fmla="*/ 148795 w 1592754"/>
              <a:gd name="connsiteY2647" fmla="*/ 21325 h 358279"/>
              <a:gd name="connsiteX2648" fmla="*/ 144170 w 1592754"/>
              <a:gd name="connsiteY2648" fmla="*/ 24396 h 358279"/>
              <a:gd name="connsiteX2649" fmla="*/ 143040 w 1592754"/>
              <a:gd name="connsiteY2649" fmla="*/ 24679 h 358279"/>
              <a:gd name="connsiteX2650" fmla="*/ 142246 w 1592754"/>
              <a:gd name="connsiteY2650" fmla="*/ 25332 h 358279"/>
              <a:gd name="connsiteX2651" fmla="*/ 141928 w 1592754"/>
              <a:gd name="connsiteY2651" fmla="*/ 26020 h 358279"/>
              <a:gd name="connsiteX2652" fmla="*/ 141433 w 1592754"/>
              <a:gd name="connsiteY2652" fmla="*/ 26426 h 358279"/>
              <a:gd name="connsiteX2653" fmla="*/ 141875 w 1592754"/>
              <a:gd name="connsiteY2653" fmla="*/ 27574 h 358279"/>
              <a:gd name="connsiteX2654" fmla="*/ 142440 w 1592754"/>
              <a:gd name="connsiteY2654" fmla="*/ 27839 h 358279"/>
              <a:gd name="connsiteX2655" fmla="*/ 143164 w 1592754"/>
              <a:gd name="connsiteY2655" fmla="*/ 28439 h 358279"/>
              <a:gd name="connsiteX2656" fmla="*/ 144205 w 1592754"/>
              <a:gd name="connsiteY2656" fmla="*/ 28668 h 358279"/>
              <a:gd name="connsiteX2657" fmla="*/ 145158 w 1592754"/>
              <a:gd name="connsiteY2657" fmla="*/ 29339 h 358279"/>
              <a:gd name="connsiteX2658" fmla="*/ 145158 w 1592754"/>
              <a:gd name="connsiteY2658" fmla="*/ 31104 h 358279"/>
              <a:gd name="connsiteX2659" fmla="*/ 144205 w 1592754"/>
              <a:gd name="connsiteY2659" fmla="*/ 32146 h 358279"/>
              <a:gd name="connsiteX2660" fmla="*/ 143411 w 1592754"/>
              <a:gd name="connsiteY2660" fmla="*/ 32146 h 358279"/>
              <a:gd name="connsiteX2661" fmla="*/ 142440 w 1592754"/>
              <a:gd name="connsiteY2661" fmla="*/ 33487 h 358279"/>
              <a:gd name="connsiteX2662" fmla="*/ 143322 w 1592754"/>
              <a:gd name="connsiteY2662" fmla="*/ 34653 h 358279"/>
              <a:gd name="connsiteX2663" fmla="*/ 143740 w 1592754"/>
              <a:gd name="connsiteY2663" fmla="*/ 35135 h 358279"/>
              <a:gd name="connsiteX2664" fmla="*/ 144046 w 1592754"/>
              <a:gd name="connsiteY2664" fmla="*/ 35712 h 358279"/>
              <a:gd name="connsiteX2665" fmla="*/ 144046 w 1592754"/>
              <a:gd name="connsiteY2665" fmla="*/ 36577 h 358279"/>
              <a:gd name="connsiteX2666" fmla="*/ 144046 w 1592754"/>
              <a:gd name="connsiteY2666" fmla="*/ 37248 h 358279"/>
              <a:gd name="connsiteX2667" fmla="*/ 143499 w 1592754"/>
              <a:gd name="connsiteY2667" fmla="*/ 38024 h 358279"/>
              <a:gd name="connsiteX2668" fmla="*/ 142687 w 1592754"/>
              <a:gd name="connsiteY2668" fmla="*/ 38819 h 358279"/>
              <a:gd name="connsiteX2669" fmla="*/ 141292 w 1592754"/>
              <a:gd name="connsiteY2669" fmla="*/ 40584 h 358279"/>
              <a:gd name="connsiteX2670" fmla="*/ 141804 w 1592754"/>
              <a:gd name="connsiteY2670" fmla="*/ 42173 h 358279"/>
              <a:gd name="connsiteX2671" fmla="*/ 142563 w 1592754"/>
              <a:gd name="connsiteY2671" fmla="*/ 42967 h 358279"/>
              <a:gd name="connsiteX2672" fmla="*/ 143111 w 1592754"/>
              <a:gd name="connsiteY2672" fmla="*/ 43797 h 358279"/>
              <a:gd name="connsiteX2673" fmla="*/ 144170 w 1592754"/>
              <a:gd name="connsiteY2673" fmla="*/ 43938 h 358279"/>
              <a:gd name="connsiteX2674" fmla="*/ 144893 w 1592754"/>
              <a:gd name="connsiteY2674" fmla="*/ 43814 h 358279"/>
              <a:gd name="connsiteX2675" fmla="*/ 146465 w 1592754"/>
              <a:gd name="connsiteY2675" fmla="*/ 42049 h 358279"/>
              <a:gd name="connsiteX2676" fmla="*/ 149889 w 1592754"/>
              <a:gd name="connsiteY2676" fmla="*/ 39684 h 358279"/>
              <a:gd name="connsiteX2677" fmla="*/ 151760 w 1592754"/>
              <a:gd name="connsiteY2677" fmla="*/ 36665 h 358279"/>
              <a:gd name="connsiteX2678" fmla="*/ 151390 w 1592754"/>
              <a:gd name="connsiteY2678" fmla="*/ 35818 h 358279"/>
              <a:gd name="connsiteX2679" fmla="*/ 150525 w 1592754"/>
              <a:gd name="connsiteY2679" fmla="*/ 35412 h 358279"/>
              <a:gd name="connsiteX2680" fmla="*/ 149642 w 1592754"/>
              <a:gd name="connsiteY2680" fmla="*/ 35535 h 358279"/>
              <a:gd name="connsiteX2681" fmla="*/ 149395 w 1592754"/>
              <a:gd name="connsiteY2681" fmla="*/ 34653 h 358279"/>
              <a:gd name="connsiteX2682" fmla="*/ 151443 w 1592754"/>
              <a:gd name="connsiteY2682" fmla="*/ 32075 h 358279"/>
              <a:gd name="connsiteX2683" fmla="*/ 151549 w 1592754"/>
              <a:gd name="connsiteY2683" fmla="*/ 31581 h 358279"/>
              <a:gd name="connsiteX2684" fmla="*/ 150895 w 1592754"/>
              <a:gd name="connsiteY2684" fmla="*/ 30487 h 358279"/>
              <a:gd name="connsiteX2685" fmla="*/ 150525 w 1592754"/>
              <a:gd name="connsiteY2685" fmla="*/ 29780 h 358279"/>
              <a:gd name="connsiteX2686" fmla="*/ 149730 w 1592754"/>
              <a:gd name="connsiteY2686" fmla="*/ 29922 h 358279"/>
              <a:gd name="connsiteX2687" fmla="*/ 149501 w 1592754"/>
              <a:gd name="connsiteY2687" fmla="*/ 28880 h 358279"/>
              <a:gd name="connsiteX2688" fmla="*/ 149413 w 1592754"/>
              <a:gd name="connsiteY2688" fmla="*/ 27344 h 358279"/>
              <a:gd name="connsiteX2689" fmla="*/ 150454 w 1592754"/>
              <a:gd name="connsiteY2689" fmla="*/ 25809 h 358279"/>
              <a:gd name="connsiteX2690" fmla="*/ 151054 w 1592754"/>
              <a:gd name="connsiteY2690" fmla="*/ 24732 h 358279"/>
              <a:gd name="connsiteX2691" fmla="*/ 151266 w 1592754"/>
              <a:gd name="connsiteY2691" fmla="*/ 23320 h 358279"/>
              <a:gd name="connsiteX2692" fmla="*/ 151266 w 1592754"/>
              <a:gd name="connsiteY2692" fmla="*/ 22084 h 358279"/>
              <a:gd name="connsiteX2693" fmla="*/ 150189 w 1592754"/>
              <a:gd name="connsiteY2693" fmla="*/ 21025 h 358279"/>
              <a:gd name="connsiteX2694" fmla="*/ 161928 w 1592754"/>
              <a:gd name="connsiteY2694" fmla="*/ 20742 h 358279"/>
              <a:gd name="connsiteX2695" fmla="*/ 162140 w 1592754"/>
              <a:gd name="connsiteY2695" fmla="*/ 21607 h 358279"/>
              <a:gd name="connsiteX2696" fmla="*/ 161469 w 1592754"/>
              <a:gd name="connsiteY2696" fmla="*/ 22896 h 358279"/>
              <a:gd name="connsiteX2697" fmla="*/ 160234 w 1592754"/>
              <a:gd name="connsiteY2697" fmla="*/ 23002 h 358279"/>
              <a:gd name="connsiteX2698" fmla="*/ 159757 w 1592754"/>
              <a:gd name="connsiteY2698" fmla="*/ 21960 h 358279"/>
              <a:gd name="connsiteX2699" fmla="*/ 161928 w 1592754"/>
              <a:gd name="connsiteY2699" fmla="*/ 20742 h 358279"/>
              <a:gd name="connsiteX2700" fmla="*/ 162829 w 1592754"/>
              <a:gd name="connsiteY2700" fmla="*/ 17229 h 358279"/>
              <a:gd name="connsiteX2701" fmla="*/ 158539 w 1592754"/>
              <a:gd name="connsiteY2701" fmla="*/ 19312 h 358279"/>
              <a:gd name="connsiteX2702" fmla="*/ 157074 w 1592754"/>
              <a:gd name="connsiteY2702" fmla="*/ 19665 h 358279"/>
              <a:gd name="connsiteX2703" fmla="*/ 155308 w 1592754"/>
              <a:gd name="connsiteY2703" fmla="*/ 20707 h 358279"/>
              <a:gd name="connsiteX2704" fmla="*/ 154249 w 1592754"/>
              <a:gd name="connsiteY2704" fmla="*/ 21219 h 358279"/>
              <a:gd name="connsiteX2705" fmla="*/ 153420 w 1592754"/>
              <a:gd name="connsiteY2705" fmla="*/ 21431 h 358279"/>
              <a:gd name="connsiteX2706" fmla="*/ 152449 w 1592754"/>
              <a:gd name="connsiteY2706" fmla="*/ 21007 h 358279"/>
              <a:gd name="connsiteX2707" fmla="*/ 151955 w 1592754"/>
              <a:gd name="connsiteY2707" fmla="*/ 22525 h 358279"/>
              <a:gd name="connsiteX2708" fmla="*/ 151955 w 1592754"/>
              <a:gd name="connsiteY2708" fmla="*/ 23990 h 358279"/>
              <a:gd name="connsiteX2709" fmla="*/ 151902 w 1592754"/>
              <a:gd name="connsiteY2709" fmla="*/ 23920 h 358279"/>
              <a:gd name="connsiteX2710" fmla="*/ 151955 w 1592754"/>
              <a:gd name="connsiteY2710" fmla="*/ 24891 h 358279"/>
              <a:gd name="connsiteX2711" fmla="*/ 152431 w 1592754"/>
              <a:gd name="connsiteY2711" fmla="*/ 25932 h 358279"/>
              <a:gd name="connsiteX2712" fmla="*/ 153049 w 1592754"/>
              <a:gd name="connsiteY2712" fmla="*/ 28439 h 358279"/>
              <a:gd name="connsiteX2713" fmla="*/ 152731 w 1592754"/>
              <a:gd name="connsiteY2713" fmla="*/ 30081 h 358279"/>
              <a:gd name="connsiteX2714" fmla="*/ 153155 w 1592754"/>
              <a:gd name="connsiteY2714" fmla="*/ 31087 h 358279"/>
              <a:gd name="connsiteX2715" fmla="*/ 153790 w 1592754"/>
              <a:gd name="connsiteY2715" fmla="*/ 31952 h 358279"/>
              <a:gd name="connsiteX2716" fmla="*/ 154090 w 1592754"/>
              <a:gd name="connsiteY2716" fmla="*/ 32570 h 358279"/>
              <a:gd name="connsiteX2717" fmla="*/ 154426 w 1592754"/>
              <a:gd name="connsiteY2717" fmla="*/ 32958 h 358279"/>
              <a:gd name="connsiteX2718" fmla="*/ 155008 w 1592754"/>
              <a:gd name="connsiteY2718" fmla="*/ 32958 h 358279"/>
              <a:gd name="connsiteX2719" fmla="*/ 155679 w 1592754"/>
              <a:gd name="connsiteY2719" fmla="*/ 32711 h 358279"/>
              <a:gd name="connsiteX2720" fmla="*/ 156403 w 1592754"/>
              <a:gd name="connsiteY2720" fmla="*/ 32375 h 358279"/>
              <a:gd name="connsiteX2721" fmla="*/ 157003 w 1592754"/>
              <a:gd name="connsiteY2721" fmla="*/ 32375 h 358279"/>
              <a:gd name="connsiteX2722" fmla="*/ 157003 w 1592754"/>
              <a:gd name="connsiteY2722" fmla="*/ 33364 h 358279"/>
              <a:gd name="connsiteX2723" fmla="*/ 156615 w 1592754"/>
              <a:gd name="connsiteY2723" fmla="*/ 33805 h 358279"/>
              <a:gd name="connsiteX2724" fmla="*/ 156156 w 1592754"/>
              <a:gd name="connsiteY2724" fmla="*/ 33893 h 358279"/>
              <a:gd name="connsiteX2725" fmla="*/ 155662 w 1592754"/>
              <a:gd name="connsiteY2725" fmla="*/ 34052 h 358279"/>
              <a:gd name="connsiteX2726" fmla="*/ 155185 w 1592754"/>
              <a:gd name="connsiteY2726" fmla="*/ 33964 h 358279"/>
              <a:gd name="connsiteX2727" fmla="*/ 154814 w 1592754"/>
              <a:gd name="connsiteY2727" fmla="*/ 34635 h 358279"/>
              <a:gd name="connsiteX2728" fmla="*/ 154814 w 1592754"/>
              <a:gd name="connsiteY2728" fmla="*/ 35465 h 358279"/>
              <a:gd name="connsiteX2729" fmla="*/ 154814 w 1592754"/>
              <a:gd name="connsiteY2729" fmla="*/ 36153 h 358279"/>
              <a:gd name="connsiteX2730" fmla="*/ 155556 w 1592754"/>
              <a:gd name="connsiteY2730" fmla="*/ 36400 h 358279"/>
              <a:gd name="connsiteX2731" fmla="*/ 156385 w 1592754"/>
              <a:gd name="connsiteY2731" fmla="*/ 36400 h 358279"/>
              <a:gd name="connsiteX2732" fmla="*/ 156791 w 1592754"/>
              <a:gd name="connsiteY2732" fmla="*/ 36930 h 358279"/>
              <a:gd name="connsiteX2733" fmla="*/ 154903 w 1592754"/>
              <a:gd name="connsiteY2733" fmla="*/ 38095 h 358279"/>
              <a:gd name="connsiteX2734" fmla="*/ 153402 w 1592754"/>
              <a:gd name="connsiteY2734" fmla="*/ 38854 h 358279"/>
              <a:gd name="connsiteX2735" fmla="*/ 152820 w 1592754"/>
              <a:gd name="connsiteY2735" fmla="*/ 38677 h 358279"/>
              <a:gd name="connsiteX2736" fmla="*/ 152431 w 1592754"/>
              <a:gd name="connsiteY2736" fmla="*/ 39083 h 358279"/>
              <a:gd name="connsiteX2737" fmla="*/ 152166 w 1592754"/>
              <a:gd name="connsiteY2737" fmla="*/ 39966 h 358279"/>
              <a:gd name="connsiteX2738" fmla="*/ 152166 w 1592754"/>
              <a:gd name="connsiteY2738" fmla="*/ 40690 h 358279"/>
              <a:gd name="connsiteX2739" fmla="*/ 152643 w 1592754"/>
              <a:gd name="connsiteY2739" fmla="*/ 42208 h 358279"/>
              <a:gd name="connsiteX2740" fmla="*/ 153896 w 1592754"/>
              <a:gd name="connsiteY2740" fmla="*/ 42649 h 358279"/>
              <a:gd name="connsiteX2741" fmla="*/ 155662 w 1592754"/>
              <a:gd name="connsiteY2741" fmla="*/ 41837 h 358279"/>
              <a:gd name="connsiteX2742" fmla="*/ 157427 w 1592754"/>
              <a:gd name="connsiteY2742" fmla="*/ 41396 h 358279"/>
              <a:gd name="connsiteX2743" fmla="*/ 159192 w 1592754"/>
              <a:gd name="connsiteY2743" fmla="*/ 40813 h 358279"/>
              <a:gd name="connsiteX2744" fmla="*/ 160587 w 1592754"/>
              <a:gd name="connsiteY2744" fmla="*/ 40372 h 358279"/>
              <a:gd name="connsiteX2745" fmla="*/ 161840 w 1592754"/>
              <a:gd name="connsiteY2745" fmla="*/ 40072 h 358279"/>
              <a:gd name="connsiteX2746" fmla="*/ 163305 w 1592754"/>
              <a:gd name="connsiteY2746" fmla="*/ 39948 h 358279"/>
              <a:gd name="connsiteX2747" fmla="*/ 165953 w 1592754"/>
              <a:gd name="connsiteY2747" fmla="*/ 39472 h 358279"/>
              <a:gd name="connsiteX2748" fmla="*/ 167630 w 1592754"/>
              <a:gd name="connsiteY2748" fmla="*/ 39472 h 358279"/>
              <a:gd name="connsiteX2749" fmla="*/ 169042 w 1592754"/>
              <a:gd name="connsiteY2749" fmla="*/ 36665 h 358279"/>
              <a:gd name="connsiteX2750" fmla="*/ 167842 w 1592754"/>
              <a:gd name="connsiteY2750" fmla="*/ 35217 h 358279"/>
              <a:gd name="connsiteX2751" fmla="*/ 166642 w 1592754"/>
              <a:gd name="connsiteY2751" fmla="*/ 35412 h 358279"/>
              <a:gd name="connsiteX2752" fmla="*/ 165282 w 1592754"/>
              <a:gd name="connsiteY2752" fmla="*/ 35888 h 358279"/>
              <a:gd name="connsiteX2753" fmla="*/ 164153 w 1592754"/>
              <a:gd name="connsiteY2753" fmla="*/ 35994 h 358279"/>
              <a:gd name="connsiteX2754" fmla="*/ 162705 w 1592754"/>
              <a:gd name="connsiteY2754" fmla="*/ 36488 h 358279"/>
              <a:gd name="connsiteX2755" fmla="*/ 162105 w 1592754"/>
              <a:gd name="connsiteY2755" fmla="*/ 36135 h 358279"/>
              <a:gd name="connsiteX2756" fmla="*/ 162352 w 1592754"/>
              <a:gd name="connsiteY2756" fmla="*/ 35429 h 358279"/>
              <a:gd name="connsiteX2757" fmla="*/ 163429 w 1592754"/>
              <a:gd name="connsiteY2757" fmla="*/ 34864 h 358279"/>
              <a:gd name="connsiteX2758" fmla="*/ 164294 w 1592754"/>
              <a:gd name="connsiteY2758" fmla="*/ 34035 h 358279"/>
              <a:gd name="connsiteX2759" fmla="*/ 164400 w 1592754"/>
              <a:gd name="connsiteY2759" fmla="*/ 33452 h 358279"/>
              <a:gd name="connsiteX2760" fmla="*/ 163923 w 1592754"/>
              <a:gd name="connsiteY2760" fmla="*/ 32111 h 358279"/>
              <a:gd name="connsiteX2761" fmla="*/ 163411 w 1592754"/>
              <a:gd name="connsiteY2761" fmla="*/ 31687 h 358279"/>
              <a:gd name="connsiteX2762" fmla="*/ 162281 w 1592754"/>
              <a:gd name="connsiteY2762" fmla="*/ 31493 h 358279"/>
              <a:gd name="connsiteX2763" fmla="*/ 161558 w 1592754"/>
              <a:gd name="connsiteY2763" fmla="*/ 31969 h 358279"/>
              <a:gd name="connsiteX2764" fmla="*/ 160604 w 1592754"/>
              <a:gd name="connsiteY2764" fmla="*/ 32269 h 358279"/>
              <a:gd name="connsiteX2765" fmla="*/ 160463 w 1592754"/>
              <a:gd name="connsiteY2765" fmla="*/ 31281 h 358279"/>
              <a:gd name="connsiteX2766" fmla="*/ 161681 w 1592754"/>
              <a:gd name="connsiteY2766" fmla="*/ 30716 h 358279"/>
              <a:gd name="connsiteX2767" fmla="*/ 162511 w 1592754"/>
              <a:gd name="connsiteY2767" fmla="*/ 30310 h 358279"/>
              <a:gd name="connsiteX2768" fmla="*/ 163341 w 1592754"/>
              <a:gd name="connsiteY2768" fmla="*/ 30169 h 358279"/>
              <a:gd name="connsiteX2769" fmla="*/ 163905 w 1592754"/>
              <a:gd name="connsiteY2769" fmla="*/ 29410 h 358279"/>
              <a:gd name="connsiteX2770" fmla="*/ 165335 w 1592754"/>
              <a:gd name="connsiteY2770" fmla="*/ 24908 h 358279"/>
              <a:gd name="connsiteX2771" fmla="*/ 166094 w 1592754"/>
              <a:gd name="connsiteY2771" fmla="*/ 23743 h 358279"/>
              <a:gd name="connsiteX2772" fmla="*/ 166800 w 1592754"/>
              <a:gd name="connsiteY2772" fmla="*/ 21837 h 358279"/>
              <a:gd name="connsiteX2773" fmla="*/ 166906 w 1592754"/>
              <a:gd name="connsiteY2773" fmla="*/ 20689 h 358279"/>
              <a:gd name="connsiteX2774" fmla="*/ 167312 w 1592754"/>
              <a:gd name="connsiteY2774" fmla="*/ 19418 h 358279"/>
              <a:gd name="connsiteX2775" fmla="*/ 166412 w 1592754"/>
              <a:gd name="connsiteY2775" fmla="*/ 18112 h 358279"/>
              <a:gd name="connsiteX2776" fmla="*/ 165953 w 1592754"/>
              <a:gd name="connsiteY2776" fmla="*/ 17335 h 358279"/>
              <a:gd name="connsiteX2777" fmla="*/ 163923 w 1592754"/>
              <a:gd name="connsiteY2777" fmla="*/ 17477 h 358279"/>
              <a:gd name="connsiteX2778" fmla="*/ 162829 w 1592754"/>
              <a:gd name="connsiteY2778" fmla="*/ 17229 h 358279"/>
              <a:gd name="connsiteX2779" fmla="*/ 179140 w 1592754"/>
              <a:gd name="connsiteY2779" fmla="*/ 6355 h 358279"/>
              <a:gd name="connsiteX2780" fmla="*/ 351854 w 1592754"/>
              <a:gd name="connsiteY2780" fmla="*/ 179140 h 358279"/>
              <a:gd name="connsiteX2781" fmla="*/ 351854 w 1592754"/>
              <a:gd name="connsiteY2781" fmla="*/ 179210 h 358279"/>
              <a:gd name="connsiteX2782" fmla="*/ 178999 w 1592754"/>
              <a:gd name="connsiteY2782" fmla="*/ 351924 h 358279"/>
              <a:gd name="connsiteX2783" fmla="*/ 6284 w 1592754"/>
              <a:gd name="connsiteY2783" fmla="*/ 179069 h 358279"/>
              <a:gd name="connsiteX2784" fmla="*/ 179140 w 1592754"/>
              <a:gd name="connsiteY2784" fmla="*/ 6355 h 358279"/>
              <a:gd name="connsiteX2785" fmla="*/ 179140 w 1592754"/>
              <a:gd name="connsiteY2785" fmla="*/ 4007 h 358279"/>
              <a:gd name="connsiteX2786" fmla="*/ 4008 w 1592754"/>
              <a:gd name="connsiteY2786" fmla="*/ 179140 h 358279"/>
              <a:gd name="connsiteX2787" fmla="*/ 179140 w 1592754"/>
              <a:gd name="connsiteY2787" fmla="*/ 354272 h 358279"/>
              <a:gd name="connsiteX2788" fmla="*/ 354273 w 1592754"/>
              <a:gd name="connsiteY2788" fmla="*/ 179140 h 358279"/>
              <a:gd name="connsiteX2789" fmla="*/ 179140 w 1592754"/>
              <a:gd name="connsiteY2789" fmla="*/ 4007 h 358279"/>
              <a:gd name="connsiteX2790" fmla="*/ 179140 w 1592754"/>
              <a:gd name="connsiteY2790" fmla="*/ 0 h 358279"/>
              <a:gd name="connsiteX2791" fmla="*/ 358280 w 1592754"/>
              <a:gd name="connsiteY2791" fmla="*/ 179140 h 358279"/>
              <a:gd name="connsiteX2792" fmla="*/ 179140 w 1592754"/>
              <a:gd name="connsiteY2792" fmla="*/ 358279 h 358279"/>
              <a:gd name="connsiteX2793" fmla="*/ 0 w 1592754"/>
              <a:gd name="connsiteY2793" fmla="*/ 179140 h 358279"/>
              <a:gd name="connsiteX2794" fmla="*/ 179140 w 1592754"/>
              <a:gd name="connsiteY2794" fmla="*/ 0 h 358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</a:cxnLst>
            <a:rect l="l" t="t" r="r" b="b"/>
            <a:pathLst>
              <a:path w="1592754" h="358279">
                <a:moveTo>
                  <a:pt x="209574" y="323627"/>
                </a:moveTo>
                <a:cubicBezTo>
                  <a:pt x="210657" y="324801"/>
                  <a:pt x="211353" y="326280"/>
                  <a:pt x="211568" y="327864"/>
                </a:cubicBezTo>
                <a:cubicBezTo>
                  <a:pt x="211951" y="329375"/>
                  <a:pt x="211852" y="330967"/>
                  <a:pt x="211286" y="332418"/>
                </a:cubicBezTo>
                <a:cubicBezTo>
                  <a:pt x="211123" y="332752"/>
                  <a:pt x="210915" y="333062"/>
                  <a:pt x="210668" y="333339"/>
                </a:cubicBezTo>
                <a:cubicBezTo>
                  <a:pt x="209185" y="334995"/>
                  <a:pt x="206640" y="335136"/>
                  <a:pt x="204984" y="333654"/>
                </a:cubicBezTo>
                <a:cubicBezTo>
                  <a:pt x="203914" y="332513"/>
                  <a:pt x="203224" y="331071"/>
                  <a:pt x="203007" y="329523"/>
                </a:cubicBezTo>
                <a:cubicBezTo>
                  <a:pt x="202617" y="327971"/>
                  <a:pt x="202715" y="326338"/>
                  <a:pt x="203289" y="324845"/>
                </a:cubicBezTo>
                <a:cubicBezTo>
                  <a:pt x="203466" y="324467"/>
                  <a:pt x="203700" y="324119"/>
                  <a:pt x="203985" y="323816"/>
                </a:cubicBezTo>
                <a:cubicBezTo>
                  <a:pt x="205476" y="322220"/>
                  <a:pt x="207978" y="322135"/>
                  <a:pt x="209574" y="323627"/>
                </a:cubicBezTo>
                <a:close/>
                <a:moveTo>
                  <a:pt x="185565" y="322479"/>
                </a:moveTo>
                <a:lnTo>
                  <a:pt x="173756" y="322691"/>
                </a:lnTo>
                <a:lnTo>
                  <a:pt x="174073" y="340132"/>
                </a:lnTo>
                <a:lnTo>
                  <a:pt x="185936" y="339902"/>
                </a:lnTo>
                <a:lnTo>
                  <a:pt x="185936" y="338349"/>
                </a:lnTo>
                <a:lnTo>
                  <a:pt x="185936" y="336813"/>
                </a:lnTo>
                <a:lnTo>
                  <a:pt x="177110" y="336972"/>
                </a:lnTo>
                <a:lnTo>
                  <a:pt x="177110" y="332435"/>
                </a:lnTo>
                <a:lnTo>
                  <a:pt x="184947" y="332294"/>
                </a:lnTo>
                <a:lnTo>
                  <a:pt x="184947" y="330794"/>
                </a:lnTo>
                <a:lnTo>
                  <a:pt x="184947" y="329293"/>
                </a:lnTo>
                <a:lnTo>
                  <a:pt x="177110" y="329434"/>
                </a:lnTo>
                <a:lnTo>
                  <a:pt x="177110" y="325727"/>
                </a:lnTo>
                <a:lnTo>
                  <a:pt x="185565" y="325586"/>
                </a:lnTo>
                <a:lnTo>
                  <a:pt x="185565" y="324033"/>
                </a:lnTo>
                <a:close/>
                <a:moveTo>
                  <a:pt x="156615" y="321138"/>
                </a:moveTo>
                <a:lnTo>
                  <a:pt x="156421" y="322673"/>
                </a:lnTo>
                <a:lnTo>
                  <a:pt x="156244" y="324209"/>
                </a:lnTo>
                <a:lnTo>
                  <a:pt x="161046" y="324792"/>
                </a:lnTo>
                <a:lnTo>
                  <a:pt x="159280" y="339020"/>
                </a:lnTo>
                <a:lnTo>
                  <a:pt x="161046" y="339232"/>
                </a:lnTo>
                <a:lnTo>
                  <a:pt x="162687" y="339426"/>
                </a:lnTo>
                <a:lnTo>
                  <a:pt x="164453" y="325198"/>
                </a:lnTo>
                <a:lnTo>
                  <a:pt x="169272" y="325798"/>
                </a:lnTo>
                <a:lnTo>
                  <a:pt x="169448" y="324244"/>
                </a:lnTo>
                <a:lnTo>
                  <a:pt x="169554" y="322726"/>
                </a:lnTo>
                <a:close/>
                <a:moveTo>
                  <a:pt x="210943" y="320587"/>
                </a:moveTo>
                <a:cubicBezTo>
                  <a:pt x="207356" y="318435"/>
                  <a:pt x="202704" y="319598"/>
                  <a:pt x="200552" y="323185"/>
                </a:cubicBezTo>
                <a:cubicBezTo>
                  <a:pt x="199476" y="325376"/>
                  <a:pt x="199207" y="327877"/>
                  <a:pt x="199793" y="330246"/>
                </a:cubicBezTo>
                <a:cubicBezTo>
                  <a:pt x="200127" y="332621"/>
                  <a:pt x="201306" y="334795"/>
                  <a:pt x="203112" y="336372"/>
                </a:cubicBezTo>
                <a:cubicBezTo>
                  <a:pt x="203276" y="336492"/>
                  <a:pt x="203446" y="336607"/>
                  <a:pt x="203619" y="336714"/>
                </a:cubicBezTo>
                <a:cubicBezTo>
                  <a:pt x="207220" y="338937"/>
                  <a:pt x="211940" y="337819"/>
                  <a:pt x="214163" y="334218"/>
                </a:cubicBezTo>
                <a:cubicBezTo>
                  <a:pt x="215248" y="332080"/>
                  <a:pt x="215518" y="329621"/>
                  <a:pt x="214922" y="327298"/>
                </a:cubicBezTo>
                <a:cubicBezTo>
                  <a:pt x="214599" y="324880"/>
                  <a:pt x="213421" y="322657"/>
                  <a:pt x="211603" y="321032"/>
                </a:cubicBezTo>
                <a:cubicBezTo>
                  <a:pt x="211391" y="320871"/>
                  <a:pt x="211171" y="320723"/>
                  <a:pt x="210943" y="320587"/>
                </a:cubicBezTo>
                <a:close/>
                <a:moveTo>
                  <a:pt x="656263" y="318769"/>
                </a:moveTo>
                <a:lnTo>
                  <a:pt x="656623" y="318929"/>
                </a:lnTo>
                <a:lnTo>
                  <a:pt x="656193" y="318806"/>
                </a:lnTo>
                <a:close/>
                <a:moveTo>
                  <a:pt x="140304" y="317395"/>
                </a:moveTo>
                <a:lnTo>
                  <a:pt x="137673" y="327987"/>
                </a:lnTo>
                <a:cubicBezTo>
                  <a:pt x="137075" y="329803"/>
                  <a:pt x="137169" y="331779"/>
                  <a:pt x="137938" y="333530"/>
                </a:cubicBezTo>
                <a:cubicBezTo>
                  <a:pt x="138906" y="335057"/>
                  <a:pt x="140480" y="336096"/>
                  <a:pt x="142263" y="336390"/>
                </a:cubicBezTo>
                <a:cubicBezTo>
                  <a:pt x="143979" y="336993"/>
                  <a:pt x="145870" y="336845"/>
                  <a:pt x="147471" y="335983"/>
                </a:cubicBezTo>
                <a:cubicBezTo>
                  <a:pt x="148962" y="334755"/>
                  <a:pt x="149949" y="333021"/>
                  <a:pt x="150242" y="331111"/>
                </a:cubicBezTo>
                <a:lnTo>
                  <a:pt x="152802" y="320520"/>
                </a:lnTo>
                <a:lnTo>
                  <a:pt x="151178" y="320114"/>
                </a:lnTo>
                <a:lnTo>
                  <a:pt x="149554" y="319725"/>
                </a:lnTo>
                <a:lnTo>
                  <a:pt x="146888" y="330317"/>
                </a:lnTo>
                <a:cubicBezTo>
                  <a:pt x="146733" y="331327"/>
                  <a:pt x="146242" y="332253"/>
                  <a:pt x="145494" y="332947"/>
                </a:cubicBezTo>
                <a:cubicBezTo>
                  <a:pt x="144729" y="333413"/>
                  <a:pt x="143792" y="333505"/>
                  <a:pt x="142952" y="333194"/>
                </a:cubicBezTo>
                <a:cubicBezTo>
                  <a:pt x="142080" y="333046"/>
                  <a:pt x="141326" y="332506"/>
                  <a:pt x="140904" y="331729"/>
                </a:cubicBezTo>
                <a:cubicBezTo>
                  <a:pt x="140567" y="330781"/>
                  <a:pt x="140567" y="329747"/>
                  <a:pt x="140904" y="328799"/>
                </a:cubicBezTo>
                <a:lnTo>
                  <a:pt x="143552" y="318207"/>
                </a:lnTo>
                <a:lnTo>
                  <a:pt x="141928" y="317801"/>
                </a:lnTo>
                <a:close/>
                <a:moveTo>
                  <a:pt x="228885" y="313935"/>
                </a:moveTo>
                <a:lnTo>
                  <a:pt x="218029" y="317466"/>
                </a:lnTo>
                <a:lnTo>
                  <a:pt x="223324" y="334042"/>
                </a:lnTo>
                <a:lnTo>
                  <a:pt x="224931" y="333512"/>
                </a:lnTo>
                <a:lnTo>
                  <a:pt x="226520" y="333000"/>
                </a:lnTo>
                <a:lnTo>
                  <a:pt x="224313" y="325992"/>
                </a:lnTo>
                <a:lnTo>
                  <a:pt x="231003" y="323821"/>
                </a:lnTo>
                <a:lnTo>
                  <a:pt x="230544" y="322391"/>
                </a:lnTo>
                <a:lnTo>
                  <a:pt x="230068" y="320961"/>
                </a:lnTo>
                <a:lnTo>
                  <a:pt x="223395" y="323132"/>
                </a:lnTo>
                <a:lnTo>
                  <a:pt x="222177" y="319372"/>
                </a:lnTo>
                <a:lnTo>
                  <a:pt x="229838" y="316883"/>
                </a:lnTo>
                <a:lnTo>
                  <a:pt x="229362" y="315400"/>
                </a:lnTo>
                <a:close/>
                <a:moveTo>
                  <a:pt x="124293" y="311941"/>
                </a:moveTo>
                <a:lnTo>
                  <a:pt x="123781" y="313406"/>
                </a:lnTo>
                <a:lnTo>
                  <a:pt x="123287" y="314871"/>
                </a:lnTo>
                <a:lnTo>
                  <a:pt x="127859" y="316442"/>
                </a:lnTo>
                <a:lnTo>
                  <a:pt x="123198" y="329999"/>
                </a:lnTo>
                <a:lnTo>
                  <a:pt x="124787" y="330546"/>
                </a:lnTo>
                <a:lnTo>
                  <a:pt x="126358" y="331094"/>
                </a:lnTo>
                <a:lnTo>
                  <a:pt x="131018" y="317536"/>
                </a:lnTo>
                <a:lnTo>
                  <a:pt x="135608" y="319108"/>
                </a:lnTo>
                <a:lnTo>
                  <a:pt x="136120" y="317642"/>
                </a:lnTo>
                <a:lnTo>
                  <a:pt x="136650" y="316195"/>
                </a:lnTo>
                <a:close/>
                <a:moveTo>
                  <a:pt x="117955" y="308834"/>
                </a:moveTo>
                <a:lnTo>
                  <a:pt x="110594" y="324633"/>
                </a:lnTo>
                <a:lnTo>
                  <a:pt x="112112" y="325339"/>
                </a:lnTo>
                <a:lnTo>
                  <a:pt x="113613" y="326045"/>
                </a:lnTo>
                <a:lnTo>
                  <a:pt x="120992" y="310246"/>
                </a:lnTo>
                <a:lnTo>
                  <a:pt x="119456" y="309540"/>
                </a:lnTo>
                <a:close/>
                <a:moveTo>
                  <a:pt x="250192" y="303609"/>
                </a:moveTo>
                <a:lnTo>
                  <a:pt x="238682" y="309716"/>
                </a:lnTo>
                <a:lnTo>
                  <a:pt x="239406" y="311093"/>
                </a:lnTo>
                <a:lnTo>
                  <a:pt x="240130" y="312453"/>
                </a:lnTo>
                <a:lnTo>
                  <a:pt x="244402" y="310175"/>
                </a:lnTo>
                <a:lnTo>
                  <a:pt x="251145" y="322832"/>
                </a:lnTo>
                <a:lnTo>
                  <a:pt x="252628" y="322056"/>
                </a:lnTo>
                <a:lnTo>
                  <a:pt x="254093" y="321261"/>
                </a:lnTo>
                <a:lnTo>
                  <a:pt x="247367" y="308604"/>
                </a:lnTo>
                <a:lnTo>
                  <a:pt x="251639" y="306327"/>
                </a:lnTo>
                <a:lnTo>
                  <a:pt x="250916" y="304968"/>
                </a:lnTo>
                <a:close/>
                <a:moveTo>
                  <a:pt x="102951" y="300678"/>
                </a:moveTo>
                <a:lnTo>
                  <a:pt x="102262" y="302126"/>
                </a:lnTo>
                <a:lnTo>
                  <a:pt x="101521" y="303485"/>
                </a:lnTo>
                <a:lnTo>
                  <a:pt x="105757" y="305833"/>
                </a:lnTo>
                <a:lnTo>
                  <a:pt x="98802" y="318366"/>
                </a:lnTo>
                <a:lnTo>
                  <a:pt x="100267" y="319178"/>
                </a:lnTo>
                <a:lnTo>
                  <a:pt x="101733" y="319990"/>
                </a:lnTo>
                <a:lnTo>
                  <a:pt x="108617" y="307351"/>
                </a:lnTo>
                <a:lnTo>
                  <a:pt x="112854" y="309699"/>
                </a:lnTo>
                <a:lnTo>
                  <a:pt x="113595" y="308357"/>
                </a:lnTo>
                <a:lnTo>
                  <a:pt x="114354" y="306998"/>
                </a:lnTo>
                <a:close/>
                <a:moveTo>
                  <a:pt x="189449" y="298172"/>
                </a:moveTo>
                <a:cubicBezTo>
                  <a:pt x="186236" y="299267"/>
                  <a:pt x="185424" y="304739"/>
                  <a:pt x="184948" y="305057"/>
                </a:cubicBezTo>
                <a:lnTo>
                  <a:pt x="184540" y="305999"/>
                </a:lnTo>
                <a:lnTo>
                  <a:pt x="184541" y="305975"/>
                </a:lnTo>
                <a:lnTo>
                  <a:pt x="184489" y="306116"/>
                </a:lnTo>
                <a:lnTo>
                  <a:pt x="184540" y="305999"/>
                </a:lnTo>
                <a:lnTo>
                  <a:pt x="184453" y="307686"/>
                </a:lnTo>
                <a:lnTo>
                  <a:pt x="207222" y="306557"/>
                </a:lnTo>
                <a:lnTo>
                  <a:pt x="201982" y="306557"/>
                </a:lnTo>
                <a:cubicBezTo>
                  <a:pt x="201982" y="306557"/>
                  <a:pt x="202300" y="300026"/>
                  <a:pt x="198452" y="298543"/>
                </a:cubicBezTo>
                <a:cubicBezTo>
                  <a:pt x="195585" y="297374"/>
                  <a:pt x="192400" y="297242"/>
                  <a:pt x="189449" y="298172"/>
                </a:cubicBezTo>
                <a:close/>
                <a:moveTo>
                  <a:pt x="212557" y="298136"/>
                </a:moveTo>
                <a:lnTo>
                  <a:pt x="212557" y="298189"/>
                </a:lnTo>
                <a:cubicBezTo>
                  <a:pt x="213245" y="298189"/>
                  <a:pt x="213351" y="298860"/>
                  <a:pt x="213245" y="299690"/>
                </a:cubicBezTo>
                <a:cubicBezTo>
                  <a:pt x="213139" y="300519"/>
                  <a:pt x="213174" y="304138"/>
                  <a:pt x="212539" y="304138"/>
                </a:cubicBezTo>
                <a:cubicBezTo>
                  <a:pt x="211903" y="304138"/>
                  <a:pt x="212115" y="301261"/>
                  <a:pt x="212115" y="299902"/>
                </a:cubicBezTo>
                <a:cubicBezTo>
                  <a:pt x="212115" y="298542"/>
                  <a:pt x="212115" y="298136"/>
                  <a:pt x="212557" y="298136"/>
                </a:cubicBezTo>
                <a:close/>
                <a:moveTo>
                  <a:pt x="182742" y="298136"/>
                </a:moveTo>
                <a:lnTo>
                  <a:pt x="182742" y="298189"/>
                </a:lnTo>
                <a:cubicBezTo>
                  <a:pt x="183430" y="298189"/>
                  <a:pt x="183536" y="298860"/>
                  <a:pt x="183430" y="299690"/>
                </a:cubicBezTo>
                <a:cubicBezTo>
                  <a:pt x="183324" y="300519"/>
                  <a:pt x="183359" y="304138"/>
                  <a:pt x="182724" y="304138"/>
                </a:cubicBezTo>
                <a:cubicBezTo>
                  <a:pt x="182088" y="304138"/>
                  <a:pt x="182300" y="301261"/>
                  <a:pt x="182300" y="299902"/>
                </a:cubicBezTo>
                <a:cubicBezTo>
                  <a:pt x="182300" y="298542"/>
                  <a:pt x="182300" y="298136"/>
                  <a:pt x="182742" y="298136"/>
                </a:cubicBezTo>
                <a:close/>
                <a:moveTo>
                  <a:pt x="147365" y="297960"/>
                </a:moveTo>
                <a:cubicBezTo>
                  <a:pt x="147365" y="297960"/>
                  <a:pt x="148106" y="297625"/>
                  <a:pt x="148318" y="298101"/>
                </a:cubicBezTo>
                <a:cubicBezTo>
                  <a:pt x="148473" y="300004"/>
                  <a:pt x="148514" y="301914"/>
                  <a:pt x="148442" y="303821"/>
                </a:cubicBezTo>
                <a:cubicBezTo>
                  <a:pt x="148442" y="304262"/>
                  <a:pt x="147577" y="304439"/>
                  <a:pt x="147365" y="303821"/>
                </a:cubicBezTo>
                <a:cubicBezTo>
                  <a:pt x="147259" y="301881"/>
                  <a:pt x="147259" y="299935"/>
                  <a:pt x="147365" y="297995"/>
                </a:cubicBezTo>
                <a:close/>
                <a:moveTo>
                  <a:pt x="207614" y="297871"/>
                </a:moveTo>
                <a:cubicBezTo>
                  <a:pt x="208055" y="297871"/>
                  <a:pt x="208267" y="298807"/>
                  <a:pt x="208267" y="299637"/>
                </a:cubicBezTo>
                <a:cubicBezTo>
                  <a:pt x="208267" y="300466"/>
                  <a:pt x="208232" y="303997"/>
                  <a:pt x="207702" y="303997"/>
                </a:cubicBezTo>
                <a:cubicBezTo>
                  <a:pt x="207172" y="303997"/>
                  <a:pt x="206872" y="301084"/>
                  <a:pt x="206872" y="299778"/>
                </a:cubicBezTo>
                <a:cubicBezTo>
                  <a:pt x="206872" y="298472"/>
                  <a:pt x="206872" y="297924"/>
                  <a:pt x="207614" y="297924"/>
                </a:cubicBezTo>
                <a:close/>
                <a:moveTo>
                  <a:pt x="177799" y="297871"/>
                </a:moveTo>
                <a:cubicBezTo>
                  <a:pt x="178240" y="297871"/>
                  <a:pt x="178452" y="298878"/>
                  <a:pt x="178452" y="299637"/>
                </a:cubicBezTo>
                <a:cubicBezTo>
                  <a:pt x="178452" y="300396"/>
                  <a:pt x="178434" y="304085"/>
                  <a:pt x="177905" y="304085"/>
                </a:cubicBezTo>
                <a:cubicBezTo>
                  <a:pt x="177375" y="304085"/>
                  <a:pt x="177057" y="301084"/>
                  <a:pt x="177057" y="299778"/>
                </a:cubicBezTo>
                <a:cubicBezTo>
                  <a:pt x="177057" y="298472"/>
                  <a:pt x="177057" y="297924"/>
                  <a:pt x="177799" y="297924"/>
                </a:cubicBezTo>
                <a:close/>
                <a:moveTo>
                  <a:pt x="442146" y="297636"/>
                </a:moveTo>
                <a:lnTo>
                  <a:pt x="442208" y="309882"/>
                </a:lnTo>
                <a:lnTo>
                  <a:pt x="452978" y="309882"/>
                </a:lnTo>
                <a:cubicBezTo>
                  <a:pt x="454863" y="310045"/>
                  <a:pt x="456738" y="309471"/>
                  <a:pt x="458210" y="308283"/>
                </a:cubicBezTo>
                <a:cubicBezTo>
                  <a:pt x="459431" y="306944"/>
                  <a:pt x="460053" y="305166"/>
                  <a:pt x="459933" y="303359"/>
                </a:cubicBezTo>
                <a:cubicBezTo>
                  <a:pt x="460046" y="301722"/>
                  <a:pt x="459386" y="300128"/>
                  <a:pt x="458148" y="299051"/>
                </a:cubicBezTo>
                <a:cubicBezTo>
                  <a:pt x="456582" y="297972"/>
                  <a:pt x="454689" y="297471"/>
                  <a:pt x="452794" y="297636"/>
                </a:cubicBezTo>
                <a:close/>
                <a:moveTo>
                  <a:pt x="152556" y="297554"/>
                </a:moveTo>
                <a:cubicBezTo>
                  <a:pt x="153209" y="297484"/>
                  <a:pt x="153050" y="299161"/>
                  <a:pt x="153050" y="299637"/>
                </a:cubicBezTo>
                <a:cubicBezTo>
                  <a:pt x="153050" y="300114"/>
                  <a:pt x="153085" y="303786"/>
                  <a:pt x="152556" y="303786"/>
                </a:cubicBezTo>
                <a:cubicBezTo>
                  <a:pt x="152026" y="303786"/>
                  <a:pt x="152026" y="300661"/>
                  <a:pt x="152026" y="299637"/>
                </a:cubicBezTo>
                <a:cubicBezTo>
                  <a:pt x="152026" y="298614"/>
                  <a:pt x="151920" y="297554"/>
                  <a:pt x="152556" y="297554"/>
                </a:cubicBezTo>
                <a:close/>
                <a:moveTo>
                  <a:pt x="149660" y="297148"/>
                </a:moveTo>
                <a:lnTo>
                  <a:pt x="149664" y="297266"/>
                </a:lnTo>
                <a:lnTo>
                  <a:pt x="149660" y="297271"/>
                </a:lnTo>
                <a:close/>
                <a:moveTo>
                  <a:pt x="149950" y="296916"/>
                </a:moveTo>
                <a:cubicBezTo>
                  <a:pt x="150274" y="296719"/>
                  <a:pt x="150698" y="296823"/>
                  <a:pt x="150896" y="297148"/>
                </a:cubicBezTo>
                <a:cubicBezTo>
                  <a:pt x="151108" y="297430"/>
                  <a:pt x="151108" y="303803"/>
                  <a:pt x="151108" y="304209"/>
                </a:cubicBezTo>
                <a:cubicBezTo>
                  <a:pt x="151108" y="304615"/>
                  <a:pt x="150101" y="304544"/>
                  <a:pt x="149890" y="304209"/>
                </a:cubicBezTo>
                <a:lnTo>
                  <a:pt x="149664" y="297266"/>
                </a:lnTo>
                <a:close/>
                <a:moveTo>
                  <a:pt x="210297" y="296653"/>
                </a:moveTo>
                <a:cubicBezTo>
                  <a:pt x="211197" y="296653"/>
                  <a:pt x="210932" y="297942"/>
                  <a:pt x="210932" y="299301"/>
                </a:cubicBezTo>
                <a:cubicBezTo>
                  <a:pt x="210932" y="300660"/>
                  <a:pt x="211162" y="304438"/>
                  <a:pt x="210191" y="304438"/>
                </a:cubicBezTo>
                <a:cubicBezTo>
                  <a:pt x="209220" y="304438"/>
                  <a:pt x="209432" y="300466"/>
                  <a:pt x="209432" y="299231"/>
                </a:cubicBezTo>
                <a:cubicBezTo>
                  <a:pt x="209432" y="297995"/>
                  <a:pt x="209220" y="296653"/>
                  <a:pt x="210297" y="296653"/>
                </a:cubicBezTo>
                <a:close/>
                <a:moveTo>
                  <a:pt x="180482" y="296653"/>
                </a:moveTo>
                <a:cubicBezTo>
                  <a:pt x="181400" y="296653"/>
                  <a:pt x="181117" y="297942"/>
                  <a:pt x="181117" y="299301"/>
                </a:cubicBezTo>
                <a:cubicBezTo>
                  <a:pt x="181117" y="300660"/>
                  <a:pt x="181347" y="304438"/>
                  <a:pt x="180376" y="304438"/>
                </a:cubicBezTo>
                <a:cubicBezTo>
                  <a:pt x="179405" y="304438"/>
                  <a:pt x="179617" y="300466"/>
                  <a:pt x="179617" y="299231"/>
                </a:cubicBezTo>
                <a:cubicBezTo>
                  <a:pt x="179617" y="297995"/>
                  <a:pt x="179405" y="296653"/>
                  <a:pt x="180482" y="296653"/>
                </a:cubicBezTo>
                <a:close/>
                <a:moveTo>
                  <a:pt x="132837" y="296106"/>
                </a:moveTo>
                <a:lnTo>
                  <a:pt x="132944" y="296204"/>
                </a:lnTo>
                <a:lnTo>
                  <a:pt x="132784" y="296177"/>
                </a:lnTo>
                <a:close/>
                <a:moveTo>
                  <a:pt x="263626" y="295153"/>
                </a:moveTo>
                <a:lnTo>
                  <a:pt x="253722" y="301578"/>
                </a:lnTo>
                <a:lnTo>
                  <a:pt x="263220" y="316195"/>
                </a:lnTo>
                <a:lnTo>
                  <a:pt x="273388" y="309522"/>
                </a:lnTo>
                <a:lnTo>
                  <a:pt x="272540" y="308216"/>
                </a:lnTo>
                <a:lnTo>
                  <a:pt x="271710" y="306927"/>
                </a:lnTo>
                <a:lnTo>
                  <a:pt x="264314" y="311729"/>
                </a:lnTo>
                <a:lnTo>
                  <a:pt x="261825" y="307933"/>
                </a:lnTo>
                <a:lnTo>
                  <a:pt x="268462" y="303697"/>
                </a:lnTo>
                <a:lnTo>
                  <a:pt x="267650" y="302426"/>
                </a:lnTo>
                <a:lnTo>
                  <a:pt x="266838" y="301172"/>
                </a:lnTo>
                <a:lnTo>
                  <a:pt x="260254" y="305444"/>
                </a:lnTo>
                <a:lnTo>
                  <a:pt x="258241" y="302338"/>
                </a:lnTo>
                <a:lnTo>
                  <a:pt x="265303" y="297748"/>
                </a:lnTo>
                <a:lnTo>
                  <a:pt x="264473" y="296442"/>
                </a:lnTo>
                <a:close/>
                <a:moveTo>
                  <a:pt x="90682" y="293388"/>
                </a:moveTo>
                <a:cubicBezTo>
                  <a:pt x="89164" y="293543"/>
                  <a:pt x="87797" y="294373"/>
                  <a:pt x="86957" y="295647"/>
                </a:cubicBezTo>
                <a:cubicBezTo>
                  <a:pt x="86133" y="296590"/>
                  <a:pt x="85789" y="297859"/>
                  <a:pt x="86022" y="299089"/>
                </a:cubicBezTo>
                <a:cubicBezTo>
                  <a:pt x="86684" y="300814"/>
                  <a:pt x="87686" y="302387"/>
                  <a:pt x="88970" y="303714"/>
                </a:cubicBezTo>
                <a:cubicBezTo>
                  <a:pt x="89642" y="304403"/>
                  <a:pt x="90193" y="305204"/>
                  <a:pt x="90594" y="306080"/>
                </a:cubicBezTo>
                <a:cubicBezTo>
                  <a:pt x="90765" y="306618"/>
                  <a:pt x="90645" y="307206"/>
                  <a:pt x="90276" y="307633"/>
                </a:cubicBezTo>
                <a:cubicBezTo>
                  <a:pt x="89905" y="308163"/>
                  <a:pt x="89275" y="308447"/>
                  <a:pt x="88634" y="308375"/>
                </a:cubicBezTo>
                <a:cubicBezTo>
                  <a:pt x="87766" y="308258"/>
                  <a:pt x="86947" y="307905"/>
                  <a:pt x="86269" y="307351"/>
                </a:cubicBezTo>
                <a:cubicBezTo>
                  <a:pt x="85529" y="306885"/>
                  <a:pt x="84987" y="306163"/>
                  <a:pt x="84751" y="305321"/>
                </a:cubicBezTo>
                <a:cubicBezTo>
                  <a:pt x="84572" y="304526"/>
                  <a:pt x="84754" y="303693"/>
                  <a:pt x="85245" y="303044"/>
                </a:cubicBezTo>
                <a:lnTo>
                  <a:pt x="82632" y="301155"/>
                </a:lnTo>
                <a:cubicBezTo>
                  <a:pt x="81651" y="302468"/>
                  <a:pt x="81261" y="304131"/>
                  <a:pt x="81556" y="305744"/>
                </a:cubicBezTo>
                <a:cubicBezTo>
                  <a:pt x="82002" y="307411"/>
                  <a:pt x="83054" y="308851"/>
                  <a:pt x="84503" y="309787"/>
                </a:cubicBezTo>
                <a:cubicBezTo>
                  <a:pt x="85849" y="310869"/>
                  <a:pt x="87526" y="311455"/>
                  <a:pt x="89252" y="311446"/>
                </a:cubicBezTo>
                <a:cubicBezTo>
                  <a:pt x="90758" y="311363"/>
                  <a:pt x="92137" y="310580"/>
                  <a:pt x="92977" y="309328"/>
                </a:cubicBezTo>
                <a:cubicBezTo>
                  <a:pt x="93822" y="308355"/>
                  <a:pt x="94230" y="307079"/>
                  <a:pt x="94107" y="305797"/>
                </a:cubicBezTo>
                <a:cubicBezTo>
                  <a:pt x="93588" y="304161"/>
                  <a:pt x="92687" y="302671"/>
                  <a:pt x="91476" y="301455"/>
                </a:cubicBezTo>
                <a:cubicBezTo>
                  <a:pt x="90719" y="300641"/>
                  <a:pt x="90062" y="299741"/>
                  <a:pt x="89517" y="298772"/>
                </a:cubicBezTo>
                <a:cubicBezTo>
                  <a:pt x="89263" y="298323"/>
                  <a:pt x="89305" y="297765"/>
                  <a:pt x="89623" y="297359"/>
                </a:cubicBezTo>
                <a:cubicBezTo>
                  <a:pt x="89976" y="296821"/>
                  <a:pt x="90553" y="296472"/>
                  <a:pt x="91194" y="296406"/>
                </a:cubicBezTo>
                <a:cubicBezTo>
                  <a:pt x="91912" y="296385"/>
                  <a:pt x="92615" y="296623"/>
                  <a:pt x="93171" y="297077"/>
                </a:cubicBezTo>
                <a:cubicBezTo>
                  <a:pt x="93886" y="297548"/>
                  <a:pt x="94417" y="298253"/>
                  <a:pt x="94671" y="299072"/>
                </a:cubicBezTo>
                <a:cubicBezTo>
                  <a:pt x="94887" y="299815"/>
                  <a:pt x="94765" y="300616"/>
                  <a:pt x="94336" y="301261"/>
                </a:cubicBezTo>
                <a:lnTo>
                  <a:pt x="96966" y="303185"/>
                </a:lnTo>
                <a:lnTo>
                  <a:pt x="96966" y="303150"/>
                </a:lnTo>
                <a:cubicBezTo>
                  <a:pt x="97854" y="301849"/>
                  <a:pt x="98191" y="300249"/>
                  <a:pt x="97902" y="298701"/>
                </a:cubicBezTo>
                <a:cubicBezTo>
                  <a:pt x="97537" y="297134"/>
                  <a:pt x="96590" y="295765"/>
                  <a:pt x="95254" y="294870"/>
                </a:cubicBezTo>
                <a:cubicBezTo>
                  <a:pt x="93967" y="293824"/>
                  <a:pt x="92338" y="293296"/>
                  <a:pt x="90682" y="293388"/>
                </a:cubicBezTo>
                <a:close/>
                <a:moveTo>
                  <a:pt x="277059" y="285550"/>
                </a:moveTo>
                <a:cubicBezTo>
                  <a:pt x="275326" y="285516"/>
                  <a:pt x="273645" y="286148"/>
                  <a:pt x="272364" y="287315"/>
                </a:cubicBezTo>
                <a:cubicBezTo>
                  <a:pt x="270734" y="288583"/>
                  <a:pt x="269804" y="290547"/>
                  <a:pt x="269857" y="292611"/>
                </a:cubicBezTo>
                <a:cubicBezTo>
                  <a:pt x="270028" y="295029"/>
                  <a:pt x="271026" y="297317"/>
                  <a:pt x="272681" y="299089"/>
                </a:cubicBezTo>
                <a:cubicBezTo>
                  <a:pt x="274115" y="300992"/>
                  <a:pt x="276170" y="302336"/>
                  <a:pt x="278489" y="302885"/>
                </a:cubicBezTo>
                <a:cubicBezTo>
                  <a:pt x="282401" y="303487"/>
                  <a:pt x="286064" y="300811"/>
                  <a:pt x="286680" y="296900"/>
                </a:cubicBezTo>
                <a:lnTo>
                  <a:pt x="286645" y="296865"/>
                </a:lnTo>
                <a:cubicBezTo>
                  <a:pt x="286768" y="295084"/>
                  <a:pt x="286249" y="293317"/>
                  <a:pt x="285179" y="291887"/>
                </a:cubicBezTo>
                <a:lnTo>
                  <a:pt x="282602" y="294041"/>
                </a:lnTo>
                <a:cubicBezTo>
                  <a:pt x="283165" y="294803"/>
                  <a:pt x="283435" y="295742"/>
                  <a:pt x="283361" y="296689"/>
                </a:cubicBezTo>
                <a:cubicBezTo>
                  <a:pt x="283337" y="296888"/>
                  <a:pt x="283294" y="297086"/>
                  <a:pt x="283234" y="297278"/>
                </a:cubicBezTo>
                <a:cubicBezTo>
                  <a:pt x="282664" y="299142"/>
                  <a:pt x="280689" y="300191"/>
                  <a:pt x="278825" y="299619"/>
                </a:cubicBezTo>
                <a:cubicBezTo>
                  <a:pt x="277412" y="299084"/>
                  <a:pt x="276187" y="298152"/>
                  <a:pt x="275294" y="296936"/>
                </a:cubicBezTo>
                <a:cubicBezTo>
                  <a:pt x="274217" y="295795"/>
                  <a:pt x="273493" y="294366"/>
                  <a:pt x="273211" y="292823"/>
                </a:cubicBezTo>
                <a:cubicBezTo>
                  <a:pt x="273029" y="291642"/>
                  <a:pt x="273486" y="290454"/>
                  <a:pt x="274411" y="289698"/>
                </a:cubicBezTo>
                <a:cubicBezTo>
                  <a:pt x="275068" y="289102"/>
                  <a:pt x="275924" y="288773"/>
                  <a:pt x="276812" y="288780"/>
                </a:cubicBezTo>
                <a:cubicBezTo>
                  <a:pt x="277675" y="288800"/>
                  <a:pt x="278500" y="289154"/>
                  <a:pt x="279107" y="289769"/>
                </a:cubicBezTo>
                <a:lnTo>
                  <a:pt x="281684" y="287615"/>
                </a:lnTo>
                <a:cubicBezTo>
                  <a:pt x="280461" y="286365"/>
                  <a:pt x="278807" y="285627"/>
                  <a:pt x="277059" y="285550"/>
                </a:cubicBezTo>
                <a:close/>
                <a:moveTo>
                  <a:pt x="185225" y="285115"/>
                </a:moveTo>
                <a:lnTo>
                  <a:pt x="185260" y="285115"/>
                </a:lnTo>
                <a:lnTo>
                  <a:pt x="185260" y="289828"/>
                </a:lnTo>
                <a:lnTo>
                  <a:pt x="181253" y="289828"/>
                </a:lnTo>
                <a:close/>
                <a:moveTo>
                  <a:pt x="172909" y="284050"/>
                </a:moveTo>
                <a:cubicBezTo>
                  <a:pt x="174710" y="284050"/>
                  <a:pt x="175433" y="285092"/>
                  <a:pt x="175433" y="286274"/>
                </a:cubicBezTo>
                <a:cubicBezTo>
                  <a:pt x="175446" y="286410"/>
                  <a:pt x="175444" y="286546"/>
                  <a:pt x="175430" y="286682"/>
                </a:cubicBezTo>
                <a:cubicBezTo>
                  <a:pt x="175310" y="287884"/>
                  <a:pt x="174235" y="288762"/>
                  <a:pt x="173033" y="288640"/>
                </a:cubicBezTo>
                <a:cubicBezTo>
                  <a:pt x="171991" y="288640"/>
                  <a:pt x="170508" y="288393"/>
                  <a:pt x="170508" y="286380"/>
                </a:cubicBezTo>
                <a:cubicBezTo>
                  <a:pt x="170505" y="286296"/>
                  <a:pt x="170506" y="286211"/>
                  <a:pt x="170512" y="286126"/>
                </a:cubicBezTo>
                <a:cubicBezTo>
                  <a:pt x="170602" y="284890"/>
                  <a:pt x="171673" y="283962"/>
                  <a:pt x="172909" y="284050"/>
                </a:cubicBezTo>
                <a:close/>
                <a:moveTo>
                  <a:pt x="194639" y="284049"/>
                </a:moveTo>
                <a:cubicBezTo>
                  <a:pt x="196510" y="284049"/>
                  <a:pt x="197251" y="285603"/>
                  <a:pt x="197251" y="288215"/>
                </a:cubicBezTo>
                <a:cubicBezTo>
                  <a:pt x="197251" y="290828"/>
                  <a:pt x="196440" y="292381"/>
                  <a:pt x="194639" y="292381"/>
                </a:cubicBezTo>
                <a:cubicBezTo>
                  <a:pt x="192838" y="292381"/>
                  <a:pt x="192026" y="290810"/>
                  <a:pt x="192026" y="288215"/>
                </a:cubicBezTo>
                <a:cubicBezTo>
                  <a:pt x="192026" y="285620"/>
                  <a:pt x="192874" y="284049"/>
                  <a:pt x="194639" y="284049"/>
                </a:cubicBezTo>
                <a:close/>
                <a:moveTo>
                  <a:pt x="172419" y="282977"/>
                </a:moveTo>
                <a:cubicBezTo>
                  <a:pt x="170468" y="282994"/>
                  <a:pt x="168902" y="284589"/>
                  <a:pt x="168920" y="286539"/>
                </a:cubicBezTo>
                <a:cubicBezTo>
                  <a:pt x="168923" y="286619"/>
                  <a:pt x="168929" y="286698"/>
                  <a:pt x="168937" y="286776"/>
                </a:cubicBezTo>
                <a:cubicBezTo>
                  <a:pt x="169155" y="288714"/>
                  <a:pt x="170900" y="290110"/>
                  <a:pt x="172839" y="289893"/>
                </a:cubicBezTo>
                <a:cubicBezTo>
                  <a:pt x="173937" y="289973"/>
                  <a:pt x="175005" y="289512"/>
                  <a:pt x="175698" y="288657"/>
                </a:cubicBezTo>
                <a:cubicBezTo>
                  <a:pt x="175310" y="291358"/>
                  <a:pt x="174463" y="292541"/>
                  <a:pt x="172697" y="292541"/>
                </a:cubicBezTo>
                <a:cubicBezTo>
                  <a:pt x="172576" y="292564"/>
                  <a:pt x="172452" y="292575"/>
                  <a:pt x="172330" y="292573"/>
                </a:cubicBezTo>
                <a:cubicBezTo>
                  <a:pt x="171354" y="292555"/>
                  <a:pt x="170579" y="291750"/>
                  <a:pt x="170597" y="290776"/>
                </a:cubicBezTo>
                <a:lnTo>
                  <a:pt x="169026" y="290776"/>
                </a:lnTo>
                <a:cubicBezTo>
                  <a:pt x="169026" y="291800"/>
                  <a:pt x="169820" y="293565"/>
                  <a:pt x="172733" y="293565"/>
                </a:cubicBezTo>
                <a:lnTo>
                  <a:pt x="172733" y="293618"/>
                </a:lnTo>
                <a:cubicBezTo>
                  <a:pt x="177093" y="293618"/>
                  <a:pt x="177269" y="288816"/>
                  <a:pt x="177305" y="287828"/>
                </a:cubicBezTo>
                <a:cubicBezTo>
                  <a:pt x="177305" y="286151"/>
                  <a:pt x="176899" y="283009"/>
                  <a:pt x="172927" y="283009"/>
                </a:cubicBezTo>
                <a:cubicBezTo>
                  <a:pt x="172757" y="282986"/>
                  <a:pt x="172588" y="282975"/>
                  <a:pt x="172419" y="282977"/>
                </a:cubicBezTo>
                <a:close/>
                <a:moveTo>
                  <a:pt x="194640" y="282956"/>
                </a:moveTo>
                <a:cubicBezTo>
                  <a:pt x="191056" y="282956"/>
                  <a:pt x="190368" y="286133"/>
                  <a:pt x="190368" y="288251"/>
                </a:cubicBezTo>
                <a:cubicBezTo>
                  <a:pt x="190368" y="290370"/>
                  <a:pt x="191109" y="293547"/>
                  <a:pt x="194640" y="293547"/>
                </a:cubicBezTo>
                <a:lnTo>
                  <a:pt x="194640" y="293618"/>
                </a:lnTo>
                <a:cubicBezTo>
                  <a:pt x="198276" y="293618"/>
                  <a:pt x="198912" y="290370"/>
                  <a:pt x="198912" y="288251"/>
                </a:cubicBezTo>
                <a:cubicBezTo>
                  <a:pt x="198912" y="286133"/>
                  <a:pt x="198223" y="282956"/>
                  <a:pt x="194640" y="282956"/>
                </a:cubicBezTo>
                <a:close/>
                <a:moveTo>
                  <a:pt x="185125" y="282885"/>
                </a:moveTo>
                <a:lnTo>
                  <a:pt x="179423" y="289469"/>
                </a:lnTo>
                <a:lnTo>
                  <a:pt x="179423" y="290740"/>
                </a:lnTo>
                <a:lnTo>
                  <a:pt x="184860" y="290740"/>
                </a:lnTo>
                <a:lnTo>
                  <a:pt x="184860" y="293282"/>
                </a:lnTo>
                <a:lnTo>
                  <a:pt x="186431" y="293282"/>
                </a:lnTo>
                <a:lnTo>
                  <a:pt x="186431" y="290740"/>
                </a:lnTo>
                <a:lnTo>
                  <a:pt x="188196" y="290740"/>
                </a:lnTo>
                <a:lnTo>
                  <a:pt x="188196" y="289628"/>
                </a:lnTo>
                <a:lnTo>
                  <a:pt x="186431" y="289628"/>
                </a:lnTo>
                <a:lnTo>
                  <a:pt x="186431" y="282885"/>
                </a:lnTo>
                <a:close/>
                <a:moveTo>
                  <a:pt x="162512" y="282814"/>
                </a:moveTo>
                <a:cubicBezTo>
                  <a:pt x="162018" y="284509"/>
                  <a:pt x="161170" y="284686"/>
                  <a:pt x="159158" y="284792"/>
                </a:cubicBezTo>
                <a:lnTo>
                  <a:pt x="159158" y="285904"/>
                </a:lnTo>
                <a:lnTo>
                  <a:pt x="162070" y="285904"/>
                </a:lnTo>
                <a:lnTo>
                  <a:pt x="162070" y="293282"/>
                </a:lnTo>
                <a:lnTo>
                  <a:pt x="163730" y="293282"/>
                </a:lnTo>
                <a:lnTo>
                  <a:pt x="163730" y="282814"/>
                </a:lnTo>
                <a:close/>
                <a:moveTo>
                  <a:pt x="1384123" y="280341"/>
                </a:moveTo>
                <a:cubicBezTo>
                  <a:pt x="1383251" y="280979"/>
                  <a:pt x="1382482" y="281748"/>
                  <a:pt x="1381845" y="282620"/>
                </a:cubicBezTo>
                <a:cubicBezTo>
                  <a:pt x="1379572" y="286304"/>
                  <a:pt x="1378517" y="290611"/>
                  <a:pt x="1378829" y="294928"/>
                </a:cubicBezTo>
                <a:cubicBezTo>
                  <a:pt x="1378585" y="299046"/>
                  <a:pt x="1379639" y="303136"/>
                  <a:pt x="1381845" y="306622"/>
                </a:cubicBezTo>
                <a:cubicBezTo>
                  <a:pt x="1385334" y="311312"/>
                  <a:pt x="1391966" y="312285"/>
                  <a:pt x="1396656" y="308796"/>
                </a:cubicBezTo>
                <a:cubicBezTo>
                  <a:pt x="1397483" y="308181"/>
                  <a:pt x="1398216" y="307448"/>
                  <a:pt x="1398831" y="306622"/>
                </a:cubicBezTo>
                <a:cubicBezTo>
                  <a:pt x="1401036" y="303136"/>
                  <a:pt x="1402090" y="299045"/>
                  <a:pt x="1401846" y="294928"/>
                </a:cubicBezTo>
                <a:cubicBezTo>
                  <a:pt x="1402158" y="290611"/>
                  <a:pt x="1401103" y="286304"/>
                  <a:pt x="1398831" y="282620"/>
                </a:cubicBezTo>
                <a:cubicBezTo>
                  <a:pt x="1395398" y="277929"/>
                  <a:pt x="1388814" y="276909"/>
                  <a:pt x="1384123" y="280341"/>
                </a:cubicBezTo>
                <a:close/>
                <a:moveTo>
                  <a:pt x="1063177" y="280341"/>
                </a:moveTo>
                <a:cubicBezTo>
                  <a:pt x="1062305" y="280979"/>
                  <a:pt x="1061536" y="281748"/>
                  <a:pt x="1060899" y="282620"/>
                </a:cubicBezTo>
                <a:cubicBezTo>
                  <a:pt x="1058626" y="286304"/>
                  <a:pt x="1057571" y="290611"/>
                  <a:pt x="1057883" y="294928"/>
                </a:cubicBezTo>
                <a:cubicBezTo>
                  <a:pt x="1057639" y="299046"/>
                  <a:pt x="1058693" y="303136"/>
                  <a:pt x="1060899" y="306622"/>
                </a:cubicBezTo>
                <a:cubicBezTo>
                  <a:pt x="1064388" y="311312"/>
                  <a:pt x="1071020" y="312285"/>
                  <a:pt x="1075710" y="308796"/>
                </a:cubicBezTo>
                <a:cubicBezTo>
                  <a:pt x="1076537" y="308181"/>
                  <a:pt x="1077270" y="307448"/>
                  <a:pt x="1077885" y="306622"/>
                </a:cubicBezTo>
                <a:cubicBezTo>
                  <a:pt x="1080090" y="303136"/>
                  <a:pt x="1081144" y="299045"/>
                  <a:pt x="1080900" y="294928"/>
                </a:cubicBezTo>
                <a:cubicBezTo>
                  <a:pt x="1081212" y="290611"/>
                  <a:pt x="1080157" y="286304"/>
                  <a:pt x="1077885" y="282620"/>
                </a:cubicBezTo>
                <a:cubicBezTo>
                  <a:pt x="1074452" y="277929"/>
                  <a:pt x="1067868" y="276909"/>
                  <a:pt x="1063177" y="280341"/>
                </a:cubicBezTo>
                <a:close/>
                <a:moveTo>
                  <a:pt x="1470991" y="280309"/>
                </a:moveTo>
                <a:cubicBezTo>
                  <a:pt x="1470104" y="280954"/>
                  <a:pt x="1469325" y="281733"/>
                  <a:pt x="1468681" y="282619"/>
                </a:cubicBezTo>
                <a:cubicBezTo>
                  <a:pt x="1466387" y="286296"/>
                  <a:pt x="1465310" y="290603"/>
                  <a:pt x="1465603" y="294927"/>
                </a:cubicBezTo>
                <a:cubicBezTo>
                  <a:pt x="1465388" y="299042"/>
                  <a:pt x="1466441" y="303123"/>
                  <a:pt x="1468620" y="306621"/>
                </a:cubicBezTo>
                <a:cubicBezTo>
                  <a:pt x="1472109" y="311311"/>
                  <a:pt x="1478740" y="312284"/>
                  <a:pt x="1483431" y="308795"/>
                </a:cubicBezTo>
                <a:cubicBezTo>
                  <a:pt x="1484257" y="308180"/>
                  <a:pt x="1484990" y="307448"/>
                  <a:pt x="1485605" y="306621"/>
                </a:cubicBezTo>
                <a:cubicBezTo>
                  <a:pt x="1487831" y="303142"/>
                  <a:pt x="1488908" y="299051"/>
                  <a:pt x="1488682" y="294927"/>
                </a:cubicBezTo>
                <a:cubicBezTo>
                  <a:pt x="1488976" y="290603"/>
                  <a:pt x="1487899" y="286296"/>
                  <a:pt x="1485605" y="282619"/>
                </a:cubicBezTo>
                <a:cubicBezTo>
                  <a:pt x="1482207" y="277945"/>
                  <a:pt x="1475664" y="276912"/>
                  <a:pt x="1470991" y="280309"/>
                </a:cubicBezTo>
                <a:close/>
                <a:moveTo>
                  <a:pt x="76630" y="279795"/>
                </a:moveTo>
                <a:lnTo>
                  <a:pt x="64732" y="292540"/>
                </a:lnTo>
                <a:lnTo>
                  <a:pt x="65880" y="293617"/>
                </a:lnTo>
                <a:lnTo>
                  <a:pt x="67027" y="294747"/>
                </a:lnTo>
                <a:lnTo>
                  <a:pt x="75589" y="285550"/>
                </a:lnTo>
                <a:lnTo>
                  <a:pt x="71864" y="299266"/>
                </a:lnTo>
                <a:lnTo>
                  <a:pt x="73082" y="300396"/>
                </a:lnTo>
                <a:lnTo>
                  <a:pt x="74300" y="301473"/>
                </a:lnTo>
                <a:lnTo>
                  <a:pt x="86181" y="288710"/>
                </a:lnTo>
                <a:lnTo>
                  <a:pt x="85033" y="287650"/>
                </a:lnTo>
                <a:lnTo>
                  <a:pt x="83903" y="286591"/>
                </a:lnTo>
                <a:lnTo>
                  <a:pt x="75554" y="295541"/>
                </a:lnTo>
                <a:lnTo>
                  <a:pt x="79190" y="282196"/>
                </a:lnTo>
                <a:lnTo>
                  <a:pt x="77901" y="280995"/>
                </a:lnTo>
                <a:close/>
                <a:moveTo>
                  <a:pt x="442146" y="279727"/>
                </a:moveTo>
                <a:lnTo>
                  <a:pt x="442208" y="289881"/>
                </a:lnTo>
                <a:lnTo>
                  <a:pt x="452363" y="289881"/>
                </a:lnTo>
                <a:cubicBezTo>
                  <a:pt x="454128" y="289993"/>
                  <a:pt x="455882" y="289517"/>
                  <a:pt x="457348" y="288527"/>
                </a:cubicBezTo>
                <a:cubicBezTo>
                  <a:pt x="458472" y="287462"/>
                  <a:pt x="459059" y="285949"/>
                  <a:pt x="458948" y="284404"/>
                </a:cubicBezTo>
                <a:cubicBezTo>
                  <a:pt x="459035" y="283012"/>
                  <a:pt x="458380" y="281678"/>
                  <a:pt x="457225" y="280896"/>
                </a:cubicBezTo>
                <a:cubicBezTo>
                  <a:pt x="455634" y="280001"/>
                  <a:pt x="453814" y="279594"/>
                  <a:pt x="451993" y="279727"/>
                </a:cubicBezTo>
                <a:close/>
                <a:moveTo>
                  <a:pt x="70999" y="273652"/>
                </a:moveTo>
                <a:lnTo>
                  <a:pt x="58042" y="285320"/>
                </a:lnTo>
                <a:lnTo>
                  <a:pt x="59172" y="286556"/>
                </a:lnTo>
                <a:lnTo>
                  <a:pt x="60284" y="287809"/>
                </a:lnTo>
                <a:lnTo>
                  <a:pt x="73241" y="276141"/>
                </a:lnTo>
                <a:lnTo>
                  <a:pt x="72129" y="274888"/>
                </a:lnTo>
                <a:close/>
                <a:moveTo>
                  <a:pt x="1551938" y="271876"/>
                </a:moveTo>
                <a:lnTo>
                  <a:pt x="1557169" y="271876"/>
                </a:lnTo>
                <a:lnTo>
                  <a:pt x="1562462" y="271876"/>
                </a:lnTo>
                <a:lnTo>
                  <a:pt x="1571293" y="291806"/>
                </a:lnTo>
                <a:lnTo>
                  <a:pt x="1571263" y="291877"/>
                </a:lnTo>
                <a:lnTo>
                  <a:pt x="1571324" y="291877"/>
                </a:lnTo>
                <a:lnTo>
                  <a:pt x="1571293" y="291806"/>
                </a:lnTo>
                <a:lnTo>
                  <a:pt x="1579570" y="271876"/>
                </a:lnTo>
                <a:lnTo>
                  <a:pt x="1584617" y="271876"/>
                </a:lnTo>
                <a:lnTo>
                  <a:pt x="1589602" y="271876"/>
                </a:lnTo>
                <a:lnTo>
                  <a:pt x="1575570" y="300493"/>
                </a:lnTo>
                <a:lnTo>
                  <a:pt x="1575570" y="318034"/>
                </a:lnTo>
                <a:lnTo>
                  <a:pt x="1571201" y="318034"/>
                </a:lnTo>
                <a:lnTo>
                  <a:pt x="1566708" y="318034"/>
                </a:lnTo>
                <a:lnTo>
                  <a:pt x="1566708" y="300678"/>
                </a:lnTo>
                <a:close/>
                <a:moveTo>
                  <a:pt x="1420421" y="271876"/>
                </a:moveTo>
                <a:lnTo>
                  <a:pt x="1424852" y="271876"/>
                </a:lnTo>
                <a:lnTo>
                  <a:pt x="1429283" y="271876"/>
                </a:lnTo>
                <a:lnTo>
                  <a:pt x="1429283" y="309786"/>
                </a:lnTo>
                <a:lnTo>
                  <a:pt x="1450331" y="309786"/>
                </a:lnTo>
                <a:lnTo>
                  <a:pt x="1450331" y="313910"/>
                </a:lnTo>
                <a:lnTo>
                  <a:pt x="1450331" y="317971"/>
                </a:lnTo>
                <a:lnTo>
                  <a:pt x="1420421" y="317971"/>
                </a:lnTo>
                <a:close/>
                <a:moveTo>
                  <a:pt x="1326630" y="271876"/>
                </a:moveTo>
                <a:lnTo>
                  <a:pt x="1331246" y="271876"/>
                </a:lnTo>
                <a:lnTo>
                  <a:pt x="1335862" y="271876"/>
                </a:lnTo>
                <a:lnTo>
                  <a:pt x="1352909" y="304248"/>
                </a:lnTo>
                <a:lnTo>
                  <a:pt x="1352909" y="271876"/>
                </a:lnTo>
                <a:lnTo>
                  <a:pt x="1357033" y="271876"/>
                </a:lnTo>
                <a:lnTo>
                  <a:pt x="1361217" y="271876"/>
                </a:lnTo>
                <a:lnTo>
                  <a:pt x="1361217" y="317971"/>
                </a:lnTo>
                <a:lnTo>
                  <a:pt x="1356786" y="317971"/>
                </a:lnTo>
                <a:lnTo>
                  <a:pt x="1352355" y="317971"/>
                </a:lnTo>
                <a:lnTo>
                  <a:pt x="1334876" y="284738"/>
                </a:lnTo>
                <a:lnTo>
                  <a:pt x="1334876" y="317971"/>
                </a:lnTo>
                <a:lnTo>
                  <a:pt x="1330754" y="317971"/>
                </a:lnTo>
                <a:lnTo>
                  <a:pt x="1326630" y="317971"/>
                </a:lnTo>
                <a:close/>
                <a:moveTo>
                  <a:pt x="1281703" y="271876"/>
                </a:moveTo>
                <a:lnTo>
                  <a:pt x="1286073" y="271876"/>
                </a:lnTo>
                <a:lnTo>
                  <a:pt x="1290504" y="271876"/>
                </a:lnTo>
                <a:lnTo>
                  <a:pt x="1290504" y="289169"/>
                </a:lnTo>
                <a:lnTo>
                  <a:pt x="1307120" y="289169"/>
                </a:lnTo>
                <a:lnTo>
                  <a:pt x="1307120" y="271876"/>
                </a:lnTo>
                <a:lnTo>
                  <a:pt x="1311551" y="271876"/>
                </a:lnTo>
                <a:lnTo>
                  <a:pt x="1315982" y="271876"/>
                </a:lnTo>
                <a:lnTo>
                  <a:pt x="1315982" y="317971"/>
                </a:lnTo>
                <a:lnTo>
                  <a:pt x="1311551" y="317971"/>
                </a:lnTo>
                <a:lnTo>
                  <a:pt x="1307120" y="317971"/>
                </a:lnTo>
                <a:lnTo>
                  <a:pt x="1307120" y="297109"/>
                </a:lnTo>
                <a:lnTo>
                  <a:pt x="1290504" y="297109"/>
                </a:lnTo>
                <a:lnTo>
                  <a:pt x="1290504" y="317971"/>
                </a:lnTo>
                <a:lnTo>
                  <a:pt x="1286134" y="317971"/>
                </a:lnTo>
                <a:lnTo>
                  <a:pt x="1281703" y="317971"/>
                </a:lnTo>
                <a:close/>
                <a:moveTo>
                  <a:pt x="1195174" y="271876"/>
                </a:moveTo>
                <a:lnTo>
                  <a:pt x="1226376" y="271876"/>
                </a:lnTo>
                <a:lnTo>
                  <a:pt x="1226376" y="275937"/>
                </a:lnTo>
                <a:lnTo>
                  <a:pt x="1226376" y="280061"/>
                </a:lnTo>
                <a:lnTo>
                  <a:pt x="1204036" y="280061"/>
                </a:lnTo>
                <a:lnTo>
                  <a:pt x="1204036" y="289846"/>
                </a:lnTo>
                <a:lnTo>
                  <a:pt x="1224776" y="289846"/>
                </a:lnTo>
                <a:lnTo>
                  <a:pt x="1224776" y="293785"/>
                </a:lnTo>
                <a:lnTo>
                  <a:pt x="1224776" y="297785"/>
                </a:lnTo>
                <a:lnTo>
                  <a:pt x="1204036" y="297785"/>
                </a:lnTo>
                <a:lnTo>
                  <a:pt x="1204036" y="309786"/>
                </a:lnTo>
                <a:lnTo>
                  <a:pt x="1227361" y="309786"/>
                </a:lnTo>
                <a:lnTo>
                  <a:pt x="1227361" y="313910"/>
                </a:lnTo>
                <a:lnTo>
                  <a:pt x="1227361" y="317971"/>
                </a:lnTo>
                <a:lnTo>
                  <a:pt x="1195174" y="317971"/>
                </a:lnTo>
                <a:close/>
                <a:moveTo>
                  <a:pt x="1153017" y="271876"/>
                </a:moveTo>
                <a:lnTo>
                  <a:pt x="1187542" y="271876"/>
                </a:lnTo>
                <a:lnTo>
                  <a:pt x="1187542" y="275937"/>
                </a:lnTo>
                <a:lnTo>
                  <a:pt x="1187542" y="280061"/>
                </a:lnTo>
                <a:lnTo>
                  <a:pt x="1174680" y="280061"/>
                </a:lnTo>
                <a:lnTo>
                  <a:pt x="1174680" y="317971"/>
                </a:lnTo>
                <a:lnTo>
                  <a:pt x="1170310" y="317971"/>
                </a:lnTo>
                <a:lnTo>
                  <a:pt x="1165879" y="317971"/>
                </a:lnTo>
                <a:lnTo>
                  <a:pt x="1165879" y="280061"/>
                </a:lnTo>
                <a:lnTo>
                  <a:pt x="1153017" y="280061"/>
                </a:lnTo>
                <a:lnTo>
                  <a:pt x="1153017" y="276000"/>
                </a:lnTo>
                <a:close/>
                <a:moveTo>
                  <a:pt x="1099475" y="271876"/>
                </a:moveTo>
                <a:lnTo>
                  <a:pt x="1129631" y="271876"/>
                </a:lnTo>
                <a:lnTo>
                  <a:pt x="1129631" y="275937"/>
                </a:lnTo>
                <a:lnTo>
                  <a:pt x="1129631" y="280061"/>
                </a:lnTo>
                <a:lnTo>
                  <a:pt x="1108337" y="280061"/>
                </a:lnTo>
                <a:lnTo>
                  <a:pt x="1108337" y="290524"/>
                </a:lnTo>
                <a:lnTo>
                  <a:pt x="1126924" y="290524"/>
                </a:lnTo>
                <a:lnTo>
                  <a:pt x="1126924" y="294524"/>
                </a:lnTo>
                <a:lnTo>
                  <a:pt x="1126924" y="298462"/>
                </a:lnTo>
                <a:lnTo>
                  <a:pt x="1108337" y="298462"/>
                </a:lnTo>
                <a:lnTo>
                  <a:pt x="1108337" y="317971"/>
                </a:lnTo>
                <a:lnTo>
                  <a:pt x="1103906" y="317971"/>
                </a:lnTo>
                <a:lnTo>
                  <a:pt x="1099475" y="317971"/>
                </a:lnTo>
                <a:close/>
                <a:moveTo>
                  <a:pt x="990545" y="271876"/>
                </a:moveTo>
                <a:lnTo>
                  <a:pt x="1021808" y="271876"/>
                </a:lnTo>
                <a:lnTo>
                  <a:pt x="1021808" y="275937"/>
                </a:lnTo>
                <a:lnTo>
                  <a:pt x="1021808" y="280061"/>
                </a:lnTo>
                <a:lnTo>
                  <a:pt x="999407" y="280061"/>
                </a:lnTo>
                <a:lnTo>
                  <a:pt x="999407" y="289846"/>
                </a:lnTo>
                <a:lnTo>
                  <a:pt x="1020147" y="289846"/>
                </a:lnTo>
                <a:lnTo>
                  <a:pt x="1020147" y="293785"/>
                </a:lnTo>
                <a:lnTo>
                  <a:pt x="1020147" y="297785"/>
                </a:lnTo>
                <a:lnTo>
                  <a:pt x="999407" y="297785"/>
                </a:lnTo>
                <a:lnTo>
                  <a:pt x="999407" y="309786"/>
                </a:lnTo>
                <a:lnTo>
                  <a:pt x="1022793" y="309786"/>
                </a:lnTo>
                <a:lnTo>
                  <a:pt x="1022793" y="313910"/>
                </a:lnTo>
                <a:lnTo>
                  <a:pt x="1022793" y="317971"/>
                </a:lnTo>
                <a:lnTo>
                  <a:pt x="990545" y="317971"/>
                </a:lnTo>
                <a:close/>
                <a:moveTo>
                  <a:pt x="948449" y="271876"/>
                </a:moveTo>
                <a:lnTo>
                  <a:pt x="982913" y="271876"/>
                </a:lnTo>
                <a:lnTo>
                  <a:pt x="982913" y="275937"/>
                </a:lnTo>
                <a:lnTo>
                  <a:pt x="982913" y="280061"/>
                </a:lnTo>
                <a:lnTo>
                  <a:pt x="970112" y="280061"/>
                </a:lnTo>
                <a:lnTo>
                  <a:pt x="970112" y="317971"/>
                </a:lnTo>
                <a:lnTo>
                  <a:pt x="965681" y="317971"/>
                </a:lnTo>
                <a:lnTo>
                  <a:pt x="961250" y="317971"/>
                </a:lnTo>
                <a:lnTo>
                  <a:pt x="961250" y="280061"/>
                </a:lnTo>
                <a:lnTo>
                  <a:pt x="948449" y="280061"/>
                </a:lnTo>
                <a:lnTo>
                  <a:pt x="948449" y="276000"/>
                </a:lnTo>
                <a:close/>
                <a:moveTo>
                  <a:pt x="864935" y="271876"/>
                </a:moveTo>
                <a:lnTo>
                  <a:pt x="899399" y="271876"/>
                </a:lnTo>
                <a:lnTo>
                  <a:pt x="899399" y="275937"/>
                </a:lnTo>
                <a:lnTo>
                  <a:pt x="899399" y="280061"/>
                </a:lnTo>
                <a:lnTo>
                  <a:pt x="886598" y="280061"/>
                </a:lnTo>
                <a:lnTo>
                  <a:pt x="886598" y="317971"/>
                </a:lnTo>
                <a:lnTo>
                  <a:pt x="882167" y="317971"/>
                </a:lnTo>
                <a:lnTo>
                  <a:pt x="877736" y="317971"/>
                </a:lnTo>
                <a:lnTo>
                  <a:pt x="877736" y="280061"/>
                </a:lnTo>
                <a:lnTo>
                  <a:pt x="864935" y="280061"/>
                </a:lnTo>
                <a:lnTo>
                  <a:pt x="864935" y="276000"/>
                </a:lnTo>
                <a:close/>
                <a:moveTo>
                  <a:pt x="849057" y="271876"/>
                </a:moveTo>
                <a:lnTo>
                  <a:pt x="853488" y="271876"/>
                </a:lnTo>
                <a:lnTo>
                  <a:pt x="857919" y="271876"/>
                </a:lnTo>
                <a:lnTo>
                  <a:pt x="857919" y="317971"/>
                </a:lnTo>
                <a:lnTo>
                  <a:pt x="853549" y="317971"/>
                </a:lnTo>
                <a:lnTo>
                  <a:pt x="849057" y="317971"/>
                </a:lnTo>
                <a:close/>
                <a:moveTo>
                  <a:pt x="807701" y="271876"/>
                </a:moveTo>
                <a:lnTo>
                  <a:pt x="842165" y="271876"/>
                </a:lnTo>
                <a:lnTo>
                  <a:pt x="842165" y="275937"/>
                </a:lnTo>
                <a:lnTo>
                  <a:pt x="842165" y="280061"/>
                </a:lnTo>
                <a:lnTo>
                  <a:pt x="829364" y="280061"/>
                </a:lnTo>
                <a:lnTo>
                  <a:pt x="829364" y="317971"/>
                </a:lnTo>
                <a:lnTo>
                  <a:pt x="824933" y="317971"/>
                </a:lnTo>
                <a:lnTo>
                  <a:pt x="820502" y="317971"/>
                </a:lnTo>
                <a:lnTo>
                  <a:pt x="820502" y="280061"/>
                </a:lnTo>
                <a:lnTo>
                  <a:pt x="807701" y="280061"/>
                </a:lnTo>
                <a:lnTo>
                  <a:pt x="807701" y="276000"/>
                </a:lnTo>
                <a:close/>
                <a:moveTo>
                  <a:pt x="724064" y="271876"/>
                </a:moveTo>
                <a:lnTo>
                  <a:pt x="728741" y="271876"/>
                </a:lnTo>
                <a:lnTo>
                  <a:pt x="733357" y="271876"/>
                </a:lnTo>
                <a:lnTo>
                  <a:pt x="750404" y="304248"/>
                </a:lnTo>
                <a:lnTo>
                  <a:pt x="750404" y="271876"/>
                </a:lnTo>
                <a:lnTo>
                  <a:pt x="754528" y="271876"/>
                </a:lnTo>
                <a:lnTo>
                  <a:pt x="758713" y="271876"/>
                </a:lnTo>
                <a:lnTo>
                  <a:pt x="758713" y="317971"/>
                </a:lnTo>
                <a:lnTo>
                  <a:pt x="754282" y="317971"/>
                </a:lnTo>
                <a:lnTo>
                  <a:pt x="749851" y="317971"/>
                </a:lnTo>
                <a:lnTo>
                  <a:pt x="732372" y="284738"/>
                </a:lnTo>
                <a:lnTo>
                  <a:pt x="732372" y="317971"/>
                </a:lnTo>
                <a:lnTo>
                  <a:pt x="728249" y="317971"/>
                </a:lnTo>
                <a:lnTo>
                  <a:pt x="724064" y="317971"/>
                </a:lnTo>
                <a:close/>
                <a:moveTo>
                  <a:pt x="705047" y="271876"/>
                </a:moveTo>
                <a:lnTo>
                  <a:pt x="709417" y="271876"/>
                </a:lnTo>
                <a:lnTo>
                  <a:pt x="713910" y="271876"/>
                </a:lnTo>
                <a:lnTo>
                  <a:pt x="713910" y="317971"/>
                </a:lnTo>
                <a:lnTo>
                  <a:pt x="709478" y="317971"/>
                </a:lnTo>
                <a:lnTo>
                  <a:pt x="705047" y="317971"/>
                </a:lnTo>
                <a:close/>
                <a:moveTo>
                  <a:pt x="593162" y="271876"/>
                </a:moveTo>
                <a:lnTo>
                  <a:pt x="597778" y="271876"/>
                </a:lnTo>
                <a:lnTo>
                  <a:pt x="602455" y="271876"/>
                </a:lnTo>
                <a:lnTo>
                  <a:pt x="619441" y="304248"/>
                </a:lnTo>
                <a:lnTo>
                  <a:pt x="619441" y="271876"/>
                </a:lnTo>
                <a:lnTo>
                  <a:pt x="623564" y="271876"/>
                </a:lnTo>
                <a:lnTo>
                  <a:pt x="627749" y="271876"/>
                </a:lnTo>
                <a:lnTo>
                  <a:pt x="627749" y="317971"/>
                </a:lnTo>
                <a:lnTo>
                  <a:pt x="623319" y="317971"/>
                </a:lnTo>
                <a:lnTo>
                  <a:pt x="618887" y="317971"/>
                </a:lnTo>
                <a:lnTo>
                  <a:pt x="601408" y="284738"/>
                </a:lnTo>
                <a:lnTo>
                  <a:pt x="601408" y="317971"/>
                </a:lnTo>
                <a:lnTo>
                  <a:pt x="597286" y="317971"/>
                </a:lnTo>
                <a:lnTo>
                  <a:pt x="593162" y="317971"/>
                </a:lnTo>
                <a:close/>
                <a:moveTo>
                  <a:pt x="574084" y="271876"/>
                </a:moveTo>
                <a:lnTo>
                  <a:pt x="578515" y="271876"/>
                </a:lnTo>
                <a:lnTo>
                  <a:pt x="582947" y="271876"/>
                </a:lnTo>
                <a:lnTo>
                  <a:pt x="582947" y="317971"/>
                </a:lnTo>
                <a:lnTo>
                  <a:pt x="578515" y="317971"/>
                </a:lnTo>
                <a:lnTo>
                  <a:pt x="574084" y="317971"/>
                </a:lnTo>
                <a:close/>
                <a:moveTo>
                  <a:pt x="520049" y="271876"/>
                </a:moveTo>
                <a:lnTo>
                  <a:pt x="524480" y="271876"/>
                </a:lnTo>
                <a:lnTo>
                  <a:pt x="528911" y="271876"/>
                </a:lnTo>
                <a:lnTo>
                  <a:pt x="528911" y="317971"/>
                </a:lnTo>
                <a:lnTo>
                  <a:pt x="524541" y="317971"/>
                </a:lnTo>
                <a:lnTo>
                  <a:pt x="520049" y="317971"/>
                </a:lnTo>
                <a:close/>
                <a:moveTo>
                  <a:pt x="479000" y="271876"/>
                </a:moveTo>
                <a:lnTo>
                  <a:pt x="510202" y="271876"/>
                </a:lnTo>
                <a:lnTo>
                  <a:pt x="510202" y="275937"/>
                </a:lnTo>
                <a:lnTo>
                  <a:pt x="510202" y="280061"/>
                </a:lnTo>
                <a:lnTo>
                  <a:pt x="487862" y="280061"/>
                </a:lnTo>
                <a:lnTo>
                  <a:pt x="487862" y="289846"/>
                </a:lnTo>
                <a:lnTo>
                  <a:pt x="508602" y="289846"/>
                </a:lnTo>
                <a:lnTo>
                  <a:pt x="508602" y="293785"/>
                </a:lnTo>
                <a:lnTo>
                  <a:pt x="508602" y="297785"/>
                </a:lnTo>
                <a:lnTo>
                  <a:pt x="487862" y="297785"/>
                </a:lnTo>
                <a:lnTo>
                  <a:pt x="487862" y="309786"/>
                </a:lnTo>
                <a:lnTo>
                  <a:pt x="511187" y="309786"/>
                </a:lnTo>
                <a:lnTo>
                  <a:pt x="511187" y="313910"/>
                </a:lnTo>
                <a:lnTo>
                  <a:pt x="511187" y="317971"/>
                </a:lnTo>
                <a:lnTo>
                  <a:pt x="479000" y="317971"/>
                </a:lnTo>
                <a:close/>
                <a:moveTo>
                  <a:pt x="554647" y="271788"/>
                </a:moveTo>
                <a:lnTo>
                  <a:pt x="563448" y="271788"/>
                </a:lnTo>
                <a:lnTo>
                  <a:pt x="563448" y="304960"/>
                </a:lnTo>
                <a:cubicBezTo>
                  <a:pt x="563750" y="308806"/>
                  <a:pt x="562510" y="312615"/>
                  <a:pt x="560001" y="315545"/>
                </a:cubicBezTo>
                <a:cubicBezTo>
                  <a:pt x="557250" y="318126"/>
                  <a:pt x="553548" y="319442"/>
                  <a:pt x="549785" y="319177"/>
                </a:cubicBezTo>
                <a:cubicBezTo>
                  <a:pt x="545851" y="319512"/>
                  <a:pt x="541979" y="318040"/>
                  <a:pt x="539261" y="315176"/>
                </a:cubicBezTo>
                <a:cubicBezTo>
                  <a:pt x="536741" y="311597"/>
                  <a:pt x="535624" y="307216"/>
                  <a:pt x="536122" y="302867"/>
                </a:cubicBezTo>
                <a:lnTo>
                  <a:pt x="536122" y="300468"/>
                </a:lnTo>
                <a:lnTo>
                  <a:pt x="544554" y="300468"/>
                </a:lnTo>
                <a:lnTo>
                  <a:pt x="544554" y="303237"/>
                </a:lnTo>
                <a:cubicBezTo>
                  <a:pt x="544354" y="305357"/>
                  <a:pt x="544759" y="307492"/>
                  <a:pt x="545723" y="309391"/>
                </a:cubicBezTo>
                <a:cubicBezTo>
                  <a:pt x="546572" y="310763"/>
                  <a:pt x="548115" y="311547"/>
                  <a:pt x="549723" y="311422"/>
                </a:cubicBezTo>
                <a:cubicBezTo>
                  <a:pt x="551140" y="311561"/>
                  <a:pt x="552536" y="311012"/>
                  <a:pt x="553477" y="309945"/>
                </a:cubicBezTo>
                <a:cubicBezTo>
                  <a:pt x="554360" y="308507"/>
                  <a:pt x="554769" y="306827"/>
                  <a:pt x="554647" y="305145"/>
                </a:cubicBezTo>
                <a:close/>
                <a:moveTo>
                  <a:pt x="433715" y="271788"/>
                </a:moveTo>
                <a:lnTo>
                  <a:pt x="454455" y="271788"/>
                </a:lnTo>
                <a:cubicBezTo>
                  <a:pt x="457927" y="271582"/>
                  <a:pt x="461350" y="272680"/>
                  <a:pt x="464056" y="274865"/>
                </a:cubicBezTo>
                <a:cubicBezTo>
                  <a:pt x="466454" y="277068"/>
                  <a:pt x="467741" y="280229"/>
                  <a:pt x="467564" y="283481"/>
                </a:cubicBezTo>
                <a:cubicBezTo>
                  <a:pt x="467785" y="286850"/>
                  <a:pt x="466307" y="290107"/>
                  <a:pt x="463625" y="292158"/>
                </a:cubicBezTo>
                <a:cubicBezTo>
                  <a:pt x="463213" y="292549"/>
                  <a:pt x="462734" y="292862"/>
                  <a:pt x="462210" y="293081"/>
                </a:cubicBezTo>
                <a:cubicBezTo>
                  <a:pt x="463178" y="293469"/>
                  <a:pt x="464089" y="293986"/>
                  <a:pt x="464918" y="294620"/>
                </a:cubicBezTo>
                <a:cubicBezTo>
                  <a:pt x="467658" y="296717"/>
                  <a:pt x="469180" y="300037"/>
                  <a:pt x="468979" y="303482"/>
                </a:cubicBezTo>
                <a:cubicBezTo>
                  <a:pt x="469259" y="307474"/>
                  <a:pt x="467774" y="311388"/>
                  <a:pt x="464918" y="314191"/>
                </a:cubicBezTo>
                <a:cubicBezTo>
                  <a:pt x="461611" y="316871"/>
                  <a:pt x="457408" y="318191"/>
                  <a:pt x="453163" y="317883"/>
                </a:cubicBezTo>
                <a:lnTo>
                  <a:pt x="433900" y="317883"/>
                </a:lnTo>
                <a:close/>
                <a:moveTo>
                  <a:pt x="906364" y="271726"/>
                </a:moveTo>
                <a:lnTo>
                  <a:pt x="915226" y="271726"/>
                </a:lnTo>
                <a:lnTo>
                  <a:pt x="915226" y="300775"/>
                </a:lnTo>
                <a:cubicBezTo>
                  <a:pt x="915048" y="303424"/>
                  <a:pt x="915787" y="306053"/>
                  <a:pt x="917318" y="308221"/>
                </a:cubicBezTo>
                <a:cubicBezTo>
                  <a:pt x="918883" y="309944"/>
                  <a:pt x="921152" y="310852"/>
                  <a:pt x="923473" y="310683"/>
                </a:cubicBezTo>
                <a:cubicBezTo>
                  <a:pt x="925760" y="310872"/>
                  <a:pt x="928014" y="310039"/>
                  <a:pt x="929627" y="308406"/>
                </a:cubicBezTo>
                <a:cubicBezTo>
                  <a:pt x="931121" y="306157"/>
                  <a:pt x="931794" y="303462"/>
                  <a:pt x="931535" y="300775"/>
                </a:cubicBezTo>
                <a:lnTo>
                  <a:pt x="931535" y="271726"/>
                </a:lnTo>
                <a:lnTo>
                  <a:pt x="940643" y="271726"/>
                </a:lnTo>
                <a:lnTo>
                  <a:pt x="940643" y="300467"/>
                </a:lnTo>
                <a:cubicBezTo>
                  <a:pt x="941114" y="305556"/>
                  <a:pt x="939690" y="310641"/>
                  <a:pt x="936643" y="314745"/>
                </a:cubicBezTo>
                <a:cubicBezTo>
                  <a:pt x="933074" y="317966"/>
                  <a:pt x="928322" y="319550"/>
                  <a:pt x="923534" y="319115"/>
                </a:cubicBezTo>
                <a:cubicBezTo>
                  <a:pt x="918777" y="319486"/>
                  <a:pt x="914083" y="317832"/>
                  <a:pt x="910610" y="314560"/>
                </a:cubicBezTo>
                <a:cubicBezTo>
                  <a:pt x="907524" y="310537"/>
                  <a:pt x="906014" y="305525"/>
                  <a:pt x="906364" y="300467"/>
                </a:cubicBezTo>
                <a:close/>
                <a:moveTo>
                  <a:pt x="1476033" y="270710"/>
                </a:moveTo>
                <a:cubicBezTo>
                  <a:pt x="1481129" y="270426"/>
                  <a:pt x="1486332" y="272086"/>
                  <a:pt x="1490437" y="275756"/>
                </a:cubicBezTo>
                <a:cubicBezTo>
                  <a:pt x="1490988" y="276251"/>
                  <a:pt x="1491512" y="276775"/>
                  <a:pt x="1492006" y="277326"/>
                </a:cubicBezTo>
                <a:cubicBezTo>
                  <a:pt x="1495940" y="282438"/>
                  <a:pt x="1497906" y="288794"/>
                  <a:pt x="1497545" y="295235"/>
                </a:cubicBezTo>
                <a:cubicBezTo>
                  <a:pt x="1497894" y="301561"/>
                  <a:pt x="1495925" y="307797"/>
                  <a:pt x="1492006" y="312775"/>
                </a:cubicBezTo>
                <a:cubicBezTo>
                  <a:pt x="1484462" y="320983"/>
                  <a:pt x="1471692" y="321522"/>
                  <a:pt x="1463483" y="313978"/>
                </a:cubicBezTo>
                <a:cubicBezTo>
                  <a:pt x="1463066" y="313594"/>
                  <a:pt x="1462664" y="313193"/>
                  <a:pt x="1462280" y="312775"/>
                </a:cubicBezTo>
                <a:cubicBezTo>
                  <a:pt x="1458362" y="307797"/>
                  <a:pt x="1456392" y="301561"/>
                  <a:pt x="1456741" y="295235"/>
                </a:cubicBezTo>
                <a:cubicBezTo>
                  <a:pt x="1456380" y="288794"/>
                  <a:pt x="1458345" y="282438"/>
                  <a:pt x="1462280" y="277326"/>
                </a:cubicBezTo>
                <a:cubicBezTo>
                  <a:pt x="1465951" y="273222"/>
                  <a:pt x="1470938" y="270994"/>
                  <a:pt x="1476033" y="270710"/>
                </a:cubicBezTo>
                <a:close/>
                <a:moveTo>
                  <a:pt x="1389247" y="270706"/>
                </a:moveTo>
                <a:cubicBezTo>
                  <a:pt x="1394358" y="270427"/>
                  <a:pt x="1399576" y="272098"/>
                  <a:pt x="1403689" y="275784"/>
                </a:cubicBezTo>
                <a:cubicBezTo>
                  <a:pt x="1404231" y="276270"/>
                  <a:pt x="1404745" y="276785"/>
                  <a:pt x="1405231" y="277327"/>
                </a:cubicBezTo>
                <a:cubicBezTo>
                  <a:pt x="1409149" y="282445"/>
                  <a:pt x="1411093" y="288802"/>
                  <a:pt x="1410709" y="295236"/>
                </a:cubicBezTo>
                <a:cubicBezTo>
                  <a:pt x="1411076" y="301554"/>
                  <a:pt x="1409129" y="307789"/>
                  <a:pt x="1405231" y="312776"/>
                </a:cubicBezTo>
                <a:cubicBezTo>
                  <a:pt x="1397656" y="321001"/>
                  <a:pt x="1384847" y="321528"/>
                  <a:pt x="1376621" y="313952"/>
                </a:cubicBezTo>
                <a:cubicBezTo>
                  <a:pt x="1376213" y="313576"/>
                  <a:pt x="1375821" y="313184"/>
                  <a:pt x="1375445" y="312776"/>
                </a:cubicBezTo>
                <a:lnTo>
                  <a:pt x="1375444" y="312776"/>
                </a:lnTo>
                <a:cubicBezTo>
                  <a:pt x="1371572" y="307776"/>
                  <a:pt x="1369628" y="301550"/>
                  <a:pt x="1369967" y="295236"/>
                </a:cubicBezTo>
                <a:cubicBezTo>
                  <a:pt x="1369615" y="288806"/>
                  <a:pt x="1371556" y="282460"/>
                  <a:pt x="1375444" y="277327"/>
                </a:cubicBezTo>
                <a:cubicBezTo>
                  <a:pt x="1379131" y="273214"/>
                  <a:pt x="1384136" y="270985"/>
                  <a:pt x="1389247" y="270706"/>
                </a:cubicBezTo>
                <a:close/>
                <a:moveTo>
                  <a:pt x="1068301" y="270706"/>
                </a:moveTo>
                <a:cubicBezTo>
                  <a:pt x="1073412" y="270427"/>
                  <a:pt x="1078630" y="272098"/>
                  <a:pt x="1082743" y="275784"/>
                </a:cubicBezTo>
                <a:cubicBezTo>
                  <a:pt x="1083285" y="276270"/>
                  <a:pt x="1083799" y="276785"/>
                  <a:pt x="1084285" y="277327"/>
                </a:cubicBezTo>
                <a:cubicBezTo>
                  <a:pt x="1088203" y="282445"/>
                  <a:pt x="1090147" y="288802"/>
                  <a:pt x="1089763" y="295236"/>
                </a:cubicBezTo>
                <a:cubicBezTo>
                  <a:pt x="1090130" y="301554"/>
                  <a:pt x="1088183" y="307789"/>
                  <a:pt x="1084285" y="312776"/>
                </a:cubicBezTo>
                <a:cubicBezTo>
                  <a:pt x="1076710" y="321001"/>
                  <a:pt x="1063901" y="321528"/>
                  <a:pt x="1055675" y="313952"/>
                </a:cubicBezTo>
                <a:cubicBezTo>
                  <a:pt x="1055267" y="313576"/>
                  <a:pt x="1054875" y="313184"/>
                  <a:pt x="1054499" y="312776"/>
                </a:cubicBezTo>
                <a:lnTo>
                  <a:pt x="1054498" y="312776"/>
                </a:lnTo>
                <a:cubicBezTo>
                  <a:pt x="1050626" y="307776"/>
                  <a:pt x="1048682" y="301550"/>
                  <a:pt x="1049021" y="295236"/>
                </a:cubicBezTo>
                <a:cubicBezTo>
                  <a:pt x="1048669" y="288806"/>
                  <a:pt x="1050610" y="282460"/>
                  <a:pt x="1054498" y="277327"/>
                </a:cubicBezTo>
                <a:cubicBezTo>
                  <a:pt x="1058185" y="273214"/>
                  <a:pt x="1063190" y="270985"/>
                  <a:pt x="1068301" y="270706"/>
                </a:cubicBezTo>
                <a:close/>
                <a:moveTo>
                  <a:pt x="1525855" y="270680"/>
                </a:moveTo>
                <a:cubicBezTo>
                  <a:pt x="1530470" y="270470"/>
                  <a:pt x="1535002" y="271959"/>
                  <a:pt x="1538594" y="274864"/>
                </a:cubicBezTo>
                <a:cubicBezTo>
                  <a:pt x="1541960" y="277720"/>
                  <a:pt x="1544061" y="281790"/>
                  <a:pt x="1544441" y="286188"/>
                </a:cubicBezTo>
                <a:lnTo>
                  <a:pt x="1535764" y="286188"/>
                </a:lnTo>
                <a:cubicBezTo>
                  <a:pt x="1535456" y="284096"/>
                  <a:pt x="1534326" y="282213"/>
                  <a:pt x="1532625" y="280957"/>
                </a:cubicBezTo>
                <a:cubicBezTo>
                  <a:pt x="1530918" y="279475"/>
                  <a:pt x="1528731" y="278666"/>
                  <a:pt x="1526471" y="278680"/>
                </a:cubicBezTo>
                <a:cubicBezTo>
                  <a:pt x="1522923" y="278507"/>
                  <a:pt x="1519525" y="280125"/>
                  <a:pt x="1517423" y="282988"/>
                </a:cubicBezTo>
                <a:cubicBezTo>
                  <a:pt x="1513162" y="290421"/>
                  <a:pt x="1513162" y="299557"/>
                  <a:pt x="1517423" y="306989"/>
                </a:cubicBezTo>
                <a:cubicBezTo>
                  <a:pt x="1519625" y="309777"/>
                  <a:pt x="1523047" y="311316"/>
                  <a:pt x="1526594" y="311113"/>
                </a:cubicBezTo>
                <a:cubicBezTo>
                  <a:pt x="1529843" y="311231"/>
                  <a:pt x="1532903" y="309583"/>
                  <a:pt x="1534594" y="306805"/>
                </a:cubicBezTo>
                <a:cubicBezTo>
                  <a:pt x="1535727" y="305084"/>
                  <a:pt x="1536521" y="303163"/>
                  <a:pt x="1536933" y="301143"/>
                </a:cubicBezTo>
                <a:lnTo>
                  <a:pt x="1526963" y="301143"/>
                </a:lnTo>
                <a:lnTo>
                  <a:pt x="1526963" y="293205"/>
                </a:lnTo>
                <a:lnTo>
                  <a:pt x="1544749" y="293205"/>
                </a:lnTo>
                <a:lnTo>
                  <a:pt x="1544749" y="317822"/>
                </a:lnTo>
                <a:lnTo>
                  <a:pt x="1538594" y="317822"/>
                </a:lnTo>
                <a:lnTo>
                  <a:pt x="1537733" y="311667"/>
                </a:lnTo>
                <a:lnTo>
                  <a:pt x="1537610" y="312775"/>
                </a:lnTo>
                <a:cubicBezTo>
                  <a:pt x="1534952" y="316977"/>
                  <a:pt x="1530270" y="319458"/>
                  <a:pt x="1525301" y="319299"/>
                </a:cubicBezTo>
                <a:lnTo>
                  <a:pt x="1525301" y="318929"/>
                </a:lnTo>
                <a:cubicBezTo>
                  <a:pt x="1519698" y="319229"/>
                  <a:pt x="1514263" y="316964"/>
                  <a:pt x="1510531" y="312775"/>
                </a:cubicBezTo>
                <a:cubicBezTo>
                  <a:pt x="1503041" y="302146"/>
                  <a:pt x="1503041" y="287955"/>
                  <a:pt x="1510531" y="277326"/>
                </a:cubicBezTo>
                <a:cubicBezTo>
                  <a:pt x="1514351" y="272881"/>
                  <a:pt x="1519998" y="270432"/>
                  <a:pt x="1525855" y="270680"/>
                </a:cubicBezTo>
                <a:close/>
                <a:moveTo>
                  <a:pt x="1254881" y="270557"/>
                </a:moveTo>
                <a:cubicBezTo>
                  <a:pt x="1259394" y="270441"/>
                  <a:pt x="1263786" y="272023"/>
                  <a:pt x="1267190" y="274989"/>
                </a:cubicBezTo>
                <a:cubicBezTo>
                  <a:pt x="1270681" y="278069"/>
                  <a:pt x="1272880" y="282356"/>
                  <a:pt x="1273344" y="286989"/>
                </a:cubicBezTo>
                <a:lnTo>
                  <a:pt x="1264482" y="286989"/>
                </a:lnTo>
                <a:cubicBezTo>
                  <a:pt x="1264333" y="284632"/>
                  <a:pt x="1263273" y="282425"/>
                  <a:pt x="1261528" y="280835"/>
                </a:cubicBezTo>
                <a:cubicBezTo>
                  <a:pt x="1259805" y="279389"/>
                  <a:pt x="1257623" y="278604"/>
                  <a:pt x="1255374" y="278619"/>
                </a:cubicBezTo>
                <a:cubicBezTo>
                  <a:pt x="1252201" y="278553"/>
                  <a:pt x="1249239" y="280198"/>
                  <a:pt x="1247619" y="282927"/>
                </a:cubicBezTo>
                <a:cubicBezTo>
                  <a:pt x="1245581" y="286541"/>
                  <a:pt x="1244620" y="290663"/>
                  <a:pt x="1244849" y="294805"/>
                </a:cubicBezTo>
                <a:cubicBezTo>
                  <a:pt x="1244623" y="298849"/>
                  <a:pt x="1245586" y="302872"/>
                  <a:pt x="1247619" y="306375"/>
                </a:cubicBezTo>
                <a:cubicBezTo>
                  <a:pt x="1250548" y="310714"/>
                  <a:pt x="1256439" y="311856"/>
                  <a:pt x="1260777" y="308928"/>
                </a:cubicBezTo>
                <a:cubicBezTo>
                  <a:pt x="1261149" y="308677"/>
                  <a:pt x="1261503" y="308399"/>
                  <a:pt x="1261835" y="308098"/>
                </a:cubicBezTo>
                <a:cubicBezTo>
                  <a:pt x="1263575" y="306326"/>
                  <a:pt x="1264623" y="303990"/>
                  <a:pt x="1264789" y="301513"/>
                </a:cubicBezTo>
                <a:lnTo>
                  <a:pt x="1272975" y="301759"/>
                </a:lnTo>
                <a:cubicBezTo>
                  <a:pt x="1272668" y="306552"/>
                  <a:pt x="1270608" y="311065"/>
                  <a:pt x="1267190" y="314437"/>
                </a:cubicBezTo>
                <a:cubicBezTo>
                  <a:pt x="1263864" y="317564"/>
                  <a:pt x="1259445" y="319264"/>
                  <a:pt x="1254881" y="319176"/>
                </a:cubicBezTo>
                <a:cubicBezTo>
                  <a:pt x="1249372" y="319401"/>
                  <a:pt x="1244087" y="316977"/>
                  <a:pt x="1240665" y="312653"/>
                </a:cubicBezTo>
                <a:cubicBezTo>
                  <a:pt x="1236907" y="307603"/>
                  <a:pt x="1235034" y="301398"/>
                  <a:pt x="1235372" y="295113"/>
                </a:cubicBezTo>
                <a:cubicBezTo>
                  <a:pt x="1235020" y="288711"/>
                  <a:pt x="1236890" y="282385"/>
                  <a:pt x="1240665" y="277204"/>
                </a:cubicBezTo>
                <a:cubicBezTo>
                  <a:pt x="1244055" y="272825"/>
                  <a:pt x="1249348" y="270351"/>
                  <a:pt x="1254881" y="270557"/>
                </a:cubicBezTo>
                <a:close/>
                <a:moveTo>
                  <a:pt x="784755" y="270557"/>
                </a:moveTo>
                <a:cubicBezTo>
                  <a:pt x="789010" y="270370"/>
                  <a:pt x="793173" y="271824"/>
                  <a:pt x="796387" y="274619"/>
                </a:cubicBezTo>
                <a:cubicBezTo>
                  <a:pt x="799425" y="277492"/>
                  <a:pt x="801196" y="281455"/>
                  <a:pt x="801311" y="285635"/>
                </a:cubicBezTo>
                <a:lnTo>
                  <a:pt x="792325" y="285635"/>
                </a:lnTo>
                <a:cubicBezTo>
                  <a:pt x="792256" y="283586"/>
                  <a:pt x="791289" y="281672"/>
                  <a:pt x="789678" y="280403"/>
                </a:cubicBezTo>
                <a:cubicBezTo>
                  <a:pt x="787904" y="279087"/>
                  <a:pt x="785733" y="278414"/>
                  <a:pt x="783524" y="278496"/>
                </a:cubicBezTo>
                <a:cubicBezTo>
                  <a:pt x="781643" y="278364"/>
                  <a:pt x="779779" y="278934"/>
                  <a:pt x="778293" y="280096"/>
                </a:cubicBezTo>
                <a:cubicBezTo>
                  <a:pt x="776988" y="281212"/>
                  <a:pt x="776282" y="282875"/>
                  <a:pt x="776385" y="284588"/>
                </a:cubicBezTo>
                <a:cubicBezTo>
                  <a:pt x="776382" y="285943"/>
                  <a:pt x="777144" y="287182"/>
                  <a:pt x="778354" y="287789"/>
                </a:cubicBezTo>
                <a:cubicBezTo>
                  <a:pt x="781026" y="289010"/>
                  <a:pt x="783837" y="289899"/>
                  <a:pt x="786724" y="290435"/>
                </a:cubicBezTo>
                <a:cubicBezTo>
                  <a:pt x="791172" y="291217"/>
                  <a:pt x="795383" y="293007"/>
                  <a:pt x="799033" y="295666"/>
                </a:cubicBezTo>
                <a:cubicBezTo>
                  <a:pt x="801316" y="298220"/>
                  <a:pt x="802431" y="301610"/>
                  <a:pt x="802111" y="305020"/>
                </a:cubicBezTo>
                <a:cubicBezTo>
                  <a:pt x="802328" y="309023"/>
                  <a:pt x="800582" y="312881"/>
                  <a:pt x="797433" y="315360"/>
                </a:cubicBezTo>
                <a:cubicBezTo>
                  <a:pt x="793755" y="318066"/>
                  <a:pt x="789253" y="319414"/>
                  <a:pt x="784694" y="319176"/>
                </a:cubicBezTo>
                <a:cubicBezTo>
                  <a:pt x="780230" y="319388"/>
                  <a:pt x="775845" y="317941"/>
                  <a:pt x="772385" y="315114"/>
                </a:cubicBezTo>
                <a:cubicBezTo>
                  <a:pt x="769247" y="312112"/>
                  <a:pt x="767488" y="307947"/>
                  <a:pt x="767523" y="303605"/>
                </a:cubicBezTo>
                <a:lnTo>
                  <a:pt x="776078" y="303605"/>
                </a:lnTo>
                <a:cubicBezTo>
                  <a:pt x="776032" y="305762"/>
                  <a:pt x="776931" y="307830"/>
                  <a:pt x="778539" y="309267"/>
                </a:cubicBezTo>
                <a:cubicBezTo>
                  <a:pt x="780306" y="310606"/>
                  <a:pt x="782477" y="311301"/>
                  <a:pt x="784694" y="311237"/>
                </a:cubicBezTo>
                <a:cubicBezTo>
                  <a:pt x="787002" y="311360"/>
                  <a:pt x="789301" y="310848"/>
                  <a:pt x="791340" y="309760"/>
                </a:cubicBezTo>
                <a:cubicBezTo>
                  <a:pt x="792824" y="308917"/>
                  <a:pt x="793741" y="307343"/>
                  <a:pt x="793741" y="305636"/>
                </a:cubicBezTo>
                <a:cubicBezTo>
                  <a:pt x="793840" y="304139"/>
                  <a:pt x="793195" y="302689"/>
                  <a:pt x="792017" y="301759"/>
                </a:cubicBezTo>
                <a:cubicBezTo>
                  <a:pt x="789773" y="300524"/>
                  <a:pt x="787340" y="299671"/>
                  <a:pt x="784816" y="299236"/>
                </a:cubicBezTo>
                <a:cubicBezTo>
                  <a:pt x="780007" y="298418"/>
                  <a:pt x="775419" y="296616"/>
                  <a:pt x="771339" y="293943"/>
                </a:cubicBezTo>
                <a:cubicBezTo>
                  <a:pt x="768941" y="291670"/>
                  <a:pt x="767697" y="288436"/>
                  <a:pt x="767954" y="285143"/>
                </a:cubicBezTo>
                <a:cubicBezTo>
                  <a:pt x="767750" y="281094"/>
                  <a:pt x="769404" y="277174"/>
                  <a:pt x="772446" y="274495"/>
                </a:cubicBezTo>
                <a:cubicBezTo>
                  <a:pt x="775895" y="271658"/>
                  <a:pt x="780300" y="270249"/>
                  <a:pt x="784755" y="270557"/>
                </a:cubicBezTo>
                <a:close/>
                <a:moveTo>
                  <a:pt x="655446" y="270387"/>
                </a:moveTo>
                <a:cubicBezTo>
                  <a:pt x="660453" y="269947"/>
                  <a:pt x="665615" y="271287"/>
                  <a:pt x="669916" y="274496"/>
                </a:cubicBezTo>
                <a:cubicBezTo>
                  <a:pt x="673304" y="277335"/>
                  <a:pt x="675410" y="281414"/>
                  <a:pt x="675763" y="285819"/>
                </a:cubicBezTo>
                <a:lnTo>
                  <a:pt x="666901" y="285819"/>
                </a:lnTo>
                <a:cubicBezTo>
                  <a:pt x="666649" y="283723"/>
                  <a:pt x="665534" y="281826"/>
                  <a:pt x="663823" y="280588"/>
                </a:cubicBezTo>
                <a:cubicBezTo>
                  <a:pt x="662118" y="279106"/>
                  <a:pt x="659929" y="278297"/>
                  <a:pt x="657669" y="278311"/>
                </a:cubicBezTo>
                <a:cubicBezTo>
                  <a:pt x="654129" y="278171"/>
                  <a:pt x="650746" y="279782"/>
                  <a:pt x="648623" y="282619"/>
                </a:cubicBezTo>
                <a:cubicBezTo>
                  <a:pt x="646219" y="286255"/>
                  <a:pt x="645074" y="290579"/>
                  <a:pt x="645361" y="294928"/>
                </a:cubicBezTo>
                <a:cubicBezTo>
                  <a:pt x="645074" y="299144"/>
                  <a:pt x="646176" y="303337"/>
                  <a:pt x="648499" y="306867"/>
                </a:cubicBezTo>
                <a:cubicBezTo>
                  <a:pt x="650708" y="309645"/>
                  <a:pt x="654125" y="311183"/>
                  <a:pt x="657669" y="310990"/>
                </a:cubicBezTo>
                <a:cubicBezTo>
                  <a:pt x="660913" y="311082"/>
                  <a:pt x="663961" y="309441"/>
                  <a:pt x="665670" y="306682"/>
                </a:cubicBezTo>
                <a:cubicBezTo>
                  <a:pt x="666778" y="304948"/>
                  <a:pt x="667570" y="303031"/>
                  <a:pt x="668008" y="301020"/>
                </a:cubicBezTo>
                <a:lnTo>
                  <a:pt x="658039" y="301020"/>
                </a:lnTo>
                <a:lnTo>
                  <a:pt x="658039" y="293081"/>
                </a:lnTo>
                <a:lnTo>
                  <a:pt x="676009" y="293081"/>
                </a:lnTo>
                <a:lnTo>
                  <a:pt x="676009" y="317698"/>
                </a:lnTo>
                <a:lnTo>
                  <a:pt x="669855" y="317698"/>
                </a:lnTo>
                <a:lnTo>
                  <a:pt x="668993" y="311544"/>
                </a:lnTo>
                <a:lnTo>
                  <a:pt x="668501" y="312282"/>
                </a:lnTo>
                <a:lnTo>
                  <a:pt x="656263" y="318769"/>
                </a:lnTo>
                <a:lnTo>
                  <a:pt x="641914" y="312406"/>
                </a:lnTo>
                <a:cubicBezTo>
                  <a:pt x="634533" y="301742"/>
                  <a:pt x="634533" y="287621"/>
                  <a:pt x="641914" y="276957"/>
                </a:cubicBezTo>
                <a:cubicBezTo>
                  <a:pt x="645590" y="273047"/>
                  <a:pt x="650440" y="270828"/>
                  <a:pt x="655446" y="270387"/>
                </a:cubicBezTo>
                <a:close/>
                <a:moveTo>
                  <a:pt x="289910" y="270245"/>
                </a:moveTo>
                <a:lnTo>
                  <a:pt x="288798" y="271498"/>
                </a:lnTo>
                <a:lnTo>
                  <a:pt x="287669" y="272734"/>
                </a:lnTo>
                <a:lnTo>
                  <a:pt x="292523" y="277112"/>
                </a:lnTo>
                <a:lnTo>
                  <a:pt x="288339" y="281772"/>
                </a:lnTo>
                <a:lnTo>
                  <a:pt x="283485" y="277394"/>
                </a:lnTo>
                <a:lnTo>
                  <a:pt x="282355" y="278648"/>
                </a:lnTo>
                <a:lnTo>
                  <a:pt x="281243" y="279883"/>
                </a:lnTo>
                <a:lnTo>
                  <a:pt x="294165" y="291587"/>
                </a:lnTo>
                <a:lnTo>
                  <a:pt x="295277" y="290334"/>
                </a:lnTo>
                <a:lnTo>
                  <a:pt x="296407" y="289098"/>
                </a:lnTo>
                <a:lnTo>
                  <a:pt x="290528" y="283802"/>
                </a:lnTo>
                <a:lnTo>
                  <a:pt x="294730" y="279142"/>
                </a:lnTo>
                <a:lnTo>
                  <a:pt x="300590" y="284438"/>
                </a:lnTo>
                <a:lnTo>
                  <a:pt x="301720" y="283184"/>
                </a:lnTo>
                <a:lnTo>
                  <a:pt x="302868" y="281913"/>
                </a:lnTo>
                <a:close/>
                <a:moveTo>
                  <a:pt x="178929" y="261525"/>
                </a:moveTo>
                <a:cubicBezTo>
                  <a:pt x="179315" y="262099"/>
                  <a:pt x="179746" y="262643"/>
                  <a:pt x="180218" y="263149"/>
                </a:cubicBezTo>
                <a:cubicBezTo>
                  <a:pt x="180765" y="263697"/>
                  <a:pt x="181577" y="264191"/>
                  <a:pt x="181630" y="264509"/>
                </a:cubicBezTo>
                <a:cubicBezTo>
                  <a:pt x="181683" y="264826"/>
                  <a:pt x="181241" y="264932"/>
                  <a:pt x="181241" y="264932"/>
                </a:cubicBezTo>
                <a:lnTo>
                  <a:pt x="181241" y="275806"/>
                </a:lnTo>
                <a:cubicBezTo>
                  <a:pt x="181241" y="275806"/>
                  <a:pt x="185372" y="275736"/>
                  <a:pt x="186714" y="276760"/>
                </a:cubicBezTo>
                <a:cubicBezTo>
                  <a:pt x="188055" y="277783"/>
                  <a:pt x="190368" y="278648"/>
                  <a:pt x="190968" y="279355"/>
                </a:cubicBezTo>
                <a:cubicBezTo>
                  <a:pt x="191568" y="280061"/>
                  <a:pt x="194075" y="280219"/>
                  <a:pt x="195099" y="280502"/>
                </a:cubicBezTo>
                <a:cubicBezTo>
                  <a:pt x="196123" y="280784"/>
                  <a:pt x="196617" y="282108"/>
                  <a:pt x="197199" y="282550"/>
                </a:cubicBezTo>
                <a:cubicBezTo>
                  <a:pt x="197782" y="282991"/>
                  <a:pt x="198682" y="282497"/>
                  <a:pt x="199547" y="282761"/>
                </a:cubicBezTo>
                <a:cubicBezTo>
                  <a:pt x="200412" y="283026"/>
                  <a:pt x="201877" y="284756"/>
                  <a:pt x="202831" y="285215"/>
                </a:cubicBezTo>
                <a:cubicBezTo>
                  <a:pt x="203784" y="285674"/>
                  <a:pt x="204949" y="285762"/>
                  <a:pt x="205373" y="286786"/>
                </a:cubicBezTo>
                <a:cubicBezTo>
                  <a:pt x="205796" y="287810"/>
                  <a:pt x="205549" y="288375"/>
                  <a:pt x="206644" y="288375"/>
                </a:cubicBezTo>
                <a:cubicBezTo>
                  <a:pt x="207533" y="288338"/>
                  <a:pt x="208395" y="288684"/>
                  <a:pt x="209009" y="289328"/>
                </a:cubicBezTo>
                <a:cubicBezTo>
                  <a:pt x="209380" y="289646"/>
                  <a:pt x="210580" y="289258"/>
                  <a:pt x="211692" y="289646"/>
                </a:cubicBezTo>
                <a:cubicBezTo>
                  <a:pt x="212257" y="289805"/>
                  <a:pt x="214093" y="290740"/>
                  <a:pt x="215223" y="291058"/>
                </a:cubicBezTo>
                <a:cubicBezTo>
                  <a:pt x="217015" y="291830"/>
                  <a:pt x="218725" y="292783"/>
                  <a:pt x="220324" y="293900"/>
                </a:cubicBezTo>
                <a:cubicBezTo>
                  <a:pt x="223673" y="294130"/>
                  <a:pt x="226990" y="294691"/>
                  <a:pt x="230228" y="295577"/>
                </a:cubicBezTo>
                <a:lnTo>
                  <a:pt x="128989" y="295683"/>
                </a:lnTo>
                <a:cubicBezTo>
                  <a:pt x="128989" y="295683"/>
                  <a:pt x="132255" y="295030"/>
                  <a:pt x="141081" y="294271"/>
                </a:cubicBezTo>
                <a:cubicBezTo>
                  <a:pt x="142637" y="292977"/>
                  <a:pt x="144439" y="292010"/>
                  <a:pt x="146377" y="291429"/>
                </a:cubicBezTo>
                <a:cubicBezTo>
                  <a:pt x="147013" y="291376"/>
                  <a:pt x="148972" y="289116"/>
                  <a:pt x="149219" y="288746"/>
                </a:cubicBezTo>
                <a:cubicBezTo>
                  <a:pt x="149466" y="288375"/>
                  <a:pt x="151585" y="288657"/>
                  <a:pt x="152061" y="287316"/>
                </a:cubicBezTo>
                <a:cubicBezTo>
                  <a:pt x="152538" y="285974"/>
                  <a:pt x="153862" y="286151"/>
                  <a:pt x="154603" y="285886"/>
                </a:cubicBezTo>
                <a:cubicBezTo>
                  <a:pt x="155345" y="285621"/>
                  <a:pt x="155451" y="283750"/>
                  <a:pt x="156810" y="283044"/>
                </a:cubicBezTo>
                <a:cubicBezTo>
                  <a:pt x="157428" y="282726"/>
                  <a:pt x="158999" y="282214"/>
                  <a:pt x="160129" y="281773"/>
                </a:cubicBezTo>
                <a:cubicBezTo>
                  <a:pt x="161259" y="281332"/>
                  <a:pt x="162459" y="279690"/>
                  <a:pt x="163289" y="279566"/>
                </a:cubicBezTo>
                <a:cubicBezTo>
                  <a:pt x="164724" y="279496"/>
                  <a:pt x="166127" y="279116"/>
                  <a:pt x="167402" y="278454"/>
                </a:cubicBezTo>
                <a:cubicBezTo>
                  <a:pt x="168602" y="277642"/>
                  <a:pt x="169997" y="276848"/>
                  <a:pt x="171038" y="276248"/>
                </a:cubicBezTo>
                <a:cubicBezTo>
                  <a:pt x="172080" y="275647"/>
                  <a:pt x="176811" y="275965"/>
                  <a:pt x="176811" y="275965"/>
                </a:cubicBezTo>
                <a:lnTo>
                  <a:pt x="176811" y="265162"/>
                </a:lnTo>
                <a:lnTo>
                  <a:pt x="176281" y="264668"/>
                </a:lnTo>
                <a:cubicBezTo>
                  <a:pt x="176051" y="264456"/>
                  <a:pt x="177022" y="263802"/>
                  <a:pt x="177676" y="263149"/>
                </a:cubicBezTo>
                <a:cubicBezTo>
                  <a:pt x="178149" y="262653"/>
                  <a:pt x="178569" y="262110"/>
                  <a:pt x="178929" y="261525"/>
                </a:cubicBezTo>
                <a:close/>
                <a:moveTo>
                  <a:pt x="300573" y="255664"/>
                </a:moveTo>
                <a:lnTo>
                  <a:pt x="299672" y="256953"/>
                </a:lnTo>
                <a:lnTo>
                  <a:pt x="298772" y="258241"/>
                </a:lnTo>
                <a:lnTo>
                  <a:pt x="308799" y="265302"/>
                </a:lnTo>
                <a:lnTo>
                  <a:pt x="295083" y="263537"/>
                </a:lnTo>
                <a:lnTo>
                  <a:pt x="294077" y="264984"/>
                </a:lnTo>
                <a:lnTo>
                  <a:pt x="293070" y="266414"/>
                </a:lnTo>
                <a:lnTo>
                  <a:pt x="307351" y="276423"/>
                </a:lnTo>
                <a:lnTo>
                  <a:pt x="308252" y="275135"/>
                </a:lnTo>
                <a:lnTo>
                  <a:pt x="309134" y="273846"/>
                </a:lnTo>
                <a:lnTo>
                  <a:pt x="298843" y="266644"/>
                </a:lnTo>
                <a:lnTo>
                  <a:pt x="312965" y="268409"/>
                </a:lnTo>
                <a:lnTo>
                  <a:pt x="313936" y="267032"/>
                </a:lnTo>
                <a:lnTo>
                  <a:pt x="314854" y="265673"/>
                </a:lnTo>
                <a:close/>
                <a:moveTo>
                  <a:pt x="54264" y="254128"/>
                </a:moveTo>
                <a:cubicBezTo>
                  <a:pt x="49355" y="253939"/>
                  <a:pt x="44847" y="256827"/>
                  <a:pt x="42967" y="261366"/>
                </a:cubicBezTo>
                <a:cubicBezTo>
                  <a:pt x="42347" y="263403"/>
                  <a:pt x="42705" y="265613"/>
                  <a:pt x="43938" y="267350"/>
                </a:cubicBezTo>
                <a:cubicBezTo>
                  <a:pt x="44914" y="268925"/>
                  <a:pt x="46640" y="269874"/>
                  <a:pt x="48492" y="269857"/>
                </a:cubicBezTo>
                <a:lnTo>
                  <a:pt x="48827" y="269857"/>
                </a:lnTo>
                <a:lnTo>
                  <a:pt x="47062" y="271357"/>
                </a:lnTo>
                <a:lnTo>
                  <a:pt x="48280" y="273246"/>
                </a:lnTo>
                <a:lnTo>
                  <a:pt x="56171" y="268127"/>
                </a:lnTo>
                <a:lnTo>
                  <a:pt x="52517" y="262478"/>
                </a:lnTo>
                <a:lnTo>
                  <a:pt x="49992" y="264120"/>
                </a:lnTo>
                <a:lnTo>
                  <a:pt x="51952" y="267350"/>
                </a:lnTo>
                <a:cubicBezTo>
                  <a:pt x="51226" y="267634"/>
                  <a:pt x="50455" y="267784"/>
                  <a:pt x="49675" y="267791"/>
                </a:cubicBezTo>
                <a:cubicBezTo>
                  <a:pt x="48455" y="267793"/>
                  <a:pt x="47320" y="267166"/>
                  <a:pt x="46674" y="266132"/>
                </a:cubicBezTo>
                <a:cubicBezTo>
                  <a:pt x="45871" y="265052"/>
                  <a:pt x="45653" y="263645"/>
                  <a:pt x="46091" y="262372"/>
                </a:cubicBezTo>
                <a:cubicBezTo>
                  <a:pt x="46732" y="260910"/>
                  <a:pt x="47837" y="259701"/>
                  <a:pt x="49233" y="258930"/>
                </a:cubicBezTo>
                <a:cubicBezTo>
                  <a:pt x="50533" y="257975"/>
                  <a:pt x="52105" y="257466"/>
                  <a:pt x="53717" y="257482"/>
                </a:cubicBezTo>
                <a:cubicBezTo>
                  <a:pt x="55064" y="257549"/>
                  <a:pt x="56286" y="258294"/>
                  <a:pt x="56965" y="259459"/>
                </a:cubicBezTo>
                <a:cubicBezTo>
                  <a:pt x="57424" y="260171"/>
                  <a:pt x="57611" y="261021"/>
                  <a:pt x="57495" y="261860"/>
                </a:cubicBezTo>
                <a:cubicBezTo>
                  <a:pt x="57447" y="262663"/>
                  <a:pt x="57078" y="263413"/>
                  <a:pt x="56471" y="263943"/>
                </a:cubicBezTo>
                <a:lnTo>
                  <a:pt x="58448" y="266750"/>
                </a:lnTo>
                <a:cubicBezTo>
                  <a:pt x="59763" y="265721"/>
                  <a:pt x="60625" y="264220"/>
                  <a:pt x="60849" y="262566"/>
                </a:cubicBezTo>
                <a:cubicBezTo>
                  <a:pt x="61022" y="260829"/>
                  <a:pt x="60565" y="259087"/>
                  <a:pt x="59560" y="257659"/>
                </a:cubicBezTo>
                <a:cubicBezTo>
                  <a:pt x="58443" y="255719"/>
                  <a:pt x="56483" y="254414"/>
                  <a:pt x="54264" y="254128"/>
                </a:cubicBezTo>
                <a:close/>
                <a:moveTo>
                  <a:pt x="311748" y="243978"/>
                </a:moveTo>
                <a:cubicBezTo>
                  <a:pt x="313338" y="243880"/>
                  <a:pt x="314920" y="244268"/>
                  <a:pt x="316284" y="245091"/>
                </a:cubicBezTo>
                <a:cubicBezTo>
                  <a:pt x="317751" y="245700"/>
                  <a:pt x="318983" y="246764"/>
                  <a:pt x="319797" y="248127"/>
                </a:cubicBezTo>
                <a:cubicBezTo>
                  <a:pt x="319945" y="248452"/>
                  <a:pt x="320051" y="248796"/>
                  <a:pt x="320110" y="249147"/>
                </a:cubicBezTo>
                <a:cubicBezTo>
                  <a:pt x="320473" y="251341"/>
                  <a:pt x="318989" y="253412"/>
                  <a:pt x="316796" y="253776"/>
                </a:cubicBezTo>
                <a:cubicBezTo>
                  <a:pt x="315234" y="253896"/>
                  <a:pt x="313672" y="253525"/>
                  <a:pt x="312330" y="252716"/>
                </a:cubicBezTo>
                <a:cubicBezTo>
                  <a:pt x="310856" y="252060"/>
                  <a:pt x="309624" y="250962"/>
                  <a:pt x="308799" y="249574"/>
                </a:cubicBezTo>
                <a:cubicBezTo>
                  <a:pt x="308199" y="248475"/>
                  <a:pt x="308199" y="247144"/>
                  <a:pt x="308799" y="246044"/>
                </a:cubicBezTo>
                <a:cubicBezTo>
                  <a:pt x="309363" y="244895"/>
                  <a:pt x="310475" y="244114"/>
                  <a:pt x="311748" y="243978"/>
                </a:cubicBezTo>
                <a:close/>
                <a:moveTo>
                  <a:pt x="310970" y="240836"/>
                </a:moveTo>
                <a:cubicBezTo>
                  <a:pt x="310711" y="240899"/>
                  <a:pt x="310455" y="240979"/>
                  <a:pt x="310204" y="241069"/>
                </a:cubicBezTo>
                <a:cubicBezTo>
                  <a:pt x="306273" y="242498"/>
                  <a:pt x="304245" y="246843"/>
                  <a:pt x="305674" y="250774"/>
                </a:cubicBezTo>
                <a:cubicBezTo>
                  <a:pt x="306696" y="252982"/>
                  <a:pt x="308465" y="254758"/>
                  <a:pt x="310670" y="255787"/>
                </a:cubicBezTo>
                <a:cubicBezTo>
                  <a:pt x="312725" y="257021"/>
                  <a:pt x="315157" y="257473"/>
                  <a:pt x="317519" y="257058"/>
                </a:cubicBezTo>
                <a:cubicBezTo>
                  <a:pt x="319622" y="256607"/>
                  <a:pt x="321396" y="255205"/>
                  <a:pt x="322321" y="253263"/>
                </a:cubicBezTo>
                <a:lnTo>
                  <a:pt x="322286" y="253228"/>
                </a:lnTo>
                <a:cubicBezTo>
                  <a:pt x="323376" y="251383"/>
                  <a:pt x="323572" y="249143"/>
                  <a:pt x="322815" y="247138"/>
                </a:cubicBezTo>
                <a:cubicBezTo>
                  <a:pt x="321839" y="244947"/>
                  <a:pt x="320102" y="243183"/>
                  <a:pt x="317925" y="242177"/>
                </a:cubicBezTo>
                <a:cubicBezTo>
                  <a:pt x="315841" y="240915"/>
                  <a:pt x="313374" y="240440"/>
                  <a:pt x="310970" y="240836"/>
                </a:cubicBezTo>
                <a:close/>
                <a:moveTo>
                  <a:pt x="47097" y="235310"/>
                </a:moveTo>
                <a:lnTo>
                  <a:pt x="31298" y="242689"/>
                </a:lnTo>
                <a:lnTo>
                  <a:pt x="31951" y="244101"/>
                </a:lnTo>
                <a:lnTo>
                  <a:pt x="32622" y="245514"/>
                </a:lnTo>
                <a:lnTo>
                  <a:pt x="44008" y="240218"/>
                </a:lnTo>
                <a:lnTo>
                  <a:pt x="35411" y="251533"/>
                </a:lnTo>
                <a:lnTo>
                  <a:pt x="36117" y="253034"/>
                </a:lnTo>
                <a:lnTo>
                  <a:pt x="36824" y="254516"/>
                </a:lnTo>
                <a:lnTo>
                  <a:pt x="52623" y="247155"/>
                </a:lnTo>
                <a:lnTo>
                  <a:pt x="51952" y="245725"/>
                </a:lnTo>
                <a:lnTo>
                  <a:pt x="51299" y="244313"/>
                </a:lnTo>
                <a:lnTo>
                  <a:pt x="40213" y="249485"/>
                </a:lnTo>
                <a:lnTo>
                  <a:pt x="48580" y="238505"/>
                </a:lnTo>
                <a:lnTo>
                  <a:pt x="47839" y="236917"/>
                </a:lnTo>
                <a:close/>
                <a:moveTo>
                  <a:pt x="329064" y="228161"/>
                </a:moveTo>
                <a:lnTo>
                  <a:pt x="326204" y="235610"/>
                </a:lnTo>
                <a:lnTo>
                  <a:pt x="312824" y="230474"/>
                </a:lnTo>
                <a:lnTo>
                  <a:pt x="312223" y="232045"/>
                </a:lnTo>
                <a:lnTo>
                  <a:pt x="311623" y="233598"/>
                </a:lnTo>
                <a:lnTo>
                  <a:pt x="327934" y="239865"/>
                </a:lnTo>
                <a:lnTo>
                  <a:pt x="331959" y="229273"/>
                </a:lnTo>
                <a:lnTo>
                  <a:pt x="330512" y="228726"/>
                </a:lnTo>
                <a:close/>
                <a:moveTo>
                  <a:pt x="44026" y="227561"/>
                </a:moveTo>
                <a:lnTo>
                  <a:pt x="27750" y="233810"/>
                </a:lnTo>
                <a:lnTo>
                  <a:pt x="28350" y="235381"/>
                </a:lnTo>
                <a:lnTo>
                  <a:pt x="28950" y="236934"/>
                </a:lnTo>
                <a:lnTo>
                  <a:pt x="45226" y="230685"/>
                </a:lnTo>
                <a:lnTo>
                  <a:pt x="44626" y="229132"/>
                </a:lnTo>
                <a:close/>
                <a:moveTo>
                  <a:pt x="29109" y="215681"/>
                </a:moveTo>
                <a:lnTo>
                  <a:pt x="28103" y="215945"/>
                </a:lnTo>
                <a:cubicBezTo>
                  <a:pt x="26472" y="216198"/>
                  <a:pt x="24989" y="217040"/>
                  <a:pt x="23937" y="218311"/>
                </a:cubicBezTo>
                <a:cubicBezTo>
                  <a:pt x="23176" y="219592"/>
                  <a:pt x="23028" y="221146"/>
                  <a:pt x="23531" y="222547"/>
                </a:cubicBezTo>
                <a:cubicBezTo>
                  <a:pt x="23799" y="223944"/>
                  <a:pt x="24638" y="225165"/>
                  <a:pt x="25844" y="225919"/>
                </a:cubicBezTo>
                <a:lnTo>
                  <a:pt x="25844" y="225884"/>
                </a:lnTo>
                <a:cubicBezTo>
                  <a:pt x="27157" y="226533"/>
                  <a:pt x="28675" y="226636"/>
                  <a:pt x="30063" y="226166"/>
                </a:cubicBezTo>
                <a:lnTo>
                  <a:pt x="42172" y="222918"/>
                </a:lnTo>
                <a:lnTo>
                  <a:pt x="41731" y="221294"/>
                </a:lnTo>
                <a:lnTo>
                  <a:pt x="41307" y="219688"/>
                </a:lnTo>
                <a:lnTo>
                  <a:pt x="29198" y="222936"/>
                </a:lnTo>
                <a:cubicBezTo>
                  <a:pt x="28583" y="223130"/>
                  <a:pt x="27923" y="223130"/>
                  <a:pt x="27309" y="222936"/>
                </a:cubicBezTo>
                <a:cubicBezTo>
                  <a:pt x="27247" y="222899"/>
                  <a:pt x="27187" y="222856"/>
                  <a:pt x="27129" y="222812"/>
                </a:cubicBezTo>
                <a:cubicBezTo>
                  <a:pt x="26262" y="222149"/>
                  <a:pt x="26098" y="220908"/>
                  <a:pt x="26761" y="220041"/>
                </a:cubicBezTo>
                <a:cubicBezTo>
                  <a:pt x="27372" y="219509"/>
                  <a:pt x="28117" y="219156"/>
                  <a:pt x="28915" y="219017"/>
                </a:cubicBezTo>
                <a:lnTo>
                  <a:pt x="29921" y="218752"/>
                </a:lnTo>
                <a:close/>
                <a:moveTo>
                  <a:pt x="686594" y="212091"/>
                </a:moveTo>
                <a:lnTo>
                  <a:pt x="686532" y="212214"/>
                </a:lnTo>
                <a:lnTo>
                  <a:pt x="686542" y="212147"/>
                </a:lnTo>
                <a:close/>
                <a:moveTo>
                  <a:pt x="323539" y="210067"/>
                </a:moveTo>
                <a:cubicBezTo>
                  <a:pt x="325063" y="209594"/>
                  <a:pt x="326694" y="209594"/>
                  <a:pt x="328217" y="210067"/>
                </a:cubicBezTo>
                <a:cubicBezTo>
                  <a:pt x="329758" y="210360"/>
                  <a:pt x="331165" y="211133"/>
                  <a:pt x="332242" y="212274"/>
                </a:cubicBezTo>
                <a:cubicBezTo>
                  <a:pt x="332464" y="212553"/>
                  <a:pt x="332650" y="212862"/>
                  <a:pt x="332793" y="213190"/>
                </a:cubicBezTo>
                <a:cubicBezTo>
                  <a:pt x="333679" y="215238"/>
                  <a:pt x="332738" y="217619"/>
                  <a:pt x="330689" y="218505"/>
                </a:cubicBezTo>
                <a:cubicBezTo>
                  <a:pt x="329195" y="218980"/>
                  <a:pt x="327592" y="218980"/>
                  <a:pt x="326099" y="218505"/>
                </a:cubicBezTo>
                <a:cubicBezTo>
                  <a:pt x="324531" y="218207"/>
                  <a:pt x="323094" y="217430"/>
                  <a:pt x="321986" y="216281"/>
                </a:cubicBezTo>
                <a:cubicBezTo>
                  <a:pt x="321716" y="215960"/>
                  <a:pt x="321499" y="215599"/>
                  <a:pt x="321343" y="215209"/>
                </a:cubicBezTo>
                <a:cubicBezTo>
                  <a:pt x="320529" y="213183"/>
                  <a:pt x="321513" y="210881"/>
                  <a:pt x="323539" y="210067"/>
                </a:cubicBezTo>
                <a:close/>
                <a:moveTo>
                  <a:pt x="328994" y="206819"/>
                </a:moveTo>
                <a:cubicBezTo>
                  <a:pt x="326669" y="206104"/>
                  <a:pt x="324166" y="206242"/>
                  <a:pt x="321932" y="207207"/>
                </a:cubicBezTo>
                <a:cubicBezTo>
                  <a:pt x="321694" y="207334"/>
                  <a:pt x="321461" y="207474"/>
                  <a:pt x="321237" y="207626"/>
                </a:cubicBezTo>
                <a:cubicBezTo>
                  <a:pt x="317781" y="209963"/>
                  <a:pt x="316875" y="214660"/>
                  <a:pt x="319214" y="218117"/>
                </a:cubicBezTo>
                <a:cubicBezTo>
                  <a:pt x="320746" y="220013"/>
                  <a:pt x="322896" y="221312"/>
                  <a:pt x="325287" y="221788"/>
                </a:cubicBezTo>
                <a:cubicBezTo>
                  <a:pt x="327581" y="222487"/>
                  <a:pt x="330049" y="222337"/>
                  <a:pt x="332242" y="221365"/>
                </a:cubicBezTo>
                <a:cubicBezTo>
                  <a:pt x="334157" y="220397"/>
                  <a:pt x="335527" y="218611"/>
                  <a:pt x="335966" y="216510"/>
                </a:cubicBezTo>
                <a:cubicBezTo>
                  <a:pt x="336582" y="214443"/>
                  <a:pt x="336205" y="212205"/>
                  <a:pt x="334942" y="210455"/>
                </a:cubicBezTo>
                <a:cubicBezTo>
                  <a:pt x="333465" y="208563"/>
                  <a:pt x="331352" y="207269"/>
                  <a:pt x="328994" y="206819"/>
                </a:cubicBezTo>
                <a:close/>
                <a:moveTo>
                  <a:pt x="38006" y="205672"/>
                </a:moveTo>
                <a:lnTo>
                  <a:pt x="20901" y="209008"/>
                </a:lnTo>
                <a:lnTo>
                  <a:pt x="21219" y="210650"/>
                </a:lnTo>
                <a:lnTo>
                  <a:pt x="21536" y="212291"/>
                </a:lnTo>
                <a:lnTo>
                  <a:pt x="38642" y="208973"/>
                </a:lnTo>
                <a:lnTo>
                  <a:pt x="38324" y="207313"/>
                </a:lnTo>
                <a:close/>
                <a:moveTo>
                  <a:pt x="75148" y="205495"/>
                </a:moveTo>
                <a:cubicBezTo>
                  <a:pt x="81692" y="207096"/>
                  <a:pt x="88360" y="208154"/>
                  <a:pt x="95078" y="208655"/>
                </a:cubicBezTo>
                <a:cubicBezTo>
                  <a:pt x="107965" y="209167"/>
                  <a:pt x="126218" y="208073"/>
                  <a:pt x="142917" y="208267"/>
                </a:cubicBezTo>
                <a:cubicBezTo>
                  <a:pt x="145583" y="208761"/>
                  <a:pt x="147983" y="209167"/>
                  <a:pt x="149855" y="209397"/>
                </a:cubicBezTo>
                <a:cubicBezTo>
                  <a:pt x="154338" y="210014"/>
                  <a:pt x="161806" y="210809"/>
                  <a:pt x="165089" y="211162"/>
                </a:cubicBezTo>
                <a:lnTo>
                  <a:pt x="160411" y="230068"/>
                </a:lnTo>
                <a:lnTo>
                  <a:pt x="179140" y="233245"/>
                </a:lnTo>
                <a:lnTo>
                  <a:pt x="197852" y="230068"/>
                </a:lnTo>
                <a:lnTo>
                  <a:pt x="193174" y="211179"/>
                </a:lnTo>
                <a:cubicBezTo>
                  <a:pt x="196458" y="210791"/>
                  <a:pt x="203925" y="209997"/>
                  <a:pt x="208409" y="209414"/>
                </a:cubicBezTo>
                <a:cubicBezTo>
                  <a:pt x="210280" y="209185"/>
                  <a:pt x="212681" y="208779"/>
                  <a:pt x="215364" y="208284"/>
                </a:cubicBezTo>
                <a:cubicBezTo>
                  <a:pt x="232063" y="208090"/>
                  <a:pt x="250298" y="209185"/>
                  <a:pt x="263203" y="208673"/>
                </a:cubicBezTo>
                <a:lnTo>
                  <a:pt x="263273" y="208655"/>
                </a:lnTo>
                <a:cubicBezTo>
                  <a:pt x="269987" y="208152"/>
                  <a:pt x="276647" y="207096"/>
                  <a:pt x="283185" y="205495"/>
                </a:cubicBezTo>
                <a:cubicBezTo>
                  <a:pt x="283185" y="205495"/>
                  <a:pt x="277342" y="214887"/>
                  <a:pt x="270652" y="219476"/>
                </a:cubicBezTo>
                <a:cubicBezTo>
                  <a:pt x="244876" y="226927"/>
                  <a:pt x="218418" y="231777"/>
                  <a:pt x="191674" y="233951"/>
                </a:cubicBezTo>
                <a:lnTo>
                  <a:pt x="196740" y="254217"/>
                </a:lnTo>
                <a:lnTo>
                  <a:pt x="179087" y="258030"/>
                </a:lnTo>
                <a:lnTo>
                  <a:pt x="161435" y="254217"/>
                </a:lnTo>
                <a:lnTo>
                  <a:pt x="166501" y="233951"/>
                </a:lnTo>
                <a:cubicBezTo>
                  <a:pt x="139810" y="231766"/>
                  <a:pt x="113407" y="226917"/>
                  <a:pt x="87682" y="219476"/>
                </a:cubicBezTo>
                <a:cubicBezTo>
                  <a:pt x="80991" y="214887"/>
                  <a:pt x="75148" y="205495"/>
                  <a:pt x="75148" y="205495"/>
                </a:cubicBezTo>
                <a:close/>
                <a:moveTo>
                  <a:pt x="664993" y="195782"/>
                </a:moveTo>
                <a:cubicBezTo>
                  <a:pt x="669363" y="195782"/>
                  <a:pt x="669609" y="203475"/>
                  <a:pt x="671147" y="203475"/>
                </a:cubicBezTo>
                <a:cubicBezTo>
                  <a:pt x="673393" y="203293"/>
                  <a:pt x="675596" y="202753"/>
                  <a:pt x="677670" y="201875"/>
                </a:cubicBezTo>
                <a:cubicBezTo>
                  <a:pt x="680191" y="201726"/>
                  <a:pt x="682719" y="201726"/>
                  <a:pt x="685240" y="201875"/>
                </a:cubicBezTo>
                <a:cubicBezTo>
                  <a:pt x="686471" y="201875"/>
                  <a:pt x="687887" y="202121"/>
                  <a:pt x="687887" y="203106"/>
                </a:cubicBezTo>
                <a:cubicBezTo>
                  <a:pt x="688135" y="204571"/>
                  <a:pt x="687920" y="206077"/>
                  <a:pt x="687271" y="207414"/>
                </a:cubicBezTo>
                <a:lnTo>
                  <a:pt x="686542" y="212147"/>
                </a:lnTo>
                <a:lnTo>
                  <a:pt x="683271" y="215722"/>
                </a:lnTo>
                <a:cubicBezTo>
                  <a:pt x="682779" y="216522"/>
                  <a:pt x="680378" y="217076"/>
                  <a:pt x="679886" y="218245"/>
                </a:cubicBezTo>
                <a:cubicBezTo>
                  <a:pt x="678778" y="221014"/>
                  <a:pt x="678778" y="223538"/>
                  <a:pt x="677486" y="225076"/>
                </a:cubicBezTo>
                <a:cubicBezTo>
                  <a:pt x="676193" y="226615"/>
                  <a:pt x="674716" y="227046"/>
                  <a:pt x="672686" y="228338"/>
                </a:cubicBezTo>
                <a:cubicBezTo>
                  <a:pt x="670655" y="229631"/>
                  <a:pt x="668501" y="228461"/>
                  <a:pt x="667147" y="228830"/>
                </a:cubicBezTo>
                <a:cubicBezTo>
                  <a:pt x="664858" y="230186"/>
                  <a:pt x="662394" y="231222"/>
                  <a:pt x="659823" y="231908"/>
                </a:cubicBezTo>
                <a:cubicBezTo>
                  <a:pt x="655331" y="231908"/>
                  <a:pt x="651084" y="229876"/>
                  <a:pt x="651084" y="224707"/>
                </a:cubicBezTo>
                <a:cubicBezTo>
                  <a:pt x="651084" y="223477"/>
                  <a:pt x="652007" y="220522"/>
                  <a:pt x="652007" y="219291"/>
                </a:cubicBezTo>
                <a:cubicBezTo>
                  <a:pt x="652007" y="218060"/>
                  <a:pt x="650715" y="216214"/>
                  <a:pt x="650715" y="214983"/>
                </a:cubicBezTo>
                <a:cubicBezTo>
                  <a:pt x="650715" y="213753"/>
                  <a:pt x="652992" y="211414"/>
                  <a:pt x="653362" y="209937"/>
                </a:cubicBezTo>
                <a:cubicBezTo>
                  <a:pt x="654087" y="205400"/>
                  <a:pt x="656479" y="201296"/>
                  <a:pt x="660070" y="198429"/>
                </a:cubicBezTo>
                <a:cubicBezTo>
                  <a:pt x="661731" y="197567"/>
                  <a:pt x="663762" y="195782"/>
                  <a:pt x="664993" y="195782"/>
                </a:cubicBezTo>
                <a:close/>
                <a:moveTo>
                  <a:pt x="35976" y="189166"/>
                </a:moveTo>
                <a:lnTo>
                  <a:pt x="18677" y="191302"/>
                </a:lnTo>
                <a:lnTo>
                  <a:pt x="20159" y="203447"/>
                </a:lnTo>
                <a:lnTo>
                  <a:pt x="21695" y="203271"/>
                </a:lnTo>
                <a:lnTo>
                  <a:pt x="23231" y="203077"/>
                </a:lnTo>
                <a:lnTo>
                  <a:pt x="22154" y="194250"/>
                </a:lnTo>
                <a:lnTo>
                  <a:pt x="26656" y="193685"/>
                </a:lnTo>
                <a:lnTo>
                  <a:pt x="27609" y="201470"/>
                </a:lnTo>
                <a:lnTo>
                  <a:pt x="29109" y="201294"/>
                </a:lnTo>
                <a:lnTo>
                  <a:pt x="30592" y="201117"/>
                </a:lnTo>
                <a:lnTo>
                  <a:pt x="29639" y="193332"/>
                </a:lnTo>
                <a:lnTo>
                  <a:pt x="33311" y="192873"/>
                </a:lnTo>
                <a:lnTo>
                  <a:pt x="34335" y="201258"/>
                </a:lnTo>
                <a:lnTo>
                  <a:pt x="35888" y="201082"/>
                </a:lnTo>
                <a:lnTo>
                  <a:pt x="37406" y="200888"/>
                </a:lnTo>
                <a:close/>
                <a:moveTo>
                  <a:pt x="327723" y="186218"/>
                </a:moveTo>
                <a:cubicBezTo>
                  <a:pt x="326060" y="186194"/>
                  <a:pt x="324453" y="186829"/>
                  <a:pt x="323256" y="187984"/>
                </a:cubicBezTo>
                <a:cubicBezTo>
                  <a:pt x="320591" y="191011"/>
                  <a:pt x="320591" y="195548"/>
                  <a:pt x="323256" y="198575"/>
                </a:cubicBezTo>
                <a:cubicBezTo>
                  <a:pt x="327009" y="201731"/>
                  <a:pt x="332326" y="202231"/>
                  <a:pt x="336602" y="199828"/>
                </a:cubicBezTo>
                <a:cubicBezTo>
                  <a:pt x="338349" y="198616"/>
                  <a:pt x="339433" y="196658"/>
                  <a:pt x="339532" y="194533"/>
                </a:cubicBezTo>
                <a:cubicBezTo>
                  <a:pt x="339733" y="192690"/>
                  <a:pt x="338957" y="190875"/>
                  <a:pt x="337484" y="189749"/>
                </a:cubicBezTo>
                <a:lnTo>
                  <a:pt x="337220" y="189608"/>
                </a:lnTo>
                <a:lnTo>
                  <a:pt x="339497" y="189466"/>
                </a:lnTo>
                <a:lnTo>
                  <a:pt x="339656" y="187260"/>
                </a:lnTo>
                <a:lnTo>
                  <a:pt x="330282" y="186448"/>
                </a:lnTo>
                <a:lnTo>
                  <a:pt x="329700" y="193138"/>
                </a:lnTo>
                <a:lnTo>
                  <a:pt x="332701" y="193403"/>
                </a:lnTo>
                <a:lnTo>
                  <a:pt x="333018" y="189625"/>
                </a:lnTo>
                <a:cubicBezTo>
                  <a:pt x="333767" y="189848"/>
                  <a:pt x="334466" y="190208"/>
                  <a:pt x="335084" y="190684"/>
                </a:cubicBezTo>
                <a:cubicBezTo>
                  <a:pt x="336048" y="191435"/>
                  <a:pt x="336554" y="192630"/>
                  <a:pt x="336425" y="193844"/>
                </a:cubicBezTo>
                <a:cubicBezTo>
                  <a:pt x="336406" y="195170"/>
                  <a:pt x="335749" y="196406"/>
                  <a:pt x="334660" y="197163"/>
                </a:cubicBezTo>
                <a:cubicBezTo>
                  <a:pt x="333250" y="197913"/>
                  <a:pt x="331633" y="198187"/>
                  <a:pt x="330053" y="197940"/>
                </a:cubicBezTo>
                <a:cubicBezTo>
                  <a:pt x="328439" y="197892"/>
                  <a:pt x="326884" y="197322"/>
                  <a:pt x="325622" y="196316"/>
                </a:cubicBezTo>
                <a:cubicBezTo>
                  <a:pt x="324619" y="195433"/>
                  <a:pt x="324116" y="194111"/>
                  <a:pt x="324280" y="192785"/>
                </a:cubicBezTo>
                <a:cubicBezTo>
                  <a:pt x="324351" y="191934"/>
                  <a:pt x="324727" y="191138"/>
                  <a:pt x="325339" y="190543"/>
                </a:cubicBezTo>
                <a:cubicBezTo>
                  <a:pt x="325880" y="189947"/>
                  <a:pt x="326637" y="189592"/>
                  <a:pt x="327440" y="189555"/>
                </a:cubicBezTo>
                <a:close/>
                <a:moveTo>
                  <a:pt x="86604" y="180799"/>
                </a:moveTo>
                <a:cubicBezTo>
                  <a:pt x="90251" y="181479"/>
                  <a:pt x="93946" y="181880"/>
                  <a:pt x="97655" y="182000"/>
                </a:cubicBezTo>
                <a:cubicBezTo>
                  <a:pt x="100285" y="182106"/>
                  <a:pt x="103533" y="182000"/>
                  <a:pt x="107240" y="182000"/>
                </a:cubicBezTo>
                <a:cubicBezTo>
                  <a:pt x="110541" y="181894"/>
                  <a:pt x="114284" y="181894"/>
                  <a:pt x="118220" y="181894"/>
                </a:cubicBezTo>
                <a:cubicBezTo>
                  <a:pt x="122792" y="181894"/>
                  <a:pt x="128565" y="181947"/>
                  <a:pt x="134796" y="182317"/>
                </a:cubicBezTo>
                <a:cubicBezTo>
                  <a:pt x="140678" y="184074"/>
                  <a:pt x="146661" y="185465"/>
                  <a:pt x="152714" y="186483"/>
                </a:cubicBezTo>
                <a:cubicBezTo>
                  <a:pt x="156906" y="187078"/>
                  <a:pt x="161136" y="187368"/>
                  <a:pt x="165371" y="187348"/>
                </a:cubicBezTo>
                <a:lnTo>
                  <a:pt x="161099" y="205513"/>
                </a:lnTo>
                <a:lnTo>
                  <a:pt x="178751" y="207596"/>
                </a:lnTo>
                <a:lnTo>
                  <a:pt x="178946" y="207596"/>
                </a:lnTo>
                <a:lnTo>
                  <a:pt x="179175" y="207596"/>
                </a:lnTo>
                <a:lnTo>
                  <a:pt x="196951" y="205478"/>
                </a:lnTo>
                <a:lnTo>
                  <a:pt x="192680" y="187313"/>
                </a:lnTo>
                <a:cubicBezTo>
                  <a:pt x="196914" y="187333"/>
                  <a:pt x="201144" y="187043"/>
                  <a:pt x="205336" y="186448"/>
                </a:cubicBezTo>
                <a:cubicBezTo>
                  <a:pt x="211413" y="185451"/>
                  <a:pt x="217420" y="184076"/>
                  <a:pt x="223325" y="182335"/>
                </a:cubicBezTo>
                <a:cubicBezTo>
                  <a:pt x="229556" y="181911"/>
                  <a:pt x="235328" y="181911"/>
                  <a:pt x="239901" y="181911"/>
                </a:cubicBezTo>
                <a:cubicBezTo>
                  <a:pt x="243819" y="181911"/>
                  <a:pt x="247579" y="182017"/>
                  <a:pt x="250880" y="182017"/>
                </a:cubicBezTo>
                <a:cubicBezTo>
                  <a:pt x="254605" y="182017"/>
                  <a:pt x="257853" y="182017"/>
                  <a:pt x="260466" y="182017"/>
                </a:cubicBezTo>
                <a:lnTo>
                  <a:pt x="260466" y="182000"/>
                </a:lnTo>
                <a:cubicBezTo>
                  <a:pt x="264175" y="181880"/>
                  <a:pt x="267869" y="181479"/>
                  <a:pt x="271516" y="180799"/>
                </a:cubicBezTo>
                <a:cubicBezTo>
                  <a:pt x="268523" y="184782"/>
                  <a:pt x="264953" y="188298"/>
                  <a:pt x="260925" y="191232"/>
                </a:cubicBezTo>
                <a:cubicBezTo>
                  <a:pt x="256005" y="194035"/>
                  <a:pt x="250849" y="196397"/>
                  <a:pt x="245514" y="198293"/>
                </a:cubicBezTo>
                <a:cubicBezTo>
                  <a:pt x="233164" y="201861"/>
                  <a:pt x="220599" y="204637"/>
                  <a:pt x="207896" y="206608"/>
                </a:cubicBezTo>
                <a:cubicBezTo>
                  <a:pt x="202106" y="207349"/>
                  <a:pt x="191214" y="208496"/>
                  <a:pt x="191108" y="208496"/>
                </a:cubicBezTo>
                <a:lnTo>
                  <a:pt x="189484" y="208655"/>
                </a:lnTo>
                <a:lnTo>
                  <a:pt x="194198" y="227773"/>
                </a:lnTo>
                <a:lnTo>
                  <a:pt x="178999" y="230350"/>
                </a:lnTo>
                <a:lnTo>
                  <a:pt x="163782" y="227773"/>
                </a:lnTo>
                <a:lnTo>
                  <a:pt x="168513" y="208655"/>
                </a:lnTo>
                <a:lnTo>
                  <a:pt x="166871" y="208496"/>
                </a:lnTo>
                <a:cubicBezTo>
                  <a:pt x="166765" y="208479"/>
                  <a:pt x="155874" y="207349"/>
                  <a:pt x="150084" y="206608"/>
                </a:cubicBezTo>
                <a:cubicBezTo>
                  <a:pt x="137428" y="204629"/>
                  <a:pt x="124911" y="201852"/>
                  <a:pt x="112607" y="198293"/>
                </a:cubicBezTo>
                <a:cubicBezTo>
                  <a:pt x="107272" y="196397"/>
                  <a:pt x="102116" y="194035"/>
                  <a:pt x="97196" y="191232"/>
                </a:cubicBezTo>
                <a:cubicBezTo>
                  <a:pt x="93168" y="188298"/>
                  <a:pt x="89598" y="184782"/>
                  <a:pt x="86604" y="180799"/>
                </a:cubicBezTo>
                <a:close/>
                <a:moveTo>
                  <a:pt x="747091" y="180642"/>
                </a:moveTo>
                <a:cubicBezTo>
                  <a:pt x="748691" y="180396"/>
                  <a:pt x="749491" y="182181"/>
                  <a:pt x="752015" y="181750"/>
                </a:cubicBezTo>
                <a:cubicBezTo>
                  <a:pt x="752815" y="181689"/>
                  <a:pt x="755830" y="184335"/>
                  <a:pt x="756999" y="184335"/>
                </a:cubicBezTo>
                <a:cubicBezTo>
                  <a:pt x="758617" y="184800"/>
                  <a:pt x="760310" y="184947"/>
                  <a:pt x="761984" y="184766"/>
                </a:cubicBezTo>
                <a:cubicBezTo>
                  <a:pt x="763461" y="184581"/>
                  <a:pt x="765738" y="186304"/>
                  <a:pt x="766908" y="186304"/>
                </a:cubicBezTo>
                <a:cubicBezTo>
                  <a:pt x="768339" y="186199"/>
                  <a:pt x="769760" y="185973"/>
                  <a:pt x="771154" y="185628"/>
                </a:cubicBezTo>
                <a:cubicBezTo>
                  <a:pt x="773677" y="185135"/>
                  <a:pt x="779340" y="191966"/>
                  <a:pt x="781247" y="194551"/>
                </a:cubicBezTo>
                <a:lnTo>
                  <a:pt x="780693" y="194674"/>
                </a:lnTo>
                <a:cubicBezTo>
                  <a:pt x="781713" y="195868"/>
                  <a:pt x="782600" y="197168"/>
                  <a:pt x="783340" y="198552"/>
                </a:cubicBezTo>
                <a:cubicBezTo>
                  <a:pt x="783699" y="200215"/>
                  <a:pt x="783699" y="201935"/>
                  <a:pt x="783340" y="203598"/>
                </a:cubicBezTo>
                <a:cubicBezTo>
                  <a:pt x="782478" y="206306"/>
                  <a:pt x="780878" y="207045"/>
                  <a:pt x="779770" y="208276"/>
                </a:cubicBezTo>
                <a:cubicBezTo>
                  <a:pt x="778662" y="209506"/>
                  <a:pt x="778232" y="212461"/>
                  <a:pt x="777001" y="213938"/>
                </a:cubicBezTo>
                <a:cubicBezTo>
                  <a:pt x="776052" y="215322"/>
                  <a:pt x="774959" y="216601"/>
                  <a:pt x="773739" y="217753"/>
                </a:cubicBezTo>
                <a:cubicBezTo>
                  <a:pt x="772042" y="218918"/>
                  <a:pt x="770109" y="219696"/>
                  <a:pt x="768077" y="220030"/>
                </a:cubicBezTo>
                <a:cubicBezTo>
                  <a:pt x="766723" y="220030"/>
                  <a:pt x="764631" y="219661"/>
                  <a:pt x="763276" y="220030"/>
                </a:cubicBezTo>
                <a:cubicBezTo>
                  <a:pt x="760938" y="220646"/>
                  <a:pt x="759892" y="222430"/>
                  <a:pt x="758230" y="222430"/>
                </a:cubicBezTo>
                <a:cubicBezTo>
                  <a:pt x="756569" y="222430"/>
                  <a:pt x="754907" y="220892"/>
                  <a:pt x="754292" y="218245"/>
                </a:cubicBezTo>
                <a:cubicBezTo>
                  <a:pt x="754292" y="216892"/>
                  <a:pt x="754968" y="214368"/>
                  <a:pt x="754292" y="212707"/>
                </a:cubicBezTo>
                <a:cubicBezTo>
                  <a:pt x="752799" y="210303"/>
                  <a:pt x="751443" y="207816"/>
                  <a:pt x="750229" y="205260"/>
                </a:cubicBezTo>
                <a:cubicBezTo>
                  <a:pt x="750107" y="202244"/>
                  <a:pt x="746968" y="200767"/>
                  <a:pt x="746968" y="198798"/>
                </a:cubicBezTo>
                <a:cubicBezTo>
                  <a:pt x="746977" y="196271"/>
                  <a:pt x="746319" y="193788"/>
                  <a:pt x="745060" y="191597"/>
                </a:cubicBezTo>
                <a:cubicBezTo>
                  <a:pt x="744626" y="190125"/>
                  <a:pt x="744758" y="188546"/>
                  <a:pt x="745429" y="187166"/>
                </a:cubicBezTo>
                <a:cubicBezTo>
                  <a:pt x="746414" y="185812"/>
                  <a:pt x="745060" y="182181"/>
                  <a:pt x="747091" y="180642"/>
                </a:cubicBezTo>
                <a:close/>
                <a:moveTo>
                  <a:pt x="28845" y="174338"/>
                </a:moveTo>
                <a:lnTo>
                  <a:pt x="32676" y="174338"/>
                </a:lnTo>
                <a:lnTo>
                  <a:pt x="32676" y="178045"/>
                </a:lnTo>
                <a:cubicBezTo>
                  <a:pt x="32711" y="178730"/>
                  <a:pt x="32545" y="179412"/>
                  <a:pt x="32199" y="180005"/>
                </a:cubicBezTo>
                <a:cubicBezTo>
                  <a:pt x="31897" y="180441"/>
                  <a:pt x="31387" y="180684"/>
                  <a:pt x="30858" y="180640"/>
                </a:cubicBezTo>
                <a:cubicBezTo>
                  <a:pt x="30284" y="180688"/>
                  <a:pt x="29719" y="180474"/>
                  <a:pt x="29322" y="180058"/>
                </a:cubicBezTo>
                <a:cubicBezTo>
                  <a:pt x="28948" y="179503"/>
                  <a:pt x="28780" y="178834"/>
                  <a:pt x="28845" y="178169"/>
                </a:cubicBezTo>
                <a:close/>
                <a:moveTo>
                  <a:pt x="21272" y="174109"/>
                </a:moveTo>
                <a:lnTo>
                  <a:pt x="25914" y="174198"/>
                </a:lnTo>
                <a:lnTo>
                  <a:pt x="25914" y="178187"/>
                </a:lnTo>
                <a:cubicBezTo>
                  <a:pt x="25950" y="178902"/>
                  <a:pt x="25750" y="179608"/>
                  <a:pt x="25350" y="180200"/>
                </a:cubicBezTo>
                <a:cubicBezTo>
                  <a:pt x="24933" y="180659"/>
                  <a:pt x="24324" y="180895"/>
                  <a:pt x="23708" y="180835"/>
                </a:cubicBezTo>
                <a:cubicBezTo>
                  <a:pt x="23021" y="180874"/>
                  <a:pt x="22349" y="180623"/>
                  <a:pt x="21854" y="180147"/>
                </a:cubicBezTo>
                <a:cubicBezTo>
                  <a:pt x="21410" y="179589"/>
                  <a:pt x="21201" y="178879"/>
                  <a:pt x="21272" y="178169"/>
                </a:cubicBezTo>
                <a:close/>
                <a:moveTo>
                  <a:pt x="18359" y="170843"/>
                </a:moveTo>
                <a:lnTo>
                  <a:pt x="18359" y="172449"/>
                </a:lnTo>
                <a:lnTo>
                  <a:pt x="18341" y="178116"/>
                </a:lnTo>
                <a:cubicBezTo>
                  <a:pt x="18193" y="179722"/>
                  <a:pt x="18661" y="181323"/>
                  <a:pt x="19647" y="182599"/>
                </a:cubicBezTo>
                <a:cubicBezTo>
                  <a:pt x="20707" y="183683"/>
                  <a:pt x="22177" y="184261"/>
                  <a:pt x="23690" y="184188"/>
                </a:cubicBezTo>
                <a:cubicBezTo>
                  <a:pt x="24989" y="184282"/>
                  <a:pt x="26253" y="183727"/>
                  <a:pt x="27062" y="182705"/>
                </a:cubicBezTo>
                <a:cubicBezTo>
                  <a:pt x="27300" y="182404"/>
                  <a:pt x="27496" y="182072"/>
                  <a:pt x="27644" y="181717"/>
                </a:cubicBezTo>
                <a:cubicBezTo>
                  <a:pt x="28331" y="183023"/>
                  <a:pt x="29701" y="183823"/>
                  <a:pt x="31175" y="183782"/>
                </a:cubicBezTo>
                <a:cubicBezTo>
                  <a:pt x="32394" y="183869"/>
                  <a:pt x="33591" y="183410"/>
                  <a:pt x="34440" y="182529"/>
                </a:cubicBezTo>
                <a:cubicBezTo>
                  <a:pt x="35282" y="181516"/>
                  <a:pt x="35717" y="180225"/>
                  <a:pt x="35658" y="178910"/>
                </a:cubicBezTo>
                <a:lnTo>
                  <a:pt x="35782" y="172749"/>
                </a:lnTo>
                <a:lnTo>
                  <a:pt x="35782" y="171161"/>
                </a:lnTo>
                <a:close/>
                <a:moveTo>
                  <a:pt x="322497" y="167736"/>
                </a:moveTo>
                <a:lnTo>
                  <a:pt x="322497" y="169642"/>
                </a:lnTo>
                <a:lnTo>
                  <a:pt x="322497" y="171531"/>
                </a:lnTo>
                <a:lnTo>
                  <a:pt x="330141" y="174391"/>
                </a:lnTo>
                <a:lnTo>
                  <a:pt x="322709" y="177922"/>
                </a:lnTo>
                <a:lnTo>
                  <a:pt x="322709" y="179916"/>
                </a:lnTo>
                <a:lnTo>
                  <a:pt x="322709" y="181911"/>
                </a:lnTo>
                <a:lnTo>
                  <a:pt x="333301" y="175927"/>
                </a:lnTo>
                <a:lnTo>
                  <a:pt x="339850" y="175697"/>
                </a:lnTo>
                <a:lnTo>
                  <a:pt x="339850" y="174020"/>
                </a:lnTo>
                <a:lnTo>
                  <a:pt x="339850" y="172361"/>
                </a:lnTo>
                <a:lnTo>
                  <a:pt x="333230" y="172590"/>
                </a:lnTo>
                <a:close/>
                <a:moveTo>
                  <a:pt x="260872" y="153279"/>
                </a:moveTo>
                <a:cubicBezTo>
                  <a:pt x="257975" y="157588"/>
                  <a:pt x="254460" y="161449"/>
                  <a:pt x="250439" y="164736"/>
                </a:cubicBezTo>
                <a:cubicBezTo>
                  <a:pt x="245772" y="168713"/>
                  <a:pt x="240601" y="172060"/>
                  <a:pt x="235064" y="174692"/>
                </a:cubicBezTo>
                <a:cubicBezTo>
                  <a:pt x="225401" y="178997"/>
                  <a:pt x="215208" y="181995"/>
                  <a:pt x="204754" y="183607"/>
                </a:cubicBezTo>
                <a:cubicBezTo>
                  <a:pt x="200420" y="184198"/>
                  <a:pt x="196048" y="184475"/>
                  <a:pt x="191673" y="184436"/>
                </a:cubicBezTo>
                <a:lnTo>
                  <a:pt x="188972" y="184436"/>
                </a:lnTo>
                <a:lnTo>
                  <a:pt x="193350" y="203025"/>
                </a:lnTo>
                <a:lnTo>
                  <a:pt x="179228" y="204790"/>
                </a:lnTo>
                <a:lnTo>
                  <a:pt x="179052" y="204790"/>
                </a:lnTo>
                <a:lnTo>
                  <a:pt x="178857" y="204790"/>
                </a:lnTo>
                <a:lnTo>
                  <a:pt x="164735" y="203025"/>
                </a:lnTo>
                <a:lnTo>
                  <a:pt x="169131" y="184472"/>
                </a:lnTo>
                <a:lnTo>
                  <a:pt x="166430" y="184472"/>
                </a:lnTo>
                <a:cubicBezTo>
                  <a:pt x="162056" y="184512"/>
                  <a:pt x="157683" y="184235"/>
                  <a:pt x="153349" y="183642"/>
                </a:cubicBezTo>
                <a:cubicBezTo>
                  <a:pt x="142894" y="182036"/>
                  <a:pt x="132701" y="179036"/>
                  <a:pt x="123040" y="174727"/>
                </a:cubicBezTo>
                <a:cubicBezTo>
                  <a:pt x="117486" y="172095"/>
                  <a:pt x="112305" y="168741"/>
                  <a:pt x="107629" y="164754"/>
                </a:cubicBezTo>
                <a:cubicBezTo>
                  <a:pt x="103614" y="161477"/>
                  <a:pt x="100110" y="157622"/>
                  <a:pt x="97231" y="153315"/>
                </a:cubicBezTo>
                <a:cubicBezTo>
                  <a:pt x="101080" y="153897"/>
                  <a:pt x="106746" y="154550"/>
                  <a:pt x="108141" y="154550"/>
                </a:cubicBezTo>
                <a:lnTo>
                  <a:pt x="112377" y="154744"/>
                </a:lnTo>
                <a:cubicBezTo>
                  <a:pt x="117514" y="154974"/>
                  <a:pt x="124187" y="155292"/>
                  <a:pt x="132290" y="155786"/>
                </a:cubicBezTo>
                <a:cubicBezTo>
                  <a:pt x="133013" y="156192"/>
                  <a:pt x="133755" y="156580"/>
                  <a:pt x="134514" y="156969"/>
                </a:cubicBezTo>
                <a:cubicBezTo>
                  <a:pt x="141580" y="160547"/>
                  <a:pt x="149173" y="162972"/>
                  <a:pt x="157003" y="164153"/>
                </a:cubicBezTo>
                <a:cubicBezTo>
                  <a:pt x="158336" y="164340"/>
                  <a:pt x="159681" y="164429"/>
                  <a:pt x="161028" y="164418"/>
                </a:cubicBezTo>
                <a:cubicBezTo>
                  <a:pt x="162882" y="164418"/>
                  <a:pt x="164665" y="164277"/>
                  <a:pt x="165971" y="164153"/>
                </a:cubicBezTo>
                <a:lnTo>
                  <a:pt x="162087" y="180306"/>
                </a:lnTo>
                <a:lnTo>
                  <a:pt x="179140" y="181382"/>
                </a:lnTo>
                <a:lnTo>
                  <a:pt x="196175" y="180306"/>
                </a:lnTo>
                <a:lnTo>
                  <a:pt x="192309" y="164153"/>
                </a:lnTo>
                <a:cubicBezTo>
                  <a:pt x="193597" y="164277"/>
                  <a:pt x="195469" y="164418"/>
                  <a:pt x="197234" y="164418"/>
                </a:cubicBezTo>
                <a:cubicBezTo>
                  <a:pt x="198581" y="164430"/>
                  <a:pt x="199926" y="164342"/>
                  <a:pt x="201259" y="164153"/>
                </a:cubicBezTo>
                <a:cubicBezTo>
                  <a:pt x="209095" y="162969"/>
                  <a:pt x="216692" y="160543"/>
                  <a:pt x="223766" y="156969"/>
                </a:cubicBezTo>
                <a:lnTo>
                  <a:pt x="225990" y="155786"/>
                </a:lnTo>
                <a:cubicBezTo>
                  <a:pt x="234093" y="155292"/>
                  <a:pt x="240748" y="154974"/>
                  <a:pt x="245902" y="154744"/>
                </a:cubicBezTo>
                <a:lnTo>
                  <a:pt x="250121" y="154550"/>
                </a:lnTo>
                <a:lnTo>
                  <a:pt x="249945" y="154515"/>
                </a:lnTo>
                <a:cubicBezTo>
                  <a:pt x="251357" y="154444"/>
                  <a:pt x="257006" y="153862"/>
                  <a:pt x="260872" y="153279"/>
                </a:cubicBezTo>
                <a:close/>
                <a:moveTo>
                  <a:pt x="729429" y="144949"/>
                </a:moveTo>
                <a:cubicBezTo>
                  <a:pt x="727884" y="144838"/>
                  <a:pt x="726334" y="145048"/>
                  <a:pt x="724874" y="145564"/>
                </a:cubicBezTo>
                <a:cubicBezTo>
                  <a:pt x="723089" y="146672"/>
                  <a:pt x="721366" y="146056"/>
                  <a:pt x="720197" y="147102"/>
                </a:cubicBezTo>
                <a:cubicBezTo>
                  <a:pt x="719129" y="147990"/>
                  <a:pt x="717950" y="148735"/>
                  <a:pt x="716689" y="149318"/>
                </a:cubicBezTo>
                <a:cubicBezTo>
                  <a:pt x="713566" y="150420"/>
                  <a:pt x="710522" y="151736"/>
                  <a:pt x="707581" y="153257"/>
                </a:cubicBezTo>
                <a:cubicBezTo>
                  <a:pt x="705825" y="154143"/>
                  <a:pt x="704744" y="155968"/>
                  <a:pt x="704811" y="157934"/>
                </a:cubicBezTo>
                <a:cubicBezTo>
                  <a:pt x="704875" y="160082"/>
                  <a:pt x="706602" y="161808"/>
                  <a:pt x="708750" y="161872"/>
                </a:cubicBezTo>
                <a:cubicBezTo>
                  <a:pt x="711169" y="161536"/>
                  <a:pt x="713518" y="160808"/>
                  <a:pt x="715704" y="159719"/>
                </a:cubicBezTo>
                <a:cubicBezTo>
                  <a:pt x="718043" y="158303"/>
                  <a:pt x="719212" y="156519"/>
                  <a:pt x="722228" y="154672"/>
                </a:cubicBezTo>
                <a:cubicBezTo>
                  <a:pt x="724260" y="153348"/>
                  <a:pt x="726085" y="151730"/>
                  <a:pt x="727644" y="149872"/>
                </a:cubicBezTo>
                <a:cubicBezTo>
                  <a:pt x="728813" y="147841"/>
                  <a:pt x="730351" y="144949"/>
                  <a:pt x="729429" y="144949"/>
                </a:cubicBezTo>
                <a:close/>
                <a:moveTo>
                  <a:pt x="945629" y="135041"/>
                </a:moveTo>
                <a:cubicBezTo>
                  <a:pt x="943200" y="135263"/>
                  <a:pt x="940792" y="135674"/>
                  <a:pt x="938428" y="136271"/>
                </a:cubicBezTo>
                <a:cubicBezTo>
                  <a:pt x="937425" y="137303"/>
                  <a:pt x="936816" y="138652"/>
                  <a:pt x="936704" y="140087"/>
                </a:cubicBezTo>
                <a:cubicBezTo>
                  <a:pt x="936528" y="141305"/>
                  <a:pt x="936721" y="142548"/>
                  <a:pt x="937259" y="143657"/>
                </a:cubicBezTo>
                <a:cubicBezTo>
                  <a:pt x="939289" y="144333"/>
                  <a:pt x="942182" y="145010"/>
                  <a:pt x="943413" y="144333"/>
                </a:cubicBezTo>
                <a:lnTo>
                  <a:pt x="943474" y="144333"/>
                </a:lnTo>
                <a:cubicBezTo>
                  <a:pt x="945853" y="142695"/>
                  <a:pt x="947367" y="140073"/>
                  <a:pt x="947598" y="137194"/>
                </a:cubicBezTo>
                <a:cubicBezTo>
                  <a:pt x="947612" y="137086"/>
                  <a:pt x="947617" y="136978"/>
                  <a:pt x="947612" y="136869"/>
                </a:cubicBezTo>
                <a:cubicBezTo>
                  <a:pt x="947569" y="135816"/>
                  <a:pt x="946681" y="134997"/>
                  <a:pt x="945629" y="135041"/>
                </a:cubicBezTo>
                <a:close/>
                <a:moveTo>
                  <a:pt x="967168" y="128639"/>
                </a:moveTo>
                <a:cubicBezTo>
                  <a:pt x="965445" y="129132"/>
                  <a:pt x="964214" y="130486"/>
                  <a:pt x="961568" y="130486"/>
                </a:cubicBezTo>
                <a:cubicBezTo>
                  <a:pt x="960275" y="131963"/>
                  <a:pt x="960830" y="134794"/>
                  <a:pt x="960891" y="136087"/>
                </a:cubicBezTo>
                <a:cubicBezTo>
                  <a:pt x="960953" y="137379"/>
                  <a:pt x="963537" y="139225"/>
                  <a:pt x="964337" y="139225"/>
                </a:cubicBezTo>
                <a:cubicBezTo>
                  <a:pt x="967008" y="138757"/>
                  <a:pt x="969295" y="137042"/>
                  <a:pt x="970491" y="134610"/>
                </a:cubicBezTo>
                <a:lnTo>
                  <a:pt x="970738" y="134610"/>
                </a:lnTo>
                <a:cubicBezTo>
                  <a:pt x="970895" y="133054"/>
                  <a:pt x="970895" y="131487"/>
                  <a:pt x="970738" y="129932"/>
                </a:cubicBezTo>
                <a:cubicBezTo>
                  <a:pt x="970491" y="128332"/>
                  <a:pt x="968891" y="128147"/>
                  <a:pt x="967168" y="128639"/>
                </a:cubicBezTo>
                <a:close/>
                <a:moveTo>
                  <a:pt x="742107" y="121562"/>
                </a:moveTo>
                <a:cubicBezTo>
                  <a:pt x="743948" y="122018"/>
                  <a:pt x="745726" y="122700"/>
                  <a:pt x="747399" y="123593"/>
                </a:cubicBezTo>
                <a:cubicBezTo>
                  <a:pt x="748630" y="123593"/>
                  <a:pt x="752323" y="122793"/>
                  <a:pt x="753553" y="123593"/>
                </a:cubicBezTo>
                <a:cubicBezTo>
                  <a:pt x="756628" y="125185"/>
                  <a:pt x="759535" y="127082"/>
                  <a:pt x="762231" y="129255"/>
                </a:cubicBezTo>
                <a:cubicBezTo>
                  <a:pt x="763235" y="131583"/>
                  <a:pt x="764037" y="133991"/>
                  <a:pt x="764631" y="136456"/>
                </a:cubicBezTo>
                <a:cubicBezTo>
                  <a:pt x="765259" y="138269"/>
                  <a:pt x="765259" y="140242"/>
                  <a:pt x="764631" y="142056"/>
                </a:cubicBezTo>
                <a:cubicBezTo>
                  <a:pt x="762055" y="144402"/>
                  <a:pt x="759610" y="146888"/>
                  <a:pt x="757307" y="149503"/>
                </a:cubicBezTo>
                <a:lnTo>
                  <a:pt x="757061" y="149503"/>
                </a:lnTo>
                <a:cubicBezTo>
                  <a:pt x="756024" y="151627"/>
                  <a:pt x="754853" y="153682"/>
                  <a:pt x="753553" y="155657"/>
                </a:cubicBezTo>
                <a:cubicBezTo>
                  <a:pt x="749343" y="162122"/>
                  <a:pt x="745500" y="168821"/>
                  <a:pt x="742045" y="175720"/>
                </a:cubicBezTo>
                <a:cubicBezTo>
                  <a:pt x="740496" y="177974"/>
                  <a:pt x="738810" y="180132"/>
                  <a:pt x="736998" y="182182"/>
                </a:cubicBezTo>
                <a:cubicBezTo>
                  <a:pt x="735932" y="183024"/>
                  <a:pt x="734491" y="183213"/>
                  <a:pt x="733244" y="182674"/>
                </a:cubicBezTo>
                <a:cubicBezTo>
                  <a:pt x="732321" y="182305"/>
                  <a:pt x="729675" y="184151"/>
                  <a:pt x="729675" y="186674"/>
                </a:cubicBezTo>
                <a:cubicBezTo>
                  <a:pt x="729565" y="189170"/>
                  <a:pt x="729963" y="191661"/>
                  <a:pt x="730844" y="193998"/>
                </a:cubicBezTo>
                <a:cubicBezTo>
                  <a:pt x="731583" y="204837"/>
                  <a:pt x="731583" y="215715"/>
                  <a:pt x="730844" y="226554"/>
                </a:cubicBezTo>
                <a:cubicBezTo>
                  <a:pt x="730311" y="230410"/>
                  <a:pt x="728044" y="233810"/>
                  <a:pt x="724690" y="235785"/>
                </a:cubicBezTo>
                <a:cubicBezTo>
                  <a:pt x="722905" y="236647"/>
                  <a:pt x="720382" y="241324"/>
                  <a:pt x="718105" y="242370"/>
                </a:cubicBezTo>
                <a:cubicBezTo>
                  <a:pt x="715828" y="243417"/>
                  <a:pt x="713181" y="245509"/>
                  <a:pt x="711950" y="245509"/>
                </a:cubicBezTo>
                <a:cubicBezTo>
                  <a:pt x="710763" y="245385"/>
                  <a:pt x="709719" y="244667"/>
                  <a:pt x="709181" y="243601"/>
                </a:cubicBezTo>
                <a:cubicBezTo>
                  <a:pt x="708627" y="242862"/>
                  <a:pt x="706227" y="242493"/>
                  <a:pt x="704873" y="241694"/>
                </a:cubicBezTo>
                <a:cubicBezTo>
                  <a:pt x="703519" y="240893"/>
                  <a:pt x="702903" y="239786"/>
                  <a:pt x="701488" y="239047"/>
                </a:cubicBezTo>
                <a:cubicBezTo>
                  <a:pt x="699436" y="238507"/>
                  <a:pt x="697511" y="237565"/>
                  <a:pt x="695826" y="236278"/>
                </a:cubicBezTo>
                <a:cubicBezTo>
                  <a:pt x="694410" y="234924"/>
                  <a:pt x="694165" y="232954"/>
                  <a:pt x="692749" y="230492"/>
                </a:cubicBezTo>
                <a:cubicBezTo>
                  <a:pt x="690780" y="226985"/>
                  <a:pt x="684194" y="223600"/>
                  <a:pt x="684072" y="221630"/>
                </a:cubicBezTo>
                <a:cubicBezTo>
                  <a:pt x="683948" y="219661"/>
                  <a:pt x="688994" y="219353"/>
                  <a:pt x="689610" y="219353"/>
                </a:cubicBezTo>
                <a:cubicBezTo>
                  <a:pt x="693795" y="219230"/>
                  <a:pt x="696626" y="222184"/>
                  <a:pt x="697795" y="222184"/>
                </a:cubicBezTo>
                <a:cubicBezTo>
                  <a:pt x="701980" y="222184"/>
                  <a:pt x="704011" y="220646"/>
                  <a:pt x="704380" y="214491"/>
                </a:cubicBezTo>
                <a:cubicBezTo>
                  <a:pt x="704380" y="213261"/>
                  <a:pt x="704380" y="210368"/>
                  <a:pt x="704380" y="209137"/>
                </a:cubicBezTo>
                <a:cubicBezTo>
                  <a:pt x="704130" y="206702"/>
                  <a:pt x="704130" y="204249"/>
                  <a:pt x="704380" y="201814"/>
                </a:cubicBezTo>
                <a:cubicBezTo>
                  <a:pt x="704498" y="198525"/>
                  <a:pt x="704889" y="195252"/>
                  <a:pt x="705550" y="192029"/>
                </a:cubicBezTo>
                <a:cubicBezTo>
                  <a:pt x="705550" y="191044"/>
                  <a:pt x="704627" y="188705"/>
                  <a:pt x="703765" y="188705"/>
                </a:cubicBezTo>
                <a:cubicBezTo>
                  <a:pt x="701734" y="189197"/>
                  <a:pt x="699703" y="187228"/>
                  <a:pt x="698472" y="187228"/>
                </a:cubicBezTo>
                <a:cubicBezTo>
                  <a:pt x="697241" y="187228"/>
                  <a:pt x="695518" y="187966"/>
                  <a:pt x="694287" y="187966"/>
                </a:cubicBezTo>
                <a:cubicBezTo>
                  <a:pt x="692036" y="188014"/>
                  <a:pt x="689785" y="187808"/>
                  <a:pt x="687579" y="187351"/>
                </a:cubicBezTo>
                <a:cubicBezTo>
                  <a:pt x="686644" y="186800"/>
                  <a:pt x="685828" y="186068"/>
                  <a:pt x="685179" y="185197"/>
                </a:cubicBezTo>
                <a:cubicBezTo>
                  <a:pt x="684534" y="183616"/>
                  <a:pt x="684079" y="181963"/>
                  <a:pt x="683825" y="180274"/>
                </a:cubicBezTo>
                <a:cubicBezTo>
                  <a:pt x="683517" y="179843"/>
                  <a:pt x="683148" y="177627"/>
                  <a:pt x="682656" y="177627"/>
                </a:cubicBezTo>
                <a:cubicBezTo>
                  <a:pt x="682532" y="176212"/>
                  <a:pt x="682040" y="173873"/>
                  <a:pt x="682040" y="172458"/>
                </a:cubicBezTo>
                <a:cubicBezTo>
                  <a:pt x="682040" y="171043"/>
                  <a:pt x="680809" y="168458"/>
                  <a:pt x="680378" y="164889"/>
                </a:cubicBezTo>
                <a:cubicBezTo>
                  <a:pt x="679948" y="161319"/>
                  <a:pt x="678779" y="159042"/>
                  <a:pt x="678779" y="155164"/>
                </a:cubicBezTo>
                <a:cubicBezTo>
                  <a:pt x="678286" y="149318"/>
                  <a:pt x="678286" y="146487"/>
                  <a:pt x="678286" y="145318"/>
                </a:cubicBezTo>
                <a:cubicBezTo>
                  <a:pt x="678655" y="138364"/>
                  <a:pt x="682779" y="136825"/>
                  <a:pt x="684440" y="134179"/>
                </a:cubicBezTo>
                <a:cubicBezTo>
                  <a:pt x="686225" y="133194"/>
                  <a:pt x="687948" y="131409"/>
                  <a:pt x="690102" y="131656"/>
                </a:cubicBezTo>
                <a:cubicBezTo>
                  <a:pt x="692257" y="131902"/>
                  <a:pt x="692872" y="132702"/>
                  <a:pt x="695149" y="134301"/>
                </a:cubicBezTo>
                <a:cubicBezTo>
                  <a:pt x="696008" y="135323"/>
                  <a:pt x="696809" y="136391"/>
                  <a:pt x="697549" y="137502"/>
                </a:cubicBezTo>
                <a:cubicBezTo>
                  <a:pt x="701216" y="137234"/>
                  <a:pt x="704784" y="136185"/>
                  <a:pt x="708012" y="134425"/>
                </a:cubicBezTo>
                <a:cubicBezTo>
                  <a:pt x="709611" y="133563"/>
                  <a:pt x="713058" y="133563"/>
                  <a:pt x="715766" y="132332"/>
                </a:cubicBezTo>
                <a:cubicBezTo>
                  <a:pt x="717543" y="131380"/>
                  <a:pt x="719451" y="130696"/>
                  <a:pt x="721428" y="130301"/>
                </a:cubicBezTo>
                <a:cubicBezTo>
                  <a:pt x="722658" y="130301"/>
                  <a:pt x="723028" y="129809"/>
                  <a:pt x="725859" y="129009"/>
                </a:cubicBezTo>
                <a:cubicBezTo>
                  <a:pt x="728063" y="128676"/>
                  <a:pt x="730165" y="127856"/>
                  <a:pt x="732013" y="126609"/>
                </a:cubicBezTo>
                <a:cubicBezTo>
                  <a:pt x="733306" y="125685"/>
                  <a:pt x="734475" y="124947"/>
                  <a:pt x="735521" y="124332"/>
                </a:cubicBezTo>
                <a:cubicBezTo>
                  <a:pt x="736508" y="123726"/>
                  <a:pt x="737536" y="123192"/>
                  <a:pt x="738598" y="122731"/>
                </a:cubicBezTo>
                <a:cubicBezTo>
                  <a:pt x="739542" y="121850"/>
                  <a:pt x="740822" y="121422"/>
                  <a:pt x="742107" y="121562"/>
                </a:cubicBezTo>
                <a:close/>
                <a:moveTo>
                  <a:pt x="943782" y="111470"/>
                </a:moveTo>
                <a:cubicBezTo>
                  <a:pt x="942305" y="112947"/>
                  <a:pt x="937628" y="111470"/>
                  <a:pt x="937628" y="115716"/>
                </a:cubicBezTo>
                <a:cubicBezTo>
                  <a:pt x="937689" y="117809"/>
                  <a:pt x="936828" y="120578"/>
                  <a:pt x="938305" y="121870"/>
                </a:cubicBezTo>
                <a:cubicBezTo>
                  <a:pt x="938305" y="121870"/>
                  <a:pt x="939474" y="124639"/>
                  <a:pt x="940951" y="123471"/>
                </a:cubicBezTo>
                <a:cubicBezTo>
                  <a:pt x="943905" y="121255"/>
                  <a:pt x="947598" y="120332"/>
                  <a:pt x="947967" y="116824"/>
                </a:cubicBezTo>
                <a:lnTo>
                  <a:pt x="948274" y="116639"/>
                </a:lnTo>
                <a:cubicBezTo>
                  <a:pt x="948829" y="111900"/>
                  <a:pt x="947659" y="110546"/>
                  <a:pt x="943782" y="111470"/>
                </a:cubicBezTo>
                <a:close/>
                <a:moveTo>
                  <a:pt x="977015" y="102423"/>
                </a:moveTo>
                <a:cubicBezTo>
                  <a:pt x="971784" y="104084"/>
                  <a:pt x="963353" y="103838"/>
                  <a:pt x="962922" y="107961"/>
                </a:cubicBezTo>
                <a:cubicBezTo>
                  <a:pt x="962737" y="110115"/>
                  <a:pt x="962737" y="113808"/>
                  <a:pt x="964953" y="114608"/>
                </a:cubicBezTo>
                <a:cubicBezTo>
                  <a:pt x="967426" y="115230"/>
                  <a:pt x="969995" y="115376"/>
                  <a:pt x="972523" y="115039"/>
                </a:cubicBezTo>
                <a:cubicBezTo>
                  <a:pt x="974914" y="113223"/>
                  <a:pt x="976678" y="110706"/>
                  <a:pt x="977569" y="107838"/>
                </a:cubicBezTo>
                <a:cubicBezTo>
                  <a:pt x="977569" y="106546"/>
                  <a:pt x="977631" y="102976"/>
                  <a:pt x="977015" y="102423"/>
                </a:cubicBezTo>
                <a:close/>
                <a:moveTo>
                  <a:pt x="1178137" y="101007"/>
                </a:moveTo>
                <a:cubicBezTo>
                  <a:pt x="1179746" y="101311"/>
                  <a:pt x="1181202" y="102158"/>
                  <a:pt x="1182261" y="103407"/>
                </a:cubicBezTo>
                <a:cubicBezTo>
                  <a:pt x="1184415" y="105684"/>
                  <a:pt x="1186753" y="106792"/>
                  <a:pt x="1188415" y="109131"/>
                </a:cubicBezTo>
                <a:cubicBezTo>
                  <a:pt x="1189367" y="110891"/>
                  <a:pt x="1189993" y="112809"/>
                  <a:pt x="1190261" y="114793"/>
                </a:cubicBezTo>
                <a:cubicBezTo>
                  <a:pt x="1190630" y="116147"/>
                  <a:pt x="1192661" y="117808"/>
                  <a:pt x="1192661" y="118547"/>
                </a:cubicBezTo>
                <a:cubicBezTo>
                  <a:pt x="1192230" y="123840"/>
                  <a:pt x="1188353" y="123716"/>
                  <a:pt x="1183122" y="127409"/>
                </a:cubicBezTo>
                <a:cubicBezTo>
                  <a:pt x="1180255" y="128971"/>
                  <a:pt x="1177707" y="131058"/>
                  <a:pt x="1175614" y="133563"/>
                </a:cubicBezTo>
                <a:cubicBezTo>
                  <a:pt x="1173967" y="135233"/>
                  <a:pt x="1171999" y="136552"/>
                  <a:pt x="1169829" y="137441"/>
                </a:cubicBezTo>
                <a:cubicBezTo>
                  <a:pt x="1163982" y="139964"/>
                  <a:pt x="1158751" y="139717"/>
                  <a:pt x="1158321" y="145503"/>
                </a:cubicBezTo>
                <a:cubicBezTo>
                  <a:pt x="1157890" y="151287"/>
                  <a:pt x="1161090" y="148949"/>
                  <a:pt x="1161090" y="155103"/>
                </a:cubicBezTo>
                <a:cubicBezTo>
                  <a:pt x="1160815" y="156711"/>
                  <a:pt x="1160161" y="158229"/>
                  <a:pt x="1159182" y="159535"/>
                </a:cubicBezTo>
                <a:cubicBezTo>
                  <a:pt x="1158270" y="160701"/>
                  <a:pt x="1157734" y="162118"/>
                  <a:pt x="1157643" y="163596"/>
                </a:cubicBezTo>
                <a:cubicBezTo>
                  <a:pt x="1157628" y="165109"/>
                  <a:pt x="1157225" y="166591"/>
                  <a:pt x="1156474" y="167904"/>
                </a:cubicBezTo>
                <a:cubicBezTo>
                  <a:pt x="1155800" y="169322"/>
                  <a:pt x="1155523" y="170896"/>
                  <a:pt x="1155674" y="172458"/>
                </a:cubicBezTo>
                <a:cubicBezTo>
                  <a:pt x="1155551" y="178120"/>
                  <a:pt x="1154628" y="182859"/>
                  <a:pt x="1156289" y="184274"/>
                </a:cubicBezTo>
                <a:cubicBezTo>
                  <a:pt x="1163372" y="183703"/>
                  <a:pt x="1170482" y="183539"/>
                  <a:pt x="1177583" y="183782"/>
                </a:cubicBezTo>
                <a:cubicBezTo>
                  <a:pt x="1180168" y="183782"/>
                  <a:pt x="1181214" y="182059"/>
                  <a:pt x="1183122" y="181629"/>
                </a:cubicBezTo>
                <a:cubicBezTo>
                  <a:pt x="1184859" y="181244"/>
                  <a:pt x="1186635" y="181057"/>
                  <a:pt x="1188415" y="181074"/>
                </a:cubicBezTo>
                <a:cubicBezTo>
                  <a:pt x="1190386" y="181410"/>
                  <a:pt x="1192323" y="181925"/>
                  <a:pt x="1194200" y="182613"/>
                </a:cubicBezTo>
                <a:cubicBezTo>
                  <a:pt x="1196168" y="183506"/>
                  <a:pt x="1198061" y="184556"/>
                  <a:pt x="1199862" y="185751"/>
                </a:cubicBezTo>
                <a:cubicBezTo>
                  <a:pt x="1201954" y="187229"/>
                  <a:pt x="1205708" y="188029"/>
                  <a:pt x="1207247" y="191906"/>
                </a:cubicBezTo>
                <a:cubicBezTo>
                  <a:pt x="1207717" y="193546"/>
                  <a:pt x="1207945" y="195246"/>
                  <a:pt x="1207924" y="196953"/>
                </a:cubicBezTo>
                <a:lnTo>
                  <a:pt x="1206877" y="197075"/>
                </a:lnTo>
                <a:cubicBezTo>
                  <a:pt x="1206880" y="197762"/>
                  <a:pt x="1207145" y="198423"/>
                  <a:pt x="1207616" y="198922"/>
                </a:cubicBezTo>
                <a:cubicBezTo>
                  <a:pt x="1208072" y="199746"/>
                  <a:pt x="1208245" y="200698"/>
                  <a:pt x="1208109" y="201630"/>
                </a:cubicBezTo>
                <a:cubicBezTo>
                  <a:pt x="1207821" y="203204"/>
                  <a:pt x="1207191" y="204696"/>
                  <a:pt x="1206262" y="206000"/>
                </a:cubicBezTo>
                <a:cubicBezTo>
                  <a:pt x="1205277" y="207538"/>
                  <a:pt x="1204046" y="209754"/>
                  <a:pt x="1202569" y="209754"/>
                </a:cubicBezTo>
                <a:cubicBezTo>
                  <a:pt x="1198631" y="209876"/>
                  <a:pt x="1196661" y="210246"/>
                  <a:pt x="1195369" y="210185"/>
                </a:cubicBezTo>
                <a:cubicBezTo>
                  <a:pt x="1194077" y="210122"/>
                  <a:pt x="1190261" y="208830"/>
                  <a:pt x="1187553" y="208830"/>
                </a:cubicBezTo>
                <a:cubicBezTo>
                  <a:pt x="1184845" y="208830"/>
                  <a:pt x="1182938" y="209569"/>
                  <a:pt x="1179553" y="209507"/>
                </a:cubicBezTo>
                <a:cubicBezTo>
                  <a:pt x="1176168" y="209446"/>
                  <a:pt x="1170075" y="208830"/>
                  <a:pt x="1166321" y="208399"/>
                </a:cubicBezTo>
                <a:cubicBezTo>
                  <a:pt x="1163921" y="208092"/>
                  <a:pt x="1156413" y="208707"/>
                  <a:pt x="1154012" y="208399"/>
                </a:cubicBezTo>
                <a:cubicBezTo>
                  <a:pt x="1149884" y="208013"/>
                  <a:pt x="1145719" y="208346"/>
                  <a:pt x="1141704" y="209384"/>
                </a:cubicBezTo>
                <a:lnTo>
                  <a:pt x="1129949" y="211046"/>
                </a:lnTo>
                <a:cubicBezTo>
                  <a:pt x="1125765" y="211662"/>
                  <a:pt x="1120349" y="210738"/>
                  <a:pt x="1116594" y="210738"/>
                </a:cubicBezTo>
                <a:cubicBezTo>
                  <a:pt x="1108542" y="211489"/>
                  <a:pt x="1100597" y="213119"/>
                  <a:pt x="1092900" y="215600"/>
                </a:cubicBezTo>
                <a:cubicBezTo>
                  <a:pt x="1083115" y="218985"/>
                  <a:pt x="1066006" y="226924"/>
                  <a:pt x="1063852" y="226678"/>
                </a:cubicBezTo>
                <a:cubicBezTo>
                  <a:pt x="1061698" y="226432"/>
                  <a:pt x="1057144" y="220339"/>
                  <a:pt x="1052774" y="216215"/>
                </a:cubicBezTo>
                <a:cubicBezTo>
                  <a:pt x="1052405" y="214181"/>
                  <a:pt x="1052405" y="212096"/>
                  <a:pt x="1052774" y="210061"/>
                </a:cubicBezTo>
                <a:cubicBezTo>
                  <a:pt x="1053179" y="207541"/>
                  <a:pt x="1052947" y="204959"/>
                  <a:pt x="1052097" y="202553"/>
                </a:cubicBezTo>
                <a:cubicBezTo>
                  <a:pt x="1053759" y="199661"/>
                  <a:pt x="1063421" y="196091"/>
                  <a:pt x="1064406" y="195845"/>
                </a:cubicBezTo>
                <a:cubicBezTo>
                  <a:pt x="1065390" y="195598"/>
                  <a:pt x="1069206" y="197075"/>
                  <a:pt x="1071545" y="196522"/>
                </a:cubicBezTo>
                <a:cubicBezTo>
                  <a:pt x="1072776" y="196214"/>
                  <a:pt x="1081515" y="192644"/>
                  <a:pt x="1086315" y="190921"/>
                </a:cubicBezTo>
                <a:cubicBezTo>
                  <a:pt x="1088223" y="190306"/>
                  <a:pt x="1090992" y="190183"/>
                  <a:pt x="1092469" y="189752"/>
                </a:cubicBezTo>
                <a:cubicBezTo>
                  <a:pt x="1097023" y="188337"/>
                  <a:pt x="1103732" y="184952"/>
                  <a:pt x="1108655" y="182982"/>
                </a:cubicBezTo>
                <a:cubicBezTo>
                  <a:pt x="1119179" y="178797"/>
                  <a:pt x="1119733" y="166120"/>
                  <a:pt x="1121333" y="161319"/>
                </a:cubicBezTo>
                <a:cubicBezTo>
                  <a:pt x="1122177" y="158991"/>
                  <a:pt x="1122614" y="156534"/>
                  <a:pt x="1122626" y="154057"/>
                </a:cubicBezTo>
                <a:cubicBezTo>
                  <a:pt x="1122687" y="151657"/>
                  <a:pt x="1122502" y="148764"/>
                  <a:pt x="1121333" y="148333"/>
                </a:cubicBezTo>
                <a:cubicBezTo>
                  <a:pt x="1119260" y="148510"/>
                  <a:pt x="1117203" y="148839"/>
                  <a:pt x="1115178" y="149318"/>
                </a:cubicBezTo>
                <a:cubicBezTo>
                  <a:pt x="1112587" y="150209"/>
                  <a:pt x="1109805" y="150400"/>
                  <a:pt x="1107117" y="149872"/>
                </a:cubicBezTo>
                <a:cubicBezTo>
                  <a:pt x="1104655" y="148703"/>
                  <a:pt x="1105024" y="145810"/>
                  <a:pt x="1104655" y="142549"/>
                </a:cubicBezTo>
                <a:cubicBezTo>
                  <a:pt x="1103868" y="139239"/>
                  <a:pt x="1102210" y="136201"/>
                  <a:pt x="1099854" y="133748"/>
                </a:cubicBezTo>
                <a:cubicBezTo>
                  <a:pt x="1098931" y="131507"/>
                  <a:pt x="1098511" y="129091"/>
                  <a:pt x="1098624" y="126670"/>
                </a:cubicBezTo>
                <a:cubicBezTo>
                  <a:pt x="1098685" y="125378"/>
                  <a:pt x="1098008" y="121132"/>
                  <a:pt x="1098008" y="119840"/>
                </a:cubicBezTo>
                <a:cubicBezTo>
                  <a:pt x="1098008" y="116455"/>
                  <a:pt x="1101209" y="116208"/>
                  <a:pt x="1104163" y="114731"/>
                </a:cubicBezTo>
                <a:cubicBezTo>
                  <a:pt x="1107822" y="115370"/>
                  <a:pt x="1111440" y="116234"/>
                  <a:pt x="1114994" y="117316"/>
                </a:cubicBezTo>
                <a:cubicBezTo>
                  <a:pt x="1123685" y="116374"/>
                  <a:pt x="1132316" y="114936"/>
                  <a:pt x="1140842" y="113008"/>
                </a:cubicBezTo>
                <a:cubicBezTo>
                  <a:pt x="1142750" y="112577"/>
                  <a:pt x="1144842" y="111900"/>
                  <a:pt x="1145335" y="111777"/>
                </a:cubicBezTo>
                <a:cubicBezTo>
                  <a:pt x="1145827" y="111654"/>
                  <a:pt x="1147612" y="110854"/>
                  <a:pt x="1148535" y="110546"/>
                </a:cubicBezTo>
                <a:cubicBezTo>
                  <a:pt x="1155288" y="108565"/>
                  <a:pt x="1161792" y="105819"/>
                  <a:pt x="1167921" y="102361"/>
                </a:cubicBezTo>
                <a:cubicBezTo>
                  <a:pt x="1169680" y="101757"/>
                  <a:pt x="1171545" y="101526"/>
                  <a:pt x="1173398" y="101684"/>
                </a:cubicBezTo>
                <a:cubicBezTo>
                  <a:pt x="1174990" y="101548"/>
                  <a:pt x="1176571" y="101322"/>
                  <a:pt x="1178137" y="101007"/>
                </a:cubicBezTo>
                <a:close/>
                <a:moveTo>
                  <a:pt x="905871" y="93868"/>
                </a:moveTo>
                <a:cubicBezTo>
                  <a:pt x="908887" y="92083"/>
                  <a:pt x="910425" y="98730"/>
                  <a:pt x="911410" y="101130"/>
                </a:cubicBezTo>
                <a:cubicBezTo>
                  <a:pt x="911963" y="102299"/>
                  <a:pt x="910302" y="106853"/>
                  <a:pt x="910117" y="108453"/>
                </a:cubicBezTo>
                <a:cubicBezTo>
                  <a:pt x="909933" y="110053"/>
                  <a:pt x="907594" y="112023"/>
                  <a:pt x="907594" y="116823"/>
                </a:cubicBezTo>
                <a:cubicBezTo>
                  <a:pt x="907656" y="118977"/>
                  <a:pt x="905686" y="120577"/>
                  <a:pt x="903040" y="122977"/>
                </a:cubicBezTo>
                <a:cubicBezTo>
                  <a:pt x="900333" y="125595"/>
                  <a:pt x="897804" y="128392"/>
                  <a:pt x="895471" y="131347"/>
                </a:cubicBezTo>
                <a:cubicBezTo>
                  <a:pt x="894237" y="134284"/>
                  <a:pt x="893957" y="137535"/>
                  <a:pt x="894670" y="140640"/>
                </a:cubicBezTo>
                <a:cubicBezTo>
                  <a:pt x="894670" y="141686"/>
                  <a:pt x="893378" y="145010"/>
                  <a:pt x="895224" y="146794"/>
                </a:cubicBezTo>
                <a:cubicBezTo>
                  <a:pt x="897071" y="148580"/>
                  <a:pt x="899101" y="146672"/>
                  <a:pt x="900147" y="146794"/>
                </a:cubicBezTo>
                <a:cubicBezTo>
                  <a:pt x="901194" y="146918"/>
                  <a:pt x="900517" y="149010"/>
                  <a:pt x="901748" y="151287"/>
                </a:cubicBezTo>
                <a:cubicBezTo>
                  <a:pt x="904025" y="155656"/>
                  <a:pt x="904763" y="156334"/>
                  <a:pt x="904763" y="158488"/>
                </a:cubicBezTo>
                <a:cubicBezTo>
                  <a:pt x="904701" y="159719"/>
                  <a:pt x="904701" y="160765"/>
                  <a:pt x="903717" y="161380"/>
                </a:cubicBezTo>
                <a:cubicBezTo>
                  <a:pt x="898017" y="164815"/>
                  <a:pt x="893160" y="169484"/>
                  <a:pt x="889501" y="175043"/>
                </a:cubicBezTo>
                <a:cubicBezTo>
                  <a:pt x="889096" y="176932"/>
                  <a:pt x="889335" y="178904"/>
                  <a:pt x="890178" y="180643"/>
                </a:cubicBezTo>
                <a:cubicBezTo>
                  <a:pt x="891347" y="180643"/>
                  <a:pt x="894301" y="180643"/>
                  <a:pt x="895593" y="180643"/>
                </a:cubicBezTo>
                <a:lnTo>
                  <a:pt x="895409" y="181012"/>
                </a:lnTo>
                <a:cubicBezTo>
                  <a:pt x="897341" y="181546"/>
                  <a:pt x="899060" y="182663"/>
                  <a:pt x="900332" y="184212"/>
                </a:cubicBezTo>
                <a:cubicBezTo>
                  <a:pt x="901217" y="185843"/>
                  <a:pt x="901722" y="187652"/>
                  <a:pt x="901809" y="189505"/>
                </a:cubicBezTo>
                <a:cubicBezTo>
                  <a:pt x="900886" y="197321"/>
                  <a:pt x="894116" y="202183"/>
                  <a:pt x="887962" y="206121"/>
                </a:cubicBezTo>
                <a:cubicBezTo>
                  <a:pt x="881808" y="210060"/>
                  <a:pt x="870668" y="214368"/>
                  <a:pt x="865376" y="217384"/>
                </a:cubicBezTo>
                <a:cubicBezTo>
                  <a:pt x="861006" y="219907"/>
                  <a:pt x="856883" y="226185"/>
                  <a:pt x="854360" y="227231"/>
                </a:cubicBezTo>
                <a:cubicBezTo>
                  <a:pt x="854360" y="227231"/>
                  <a:pt x="851344" y="228215"/>
                  <a:pt x="849991" y="227231"/>
                </a:cubicBezTo>
                <a:cubicBezTo>
                  <a:pt x="847984" y="226506"/>
                  <a:pt x="845927" y="225930"/>
                  <a:pt x="843836" y="225508"/>
                </a:cubicBezTo>
                <a:cubicBezTo>
                  <a:pt x="841744" y="224830"/>
                  <a:pt x="842728" y="221876"/>
                  <a:pt x="841190" y="220092"/>
                </a:cubicBezTo>
                <a:cubicBezTo>
                  <a:pt x="839582" y="218525"/>
                  <a:pt x="838286" y="216666"/>
                  <a:pt x="837374" y="214615"/>
                </a:cubicBezTo>
                <a:cubicBezTo>
                  <a:pt x="836089" y="211454"/>
                  <a:pt x="835501" y="208053"/>
                  <a:pt x="835651" y="204644"/>
                </a:cubicBezTo>
                <a:cubicBezTo>
                  <a:pt x="837486" y="200299"/>
                  <a:pt x="841023" y="196896"/>
                  <a:pt x="845436" y="195229"/>
                </a:cubicBezTo>
                <a:cubicBezTo>
                  <a:pt x="847379" y="193961"/>
                  <a:pt x="849249" y="192584"/>
                  <a:pt x="851037" y="191105"/>
                </a:cubicBezTo>
                <a:cubicBezTo>
                  <a:pt x="852748" y="190156"/>
                  <a:pt x="854140" y="188721"/>
                  <a:pt x="855037" y="186981"/>
                </a:cubicBezTo>
                <a:cubicBezTo>
                  <a:pt x="855571" y="185704"/>
                  <a:pt x="855924" y="184358"/>
                  <a:pt x="856083" y="182981"/>
                </a:cubicBezTo>
                <a:cubicBezTo>
                  <a:pt x="856206" y="180889"/>
                  <a:pt x="857252" y="179351"/>
                  <a:pt x="857252" y="177812"/>
                </a:cubicBezTo>
                <a:cubicBezTo>
                  <a:pt x="857082" y="176279"/>
                  <a:pt x="856437" y="174836"/>
                  <a:pt x="855406" y="173689"/>
                </a:cubicBezTo>
                <a:cubicBezTo>
                  <a:pt x="854411" y="172678"/>
                  <a:pt x="853654" y="171459"/>
                  <a:pt x="853190" y="170119"/>
                </a:cubicBezTo>
                <a:cubicBezTo>
                  <a:pt x="853190" y="170058"/>
                  <a:pt x="848760" y="164950"/>
                  <a:pt x="848759" y="162426"/>
                </a:cubicBezTo>
                <a:cubicBezTo>
                  <a:pt x="848906" y="158537"/>
                  <a:pt x="851956" y="155382"/>
                  <a:pt x="855837" y="155103"/>
                </a:cubicBezTo>
                <a:cubicBezTo>
                  <a:pt x="857068" y="154610"/>
                  <a:pt x="859344" y="155103"/>
                  <a:pt x="860575" y="155103"/>
                </a:cubicBezTo>
                <a:cubicBezTo>
                  <a:pt x="863529" y="154857"/>
                  <a:pt x="865622" y="152025"/>
                  <a:pt x="867223" y="149626"/>
                </a:cubicBezTo>
                <a:cubicBezTo>
                  <a:pt x="868077" y="146324"/>
                  <a:pt x="868572" y="142940"/>
                  <a:pt x="868699" y="139533"/>
                </a:cubicBezTo>
                <a:cubicBezTo>
                  <a:pt x="869684" y="136086"/>
                  <a:pt x="865561" y="135532"/>
                  <a:pt x="863529" y="134732"/>
                </a:cubicBezTo>
                <a:cubicBezTo>
                  <a:pt x="861576" y="133746"/>
                  <a:pt x="859509" y="133002"/>
                  <a:pt x="857375" y="132516"/>
                </a:cubicBezTo>
                <a:cubicBezTo>
                  <a:pt x="855714" y="132394"/>
                  <a:pt x="854298" y="130424"/>
                  <a:pt x="853498" y="128270"/>
                </a:cubicBezTo>
                <a:cubicBezTo>
                  <a:pt x="852699" y="126116"/>
                  <a:pt x="852021" y="126793"/>
                  <a:pt x="850298" y="126116"/>
                </a:cubicBezTo>
                <a:cubicBezTo>
                  <a:pt x="848574" y="125439"/>
                  <a:pt x="848574" y="119593"/>
                  <a:pt x="848574" y="118916"/>
                </a:cubicBezTo>
                <a:cubicBezTo>
                  <a:pt x="848574" y="118238"/>
                  <a:pt x="850360" y="117500"/>
                  <a:pt x="851898" y="116823"/>
                </a:cubicBezTo>
                <a:cubicBezTo>
                  <a:pt x="853437" y="116146"/>
                  <a:pt x="853437" y="115038"/>
                  <a:pt x="854421" y="112946"/>
                </a:cubicBezTo>
                <a:cubicBezTo>
                  <a:pt x="855406" y="110853"/>
                  <a:pt x="857683" y="110361"/>
                  <a:pt x="859775" y="109807"/>
                </a:cubicBezTo>
                <a:cubicBezTo>
                  <a:pt x="862127" y="109669"/>
                  <a:pt x="864469" y="109402"/>
                  <a:pt x="866792" y="109007"/>
                </a:cubicBezTo>
                <a:cubicBezTo>
                  <a:pt x="876638" y="105007"/>
                  <a:pt x="887777" y="93991"/>
                  <a:pt x="897193" y="94483"/>
                </a:cubicBezTo>
                <a:cubicBezTo>
                  <a:pt x="901993" y="94791"/>
                  <a:pt x="903963" y="94914"/>
                  <a:pt x="905871" y="93868"/>
                </a:cubicBezTo>
                <a:close/>
                <a:moveTo>
                  <a:pt x="1330641" y="93621"/>
                </a:moveTo>
                <a:cubicBezTo>
                  <a:pt x="1332918" y="93990"/>
                  <a:pt x="1339011" y="92944"/>
                  <a:pt x="1339564" y="93990"/>
                </a:cubicBezTo>
                <a:cubicBezTo>
                  <a:pt x="1341334" y="96583"/>
                  <a:pt x="1343812" y="98613"/>
                  <a:pt x="1346703" y="99837"/>
                </a:cubicBezTo>
                <a:cubicBezTo>
                  <a:pt x="1349104" y="101068"/>
                  <a:pt x="1348058" y="102730"/>
                  <a:pt x="1348365" y="104883"/>
                </a:cubicBezTo>
                <a:cubicBezTo>
                  <a:pt x="1348673" y="107037"/>
                  <a:pt x="1350027" y="107899"/>
                  <a:pt x="1349350" y="109745"/>
                </a:cubicBezTo>
                <a:cubicBezTo>
                  <a:pt x="1348673" y="111592"/>
                  <a:pt x="1347011" y="114853"/>
                  <a:pt x="1345596" y="118792"/>
                </a:cubicBezTo>
                <a:cubicBezTo>
                  <a:pt x="1345596" y="119653"/>
                  <a:pt x="1344488" y="124085"/>
                  <a:pt x="1345596" y="124085"/>
                </a:cubicBezTo>
                <a:cubicBezTo>
                  <a:pt x="1346873" y="124162"/>
                  <a:pt x="1348142" y="123839"/>
                  <a:pt x="1349227" y="123162"/>
                </a:cubicBezTo>
                <a:cubicBezTo>
                  <a:pt x="1349781" y="122916"/>
                  <a:pt x="1352242" y="121685"/>
                  <a:pt x="1353781" y="121130"/>
                </a:cubicBezTo>
                <a:cubicBezTo>
                  <a:pt x="1355629" y="120719"/>
                  <a:pt x="1357426" y="120100"/>
                  <a:pt x="1359135" y="119284"/>
                </a:cubicBezTo>
                <a:cubicBezTo>
                  <a:pt x="1361228" y="117807"/>
                  <a:pt x="1363997" y="114853"/>
                  <a:pt x="1365290" y="114853"/>
                </a:cubicBezTo>
                <a:cubicBezTo>
                  <a:pt x="1365290" y="114853"/>
                  <a:pt x="1373475" y="112453"/>
                  <a:pt x="1374890" y="114853"/>
                </a:cubicBezTo>
                <a:cubicBezTo>
                  <a:pt x="1376305" y="117254"/>
                  <a:pt x="1379752" y="117008"/>
                  <a:pt x="1383260" y="117561"/>
                </a:cubicBezTo>
                <a:cubicBezTo>
                  <a:pt x="1386768" y="118115"/>
                  <a:pt x="1389045" y="123777"/>
                  <a:pt x="1389045" y="128578"/>
                </a:cubicBezTo>
                <a:cubicBezTo>
                  <a:pt x="1389106" y="130547"/>
                  <a:pt x="1388983" y="131347"/>
                  <a:pt x="1386829" y="131347"/>
                </a:cubicBezTo>
                <a:cubicBezTo>
                  <a:pt x="1385660" y="131408"/>
                  <a:pt x="1384368" y="133378"/>
                  <a:pt x="1382214" y="134793"/>
                </a:cubicBezTo>
                <a:cubicBezTo>
                  <a:pt x="1378856" y="136725"/>
                  <a:pt x="1375282" y="138253"/>
                  <a:pt x="1371567" y="139347"/>
                </a:cubicBezTo>
                <a:cubicBezTo>
                  <a:pt x="1369694" y="140597"/>
                  <a:pt x="1367608" y="141494"/>
                  <a:pt x="1365412" y="141994"/>
                </a:cubicBezTo>
                <a:cubicBezTo>
                  <a:pt x="1362704" y="142363"/>
                  <a:pt x="1360305" y="142486"/>
                  <a:pt x="1358274" y="142917"/>
                </a:cubicBezTo>
                <a:cubicBezTo>
                  <a:pt x="1354463" y="143853"/>
                  <a:pt x="1350783" y="145258"/>
                  <a:pt x="1347319" y="147102"/>
                </a:cubicBezTo>
                <a:cubicBezTo>
                  <a:pt x="1345842" y="148667"/>
                  <a:pt x="1344617" y="150453"/>
                  <a:pt x="1343688" y="152394"/>
                </a:cubicBezTo>
                <a:cubicBezTo>
                  <a:pt x="1342832" y="155277"/>
                  <a:pt x="1343306" y="158390"/>
                  <a:pt x="1344980" y="160887"/>
                </a:cubicBezTo>
                <a:cubicBezTo>
                  <a:pt x="1350106" y="167868"/>
                  <a:pt x="1356198" y="174085"/>
                  <a:pt x="1363074" y="179350"/>
                </a:cubicBezTo>
                <a:cubicBezTo>
                  <a:pt x="1366336" y="182120"/>
                  <a:pt x="1370952" y="191659"/>
                  <a:pt x="1376429" y="194428"/>
                </a:cubicBezTo>
                <a:cubicBezTo>
                  <a:pt x="1381315" y="197086"/>
                  <a:pt x="1385914" y="200242"/>
                  <a:pt x="1390153" y="203844"/>
                </a:cubicBezTo>
                <a:cubicBezTo>
                  <a:pt x="1392652" y="205168"/>
                  <a:pt x="1395295" y="206201"/>
                  <a:pt x="1398030" y="206922"/>
                </a:cubicBezTo>
                <a:cubicBezTo>
                  <a:pt x="1400492" y="207968"/>
                  <a:pt x="1402646" y="210245"/>
                  <a:pt x="1404185" y="210799"/>
                </a:cubicBezTo>
                <a:cubicBezTo>
                  <a:pt x="1408185" y="212153"/>
                  <a:pt x="1411631" y="213383"/>
                  <a:pt x="1417786" y="215845"/>
                </a:cubicBezTo>
                <a:cubicBezTo>
                  <a:pt x="1419263" y="216461"/>
                  <a:pt x="1421724" y="216645"/>
                  <a:pt x="1422463" y="217999"/>
                </a:cubicBezTo>
                <a:lnTo>
                  <a:pt x="1421970" y="218614"/>
                </a:lnTo>
                <a:cubicBezTo>
                  <a:pt x="1422586" y="219784"/>
                  <a:pt x="1420616" y="220830"/>
                  <a:pt x="1420493" y="222184"/>
                </a:cubicBezTo>
                <a:cubicBezTo>
                  <a:pt x="1420371" y="223538"/>
                  <a:pt x="1420986" y="225815"/>
                  <a:pt x="1419817" y="227230"/>
                </a:cubicBezTo>
                <a:cubicBezTo>
                  <a:pt x="1417925" y="229656"/>
                  <a:pt x="1415072" y="231138"/>
                  <a:pt x="1412001" y="231293"/>
                </a:cubicBezTo>
                <a:cubicBezTo>
                  <a:pt x="1410708" y="231415"/>
                  <a:pt x="1409723" y="233262"/>
                  <a:pt x="1408801" y="233939"/>
                </a:cubicBezTo>
                <a:cubicBezTo>
                  <a:pt x="1407877" y="234616"/>
                  <a:pt x="1406523" y="234616"/>
                  <a:pt x="1405600" y="234616"/>
                </a:cubicBezTo>
                <a:cubicBezTo>
                  <a:pt x="1403194" y="234625"/>
                  <a:pt x="1400788" y="234481"/>
                  <a:pt x="1398399" y="234185"/>
                </a:cubicBezTo>
                <a:cubicBezTo>
                  <a:pt x="1395919" y="234321"/>
                  <a:pt x="1393433" y="234321"/>
                  <a:pt x="1390953" y="234185"/>
                </a:cubicBezTo>
                <a:cubicBezTo>
                  <a:pt x="1388722" y="234165"/>
                  <a:pt x="1386513" y="233748"/>
                  <a:pt x="1384429" y="232954"/>
                </a:cubicBezTo>
                <a:cubicBezTo>
                  <a:pt x="1380367" y="230615"/>
                  <a:pt x="1377291" y="232339"/>
                  <a:pt x="1374213" y="231539"/>
                </a:cubicBezTo>
                <a:cubicBezTo>
                  <a:pt x="1371797" y="231104"/>
                  <a:pt x="1369688" y="229645"/>
                  <a:pt x="1368428" y="227539"/>
                </a:cubicBezTo>
                <a:cubicBezTo>
                  <a:pt x="1366459" y="222061"/>
                  <a:pt x="1369105" y="220461"/>
                  <a:pt x="1359566" y="211722"/>
                </a:cubicBezTo>
                <a:cubicBezTo>
                  <a:pt x="1355967" y="207683"/>
                  <a:pt x="1352617" y="203428"/>
                  <a:pt x="1349535" y="198983"/>
                </a:cubicBezTo>
                <a:cubicBezTo>
                  <a:pt x="1347658" y="196515"/>
                  <a:pt x="1345601" y="194191"/>
                  <a:pt x="1343380" y="192028"/>
                </a:cubicBezTo>
                <a:cubicBezTo>
                  <a:pt x="1337103" y="187413"/>
                  <a:pt x="1331503" y="181012"/>
                  <a:pt x="1329410" y="179719"/>
                </a:cubicBezTo>
                <a:cubicBezTo>
                  <a:pt x="1328671" y="179289"/>
                  <a:pt x="1324486" y="189259"/>
                  <a:pt x="1319748" y="194367"/>
                </a:cubicBezTo>
                <a:cubicBezTo>
                  <a:pt x="1315009" y="199475"/>
                  <a:pt x="1311563" y="201875"/>
                  <a:pt x="1305777" y="208029"/>
                </a:cubicBezTo>
                <a:cubicBezTo>
                  <a:pt x="1301555" y="211771"/>
                  <a:pt x="1296699" y="214731"/>
                  <a:pt x="1291438" y="216768"/>
                </a:cubicBezTo>
                <a:cubicBezTo>
                  <a:pt x="1289038" y="218368"/>
                  <a:pt x="1283560" y="220830"/>
                  <a:pt x="1280791" y="222553"/>
                </a:cubicBezTo>
                <a:cubicBezTo>
                  <a:pt x="1278021" y="224276"/>
                  <a:pt x="1273160" y="224030"/>
                  <a:pt x="1271006" y="225077"/>
                </a:cubicBezTo>
                <a:cubicBezTo>
                  <a:pt x="1269300" y="225744"/>
                  <a:pt x="1267482" y="226078"/>
                  <a:pt x="1265651" y="226062"/>
                </a:cubicBezTo>
                <a:cubicBezTo>
                  <a:pt x="1264174" y="225815"/>
                  <a:pt x="1263128" y="223723"/>
                  <a:pt x="1262020" y="222923"/>
                </a:cubicBezTo>
                <a:cubicBezTo>
                  <a:pt x="1260913" y="222123"/>
                  <a:pt x="1260913" y="218122"/>
                  <a:pt x="1259251" y="217384"/>
                </a:cubicBezTo>
                <a:cubicBezTo>
                  <a:pt x="1257647" y="216990"/>
                  <a:pt x="1256082" y="216454"/>
                  <a:pt x="1254574" y="215784"/>
                </a:cubicBezTo>
                <a:cubicBezTo>
                  <a:pt x="1253589" y="214860"/>
                  <a:pt x="1254389" y="213322"/>
                  <a:pt x="1257589" y="212276"/>
                </a:cubicBezTo>
                <a:cubicBezTo>
                  <a:pt x="1260141" y="211409"/>
                  <a:pt x="1262487" y="210027"/>
                  <a:pt x="1264482" y="208214"/>
                </a:cubicBezTo>
                <a:cubicBezTo>
                  <a:pt x="1266174" y="207205"/>
                  <a:pt x="1267762" y="206029"/>
                  <a:pt x="1269221" y="204706"/>
                </a:cubicBezTo>
                <a:cubicBezTo>
                  <a:pt x="1269775" y="204029"/>
                  <a:pt x="1271744" y="203721"/>
                  <a:pt x="1272545" y="203229"/>
                </a:cubicBezTo>
                <a:cubicBezTo>
                  <a:pt x="1280355" y="196609"/>
                  <a:pt x="1287754" y="189518"/>
                  <a:pt x="1294700" y="181997"/>
                </a:cubicBezTo>
                <a:cubicBezTo>
                  <a:pt x="1298671" y="177718"/>
                  <a:pt x="1301599" y="172578"/>
                  <a:pt x="1303254" y="166980"/>
                </a:cubicBezTo>
                <a:cubicBezTo>
                  <a:pt x="1304302" y="165088"/>
                  <a:pt x="1304912" y="162985"/>
                  <a:pt x="1305039" y="160826"/>
                </a:cubicBezTo>
                <a:cubicBezTo>
                  <a:pt x="1304854" y="159841"/>
                  <a:pt x="1301900" y="160826"/>
                  <a:pt x="1300608" y="160826"/>
                </a:cubicBezTo>
                <a:cubicBezTo>
                  <a:pt x="1299315" y="160826"/>
                  <a:pt x="1298516" y="160764"/>
                  <a:pt x="1297223" y="160826"/>
                </a:cubicBezTo>
                <a:cubicBezTo>
                  <a:pt x="1295930" y="160887"/>
                  <a:pt x="1294146" y="162057"/>
                  <a:pt x="1292669" y="162057"/>
                </a:cubicBezTo>
                <a:cubicBezTo>
                  <a:pt x="1291254" y="162549"/>
                  <a:pt x="1289714" y="162549"/>
                  <a:pt x="1288299" y="162057"/>
                </a:cubicBezTo>
                <a:cubicBezTo>
                  <a:pt x="1285960" y="161318"/>
                  <a:pt x="1284729" y="159349"/>
                  <a:pt x="1281590" y="158918"/>
                </a:cubicBezTo>
                <a:cubicBezTo>
                  <a:pt x="1277356" y="157416"/>
                  <a:pt x="1274331" y="153653"/>
                  <a:pt x="1273774" y="149194"/>
                </a:cubicBezTo>
                <a:cubicBezTo>
                  <a:pt x="1273243" y="146912"/>
                  <a:pt x="1274055" y="144526"/>
                  <a:pt x="1275867" y="143040"/>
                </a:cubicBezTo>
                <a:cubicBezTo>
                  <a:pt x="1277468" y="141871"/>
                  <a:pt x="1278267" y="140209"/>
                  <a:pt x="1279560" y="139224"/>
                </a:cubicBezTo>
                <a:cubicBezTo>
                  <a:pt x="1280853" y="138240"/>
                  <a:pt x="1283191" y="138116"/>
                  <a:pt x="1284238" y="137440"/>
                </a:cubicBezTo>
                <a:cubicBezTo>
                  <a:pt x="1285284" y="136763"/>
                  <a:pt x="1286391" y="135532"/>
                  <a:pt x="1288176" y="134855"/>
                </a:cubicBezTo>
                <a:cubicBezTo>
                  <a:pt x="1289961" y="134178"/>
                  <a:pt x="1294515" y="134855"/>
                  <a:pt x="1297777" y="134855"/>
                </a:cubicBezTo>
                <a:cubicBezTo>
                  <a:pt x="1303383" y="134118"/>
                  <a:pt x="1308772" y="132210"/>
                  <a:pt x="1313593" y="129254"/>
                </a:cubicBezTo>
                <a:cubicBezTo>
                  <a:pt x="1313426" y="124222"/>
                  <a:pt x="1314460" y="119222"/>
                  <a:pt x="1316609" y="114669"/>
                </a:cubicBezTo>
                <a:cubicBezTo>
                  <a:pt x="1317336" y="111646"/>
                  <a:pt x="1317689" y="108546"/>
                  <a:pt x="1317655" y="105438"/>
                </a:cubicBezTo>
                <a:cubicBezTo>
                  <a:pt x="1317993" y="102786"/>
                  <a:pt x="1317847" y="100097"/>
                  <a:pt x="1317225" y="97498"/>
                </a:cubicBezTo>
                <a:cubicBezTo>
                  <a:pt x="1317163" y="95282"/>
                  <a:pt x="1318393" y="95036"/>
                  <a:pt x="1319686" y="94667"/>
                </a:cubicBezTo>
                <a:cubicBezTo>
                  <a:pt x="1323748" y="93559"/>
                  <a:pt x="1323687" y="95098"/>
                  <a:pt x="1325841" y="95160"/>
                </a:cubicBezTo>
                <a:cubicBezTo>
                  <a:pt x="1327994" y="95221"/>
                  <a:pt x="1328364" y="93252"/>
                  <a:pt x="1330641" y="93621"/>
                </a:cubicBezTo>
                <a:close/>
                <a:moveTo>
                  <a:pt x="478764" y="91652"/>
                </a:moveTo>
                <a:cubicBezTo>
                  <a:pt x="479933" y="91775"/>
                  <a:pt x="481287" y="93745"/>
                  <a:pt x="483318" y="94175"/>
                </a:cubicBezTo>
                <a:cubicBezTo>
                  <a:pt x="485348" y="94606"/>
                  <a:pt x="488241" y="94544"/>
                  <a:pt x="490579" y="94975"/>
                </a:cubicBezTo>
                <a:cubicBezTo>
                  <a:pt x="491811" y="94975"/>
                  <a:pt x="496734" y="94975"/>
                  <a:pt x="497965" y="94975"/>
                </a:cubicBezTo>
                <a:cubicBezTo>
                  <a:pt x="499629" y="95077"/>
                  <a:pt x="501258" y="95494"/>
                  <a:pt x="502765" y="96206"/>
                </a:cubicBezTo>
                <a:cubicBezTo>
                  <a:pt x="503504" y="96637"/>
                  <a:pt x="506089" y="97191"/>
                  <a:pt x="507011" y="98237"/>
                </a:cubicBezTo>
                <a:cubicBezTo>
                  <a:pt x="509102" y="100175"/>
                  <a:pt x="510668" y="102609"/>
                  <a:pt x="511566" y="105315"/>
                </a:cubicBezTo>
                <a:lnTo>
                  <a:pt x="510765" y="105622"/>
                </a:lnTo>
                <a:cubicBezTo>
                  <a:pt x="511073" y="107838"/>
                  <a:pt x="510396" y="108576"/>
                  <a:pt x="510396" y="110299"/>
                </a:cubicBezTo>
                <a:cubicBezTo>
                  <a:pt x="510668" y="112671"/>
                  <a:pt x="510668" y="115066"/>
                  <a:pt x="510396" y="117438"/>
                </a:cubicBezTo>
                <a:cubicBezTo>
                  <a:pt x="510089" y="118669"/>
                  <a:pt x="508242" y="121685"/>
                  <a:pt x="506765" y="125193"/>
                </a:cubicBezTo>
                <a:cubicBezTo>
                  <a:pt x="506240" y="127834"/>
                  <a:pt x="505891" y="130506"/>
                  <a:pt x="505719" y="133193"/>
                </a:cubicBezTo>
                <a:cubicBezTo>
                  <a:pt x="505658" y="136947"/>
                  <a:pt x="505473" y="139717"/>
                  <a:pt x="504919" y="147717"/>
                </a:cubicBezTo>
                <a:cubicBezTo>
                  <a:pt x="504796" y="150425"/>
                  <a:pt x="504057" y="152948"/>
                  <a:pt x="503626" y="156579"/>
                </a:cubicBezTo>
                <a:cubicBezTo>
                  <a:pt x="503442" y="157933"/>
                  <a:pt x="503073" y="161749"/>
                  <a:pt x="503073" y="164087"/>
                </a:cubicBezTo>
                <a:cubicBezTo>
                  <a:pt x="503011" y="167596"/>
                  <a:pt x="504611" y="168273"/>
                  <a:pt x="504796" y="169195"/>
                </a:cubicBezTo>
                <a:cubicBezTo>
                  <a:pt x="504981" y="170119"/>
                  <a:pt x="505042" y="170303"/>
                  <a:pt x="505288" y="172149"/>
                </a:cubicBezTo>
                <a:cubicBezTo>
                  <a:pt x="505534" y="173996"/>
                  <a:pt x="506581" y="174857"/>
                  <a:pt x="506273" y="176765"/>
                </a:cubicBezTo>
                <a:cubicBezTo>
                  <a:pt x="505965" y="178673"/>
                  <a:pt x="504365" y="181873"/>
                  <a:pt x="503504" y="186673"/>
                </a:cubicBezTo>
                <a:cubicBezTo>
                  <a:pt x="503056" y="188855"/>
                  <a:pt x="501804" y="190789"/>
                  <a:pt x="499996" y="192089"/>
                </a:cubicBezTo>
                <a:cubicBezTo>
                  <a:pt x="496872" y="194704"/>
                  <a:pt x="493336" y="196783"/>
                  <a:pt x="489533" y="198243"/>
                </a:cubicBezTo>
                <a:cubicBezTo>
                  <a:pt x="485348" y="199598"/>
                  <a:pt x="482764" y="205382"/>
                  <a:pt x="480364" y="206921"/>
                </a:cubicBezTo>
                <a:cubicBezTo>
                  <a:pt x="477232" y="208566"/>
                  <a:pt x="474005" y="210025"/>
                  <a:pt x="470702" y="211291"/>
                </a:cubicBezTo>
                <a:cubicBezTo>
                  <a:pt x="466299" y="213189"/>
                  <a:pt x="462162" y="215651"/>
                  <a:pt x="458393" y="218614"/>
                </a:cubicBezTo>
                <a:cubicBezTo>
                  <a:pt x="455974" y="219913"/>
                  <a:pt x="453440" y="220984"/>
                  <a:pt x="450823" y="221814"/>
                </a:cubicBezTo>
                <a:cubicBezTo>
                  <a:pt x="447119" y="224958"/>
                  <a:pt x="443167" y="227798"/>
                  <a:pt x="439007" y="230308"/>
                </a:cubicBezTo>
                <a:cubicBezTo>
                  <a:pt x="436607" y="231354"/>
                  <a:pt x="433715" y="225877"/>
                  <a:pt x="431437" y="223476"/>
                </a:cubicBezTo>
                <a:cubicBezTo>
                  <a:pt x="429915" y="222102"/>
                  <a:pt x="428290" y="220847"/>
                  <a:pt x="426576" y="219722"/>
                </a:cubicBezTo>
                <a:cubicBezTo>
                  <a:pt x="425221" y="218614"/>
                  <a:pt x="425714" y="215475"/>
                  <a:pt x="425221" y="213568"/>
                </a:cubicBezTo>
                <a:cubicBezTo>
                  <a:pt x="424729" y="211660"/>
                  <a:pt x="423498" y="209075"/>
                  <a:pt x="423498" y="208214"/>
                </a:cubicBezTo>
                <a:cubicBezTo>
                  <a:pt x="423625" y="206407"/>
                  <a:pt x="424772" y="204830"/>
                  <a:pt x="426452" y="204152"/>
                </a:cubicBezTo>
                <a:cubicBezTo>
                  <a:pt x="427806" y="203721"/>
                  <a:pt x="429714" y="204336"/>
                  <a:pt x="431007" y="203721"/>
                </a:cubicBezTo>
                <a:cubicBezTo>
                  <a:pt x="433477" y="202524"/>
                  <a:pt x="435844" y="201125"/>
                  <a:pt x="438084" y="199536"/>
                </a:cubicBezTo>
                <a:cubicBezTo>
                  <a:pt x="440440" y="198181"/>
                  <a:pt x="442995" y="197206"/>
                  <a:pt x="445654" y="196644"/>
                </a:cubicBezTo>
                <a:cubicBezTo>
                  <a:pt x="450189" y="194535"/>
                  <a:pt x="454569" y="192108"/>
                  <a:pt x="458762" y="189381"/>
                </a:cubicBezTo>
                <a:cubicBezTo>
                  <a:pt x="460916" y="188212"/>
                  <a:pt x="464916" y="186243"/>
                  <a:pt x="464916" y="183227"/>
                </a:cubicBezTo>
                <a:cubicBezTo>
                  <a:pt x="465085" y="178588"/>
                  <a:pt x="464961" y="173942"/>
                  <a:pt x="464547" y="169319"/>
                </a:cubicBezTo>
                <a:cubicBezTo>
                  <a:pt x="463870" y="167903"/>
                  <a:pt x="461285" y="167349"/>
                  <a:pt x="461286" y="167349"/>
                </a:cubicBezTo>
                <a:cubicBezTo>
                  <a:pt x="459287" y="167930"/>
                  <a:pt x="457212" y="168200"/>
                  <a:pt x="455131" y="168149"/>
                </a:cubicBezTo>
                <a:cubicBezTo>
                  <a:pt x="453152" y="168698"/>
                  <a:pt x="451219" y="169398"/>
                  <a:pt x="449346" y="170241"/>
                </a:cubicBezTo>
                <a:cubicBezTo>
                  <a:pt x="448177" y="170796"/>
                  <a:pt x="446084" y="171350"/>
                  <a:pt x="444976" y="170796"/>
                </a:cubicBezTo>
                <a:cubicBezTo>
                  <a:pt x="443719" y="170464"/>
                  <a:pt x="442679" y="169582"/>
                  <a:pt x="442146" y="168395"/>
                </a:cubicBezTo>
                <a:cubicBezTo>
                  <a:pt x="441341" y="166099"/>
                  <a:pt x="440905" y="163689"/>
                  <a:pt x="440854" y="161257"/>
                </a:cubicBezTo>
                <a:cubicBezTo>
                  <a:pt x="440117" y="159693"/>
                  <a:pt x="439698" y="157998"/>
                  <a:pt x="439622" y="156272"/>
                </a:cubicBezTo>
                <a:cubicBezTo>
                  <a:pt x="440186" y="152939"/>
                  <a:pt x="440372" y="149553"/>
                  <a:pt x="440176" y="146179"/>
                </a:cubicBezTo>
                <a:cubicBezTo>
                  <a:pt x="440176" y="142178"/>
                  <a:pt x="443499" y="140824"/>
                  <a:pt x="446331" y="140332"/>
                </a:cubicBezTo>
                <a:cubicBezTo>
                  <a:pt x="449161" y="139840"/>
                  <a:pt x="451684" y="137747"/>
                  <a:pt x="454516" y="137748"/>
                </a:cubicBezTo>
                <a:cubicBezTo>
                  <a:pt x="456576" y="137810"/>
                  <a:pt x="458639" y="137666"/>
                  <a:pt x="460670" y="137317"/>
                </a:cubicBezTo>
                <a:cubicBezTo>
                  <a:pt x="463587" y="136473"/>
                  <a:pt x="466365" y="135208"/>
                  <a:pt x="468917" y="133563"/>
                </a:cubicBezTo>
                <a:cubicBezTo>
                  <a:pt x="470517" y="131224"/>
                  <a:pt x="472917" y="129747"/>
                  <a:pt x="472917" y="126054"/>
                </a:cubicBezTo>
                <a:cubicBezTo>
                  <a:pt x="473286" y="119100"/>
                  <a:pt x="475440" y="116023"/>
                  <a:pt x="475440" y="109868"/>
                </a:cubicBezTo>
                <a:cubicBezTo>
                  <a:pt x="475717" y="105937"/>
                  <a:pt x="474201" y="102092"/>
                  <a:pt x="471317" y="99406"/>
                </a:cubicBezTo>
                <a:cubicBezTo>
                  <a:pt x="470733" y="98508"/>
                  <a:pt x="470733" y="97350"/>
                  <a:pt x="471317" y="96452"/>
                </a:cubicBezTo>
                <a:cubicBezTo>
                  <a:pt x="473026" y="95501"/>
                  <a:pt x="474582" y="94298"/>
                  <a:pt x="475932" y="92883"/>
                </a:cubicBezTo>
                <a:cubicBezTo>
                  <a:pt x="476560" y="91961"/>
                  <a:pt x="477661" y="91482"/>
                  <a:pt x="478764" y="91652"/>
                </a:cubicBezTo>
                <a:close/>
                <a:moveTo>
                  <a:pt x="566156" y="83467"/>
                </a:moveTo>
                <a:cubicBezTo>
                  <a:pt x="568986" y="83590"/>
                  <a:pt x="569356" y="85190"/>
                  <a:pt x="570648" y="86114"/>
                </a:cubicBezTo>
                <a:cubicBezTo>
                  <a:pt x="571829" y="86651"/>
                  <a:pt x="573105" y="86945"/>
                  <a:pt x="574402" y="86975"/>
                </a:cubicBezTo>
                <a:cubicBezTo>
                  <a:pt x="575571" y="87160"/>
                  <a:pt x="576679" y="88821"/>
                  <a:pt x="577295" y="90236"/>
                </a:cubicBezTo>
                <a:cubicBezTo>
                  <a:pt x="578664" y="93068"/>
                  <a:pt x="579459" y="96143"/>
                  <a:pt x="579633" y="99283"/>
                </a:cubicBezTo>
                <a:cubicBezTo>
                  <a:pt x="579387" y="105991"/>
                  <a:pt x="574648" y="107468"/>
                  <a:pt x="572925" y="111592"/>
                </a:cubicBezTo>
                <a:cubicBezTo>
                  <a:pt x="572248" y="113584"/>
                  <a:pt x="571814" y="115650"/>
                  <a:pt x="571633" y="117746"/>
                </a:cubicBezTo>
                <a:cubicBezTo>
                  <a:pt x="572248" y="121131"/>
                  <a:pt x="575694" y="122055"/>
                  <a:pt x="577171" y="119654"/>
                </a:cubicBezTo>
                <a:cubicBezTo>
                  <a:pt x="579941" y="119039"/>
                  <a:pt x="580802" y="117439"/>
                  <a:pt x="582710" y="116515"/>
                </a:cubicBezTo>
                <a:cubicBezTo>
                  <a:pt x="584618" y="115593"/>
                  <a:pt x="587326" y="118670"/>
                  <a:pt x="591634" y="119654"/>
                </a:cubicBezTo>
                <a:cubicBezTo>
                  <a:pt x="594034" y="120208"/>
                  <a:pt x="595019" y="126177"/>
                  <a:pt x="596619" y="128947"/>
                </a:cubicBezTo>
                <a:cubicBezTo>
                  <a:pt x="597342" y="131087"/>
                  <a:pt x="597695" y="133335"/>
                  <a:pt x="597665" y="135594"/>
                </a:cubicBezTo>
                <a:cubicBezTo>
                  <a:pt x="597580" y="137302"/>
                  <a:pt x="596332" y="138729"/>
                  <a:pt x="594649" y="139040"/>
                </a:cubicBezTo>
                <a:cubicBezTo>
                  <a:pt x="592496" y="139533"/>
                  <a:pt x="591203" y="139840"/>
                  <a:pt x="588495" y="140640"/>
                </a:cubicBezTo>
                <a:cubicBezTo>
                  <a:pt x="586473" y="141513"/>
                  <a:pt x="584651" y="142790"/>
                  <a:pt x="583141" y="144394"/>
                </a:cubicBezTo>
                <a:cubicBezTo>
                  <a:pt x="580741" y="146117"/>
                  <a:pt x="578217" y="146487"/>
                  <a:pt x="575633" y="148579"/>
                </a:cubicBezTo>
                <a:cubicBezTo>
                  <a:pt x="572078" y="151283"/>
                  <a:pt x="568019" y="153250"/>
                  <a:pt x="563694" y="154364"/>
                </a:cubicBezTo>
                <a:cubicBezTo>
                  <a:pt x="561484" y="158448"/>
                  <a:pt x="560084" y="162920"/>
                  <a:pt x="559570" y="167534"/>
                </a:cubicBezTo>
                <a:cubicBezTo>
                  <a:pt x="559293" y="169594"/>
                  <a:pt x="559440" y="171688"/>
                  <a:pt x="560001" y="173688"/>
                </a:cubicBezTo>
                <a:cubicBezTo>
                  <a:pt x="561047" y="177381"/>
                  <a:pt x="560124" y="180889"/>
                  <a:pt x="563324" y="184582"/>
                </a:cubicBezTo>
                <a:cubicBezTo>
                  <a:pt x="565812" y="186930"/>
                  <a:pt x="569024" y="188362"/>
                  <a:pt x="572433" y="188644"/>
                </a:cubicBezTo>
                <a:cubicBezTo>
                  <a:pt x="574633" y="188682"/>
                  <a:pt x="576822" y="188971"/>
                  <a:pt x="578956" y="189505"/>
                </a:cubicBezTo>
                <a:cubicBezTo>
                  <a:pt x="580454" y="190002"/>
                  <a:pt x="582002" y="190332"/>
                  <a:pt x="583572" y="190490"/>
                </a:cubicBezTo>
                <a:cubicBezTo>
                  <a:pt x="584939" y="191415"/>
                  <a:pt x="586495" y="192025"/>
                  <a:pt x="588126" y="192275"/>
                </a:cubicBezTo>
                <a:cubicBezTo>
                  <a:pt x="590529" y="192175"/>
                  <a:pt x="592933" y="192424"/>
                  <a:pt x="595265" y="193013"/>
                </a:cubicBezTo>
                <a:lnTo>
                  <a:pt x="595573" y="193136"/>
                </a:lnTo>
                <a:cubicBezTo>
                  <a:pt x="598712" y="195039"/>
                  <a:pt x="600313" y="198711"/>
                  <a:pt x="599573" y="202306"/>
                </a:cubicBezTo>
                <a:cubicBezTo>
                  <a:pt x="598574" y="205775"/>
                  <a:pt x="597382" y="209186"/>
                  <a:pt x="596004" y="212522"/>
                </a:cubicBezTo>
                <a:cubicBezTo>
                  <a:pt x="595142" y="215230"/>
                  <a:pt x="594588" y="218061"/>
                  <a:pt x="593050" y="219231"/>
                </a:cubicBezTo>
                <a:cubicBezTo>
                  <a:pt x="591511" y="220400"/>
                  <a:pt x="587572" y="219538"/>
                  <a:pt x="585357" y="220400"/>
                </a:cubicBezTo>
                <a:cubicBezTo>
                  <a:pt x="582955" y="221428"/>
                  <a:pt x="580394" y="222032"/>
                  <a:pt x="577787" y="222184"/>
                </a:cubicBezTo>
                <a:cubicBezTo>
                  <a:pt x="575940" y="222184"/>
                  <a:pt x="573663" y="220400"/>
                  <a:pt x="572494" y="219907"/>
                </a:cubicBezTo>
                <a:cubicBezTo>
                  <a:pt x="569842" y="219118"/>
                  <a:pt x="567063" y="218846"/>
                  <a:pt x="564309" y="219107"/>
                </a:cubicBezTo>
                <a:cubicBezTo>
                  <a:pt x="562093" y="219107"/>
                  <a:pt x="556247" y="219107"/>
                  <a:pt x="556247" y="219107"/>
                </a:cubicBezTo>
                <a:cubicBezTo>
                  <a:pt x="555016" y="219107"/>
                  <a:pt x="552370" y="217692"/>
                  <a:pt x="549416" y="217138"/>
                </a:cubicBezTo>
                <a:cubicBezTo>
                  <a:pt x="546462" y="216584"/>
                  <a:pt x="541600" y="217261"/>
                  <a:pt x="539446" y="216584"/>
                </a:cubicBezTo>
                <a:cubicBezTo>
                  <a:pt x="537629" y="215930"/>
                  <a:pt x="535926" y="214996"/>
                  <a:pt x="534400" y="213814"/>
                </a:cubicBezTo>
                <a:cubicBezTo>
                  <a:pt x="532487" y="211550"/>
                  <a:pt x="530912" y="209021"/>
                  <a:pt x="529722" y="206306"/>
                </a:cubicBezTo>
                <a:cubicBezTo>
                  <a:pt x="529275" y="203416"/>
                  <a:pt x="529068" y="200493"/>
                  <a:pt x="529107" y="197567"/>
                </a:cubicBezTo>
                <a:cubicBezTo>
                  <a:pt x="528860" y="195906"/>
                  <a:pt x="526952" y="188397"/>
                  <a:pt x="526952" y="187166"/>
                </a:cubicBezTo>
                <a:lnTo>
                  <a:pt x="526522" y="180643"/>
                </a:lnTo>
                <a:cubicBezTo>
                  <a:pt x="526516" y="178566"/>
                  <a:pt x="526247" y="176498"/>
                  <a:pt x="525722" y="174489"/>
                </a:cubicBezTo>
                <a:cubicBezTo>
                  <a:pt x="524957" y="171328"/>
                  <a:pt x="524626" y="168077"/>
                  <a:pt x="524737" y="164827"/>
                </a:cubicBezTo>
                <a:cubicBezTo>
                  <a:pt x="524675" y="159780"/>
                  <a:pt x="526152" y="158980"/>
                  <a:pt x="527322" y="149256"/>
                </a:cubicBezTo>
                <a:cubicBezTo>
                  <a:pt x="527445" y="148271"/>
                  <a:pt x="529476" y="145317"/>
                  <a:pt x="529476" y="144394"/>
                </a:cubicBezTo>
                <a:cubicBezTo>
                  <a:pt x="529845" y="139594"/>
                  <a:pt x="530891" y="139656"/>
                  <a:pt x="531322" y="136394"/>
                </a:cubicBezTo>
                <a:cubicBezTo>
                  <a:pt x="531753" y="133132"/>
                  <a:pt x="533045" y="129194"/>
                  <a:pt x="533045" y="128209"/>
                </a:cubicBezTo>
                <a:cubicBezTo>
                  <a:pt x="533784" y="123223"/>
                  <a:pt x="533784" y="116762"/>
                  <a:pt x="533784" y="115469"/>
                </a:cubicBezTo>
                <a:cubicBezTo>
                  <a:pt x="534031" y="112811"/>
                  <a:pt x="534653" y="110200"/>
                  <a:pt x="535630" y="107715"/>
                </a:cubicBezTo>
                <a:cubicBezTo>
                  <a:pt x="536773" y="103673"/>
                  <a:pt x="537656" y="99561"/>
                  <a:pt x="538277" y="95406"/>
                </a:cubicBezTo>
                <a:cubicBezTo>
                  <a:pt x="538069" y="92593"/>
                  <a:pt x="538173" y="89765"/>
                  <a:pt x="538584" y="86975"/>
                </a:cubicBezTo>
                <a:cubicBezTo>
                  <a:pt x="539446" y="84021"/>
                  <a:pt x="540984" y="83528"/>
                  <a:pt x="543446" y="83528"/>
                </a:cubicBezTo>
                <a:cubicBezTo>
                  <a:pt x="544554" y="83467"/>
                  <a:pt x="547816" y="84759"/>
                  <a:pt x="549600" y="84821"/>
                </a:cubicBezTo>
                <a:cubicBezTo>
                  <a:pt x="551385" y="84883"/>
                  <a:pt x="553847" y="83652"/>
                  <a:pt x="555078" y="83652"/>
                </a:cubicBezTo>
                <a:cubicBezTo>
                  <a:pt x="556738" y="83878"/>
                  <a:pt x="558382" y="84207"/>
                  <a:pt x="560001" y="84637"/>
                </a:cubicBezTo>
                <a:cubicBezTo>
                  <a:pt x="562019" y="84085"/>
                  <a:pt x="564076" y="83695"/>
                  <a:pt x="566156" y="83467"/>
                </a:cubicBezTo>
                <a:close/>
                <a:moveTo>
                  <a:pt x="178964" y="83075"/>
                </a:moveTo>
                <a:cubicBezTo>
                  <a:pt x="176722" y="83075"/>
                  <a:pt x="175910" y="85599"/>
                  <a:pt x="175433" y="88070"/>
                </a:cubicBezTo>
                <a:lnTo>
                  <a:pt x="175433" y="88317"/>
                </a:lnTo>
                <a:cubicBezTo>
                  <a:pt x="175204" y="89606"/>
                  <a:pt x="172450" y="103728"/>
                  <a:pt x="172450" y="103728"/>
                </a:cubicBezTo>
                <a:lnTo>
                  <a:pt x="172220" y="104876"/>
                </a:lnTo>
                <a:lnTo>
                  <a:pt x="170031" y="104876"/>
                </a:lnTo>
                <a:cubicBezTo>
                  <a:pt x="151847" y="104950"/>
                  <a:pt x="133753" y="102339"/>
                  <a:pt x="116332" y="97126"/>
                </a:cubicBezTo>
                <a:cubicBezTo>
                  <a:pt x="116732" y="101343"/>
                  <a:pt x="118358" y="105351"/>
                  <a:pt x="121010" y="108653"/>
                </a:cubicBezTo>
                <a:cubicBezTo>
                  <a:pt x="124314" y="112595"/>
                  <a:pt x="128782" y="115388"/>
                  <a:pt x="133773" y="116632"/>
                </a:cubicBezTo>
                <a:lnTo>
                  <a:pt x="134832" y="116844"/>
                </a:lnTo>
                <a:lnTo>
                  <a:pt x="134832" y="117921"/>
                </a:lnTo>
                <a:lnTo>
                  <a:pt x="134902" y="117921"/>
                </a:lnTo>
                <a:cubicBezTo>
                  <a:pt x="135292" y="121519"/>
                  <a:pt x="136950" y="124860"/>
                  <a:pt x="139580" y="127348"/>
                </a:cubicBezTo>
                <a:cubicBezTo>
                  <a:pt x="142433" y="129453"/>
                  <a:pt x="145904" y="130551"/>
                  <a:pt x="149448" y="130472"/>
                </a:cubicBezTo>
                <a:cubicBezTo>
                  <a:pt x="150260" y="130472"/>
                  <a:pt x="150772" y="130472"/>
                  <a:pt x="150772" y="130472"/>
                </a:cubicBezTo>
                <a:lnTo>
                  <a:pt x="151884" y="130331"/>
                </a:lnTo>
                <a:lnTo>
                  <a:pt x="152273" y="131372"/>
                </a:lnTo>
                <a:cubicBezTo>
                  <a:pt x="153745" y="134370"/>
                  <a:pt x="156432" y="136594"/>
                  <a:pt x="159651" y="137480"/>
                </a:cubicBezTo>
                <a:cubicBezTo>
                  <a:pt x="160875" y="137860"/>
                  <a:pt x="162149" y="138050"/>
                  <a:pt x="163429" y="138045"/>
                </a:cubicBezTo>
                <a:cubicBezTo>
                  <a:pt x="165096" y="138043"/>
                  <a:pt x="166750" y="137756"/>
                  <a:pt x="168319" y="137198"/>
                </a:cubicBezTo>
                <a:lnTo>
                  <a:pt x="170914" y="136121"/>
                </a:lnTo>
                <a:lnTo>
                  <a:pt x="167101" y="151708"/>
                </a:lnTo>
                <a:lnTo>
                  <a:pt x="191109" y="151708"/>
                </a:lnTo>
                <a:lnTo>
                  <a:pt x="187278" y="136103"/>
                </a:lnTo>
                <a:lnTo>
                  <a:pt x="189891" y="137198"/>
                </a:lnTo>
                <a:cubicBezTo>
                  <a:pt x="191455" y="137757"/>
                  <a:pt x="193102" y="138045"/>
                  <a:pt x="194763" y="138045"/>
                </a:cubicBezTo>
                <a:cubicBezTo>
                  <a:pt x="196043" y="138049"/>
                  <a:pt x="197317" y="137860"/>
                  <a:pt x="198540" y="137480"/>
                </a:cubicBezTo>
                <a:cubicBezTo>
                  <a:pt x="201762" y="136596"/>
                  <a:pt x="204449" y="134372"/>
                  <a:pt x="205919" y="131372"/>
                </a:cubicBezTo>
                <a:lnTo>
                  <a:pt x="206308" y="130331"/>
                </a:lnTo>
                <a:lnTo>
                  <a:pt x="207420" y="130472"/>
                </a:lnTo>
                <a:cubicBezTo>
                  <a:pt x="207420" y="130472"/>
                  <a:pt x="207932" y="130472"/>
                  <a:pt x="208744" y="130472"/>
                </a:cubicBezTo>
                <a:cubicBezTo>
                  <a:pt x="212288" y="130551"/>
                  <a:pt x="215759" y="129453"/>
                  <a:pt x="218612" y="127348"/>
                </a:cubicBezTo>
                <a:cubicBezTo>
                  <a:pt x="221259" y="124867"/>
                  <a:pt x="222922" y="121513"/>
                  <a:pt x="223289" y="117903"/>
                </a:cubicBezTo>
                <a:lnTo>
                  <a:pt x="223289" y="116844"/>
                </a:lnTo>
                <a:lnTo>
                  <a:pt x="224349" y="116632"/>
                </a:lnTo>
                <a:cubicBezTo>
                  <a:pt x="229325" y="115368"/>
                  <a:pt x="233782" y="112578"/>
                  <a:pt x="237094" y="108653"/>
                </a:cubicBezTo>
                <a:cubicBezTo>
                  <a:pt x="239745" y="105351"/>
                  <a:pt x="241371" y="101343"/>
                  <a:pt x="241772" y="97126"/>
                </a:cubicBezTo>
                <a:cubicBezTo>
                  <a:pt x="224368" y="102334"/>
                  <a:pt x="206292" y="104945"/>
                  <a:pt x="188125" y="104876"/>
                </a:cubicBezTo>
                <a:lnTo>
                  <a:pt x="185936" y="104876"/>
                </a:lnTo>
                <a:lnTo>
                  <a:pt x="185707" y="103728"/>
                </a:lnTo>
                <a:cubicBezTo>
                  <a:pt x="185707" y="103728"/>
                  <a:pt x="182971" y="89536"/>
                  <a:pt x="182724" y="88317"/>
                </a:cubicBezTo>
                <a:lnTo>
                  <a:pt x="182724" y="88070"/>
                </a:lnTo>
                <a:cubicBezTo>
                  <a:pt x="182265" y="85599"/>
                  <a:pt x="181470" y="83075"/>
                  <a:pt x="179193" y="83075"/>
                </a:cubicBezTo>
                <a:close/>
                <a:moveTo>
                  <a:pt x="206732" y="82457"/>
                </a:moveTo>
                <a:cubicBezTo>
                  <a:pt x="209359" y="83369"/>
                  <a:pt x="211726" y="84902"/>
                  <a:pt x="213634" y="86923"/>
                </a:cubicBezTo>
                <a:cubicBezTo>
                  <a:pt x="210946" y="87506"/>
                  <a:pt x="208179" y="87656"/>
                  <a:pt x="205443" y="87364"/>
                </a:cubicBezTo>
                <a:cubicBezTo>
                  <a:pt x="202054" y="87011"/>
                  <a:pt x="199335" y="82916"/>
                  <a:pt x="199335" y="82916"/>
                </a:cubicBezTo>
                <a:cubicBezTo>
                  <a:pt x="201683" y="81957"/>
                  <a:pt x="204283" y="81795"/>
                  <a:pt x="206732" y="82457"/>
                </a:cubicBezTo>
                <a:close/>
                <a:moveTo>
                  <a:pt x="985939" y="81744"/>
                </a:moveTo>
                <a:cubicBezTo>
                  <a:pt x="988215" y="81744"/>
                  <a:pt x="990062" y="84144"/>
                  <a:pt x="992093" y="84144"/>
                </a:cubicBezTo>
                <a:cubicBezTo>
                  <a:pt x="996219" y="83844"/>
                  <a:pt x="1000366" y="84155"/>
                  <a:pt x="1004401" y="85067"/>
                </a:cubicBezTo>
                <a:lnTo>
                  <a:pt x="1004956" y="85375"/>
                </a:lnTo>
                <a:cubicBezTo>
                  <a:pt x="1005694" y="85990"/>
                  <a:pt x="1006187" y="89622"/>
                  <a:pt x="1007048" y="90421"/>
                </a:cubicBezTo>
                <a:cubicBezTo>
                  <a:pt x="1009455" y="92688"/>
                  <a:pt x="1010963" y="95748"/>
                  <a:pt x="1011294" y="99038"/>
                </a:cubicBezTo>
                <a:cubicBezTo>
                  <a:pt x="1011110" y="101499"/>
                  <a:pt x="1007848" y="105438"/>
                  <a:pt x="1007848" y="106361"/>
                </a:cubicBezTo>
                <a:cubicBezTo>
                  <a:pt x="1008030" y="108729"/>
                  <a:pt x="1007470" y="111095"/>
                  <a:pt x="1006248" y="113131"/>
                </a:cubicBezTo>
                <a:cubicBezTo>
                  <a:pt x="1003773" y="116506"/>
                  <a:pt x="1001707" y="120162"/>
                  <a:pt x="1000094" y="124024"/>
                </a:cubicBezTo>
                <a:cubicBezTo>
                  <a:pt x="999417" y="125316"/>
                  <a:pt x="995232" y="128639"/>
                  <a:pt x="994555" y="130179"/>
                </a:cubicBezTo>
                <a:cubicBezTo>
                  <a:pt x="990370" y="139718"/>
                  <a:pt x="985692" y="146364"/>
                  <a:pt x="982246" y="155903"/>
                </a:cubicBezTo>
                <a:cubicBezTo>
                  <a:pt x="981692" y="157442"/>
                  <a:pt x="979293" y="160580"/>
                  <a:pt x="978123" y="160027"/>
                </a:cubicBezTo>
                <a:cubicBezTo>
                  <a:pt x="976518" y="159305"/>
                  <a:pt x="974681" y="159305"/>
                  <a:pt x="973076" y="160027"/>
                </a:cubicBezTo>
                <a:cubicBezTo>
                  <a:pt x="972276" y="160704"/>
                  <a:pt x="968891" y="160642"/>
                  <a:pt x="967783" y="161750"/>
                </a:cubicBezTo>
                <a:cubicBezTo>
                  <a:pt x="966676" y="162857"/>
                  <a:pt x="961014" y="161996"/>
                  <a:pt x="959906" y="164150"/>
                </a:cubicBezTo>
                <a:cubicBezTo>
                  <a:pt x="959106" y="166123"/>
                  <a:pt x="959106" y="168331"/>
                  <a:pt x="959906" y="170304"/>
                </a:cubicBezTo>
                <a:cubicBezTo>
                  <a:pt x="961691" y="172397"/>
                  <a:pt x="965322" y="170304"/>
                  <a:pt x="966060" y="169196"/>
                </a:cubicBezTo>
                <a:cubicBezTo>
                  <a:pt x="967246" y="167773"/>
                  <a:pt x="969009" y="166960"/>
                  <a:pt x="970861" y="166981"/>
                </a:cubicBezTo>
                <a:cubicBezTo>
                  <a:pt x="972996" y="167913"/>
                  <a:pt x="975223" y="168615"/>
                  <a:pt x="977507" y="169074"/>
                </a:cubicBezTo>
                <a:cubicBezTo>
                  <a:pt x="979023" y="169314"/>
                  <a:pt x="980142" y="170616"/>
                  <a:pt x="980154" y="172150"/>
                </a:cubicBezTo>
                <a:cubicBezTo>
                  <a:pt x="980192" y="175024"/>
                  <a:pt x="980777" y="177865"/>
                  <a:pt x="981877" y="180520"/>
                </a:cubicBezTo>
                <a:cubicBezTo>
                  <a:pt x="981927" y="181754"/>
                  <a:pt x="981558" y="182968"/>
                  <a:pt x="980831" y="183967"/>
                </a:cubicBezTo>
                <a:cubicBezTo>
                  <a:pt x="978967" y="185637"/>
                  <a:pt x="976899" y="187064"/>
                  <a:pt x="974677" y="188213"/>
                </a:cubicBezTo>
                <a:cubicBezTo>
                  <a:pt x="973199" y="189136"/>
                  <a:pt x="969876" y="189382"/>
                  <a:pt x="967783" y="190737"/>
                </a:cubicBezTo>
                <a:cubicBezTo>
                  <a:pt x="966514" y="191690"/>
                  <a:pt x="965727" y="193152"/>
                  <a:pt x="965630" y="194737"/>
                </a:cubicBezTo>
                <a:cubicBezTo>
                  <a:pt x="965630" y="197383"/>
                  <a:pt x="967661" y="197383"/>
                  <a:pt x="968953" y="197383"/>
                </a:cubicBezTo>
                <a:cubicBezTo>
                  <a:pt x="970246" y="197383"/>
                  <a:pt x="975599" y="195660"/>
                  <a:pt x="978123" y="195660"/>
                </a:cubicBezTo>
                <a:cubicBezTo>
                  <a:pt x="980419" y="195776"/>
                  <a:pt x="982720" y="195776"/>
                  <a:pt x="985016" y="195660"/>
                </a:cubicBezTo>
                <a:cubicBezTo>
                  <a:pt x="987763" y="194732"/>
                  <a:pt x="990616" y="194153"/>
                  <a:pt x="993508" y="193937"/>
                </a:cubicBezTo>
                <a:cubicBezTo>
                  <a:pt x="996216" y="194614"/>
                  <a:pt x="999232" y="192090"/>
                  <a:pt x="1000955" y="193937"/>
                </a:cubicBezTo>
                <a:cubicBezTo>
                  <a:pt x="1000955" y="197137"/>
                  <a:pt x="1007109" y="198614"/>
                  <a:pt x="1007109" y="203599"/>
                </a:cubicBezTo>
                <a:cubicBezTo>
                  <a:pt x="1007109" y="210738"/>
                  <a:pt x="1002371" y="218800"/>
                  <a:pt x="996216" y="219293"/>
                </a:cubicBezTo>
                <a:cubicBezTo>
                  <a:pt x="993631" y="219539"/>
                  <a:pt x="995416" y="217569"/>
                  <a:pt x="986308" y="217569"/>
                </a:cubicBezTo>
                <a:cubicBezTo>
                  <a:pt x="978184" y="217692"/>
                  <a:pt x="971230" y="218246"/>
                  <a:pt x="969937" y="218246"/>
                </a:cubicBezTo>
                <a:cubicBezTo>
                  <a:pt x="966953" y="218283"/>
                  <a:pt x="963971" y="218098"/>
                  <a:pt x="961014" y="217692"/>
                </a:cubicBezTo>
                <a:cubicBezTo>
                  <a:pt x="958391" y="217748"/>
                  <a:pt x="955777" y="218015"/>
                  <a:pt x="953198" y="218493"/>
                </a:cubicBezTo>
                <a:cubicBezTo>
                  <a:pt x="950332" y="219230"/>
                  <a:pt x="947409" y="219724"/>
                  <a:pt x="944459" y="219970"/>
                </a:cubicBezTo>
                <a:cubicBezTo>
                  <a:pt x="940803" y="219917"/>
                  <a:pt x="937176" y="220629"/>
                  <a:pt x="933812" y="222062"/>
                </a:cubicBezTo>
                <a:cubicBezTo>
                  <a:pt x="930187" y="222803"/>
                  <a:pt x="926496" y="223174"/>
                  <a:pt x="922796" y="223169"/>
                </a:cubicBezTo>
                <a:cubicBezTo>
                  <a:pt x="919155" y="224719"/>
                  <a:pt x="915359" y="225875"/>
                  <a:pt x="911472" y="226616"/>
                </a:cubicBezTo>
                <a:cubicBezTo>
                  <a:pt x="909379" y="226862"/>
                  <a:pt x="904518" y="226247"/>
                  <a:pt x="904333" y="222862"/>
                </a:cubicBezTo>
                <a:cubicBezTo>
                  <a:pt x="904148" y="219477"/>
                  <a:pt x="902302" y="217692"/>
                  <a:pt x="902733" y="213322"/>
                </a:cubicBezTo>
                <a:cubicBezTo>
                  <a:pt x="903102" y="212030"/>
                  <a:pt x="903102" y="209938"/>
                  <a:pt x="903102" y="208953"/>
                </a:cubicBezTo>
                <a:cubicBezTo>
                  <a:pt x="903113" y="206998"/>
                  <a:pt x="903993" y="205149"/>
                  <a:pt x="905502" y="203907"/>
                </a:cubicBezTo>
                <a:cubicBezTo>
                  <a:pt x="905933" y="203784"/>
                  <a:pt x="906918" y="201630"/>
                  <a:pt x="908149" y="201753"/>
                </a:cubicBezTo>
                <a:cubicBezTo>
                  <a:pt x="909379" y="201876"/>
                  <a:pt x="909626" y="203353"/>
                  <a:pt x="911472" y="203353"/>
                </a:cubicBezTo>
                <a:cubicBezTo>
                  <a:pt x="914831" y="202626"/>
                  <a:pt x="918094" y="201511"/>
                  <a:pt x="921196" y="200030"/>
                </a:cubicBezTo>
                <a:cubicBezTo>
                  <a:pt x="925191" y="197989"/>
                  <a:pt x="929301" y="196181"/>
                  <a:pt x="933505" y="194614"/>
                </a:cubicBezTo>
                <a:cubicBezTo>
                  <a:pt x="935105" y="192336"/>
                  <a:pt x="932458" y="191168"/>
                  <a:pt x="931473" y="191168"/>
                </a:cubicBezTo>
                <a:cubicBezTo>
                  <a:pt x="929768" y="191628"/>
                  <a:pt x="927950" y="191383"/>
                  <a:pt x="926427" y="190491"/>
                </a:cubicBezTo>
                <a:cubicBezTo>
                  <a:pt x="923904" y="190060"/>
                  <a:pt x="922857" y="189444"/>
                  <a:pt x="922180" y="188336"/>
                </a:cubicBezTo>
                <a:cubicBezTo>
                  <a:pt x="921504" y="187229"/>
                  <a:pt x="921995" y="185936"/>
                  <a:pt x="922180" y="184213"/>
                </a:cubicBezTo>
                <a:cubicBezTo>
                  <a:pt x="922365" y="182490"/>
                  <a:pt x="922488" y="180644"/>
                  <a:pt x="922735" y="179167"/>
                </a:cubicBezTo>
                <a:cubicBezTo>
                  <a:pt x="922981" y="177690"/>
                  <a:pt x="923165" y="175474"/>
                  <a:pt x="925504" y="175474"/>
                </a:cubicBezTo>
                <a:cubicBezTo>
                  <a:pt x="926796" y="175474"/>
                  <a:pt x="927104" y="176397"/>
                  <a:pt x="928335" y="176397"/>
                </a:cubicBezTo>
                <a:cubicBezTo>
                  <a:pt x="929565" y="176397"/>
                  <a:pt x="930119" y="175843"/>
                  <a:pt x="931351" y="175843"/>
                </a:cubicBezTo>
                <a:cubicBezTo>
                  <a:pt x="932328" y="176006"/>
                  <a:pt x="933327" y="176006"/>
                  <a:pt x="934305" y="175843"/>
                </a:cubicBezTo>
                <a:cubicBezTo>
                  <a:pt x="935395" y="175307"/>
                  <a:pt x="936312" y="174476"/>
                  <a:pt x="936951" y="173443"/>
                </a:cubicBezTo>
                <a:cubicBezTo>
                  <a:pt x="937504" y="171441"/>
                  <a:pt x="937734" y="169363"/>
                  <a:pt x="937628" y="167288"/>
                </a:cubicBezTo>
                <a:cubicBezTo>
                  <a:pt x="937382" y="165627"/>
                  <a:pt x="935904" y="165873"/>
                  <a:pt x="933996" y="166796"/>
                </a:cubicBezTo>
                <a:cubicBezTo>
                  <a:pt x="932494" y="167344"/>
                  <a:pt x="930950" y="167776"/>
                  <a:pt x="929381" y="168089"/>
                </a:cubicBezTo>
                <a:cubicBezTo>
                  <a:pt x="927982" y="168471"/>
                  <a:pt x="926565" y="168779"/>
                  <a:pt x="925134" y="169012"/>
                </a:cubicBezTo>
                <a:cubicBezTo>
                  <a:pt x="923967" y="169017"/>
                  <a:pt x="922806" y="168851"/>
                  <a:pt x="921688" y="168519"/>
                </a:cubicBezTo>
                <a:cubicBezTo>
                  <a:pt x="919965" y="168089"/>
                  <a:pt x="920396" y="167043"/>
                  <a:pt x="919965" y="165811"/>
                </a:cubicBezTo>
                <a:cubicBezTo>
                  <a:pt x="919269" y="164596"/>
                  <a:pt x="918809" y="163260"/>
                  <a:pt x="918611" y="161873"/>
                </a:cubicBezTo>
                <a:cubicBezTo>
                  <a:pt x="918857" y="158365"/>
                  <a:pt x="916026" y="157073"/>
                  <a:pt x="915534" y="156149"/>
                </a:cubicBezTo>
                <a:cubicBezTo>
                  <a:pt x="914606" y="154214"/>
                  <a:pt x="914023" y="152131"/>
                  <a:pt x="913810" y="149995"/>
                </a:cubicBezTo>
                <a:cubicBezTo>
                  <a:pt x="913810" y="145995"/>
                  <a:pt x="917565" y="142856"/>
                  <a:pt x="917134" y="140333"/>
                </a:cubicBezTo>
                <a:cubicBezTo>
                  <a:pt x="916016" y="135220"/>
                  <a:pt x="915479" y="129996"/>
                  <a:pt x="915534" y="124763"/>
                </a:cubicBezTo>
                <a:cubicBezTo>
                  <a:pt x="915718" y="123347"/>
                  <a:pt x="913564" y="120947"/>
                  <a:pt x="913564" y="118116"/>
                </a:cubicBezTo>
                <a:cubicBezTo>
                  <a:pt x="913655" y="116410"/>
                  <a:pt x="913924" y="114719"/>
                  <a:pt x="914364" y="113069"/>
                </a:cubicBezTo>
                <a:cubicBezTo>
                  <a:pt x="915247" y="110268"/>
                  <a:pt x="915825" y="107379"/>
                  <a:pt x="916088" y="104453"/>
                </a:cubicBezTo>
                <a:cubicBezTo>
                  <a:pt x="915718" y="100577"/>
                  <a:pt x="917688" y="95715"/>
                  <a:pt x="920334" y="95715"/>
                </a:cubicBezTo>
                <a:cubicBezTo>
                  <a:pt x="922981" y="95715"/>
                  <a:pt x="922919" y="99038"/>
                  <a:pt x="925811" y="99038"/>
                </a:cubicBezTo>
                <a:cubicBezTo>
                  <a:pt x="927553" y="99127"/>
                  <a:pt x="929298" y="98941"/>
                  <a:pt x="930981" y="98484"/>
                </a:cubicBezTo>
                <a:cubicBezTo>
                  <a:pt x="931597" y="98053"/>
                  <a:pt x="936335" y="96883"/>
                  <a:pt x="937751" y="96330"/>
                </a:cubicBezTo>
                <a:cubicBezTo>
                  <a:pt x="941874" y="94853"/>
                  <a:pt x="944828" y="93007"/>
                  <a:pt x="949320" y="91591"/>
                </a:cubicBezTo>
                <a:cubicBezTo>
                  <a:pt x="952337" y="90668"/>
                  <a:pt x="956090" y="91468"/>
                  <a:pt x="958491" y="90668"/>
                </a:cubicBezTo>
                <a:cubicBezTo>
                  <a:pt x="965137" y="88391"/>
                  <a:pt x="983662" y="81744"/>
                  <a:pt x="985939" y="81744"/>
                </a:cubicBezTo>
                <a:close/>
                <a:moveTo>
                  <a:pt x="58360" y="74653"/>
                </a:moveTo>
                <a:cubicBezTo>
                  <a:pt x="58130" y="74653"/>
                  <a:pt x="57777" y="74936"/>
                  <a:pt x="57636" y="74936"/>
                </a:cubicBezTo>
                <a:cubicBezTo>
                  <a:pt x="57382" y="75042"/>
                  <a:pt x="57149" y="75190"/>
                  <a:pt x="56948" y="75377"/>
                </a:cubicBezTo>
                <a:cubicBezTo>
                  <a:pt x="56806" y="75536"/>
                  <a:pt x="56453" y="76066"/>
                  <a:pt x="56136" y="76295"/>
                </a:cubicBezTo>
                <a:cubicBezTo>
                  <a:pt x="55818" y="76525"/>
                  <a:pt x="55429" y="76913"/>
                  <a:pt x="55218" y="77072"/>
                </a:cubicBezTo>
                <a:cubicBezTo>
                  <a:pt x="55006" y="77231"/>
                  <a:pt x="54547" y="77213"/>
                  <a:pt x="54406" y="77337"/>
                </a:cubicBezTo>
                <a:cubicBezTo>
                  <a:pt x="54263" y="77451"/>
                  <a:pt x="54196" y="77633"/>
                  <a:pt x="54229" y="77813"/>
                </a:cubicBezTo>
                <a:lnTo>
                  <a:pt x="54211" y="77813"/>
                </a:lnTo>
                <a:cubicBezTo>
                  <a:pt x="54227" y="78122"/>
                  <a:pt x="54197" y="78431"/>
                  <a:pt x="54123" y="78731"/>
                </a:cubicBezTo>
                <a:cubicBezTo>
                  <a:pt x="54166" y="78906"/>
                  <a:pt x="54302" y="79042"/>
                  <a:pt x="54476" y="79084"/>
                </a:cubicBezTo>
                <a:cubicBezTo>
                  <a:pt x="55136" y="79019"/>
                  <a:pt x="55791" y="79268"/>
                  <a:pt x="56242" y="79755"/>
                </a:cubicBezTo>
                <a:cubicBezTo>
                  <a:pt x="56930" y="80461"/>
                  <a:pt x="57107" y="81044"/>
                  <a:pt x="57901" y="81873"/>
                </a:cubicBezTo>
                <a:cubicBezTo>
                  <a:pt x="58360" y="82315"/>
                  <a:pt x="58254" y="82756"/>
                  <a:pt x="58360" y="83197"/>
                </a:cubicBezTo>
                <a:cubicBezTo>
                  <a:pt x="58263" y="83692"/>
                  <a:pt x="58102" y="84174"/>
                  <a:pt x="57883" y="84627"/>
                </a:cubicBezTo>
                <a:cubicBezTo>
                  <a:pt x="57694" y="84894"/>
                  <a:pt x="57488" y="85148"/>
                  <a:pt x="57265" y="85386"/>
                </a:cubicBezTo>
                <a:cubicBezTo>
                  <a:pt x="56948" y="85739"/>
                  <a:pt x="56912" y="86269"/>
                  <a:pt x="56648" y="86675"/>
                </a:cubicBezTo>
                <a:cubicBezTo>
                  <a:pt x="56284" y="87062"/>
                  <a:pt x="56284" y="87665"/>
                  <a:pt x="56648" y="88052"/>
                </a:cubicBezTo>
                <a:cubicBezTo>
                  <a:pt x="57077" y="88410"/>
                  <a:pt x="57468" y="88813"/>
                  <a:pt x="57813" y="89252"/>
                </a:cubicBezTo>
                <a:cubicBezTo>
                  <a:pt x="58113" y="89552"/>
                  <a:pt x="58183" y="89446"/>
                  <a:pt x="58536" y="89658"/>
                </a:cubicBezTo>
                <a:cubicBezTo>
                  <a:pt x="58889" y="89870"/>
                  <a:pt x="59084" y="90170"/>
                  <a:pt x="59543" y="90311"/>
                </a:cubicBezTo>
                <a:cubicBezTo>
                  <a:pt x="59739" y="90401"/>
                  <a:pt x="59964" y="90401"/>
                  <a:pt x="60160" y="90311"/>
                </a:cubicBezTo>
                <a:cubicBezTo>
                  <a:pt x="60355" y="90223"/>
                  <a:pt x="60478" y="89888"/>
                  <a:pt x="60584" y="89711"/>
                </a:cubicBezTo>
                <a:cubicBezTo>
                  <a:pt x="60692" y="89390"/>
                  <a:pt x="60821" y="89077"/>
                  <a:pt x="60972" y="88776"/>
                </a:cubicBezTo>
                <a:cubicBezTo>
                  <a:pt x="61220" y="88536"/>
                  <a:pt x="61423" y="88255"/>
                  <a:pt x="61573" y="87946"/>
                </a:cubicBezTo>
                <a:cubicBezTo>
                  <a:pt x="61573" y="87946"/>
                  <a:pt x="61926" y="87769"/>
                  <a:pt x="62173" y="87769"/>
                </a:cubicBezTo>
                <a:cubicBezTo>
                  <a:pt x="62789" y="88243"/>
                  <a:pt x="63379" y="88749"/>
                  <a:pt x="63938" y="89288"/>
                </a:cubicBezTo>
                <a:cubicBezTo>
                  <a:pt x="64238" y="89641"/>
                  <a:pt x="64044" y="90347"/>
                  <a:pt x="63938" y="90700"/>
                </a:cubicBezTo>
                <a:cubicBezTo>
                  <a:pt x="63806" y="91514"/>
                  <a:pt x="63610" y="92317"/>
                  <a:pt x="63356" y="93101"/>
                </a:cubicBezTo>
                <a:cubicBezTo>
                  <a:pt x="63115" y="93480"/>
                  <a:pt x="62942" y="93898"/>
                  <a:pt x="62844" y="94336"/>
                </a:cubicBezTo>
                <a:cubicBezTo>
                  <a:pt x="62782" y="94785"/>
                  <a:pt x="62681" y="95228"/>
                  <a:pt x="62544" y="95660"/>
                </a:cubicBezTo>
                <a:cubicBezTo>
                  <a:pt x="62473" y="95890"/>
                  <a:pt x="62191" y="96031"/>
                  <a:pt x="62085" y="96260"/>
                </a:cubicBezTo>
                <a:cubicBezTo>
                  <a:pt x="61986" y="96543"/>
                  <a:pt x="62055" y="96857"/>
                  <a:pt x="62261" y="97072"/>
                </a:cubicBezTo>
                <a:cubicBezTo>
                  <a:pt x="62349" y="97161"/>
                  <a:pt x="62844" y="97320"/>
                  <a:pt x="63091" y="97461"/>
                </a:cubicBezTo>
                <a:cubicBezTo>
                  <a:pt x="63338" y="97602"/>
                  <a:pt x="63691" y="97990"/>
                  <a:pt x="63973" y="97990"/>
                </a:cubicBezTo>
                <a:cubicBezTo>
                  <a:pt x="64305" y="97911"/>
                  <a:pt x="64641" y="97851"/>
                  <a:pt x="64980" y="97814"/>
                </a:cubicBezTo>
                <a:cubicBezTo>
                  <a:pt x="65527" y="97814"/>
                  <a:pt x="66515" y="98079"/>
                  <a:pt x="66657" y="97690"/>
                </a:cubicBezTo>
                <a:cubicBezTo>
                  <a:pt x="66821" y="96905"/>
                  <a:pt x="66921" y="96109"/>
                  <a:pt x="66957" y="95307"/>
                </a:cubicBezTo>
                <a:cubicBezTo>
                  <a:pt x="67149" y="94892"/>
                  <a:pt x="67303" y="94462"/>
                  <a:pt x="67416" y="94018"/>
                </a:cubicBezTo>
                <a:cubicBezTo>
                  <a:pt x="67493" y="93228"/>
                  <a:pt x="67672" y="92451"/>
                  <a:pt x="67945" y="91706"/>
                </a:cubicBezTo>
                <a:cubicBezTo>
                  <a:pt x="68164" y="91166"/>
                  <a:pt x="68348" y="90611"/>
                  <a:pt x="68493" y="90047"/>
                </a:cubicBezTo>
                <a:cubicBezTo>
                  <a:pt x="68598" y="89588"/>
                  <a:pt x="68192" y="88634"/>
                  <a:pt x="68493" y="87964"/>
                </a:cubicBezTo>
                <a:cubicBezTo>
                  <a:pt x="68741" y="87333"/>
                  <a:pt x="68879" y="86664"/>
                  <a:pt x="68899" y="85986"/>
                </a:cubicBezTo>
                <a:cubicBezTo>
                  <a:pt x="68950" y="85623"/>
                  <a:pt x="68854" y="85256"/>
                  <a:pt x="68634" y="84963"/>
                </a:cubicBezTo>
                <a:cubicBezTo>
                  <a:pt x="68157" y="84309"/>
                  <a:pt x="67875" y="83656"/>
                  <a:pt x="67751" y="83497"/>
                </a:cubicBezTo>
                <a:cubicBezTo>
                  <a:pt x="67628" y="83339"/>
                  <a:pt x="67345" y="83286"/>
                  <a:pt x="67098" y="83109"/>
                </a:cubicBezTo>
                <a:lnTo>
                  <a:pt x="66674" y="82827"/>
                </a:lnTo>
                <a:cubicBezTo>
                  <a:pt x="66551" y="82738"/>
                  <a:pt x="66286" y="82862"/>
                  <a:pt x="65880" y="82456"/>
                </a:cubicBezTo>
                <a:cubicBezTo>
                  <a:pt x="65582" y="82172"/>
                  <a:pt x="65299" y="81870"/>
                  <a:pt x="65033" y="81556"/>
                </a:cubicBezTo>
                <a:cubicBezTo>
                  <a:pt x="64644" y="81097"/>
                  <a:pt x="64397" y="80708"/>
                  <a:pt x="64115" y="80408"/>
                </a:cubicBezTo>
                <a:cubicBezTo>
                  <a:pt x="63197" y="79402"/>
                  <a:pt x="62897" y="79067"/>
                  <a:pt x="62455" y="78643"/>
                </a:cubicBezTo>
                <a:cubicBezTo>
                  <a:pt x="62146" y="78320"/>
                  <a:pt x="61857" y="77977"/>
                  <a:pt x="61590" y="77619"/>
                </a:cubicBezTo>
                <a:cubicBezTo>
                  <a:pt x="61343" y="77037"/>
                  <a:pt x="61184" y="76489"/>
                  <a:pt x="61078" y="76313"/>
                </a:cubicBezTo>
                <a:cubicBezTo>
                  <a:pt x="60829" y="76006"/>
                  <a:pt x="60551" y="75721"/>
                  <a:pt x="60249" y="75466"/>
                </a:cubicBezTo>
                <a:cubicBezTo>
                  <a:pt x="60019" y="75289"/>
                  <a:pt x="60019" y="75112"/>
                  <a:pt x="59719" y="74901"/>
                </a:cubicBezTo>
                <a:cubicBezTo>
                  <a:pt x="59292" y="74712"/>
                  <a:pt x="58826" y="74627"/>
                  <a:pt x="58360" y="74653"/>
                </a:cubicBezTo>
                <a:close/>
                <a:moveTo>
                  <a:pt x="214317" y="74585"/>
                </a:moveTo>
                <a:lnTo>
                  <a:pt x="221365" y="75554"/>
                </a:lnTo>
                <a:cubicBezTo>
                  <a:pt x="219542" y="77436"/>
                  <a:pt x="217212" y="78748"/>
                  <a:pt x="214657" y="79332"/>
                </a:cubicBezTo>
                <a:cubicBezTo>
                  <a:pt x="211515" y="80003"/>
                  <a:pt x="207490" y="77072"/>
                  <a:pt x="207490" y="77072"/>
                </a:cubicBezTo>
                <a:close/>
                <a:moveTo>
                  <a:pt x="214304" y="74583"/>
                </a:moveTo>
                <a:lnTo>
                  <a:pt x="214322" y="74583"/>
                </a:lnTo>
                <a:lnTo>
                  <a:pt x="214317" y="74585"/>
                </a:lnTo>
                <a:close/>
                <a:moveTo>
                  <a:pt x="298578" y="66286"/>
                </a:moveTo>
                <a:cubicBezTo>
                  <a:pt x="298243" y="66057"/>
                  <a:pt x="297589" y="66357"/>
                  <a:pt x="297625" y="66498"/>
                </a:cubicBezTo>
                <a:cubicBezTo>
                  <a:pt x="297660" y="66639"/>
                  <a:pt x="297025" y="67381"/>
                  <a:pt x="296707" y="67663"/>
                </a:cubicBezTo>
                <a:cubicBezTo>
                  <a:pt x="295648" y="68581"/>
                  <a:pt x="295400" y="69199"/>
                  <a:pt x="294941" y="69534"/>
                </a:cubicBezTo>
                <a:cubicBezTo>
                  <a:pt x="294200" y="70117"/>
                  <a:pt x="293212" y="70893"/>
                  <a:pt x="293070" y="71052"/>
                </a:cubicBezTo>
                <a:cubicBezTo>
                  <a:pt x="292786" y="71338"/>
                  <a:pt x="292537" y="71660"/>
                  <a:pt x="292329" y="72006"/>
                </a:cubicBezTo>
                <a:cubicBezTo>
                  <a:pt x="292237" y="72274"/>
                  <a:pt x="292114" y="72528"/>
                  <a:pt x="291958" y="72765"/>
                </a:cubicBezTo>
                <a:cubicBezTo>
                  <a:pt x="291817" y="72941"/>
                  <a:pt x="291393" y="72765"/>
                  <a:pt x="291393" y="72765"/>
                </a:cubicBezTo>
                <a:cubicBezTo>
                  <a:pt x="290989" y="72653"/>
                  <a:pt x="290608" y="72475"/>
                  <a:pt x="290263" y="72235"/>
                </a:cubicBezTo>
                <a:cubicBezTo>
                  <a:pt x="290211" y="72202"/>
                  <a:pt x="290166" y="72156"/>
                  <a:pt x="290133" y="72104"/>
                </a:cubicBezTo>
                <a:cubicBezTo>
                  <a:pt x="290000" y="71900"/>
                  <a:pt x="290059" y="71626"/>
                  <a:pt x="290263" y="71494"/>
                </a:cubicBezTo>
                <a:cubicBezTo>
                  <a:pt x="290682" y="71077"/>
                  <a:pt x="291044" y="70609"/>
                  <a:pt x="291340" y="70099"/>
                </a:cubicBezTo>
                <a:cubicBezTo>
                  <a:pt x="291323" y="69834"/>
                  <a:pt x="291058" y="69834"/>
                  <a:pt x="291058" y="69834"/>
                </a:cubicBezTo>
                <a:cubicBezTo>
                  <a:pt x="290211" y="70067"/>
                  <a:pt x="289349" y="70251"/>
                  <a:pt x="288481" y="70382"/>
                </a:cubicBezTo>
                <a:cubicBezTo>
                  <a:pt x="288260" y="70369"/>
                  <a:pt x="288045" y="70314"/>
                  <a:pt x="287845" y="70223"/>
                </a:cubicBezTo>
                <a:cubicBezTo>
                  <a:pt x="287541" y="70177"/>
                  <a:pt x="287238" y="70299"/>
                  <a:pt x="287051" y="70540"/>
                </a:cubicBezTo>
                <a:cubicBezTo>
                  <a:pt x="286433" y="71600"/>
                  <a:pt x="286062" y="71405"/>
                  <a:pt x="285603" y="71847"/>
                </a:cubicBezTo>
                <a:cubicBezTo>
                  <a:pt x="285141" y="72350"/>
                  <a:pt x="284804" y="72955"/>
                  <a:pt x="284615" y="73612"/>
                </a:cubicBezTo>
                <a:cubicBezTo>
                  <a:pt x="284503" y="73930"/>
                  <a:pt x="284638" y="74279"/>
                  <a:pt x="284932" y="74442"/>
                </a:cubicBezTo>
                <a:cubicBezTo>
                  <a:pt x="285568" y="74883"/>
                  <a:pt x="286503" y="74724"/>
                  <a:pt x="287545" y="74883"/>
                </a:cubicBezTo>
                <a:cubicBezTo>
                  <a:pt x="287797" y="74909"/>
                  <a:pt x="288052" y="74909"/>
                  <a:pt x="288304" y="74883"/>
                </a:cubicBezTo>
                <a:cubicBezTo>
                  <a:pt x="288881" y="74740"/>
                  <a:pt x="289476" y="74687"/>
                  <a:pt x="290069" y="74724"/>
                </a:cubicBezTo>
                <a:cubicBezTo>
                  <a:pt x="290618" y="74925"/>
                  <a:pt x="291136" y="75204"/>
                  <a:pt x="291605" y="75554"/>
                </a:cubicBezTo>
                <a:cubicBezTo>
                  <a:pt x="291958" y="75783"/>
                  <a:pt x="292488" y="76189"/>
                  <a:pt x="292753" y="76383"/>
                </a:cubicBezTo>
                <a:cubicBezTo>
                  <a:pt x="293245" y="76744"/>
                  <a:pt x="293718" y="77132"/>
                  <a:pt x="294165" y="77549"/>
                </a:cubicBezTo>
                <a:cubicBezTo>
                  <a:pt x="294461" y="77801"/>
                  <a:pt x="294781" y="78025"/>
                  <a:pt x="295118" y="78219"/>
                </a:cubicBezTo>
                <a:cubicBezTo>
                  <a:pt x="295473" y="78369"/>
                  <a:pt x="295796" y="78587"/>
                  <a:pt x="296071" y="78855"/>
                </a:cubicBezTo>
                <a:cubicBezTo>
                  <a:pt x="296530" y="79485"/>
                  <a:pt x="297136" y="79995"/>
                  <a:pt x="297837" y="80338"/>
                </a:cubicBezTo>
                <a:cubicBezTo>
                  <a:pt x="298048" y="80408"/>
                  <a:pt x="298649" y="81097"/>
                  <a:pt x="298949" y="81238"/>
                </a:cubicBezTo>
                <a:cubicBezTo>
                  <a:pt x="299339" y="81478"/>
                  <a:pt x="299690" y="81775"/>
                  <a:pt x="299990" y="82121"/>
                </a:cubicBezTo>
                <a:cubicBezTo>
                  <a:pt x="299709" y="82477"/>
                  <a:pt x="299229" y="82606"/>
                  <a:pt x="298807" y="82438"/>
                </a:cubicBezTo>
                <a:cubicBezTo>
                  <a:pt x="298613" y="82315"/>
                  <a:pt x="297889" y="82191"/>
                  <a:pt x="297731" y="82032"/>
                </a:cubicBezTo>
                <a:cubicBezTo>
                  <a:pt x="297538" y="81773"/>
                  <a:pt x="297383" y="81489"/>
                  <a:pt x="297272" y="81185"/>
                </a:cubicBezTo>
                <a:cubicBezTo>
                  <a:pt x="297183" y="81044"/>
                  <a:pt x="296830" y="80832"/>
                  <a:pt x="296619" y="80567"/>
                </a:cubicBezTo>
                <a:cubicBezTo>
                  <a:pt x="296423" y="80253"/>
                  <a:pt x="296172" y="79978"/>
                  <a:pt x="295877" y="79755"/>
                </a:cubicBezTo>
                <a:cubicBezTo>
                  <a:pt x="295665" y="79632"/>
                  <a:pt x="295312" y="79632"/>
                  <a:pt x="295312" y="79632"/>
                </a:cubicBezTo>
                <a:cubicBezTo>
                  <a:pt x="294712" y="79243"/>
                  <a:pt x="294853" y="79314"/>
                  <a:pt x="294571" y="79243"/>
                </a:cubicBezTo>
                <a:cubicBezTo>
                  <a:pt x="294288" y="79173"/>
                  <a:pt x="293935" y="78678"/>
                  <a:pt x="293794" y="78678"/>
                </a:cubicBezTo>
                <a:cubicBezTo>
                  <a:pt x="293418" y="78463"/>
                  <a:pt x="293058" y="78221"/>
                  <a:pt x="292717" y="77955"/>
                </a:cubicBezTo>
                <a:cubicBezTo>
                  <a:pt x="292470" y="77796"/>
                  <a:pt x="292099" y="77354"/>
                  <a:pt x="291888" y="77231"/>
                </a:cubicBezTo>
                <a:cubicBezTo>
                  <a:pt x="291720" y="77178"/>
                  <a:pt x="291549" y="77135"/>
                  <a:pt x="291376" y="77107"/>
                </a:cubicBezTo>
                <a:cubicBezTo>
                  <a:pt x="291076" y="77019"/>
                  <a:pt x="290828" y="76278"/>
                  <a:pt x="290493" y="76278"/>
                </a:cubicBezTo>
                <a:cubicBezTo>
                  <a:pt x="289504" y="76207"/>
                  <a:pt x="288710" y="77037"/>
                  <a:pt x="288445" y="77037"/>
                </a:cubicBezTo>
                <a:cubicBezTo>
                  <a:pt x="288076" y="77132"/>
                  <a:pt x="287744" y="77335"/>
                  <a:pt x="287492" y="77619"/>
                </a:cubicBezTo>
                <a:cubicBezTo>
                  <a:pt x="287157" y="77866"/>
                  <a:pt x="287033" y="77990"/>
                  <a:pt x="287157" y="78343"/>
                </a:cubicBezTo>
                <a:cubicBezTo>
                  <a:pt x="287264" y="78599"/>
                  <a:pt x="287458" y="78811"/>
                  <a:pt x="287704" y="78943"/>
                </a:cubicBezTo>
                <a:cubicBezTo>
                  <a:pt x="288009" y="79150"/>
                  <a:pt x="288361" y="79278"/>
                  <a:pt x="288728" y="79314"/>
                </a:cubicBezTo>
                <a:cubicBezTo>
                  <a:pt x="289072" y="79293"/>
                  <a:pt x="289416" y="79372"/>
                  <a:pt x="289716" y="79543"/>
                </a:cubicBezTo>
                <a:cubicBezTo>
                  <a:pt x="289858" y="79702"/>
                  <a:pt x="290422" y="80002"/>
                  <a:pt x="290175" y="80161"/>
                </a:cubicBezTo>
                <a:cubicBezTo>
                  <a:pt x="289872" y="80324"/>
                  <a:pt x="289552" y="80454"/>
                  <a:pt x="289222" y="80549"/>
                </a:cubicBezTo>
                <a:cubicBezTo>
                  <a:pt x="288993" y="80620"/>
                  <a:pt x="288569" y="81008"/>
                  <a:pt x="288410" y="81114"/>
                </a:cubicBezTo>
                <a:cubicBezTo>
                  <a:pt x="288251" y="81220"/>
                  <a:pt x="288128" y="81220"/>
                  <a:pt x="287880" y="81220"/>
                </a:cubicBezTo>
                <a:cubicBezTo>
                  <a:pt x="287584" y="81169"/>
                  <a:pt x="287296" y="81067"/>
                  <a:pt x="287033" y="80920"/>
                </a:cubicBezTo>
                <a:cubicBezTo>
                  <a:pt x="286666" y="80647"/>
                  <a:pt x="286276" y="80405"/>
                  <a:pt x="285868" y="80196"/>
                </a:cubicBezTo>
                <a:cubicBezTo>
                  <a:pt x="285480" y="80055"/>
                  <a:pt x="284774" y="80020"/>
                  <a:pt x="284632" y="79861"/>
                </a:cubicBezTo>
                <a:cubicBezTo>
                  <a:pt x="284491" y="79702"/>
                  <a:pt x="284244" y="79014"/>
                  <a:pt x="284085" y="78855"/>
                </a:cubicBezTo>
                <a:cubicBezTo>
                  <a:pt x="283589" y="78456"/>
                  <a:pt x="282947" y="78290"/>
                  <a:pt x="282320" y="78396"/>
                </a:cubicBezTo>
                <a:cubicBezTo>
                  <a:pt x="281930" y="78565"/>
                  <a:pt x="281568" y="78791"/>
                  <a:pt x="281243" y="79067"/>
                </a:cubicBezTo>
                <a:cubicBezTo>
                  <a:pt x="281084" y="79208"/>
                  <a:pt x="280625" y="79596"/>
                  <a:pt x="280660" y="79773"/>
                </a:cubicBezTo>
                <a:cubicBezTo>
                  <a:pt x="280696" y="79949"/>
                  <a:pt x="280872" y="80196"/>
                  <a:pt x="280872" y="80373"/>
                </a:cubicBezTo>
                <a:cubicBezTo>
                  <a:pt x="280855" y="81044"/>
                  <a:pt x="281331" y="81326"/>
                  <a:pt x="281490" y="81485"/>
                </a:cubicBezTo>
                <a:cubicBezTo>
                  <a:pt x="281649" y="81644"/>
                  <a:pt x="282532" y="81891"/>
                  <a:pt x="282814" y="82156"/>
                </a:cubicBezTo>
                <a:cubicBezTo>
                  <a:pt x="283232" y="82546"/>
                  <a:pt x="283688" y="82896"/>
                  <a:pt x="284173" y="83197"/>
                </a:cubicBezTo>
                <a:cubicBezTo>
                  <a:pt x="284652" y="83489"/>
                  <a:pt x="285100" y="83826"/>
                  <a:pt x="285515" y="84204"/>
                </a:cubicBezTo>
                <a:cubicBezTo>
                  <a:pt x="285868" y="84663"/>
                  <a:pt x="285621" y="84945"/>
                  <a:pt x="285338" y="85033"/>
                </a:cubicBezTo>
                <a:cubicBezTo>
                  <a:pt x="284403" y="85263"/>
                  <a:pt x="282779" y="86269"/>
                  <a:pt x="281931" y="85792"/>
                </a:cubicBezTo>
                <a:cubicBezTo>
                  <a:pt x="281596" y="85580"/>
                  <a:pt x="280925" y="84998"/>
                  <a:pt x="280166" y="84451"/>
                </a:cubicBezTo>
                <a:cubicBezTo>
                  <a:pt x="279743" y="84080"/>
                  <a:pt x="279319" y="83798"/>
                  <a:pt x="279213" y="84080"/>
                </a:cubicBezTo>
                <a:cubicBezTo>
                  <a:pt x="279107" y="84362"/>
                  <a:pt x="279690" y="85986"/>
                  <a:pt x="279213" y="86463"/>
                </a:cubicBezTo>
                <a:cubicBezTo>
                  <a:pt x="278966" y="86693"/>
                  <a:pt x="278489" y="87081"/>
                  <a:pt x="278260" y="87310"/>
                </a:cubicBezTo>
                <a:cubicBezTo>
                  <a:pt x="278533" y="87858"/>
                  <a:pt x="278955" y="88317"/>
                  <a:pt x="279478" y="88634"/>
                </a:cubicBezTo>
                <a:cubicBezTo>
                  <a:pt x="279857" y="88790"/>
                  <a:pt x="280209" y="89005"/>
                  <a:pt x="280519" y="89270"/>
                </a:cubicBezTo>
                <a:cubicBezTo>
                  <a:pt x="280971" y="89547"/>
                  <a:pt x="281442" y="89789"/>
                  <a:pt x="281931" y="89994"/>
                </a:cubicBezTo>
                <a:cubicBezTo>
                  <a:pt x="282602" y="90382"/>
                  <a:pt x="283308" y="89641"/>
                  <a:pt x="284050" y="89393"/>
                </a:cubicBezTo>
                <a:cubicBezTo>
                  <a:pt x="284156" y="89376"/>
                  <a:pt x="284774" y="89464"/>
                  <a:pt x="285074" y="89164"/>
                </a:cubicBezTo>
                <a:cubicBezTo>
                  <a:pt x="285421" y="88844"/>
                  <a:pt x="285829" y="88599"/>
                  <a:pt x="286274" y="88440"/>
                </a:cubicBezTo>
                <a:cubicBezTo>
                  <a:pt x="286645" y="88228"/>
                  <a:pt x="286910" y="87981"/>
                  <a:pt x="287245" y="87734"/>
                </a:cubicBezTo>
                <a:cubicBezTo>
                  <a:pt x="287580" y="87487"/>
                  <a:pt x="287775" y="87063"/>
                  <a:pt x="288198" y="86710"/>
                </a:cubicBezTo>
                <a:cubicBezTo>
                  <a:pt x="288622" y="86357"/>
                  <a:pt x="290034" y="87399"/>
                  <a:pt x="290246" y="87558"/>
                </a:cubicBezTo>
                <a:cubicBezTo>
                  <a:pt x="290458" y="87716"/>
                  <a:pt x="290599" y="87716"/>
                  <a:pt x="291058" y="87999"/>
                </a:cubicBezTo>
                <a:cubicBezTo>
                  <a:pt x="291517" y="88281"/>
                  <a:pt x="291711" y="88493"/>
                  <a:pt x="292117" y="88776"/>
                </a:cubicBezTo>
                <a:cubicBezTo>
                  <a:pt x="292417" y="88904"/>
                  <a:pt x="292749" y="88942"/>
                  <a:pt x="293070" y="88882"/>
                </a:cubicBezTo>
                <a:cubicBezTo>
                  <a:pt x="293441" y="88864"/>
                  <a:pt x="293918" y="88440"/>
                  <a:pt x="294218" y="88246"/>
                </a:cubicBezTo>
                <a:cubicBezTo>
                  <a:pt x="294518" y="88052"/>
                  <a:pt x="294218" y="87558"/>
                  <a:pt x="294218" y="87558"/>
                </a:cubicBezTo>
                <a:cubicBezTo>
                  <a:pt x="293935" y="86975"/>
                  <a:pt x="293865" y="86534"/>
                  <a:pt x="293741" y="86304"/>
                </a:cubicBezTo>
                <a:cubicBezTo>
                  <a:pt x="293353" y="85704"/>
                  <a:pt x="293494" y="85122"/>
                  <a:pt x="293353" y="84963"/>
                </a:cubicBezTo>
                <a:cubicBezTo>
                  <a:pt x="293212" y="84804"/>
                  <a:pt x="292876" y="84927"/>
                  <a:pt x="292594" y="84698"/>
                </a:cubicBezTo>
                <a:cubicBezTo>
                  <a:pt x="292311" y="84468"/>
                  <a:pt x="291764" y="84345"/>
                  <a:pt x="291517" y="84186"/>
                </a:cubicBezTo>
                <a:cubicBezTo>
                  <a:pt x="291270" y="84027"/>
                  <a:pt x="291181" y="83798"/>
                  <a:pt x="291181" y="83656"/>
                </a:cubicBezTo>
                <a:cubicBezTo>
                  <a:pt x="291432" y="83317"/>
                  <a:pt x="291794" y="83079"/>
                  <a:pt x="292205" y="82986"/>
                </a:cubicBezTo>
                <a:cubicBezTo>
                  <a:pt x="292721" y="82929"/>
                  <a:pt x="293242" y="82929"/>
                  <a:pt x="293759" y="82986"/>
                </a:cubicBezTo>
                <a:cubicBezTo>
                  <a:pt x="294135" y="83083"/>
                  <a:pt x="294530" y="83083"/>
                  <a:pt x="294906" y="82986"/>
                </a:cubicBezTo>
                <a:cubicBezTo>
                  <a:pt x="295821" y="82857"/>
                  <a:pt x="296749" y="83051"/>
                  <a:pt x="297536" y="83533"/>
                </a:cubicBezTo>
                <a:cubicBezTo>
                  <a:pt x="297907" y="83815"/>
                  <a:pt x="298384" y="84151"/>
                  <a:pt x="298419" y="84451"/>
                </a:cubicBezTo>
                <a:cubicBezTo>
                  <a:pt x="298454" y="84751"/>
                  <a:pt x="298896" y="85227"/>
                  <a:pt x="299019" y="85227"/>
                </a:cubicBezTo>
                <a:cubicBezTo>
                  <a:pt x="299319" y="85240"/>
                  <a:pt x="299604" y="85367"/>
                  <a:pt x="299814" y="85580"/>
                </a:cubicBezTo>
                <a:cubicBezTo>
                  <a:pt x="300414" y="86253"/>
                  <a:pt x="301191" y="86742"/>
                  <a:pt x="302055" y="86993"/>
                </a:cubicBezTo>
                <a:cubicBezTo>
                  <a:pt x="302627" y="86839"/>
                  <a:pt x="303157" y="86562"/>
                  <a:pt x="303609" y="86181"/>
                </a:cubicBezTo>
                <a:cubicBezTo>
                  <a:pt x="304123" y="85768"/>
                  <a:pt x="304499" y="85206"/>
                  <a:pt x="304686" y="84574"/>
                </a:cubicBezTo>
                <a:cubicBezTo>
                  <a:pt x="304721" y="84204"/>
                  <a:pt x="304386" y="84186"/>
                  <a:pt x="304333" y="83780"/>
                </a:cubicBezTo>
                <a:cubicBezTo>
                  <a:pt x="304280" y="83374"/>
                  <a:pt x="303997" y="83286"/>
                  <a:pt x="303997" y="83109"/>
                </a:cubicBezTo>
                <a:cubicBezTo>
                  <a:pt x="303997" y="82933"/>
                  <a:pt x="303997" y="82509"/>
                  <a:pt x="303997" y="82315"/>
                </a:cubicBezTo>
                <a:cubicBezTo>
                  <a:pt x="303837" y="82106"/>
                  <a:pt x="303646" y="81923"/>
                  <a:pt x="303432" y="81768"/>
                </a:cubicBezTo>
                <a:cubicBezTo>
                  <a:pt x="302986" y="81746"/>
                  <a:pt x="302553" y="81607"/>
                  <a:pt x="302179" y="81361"/>
                </a:cubicBezTo>
                <a:cubicBezTo>
                  <a:pt x="302038" y="81203"/>
                  <a:pt x="301738" y="81008"/>
                  <a:pt x="301914" y="80797"/>
                </a:cubicBezTo>
                <a:cubicBezTo>
                  <a:pt x="302232" y="80504"/>
                  <a:pt x="302596" y="80265"/>
                  <a:pt x="302991" y="80090"/>
                </a:cubicBezTo>
                <a:lnTo>
                  <a:pt x="303891" y="79596"/>
                </a:lnTo>
                <a:cubicBezTo>
                  <a:pt x="304033" y="79508"/>
                  <a:pt x="304721" y="79226"/>
                  <a:pt x="304721" y="79226"/>
                </a:cubicBezTo>
                <a:cubicBezTo>
                  <a:pt x="305450" y="78696"/>
                  <a:pt x="306312" y="78378"/>
                  <a:pt x="307210" y="78308"/>
                </a:cubicBezTo>
                <a:cubicBezTo>
                  <a:pt x="307810" y="78325"/>
                  <a:pt x="308817" y="78855"/>
                  <a:pt x="308870" y="78519"/>
                </a:cubicBezTo>
                <a:cubicBezTo>
                  <a:pt x="308922" y="78184"/>
                  <a:pt x="309593" y="77937"/>
                  <a:pt x="309840" y="77760"/>
                </a:cubicBezTo>
                <a:cubicBezTo>
                  <a:pt x="310065" y="77619"/>
                  <a:pt x="310197" y="77372"/>
                  <a:pt x="310193" y="77107"/>
                </a:cubicBezTo>
                <a:cubicBezTo>
                  <a:pt x="310158" y="76735"/>
                  <a:pt x="310080" y="76368"/>
                  <a:pt x="309964" y="76013"/>
                </a:cubicBezTo>
                <a:cubicBezTo>
                  <a:pt x="309858" y="75714"/>
                  <a:pt x="309604" y="75492"/>
                  <a:pt x="309293" y="75430"/>
                </a:cubicBezTo>
                <a:cubicBezTo>
                  <a:pt x="309134" y="75342"/>
                  <a:pt x="309134" y="75501"/>
                  <a:pt x="308834" y="75430"/>
                </a:cubicBezTo>
                <a:cubicBezTo>
                  <a:pt x="308534" y="75360"/>
                  <a:pt x="306592" y="73824"/>
                  <a:pt x="305692" y="74336"/>
                </a:cubicBezTo>
                <a:cubicBezTo>
                  <a:pt x="305251" y="74583"/>
                  <a:pt x="305533" y="75307"/>
                  <a:pt x="305056" y="75730"/>
                </a:cubicBezTo>
                <a:cubicBezTo>
                  <a:pt x="304846" y="75896"/>
                  <a:pt x="304606" y="76022"/>
                  <a:pt x="304350" y="76101"/>
                </a:cubicBezTo>
                <a:cubicBezTo>
                  <a:pt x="304103" y="76242"/>
                  <a:pt x="303715" y="76366"/>
                  <a:pt x="303521" y="76242"/>
                </a:cubicBezTo>
                <a:cubicBezTo>
                  <a:pt x="303327" y="76119"/>
                  <a:pt x="303150" y="75907"/>
                  <a:pt x="302656" y="75907"/>
                </a:cubicBezTo>
                <a:cubicBezTo>
                  <a:pt x="301879" y="76030"/>
                  <a:pt x="302214" y="76454"/>
                  <a:pt x="302003" y="76631"/>
                </a:cubicBezTo>
                <a:cubicBezTo>
                  <a:pt x="301791" y="76807"/>
                  <a:pt x="301438" y="76631"/>
                  <a:pt x="301279" y="76631"/>
                </a:cubicBezTo>
                <a:cubicBezTo>
                  <a:pt x="301032" y="76668"/>
                  <a:pt x="300781" y="76631"/>
                  <a:pt x="300555" y="76525"/>
                </a:cubicBezTo>
                <a:cubicBezTo>
                  <a:pt x="300449" y="76436"/>
                  <a:pt x="299937" y="77090"/>
                  <a:pt x="299972" y="77337"/>
                </a:cubicBezTo>
                <a:cubicBezTo>
                  <a:pt x="300008" y="77584"/>
                  <a:pt x="300590" y="77654"/>
                  <a:pt x="300361" y="78184"/>
                </a:cubicBezTo>
                <a:cubicBezTo>
                  <a:pt x="300131" y="78714"/>
                  <a:pt x="299443" y="78714"/>
                  <a:pt x="298949" y="78184"/>
                </a:cubicBezTo>
                <a:cubicBezTo>
                  <a:pt x="298454" y="77654"/>
                  <a:pt x="299778" y="77531"/>
                  <a:pt x="299231" y="77195"/>
                </a:cubicBezTo>
                <a:cubicBezTo>
                  <a:pt x="298684" y="76860"/>
                  <a:pt x="298702" y="76048"/>
                  <a:pt x="298896" y="76013"/>
                </a:cubicBezTo>
                <a:cubicBezTo>
                  <a:pt x="299090" y="75977"/>
                  <a:pt x="300467" y="75783"/>
                  <a:pt x="300467" y="75783"/>
                </a:cubicBezTo>
                <a:cubicBezTo>
                  <a:pt x="302179" y="75254"/>
                  <a:pt x="302744" y="75342"/>
                  <a:pt x="303062" y="75007"/>
                </a:cubicBezTo>
                <a:cubicBezTo>
                  <a:pt x="303254" y="74722"/>
                  <a:pt x="303330" y="74375"/>
                  <a:pt x="303274" y="74036"/>
                </a:cubicBezTo>
                <a:cubicBezTo>
                  <a:pt x="303274" y="73789"/>
                  <a:pt x="303891" y="73330"/>
                  <a:pt x="304033" y="73330"/>
                </a:cubicBezTo>
                <a:cubicBezTo>
                  <a:pt x="304499" y="73176"/>
                  <a:pt x="304993" y="73128"/>
                  <a:pt x="305480" y="73188"/>
                </a:cubicBezTo>
                <a:cubicBezTo>
                  <a:pt x="305957" y="73241"/>
                  <a:pt x="306751" y="73065"/>
                  <a:pt x="306751" y="72623"/>
                </a:cubicBezTo>
                <a:cubicBezTo>
                  <a:pt x="306894" y="72172"/>
                  <a:pt x="306850" y="71683"/>
                  <a:pt x="306628" y="71264"/>
                </a:cubicBezTo>
                <a:cubicBezTo>
                  <a:pt x="306506" y="71116"/>
                  <a:pt x="306347" y="71001"/>
                  <a:pt x="306169" y="70929"/>
                </a:cubicBezTo>
                <a:cubicBezTo>
                  <a:pt x="306010" y="70893"/>
                  <a:pt x="305921" y="70558"/>
                  <a:pt x="305745" y="70558"/>
                </a:cubicBezTo>
                <a:cubicBezTo>
                  <a:pt x="305268" y="70364"/>
                  <a:pt x="304827" y="70770"/>
                  <a:pt x="304315" y="70929"/>
                </a:cubicBezTo>
                <a:cubicBezTo>
                  <a:pt x="303803" y="71088"/>
                  <a:pt x="302762" y="71299"/>
                  <a:pt x="302762" y="71088"/>
                </a:cubicBezTo>
                <a:cubicBezTo>
                  <a:pt x="302762" y="70876"/>
                  <a:pt x="302921" y="70240"/>
                  <a:pt x="302762" y="70081"/>
                </a:cubicBezTo>
                <a:cubicBezTo>
                  <a:pt x="302439" y="69949"/>
                  <a:pt x="302078" y="69949"/>
                  <a:pt x="301755" y="70081"/>
                </a:cubicBezTo>
                <a:cubicBezTo>
                  <a:pt x="301614" y="70223"/>
                  <a:pt x="301508" y="70841"/>
                  <a:pt x="301226" y="71158"/>
                </a:cubicBezTo>
                <a:cubicBezTo>
                  <a:pt x="300926" y="71398"/>
                  <a:pt x="300566" y="71550"/>
                  <a:pt x="300184" y="71600"/>
                </a:cubicBezTo>
                <a:cubicBezTo>
                  <a:pt x="299778" y="71705"/>
                  <a:pt x="299108" y="72200"/>
                  <a:pt x="299249" y="72465"/>
                </a:cubicBezTo>
                <a:cubicBezTo>
                  <a:pt x="299390" y="72729"/>
                  <a:pt x="299602" y="72500"/>
                  <a:pt x="299902" y="72729"/>
                </a:cubicBezTo>
                <a:cubicBezTo>
                  <a:pt x="300202" y="72959"/>
                  <a:pt x="300643" y="72959"/>
                  <a:pt x="300767" y="73153"/>
                </a:cubicBezTo>
                <a:cubicBezTo>
                  <a:pt x="300890" y="73347"/>
                  <a:pt x="300837" y="74336"/>
                  <a:pt x="300202" y="74424"/>
                </a:cubicBezTo>
                <a:cubicBezTo>
                  <a:pt x="299955" y="74459"/>
                  <a:pt x="299090" y="74759"/>
                  <a:pt x="298843" y="74336"/>
                </a:cubicBezTo>
                <a:cubicBezTo>
                  <a:pt x="298754" y="74195"/>
                  <a:pt x="298949" y="74000"/>
                  <a:pt x="298931" y="73683"/>
                </a:cubicBezTo>
                <a:cubicBezTo>
                  <a:pt x="298913" y="73365"/>
                  <a:pt x="298243" y="73029"/>
                  <a:pt x="298225" y="72835"/>
                </a:cubicBezTo>
                <a:cubicBezTo>
                  <a:pt x="298207" y="72641"/>
                  <a:pt x="298101" y="72553"/>
                  <a:pt x="298384" y="72306"/>
                </a:cubicBezTo>
                <a:cubicBezTo>
                  <a:pt x="298917" y="71783"/>
                  <a:pt x="299374" y="71188"/>
                  <a:pt x="299743" y="70540"/>
                </a:cubicBezTo>
                <a:cubicBezTo>
                  <a:pt x="299773" y="70313"/>
                  <a:pt x="299886" y="70106"/>
                  <a:pt x="300061" y="69958"/>
                </a:cubicBezTo>
                <a:cubicBezTo>
                  <a:pt x="300396" y="69658"/>
                  <a:pt x="300802" y="69181"/>
                  <a:pt x="300608" y="69022"/>
                </a:cubicBezTo>
                <a:cubicBezTo>
                  <a:pt x="300414" y="68851"/>
                  <a:pt x="300160" y="68768"/>
                  <a:pt x="299902" y="68793"/>
                </a:cubicBezTo>
                <a:cubicBezTo>
                  <a:pt x="299565" y="68812"/>
                  <a:pt x="299240" y="68929"/>
                  <a:pt x="298966" y="69128"/>
                </a:cubicBezTo>
                <a:cubicBezTo>
                  <a:pt x="298859" y="69321"/>
                  <a:pt x="298735" y="69504"/>
                  <a:pt x="298596" y="69675"/>
                </a:cubicBezTo>
                <a:cubicBezTo>
                  <a:pt x="298160" y="70134"/>
                  <a:pt x="297699" y="70570"/>
                  <a:pt x="297219" y="70982"/>
                </a:cubicBezTo>
                <a:cubicBezTo>
                  <a:pt x="296954" y="71211"/>
                  <a:pt x="296548" y="71935"/>
                  <a:pt x="296389" y="72059"/>
                </a:cubicBezTo>
                <a:cubicBezTo>
                  <a:pt x="296230" y="72182"/>
                  <a:pt x="295047" y="73188"/>
                  <a:pt x="294906" y="73347"/>
                </a:cubicBezTo>
                <a:cubicBezTo>
                  <a:pt x="294592" y="73585"/>
                  <a:pt x="294452" y="73990"/>
                  <a:pt x="294553" y="74371"/>
                </a:cubicBezTo>
                <a:cubicBezTo>
                  <a:pt x="294641" y="74548"/>
                  <a:pt x="294906" y="74530"/>
                  <a:pt x="295083" y="74548"/>
                </a:cubicBezTo>
                <a:cubicBezTo>
                  <a:pt x="295259" y="74565"/>
                  <a:pt x="295524" y="74636"/>
                  <a:pt x="295683" y="74459"/>
                </a:cubicBezTo>
                <a:cubicBezTo>
                  <a:pt x="295842" y="74283"/>
                  <a:pt x="296160" y="73930"/>
                  <a:pt x="296495" y="74106"/>
                </a:cubicBezTo>
                <a:cubicBezTo>
                  <a:pt x="296830" y="74283"/>
                  <a:pt x="296724" y="74636"/>
                  <a:pt x="296389" y="74812"/>
                </a:cubicBezTo>
                <a:cubicBezTo>
                  <a:pt x="296054" y="74989"/>
                  <a:pt x="296071" y="75236"/>
                  <a:pt x="296054" y="75430"/>
                </a:cubicBezTo>
                <a:cubicBezTo>
                  <a:pt x="296036" y="75624"/>
                  <a:pt x="296389" y="75571"/>
                  <a:pt x="296760" y="75766"/>
                </a:cubicBezTo>
                <a:cubicBezTo>
                  <a:pt x="297130" y="75960"/>
                  <a:pt x="297430" y="76083"/>
                  <a:pt x="297272" y="76419"/>
                </a:cubicBezTo>
                <a:cubicBezTo>
                  <a:pt x="297210" y="76578"/>
                  <a:pt x="297053" y="76678"/>
                  <a:pt x="296883" y="76666"/>
                </a:cubicBezTo>
                <a:cubicBezTo>
                  <a:pt x="296652" y="76643"/>
                  <a:pt x="296426" y="76583"/>
                  <a:pt x="296212" y="76489"/>
                </a:cubicBezTo>
                <a:cubicBezTo>
                  <a:pt x="295974" y="76383"/>
                  <a:pt x="295745" y="76260"/>
                  <a:pt x="295524" y="76119"/>
                </a:cubicBezTo>
                <a:cubicBezTo>
                  <a:pt x="295187" y="75811"/>
                  <a:pt x="294821" y="75540"/>
                  <a:pt x="294430" y="75307"/>
                </a:cubicBezTo>
                <a:cubicBezTo>
                  <a:pt x="294212" y="75132"/>
                  <a:pt x="294006" y="74943"/>
                  <a:pt x="293812" y="74742"/>
                </a:cubicBezTo>
                <a:cubicBezTo>
                  <a:pt x="293635" y="74583"/>
                  <a:pt x="293106" y="74442"/>
                  <a:pt x="292964" y="74195"/>
                </a:cubicBezTo>
                <a:cubicBezTo>
                  <a:pt x="292878" y="73974"/>
                  <a:pt x="292878" y="73727"/>
                  <a:pt x="292964" y="73506"/>
                </a:cubicBezTo>
                <a:cubicBezTo>
                  <a:pt x="293070" y="73277"/>
                  <a:pt x="293759" y="73171"/>
                  <a:pt x="293935" y="73065"/>
                </a:cubicBezTo>
                <a:cubicBezTo>
                  <a:pt x="294112" y="72959"/>
                  <a:pt x="294147" y="72818"/>
                  <a:pt x="294571" y="72500"/>
                </a:cubicBezTo>
                <a:cubicBezTo>
                  <a:pt x="294994" y="72182"/>
                  <a:pt x="295083" y="71723"/>
                  <a:pt x="295259" y="71547"/>
                </a:cubicBezTo>
                <a:cubicBezTo>
                  <a:pt x="295436" y="71370"/>
                  <a:pt x="296230" y="70540"/>
                  <a:pt x="296460" y="70293"/>
                </a:cubicBezTo>
                <a:cubicBezTo>
                  <a:pt x="296689" y="70046"/>
                  <a:pt x="297025" y="69834"/>
                  <a:pt x="297130" y="69728"/>
                </a:cubicBezTo>
                <a:cubicBezTo>
                  <a:pt x="297236" y="69622"/>
                  <a:pt x="297554" y="69287"/>
                  <a:pt x="297678" y="69287"/>
                </a:cubicBezTo>
                <a:cubicBezTo>
                  <a:pt x="297881" y="69209"/>
                  <a:pt x="298041" y="69049"/>
                  <a:pt x="298119" y="68846"/>
                </a:cubicBezTo>
                <a:cubicBezTo>
                  <a:pt x="298172" y="68599"/>
                  <a:pt x="298649" y="68387"/>
                  <a:pt x="298825" y="68087"/>
                </a:cubicBezTo>
                <a:cubicBezTo>
                  <a:pt x="299002" y="67787"/>
                  <a:pt x="299213" y="67681"/>
                  <a:pt x="299337" y="67416"/>
                </a:cubicBezTo>
                <a:cubicBezTo>
                  <a:pt x="299461" y="67151"/>
                  <a:pt x="299531" y="66992"/>
                  <a:pt x="299461" y="66886"/>
                </a:cubicBezTo>
                <a:cubicBezTo>
                  <a:pt x="299390" y="66780"/>
                  <a:pt x="299161" y="66904"/>
                  <a:pt x="299055" y="66780"/>
                </a:cubicBezTo>
                <a:cubicBezTo>
                  <a:pt x="298905" y="66607"/>
                  <a:pt x="298746" y="66441"/>
                  <a:pt x="298578" y="66286"/>
                </a:cubicBezTo>
                <a:close/>
                <a:moveTo>
                  <a:pt x="64521" y="65192"/>
                </a:moveTo>
                <a:cubicBezTo>
                  <a:pt x="64372" y="65352"/>
                  <a:pt x="64192" y="65478"/>
                  <a:pt x="63991" y="65562"/>
                </a:cubicBezTo>
                <a:cubicBezTo>
                  <a:pt x="63726" y="65615"/>
                  <a:pt x="63497" y="65474"/>
                  <a:pt x="63161" y="65792"/>
                </a:cubicBezTo>
                <a:cubicBezTo>
                  <a:pt x="62955" y="66080"/>
                  <a:pt x="62766" y="66381"/>
                  <a:pt x="62597" y="66692"/>
                </a:cubicBezTo>
                <a:cubicBezTo>
                  <a:pt x="62455" y="66833"/>
                  <a:pt x="62067" y="67010"/>
                  <a:pt x="61926" y="67169"/>
                </a:cubicBezTo>
                <a:cubicBezTo>
                  <a:pt x="61784" y="67328"/>
                  <a:pt x="61714" y="67734"/>
                  <a:pt x="61467" y="67963"/>
                </a:cubicBezTo>
                <a:cubicBezTo>
                  <a:pt x="61220" y="68193"/>
                  <a:pt x="60725" y="68422"/>
                  <a:pt x="60584" y="68599"/>
                </a:cubicBezTo>
                <a:cubicBezTo>
                  <a:pt x="60302" y="68916"/>
                  <a:pt x="60160" y="69128"/>
                  <a:pt x="60372" y="69517"/>
                </a:cubicBezTo>
                <a:cubicBezTo>
                  <a:pt x="60669" y="69878"/>
                  <a:pt x="61001" y="70209"/>
                  <a:pt x="61361" y="70505"/>
                </a:cubicBezTo>
                <a:cubicBezTo>
                  <a:pt x="61800" y="71065"/>
                  <a:pt x="62203" y="71654"/>
                  <a:pt x="62561" y="72270"/>
                </a:cubicBezTo>
                <a:cubicBezTo>
                  <a:pt x="62757" y="72668"/>
                  <a:pt x="63006" y="73037"/>
                  <a:pt x="63303" y="73365"/>
                </a:cubicBezTo>
                <a:cubicBezTo>
                  <a:pt x="63444" y="73506"/>
                  <a:pt x="64203" y="74265"/>
                  <a:pt x="64750" y="74883"/>
                </a:cubicBezTo>
                <a:cubicBezTo>
                  <a:pt x="64856" y="75007"/>
                  <a:pt x="65156" y="75518"/>
                  <a:pt x="65545" y="75995"/>
                </a:cubicBezTo>
                <a:cubicBezTo>
                  <a:pt x="65933" y="76472"/>
                  <a:pt x="65756" y="76542"/>
                  <a:pt x="66304" y="77125"/>
                </a:cubicBezTo>
                <a:cubicBezTo>
                  <a:pt x="66409" y="77231"/>
                  <a:pt x="66533" y="77796"/>
                  <a:pt x="66639" y="77937"/>
                </a:cubicBezTo>
                <a:cubicBezTo>
                  <a:pt x="67680" y="79173"/>
                  <a:pt x="67610" y="79420"/>
                  <a:pt x="68228" y="79985"/>
                </a:cubicBezTo>
                <a:cubicBezTo>
                  <a:pt x="68604" y="80366"/>
                  <a:pt x="69031" y="80694"/>
                  <a:pt x="69499" y="80955"/>
                </a:cubicBezTo>
                <a:cubicBezTo>
                  <a:pt x="69801" y="81125"/>
                  <a:pt x="70085" y="81326"/>
                  <a:pt x="70346" y="81556"/>
                </a:cubicBezTo>
                <a:lnTo>
                  <a:pt x="71176" y="82244"/>
                </a:lnTo>
                <a:cubicBezTo>
                  <a:pt x="71317" y="82385"/>
                  <a:pt x="72447" y="82986"/>
                  <a:pt x="72676" y="83144"/>
                </a:cubicBezTo>
                <a:cubicBezTo>
                  <a:pt x="73015" y="83487"/>
                  <a:pt x="73388" y="83794"/>
                  <a:pt x="73788" y="84062"/>
                </a:cubicBezTo>
                <a:cubicBezTo>
                  <a:pt x="74249" y="84223"/>
                  <a:pt x="74731" y="84311"/>
                  <a:pt x="75218" y="84327"/>
                </a:cubicBezTo>
                <a:cubicBezTo>
                  <a:pt x="75532" y="84285"/>
                  <a:pt x="75836" y="84189"/>
                  <a:pt x="76118" y="84045"/>
                </a:cubicBezTo>
                <a:cubicBezTo>
                  <a:pt x="76454" y="83851"/>
                  <a:pt x="76983" y="83144"/>
                  <a:pt x="77319" y="82897"/>
                </a:cubicBezTo>
                <a:cubicBezTo>
                  <a:pt x="77654" y="82650"/>
                  <a:pt x="78307" y="82297"/>
                  <a:pt x="78307" y="82297"/>
                </a:cubicBezTo>
                <a:cubicBezTo>
                  <a:pt x="78307" y="82297"/>
                  <a:pt x="78996" y="81626"/>
                  <a:pt x="79243" y="81344"/>
                </a:cubicBezTo>
                <a:cubicBezTo>
                  <a:pt x="79517" y="80982"/>
                  <a:pt x="79859" y="80677"/>
                  <a:pt x="80249" y="80444"/>
                </a:cubicBezTo>
                <a:cubicBezTo>
                  <a:pt x="80443" y="80355"/>
                  <a:pt x="80920" y="80285"/>
                  <a:pt x="81114" y="80073"/>
                </a:cubicBezTo>
                <a:cubicBezTo>
                  <a:pt x="81386" y="79739"/>
                  <a:pt x="81600" y="79363"/>
                  <a:pt x="81750" y="78961"/>
                </a:cubicBezTo>
                <a:cubicBezTo>
                  <a:pt x="81891" y="78590"/>
                  <a:pt x="82438" y="78290"/>
                  <a:pt x="82473" y="77902"/>
                </a:cubicBezTo>
                <a:cubicBezTo>
                  <a:pt x="82509" y="77513"/>
                  <a:pt x="82244" y="77195"/>
                  <a:pt x="81997" y="76789"/>
                </a:cubicBezTo>
                <a:cubicBezTo>
                  <a:pt x="81760" y="76246"/>
                  <a:pt x="81483" y="75720"/>
                  <a:pt x="81167" y="75218"/>
                </a:cubicBezTo>
                <a:cubicBezTo>
                  <a:pt x="80828" y="74712"/>
                  <a:pt x="80196" y="74489"/>
                  <a:pt x="79614" y="74671"/>
                </a:cubicBezTo>
                <a:cubicBezTo>
                  <a:pt x="79280" y="74874"/>
                  <a:pt x="78982" y="75130"/>
                  <a:pt x="78731" y="75430"/>
                </a:cubicBezTo>
                <a:cubicBezTo>
                  <a:pt x="78521" y="75601"/>
                  <a:pt x="78272" y="75723"/>
                  <a:pt x="78007" y="75783"/>
                </a:cubicBezTo>
                <a:cubicBezTo>
                  <a:pt x="77919" y="75801"/>
                  <a:pt x="77619" y="76225"/>
                  <a:pt x="77354" y="76225"/>
                </a:cubicBezTo>
                <a:cubicBezTo>
                  <a:pt x="77058" y="76429"/>
                  <a:pt x="76780" y="76659"/>
                  <a:pt x="76524" y="76913"/>
                </a:cubicBezTo>
                <a:cubicBezTo>
                  <a:pt x="76110" y="77300"/>
                  <a:pt x="75573" y="77531"/>
                  <a:pt x="75006" y="77566"/>
                </a:cubicBezTo>
                <a:cubicBezTo>
                  <a:pt x="74194" y="77531"/>
                  <a:pt x="73894" y="77019"/>
                  <a:pt x="73329" y="76736"/>
                </a:cubicBezTo>
                <a:cubicBezTo>
                  <a:pt x="73015" y="76572"/>
                  <a:pt x="72738" y="76343"/>
                  <a:pt x="72517" y="76066"/>
                </a:cubicBezTo>
                <a:cubicBezTo>
                  <a:pt x="72018" y="75485"/>
                  <a:pt x="71633" y="74814"/>
                  <a:pt x="71388" y="74089"/>
                </a:cubicBezTo>
                <a:cubicBezTo>
                  <a:pt x="71748" y="73448"/>
                  <a:pt x="71970" y="72738"/>
                  <a:pt x="72041" y="72006"/>
                </a:cubicBezTo>
                <a:cubicBezTo>
                  <a:pt x="72127" y="71547"/>
                  <a:pt x="72240" y="71093"/>
                  <a:pt x="72376" y="70646"/>
                </a:cubicBezTo>
                <a:cubicBezTo>
                  <a:pt x="72350" y="70281"/>
                  <a:pt x="72397" y="69916"/>
                  <a:pt x="72517" y="69570"/>
                </a:cubicBezTo>
                <a:cubicBezTo>
                  <a:pt x="72729" y="69164"/>
                  <a:pt x="72835" y="68969"/>
                  <a:pt x="73029" y="68634"/>
                </a:cubicBezTo>
                <a:cubicBezTo>
                  <a:pt x="73216" y="68415"/>
                  <a:pt x="73216" y="68094"/>
                  <a:pt x="73029" y="67875"/>
                </a:cubicBezTo>
                <a:cubicBezTo>
                  <a:pt x="72757" y="67622"/>
                  <a:pt x="72449" y="67414"/>
                  <a:pt x="72111" y="67257"/>
                </a:cubicBezTo>
                <a:cubicBezTo>
                  <a:pt x="71599" y="67151"/>
                  <a:pt x="71035" y="66410"/>
                  <a:pt x="70434" y="66816"/>
                </a:cubicBezTo>
                <a:cubicBezTo>
                  <a:pt x="69834" y="67222"/>
                  <a:pt x="69146" y="67204"/>
                  <a:pt x="69040" y="67539"/>
                </a:cubicBezTo>
                <a:cubicBezTo>
                  <a:pt x="69027" y="67893"/>
                  <a:pt x="68950" y="68239"/>
                  <a:pt x="68810" y="68563"/>
                </a:cubicBezTo>
                <a:cubicBezTo>
                  <a:pt x="68934" y="69005"/>
                  <a:pt x="68422" y="69322"/>
                  <a:pt x="67945" y="69005"/>
                </a:cubicBezTo>
                <a:cubicBezTo>
                  <a:pt x="67703" y="68743"/>
                  <a:pt x="67497" y="68452"/>
                  <a:pt x="67327" y="68140"/>
                </a:cubicBezTo>
                <a:cubicBezTo>
                  <a:pt x="67027" y="67469"/>
                  <a:pt x="67380" y="66745"/>
                  <a:pt x="66586" y="65933"/>
                </a:cubicBezTo>
                <a:cubicBezTo>
                  <a:pt x="66187" y="65607"/>
                  <a:pt x="65733" y="65354"/>
                  <a:pt x="65244" y="65192"/>
                </a:cubicBezTo>
                <a:cubicBezTo>
                  <a:pt x="64997" y="65192"/>
                  <a:pt x="64662" y="65086"/>
                  <a:pt x="64521" y="65192"/>
                </a:cubicBezTo>
                <a:close/>
                <a:moveTo>
                  <a:pt x="218930" y="57884"/>
                </a:moveTo>
                <a:cubicBezTo>
                  <a:pt x="218877" y="60575"/>
                  <a:pt x="218418" y="63240"/>
                  <a:pt x="217571" y="65793"/>
                </a:cubicBezTo>
                <a:cubicBezTo>
                  <a:pt x="216954" y="67812"/>
                  <a:pt x="215413" y="69419"/>
                  <a:pt x="213422" y="70118"/>
                </a:cubicBezTo>
                <a:cubicBezTo>
                  <a:pt x="213044" y="71087"/>
                  <a:pt x="212501" y="71982"/>
                  <a:pt x="211816" y="72766"/>
                </a:cubicBezTo>
                <a:cubicBezTo>
                  <a:pt x="207544" y="77849"/>
                  <a:pt x="199777" y="83375"/>
                  <a:pt x="190950" y="87188"/>
                </a:cubicBezTo>
                <a:cubicBezTo>
                  <a:pt x="192991" y="86573"/>
                  <a:pt x="195185" y="86716"/>
                  <a:pt x="197129" y="87594"/>
                </a:cubicBezTo>
                <a:lnTo>
                  <a:pt x="197199" y="87541"/>
                </a:lnTo>
                <a:cubicBezTo>
                  <a:pt x="199713" y="88771"/>
                  <a:pt x="201999" y="90418"/>
                  <a:pt x="203960" y="92413"/>
                </a:cubicBezTo>
                <a:cubicBezTo>
                  <a:pt x="203960" y="92413"/>
                  <a:pt x="201383" y="93772"/>
                  <a:pt x="195981" y="92554"/>
                </a:cubicBezTo>
                <a:cubicBezTo>
                  <a:pt x="193385" y="91846"/>
                  <a:pt x="191284" y="89936"/>
                  <a:pt x="190332" y="87417"/>
                </a:cubicBezTo>
                <a:lnTo>
                  <a:pt x="185902" y="89045"/>
                </a:lnTo>
                <a:lnTo>
                  <a:pt x="186850" y="93907"/>
                </a:lnTo>
                <a:cubicBezTo>
                  <a:pt x="187437" y="96923"/>
                  <a:pt x="188082" y="100242"/>
                  <a:pt x="188408" y="101945"/>
                </a:cubicBezTo>
                <a:cubicBezTo>
                  <a:pt x="206906" y="102050"/>
                  <a:pt x="225309" y="99275"/>
                  <a:pt x="242955" y="93719"/>
                </a:cubicBezTo>
                <a:lnTo>
                  <a:pt x="244843" y="93084"/>
                </a:lnTo>
                <a:lnTo>
                  <a:pt x="244843" y="95061"/>
                </a:lnTo>
                <a:cubicBezTo>
                  <a:pt x="244831" y="100627"/>
                  <a:pt x="242926" y="106025"/>
                  <a:pt x="239442" y="110366"/>
                </a:cubicBezTo>
                <a:cubicBezTo>
                  <a:pt x="235954" y="114563"/>
                  <a:pt x="231276" y="117610"/>
                  <a:pt x="226026" y="119104"/>
                </a:cubicBezTo>
                <a:cubicBezTo>
                  <a:pt x="225452" y="123118"/>
                  <a:pt x="223470" y="126799"/>
                  <a:pt x="220430" y="129483"/>
                </a:cubicBezTo>
                <a:cubicBezTo>
                  <a:pt x="219632" y="130158"/>
                  <a:pt x="218769" y="130749"/>
                  <a:pt x="217853" y="131249"/>
                </a:cubicBezTo>
                <a:cubicBezTo>
                  <a:pt x="229980" y="129872"/>
                  <a:pt x="239212" y="128142"/>
                  <a:pt x="243625" y="127312"/>
                </a:cubicBezTo>
                <a:lnTo>
                  <a:pt x="245656" y="126924"/>
                </a:lnTo>
                <a:lnTo>
                  <a:pt x="245550" y="126924"/>
                </a:lnTo>
                <a:cubicBezTo>
                  <a:pt x="247544" y="126588"/>
                  <a:pt x="249486" y="126165"/>
                  <a:pt x="251075" y="125776"/>
                </a:cubicBezTo>
                <a:cubicBezTo>
                  <a:pt x="248692" y="130280"/>
                  <a:pt x="245821" y="134506"/>
                  <a:pt x="242513" y="138380"/>
                </a:cubicBezTo>
                <a:cubicBezTo>
                  <a:pt x="236930" y="145020"/>
                  <a:pt x="230075" y="150474"/>
                  <a:pt x="222354" y="154427"/>
                </a:cubicBezTo>
                <a:cubicBezTo>
                  <a:pt x="215559" y="157865"/>
                  <a:pt x="208260" y="160196"/>
                  <a:pt x="200729" y="161329"/>
                </a:cubicBezTo>
                <a:cubicBezTo>
                  <a:pt x="199559" y="161493"/>
                  <a:pt x="198380" y="161569"/>
                  <a:pt x="197199" y="161558"/>
                </a:cubicBezTo>
                <a:cubicBezTo>
                  <a:pt x="194996" y="161550"/>
                  <a:pt x="192796" y="161391"/>
                  <a:pt x="190614" y="161082"/>
                </a:cubicBezTo>
                <a:lnTo>
                  <a:pt x="188531" y="160782"/>
                </a:lnTo>
                <a:lnTo>
                  <a:pt x="192574" y="177675"/>
                </a:lnTo>
                <a:lnTo>
                  <a:pt x="179105" y="178540"/>
                </a:lnTo>
                <a:lnTo>
                  <a:pt x="165618" y="177675"/>
                </a:lnTo>
                <a:lnTo>
                  <a:pt x="169661" y="160782"/>
                </a:lnTo>
                <a:lnTo>
                  <a:pt x="167578" y="161082"/>
                </a:lnTo>
                <a:cubicBezTo>
                  <a:pt x="165396" y="161391"/>
                  <a:pt x="163196" y="161550"/>
                  <a:pt x="160993" y="161558"/>
                </a:cubicBezTo>
                <a:cubicBezTo>
                  <a:pt x="159812" y="161571"/>
                  <a:pt x="158631" y="161493"/>
                  <a:pt x="157463" y="161329"/>
                </a:cubicBezTo>
                <a:cubicBezTo>
                  <a:pt x="149927" y="160199"/>
                  <a:pt x="142620" y="157869"/>
                  <a:pt x="135820" y="154427"/>
                </a:cubicBezTo>
                <a:cubicBezTo>
                  <a:pt x="128097" y="150476"/>
                  <a:pt x="121244" y="145020"/>
                  <a:pt x="115661" y="138380"/>
                </a:cubicBezTo>
                <a:cubicBezTo>
                  <a:pt x="112353" y="134506"/>
                  <a:pt x="109483" y="130280"/>
                  <a:pt x="107099" y="125776"/>
                </a:cubicBezTo>
                <a:cubicBezTo>
                  <a:pt x="108706" y="126165"/>
                  <a:pt x="110683" y="126588"/>
                  <a:pt x="112625" y="126924"/>
                </a:cubicBezTo>
                <a:lnTo>
                  <a:pt x="114672" y="127312"/>
                </a:lnTo>
                <a:cubicBezTo>
                  <a:pt x="119068" y="128142"/>
                  <a:pt x="128283" y="129872"/>
                  <a:pt x="140428" y="131231"/>
                </a:cubicBezTo>
                <a:cubicBezTo>
                  <a:pt x="139512" y="130767"/>
                  <a:pt x="138647" y="130204"/>
                  <a:pt x="137850" y="129554"/>
                </a:cubicBezTo>
                <a:cubicBezTo>
                  <a:pt x="134819" y="126864"/>
                  <a:pt x="132837" y="123187"/>
                  <a:pt x="132254" y="119174"/>
                </a:cubicBezTo>
                <a:cubicBezTo>
                  <a:pt x="127006" y="117676"/>
                  <a:pt x="122330" y="114631"/>
                  <a:pt x="118838" y="110436"/>
                </a:cubicBezTo>
                <a:cubicBezTo>
                  <a:pt x="115366" y="106088"/>
                  <a:pt x="113463" y="100696"/>
                  <a:pt x="113437" y="95131"/>
                </a:cubicBezTo>
                <a:lnTo>
                  <a:pt x="113437" y="93154"/>
                </a:lnTo>
                <a:lnTo>
                  <a:pt x="115308" y="93790"/>
                </a:lnTo>
                <a:cubicBezTo>
                  <a:pt x="132985" y="99331"/>
                  <a:pt x="151418" y="102081"/>
                  <a:pt x="169943" y="101945"/>
                </a:cubicBezTo>
                <a:cubicBezTo>
                  <a:pt x="170596" y="98538"/>
                  <a:pt x="172520" y="88671"/>
                  <a:pt x="172715" y="87682"/>
                </a:cubicBezTo>
                <a:lnTo>
                  <a:pt x="172715" y="87453"/>
                </a:lnTo>
                <a:cubicBezTo>
                  <a:pt x="173067" y="85634"/>
                  <a:pt x="174127" y="80144"/>
                  <a:pt x="179052" y="80144"/>
                </a:cubicBezTo>
                <a:lnTo>
                  <a:pt x="179281" y="80144"/>
                </a:lnTo>
                <a:cubicBezTo>
                  <a:pt x="181744" y="80144"/>
                  <a:pt x="183244" y="81530"/>
                  <a:pt x="184173" y="83136"/>
                </a:cubicBezTo>
                <a:lnTo>
                  <a:pt x="185439" y="86872"/>
                </a:lnTo>
                <a:lnTo>
                  <a:pt x="189697" y="85317"/>
                </a:lnTo>
                <a:cubicBezTo>
                  <a:pt x="188269" y="83071"/>
                  <a:pt x="187647" y="80407"/>
                  <a:pt x="187932" y="77761"/>
                </a:cubicBezTo>
                <a:cubicBezTo>
                  <a:pt x="188576" y="74983"/>
                  <a:pt x="190032" y="72457"/>
                  <a:pt x="192115" y="70506"/>
                </a:cubicBezTo>
                <a:cubicBezTo>
                  <a:pt x="192911" y="73150"/>
                  <a:pt x="193369" y="75885"/>
                  <a:pt x="193475" y="78644"/>
                </a:cubicBezTo>
                <a:cubicBezTo>
                  <a:pt x="193581" y="81715"/>
                  <a:pt x="190421" y="84699"/>
                  <a:pt x="189803" y="85246"/>
                </a:cubicBezTo>
                <a:lnTo>
                  <a:pt x="198360" y="80203"/>
                </a:lnTo>
                <a:lnTo>
                  <a:pt x="196740" y="73189"/>
                </a:lnTo>
                <a:cubicBezTo>
                  <a:pt x="197277" y="70395"/>
                  <a:pt x="198606" y="67816"/>
                  <a:pt x="200571" y="65757"/>
                </a:cubicBezTo>
                <a:cubicBezTo>
                  <a:pt x="201362" y="68435"/>
                  <a:pt x="201835" y="71196"/>
                  <a:pt x="201983" y="73983"/>
                </a:cubicBezTo>
                <a:lnTo>
                  <a:pt x="202036" y="73983"/>
                </a:lnTo>
                <a:lnTo>
                  <a:pt x="199036" y="79805"/>
                </a:lnTo>
                <a:lnTo>
                  <a:pt x="206308" y="75519"/>
                </a:lnTo>
                <a:cubicBezTo>
                  <a:pt x="205005" y="73304"/>
                  <a:pt x="204425" y="70737"/>
                  <a:pt x="204649" y="68176"/>
                </a:cubicBezTo>
                <a:cubicBezTo>
                  <a:pt x="205140" y="65537"/>
                  <a:pt x="206363" y="63090"/>
                  <a:pt x="208179" y="61115"/>
                </a:cubicBezTo>
                <a:cubicBezTo>
                  <a:pt x="208912" y="63687"/>
                  <a:pt x="209344" y="66335"/>
                  <a:pt x="209468" y="69005"/>
                </a:cubicBezTo>
                <a:cubicBezTo>
                  <a:pt x="209627" y="71971"/>
                  <a:pt x="206838" y="75007"/>
                  <a:pt x="206361" y="75502"/>
                </a:cubicBezTo>
                <a:cubicBezTo>
                  <a:pt x="208176" y="74058"/>
                  <a:pt x="209886" y="72490"/>
                  <a:pt x="211480" y="70806"/>
                </a:cubicBezTo>
                <a:cubicBezTo>
                  <a:pt x="211869" y="70382"/>
                  <a:pt x="212310" y="69835"/>
                  <a:pt x="212628" y="69429"/>
                </a:cubicBezTo>
                <a:cubicBezTo>
                  <a:pt x="212202" y="67265"/>
                  <a:pt x="212559" y="65018"/>
                  <a:pt x="213634" y="63092"/>
                </a:cubicBezTo>
                <a:cubicBezTo>
                  <a:pt x="214824" y="60853"/>
                  <a:pt x="216672" y="59035"/>
                  <a:pt x="218930" y="57884"/>
                </a:cubicBezTo>
                <a:close/>
                <a:moveTo>
                  <a:pt x="105334" y="56966"/>
                </a:moveTo>
                <a:cubicBezTo>
                  <a:pt x="105334" y="56966"/>
                  <a:pt x="104275" y="57619"/>
                  <a:pt x="104275" y="57619"/>
                </a:cubicBezTo>
                <a:cubicBezTo>
                  <a:pt x="104056" y="57926"/>
                  <a:pt x="103787" y="58194"/>
                  <a:pt x="103480" y="58413"/>
                </a:cubicBezTo>
                <a:cubicBezTo>
                  <a:pt x="103268" y="58537"/>
                  <a:pt x="102580" y="57477"/>
                  <a:pt x="101962" y="57848"/>
                </a:cubicBezTo>
                <a:cubicBezTo>
                  <a:pt x="101786" y="57954"/>
                  <a:pt x="101644" y="58378"/>
                  <a:pt x="101485" y="58643"/>
                </a:cubicBezTo>
                <a:cubicBezTo>
                  <a:pt x="101212" y="59347"/>
                  <a:pt x="101212" y="60127"/>
                  <a:pt x="101485" y="60831"/>
                </a:cubicBezTo>
                <a:cubicBezTo>
                  <a:pt x="101485" y="61079"/>
                  <a:pt x="101379" y="61591"/>
                  <a:pt x="101485" y="61767"/>
                </a:cubicBezTo>
                <a:cubicBezTo>
                  <a:pt x="101591" y="61944"/>
                  <a:pt x="101944" y="62120"/>
                  <a:pt x="102033" y="62279"/>
                </a:cubicBezTo>
                <a:cubicBezTo>
                  <a:pt x="102121" y="62438"/>
                  <a:pt x="102262" y="62932"/>
                  <a:pt x="102368" y="63109"/>
                </a:cubicBezTo>
                <a:cubicBezTo>
                  <a:pt x="102739" y="63850"/>
                  <a:pt x="103498" y="63762"/>
                  <a:pt x="104133" y="63391"/>
                </a:cubicBezTo>
                <a:cubicBezTo>
                  <a:pt x="104433" y="63197"/>
                  <a:pt x="104751" y="62491"/>
                  <a:pt x="104910" y="62332"/>
                </a:cubicBezTo>
                <a:cubicBezTo>
                  <a:pt x="105069" y="62173"/>
                  <a:pt x="105475" y="62155"/>
                  <a:pt x="105652" y="61802"/>
                </a:cubicBezTo>
                <a:cubicBezTo>
                  <a:pt x="105835" y="61532"/>
                  <a:pt x="105973" y="61234"/>
                  <a:pt x="106057" y="60920"/>
                </a:cubicBezTo>
                <a:lnTo>
                  <a:pt x="106057" y="60849"/>
                </a:lnTo>
                <a:cubicBezTo>
                  <a:pt x="106110" y="60425"/>
                  <a:pt x="105881" y="60178"/>
                  <a:pt x="105969" y="59808"/>
                </a:cubicBezTo>
                <a:cubicBezTo>
                  <a:pt x="105934" y="59613"/>
                  <a:pt x="106234" y="59313"/>
                  <a:pt x="106234" y="59172"/>
                </a:cubicBezTo>
                <a:cubicBezTo>
                  <a:pt x="106266" y="58904"/>
                  <a:pt x="106320" y="58637"/>
                  <a:pt x="106393" y="58378"/>
                </a:cubicBezTo>
                <a:cubicBezTo>
                  <a:pt x="106347" y="58111"/>
                  <a:pt x="106245" y="57859"/>
                  <a:pt x="106093" y="57636"/>
                </a:cubicBezTo>
                <a:cubicBezTo>
                  <a:pt x="106063" y="57391"/>
                  <a:pt x="105966" y="57158"/>
                  <a:pt x="105810" y="56966"/>
                </a:cubicBezTo>
                <a:cubicBezTo>
                  <a:pt x="105687" y="56807"/>
                  <a:pt x="105334" y="56966"/>
                  <a:pt x="105334" y="56966"/>
                </a:cubicBezTo>
                <a:close/>
                <a:moveTo>
                  <a:pt x="726228" y="55465"/>
                </a:moveTo>
                <a:cubicBezTo>
                  <a:pt x="727797" y="55523"/>
                  <a:pt x="729360" y="55687"/>
                  <a:pt x="730906" y="55957"/>
                </a:cubicBezTo>
                <a:cubicBezTo>
                  <a:pt x="732832" y="56082"/>
                  <a:pt x="734765" y="56082"/>
                  <a:pt x="736691" y="55957"/>
                </a:cubicBezTo>
                <a:cubicBezTo>
                  <a:pt x="738168" y="55957"/>
                  <a:pt x="739091" y="57865"/>
                  <a:pt x="739706" y="58358"/>
                </a:cubicBezTo>
                <a:cubicBezTo>
                  <a:pt x="740322" y="58850"/>
                  <a:pt x="744199" y="59035"/>
                  <a:pt x="745123" y="60019"/>
                </a:cubicBezTo>
                <a:cubicBezTo>
                  <a:pt x="746045" y="61004"/>
                  <a:pt x="745923" y="64142"/>
                  <a:pt x="746907" y="66173"/>
                </a:cubicBezTo>
                <a:cubicBezTo>
                  <a:pt x="747892" y="68205"/>
                  <a:pt x="750846" y="69251"/>
                  <a:pt x="751092" y="75405"/>
                </a:cubicBezTo>
                <a:cubicBezTo>
                  <a:pt x="751338" y="81559"/>
                  <a:pt x="749677" y="81682"/>
                  <a:pt x="745923" y="84883"/>
                </a:cubicBezTo>
                <a:cubicBezTo>
                  <a:pt x="744876" y="86237"/>
                  <a:pt x="744999" y="88391"/>
                  <a:pt x="746907" y="88021"/>
                </a:cubicBezTo>
                <a:cubicBezTo>
                  <a:pt x="750292" y="87344"/>
                  <a:pt x="762477" y="84636"/>
                  <a:pt x="765370" y="83713"/>
                </a:cubicBezTo>
                <a:cubicBezTo>
                  <a:pt x="768809" y="82636"/>
                  <a:pt x="772328" y="81833"/>
                  <a:pt x="775894" y="81313"/>
                </a:cubicBezTo>
                <a:cubicBezTo>
                  <a:pt x="777063" y="81190"/>
                  <a:pt x="778971" y="82852"/>
                  <a:pt x="780387" y="83221"/>
                </a:cubicBezTo>
                <a:cubicBezTo>
                  <a:pt x="781802" y="83590"/>
                  <a:pt x="784572" y="83467"/>
                  <a:pt x="785064" y="84760"/>
                </a:cubicBezTo>
                <a:cubicBezTo>
                  <a:pt x="786023" y="87211"/>
                  <a:pt x="788110" y="89046"/>
                  <a:pt x="790664" y="89683"/>
                </a:cubicBezTo>
                <a:lnTo>
                  <a:pt x="790541" y="89683"/>
                </a:lnTo>
                <a:cubicBezTo>
                  <a:pt x="791863" y="90014"/>
                  <a:pt x="792857" y="91106"/>
                  <a:pt x="793064" y="92452"/>
                </a:cubicBezTo>
                <a:cubicBezTo>
                  <a:pt x="793064" y="93622"/>
                  <a:pt x="792757" y="95591"/>
                  <a:pt x="792757" y="98114"/>
                </a:cubicBezTo>
                <a:cubicBezTo>
                  <a:pt x="792387" y="102053"/>
                  <a:pt x="785618" y="104823"/>
                  <a:pt x="782664" y="106669"/>
                </a:cubicBezTo>
                <a:cubicBezTo>
                  <a:pt x="781679" y="107346"/>
                  <a:pt x="780694" y="105069"/>
                  <a:pt x="777248" y="105069"/>
                </a:cubicBezTo>
                <a:cubicBezTo>
                  <a:pt x="776078" y="105130"/>
                  <a:pt x="769247" y="105684"/>
                  <a:pt x="768078" y="105684"/>
                </a:cubicBezTo>
                <a:lnTo>
                  <a:pt x="760754" y="106546"/>
                </a:lnTo>
                <a:cubicBezTo>
                  <a:pt x="759092" y="106915"/>
                  <a:pt x="755646" y="108084"/>
                  <a:pt x="754046" y="108577"/>
                </a:cubicBezTo>
                <a:cubicBezTo>
                  <a:pt x="751758" y="109222"/>
                  <a:pt x="749516" y="110024"/>
                  <a:pt x="747338" y="110977"/>
                </a:cubicBezTo>
                <a:cubicBezTo>
                  <a:pt x="746353" y="111592"/>
                  <a:pt x="743953" y="110485"/>
                  <a:pt x="741183" y="110977"/>
                </a:cubicBezTo>
                <a:cubicBezTo>
                  <a:pt x="739953" y="111223"/>
                  <a:pt x="735583" y="113869"/>
                  <a:pt x="731829" y="114915"/>
                </a:cubicBezTo>
                <a:cubicBezTo>
                  <a:pt x="724429" y="116210"/>
                  <a:pt x="717129" y="118020"/>
                  <a:pt x="709981" y="120331"/>
                </a:cubicBezTo>
                <a:cubicBezTo>
                  <a:pt x="708381" y="121931"/>
                  <a:pt x="705058" y="121254"/>
                  <a:pt x="703827" y="121931"/>
                </a:cubicBezTo>
                <a:cubicBezTo>
                  <a:pt x="702596" y="122609"/>
                  <a:pt x="699335" y="122609"/>
                  <a:pt x="697673" y="123470"/>
                </a:cubicBezTo>
                <a:cubicBezTo>
                  <a:pt x="694904" y="124886"/>
                  <a:pt x="693672" y="124086"/>
                  <a:pt x="692134" y="124886"/>
                </a:cubicBezTo>
                <a:cubicBezTo>
                  <a:pt x="690641" y="125442"/>
                  <a:pt x="689042" y="125652"/>
                  <a:pt x="687456" y="125501"/>
                </a:cubicBezTo>
                <a:cubicBezTo>
                  <a:pt x="685747" y="125842"/>
                  <a:pt x="684061" y="126294"/>
                  <a:pt x="682410" y="126855"/>
                </a:cubicBezTo>
                <a:cubicBezTo>
                  <a:pt x="680953" y="127192"/>
                  <a:pt x="679437" y="127192"/>
                  <a:pt x="677979" y="126855"/>
                </a:cubicBezTo>
                <a:cubicBezTo>
                  <a:pt x="676816" y="126682"/>
                  <a:pt x="675634" y="126682"/>
                  <a:pt x="674471" y="126855"/>
                </a:cubicBezTo>
                <a:cubicBezTo>
                  <a:pt x="673302" y="128393"/>
                  <a:pt x="671086" y="128393"/>
                  <a:pt x="668809" y="128393"/>
                </a:cubicBezTo>
                <a:cubicBezTo>
                  <a:pt x="667138" y="128719"/>
                  <a:pt x="665523" y="129278"/>
                  <a:pt x="664009" y="130055"/>
                </a:cubicBezTo>
                <a:cubicBezTo>
                  <a:pt x="663639" y="131163"/>
                  <a:pt x="661670" y="132147"/>
                  <a:pt x="659824" y="132455"/>
                </a:cubicBezTo>
                <a:cubicBezTo>
                  <a:pt x="657978" y="132763"/>
                  <a:pt x="659085" y="131286"/>
                  <a:pt x="656439" y="130055"/>
                </a:cubicBezTo>
                <a:cubicBezTo>
                  <a:pt x="655208" y="129686"/>
                  <a:pt x="652439" y="130732"/>
                  <a:pt x="650284" y="129686"/>
                </a:cubicBezTo>
                <a:cubicBezTo>
                  <a:pt x="648130" y="128639"/>
                  <a:pt x="648254" y="125624"/>
                  <a:pt x="648685" y="123101"/>
                </a:cubicBezTo>
                <a:cubicBezTo>
                  <a:pt x="648746" y="122547"/>
                  <a:pt x="648377" y="120208"/>
                  <a:pt x="648377" y="117685"/>
                </a:cubicBezTo>
                <a:cubicBezTo>
                  <a:pt x="648112" y="116147"/>
                  <a:pt x="648540" y="114570"/>
                  <a:pt x="649546" y="113377"/>
                </a:cubicBezTo>
                <a:cubicBezTo>
                  <a:pt x="653260" y="110626"/>
                  <a:pt x="657425" y="108543"/>
                  <a:pt x="661854" y="107223"/>
                </a:cubicBezTo>
                <a:cubicBezTo>
                  <a:pt x="663024" y="106976"/>
                  <a:pt x="664193" y="109069"/>
                  <a:pt x="665117" y="109069"/>
                </a:cubicBezTo>
                <a:cubicBezTo>
                  <a:pt x="666039" y="109069"/>
                  <a:pt x="670348" y="106669"/>
                  <a:pt x="672194" y="106669"/>
                </a:cubicBezTo>
                <a:cubicBezTo>
                  <a:pt x="677914" y="105980"/>
                  <a:pt x="683573" y="104849"/>
                  <a:pt x="689118" y="103284"/>
                </a:cubicBezTo>
                <a:cubicBezTo>
                  <a:pt x="692011" y="102299"/>
                  <a:pt x="694657" y="103653"/>
                  <a:pt x="696319" y="102299"/>
                </a:cubicBezTo>
                <a:cubicBezTo>
                  <a:pt x="700650" y="100697"/>
                  <a:pt x="705067" y="99341"/>
                  <a:pt x="709550" y="98238"/>
                </a:cubicBezTo>
                <a:cubicBezTo>
                  <a:pt x="711150" y="97868"/>
                  <a:pt x="714104" y="97068"/>
                  <a:pt x="714966" y="95099"/>
                </a:cubicBezTo>
                <a:cubicBezTo>
                  <a:pt x="715059" y="93836"/>
                  <a:pt x="714847" y="92570"/>
                  <a:pt x="714351" y="91406"/>
                </a:cubicBezTo>
                <a:cubicBezTo>
                  <a:pt x="713612" y="89498"/>
                  <a:pt x="712135" y="90175"/>
                  <a:pt x="710535" y="90175"/>
                </a:cubicBezTo>
                <a:cubicBezTo>
                  <a:pt x="709014" y="89752"/>
                  <a:pt x="707714" y="88760"/>
                  <a:pt x="706904" y="87406"/>
                </a:cubicBezTo>
                <a:cubicBezTo>
                  <a:pt x="706827" y="86078"/>
                  <a:pt x="707126" y="84756"/>
                  <a:pt x="707766" y="83590"/>
                </a:cubicBezTo>
                <a:cubicBezTo>
                  <a:pt x="708258" y="82236"/>
                  <a:pt x="708566" y="81682"/>
                  <a:pt x="709182" y="79959"/>
                </a:cubicBezTo>
                <a:cubicBezTo>
                  <a:pt x="709755" y="78469"/>
                  <a:pt x="710248" y="76949"/>
                  <a:pt x="710658" y="75405"/>
                </a:cubicBezTo>
                <a:cubicBezTo>
                  <a:pt x="711458" y="72882"/>
                  <a:pt x="706658" y="65928"/>
                  <a:pt x="706043" y="64020"/>
                </a:cubicBezTo>
                <a:cubicBezTo>
                  <a:pt x="705745" y="62576"/>
                  <a:pt x="706266" y="61087"/>
                  <a:pt x="707396" y="60142"/>
                </a:cubicBezTo>
                <a:cubicBezTo>
                  <a:pt x="709489" y="57988"/>
                  <a:pt x="711889" y="58973"/>
                  <a:pt x="714351" y="58973"/>
                </a:cubicBezTo>
                <a:cubicBezTo>
                  <a:pt x="715800" y="58721"/>
                  <a:pt x="717181" y="58176"/>
                  <a:pt x="718413" y="57373"/>
                </a:cubicBezTo>
                <a:cubicBezTo>
                  <a:pt x="719213" y="56942"/>
                  <a:pt x="720505" y="57557"/>
                  <a:pt x="722290" y="56942"/>
                </a:cubicBezTo>
                <a:cubicBezTo>
                  <a:pt x="724075" y="56327"/>
                  <a:pt x="724075" y="55465"/>
                  <a:pt x="726228" y="55465"/>
                </a:cubicBezTo>
                <a:close/>
                <a:moveTo>
                  <a:pt x="1538470" y="54357"/>
                </a:moveTo>
                <a:cubicBezTo>
                  <a:pt x="1541301" y="54542"/>
                  <a:pt x="1543332" y="57189"/>
                  <a:pt x="1544994" y="59404"/>
                </a:cubicBezTo>
                <a:cubicBezTo>
                  <a:pt x="1546655" y="61620"/>
                  <a:pt x="1544379" y="65497"/>
                  <a:pt x="1542224" y="67404"/>
                </a:cubicBezTo>
                <a:cubicBezTo>
                  <a:pt x="1539929" y="69305"/>
                  <a:pt x="1538098" y="71705"/>
                  <a:pt x="1536871" y="74421"/>
                </a:cubicBezTo>
                <a:cubicBezTo>
                  <a:pt x="1536501" y="75220"/>
                  <a:pt x="1536501" y="80267"/>
                  <a:pt x="1536871" y="80575"/>
                </a:cubicBezTo>
                <a:cubicBezTo>
                  <a:pt x="1537240" y="80882"/>
                  <a:pt x="1540009" y="82790"/>
                  <a:pt x="1540194" y="85560"/>
                </a:cubicBezTo>
                <a:cubicBezTo>
                  <a:pt x="1540378" y="88329"/>
                  <a:pt x="1537732" y="90483"/>
                  <a:pt x="1532931" y="100269"/>
                </a:cubicBezTo>
                <a:cubicBezTo>
                  <a:pt x="1533116" y="100391"/>
                  <a:pt x="1528624" y="106546"/>
                  <a:pt x="1527454" y="108207"/>
                </a:cubicBezTo>
                <a:cubicBezTo>
                  <a:pt x="1526285" y="109869"/>
                  <a:pt x="1530408" y="112700"/>
                  <a:pt x="1534101" y="111715"/>
                </a:cubicBezTo>
                <a:cubicBezTo>
                  <a:pt x="1536070" y="111161"/>
                  <a:pt x="1532931" y="116946"/>
                  <a:pt x="1537363" y="116946"/>
                </a:cubicBezTo>
                <a:cubicBezTo>
                  <a:pt x="1540747" y="116946"/>
                  <a:pt x="1544809" y="113931"/>
                  <a:pt x="1543517" y="110792"/>
                </a:cubicBezTo>
                <a:cubicBezTo>
                  <a:pt x="1542409" y="109746"/>
                  <a:pt x="1540255" y="110792"/>
                  <a:pt x="1538163" y="109007"/>
                </a:cubicBezTo>
                <a:cubicBezTo>
                  <a:pt x="1536070" y="107223"/>
                  <a:pt x="1536132" y="102853"/>
                  <a:pt x="1536932" y="102853"/>
                </a:cubicBezTo>
                <a:cubicBezTo>
                  <a:pt x="1538352" y="102301"/>
                  <a:pt x="1539573" y="101337"/>
                  <a:pt x="1540440" y="100084"/>
                </a:cubicBezTo>
                <a:cubicBezTo>
                  <a:pt x="1541117" y="99407"/>
                  <a:pt x="1543270" y="97868"/>
                  <a:pt x="1543270" y="96760"/>
                </a:cubicBezTo>
                <a:cubicBezTo>
                  <a:pt x="1543270" y="95653"/>
                  <a:pt x="1540071" y="94853"/>
                  <a:pt x="1542779" y="90914"/>
                </a:cubicBezTo>
                <a:cubicBezTo>
                  <a:pt x="1544502" y="88390"/>
                  <a:pt x="1546655" y="88636"/>
                  <a:pt x="1547764" y="88390"/>
                </a:cubicBezTo>
                <a:cubicBezTo>
                  <a:pt x="1548871" y="88144"/>
                  <a:pt x="1549979" y="85498"/>
                  <a:pt x="1550594" y="84144"/>
                </a:cubicBezTo>
                <a:cubicBezTo>
                  <a:pt x="1551297" y="82673"/>
                  <a:pt x="1551735" y="81090"/>
                  <a:pt x="1551887" y="79467"/>
                </a:cubicBezTo>
                <a:cubicBezTo>
                  <a:pt x="1551948" y="75590"/>
                  <a:pt x="1547579" y="73866"/>
                  <a:pt x="1548317" y="70851"/>
                </a:cubicBezTo>
                <a:cubicBezTo>
                  <a:pt x="1549856" y="64758"/>
                  <a:pt x="1564688" y="62420"/>
                  <a:pt x="1566226" y="61373"/>
                </a:cubicBezTo>
                <a:cubicBezTo>
                  <a:pt x="1566657" y="61066"/>
                  <a:pt x="1567026" y="59712"/>
                  <a:pt x="1567827" y="59097"/>
                </a:cubicBezTo>
                <a:cubicBezTo>
                  <a:pt x="1569365" y="57930"/>
                  <a:pt x="1571417" y="57694"/>
                  <a:pt x="1573181" y="58481"/>
                </a:cubicBezTo>
                <a:cubicBezTo>
                  <a:pt x="1575226" y="59495"/>
                  <a:pt x="1577163" y="60711"/>
                  <a:pt x="1578966" y="62112"/>
                </a:cubicBezTo>
                <a:cubicBezTo>
                  <a:pt x="1580141" y="63189"/>
                  <a:pt x="1580696" y="64784"/>
                  <a:pt x="1580443" y="66358"/>
                </a:cubicBezTo>
                <a:cubicBezTo>
                  <a:pt x="1580196" y="68204"/>
                  <a:pt x="1579212" y="73374"/>
                  <a:pt x="1579766" y="73805"/>
                </a:cubicBezTo>
                <a:cubicBezTo>
                  <a:pt x="1580320" y="74236"/>
                  <a:pt x="1574535" y="77375"/>
                  <a:pt x="1571888" y="79959"/>
                </a:cubicBezTo>
                <a:cubicBezTo>
                  <a:pt x="1568529" y="84276"/>
                  <a:pt x="1566403" y="89423"/>
                  <a:pt x="1565734" y="94853"/>
                </a:cubicBezTo>
                <a:cubicBezTo>
                  <a:pt x="1565611" y="95345"/>
                  <a:pt x="1564072" y="99038"/>
                  <a:pt x="1563887" y="100022"/>
                </a:cubicBezTo>
                <a:cubicBezTo>
                  <a:pt x="1563703" y="101007"/>
                  <a:pt x="1563026" y="103776"/>
                  <a:pt x="1562349" y="106177"/>
                </a:cubicBezTo>
                <a:cubicBezTo>
                  <a:pt x="1561506" y="108674"/>
                  <a:pt x="1561090" y="111295"/>
                  <a:pt x="1561118" y="113931"/>
                </a:cubicBezTo>
                <a:cubicBezTo>
                  <a:pt x="1561303" y="115469"/>
                  <a:pt x="1563395" y="115039"/>
                  <a:pt x="1564687" y="115039"/>
                </a:cubicBezTo>
                <a:cubicBezTo>
                  <a:pt x="1567316" y="114440"/>
                  <a:pt x="1569725" y="113118"/>
                  <a:pt x="1571642" y="111223"/>
                </a:cubicBezTo>
                <a:cubicBezTo>
                  <a:pt x="1573231" y="110955"/>
                  <a:pt x="1574853" y="110955"/>
                  <a:pt x="1576442" y="111223"/>
                </a:cubicBezTo>
                <a:cubicBezTo>
                  <a:pt x="1577673" y="111592"/>
                  <a:pt x="1578965" y="113623"/>
                  <a:pt x="1580320" y="114054"/>
                </a:cubicBezTo>
                <a:cubicBezTo>
                  <a:pt x="1581673" y="114484"/>
                  <a:pt x="1583581" y="114608"/>
                  <a:pt x="1584689" y="115346"/>
                </a:cubicBezTo>
                <a:cubicBezTo>
                  <a:pt x="1585797" y="116085"/>
                  <a:pt x="1588197" y="115346"/>
                  <a:pt x="1589674" y="117131"/>
                </a:cubicBezTo>
                <a:lnTo>
                  <a:pt x="1590044" y="117070"/>
                </a:lnTo>
                <a:cubicBezTo>
                  <a:pt x="1592091" y="120496"/>
                  <a:pt x="1593017" y="124477"/>
                  <a:pt x="1592690" y="128455"/>
                </a:cubicBezTo>
                <a:cubicBezTo>
                  <a:pt x="1592589" y="132059"/>
                  <a:pt x="1591618" y="135585"/>
                  <a:pt x="1589859" y="138733"/>
                </a:cubicBezTo>
                <a:cubicBezTo>
                  <a:pt x="1585195" y="141574"/>
                  <a:pt x="1579809" y="143006"/>
                  <a:pt x="1574350" y="142856"/>
                </a:cubicBezTo>
                <a:cubicBezTo>
                  <a:pt x="1572540" y="142851"/>
                  <a:pt x="1570807" y="143584"/>
                  <a:pt x="1569549" y="144887"/>
                </a:cubicBezTo>
                <a:cubicBezTo>
                  <a:pt x="1567507" y="145534"/>
                  <a:pt x="1565290" y="145335"/>
                  <a:pt x="1563395" y="144333"/>
                </a:cubicBezTo>
                <a:cubicBezTo>
                  <a:pt x="1560869" y="143715"/>
                  <a:pt x="1558229" y="143715"/>
                  <a:pt x="1555702" y="144333"/>
                </a:cubicBezTo>
                <a:cubicBezTo>
                  <a:pt x="1550313" y="145801"/>
                  <a:pt x="1545622" y="149138"/>
                  <a:pt x="1542471" y="153749"/>
                </a:cubicBezTo>
                <a:cubicBezTo>
                  <a:pt x="1541300" y="155846"/>
                  <a:pt x="1539630" y="157622"/>
                  <a:pt x="1537609" y="158919"/>
                </a:cubicBezTo>
                <a:cubicBezTo>
                  <a:pt x="1534676" y="160891"/>
                  <a:pt x="1532062" y="163299"/>
                  <a:pt x="1529854" y="166058"/>
                </a:cubicBezTo>
                <a:cubicBezTo>
                  <a:pt x="1528540" y="168258"/>
                  <a:pt x="1528101" y="170872"/>
                  <a:pt x="1528624" y="173381"/>
                </a:cubicBezTo>
                <a:cubicBezTo>
                  <a:pt x="1528870" y="174120"/>
                  <a:pt x="1530532" y="174550"/>
                  <a:pt x="1532316" y="174120"/>
                </a:cubicBezTo>
                <a:cubicBezTo>
                  <a:pt x="1534483" y="173121"/>
                  <a:pt x="1536702" y="172238"/>
                  <a:pt x="1538963" y="171473"/>
                </a:cubicBezTo>
                <a:cubicBezTo>
                  <a:pt x="1540747" y="171227"/>
                  <a:pt x="1541855" y="169012"/>
                  <a:pt x="1543332" y="169134"/>
                </a:cubicBezTo>
                <a:cubicBezTo>
                  <a:pt x="1544809" y="169258"/>
                  <a:pt x="1546779" y="172027"/>
                  <a:pt x="1550964" y="173012"/>
                </a:cubicBezTo>
                <a:cubicBezTo>
                  <a:pt x="1552256" y="173381"/>
                  <a:pt x="1554656" y="174920"/>
                  <a:pt x="1558410" y="176089"/>
                </a:cubicBezTo>
                <a:cubicBezTo>
                  <a:pt x="1558903" y="176212"/>
                  <a:pt x="1561857" y="176828"/>
                  <a:pt x="1561303" y="179043"/>
                </a:cubicBezTo>
                <a:cubicBezTo>
                  <a:pt x="1561207" y="181732"/>
                  <a:pt x="1560557" y="184371"/>
                  <a:pt x="1559395" y="186797"/>
                </a:cubicBezTo>
                <a:cubicBezTo>
                  <a:pt x="1558103" y="188336"/>
                  <a:pt x="1556564" y="190244"/>
                  <a:pt x="1554964" y="190613"/>
                </a:cubicBezTo>
                <a:cubicBezTo>
                  <a:pt x="1552071" y="191167"/>
                  <a:pt x="1550348" y="191229"/>
                  <a:pt x="1547148" y="192090"/>
                </a:cubicBezTo>
                <a:cubicBezTo>
                  <a:pt x="1545548" y="192521"/>
                  <a:pt x="1544379" y="193444"/>
                  <a:pt x="1541855" y="193875"/>
                </a:cubicBezTo>
                <a:cubicBezTo>
                  <a:pt x="1539332" y="194306"/>
                  <a:pt x="1529547" y="196152"/>
                  <a:pt x="1529547" y="199414"/>
                </a:cubicBezTo>
                <a:cubicBezTo>
                  <a:pt x="1529881" y="202233"/>
                  <a:pt x="1530066" y="205068"/>
                  <a:pt x="1530101" y="207907"/>
                </a:cubicBezTo>
                <a:cubicBezTo>
                  <a:pt x="1529960" y="210346"/>
                  <a:pt x="1529651" y="212772"/>
                  <a:pt x="1529177" y="215169"/>
                </a:cubicBezTo>
                <a:cubicBezTo>
                  <a:pt x="1528127" y="217818"/>
                  <a:pt x="1527543" y="220629"/>
                  <a:pt x="1527454" y="223477"/>
                </a:cubicBezTo>
                <a:cubicBezTo>
                  <a:pt x="1527639" y="226062"/>
                  <a:pt x="1524623" y="228524"/>
                  <a:pt x="1524254" y="229016"/>
                </a:cubicBezTo>
                <a:cubicBezTo>
                  <a:pt x="1522284" y="233262"/>
                  <a:pt x="1522593" y="239540"/>
                  <a:pt x="1518100" y="240955"/>
                </a:cubicBezTo>
                <a:cubicBezTo>
                  <a:pt x="1515177" y="242216"/>
                  <a:pt x="1512176" y="243286"/>
                  <a:pt x="1509115" y="244155"/>
                </a:cubicBezTo>
                <a:cubicBezTo>
                  <a:pt x="1506636" y="244481"/>
                  <a:pt x="1504213" y="245143"/>
                  <a:pt x="1501914" y="246125"/>
                </a:cubicBezTo>
                <a:cubicBezTo>
                  <a:pt x="1498377" y="247154"/>
                  <a:pt x="1494620" y="247154"/>
                  <a:pt x="1491083" y="246125"/>
                </a:cubicBezTo>
                <a:cubicBezTo>
                  <a:pt x="1489790" y="245079"/>
                  <a:pt x="1490406" y="241632"/>
                  <a:pt x="1490406" y="239601"/>
                </a:cubicBezTo>
                <a:cubicBezTo>
                  <a:pt x="1490344" y="235847"/>
                  <a:pt x="1480866" y="231908"/>
                  <a:pt x="1479943" y="229693"/>
                </a:cubicBezTo>
                <a:cubicBezTo>
                  <a:pt x="1479020" y="227477"/>
                  <a:pt x="1482282" y="227539"/>
                  <a:pt x="1485543" y="226923"/>
                </a:cubicBezTo>
                <a:cubicBezTo>
                  <a:pt x="1491144" y="225939"/>
                  <a:pt x="1496436" y="225324"/>
                  <a:pt x="1499083" y="224462"/>
                </a:cubicBezTo>
                <a:cubicBezTo>
                  <a:pt x="1504622" y="222431"/>
                  <a:pt x="1506960" y="211107"/>
                  <a:pt x="1509730" y="205999"/>
                </a:cubicBezTo>
                <a:cubicBezTo>
                  <a:pt x="1510592" y="204399"/>
                  <a:pt x="1510345" y="201814"/>
                  <a:pt x="1506776" y="201814"/>
                </a:cubicBezTo>
                <a:cubicBezTo>
                  <a:pt x="1503405" y="202099"/>
                  <a:pt x="1500067" y="202696"/>
                  <a:pt x="1496806" y="203599"/>
                </a:cubicBezTo>
                <a:cubicBezTo>
                  <a:pt x="1493437" y="204484"/>
                  <a:pt x="1489998" y="205081"/>
                  <a:pt x="1486528" y="205384"/>
                </a:cubicBezTo>
                <a:cubicBezTo>
                  <a:pt x="1484251" y="205506"/>
                  <a:pt x="1479451" y="208399"/>
                  <a:pt x="1478097" y="208399"/>
                </a:cubicBezTo>
                <a:cubicBezTo>
                  <a:pt x="1475635" y="208460"/>
                  <a:pt x="1473481" y="209445"/>
                  <a:pt x="1470527" y="206553"/>
                </a:cubicBezTo>
                <a:cubicBezTo>
                  <a:pt x="1469438" y="205916"/>
                  <a:pt x="1468282" y="205400"/>
                  <a:pt x="1467081" y="205014"/>
                </a:cubicBezTo>
                <a:cubicBezTo>
                  <a:pt x="1465419" y="204153"/>
                  <a:pt x="1466281" y="200768"/>
                  <a:pt x="1466281" y="199476"/>
                </a:cubicBezTo>
                <a:cubicBezTo>
                  <a:pt x="1466461" y="196876"/>
                  <a:pt x="1466978" y="194310"/>
                  <a:pt x="1467819" y="191844"/>
                </a:cubicBezTo>
                <a:cubicBezTo>
                  <a:pt x="1469962" y="188731"/>
                  <a:pt x="1473309" y="186657"/>
                  <a:pt x="1477050" y="186120"/>
                </a:cubicBezTo>
                <a:cubicBezTo>
                  <a:pt x="1478343" y="186120"/>
                  <a:pt x="1482405" y="187843"/>
                  <a:pt x="1483759" y="187843"/>
                </a:cubicBezTo>
                <a:cubicBezTo>
                  <a:pt x="1485112" y="187843"/>
                  <a:pt x="1488129" y="184951"/>
                  <a:pt x="1490282" y="183782"/>
                </a:cubicBezTo>
                <a:cubicBezTo>
                  <a:pt x="1492898" y="182821"/>
                  <a:pt x="1495597" y="182099"/>
                  <a:pt x="1498344" y="181628"/>
                </a:cubicBezTo>
                <a:cubicBezTo>
                  <a:pt x="1500093" y="181090"/>
                  <a:pt x="1501737" y="180257"/>
                  <a:pt x="1503206" y="179166"/>
                </a:cubicBezTo>
                <a:cubicBezTo>
                  <a:pt x="1504560" y="178366"/>
                  <a:pt x="1504437" y="177689"/>
                  <a:pt x="1504930" y="176335"/>
                </a:cubicBezTo>
                <a:cubicBezTo>
                  <a:pt x="1505422" y="174981"/>
                  <a:pt x="1505176" y="171473"/>
                  <a:pt x="1505791" y="170181"/>
                </a:cubicBezTo>
                <a:cubicBezTo>
                  <a:pt x="1506781" y="168223"/>
                  <a:pt x="1507545" y="166158"/>
                  <a:pt x="1508068" y="164027"/>
                </a:cubicBezTo>
                <a:cubicBezTo>
                  <a:pt x="1508376" y="162304"/>
                  <a:pt x="1504683" y="163596"/>
                  <a:pt x="1503391" y="163596"/>
                </a:cubicBezTo>
                <a:cubicBezTo>
                  <a:pt x="1501356" y="164156"/>
                  <a:pt x="1499548" y="165340"/>
                  <a:pt x="1498221" y="166981"/>
                </a:cubicBezTo>
                <a:cubicBezTo>
                  <a:pt x="1496562" y="168469"/>
                  <a:pt x="1494549" y="169507"/>
                  <a:pt x="1492374" y="169996"/>
                </a:cubicBezTo>
                <a:cubicBezTo>
                  <a:pt x="1490780" y="170549"/>
                  <a:pt x="1489045" y="170549"/>
                  <a:pt x="1487451" y="169996"/>
                </a:cubicBezTo>
                <a:cubicBezTo>
                  <a:pt x="1485605" y="169012"/>
                  <a:pt x="1485605" y="167719"/>
                  <a:pt x="1485605" y="165504"/>
                </a:cubicBezTo>
                <a:cubicBezTo>
                  <a:pt x="1485414" y="163184"/>
                  <a:pt x="1485883" y="160859"/>
                  <a:pt x="1486959" y="158795"/>
                </a:cubicBezTo>
                <a:cubicBezTo>
                  <a:pt x="1488067" y="157503"/>
                  <a:pt x="1487636" y="150610"/>
                  <a:pt x="1492129" y="146487"/>
                </a:cubicBezTo>
                <a:cubicBezTo>
                  <a:pt x="1493606" y="145194"/>
                  <a:pt x="1497729" y="146979"/>
                  <a:pt x="1499390" y="145994"/>
                </a:cubicBezTo>
                <a:cubicBezTo>
                  <a:pt x="1500262" y="145355"/>
                  <a:pt x="1501166" y="144759"/>
                  <a:pt x="1502098" y="144210"/>
                </a:cubicBezTo>
                <a:cubicBezTo>
                  <a:pt x="1503575" y="143595"/>
                  <a:pt x="1507022" y="144025"/>
                  <a:pt x="1508807" y="143595"/>
                </a:cubicBezTo>
                <a:cubicBezTo>
                  <a:pt x="1511394" y="143148"/>
                  <a:pt x="1513945" y="142511"/>
                  <a:pt x="1516438" y="141687"/>
                </a:cubicBezTo>
                <a:cubicBezTo>
                  <a:pt x="1517362" y="141379"/>
                  <a:pt x="1521054" y="141379"/>
                  <a:pt x="1522162" y="140702"/>
                </a:cubicBezTo>
                <a:cubicBezTo>
                  <a:pt x="1523269" y="140025"/>
                  <a:pt x="1522900" y="140210"/>
                  <a:pt x="1526962" y="138979"/>
                </a:cubicBezTo>
                <a:cubicBezTo>
                  <a:pt x="1526593" y="138856"/>
                  <a:pt x="1528624" y="137625"/>
                  <a:pt x="1529793" y="136948"/>
                </a:cubicBezTo>
                <a:cubicBezTo>
                  <a:pt x="1532016" y="136610"/>
                  <a:pt x="1534278" y="136610"/>
                  <a:pt x="1536501" y="136948"/>
                </a:cubicBezTo>
                <a:cubicBezTo>
                  <a:pt x="1538532" y="137378"/>
                  <a:pt x="1540993" y="136948"/>
                  <a:pt x="1541979" y="136948"/>
                </a:cubicBezTo>
                <a:cubicBezTo>
                  <a:pt x="1543774" y="137721"/>
                  <a:pt x="1545689" y="138180"/>
                  <a:pt x="1547640" y="138302"/>
                </a:cubicBezTo>
                <a:cubicBezTo>
                  <a:pt x="1548933" y="138240"/>
                  <a:pt x="1552441" y="135286"/>
                  <a:pt x="1553794" y="135286"/>
                </a:cubicBezTo>
                <a:cubicBezTo>
                  <a:pt x="1556289" y="134111"/>
                  <a:pt x="1557697" y="131421"/>
                  <a:pt x="1557241" y="128701"/>
                </a:cubicBezTo>
                <a:cubicBezTo>
                  <a:pt x="1554483" y="128620"/>
                  <a:pt x="1551727" y="128931"/>
                  <a:pt x="1549056" y="129624"/>
                </a:cubicBezTo>
                <a:cubicBezTo>
                  <a:pt x="1547210" y="130363"/>
                  <a:pt x="1541671" y="130239"/>
                  <a:pt x="1540440" y="130855"/>
                </a:cubicBezTo>
                <a:cubicBezTo>
                  <a:pt x="1536095" y="132359"/>
                  <a:pt x="1531462" y="132844"/>
                  <a:pt x="1526900" y="132271"/>
                </a:cubicBezTo>
                <a:cubicBezTo>
                  <a:pt x="1524545" y="132387"/>
                  <a:pt x="1522231" y="132929"/>
                  <a:pt x="1520069" y="133871"/>
                </a:cubicBezTo>
                <a:cubicBezTo>
                  <a:pt x="1517843" y="134563"/>
                  <a:pt x="1515555" y="135038"/>
                  <a:pt x="1513237" y="135286"/>
                </a:cubicBezTo>
                <a:cubicBezTo>
                  <a:pt x="1509524" y="135569"/>
                  <a:pt x="1505826" y="136042"/>
                  <a:pt x="1502160" y="136702"/>
                </a:cubicBezTo>
                <a:cubicBezTo>
                  <a:pt x="1500252" y="137133"/>
                  <a:pt x="1496190" y="137748"/>
                  <a:pt x="1493667" y="138425"/>
                </a:cubicBezTo>
                <a:cubicBezTo>
                  <a:pt x="1490146" y="139292"/>
                  <a:pt x="1486767" y="140659"/>
                  <a:pt x="1483635" y="142487"/>
                </a:cubicBezTo>
                <a:cubicBezTo>
                  <a:pt x="1481193" y="144897"/>
                  <a:pt x="1479119" y="147656"/>
                  <a:pt x="1477481" y="150672"/>
                </a:cubicBezTo>
                <a:cubicBezTo>
                  <a:pt x="1476610" y="151932"/>
                  <a:pt x="1475621" y="153107"/>
                  <a:pt x="1474527" y="154180"/>
                </a:cubicBezTo>
                <a:cubicBezTo>
                  <a:pt x="1469542" y="157811"/>
                  <a:pt x="1466465" y="163104"/>
                  <a:pt x="1461726" y="163966"/>
                </a:cubicBezTo>
                <a:cubicBezTo>
                  <a:pt x="1459793" y="164563"/>
                  <a:pt x="1457707" y="163712"/>
                  <a:pt x="1456741" y="161934"/>
                </a:cubicBezTo>
                <a:cubicBezTo>
                  <a:pt x="1454606" y="158355"/>
                  <a:pt x="1453321" y="154334"/>
                  <a:pt x="1452987" y="150179"/>
                </a:cubicBezTo>
                <a:cubicBezTo>
                  <a:pt x="1452987" y="146425"/>
                  <a:pt x="1455141" y="145503"/>
                  <a:pt x="1452987" y="138363"/>
                </a:cubicBezTo>
                <a:cubicBezTo>
                  <a:pt x="1452666" y="136545"/>
                  <a:pt x="1453376" y="134698"/>
                  <a:pt x="1454833" y="133563"/>
                </a:cubicBezTo>
                <a:cubicBezTo>
                  <a:pt x="1456086" y="133034"/>
                  <a:pt x="1457232" y="132283"/>
                  <a:pt x="1458218" y="131348"/>
                </a:cubicBezTo>
                <a:cubicBezTo>
                  <a:pt x="1461213" y="126946"/>
                  <a:pt x="1463966" y="122385"/>
                  <a:pt x="1466465" y="117685"/>
                </a:cubicBezTo>
                <a:cubicBezTo>
                  <a:pt x="1466465" y="117685"/>
                  <a:pt x="1467819" y="116885"/>
                  <a:pt x="1468804" y="117685"/>
                </a:cubicBezTo>
                <a:cubicBezTo>
                  <a:pt x="1469876" y="121112"/>
                  <a:pt x="1470436" y="124680"/>
                  <a:pt x="1470466" y="128270"/>
                </a:cubicBezTo>
                <a:cubicBezTo>
                  <a:pt x="1470443" y="128642"/>
                  <a:pt x="1470497" y="129013"/>
                  <a:pt x="1470625" y="129363"/>
                </a:cubicBezTo>
                <a:cubicBezTo>
                  <a:pt x="1471137" y="130767"/>
                  <a:pt x="1472691" y="131491"/>
                  <a:pt x="1474096" y="130978"/>
                </a:cubicBezTo>
                <a:cubicBezTo>
                  <a:pt x="1476595" y="130458"/>
                  <a:pt x="1478987" y="129522"/>
                  <a:pt x="1481174" y="128209"/>
                </a:cubicBezTo>
                <a:cubicBezTo>
                  <a:pt x="1481605" y="127901"/>
                  <a:pt x="1483574" y="127040"/>
                  <a:pt x="1483574" y="125809"/>
                </a:cubicBezTo>
                <a:cubicBezTo>
                  <a:pt x="1483150" y="124102"/>
                  <a:pt x="1482530" y="122450"/>
                  <a:pt x="1481727" y="120886"/>
                </a:cubicBezTo>
                <a:cubicBezTo>
                  <a:pt x="1481070" y="118555"/>
                  <a:pt x="1480658" y="116162"/>
                  <a:pt x="1480497" y="113746"/>
                </a:cubicBezTo>
                <a:cubicBezTo>
                  <a:pt x="1480497" y="112454"/>
                  <a:pt x="1481051" y="104822"/>
                  <a:pt x="1481605" y="99099"/>
                </a:cubicBezTo>
                <a:cubicBezTo>
                  <a:pt x="1481974" y="95899"/>
                  <a:pt x="1480559" y="92083"/>
                  <a:pt x="1480559" y="83590"/>
                </a:cubicBezTo>
                <a:cubicBezTo>
                  <a:pt x="1480696" y="80570"/>
                  <a:pt x="1480214" y="77555"/>
                  <a:pt x="1479143" y="74728"/>
                </a:cubicBezTo>
                <a:cubicBezTo>
                  <a:pt x="1477605" y="73805"/>
                  <a:pt x="1479697" y="70174"/>
                  <a:pt x="1482097" y="69620"/>
                </a:cubicBezTo>
                <a:cubicBezTo>
                  <a:pt x="1483509" y="69498"/>
                  <a:pt x="1484931" y="69498"/>
                  <a:pt x="1486343" y="69620"/>
                </a:cubicBezTo>
                <a:cubicBezTo>
                  <a:pt x="1487267" y="69559"/>
                  <a:pt x="1487143" y="67651"/>
                  <a:pt x="1488498" y="68204"/>
                </a:cubicBezTo>
                <a:cubicBezTo>
                  <a:pt x="1489851" y="68759"/>
                  <a:pt x="1489606" y="69005"/>
                  <a:pt x="1490344" y="70974"/>
                </a:cubicBezTo>
                <a:cubicBezTo>
                  <a:pt x="1491083" y="72944"/>
                  <a:pt x="1490528" y="73990"/>
                  <a:pt x="1491083" y="76020"/>
                </a:cubicBezTo>
                <a:cubicBezTo>
                  <a:pt x="1491636" y="78051"/>
                  <a:pt x="1490774" y="81005"/>
                  <a:pt x="1491636" y="82175"/>
                </a:cubicBezTo>
                <a:cubicBezTo>
                  <a:pt x="1492174" y="83411"/>
                  <a:pt x="1492174" y="84815"/>
                  <a:pt x="1491636" y="86052"/>
                </a:cubicBezTo>
                <a:cubicBezTo>
                  <a:pt x="1491380" y="87456"/>
                  <a:pt x="1491380" y="88894"/>
                  <a:pt x="1491636" y="90298"/>
                </a:cubicBezTo>
                <a:cubicBezTo>
                  <a:pt x="1492129" y="91899"/>
                  <a:pt x="1491452" y="93560"/>
                  <a:pt x="1491636" y="95653"/>
                </a:cubicBezTo>
                <a:cubicBezTo>
                  <a:pt x="1491821" y="97745"/>
                  <a:pt x="1492251" y="104638"/>
                  <a:pt x="1492251" y="106115"/>
                </a:cubicBezTo>
                <a:cubicBezTo>
                  <a:pt x="1492251" y="107592"/>
                  <a:pt x="1493975" y="109931"/>
                  <a:pt x="1493606" y="113131"/>
                </a:cubicBezTo>
                <a:cubicBezTo>
                  <a:pt x="1493606" y="114423"/>
                  <a:pt x="1493606" y="117070"/>
                  <a:pt x="1493606" y="118300"/>
                </a:cubicBezTo>
                <a:cubicBezTo>
                  <a:pt x="1493236" y="120947"/>
                  <a:pt x="1490959" y="122978"/>
                  <a:pt x="1491513" y="124455"/>
                </a:cubicBezTo>
                <a:cubicBezTo>
                  <a:pt x="1492049" y="125818"/>
                  <a:pt x="1493115" y="126906"/>
                  <a:pt x="1494467" y="127470"/>
                </a:cubicBezTo>
                <a:cubicBezTo>
                  <a:pt x="1496129" y="127840"/>
                  <a:pt x="1498960" y="125870"/>
                  <a:pt x="1500313" y="125870"/>
                </a:cubicBezTo>
                <a:cubicBezTo>
                  <a:pt x="1502001" y="125914"/>
                  <a:pt x="1503690" y="125811"/>
                  <a:pt x="1505360" y="125562"/>
                </a:cubicBezTo>
                <a:cubicBezTo>
                  <a:pt x="1508046" y="124766"/>
                  <a:pt x="1510812" y="124271"/>
                  <a:pt x="1513607" y="124085"/>
                </a:cubicBezTo>
                <a:cubicBezTo>
                  <a:pt x="1514838" y="124024"/>
                  <a:pt x="1516992" y="122547"/>
                  <a:pt x="1518100" y="122547"/>
                </a:cubicBezTo>
                <a:cubicBezTo>
                  <a:pt x="1519401" y="121987"/>
                  <a:pt x="1520590" y="121195"/>
                  <a:pt x="1521607" y="120208"/>
                </a:cubicBezTo>
                <a:cubicBezTo>
                  <a:pt x="1522350" y="119538"/>
                  <a:pt x="1522552" y="118454"/>
                  <a:pt x="1522100" y="117562"/>
                </a:cubicBezTo>
                <a:cubicBezTo>
                  <a:pt x="1521238" y="115408"/>
                  <a:pt x="1519454" y="116270"/>
                  <a:pt x="1517176" y="117070"/>
                </a:cubicBezTo>
                <a:cubicBezTo>
                  <a:pt x="1515945" y="117562"/>
                  <a:pt x="1513484" y="119716"/>
                  <a:pt x="1512684" y="118916"/>
                </a:cubicBezTo>
                <a:cubicBezTo>
                  <a:pt x="1511274" y="118065"/>
                  <a:pt x="1510720" y="116296"/>
                  <a:pt x="1511391" y="114793"/>
                </a:cubicBezTo>
                <a:cubicBezTo>
                  <a:pt x="1511699" y="113438"/>
                  <a:pt x="1510469" y="110854"/>
                  <a:pt x="1508684" y="111408"/>
                </a:cubicBezTo>
                <a:cubicBezTo>
                  <a:pt x="1506899" y="111961"/>
                  <a:pt x="1506776" y="114546"/>
                  <a:pt x="1506899" y="116454"/>
                </a:cubicBezTo>
                <a:cubicBezTo>
                  <a:pt x="1507022" y="118362"/>
                  <a:pt x="1505606" y="118793"/>
                  <a:pt x="1504745" y="119470"/>
                </a:cubicBezTo>
                <a:cubicBezTo>
                  <a:pt x="1503884" y="120146"/>
                  <a:pt x="1503083" y="121623"/>
                  <a:pt x="1501729" y="121070"/>
                </a:cubicBezTo>
                <a:cubicBezTo>
                  <a:pt x="1499677" y="119893"/>
                  <a:pt x="1498481" y="117645"/>
                  <a:pt x="1498652" y="115285"/>
                </a:cubicBezTo>
                <a:cubicBezTo>
                  <a:pt x="1498591" y="113992"/>
                  <a:pt x="1499083" y="104576"/>
                  <a:pt x="1499083" y="103345"/>
                </a:cubicBezTo>
                <a:cubicBezTo>
                  <a:pt x="1499329" y="100822"/>
                  <a:pt x="1497729" y="97376"/>
                  <a:pt x="1497729" y="95222"/>
                </a:cubicBezTo>
                <a:cubicBezTo>
                  <a:pt x="1497932" y="91388"/>
                  <a:pt x="1497932" y="87547"/>
                  <a:pt x="1497729" y="83714"/>
                </a:cubicBezTo>
                <a:cubicBezTo>
                  <a:pt x="1497517" y="82405"/>
                  <a:pt x="1497230" y="81110"/>
                  <a:pt x="1496867" y="79836"/>
                </a:cubicBezTo>
                <a:cubicBezTo>
                  <a:pt x="1497050" y="77773"/>
                  <a:pt x="1497867" y="75816"/>
                  <a:pt x="1499206" y="74236"/>
                </a:cubicBezTo>
                <a:cubicBezTo>
                  <a:pt x="1500213" y="73051"/>
                  <a:pt x="1501610" y="72266"/>
                  <a:pt x="1503145" y="72020"/>
                </a:cubicBezTo>
                <a:cubicBezTo>
                  <a:pt x="1504622" y="71713"/>
                  <a:pt x="1505053" y="75528"/>
                  <a:pt x="1505052" y="78175"/>
                </a:cubicBezTo>
                <a:cubicBezTo>
                  <a:pt x="1504997" y="79581"/>
                  <a:pt x="1505456" y="80959"/>
                  <a:pt x="1506345" y="82052"/>
                </a:cubicBezTo>
                <a:cubicBezTo>
                  <a:pt x="1507509" y="86284"/>
                  <a:pt x="1508129" y="90648"/>
                  <a:pt x="1508191" y="95037"/>
                </a:cubicBezTo>
                <a:cubicBezTo>
                  <a:pt x="1508130" y="97437"/>
                  <a:pt x="1508499" y="97130"/>
                  <a:pt x="1509914" y="98053"/>
                </a:cubicBezTo>
                <a:cubicBezTo>
                  <a:pt x="1511330" y="98976"/>
                  <a:pt x="1515576" y="97191"/>
                  <a:pt x="1516623" y="98053"/>
                </a:cubicBezTo>
                <a:cubicBezTo>
                  <a:pt x="1517669" y="98914"/>
                  <a:pt x="1518162" y="101253"/>
                  <a:pt x="1519146" y="101253"/>
                </a:cubicBezTo>
                <a:cubicBezTo>
                  <a:pt x="1522284" y="101684"/>
                  <a:pt x="1524439" y="96760"/>
                  <a:pt x="1525301" y="95529"/>
                </a:cubicBezTo>
                <a:cubicBezTo>
                  <a:pt x="1527577" y="92329"/>
                  <a:pt x="1522715" y="87899"/>
                  <a:pt x="1522038" y="87775"/>
                </a:cubicBezTo>
                <a:cubicBezTo>
                  <a:pt x="1521361" y="87652"/>
                  <a:pt x="1519392" y="89437"/>
                  <a:pt x="1516623" y="89867"/>
                </a:cubicBezTo>
                <a:cubicBezTo>
                  <a:pt x="1513853" y="90298"/>
                  <a:pt x="1515023" y="92268"/>
                  <a:pt x="1512807" y="91653"/>
                </a:cubicBezTo>
                <a:cubicBezTo>
                  <a:pt x="1510592" y="91037"/>
                  <a:pt x="1511576" y="86175"/>
                  <a:pt x="1512807" y="83960"/>
                </a:cubicBezTo>
                <a:cubicBezTo>
                  <a:pt x="1514061" y="82122"/>
                  <a:pt x="1514862" y="80013"/>
                  <a:pt x="1515145" y="77806"/>
                </a:cubicBezTo>
                <a:cubicBezTo>
                  <a:pt x="1514899" y="75159"/>
                  <a:pt x="1512561" y="71959"/>
                  <a:pt x="1512561" y="70974"/>
                </a:cubicBezTo>
                <a:cubicBezTo>
                  <a:pt x="1512561" y="69989"/>
                  <a:pt x="1515576" y="66727"/>
                  <a:pt x="1516869" y="66666"/>
                </a:cubicBezTo>
                <a:cubicBezTo>
                  <a:pt x="1518162" y="66604"/>
                  <a:pt x="1520377" y="70543"/>
                  <a:pt x="1521608" y="70543"/>
                </a:cubicBezTo>
                <a:cubicBezTo>
                  <a:pt x="1522838" y="70543"/>
                  <a:pt x="1525916" y="65743"/>
                  <a:pt x="1527331" y="62973"/>
                </a:cubicBezTo>
                <a:cubicBezTo>
                  <a:pt x="1528254" y="61250"/>
                  <a:pt x="1528808" y="56327"/>
                  <a:pt x="1531578" y="55096"/>
                </a:cubicBezTo>
                <a:cubicBezTo>
                  <a:pt x="1532686" y="55096"/>
                  <a:pt x="1534224" y="55650"/>
                  <a:pt x="1535024" y="55096"/>
                </a:cubicBezTo>
                <a:cubicBezTo>
                  <a:pt x="1536093" y="54565"/>
                  <a:pt x="1537278" y="54311"/>
                  <a:pt x="1538470" y="54357"/>
                </a:cubicBezTo>
                <a:close/>
                <a:moveTo>
                  <a:pt x="197722" y="49466"/>
                </a:moveTo>
                <a:cubicBezTo>
                  <a:pt x="164528" y="44698"/>
                  <a:pt x="129515" y="52594"/>
                  <a:pt x="100550" y="74283"/>
                </a:cubicBezTo>
                <a:lnTo>
                  <a:pt x="100532" y="74283"/>
                </a:lnTo>
                <a:cubicBezTo>
                  <a:pt x="67486" y="99018"/>
                  <a:pt x="48054" y="137898"/>
                  <a:pt x="48104" y="179175"/>
                </a:cubicBezTo>
                <a:cubicBezTo>
                  <a:pt x="48100" y="185853"/>
                  <a:pt x="48603" y="192520"/>
                  <a:pt x="49604" y="199122"/>
                </a:cubicBezTo>
                <a:cubicBezTo>
                  <a:pt x="49692" y="199670"/>
                  <a:pt x="49816" y="200199"/>
                  <a:pt x="49904" y="200746"/>
                </a:cubicBezTo>
                <a:cubicBezTo>
                  <a:pt x="50310" y="203200"/>
                  <a:pt x="50787" y="205619"/>
                  <a:pt x="51316" y="208019"/>
                </a:cubicBezTo>
                <a:cubicBezTo>
                  <a:pt x="52093" y="211409"/>
                  <a:pt x="52940" y="214780"/>
                  <a:pt x="53964" y="218064"/>
                </a:cubicBezTo>
                <a:cubicBezTo>
                  <a:pt x="55094" y="221594"/>
                  <a:pt x="56400" y="225125"/>
                  <a:pt x="57813" y="228655"/>
                </a:cubicBezTo>
                <a:cubicBezTo>
                  <a:pt x="58007" y="229114"/>
                  <a:pt x="58183" y="229609"/>
                  <a:pt x="58378" y="230068"/>
                </a:cubicBezTo>
                <a:cubicBezTo>
                  <a:pt x="62462" y="239782"/>
                  <a:pt x="67702" y="248968"/>
                  <a:pt x="73982" y="257429"/>
                </a:cubicBezTo>
                <a:lnTo>
                  <a:pt x="74071" y="257535"/>
                </a:lnTo>
                <a:cubicBezTo>
                  <a:pt x="74115" y="257595"/>
                  <a:pt x="74159" y="257653"/>
                  <a:pt x="74203" y="257713"/>
                </a:cubicBezTo>
                <a:cubicBezTo>
                  <a:pt x="85048" y="272195"/>
                  <a:pt x="98314" y="283794"/>
                  <a:pt x="113018" y="292368"/>
                </a:cubicBezTo>
                <a:lnTo>
                  <a:pt x="140713" y="302004"/>
                </a:lnTo>
                <a:lnTo>
                  <a:pt x="138627" y="298666"/>
                </a:lnTo>
                <a:cubicBezTo>
                  <a:pt x="137077" y="297845"/>
                  <a:pt x="135420" y="297252"/>
                  <a:pt x="133702" y="296901"/>
                </a:cubicBezTo>
                <a:lnTo>
                  <a:pt x="132944" y="296204"/>
                </a:lnTo>
                <a:lnTo>
                  <a:pt x="140499" y="297483"/>
                </a:lnTo>
                <a:cubicBezTo>
                  <a:pt x="142379" y="298269"/>
                  <a:pt x="143615" y="300184"/>
                  <a:pt x="144380" y="301903"/>
                </a:cubicBezTo>
                <a:lnTo>
                  <a:pt x="144889" y="303457"/>
                </a:lnTo>
                <a:lnTo>
                  <a:pt x="152328" y="306045"/>
                </a:lnTo>
                <a:lnTo>
                  <a:pt x="154338" y="306045"/>
                </a:lnTo>
                <a:lnTo>
                  <a:pt x="154301" y="306731"/>
                </a:lnTo>
                <a:lnTo>
                  <a:pt x="160463" y="308875"/>
                </a:lnTo>
                <a:lnTo>
                  <a:pt x="181599" y="307827"/>
                </a:lnTo>
                <a:lnTo>
                  <a:pt x="181911" y="307493"/>
                </a:lnTo>
                <a:cubicBezTo>
                  <a:pt x="181947" y="307211"/>
                  <a:pt x="180358" y="307493"/>
                  <a:pt x="180146" y="307493"/>
                </a:cubicBezTo>
                <a:cubicBezTo>
                  <a:pt x="179934" y="307493"/>
                  <a:pt x="180834" y="307034"/>
                  <a:pt x="180834" y="307034"/>
                </a:cubicBezTo>
                <a:lnTo>
                  <a:pt x="177798" y="307034"/>
                </a:lnTo>
                <a:lnTo>
                  <a:pt x="178416" y="306557"/>
                </a:lnTo>
                <a:lnTo>
                  <a:pt x="172185" y="306557"/>
                </a:lnTo>
                <a:cubicBezTo>
                  <a:pt x="172185" y="306557"/>
                  <a:pt x="172520" y="300026"/>
                  <a:pt x="168654" y="298543"/>
                </a:cubicBezTo>
                <a:cubicBezTo>
                  <a:pt x="165787" y="297374"/>
                  <a:pt x="162603" y="297242"/>
                  <a:pt x="159651" y="298172"/>
                </a:cubicBezTo>
                <a:cubicBezTo>
                  <a:pt x="156438" y="299267"/>
                  <a:pt x="155626" y="304739"/>
                  <a:pt x="155150" y="305057"/>
                </a:cubicBezTo>
                <a:cubicBezTo>
                  <a:pt x="154673" y="305375"/>
                  <a:pt x="154355" y="304810"/>
                  <a:pt x="154355" y="304810"/>
                </a:cubicBezTo>
                <a:cubicBezTo>
                  <a:pt x="154355" y="304810"/>
                  <a:pt x="155044" y="300432"/>
                  <a:pt x="156332" y="299126"/>
                </a:cubicBezTo>
                <a:cubicBezTo>
                  <a:pt x="158322" y="297113"/>
                  <a:pt x="161058" y="296013"/>
                  <a:pt x="163888" y="296089"/>
                </a:cubicBezTo>
                <a:cubicBezTo>
                  <a:pt x="168442" y="295772"/>
                  <a:pt x="172573" y="296937"/>
                  <a:pt x="174479" y="298861"/>
                </a:cubicBezTo>
                <a:cubicBezTo>
                  <a:pt x="176386" y="300785"/>
                  <a:pt x="176509" y="305710"/>
                  <a:pt x="176509" y="305710"/>
                </a:cubicBezTo>
                <a:lnTo>
                  <a:pt x="183571" y="305534"/>
                </a:lnTo>
                <a:cubicBezTo>
                  <a:pt x="183571" y="305534"/>
                  <a:pt x="184930" y="300432"/>
                  <a:pt x="186218" y="299126"/>
                </a:cubicBezTo>
                <a:cubicBezTo>
                  <a:pt x="188206" y="297110"/>
                  <a:pt x="190942" y="296010"/>
                  <a:pt x="193774" y="296089"/>
                </a:cubicBezTo>
                <a:cubicBezTo>
                  <a:pt x="198328" y="295772"/>
                  <a:pt x="202459" y="296937"/>
                  <a:pt x="204365" y="298861"/>
                </a:cubicBezTo>
                <a:cubicBezTo>
                  <a:pt x="206272" y="300785"/>
                  <a:pt x="206395" y="305710"/>
                  <a:pt x="206395" y="305710"/>
                </a:cubicBezTo>
                <a:lnTo>
                  <a:pt x="212375" y="305561"/>
                </a:lnTo>
                <a:lnTo>
                  <a:pt x="213645" y="304958"/>
                </a:lnTo>
                <a:lnTo>
                  <a:pt x="214529" y="302248"/>
                </a:lnTo>
                <a:cubicBezTo>
                  <a:pt x="215226" y="300476"/>
                  <a:pt x="216246" y="298446"/>
                  <a:pt x="217534" y="297413"/>
                </a:cubicBezTo>
                <a:cubicBezTo>
                  <a:pt x="220112" y="295348"/>
                  <a:pt x="224931" y="295736"/>
                  <a:pt x="224931" y="295736"/>
                </a:cubicBezTo>
                <a:lnTo>
                  <a:pt x="224931" y="298349"/>
                </a:lnTo>
                <a:cubicBezTo>
                  <a:pt x="224931" y="298349"/>
                  <a:pt x="219635" y="297908"/>
                  <a:pt x="217587" y="299408"/>
                </a:cubicBezTo>
                <a:lnTo>
                  <a:pt x="215340" y="304152"/>
                </a:lnTo>
                <a:lnTo>
                  <a:pt x="257634" y="284058"/>
                </a:lnTo>
                <a:cubicBezTo>
                  <a:pt x="315563" y="240682"/>
                  <a:pt x="327359" y="158557"/>
                  <a:pt x="283981" y="100629"/>
                </a:cubicBezTo>
                <a:cubicBezTo>
                  <a:pt x="262292" y="71665"/>
                  <a:pt x="230917" y="54234"/>
                  <a:pt x="197722" y="49466"/>
                </a:cubicBezTo>
                <a:close/>
                <a:moveTo>
                  <a:pt x="115978" y="47468"/>
                </a:moveTo>
                <a:cubicBezTo>
                  <a:pt x="115807" y="47634"/>
                  <a:pt x="115625" y="47788"/>
                  <a:pt x="115431" y="47927"/>
                </a:cubicBezTo>
                <a:cubicBezTo>
                  <a:pt x="115272" y="48016"/>
                  <a:pt x="114796" y="47963"/>
                  <a:pt x="114619" y="48122"/>
                </a:cubicBezTo>
                <a:cubicBezTo>
                  <a:pt x="114388" y="48280"/>
                  <a:pt x="114130" y="48400"/>
                  <a:pt x="113860" y="48475"/>
                </a:cubicBezTo>
                <a:cubicBezTo>
                  <a:pt x="113666" y="48475"/>
                  <a:pt x="113260" y="48227"/>
                  <a:pt x="112942" y="48475"/>
                </a:cubicBezTo>
                <a:cubicBezTo>
                  <a:pt x="112624" y="48722"/>
                  <a:pt x="112360" y="48563"/>
                  <a:pt x="112165" y="48722"/>
                </a:cubicBezTo>
                <a:lnTo>
                  <a:pt x="112112" y="48651"/>
                </a:lnTo>
                <a:cubicBezTo>
                  <a:pt x="111953" y="49039"/>
                  <a:pt x="112448" y="49445"/>
                  <a:pt x="112483" y="49851"/>
                </a:cubicBezTo>
                <a:cubicBezTo>
                  <a:pt x="112490" y="50109"/>
                  <a:pt x="112605" y="50353"/>
                  <a:pt x="112801" y="50522"/>
                </a:cubicBezTo>
                <a:cubicBezTo>
                  <a:pt x="113164" y="50722"/>
                  <a:pt x="113470" y="51013"/>
                  <a:pt x="113683" y="51370"/>
                </a:cubicBezTo>
                <a:cubicBezTo>
                  <a:pt x="113860" y="51634"/>
                  <a:pt x="114584" y="51829"/>
                  <a:pt x="114690" y="52005"/>
                </a:cubicBezTo>
                <a:cubicBezTo>
                  <a:pt x="114796" y="52182"/>
                  <a:pt x="115643" y="52535"/>
                  <a:pt x="115890" y="52711"/>
                </a:cubicBezTo>
                <a:cubicBezTo>
                  <a:pt x="116137" y="52888"/>
                  <a:pt x="116243" y="53311"/>
                  <a:pt x="116402" y="53470"/>
                </a:cubicBezTo>
                <a:cubicBezTo>
                  <a:pt x="116601" y="53762"/>
                  <a:pt x="116977" y="53873"/>
                  <a:pt x="117302" y="53735"/>
                </a:cubicBezTo>
                <a:cubicBezTo>
                  <a:pt x="117479" y="53629"/>
                  <a:pt x="117655" y="53117"/>
                  <a:pt x="117814" y="52958"/>
                </a:cubicBezTo>
                <a:cubicBezTo>
                  <a:pt x="117973" y="52799"/>
                  <a:pt x="118308" y="52694"/>
                  <a:pt x="118485" y="52535"/>
                </a:cubicBezTo>
                <a:cubicBezTo>
                  <a:pt x="118743" y="52319"/>
                  <a:pt x="118948" y="52047"/>
                  <a:pt x="119085" y="51740"/>
                </a:cubicBezTo>
                <a:cubicBezTo>
                  <a:pt x="119159" y="51476"/>
                  <a:pt x="119207" y="51204"/>
                  <a:pt x="119226" y="50928"/>
                </a:cubicBezTo>
                <a:cubicBezTo>
                  <a:pt x="119279" y="50611"/>
                  <a:pt x="119138" y="50169"/>
                  <a:pt x="119138" y="49887"/>
                </a:cubicBezTo>
                <a:cubicBezTo>
                  <a:pt x="119260" y="49585"/>
                  <a:pt x="119297" y="49255"/>
                  <a:pt x="119244" y="48934"/>
                </a:cubicBezTo>
                <a:cubicBezTo>
                  <a:pt x="119180" y="48660"/>
                  <a:pt x="119053" y="48406"/>
                  <a:pt x="118873" y="48192"/>
                </a:cubicBezTo>
                <a:cubicBezTo>
                  <a:pt x="118644" y="48056"/>
                  <a:pt x="118402" y="47945"/>
                  <a:pt x="118150" y="47857"/>
                </a:cubicBezTo>
                <a:cubicBezTo>
                  <a:pt x="117744" y="47663"/>
                  <a:pt x="116296" y="47186"/>
                  <a:pt x="115978" y="47468"/>
                </a:cubicBezTo>
                <a:close/>
                <a:moveTo>
                  <a:pt x="106623" y="45086"/>
                </a:moveTo>
                <a:cubicBezTo>
                  <a:pt x="106764" y="45051"/>
                  <a:pt x="106764" y="45563"/>
                  <a:pt x="106782" y="45933"/>
                </a:cubicBezTo>
                <a:cubicBezTo>
                  <a:pt x="106716" y="46331"/>
                  <a:pt x="106598" y="46715"/>
                  <a:pt x="106429" y="47081"/>
                </a:cubicBezTo>
                <a:cubicBezTo>
                  <a:pt x="106164" y="47593"/>
                  <a:pt x="106146" y="47946"/>
                  <a:pt x="105934" y="48352"/>
                </a:cubicBezTo>
                <a:cubicBezTo>
                  <a:pt x="105715" y="48691"/>
                  <a:pt x="105442" y="48989"/>
                  <a:pt x="105122" y="49234"/>
                </a:cubicBezTo>
                <a:cubicBezTo>
                  <a:pt x="104819" y="49413"/>
                  <a:pt x="104429" y="49319"/>
                  <a:pt x="104240" y="49023"/>
                </a:cubicBezTo>
                <a:cubicBezTo>
                  <a:pt x="104063" y="48749"/>
                  <a:pt x="104063" y="48396"/>
                  <a:pt x="104240" y="48122"/>
                </a:cubicBezTo>
                <a:cubicBezTo>
                  <a:pt x="104524" y="47658"/>
                  <a:pt x="104843" y="47215"/>
                  <a:pt x="105193" y="46798"/>
                </a:cubicBezTo>
                <a:cubicBezTo>
                  <a:pt x="105324" y="46609"/>
                  <a:pt x="105426" y="46401"/>
                  <a:pt x="105493" y="46181"/>
                </a:cubicBezTo>
                <a:cubicBezTo>
                  <a:pt x="105564" y="45933"/>
                  <a:pt x="105864" y="45863"/>
                  <a:pt x="106023" y="45563"/>
                </a:cubicBezTo>
                <a:cubicBezTo>
                  <a:pt x="106189" y="45365"/>
                  <a:pt x="106393" y="45204"/>
                  <a:pt x="106623" y="45086"/>
                </a:cubicBezTo>
                <a:close/>
                <a:moveTo>
                  <a:pt x="108141" y="40195"/>
                </a:moveTo>
                <a:cubicBezTo>
                  <a:pt x="107893" y="40195"/>
                  <a:pt x="107452" y="40672"/>
                  <a:pt x="107276" y="40672"/>
                </a:cubicBezTo>
                <a:cubicBezTo>
                  <a:pt x="106965" y="40692"/>
                  <a:pt x="106658" y="40746"/>
                  <a:pt x="106358" y="40831"/>
                </a:cubicBezTo>
                <a:cubicBezTo>
                  <a:pt x="106165" y="40921"/>
                  <a:pt x="106019" y="41087"/>
                  <a:pt x="105952" y="41290"/>
                </a:cubicBezTo>
                <a:cubicBezTo>
                  <a:pt x="105846" y="41449"/>
                  <a:pt x="105752" y="41613"/>
                  <a:pt x="105669" y="41784"/>
                </a:cubicBezTo>
                <a:cubicBezTo>
                  <a:pt x="105551" y="41982"/>
                  <a:pt x="105452" y="42188"/>
                  <a:pt x="105369" y="42402"/>
                </a:cubicBezTo>
                <a:cubicBezTo>
                  <a:pt x="105214" y="42723"/>
                  <a:pt x="104998" y="43011"/>
                  <a:pt x="104734" y="43249"/>
                </a:cubicBezTo>
                <a:cubicBezTo>
                  <a:pt x="104398" y="43585"/>
                  <a:pt x="104380" y="43691"/>
                  <a:pt x="104204" y="43797"/>
                </a:cubicBezTo>
                <a:cubicBezTo>
                  <a:pt x="103966" y="44028"/>
                  <a:pt x="103757" y="44289"/>
                  <a:pt x="103586" y="44573"/>
                </a:cubicBezTo>
                <a:cubicBezTo>
                  <a:pt x="103304" y="44979"/>
                  <a:pt x="102845" y="45262"/>
                  <a:pt x="102668" y="45527"/>
                </a:cubicBezTo>
                <a:cubicBezTo>
                  <a:pt x="102366" y="46047"/>
                  <a:pt x="101950" y="46494"/>
                  <a:pt x="101450" y="46833"/>
                </a:cubicBezTo>
                <a:cubicBezTo>
                  <a:pt x="101256" y="46743"/>
                  <a:pt x="101055" y="46665"/>
                  <a:pt x="100850" y="46603"/>
                </a:cubicBezTo>
                <a:cubicBezTo>
                  <a:pt x="100391" y="46515"/>
                  <a:pt x="100232" y="46445"/>
                  <a:pt x="99914" y="46603"/>
                </a:cubicBezTo>
                <a:cubicBezTo>
                  <a:pt x="99699" y="46868"/>
                  <a:pt x="99500" y="47145"/>
                  <a:pt x="99314" y="47433"/>
                </a:cubicBezTo>
                <a:cubicBezTo>
                  <a:pt x="99314" y="47945"/>
                  <a:pt x="98855" y="48510"/>
                  <a:pt x="99420" y="49498"/>
                </a:cubicBezTo>
                <a:cubicBezTo>
                  <a:pt x="99526" y="49675"/>
                  <a:pt x="99808" y="50046"/>
                  <a:pt x="100338" y="50858"/>
                </a:cubicBezTo>
                <a:cubicBezTo>
                  <a:pt x="100668" y="51288"/>
                  <a:pt x="101023" y="51700"/>
                  <a:pt x="101397" y="52093"/>
                </a:cubicBezTo>
                <a:cubicBezTo>
                  <a:pt x="101697" y="52464"/>
                  <a:pt x="102156" y="52835"/>
                  <a:pt x="102262" y="53011"/>
                </a:cubicBezTo>
                <a:cubicBezTo>
                  <a:pt x="102368" y="53188"/>
                  <a:pt x="102703" y="53700"/>
                  <a:pt x="102792" y="53700"/>
                </a:cubicBezTo>
                <a:cubicBezTo>
                  <a:pt x="102880" y="53700"/>
                  <a:pt x="102933" y="53753"/>
                  <a:pt x="103180" y="53965"/>
                </a:cubicBezTo>
                <a:cubicBezTo>
                  <a:pt x="103427" y="54176"/>
                  <a:pt x="103498" y="54388"/>
                  <a:pt x="103798" y="54547"/>
                </a:cubicBezTo>
                <a:cubicBezTo>
                  <a:pt x="103959" y="54619"/>
                  <a:pt x="104133" y="54657"/>
                  <a:pt x="104310" y="54653"/>
                </a:cubicBezTo>
                <a:cubicBezTo>
                  <a:pt x="104659" y="54526"/>
                  <a:pt x="104997" y="54365"/>
                  <a:pt x="105316" y="54176"/>
                </a:cubicBezTo>
                <a:cubicBezTo>
                  <a:pt x="105475" y="54070"/>
                  <a:pt x="105581" y="53876"/>
                  <a:pt x="105828" y="53717"/>
                </a:cubicBezTo>
                <a:cubicBezTo>
                  <a:pt x="106075" y="53559"/>
                  <a:pt x="106569" y="53506"/>
                  <a:pt x="106711" y="53470"/>
                </a:cubicBezTo>
                <a:cubicBezTo>
                  <a:pt x="106852" y="53435"/>
                  <a:pt x="107240" y="53647"/>
                  <a:pt x="107240" y="53788"/>
                </a:cubicBezTo>
                <a:cubicBezTo>
                  <a:pt x="107433" y="54296"/>
                  <a:pt x="107657" y="54791"/>
                  <a:pt x="107911" y="55271"/>
                </a:cubicBezTo>
                <a:cubicBezTo>
                  <a:pt x="108082" y="55638"/>
                  <a:pt x="108289" y="55986"/>
                  <a:pt x="108529" y="56312"/>
                </a:cubicBezTo>
                <a:cubicBezTo>
                  <a:pt x="108635" y="56471"/>
                  <a:pt x="108970" y="56895"/>
                  <a:pt x="108970" y="57071"/>
                </a:cubicBezTo>
                <a:cubicBezTo>
                  <a:pt x="109429" y="57883"/>
                  <a:pt x="109288" y="58289"/>
                  <a:pt x="108670" y="58678"/>
                </a:cubicBezTo>
                <a:cubicBezTo>
                  <a:pt x="108494" y="58784"/>
                  <a:pt x="107858" y="58607"/>
                  <a:pt x="107276" y="58978"/>
                </a:cubicBezTo>
                <a:cubicBezTo>
                  <a:pt x="107187" y="59031"/>
                  <a:pt x="106481" y="59596"/>
                  <a:pt x="106693" y="59772"/>
                </a:cubicBezTo>
                <a:cubicBezTo>
                  <a:pt x="106905" y="59949"/>
                  <a:pt x="108264" y="60055"/>
                  <a:pt x="108670" y="60284"/>
                </a:cubicBezTo>
                <a:cubicBezTo>
                  <a:pt x="109076" y="60514"/>
                  <a:pt x="109270" y="60761"/>
                  <a:pt x="109588" y="60849"/>
                </a:cubicBezTo>
                <a:cubicBezTo>
                  <a:pt x="109939" y="60879"/>
                  <a:pt x="110292" y="60844"/>
                  <a:pt x="110629" y="60743"/>
                </a:cubicBezTo>
                <a:cubicBezTo>
                  <a:pt x="110894" y="60726"/>
                  <a:pt x="111159" y="60831"/>
                  <a:pt x="111336" y="60831"/>
                </a:cubicBezTo>
                <a:cubicBezTo>
                  <a:pt x="111512" y="60831"/>
                  <a:pt x="111953" y="60743"/>
                  <a:pt x="112095" y="60743"/>
                </a:cubicBezTo>
                <a:cubicBezTo>
                  <a:pt x="112269" y="60821"/>
                  <a:pt x="112467" y="60821"/>
                  <a:pt x="112642" y="60743"/>
                </a:cubicBezTo>
                <a:cubicBezTo>
                  <a:pt x="112819" y="60637"/>
                  <a:pt x="112871" y="60231"/>
                  <a:pt x="113242" y="59772"/>
                </a:cubicBezTo>
                <a:cubicBezTo>
                  <a:pt x="113613" y="59313"/>
                  <a:pt x="113419" y="58554"/>
                  <a:pt x="113613" y="58289"/>
                </a:cubicBezTo>
                <a:cubicBezTo>
                  <a:pt x="113895" y="57742"/>
                  <a:pt x="113929" y="57098"/>
                  <a:pt x="113701" y="56524"/>
                </a:cubicBezTo>
                <a:cubicBezTo>
                  <a:pt x="112889" y="54923"/>
                  <a:pt x="111962" y="53384"/>
                  <a:pt x="110930" y="51917"/>
                </a:cubicBezTo>
                <a:cubicBezTo>
                  <a:pt x="110610" y="51661"/>
                  <a:pt x="110345" y="51343"/>
                  <a:pt x="110153" y="50981"/>
                </a:cubicBezTo>
                <a:cubicBezTo>
                  <a:pt x="109941" y="50628"/>
                  <a:pt x="110153" y="50116"/>
                  <a:pt x="110312" y="50116"/>
                </a:cubicBezTo>
                <a:cubicBezTo>
                  <a:pt x="110532" y="50079"/>
                  <a:pt x="110718" y="49933"/>
                  <a:pt x="110806" y="49728"/>
                </a:cubicBezTo>
                <a:cubicBezTo>
                  <a:pt x="110889" y="49285"/>
                  <a:pt x="110942" y="48836"/>
                  <a:pt x="110965" y="48386"/>
                </a:cubicBezTo>
                <a:cubicBezTo>
                  <a:pt x="110894" y="47117"/>
                  <a:pt x="110894" y="45843"/>
                  <a:pt x="110965" y="44573"/>
                </a:cubicBezTo>
                <a:cubicBezTo>
                  <a:pt x="110984" y="44197"/>
                  <a:pt x="110984" y="43820"/>
                  <a:pt x="110965" y="43444"/>
                </a:cubicBezTo>
                <a:cubicBezTo>
                  <a:pt x="111053" y="42875"/>
                  <a:pt x="111184" y="42316"/>
                  <a:pt x="111353" y="41767"/>
                </a:cubicBezTo>
                <a:cubicBezTo>
                  <a:pt x="111281" y="41465"/>
                  <a:pt x="111106" y="41196"/>
                  <a:pt x="110859" y="41008"/>
                </a:cubicBezTo>
                <a:cubicBezTo>
                  <a:pt x="110682" y="40902"/>
                  <a:pt x="110259" y="40354"/>
                  <a:pt x="109906" y="40195"/>
                </a:cubicBezTo>
                <a:cubicBezTo>
                  <a:pt x="109318" y="40137"/>
                  <a:pt x="108728" y="40137"/>
                  <a:pt x="108141" y="40195"/>
                </a:cubicBezTo>
                <a:close/>
                <a:moveTo>
                  <a:pt x="259248" y="37848"/>
                </a:moveTo>
                <a:cubicBezTo>
                  <a:pt x="259036" y="37795"/>
                  <a:pt x="258824" y="37742"/>
                  <a:pt x="258665" y="38042"/>
                </a:cubicBezTo>
                <a:cubicBezTo>
                  <a:pt x="258535" y="38467"/>
                  <a:pt x="258332" y="38868"/>
                  <a:pt x="258065" y="39225"/>
                </a:cubicBezTo>
                <a:cubicBezTo>
                  <a:pt x="257816" y="39671"/>
                  <a:pt x="257512" y="40086"/>
                  <a:pt x="257165" y="40460"/>
                </a:cubicBezTo>
                <a:cubicBezTo>
                  <a:pt x="256480" y="40903"/>
                  <a:pt x="255917" y="41511"/>
                  <a:pt x="255523" y="42226"/>
                </a:cubicBezTo>
                <a:cubicBezTo>
                  <a:pt x="254596" y="42245"/>
                  <a:pt x="253676" y="42070"/>
                  <a:pt x="252822" y="41714"/>
                </a:cubicBezTo>
                <a:cubicBezTo>
                  <a:pt x="252328" y="41466"/>
                  <a:pt x="251745" y="40884"/>
                  <a:pt x="251463" y="40884"/>
                </a:cubicBezTo>
                <a:cubicBezTo>
                  <a:pt x="251207" y="40826"/>
                  <a:pt x="250942" y="40826"/>
                  <a:pt x="250686" y="40884"/>
                </a:cubicBezTo>
                <a:cubicBezTo>
                  <a:pt x="250386" y="40902"/>
                  <a:pt x="250139" y="40743"/>
                  <a:pt x="249874" y="40743"/>
                </a:cubicBezTo>
                <a:cubicBezTo>
                  <a:pt x="249602" y="40840"/>
                  <a:pt x="249325" y="40923"/>
                  <a:pt x="249044" y="40990"/>
                </a:cubicBezTo>
                <a:cubicBezTo>
                  <a:pt x="248661" y="41030"/>
                  <a:pt x="248344" y="41304"/>
                  <a:pt x="248250" y="41678"/>
                </a:cubicBezTo>
                <a:cubicBezTo>
                  <a:pt x="247950" y="42356"/>
                  <a:pt x="248068" y="43145"/>
                  <a:pt x="248550" y="43708"/>
                </a:cubicBezTo>
                <a:cubicBezTo>
                  <a:pt x="248956" y="44026"/>
                  <a:pt x="248974" y="44397"/>
                  <a:pt x="249256" y="44715"/>
                </a:cubicBezTo>
                <a:cubicBezTo>
                  <a:pt x="249419" y="44896"/>
                  <a:pt x="249636" y="45020"/>
                  <a:pt x="249874" y="45068"/>
                </a:cubicBezTo>
                <a:cubicBezTo>
                  <a:pt x="250125" y="45117"/>
                  <a:pt x="250372" y="45182"/>
                  <a:pt x="250616" y="45262"/>
                </a:cubicBezTo>
                <a:lnTo>
                  <a:pt x="251110" y="45544"/>
                </a:lnTo>
                <a:cubicBezTo>
                  <a:pt x="251286" y="45650"/>
                  <a:pt x="251834" y="45650"/>
                  <a:pt x="251763" y="45880"/>
                </a:cubicBezTo>
                <a:cubicBezTo>
                  <a:pt x="251692" y="46109"/>
                  <a:pt x="251216" y="46462"/>
                  <a:pt x="250986" y="46621"/>
                </a:cubicBezTo>
                <a:cubicBezTo>
                  <a:pt x="250291" y="47287"/>
                  <a:pt x="249452" y="47783"/>
                  <a:pt x="248532" y="48069"/>
                </a:cubicBezTo>
                <a:cubicBezTo>
                  <a:pt x="246919" y="48556"/>
                  <a:pt x="245281" y="48957"/>
                  <a:pt x="243625" y="49269"/>
                </a:cubicBezTo>
                <a:cubicBezTo>
                  <a:pt x="243466" y="49269"/>
                  <a:pt x="243166" y="49269"/>
                  <a:pt x="243025" y="49269"/>
                </a:cubicBezTo>
                <a:cubicBezTo>
                  <a:pt x="242704" y="49329"/>
                  <a:pt x="242379" y="49370"/>
                  <a:pt x="242054" y="49393"/>
                </a:cubicBezTo>
                <a:cubicBezTo>
                  <a:pt x="241623" y="49481"/>
                  <a:pt x="241178" y="49481"/>
                  <a:pt x="240748" y="49393"/>
                </a:cubicBezTo>
                <a:lnTo>
                  <a:pt x="240748" y="49322"/>
                </a:lnTo>
                <a:cubicBezTo>
                  <a:pt x="240200" y="49216"/>
                  <a:pt x="239830" y="49375"/>
                  <a:pt x="239883" y="49534"/>
                </a:cubicBezTo>
                <a:cubicBezTo>
                  <a:pt x="239936" y="49693"/>
                  <a:pt x="240183" y="49904"/>
                  <a:pt x="240412" y="50152"/>
                </a:cubicBezTo>
                <a:cubicBezTo>
                  <a:pt x="240642" y="50399"/>
                  <a:pt x="240306" y="50911"/>
                  <a:pt x="240412" y="51175"/>
                </a:cubicBezTo>
                <a:cubicBezTo>
                  <a:pt x="240518" y="51440"/>
                  <a:pt x="240483" y="51758"/>
                  <a:pt x="240659" y="51917"/>
                </a:cubicBezTo>
                <a:cubicBezTo>
                  <a:pt x="240926" y="52069"/>
                  <a:pt x="241221" y="52171"/>
                  <a:pt x="241524" y="52217"/>
                </a:cubicBezTo>
                <a:cubicBezTo>
                  <a:pt x="242043" y="52406"/>
                  <a:pt x="242575" y="52559"/>
                  <a:pt x="243113" y="52676"/>
                </a:cubicBezTo>
                <a:cubicBezTo>
                  <a:pt x="243537" y="52676"/>
                  <a:pt x="244649" y="52676"/>
                  <a:pt x="245108" y="52676"/>
                </a:cubicBezTo>
                <a:cubicBezTo>
                  <a:pt x="246024" y="52849"/>
                  <a:pt x="246963" y="52849"/>
                  <a:pt x="247879" y="52676"/>
                </a:cubicBezTo>
                <a:cubicBezTo>
                  <a:pt x="249239" y="52252"/>
                  <a:pt x="250033" y="52199"/>
                  <a:pt x="251004" y="51899"/>
                </a:cubicBezTo>
                <a:cubicBezTo>
                  <a:pt x="251975" y="51599"/>
                  <a:pt x="253387" y="50240"/>
                  <a:pt x="253581" y="50593"/>
                </a:cubicBezTo>
                <a:cubicBezTo>
                  <a:pt x="253775" y="50946"/>
                  <a:pt x="254040" y="52323"/>
                  <a:pt x="254570" y="53488"/>
                </a:cubicBezTo>
                <a:cubicBezTo>
                  <a:pt x="254718" y="53986"/>
                  <a:pt x="254836" y="54494"/>
                  <a:pt x="254923" y="55006"/>
                </a:cubicBezTo>
                <a:cubicBezTo>
                  <a:pt x="254990" y="55901"/>
                  <a:pt x="255113" y="56793"/>
                  <a:pt x="255293" y="57672"/>
                </a:cubicBezTo>
                <a:cubicBezTo>
                  <a:pt x="255730" y="58613"/>
                  <a:pt x="255730" y="59696"/>
                  <a:pt x="255293" y="60637"/>
                </a:cubicBezTo>
                <a:cubicBezTo>
                  <a:pt x="255301" y="61045"/>
                  <a:pt x="255479" y="61430"/>
                  <a:pt x="255788" y="61696"/>
                </a:cubicBezTo>
                <a:cubicBezTo>
                  <a:pt x="256158" y="62067"/>
                  <a:pt x="256776" y="62085"/>
                  <a:pt x="257129" y="62738"/>
                </a:cubicBezTo>
                <a:cubicBezTo>
                  <a:pt x="257361" y="63022"/>
                  <a:pt x="257641" y="63260"/>
                  <a:pt x="257959" y="63444"/>
                </a:cubicBezTo>
                <a:cubicBezTo>
                  <a:pt x="258347" y="63744"/>
                  <a:pt x="258806" y="63868"/>
                  <a:pt x="259036" y="64044"/>
                </a:cubicBezTo>
                <a:cubicBezTo>
                  <a:pt x="259352" y="64283"/>
                  <a:pt x="259682" y="64501"/>
                  <a:pt x="260024" y="64697"/>
                </a:cubicBezTo>
                <a:cubicBezTo>
                  <a:pt x="260166" y="64750"/>
                  <a:pt x="260342" y="64909"/>
                  <a:pt x="260536" y="64874"/>
                </a:cubicBezTo>
                <a:cubicBezTo>
                  <a:pt x="260731" y="64839"/>
                  <a:pt x="261013" y="64750"/>
                  <a:pt x="261207" y="64750"/>
                </a:cubicBezTo>
                <a:cubicBezTo>
                  <a:pt x="261668" y="64957"/>
                  <a:pt x="262194" y="64957"/>
                  <a:pt x="262655" y="64750"/>
                </a:cubicBezTo>
                <a:cubicBezTo>
                  <a:pt x="262937" y="64644"/>
                  <a:pt x="263061" y="64238"/>
                  <a:pt x="263167" y="64080"/>
                </a:cubicBezTo>
                <a:cubicBezTo>
                  <a:pt x="263273" y="63921"/>
                  <a:pt x="263679" y="63938"/>
                  <a:pt x="263679" y="63691"/>
                </a:cubicBezTo>
                <a:cubicBezTo>
                  <a:pt x="263679" y="63444"/>
                  <a:pt x="263343" y="63215"/>
                  <a:pt x="263184" y="63003"/>
                </a:cubicBezTo>
                <a:cubicBezTo>
                  <a:pt x="262531" y="62226"/>
                  <a:pt x="262125" y="61749"/>
                  <a:pt x="261666" y="61237"/>
                </a:cubicBezTo>
                <a:cubicBezTo>
                  <a:pt x="261490" y="61026"/>
                  <a:pt x="261366" y="60514"/>
                  <a:pt x="261137" y="60196"/>
                </a:cubicBezTo>
                <a:cubicBezTo>
                  <a:pt x="260812" y="59861"/>
                  <a:pt x="260522" y="59495"/>
                  <a:pt x="260272" y="59101"/>
                </a:cubicBezTo>
                <a:cubicBezTo>
                  <a:pt x="259956" y="58242"/>
                  <a:pt x="259560" y="57414"/>
                  <a:pt x="259089" y="56630"/>
                </a:cubicBezTo>
                <a:cubicBezTo>
                  <a:pt x="258524" y="55783"/>
                  <a:pt x="258665" y="54018"/>
                  <a:pt x="258418" y="53382"/>
                </a:cubicBezTo>
                <a:cubicBezTo>
                  <a:pt x="257873" y="52062"/>
                  <a:pt x="257516" y="50671"/>
                  <a:pt x="257359" y="49251"/>
                </a:cubicBezTo>
                <a:cubicBezTo>
                  <a:pt x="257331" y="48759"/>
                  <a:pt x="257525" y="48279"/>
                  <a:pt x="257888" y="47945"/>
                </a:cubicBezTo>
                <a:cubicBezTo>
                  <a:pt x="258171" y="47738"/>
                  <a:pt x="258489" y="47583"/>
                  <a:pt x="258824" y="47486"/>
                </a:cubicBezTo>
                <a:cubicBezTo>
                  <a:pt x="259470" y="47504"/>
                  <a:pt x="260111" y="47604"/>
                  <a:pt x="260731" y="47786"/>
                </a:cubicBezTo>
                <a:cubicBezTo>
                  <a:pt x="261066" y="47892"/>
                  <a:pt x="261419" y="48069"/>
                  <a:pt x="261825" y="48245"/>
                </a:cubicBezTo>
                <a:cubicBezTo>
                  <a:pt x="262219" y="48423"/>
                  <a:pt x="262646" y="48513"/>
                  <a:pt x="263078" y="48510"/>
                </a:cubicBezTo>
                <a:cubicBezTo>
                  <a:pt x="263703" y="48653"/>
                  <a:pt x="264342" y="48731"/>
                  <a:pt x="264985" y="48739"/>
                </a:cubicBezTo>
                <a:cubicBezTo>
                  <a:pt x="265409" y="48633"/>
                  <a:pt x="265603" y="48475"/>
                  <a:pt x="265920" y="48633"/>
                </a:cubicBezTo>
                <a:cubicBezTo>
                  <a:pt x="266238" y="48792"/>
                  <a:pt x="266309" y="48686"/>
                  <a:pt x="266468" y="48404"/>
                </a:cubicBezTo>
                <a:cubicBezTo>
                  <a:pt x="266750" y="47716"/>
                  <a:pt x="266980" y="46762"/>
                  <a:pt x="266468" y="46356"/>
                </a:cubicBezTo>
                <a:cubicBezTo>
                  <a:pt x="265956" y="45950"/>
                  <a:pt x="265514" y="45650"/>
                  <a:pt x="265497" y="45297"/>
                </a:cubicBezTo>
                <a:cubicBezTo>
                  <a:pt x="265479" y="44944"/>
                  <a:pt x="264314" y="44609"/>
                  <a:pt x="264120" y="44503"/>
                </a:cubicBezTo>
                <a:cubicBezTo>
                  <a:pt x="263926" y="44397"/>
                  <a:pt x="263290" y="44609"/>
                  <a:pt x="262849" y="44609"/>
                </a:cubicBezTo>
                <a:cubicBezTo>
                  <a:pt x="262536" y="44587"/>
                  <a:pt x="262229" y="44527"/>
                  <a:pt x="261931" y="44432"/>
                </a:cubicBezTo>
                <a:cubicBezTo>
                  <a:pt x="261666" y="44344"/>
                  <a:pt x="261119" y="44344"/>
                  <a:pt x="261119" y="44344"/>
                </a:cubicBezTo>
                <a:cubicBezTo>
                  <a:pt x="260907" y="44356"/>
                  <a:pt x="260697" y="44300"/>
                  <a:pt x="260519" y="44185"/>
                </a:cubicBezTo>
                <a:cubicBezTo>
                  <a:pt x="260377" y="44061"/>
                  <a:pt x="260978" y="43549"/>
                  <a:pt x="260978" y="43444"/>
                </a:cubicBezTo>
                <a:cubicBezTo>
                  <a:pt x="261507" y="43002"/>
                  <a:pt x="261984" y="42649"/>
                  <a:pt x="262249" y="42455"/>
                </a:cubicBezTo>
                <a:cubicBezTo>
                  <a:pt x="262513" y="42261"/>
                  <a:pt x="262337" y="42049"/>
                  <a:pt x="262513" y="41678"/>
                </a:cubicBezTo>
                <a:cubicBezTo>
                  <a:pt x="262690" y="41308"/>
                  <a:pt x="262937" y="41202"/>
                  <a:pt x="262690" y="40831"/>
                </a:cubicBezTo>
                <a:cubicBezTo>
                  <a:pt x="262377" y="40416"/>
                  <a:pt x="262192" y="39920"/>
                  <a:pt x="262160" y="39401"/>
                </a:cubicBezTo>
                <a:cubicBezTo>
                  <a:pt x="262160" y="39207"/>
                  <a:pt x="261084" y="38783"/>
                  <a:pt x="260907" y="38607"/>
                </a:cubicBezTo>
                <a:cubicBezTo>
                  <a:pt x="260731" y="38430"/>
                  <a:pt x="260307" y="38554"/>
                  <a:pt x="260095" y="38430"/>
                </a:cubicBezTo>
                <a:cubicBezTo>
                  <a:pt x="259883" y="38307"/>
                  <a:pt x="259936" y="38042"/>
                  <a:pt x="259248" y="37848"/>
                </a:cubicBezTo>
                <a:close/>
                <a:moveTo>
                  <a:pt x="143728" y="35112"/>
                </a:moveTo>
                <a:lnTo>
                  <a:pt x="143781" y="35182"/>
                </a:lnTo>
                <a:lnTo>
                  <a:pt x="143740" y="35135"/>
                </a:lnTo>
                <a:close/>
                <a:moveTo>
                  <a:pt x="101609" y="31758"/>
                </a:moveTo>
                <a:cubicBezTo>
                  <a:pt x="101379" y="31669"/>
                  <a:pt x="101026" y="31987"/>
                  <a:pt x="100709" y="31987"/>
                </a:cubicBezTo>
                <a:cubicBezTo>
                  <a:pt x="100391" y="31987"/>
                  <a:pt x="100285" y="31863"/>
                  <a:pt x="100073" y="31987"/>
                </a:cubicBezTo>
                <a:cubicBezTo>
                  <a:pt x="99810" y="32172"/>
                  <a:pt x="99533" y="32338"/>
                  <a:pt x="99244" y="32481"/>
                </a:cubicBezTo>
                <a:cubicBezTo>
                  <a:pt x="99005" y="32575"/>
                  <a:pt x="98776" y="32688"/>
                  <a:pt x="98555" y="32817"/>
                </a:cubicBezTo>
                <a:cubicBezTo>
                  <a:pt x="98255" y="33011"/>
                  <a:pt x="98255" y="33205"/>
                  <a:pt x="98131" y="33346"/>
                </a:cubicBezTo>
                <a:cubicBezTo>
                  <a:pt x="98008" y="33487"/>
                  <a:pt x="97690" y="33629"/>
                  <a:pt x="97602" y="33735"/>
                </a:cubicBezTo>
                <a:cubicBezTo>
                  <a:pt x="97514" y="33841"/>
                  <a:pt x="97514" y="34105"/>
                  <a:pt x="97178" y="34317"/>
                </a:cubicBezTo>
                <a:cubicBezTo>
                  <a:pt x="96843" y="34529"/>
                  <a:pt x="96401" y="34582"/>
                  <a:pt x="96296" y="35059"/>
                </a:cubicBezTo>
                <a:cubicBezTo>
                  <a:pt x="96220" y="35288"/>
                  <a:pt x="96266" y="35542"/>
                  <a:pt x="96419" y="35729"/>
                </a:cubicBezTo>
                <a:cubicBezTo>
                  <a:pt x="96684" y="35941"/>
                  <a:pt x="97937" y="36524"/>
                  <a:pt x="98043" y="36947"/>
                </a:cubicBezTo>
                <a:cubicBezTo>
                  <a:pt x="98123" y="37195"/>
                  <a:pt x="98181" y="37449"/>
                  <a:pt x="98220" y="37706"/>
                </a:cubicBezTo>
                <a:cubicBezTo>
                  <a:pt x="98343" y="38007"/>
                  <a:pt x="98343" y="38112"/>
                  <a:pt x="98343" y="38342"/>
                </a:cubicBezTo>
                <a:cubicBezTo>
                  <a:pt x="98334" y="38564"/>
                  <a:pt x="98403" y="38783"/>
                  <a:pt x="98537" y="38960"/>
                </a:cubicBezTo>
                <a:cubicBezTo>
                  <a:pt x="98772" y="39071"/>
                  <a:pt x="99044" y="39071"/>
                  <a:pt x="99279" y="38960"/>
                </a:cubicBezTo>
                <a:cubicBezTo>
                  <a:pt x="99526" y="38819"/>
                  <a:pt x="99826" y="38730"/>
                  <a:pt x="99932" y="38819"/>
                </a:cubicBezTo>
                <a:cubicBezTo>
                  <a:pt x="100038" y="38907"/>
                  <a:pt x="100267" y="38907"/>
                  <a:pt x="100320" y="39278"/>
                </a:cubicBezTo>
                <a:cubicBezTo>
                  <a:pt x="100373" y="39648"/>
                  <a:pt x="100144" y="39807"/>
                  <a:pt x="99826" y="40195"/>
                </a:cubicBezTo>
                <a:cubicBezTo>
                  <a:pt x="99508" y="40584"/>
                  <a:pt x="98396" y="41625"/>
                  <a:pt x="98290" y="41961"/>
                </a:cubicBezTo>
                <a:cubicBezTo>
                  <a:pt x="98184" y="42296"/>
                  <a:pt x="97708" y="42349"/>
                  <a:pt x="97372" y="42702"/>
                </a:cubicBezTo>
                <a:cubicBezTo>
                  <a:pt x="96719" y="43394"/>
                  <a:pt x="96018" y="44037"/>
                  <a:pt x="95272" y="44626"/>
                </a:cubicBezTo>
                <a:cubicBezTo>
                  <a:pt x="95025" y="44803"/>
                  <a:pt x="94654" y="45474"/>
                  <a:pt x="94477" y="45562"/>
                </a:cubicBezTo>
                <a:cubicBezTo>
                  <a:pt x="94301" y="45650"/>
                  <a:pt x="94001" y="45421"/>
                  <a:pt x="93859" y="45562"/>
                </a:cubicBezTo>
                <a:lnTo>
                  <a:pt x="93859" y="45491"/>
                </a:lnTo>
                <a:cubicBezTo>
                  <a:pt x="93309" y="46063"/>
                  <a:pt x="92871" y="46734"/>
                  <a:pt x="92571" y="47468"/>
                </a:cubicBezTo>
                <a:cubicBezTo>
                  <a:pt x="92534" y="47716"/>
                  <a:pt x="92604" y="47966"/>
                  <a:pt x="92765" y="48157"/>
                </a:cubicBezTo>
                <a:cubicBezTo>
                  <a:pt x="93012" y="48510"/>
                  <a:pt x="93277" y="48828"/>
                  <a:pt x="93277" y="48916"/>
                </a:cubicBezTo>
                <a:cubicBezTo>
                  <a:pt x="93436" y="49304"/>
                  <a:pt x="93736" y="49728"/>
                  <a:pt x="94054" y="49693"/>
                </a:cubicBezTo>
                <a:cubicBezTo>
                  <a:pt x="94371" y="49657"/>
                  <a:pt x="94495" y="49322"/>
                  <a:pt x="94972" y="49234"/>
                </a:cubicBezTo>
                <a:cubicBezTo>
                  <a:pt x="95448" y="49145"/>
                  <a:pt x="95378" y="49445"/>
                  <a:pt x="95642" y="49234"/>
                </a:cubicBezTo>
                <a:cubicBezTo>
                  <a:pt x="95907" y="49022"/>
                  <a:pt x="96031" y="48739"/>
                  <a:pt x="96031" y="48545"/>
                </a:cubicBezTo>
                <a:cubicBezTo>
                  <a:pt x="96181" y="48307"/>
                  <a:pt x="96364" y="48093"/>
                  <a:pt x="96578" y="47910"/>
                </a:cubicBezTo>
                <a:cubicBezTo>
                  <a:pt x="96878" y="47698"/>
                  <a:pt x="97249" y="47504"/>
                  <a:pt x="97249" y="47221"/>
                </a:cubicBezTo>
                <a:cubicBezTo>
                  <a:pt x="97390" y="47091"/>
                  <a:pt x="97551" y="46983"/>
                  <a:pt x="97725" y="46904"/>
                </a:cubicBezTo>
                <a:cubicBezTo>
                  <a:pt x="97958" y="46813"/>
                  <a:pt x="98168" y="46676"/>
                  <a:pt x="98343" y="46497"/>
                </a:cubicBezTo>
                <a:cubicBezTo>
                  <a:pt x="98530" y="46279"/>
                  <a:pt x="98730" y="46072"/>
                  <a:pt x="98943" y="45880"/>
                </a:cubicBezTo>
                <a:cubicBezTo>
                  <a:pt x="99182" y="45767"/>
                  <a:pt x="99388" y="45597"/>
                  <a:pt x="99544" y="45385"/>
                </a:cubicBezTo>
                <a:cubicBezTo>
                  <a:pt x="99703" y="45156"/>
                  <a:pt x="100056" y="44997"/>
                  <a:pt x="100214" y="44732"/>
                </a:cubicBezTo>
                <a:cubicBezTo>
                  <a:pt x="100373" y="44467"/>
                  <a:pt x="100744" y="44344"/>
                  <a:pt x="100921" y="44008"/>
                </a:cubicBezTo>
                <a:cubicBezTo>
                  <a:pt x="101097" y="43673"/>
                  <a:pt x="101644" y="43638"/>
                  <a:pt x="101644" y="43267"/>
                </a:cubicBezTo>
                <a:cubicBezTo>
                  <a:pt x="102455" y="42331"/>
                  <a:pt x="103328" y="41454"/>
                  <a:pt x="104257" y="40637"/>
                </a:cubicBezTo>
                <a:cubicBezTo>
                  <a:pt x="104614" y="40211"/>
                  <a:pt x="104945" y="39763"/>
                  <a:pt x="105245" y="39295"/>
                </a:cubicBezTo>
                <a:cubicBezTo>
                  <a:pt x="105599" y="38995"/>
                  <a:pt x="106022" y="38942"/>
                  <a:pt x="106181" y="38783"/>
                </a:cubicBezTo>
                <a:cubicBezTo>
                  <a:pt x="106400" y="38460"/>
                  <a:pt x="106649" y="38160"/>
                  <a:pt x="106922" y="37883"/>
                </a:cubicBezTo>
                <a:cubicBezTo>
                  <a:pt x="107099" y="37671"/>
                  <a:pt x="107487" y="37230"/>
                  <a:pt x="107699" y="37036"/>
                </a:cubicBezTo>
                <a:lnTo>
                  <a:pt x="108652" y="36294"/>
                </a:lnTo>
                <a:cubicBezTo>
                  <a:pt x="108829" y="36188"/>
                  <a:pt x="109729" y="35535"/>
                  <a:pt x="109888" y="35412"/>
                </a:cubicBezTo>
                <a:cubicBezTo>
                  <a:pt x="110365" y="35182"/>
                  <a:pt x="110806" y="35359"/>
                  <a:pt x="110806" y="35182"/>
                </a:cubicBezTo>
                <a:cubicBezTo>
                  <a:pt x="111053" y="34670"/>
                  <a:pt x="111671" y="33487"/>
                  <a:pt x="111495" y="33117"/>
                </a:cubicBezTo>
                <a:cubicBezTo>
                  <a:pt x="111318" y="32746"/>
                  <a:pt x="111159" y="32464"/>
                  <a:pt x="111053" y="32287"/>
                </a:cubicBezTo>
                <a:cubicBezTo>
                  <a:pt x="110903" y="32130"/>
                  <a:pt x="110682" y="32063"/>
                  <a:pt x="110471" y="32111"/>
                </a:cubicBezTo>
                <a:cubicBezTo>
                  <a:pt x="110054" y="32245"/>
                  <a:pt x="109599" y="32167"/>
                  <a:pt x="109253" y="31899"/>
                </a:cubicBezTo>
                <a:cubicBezTo>
                  <a:pt x="109076" y="31758"/>
                  <a:pt x="108776" y="31952"/>
                  <a:pt x="108476" y="32075"/>
                </a:cubicBezTo>
                <a:cubicBezTo>
                  <a:pt x="108176" y="32199"/>
                  <a:pt x="107823" y="32075"/>
                  <a:pt x="107664" y="32199"/>
                </a:cubicBezTo>
                <a:cubicBezTo>
                  <a:pt x="107208" y="32571"/>
                  <a:pt x="106783" y="32977"/>
                  <a:pt x="106393" y="33417"/>
                </a:cubicBezTo>
                <a:cubicBezTo>
                  <a:pt x="106057" y="33805"/>
                  <a:pt x="104398" y="35341"/>
                  <a:pt x="104169" y="35571"/>
                </a:cubicBezTo>
                <a:cubicBezTo>
                  <a:pt x="103939" y="35800"/>
                  <a:pt x="103763" y="35500"/>
                  <a:pt x="103763" y="35217"/>
                </a:cubicBezTo>
                <a:cubicBezTo>
                  <a:pt x="104098" y="34458"/>
                  <a:pt x="104328" y="34405"/>
                  <a:pt x="103763" y="33452"/>
                </a:cubicBezTo>
                <a:cubicBezTo>
                  <a:pt x="103198" y="32499"/>
                  <a:pt x="102580" y="32622"/>
                  <a:pt x="102386" y="32499"/>
                </a:cubicBezTo>
                <a:cubicBezTo>
                  <a:pt x="102192" y="32375"/>
                  <a:pt x="101838" y="31846"/>
                  <a:pt x="101609" y="31758"/>
                </a:cubicBezTo>
                <a:close/>
                <a:moveTo>
                  <a:pt x="157471" y="26771"/>
                </a:moveTo>
                <a:cubicBezTo>
                  <a:pt x="157637" y="26777"/>
                  <a:pt x="157768" y="26914"/>
                  <a:pt x="157763" y="27080"/>
                </a:cubicBezTo>
                <a:cubicBezTo>
                  <a:pt x="157800" y="27552"/>
                  <a:pt x="157618" y="28014"/>
                  <a:pt x="157268" y="28334"/>
                </a:cubicBezTo>
                <a:cubicBezTo>
                  <a:pt x="156929" y="28438"/>
                  <a:pt x="156566" y="28438"/>
                  <a:pt x="156227" y="28334"/>
                </a:cubicBezTo>
                <a:cubicBezTo>
                  <a:pt x="156110" y="28169"/>
                  <a:pt x="156056" y="27970"/>
                  <a:pt x="156068" y="27769"/>
                </a:cubicBezTo>
                <a:cubicBezTo>
                  <a:pt x="156057" y="27541"/>
                  <a:pt x="156126" y="27317"/>
                  <a:pt x="156262" y="27133"/>
                </a:cubicBezTo>
                <a:cubicBezTo>
                  <a:pt x="156631" y="26990"/>
                  <a:pt x="157007" y="26872"/>
                  <a:pt x="157392" y="26780"/>
                </a:cubicBezTo>
                <a:cubicBezTo>
                  <a:pt x="157418" y="26773"/>
                  <a:pt x="157445" y="26771"/>
                  <a:pt x="157471" y="26771"/>
                </a:cubicBezTo>
                <a:close/>
                <a:moveTo>
                  <a:pt x="160694" y="25297"/>
                </a:moveTo>
                <a:cubicBezTo>
                  <a:pt x="160852" y="25173"/>
                  <a:pt x="161205" y="25102"/>
                  <a:pt x="161294" y="25420"/>
                </a:cubicBezTo>
                <a:cubicBezTo>
                  <a:pt x="161352" y="25669"/>
                  <a:pt x="161382" y="25923"/>
                  <a:pt x="161382" y="26179"/>
                </a:cubicBezTo>
                <a:cubicBezTo>
                  <a:pt x="161239" y="26610"/>
                  <a:pt x="160897" y="26944"/>
                  <a:pt x="160464" y="27080"/>
                </a:cubicBezTo>
                <a:cubicBezTo>
                  <a:pt x="160340" y="27133"/>
                  <a:pt x="159828" y="26832"/>
                  <a:pt x="159828" y="26638"/>
                </a:cubicBezTo>
                <a:cubicBezTo>
                  <a:pt x="159828" y="26444"/>
                  <a:pt x="159387" y="25738"/>
                  <a:pt x="159828" y="25720"/>
                </a:cubicBezTo>
                <a:cubicBezTo>
                  <a:pt x="160270" y="25703"/>
                  <a:pt x="160429" y="25420"/>
                  <a:pt x="160694" y="25297"/>
                </a:cubicBezTo>
                <a:close/>
                <a:moveTo>
                  <a:pt x="156509" y="22967"/>
                </a:moveTo>
                <a:cubicBezTo>
                  <a:pt x="157127" y="22738"/>
                  <a:pt x="157357" y="23126"/>
                  <a:pt x="157374" y="23709"/>
                </a:cubicBezTo>
                <a:cubicBezTo>
                  <a:pt x="157392" y="24291"/>
                  <a:pt x="156792" y="24521"/>
                  <a:pt x="156368" y="24962"/>
                </a:cubicBezTo>
                <a:cubicBezTo>
                  <a:pt x="156156" y="25174"/>
                  <a:pt x="156156" y="24962"/>
                  <a:pt x="155909" y="24768"/>
                </a:cubicBezTo>
                <a:cubicBezTo>
                  <a:pt x="155662" y="24574"/>
                  <a:pt x="155662" y="24097"/>
                  <a:pt x="155662" y="23797"/>
                </a:cubicBezTo>
                <a:cubicBezTo>
                  <a:pt x="155538" y="23108"/>
                  <a:pt x="156351" y="23250"/>
                  <a:pt x="156509" y="22967"/>
                </a:cubicBezTo>
                <a:close/>
                <a:moveTo>
                  <a:pt x="206113" y="22243"/>
                </a:moveTo>
                <a:cubicBezTo>
                  <a:pt x="205583" y="22366"/>
                  <a:pt x="205107" y="22278"/>
                  <a:pt x="204948" y="22825"/>
                </a:cubicBezTo>
                <a:cubicBezTo>
                  <a:pt x="204895" y="23019"/>
                  <a:pt x="204771" y="23726"/>
                  <a:pt x="204771" y="23937"/>
                </a:cubicBezTo>
                <a:cubicBezTo>
                  <a:pt x="204692" y="24328"/>
                  <a:pt x="204692" y="24730"/>
                  <a:pt x="204771" y="25120"/>
                </a:cubicBezTo>
                <a:cubicBezTo>
                  <a:pt x="205049" y="25604"/>
                  <a:pt x="205193" y="26151"/>
                  <a:pt x="205195" y="26709"/>
                </a:cubicBezTo>
                <a:cubicBezTo>
                  <a:pt x="205124" y="27256"/>
                  <a:pt x="204930" y="27733"/>
                  <a:pt x="205283" y="27980"/>
                </a:cubicBezTo>
                <a:cubicBezTo>
                  <a:pt x="205691" y="28171"/>
                  <a:pt x="206141" y="28250"/>
                  <a:pt x="206590" y="28209"/>
                </a:cubicBezTo>
                <a:cubicBezTo>
                  <a:pt x="206936" y="28188"/>
                  <a:pt x="207285" y="28188"/>
                  <a:pt x="207631" y="28209"/>
                </a:cubicBezTo>
                <a:cubicBezTo>
                  <a:pt x="207825" y="28333"/>
                  <a:pt x="207737" y="28792"/>
                  <a:pt x="207631" y="29180"/>
                </a:cubicBezTo>
                <a:cubicBezTo>
                  <a:pt x="207538" y="29579"/>
                  <a:pt x="207370" y="29957"/>
                  <a:pt x="207137" y="30292"/>
                </a:cubicBezTo>
                <a:cubicBezTo>
                  <a:pt x="206696" y="30998"/>
                  <a:pt x="206025" y="33011"/>
                  <a:pt x="204260" y="33258"/>
                </a:cubicBezTo>
                <a:cubicBezTo>
                  <a:pt x="203377" y="33364"/>
                  <a:pt x="202177" y="33682"/>
                  <a:pt x="201400" y="33682"/>
                </a:cubicBezTo>
                <a:cubicBezTo>
                  <a:pt x="201135" y="33682"/>
                  <a:pt x="200694" y="33682"/>
                  <a:pt x="200411" y="33682"/>
                </a:cubicBezTo>
                <a:cubicBezTo>
                  <a:pt x="199582" y="33752"/>
                  <a:pt x="198205" y="33982"/>
                  <a:pt x="197816" y="33982"/>
                </a:cubicBezTo>
                <a:cubicBezTo>
                  <a:pt x="197428" y="33982"/>
                  <a:pt x="196916" y="33593"/>
                  <a:pt x="196704" y="33593"/>
                </a:cubicBezTo>
                <a:cubicBezTo>
                  <a:pt x="195936" y="33592"/>
                  <a:pt x="195181" y="33793"/>
                  <a:pt x="194515" y="34176"/>
                </a:cubicBezTo>
                <a:cubicBezTo>
                  <a:pt x="194556" y="34598"/>
                  <a:pt x="194489" y="35023"/>
                  <a:pt x="194321" y="35412"/>
                </a:cubicBezTo>
                <a:lnTo>
                  <a:pt x="194321" y="35341"/>
                </a:lnTo>
                <a:cubicBezTo>
                  <a:pt x="194127" y="35676"/>
                  <a:pt x="194007" y="36049"/>
                  <a:pt x="193968" y="36435"/>
                </a:cubicBezTo>
                <a:cubicBezTo>
                  <a:pt x="194498" y="37283"/>
                  <a:pt x="195133" y="38466"/>
                  <a:pt x="195327" y="38554"/>
                </a:cubicBezTo>
                <a:cubicBezTo>
                  <a:pt x="195521" y="38642"/>
                  <a:pt x="198628" y="38095"/>
                  <a:pt x="200394" y="37954"/>
                </a:cubicBezTo>
                <a:cubicBezTo>
                  <a:pt x="201725" y="37858"/>
                  <a:pt x="203063" y="37911"/>
                  <a:pt x="204383" y="38112"/>
                </a:cubicBezTo>
                <a:cubicBezTo>
                  <a:pt x="205001" y="38218"/>
                  <a:pt x="205937" y="38624"/>
                  <a:pt x="206519" y="38695"/>
                </a:cubicBezTo>
                <a:cubicBezTo>
                  <a:pt x="207102" y="38766"/>
                  <a:pt x="208090" y="38889"/>
                  <a:pt x="208461" y="38889"/>
                </a:cubicBezTo>
                <a:cubicBezTo>
                  <a:pt x="209139" y="38894"/>
                  <a:pt x="209813" y="39007"/>
                  <a:pt x="210456" y="39225"/>
                </a:cubicBezTo>
                <a:cubicBezTo>
                  <a:pt x="210826" y="39366"/>
                  <a:pt x="211797" y="39472"/>
                  <a:pt x="212380" y="39701"/>
                </a:cubicBezTo>
                <a:cubicBezTo>
                  <a:pt x="212962" y="39931"/>
                  <a:pt x="213969" y="40284"/>
                  <a:pt x="214445" y="40407"/>
                </a:cubicBezTo>
                <a:cubicBezTo>
                  <a:pt x="214922" y="40531"/>
                  <a:pt x="215328" y="40513"/>
                  <a:pt x="215751" y="40619"/>
                </a:cubicBezTo>
                <a:cubicBezTo>
                  <a:pt x="216161" y="40773"/>
                  <a:pt x="216562" y="40951"/>
                  <a:pt x="216952" y="41149"/>
                </a:cubicBezTo>
                <a:cubicBezTo>
                  <a:pt x="217146" y="41202"/>
                  <a:pt x="217481" y="41219"/>
                  <a:pt x="218117" y="41361"/>
                </a:cubicBezTo>
                <a:cubicBezTo>
                  <a:pt x="218364" y="41414"/>
                  <a:pt x="218646" y="41113"/>
                  <a:pt x="218858" y="40902"/>
                </a:cubicBezTo>
                <a:cubicBezTo>
                  <a:pt x="219061" y="40734"/>
                  <a:pt x="219224" y="40522"/>
                  <a:pt x="219335" y="40284"/>
                </a:cubicBezTo>
                <a:cubicBezTo>
                  <a:pt x="219377" y="40134"/>
                  <a:pt x="219377" y="39975"/>
                  <a:pt x="219335" y="39825"/>
                </a:cubicBezTo>
                <a:cubicBezTo>
                  <a:pt x="219335" y="39789"/>
                  <a:pt x="219335" y="39595"/>
                  <a:pt x="219335" y="39507"/>
                </a:cubicBezTo>
                <a:cubicBezTo>
                  <a:pt x="219379" y="39232"/>
                  <a:pt x="219379" y="38953"/>
                  <a:pt x="219335" y="38677"/>
                </a:cubicBezTo>
                <a:cubicBezTo>
                  <a:pt x="219247" y="37989"/>
                  <a:pt x="218682" y="37706"/>
                  <a:pt x="218382" y="37424"/>
                </a:cubicBezTo>
                <a:cubicBezTo>
                  <a:pt x="218140" y="37165"/>
                  <a:pt x="217880" y="36923"/>
                  <a:pt x="217605" y="36700"/>
                </a:cubicBezTo>
                <a:cubicBezTo>
                  <a:pt x="217331" y="36517"/>
                  <a:pt x="217042" y="36356"/>
                  <a:pt x="216740" y="36224"/>
                </a:cubicBezTo>
                <a:cubicBezTo>
                  <a:pt x="216456" y="36160"/>
                  <a:pt x="216166" y="36119"/>
                  <a:pt x="215875" y="36100"/>
                </a:cubicBezTo>
                <a:cubicBezTo>
                  <a:pt x="215557" y="36100"/>
                  <a:pt x="215328" y="36330"/>
                  <a:pt x="214904" y="36224"/>
                </a:cubicBezTo>
                <a:cubicBezTo>
                  <a:pt x="213778" y="35902"/>
                  <a:pt x="212636" y="35650"/>
                  <a:pt x="211479" y="35465"/>
                </a:cubicBezTo>
                <a:cubicBezTo>
                  <a:pt x="211268" y="35164"/>
                  <a:pt x="211621" y="34423"/>
                  <a:pt x="211850" y="33540"/>
                </a:cubicBezTo>
                <a:cubicBezTo>
                  <a:pt x="211938" y="33293"/>
                  <a:pt x="211991" y="32976"/>
                  <a:pt x="212168" y="32852"/>
                </a:cubicBezTo>
                <a:cubicBezTo>
                  <a:pt x="212343" y="32677"/>
                  <a:pt x="212465" y="32457"/>
                  <a:pt x="212521" y="32216"/>
                </a:cubicBezTo>
                <a:cubicBezTo>
                  <a:pt x="212602" y="31980"/>
                  <a:pt x="212749" y="31772"/>
                  <a:pt x="212945" y="31616"/>
                </a:cubicBezTo>
                <a:cubicBezTo>
                  <a:pt x="213149" y="31456"/>
                  <a:pt x="213308" y="31242"/>
                  <a:pt x="213404" y="30998"/>
                </a:cubicBezTo>
                <a:cubicBezTo>
                  <a:pt x="213668" y="30010"/>
                  <a:pt x="213121" y="30169"/>
                  <a:pt x="213404" y="29339"/>
                </a:cubicBezTo>
                <a:cubicBezTo>
                  <a:pt x="213686" y="28509"/>
                  <a:pt x="214533" y="28686"/>
                  <a:pt x="215575" y="28509"/>
                </a:cubicBezTo>
                <a:cubicBezTo>
                  <a:pt x="215958" y="28462"/>
                  <a:pt x="216325" y="28329"/>
                  <a:pt x="216652" y="28121"/>
                </a:cubicBezTo>
                <a:cubicBezTo>
                  <a:pt x="217084" y="27791"/>
                  <a:pt x="217575" y="27544"/>
                  <a:pt x="218099" y="27397"/>
                </a:cubicBezTo>
                <a:cubicBezTo>
                  <a:pt x="219088" y="27027"/>
                  <a:pt x="219706" y="27185"/>
                  <a:pt x="219970" y="26373"/>
                </a:cubicBezTo>
                <a:cubicBezTo>
                  <a:pt x="220023" y="26250"/>
                  <a:pt x="219759" y="25897"/>
                  <a:pt x="219759" y="25667"/>
                </a:cubicBezTo>
                <a:cubicBezTo>
                  <a:pt x="219817" y="25346"/>
                  <a:pt x="219817" y="25018"/>
                  <a:pt x="219759" y="24696"/>
                </a:cubicBezTo>
                <a:cubicBezTo>
                  <a:pt x="219600" y="24255"/>
                  <a:pt x="219264" y="23973"/>
                  <a:pt x="219053" y="23531"/>
                </a:cubicBezTo>
                <a:cubicBezTo>
                  <a:pt x="218934" y="23291"/>
                  <a:pt x="218735" y="23104"/>
                  <a:pt x="218488" y="23002"/>
                </a:cubicBezTo>
                <a:cubicBezTo>
                  <a:pt x="218276" y="23002"/>
                  <a:pt x="218099" y="23125"/>
                  <a:pt x="217693" y="23002"/>
                </a:cubicBezTo>
                <a:cubicBezTo>
                  <a:pt x="217405" y="22894"/>
                  <a:pt x="217097" y="22857"/>
                  <a:pt x="216793" y="22896"/>
                </a:cubicBezTo>
                <a:cubicBezTo>
                  <a:pt x="215676" y="23201"/>
                  <a:pt x="214526" y="23380"/>
                  <a:pt x="213368" y="23425"/>
                </a:cubicBezTo>
                <a:lnTo>
                  <a:pt x="212821" y="23425"/>
                </a:lnTo>
                <a:lnTo>
                  <a:pt x="212044" y="23425"/>
                </a:lnTo>
                <a:cubicBezTo>
                  <a:pt x="210562" y="23390"/>
                  <a:pt x="207931" y="23090"/>
                  <a:pt x="207737" y="23090"/>
                </a:cubicBezTo>
                <a:cubicBezTo>
                  <a:pt x="207225" y="22878"/>
                  <a:pt x="206325" y="22243"/>
                  <a:pt x="206113" y="22243"/>
                </a:cubicBezTo>
                <a:close/>
                <a:moveTo>
                  <a:pt x="150189" y="21025"/>
                </a:moveTo>
                <a:cubicBezTo>
                  <a:pt x="149907" y="21237"/>
                  <a:pt x="149589" y="21325"/>
                  <a:pt x="148795" y="21325"/>
                </a:cubicBezTo>
                <a:cubicBezTo>
                  <a:pt x="147241" y="21466"/>
                  <a:pt x="145688" y="23514"/>
                  <a:pt x="144170" y="24396"/>
                </a:cubicBezTo>
                <a:cubicBezTo>
                  <a:pt x="143801" y="24518"/>
                  <a:pt x="143423" y="24612"/>
                  <a:pt x="143040" y="24679"/>
                </a:cubicBezTo>
                <a:cubicBezTo>
                  <a:pt x="142722" y="24820"/>
                  <a:pt x="142316" y="25085"/>
                  <a:pt x="142246" y="25332"/>
                </a:cubicBezTo>
                <a:cubicBezTo>
                  <a:pt x="142175" y="25579"/>
                  <a:pt x="142210" y="25862"/>
                  <a:pt x="141928" y="26020"/>
                </a:cubicBezTo>
                <a:cubicBezTo>
                  <a:pt x="141645" y="26179"/>
                  <a:pt x="141416" y="26215"/>
                  <a:pt x="141433" y="26426"/>
                </a:cubicBezTo>
                <a:cubicBezTo>
                  <a:pt x="141451" y="26638"/>
                  <a:pt x="141610" y="27521"/>
                  <a:pt x="141875" y="27574"/>
                </a:cubicBezTo>
                <a:cubicBezTo>
                  <a:pt x="142140" y="27627"/>
                  <a:pt x="142334" y="27574"/>
                  <a:pt x="142440" y="27839"/>
                </a:cubicBezTo>
                <a:cubicBezTo>
                  <a:pt x="142546" y="28103"/>
                  <a:pt x="142899" y="28439"/>
                  <a:pt x="143164" y="28439"/>
                </a:cubicBezTo>
                <a:cubicBezTo>
                  <a:pt x="143518" y="28471"/>
                  <a:pt x="143870" y="28548"/>
                  <a:pt x="144205" y="28668"/>
                </a:cubicBezTo>
                <a:cubicBezTo>
                  <a:pt x="144540" y="28757"/>
                  <a:pt x="145158" y="28792"/>
                  <a:pt x="145158" y="29339"/>
                </a:cubicBezTo>
                <a:cubicBezTo>
                  <a:pt x="145158" y="29886"/>
                  <a:pt x="145352" y="30681"/>
                  <a:pt x="145158" y="31104"/>
                </a:cubicBezTo>
                <a:cubicBezTo>
                  <a:pt x="144964" y="31528"/>
                  <a:pt x="144417" y="32146"/>
                  <a:pt x="144205" y="32146"/>
                </a:cubicBezTo>
                <a:cubicBezTo>
                  <a:pt x="143993" y="32146"/>
                  <a:pt x="143622" y="32146"/>
                  <a:pt x="143411" y="32146"/>
                </a:cubicBezTo>
                <a:cubicBezTo>
                  <a:pt x="142791" y="32278"/>
                  <a:pt x="142371" y="32857"/>
                  <a:pt x="142440" y="33487"/>
                </a:cubicBezTo>
                <a:cubicBezTo>
                  <a:pt x="142493" y="33911"/>
                  <a:pt x="143322" y="34653"/>
                  <a:pt x="143322" y="34653"/>
                </a:cubicBezTo>
                <a:lnTo>
                  <a:pt x="143740" y="35135"/>
                </a:lnTo>
                <a:lnTo>
                  <a:pt x="144046" y="35712"/>
                </a:lnTo>
                <a:cubicBezTo>
                  <a:pt x="144152" y="35959"/>
                  <a:pt x="144046" y="36224"/>
                  <a:pt x="144046" y="36577"/>
                </a:cubicBezTo>
                <a:cubicBezTo>
                  <a:pt x="144081" y="36799"/>
                  <a:pt x="144081" y="37025"/>
                  <a:pt x="144046" y="37248"/>
                </a:cubicBezTo>
                <a:cubicBezTo>
                  <a:pt x="143946" y="37556"/>
                  <a:pt x="143755" y="37827"/>
                  <a:pt x="143499" y="38024"/>
                </a:cubicBezTo>
                <a:cubicBezTo>
                  <a:pt x="143322" y="38165"/>
                  <a:pt x="142863" y="38730"/>
                  <a:pt x="142687" y="38819"/>
                </a:cubicBezTo>
                <a:cubicBezTo>
                  <a:pt x="142004" y="39195"/>
                  <a:pt x="141501" y="39832"/>
                  <a:pt x="141292" y="40584"/>
                </a:cubicBezTo>
                <a:cubicBezTo>
                  <a:pt x="141358" y="41142"/>
                  <a:pt x="141531" y="41682"/>
                  <a:pt x="141804" y="42173"/>
                </a:cubicBezTo>
                <a:cubicBezTo>
                  <a:pt x="142006" y="42483"/>
                  <a:pt x="142263" y="42752"/>
                  <a:pt x="142563" y="42967"/>
                </a:cubicBezTo>
                <a:cubicBezTo>
                  <a:pt x="142846" y="43214"/>
                  <a:pt x="142757" y="43797"/>
                  <a:pt x="143111" y="43797"/>
                </a:cubicBezTo>
                <a:cubicBezTo>
                  <a:pt x="143467" y="43813"/>
                  <a:pt x="143822" y="43860"/>
                  <a:pt x="144170" y="43938"/>
                </a:cubicBezTo>
                <a:cubicBezTo>
                  <a:pt x="144417" y="44061"/>
                  <a:pt x="144893" y="43814"/>
                  <a:pt x="144893" y="43814"/>
                </a:cubicBezTo>
                <a:cubicBezTo>
                  <a:pt x="145282" y="43673"/>
                  <a:pt x="145688" y="42649"/>
                  <a:pt x="146465" y="42049"/>
                </a:cubicBezTo>
                <a:cubicBezTo>
                  <a:pt x="147241" y="41449"/>
                  <a:pt x="148971" y="40460"/>
                  <a:pt x="149889" y="39684"/>
                </a:cubicBezTo>
                <a:cubicBezTo>
                  <a:pt x="150938" y="39013"/>
                  <a:pt x="151626" y="37902"/>
                  <a:pt x="151760" y="36665"/>
                </a:cubicBezTo>
                <a:cubicBezTo>
                  <a:pt x="151707" y="36356"/>
                  <a:pt x="151580" y="36067"/>
                  <a:pt x="151390" y="35818"/>
                </a:cubicBezTo>
                <a:cubicBezTo>
                  <a:pt x="151144" y="35606"/>
                  <a:pt x="150844" y="35465"/>
                  <a:pt x="150525" y="35412"/>
                </a:cubicBezTo>
                <a:lnTo>
                  <a:pt x="149642" y="35535"/>
                </a:lnTo>
                <a:cubicBezTo>
                  <a:pt x="149518" y="35500"/>
                  <a:pt x="149395" y="34847"/>
                  <a:pt x="149395" y="34653"/>
                </a:cubicBezTo>
                <a:cubicBezTo>
                  <a:pt x="149884" y="33655"/>
                  <a:pt x="150581" y="32776"/>
                  <a:pt x="151443" y="32075"/>
                </a:cubicBezTo>
                <a:cubicBezTo>
                  <a:pt x="151549" y="31969"/>
                  <a:pt x="151566" y="31934"/>
                  <a:pt x="151549" y="31581"/>
                </a:cubicBezTo>
                <a:cubicBezTo>
                  <a:pt x="151531" y="31228"/>
                  <a:pt x="151372" y="31140"/>
                  <a:pt x="150895" y="30487"/>
                </a:cubicBezTo>
                <a:cubicBezTo>
                  <a:pt x="150648" y="30133"/>
                  <a:pt x="150789" y="29780"/>
                  <a:pt x="150525" y="29780"/>
                </a:cubicBezTo>
                <a:cubicBezTo>
                  <a:pt x="150260" y="29780"/>
                  <a:pt x="149960" y="30133"/>
                  <a:pt x="149730" y="29922"/>
                </a:cubicBezTo>
                <a:cubicBezTo>
                  <a:pt x="149501" y="29710"/>
                  <a:pt x="149501" y="29092"/>
                  <a:pt x="149501" y="28880"/>
                </a:cubicBezTo>
                <a:cubicBezTo>
                  <a:pt x="149300" y="28393"/>
                  <a:pt x="149268" y="27851"/>
                  <a:pt x="149413" y="27344"/>
                </a:cubicBezTo>
                <a:cubicBezTo>
                  <a:pt x="149721" y="26808"/>
                  <a:pt x="150069" y="26294"/>
                  <a:pt x="150454" y="25809"/>
                </a:cubicBezTo>
                <a:cubicBezTo>
                  <a:pt x="150825" y="25367"/>
                  <a:pt x="151054" y="25067"/>
                  <a:pt x="151054" y="24732"/>
                </a:cubicBezTo>
                <a:cubicBezTo>
                  <a:pt x="150931" y="23955"/>
                  <a:pt x="151266" y="23673"/>
                  <a:pt x="151266" y="23320"/>
                </a:cubicBezTo>
                <a:cubicBezTo>
                  <a:pt x="151266" y="22966"/>
                  <a:pt x="151478" y="22455"/>
                  <a:pt x="151266" y="22084"/>
                </a:cubicBezTo>
                <a:cubicBezTo>
                  <a:pt x="151054" y="21713"/>
                  <a:pt x="150472" y="20813"/>
                  <a:pt x="150189" y="21025"/>
                </a:cubicBezTo>
                <a:close/>
                <a:moveTo>
                  <a:pt x="161928" y="20742"/>
                </a:moveTo>
                <a:cubicBezTo>
                  <a:pt x="162034" y="20813"/>
                  <a:pt x="162140" y="21395"/>
                  <a:pt x="162140" y="21607"/>
                </a:cubicBezTo>
                <a:cubicBezTo>
                  <a:pt x="162062" y="22098"/>
                  <a:pt x="161826" y="22550"/>
                  <a:pt x="161469" y="22896"/>
                </a:cubicBezTo>
                <a:cubicBezTo>
                  <a:pt x="161069" y="23011"/>
                  <a:pt x="160648" y="23046"/>
                  <a:pt x="160234" y="23002"/>
                </a:cubicBezTo>
                <a:cubicBezTo>
                  <a:pt x="159863" y="22914"/>
                  <a:pt x="159775" y="22313"/>
                  <a:pt x="159757" y="21960"/>
                </a:cubicBezTo>
                <a:cubicBezTo>
                  <a:pt x="159722" y="21290"/>
                  <a:pt x="161099" y="21131"/>
                  <a:pt x="161928" y="20742"/>
                </a:cubicBezTo>
                <a:close/>
                <a:moveTo>
                  <a:pt x="162829" y="17229"/>
                </a:moveTo>
                <a:cubicBezTo>
                  <a:pt x="161365" y="17851"/>
                  <a:pt x="159934" y="18546"/>
                  <a:pt x="158539" y="19312"/>
                </a:cubicBezTo>
                <a:cubicBezTo>
                  <a:pt x="158168" y="19489"/>
                  <a:pt x="157762" y="19330"/>
                  <a:pt x="157074" y="19665"/>
                </a:cubicBezTo>
                <a:cubicBezTo>
                  <a:pt x="156385" y="20001"/>
                  <a:pt x="155944" y="20372"/>
                  <a:pt x="155308" y="20707"/>
                </a:cubicBezTo>
                <a:cubicBezTo>
                  <a:pt x="155097" y="20831"/>
                  <a:pt x="154391" y="21131"/>
                  <a:pt x="154249" y="21219"/>
                </a:cubicBezTo>
                <a:cubicBezTo>
                  <a:pt x="153986" y="21335"/>
                  <a:pt x="153706" y="21406"/>
                  <a:pt x="153420" y="21431"/>
                </a:cubicBezTo>
                <a:cubicBezTo>
                  <a:pt x="152943" y="21484"/>
                  <a:pt x="152784" y="20954"/>
                  <a:pt x="152449" y="21007"/>
                </a:cubicBezTo>
                <a:cubicBezTo>
                  <a:pt x="152113" y="21060"/>
                  <a:pt x="151813" y="21907"/>
                  <a:pt x="151955" y="22525"/>
                </a:cubicBezTo>
                <a:cubicBezTo>
                  <a:pt x="152002" y="23012"/>
                  <a:pt x="152002" y="23503"/>
                  <a:pt x="151955" y="23990"/>
                </a:cubicBezTo>
                <a:lnTo>
                  <a:pt x="151902" y="23920"/>
                </a:lnTo>
                <a:cubicBezTo>
                  <a:pt x="151880" y="24245"/>
                  <a:pt x="151898" y="24571"/>
                  <a:pt x="151955" y="24891"/>
                </a:cubicBezTo>
                <a:cubicBezTo>
                  <a:pt x="152043" y="25350"/>
                  <a:pt x="152431" y="25685"/>
                  <a:pt x="152431" y="25932"/>
                </a:cubicBezTo>
                <a:cubicBezTo>
                  <a:pt x="152535" y="26790"/>
                  <a:pt x="152742" y="27632"/>
                  <a:pt x="153049" y="28439"/>
                </a:cubicBezTo>
                <a:cubicBezTo>
                  <a:pt x="153173" y="28827"/>
                  <a:pt x="152731" y="29427"/>
                  <a:pt x="152731" y="30081"/>
                </a:cubicBezTo>
                <a:cubicBezTo>
                  <a:pt x="152802" y="30441"/>
                  <a:pt x="152947" y="30783"/>
                  <a:pt x="153155" y="31087"/>
                </a:cubicBezTo>
                <a:cubicBezTo>
                  <a:pt x="153243" y="31228"/>
                  <a:pt x="153790" y="31369"/>
                  <a:pt x="153790" y="31952"/>
                </a:cubicBezTo>
                <a:cubicBezTo>
                  <a:pt x="153790" y="32164"/>
                  <a:pt x="153985" y="32393"/>
                  <a:pt x="154090" y="32570"/>
                </a:cubicBezTo>
                <a:cubicBezTo>
                  <a:pt x="154196" y="32746"/>
                  <a:pt x="154179" y="32958"/>
                  <a:pt x="154426" y="32958"/>
                </a:cubicBezTo>
                <a:cubicBezTo>
                  <a:pt x="154620" y="32984"/>
                  <a:pt x="154814" y="32984"/>
                  <a:pt x="155008" y="32958"/>
                </a:cubicBezTo>
                <a:cubicBezTo>
                  <a:pt x="155220" y="32923"/>
                  <a:pt x="155538" y="32711"/>
                  <a:pt x="155679" y="32711"/>
                </a:cubicBezTo>
                <a:cubicBezTo>
                  <a:pt x="155928" y="32615"/>
                  <a:pt x="156170" y="32504"/>
                  <a:pt x="156403" y="32375"/>
                </a:cubicBezTo>
                <a:cubicBezTo>
                  <a:pt x="156685" y="32164"/>
                  <a:pt x="157003" y="32111"/>
                  <a:pt x="157003" y="32375"/>
                </a:cubicBezTo>
                <a:cubicBezTo>
                  <a:pt x="157053" y="32704"/>
                  <a:pt x="157053" y="33036"/>
                  <a:pt x="157003" y="33364"/>
                </a:cubicBezTo>
                <a:cubicBezTo>
                  <a:pt x="156919" y="33544"/>
                  <a:pt x="156783" y="33698"/>
                  <a:pt x="156615" y="33805"/>
                </a:cubicBezTo>
                <a:cubicBezTo>
                  <a:pt x="156470" y="33867"/>
                  <a:pt x="156313" y="33897"/>
                  <a:pt x="156156" y="33893"/>
                </a:cubicBezTo>
                <a:cubicBezTo>
                  <a:pt x="155944" y="33929"/>
                  <a:pt x="155873" y="34017"/>
                  <a:pt x="155662" y="34052"/>
                </a:cubicBezTo>
                <a:cubicBezTo>
                  <a:pt x="155450" y="34088"/>
                  <a:pt x="155556" y="33911"/>
                  <a:pt x="155185" y="33964"/>
                </a:cubicBezTo>
                <a:cubicBezTo>
                  <a:pt x="154814" y="34017"/>
                  <a:pt x="154814" y="34229"/>
                  <a:pt x="154814" y="34635"/>
                </a:cubicBezTo>
                <a:cubicBezTo>
                  <a:pt x="154814" y="35041"/>
                  <a:pt x="154814" y="35306"/>
                  <a:pt x="154814" y="35465"/>
                </a:cubicBezTo>
                <a:cubicBezTo>
                  <a:pt x="154814" y="35623"/>
                  <a:pt x="154708" y="35906"/>
                  <a:pt x="154814" y="36153"/>
                </a:cubicBezTo>
                <a:cubicBezTo>
                  <a:pt x="154920" y="36400"/>
                  <a:pt x="155132" y="36400"/>
                  <a:pt x="155556" y="36400"/>
                </a:cubicBezTo>
                <a:cubicBezTo>
                  <a:pt x="155820" y="36515"/>
                  <a:pt x="156121" y="36515"/>
                  <a:pt x="156385" y="36400"/>
                </a:cubicBezTo>
                <a:cubicBezTo>
                  <a:pt x="156544" y="36365"/>
                  <a:pt x="157003" y="36524"/>
                  <a:pt x="156791" y="36930"/>
                </a:cubicBezTo>
                <a:cubicBezTo>
                  <a:pt x="156137" y="37278"/>
                  <a:pt x="155506" y="37666"/>
                  <a:pt x="154903" y="38095"/>
                </a:cubicBezTo>
                <a:cubicBezTo>
                  <a:pt x="154435" y="38407"/>
                  <a:pt x="153930" y="38661"/>
                  <a:pt x="153402" y="38854"/>
                </a:cubicBezTo>
                <a:cubicBezTo>
                  <a:pt x="153102" y="38942"/>
                  <a:pt x="153031" y="38677"/>
                  <a:pt x="152820" y="38677"/>
                </a:cubicBezTo>
                <a:cubicBezTo>
                  <a:pt x="152608" y="38677"/>
                  <a:pt x="152431" y="39083"/>
                  <a:pt x="152431" y="39083"/>
                </a:cubicBezTo>
                <a:cubicBezTo>
                  <a:pt x="152223" y="39327"/>
                  <a:pt x="152127" y="39648"/>
                  <a:pt x="152166" y="39966"/>
                </a:cubicBezTo>
                <a:cubicBezTo>
                  <a:pt x="152166" y="40125"/>
                  <a:pt x="152166" y="40478"/>
                  <a:pt x="152166" y="40690"/>
                </a:cubicBezTo>
                <a:cubicBezTo>
                  <a:pt x="152202" y="41414"/>
                  <a:pt x="152572" y="41767"/>
                  <a:pt x="152643" y="42208"/>
                </a:cubicBezTo>
                <a:cubicBezTo>
                  <a:pt x="152714" y="42649"/>
                  <a:pt x="153561" y="42737"/>
                  <a:pt x="153896" y="42649"/>
                </a:cubicBezTo>
                <a:cubicBezTo>
                  <a:pt x="154509" y="42434"/>
                  <a:pt x="155100" y="42162"/>
                  <a:pt x="155662" y="41837"/>
                </a:cubicBezTo>
                <a:cubicBezTo>
                  <a:pt x="156264" y="41749"/>
                  <a:pt x="156855" y="41601"/>
                  <a:pt x="157427" y="41396"/>
                </a:cubicBezTo>
                <a:cubicBezTo>
                  <a:pt x="157965" y="41075"/>
                  <a:pt x="158569" y="40877"/>
                  <a:pt x="159192" y="40813"/>
                </a:cubicBezTo>
                <a:cubicBezTo>
                  <a:pt x="159670" y="40711"/>
                  <a:pt x="160137" y="40563"/>
                  <a:pt x="160587" y="40372"/>
                </a:cubicBezTo>
                <a:cubicBezTo>
                  <a:pt x="160993" y="40231"/>
                  <a:pt x="161413" y="40130"/>
                  <a:pt x="161840" y="40072"/>
                </a:cubicBezTo>
                <a:cubicBezTo>
                  <a:pt x="162331" y="40072"/>
                  <a:pt x="162822" y="40031"/>
                  <a:pt x="163305" y="39948"/>
                </a:cubicBezTo>
                <a:cubicBezTo>
                  <a:pt x="163517" y="39878"/>
                  <a:pt x="164453" y="39772"/>
                  <a:pt x="165953" y="39472"/>
                </a:cubicBezTo>
                <a:cubicBezTo>
                  <a:pt x="167454" y="39172"/>
                  <a:pt x="167207" y="39472"/>
                  <a:pt x="167630" y="39472"/>
                </a:cubicBezTo>
                <a:cubicBezTo>
                  <a:pt x="168636" y="39242"/>
                  <a:pt x="169201" y="37830"/>
                  <a:pt x="169042" y="36665"/>
                </a:cubicBezTo>
                <a:cubicBezTo>
                  <a:pt x="168919" y="35835"/>
                  <a:pt x="168160" y="35482"/>
                  <a:pt x="167842" y="35217"/>
                </a:cubicBezTo>
                <a:cubicBezTo>
                  <a:pt x="167524" y="34953"/>
                  <a:pt x="167030" y="35447"/>
                  <a:pt x="166642" y="35412"/>
                </a:cubicBezTo>
                <a:cubicBezTo>
                  <a:pt x="166253" y="35376"/>
                  <a:pt x="165547" y="35888"/>
                  <a:pt x="165282" y="35888"/>
                </a:cubicBezTo>
                <a:cubicBezTo>
                  <a:pt x="164908" y="35945"/>
                  <a:pt x="164530" y="35980"/>
                  <a:pt x="164153" y="35994"/>
                </a:cubicBezTo>
                <a:cubicBezTo>
                  <a:pt x="163662" y="36134"/>
                  <a:pt x="163178" y="36300"/>
                  <a:pt x="162705" y="36488"/>
                </a:cubicBezTo>
                <a:cubicBezTo>
                  <a:pt x="162493" y="36524"/>
                  <a:pt x="162105" y="36524"/>
                  <a:pt x="162105" y="36135"/>
                </a:cubicBezTo>
                <a:cubicBezTo>
                  <a:pt x="162084" y="35876"/>
                  <a:pt x="162174" y="35618"/>
                  <a:pt x="162352" y="35429"/>
                </a:cubicBezTo>
                <a:cubicBezTo>
                  <a:pt x="162670" y="35164"/>
                  <a:pt x="163199" y="35041"/>
                  <a:pt x="163429" y="34864"/>
                </a:cubicBezTo>
                <a:cubicBezTo>
                  <a:pt x="163750" y="34624"/>
                  <a:pt x="164040" y="34345"/>
                  <a:pt x="164294" y="34035"/>
                </a:cubicBezTo>
                <a:cubicBezTo>
                  <a:pt x="164391" y="33856"/>
                  <a:pt x="164428" y="33653"/>
                  <a:pt x="164400" y="33452"/>
                </a:cubicBezTo>
                <a:cubicBezTo>
                  <a:pt x="164151" y="33043"/>
                  <a:pt x="163988" y="32585"/>
                  <a:pt x="163923" y="32111"/>
                </a:cubicBezTo>
                <a:cubicBezTo>
                  <a:pt x="163879" y="31863"/>
                  <a:pt x="163664" y="31683"/>
                  <a:pt x="163411" y="31687"/>
                </a:cubicBezTo>
                <a:cubicBezTo>
                  <a:pt x="163028" y="31662"/>
                  <a:pt x="162650" y="31597"/>
                  <a:pt x="162281" y="31493"/>
                </a:cubicBezTo>
                <a:cubicBezTo>
                  <a:pt x="161999" y="31457"/>
                  <a:pt x="161664" y="31775"/>
                  <a:pt x="161558" y="31969"/>
                </a:cubicBezTo>
                <a:cubicBezTo>
                  <a:pt x="161452" y="32164"/>
                  <a:pt x="160922" y="32587"/>
                  <a:pt x="160604" y="32269"/>
                </a:cubicBezTo>
                <a:cubicBezTo>
                  <a:pt x="160426" y="31973"/>
                  <a:pt x="160375" y="31616"/>
                  <a:pt x="160463" y="31281"/>
                </a:cubicBezTo>
                <a:cubicBezTo>
                  <a:pt x="160587" y="30893"/>
                  <a:pt x="161469" y="30998"/>
                  <a:pt x="161681" y="30716"/>
                </a:cubicBezTo>
                <a:cubicBezTo>
                  <a:pt x="161893" y="30434"/>
                  <a:pt x="162405" y="30434"/>
                  <a:pt x="162511" y="30310"/>
                </a:cubicBezTo>
                <a:cubicBezTo>
                  <a:pt x="162749" y="30133"/>
                  <a:pt x="163056" y="30082"/>
                  <a:pt x="163341" y="30169"/>
                </a:cubicBezTo>
                <a:cubicBezTo>
                  <a:pt x="163535" y="30239"/>
                  <a:pt x="163905" y="29657"/>
                  <a:pt x="163905" y="29410"/>
                </a:cubicBezTo>
                <a:cubicBezTo>
                  <a:pt x="164258" y="27768"/>
                  <a:pt x="164859" y="26568"/>
                  <a:pt x="165335" y="24908"/>
                </a:cubicBezTo>
                <a:cubicBezTo>
                  <a:pt x="165406" y="24661"/>
                  <a:pt x="166094" y="24008"/>
                  <a:pt x="166094" y="23743"/>
                </a:cubicBezTo>
                <a:cubicBezTo>
                  <a:pt x="166255" y="23083"/>
                  <a:pt x="166492" y="22442"/>
                  <a:pt x="166800" y="21837"/>
                </a:cubicBezTo>
                <a:cubicBezTo>
                  <a:pt x="166963" y="21477"/>
                  <a:pt x="167000" y="21072"/>
                  <a:pt x="166906" y="20689"/>
                </a:cubicBezTo>
                <a:cubicBezTo>
                  <a:pt x="166889" y="20548"/>
                  <a:pt x="167312" y="19824"/>
                  <a:pt x="167312" y="19418"/>
                </a:cubicBezTo>
                <a:cubicBezTo>
                  <a:pt x="167171" y="18892"/>
                  <a:pt x="166853" y="18432"/>
                  <a:pt x="166412" y="18112"/>
                </a:cubicBezTo>
                <a:cubicBezTo>
                  <a:pt x="166253" y="18006"/>
                  <a:pt x="166094" y="17424"/>
                  <a:pt x="165953" y="17335"/>
                </a:cubicBezTo>
                <a:cubicBezTo>
                  <a:pt x="165273" y="17277"/>
                  <a:pt x="164589" y="17325"/>
                  <a:pt x="163923" y="17477"/>
                </a:cubicBezTo>
                <a:cubicBezTo>
                  <a:pt x="163588" y="17512"/>
                  <a:pt x="163235" y="17229"/>
                  <a:pt x="162829" y="17229"/>
                </a:cubicBezTo>
                <a:close/>
                <a:moveTo>
                  <a:pt x="179140" y="6355"/>
                </a:moveTo>
                <a:cubicBezTo>
                  <a:pt x="274539" y="6394"/>
                  <a:pt x="351854" y="83741"/>
                  <a:pt x="351854" y="179140"/>
                </a:cubicBezTo>
                <a:cubicBezTo>
                  <a:pt x="351854" y="179163"/>
                  <a:pt x="351854" y="179187"/>
                  <a:pt x="351854" y="179210"/>
                </a:cubicBezTo>
                <a:cubicBezTo>
                  <a:pt x="351815" y="274637"/>
                  <a:pt x="274426" y="351963"/>
                  <a:pt x="178999" y="351924"/>
                </a:cubicBezTo>
                <a:cubicBezTo>
                  <a:pt x="83571" y="351885"/>
                  <a:pt x="6246" y="274496"/>
                  <a:pt x="6284" y="179069"/>
                </a:cubicBezTo>
                <a:cubicBezTo>
                  <a:pt x="6323" y="83642"/>
                  <a:pt x="83713" y="6317"/>
                  <a:pt x="179140" y="6355"/>
                </a:cubicBezTo>
                <a:close/>
                <a:moveTo>
                  <a:pt x="179140" y="4007"/>
                </a:moveTo>
                <a:cubicBezTo>
                  <a:pt x="82417" y="4007"/>
                  <a:pt x="4008" y="82417"/>
                  <a:pt x="4008" y="179140"/>
                </a:cubicBezTo>
                <a:cubicBezTo>
                  <a:pt x="4008" y="275862"/>
                  <a:pt x="82417" y="354272"/>
                  <a:pt x="179140" y="354272"/>
                </a:cubicBezTo>
                <a:cubicBezTo>
                  <a:pt x="275815" y="354155"/>
                  <a:pt x="354156" y="275814"/>
                  <a:pt x="354273" y="179140"/>
                </a:cubicBezTo>
                <a:cubicBezTo>
                  <a:pt x="354273" y="82417"/>
                  <a:pt x="275863" y="4007"/>
                  <a:pt x="179140" y="4007"/>
                </a:cubicBezTo>
                <a:close/>
                <a:moveTo>
                  <a:pt x="179140" y="0"/>
                </a:moveTo>
                <a:cubicBezTo>
                  <a:pt x="278027" y="117"/>
                  <a:pt x="358163" y="80253"/>
                  <a:pt x="358280" y="179140"/>
                </a:cubicBezTo>
                <a:cubicBezTo>
                  <a:pt x="358280" y="278076"/>
                  <a:pt x="278076" y="358279"/>
                  <a:pt x="179140" y="358279"/>
                </a:cubicBezTo>
                <a:cubicBezTo>
                  <a:pt x="80204" y="358279"/>
                  <a:pt x="0" y="278076"/>
                  <a:pt x="0" y="179140"/>
                </a:cubicBezTo>
                <a:cubicBezTo>
                  <a:pt x="0" y="80203"/>
                  <a:pt x="80204" y="0"/>
                  <a:pt x="179140" y="0"/>
                </a:cubicBezTo>
                <a:close/>
              </a:path>
            </a:pathLst>
          </a:custGeom>
          <a:solidFill>
            <a:schemeClr val="bg1"/>
          </a:solidFill>
          <a:ln w="1736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25757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 userDrawn="1">
            <p:ph type="title" hasCustomPrompt="1"/>
          </p:nvPr>
        </p:nvSpPr>
        <p:spPr>
          <a:xfrm>
            <a:off x="949325" y="235211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grpSp>
        <p:nvGrpSpPr>
          <p:cNvPr id="128" name="组合 127"/>
          <p:cNvGrpSpPr/>
          <p:nvPr userDrawn="1"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29" name="组合 128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150" name="任意多边形: 形状 149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1" name="任意多边形: 形状 150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147" name="任意多边形: 形状 146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8" name="任意多边形: 形状 147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9" name="任意多边形: 形状 148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31" name="任意多边形: 形状 130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32" name="任意多边形: 形状 131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33" name="组合 132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144" name="任意多边形: 形状 143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5" name="任意多边形: 形状 144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6" name="任意多边形: 形状 145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4" name="组合 133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142" name="任意多边形: 形状 141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3" name="任意多边形: 形状 142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5" name="组合 134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140" name="任意多边形: 形状 139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41" name="任意多边形: 形状 140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36" name="组合 135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137" name="任意多边形: 形状 136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8" name="任意多边形: 形状 137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9" name="任意多边形: 形状 138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1366474" y="859251"/>
            <a:ext cx="922494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 hasCustomPrompt="1"/>
          </p:nvPr>
        </p:nvSpPr>
        <p:spPr>
          <a:xfrm>
            <a:off x="1368806" y="304843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cxnSp>
        <p:nvCxnSpPr>
          <p:cNvPr id="58" name="直接连接符 57"/>
          <p:cNvCxnSpPr/>
          <p:nvPr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12_1_1_1_1_1_1_1"/>
          <p:cNvGrpSpPr/>
          <p:nvPr/>
        </p:nvGrpSpPr>
        <p:grpSpPr>
          <a:xfrm>
            <a:off x="512903" y="6354719"/>
            <a:ext cx="1611032" cy="362508"/>
            <a:chOff x="2738949" y="3863116"/>
            <a:chExt cx="8824587" cy="1985674"/>
          </a:xfrm>
          <a:solidFill>
            <a:schemeClr val="bg1"/>
          </a:solidFill>
        </p:grpSpPr>
        <p:sp>
          <p:nvSpPr>
            <p:cNvPr id="55" name="任意多边形: 形状 54"/>
            <p:cNvSpPr/>
            <p:nvPr/>
          </p:nvSpPr>
          <p:spPr>
            <a:xfrm>
              <a:off x="5141114" y="5368371"/>
              <a:ext cx="195586" cy="255802"/>
            </a:xfrm>
            <a:custGeom>
              <a:avLst/>
              <a:gdLst>
                <a:gd name="connsiteX0" fmla="*/ -365 w 54629"/>
                <a:gd name="connsiteY0" fmla="*/ -98 h 71448"/>
                <a:gd name="connsiteX1" fmla="*/ 31734 w 54629"/>
                <a:gd name="connsiteY1" fmla="*/ -98 h 71448"/>
                <a:gd name="connsiteX2" fmla="*/ 46593 w 54629"/>
                <a:gd name="connsiteY2" fmla="*/ 4664 h 71448"/>
                <a:gd name="connsiteX3" fmla="*/ 52023 w 54629"/>
                <a:gd name="connsiteY3" fmla="*/ 17999 h 71448"/>
                <a:gd name="connsiteX4" fmla="*/ 45926 w 54629"/>
                <a:gd name="connsiteY4" fmla="*/ 31429 h 71448"/>
                <a:gd name="connsiteX5" fmla="*/ 43736 w 54629"/>
                <a:gd name="connsiteY5" fmla="*/ 32858 h 71448"/>
                <a:gd name="connsiteX6" fmla="*/ 47927 w 54629"/>
                <a:gd name="connsiteY6" fmla="*/ 35239 h 71448"/>
                <a:gd name="connsiteX7" fmla="*/ 54213 w 54629"/>
                <a:gd name="connsiteY7" fmla="*/ 48955 h 71448"/>
                <a:gd name="connsiteX8" fmla="*/ 47927 w 54629"/>
                <a:gd name="connsiteY8" fmla="*/ 65529 h 71448"/>
                <a:gd name="connsiteX9" fmla="*/ 29734 w 54629"/>
                <a:gd name="connsiteY9" fmla="*/ 71244 h 71448"/>
                <a:gd name="connsiteX10" fmla="*/ -79 w 54629"/>
                <a:gd name="connsiteY10" fmla="*/ 71244 h 71448"/>
                <a:gd name="connsiteX11" fmla="*/ 12780 w 54629"/>
                <a:gd name="connsiteY11" fmla="*/ 27905 h 71448"/>
                <a:gd name="connsiteX12" fmla="*/ 28496 w 54629"/>
                <a:gd name="connsiteY12" fmla="*/ 27905 h 71448"/>
                <a:gd name="connsiteX13" fmla="*/ 36211 w 54629"/>
                <a:gd name="connsiteY13" fmla="*/ 25810 h 71448"/>
                <a:gd name="connsiteX14" fmla="*/ 38688 w 54629"/>
                <a:gd name="connsiteY14" fmla="*/ 19428 h 71448"/>
                <a:gd name="connsiteX15" fmla="*/ 36021 w 54629"/>
                <a:gd name="connsiteY15" fmla="*/ 13999 h 71448"/>
                <a:gd name="connsiteX16" fmla="*/ 27924 w 54629"/>
                <a:gd name="connsiteY16" fmla="*/ 12189 h 71448"/>
                <a:gd name="connsiteX17" fmla="*/ 12684 w 54629"/>
                <a:gd name="connsiteY17" fmla="*/ 12189 h 71448"/>
                <a:gd name="connsiteX18" fmla="*/ 12780 w 54629"/>
                <a:gd name="connsiteY18" fmla="*/ 58861 h 71448"/>
                <a:gd name="connsiteX19" fmla="*/ 29448 w 54629"/>
                <a:gd name="connsiteY19" fmla="*/ 58861 h 71448"/>
                <a:gd name="connsiteX20" fmla="*/ 37545 w 54629"/>
                <a:gd name="connsiteY20" fmla="*/ 56385 h 71448"/>
                <a:gd name="connsiteX21" fmla="*/ 40212 w 54629"/>
                <a:gd name="connsiteY21" fmla="*/ 48765 h 71448"/>
                <a:gd name="connsiteX22" fmla="*/ 37449 w 54629"/>
                <a:gd name="connsiteY22" fmla="*/ 42097 h 71448"/>
                <a:gd name="connsiteX23" fmla="*/ 29163 w 54629"/>
                <a:gd name="connsiteY23" fmla="*/ 39907 h 71448"/>
                <a:gd name="connsiteX24" fmla="*/ 12684 w 54629"/>
                <a:gd name="connsiteY24" fmla="*/ 39907 h 71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629" h="71448">
                  <a:moveTo>
                    <a:pt x="-365" y="-98"/>
                  </a:moveTo>
                  <a:lnTo>
                    <a:pt x="31734" y="-98"/>
                  </a:lnTo>
                  <a:cubicBezTo>
                    <a:pt x="37107" y="-416"/>
                    <a:pt x="42406" y="1283"/>
                    <a:pt x="46593" y="4664"/>
                  </a:cubicBezTo>
                  <a:cubicBezTo>
                    <a:pt x="50305" y="8074"/>
                    <a:pt x="52297" y="12966"/>
                    <a:pt x="52023" y="17999"/>
                  </a:cubicBezTo>
                  <a:cubicBezTo>
                    <a:pt x="52365" y="23214"/>
                    <a:pt x="50077" y="28254"/>
                    <a:pt x="45926" y="31429"/>
                  </a:cubicBezTo>
                  <a:cubicBezTo>
                    <a:pt x="45289" y="32035"/>
                    <a:pt x="44547" y="32519"/>
                    <a:pt x="43736" y="32858"/>
                  </a:cubicBezTo>
                  <a:cubicBezTo>
                    <a:pt x="45234" y="33458"/>
                    <a:pt x="46644" y="34259"/>
                    <a:pt x="47927" y="35239"/>
                  </a:cubicBezTo>
                  <a:cubicBezTo>
                    <a:pt x="52168" y="38485"/>
                    <a:pt x="54523" y="43624"/>
                    <a:pt x="54213" y="48955"/>
                  </a:cubicBezTo>
                  <a:cubicBezTo>
                    <a:pt x="54646" y="55134"/>
                    <a:pt x="52348" y="61192"/>
                    <a:pt x="47927" y="65529"/>
                  </a:cubicBezTo>
                  <a:cubicBezTo>
                    <a:pt x="42809" y="69677"/>
                    <a:pt x="36304" y="71721"/>
                    <a:pt x="29734" y="71244"/>
                  </a:cubicBezTo>
                  <a:lnTo>
                    <a:pt x="-79" y="71244"/>
                  </a:lnTo>
                  <a:close/>
                  <a:moveTo>
                    <a:pt x="12780" y="27905"/>
                  </a:moveTo>
                  <a:lnTo>
                    <a:pt x="28496" y="27905"/>
                  </a:lnTo>
                  <a:cubicBezTo>
                    <a:pt x="31228" y="28079"/>
                    <a:pt x="33942" y="27342"/>
                    <a:pt x="36211" y="25810"/>
                  </a:cubicBezTo>
                  <a:cubicBezTo>
                    <a:pt x="37951" y="24161"/>
                    <a:pt x="38860" y="21819"/>
                    <a:pt x="38688" y="19428"/>
                  </a:cubicBezTo>
                  <a:cubicBezTo>
                    <a:pt x="38822" y="17274"/>
                    <a:pt x="37808" y="15209"/>
                    <a:pt x="36021" y="13999"/>
                  </a:cubicBezTo>
                  <a:cubicBezTo>
                    <a:pt x="33558" y="12613"/>
                    <a:pt x="30742" y="11984"/>
                    <a:pt x="27924" y="12189"/>
                  </a:cubicBezTo>
                  <a:lnTo>
                    <a:pt x="12684" y="12189"/>
                  </a:lnTo>
                  <a:close/>
                  <a:moveTo>
                    <a:pt x="12780" y="58861"/>
                  </a:moveTo>
                  <a:lnTo>
                    <a:pt x="29448" y="58861"/>
                  </a:lnTo>
                  <a:cubicBezTo>
                    <a:pt x="32366" y="59113"/>
                    <a:pt x="35267" y="58225"/>
                    <a:pt x="37545" y="56385"/>
                  </a:cubicBezTo>
                  <a:cubicBezTo>
                    <a:pt x="39435" y="54314"/>
                    <a:pt x="40398" y="51562"/>
                    <a:pt x="40212" y="48765"/>
                  </a:cubicBezTo>
                  <a:cubicBezTo>
                    <a:pt x="40387" y="46232"/>
                    <a:pt x="39365" y="43764"/>
                    <a:pt x="37449" y="42097"/>
                  </a:cubicBezTo>
                  <a:cubicBezTo>
                    <a:pt x="35026" y="40427"/>
                    <a:pt x="32096" y="39652"/>
                    <a:pt x="29163" y="39907"/>
                  </a:cubicBezTo>
                  <a:lnTo>
                    <a:pt x="12684" y="399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6" name="任意多边形: 形状 55"/>
            <p:cNvSpPr/>
            <p:nvPr/>
          </p:nvSpPr>
          <p:spPr>
            <a:xfrm>
              <a:off x="5390737" y="5368507"/>
              <a:ext cx="178350" cy="255422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57" name="任意多边形: 形状 56"/>
            <p:cNvSpPr/>
            <p:nvPr/>
          </p:nvSpPr>
          <p:spPr>
            <a:xfrm>
              <a:off x="5618197" y="5368507"/>
              <a:ext cx="49107" cy="255422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1" name="任意多边形: 形状 60"/>
            <p:cNvSpPr/>
            <p:nvPr/>
          </p:nvSpPr>
          <p:spPr>
            <a:xfrm>
              <a:off x="5707925" y="5368507"/>
              <a:ext cx="152304" cy="262844"/>
            </a:xfrm>
            <a:custGeom>
              <a:avLst/>
              <a:gdLst>
                <a:gd name="connsiteX0" fmla="*/ 28485 w 42540"/>
                <a:gd name="connsiteY0" fmla="*/ -136 h 73415"/>
                <a:gd name="connsiteX1" fmla="*/ 42106 w 42540"/>
                <a:gd name="connsiteY1" fmla="*/ -136 h 73415"/>
                <a:gd name="connsiteX2" fmla="*/ 42106 w 42540"/>
                <a:gd name="connsiteY2" fmla="*/ 51204 h 73415"/>
                <a:gd name="connsiteX3" fmla="*/ 36772 w 42540"/>
                <a:gd name="connsiteY3" fmla="*/ 67587 h 73415"/>
                <a:gd name="connsiteX4" fmla="*/ 20960 w 42540"/>
                <a:gd name="connsiteY4" fmla="*/ 73207 h 73415"/>
                <a:gd name="connsiteX5" fmla="*/ 4673 w 42540"/>
                <a:gd name="connsiteY5" fmla="*/ 67015 h 73415"/>
                <a:gd name="connsiteX6" fmla="*/ -185 w 42540"/>
                <a:gd name="connsiteY6" fmla="*/ 47965 h 73415"/>
                <a:gd name="connsiteX7" fmla="*/ -185 w 42540"/>
                <a:gd name="connsiteY7" fmla="*/ 44251 h 73415"/>
                <a:gd name="connsiteX8" fmla="*/ 12864 w 42540"/>
                <a:gd name="connsiteY8" fmla="*/ 44251 h 73415"/>
                <a:gd name="connsiteX9" fmla="*/ 12864 w 42540"/>
                <a:gd name="connsiteY9" fmla="*/ 48537 h 73415"/>
                <a:gd name="connsiteX10" fmla="*/ 14674 w 42540"/>
                <a:gd name="connsiteY10" fmla="*/ 58062 h 73415"/>
                <a:gd name="connsiteX11" fmla="*/ 20865 w 42540"/>
                <a:gd name="connsiteY11" fmla="*/ 61205 h 73415"/>
                <a:gd name="connsiteX12" fmla="*/ 26675 w 42540"/>
                <a:gd name="connsiteY12" fmla="*/ 58919 h 73415"/>
                <a:gd name="connsiteX13" fmla="*/ 28485 w 42540"/>
                <a:gd name="connsiteY13" fmla="*/ 51490 h 7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540" h="73415">
                  <a:moveTo>
                    <a:pt x="28485" y="-136"/>
                  </a:moveTo>
                  <a:lnTo>
                    <a:pt x="42106" y="-136"/>
                  </a:lnTo>
                  <a:lnTo>
                    <a:pt x="42106" y="51204"/>
                  </a:lnTo>
                  <a:cubicBezTo>
                    <a:pt x="42574" y="57156"/>
                    <a:pt x="40655" y="63051"/>
                    <a:pt x="36772" y="67587"/>
                  </a:cubicBezTo>
                  <a:cubicBezTo>
                    <a:pt x="32514" y="71581"/>
                    <a:pt x="26784" y="73618"/>
                    <a:pt x="20960" y="73207"/>
                  </a:cubicBezTo>
                  <a:cubicBezTo>
                    <a:pt x="14872" y="73726"/>
                    <a:pt x="8879" y="71448"/>
                    <a:pt x="4673" y="67015"/>
                  </a:cubicBezTo>
                  <a:cubicBezTo>
                    <a:pt x="772" y="61476"/>
                    <a:pt x="-957" y="54696"/>
                    <a:pt x="-185" y="47965"/>
                  </a:cubicBezTo>
                  <a:lnTo>
                    <a:pt x="-185" y="44251"/>
                  </a:lnTo>
                  <a:lnTo>
                    <a:pt x="12864" y="44251"/>
                  </a:lnTo>
                  <a:lnTo>
                    <a:pt x="12864" y="48537"/>
                  </a:lnTo>
                  <a:cubicBezTo>
                    <a:pt x="12555" y="51819"/>
                    <a:pt x="13182" y="55122"/>
                    <a:pt x="14674" y="58062"/>
                  </a:cubicBezTo>
                  <a:cubicBezTo>
                    <a:pt x="15987" y="60186"/>
                    <a:pt x="18376" y="61399"/>
                    <a:pt x="20865" y="61205"/>
                  </a:cubicBezTo>
                  <a:cubicBezTo>
                    <a:pt x="23057" y="61420"/>
                    <a:pt x="25218" y="60570"/>
                    <a:pt x="26675" y="58919"/>
                  </a:cubicBezTo>
                  <a:cubicBezTo>
                    <a:pt x="28041" y="56693"/>
                    <a:pt x="28674" y="54094"/>
                    <a:pt x="28485" y="51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2" name="任意多边形: 形状 61"/>
            <p:cNvSpPr/>
            <p:nvPr/>
          </p:nvSpPr>
          <p:spPr>
            <a:xfrm>
              <a:off x="5917613" y="5368507"/>
              <a:ext cx="49103" cy="255422"/>
            </a:xfrm>
            <a:custGeom>
              <a:avLst/>
              <a:gdLst>
                <a:gd name="connsiteX0" fmla="*/ 0 w 13715"/>
                <a:gd name="connsiteY0" fmla="*/ 0 h 71342"/>
                <a:gd name="connsiteX1" fmla="*/ 6858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6023327" y="5368507"/>
              <a:ext cx="191651" cy="255422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383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3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3 w 53530"/>
                <a:gd name="connsiteY11" fmla="*/ 71342 h 71342"/>
                <a:gd name="connsiteX12" fmla="*/ 39815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383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3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3" y="71342"/>
                  </a:lnTo>
                  <a:lnTo>
                    <a:pt x="39815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4" name="任意多边形: 形状 63"/>
            <p:cNvSpPr/>
            <p:nvPr/>
          </p:nvSpPr>
          <p:spPr>
            <a:xfrm>
              <a:off x="6264103" y="5360298"/>
              <a:ext cx="219602" cy="269485"/>
            </a:xfrm>
            <a:custGeom>
              <a:avLst/>
              <a:gdLst>
                <a:gd name="connsiteX0" fmla="*/ 30968 w 61337"/>
                <a:gd name="connsiteY0" fmla="*/ 75118 h 75270"/>
                <a:gd name="connsiteX1" fmla="*/ 8203 w 61337"/>
                <a:gd name="connsiteY1" fmla="*/ 65022 h 75270"/>
                <a:gd name="connsiteX2" fmla="*/ 8203 w 61337"/>
                <a:gd name="connsiteY2" fmla="*/ 10158 h 75270"/>
                <a:gd name="connsiteX3" fmla="*/ 51542 w 61337"/>
                <a:gd name="connsiteY3" fmla="*/ 6348 h 75270"/>
                <a:gd name="connsiteX4" fmla="*/ 60591 w 61337"/>
                <a:gd name="connsiteY4" fmla="*/ 23874 h 75270"/>
                <a:gd name="connsiteX5" fmla="*/ 46875 w 61337"/>
                <a:gd name="connsiteY5" fmla="*/ 23874 h 75270"/>
                <a:gd name="connsiteX6" fmla="*/ 42112 w 61337"/>
                <a:gd name="connsiteY6" fmla="*/ 15778 h 75270"/>
                <a:gd name="connsiteX7" fmla="*/ 32587 w 61337"/>
                <a:gd name="connsiteY7" fmla="*/ 12253 h 75270"/>
                <a:gd name="connsiteX8" fmla="*/ 18586 w 61337"/>
                <a:gd name="connsiteY8" fmla="*/ 18921 h 75270"/>
                <a:gd name="connsiteX9" fmla="*/ 13537 w 61337"/>
                <a:gd name="connsiteY9" fmla="*/ 37971 h 75270"/>
                <a:gd name="connsiteX10" fmla="*/ 18395 w 61337"/>
                <a:gd name="connsiteY10" fmla="*/ 56449 h 75270"/>
                <a:gd name="connsiteX11" fmla="*/ 32587 w 61337"/>
                <a:gd name="connsiteY11" fmla="*/ 62831 h 75270"/>
                <a:gd name="connsiteX12" fmla="*/ 32587 w 61337"/>
                <a:gd name="connsiteY12" fmla="*/ 62831 h 75270"/>
                <a:gd name="connsiteX13" fmla="*/ 44970 w 61337"/>
                <a:gd name="connsiteY13" fmla="*/ 56164 h 75270"/>
                <a:gd name="connsiteX14" fmla="*/ 48589 w 61337"/>
                <a:gd name="connsiteY14" fmla="*/ 47401 h 75270"/>
                <a:gd name="connsiteX15" fmla="*/ 33159 w 61337"/>
                <a:gd name="connsiteY15" fmla="*/ 47401 h 75270"/>
                <a:gd name="connsiteX16" fmla="*/ 33159 w 61337"/>
                <a:gd name="connsiteY16" fmla="*/ 35113 h 75270"/>
                <a:gd name="connsiteX17" fmla="*/ 60972 w 61337"/>
                <a:gd name="connsiteY17" fmla="*/ 35113 h 75270"/>
                <a:gd name="connsiteX18" fmla="*/ 60972 w 61337"/>
                <a:gd name="connsiteY18" fmla="*/ 73213 h 75270"/>
                <a:gd name="connsiteX19" fmla="*/ 51447 w 61337"/>
                <a:gd name="connsiteY19" fmla="*/ 73213 h 75270"/>
                <a:gd name="connsiteX20" fmla="*/ 50113 w 61337"/>
                <a:gd name="connsiteY20" fmla="*/ 63688 h 75270"/>
                <a:gd name="connsiteX21" fmla="*/ 49352 w 61337"/>
                <a:gd name="connsiteY21" fmla="*/ 64831 h 75270"/>
                <a:gd name="connsiteX22" fmla="*/ 30302 w 61337"/>
                <a:gd name="connsiteY22" fmla="*/ 74928 h 75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337" h="75270">
                  <a:moveTo>
                    <a:pt x="30968" y="75118"/>
                  </a:moveTo>
                  <a:cubicBezTo>
                    <a:pt x="22235" y="75410"/>
                    <a:pt x="13849" y="71691"/>
                    <a:pt x="8203" y="65022"/>
                  </a:cubicBezTo>
                  <a:cubicBezTo>
                    <a:pt x="-3221" y="48518"/>
                    <a:pt x="-3221" y="26662"/>
                    <a:pt x="8203" y="10158"/>
                  </a:cubicBezTo>
                  <a:cubicBezTo>
                    <a:pt x="19581" y="-1945"/>
                    <a:pt x="38228" y="-3584"/>
                    <a:pt x="51542" y="6348"/>
                  </a:cubicBezTo>
                  <a:cubicBezTo>
                    <a:pt x="56785" y="10742"/>
                    <a:pt x="60044" y="17056"/>
                    <a:pt x="60591" y="23874"/>
                  </a:cubicBezTo>
                  <a:lnTo>
                    <a:pt x="46875" y="23874"/>
                  </a:lnTo>
                  <a:cubicBezTo>
                    <a:pt x="46486" y="20629"/>
                    <a:pt x="44760" y="17694"/>
                    <a:pt x="42112" y="15778"/>
                  </a:cubicBezTo>
                  <a:cubicBezTo>
                    <a:pt x="39472" y="13484"/>
                    <a:pt x="36085" y="12231"/>
                    <a:pt x="32587" y="12253"/>
                  </a:cubicBezTo>
                  <a:cubicBezTo>
                    <a:pt x="27108" y="12037"/>
                    <a:pt x="21872" y="14530"/>
                    <a:pt x="18586" y="18921"/>
                  </a:cubicBezTo>
                  <a:cubicBezTo>
                    <a:pt x="14866" y="24548"/>
                    <a:pt x="13093" y="31240"/>
                    <a:pt x="13537" y="37971"/>
                  </a:cubicBezTo>
                  <a:cubicBezTo>
                    <a:pt x="13093" y="44496"/>
                    <a:pt x="14799" y="50987"/>
                    <a:pt x="18395" y="56449"/>
                  </a:cubicBezTo>
                  <a:cubicBezTo>
                    <a:pt x="21813" y="60750"/>
                    <a:pt x="27102" y="63129"/>
                    <a:pt x="32587" y="62831"/>
                  </a:cubicBezTo>
                  <a:lnTo>
                    <a:pt x="32587" y="62831"/>
                  </a:lnTo>
                  <a:cubicBezTo>
                    <a:pt x="37608" y="62973"/>
                    <a:pt x="42325" y="60433"/>
                    <a:pt x="44970" y="56164"/>
                  </a:cubicBezTo>
                  <a:cubicBezTo>
                    <a:pt x="46685" y="53480"/>
                    <a:pt x="47910" y="50513"/>
                    <a:pt x="48589" y="47401"/>
                  </a:cubicBezTo>
                  <a:lnTo>
                    <a:pt x="33159" y="47401"/>
                  </a:lnTo>
                  <a:lnTo>
                    <a:pt x="33159" y="35113"/>
                  </a:lnTo>
                  <a:lnTo>
                    <a:pt x="60972" y="35113"/>
                  </a:lnTo>
                  <a:lnTo>
                    <a:pt x="60972" y="73213"/>
                  </a:lnTo>
                  <a:lnTo>
                    <a:pt x="51447" y="73213"/>
                  </a:lnTo>
                  <a:lnTo>
                    <a:pt x="50113" y="63688"/>
                  </a:lnTo>
                  <a:lnTo>
                    <a:pt x="49352" y="64831"/>
                  </a:lnTo>
                  <a:cubicBezTo>
                    <a:pt x="45225" y="71319"/>
                    <a:pt x="37987" y="75155"/>
                    <a:pt x="30302" y="7492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5" name="任意多边形: 形状 64"/>
            <p:cNvSpPr/>
            <p:nvPr/>
          </p:nvSpPr>
          <p:spPr>
            <a:xfrm>
              <a:off x="6643302" y="5368507"/>
              <a:ext cx="49103" cy="255422"/>
            </a:xfrm>
            <a:custGeom>
              <a:avLst/>
              <a:gdLst>
                <a:gd name="connsiteX0" fmla="*/ 0 w 13715"/>
                <a:gd name="connsiteY0" fmla="*/ 0 h 71342"/>
                <a:gd name="connsiteX1" fmla="*/ 6763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763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6" name="任意多边形: 形状 65"/>
            <p:cNvSpPr/>
            <p:nvPr/>
          </p:nvSpPr>
          <p:spPr>
            <a:xfrm>
              <a:off x="6748675" y="5368507"/>
              <a:ext cx="191991" cy="255422"/>
            </a:xfrm>
            <a:custGeom>
              <a:avLst/>
              <a:gdLst>
                <a:gd name="connsiteX0" fmla="*/ 12859 w 53625"/>
                <a:gd name="connsiteY0" fmla="*/ 71342 h 71342"/>
                <a:gd name="connsiteX1" fmla="*/ 6477 w 53625"/>
                <a:gd name="connsiteY1" fmla="*/ 71342 h 71342"/>
                <a:gd name="connsiteX2" fmla="*/ 0 w 53625"/>
                <a:gd name="connsiteY2" fmla="*/ 71342 h 71342"/>
                <a:gd name="connsiteX3" fmla="*/ 0 w 53625"/>
                <a:gd name="connsiteY3" fmla="*/ 0 h 71342"/>
                <a:gd name="connsiteX4" fmla="*/ 7239 w 53625"/>
                <a:gd name="connsiteY4" fmla="*/ 0 h 71342"/>
                <a:gd name="connsiteX5" fmla="*/ 14383 w 53625"/>
                <a:gd name="connsiteY5" fmla="*/ 0 h 71342"/>
                <a:gd name="connsiteX6" fmla="*/ 40767 w 53625"/>
                <a:gd name="connsiteY6" fmla="*/ 50102 h 71342"/>
                <a:gd name="connsiteX7" fmla="*/ 40767 w 53625"/>
                <a:gd name="connsiteY7" fmla="*/ 0 h 71342"/>
                <a:gd name="connsiteX8" fmla="*/ 47149 w 53625"/>
                <a:gd name="connsiteY8" fmla="*/ 0 h 71342"/>
                <a:gd name="connsiteX9" fmla="*/ 53626 w 53625"/>
                <a:gd name="connsiteY9" fmla="*/ 0 h 71342"/>
                <a:gd name="connsiteX10" fmla="*/ 53626 w 53625"/>
                <a:gd name="connsiteY10" fmla="*/ 71342 h 71342"/>
                <a:gd name="connsiteX11" fmla="*/ 46768 w 53625"/>
                <a:gd name="connsiteY11" fmla="*/ 71342 h 71342"/>
                <a:gd name="connsiteX12" fmla="*/ 39910 w 53625"/>
                <a:gd name="connsiteY12" fmla="*/ 71342 h 71342"/>
                <a:gd name="connsiteX13" fmla="*/ 12859 w 53625"/>
                <a:gd name="connsiteY13" fmla="*/ 19907 h 71342"/>
                <a:gd name="connsiteX14" fmla="*/ 12859 w 53625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625" h="71342">
                  <a:moveTo>
                    <a:pt x="12859" y="71342"/>
                  </a:moveTo>
                  <a:lnTo>
                    <a:pt x="6477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239" y="0"/>
                  </a:lnTo>
                  <a:lnTo>
                    <a:pt x="14383" y="0"/>
                  </a:lnTo>
                  <a:lnTo>
                    <a:pt x="40767" y="50102"/>
                  </a:lnTo>
                  <a:lnTo>
                    <a:pt x="40767" y="0"/>
                  </a:lnTo>
                  <a:lnTo>
                    <a:pt x="47149" y="0"/>
                  </a:lnTo>
                  <a:lnTo>
                    <a:pt x="53626" y="0"/>
                  </a:lnTo>
                  <a:lnTo>
                    <a:pt x="53626" y="71342"/>
                  </a:lnTo>
                  <a:lnTo>
                    <a:pt x="46768" y="71342"/>
                  </a:lnTo>
                  <a:lnTo>
                    <a:pt x="39910" y="71342"/>
                  </a:lnTo>
                  <a:lnTo>
                    <a:pt x="12859" y="19907"/>
                  </a:lnTo>
                  <a:lnTo>
                    <a:pt x="12859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7" name="任意多边形: 形状 66"/>
            <p:cNvSpPr/>
            <p:nvPr/>
          </p:nvSpPr>
          <p:spPr>
            <a:xfrm>
              <a:off x="6990793" y="5361454"/>
              <a:ext cx="191955" cy="269783"/>
            </a:xfrm>
            <a:custGeom>
              <a:avLst/>
              <a:gdLst>
                <a:gd name="connsiteX0" fmla="*/ 38022 w 53615"/>
                <a:gd name="connsiteY0" fmla="*/ 23265 h 75353"/>
                <a:gd name="connsiteX1" fmla="*/ 33926 w 53615"/>
                <a:gd name="connsiteY1" fmla="*/ 15168 h 75353"/>
                <a:gd name="connsiteX2" fmla="*/ 24401 w 53615"/>
                <a:gd name="connsiteY2" fmla="*/ 12216 h 75353"/>
                <a:gd name="connsiteX3" fmla="*/ 16305 w 53615"/>
                <a:gd name="connsiteY3" fmla="*/ 14692 h 75353"/>
                <a:gd name="connsiteX4" fmla="*/ 13352 w 53615"/>
                <a:gd name="connsiteY4" fmla="*/ 21645 h 75353"/>
                <a:gd name="connsiteX5" fmla="*/ 16400 w 53615"/>
                <a:gd name="connsiteY5" fmla="*/ 26598 h 75353"/>
                <a:gd name="connsiteX6" fmla="*/ 29354 w 53615"/>
                <a:gd name="connsiteY6" fmla="*/ 30694 h 75353"/>
                <a:gd name="connsiteX7" fmla="*/ 48404 w 53615"/>
                <a:gd name="connsiteY7" fmla="*/ 38790 h 75353"/>
                <a:gd name="connsiteX8" fmla="*/ 53167 w 53615"/>
                <a:gd name="connsiteY8" fmla="*/ 53268 h 75353"/>
                <a:gd name="connsiteX9" fmla="*/ 45927 w 53615"/>
                <a:gd name="connsiteY9" fmla="*/ 69270 h 75353"/>
                <a:gd name="connsiteX10" fmla="*/ 26211 w 53615"/>
                <a:gd name="connsiteY10" fmla="*/ 75176 h 75353"/>
                <a:gd name="connsiteX11" fmla="*/ 7161 w 53615"/>
                <a:gd name="connsiteY11" fmla="*/ 68889 h 75353"/>
                <a:gd name="connsiteX12" fmla="*/ -364 w 53615"/>
                <a:gd name="connsiteY12" fmla="*/ 51077 h 75353"/>
                <a:gd name="connsiteX13" fmla="*/ 12876 w 53615"/>
                <a:gd name="connsiteY13" fmla="*/ 51078 h 75353"/>
                <a:gd name="connsiteX14" fmla="*/ 16686 w 53615"/>
                <a:gd name="connsiteY14" fmla="*/ 59841 h 75353"/>
                <a:gd name="connsiteX15" fmla="*/ 26211 w 53615"/>
                <a:gd name="connsiteY15" fmla="*/ 62889 h 75353"/>
                <a:gd name="connsiteX16" fmla="*/ 36498 w 53615"/>
                <a:gd name="connsiteY16" fmla="*/ 60603 h 75353"/>
                <a:gd name="connsiteX17" fmla="*/ 40213 w 53615"/>
                <a:gd name="connsiteY17" fmla="*/ 54221 h 75353"/>
                <a:gd name="connsiteX18" fmla="*/ 37546 w 53615"/>
                <a:gd name="connsiteY18" fmla="*/ 48220 h 75353"/>
                <a:gd name="connsiteX19" fmla="*/ 26401 w 53615"/>
                <a:gd name="connsiteY19" fmla="*/ 44315 h 75353"/>
                <a:gd name="connsiteX20" fmla="*/ 5542 w 53615"/>
                <a:gd name="connsiteY20" fmla="*/ 36123 h 75353"/>
                <a:gd name="connsiteX21" fmla="*/ 303 w 53615"/>
                <a:gd name="connsiteY21" fmla="*/ 22503 h 75353"/>
                <a:gd name="connsiteX22" fmla="*/ 7256 w 53615"/>
                <a:gd name="connsiteY22" fmla="*/ 6024 h 75353"/>
                <a:gd name="connsiteX23" fmla="*/ 26306 w 53615"/>
                <a:gd name="connsiteY23" fmla="*/ -72 h 75353"/>
                <a:gd name="connsiteX24" fmla="*/ 44309 w 53615"/>
                <a:gd name="connsiteY24" fmla="*/ 6215 h 75353"/>
                <a:gd name="connsiteX25" fmla="*/ 51929 w 53615"/>
                <a:gd name="connsiteY25" fmla="*/ 23265 h 7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3615" h="75353">
                  <a:moveTo>
                    <a:pt x="38022" y="23265"/>
                  </a:moveTo>
                  <a:cubicBezTo>
                    <a:pt x="37916" y="20094"/>
                    <a:pt x="36418" y="17132"/>
                    <a:pt x="33926" y="15168"/>
                  </a:cubicBezTo>
                  <a:cubicBezTo>
                    <a:pt x="31179" y="13130"/>
                    <a:pt x="27820" y="12089"/>
                    <a:pt x="24401" y="12216"/>
                  </a:cubicBezTo>
                  <a:cubicBezTo>
                    <a:pt x="21489" y="12012"/>
                    <a:pt x="18605" y="12894"/>
                    <a:pt x="16305" y="14692"/>
                  </a:cubicBezTo>
                  <a:cubicBezTo>
                    <a:pt x="14285" y="16419"/>
                    <a:pt x="13192" y="18993"/>
                    <a:pt x="13352" y="21645"/>
                  </a:cubicBezTo>
                  <a:cubicBezTo>
                    <a:pt x="13347" y="23741"/>
                    <a:pt x="14527" y="25659"/>
                    <a:pt x="16400" y="26598"/>
                  </a:cubicBezTo>
                  <a:cubicBezTo>
                    <a:pt x="20534" y="28489"/>
                    <a:pt x="24885" y="29865"/>
                    <a:pt x="29354" y="30694"/>
                  </a:cubicBezTo>
                  <a:cubicBezTo>
                    <a:pt x="36238" y="31904"/>
                    <a:pt x="42755" y="34674"/>
                    <a:pt x="48404" y="38790"/>
                  </a:cubicBezTo>
                  <a:cubicBezTo>
                    <a:pt x="51937" y="42743"/>
                    <a:pt x="53663" y="47990"/>
                    <a:pt x="53167" y="53268"/>
                  </a:cubicBezTo>
                  <a:cubicBezTo>
                    <a:pt x="53503" y="59463"/>
                    <a:pt x="50802" y="65433"/>
                    <a:pt x="45927" y="69270"/>
                  </a:cubicBezTo>
                  <a:cubicBezTo>
                    <a:pt x="40235" y="73458"/>
                    <a:pt x="33268" y="75545"/>
                    <a:pt x="26211" y="75176"/>
                  </a:cubicBezTo>
                  <a:cubicBezTo>
                    <a:pt x="19302" y="75505"/>
                    <a:pt x="12516" y="73265"/>
                    <a:pt x="7161" y="68889"/>
                  </a:cubicBezTo>
                  <a:cubicBezTo>
                    <a:pt x="2305" y="64243"/>
                    <a:pt x="-418" y="57798"/>
                    <a:pt x="-364" y="51077"/>
                  </a:cubicBezTo>
                  <a:lnTo>
                    <a:pt x="12876" y="51078"/>
                  </a:lnTo>
                  <a:cubicBezTo>
                    <a:pt x="12806" y="54415"/>
                    <a:pt x="14197" y="57616"/>
                    <a:pt x="16686" y="59841"/>
                  </a:cubicBezTo>
                  <a:cubicBezTo>
                    <a:pt x="19421" y="61913"/>
                    <a:pt x="22781" y="62988"/>
                    <a:pt x="26211" y="62889"/>
                  </a:cubicBezTo>
                  <a:cubicBezTo>
                    <a:pt x="29784" y="63079"/>
                    <a:pt x="33342" y="62288"/>
                    <a:pt x="36498" y="60603"/>
                  </a:cubicBezTo>
                  <a:cubicBezTo>
                    <a:pt x="38795" y="59299"/>
                    <a:pt x="40214" y="56862"/>
                    <a:pt x="40213" y="54221"/>
                  </a:cubicBezTo>
                  <a:cubicBezTo>
                    <a:pt x="40367" y="51903"/>
                    <a:pt x="39369" y="49659"/>
                    <a:pt x="37546" y="48220"/>
                  </a:cubicBezTo>
                  <a:cubicBezTo>
                    <a:pt x="34073" y="46309"/>
                    <a:pt x="30307" y="44989"/>
                    <a:pt x="26401" y="44315"/>
                  </a:cubicBezTo>
                  <a:cubicBezTo>
                    <a:pt x="18958" y="43049"/>
                    <a:pt x="11857" y="40260"/>
                    <a:pt x="5542" y="36123"/>
                  </a:cubicBezTo>
                  <a:cubicBezTo>
                    <a:pt x="1831" y="32605"/>
                    <a:pt x="-94" y="27600"/>
                    <a:pt x="303" y="22503"/>
                  </a:cubicBezTo>
                  <a:cubicBezTo>
                    <a:pt x="-13" y="16237"/>
                    <a:pt x="2547" y="10170"/>
                    <a:pt x="7256" y="6024"/>
                  </a:cubicBezTo>
                  <a:cubicBezTo>
                    <a:pt x="12594" y="1633"/>
                    <a:pt x="19411" y="-548"/>
                    <a:pt x="26306" y="-72"/>
                  </a:cubicBezTo>
                  <a:cubicBezTo>
                    <a:pt x="32891" y="-360"/>
                    <a:pt x="39335" y="1890"/>
                    <a:pt x="44309" y="6215"/>
                  </a:cubicBezTo>
                  <a:cubicBezTo>
                    <a:pt x="49011" y="10662"/>
                    <a:pt x="51752" y="16795"/>
                    <a:pt x="51929" y="2326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" name="任意多边形: 形状 67"/>
            <p:cNvSpPr/>
            <p:nvPr/>
          </p:nvSpPr>
          <p:spPr>
            <a:xfrm>
              <a:off x="7212121" y="5368507"/>
              <a:ext cx="190971" cy="255422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7441286" y="5368507"/>
              <a:ext cx="49107" cy="255422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0" name="任意多边形: 形状 69"/>
            <p:cNvSpPr/>
            <p:nvPr/>
          </p:nvSpPr>
          <p:spPr>
            <a:xfrm>
              <a:off x="7529267" y="5368507"/>
              <a:ext cx="190971" cy="255422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1" name="任意多边形: 形状 70"/>
            <p:cNvSpPr/>
            <p:nvPr/>
          </p:nvSpPr>
          <p:spPr>
            <a:xfrm>
              <a:off x="7759864" y="5368167"/>
              <a:ext cx="190709" cy="262977"/>
            </a:xfrm>
            <a:custGeom>
              <a:avLst/>
              <a:gdLst>
                <a:gd name="connsiteX0" fmla="*/ 52766 w 53267"/>
                <a:gd name="connsiteY0" fmla="*/ 44346 h 73452"/>
                <a:gd name="connsiteX1" fmla="*/ 46574 w 53267"/>
                <a:gd name="connsiteY1" fmla="*/ 66444 h 73452"/>
                <a:gd name="connsiteX2" fmla="*/ 26286 w 53267"/>
                <a:gd name="connsiteY2" fmla="*/ 73207 h 73452"/>
                <a:gd name="connsiteX3" fmla="*/ 6284 w 53267"/>
                <a:gd name="connsiteY3" fmla="*/ 66158 h 73452"/>
                <a:gd name="connsiteX4" fmla="*/ -288 w 53267"/>
                <a:gd name="connsiteY4" fmla="*/ 44346 h 73452"/>
                <a:gd name="connsiteX5" fmla="*/ -288 w 53267"/>
                <a:gd name="connsiteY5" fmla="*/ -136 h 73452"/>
                <a:gd name="connsiteX6" fmla="*/ 13428 w 53267"/>
                <a:gd name="connsiteY6" fmla="*/ -136 h 73452"/>
                <a:gd name="connsiteX7" fmla="*/ 13428 w 53267"/>
                <a:gd name="connsiteY7" fmla="*/ 44822 h 73452"/>
                <a:gd name="connsiteX8" fmla="*/ 16666 w 53267"/>
                <a:gd name="connsiteY8" fmla="*/ 56347 h 73452"/>
                <a:gd name="connsiteX9" fmla="*/ 26191 w 53267"/>
                <a:gd name="connsiteY9" fmla="*/ 60157 h 73452"/>
                <a:gd name="connsiteX10" fmla="*/ 35716 w 53267"/>
                <a:gd name="connsiteY10" fmla="*/ 56633 h 73452"/>
                <a:gd name="connsiteX11" fmla="*/ 38669 w 53267"/>
                <a:gd name="connsiteY11" fmla="*/ 44822 h 73452"/>
                <a:gd name="connsiteX12" fmla="*/ 38669 w 53267"/>
                <a:gd name="connsiteY12" fmla="*/ -136 h 73452"/>
                <a:gd name="connsiteX13" fmla="*/ 52766 w 53267"/>
                <a:gd name="connsiteY13" fmla="*/ -136 h 7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3267" h="73452">
                  <a:moveTo>
                    <a:pt x="52766" y="44346"/>
                  </a:moveTo>
                  <a:cubicBezTo>
                    <a:pt x="53495" y="52223"/>
                    <a:pt x="51291" y="60092"/>
                    <a:pt x="46574" y="66444"/>
                  </a:cubicBezTo>
                  <a:cubicBezTo>
                    <a:pt x="41051" y="71429"/>
                    <a:pt x="33696" y="73881"/>
                    <a:pt x="26286" y="73207"/>
                  </a:cubicBezTo>
                  <a:cubicBezTo>
                    <a:pt x="18923" y="73782"/>
                    <a:pt x="11659" y="71222"/>
                    <a:pt x="6284" y="66158"/>
                  </a:cubicBezTo>
                  <a:cubicBezTo>
                    <a:pt x="1508" y="59931"/>
                    <a:pt x="-829" y="52175"/>
                    <a:pt x="-288" y="44346"/>
                  </a:cubicBezTo>
                  <a:lnTo>
                    <a:pt x="-288" y="-136"/>
                  </a:lnTo>
                  <a:lnTo>
                    <a:pt x="13428" y="-136"/>
                  </a:lnTo>
                  <a:lnTo>
                    <a:pt x="13428" y="44822"/>
                  </a:lnTo>
                  <a:cubicBezTo>
                    <a:pt x="13153" y="48922"/>
                    <a:pt x="14296" y="52991"/>
                    <a:pt x="16666" y="56347"/>
                  </a:cubicBezTo>
                  <a:cubicBezTo>
                    <a:pt x="19087" y="59014"/>
                    <a:pt x="22600" y="60419"/>
                    <a:pt x="26191" y="60157"/>
                  </a:cubicBezTo>
                  <a:cubicBezTo>
                    <a:pt x="29731" y="60450"/>
                    <a:pt x="33219" y="59160"/>
                    <a:pt x="35716" y="56633"/>
                  </a:cubicBezTo>
                  <a:cubicBezTo>
                    <a:pt x="38028" y="53152"/>
                    <a:pt x="39070" y="48981"/>
                    <a:pt x="38669" y="44822"/>
                  </a:cubicBezTo>
                  <a:lnTo>
                    <a:pt x="38669" y="-136"/>
                  </a:lnTo>
                  <a:lnTo>
                    <a:pt x="52766" y="-13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2" name="任意多边形: 形状 71"/>
            <p:cNvSpPr/>
            <p:nvPr/>
          </p:nvSpPr>
          <p:spPr>
            <a:xfrm>
              <a:off x="7992032" y="5368507"/>
              <a:ext cx="190967" cy="255422"/>
            </a:xfrm>
            <a:custGeom>
              <a:avLst/>
              <a:gdLst>
                <a:gd name="connsiteX0" fmla="*/ 19812 w 53339"/>
                <a:gd name="connsiteY0" fmla="*/ 12668 h 71342"/>
                <a:gd name="connsiteX1" fmla="*/ 0 w 53339"/>
                <a:gd name="connsiteY1" fmla="*/ 12668 h 71342"/>
                <a:gd name="connsiteX2" fmla="*/ 0 w 53339"/>
                <a:gd name="connsiteY2" fmla="*/ 6382 h 71342"/>
                <a:gd name="connsiteX3" fmla="*/ 0 w 53339"/>
                <a:gd name="connsiteY3" fmla="*/ 0 h 71342"/>
                <a:gd name="connsiteX4" fmla="*/ 53340 w 53339"/>
                <a:gd name="connsiteY4" fmla="*/ 0 h 71342"/>
                <a:gd name="connsiteX5" fmla="*/ 53340 w 53339"/>
                <a:gd name="connsiteY5" fmla="*/ 6286 h 71342"/>
                <a:gd name="connsiteX6" fmla="*/ 53340 w 53339"/>
                <a:gd name="connsiteY6" fmla="*/ 12668 h 71342"/>
                <a:gd name="connsiteX7" fmla="*/ 33528 w 53339"/>
                <a:gd name="connsiteY7" fmla="*/ 12668 h 71342"/>
                <a:gd name="connsiteX8" fmla="*/ 33528 w 53339"/>
                <a:gd name="connsiteY8" fmla="*/ 71342 h 71342"/>
                <a:gd name="connsiteX9" fmla="*/ 26670 w 53339"/>
                <a:gd name="connsiteY9" fmla="*/ 71342 h 71342"/>
                <a:gd name="connsiteX10" fmla="*/ 19812 w 53339"/>
                <a:gd name="connsiteY10" fmla="*/ 71342 h 71342"/>
                <a:gd name="connsiteX11" fmla="*/ 19812 w 53339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39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8225289" y="5368507"/>
              <a:ext cx="178694" cy="255422"/>
            </a:xfrm>
            <a:custGeom>
              <a:avLst/>
              <a:gdLst>
                <a:gd name="connsiteX0" fmla="*/ 0 w 49911"/>
                <a:gd name="connsiteY0" fmla="*/ 71342 h 71342"/>
                <a:gd name="connsiteX1" fmla="*/ 0 w 49911"/>
                <a:gd name="connsiteY1" fmla="*/ 0 h 71342"/>
                <a:gd name="connsiteX2" fmla="*/ 48387 w 49911"/>
                <a:gd name="connsiteY2" fmla="*/ 0 h 71342"/>
                <a:gd name="connsiteX3" fmla="*/ 48387 w 49911"/>
                <a:gd name="connsiteY3" fmla="*/ 6286 h 71342"/>
                <a:gd name="connsiteX4" fmla="*/ 48387 w 49911"/>
                <a:gd name="connsiteY4" fmla="*/ 12668 h 71342"/>
                <a:gd name="connsiteX5" fmla="*/ 13716 w 49911"/>
                <a:gd name="connsiteY5" fmla="*/ 12668 h 71342"/>
                <a:gd name="connsiteX6" fmla="*/ 13716 w 49911"/>
                <a:gd name="connsiteY6" fmla="*/ 27813 h 71342"/>
                <a:gd name="connsiteX7" fmla="*/ 45815 w 49911"/>
                <a:gd name="connsiteY7" fmla="*/ 27813 h 71342"/>
                <a:gd name="connsiteX8" fmla="*/ 45815 w 49911"/>
                <a:gd name="connsiteY8" fmla="*/ 33909 h 71342"/>
                <a:gd name="connsiteX9" fmla="*/ 45815 w 49911"/>
                <a:gd name="connsiteY9" fmla="*/ 40100 h 71342"/>
                <a:gd name="connsiteX10" fmla="*/ 13716 w 49911"/>
                <a:gd name="connsiteY10" fmla="*/ 40100 h 71342"/>
                <a:gd name="connsiteX11" fmla="*/ 13716 w 49911"/>
                <a:gd name="connsiteY11" fmla="*/ 58674 h 71342"/>
                <a:gd name="connsiteX12" fmla="*/ 49911 w 49911"/>
                <a:gd name="connsiteY12" fmla="*/ 58674 h 71342"/>
                <a:gd name="connsiteX13" fmla="*/ 49911 w 49911"/>
                <a:gd name="connsiteY13" fmla="*/ 65056 h 71342"/>
                <a:gd name="connsiteX14" fmla="*/ 49911 w 49911"/>
                <a:gd name="connsiteY14" fmla="*/ 71342 h 71342"/>
                <a:gd name="connsiteX15" fmla="*/ 0 w 49911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911" h="71342">
                  <a:moveTo>
                    <a:pt x="0" y="71342"/>
                  </a:moveTo>
                  <a:lnTo>
                    <a:pt x="0" y="0"/>
                  </a:lnTo>
                  <a:lnTo>
                    <a:pt x="48387" y="0"/>
                  </a:lnTo>
                  <a:lnTo>
                    <a:pt x="48387" y="6286"/>
                  </a:lnTo>
                  <a:lnTo>
                    <a:pt x="48387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911" y="58674"/>
                  </a:lnTo>
                  <a:lnTo>
                    <a:pt x="49911" y="65056"/>
                  </a:lnTo>
                  <a:lnTo>
                    <a:pt x="49911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4" name="任意多边形: 形状 73"/>
            <p:cNvSpPr/>
            <p:nvPr/>
          </p:nvSpPr>
          <p:spPr>
            <a:xfrm>
              <a:off x="8550394" y="5362346"/>
              <a:ext cx="226243" cy="269468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8828891" y="5368507"/>
              <a:ext cx="167097" cy="255422"/>
            </a:xfrm>
            <a:custGeom>
              <a:avLst/>
              <a:gdLst>
                <a:gd name="connsiteX0" fmla="*/ 0 w 46672"/>
                <a:gd name="connsiteY0" fmla="*/ 71342 h 71342"/>
                <a:gd name="connsiteX1" fmla="*/ 0 w 46672"/>
                <a:gd name="connsiteY1" fmla="*/ 0 h 71342"/>
                <a:gd name="connsiteX2" fmla="*/ 46672 w 46672"/>
                <a:gd name="connsiteY2" fmla="*/ 0 h 71342"/>
                <a:gd name="connsiteX3" fmla="*/ 46672 w 46672"/>
                <a:gd name="connsiteY3" fmla="*/ 6286 h 71342"/>
                <a:gd name="connsiteX4" fmla="*/ 46672 w 46672"/>
                <a:gd name="connsiteY4" fmla="*/ 12668 h 71342"/>
                <a:gd name="connsiteX5" fmla="*/ 13716 w 46672"/>
                <a:gd name="connsiteY5" fmla="*/ 12668 h 71342"/>
                <a:gd name="connsiteX6" fmla="*/ 13716 w 46672"/>
                <a:gd name="connsiteY6" fmla="*/ 28861 h 71342"/>
                <a:gd name="connsiteX7" fmla="*/ 42482 w 46672"/>
                <a:gd name="connsiteY7" fmla="*/ 28861 h 71342"/>
                <a:gd name="connsiteX8" fmla="*/ 42482 w 46672"/>
                <a:gd name="connsiteY8" fmla="*/ 35052 h 71342"/>
                <a:gd name="connsiteX9" fmla="*/ 42482 w 46672"/>
                <a:gd name="connsiteY9" fmla="*/ 41148 h 71342"/>
                <a:gd name="connsiteX10" fmla="*/ 13716 w 46672"/>
                <a:gd name="connsiteY10" fmla="*/ 41148 h 71342"/>
                <a:gd name="connsiteX11" fmla="*/ 13716 w 46672"/>
                <a:gd name="connsiteY11" fmla="*/ 71342 h 71342"/>
                <a:gd name="connsiteX12" fmla="*/ 6858 w 46672"/>
                <a:gd name="connsiteY12" fmla="*/ 71342 h 71342"/>
                <a:gd name="connsiteX13" fmla="*/ 0 w 46672"/>
                <a:gd name="connsiteY13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672" h="71342">
                  <a:moveTo>
                    <a:pt x="0" y="71342"/>
                  </a:moveTo>
                  <a:lnTo>
                    <a:pt x="0" y="0"/>
                  </a:lnTo>
                  <a:lnTo>
                    <a:pt x="46672" y="0"/>
                  </a:lnTo>
                  <a:lnTo>
                    <a:pt x="46672" y="6286"/>
                  </a:lnTo>
                  <a:lnTo>
                    <a:pt x="46672" y="12668"/>
                  </a:lnTo>
                  <a:lnTo>
                    <a:pt x="13716" y="12668"/>
                  </a:lnTo>
                  <a:lnTo>
                    <a:pt x="13716" y="28861"/>
                  </a:lnTo>
                  <a:lnTo>
                    <a:pt x="42482" y="28861"/>
                  </a:lnTo>
                  <a:lnTo>
                    <a:pt x="42482" y="35052"/>
                  </a:lnTo>
                  <a:lnTo>
                    <a:pt x="42482" y="41148"/>
                  </a:lnTo>
                  <a:lnTo>
                    <a:pt x="13716" y="41148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6" name="任意多边形: 形状 75"/>
            <p:cNvSpPr/>
            <p:nvPr/>
          </p:nvSpPr>
          <p:spPr>
            <a:xfrm>
              <a:off x="9125575" y="5368507"/>
              <a:ext cx="191311" cy="255422"/>
            </a:xfrm>
            <a:custGeom>
              <a:avLst/>
              <a:gdLst>
                <a:gd name="connsiteX0" fmla="*/ 19907 w 53435"/>
                <a:gd name="connsiteY0" fmla="*/ 12668 h 71342"/>
                <a:gd name="connsiteX1" fmla="*/ 0 w 53435"/>
                <a:gd name="connsiteY1" fmla="*/ 12668 h 71342"/>
                <a:gd name="connsiteX2" fmla="*/ 0 w 53435"/>
                <a:gd name="connsiteY2" fmla="*/ 6382 h 71342"/>
                <a:gd name="connsiteX3" fmla="*/ 0 w 53435"/>
                <a:gd name="connsiteY3" fmla="*/ 0 h 71342"/>
                <a:gd name="connsiteX4" fmla="*/ 53435 w 53435"/>
                <a:gd name="connsiteY4" fmla="*/ 0 h 71342"/>
                <a:gd name="connsiteX5" fmla="*/ 53435 w 53435"/>
                <a:gd name="connsiteY5" fmla="*/ 6286 h 71342"/>
                <a:gd name="connsiteX6" fmla="*/ 53435 w 53435"/>
                <a:gd name="connsiteY6" fmla="*/ 12668 h 71342"/>
                <a:gd name="connsiteX7" fmla="*/ 33528 w 53435"/>
                <a:gd name="connsiteY7" fmla="*/ 12668 h 71342"/>
                <a:gd name="connsiteX8" fmla="*/ 33528 w 53435"/>
                <a:gd name="connsiteY8" fmla="*/ 71342 h 71342"/>
                <a:gd name="connsiteX9" fmla="*/ 26765 w 53435"/>
                <a:gd name="connsiteY9" fmla="*/ 71342 h 71342"/>
                <a:gd name="connsiteX10" fmla="*/ 19907 w 53435"/>
                <a:gd name="connsiteY10" fmla="*/ 71342 h 71342"/>
                <a:gd name="connsiteX11" fmla="*/ 19907 w 53435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435" h="71342">
                  <a:moveTo>
                    <a:pt x="19907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435" y="0"/>
                  </a:lnTo>
                  <a:lnTo>
                    <a:pt x="53435" y="6286"/>
                  </a:lnTo>
                  <a:lnTo>
                    <a:pt x="53435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765" y="71342"/>
                  </a:lnTo>
                  <a:lnTo>
                    <a:pt x="19907" y="71342"/>
                  </a:lnTo>
                  <a:lnTo>
                    <a:pt x="19907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9359176" y="5368507"/>
              <a:ext cx="178350" cy="255422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8" name="任意多边形: 形状 77"/>
            <p:cNvSpPr/>
            <p:nvPr/>
          </p:nvSpPr>
          <p:spPr>
            <a:xfrm>
              <a:off x="9582992" y="5361619"/>
              <a:ext cx="210640" cy="269550"/>
            </a:xfrm>
            <a:custGeom>
              <a:avLst/>
              <a:gdLst>
                <a:gd name="connsiteX0" fmla="*/ 57898 w 58834"/>
                <a:gd name="connsiteY0" fmla="*/ 48174 h 75288"/>
                <a:gd name="connsiteX1" fmla="*/ 48944 w 58834"/>
                <a:gd name="connsiteY1" fmla="*/ 67796 h 75288"/>
                <a:gd name="connsiteX2" fmla="*/ 29894 w 58834"/>
                <a:gd name="connsiteY2" fmla="*/ 75130 h 75288"/>
                <a:gd name="connsiteX3" fmla="*/ 7891 w 58834"/>
                <a:gd name="connsiteY3" fmla="*/ 65034 h 75288"/>
                <a:gd name="connsiteX4" fmla="*/ -300 w 58834"/>
                <a:gd name="connsiteY4" fmla="*/ 37887 h 75288"/>
                <a:gd name="connsiteX5" fmla="*/ 7891 w 58834"/>
                <a:gd name="connsiteY5" fmla="*/ 10170 h 75288"/>
                <a:gd name="connsiteX6" fmla="*/ 29894 w 58834"/>
                <a:gd name="connsiteY6" fmla="*/ -117 h 75288"/>
                <a:gd name="connsiteX7" fmla="*/ 48944 w 58834"/>
                <a:gd name="connsiteY7" fmla="*/ 6741 h 75288"/>
                <a:gd name="connsiteX8" fmla="*/ 58469 w 58834"/>
                <a:gd name="connsiteY8" fmla="*/ 25314 h 75288"/>
                <a:gd name="connsiteX9" fmla="*/ 44753 w 58834"/>
                <a:gd name="connsiteY9" fmla="*/ 25314 h 75288"/>
                <a:gd name="connsiteX10" fmla="*/ 40181 w 58834"/>
                <a:gd name="connsiteY10" fmla="*/ 15789 h 75288"/>
                <a:gd name="connsiteX11" fmla="*/ 30656 w 58834"/>
                <a:gd name="connsiteY11" fmla="*/ 12360 h 75288"/>
                <a:gd name="connsiteX12" fmla="*/ 18655 w 58834"/>
                <a:gd name="connsiteY12" fmla="*/ 19028 h 75288"/>
                <a:gd name="connsiteX13" fmla="*/ 14368 w 58834"/>
                <a:gd name="connsiteY13" fmla="*/ 37411 h 75288"/>
                <a:gd name="connsiteX14" fmla="*/ 18655 w 58834"/>
                <a:gd name="connsiteY14" fmla="*/ 55318 h 75288"/>
                <a:gd name="connsiteX15" fmla="*/ 39019 w 58834"/>
                <a:gd name="connsiteY15" fmla="*/ 59269 h 75288"/>
                <a:gd name="connsiteX16" fmla="*/ 40657 w 58834"/>
                <a:gd name="connsiteY16" fmla="*/ 57985 h 75288"/>
                <a:gd name="connsiteX17" fmla="*/ 45229 w 58834"/>
                <a:gd name="connsiteY17" fmla="*/ 47793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34" h="75288">
                  <a:moveTo>
                    <a:pt x="57898" y="48174"/>
                  </a:moveTo>
                  <a:cubicBezTo>
                    <a:pt x="57422" y="55592"/>
                    <a:pt x="54235" y="62576"/>
                    <a:pt x="48944" y="67796"/>
                  </a:cubicBezTo>
                  <a:cubicBezTo>
                    <a:pt x="43796" y="72635"/>
                    <a:pt x="36958" y="75267"/>
                    <a:pt x="29894" y="75130"/>
                  </a:cubicBezTo>
                  <a:cubicBezTo>
                    <a:pt x="21367" y="75479"/>
                    <a:pt x="13188" y="71726"/>
                    <a:pt x="7891" y="65034"/>
                  </a:cubicBezTo>
                  <a:cubicBezTo>
                    <a:pt x="2076" y="57219"/>
                    <a:pt x="-823" y="47615"/>
                    <a:pt x="-300" y="37887"/>
                  </a:cubicBezTo>
                  <a:cubicBezTo>
                    <a:pt x="-845" y="27980"/>
                    <a:pt x="2049" y="18189"/>
                    <a:pt x="7891" y="10170"/>
                  </a:cubicBezTo>
                  <a:cubicBezTo>
                    <a:pt x="13138" y="3393"/>
                    <a:pt x="21330" y="-437"/>
                    <a:pt x="29894" y="-117"/>
                  </a:cubicBezTo>
                  <a:cubicBezTo>
                    <a:pt x="36879" y="-297"/>
                    <a:pt x="43676" y="2151"/>
                    <a:pt x="48944" y="6741"/>
                  </a:cubicBezTo>
                  <a:cubicBezTo>
                    <a:pt x="54348" y="11509"/>
                    <a:pt x="57750" y="18143"/>
                    <a:pt x="58469" y="25314"/>
                  </a:cubicBezTo>
                  <a:lnTo>
                    <a:pt x="44753" y="25314"/>
                  </a:lnTo>
                  <a:cubicBezTo>
                    <a:pt x="44522" y="21667"/>
                    <a:pt x="42882" y="18251"/>
                    <a:pt x="40181" y="15789"/>
                  </a:cubicBezTo>
                  <a:cubicBezTo>
                    <a:pt x="37514" y="13552"/>
                    <a:pt x="34138" y="12337"/>
                    <a:pt x="30656" y="12360"/>
                  </a:cubicBezTo>
                  <a:cubicBezTo>
                    <a:pt x="25746" y="12257"/>
                    <a:pt x="21161" y="14804"/>
                    <a:pt x="18655" y="19028"/>
                  </a:cubicBezTo>
                  <a:cubicBezTo>
                    <a:pt x="15500" y="24621"/>
                    <a:pt x="14013" y="31000"/>
                    <a:pt x="14368" y="37411"/>
                  </a:cubicBezTo>
                  <a:cubicBezTo>
                    <a:pt x="14018" y="43670"/>
                    <a:pt x="15508" y="49896"/>
                    <a:pt x="18655" y="55318"/>
                  </a:cubicBezTo>
                  <a:cubicBezTo>
                    <a:pt x="23187" y="62033"/>
                    <a:pt x="32305" y="63801"/>
                    <a:pt x="39019" y="59269"/>
                  </a:cubicBezTo>
                  <a:cubicBezTo>
                    <a:pt x="39595" y="58880"/>
                    <a:pt x="40142" y="58451"/>
                    <a:pt x="40657" y="57985"/>
                  </a:cubicBezTo>
                  <a:cubicBezTo>
                    <a:pt x="43349" y="55242"/>
                    <a:pt x="44971" y="51627"/>
                    <a:pt x="45229" y="4779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9" name="任意多边形: 形状 78"/>
            <p:cNvSpPr/>
            <p:nvPr/>
          </p:nvSpPr>
          <p:spPr>
            <a:xfrm>
              <a:off x="9838646" y="5368507"/>
              <a:ext cx="189947" cy="255422"/>
            </a:xfrm>
            <a:custGeom>
              <a:avLst/>
              <a:gdLst>
                <a:gd name="connsiteX0" fmla="*/ 0 w 53054"/>
                <a:gd name="connsiteY0" fmla="*/ 0 h 71342"/>
                <a:gd name="connsiteX1" fmla="*/ 6763 w 53054"/>
                <a:gd name="connsiteY1" fmla="*/ 0 h 71342"/>
                <a:gd name="connsiteX2" fmla="*/ 13621 w 53054"/>
                <a:gd name="connsiteY2" fmla="*/ 0 h 71342"/>
                <a:gd name="connsiteX3" fmla="*/ 13621 w 53054"/>
                <a:gd name="connsiteY3" fmla="*/ 26765 h 71342"/>
                <a:gd name="connsiteX4" fmla="*/ 39338 w 53054"/>
                <a:gd name="connsiteY4" fmla="*/ 26765 h 71342"/>
                <a:gd name="connsiteX5" fmla="*/ 39338 w 53054"/>
                <a:gd name="connsiteY5" fmla="*/ 0 h 71342"/>
                <a:gd name="connsiteX6" fmla="*/ 46196 w 53054"/>
                <a:gd name="connsiteY6" fmla="*/ 0 h 71342"/>
                <a:gd name="connsiteX7" fmla="*/ 53054 w 53054"/>
                <a:gd name="connsiteY7" fmla="*/ 0 h 71342"/>
                <a:gd name="connsiteX8" fmla="*/ 53054 w 53054"/>
                <a:gd name="connsiteY8" fmla="*/ 71342 h 71342"/>
                <a:gd name="connsiteX9" fmla="*/ 46196 w 53054"/>
                <a:gd name="connsiteY9" fmla="*/ 71342 h 71342"/>
                <a:gd name="connsiteX10" fmla="*/ 39338 w 53054"/>
                <a:gd name="connsiteY10" fmla="*/ 71342 h 71342"/>
                <a:gd name="connsiteX11" fmla="*/ 39338 w 53054"/>
                <a:gd name="connsiteY11" fmla="*/ 39053 h 71342"/>
                <a:gd name="connsiteX12" fmla="*/ 13621 w 53054"/>
                <a:gd name="connsiteY12" fmla="*/ 39053 h 71342"/>
                <a:gd name="connsiteX13" fmla="*/ 13621 w 53054"/>
                <a:gd name="connsiteY13" fmla="*/ 71342 h 71342"/>
                <a:gd name="connsiteX14" fmla="*/ 6858 w 53054"/>
                <a:gd name="connsiteY14" fmla="*/ 71342 h 71342"/>
                <a:gd name="connsiteX15" fmla="*/ 0 w 53054"/>
                <a:gd name="connsiteY15" fmla="*/ 71342 h 71342"/>
                <a:gd name="connsiteX16" fmla="*/ 0 w 53054"/>
                <a:gd name="connsiteY1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3054" h="71342">
                  <a:moveTo>
                    <a:pt x="0" y="0"/>
                  </a:moveTo>
                  <a:lnTo>
                    <a:pt x="6763" y="0"/>
                  </a:lnTo>
                  <a:lnTo>
                    <a:pt x="13621" y="0"/>
                  </a:lnTo>
                  <a:lnTo>
                    <a:pt x="13621" y="26765"/>
                  </a:lnTo>
                  <a:lnTo>
                    <a:pt x="39338" y="26765"/>
                  </a:lnTo>
                  <a:lnTo>
                    <a:pt x="39338" y="0"/>
                  </a:lnTo>
                  <a:lnTo>
                    <a:pt x="46196" y="0"/>
                  </a:lnTo>
                  <a:lnTo>
                    <a:pt x="53054" y="0"/>
                  </a:lnTo>
                  <a:lnTo>
                    <a:pt x="53054" y="71342"/>
                  </a:lnTo>
                  <a:lnTo>
                    <a:pt x="46196" y="71342"/>
                  </a:lnTo>
                  <a:lnTo>
                    <a:pt x="39338" y="71342"/>
                  </a:lnTo>
                  <a:lnTo>
                    <a:pt x="39338" y="39053"/>
                  </a:lnTo>
                  <a:lnTo>
                    <a:pt x="13621" y="39053"/>
                  </a:lnTo>
                  <a:lnTo>
                    <a:pt x="13621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0" name="任意多边形: 形状 79"/>
            <p:cNvSpPr/>
            <p:nvPr/>
          </p:nvSpPr>
          <p:spPr>
            <a:xfrm>
              <a:off x="10087592" y="5368507"/>
              <a:ext cx="191651" cy="255422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288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4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2 w 53530"/>
                <a:gd name="connsiteY11" fmla="*/ 71342 h 71342"/>
                <a:gd name="connsiteX12" fmla="*/ 39814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288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4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2" y="71342"/>
                  </a:lnTo>
                  <a:lnTo>
                    <a:pt x="39814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1" name="任意多边形: 形状 80"/>
            <p:cNvSpPr/>
            <p:nvPr/>
          </p:nvSpPr>
          <p:spPr>
            <a:xfrm>
              <a:off x="10328808" y="5362346"/>
              <a:ext cx="226243" cy="269468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2" name="任意多边形: 形状 81"/>
            <p:cNvSpPr/>
            <p:nvPr/>
          </p:nvSpPr>
          <p:spPr>
            <a:xfrm>
              <a:off x="10607305" y="5368507"/>
              <a:ext cx="165733" cy="255422"/>
            </a:xfrm>
            <a:custGeom>
              <a:avLst/>
              <a:gdLst>
                <a:gd name="connsiteX0" fmla="*/ 0 w 46291"/>
                <a:gd name="connsiteY0" fmla="*/ 71342 h 71342"/>
                <a:gd name="connsiteX1" fmla="*/ 0 w 46291"/>
                <a:gd name="connsiteY1" fmla="*/ 0 h 71342"/>
                <a:gd name="connsiteX2" fmla="*/ 6858 w 46291"/>
                <a:gd name="connsiteY2" fmla="*/ 0 h 71342"/>
                <a:gd name="connsiteX3" fmla="*/ 13716 w 46291"/>
                <a:gd name="connsiteY3" fmla="*/ 0 h 71342"/>
                <a:gd name="connsiteX4" fmla="*/ 13716 w 46291"/>
                <a:gd name="connsiteY4" fmla="*/ 58674 h 71342"/>
                <a:gd name="connsiteX5" fmla="*/ 46292 w 46291"/>
                <a:gd name="connsiteY5" fmla="*/ 58674 h 71342"/>
                <a:gd name="connsiteX6" fmla="*/ 46292 w 46291"/>
                <a:gd name="connsiteY6" fmla="*/ 65056 h 71342"/>
                <a:gd name="connsiteX7" fmla="*/ 46292 w 46291"/>
                <a:gd name="connsiteY7" fmla="*/ 71342 h 71342"/>
                <a:gd name="connsiteX8" fmla="*/ 0 w 46291"/>
                <a:gd name="connsiteY8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291" h="71342">
                  <a:moveTo>
                    <a:pt x="0" y="71342"/>
                  </a:moveTo>
                  <a:lnTo>
                    <a:pt x="0" y="0"/>
                  </a:lnTo>
                  <a:lnTo>
                    <a:pt x="6858" y="0"/>
                  </a:lnTo>
                  <a:lnTo>
                    <a:pt x="13716" y="0"/>
                  </a:lnTo>
                  <a:lnTo>
                    <a:pt x="13716" y="58674"/>
                  </a:lnTo>
                  <a:lnTo>
                    <a:pt x="46292" y="58674"/>
                  </a:lnTo>
                  <a:lnTo>
                    <a:pt x="46292" y="65056"/>
                  </a:lnTo>
                  <a:lnTo>
                    <a:pt x="46292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3" name="任意多边形: 形状 82"/>
            <p:cNvSpPr/>
            <p:nvPr/>
          </p:nvSpPr>
          <p:spPr>
            <a:xfrm>
              <a:off x="10809635" y="5362364"/>
              <a:ext cx="226565" cy="269425"/>
            </a:xfrm>
            <a:custGeom>
              <a:avLst/>
              <a:gdLst>
                <a:gd name="connsiteX0" fmla="*/ 8273 w 63282"/>
                <a:gd name="connsiteY0" fmla="*/ 65016 h 75253"/>
                <a:gd name="connsiteX1" fmla="*/ -300 w 63282"/>
                <a:gd name="connsiteY1" fmla="*/ 37870 h 75253"/>
                <a:gd name="connsiteX2" fmla="*/ 8273 w 63282"/>
                <a:gd name="connsiteY2" fmla="*/ 10152 h 75253"/>
                <a:gd name="connsiteX3" fmla="*/ 51850 w 63282"/>
                <a:gd name="connsiteY3" fmla="*/ 7722 h 75253"/>
                <a:gd name="connsiteX4" fmla="*/ 54279 w 63282"/>
                <a:gd name="connsiteY4" fmla="*/ 10152 h 75253"/>
                <a:gd name="connsiteX5" fmla="*/ 62852 w 63282"/>
                <a:gd name="connsiteY5" fmla="*/ 37870 h 75253"/>
                <a:gd name="connsiteX6" fmla="*/ 54279 w 63282"/>
                <a:gd name="connsiteY6" fmla="*/ 65016 h 75253"/>
                <a:gd name="connsiteX7" fmla="*/ 10135 w 63282"/>
                <a:gd name="connsiteY7" fmla="*/ 66878 h 75253"/>
                <a:gd name="connsiteX8" fmla="*/ 8273 w 63282"/>
                <a:gd name="connsiteY8" fmla="*/ 65016 h 75253"/>
                <a:gd name="connsiteX9" fmla="*/ 44373 w 63282"/>
                <a:gd name="connsiteY9" fmla="*/ 55491 h 75253"/>
                <a:gd name="connsiteX10" fmla="*/ 49135 w 63282"/>
                <a:gd name="connsiteY10" fmla="*/ 37393 h 75253"/>
                <a:gd name="connsiteX11" fmla="*/ 44373 w 63282"/>
                <a:gd name="connsiteY11" fmla="*/ 18343 h 75253"/>
                <a:gd name="connsiteX12" fmla="*/ 21754 w 63282"/>
                <a:gd name="connsiteY12" fmla="*/ 14769 h 75253"/>
                <a:gd name="connsiteX13" fmla="*/ 18179 w 63282"/>
                <a:gd name="connsiteY13" fmla="*/ 18343 h 75253"/>
                <a:gd name="connsiteX14" fmla="*/ 13416 w 63282"/>
                <a:gd name="connsiteY14" fmla="*/ 37393 h 75253"/>
                <a:gd name="connsiteX15" fmla="*/ 18084 w 63282"/>
                <a:gd name="connsiteY15" fmla="*/ 55491 h 75253"/>
                <a:gd name="connsiteX16" fmla="*/ 41007 w 63282"/>
                <a:gd name="connsiteY16" fmla="*/ 58857 h 75253"/>
                <a:gd name="connsiteX17" fmla="*/ 44372 w 63282"/>
                <a:gd name="connsiteY17" fmla="*/ 55491 h 7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282" h="75253">
                  <a:moveTo>
                    <a:pt x="8273" y="65016"/>
                  </a:moveTo>
                  <a:cubicBezTo>
                    <a:pt x="2208" y="57312"/>
                    <a:pt x="-840" y="47660"/>
                    <a:pt x="-300" y="37870"/>
                  </a:cubicBezTo>
                  <a:cubicBezTo>
                    <a:pt x="-859" y="27901"/>
                    <a:pt x="2183" y="18064"/>
                    <a:pt x="8273" y="10152"/>
                  </a:cubicBezTo>
                  <a:cubicBezTo>
                    <a:pt x="19636" y="-2552"/>
                    <a:pt x="39145" y="-3640"/>
                    <a:pt x="51850" y="7722"/>
                  </a:cubicBezTo>
                  <a:cubicBezTo>
                    <a:pt x="52704" y="8487"/>
                    <a:pt x="53515" y="9298"/>
                    <a:pt x="54279" y="10152"/>
                  </a:cubicBezTo>
                  <a:cubicBezTo>
                    <a:pt x="60368" y="18064"/>
                    <a:pt x="63410" y="27901"/>
                    <a:pt x="62852" y="37870"/>
                  </a:cubicBezTo>
                  <a:cubicBezTo>
                    <a:pt x="63392" y="47660"/>
                    <a:pt x="60345" y="57312"/>
                    <a:pt x="54279" y="65016"/>
                  </a:cubicBezTo>
                  <a:cubicBezTo>
                    <a:pt x="42604" y="77720"/>
                    <a:pt x="22840" y="78554"/>
                    <a:pt x="10135" y="66878"/>
                  </a:cubicBezTo>
                  <a:cubicBezTo>
                    <a:pt x="9489" y="66284"/>
                    <a:pt x="8867" y="65663"/>
                    <a:pt x="8273" y="65016"/>
                  </a:cubicBezTo>
                  <a:moveTo>
                    <a:pt x="44373" y="55491"/>
                  </a:moveTo>
                  <a:cubicBezTo>
                    <a:pt x="47818" y="50107"/>
                    <a:pt x="49485" y="43776"/>
                    <a:pt x="49135" y="37393"/>
                  </a:cubicBezTo>
                  <a:cubicBezTo>
                    <a:pt x="49590" y="30701"/>
                    <a:pt x="47923" y="24035"/>
                    <a:pt x="44373" y="18343"/>
                  </a:cubicBezTo>
                  <a:cubicBezTo>
                    <a:pt x="39114" y="11110"/>
                    <a:pt x="28987" y="9510"/>
                    <a:pt x="21754" y="14769"/>
                  </a:cubicBezTo>
                  <a:cubicBezTo>
                    <a:pt x="20382" y="15766"/>
                    <a:pt x="19176" y="16972"/>
                    <a:pt x="18179" y="18343"/>
                  </a:cubicBezTo>
                  <a:cubicBezTo>
                    <a:pt x="14629" y="24035"/>
                    <a:pt x="12962" y="30701"/>
                    <a:pt x="13416" y="37393"/>
                  </a:cubicBezTo>
                  <a:cubicBezTo>
                    <a:pt x="13083" y="43762"/>
                    <a:pt x="14712" y="50078"/>
                    <a:pt x="18084" y="55491"/>
                  </a:cubicBezTo>
                  <a:cubicBezTo>
                    <a:pt x="23484" y="62750"/>
                    <a:pt x="33747" y="64257"/>
                    <a:pt x="41007" y="58857"/>
                  </a:cubicBezTo>
                  <a:cubicBezTo>
                    <a:pt x="42286" y="57904"/>
                    <a:pt x="43420" y="56771"/>
                    <a:pt x="44372" y="5549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4" name="任意多边形: 形状 83"/>
            <p:cNvSpPr/>
            <p:nvPr/>
          </p:nvSpPr>
          <p:spPr>
            <a:xfrm>
              <a:off x="11076794" y="5362260"/>
              <a:ext cx="220730" cy="269550"/>
            </a:xfrm>
            <a:custGeom>
              <a:avLst/>
              <a:gdLst>
                <a:gd name="connsiteX0" fmla="*/ 31189 w 61652"/>
                <a:gd name="connsiteY0" fmla="*/ 74570 h 75288"/>
                <a:gd name="connsiteX1" fmla="*/ 8329 w 61652"/>
                <a:gd name="connsiteY1" fmla="*/ 65045 h 75288"/>
                <a:gd name="connsiteX2" fmla="*/ 8329 w 61652"/>
                <a:gd name="connsiteY2" fmla="*/ 10181 h 75288"/>
                <a:gd name="connsiteX3" fmla="*/ 32046 w 61652"/>
                <a:gd name="connsiteY3" fmla="*/ -106 h 75288"/>
                <a:gd name="connsiteX4" fmla="*/ 51763 w 61652"/>
                <a:gd name="connsiteY4" fmla="*/ 6371 h 75288"/>
                <a:gd name="connsiteX5" fmla="*/ 60812 w 61652"/>
                <a:gd name="connsiteY5" fmla="*/ 23897 h 75288"/>
                <a:gd name="connsiteX6" fmla="*/ 47382 w 61652"/>
                <a:gd name="connsiteY6" fmla="*/ 23897 h 75288"/>
                <a:gd name="connsiteX7" fmla="*/ 42524 w 61652"/>
                <a:gd name="connsiteY7" fmla="*/ 15801 h 75288"/>
                <a:gd name="connsiteX8" fmla="*/ 32999 w 61652"/>
                <a:gd name="connsiteY8" fmla="*/ 12277 h 75288"/>
                <a:gd name="connsiteX9" fmla="*/ 18997 w 61652"/>
                <a:gd name="connsiteY9" fmla="*/ 18944 h 75288"/>
                <a:gd name="connsiteX10" fmla="*/ 18997 w 61652"/>
                <a:gd name="connsiteY10" fmla="*/ 56091 h 75288"/>
                <a:gd name="connsiteX11" fmla="*/ 33190 w 61652"/>
                <a:gd name="connsiteY11" fmla="*/ 62473 h 75288"/>
                <a:gd name="connsiteX12" fmla="*/ 33190 w 61652"/>
                <a:gd name="connsiteY12" fmla="*/ 62473 h 75288"/>
                <a:gd name="connsiteX13" fmla="*/ 45572 w 61652"/>
                <a:gd name="connsiteY13" fmla="*/ 55806 h 75288"/>
                <a:gd name="connsiteX14" fmla="*/ 49191 w 61652"/>
                <a:gd name="connsiteY14" fmla="*/ 47043 h 75288"/>
                <a:gd name="connsiteX15" fmla="*/ 33761 w 61652"/>
                <a:gd name="connsiteY15" fmla="*/ 47043 h 75288"/>
                <a:gd name="connsiteX16" fmla="*/ 33761 w 61652"/>
                <a:gd name="connsiteY16" fmla="*/ 34756 h 75288"/>
                <a:gd name="connsiteX17" fmla="*/ 61288 w 61652"/>
                <a:gd name="connsiteY17" fmla="*/ 34756 h 75288"/>
                <a:gd name="connsiteX18" fmla="*/ 61288 w 61652"/>
                <a:gd name="connsiteY18" fmla="*/ 72856 h 75288"/>
                <a:gd name="connsiteX19" fmla="*/ 51763 w 61652"/>
                <a:gd name="connsiteY19" fmla="*/ 72856 h 75288"/>
                <a:gd name="connsiteX20" fmla="*/ 50430 w 61652"/>
                <a:gd name="connsiteY20" fmla="*/ 63331 h 75288"/>
                <a:gd name="connsiteX21" fmla="*/ 50239 w 61652"/>
                <a:gd name="connsiteY21" fmla="*/ 65045 h 75288"/>
                <a:gd name="connsiteX22" fmla="*/ 31189 w 61652"/>
                <a:gd name="connsiteY22" fmla="*/ 75142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652" h="75288">
                  <a:moveTo>
                    <a:pt x="31189" y="74570"/>
                  </a:moveTo>
                  <a:cubicBezTo>
                    <a:pt x="22517" y="75034"/>
                    <a:pt x="14106" y="71529"/>
                    <a:pt x="8329" y="65045"/>
                  </a:cubicBezTo>
                  <a:cubicBezTo>
                    <a:pt x="-3263" y="48594"/>
                    <a:pt x="-3263" y="26632"/>
                    <a:pt x="8329" y="10181"/>
                  </a:cubicBezTo>
                  <a:cubicBezTo>
                    <a:pt x="14242" y="3301"/>
                    <a:pt x="22982" y="-489"/>
                    <a:pt x="32046" y="-106"/>
                  </a:cubicBezTo>
                  <a:cubicBezTo>
                    <a:pt x="39189" y="-430"/>
                    <a:pt x="46203" y="1874"/>
                    <a:pt x="51763" y="6371"/>
                  </a:cubicBezTo>
                  <a:cubicBezTo>
                    <a:pt x="56972" y="10791"/>
                    <a:pt x="60224" y="17090"/>
                    <a:pt x="60812" y="23897"/>
                  </a:cubicBezTo>
                  <a:lnTo>
                    <a:pt x="47382" y="23897"/>
                  </a:lnTo>
                  <a:cubicBezTo>
                    <a:pt x="46906" y="20659"/>
                    <a:pt x="45157" y="17745"/>
                    <a:pt x="42524" y="15801"/>
                  </a:cubicBezTo>
                  <a:cubicBezTo>
                    <a:pt x="39883" y="13507"/>
                    <a:pt x="36497" y="12254"/>
                    <a:pt x="32999" y="12277"/>
                  </a:cubicBezTo>
                  <a:cubicBezTo>
                    <a:pt x="27508" y="12009"/>
                    <a:pt x="22250" y="14513"/>
                    <a:pt x="18997" y="18944"/>
                  </a:cubicBezTo>
                  <a:cubicBezTo>
                    <a:pt x="12401" y="30448"/>
                    <a:pt x="12401" y="44588"/>
                    <a:pt x="18997" y="56091"/>
                  </a:cubicBezTo>
                  <a:cubicBezTo>
                    <a:pt x="22405" y="60405"/>
                    <a:pt x="27701" y="62787"/>
                    <a:pt x="33190" y="62473"/>
                  </a:cubicBezTo>
                  <a:lnTo>
                    <a:pt x="33190" y="62473"/>
                  </a:lnTo>
                  <a:cubicBezTo>
                    <a:pt x="38219" y="62655"/>
                    <a:pt x="42955" y="60105"/>
                    <a:pt x="45572" y="55806"/>
                  </a:cubicBezTo>
                  <a:cubicBezTo>
                    <a:pt x="47325" y="53142"/>
                    <a:pt x="48554" y="50168"/>
                    <a:pt x="49191" y="47043"/>
                  </a:cubicBezTo>
                  <a:lnTo>
                    <a:pt x="33761" y="47043"/>
                  </a:lnTo>
                  <a:lnTo>
                    <a:pt x="33761" y="34756"/>
                  </a:lnTo>
                  <a:lnTo>
                    <a:pt x="61288" y="34756"/>
                  </a:lnTo>
                  <a:lnTo>
                    <a:pt x="61288" y="72856"/>
                  </a:lnTo>
                  <a:lnTo>
                    <a:pt x="51763" y="72856"/>
                  </a:lnTo>
                  <a:lnTo>
                    <a:pt x="50430" y="63331"/>
                  </a:lnTo>
                  <a:lnTo>
                    <a:pt x="50239" y="65045"/>
                  </a:lnTo>
                  <a:cubicBezTo>
                    <a:pt x="46126" y="71548"/>
                    <a:pt x="38879" y="75388"/>
                    <a:pt x="31189" y="7514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5" name="任意多边形: 形状 84"/>
            <p:cNvSpPr/>
            <p:nvPr/>
          </p:nvSpPr>
          <p:spPr>
            <a:xfrm>
              <a:off x="11336061" y="5368507"/>
              <a:ext cx="208704" cy="255762"/>
            </a:xfrm>
            <a:custGeom>
              <a:avLst/>
              <a:gdLst>
                <a:gd name="connsiteX0" fmla="*/ 22860 w 58293"/>
                <a:gd name="connsiteY0" fmla="*/ 44577 h 71437"/>
                <a:gd name="connsiteX1" fmla="*/ 0 w 58293"/>
                <a:gd name="connsiteY1" fmla="*/ 0 h 71437"/>
                <a:gd name="connsiteX2" fmla="*/ 8096 w 58293"/>
                <a:gd name="connsiteY2" fmla="*/ 0 h 71437"/>
                <a:gd name="connsiteX3" fmla="*/ 16288 w 58293"/>
                <a:gd name="connsiteY3" fmla="*/ 0 h 71437"/>
                <a:gd name="connsiteX4" fmla="*/ 30004 w 58293"/>
                <a:gd name="connsiteY4" fmla="*/ 30956 h 71437"/>
                <a:gd name="connsiteX5" fmla="*/ 29909 w 58293"/>
                <a:gd name="connsiteY5" fmla="*/ 30956 h 71437"/>
                <a:gd name="connsiteX6" fmla="*/ 42767 w 58293"/>
                <a:gd name="connsiteY6" fmla="*/ 0 h 71437"/>
                <a:gd name="connsiteX7" fmla="*/ 50578 w 58293"/>
                <a:gd name="connsiteY7" fmla="*/ 0 h 71437"/>
                <a:gd name="connsiteX8" fmla="*/ 58293 w 58293"/>
                <a:gd name="connsiteY8" fmla="*/ 0 h 71437"/>
                <a:gd name="connsiteX9" fmla="*/ 36576 w 58293"/>
                <a:gd name="connsiteY9" fmla="*/ 44291 h 71437"/>
                <a:gd name="connsiteX10" fmla="*/ 36576 w 58293"/>
                <a:gd name="connsiteY10" fmla="*/ 71438 h 71437"/>
                <a:gd name="connsiteX11" fmla="*/ 29813 w 58293"/>
                <a:gd name="connsiteY11" fmla="*/ 71438 h 71437"/>
                <a:gd name="connsiteX12" fmla="*/ 22860 w 58293"/>
                <a:gd name="connsiteY12" fmla="*/ 71438 h 71437"/>
                <a:gd name="connsiteX13" fmla="*/ 22860 w 58293"/>
                <a:gd name="connsiteY13" fmla="*/ 44577 h 71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293" h="71437">
                  <a:moveTo>
                    <a:pt x="22860" y="44577"/>
                  </a:moveTo>
                  <a:lnTo>
                    <a:pt x="0" y="0"/>
                  </a:lnTo>
                  <a:lnTo>
                    <a:pt x="8096" y="0"/>
                  </a:lnTo>
                  <a:lnTo>
                    <a:pt x="16288" y="0"/>
                  </a:lnTo>
                  <a:lnTo>
                    <a:pt x="30004" y="30956"/>
                  </a:lnTo>
                  <a:lnTo>
                    <a:pt x="29909" y="30956"/>
                  </a:lnTo>
                  <a:lnTo>
                    <a:pt x="42767" y="0"/>
                  </a:lnTo>
                  <a:lnTo>
                    <a:pt x="50578" y="0"/>
                  </a:lnTo>
                  <a:lnTo>
                    <a:pt x="58293" y="0"/>
                  </a:lnTo>
                  <a:lnTo>
                    <a:pt x="36576" y="44291"/>
                  </a:lnTo>
                  <a:lnTo>
                    <a:pt x="36576" y="71438"/>
                  </a:lnTo>
                  <a:lnTo>
                    <a:pt x="29813" y="71438"/>
                  </a:lnTo>
                  <a:lnTo>
                    <a:pt x="22860" y="71438"/>
                  </a:lnTo>
                  <a:lnTo>
                    <a:pt x="22860" y="4457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6" name="任意多边形: 形状 85"/>
            <p:cNvSpPr/>
            <p:nvPr/>
          </p:nvSpPr>
          <p:spPr>
            <a:xfrm>
              <a:off x="7739657" y="4315441"/>
              <a:ext cx="601915" cy="803025"/>
            </a:xfrm>
            <a:custGeom>
              <a:avLst/>
              <a:gdLst>
                <a:gd name="connsiteX0" fmla="*/ 157088 w 168121"/>
                <a:gd name="connsiteY0" fmla="*/ 5007 h 224293"/>
                <a:gd name="connsiteX1" fmla="*/ 138038 w 168121"/>
                <a:gd name="connsiteY1" fmla="*/ 3579 h 224293"/>
                <a:gd name="connsiteX2" fmla="*/ 128513 w 168121"/>
                <a:gd name="connsiteY2" fmla="*/ -136 h 224293"/>
                <a:gd name="connsiteX3" fmla="*/ 86032 w 168121"/>
                <a:gd name="connsiteY3" fmla="*/ 13675 h 224293"/>
                <a:gd name="connsiteX4" fmla="*/ 71839 w 168121"/>
                <a:gd name="connsiteY4" fmla="*/ 15104 h 224293"/>
                <a:gd name="connsiteX5" fmla="*/ 53933 w 168121"/>
                <a:gd name="connsiteY5" fmla="*/ 22438 h 224293"/>
                <a:gd name="connsiteX6" fmla="*/ 43455 w 168121"/>
                <a:gd name="connsiteY6" fmla="*/ 25772 h 224293"/>
                <a:gd name="connsiteX7" fmla="*/ 35454 w 168121"/>
                <a:gd name="connsiteY7" fmla="*/ 26629 h 224293"/>
                <a:gd name="connsiteX8" fmla="*/ 26977 w 168121"/>
                <a:gd name="connsiteY8" fmla="*/ 21486 h 224293"/>
                <a:gd name="connsiteX9" fmla="*/ 20405 w 168121"/>
                <a:gd name="connsiteY9" fmla="*/ 35011 h 224293"/>
                <a:gd name="connsiteX10" fmla="*/ 17737 w 168121"/>
                <a:gd name="connsiteY10" fmla="*/ 48346 h 224293"/>
                <a:gd name="connsiteX11" fmla="*/ 16499 w 168121"/>
                <a:gd name="connsiteY11" fmla="*/ 56157 h 224293"/>
                <a:gd name="connsiteX12" fmla="*/ 19547 w 168121"/>
                <a:gd name="connsiteY12" fmla="*/ 66444 h 224293"/>
                <a:gd name="connsiteX13" fmla="*/ 22024 w 168121"/>
                <a:gd name="connsiteY13" fmla="*/ 90542 h 224293"/>
                <a:gd name="connsiteX14" fmla="*/ 16880 w 168121"/>
                <a:gd name="connsiteY14" fmla="*/ 105496 h 224293"/>
                <a:gd name="connsiteX15" fmla="*/ 19548 w 168121"/>
                <a:gd name="connsiteY15" fmla="*/ 115021 h 224293"/>
                <a:gd name="connsiteX16" fmla="*/ 24310 w 168121"/>
                <a:gd name="connsiteY16" fmla="*/ 123879 h 224293"/>
                <a:gd name="connsiteX17" fmla="*/ 26405 w 168121"/>
                <a:gd name="connsiteY17" fmla="*/ 129975 h 224293"/>
                <a:gd name="connsiteX18" fmla="*/ 29072 w 168121"/>
                <a:gd name="connsiteY18" fmla="*/ 134166 h 224293"/>
                <a:gd name="connsiteX19" fmla="*/ 34406 w 168121"/>
                <a:gd name="connsiteY19" fmla="*/ 134928 h 224293"/>
                <a:gd name="connsiteX20" fmla="*/ 40978 w 168121"/>
                <a:gd name="connsiteY20" fmla="*/ 133500 h 224293"/>
                <a:gd name="connsiteX21" fmla="*/ 48122 w 168121"/>
                <a:gd name="connsiteY21" fmla="*/ 131499 h 224293"/>
                <a:gd name="connsiteX22" fmla="*/ 53742 w 168121"/>
                <a:gd name="connsiteY22" fmla="*/ 132261 h 224293"/>
                <a:gd name="connsiteX23" fmla="*/ 52695 w 168121"/>
                <a:gd name="connsiteY23" fmla="*/ 141786 h 224293"/>
                <a:gd name="connsiteX24" fmla="*/ 48599 w 168121"/>
                <a:gd name="connsiteY24" fmla="*/ 145501 h 224293"/>
                <a:gd name="connsiteX25" fmla="*/ 44027 w 168121"/>
                <a:gd name="connsiteY25" fmla="*/ 145501 h 224293"/>
                <a:gd name="connsiteX26" fmla="*/ 39359 w 168121"/>
                <a:gd name="connsiteY26" fmla="*/ 146358 h 224293"/>
                <a:gd name="connsiteX27" fmla="*/ 34978 w 168121"/>
                <a:gd name="connsiteY27" fmla="*/ 144930 h 224293"/>
                <a:gd name="connsiteX28" fmla="*/ 30692 w 168121"/>
                <a:gd name="connsiteY28" fmla="*/ 150645 h 224293"/>
                <a:gd name="connsiteX29" fmla="*/ 29834 w 168121"/>
                <a:gd name="connsiteY29" fmla="*/ 158455 h 224293"/>
                <a:gd name="connsiteX30" fmla="*/ 29834 w 168121"/>
                <a:gd name="connsiteY30" fmla="*/ 164837 h 224293"/>
                <a:gd name="connsiteX31" fmla="*/ 36407 w 168121"/>
                <a:gd name="connsiteY31" fmla="*/ 168171 h 224293"/>
                <a:gd name="connsiteX32" fmla="*/ 44217 w 168121"/>
                <a:gd name="connsiteY32" fmla="*/ 169219 h 224293"/>
                <a:gd name="connsiteX33" fmla="*/ 47361 w 168121"/>
                <a:gd name="connsiteY33" fmla="*/ 174553 h 224293"/>
                <a:gd name="connsiteX34" fmla="*/ 28311 w 168121"/>
                <a:gd name="connsiteY34" fmla="*/ 182935 h 224293"/>
                <a:gd name="connsiteX35" fmla="*/ 13261 w 168121"/>
                <a:gd name="connsiteY35" fmla="*/ 188078 h 224293"/>
                <a:gd name="connsiteX36" fmla="*/ 8117 w 168121"/>
                <a:gd name="connsiteY36" fmla="*/ 185602 h 224293"/>
                <a:gd name="connsiteX37" fmla="*/ 4021 w 168121"/>
                <a:gd name="connsiteY37" fmla="*/ 188935 h 224293"/>
                <a:gd name="connsiteX38" fmla="*/ 306 w 168121"/>
                <a:gd name="connsiteY38" fmla="*/ 196746 h 224293"/>
                <a:gd name="connsiteX39" fmla="*/ -264 w 168121"/>
                <a:gd name="connsiteY39" fmla="*/ 203508 h 224293"/>
                <a:gd name="connsiteX40" fmla="*/ 2212 w 168121"/>
                <a:gd name="connsiteY40" fmla="*/ 218272 h 224293"/>
                <a:gd name="connsiteX41" fmla="*/ 13261 w 168121"/>
                <a:gd name="connsiteY41" fmla="*/ 224082 h 224293"/>
                <a:gd name="connsiteX42" fmla="*/ 30787 w 168121"/>
                <a:gd name="connsiteY42" fmla="*/ 218748 h 224293"/>
                <a:gd name="connsiteX43" fmla="*/ 47837 w 168121"/>
                <a:gd name="connsiteY43" fmla="*/ 217034 h 224293"/>
                <a:gd name="connsiteX44" fmla="*/ 64315 w 168121"/>
                <a:gd name="connsiteY44" fmla="*/ 213796 h 224293"/>
                <a:gd name="connsiteX45" fmla="*/ 77840 w 168121"/>
                <a:gd name="connsiteY45" fmla="*/ 211510 h 224293"/>
                <a:gd name="connsiteX46" fmla="*/ 89937 w 168121"/>
                <a:gd name="connsiteY46" fmla="*/ 210271 h 224293"/>
                <a:gd name="connsiteX47" fmla="*/ 103748 w 168121"/>
                <a:gd name="connsiteY47" fmla="*/ 211128 h 224293"/>
                <a:gd name="connsiteX48" fmla="*/ 129085 w 168121"/>
                <a:gd name="connsiteY48" fmla="*/ 210081 h 224293"/>
                <a:gd name="connsiteX49" fmla="*/ 144420 w 168121"/>
                <a:gd name="connsiteY49" fmla="*/ 212748 h 224293"/>
                <a:gd name="connsiteX50" fmla="*/ 161279 w 168121"/>
                <a:gd name="connsiteY50" fmla="*/ 188459 h 224293"/>
                <a:gd name="connsiteX51" fmla="*/ 151754 w 168121"/>
                <a:gd name="connsiteY51" fmla="*/ 173505 h 224293"/>
                <a:gd name="connsiteX52" fmla="*/ 140229 w 168121"/>
                <a:gd name="connsiteY52" fmla="*/ 173505 h 224293"/>
                <a:gd name="connsiteX53" fmla="*/ 127085 w 168121"/>
                <a:gd name="connsiteY53" fmla="*/ 176172 h 224293"/>
                <a:gd name="connsiteX54" fmla="*/ 116417 w 168121"/>
                <a:gd name="connsiteY54" fmla="*/ 176172 h 224293"/>
                <a:gd name="connsiteX55" fmla="*/ 102224 w 168121"/>
                <a:gd name="connsiteY55" fmla="*/ 178839 h 224293"/>
                <a:gd name="connsiteX56" fmla="*/ 97081 w 168121"/>
                <a:gd name="connsiteY56" fmla="*/ 174743 h 224293"/>
                <a:gd name="connsiteX57" fmla="*/ 100414 w 168121"/>
                <a:gd name="connsiteY57" fmla="*/ 168552 h 224293"/>
                <a:gd name="connsiteX58" fmla="*/ 111083 w 168121"/>
                <a:gd name="connsiteY58" fmla="*/ 164646 h 224293"/>
                <a:gd name="connsiteX59" fmla="*/ 120608 w 168121"/>
                <a:gd name="connsiteY59" fmla="*/ 158074 h 224293"/>
                <a:gd name="connsiteX60" fmla="*/ 122227 w 168121"/>
                <a:gd name="connsiteY60" fmla="*/ 152740 h 224293"/>
                <a:gd name="connsiteX61" fmla="*/ 119560 w 168121"/>
                <a:gd name="connsiteY61" fmla="*/ 139786 h 224293"/>
                <a:gd name="connsiteX62" fmla="*/ 115464 w 168121"/>
                <a:gd name="connsiteY62" fmla="*/ 135024 h 224293"/>
                <a:gd name="connsiteX63" fmla="*/ 105177 w 168121"/>
                <a:gd name="connsiteY63" fmla="*/ 131785 h 224293"/>
                <a:gd name="connsiteX64" fmla="*/ 97747 w 168121"/>
                <a:gd name="connsiteY64" fmla="*/ 135214 h 224293"/>
                <a:gd name="connsiteX65" fmla="*/ 88223 w 168121"/>
                <a:gd name="connsiteY65" fmla="*/ 136929 h 224293"/>
                <a:gd name="connsiteX66" fmla="*/ 88223 w 168121"/>
                <a:gd name="connsiteY66" fmla="*/ 127404 h 224293"/>
                <a:gd name="connsiteX67" fmla="*/ 100414 w 168121"/>
                <a:gd name="connsiteY67" fmla="*/ 123689 h 224293"/>
                <a:gd name="connsiteX68" fmla="*/ 108606 w 168121"/>
                <a:gd name="connsiteY68" fmla="*/ 121022 h 224293"/>
                <a:gd name="connsiteX69" fmla="*/ 116417 w 168121"/>
                <a:gd name="connsiteY69" fmla="*/ 121022 h 224293"/>
                <a:gd name="connsiteX70" fmla="*/ 122798 w 168121"/>
                <a:gd name="connsiteY70" fmla="*/ 114640 h 224293"/>
                <a:gd name="connsiteX71" fmla="*/ 141848 w 168121"/>
                <a:gd name="connsiteY71" fmla="*/ 74826 h 224293"/>
                <a:gd name="connsiteX72" fmla="*/ 150421 w 168121"/>
                <a:gd name="connsiteY72" fmla="*/ 65301 h 224293"/>
                <a:gd name="connsiteX73" fmla="*/ 159946 w 168121"/>
                <a:gd name="connsiteY73" fmla="*/ 48441 h 224293"/>
                <a:gd name="connsiteX74" fmla="*/ 162422 w 168121"/>
                <a:gd name="connsiteY74" fmla="*/ 37964 h 224293"/>
                <a:gd name="connsiteX75" fmla="*/ 167756 w 168121"/>
                <a:gd name="connsiteY75" fmla="*/ 26629 h 224293"/>
                <a:gd name="connsiteX76" fmla="*/ 161184 w 168121"/>
                <a:gd name="connsiteY76" fmla="*/ 13294 h 224293"/>
                <a:gd name="connsiteX77" fmla="*/ 157946 w 168121"/>
                <a:gd name="connsiteY77" fmla="*/ 5484 h 224293"/>
                <a:gd name="connsiteX78" fmla="*/ 62696 w 168121"/>
                <a:gd name="connsiteY78" fmla="*/ 96733 h 224293"/>
                <a:gd name="connsiteX79" fmla="*/ 53171 w 168121"/>
                <a:gd name="connsiteY79" fmla="*/ 95686 h 224293"/>
                <a:gd name="connsiteX80" fmla="*/ 52313 w 168121"/>
                <a:gd name="connsiteY80" fmla="*/ 90161 h 224293"/>
                <a:gd name="connsiteX81" fmla="*/ 54980 w 168121"/>
                <a:gd name="connsiteY81" fmla="*/ 84256 h 224293"/>
                <a:gd name="connsiteX82" fmla="*/ 66125 w 168121"/>
                <a:gd name="connsiteY82" fmla="*/ 82351 h 224293"/>
                <a:gd name="connsiteX83" fmla="*/ 69195 w 168121"/>
                <a:gd name="connsiteY83" fmla="*/ 85181 h 224293"/>
                <a:gd name="connsiteX84" fmla="*/ 69173 w 168121"/>
                <a:gd name="connsiteY84" fmla="*/ 85684 h 224293"/>
                <a:gd name="connsiteX85" fmla="*/ 62791 w 168121"/>
                <a:gd name="connsiteY85" fmla="*/ 96733 h 224293"/>
                <a:gd name="connsiteX86" fmla="*/ 69744 w 168121"/>
                <a:gd name="connsiteY86" fmla="*/ 54157 h 224293"/>
                <a:gd name="connsiteX87" fmla="*/ 58885 w 168121"/>
                <a:gd name="connsiteY87" fmla="*/ 64444 h 224293"/>
                <a:gd name="connsiteX88" fmla="*/ 54790 w 168121"/>
                <a:gd name="connsiteY88" fmla="*/ 61967 h 224293"/>
                <a:gd name="connsiteX89" fmla="*/ 53742 w 168121"/>
                <a:gd name="connsiteY89" fmla="*/ 52442 h 224293"/>
                <a:gd name="connsiteX90" fmla="*/ 63267 w 168121"/>
                <a:gd name="connsiteY90" fmla="*/ 45870 h 224293"/>
                <a:gd name="connsiteX91" fmla="*/ 70220 w 168121"/>
                <a:gd name="connsiteY91" fmla="*/ 53871 h 224293"/>
                <a:gd name="connsiteX92" fmla="*/ 104605 w 168121"/>
                <a:gd name="connsiteY92" fmla="*/ 81684 h 224293"/>
                <a:gd name="connsiteX93" fmla="*/ 95080 w 168121"/>
                <a:gd name="connsiteY93" fmla="*/ 88827 h 224293"/>
                <a:gd name="connsiteX94" fmla="*/ 89746 w 168121"/>
                <a:gd name="connsiteY94" fmla="*/ 83970 h 224293"/>
                <a:gd name="connsiteX95" fmla="*/ 90795 w 168121"/>
                <a:gd name="connsiteY95" fmla="*/ 75302 h 224293"/>
                <a:gd name="connsiteX96" fmla="*/ 99462 w 168121"/>
                <a:gd name="connsiteY96" fmla="*/ 72444 h 224293"/>
                <a:gd name="connsiteX97" fmla="*/ 104987 w 168121"/>
                <a:gd name="connsiteY97" fmla="*/ 74445 h 224293"/>
                <a:gd name="connsiteX98" fmla="*/ 104987 w 168121"/>
                <a:gd name="connsiteY98" fmla="*/ 81684 h 224293"/>
                <a:gd name="connsiteX99" fmla="*/ 115559 w 168121"/>
                <a:gd name="connsiteY99" fmla="*/ 40250 h 224293"/>
                <a:gd name="connsiteX100" fmla="*/ 107749 w 168121"/>
                <a:gd name="connsiteY100" fmla="*/ 51394 h 224293"/>
                <a:gd name="connsiteX101" fmla="*/ 96033 w 168121"/>
                <a:gd name="connsiteY101" fmla="*/ 50727 h 224293"/>
                <a:gd name="connsiteX102" fmla="*/ 92890 w 168121"/>
                <a:gd name="connsiteY102" fmla="*/ 40440 h 224293"/>
                <a:gd name="connsiteX103" fmla="*/ 114702 w 168121"/>
                <a:gd name="connsiteY103" fmla="*/ 31868 h 224293"/>
                <a:gd name="connsiteX104" fmla="*/ 115559 w 168121"/>
                <a:gd name="connsiteY104" fmla="*/ 40250 h 224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168121" h="224293">
                  <a:moveTo>
                    <a:pt x="157088" y="5007"/>
                  </a:moveTo>
                  <a:cubicBezTo>
                    <a:pt x="150843" y="3595"/>
                    <a:pt x="144424" y="3114"/>
                    <a:pt x="138038" y="3579"/>
                  </a:cubicBezTo>
                  <a:cubicBezTo>
                    <a:pt x="134895" y="3579"/>
                    <a:pt x="132037" y="-136"/>
                    <a:pt x="128513" y="-136"/>
                  </a:cubicBezTo>
                  <a:cubicBezTo>
                    <a:pt x="124989" y="-136"/>
                    <a:pt x="96319" y="10151"/>
                    <a:pt x="86032" y="13675"/>
                  </a:cubicBezTo>
                  <a:cubicBezTo>
                    <a:pt x="82317" y="14913"/>
                    <a:pt x="76507" y="13675"/>
                    <a:pt x="71839" y="15104"/>
                  </a:cubicBezTo>
                  <a:cubicBezTo>
                    <a:pt x="64886" y="17295"/>
                    <a:pt x="60314" y="20152"/>
                    <a:pt x="53933" y="22438"/>
                  </a:cubicBezTo>
                  <a:cubicBezTo>
                    <a:pt x="51742" y="23295"/>
                    <a:pt x="44408" y="25105"/>
                    <a:pt x="43455" y="25772"/>
                  </a:cubicBezTo>
                  <a:cubicBezTo>
                    <a:pt x="40850" y="26479"/>
                    <a:pt x="38149" y="26768"/>
                    <a:pt x="35454" y="26629"/>
                  </a:cubicBezTo>
                  <a:cubicBezTo>
                    <a:pt x="30977" y="26629"/>
                    <a:pt x="31073" y="21486"/>
                    <a:pt x="26977" y="21486"/>
                  </a:cubicBezTo>
                  <a:cubicBezTo>
                    <a:pt x="22881" y="21486"/>
                    <a:pt x="19833" y="29011"/>
                    <a:pt x="20405" y="35011"/>
                  </a:cubicBezTo>
                  <a:cubicBezTo>
                    <a:pt x="19998" y="39539"/>
                    <a:pt x="19104" y="44010"/>
                    <a:pt x="17737" y="48346"/>
                  </a:cubicBezTo>
                  <a:cubicBezTo>
                    <a:pt x="17055" y="50900"/>
                    <a:pt x="16640" y="53517"/>
                    <a:pt x="16499" y="56157"/>
                  </a:cubicBezTo>
                  <a:cubicBezTo>
                    <a:pt x="16499" y="60538"/>
                    <a:pt x="19833" y="64253"/>
                    <a:pt x="19547" y="66444"/>
                  </a:cubicBezTo>
                  <a:cubicBezTo>
                    <a:pt x="19463" y="74544"/>
                    <a:pt x="20294" y="82628"/>
                    <a:pt x="22024" y="90542"/>
                  </a:cubicBezTo>
                  <a:cubicBezTo>
                    <a:pt x="22691" y="94447"/>
                    <a:pt x="16880" y="99305"/>
                    <a:pt x="16880" y="105496"/>
                  </a:cubicBezTo>
                  <a:cubicBezTo>
                    <a:pt x="17209" y="108802"/>
                    <a:pt x="18112" y="112025"/>
                    <a:pt x="19548" y="115021"/>
                  </a:cubicBezTo>
                  <a:cubicBezTo>
                    <a:pt x="20309" y="116450"/>
                    <a:pt x="24691" y="118450"/>
                    <a:pt x="24310" y="123879"/>
                  </a:cubicBezTo>
                  <a:cubicBezTo>
                    <a:pt x="24617" y="126026"/>
                    <a:pt x="25328" y="128094"/>
                    <a:pt x="26405" y="129975"/>
                  </a:cubicBezTo>
                  <a:cubicBezTo>
                    <a:pt x="27072" y="131881"/>
                    <a:pt x="26405" y="133500"/>
                    <a:pt x="29072" y="134166"/>
                  </a:cubicBezTo>
                  <a:cubicBezTo>
                    <a:pt x="30803" y="134680"/>
                    <a:pt x="32600" y="134936"/>
                    <a:pt x="34406" y="134928"/>
                  </a:cubicBezTo>
                  <a:cubicBezTo>
                    <a:pt x="36621" y="134568"/>
                    <a:pt x="38814" y="134091"/>
                    <a:pt x="40978" y="133500"/>
                  </a:cubicBezTo>
                  <a:cubicBezTo>
                    <a:pt x="43407" y="133016"/>
                    <a:pt x="45796" y="132347"/>
                    <a:pt x="48122" y="131499"/>
                  </a:cubicBezTo>
                  <a:cubicBezTo>
                    <a:pt x="51075" y="130071"/>
                    <a:pt x="53361" y="129690"/>
                    <a:pt x="53742" y="132261"/>
                  </a:cubicBezTo>
                  <a:cubicBezTo>
                    <a:pt x="53906" y="135472"/>
                    <a:pt x="53551" y="138688"/>
                    <a:pt x="52695" y="141786"/>
                  </a:cubicBezTo>
                  <a:cubicBezTo>
                    <a:pt x="51706" y="143385"/>
                    <a:pt x="50286" y="144672"/>
                    <a:pt x="48599" y="145501"/>
                  </a:cubicBezTo>
                  <a:cubicBezTo>
                    <a:pt x="47086" y="145753"/>
                    <a:pt x="45540" y="145753"/>
                    <a:pt x="44027" y="145501"/>
                  </a:cubicBezTo>
                  <a:cubicBezTo>
                    <a:pt x="42121" y="145501"/>
                    <a:pt x="41264" y="146358"/>
                    <a:pt x="39359" y="146358"/>
                  </a:cubicBezTo>
                  <a:cubicBezTo>
                    <a:pt x="37454" y="146358"/>
                    <a:pt x="36978" y="144930"/>
                    <a:pt x="34978" y="144930"/>
                  </a:cubicBezTo>
                  <a:cubicBezTo>
                    <a:pt x="31358" y="144930"/>
                    <a:pt x="31073" y="148359"/>
                    <a:pt x="30692" y="150645"/>
                  </a:cubicBezTo>
                  <a:cubicBezTo>
                    <a:pt x="30310" y="152931"/>
                    <a:pt x="30120" y="155788"/>
                    <a:pt x="29834" y="158455"/>
                  </a:cubicBezTo>
                  <a:cubicBezTo>
                    <a:pt x="29548" y="161122"/>
                    <a:pt x="28787" y="163123"/>
                    <a:pt x="29834" y="164837"/>
                  </a:cubicBezTo>
                  <a:cubicBezTo>
                    <a:pt x="30882" y="166552"/>
                    <a:pt x="32502" y="167504"/>
                    <a:pt x="36407" y="168171"/>
                  </a:cubicBezTo>
                  <a:cubicBezTo>
                    <a:pt x="38764" y="169553"/>
                    <a:pt x="41578" y="169931"/>
                    <a:pt x="44217" y="169219"/>
                  </a:cubicBezTo>
                  <a:cubicBezTo>
                    <a:pt x="45741" y="169219"/>
                    <a:pt x="49837" y="171028"/>
                    <a:pt x="47361" y="174553"/>
                  </a:cubicBezTo>
                  <a:cubicBezTo>
                    <a:pt x="40855" y="176978"/>
                    <a:pt x="34494" y="179776"/>
                    <a:pt x="28311" y="182935"/>
                  </a:cubicBezTo>
                  <a:cubicBezTo>
                    <a:pt x="23510" y="185227"/>
                    <a:pt x="18460" y="186953"/>
                    <a:pt x="13261" y="188078"/>
                  </a:cubicBezTo>
                  <a:cubicBezTo>
                    <a:pt x="10404" y="188078"/>
                    <a:pt x="10022" y="185792"/>
                    <a:pt x="8117" y="185602"/>
                  </a:cubicBezTo>
                  <a:cubicBezTo>
                    <a:pt x="6212" y="185411"/>
                    <a:pt x="4688" y="188745"/>
                    <a:pt x="4021" y="188935"/>
                  </a:cubicBezTo>
                  <a:cubicBezTo>
                    <a:pt x="1685" y="190858"/>
                    <a:pt x="324" y="193720"/>
                    <a:pt x="306" y="196746"/>
                  </a:cubicBezTo>
                  <a:cubicBezTo>
                    <a:pt x="307" y="198270"/>
                    <a:pt x="307" y="201508"/>
                    <a:pt x="-264" y="203508"/>
                  </a:cubicBezTo>
                  <a:cubicBezTo>
                    <a:pt x="-931" y="210271"/>
                    <a:pt x="1926" y="213033"/>
                    <a:pt x="2212" y="218272"/>
                  </a:cubicBezTo>
                  <a:cubicBezTo>
                    <a:pt x="2498" y="223511"/>
                    <a:pt x="10022" y="224463"/>
                    <a:pt x="13261" y="224082"/>
                  </a:cubicBezTo>
                  <a:cubicBezTo>
                    <a:pt x="19277" y="222936"/>
                    <a:pt x="25152" y="221147"/>
                    <a:pt x="30787" y="218748"/>
                  </a:cubicBezTo>
                  <a:cubicBezTo>
                    <a:pt x="36514" y="218755"/>
                    <a:pt x="42226" y="218181"/>
                    <a:pt x="47837" y="217034"/>
                  </a:cubicBezTo>
                  <a:cubicBezTo>
                    <a:pt x="53043" y="214817"/>
                    <a:pt x="58656" y="213714"/>
                    <a:pt x="64315" y="213796"/>
                  </a:cubicBezTo>
                  <a:cubicBezTo>
                    <a:pt x="68880" y="213416"/>
                    <a:pt x="73404" y="212651"/>
                    <a:pt x="77840" y="211510"/>
                  </a:cubicBezTo>
                  <a:cubicBezTo>
                    <a:pt x="81832" y="210771"/>
                    <a:pt x="85878" y="210357"/>
                    <a:pt x="89937" y="210271"/>
                  </a:cubicBezTo>
                  <a:cubicBezTo>
                    <a:pt x="94513" y="210899"/>
                    <a:pt x="99129" y="211186"/>
                    <a:pt x="103748" y="211128"/>
                  </a:cubicBezTo>
                  <a:cubicBezTo>
                    <a:pt x="105748" y="211128"/>
                    <a:pt x="116512" y="210271"/>
                    <a:pt x="129085" y="210081"/>
                  </a:cubicBezTo>
                  <a:cubicBezTo>
                    <a:pt x="143182" y="210081"/>
                    <a:pt x="140419" y="213129"/>
                    <a:pt x="144420" y="212748"/>
                  </a:cubicBezTo>
                  <a:cubicBezTo>
                    <a:pt x="153945" y="211986"/>
                    <a:pt x="161279" y="199508"/>
                    <a:pt x="161279" y="188459"/>
                  </a:cubicBezTo>
                  <a:cubicBezTo>
                    <a:pt x="161279" y="180744"/>
                    <a:pt x="151754" y="178458"/>
                    <a:pt x="151754" y="173505"/>
                  </a:cubicBezTo>
                  <a:cubicBezTo>
                    <a:pt x="149087" y="170647"/>
                    <a:pt x="144420" y="174553"/>
                    <a:pt x="140229" y="173505"/>
                  </a:cubicBezTo>
                  <a:cubicBezTo>
                    <a:pt x="135753" y="173839"/>
                    <a:pt x="131337" y="174735"/>
                    <a:pt x="127085" y="176172"/>
                  </a:cubicBezTo>
                  <a:cubicBezTo>
                    <a:pt x="123531" y="176351"/>
                    <a:pt x="119971" y="176351"/>
                    <a:pt x="116417" y="176172"/>
                  </a:cubicBezTo>
                  <a:cubicBezTo>
                    <a:pt x="112511" y="176172"/>
                    <a:pt x="104225" y="178839"/>
                    <a:pt x="102224" y="178839"/>
                  </a:cubicBezTo>
                  <a:cubicBezTo>
                    <a:pt x="100224" y="178839"/>
                    <a:pt x="97081" y="178839"/>
                    <a:pt x="97081" y="174743"/>
                  </a:cubicBezTo>
                  <a:cubicBezTo>
                    <a:pt x="97231" y="172290"/>
                    <a:pt x="98449" y="170027"/>
                    <a:pt x="100414" y="168552"/>
                  </a:cubicBezTo>
                  <a:cubicBezTo>
                    <a:pt x="103653" y="166456"/>
                    <a:pt x="108796" y="166075"/>
                    <a:pt x="111083" y="164646"/>
                  </a:cubicBezTo>
                  <a:cubicBezTo>
                    <a:pt x="114523" y="162867"/>
                    <a:pt x="117723" y="160659"/>
                    <a:pt x="120608" y="158074"/>
                  </a:cubicBezTo>
                  <a:cubicBezTo>
                    <a:pt x="121733" y="156529"/>
                    <a:pt x="122304" y="154650"/>
                    <a:pt x="122227" y="152740"/>
                  </a:cubicBezTo>
                  <a:cubicBezTo>
                    <a:pt x="120524" y="148631"/>
                    <a:pt x="119619" y="144234"/>
                    <a:pt x="119560" y="139786"/>
                  </a:cubicBezTo>
                  <a:cubicBezTo>
                    <a:pt x="119542" y="137411"/>
                    <a:pt x="117810" y="135396"/>
                    <a:pt x="115464" y="135024"/>
                  </a:cubicBezTo>
                  <a:cubicBezTo>
                    <a:pt x="111929" y="134314"/>
                    <a:pt x="108481" y="133228"/>
                    <a:pt x="105177" y="131785"/>
                  </a:cubicBezTo>
                  <a:cubicBezTo>
                    <a:pt x="102311" y="131752"/>
                    <a:pt x="99582" y="133011"/>
                    <a:pt x="97747" y="135214"/>
                  </a:cubicBezTo>
                  <a:cubicBezTo>
                    <a:pt x="96605" y="136929"/>
                    <a:pt x="90985" y="140167"/>
                    <a:pt x="88223" y="136929"/>
                  </a:cubicBezTo>
                  <a:cubicBezTo>
                    <a:pt x="86984" y="133875"/>
                    <a:pt x="86984" y="130458"/>
                    <a:pt x="88223" y="127404"/>
                  </a:cubicBezTo>
                  <a:cubicBezTo>
                    <a:pt x="89937" y="124070"/>
                    <a:pt x="98700" y="125403"/>
                    <a:pt x="100414" y="123689"/>
                  </a:cubicBezTo>
                  <a:cubicBezTo>
                    <a:pt x="102129" y="121974"/>
                    <a:pt x="107368" y="122070"/>
                    <a:pt x="108606" y="121022"/>
                  </a:cubicBezTo>
                  <a:cubicBezTo>
                    <a:pt x="111090" y="119905"/>
                    <a:pt x="113933" y="119905"/>
                    <a:pt x="116417" y="121022"/>
                  </a:cubicBezTo>
                  <a:cubicBezTo>
                    <a:pt x="118227" y="121879"/>
                    <a:pt x="121941" y="117021"/>
                    <a:pt x="122798" y="114640"/>
                  </a:cubicBezTo>
                  <a:cubicBezTo>
                    <a:pt x="128132" y="99877"/>
                    <a:pt x="135371" y="89590"/>
                    <a:pt x="141848" y="74826"/>
                  </a:cubicBezTo>
                  <a:cubicBezTo>
                    <a:pt x="142896" y="72444"/>
                    <a:pt x="149373" y="67301"/>
                    <a:pt x="150421" y="65301"/>
                  </a:cubicBezTo>
                  <a:cubicBezTo>
                    <a:pt x="152918" y="59324"/>
                    <a:pt x="156115" y="53665"/>
                    <a:pt x="159946" y="48441"/>
                  </a:cubicBezTo>
                  <a:cubicBezTo>
                    <a:pt x="161838" y="45290"/>
                    <a:pt x="162704" y="41629"/>
                    <a:pt x="162422" y="37964"/>
                  </a:cubicBezTo>
                  <a:cubicBezTo>
                    <a:pt x="162422" y="36535"/>
                    <a:pt x="167471" y="30439"/>
                    <a:pt x="167756" y="26629"/>
                  </a:cubicBezTo>
                  <a:cubicBezTo>
                    <a:pt x="167243" y="21538"/>
                    <a:pt x="164909" y="16802"/>
                    <a:pt x="161184" y="13294"/>
                  </a:cubicBezTo>
                  <a:cubicBezTo>
                    <a:pt x="159851" y="12056"/>
                    <a:pt x="159089" y="6436"/>
                    <a:pt x="157946" y="5484"/>
                  </a:cubicBezTo>
                  <a:moveTo>
                    <a:pt x="62696" y="96733"/>
                  </a:moveTo>
                  <a:cubicBezTo>
                    <a:pt x="60791" y="97781"/>
                    <a:pt x="56314" y="96733"/>
                    <a:pt x="53171" y="95686"/>
                  </a:cubicBezTo>
                  <a:cubicBezTo>
                    <a:pt x="52339" y="93971"/>
                    <a:pt x="52040" y="92047"/>
                    <a:pt x="52313" y="90161"/>
                  </a:cubicBezTo>
                  <a:cubicBezTo>
                    <a:pt x="52485" y="87941"/>
                    <a:pt x="53428" y="85852"/>
                    <a:pt x="54980" y="84256"/>
                  </a:cubicBezTo>
                  <a:cubicBezTo>
                    <a:pt x="58640" y="83332"/>
                    <a:pt x="62366" y="82695"/>
                    <a:pt x="66125" y="82351"/>
                  </a:cubicBezTo>
                  <a:cubicBezTo>
                    <a:pt x="67754" y="82284"/>
                    <a:pt x="69128" y="83551"/>
                    <a:pt x="69195" y="85181"/>
                  </a:cubicBezTo>
                  <a:cubicBezTo>
                    <a:pt x="69202" y="85349"/>
                    <a:pt x="69195" y="85517"/>
                    <a:pt x="69173" y="85684"/>
                  </a:cubicBezTo>
                  <a:cubicBezTo>
                    <a:pt x="68816" y="90140"/>
                    <a:pt x="66472" y="94198"/>
                    <a:pt x="62791" y="96733"/>
                  </a:cubicBezTo>
                  <a:moveTo>
                    <a:pt x="69744" y="54157"/>
                  </a:moveTo>
                  <a:cubicBezTo>
                    <a:pt x="69173" y="59586"/>
                    <a:pt x="63458" y="61015"/>
                    <a:pt x="58885" y="64444"/>
                  </a:cubicBezTo>
                  <a:cubicBezTo>
                    <a:pt x="56600" y="66253"/>
                    <a:pt x="54790" y="61967"/>
                    <a:pt x="54790" y="61967"/>
                  </a:cubicBezTo>
                  <a:cubicBezTo>
                    <a:pt x="52504" y="59967"/>
                    <a:pt x="53837" y="55681"/>
                    <a:pt x="53742" y="52442"/>
                  </a:cubicBezTo>
                  <a:cubicBezTo>
                    <a:pt x="53742" y="45870"/>
                    <a:pt x="60981" y="48156"/>
                    <a:pt x="63267" y="45870"/>
                  </a:cubicBezTo>
                  <a:cubicBezTo>
                    <a:pt x="69268" y="44441"/>
                    <a:pt x="71078" y="46536"/>
                    <a:pt x="70220" y="53871"/>
                  </a:cubicBezTo>
                  <a:moveTo>
                    <a:pt x="104605" y="81684"/>
                  </a:moveTo>
                  <a:cubicBezTo>
                    <a:pt x="102753" y="85449"/>
                    <a:pt x="99214" y="88103"/>
                    <a:pt x="95080" y="88827"/>
                  </a:cubicBezTo>
                  <a:cubicBezTo>
                    <a:pt x="93842" y="88827"/>
                    <a:pt x="89842" y="85970"/>
                    <a:pt x="89746" y="83970"/>
                  </a:cubicBezTo>
                  <a:cubicBezTo>
                    <a:pt x="89652" y="81969"/>
                    <a:pt x="88794" y="77588"/>
                    <a:pt x="90795" y="75302"/>
                  </a:cubicBezTo>
                  <a:cubicBezTo>
                    <a:pt x="94890" y="75302"/>
                    <a:pt x="96795" y="73207"/>
                    <a:pt x="99462" y="72444"/>
                  </a:cubicBezTo>
                  <a:cubicBezTo>
                    <a:pt x="102129" y="71682"/>
                    <a:pt x="104605" y="71968"/>
                    <a:pt x="104987" y="74445"/>
                  </a:cubicBezTo>
                  <a:cubicBezTo>
                    <a:pt x="105230" y="76851"/>
                    <a:pt x="105230" y="79277"/>
                    <a:pt x="104987" y="81684"/>
                  </a:cubicBezTo>
                  <a:moveTo>
                    <a:pt x="115559" y="40250"/>
                  </a:moveTo>
                  <a:cubicBezTo>
                    <a:pt x="114181" y="44688"/>
                    <a:pt x="111450" y="48584"/>
                    <a:pt x="107749" y="51394"/>
                  </a:cubicBezTo>
                  <a:cubicBezTo>
                    <a:pt x="103837" y="51916"/>
                    <a:pt x="99861" y="51690"/>
                    <a:pt x="96033" y="50727"/>
                  </a:cubicBezTo>
                  <a:cubicBezTo>
                    <a:pt x="92604" y="49489"/>
                    <a:pt x="92604" y="43774"/>
                    <a:pt x="92890" y="40440"/>
                  </a:cubicBezTo>
                  <a:cubicBezTo>
                    <a:pt x="93557" y="34059"/>
                    <a:pt x="106606" y="34440"/>
                    <a:pt x="114702" y="31868"/>
                  </a:cubicBezTo>
                  <a:cubicBezTo>
                    <a:pt x="115655" y="32725"/>
                    <a:pt x="115559" y="38250"/>
                    <a:pt x="115559" y="4025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7" name="任意多边形: 形状 86"/>
            <p:cNvSpPr/>
            <p:nvPr/>
          </p:nvSpPr>
          <p:spPr>
            <a:xfrm>
              <a:off x="7368181" y="4380956"/>
              <a:ext cx="420543" cy="743077"/>
            </a:xfrm>
            <a:custGeom>
              <a:avLst/>
              <a:gdLst>
                <a:gd name="connsiteX0" fmla="*/ 92444 w 117462"/>
                <a:gd name="connsiteY0" fmla="*/ 134632 h 207549"/>
                <a:gd name="connsiteX1" fmla="*/ 84062 w 117462"/>
                <a:gd name="connsiteY1" fmla="*/ 134632 h 207549"/>
                <a:gd name="connsiteX2" fmla="*/ 83014 w 117462"/>
                <a:gd name="connsiteY2" fmla="*/ 125964 h 207549"/>
                <a:gd name="connsiteX3" fmla="*/ 105017 w 117462"/>
                <a:gd name="connsiteY3" fmla="*/ 104818 h 207549"/>
                <a:gd name="connsiteX4" fmla="*/ 106636 w 117462"/>
                <a:gd name="connsiteY4" fmla="*/ 100342 h 207549"/>
                <a:gd name="connsiteX5" fmla="*/ 101969 w 117462"/>
                <a:gd name="connsiteY5" fmla="*/ 89197 h 207549"/>
                <a:gd name="connsiteX6" fmla="*/ 99492 w 117462"/>
                <a:gd name="connsiteY6" fmla="*/ 82244 h 207549"/>
                <a:gd name="connsiteX7" fmla="*/ 91872 w 117462"/>
                <a:gd name="connsiteY7" fmla="*/ 82244 h 207549"/>
                <a:gd name="connsiteX8" fmla="*/ 91015 w 117462"/>
                <a:gd name="connsiteY8" fmla="*/ 72719 h 207549"/>
                <a:gd name="connsiteX9" fmla="*/ 92254 w 117462"/>
                <a:gd name="connsiteY9" fmla="*/ 58336 h 207549"/>
                <a:gd name="connsiteX10" fmla="*/ 103969 w 117462"/>
                <a:gd name="connsiteY10" fmla="*/ 45382 h 207549"/>
                <a:gd name="connsiteX11" fmla="*/ 111017 w 117462"/>
                <a:gd name="connsiteY11" fmla="*/ 35857 h 207549"/>
                <a:gd name="connsiteX12" fmla="*/ 114922 w 117462"/>
                <a:gd name="connsiteY12" fmla="*/ 22903 h 207549"/>
                <a:gd name="connsiteX13" fmla="*/ 116923 w 117462"/>
                <a:gd name="connsiteY13" fmla="*/ 11569 h 207549"/>
                <a:gd name="connsiteX14" fmla="*/ 108350 w 117462"/>
                <a:gd name="connsiteY14" fmla="*/ 329 h 207549"/>
                <a:gd name="connsiteX15" fmla="*/ 94920 w 117462"/>
                <a:gd name="connsiteY15" fmla="*/ 1282 h 207549"/>
                <a:gd name="connsiteX16" fmla="*/ 47867 w 117462"/>
                <a:gd name="connsiteY16" fmla="*/ 23761 h 207549"/>
                <a:gd name="connsiteX17" fmla="*/ 37008 w 117462"/>
                <a:gd name="connsiteY17" fmla="*/ 24999 h 207549"/>
                <a:gd name="connsiteX18" fmla="*/ 28721 w 117462"/>
                <a:gd name="connsiteY18" fmla="*/ 29857 h 207549"/>
                <a:gd name="connsiteX19" fmla="*/ 24816 w 117462"/>
                <a:gd name="connsiteY19" fmla="*/ 35857 h 207549"/>
                <a:gd name="connsiteX20" fmla="*/ 19672 w 117462"/>
                <a:gd name="connsiteY20" fmla="*/ 39096 h 207549"/>
                <a:gd name="connsiteX21" fmla="*/ 22340 w 117462"/>
                <a:gd name="connsiteY21" fmla="*/ 50240 h 207549"/>
                <a:gd name="connsiteX22" fmla="*/ 27293 w 117462"/>
                <a:gd name="connsiteY22" fmla="*/ 53574 h 207549"/>
                <a:gd name="connsiteX23" fmla="*/ 33293 w 117462"/>
                <a:gd name="connsiteY23" fmla="*/ 60146 h 207549"/>
                <a:gd name="connsiteX24" fmla="*/ 42818 w 117462"/>
                <a:gd name="connsiteY24" fmla="*/ 63575 h 207549"/>
                <a:gd name="connsiteX25" fmla="*/ 50819 w 117462"/>
                <a:gd name="connsiteY25" fmla="*/ 71005 h 207549"/>
                <a:gd name="connsiteX26" fmla="*/ 48534 w 117462"/>
                <a:gd name="connsiteY26" fmla="*/ 86626 h 207549"/>
                <a:gd name="connsiteX27" fmla="*/ 38246 w 117462"/>
                <a:gd name="connsiteY27" fmla="*/ 95103 h 207549"/>
                <a:gd name="connsiteX28" fmla="*/ 30912 w 117462"/>
                <a:gd name="connsiteY28" fmla="*/ 95103 h 207549"/>
                <a:gd name="connsiteX29" fmla="*/ 19958 w 117462"/>
                <a:gd name="connsiteY29" fmla="*/ 106438 h 207549"/>
                <a:gd name="connsiteX30" fmla="*/ 26816 w 117462"/>
                <a:gd name="connsiteY30" fmla="*/ 118344 h 207549"/>
                <a:gd name="connsiteX31" fmla="*/ 30245 w 117462"/>
                <a:gd name="connsiteY31" fmla="*/ 123869 h 207549"/>
                <a:gd name="connsiteX32" fmla="*/ 33102 w 117462"/>
                <a:gd name="connsiteY32" fmla="*/ 130250 h 207549"/>
                <a:gd name="connsiteX33" fmla="*/ 31293 w 117462"/>
                <a:gd name="connsiteY33" fmla="*/ 138251 h 207549"/>
                <a:gd name="connsiteX34" fmla="*/ 29674 w 117462"/>
                <a:gd name="connsiteY34" fmla="*/ 144442 h 207549"/>
                <a:gd name="connsiteX35" fmla="*/ 23483 w 117462"/>
                <a:gd name="connsiteY35" fmla="*/ 150824 h 207549"/>
                <a:gd name="connsiteX36" fmla="*/ 14815 w 117462"/>
                <a:gd name="connsiteY36" fmla="*/ 157206 h 207549"/>
                <a:gd name="connsiteX37" fmla="*/ -330 w 117462"/>
                <a:gd name="connsiteY37" fmla="*/ 171779 h 207549"/>
                <a:gd name="connsiteX38" fmla="*/ 2337 w 117462"/>
                <a:gd name="connsiteY38" fmla="*/ 187210 h 207549"/>
                <a:gd name="connsiteX39" fmla="*/ 8243 w 117462"/>
                <a:gd name="connsiteY39" fmla="*/ 195687 h 207549"/>
                <a:gd name="connsiteX40" fmla="*/ 12339 w 117462"/>
                <a:gd name="connsiteY40" fmla="*/ 204069 h 207549"/>
                <a:gd name="connsiteX41" fmla="*/ 21864 w 117462"/>
                <a:gd name="connsiteY41" fmla="*/ 206736 h 207549"/>
                <a:gd name="connsiteX42" fmla="*/ 28626 w 117462"/>
                <a:gd name="connsiteY42" fmla="*/ 206736 h 207549"/>
                <a:gd name="connsiteX43" fmla="*/ 45676 w 117462"/>
                <a:gd name="connsiteY43" fmla="*/ 191496 h 207549"/>
                <a:gd name="connsiteX44" fmla="*/ 80633 w 117462"/>
                <a:gd name="connsiteY44" fmla="*/ 174065 h 207549"/>
                <a:gd name="connsiteX45" fmla="*/ 102064 w 117462"/>
                <a:gd name="connsiteY45" fmla="*/ 148348 h 207549"/>
                <a:gd name="connsiteX46" fmla="*/ 99778 w 117462"/>
                <a:gd name="connsiteY46" fmla="*/ 140156 h 207549"/>
                <a:gd name="connsiteX47" fmla="*/ 92158 w 117462"/>
                <a:gd name="connsiteY47" fmla="*/ 135203 h 20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17462" h="207549">
                  <a:moveTo>
                    <a:pt x="92444" y="134632"/>
                  </a:moveTo>
                  <a:cubicBezTo>
                    <a:pt x="90443" y="134632"/>
                    <a:pt x="85871" y="134632"/>
                    <a:pt x="84062" y="134632"/>
                  </a:cubicBezTo>
                  <a:cubicBezTo>
                    <a:pt x="82757" y="131940"/>
                    <a:pt x="82388" y="128889"/>
                    <a:pt x="83014" y="125964"/>
                  </a:cubicBezTo>
                  <a:cubicBezTo>
                    <a:pt x="88677" y="117361"/>
                    <a:pt x="96195" y="110135"/>
                    <a:pt x="105017" y="104818"/>
                  </a:cubicBezTo>
                  <a:cubicBezTo>
                    <a:pt x="106540" y="103866"/>
                    <a:pt x="106540" y="102247"/>
                    <a:pt x="106636" y="100342"/>
                  </a:cubicBezTo>
                  <a:cubicBezTo>
                    <a:pt x="106636" y="97008"/>
                    <a:pt x="105493" y="95960"/>
                    <a:pt x="101969" y="89197"/>
                  </a:cubicBezTo>
                  <a:cubicBezTo>
                    <a:pt x="100064" y="85673"/>
                    <a:pt x="101112" y="82435"/>
                    <a:pt x="99492" y="82244"/>
                  </a:cubicBezTo>
                  <a:cubicBezTo>
                    <a:pt x="97873" y="82054"/>
                    <a:pt x="94730" y="85007"/>
                    <a:pt x="91872" y="82244"/>
                  </a:cubicBezTo>
                  <a:cubicBezTo>
                    <a:pt x="89015" y="79482"/>
                    <a:pt x="91015" y="74338"/>
                    <a:pt x="91015" y="72719"/>
                  </a:cubicBezTo>
                  <a:cubicBezTo>
                    <a:pt x="89911" y="67914"/>
                    <a:pt x="90344" y="62882"/>
                    <a:pt x="92254" y="58336"/>
                  </a:cubicBezTo>
                  <a:cubicBezTo>
                    <a:pt x="95866" y="53762"/>
                    <a:pt x="99779" y="49434"/>
                    <a:pt x="103969" y="45382"/>
                  </a:cubicBezTo>
                  <a:cubicBezTo>
                    <a:pt x="108065" y="41668"/>
                    <a:pt x="111113" y="39191"/>
                    <a:pt x="111017" y="35857"/>
                  </a:cubicBezTo>
                  <a:cubicBezTo>
                    <a:pt x="111017" y="28428"/>
                    <a:pt x="114637" y="25380"/>
                    <a:pt x="114922" y="22903"/>
                  </a:cubicBezTo>
                  <a:cubicBezTo>
                    <a:pt x="115209" y="20427"/>
                    <a:pt x="117780" y="13378"/>
                    <a:pt x="116923" y="11569"/>
                  </a:cubicBezTo>
                  <a:cubicBezTo>
                    <a:pt x="115399" y="7854"/>
                    <a:pt x="113018" y="-2433"/>
                    <a:pt x="108350" y="329"/>
                  </a:cubicBezTo>
                  <a:cubicBezTo>
                    <a:pt x="105397" y="1949"/>
                    <a:pt x="102349" y="1758"/>
                    <a:pt x="94920" y="1282"/>
                  </a:cubicBezTo>
                  <a:cubicBezTo>
                    <a:pt x="80347" y="520"/>
                    <a:pt x="63106" y="17570"/>
                    <a:pt x="47867" y="23761"/>
                  </a:cubicBezTo>
                  <a:cubicBezTo>
                    <a:pt x="44273" y="24371"/>
                    <a:pt x="40647" y="24785"/>
                    <a:pt x="37008" y="24999"/>
                  </a:cubicBezTo>
                  <a:cubicBezTo>
                    <a:pt x="33770" y="25856"/>
                    <a:pt x="30246" y="26618"/>
                    <a:pt x="28721" y="29857"/>
                  </a:cubicBezTo>
                  <a:cubicBezTo>
                    <a:pt x="27198" y="33095"/>
                    <a:pt x="27198" y="34810"/>
                    <a:pt x="24816" y="35857"/>
                  </a:cubicBezTo>
                  <a:cubicBezTo>
                    <a:pt x="22435" y="36905"/>
                    <a:pt x="19672" y="38048"/>
                    <a:pt x="19672" y="39096"/>
                  </a:cubicBezTo>
                  <a:cubicBezTo>
                    <a:pt x="19672" y="40144"/>
                    <a:pt x="19672" y="49192"/>
                    <a:pt x="22340" y="50240"/>
                  </a:cubicBezTo>
                  <a:cubicBezTo>
                    <a:pt x="25006" y="51288"/>
                    <a:pt x="26055" y="50240"/>
                    <a:pt x="27293" y="53574"/>
                  </a:cubicBezTo>
                  <a:cubicBezTo>
                    <a:pt x="28531" y="56908"/>
                    <a:pt x="30722" y="59956"/>
                    <a:pt x="33293" y="60146"/>
                  </a:cubicBezTo>
                  <a:cubicBezTo>
                    <a:pt x="36596" y="60898"/>
                    <a:pt x="39795" y="62049"/>
                    <a:pt x="42818" y="63575"/>
                  </a:cubicBezTo>
                  <a:cubicBezTo>
                    <a:pt x="45962" y="64813"/>
                    <a:pt x="52343" y="65671"/>
                    <a:pt x="50819" y="71005"/>
                  </a:cubicBezTo>
                  <a:cubicBezTo>
                    <a:pt x="50623" y="76279"/>
                    <a:pt x="49857" y="81516"/>
                    <a:pt x="48534" y="86626"/>
                  </a:cubicBezTo>
                  <a:cubicBezTo>
                    <a:pt x="46057" y="90340"/>
                    <a:pt x="42818" y="94722"/>
                    <a:pt x="38246" y="95103"/>
                  </a:cubicBezTo>
                  <a:cubicBezTo>
                    <a:pt x="36341" y="95103"/>
                    <a:pt x="32817" y="94341"/>
                    <a:pt x="30912" y="95103"/>
                  </a:cubicBezTo>
                  <a:cubicBezTo>
                    <a:pt x="24905" y="95536"/>
                    <a:pt x="20185" y="100419"/>
                    <a:pt x="19958" y="106438"/>
                  </a:cubicBezTo>
                  <a:cubicBezTo>
                    <a:pt x="19959" y="110343"/>
                    <a:pt x="26816" y="118249"/>
                    <a:pt x="26816" y="118344"/>
                  </a:cubicBezTo>
                  <a:cubicBezTo>
                    <a:pt x="27534" y="120417"/>
                    <a:pt x="28706" y="122305"/>
                    <a:pt x="30245" y="123869"/>
                  </a:cubicBezTo>
                  <a:cubicBezTo>
                    <a:pt x="31841" y="125645"/>
                    <a:pt x="32840" y="127877"/>
                    <a:pt x="33102" y="130250"/>
                  </a:cubicBezTo>
                  <a:cubicBezTo>
                    <a:pt x="33103" y="132632"/>
                    <a:pt x="31484" y="135013"/>
                    <a:pt x="31293" y="138251"/>
                  </a:cubicBezTo>
                  <a:cubicBezTo>
                    <a:pt x="31047" y="140381"/>
                    <a:pt x="30501" y="142465"/>
                    <a:pt x="29674" y="144442"/>
                  </a:cubicBezTo>
                  <a:cubicBezTo>
                    <a:pt x="28286" y="147134"/>
                    <a:pt x="26131" y="149355"/>
                    <a:pt x="23483" y="150824"/>
                  </a:cubicBezTo>
                  <a:cubicBezTo>
                    <a:pt x="20716" y="153113"/>
                    <a:pt x="17822" y="155244"/>
                    <a:pt x="14815" y="157206"/>
                  </a:cubicBezTo>
                  <a:cubicBezTo>
                    <a:pt x="7985" y="159786"/>
                    <a:pt x="2511" y="165053"/>
                    <a:pt x="-330" y="171779"/>
                  </a:cubicBezTo>
                  <a:cubicBezTo>
                    <a:pt x="-562" y="177055"/>
                    <a:pt x="348" y="182318"/>
                    <a:pt x="2337" y="187210"/>
                  </a:cubicBezTo>
                  <a:cubicBezTo>
                    <a:pt x="3749" y="190385"/>
                    <a:pt x="5754" y="193262"/>
                    <a:pt x="8243" y="195687"/>
                  </a:cubicBezTo>
                  <a:cubicBezTo>
                    <a:pt x="10624" y="198449"/>
                    <a:pt x="9100" y="203021"/>
                    <a:pt x="12339" y="204069"/>
                  </a:cubicBezTo>
                  <a:cubicBezTo>
                    <a:pt x="15574" y="204723"/>
                    <a:pt x="18759" y="205615"/>
                    <a:pt x="21864" y="206736"/>
                  </a:cubicBezTo>
                  <a:cubicBezTo>
                    <a:pt x="23959" y="208260"/>
                    <a:pt x="28626" y="206736"/>
                    <a:pt x="28626" y="206736"/>
                  </a:cubicBezTo>
                  <a:cubicBezTo>
                    <a:pt x="32532" y="205117"/>
                    <a:pt x="38913" y="195401"/>
                    <a:pt x="45676" y="191496"/>
                  </a:cubicBezTo>
                  <a:cubicBezTo>
                    <a:pt x="53867" y="186829"/>
                    <a:pt x="71108" y="180161"/>
                    <a:pt x="80633" y="174065"/>
                  </a:cubicBezTo>
                  <a:cubicBezTo>
                    <a:pt x="90158" y="167969"/>
                    <a:pt x="100635" y="160445"/>
                    <a:pt x="102064" y="148348"/>
                  </a:cubicBezTo>
                  <a:cubicBezTo>
                    <a:pt x="101929" y="145480"/>
                    <a:pt x="101148" y="142680"/>
                    <a:pt x="99778" y="140156"/>
                  </a:cubicBezTo>
                  <a:cubicBezTo>
                    <a:pt x="97809" y="137759"/>
                    <a:pt x="95148" y="136029"/>
                    <a:pt x="92158" y="13520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8" name="任意多边形: 形状 87"/>
            <p:cNvSpPr/>
            <p:nvPr/>
          </p:nvSpPr>
          <p:spPr>
            <a:xfrm>
              <a:off x="6496321" y="4535935"/>
              <a:ext cx="481060" cy="686953"/>
            </a:xfrm>
            <a:custGeom>
              <a:avLst/>
              <a:gdLst>
                <a:gd name="connsiteX0" fmla="*/ 121936 w 134365"/>
                <a:gd name="connsiteY0" fmla="*/ 43148 h 191873"/>
                <a:gd name="connsiteX1" fmla="*/ 133271 w 134365"/>
                <a:gd name="connsiteY1" fmla="*/ 31623 h 191873"/>
                <a:gd name="connsiteX2" fmla="*/ 133271 w 134365"/>
                <a:gd name="connsiteY2" fmla="*/ 22955 h 191873"/>
                <a:gd name="connsiteX3" fmla="*/ 129556 w 134365"/>
                <a:gd name="connsiteY3" fmla="*/ 11811 h 191873"/>
                <a:gd name="connsiteX4" fmla="*/ 116126 w 134365"/>
                <a:gd name="connsiteY4" fmla="*/ 3048 h 191873"/>
                <a:gd name="connsiteX5" fmla="*/ 106601 w 134365"/>
                <a:gd name="connsiteY5" fmla="*/ 3048 h 191873"/>
                <a:gd name="connsiteX6" fmla="*/ 98410 w 134365"/>
                <a:gd name="connsiteY6" fmla="*/ -96 h 191873"/>
                <a:gd name="connsiteX7" fmla="*/ 92980 w 134365"/>
                <a:gd name="connsiteY7" fmla="*/ 1714 h 191873"/>
                <a:gd name="connsiteX8" fmla="*/ 88218 w 134365"/>
                <a:gd name="connsiteY8" fmla="*/ 4191 h 191873"/>
                <a:gd name="connsiteX9" fmla="*/ 82788 w 134365"/>
                <a:gd name="connsiteY9" fmla="*/ 7715 h 191873"/>
                <a:gd name="connsiteX10" fmla="*/ 73263 w 134365"/>
                <a:gd name="connsiteY10" fmla="*/ 11430 h 191873"/>
                <a:gd name="connsiteX11" fmla="*/ 66405 w 134365"/>
                <a:gd name="connsiteY11" fmla="*/ 13430 h 191873"/>
                <a:gd name="connsiteX12" fmla="*/ 57642 w 134365"/>
                <a:gd name="connsiteY12" fmla="*/ 16573 h 191873"/>
                <a:gd name="connsiteX13" fmla="*/ 45641 w 134365"/>
                <a:gd name="connsiteY13" fmla="*/ 19812 h 191873"/>
                <a:gd name="connsiteX14" fmla="*/ 29448 w 134365"/>
                <a:gd name="connsiteY14" fmla="*/ 24574 h 191873"/>
                <a:gd name="connsiteX15" fmla="*/ 25733 w 134365"/>
                <a:gd name="connsiteY15" fmla="*/ 19621 h 191873"/>
                <a:gd name="connsiteX16" fmla="*/ 17923 w 134365"/>
                <a:gd name="connsiteY16" fmla="*/ 15526 h 191873"/>
                <a:gd name="connsiteX17" fmla="*/ 9160 w 134365"/>
                <a:gd name="connsiteY17" fmla="*/ 19431 h 191873"/>
                <a:gd name="connsiteX18" fmla="*/ -365 w 134365"/>
                <a:gd name="connsiteY18" fmla="*/ 36671 h 191873"/>
                <a:gd name="connsiteX19" fmla="*/ 397 w 134365"/>
                <a:gd name="connsiteY19" fmla="*/ 51911 h 191873"/>
                <a:gd name="connsiteX20" fmla="*/ 2873 w 134365"/>
                <a:gd name="connsiteY20" fmla="*/ 66961 h 191873"/>
                <a:gd name="connsiteX21" fmla="*/ 5445 w 134365"/>
                <a:gd name="connsiteY21" fmla="*/ 78676 h 191873"/>
                <a:gd name="connsiteX22" fmla="*/ 6398 w 134365"/>
                <a:gd name="connsiteY22" fmla="*/ 86677 h 191873"/>
                <a:gd name="connsiteX23" fmla="*/ 8207 w 134365"/>
                <a:gd name="connsiteY23" fmla="*/ 90773 h 191873"/>
                <a:gd name="connsiteX24" fmla="*/ 10303 w 134365"/>
                <a:gd name="connsiteY24" fmla="*/ 98393 h 191873"/>
                <a:gd name="connsiteX25" fmla="*/ 14018 w 134365"/>
                <a:gd name="connsiteY25" fmla="*/ 101727 h 191873"/>
                <a:gd name="connsiteX26" fmla="*/ 24400 w 134365"/>
                <a:gd name="connsiteY26" fmla="*/ 102679 h 191873"/>
                <a:gd name="connsiteX27" fmla="*/ 30877 w 134365"/>
                <a:gd name="connsiteY27" fmla="*/ 101536 h 191873"/>
                <a:gd name="connsiteX28" fmla="*/ 39069 w 134365"/>
                <a:gd name="connsiteY28" fmla="*/ 103822 h 191873"/>
                <a:gd name="connsiteX29" fmla="*/ 41831 w 134365"/>
                <a:gd name="connsiteY29" fmla="*/ 108966 h 191873"/>
                <a:gd name="connsiteX30" fmla="*/ 40021 w 134365"/>
                <a:gd name="connsiteY30" fmla="*/ 124111 h 191873"/>
                <a:gd name="connsiteX31" fmla="*/ 40021 w 134365"/>
                <a:gd name="connsiteY31" fmla="*/ 135445 h 191873"/>
                <a:gd name="connsiteX32" fmla="*/ 40021 w 134365"/>
                <a:gd name="connsiteY32" fmla="*/ 143732 h 191873"/>
                <a:gd name="connsiteX33" fmla="*/ 29829 w 134365"/>
                <a:gd name="connsiteY33" fmla="*/ 155638 h 191873"/>
                <a:gd name="connsiteX34" fmla="*/ 17161 w 134365"/>
                <a:gd name="connsiteY34" fmla="*/ 151257 h 191873"/>
                <a:gd name="connsiteX35" fmla="*/ 8589 w 134365"/>
                <a:gd name="connsiteY35" fmla="*/ 154781 h 191873"/>
                <a:gd name="connsiteX36" fmla="*/ 22019 w 134365"/>
                <a:gd name="connsiteY36" fmla="*/ 168497 h 191873"/>
                <a:gd name="connsiteX37" fmla="*/ 26781 w 134365"/>
                <a:gd name="connsiteY37" fmla="*/ 177451 h 191873"/>
                <a:gd name="connsiteX38" fmla="*/ 35544 w 134365"/>
                <a:gd name="connsiteY38" fmla="*/ 181737 h 191873"/>
                <a:gd name="connsiteX39" fmla="*/ 40783 w 134365"/>
                <a:gd name="connsiteY39" fmla="*/ 185833 h 191873"/>
                <a:gd name="connsiteX40" fmla="*/ 47451 w 134365"/>
                <a:gd name="connsiteY40" fmla="*/ 188785 h 191873"/>
                <a:gd name="connsiteX41" fmla="*/ 51737 w 134365"/>
                <a:gd name="connsiteY41" fmla="*/ 191738 h 191873"/>
                <a:gd name="connsiteX42" fmla="*/ 61262 w 134365"/>
                <a:gd name="connsiteY42" fmla="*/ 186880 h 191873"/>
                <a:gd name="connsiteX43" fmla="*/ 71454 w 134365"/>
                <a:gd name="connsiteY43" fmla="*/ 176689 h 191873"/>
                <a:gd name="connsiteX44" fmla="*/ 80979 w 134365"/>
                <a:gd name="connsiteY44" fmla="*/ 162401 h 191873"/>
                <a:gd name="connsiteX45" fmla="*/ 80979 w 134365"/>
                <a:gd name="connsiteY45" fmla="*/ 112014 h 191873"/>
                <a:gd name="connsiteX46" fmla="*/ 79169 w 134365"/>
                <a:gd name="connsiteY46" fmla="*/ 100679 h 191873"/>
                <a:gd name="connsiteX47" fmla="*/ 84693 w 134365"/>
                <a:gd name="connsiteY47" fmla="*/ 94488 h 191873"/>
                <a:gd name="connsiteX48" fmla="*/ 90503 w 134365"/>
                <a:gd name="connsiteY48" fmla="*/ 93726 h 191873"/>
                <a:gd name="connsiteX49" fmla="*/ 98314 w 134365"/>
                <a:gd name="connsiteY49" fmla="*/ 83725 h 191873"/>
                <a:gd name="connsiteX50" fmla="*/ 116126 w 134365"/>
                <a:gd name="connsiteY50" fmla="*/ 52673 h 191873"/>
                <a:gd name="connsiteX51" fmla="*/ 121555 w 134365"/>
                <a:gd name="connsiteY51" fmla="*/ 43148 h 191873"/>
                <a:gd name="connsiteX52" fmla="*/ 76026 w 134365"/>
                <a:gd name="connsiteY52" fmla="*/ 43720 h 191873"/>
                <a:gd name="connsiteX53" fmla="*/ 67644 w 134365"/>
                <a:gd name="connsiteY53" fmla="*/ 51149 h 191873"/>
                <a:gd name="connsiteX54" fmla="*/ 57547 w 134365"/>
                <a:gd name="connsiteY54" fmla="*/ 58960 h 191873"/>
                <a:gd name="connsiteX55" fmla="*/ 46784 w 134365"/>
                <a:gd name="connsiteY55" fmla="*/ 62293 h 191873"/>
                <a:gd name="connsiteX56" fmla="*/ 40688 w 134365"/>
                <a:gd name="connsiteY56" fmla="*/ 56197 h 191873"/>
                <a:gd name="connsiteX57" fmla="*/ 44974 w 134365"/>
                <a:gd name="connsiteY57" fmla="*/ 48958 h 191873"/>
                <a:gd name="connsiteX58" fmla="*/ 59071 w 134365"/>
                <a:gd name="connsiteY58" fmla="*/ 42862 h 191873"/>
                <a:gd name="connsiteX59" fmla="*/ 64501 w 134365"/>
                <a:gd name="connsiteY59" fmla="*/ 39433 h 191873"/>
                <a:gd name="connsiteX60" fmla="*/ 71739 w 134365"/>
                <a:gd name="connsiteY60" fmla="*/ 37052 h 191873"/>
                <a:gd name="connsiteX61" fmla="*/ 78788 w 134365"/>
                <a:gd name="connsiteY61" fmla="*/ 36100 h 191873"/>
                <a:gd name="connsiteX62" fmla="*/ 76026 w 134365"/>
                <a:gd name="connsiteY62" fmla="*/ 43720 h 19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34365" h="191873">
                  <a:moveTo>
                    <a:pt x="121936" y="43148"/>
                  </a:moveTo>
                  <a:cubicBezTo>
                    <a:pt x="125500" y="39101"/>
                    <a:pt x="129284" y="35254"/>
                    <a:pt x="133271" y="31623"/>
                  </a:cubicBezTo>
                  <a:cubicBezTo>
                    <a:pt x="134243" y="28815"/>
                    <a:pt x="134243" y="25762"/>
                    <a:pt x="133271" y="22955"/>
                  </a:cubicBezTo>
                  <a:cubicBezTo>
                    <a:pt x="132352" y="19141"/>
                    <a:pt x="131110" y="15413"/>
                    <a:pt x="129556" y="11811"/>
                  </a:cubicBezTo>
                  <a:cubicBezTo>
                    <a:pt x="125384" y="8447"/>
                    <a:pt x="120885" y="5512"/>
                    <a:pt x="116126" y="3048"/>
                  </a:cubicBezTo>
                  <a:cubicBezTo>
                    <a:pt x="114221" y="1810"/>
                    <a:pt x="108506" y="3048"/>
                    <a:pt x="106601" y="3048"/>
                  </a:cubicBezTo>
                  <a:cubicBezTo>
                    <a:pt x="104011" y="1666"/>
                    <a:pt x="101259" y="610"/>
                    <a:pt x="98410" y="-96"/>
                  </a:cubicBezTo>
                  <a:cubicBezTo>
                    <a:pt x="96422" y="-312"/>
                    <a:pt x="94440" y="349"/>
                    <a:pt x="92980" y="1714"/>
                  </a:cubicBezTo>
                  <a:cubicBezTo>
                    <a:pt x="91336" y="2427"/>
                    <a:pt x="89745" y="3254"/>
                    <a:pt x="88218" y="4191"/>
                  </a:cubicBezTo>
                  <a:cubicBezTo>
                    <a:pt x="86598" y="5143"/>
                    <a:pt x="84789" y="6286"/>
                    <a:pt x="82788" y="7715"/>
                  </a:cubicBezTo>
                  <a:cubicBezTo>
                    <a:pt x="79928" y="9645"/>
                    <a:pt x="76675" y="10914"/>
                    <a:pt x="73263" y="11430"/>
                  </a:cubicBezTo>
                  <a:cubicBezTo>
                    <a:pt x="68882" y="12668"/>
                    <a:pt x="68310" y="13430"/>
                    <a:pt x="66405" y="13430"/>
                  </a:cubicBezTo>
                  <a:cubicBezTo>
                    <a:pt x="63346" y="14041"/>
                    <a:pt x="60393" y="15100"/>
                    <a:pt x="57642" y="16573"/>
                  </a:cubicBezTo>
                  <a:cubicBezTo>
                    <a:pt x="53451" y="18478"/>
                    <a:pt x="48117" y="18478"/>
                    <a:pt x="45641" y="19812"/>
                  </a:cubicBezTo>
                  <a:cubicBezTo>
                    <a:pt x="40645" y="22536"/>
                    <a:pt x="35124" y="24159"/>
                    <a:pt x="29448" y="24574"/>
                  </a:cubicBezTo>
                  <a:cubicBezTo>
                    <a:pt x="28303" y="22855"/>
                    <a:pt x="27063" y="21202"/>
                    <a:pt x="25733" y="19621"/>
                  </a:cubicBezTo>
                  <a:cubicBezTo>
                    <a:pt x="22209" y="17145"/>
                    <a:pt x="21257" y="15907"/>
                    <a:pt x="17923" y="15526"/>
                  </a:cubicBezTo>
                  <a:cubicBezTo>
                    <a:pt x="14589" y="15145"/>
                    <a:pt x="11922" y="17907"/>
                    <a:pt x="9160" y="19431"/>
                  </a:cubicBezTo>
                  <a:cubicBezTo>
                    <a:pt x="6588" y="23527"/>
                    <a:pt x="206" y="25908"/>
                    <a:pt x="-365" y="36671"/>
                  </a:cubicBezTo>
                  <a:cubicBezTo>
                    <a:pt x="-365" y="38481"/>
                    <a:pt x="-365" y="42862"/>
                    <a:pt x="397" y="51911"/>
                  </a:cubicBezTo>
                  <a:cubicBezTo>
                    <a:pt x="397" y="57912"/>
                    <a:pt x="2207" y="61436"/>
                    <a:pt x="2873" y="66961"/>
                  </a:cubicBezTo>
                  <a:cubicBezTo>
                    <a:pt x="3540" y="72485"/>
                    <a:pt x="5445" y="76486"/>
                    <a:pt x="5445" y="78676"/>
                  </a:cubicBezTo>
                  <a:cubicBezTo>
                    <a:pt x="5445" y="80867"/>
                    <a:pt x="6207" y="84487"/>
                    <a:pt x="6398" y="86677"/>
                  </a:cubicBezTo>
                  <a:cubicBezTo>
                    <a:pt x="7160" y="86677"/>
                    <a:pt x="7731" y="90106"/>
                    <a:pt x="8207" y="90773"/>
                  </a:cubicBezTo>
                  <a:cubicBezTo>
                    <a:pt x="8601" y="93387"/>
                    <a:pt x="9305" y="95945"/>
                    <a:pt x="10303" y="98393"/>
                  </a:cubicBezTo>
                  <a:cubicBezTo>
                    <a:pt x="11308" y="99740"/>
                    <a:pt x="12571" y="100873"/>
                    <a:pt x="14018" y="101727"/>
                  </a:cubicBezTo>
                  <a:cubicBezTo>
                    <a:pt x="17432" y="102434"/>
                    <a:pt x="20915" y="102753"/>
                    <a:pt x="24400" y="102679"/>
                  </a:cubicBezTo>
                  <a:cubicBezTo>
                    <a:pt x="26305" y="102679"/>
                    <a:pt x="28972" y="101536"/>
                    <a:pt x="30877" y="101536"/>
                  </a:cubicBezTo>
                  <a:cubicBezTo>
                    <a:pt x="32782" y="101536"/>
                    <a:pt x="35925" y="104584"/>
                    <a:pt x="39069" y="103822"/>
                  </a:cubicBezTo>
                  <a:cubicBezTo>
                    <a:pt x="40402" y="103822"/>
                    <a:pt x="41831" y="107442"/>
                    <a:pt x="41831" y="108966"/>
                  </a:cubicBezTo>
                  <a:cubicBezTo>
                    <a:pt x="40808" y="113955"/>
                    <a:pt x="40203" y="119021"/>
                    <a:pt x="40021" y="124111"/>
                  </a:cubicBezTo>
                  <a:cubicBezTo>
                    <a:pt x="39634" y="127879"/>
                    <a:pt x="39634" y="131677"/>
                    <a:pt x="40021" y="135445"/>
                  </a:cubicBezTo>
                  <a:cubicBezTo>
                    <a:pt x="40021" y="137350"/>
                    <a:pt x="40021" y="141827"/>
                    <a:pt x="40021" y="143732"/>
                  </a:cubicBezTo>
                  <a:cubicBezTo>
                    <a:pt x="39449" y="153257"/>
                    <a:pt x="36306" y="155638"/>
                    <a:pt x="29829" y="155638"/>
                  </a:cubicBezTo>
                  <a:cubicBezTo>
                    <a:pt x="28020" y="155638"/>
                    <a:pt x="23638" y="151066"/>
                    <a:pt x="17161" y="151257"/>
                  </a:cubicBezTo>
                  <a:cubicBezTo>
                    <a:pt x="16208" y="151257"/>
                    <a:pt x="8398" y="151733"/>
                    <a:pt x="8589" y="154781"/>
                  </a:cubicBezTo>
                  <a:cubicBezTo>
                    <a:pt x="8779" y="157829"/>
                    <a:pt x="18971" y="163068"/>
                    <a:pt x="22019" y="168497"/>
                  </a:cubicBezTo>
                  <a:cubicBezTo>
                    <a:pt x="24210" y="172307"/>
                    <a:pt x="24590" y="175355"/>
                    <a:pt x="26781" y="177451"/>
                  </a:cubicBezTo>
                  <a:cubicBezTo>
                    <a:pt x="29390" y="179444"/>
                    <a:pt x="32369" y="180901"/>
                    <a:pt x="35544" y="181737"/>
                  </a:cubicBezTo>
                  <a:cubicBezTo>
                    <a:pt x="37735" y="182880"/>
                    <a:pt x="38688" y="184594"/>
                    <a:pt x="40783" y="185833"/>
                  </a:cubicBezTo>
                  <a:cubicBezTo>
                    <a:pt x="42879" y="187071"/>
                    <a:pt x="46593" y="187642"/>
                    <a:pt x="47451" y="188785"/>
                  </a:cubicBezTo>
                  <a:cubicBezTo>
                    <a:pt x="48284" y="190435"/>
                    <a:pt x="49899" y="191547"/>
                    <a:pt x="51737" y="191738"/>
                  </a:cubicBezTo>
                  <a:cubicBezTo>
                    <a:pt x="53642" y="191738"/>
                    <a:pt x="57738" y="188500"/>
                    <a:pt x="61262" y="186880"/>
                  </a:cubicBezTo>
                  <a:cubicBezTo>
                    <a:pt x="64786" y="185261"/>
                    <a:pt x="68691" y="178022"/>
                    <a:pt x="71454" y="176689"/>
                  </a:cubicBezTo>
                  <a:cubicBezTo>
                    <a:pt x="76645" y="173631"/>
                    <a:pt x="80153" y="168369"/>
                    <a:pt x="80979" y="162401"/>
                  </a:cubicBezTo>
                  <a:cubicBezTo>
                    <a:pt x="82123" y="145625"/>
                    <a:pt x="82123" y="128790"/>
                    <a:pt x="80979" y="112014"/>
                  </a:cubicBezTo>
                  <a:cubicBezTo>
                    <a:pt x="79615" y="108397"/>
                    <a:pt x="78999" y="104541"/>
                    <a:pt x="79169" y="100679"/>
                  </a:cubicBezTo>
                  <a:cubicBezTo>
                    <a:pt x="79169" y="96774"/>
                    <a:pt x="83265" y="93916"/>
                    <a:pt x="84693" y="94488"/>
                  </a:cubicBezTo>
                  <a:cubicBezTo>
                    <a:pt x="86623" y="95322"/>
                    <a:pt x="88854" y="95029"/>
                    <a:pt x="90503" y="93726"/>
                  </a:cubicBezTo>
                  <a:cubicBezTo>
                    <a:pt x="93308" y="90554"/>
                    <a:pt x="95917" y="87214"/>
                    <a:pt x="98314" y="83725"/>
                  </a:cubicBezTo>
                  <a:cubicBezTo>
                    <a:pt x="103662" y="73047"/>
                    <a:pt x="109609" y="62680"/>
                    <a:pt x="116126" y="52673"/>
                  </a:cubicBezTo>
                  <a:cubicBezTo>
                    <a:pt x="118137" y="49617"/>
                    <a:pt x="119950" y="46436"/>
                    <a:pt x="121555" y="43148"/>
                  </a:cubicBezTo>
                  <a:moveTo>
                    <a:pt x="76026" y="43720"/>
                  </a:moveTo>
                  <a:cubicBezTo>
                    <a:pt x="73613" y="46595"/>
                    <a:pt x="70789" y="49099"/>
                    <a:pt x="67644" y="51149"/>
                  </a:cubicBezTo>
                  <a:cubicBezTo>
                    <a:pt x="62976" y="54007"/>
                    <a:pt x="61166" y="56769"/>
                    <a:pt x="57547" y="58960"/>
                  </a:cubicBezTo>
                  <a:cubicBezTo>
                    <a:pt x="54163" y="60646"/>
                    <a:pt x="50528" y="61772"/>
                    <a:pt x="46784" y="62293"/>
                  </a:cubicBezTo>
                  <a:cubicBezTo>
                    <a:pt x="43459" y="62194"/>
                    <a:pt x="40787" y="59522"/>
                    <a:pt x="40688" y="56197"/>
                  </a:cubicBezTo>
                  <a:cubicBezTo>
                    <a:pt x="40584" y="53155"/>
                    <a:pt x="42257" y="50330"/>
                    <a:pt x="44974" y="48958"/>
                  </a:cubicBezTo>
                  <a:cubicBezTo>
                    <a:pt x="49527" y="46605"/>
                    <a:pt x="54237" y="44568"/>
                    <a:pt x="59071" y="42862"/>
                  </a:cubicBezTo>
                  <a:cubicBezTo>
                    <a:pt x="61022" y="41960"/>
                    <a:pt x="62847" y="40807"/>
                    <a:pt x="64501" y="39433"/>
                  </a:cubicBezTo>
                  <a:cubicBezTo>
                    <a:pt x="66310" y="37814"/>
                    <a:pt x="68977" y="38767"/>
                    <a:pt x="71739" y="37052"/>
                  </a:cubicBezTo>
                  <a:cubicBezTo>
                    <a:pt x="73998" y="36253"/>
                    <a:pt x="76398" y="35929"/>
                    <a:pt x="78788" y="36100"/>
                  </a:cubicBezTo>
                  <a:cubicBezTo>
                    <a:pt x="80216" y="36100"/>
                    <a:pt x="77835" y="40576"/>
                    <a:pt x="76026" y="4372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89" name="任意多边形: 形状 88"/>
            <p:cNvSpPr/>
            <p:nvPr/>
          </p:nvSpPr>
          <p:spPr>
            <a:xfrm>
              <a:off x="6864937" y="4863327"/>
              <a:ext cx="214998" cy="231682"/>
            </a:xfrm>
            <a:custGeom>
              <a:avLst/>
              <a:gdLst>
                <a:gd name="connsiteX0" fmla="*/ 56030 w 60051"/>
                <a:gd name="connsiteY0" fmla="*/ 21427 h 64711"/>
                <a:gd name="connsiteX1" fmla="*/ 40409 w 60051"/>
                <a:gd name="connsiteY1" fmla="*/ 7616 h 64711"/>
                <a:gd name="connsiteX2" fmla="*/ 33837 w 60051"/>
                <a:gd name="connsiteY2" fmla="*/ 8663 h 64711"/>
                <a:gd name="connsiteX3" fmla="*/ 26217 w 60051"/>
                <a:gd name="connsiteY3" fmla="*/ 6282 h 64711"/>
                <a:gd name="connsiteX4" fmla="*/ 18502 w 60051"/>
                <a:gd name="connsiteY4" fmla="*/ 5615 h 64711"/>
                <a:gd name="connsiteX5" fmla="*/ 10787 w 60051"/>
                <a:gd name="connsiteY5" fmla="*/ 1615 h 64711"/>
                <a:gd name="connsiteX6" fmla="*/ 3166 w 60051"/>
                <a:gd name="connsiteY6" fmla="*/ -100 h 64711"/>
                <a:gd name="connsiteX7" fmla="*/ 595 w 60051"/>
                <a:gd name="connsiteY7" fmla="*/ 9997 h 64711"/>
                <a:gd name="connsiteX8" fmla="*/ 23 w 60051"/>
                <a:gd name="connsiteY8" fmla="*/ 16855 h 64711"/>
                <a:gd name="connsiteX9" fmla="*/ 2976 w 60051"/>
                <a:gd name="connsiteY9" fmla="*/ 27999 h 64711"/>
                <a:gd name="connsiteX10" fmla="*/ 8024 w 60051"/>
                <a:gd name="connsiteY10" fmla="*/ 38000 h 64711"/>
                <a:gd name="connsiteX11" fmla="*/ 14311 w 60051"/>
                <a:gd name="connsiteY11" fmla="*/ 49526 h 64711"/>
                <a:gd name="connsiteX12" fmla="*/ 14311 w 60051"/>
                <a:gd name="connsiteY12" fmla="*/ 58098 h 64711"/>
                <a:gd name="connsiteX13" fmla="*/ 20407 w 60051"/>
                <a:gd name="connsiteY13" fmla="*/ 64575 h 64711"/>
                <a:gd name="connsiteX14" fmla="*/ 28217 w 60051"/>
                <a:gd name="connsiteY14" fmla="*/ 60860 h 64711"/>
                <a:gd name="connsiteX15" fmla="*/ 35647 w 60051"/>
                <a:gd name="connsiteY15" fmla="*/ 60860 h 64711"/>
                <a:gd name="connsiteX16" fmla="*/ 44410 w 60051"/>
                <a:gd name="connsiteY16" fmla="*/ 57336 h 64711"/>
                <a:gd name="connsiteX17" fmla="*/ 49458 w 60051"/>
                <a:gd name="connsiteY17" fmla="*/ 51431 h 64711"/>
                <a:gd name="connsiteX18" fmla="*/ 53744 w 60051"/>
                <a:gd name="connsiteY18" fmla="*/ 42668 h 64711"/>
                <a:gd name="connsiteX19" fmla="*/ 59269 w 60051"/>
                <a:gd name="connsiteY19" fmla="*/ 35428 h 64711"/>
                <a:gd name="connsiteX20" fmla="*/ 59269 w 60051"/>
                <a:gd name="connsiteY20" fmla="*/ 27618 h 64711"/>
                <a:gd name="connsiteX21" fmla="*/ 55173 w 60051"/>
                <a:gd name="connsiteY21" fmla="*/ 21617 h 64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051" h="64711">
                  <a:moveTo>
                    <a:pt x="56030" y="21427"/>
                  </a:moveTo>
                  <a:cubicBezTo>
                    <a:pt x="53078" y="17426"/>
                    <a:pt x="44314" y="6853"/>
                    <a:pt x="40409" y="7616"/>
                  </a:cubicBezTo>
                  <a:cubicBezTo>
                    <a:pt x="38252" y="8150"/>
                    <a:pt x="36053" y="8500"/>
                    <a:pt x="33837" y="8663"/>
                  </a:cubicBezTo>
                  <a:cubicBezTo>
                    <a:pt x="32027" y="8663"/>
                    <a:pt x="28503" y="5996"/>
                    <a:pt x="26217" y="6282"/>
                  </a:cubicBezTo>
                  <a:cubicBezTo>
                    <a:pt x="23626" y="6562"/>
                    <a:pt x="21006" y="6335"/>
                    <a:pt x="18502" y="5615"/>
                  </a:cubicBezTo>
                  <a:cubicBezTo>
                    <a:pt x="16692" y="5615"/>
                    <a:pt x="12025" y="1520"/>
                    <a:pt x="10787" y="1615"/>
                  </a:cubicBezTo>
                  <a:cubicBezTo>
                    <a:pt x="6881" y="2282"/>
                    <a:pt x="5643" y="-481"/>
                    <a:pt x="3166" y="-100"/>
                  </a:cubicBezTo>
                  <a:cubicBezTo>
                    <a:pt x="23" y="2282"/>
                    <a:pt x="2119" y="7901"/>
                    <a:pt x="595" y="9997"/>
                  </a:cubicBezTo>
                  <a:cubicBezTo>
                    <a:pt x="-444" y="12132"/>
                    <a:pt x="-648" y="14577"/>
                    <a:pt x="23" y="16855"/>
                  </a:cubicBezTo>
                  <a:cubicBezTo>
                    <a:pt x="1972" y="20245"/>
                    <a:pt x="2990" y="24089"/>
                    <a:pt x="2976" y="27999"/>
                  </a:cubicBezTo>
                  <a:cubicBezTo>
                    <a:pt x="2976" y="31047"/>
                    <a:pt x="7834" y="33333"/>
                    <a:pt x="8024" y="38000"/>
                  </a:cubicBezTo>
                  <a:cubicBezTo>
                    <a:pt x="9902" y="41957"/>
                    <a:pt x="12001" y="45805"/>
                    <a:pt x="14311" y="49526"/>
                  </a:cubicBezTo>
                  <a:cubicBezTo>
                    <a:pt x="15358" y="52097"/>
                    <a:pt x="14311" y="56003"/>
                    <a:pt x="14311" y="58098"/>
                  </a:cubicBezTo>
                  <a:cubicBezTo>
                    <a:pt x="15263" y="62194"/>
                    <a:pt x="17835" y="64575"/>
                    <a:pt x="20407" y="64575"/>
                  </a:cubicBezTo>
                  <a:cubicBezTo>
                    <a:pt x="22979" y="64575"/>
                    <a:pt x="24598" y="61813"/>
                    <a:pt x="28217" y="60860"/>
                  </a:cubicBezTo>
                  <a:cubicBezTo>
                    <a:pt x="30313" y="60289"/>
                    <a:pt x="33551" y="60860"/>
                    <a:pt x="35647" y="60860"/>
                  </a:cubicBezTo>
                  <a:cubicBezTo>
                    <a:pt x="38791" y="60343"/>
                    <a:pt x="41783" y="59139"/>
                    <a:pt x="44410" y="57336"/>
                  </a:cubicBezTo>
                  <a:cubicBezTo>
                    <a:pt x="46298" y="55553"/>
                    <a:pt x="47990" y="53573"/>
                    <a:pt x="49458" y="51431"/>
                  </a:cubicBezTo>
                  <a:cubicBezTo>
                    <a:pt x="51363" y="49145"/>
                    <a:pt x="52030" y="44573"/>
                    <a:pt x="53744" y="42668"/>
                  </a:cubicBezTo>
                  <a:cubicBezTo>
                    <a:pt x="55459" y="40763"/>
                    <a:pt x="57935" y="39620"/>
                    <a:pt x="59269" y="35428"/>
                  </a:cubicBezTo>
                  <a:cubicBezTo>
                    <a:pt x="59825" y="32855"/>
                    <a:pt x="59825" y="30192"/>
                    <a:pt x="59269" y="27618"/>
                  </a:cubicBezTo>
                  <a:cubicBezTo>
                    <a:pt x="58124" y="25476"/>
                    <a:pt x="56751" y="23464"/>
                    <a:pt x="55173" y="2161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0" name="任意多边形: 形状 89"/>
            <p:cNvSpPr/>
            <p:nvPr/>
          </p:nvSpPr>
          <p:spPr>
            <a:xfrm>
              <a:off x="6343545" y="4947348"/>
              <a:ext cx="206527" cy="200175"/>
            </a:xfrm>
            <a:custGeom>
              <a:avLst/>
              <a:gdLst>
                <a:gd name="connsiteX0" fmla="*/ 55070 w 57685"/>
                <a:gd name="connsiteY0" fmla="*/ 25296 h 55911"/>
                <a:gd name="connsiteX1" fmla="*/ 56213 w 57685"/>
                <a:gd name="connsiteY1" fmla="*/ 17866 h 55911"/>
                <a:gd name="connsiteX2" fmla="*/ 57166 w 57685"/>
                <a:gd name="connsiteY2" fmla="*/ 11199 h 55911"/>
                <a:gd name="connsiteX3" fmla="*/ 53070 w 57685"/>
                <a:gd name="connsiteY3" fmla="*/ 9294 h 55911"/>
                <a:gd name="connsiteX4" fmla="*/ 41354 w 57685"/>
                <a:gd name="connsiteY4" fmla="*/ 9294 h 55911"/>
                <a:gd name="connsiteX5" fmla="*/ 31258 w 57685"/>
                <a:gd name="connsiteY5" fmla="*/ 11770 h 55911"/>
                <a:gd name="connsiteX6" fmla="*/ 21733 w 57685"/>
                <a:gd name="connsiteY6" fmla="*/ -136 h 55911"/>
                <a:gd name="connsiteX7" fmla="*/ 14113 w 57685"/>
                <a:gd name="connsiteY7" fmla="*/ 3960 h 55911"/>
                <a:gd name="connsiteX8" fmla="*/ 3731 w 57685"/>
                <a:gd name="connsiteY8" fmla="*/ 21771 h 55911"/>
                <a:gd name="connsiteX9" fmla="*/ -365 w 57685"/>
                <a:gd name="connsiteY9" fmla="*/ 29582 h 55911"/>
                <a:gd name="connsiteX10" fmla="*/ 1635 w 57685"/>
                <a:gd name="connsiteY10" fmla="*/ 36249 h 55911"/>
                <a:gd name="connsiteX11" fmla="*/ 206 w 57685"/>
                <a:gd name="connsiteY11" fmla="*/ 44632 h 55911"/>
                <a:gd name="connsiteX12" fmla="*/ 13732 w 57685"/>
                <a:gd name="connsiteY12" fmla="*/ 55776 h 55911"/>
                <a:gd name="connsiteX13" fmla="*/ 25067 w 57685"/>
                <a:gd name="connsiteY13" fmla="*/ 51013 h 55911"/>
                <a:gd name="connsiteX14" fmla="*/ 33639 w 57685"/>
                <a:gd name="connsiteY14" fmla="*/ 50251 h 55911"/>
                <a:gd name="connsiteX15" fmla="*/ 41069 w 57685"/>
                <a:gd name="connsiteY15" fmla="*/ 45203 h 55911"/>
                <a:gd name="connsiteX16" fmla="*/ 44783 w 57685"/>
                <a:gd name="connsiteY16" fmla="*/ 34630 h 55911"/>
                <a:gd name="connsiteX17" fmla="*/ 50022 w 57685"/>
                <a:gd name="connsiteY17" fmla="*/ 30725 h 55911"/>
                <a:gd name="connsiteX18" fmla="*/ 55166 w 57685"/>
                <a:gd name="connsiteY18" fmla="*/ 25105 h 55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7685" h="55911">
                  <a:moveTo>
                    <a:pt x="55070" y="25296"/>
                  </a:moveTo>
                  <a:cubicBezTo>
                    <a:pt x="55973" y="22928"/>
                    <a:pt x="56362" y="20396"/>
                    <a:pt x="56213" y="17866"/>
                  </a:cubicBezTo>
                  <a:cubicBezTo>
                    <a:pt x="57217" y="15797"/>
                    <a:pt x="57550" y="13466"/>
                    <a:pt x="57166" y="11199"/>
                  </a:cubicBezTo>
                  <a:cubicBezTo>
                    <a:pt x="57166" y="9675"/>
                    <a:pt x="54975" y="9294"/>
                    <a:pt x="53070" y="9294"/>
                  </a:cubicBezTo>
                  <a:cubicBezTo>
                    <a:pt x="49168" y="9063"/>
                    <a:pt x="45256" y="9063"/>
                    <a:pt x="41354" y="9294"/>
                  </a:cubicBezTo>
                  <a:cubicBezTo>
                    <a:pt x="38143" y="10653"/>
                    <a:pt x="34734" y="11489"/>
                    <a:pt x="31258" y="11770"/>
                  </a:cubicBezTo>
                  <a:cubicBezTo>
                    <a:pt x="28877" y="11770"/>
                    <a:pt x="28496" y="-136"/>
                    <a:pt x="21733" y="-136"/>
                  </a:cubicBezTo>
                  <a:cubicBezTo>
                    <a:pt x="19828" y="-136"/>
                    <a:pt x="16685" y="2626"/>
                    <a:pt x="14113" y="3960"/>
                  </a:cubicBezTo>
                  <a:cubicBezTo>
                    <a:pt x="8556" y="8398"/>
                    <a:pt x="4854" y="14749"/>
                    <a:pt x="3731" y="21771"/>
                  </a:cubicBezTo>
                  <a:cubicBezTo>
                    <a:pt x="3159" y="24057"/>
                    <a:pt x="-365" y="27677"/>
                    <a:pt x="-365" y="29582"/>
                  </a:cubicBezTo>
                  <a:cubicBezTo>
                    <a:pt x="-365" y="31487"/>
                    <a:pt x="1635" y="34344"/>
                    <a:pt x="1635" y="36249"/>
                  </a:cubicBezTo>
                  <a:cubicBezTo>
                    <a:pt x="1635" y="38154"/>
                    <a:pt x="206" y="42727"/>
                    <a:pt x="206" y="44632"/>
                  </a:cubicBezTo>
                  <a:cubicBezTo>
                    <a:pt x="206" y="52632"/>
                    <a:pt x="6779" y="55776"/>
                    <a:pt x="13732" y="55776"/>
                  </a:cubicBezTo>
                  <a:cubicBezTo>
                    <a:pt x="17710" y="54714"/>
                    <a:pt x="21524" y="53111"/>
                    <a:pt x="25067" y="51013"/>
                  </a:cubicBezTo>
                  <a:cubicBezTo>
                    <a:pt x="27162" y="50442"/>
                    <a:pt x="30496" y="52252"/>
                    <a:pt x="33639" y="50251"/>
                  </a:cubicBezTo>
                  <a:cubicBezTo>
                    <a:pt x="36782" y="48251"/>
                    <a:pt x="39068" y="47584"/>
                    <a:pt x="41069" y="45203"/>
                  </a:cubicBezTo>
                  <a:cubicBezTo>
                    <a:pt x="43069" y="42822"/>
                    <a:pt x="43069" y="38916"/>
                    <a:pt x="44783" y="34630"/>
                  </a:cubicBezTo>
                  <a:cubicBezTo>
                    <a:pt x="45545" y="32820"/>
                    <a:pt x="49260" y="31963"/>
                    <a:pt x="50022" y="30725"/>
                  </a:cubicBezTo>
                  <a:cubicBezTo>
                    <a:pt x="51626" y="28754"/>
                    <a:pt x="53344" y="26877"/>
                    <a:pt x="55166" y="2510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1" name="任意多边形: 形状 90"/>
            <p:cNvSpPr/>
            <p:nvPr/>
          </p:nvSpPr>
          <p:spPr>
            <a:xfrm>
              <a:off x="6330162" y="4169825"/>
              <a:ext cx="802159" cy="426841"/>
            </a:xfrm>
            <a:custGeom>
              <a:avLst/>
              <a:gdLst>
                <a:gd name="connsiteX0" fmla="*/ 219971 w 224051"/>
                <a:gd name="connsiteY0" fmla="*/ 52823 h 119221"/>
                <a:gd name="connsiteX1" fmla="*/ 211304 w 224051"/>
                <a:gd name="connsiteY1" fmla="*/ 45203 h 119221"/>
                <a:gd name="connsiteX2" fmla="*/ 204065 w 224051"/>
                <a:gd name="connsiteY2" fmla="*/ 42822 h 119221"/>
                <a:gd name="connsiteX3" fmla="*/ 197112 w 224051"/>
                <a:gd name="connsiteY3" fmla="*/ 39869 h 119221"/>
                <a:gd name="connsiteX4" fmla="*/ 180824 w 224051"/>
                <a:gd name="connsiteY4" fmla="*/ 43584 h 119221"/>
                <a:gd name="connsiteX5" fmla="*/ 152249 w 224051"/>
                <a:gd name="connsiteY5" fmla="*/ 50251 h 119221"/>
                <a:gd name="connsiteX6" fmla="*/ 150725 w 224051"/>
                <a:gd name="connsiteY6" fmla="*/ 45394 h 119221"/>
                <a:gd name="connsiteX7" fmla="*/ 158726 w 224051"/>
                <a:gd name="connsiteY7" fmla="*/ 30725 h 119221"/>
                <a:gd name="connsiteX8" fmla="*/ 152249 w 224051"/>
                <a:gd name="connsiteY8" fmla="*/ 16437 h 119221"/>
                <a:gd name="connsiteX9" fmla="*/ 149487 w 224051"/>
                <a:gd name="connsiteY9" fmla="*/ 6912 h 119221"/>
                <a:gd name="connsiteX10" fmla="*/ 141104 w 224051"/>
                <a:gd name="connsiteY10" fmla="*/ 4341 h 119221"/>
                <a:gd name="connsiteX11" fmla="*/ 136437 w 224051"/>
                <a:gd name="connsiteY11" fmla="*/ 626 h 119221"/>
                <a:gd name="connsiteX12" fmla="*/ 127484 w 224051"/>
                <a:gd name="connsiteY12" fmla="*/ 626 h 119221"/>
                <a:gd name="connsiteX13" fmla="*/ 120244 w 224051"/>
                <a:gd name="connsiteY13" fmla="*/ -136 h 119221"/>
                <a:gd name="connsiteX14" fmla="*/ 114149 w 224051"/>
                <a:gd name="connsiteY14" fmla="*/ 2150 h 119221"/>
                <a:gd name="connsiteX15" fmla="*/ 108148 w 224051"/>
                <a:gd name="connsiteY15" fmla="*/ 2817 h 119221"/>
                <a:gd name="connsiteX16" fmla="*/ 101862 w 224051"/>
                <a:gd name="connsiteY16" fmla="*/ 5293 h 119221"/>
                <a:gd name="connsiteX17" fmla="*/ 91098 w 224051"/>
                <a:gd name="connsiteY17" fmla="*/ 7103 h 119221"/>
                <a:gd name="connsiteX18" fmla="*/ 89003 w 224051"/>
                <a:gd name="connsiteY18" fmla="*/ 13104 h 119221"/>
                <a:gd name="connsiteX19" fmla="*/ 96146 w 224051"/>
                <a:gd name="connsiteY19" fmla="*/ 30725 h 119221"/>
                <a:gd name="connsiteX20" fmla="*/ 93861 w 224051"/>
                <a:gd name="connsiteY20" fmla="*/ 37773 h 119221"/>
                <a:gd name="connsiteX21" fmla="*/ 91670 w 224051"/>
                <a:gd name="connsiteY21" fmla="*/ 43393 h 119221"/>
                <a:gd name="connsiteX22" fmla="*/ 90336 w 224051"/>
                <a:gd name="connsiteY22" fmla="*/ 49299 h 119221"/>
                <a:gd name="connsiteX23" fmla="*/ 95956 w 224051"/>
                <a:gd name="connsiteY23" fmla="*/ 53585 h 119221"/>
                <a:gd name="connsiteX24" fmla="*/ 101862 w 224051"/>
                <a:gd name="connsiteY24" fmla="*/ 55490 h 119221"/>
                <a:gd name="connsiteX25" fmla="*/ 102814 w 224051"/>
                <a:gd name="connsiteY25" fmla="*/ 61205 h 119221"/>
                <a:gd name="connsiteX26" fmla="*/ 94432 w 224051"/>
                <a:gd name="connsiteY26" fmla="*/ 66063 h 119221"/>
                <a:gd name="connsiteX27" fmla="*/ 73953 w 224051"/>
                <a:gd name="connsiteY27" fmla="*/ 72349 h 119221"/>
                <a:gd name="connsiteX28" fmla="*/ 62809 w 224051"/>
                <a:gd name="connsiteY28" fmla="*/ 73873 h 119221"/>
                <a:gd name="connsiteX29" fmla="*/ 36615 w 224051"/>
                <a:gd name="connsiteY29" fmla="*/ 79112 h 119221"/>
                <a:gd name="connsiteX30" fmla="*/ 25662 w 224051"/>
                <a:gd name="connsiteY30" fmla="*/ 82827 h 119221"/>
                <a:gd name="connsiteX31" fmla="*/ 20613 w 224051"/>
                <a:gd name="connsiteY31" fmla="*/ 79969 h 119221"/>
                <a:gd name="connsiteX32" fmla="*/ 1563 w 224051"/>
                <a:gd name="connsiteY32" fmla="*/ 89494 h 119221"/>
                <a:gd name="connsiteX33" fmla="*/ -246 w 224051"/>
                <a:gd name="connsiteY33" fmla="*/ 96162 h 119221"/>
                <a:gd name="connsiteX34" fmla="*/ 230 w 224051"/>
                <a:gd name="connsiteY34" fmla="*/ 104544 h 119221"/>
                <a:gd name="connsiteX35" fmla="*/ 2706 w 224051"/>
                <a:gd name="connsiteY35" fmla="*/ 114736 h 119221"/>
                <a:gd name="connsiteX36" fmla="*/ 12231 w 224051"/>
                <a:gd name="connsiteY36" fmla="*/ 115307 h 119221"/>
                <a:gd name="connsiteX37" fmla="*/ 17470 w 224051"/>
                <a:gd name="connsiteY37" fmla="*/ 119022 h 119221"/>
                <a:gd name="connsiteX38" fmla="*/ 23947 w 224051"/>
                <a:gd name="connsiteY38" fmla="*/ 115307 h 119221"/>
                <a:gd name="connsiteX39" fmla="*/ 31376 w 224051"/>
                <a:gd name="connsiteY39" fmla="*/ 112735 h 119221"/>
                <a:gd name="connsiteX40" fmla="*/ 40139 w 224051"/>
                <a:gd name="connsiteY40" fmla="*/ 110354 h 119221"/>
                <a:gd name="connsiteX41" fmla="*/ 45569 w 224051"/>
                <a:gd name="connsiteY41" fmla="*/ 110354 h 119221"/>
                <a:gd name="connsiteX42" fmla="*/ 52427 w 224051"/>
                <a:gd name="connsiteY42" fmla="*/ 110354 h 119221"/>
                <a:gd name="connsiteX43" fmla="*/ 60237 w 224051"/>
                <a:gd name="connsiteY43" fmla="*/ 108258 h 119221"/>
                <a:gd name="connsiteX44" fmla="*/ 67476 w 224051"/>
                <a:gd name="connsiteY44" fmla="*/ 107306 h 119221"/>
                <a:gd name="connsiteX45" fmla="*/ 76049 w 224051"/>
                <a:gd name="connsiteY45" fmla="*/ 105115 h 119221"/>
                <a:gd name="connsiteX46" fmla="*/ 85574 w 224051"/>
                <a:gd name="connsiteY46" fmla="*/ 102734 h 119221"/>
                <a:gd name="connsiteX47" fmla="*/ 95099 w 224051"/>
                <a:gd name="connsiteY47" fmla="*/ 100257 h 119221"/>
                <a:gd name="connsiteX48" fmla="*/ 128912 w 224051"/>
                <a:gd name="connsiteY48" fmla="*/ 91875 h 119221"/>
                <a:gd name="connsiteX49" fmla="*/ 143390 w 224051"/>
                <a:gd name="connsiteY49" fmla="*/ 85780 h 119221"/>
                <a:gd name="connsiteX50" fmla="*/ 152915 w 224051"/>
                <a:gd name="connsiteY50" fmla="*/ 85780 h 119221"/>
                <a:gd name="connsiteX51" fmla="*/ 163298 w 224051"/>
                <a:gd name="connsiteY51" fmla="*/ 82065 h 119221"/>
                <a:gd name="connsiteX52" fmla="*/ 173680 w 224051"/>
                <a:gd name="connsiteY52" fmla="*/ 78922 h 119221"/>
                <a:gd name="connsiteX53" fmla="*/ 185015 w 224051"/>
                <a:gd name="connsiteY53" fmla="*/ 77588 h 119221"/>
                <a:gd name="connsiteX54" fmla="*/ 199207 w 224051"/>
                <a:gd name="connsiteY54" fmla="*/ 76636 h 119221"/>
                <a:gd name="connsiteX55" fmla="*/ 207589 w 224051"/>
                <a:gd name="connsiteY55" fmla="*/ 79112 h 119221"/>
                <a:gd name="connsiteX56" fmla="*/ 223210 w 224051"/>
                <a:gd name="connsiteY56" fmla="*/ 65872 h 119221"/>
                <a:gd name="connsiteX57" fmla="*/ 223686 w 224051"/>
                <a:gd name="connsiteY57" fmla="*/ 57109 h 119221"/>
                <a:gd name="connsiteX58" fmla="*/ 219781 w 224051"/>
                <a:gd name="connsiteY58" fmla="*/ 52823 h 119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24051" h="119221">
                  <a:moveTo>
                    <a:pt x="219971" y="52823"/>
                  </a:moveTo>
                  <a:cubicBezTo>
                    <a:pt x="216018" y="51837"/>
                    <a:pt x="212788" y="48997"/>
                    <a:pt x="211304" y="45203"/>
                  </a:cubicBezTo>
                  <a:cubicBezTo>
                    <a:pt x="210542" y="43203"/>
                    <a:pt x="206255" y="43393"/>
                    <a:pt x="204065" y="42822"/>
                  </a:cubicBezTo>
                  <a:cubicBezTo>
                    <a:pt x="201874" y="42250"/>
                    <a:pt x="198921" y="39678"/>
                    <a:pt x="197112" y="39869"/>
                  </a:cubicBezTo>
                  <a:cubicBezTo>
                    <a:pt x="191592" y="40674"/>
                    <a:pt x="186146" y="41916"/>
                    <a:pt x="180824" y="43584"/>
                  </a:cubicBezTo>
                  <a:cubicBezTo>
                    <a:pt x="176347" y="45012"/>
                    <a:pt x="157488" y="49203"/>
                    <a:pt x="152249" y="50251"/>
                  </a:cubicBezTo>
                  <a:cubicBezTo>
                    <a:pt x="149296" y="50823"/>
                    <a:pt x="149105" y="47489"/>
                    <a:pt x="150725" y="45394"/>
                  </a:cubicBezTo>
                  <a:cubicBezTo>
                    <a:pt x="156535" y="40440"/>
                    <a:pt x="159107" y="40250"/>
                    <a:pt x="158726" y="30725"/>
                  </a:cubicBezTo>
                  <a:cubicBezTo>
                    <a:pt x="158345" y="21200"/>
                    <a:pt x="153773" y="19581"/>
                    <a:pt x="152249" y="16437"/>
                  </a:cubicBezTo>
                  <a:cubicBezTo>
                    <a:pt x="150725" y="13294"/>
                    <a:pt x="150915" y="8436"/>
                    <a:pt x="149487" y="6912"/>
                  </a:cubicBezTo>
                  <a:cubicBezTo>
                    <a:pt x="148058" y="5389"/>
                    <a:pt x="142057" y="5103"/>
                    <a:pt x="141104" y="4341"/>
                  </a:cubicBezTo>
                  <a:cubicBezTo>
                    <a:pt x="140152" y="3579"/>
                    <a:pt x="138723" y="626"/>
                    <a:pt x="136437" y="626"/>
                  </a:cubicBezTo>
                  <a:cubicBezTo>
                    <a:pt x="133456" y="818"/>
                    <a:pt x="130465" y="818"/>
                    <a:pt x="127484" y="626"/>
                  </a:cubicBezTo>
                  <a:cubicBezTo>
                    <a:pt x="125091" y="208"/>
                    <a:pt x="122672" y="-46"/>
                    <a:pt x="120244" y="-136"/>
                  </a:cubicBezTo>
                  <a:cubicBezTo>
                    <a:pt x="116911" y="-136"/>
                    <a:pt x="116911" y="1198"/>
                    <a:pt x="114149" y="2150"/>
                  </a:cubicBezTo>
                  <a:cubicBezTo>
                    <a:pt x="111387" y="3102"/>
                    <a:pt x="109386" y="2150"/>
                    <a:pt x="108148" y="2817"/>
                  </a:cubicBezTo>
                  <a:cubicBezTo>
                    <a:pt x="106242" y="4060"/>
                    <a:pt x="104104" y="4903"/>
                    <a:pt x="101862" y="5293"/>
                  </a:cubicBezTo>
                  <a:cubicBezTo>
                    <a:pt x="98051" y="5293"/>
                    <a:pt x="94337" y="3769"/>
                    <a:pt x="91098" y="7103"/>
                  </a:cubicBezTo>
                  <a:cubicBezTo>
                    <a:pt x="89348" y="8565"/>
                    <a:pt x="88543" y="10870"/>
                    <a:pt x="89003" y="13104"/>
                  </a:cubicBezTo>
                  <a:cubicBezTo>
                    <a:pt x="89955" y="16057"/>
                    <a:pt x="97385" y="26820"/>
                    <a:pt x="96146" y="30725"/>
                  </a:cubicBezTo>
                  <a:cubicBezTo>
                    <a:pt x="95511" y="33114"/>
                    <a:pt x="94748" y="35467"/>
                    <a:pt x="93861" y="37773"/>
                  </a:cubicBezTo>
                  <a:cubicBezTo>
                    <a:pt x="92908" y="40440"/>
                    <a:pt x="92432" y="41298"/>
                    <a:pt x="91670" y="43393"/>
                  </a:cubicBezTo>
                  <a:cubicBezTo>
                    <a:pt x="90679" y="45197"/>
                    <a:pt x="90217" y="47244"/>
                    <a:pt x="90336" y="49299"/>
                  </a:cubicBezTo>
                  <a:cubicBezTo>
                    <a:pt x="91590" y="51395"/>
                    <a:pt x="93602" y="52930"/>
                    <a:pt x="95956" y="53585"/>
                  </a:cubicBezTo>
                  <a:cubicBezTo>
                    <a:pt x="98432" y="53585"/>
                    <a:pt x="100718" y="52537"/>
                    <a:pt x="101862" y="55490"/>
                  </a:cubicBezTo>
                  <a:cubicBezTo>
                    <a:pt x="102630" y="57292"/>
                    <a:pt x="102957" y="59251"/>
                    <a:pt x="102814" y="61205"/>
                  </a:cubicBezTo>
                  <a:cubicBezTo>
                    <a:pt x="101480" y="64253"/>
                    <a:pt x="96908" y="65491"/>
                    <a:pt x="94432" y="66063"/>
                  </a:cubicBezTo>
                  <a:cubicBezTo>
                    <a:pt x="87493" y="67771"/>
                    <a:pt x="80656" y="69870"/>
                    <a:pt x="73953" y="72349"/>
                  </a:cubicBezTo>
                  <a:cubicBezTo>
                    <a:pt x="71381" y="74445"/>
                    <a:pt x="67286" y="72349"/>
                    <a:pt x="62809" y="73873"/>
                  </a:cubicBezTo>
                  <a:cubicBezTo>
                    <a:pt x="54226" y="76295"/>
                    <a:pt x="45469" y="78046"/>
                    <a:pt x="36615" y="79112"/>
                  </a:cubicBezTo>
                  <a:cubicBezTo>
                    <a:pt x="33758" y="79112"/>
                    <a:pt x="27090" y="82827"/>
                    <a:pt x="25662" y="82827"/>
                  </a:cubicBezTo>
                  <a:cubicBezTo>
                    <a:pt x="24233" y="82827"/>
                    <a:pt x="22423" y="79588"/>
                    <a:pt x="20613" y="79969"/>
                  </a:cubicBezTo>
                  <a:cubicBezTo>
                    <a:pt x="13758" y="82013"/>
                    <a:pt x="7311" y="85236"/>
                    <a:pt x="1563" y="89494"/>
                  </a:cubicBezTo>
                  <a:cubicBezTo>
                    <a:pt x="6" y="91341"/>
                    <a:pt x="-656" y="93781"/>
                    <a:pt x="-246" y="96162"/>
                  </a:cubicBezTo>
                  <a:cubicBezTo>
                    <a:pt x="-246" y="100067"/>
                    <a:pt x="325" y="103686"/>
                    <a:pt x="230" y="104544"/>
                  </a:cubicBezTo>
                  <a:cubicBezTo>
                    <a:pt x="-437" y="108449"/>
                    <a:pt x="-628" y="113116"/>
                    <a:pt x="2706" y="114736"/>
                  </a:cubicBezTo>
                  <a:cubicBezTo>
                    <a:pt x="6040" y="116355"/>
                    <a:pt x="10326" y="114736"/>
                    <a:pt x="12231" y="115307"/>
                  </a:cubicBezTo>
                  <a:cubicBezTo>
                    <a:pt x="16327" y="117212"/>
                    <a:pt x="14613" y="119498"/>
                    <a:pt x="17470" y="119022"/>
                  </a:cubicBezTo>
                  <a:cubicBezTo>
                    <a:pt x="20328" y="118545"/>
                    <a:pt x="23375" y="117022"/>
                    <a:pt x="23947" y="115307"/>
                  </a:cubicBezTo>
                  <a:cubicBezTo>
                    <a:pt x="26290" y="114105"/>
                    <a:pt x="28791" y="113239"/>
                    <a:pt x="31376" y="112735"/>
                  </a:cubicBezTo>
                  <a:cubicBezTo>
                    <a:pt x="34901" y="112735"/>
                    <a:pt x="38330" y="112735"/>
                    <a:pt x="40139" y="110354"/>
                  </a:cubicBezTo>
                  <a:cubicBezTo>
                    <a:pt x="41939" y="110087"/>
                    <a:pt x="43769" y="110087"/>
                    <a:pt x="45569" y="110354"/>
                  </a:cubicBezTo>
                  <a:cubicBezTo>
                    <a:pt x="47825" y="110875"/>
                    <a:pt x="50171" y="110875"/>
                    <a:pt x="52427" y="110354"/>
                  </a:cubicBezTo>
                  <a:cubicBezTo>
                    <a:pt x="54982" y="109486"/>
                    <a:pt x="57591" y="108786"/>
                    <a:pt x="60237" y="108258"/>
                  </a:cubicBezTo>
                  <a:cubicBezTo>
                    <a:pt x="62691" y="108493"/>
                    <a:pt x="65166" y="108167"/>
                    <a:pt x="67476" y="107306"/>
                  </a:cubicBezTo>
                  <a:cubicBezTo>
                    <a:pt x="69857" y="106068"/>
                    <a:pt x="71763" y="107306"/>
                    <a:pt x="76049" y="105115"/>
                  </a:cubicBezTo>
                  <a:cubicBezTo>
                    <a:pt x="78621" y="103782"/>
                    <a:pt x="83669" y="103782"/>
                    <a:pt x="85574" y="102734"/>
                  </a:cubicBezTo>
                  <a:cubicBezTo>
                    <a:pt x="87479" y="101686"/>
                    <a:pt x="92622" y="102734"/>
                    <a:pt x="95099" y="100257"/>
                  </a:cubicBezTo>
                  <a:cubicBezTo>
                    <a:pt x="106161" y="96680"/>
                    <a:pt x="117460" y="93879"/>
                    <a:pt x="128912" y="91875"/>
                  </a:cubicBezTo>
                  <a:cubicBezTo>
                    <a:pt x="134723" y="90256"/>
                    <a:pt x="141486" y="86161"/>
                    <a:pt x="143390" y="85780"/>
                  </a:cubicBezTo>
                  <a:cubicBezTo>
                    <a:pt x="147677" y="85018"/>
                    <a:pt x="151391" y="86732"/>
                    <a:pt x="152915" y="85780"/>
                  </a:cubicBezTo>
                  <a:cubicBezTo>
                    <a:pt x="156287" y="84305"/>
                    <a:pt x="159756" y="83063"/>
                    <a:pt x="163298" y="82065"/>
                  </a:cubicBezTo>
                  <a:cubicBezTo>
                    <a:pt x="165774" y="81303"/>
                    <a:pt x="171108" y="79493"/>
                    <a:pt x="173680" y="78922"/>
                  </a:cubicBezTo>
                  <a:lnTo>
                    <a:pt x="185015" y="77588"/>
                  </a:lnTo>
                  <a:cubicBezTo>
                    <a:pt x="186824" y="77588"/>
                    <a:pt x="197397" y="76731"/>
                    <a:pt x="199207" y="76636"/>
                  </a:cubicBezTo>
                  <a:cubicBezTo>
                    <a:pt x="204541" y="76636"/>
                    <a:pt x="206065" y="80160"/>
                    <a:pt x="207589" y="79112"/>
                  </a:cubicBezTo>
                  <a:cubicBezTo>
                    <a:pt x="212161" y="76255"/>
                    <a:pt x="222638" y="71968"/>
                    <a:pt x="223210" y="65872"/>
                  </a:cubicBezTo>
                  <a:cubicBezTo>
                    <a:pt x="223210" y="61967"/>
                    <a:pt x="223686" y="58919"/>
                    <a:pt x="223686" y="57109"/>
                  </a:cubicBezTo>
                  <a:cubicBezTo>
                    <a:pt x="223366" y="55025"/>
                    <a:pt x="221827" y="53335"/>
                    <a:pt x="219781" y="5282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2" name="任意多边形: 形状 91"/>
            <p:cNvSpPr/>
            <p:nvPr/>
          </p:nvSpPr>
          <p:spPr>
            <a:xfrm>
              <a:off x="10788644" y="4163657"/>
              <a:ext cx="774892" cy="1066918"/>
            </a:xfrm>
            <a:custGeom>
              <a:avLst/>
              <a:gdLst>
                <a:gd name="connsiteX0" fmla="*/ 211303 w 216435"/>
                <a:gd name="connsiteY0" fmla="*/ 97027 h 298001"/>
                <a:gd name="connsiteX1" fmla="*/ 203588 w 216435"/>
                <a:gd name="connsiteY1" fmla="*/ 94265 h 298001"/>
                <a:gd name="connsiteX2" fmla="*/ 196825 w 216435"/>
                <a:gd name="connsiteY2" fmla="*/ 92265 h 298001"/>
                <a:gd name="connsiteX3" fmla="*/ 190824 w 216435"/>
                <a:gd name="connsiteY3" fmla="*/ 87883 h 298001"/>
                <a:gd name="connsiteX4" fmla="*/ 183395 w 216435"/>
                <a:gd name="connsiteY4" fmla="*/ 87883 h 298001"/>
                <a:gd name="connsiteX5" fmla="*/ 172631 w 216435"/>
                <a:gd name="connsiteY5" fmla="*/ 93789 h 298001"/>
                <a:gd name="connsiteX6" fmla="*/ 167107 w 216435"/>
                <a:gd name="connsiteY6" fmla="*/ 92074 h 298001"/>
                <a:gd name="connsiteX7" fmla="*/ 169012 w 216435"/>
                <a:gd name="connsiteY7" fmla="*/ 80073 h 298001"/>
                <a:gd name="connsiteX8" fmla="*/ 171393 w 216435"/>
                <a:gd name="connsiteY8" fmla="*/ 70548 h 298001"/>
                <a:gd name="connsiteX9" fmla="*/ 174251 w 216435"/>
                <a:gd name="connsiteY9" fmla="*/ 62547 h 298001"/>
                <a:gd name="connsiteX10" fmla="*/ 183776 w 216435"/>
                <a:gd name="connsiteY10" fmla="*/ 39496 h 298001"/>
                <a:gd name="connsiteX11" fmla="*/ 195968 w 216435"/>
                <a:gd name="connsiteY11" fmla="*/ 29971 h 298001"/>
                <a:gd name="connsiteX12" fmla="*/ 197016 w 216435"/>
                <a:gd name="connsiteY12" fmla="*/ 18446 h 298001"/>
                <a:gd name="connsiteX13" fmla="*/ 194730 w 216435"/>
                <a:gd name="connsiteY13" fmla="*/ 11874 h 298001"/>
                <a:gd name="connsiteX14" fmla="*/ 185776 w 216435"/>
                <a:gd name="connsiteY14" fmla="*/ 6254 h 298001"/>
                <a:gd name="connsiteX15" fmla="*/ 177490 w 216435"/>
                <a:gd name="connsiteY15" fmla="*/ 7207 h 298001"/>
                <a:gd name="connsiteX16" fmla="*/ 175013 w 216435"/>
                <a:gd name="connsiteY16" fmla="*/ 10731 h 298001"/>
                <a:gd name="connsiteX17" fmla="*/ 147295 w 216435"/>
                <a:gd name="connsiteY17" fmla="*/ 25399 h 298001"/>
                <a:gd name="connsiteX18" fmla="*/ 152820 w 216435"/>
                <a:gd name="connsiteY18" fmla="*/ 38734 h 298001"/>
                <a:gd name="connsiteX19" fmla="*/ 150819 w 216435"/>
                <a:gd name="connsiteY19" fmla="*/ 45973 h 298001"/>
                <a:gd name="connsiteX20" fmla="*/ 146438 w 216435"/>
                <a:gd name="connsiteY20" fmla="*/ 52545 h 298001"/>
                <a:gd name="connsiteX21" fmla="*/ 138723 w 216435"/>
                <a:gd name="connsiteY21" fmla="*/ 56451 h 298001"/>
                <a:gd name="connsiteX22" fmla="*/ 139484 w 216435"/>
                <a:gd name="connsiteY22" fmla="*/ 65499 h 298001"/>
                <a:gd name="connsiteX23" fmla="*/ 135103 w 216435"/>
                <a:gd name="connsiteY23" fmla="*/ 70643 h 298001"/>
                <a:gd name="connsiteX24" fmla="*/ 129674 w 216435"/>
                <a:gd name="connsiteY24" fmla="*/ 74929 h 298001"/>
                <a:gd name="connsiteX25" fmla="*/ 131579 w 216435"/>
                <a:gd name="connsiteY25" fmla="*/ 84454 h 298001"/>
                <a:gd name="connsiteX26" fmla="*/ 139866 w 216435"/>
                <a:gd name="connsiteY26" fmla="*/ 87216 h 298001"/>
                <a:gd name="connsiteX27" fmla="*/ 130341 w 216435"/>
                <a:gd name="connsiteY27" fmla="*/ 96741 h 298001"/>
                <a:gd name="connsiteX28" fmla="*/ 125292 w 216435"/>
                <a:gd name="connsiteY28" fmla="*/ 88645 h 298001"/>
                <a:gd name="connsiteX29" fmla="*/ 115005 w 216435"/>
                <a:gd name="connsiteY29" fmla="*/ 83216 h 298001"/>
                <a:gd name="connsiteX30" fmla="*/ 123482 w 216435"/>
                <a:gd name="connsiteY30" fmla="*/ 70929 h 298001"/>
                <a:gd name="connsiteX31" fmla="*/ 134722 w 216435"/>
                <a:gd name="connsiteY31" fmla="*/ 48164 h 298001"/>
                <a:gd name="connsiteX32" fmla="*/ 129579 w 216435"/>
                <a:gd name="connsiteY32" fmla="*/ 40449 h 298001"/>
                <a:gd name="connsiteX33" fmla="*/ 129579 w 216435"/>
                <a:gd name="connsiteY33" fmla="*/ 30924 h 298001"/>
                <a:gd name="connsiteX34" fmla="*/ 137865 w 216435"/>
                <a:gd name="connsiteY34" fmla="*/ 20065 h 298001"/>
                <a:gd name="connsiteX35" fmla="*/ 142152 w 216435"/>
                <a:gd name="connsiteY35" fmla="*/ 7683 h 298001"/>
                <a:gd name="connsiteX36" fmla="*/ 132055 w 216435"/>
                <a:gd name="connsiteY36" fmla="*/ -128 h 298001"/>
                <a:gd name="connsiteX37" fmla="*/ 126721 w 216435"/>
                <a:gd name="connsiteY37" fmla="*/ 1015 h 298001"/>
                <a:gd name="connsiteX38" fmla="*/ 121387 w 216435"/>
                <a:gd name="connsiteY38" fmla="*/ 1015 h 298001"/>
                <a:gd name="connsiteX39" fmla="*/ 114815 w 216435"/>
                <a:gd name="connsiteY39" fmla="*/ 13207 h 298001"/>
                <a:gd name="connsiteX40" fmla="*/ 105957 w 216435"/>
                <a:gd name="connsiteY40" fmla="*/ 24923 h 298001"/>
                <a:gd name="connsiteX41" fmla="*/ 98622 w 216435"/>
                <a:gd name="connsiteY41" fmla="*/ 18922 h 298001"/>
                <a:gd name="connsiteX42" fmla="*/ 91955 w 216435"/>
                <a:gd name="connsiteY42" fmla="*/ 25590 h 298001"/>
                <a:gd name="connsiteX43" fmla="*/ 95955 w 216435"/>
                <a:gd name="connsiteY43" fmla="*/ 36163 h 298001"/>
                <a:gd name="connsiteX44" fmla="*/ 92336 w 216435"/>
                <a:gd name="connsiteY44" fmla="*/ 45688 h 298001"/>
                <a:gd name="connsiteX45" fmla="*/ 92336 w 216435"/>
                <a:gd name="connsiteY45" fmla="*/ 57594 h 298001"/>
                <a:gd name="connsiteX46" fmla="*/ 98242 w 216435"/>
                <a:gd name="connsiteY46" fmla="*/ 54831 h 298001"/>
                <a:gd name="connsiteX47" fmla="*/ 106623 w 216435"/>
                <a:gd name="connsiteY47" fmla="*/ 51593 h 298001"/>
                <a:gd name="connsiteX48" fmla="*/ 111672 w 216435"/>
                <a:gd name="connsiteY48" fmla="*/ 63594 h 298001"/>
                <a:gd name="connsiteX49" fmla="*/ 102147 w 216435"/>
                <a:gd name="connsiteY49" fmla="*/ 72453 h 298001"/>
                <a:gd name="connsiteX50" fmla="*/ 98242 w 216435"/>
                <a:gd name="connsiteY50" fmla="*/ 67500 h 298001"/>
                <a:gd name="connsiteX51" fmla="*/ 87859 w 216435"/>
                <a:gd name="connsiteY51" fmla="*/ 67500 h 298001"/>
                <a:gd name="connsiteX52" fmla="*/ 85192 w 216435"/>
                <a:gd name="connsiteY52" fmla="*/ 62832 h 298001"/>
                <a:gd name="connsiteX53" fmla="*/ 82334 w 216435"/>
                <a:gd name="connsiteY53" fmla="*/ 42735 h 298001"/>
                <a:gd name="connsiteX54" fmla="*/ 80334 w 216435"/>
                <a:gd name="connsiteY54" fmla="*/ 36734 h 298001"/>
                <a:gd name="connsiteX55" fmla="*/ 77382 w 216435"/>
                <a:gd name="connsiteY55" fmla="*/ 27209 h 298001"/>
                <a:gd name="connsiteX56" fmla="*/ 71286 w 216435"/>
                <a:gd name="connsiteY56" fmla="*/ 30638 h 298001"/>
                <a:gd name="connsiteX57" fmla="*/ 67666 w 216435"/>
                <a:gd name="connsiteY57" fmla="*/ 39306 h 298001"/>
                <a:gd name="connsiteX58" fmla="*/ 69000 w 216435"/>
                <a:gd name="connsiteY58" fmla="*/ 45307 h 298001"/>
                <a:gd name="connsiteX59" fmla="*/ 69000 w 216435"/>
                <a:gd name="connsiteY59" fmla="*/ 63118 h 298001"/>
                <a:gd name="connsiteX60" fmla="*/ 71095 w 216435"/>
                <a:gd name="connsiteY60" fmla="*/ 75691 h 298001"/>
                <a:gd name="connsiteX61" fmla="*/ 70428 w 216435"/>
                <a:gd name="connsiteY61" fmla="*/ 94170 h 298001"/>
                <a:gd name="connsiteX62" fmla="*/ 75191 w 216435"/>
                <a:gd name="connsiteY62" fmla="*/ 103123 h 298001"/>
                <a:gd name="connsiteX63" fmla="*/ 79858 w 216435"/>
                <a:gd name="connsiteY63" fmla="*/ 100647 h 298001"/>
                <a:gd name="connsiteX64" fmla="*/ 83192 w 216435"/>
                <a:gd name="connsiteY64" fmla="*/ 95980 h 298001"/>
                <a:gd name="connsiteX65" fmla="*/ 85954 w 216435"/>
                <a:gd name="connsiteY65" fmla="*/ 88169 h 298001"/>
                <a:gd name="connsiteX66" fmla="*/ 90145 w 216435"/>
                <a:gd name="connsiteY66" fmla="*/ 93408 h 298001"/>
                <a:gd name="connsiteX67" fmla="*/ 92145 w 216435"/>
                <a:gd name="connsiteY67" fmla="*/ 99789 h 298001"/>
                <a:gd name="connsiteX68" fmla="*/ 99098 w 216435"/>
                <a:gd name="connsiteY68" fmla="*/ 96932 h 298001"/>
                <a:gd name="connsiteX69" fmla="*/ 106718 w 216435"/>
                <a:gd name="connsiteY69" fmla="*/ 97694 h 298001"/>
                <a:gd name="connsiteX70" fmla="*/ 105956 w 216435"/>
                <a:gd name="connsiteY70" fmla="*/ 101790 h 298001"/>
                <a:gd name="connsiteX71" fmla="*/ 100527 w 216435"/>
                <a:gd name="connsiteY71" fmla="*/ 105409 h 298001"/>
                <a:gd name="connsiteX72" fmla="*/ 93574 w 216435"/>
                <a:gd name="connsiteY72" fmla="*/ 107790 h 298001"/>
                <a:gd name="connsiteX73" fmla="*/ 80810 w 216435"/>
                <a:gd name="connsiteY73" fmla="*/ 110076 h 298001"/>
                <a:gd name="connsiteX74" fmla="*/ 72999 w 216435"/>
                <a:gd name="connsiteY74" fmla="*/ 110553 h 298001"/>
                <a:gd name="connsiteX75" fmla="*/ 63951 w 216435"/>
                <a:gd name="connsiteY75" fmla="*/ 113029 h 298001"/>
                <a:gd name="connsiteX76" fmla="*/ 59379 w 216435"/>
                <a:gd name="connsiteY76" fmla="*/ 108362 h 298001"/>
                <a:gd name="connsiteX77" fmla="*/ 62618 w 216435"/>
                <a:gd name="connsiteY77" fmla="*/ 98837 h 298001"/>
                <a:gd name="connsiteX78" fmla="*/ 62618 w 216435"/>
                <a:gd name="connsiteY78" fmla="*/ 90836 h 298001"/>
                <a:gd name="connsiteX79" fmla="*/ 60522 w 216435"/>
                <a:gd name="connsiteY79" fmla="*/ 79977 h 298001"/>
                <a:gd name="connsiteX80" fmla="*/ 59570 w 216435"/>
                <a:gd name="connsiteY80" fmla="*/ 63785 h 298001"/>
                <a:gd name="connsiteX81" fmla="*/ 59570 w 216435"/>
                <a:gd name="connsiteY81" fmla="*/ 55498 h 298001"/>
                <a:gd name="connsiteX82" fmla="*/ 59570 w 216435"/>
                <a:gd name="connsiteY82" fmla="*/ 48926 h 298001"/>
                <a:gd name="connsiteX83" fmla="*/ 59570 w 216435"/>
                <a:gd name="connsiteY83" fmla="*/ 42925 h 298001"/>
                <a:gd name="connsiteX84" fmla="*/ 58713 w 216435"/>
                <a:gd name="connsiteY84" fmla="*/ 33400 h 298001"/>
                <a:gd name="connsiteX85" fmla="*/ 57570 w 216435"/>
                <a:gd name="connsiteY85" fmla="*/ 25590 h 298001"/>
                <a:gd name="connsiteX86" fmla="*/ 54712 w 216435"/>
                <a:gd name="connsiteY86" fmla="*/ 21303 h 298001"/>
                <a:gd name="connsiteX87" fmla="*/ 51378 w 216435"/>
                <a:gd name="connsiteY87" fmla="*/ 23494 h 298001"/>
                <a:gd name="connsiteX88" fmla="*/ 44806 w 216435"/>
                <a:gd name="connsiteY88" fmla="*/ 23494 h 298001"/>
                <a:gd name="connsiteX89" fmla="*/ 40234 w 216435"/>
                <a:gd name="connsiteY89" fmla="*/ 31400 h 298001"/>
                <a:gd name="connsiteX90" fmla="*/ 42425 w 216435"/>
                <a:gd name="connsiteY90" fmla="*/ 45116 h 298001"/>
                <a:gd name="connsiteX91" fmla="*/ 44044 w 216435"/>
                <a:gd name="connsiteY91" fmla="*/ 69119 h 298001"/>
                <a:gd name="connsiteX92" fmla="*/ 42329 w 216435"/>
                <a:gd name="connsiteY92" fmla="*/ 91788 h 298001"/>
                <a:gd name="connsiteX93" fmla="*/ 44234 w 216435"/>
                <a:gd name="connsiteY93" fmla="*/ 102838 h 298001"/>
                <a:gd name="connsiteX94" fmla="*/ 47092 w 216435"/>
                <a:gd name="connsiteY94" fmla="*/ 110458 h 298001"/>
                <a:gd name="connsiteX95" fmla="*/ 43377 w 216435"/>
                <a:gd name="connsiteY95" fmla="*/ 114172 h 298001"/>
                <a:gd name="connsiteX96" fmla="*/ 32423 w 216435"/>
                <a:gd name="connsiteY96" fmla="*/ 118458 h 298001"/>
                <a:gd name="connsiteX97" fmla="*/ 27050 w 216435"/>
                <a:gd name="connsiteY97" fmla="*/ 115958 h 298001"/>
                <a:gd name="connsiteX98" fmla="*/ 26804 w 216435"/>
                <a:gd name="connsiteY98" fmla="*/ 114267 h 298001"/>
                <a:gd name="connsiteX99" fmla="*/ 24232 w 216435"/>
                <a:gd name="connsiteY99" fmla="*/ 97884 h 298001"/>
                <a:gd name="connsiteX100" fmla="*/ 20613 w 216435"/>
                <a:gd name="connsiteY100" fmla="*/ 97884 h 298001"/>
                <a:gd name="connsiteX101" fmla="*/ 7849 w 216435"/>
                <a:gd name="connsiteY101" fmla="*/ 119030 h 298001"/>
                <a:gd name="connsiteX102" fmla="*/ 2610 w 216435"/>
                <a:gd name="connsiteY102" fmla="*/ 122459 h 298001"/>
                <a:gd name="connsiteX103" fmla="*/ -247 w 216435"/>
                <a:gd name="connsiteY103" fmla="*/ 129888 h 298001"/>
                <a:gd name="connsiteX104" fmla="*/ -247 w 216435"/>
                <a:gd name="connsiteY104" fmla="*/ 148176 h 298001"/>
                <a:gd name="connsiteX105" fmla="*/ 5563 w 216435"/>
                <a:gd name="connsiteY105" fmla="*/ 166369 h 298001"/>
                <a:gd name="connsiteX106" fmla="*/ 13278 w 216435"/>
                <a:gd name="connsiteY106" fmla="*/ 169513 h 298001"/>
                <a:gd name="connsiteX107" fmla="*/ 33090 w 216435"/>
                <a:gd name="connsiteY107" fmla="*/ 154368 h 298001"/>
                <a:gd name="connsiteX108" fmla="*/ 37662 w 216435"/>
                <a:gd name="connsiteY108" fmla="*/ 148938 h 298001"/>
                <a:gd name="connsiteX109" fmla="*/ 47187 w 216435"/>
                <a:gd name="connsiteY109" fmla="*/ 136270 h 298001"/>
                <a:gd name="connsiteX110" fmla="*/ 62713 w 216435"/>
                <a:gd name="connsiteY110" fmla="*/ 129984 h 298001"/>
                <a:gd name="connsiteX111" fmla="*/ 75857 w 216435"/>
                <a:gd name="connsiteY111" fmla="*/ 127317 h 298001"/>
                <a:gd name="connsiteX112" fmla="*/ 93002 w 216435"/>
                <a:gd name="connsiteY112" fmla="*/ 125126 h 298001"/>
                <a:gd name="connsiteX113" fmla="*/ 103575 w 216435"/>
                <a:gd name="connsiteY113" fmla="*/ 122935 h 298001"/>
                <a:gd name="connsiteX114" fmla="*/ 114148 w 216435"/>
                <a:gd name="connsiteY114" fmla="*/ 120459 h 298001"/>
                <a:gd name="connsiteX115" fmla="*/ 135103 w 216435"/>
                <a:gd name="connsiteY115" fmla="*/ 118268 h 298001"/>
                <a:gd name="connsiteX116" fmla="*/ 148438 w 216435"/>
                <a:gd name="connsiteY116" fmla="*/ 116363 h 298001"/>
                <a:gd name="connsiteX117" fmla="*/ 161106 w 216435"/>
                <a:gd name="connsiteY117" fmla="*/ 114934 h 298001"/>
                <a:gd name="connsiteX118" fmla="*/ 155772 w 216435"/>
                <a:gd name="connsiteY118" fmla="*/ 125126 h 298001"/>
                <a:gd name="connsiteX119" fmla="*/ 146247 w 216435"/>
                <a:gd name="connsiteY119" fmla="*/ 129793 h 298001"/>
                <a:gd name="connsiteX120" fmla="*/ 137485 w 216435"/>
                <a:gd name="connsiteY120" fmla="*/ 127698 h 298001"/>
                <a:gd name="connsiteX121" fmla="*/ 129007 w 216435"/>
                <a:gd name="connsiteY121" fmla="*/ 127698 h 298001"/>
                <a:gd name="connsiteX122" fmla="*/ 118625 w 216435"/>
                <a:gd name="connsiteY122" fmla="*/ 127698 h 298001"/>
                <a:gd name="connsiteX123" fmla="*/ 114243 w 216435"/>
                <a:gd name="connsiteY123" fmla="*/ 130841 h 298001"/>
                <a:gd name="connsiteX124" fmla="*/ 106814 w 216435"/>
                <a:gd name="connsiteY124" fmla="*/ 133508 h 298001"/>
                <a:gd name="connsiteX125" fmla="*/ 97956 w 216435"/>
                <a:gd name="connsiteY125" fmla="*/ 135032 h 298001"/>
                <a:gd name="connsiteX126" fmla="*/ 86145 w 216435"/>
                <a:gd name="connsiteY126" fmla="*/ 137985 h 298001"/>
                <a:gd name="connsiteX127" fmla="*/ 75762 w 216435"/>
                <a:gd name="connsiteY127" fmla="*/ 138937 h 298001"/>
                <a:gd name="connsiteX128" fmla="*/ 71571 w 216435"/>
                <a:gd name="connsiteY128" fmla="*/ 141699 h 298001"/>
                <a:gd name="connsiteX129" fmla="*/ 60332 w 216435"/>
                <a:gd name="connsiteY129" fmla="*/ 142461 h 298001"/>
                <a:gd name="connsiteX130" fmla="*/ 52331 w 216435"/>
                <a:gd name="connsiteY130" fmla="*/ 161511 h 298001"/>
                <a:gd name="connsiteX131" fmla="*/ 50236 w 216435"/>
                <a:gd name="connsiteY131" fmla="*/ 171894 h 298001"/>
                <a:gd name="connsiteX132" fmla="*/ 53093 w 216435"/>
                <a:gd name="connsiteY132" fmla="*/ 178847 h 298001"/>
                <a:gd name="connsiteX133" fmla="*/ 60712 w 216435"/>
                <a:gd name="connsiteY133" fmla="*/ 178847 h 298001"/>
                <a:gd name="connsiteX134" fmla="*/ 69761 w 216435"/>
                <a:gd name="connsiteY134" fmla="*/ 174180 h 298001"/>
                <a:gd name="connsiteX135" fmla="*/ 77763 w 216435"/>
                <a:gd name="connsiteY135" fmla="*/ 168941 h 298001"/>
                <a:gd name="connsiteX136" fmla="*/ 85002 w 216435"/>
                <a:gd name="connsiteY136" fmla="*/ 169608 h 298001"/>
                <a:gd name="connsiteX137" fmla="*/ 81477 w 216435"/>
                <a:gd name="connsiteY137" fmla="*/ 179133 h 298001"/>
                <a:gd name="connsiteX138" fmla="*/ 80144 w 216435"/>
                <a:gd name="connsiteY138" fmla="*/ 188658 h 298001"/>
                <a:gd name="connsiteX139" fmla="*/ 77477 w 216435"/>
                <a:gd name="connsiteY139" fmla="*/ 193039 h 298001"/>
                <a:gd name="connsiteX140" fmla="*/ 69952 w 216435"/>
                <a:gd name="connsiteY140" fmla="*/ 196849 h 298001"/>
                <a:gd name="connsiteX141" fmla="*/ 57474 w 216435"/>
                <a:gd name="connsiteY141" fmla="*/ 200183 h 298001"/>
                <a:gd name="connsiteX142" fmla="*/ 47378 w 216435"/>
                <a:gd name="connsiteY142" fmla="*/ 206469 h 298001"/>
                <a:gd name="connsiteX143" fmla="*/ 36995 w 216435"/>
                <a:gd name="connsiteY143" fmla="*/ 203802 h 298001"/>
                <a:gd name="connsiteX144" fmla="*/ 22708 w 216435"/>
                <a:gd name="connsiteY144" fmla="*/ 212661 h 298001"/>
                <a:gd name="connsiteX145" fmla="*/ 20327 w 216435"/>
                <a:gd name="connsiteY145" fmla="*/ 224472 h 298001"/>
                <a:gd name="connsiteX146" fmla="*/ 21565 w 216435"/>
                <a:gd name="connsiteY146" fmla="*/ 233044 h 298001"/>
                <a:gd name="connsiteX147" fmla="*/ 26899 w 216435"/>
                <a:gd name="connsiteY147" fmla="*/ 235426 h 298001"/>
                <a:gd name="connsiteX148" fmla="*/ 38615 w 216435"/>
                <a:gd name="connsiteY148" fmla="*/ 238283 h 298001"/>
                <a:gd name="connsiteX149" fmla="*/ 51664 w 216435"/>
                <a:gd name="connsiteY149" fmla="*/ 233616 h 298001"/>
                <a:gd name="connsiteX150" fmla="*/ 67571 w 216435"/>
                <a:gd name="connsiteY150" fmla="*/ 230854 h 298001"/>
                <a:gd name="connsiteX151" fmla="*/ 83001 w 216435"/>
                <a:gd name="connsiteY151" fmla="*/ 228091 h 298001"/>
                <a:gd name="connsiteX152" fmla="*/ 87573 w 216435"/>
                <a:gd name="connsiteY152" fmla="*/ 234568 h 298001"/>
                <a:gd name="connsiteX153" fmla="*/ 71095 w 216435"/>
                <a:gd name="connsiteY153" fmla="*/ 263143 h 298001"/>
                <a:gd name="connsiteX154" fmla="*/ 50140 w 216435"/>
                <a:gd name="connsiteY154" fmla="*/ 266953 h 298001"/>
                <a:gd name="connsiteX155" fmla="*/ 41472 w 216435"/>
                <a:gd name="connsiteY155" fmla="*/ 271239 h 298001"/>
                <a:gd name="connsiteX156" fmla="*/ 57665 w 216435"/>
                <a:gd name="connsiteY156" fmla="*/ 286575 h 298001"/>
                <a:gd name="connsiteX157" fmla="*/ 58713 w 216435"/>
                <a:gd name="connsiteY157" fmla="*/ 296671 h 298001"/>
                <a:gd name="connsiteX158" fmla="*/ 75477 w 216435"/>
                <a:gd name="connsiteY158" fmla="*/ 296671 h 298001"/>
                <a:gd name="connsiteX159" fmla="*/ 86621 w 216435"/>
                <a:gd name="connsiteY159" fmla="*/ 293623 h 298001"/>
                <a:gd name="connsiteX160" fmla="*/ 100527 w 216435"/>
                <a:gd name="connsiteY160" fmla="*/ 288670 h 298001"/>
                <a:gd name="connsiteX161" fmla="*/ 110052 w 216435"/>
                <a:gd name="connsiteY161" fmla="*/ 270192 h 298001"/>
                <a:gd name="connsiteX162" fmla="*/ 115005 w 216435"/>
                <a:gd name="connsiteY162" fmla="*/ 261619 h 298001"/>
                <a:gd name="connsiteX163" fmla="*/ 117672 w 216435"/>
                <a:gd name="connsiteY163" fmla="*/ 248760 h 298001"/>
                <a:gd name="connsiteX164" fmla="*/ 119101 w 216435"/>
                <a:gd name="connsiteY164" fmla="*/ 237521 h 298001"/>
                <a:gd name="connsiteX165" fmla="*/ 118244 w 216435"/>
                <a:gd name="connsiteY165" fmla="*/ 224376 h 298001"/>
                <a:gd name="connsiteX166" fmla="*/ 137294 w 216435"/>
                <a:gd name="connsiteY166" fmla="*/ 215804 h 298001"/>
                <a:gd name="connsiteX167" fmla="*/ 145485 w 216435"/>
                <a:gd name="connsiteY167" fmla="*/ 213042 h 298001"/>
                <a:gd name="connsiteX168" fmla="*/ 157582 w 216435"/>
                <a:gd name="connsiteY168" fmla="*/ 210756 h 298001"/>
                <a:gd name="connsiteX169" fmla="*/ 164440 w 216435"/>
                <a:gd name="connsiteY169" fmla="*/ 204850 h 298001"/>
                <a:gd name="connsiteX170" fmla="*/ 167393 w 216435"/>
                <a:gd name="connsiteY170" fmla="*/ 192849 h 298001"/>
                <a:gd name="connsiteX171" fmla="*/ 162916 w 216435"/>
                <a:gd name="connsiteY171" fmla="*/ 188277 h 298001"/>
                <a:gd name="connsiteX172" fmla="*/ 151391 w 216435"/>
                <a:gd name="connsiteY172" fmla="*/ 183514 h 298001"/>
                <a:gd name="connsiteX173" fmla="*/ 139580 w 216435"/>
                <a:gd name="connsiteY173" fmla="*/ 177513 h 298001"/>
                <a:gd name="connsiteX174" fmla="*/ 132817 w 216435"/>
                <a:gd name="connsiteY174" fmla="*/ 181133 h 298001"/>
                <a:gd name="connsiteX175" fmla="*/ 122530 w 216435"/>
                <a:gd name="connsiteY175" fmla="*/ 185229 h 298001"/>
                <a:gd name="connsiteX176" fmla="*/ 116815 w 216435"/>
                <a:gd name="connsiteY176" fmla="*/ 184086 h 298001"/>
                <a:gd name="connsiteX177" fmla="*/ 118720 w 216435"/>
                <a:gd name="connsiteY177" fmla="*/ 172751 h 298001"/>
                <a:gd name="connsiteX178" fmla="*/ 130722 w 216435"/>
                <a:gd name="connsiteY178" fmla="*/ 161702 h 298001"/>
                <a:gd name="connsiteX179" fmla="*/ 138246 w 216435"/>
                <a:gd name="connsiteY179" fmla="*/ 153701 h 298001"/>
                <a:gd name="connsiteX180" fmla="*/ 158725 w 216435"/>
                <a:gd name="connsiteY180" fmla="*/ 139128 h 298001"/>
                <a:gd name="connsiteX181" fmla="*/ 170631 w 216435"/>
                <a:gd name="connsiteY181" fmla="*/ 139128 h 298001"/>
                <a:gd name="connsiteX182" fmla="*/ 180156 w 216435"/>
                <a:gd name="connsiteY182" fmla="*/ 139985 h 298001"/>
                <a:gd name="connsiteX183" fmla="*/ 187586 w 216435"/>
                <a:gd name="connsiteY183" fmla="*/ 136842 h 298001"/>
                <a:gd name="connsiteX184" fmla="*/ 211589 w 216435"/>
                <a:gd name="connsiteY184" fmla="*/ 130460 h 298001"/>
                <a:gd name="connsiteX185" fmla="*/ 215971 w 216435"/>
                <a:gd name="connsiteY185" fmla="*/ 114553 h 298001"/>
                <a:gd name="connsiteX186" fmla="*/ 211875 w 216435"/>
                <a:gd name="connsiteY186" fmla="*/ 96932 h 29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</a:cxnLst>
              <a:rect l="l" t="t" r="r" b="b"/>
              <a:pathLst>
                <a:path w="216435" h="298001">
                  <a:moveTo>
                    <a:pt x="211303" y="97027"/>
                  </a:moveTo>
                  <a:cubicBezTo>
                    <a:pt x="209017" y="94265"/>
                    <a:pt x="205302" y="95408"/>
                    <a:pt x="203588" y="94265"/>
                  </a:cubicBezTo>
                  <a:cubicBezTo>
                    <a:pt x="201873" y="93122"/>
                    <a:pt x="198920" y="92931"/>
                    <a:pt x="196825" y="92265"/>
                  </a:cubicBezTo>
                  <a:cubicBezTo>
                    <a:pt x="194729" y="91598"/>
                    <a:pt x="192729" y="88455"/>
                    <a:pt x="190824" y="87883"/>
                  </a:cubicBezTo>
                  <a:cubicBezTo>
                    <a:pt x="188365" y="87469"/>
                    <a:pt x="185854" y="87469"/>
                    <a:pt x="183395" y="87883"/>
                  </a:cubicBezTo>
                  <a:cubicBezTo>
                    <a:pt x="180427" y="90816"/>
                    <a:pt x="176699" y="92862"/>
                    <a:pt x="172631" y="93789"/>
                  </a:cubicBezTo>
                  <a:cubicBezTo>
                    <a:pt x="170631" y="93789"/>
                    <a:pt x="167393" y="94455"/>
                    <a:pt x="167107" y="92074"/>
                  </a:cubicBezTo>
                  <a:cubicBezTo>
                    <a:pt x="167063" y="87995"/>
                    <a:pt x="167707" y="83938"/>
                    <a:pt x="169012" y="80073"/>
                  </a:cubicBezTo>
                  <a:cubicBezTo>
                    <a:pt x="170060" y="76358"/>
                    <a:pt x="171107" y="72072"/>
                    <a:pt x="171393" y="70548"/>
                  </a:cubicBezTo>
                  <a:cubicBezTo>
                    <a:pt x="171679" y="69024"/>
                    <a:pt x="174060" y="63309"/>
                    <a:pt x="174251" y="62547"/>
                  </a:cubicBezTo>
                  <a:cubicBezTo>
                    <a:pt x="175286" y="54144"/>
                    <a:pt x="178577" y="46178"/>
                    <a:pt x="183776" y="39496"/>
                  </a:cubicBezTo>
                  <a:cubicBezTo>
                    <a:pt x="187872" y="35496"/>
                    <a:pt x="196825" y="30638"/>
                    <a:pt x="195968" y="29971"/>
                  </a:cubicBezTo>
                  <a:cubicBezTo>
                    <a:pt x="195111" y="29305"/>
                    <a:pt x="196634" y="21303"/>
                    <a:pt x="197016" y="18446"/>
                  </a:cubicBezTo>
                  <a:cubicBezTo>
                    <a:pt x="197408" y="16010"/>
                    <a:pt x="196549" y="13541"/>
                    <a:pt x="194730" y="11874"/>
                  </a:cubicBezTo>
                  <a:cubicBezTo>
                    <a:pt x="191940" y="9706"/>
                    <a:pt x="188941" y="7823"/>
                    <a:pt x="185776" y="6254"/>
                  </a:cubicBezTo>
                  <a:cubicBezTo>
                    <a:pt x="183047" y="5036"/>
                    <a:pt x="179871" y="5401"/>
                    <a:pt x="177490" y="7207"/>
                  </a:cubicBezTo>
                  <a:cubicBezTo>
                    <a:pt x="176251" y="8159"/>
                    <a:pt x="175679" y="10255"/>
                    <a:pt x="175013" y="10731"/>
                  </a:cubicBezTo>
                  <a:cubicBezTo>
                    <a:pt x="172632" y="12350"/>
                    <a:pt x="149676" y="15969"/>
                    <a:pt x="147295" y="25399"/>
                  </a:cubicBezTo>
                  <a:cubicBezTo>
                    <a:pt x="146152" y="30066"/>
                    <a:pt x="152915" y="32734"/>
                    <a:pt x="152820" y="38734"/>
                  </a:cubicBezTo>
                  <a:cubicBezTo>
                    <a:pt x="152584" y="41246"/>
                    <a:pt x="151907" y="43697"/>
                    <a:pt x="150819" y="45973"/>
                  </a:cubicBezTo>
                  <a:cubicBezTo>
                    <a:pt x="149867" y="48069"/>
                    <a:pt x="148152" y="52164"/>
                    <a:pt x="146438" y="52545"/>
                  </a:cubicBezTo>
                  <a:cubicBezTo>
                    <a:pt x="144723" y="52926"/>
                    <a:pt x="141390" y="52545"/>
                    <a:pt x="138723" y="56451"/>
                  </a:cubicBezTo>
                  <a:cubicBezTo>
                    <a:pt x="134532" y="62547"/>
                    <a:pt x="139484" y="63785"/>
                    <a:pt x="139484" y="65499"/>
                  </a:cubicBezTo>
                  <a:cubicBezTo>
                    <a:pt x="139484" y="67214"/>
                    <a:pt x="136151" y="69595"/>
                    <a:pt x="135103" y="70643"/>
                  </a:cubicBezTo>
                  <a:cubicBezTo>
                    <a:pt x="133762" y="72582"/>
                    <a:pt x="131871" y="74074"/>
                    <a:pt x="129674" y="74929"/>
                  </a:cubicBezTo>
                  <a:cubicBezTo>
                    <a:pt x="128436" y="74929"/>
                    <a:pt x="128340" y="81692"/>
                    <a:pt x="131579" y="84454"/>
                  </a:cubicBezTo>
                  <a:cubicBezTo>
                    <a:pt x="134817" y="87216"/>
                    <a:pt x="138151" y="85597"/>
                    <a:pt x="139866" y="87216"/>
                  </a:cubicBezTo>
                  <a:cubicBezTo>
                    <a:pt x="141866" y="92074"/>
                    <a:pt x="135579" y="96741"/>
                    <a:pt x="130341" y="96741"/>
                  </a:cubicBezTo>
                  <a:cubicBezTo>
                    <a:pt x="123482" y="96741"/>
                    <a:pt x="128340" y="87788"/>
                    <a:pt x="125292" y="88645"/>
                  </a:cubicBezTo>
                  <a:cubicBezTo>
                    <a:pt x="119577" y="90169"/>
                    <a:pt x="113195" y="85788"/>
                    <a:pt x="115005" y="83216"/>
                  </a:cubicBezTo>
                  <a:cubicBezTo>
                    <a:pt x="116815" y="80644"/>
                    <a:pt x="123768" y="71119"/>
                    <a:pt x="123482" y="70929"/>
                  </a:cubicBezTo>
                  <a:cubicBezTo>
                    <a:pt x="130912" y="55784"/>
                    <a:pt x="135008" y="52450"/>
                    <a:pt x="134722" y="48164"/>
                  </a:cubicBezTo>
                  <a:cubicBezTo>
                    <a:pt x="134436" y="43878"/>
                    <a:pt x="130150" y="40925"/>
                    <a:pt x="129579" y="40449"/>
                  </a:cubicBezTo>
                  <a:cubicBezTo>
                    <a:pt x="129007" y="39972"/>
                    <a:pt x="129007" y="32162"/>
                    <a:pt x="129579" y="30924"/>
                  </a:cubicBezTo>
                  <a:cubicBezTo>
                    <a:pt x="131478" y="26721"/>
                    <a:pt x="134313" y="23007"/>
                    <a:pt x="137865" y="20065"/>
                  </a:cubicBezTo>
                  <a:cubicBezTo>
                    <a:pt x="141199" y="17113"/>
                    <a:pt x="144723" y="11112"/>
                    <a:pt x="142152" y="7683"/>
                  </a:cubicBezTo>
                  <a:cubicBezTo>
                    <a:pt x="139580" y="4254"/>
                    <a:pt x="136436" y="158"/>
                    <a:pt x="132055" y="-128"/>
                  </a:cubicBezTo>
                  <a:cubicBezTo>
                    <a:pt x="130209" y="-199"/>
                    <a:pt x="128376" y="194"/>
                    <a:pt x="126721" y="1015"/>
                  </a:cubicBezTo>
                  <a:cubicBezTo>
                    <a:pt x="125483" y="1872"/>
                    <a:pt x="123102" y="1015"/>
                    <a:pt x="121387" y="1015"/>
                  </a:cubicBezTo>
                  <a:cubicBezTo>
                    <a:pt x="117101" y="2920"/>
                    <a:pt x="116243" y="10540"/>
                    <a:pt x="114815" y="13207"/>
                  </a:cubicBezTo>
                  <a:cubicBezTo>
                    <a:pt x="112624" y="17493"/>
                    <a:pt x="107861" y="24923"/>
                    <a:pt x="105957" y="24923"/>
                  </a:cubicBezTo>
                  <a:cubicBezTo>
                    <a:pt x="104052" y="24923"/>
                    <a:pt x="100623" y="18827"/>
                    <a:pt x="98622" y="18922"/>
                  </a:cubicBezTo>
                  <a:cubicBezTo>
                    <a:pt x="96622" y="19017"/>
                    <a:pt x="91955" y="24066"/>
                    <a:pt x="91955" y="25590"/>
                  </a:cubicBezTo>
                  <a:cubicBezTo>
                    <a:pt x="91955" y="27114"/>
                    <a:pt x="95574" y="32067"/>
                    <a:pt x="95955" y="36163"/>
                  </a:cubicBezTo>
                  <a:cubicBezTo>
                    <a:pt x="95517" y="39579"/>
                    <a:pt x="94277" y="42843"/>
                    <a:pt x="92336" y="45688"/>
                  </a:cubicBezTo>
                  <a:cubicBezTo>
                    <a:pt x="90431" y="49116"/>
                    <a:pt x="88907" y="56641"/>
                    <a:pt x="92336" y="57594"/>
                  </a:cubicBezTo>
                  <a:cubicBezTo>
                    <a:pt x="95765" y="58546"/>
                    <a:pt x="93955" y="55498"/>
                    <a:pt x="98242" y="54831"/>
                  </a:cubicBezTo>
                  <a:cubicBezTo>
                    <a:pt x="102527" y="54165"/>
                    <a:pt x="105575" y="51402"/>
                    <a:pt x="106623" y="51593"/>
                  </a:cubicBezTo>
                  <a:cubicBezTo>
                    <a:pt x="107671" y="51784"/>
                    <a:pt x="115196" y="58641"/>
                    <a:pt x="111672" y="63594"/>
                  </a:cubicBezTo>
                  <a:cubicBezTo>
                    <a:pt x="110338" y="65499"/>
                    <a:pt x="107004" y="73119"/>
                    <a:pt x="102147" y="72453"/>
                  </a:cubicBezTo>
                  <a:cubicBezTo>
                    <a:pt x="100623" y="72453"/>
                    <a:pt x="99861" y="68833"/>
                    <a:pt x="98242" y="67500"/>
                  </a:cubicBezTo>
                  <a:cubicBezTo>
                    <a:pt x="96622" y="66166"/>
                    <a:pt x="90050" y="68928"/>
                    <a:pt x="87859" y="67500"/>
                  </a:cubicBezTo>
                  <a:cubicBezTo>
                    <a:pt x="85668" y="66071"/>
                    <a:pt x="85097" y="66547"/>
                    <a:pt x="85192" y="62832"/>
                  </a:cubicBezTo>
                  <a:cubicBezTo>
                    <a:pt x="85096" y="56039"/>
                    <a:pt x="84136" y="49285"/>
                    <a:pt x="82334" y="42735"/>
                  </a:cubicBezTo>
                  <a:cubicBezTo>
                    <a:pt x="80959" y="41044"/>
                    <a:pt x="80248" y="38911"/>
                    <a:pt x="80334" y="36734"/>
                  </a:cubicBezTo>
                  <a:cubicBezTo>
                    <a:pt x="80335" y="32638"/>
                    <a:pt x="79668" y="26733"/>
                    <a:pt x="77382" y="27209"/>
                  </a:cubicBezTo>
                  <a:cubicBezTo>
                    <a:pt x="75006" y="27589"/>
                    <a:pt x="72844" y="28805"/>
                    <a:pt x="71286" y="30638"/>
                  </a:cubicBezTo>
                  <a:cubicBezTo>
                    <a:pt x="69213" y="33084"/>
                    <a:pt x="67949" y="36112"/>
                    <a:pt x="67666" y="39306"/>
                  </a:cubicBezTo>
                  <a:cubicBezTo>
                    <a:pt x="68228" y="41278"/>
                    <a:pt x="68672" y="43282"/>
                    <a:pt x="69000" y="45307"/>
                  </a:cubicBezTo>
                  <a:cubicBezTo>
                    <a:pt x="69313" y="51240"/>
                    <a:pt x="69313" y="57185"/>
                    <a:pt x="69000" y="63118"/>
                  </a:cubicBezTo>
                  <a:cubicBezTo>
                    <a:pt x="69000" y="66452"/>
                    <a:pt x="71476" y="71786"/>
                    <a:pt x="71095" y="75691"/>
                  </a:cubicBezTo>
                  <a:cubicBezTo>
                    <a:pt x="71095" y="77596"/>
                    <a:pt x="70333" y="92169"/>
                    <a:pt x="70428" y="94170"/>
                  </a:cubicBezTo>
                  <a:cubicBezTo>
                    <a:pt x="70163" y="97822"/>
                    <a:pt x="72014" y="101302"/>
                    <a:pt x="75191" y="103123"/>
                  </a:cubicBezTo>
                  <a:cubicBezTo>
                    <a:pt x="77286" y="103980"/>
                    <a:pt x="78525" y="101694"/>
                    <a:pt x="79858" y="100647"/>
                  </a:cubicBezTo>
                  <a:cubicBezTo>
                    <a:pt x="81191" y="99599"/>
                    <a:pt x="83383" y="98932"/>
                    <a:pt x="83192" y="95980"/>
                  </a:cubicBezTo>
                  <a:cubicBezTo>
                    <a:pt x="83001" y="93027"/>
                    <a:pt x="83192" y="89026"/>
                    <a:pt x="85954" y="88169"/>
                  </a:cubicBezTo>
                  <a:cubicBezTo>
                    <a:pt x="88717" y="87312"/>
                    <a:pt x="90621" y="91312"/>
                    <a:pt x="90145" y="93408"/>
                  </a:cubicBezTo>
                  <a:cubicBezTo>
                    <a:pt x="89105" y="95735"/>
                    <a:pt x="89963" y="98472"/>
                    <a:pt x="92145" y="99789"/>
                  </a:cubicBezTo>
                  <a:cubicBezTo>
                    <a:pt x="93384" y="101028"/>
                    <a:pt x="97193" y="97694"/>
                    <a:pt x="99098" y="96932"/>
                  </a:cubicBezTo>
                  <a:cubicBezTo>
                    <a:pt x="102623" y="95694"/>
                    <a:pt x="105385" y="94360"/>
                    <a:pt x="106718" y="97694"/>
                  </a:cubicBezTo>
                  <a:cubicBezTo>
                    <a:pt x="107418" y="99075"/>
                    <a:pt x="107106" y="100753"/>
                    <a:pt x="105956" y="101790"/>
                  </a:cubicBezTo>
                  <a:cubicBezTo>
                    <a:pt x="104382" y="103317"/>
                    <a:pt x="102542" y="104543"/>
                    <a:pt x="100527" y="105409"/>
                  </a:cubicBezTo>
                  <a:cubicBezTo>
                    <a:pt x="98813" y="105409"/>
                    <a:pt x="95479" y="107695"/>
                    <a:pt x="93574" y="107790"/>
                  </a:cubicBezTo>
                  <a:cubicBezTo>
                    <a:pt x="89248" y="108078"/>
                    <a:pt x="84967" y="108844"/>
                    <a:pt x="80810" y="110076"/>
                  </a:cubicBezTo>
                  <a:cubicBezTo>
                    <a:pt x="78225" y="110461"/>
                    <a:pt x="75612" y="110620"/>
                    <a:pt x="72999" y="110553"/>
                  </a:cubicBezTo>
                  <a:cubicBezTo>
                    <a:pt x="70904" y="110553"/>
                    <a:pt x="66523" y="113601"/>
                    <a:pt x="63951" y="113029"/>
                  </a:cubicBezTo>
                  <a:cubicBezTo>
                    <a:pt x="61859" y="112156"/>
                    <a:pt x="60209" y="110472"/>
                    <a:pt x="59379" y="108362"/>
                  </a:cubicBezTo>
                  <a:cubicBezTo>
                    <a:pt x="58522" y="106076"/>
                    <a:pt x="62046" y="102933"/>
                    <a:pt x="62618" y="98837"/>
                  </a:cubicBezTo>
                  <a:cubicBezTo>
                    <a:pt x="62618" y="96932"/>
                    <a:pt x="62618" y="92836"/>
                    <a:pt x="62618" y="90836"/>
                  </a:cubicBezTo>
                  <a:cubicBezTo>
                    <a:pt x="63189" y="85883"/>
                    <a:pt x="60522" y="82263"/>
                    <a:pt x="60522" y="79977"/>
                  </a:cubicBezTo>
                  <a:cubicBezTo>
                    <a:pt x="60522" y="77691"/>
                    <a:pt x="59856" y="67023"/>
                    <a:pt x="59570" y="63785"/>
                  </a:cubicBezTo>
                  <a:cubicBezTo>
                    <a:pt x="59284" y="60546"/>
                    <a:pt x="60332" y="57975"/>
                    <a:pt x="59570" y="55498"/>
                  </a:cubicBezTo>
                  <a:cubicBezTo>
                    <a:pt x="59173" y="53325"/>
                    <a:pt x="59173" y="51099"/>
                    <a:pt x="59570" y="48926"/>
                  </a:cubicBezTo>
                  <a:cubicBezTo>
                    <a:pt x="60402" y="47012"/>
                    <a:pt x="60402" y="44839"/>
                    <a:pt x="59570" y="42925"/>
                  </a:cubicBezTo>
                  <a:cubicBezTo>
                    <a:pt x="58236" y="41115"/>
                    <a:pt x="59570" y="36543"/>
                    <a:pt x="58713" y="33400"/>
                  </a:cubicBezTo>
                  <a:cubicBezTo>
                    <a:pt x="57855" y="30257"/>
                    <a:pt x="58713" y="28638"/>
                    <a:pt x="57570" y="25590"/>
                  </a:cubicBezTo>
                  <a:cubicBezTo>
                    <a:pt x="56427" y="22542"/>
                    <a:pt x="56807" y="22161"/>
                    <a:pt x="54712" y="21303"/>
                  </a:cubicBezTo>
                  <a:cubicBezTo>
                    <a:pt x="52616" y="20446"/>
                    <a:pt x="52807" y="23399"/>
                    <a:pt x="51378" y="23494"/>
                  </a:cubicBezTo>
                  <a:cubicBezTo>
                    <a:pt x="49192" y="23305"/>
                    <a:pt x="46992" y="23305"/>
                    <a:pt x="44806" y="23494"/>
                  </a:cubicBezTo>
                  <a:cubicBezTo>
                    <a:pt x="41092" y="24351"/>
                    <a:pt x="37853" y="29971"/>
                    <a:pt x="40234" y="31400"/>
                  </a:cubicBezTo>
                  <a:cubicBezTo>
                    <a:pt x="41892" y="35775"/>
                    <a:pt x="42638" y="40442"/>
                    <a:pt x="42425" y="45116"/>
                  </a:cubicBezTo>
                  <a:cubicBezTo>
                    <a:pt x="42425" y="58260"/>
                    <a:pt x="44616" y="64166"/>
                    <a:pt x="44044" y="69119"/>
                  </a:cubicBezTo>
                  <a:cubicBezTo>
                    <a:pt x="43187" y="77977"/>
                    <a:pt x="42329" y="89788"/>
                    <a:pt x="42329" y="91788"/>
                  </a:cubicBezTo>
                  <a:cubicBezTo>
                    <a:pt x="42578" y="95528"/>
                    <a:pt x="43216" y="99231"/>
                    <a:pt x="44234" y="102838"/>
                  </a:cubicBezTo>
                  <a:cubicBezTo>
                    <a:pt x="45476" y="105259"/>
                    <a:pt x="46435" y="107816"/>
                    <a:pt x="47092" y="110458"/>
                  </a:cubicBezTo>
                  <a:cubicBezTo>
                    <a:pt x="47092" y="112363"/>
                    <a:pt x="44044" y="113696"/>
                    <a:pt x="43377" y="114172"/>
                  </a:cubicBezTo>
                  <a:cubicBezTo>
                    <a:pt x="39992" y="116204"/>
                    <a:pt x="36290" y="117653"/>
                    <a:pt x="32423" y="118458"/>
                  </a:cubicBezTo>
                  <a:cubicBezTo>
                    <a:pt x="30249" y="119252"/>
                    <a:pt x="27843" y="118132"/>
                    <a:pt x="27050" y="115958"/>
                  </a:cubicBezTo>
                  <a:cubicBezTo>
                    <a:pt x="26853" y="115417"/>
                    <a:pt x="26769" y="114842"/>
                    <a:pt x="26804" y="114267"/>
                  </a:cubicBezTo>
                  <a:cubicBezTo>
                    <a:pt x="26758" y="108710"/>
                    <a:pt x="25891" y="103189"/>
                    <a:pt x="24232" y="97884"/>
                  </a:cubicBezTo>
                  <a:cubicBezTo>
                    <a:pt x="22708" y="96646"/>
                    <a:pt x="20613" y="97884"/>
                    <a:pt x="20613" y="97884"/>
                  </a:cubicBezTo>
                  <a:cubicBezTo>
                    <a:pt x="16744" y="105159"/>
                    <a:pt x="12483" y="112218"/>
                    <a:pt x="7849" y="119030"/>
                  </a:cubicBezTo>
                  <a:cubicBezTo>
                    <a:pt x="6323" y="120478"/>
                    <a:pt x="4548" y="121640"/>
                    <a:pt x="2610" y="122459"/>
                  </a:cubicBezTo>
                  <a:cubicBezTo>
                    <a:pt x="355" y="124215"/>
                    <a:pt x="-744" y="127074"/>
                    <a:pt x="-247" y="129888"/>
                  </a:cubicBezTo>
                  <a:cubicBezTo>
                    <a:pt x="3086" y="140938"/>
                    <a:pt x="-247" y="142366"/>
                    <a:pt x="-247" y="148176"/>
                  </a:cubicBezTo>
                  <a:cubicBezTo>
                    <a:pt x="270" y="154606"/>
                    <a:pt x="2258" y="160830"/>
                    <a:pt x="5563" y="166369"/>
                  </a:cubicBezTo>
                  <a:cubicBezTo>
                    <a:pt x="7058" y="169121"/>
                    <a:pt x="10286" y="170437"/>
                    <a:pt x="13278" y="169513"/>
                  </a:cubicBezTo>
                  <a:cubicBezTo>
                    <a:pt x="20613" y="168179"/>
                    <a:pt x="25375" y="159988"/>
                    <a:pt x="33090" y="154368"/>
                  </a:cubicBezTo>
                  <a:cubicBezTo>
                    <a:pt x="34783" y="152707"/>
                    <a:pt x="36314" y="150889"/>
                    <a:pt x="37662" y="148938"/>
                  </a:cubicBezTo>
                  <a:cubicBezTo>
                    <a:pt x="40197" y="144270"/>
                    <a:pt x="43407" y="140001"/>
                    <a:pt x="47187" y="136270"/>
                  </a:cubicBezTo>
                  <a:cubicBezTo>
                    <a:pt x="52034" y="133442"/>
                    <a:pt x="57263" y="131325"/>
                    <a:pt x="62713" y="129984"/>
                  </a:cubicBezTo>
                  <a:cubicBezTo>
                    <a:pt x="66618" y="128936"/>
                    <a:pt x="72905" y="127984"/>
                    <a:pt x="75857" y="127317"/>
                  </a:cubicBezTo>
                  <a:cubicBezTo>
                    <a:pt x="81532" y="126295"/>
                    <a:pt x="87254" y="125564"/>
                    <a:pt x="93002" y="125126"/>
                  </a:cubicBezTo>
                  <a:cubicBezTo>
                    <a:pt x="96589" y="124741"/>
                    <a:pt x="100130" y="124007"/>
                    <a:pt x="103575" y="122935"/>
                  </a:cubicBezTo>
                  <a:cubicBezTo>
                    <a:pt x="106921" y="121478"/>
                    <a:pt x="110503" y="120639"/>
                    <a:pt x="114148" y="120459"/>
                  </a:cubicBezTo>
                  <a:cubicBezTo>
                    <a:pt x="121208" y="121346"/>
                    <a:pt x="128378" y="120596"/>
                    <a:pt x="135103" y="118268"/>
                  </a:cubicBezTo>
                  <a:cubicBezTo>
                    <a:pt x="137008" y="117315"/>
                    <a:pt x="145581" y="117506"/>
                    <a:pt x="148438" y="116363"/>
                  </a:cubicBezTo>
                  <a:cubicBezTo>
                    <a:pt x="152572" y="115290"/>
                    <a:pt x="156837" y="114809"/>
                    <a:pt x="161106" y="114934"/>
                  </a:cubicBezTo>
                  <a:cubicBezTo>
                    <a:pt x="161812" y="119143"/>
                    <a:pt x="159633" y="123307"/>
                    <a:pt x="155772" y="125126"/>
                  </a:cubicBezTo>
                  <a:cubicBezTo>
                    <a:pt x="153677" y="125126"/>
                    <a:pt x="148248" y="129698"/>
                    <a:pt x="146247" y="129793"/>
                  </a:cubicBezTo>
                  <a:cubicBezTo>
                    <a:pt x="143228" y="129604"/>
                    <a:pt x="140263" y="128895"/>
                    <a:pt x="137485" y="127698"/>
                  </a:cubicBezTo>
                  <a:cubicBezTo>
                    <a:pt x="135960" y="127698"/>
                    <a:pt x="132151" y="128364"/>
                    <a:pt x="129007" y="127698"/>
                  </a:cubicBezTo>
                  <a:cubicBezTo>
                    <a:pt x="125566" y="127174"/>
                    <a:pt x="122066" y="127174"/>
                    <a:pt x="118625" y="127698"/>
                  </a:cubicBezTo>
                  <a:cubicBezTo>
                    <a:pt x="116815" y="128745"/>
                    <a:pt x="113672" y="130651"/>
                    <a:pt x="114243" y="130841"/>
                  </a:cubicBezTo>
                  <a:cubicBezTo>
                    <a:pt x="107957" y="132746"/>
                    <a:pt x="108528" y="132460"/>
                    <a:pt x="106814" y="133508"/>
                  </a:cubicBezTo>
                  <a:cubicBezTo>
                    <a:pt x="105099" y="134556"/>
                    <a:pt x="99385" y="134556"/>
                    <a:pt x="97956" y="135032"/>
                  </a:cubicBezTo>
                  <a:cubicBezTo>
                    <a:pt x="94097" y="136307"/>
                    <a:pt x="90149" y="137294"/>
                    <a:pt x="86145" y="137985"/>
                  </a:cubicBezTo>
                  <a:cubicBezTo>
                    <a:pt x="83383" y="138651"/>
                    <a:pt x="78048" y="137985"/>
                    <a:pt x="75762" y="138937"/>
                  </a:cubicBezTo>
                  <a:cubicBezTo>
                    <a:pt x="74319" y="139787"/>
                    <a:pt x="72920" y="140709"/>
                    <a:pt x="71571" y="141699"/>
                  </a:cubicBezTo>
                  <a:cubicBezTo>
                    <a:pt x="69000" y="143223"/>
                    <a:pt x="62618" y="140461"/>
                    <a:pt x="60332" y="142461"/>
                  </a:cubicBezTo>
                  <a:cubicBezTo>
                    <a:pt x="53379" y="148843"/>
                    <a:pt x="54045" y="159511"/>
                    <a:pt x="52331" y="161511"/>
                  </a:cubicBezTo>
                  <a:cubicBezTo>
                    <a:pt x="50665" y="164705"/>
                    <a:pt x="49939" y="168304"/>
                    <a:pt x="50236" y="171894"/>
                  </a:cubicBezTo>
                  <a:cubicBezTo>
                    <a:pt x="50235" y="175323"/>
                    <a:pt x="50235" y="177323"/>
                    <a:pt x="53093" y="178847"/>
                  </a:cubicBezTo>
                  <a:cubicBezTo>
                    <a:pt x="55560" y="179703"/>
                    <a:pt x="58245" y="179703"/>
                    <a:pt x="60712" y="178847"/>
                  </a:cubicBezTo>
                  <a:cubicBezTo>
                    <a:pt x="64078" y="178090"/>
                    <a:pt x="67193" y="176483"/>
                    <a:pt x="69761" y="174180"/>
                  </a:cubicBezTo>
                  <a:cubicBezTo>
                    <a:pt x="71815" y="171640"/>
                    <a:pt x="74613" y="169808"/>
                    <a:pt x="77763" y="168941"/>
                  </a:cubicBezTo>
                  <a:cubicBezTo>
                    <a:pt x="79763" y="168941"/>
                    <a:pt x="85478" y="166941"/>
                    <a:pt x="85002" y="169608"/>
                  </a:cubicBezTo>
                  <a:cubicBezTo>
                    <a:pt x="84192" y="172906"/>
                    <a:pt x="83010" y="176102"/>
                    <a:pt x="81477" y="179133"/>
                  </a:cubicBezTo>
                  <a:cubicBezTo>
                    <a:pt x="80525" y="181133"/>
                    <a:pt x="80906" y="186562"/>
                    <a:pt x="80144" y="188658"/>
                  </a:cubicBezTo>
                  <a:cubicBezTo>
                    <a:pt x="79382" y="190753"/>
                    <a:pt x="79572" y="191801"/>
                    <a:pt x="77477" y="193039"/>
                  </a:cubicBezTo>
                  <a:cubicBezTo>
                    <a:pt x="75203" y="194728"/>
                    <a:pt x="72659" y="196017"/>
                    <a:pt x="69952" y="196849"/>
                  </a:cubicBezTo>
                  <a:cubicBezTo>
                    <a:pt x="65700" y="197579"/>
                    <a:pt x="61523" y="198695"/>
                    <a:pt x="57474" y="200183"/>
                  </a:cubicBezTo>
                  <a:cubicBezTo>
                    <a:pt x="54141" y="201993"/>
                    <a:pt x="49473" y="206469"/>
                    <a:pt x="47378" y="206469"/>
                  </a:cubicBezTo>
                  <a:cubicBezTo>
                    <a:pt x="45283" y="206469"/>
                    <a:pt x="38996" y="203802"/>
                    <a:pt x="36995" y="203802"/>
                  </a:cubicBezTo>
                  <a:cubicBezTo>
                    <a:pt x="31205" y="204632"/>
                    <a:pt x="26025" y="207843"/>
                    <a:pt x="22708" y="212661"/>
                  </a:cubicBezTo>
                  <a:cubicBezTo>
                    <a:pt x="21406" y="216478"/>
                    <a:pt x="20606" y="220448"/>
                    <a:pt x="20327" y="224472"/>
                  </a:cubicBezTo>
                  <a:cubicBezTo>
                    <a:pt x="20327" y="226472"/>
                    <a:pt x="18993" y="231711"/>
                    <a:pt x="21565" y="233044"/>
                  </a:cubicBezTo>
                  <a:cubicBezTo>
                    <a:pt x="23425" y="233641"/>
                    <a:pt x="25213" y="234440"/>
                    <a:pt x="26899" y="235426"/>
                  </a:cubicBezTo>
                  <a:cubicBezTo>
                    <a:pt x="31471" y="239902"/>
                    <a:pt x="34805" y="238378"/>
                    <a:pt x="38615" y="238283"/>
                  </a:cubicBezTo>
                  <a:cubicBezTo>
                    <a:pt x="40710" y="238283"/>
                    <a:pt x="48140" y="233806"/>
                    <a:pt x="51664" y="233616"/>
                  </a:cubicBezTo>
                  <a:cubicBezTo>
                    <a:pt x="57035" y="233147"/>
                    <a:pt x="62357" y="232223"/>
                    <a:pt x="67571" y="230854"/>
                  </a:cubicBezTo>
                  <a:cubicBezTo>
                    <a:pt x="72618" y="229457"/>
                    <a:pt x="77784" y="228532"/>
                    <a:pt x="83001" y="228091"/>
                  </a:cubicBezTo>
                  <a:cubicBezTo>
                    <a:pt x="88526" y="228091"/>
                    <a:pt x="88907" y="232092"/>
                    <a:pt x="87573" y="234568"/>
                  </a:cubicBezTo>
                  <a:cubicBezTo>
                    <a:pt x="83287" y="242474"/>
                    <a:pt x="79668" y="260000"/>
                    <a:pt x="71095" y="263143"/>
                  </a:cubicBezTo>
                  <a:cubicBezTo>
                    <a:pt x="66999" y="264477"/>
                    <a:pt x="58808" y="265429"/>
                    <a:pt x="50140" y="266953"/>
                  </a:cubicBezTo>
                  <a:cubicBezTo>
                    <a:pt x="45092" y="267906"/>
                    <a:pt x="40043" y="267810"/>
                    <a:pt x="41472" y="271239"/>
                  </a:cubicBezTo>
                  <a:cubicBezTo>
                    <a:pt x="42901" y="274668"/>
                    <a:pt x="57570" y="280764"/>
                    <a:pt x="57665" y="286575"/>
                  </a:cubicBezTo>
                  <a:cubicBezTo>
                    <a:pt x="57665" y="289718"/>
                    <a:pt x="56712" y="295052"/>
                    <a:pt x="58713" y="296671"/>
                  </a:cubicBezTo>
                  <a:cubicBezTo>
                    <a:pt x="64187" y="298264"/>
                    <a:pt x="70002" y="298264"/>
                    <a:pt x="75477" y="296671"/>
                  </a:cubicBezTo>
                  <a:cubicBezTo>
                    <a:pt x="79035" y="295152"/>
                    <a:pt x="82785" y="294127"/>
                    <a:pt x="86621" y="293623"/>
                  </a:cubicBezTo>
                  <a:cubicBezTo>
                    <a:pt x="91359" y="292277"/>
                    <a:pt x="96004" y="290622"/>
                    <a:pt x="100527" y="288670"/>
                  </a:cubicBezTo>
                  <a:cubicBezTo>
                    <a:pt x="107481" y="286480"/>
                    <a:pt x="107004" y="276764"/>
                    <a:pt x="110052" y="270192"/>
                  </a:cubicBezTo>
                  <a:cubicBezTo>
                    <a:pt x="110624" y="269430"/>
                    <a:pt x="115291" y="265620"/>
                    <a:pt x="115005" y="261619"/>
                  </a:cubicBezTo>
                  <a:cubicBezTo>
                    <a:pt x="115143" y="257211"/>
                    <a:pt x="116046" y="252860"/>
                    <a:pt x="117672" y="248760"/>
                  </a:cubicBezTo>
                  <a:cubicBezTo>
                    <a:pt x="118405" y="245051"/>
                    <a:pt x="118883" y="241296"/>
                    <a:pt x="119101" y="237521"/>
                  </a:cubicBezTo>
                  <a:cubicBezTo>
                    <a:pt x="119047" y="233128"/>
                    <a:pt x="118761" y="228740"/>
                    <a:pt x="118244" y="224376"/>
                  </a:cubicBezTo>
                  <a:cubicBezTo>
                    <a:pt x="118244" y="219328"/>
                    <a:pt x="133389" y="216471"/>
                    <a:pt x="137294" y="215804"/>
                  </a:cubicBezTo>
                  <a:cubicBezTo>
                    <a:pt x="141199" y="215137"/>
                    <a:pt x="143009" y="213709"/>
                    <a:pt x="145485" y="213042"/>
                  </a:cubicBezTo>
                  <a:cubicBezTo>
                    <a:pt x="150438" y="211708"/>
                    <a:pt x="153105" y="211613"/>
                    <a:pt x="157582" y="210756"/>
                  </a:cubicBezTo>
                  <a:cubicBezTo>
                    <a:pt x="160059" y="210184"/>
                    <a:pt x="162440" y="207231"/>
                    <a:pt x="164440" y="204850"/>
                  </a:cubicBezTo>
                  <a:cubicBezTo>
                    <a:pt x="166239" y="201095"/>
                    <a:pt x="167244" y="197010"/>
                    <a:pt x="167393" y="192849"/>
                  </a:cubicBezTo>
                  <a:cubicBezTo>
                    <a:pt x="168250" y="189420"/>
                    <a:pt x="163678" y="188467"/>
                    <a:pt x="162916" y="188277"/>
                  </a:cubicBezTo>
                  <a:cubicBezTo>
                    <a:pt x="157106" y="186467"/>
                    <a:pt x="153391" y="184086"/>
                    <a:pt x="151391" y="183514"/>
                  </a:cubicBezTo>
                  <a:cubicBezTo>
                    <a:pt x="144914" y="181990"/>
                    <a:pt x="141866" y="177704"/>
                    <a:pt x="139580" y="177513"/>
                  </a:cubicBezTo>
                  <a:cubicBezTo>
                    <a:pt x="137294" y="177323"/>
                    <a:pt x="135579" y="180752"/>
                    <a:pt x="132817" y="181133"/>
                  </a:cubicBezTo>
                  <a:cubicBezTo>
                    <a:pt x="129318" y="182316"/>
                    <a:pt x="125884" y="183683"/>
                    <a:pt x="122530" y="185229"/>
                  </a:cubicBezTo>
                  <a:cubicBezTo>
                    <a:pt x="119768" y="185895"/>
                    <a:pt x="117196" y="185229"/>
                    <a:pt x="116815" y="184086"/>
                  </a:cubicBezTo>
                  <a:cubicBezTo>
                    <a:pt x="116006" y="180202"/>
                    <a:pt x="116685" y="176156"/>
                    <a:pt x="118720" y="172751"/>
                  </a:cubicBezTo>
                  <a:cubicBezTo>
                    <a:pt x="122137" y="168481"/>
                    <a:pt x="126183" y="164755"/>
                    <a:pt x="130722" y="161702"/>
                  </a:cubicBezTo>
                  <a:cubicBezTo>
                    <a:pt x="133850" y="159695"/>
                    <a:pt x="136435" y="156947"/>
                    <a:pt x="138246" y="153701"/>
                  </a:cubicBezTo>
                  <a:cubicBezTo>
                    <a:pt x="143124" y="146565"/>
                    <a:pt x="150384" y="141399"/>
                    <a:pt x="158725" y="139128"/>
                  </a:cubicBezTo>
                  <a:cubicBezTo>
                    <a:pt x="162636" y="138171"/>
                    <a:pt x="166721" y="138171"/>
                    <a:pt x="170631" y="139128"/>
                  </a:cubicBezTo>
                  <a:cubicBezTo>
                    <a:pt x="173563" y="140678"/>
                    <a:pt x="176995" y="140986"/>
                    <a:pt x="180156" y="139985"/>
                  </a:cubicBezTo>
                  <a:cubicBezTo>
                    <a:pt x="182102" y="137969"/>
                    <a:pt x="184785" y="136834"/>
                    <a:pt x="187586" y="136842"/>
                  </a:cubicBezTo>
                  <a:cubicBezTo>
                    <a:pt x="196035" y="137074"/>
                    <a:pt x="204371" y="134858"/>
                    <a:pt x="211589" y="130460"/>
                  </a:cubicBezTo>
                  <a:cubicBezTo>
                    <a:pt x="214312" y="125589"/>
                    <a:pt x="215815" y="120131"/>
                    <a:pt x="215971" y="114553"/>
                  </a:cubicBezTo>
                  <a:cubicBezTo>
                    <a:pt x="216477" y="108396"/>
                    <a:pt x="215044" y="102235"/>
                    <a:pt x="211875" y="96932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3" name="任意多边形: 形状 92"/>
            <p:cNvSpPr/>
            <p:nvPr/>
          </p:nvSpPr>
          <p:spPr>
            <a:xfrm>
              <a:off x="5084503" y="4370158"/>
              <a:ext cx="487995" cy="769228"/>
            </a:xfrm>
            <a:custGeom>
              <a:avLst/>
              <a:gdLst>
                <a:gd name="connsiteX0" fmla="*/ 135938 w 136302"/>
                <a:gd name="connsiteY0" fmla="*/ 21062 h 214853"/>
                <a:gd name="connsiteX1" fmla="*/ 128889 w 136302"/>
                <a:gd name="connsiteY1" fmla="*/ 10108 h 214853"/>
                <a:gd name="connsiteX2" fmla="*/ 122317 w 136302"/>
                <a:gd name="connsiteY2" fmla="*/ 6965 h 214853"/>
                <a:gd name="connsiteX3" fmla="*/ 114888 w 136302"/>
                <a:gd name="connsiteY3" fmla="*/ 5060 h 214853"/>
                <a:gd name="connsiteX4" fmla="*/ 103457 w 136302"/>
                <a:gd name="connsiteY4" fmla="*/ 5060 h 214853"/>
                <a:gd name="connsiteX5" fmla="*/ 92218 w 136302"/>
                <a:gd name="connsiteY5" fmla="*/ 3821 h 214853"/>
                <a:gd name="connsiteX6" fmla="*/ 85170 w 136302"/>
                <a:gd name="connsiteY6" fmla="*/ -84 h 214853"/>
                <a:gd name="connsiteX7" fmla="*/ 80788 w 136302"/>
                <a:gd name="connsiteY7" fmla="*/ 1821 h 214853"/>
                <a:gd name="connsiteX8" fmla="*/ 73644 w 136302"/>
                <a:gd name="connsiteY8" fmla="*/ 7346 h 214853"/>
                <a:gd name="connsiteX9" fmla="*/ 73644 w 136302"/>
                <a:gd name="connsiteY9" fmla="*/ 11918 h 214853"/>
                <a:gd name="connsiteX10" fmla="*/ 80026 w 136302"/>
                <a:gd name="connsiteY10" fmla="*/ 28110 h 214853"/>
                <a:gd name="connsiteX11" fmla="*/ 76121 w 136302"/>
                <a:gd name="connsiteY11" fmla="*/ 53161 h 214853"/>
                <a:gd name="connsiteX12" fmla="*/ 69930 w 136302"/>
                <a:gd name="connsiteY12" fmla="*/ 64782 h 214853"/>
                <a:gd name="connsiteX13" fmla="*/ 57166 w 136302"/>
                <a:gd name="connsiteY13" fmla="*/ 70592 h 214853"/>
                <a:gd name="connsiteX14" fmla="*/ 47641 w 136302"/>
                <a:gd name="connsiteY14" fmla="*/ 71259 h 214853"/>
                <a:gd name="connsiteX15" fmla="*/ 34973 w 136302"/>
                <a:gd name="connsiteY15" fmla="*/ 75259 h 214853"/>
                <a:gd name="connsiteX16" fmla="*/ 25448 w 136302"/>
                <a:gd name="connsiteY16" fmla="*/ 84308 h 214853"/>
                <a:gd name="connsiteX17" fmla="*/ 24590 w 136302"/>
                <a:gd name="connsiteY17" fmla="*/ 99929 h 214853"/>
                <a:gd name="connsiteX18" fmla="*/ 26496 w 136302"/>
                <a:gd name="connsiteY18" fmla="*/ 107644 h 214853"/>
                <a:gd name="connsiteX19" fmla="*/ 28496 w 136302"/>
                <a:gd name="connsiteY19" fmla="*/ 118693 h 214853"/>
                <a:gd name="connsiteX20" fmla="*/ 32877 w 136302"/>
                <a:gd name="connsiteY20" fmla="*/ 122408 h 214853"/>
                <a:gd name="connsiteX21" fmla="*/ 39640 w 136302"/>
                <a:gd name="connsiteY21" fmla="*/ 121550 h 214853"/>
                <a:gd name="connsiteX22" fmla="*/ 48594 w 136302"/>
                <a:gd name="connsiteY22" fmla="*/ 118312 h 214853"/>
                <a:gd name="connsiteX23" fmla="*/ 58119 w 136302"/>
                <a:gd name="connsiteY23" fmla="*/ 117074 h 214853"/>
                <a:gd name="connsiteX24" fmla="*/ 63167 w 136302"/>
                <a:gd name="connsiteY24" fmla="*/ 120122 h 214853"/>
                <a:gd name="connsiteX25" fmla="*/ 63738 w 136302"/>
                <a:gd name="connsiteY25" fmla="*/ 141648 h 214853"/>
                <a:gd name="connsiteX26" fmla="*/ 54213 w 136302"/>
                <a:gd name="connsiteY26" fmla="*/ 151173 h 214853"/>
                <a:gd name="connsiteX27" fmla="*/ 33925 w 136302"/>
                <a:gd name="connsiteY27" fmla="*/ 162413 h 214853"/>
                <a:gd name="connsiteX28" fmla="*/ 22209 w 136302"/>
                <a:gd name="connsiteY28" fmla="*/ 166889 h 214853"/>
                <a:gd name="connsiteX29" fmla="*/ 11256 w 136302"/>
                <a:gd name="connsiteY29" fmla="*/ 173366 h 214853"/>
                <a:gd name="connsiteX30" fmla="*/ 4207 w 136302"/>
                <a:gd name="connsiteY30" fmla="*/ 174033 h 214853"/>
                <a:gd name="connsiteX31" fmla="*/ -365 w 136302"/>
                <a:gd name="connsiteY31" fmla="*/ 180320 h 214853"/>
                <a:gd name="connsiteX32" fmla="*/ 2302 w 136302"/>
                <a:gd name="connsiteY32" fmla="*/ 188607 h 214853"/>
                <a:gd name="connsiteX33" fmla="*/ 4398 w 136302"/>
                <a:gd name="connsiteY33" fmla="*/ 198132 h 214853"/>
                <a:gd name="connsiteX34" fmla="*/ 11922 w 136302"/>
                <a:gd name="connsiteY34" fmla="*/ 203942 h 214853"/>
                <a:gd name="connsiteX35" fmla="*/ 23638 w 136302"/>
                <a:gd name="connsiteY35" fmla="*/ 214515 h 214853"/>
                <a:gd name="connsiteX36" fmla="*/ 41926 w 136302"/>
                <a:gd name="connsiteY36" fmla="*/ 201370 h 214853"/>
                <a:gd name="connsiteX37" fmla="*/ 53642 w 136302"/>
                <a:gd name="connsiteY37" fmla="*/ 196417 h 214853"/>
                <a:gd name="connsiteX38" fmla="*/ 72692 w 136302"/>
                <a:gd name="connsiteY38" fmla="*/ 185082 h 214853"/>
                <a:gd name="connsiteX39" fmla="*/ 87646 w 136302"/>
                <a:gd name="connsiteY39" fmla="*/ 178319 h 214853"/>
                <a:gd name="connsiteX40" fmla="*/ 101838 w 136302"/>
                <a:gd name="connsiteY40" fmla="*/ 164889 h 214853"/>
                <a:gd name="connsiteX41" fmla="*/ 118031 w 136302"/>
                <a:gd name="connsiteY41" fmla="*/ 155364 h 214853"/>
                <a:gd name="connsiteX42" fmla="*/ 123460 w 136302"/>
                <a:gd name="connsiteY42" fmla="*/ 146982 h 214853"/>
                <a:gd name="connsiteX43" fmla="*/ 127746 w 136302"/>
                <a:gd name="connsiteY43" fmla="*/ 131647 h 214853"/>
                <a:gd name="connsiteX44" fmla="*/ 126222 w 136302"/>
                <a:gd name="connsiteY44" fmla="*/ 124503 h 214853"/>
                <a:gd name="connsiteX45" fmla="*/ 125460 w 136302"/>
                <a:gd name="connsiteY45" fmla="*/ 119931 h 214853"/>
                <a:gd name="connsiteX46" fmla="*/ 122793 w 136302"/>
                <a:gd name="connsiteY46" fmla="*/ 112025 h 214853"/>
                <a:gd name="connsiteX47" fmla="*/ 123650 w 136302"/>
                <a:gd name="connsiteY47" fmla="*/ 100405 h 214853"/>
                <a:gd name="connsiteX48" fmla="*/ 125651 w 136302"/>
                <a:gd name="connsiteY48" fmla="*/ 86689 h 214853"/>
                <a:gd name="connsiteX49" fmla="*/ 126889 w 136302"/>
                <a:gd name="connsiteY49" fmla="*/ 64210 h 214853"/>
                <a:gd name="connsiteX50" fmla="*/ 128508 w 136302"/>
                <a:gd name="connsiteY50" fmla="*/ 51828 h 214853"/>
                <a:gd name="connsiteX51" fmla="*/ 134128 w 136302"/>
                <a:gd name="connsiteY51" fmla="*/ 39826 h 214853"/>
                <a:gd name="connsiteX52" fmla="*/ 134128 w 136302"/>
                <a:gd name="connsiteY52" fmla="*/ 28777 h 214853"/>
                <a:gd name="connsiteX53" fmla="*/ 134699 w 136302"/>
                <a:gd name="connsiteY53" fmla="*/ 21538 h 214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136302" h="214853">
                  <a:moveTo>
                    <a:pt x="135938" y="21062"/>
                  </a:moveTo>
                  <a:cubicBezTo>
                    <a:pt x="134548" y="16875"/>
                    <a:pt x="132124" y="13107"/>
                    <a:pt x="128889" y="10108"/>
                  </a:cubicBezTo>
                  <a:cubicBezTo>
                    <a:pt x="127461" y="8489"/>
                    <a:pt x="123460" y="7632"/>
                    <a:pt x="122317" y="6965"/>
                  </a:cubicBezTo>
                  <a:cubicBezTo>
                    <a:pt x="119984" y="5863"/>
                    <a:pt x="117463" y="5217"/>
                    <a:pt x="114888" y="5060"/>
                  </a:cubicBezTo>
                  <a:cubicBezTo>
                    <a:pt x="112982" y="5060"/>
                    <a:pt x="105363" y="5060"/>
                    <a:pt x="103457" y="5060"/>
                  </a:cubicBezTo>
                  <a:cubicBezTo>
                    <a:pt x="99838" y="4393"/>
                    <a:pt x="95361" y="4488"/>
                    <a:pt x="92218" y="3821"/>
                  </a:cubicBezTo>
                  <a:cubicBezTo>
                    <a:pt x="89075" y="3155"/>
                    <a:pt x="86979" y="107"/>
                    <a:pt x="85170" y="-84"/>
                  </a:cubicBezTo>
                  <a:cubicBezTo>
                    <a:pt x="83464" y="-346"/>
                    <a:pt x="81759" y="395"/>
                    <a:pt x="80788" y="1821"/>
                  </a:cubicBezTo>
                  <a:cubicBezTo>
                    <a:pt x="78698" y="4012"/>
                    <a:pt x="76290" y="5874"/>
                    <a:pt x="73644" y="7346"/>
                  </a:cubicBezTo>
                  <a:cubicBezTo>
                    <a:pt x="72740" y="8736"/>
                    <a:pt x="72740" y="10528"/>
                    <a:pt x="73644" y="11918"/>
                  </a:cubicBezTo>
                  <a:cubicBezTo>
                    <a:pt x="78108" y="16074"/>
                    <a:pt x="80454" y="22026"/>
                    <a:pt x="80026" y="28110"/>
                  </a:cubicBezTo>
                  <a:cubicBezTo>
                    <a:pt x="80026" y="37635"/>
                    <a:pt x="76692" y="42398"/>
                    <a:pt x="76121" y="53161"/>
                  </a:cubicBezTo>
                  <a:cubicBezTo>
                    <a:pt x="76121" y="58876"/>
                    <a:pt x="72406" y="61162"/>
                    <a:pt x="69930" y="64782"/>
                  </a:cubicBezTo>
                  <a:cubicBezTo>
                    <a:pt x="65980" y="67329"/>
                    <a:pt x="61681" y="69286"/>
                    <a:pt x="57166" y="70592"/>
                  </a:cubicBezTo>
                  <a:cubicBezTo>
                    <a:pt x="54022" y="71133"/>
                    <a:pt x="50830" y="71356"/>
                    <a:pt x="47641" y="71259"/>
                  </a:cubicBezTo>
                  <a:cubicBezTo>
                    <a:pt x="43259" y="71258"/>
                    <a:pt x="39354" y="74497"/>
                    <a:pt x="34973" y="75259"/>
                  </a:cubicBezTo>
                  <a:cubicBezTo>
                    <a:pt x="30591" y="76021"/>
                    <a:pt x="25448" y="78116"/>
                    <a:pt x="25448" y="84308"/>
                  </a:cubicBezTo>
                  <a:cubicBezTo>
                    <a:pt x="25751" y="89530"/>
                    <a:pt x="25463" y="94771"/>
                    <a:pt x="24590" y="99929"/>
                  </a:cubicBezTo>
                  <a:cubicBezTo>
                    <a:pt x="24708" y="102601"/>
                    <a:pt x="25356" y="105224"/>
                    <a:pt x="26496" y="107644"/>
                  </a:cubicBezTo>
                  <a:cubicBezTo>
                    <a:pt x="26576" y="111409"/>
                    <a:pt x="27251" y="115138"/>
                    <a:pt x="28496" y="118693"/>
                  </a:cubicBezTo>
                  <a:cubicBezTo>
                    <a:pt x="29321" y="120529"/>
                    <a:pt x="30931" y="121894"/>
                    <a:pt x="32877" y="122408"/>
                  </a:cubicBezTo>
                  <a:cubicBezTo>
                    <a:pt x="34592" y="123265"/>
                    <a:pt x="37830" y="122408"/>
                    <a:pt x="39640" y="121550"/>
                  </a:cubicBezTo>
                  <a:cubicBezTo>
                    <a:pt x="42538" y="120244"/>
                    <a:pt x="45531" y="119161"/>
                    <a:pt x="48594" y="118312"/>
                  </a:cubicBezTo>
                  <a:cubicBezTo>
                    <a:pt x="51814" y="118391"/>
                    <a:pt x="55026" y="117973"/>
                    <a:pt x="58119" y="117074"/>
                  </a:cubicBezTo>
                  <a:cubicBezTo>
                    <a:pt x="58118" y="117074"/>
                    <a:pt x="62119" y="117931"/>
                    <a:pt x="63167" y="120122"/>
                  </a:cubicBezTo>
                  <a:cubicBezTo>
                    <a:pt x="63808" y="127278"/>
                    <a:pt x="63999" y="134468"/>
                    <a:pt x="63738" y="141648"/>
                  </a:cubicBezTo>
                  <a:cubicBezTo>
                    <a:pt x="63738" y="146316"/>
                    <a:pt x="57547" y="149363"/>
                    <a:pt x="54213" y="151173"/>
                  </a:cubicBezTo>
                  <a:cubicBezTo>
                    <a:pt x="47724" y="155393"/>
                    <a:pt x="40944" y="159149"/>
                    <a:pt x="33925" y="162413"/>
                  </a:cubicBezTo>
                  <a:cubicBezTo>
                    <a:pt x="29810" y="163283"/>
                    <a:pt x="25856" y="164793"/>
                    <a:pt x="22209" y="166889"/>
                  </a:cubicBezTo>
                  <a:cubicBezTo>
                    <a:pt x="18743" y="169348"/>
                    <a:pt x="15080" y="171514"/>
                    <a:pt x="11256" y="173366"/>
                  </a:cubicBezTo>
                  <a:cubicBezTo>
                    <a:pt x="9255" y="174319"/>
                    <a:pt x="6303" y="173366"/>
                    <a:pt x="4207" y="174033"/>
                  </a:cubicBezTo>
                  <a:cubicBezTo>
                    <a:pt x="1607" y="175083"/>
                    <a:pt x="-168" y="177523"/>
                    <a:pt x="-365" y="180320"/>
                  </a:cubicBezTo>
                  <a:cubicBezTo>
                    <a:pt x="-365" y="181653"/>
                    <a:pt x="1540" y="185654"/>
                    <a:pt x="2302" y="188607"/>
                  </a:cubicBezTo>
                  <a:cubicBezTo>
                    <a:pt x="3064" y="191559"/>
                    <a:pt x="2302" y="196417"/>
                    <a:pt x="4398" y="198132"/>
                  </a:cubicBezTo>
                  <a:cubicBezTo>
                    <a:pt x="7051" y="199873"/>
                    <a:pt x="9566" y="201815"/>
                    <a:pt x="11922" y="203942"/>
                  </a:cubicBezTo>
                  <a:cubicBezTo>
                    <a:pt x="15447" y="207657"/>
                    <a:pt x="19923" y="216134"/>
                    <a:pt x="23638" y="214515"/>
                  </a:cubicBezTo>
                  <a:cubicBezTo>
                    <a:pt x="30077" y="210631"/>
                    <a:pt x="36193" y="206236"/>
                    <a:pt x="41926" y="201370"/>
                  </a:cubicBezTo>
                  <a:cubicBezTo>
                    <a:pt x="45976" y="200085"/>
                    <a:pt x="49898" y="198427"/>
                    <a:pt x="53642" y="196417"/>
                  </a:cubicBezTo>
                  <a:cubicBezTo>
                    <a:pt x="59475" y="191830"/>
                    <a:pt x="65878" y="188020"/>
                    <a:pt x="72692" y="185082"/>
                  </a:cubicBezTo>
                  <a:cubicBezTo>
                    <a:pt x="77805" y="183124"/>
                    <a:pt x="82799" y="180866"/>
                    <a:pt x="87646" y="178319"/>
                  </a:cubicBezTo>
                  <a:cubicBezTo>
                    <a:pt x="91361" y="175938"/>
                    <a:pt x="95361" y="166985"/>
                    <a:pt x="101838" y="164889"/>
                  </a:cubicBezTo>
                  <a:cubicBezTo>
                    <a:pt x="107724" y="162629"/>
                    <a:pt x="113196" y="159411"/>
                    <a:pt x="118031" y="155364"/>
                  </a:cubicBezTo>
                  <a:cubicBezTo>
                    <a:pt x="120830" y="153352"/>
                    <a:pt x="122768" y="150359"/>
                    <a:pt x="123460" y="146982"/>
                  </a:cubicBezTo>
                  <a:cubicBezTo>
                    <a:pt x="124793" y="139553"/>
                    <a:pt x="127270" y="134600"/>
                    <a:pt x="127746" y="131647"/>
                  </a:cubicBezTo>
                  <a:cubicBezTo>
                    <a:pt x="128223" y="128694"/>
                    <a:pt x="126603" y="127361"/>
                    <a:pt x="126222" y="124503"/>
                  </a:cubicBezTo>
                  <a:cubicBezTo>
                    <a:pt x="125841" y="121646"/>
                    <a:pt x="125746" y="121360"/>
                    <a:pt x="125460" y="119931"/>
                  </a:cubicBezTo>
                  <a:cubicBezTo>
                    <a:pt x="125174" y="118503"/>
                    <a:pt x="122698" y="117455"/>
                    <a:pt x="122793" y="112025"/>
                  </a:cubicBezTo>
                  <a:cubicBezTo>
                    <a:pt x="122793" y="108406"/>
                    <a:pt x="123365" y="102500"/>
                    <a:pt x="123650" y="100405"/>
                  </a:cubicBezTo>
                  <a:cubicBezTo>
                    <a:pt x="124317" y="94785"/>
                    <a:pt x="125460" y="90880"/>
                    <a:pt x="125651" y="86689"/>
                  </a:cubicBezTo>
                  <a:cubicBezTo>
                    <a:pt x="126508" y="74307"/>
                    <a:pt x="126794" y="70020"/>
                    <a:pt x="126889" y="64210"/>
                  </a:cubicBezTo>
                  <a:cubicBezTo>
                    <a:pt x="127155" y="60051"/>
                    <a:pt x="127695" y="55915"/>
                    <a:pt x="128508" y="51828"/>
                  </a:cubicBezTo>
                  <a:cubicBezTo>
                    <a:pt x="130794" y="46398"/>
                    <a:pt x="133652" y="41731"/>
                    <a:pt x="134128" y="39826"/>
                  </a:cubicBezTo>
                  <a:cubicBezTo>
                    <a:pt x="134548" y="36155"/>
                    <a:pt x="134548" y="32448"/>
                    <a:pt x="134128" y="28777"/>
                  </a:cubicBezTo>
                  <a:cubicBezTo>
                    <a:pt x="134128" y="26110"/>
                    <a:pt x="135176" y="24967"/>
                    <a:pt x="134699" y="2153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4" name="任意多边形: 形状 93"/>
            <p:cNvSpPr/>
            <p:nvPr/>
          </p:nvSpPr>
          <p:spPr>
            <a:xfrm>
              <a:off x="5645364" y="4324990"/>
              <a:ext cx="415782" cy="768655"/>
            </a:xfrm>
            <a:custGeom>
              <a:avLst/>
              <a:gdLst>
                <a:gd name="connsiteX0" fmla="*/ 108824 w 116132"/>
                <a:gd name="connsiteY0" fmla="*/ 169409 h 214693"/>
                <a:gd name="connsiteX1" fmla="*/ 97775 w 116132"/>
                <a:gd name="connsiteY1" fmla="*/ 168266 h 214693"/>
                <a:gd name="connsiteX2" fmla="*/ 90726 w 116132"/>
                <a:gd name="connsiteY2" fmla="*/ 165504 h 214693"/>
                <a:gd name="connsiteX3" fmla="*/ 83583 w 116132"/>
                <a:gd name="connsiteY3" fmla="*/ 163980 h 214693"/>
                <a:gd name="connsiteX4" fmla="*/ 73486 w 116132"/>
                <a:gd name="connsiteY4" fmla="*/ 162646 h 214693"/>
                <a:gd name="connsiteX5" fmla="*/ 59389 w 116132"/>
                <a:gd name="connsiteY5" fmla="*/ 156360 h 214693"/>
                <a:gd name="connsiteX6" fmla="*/ 54246 w 116132"/>
                <a:gd name="connsiteY6" fmla="*/ 139500 h 214693"/>
                <a:gd name="connsiteX7" fmla="*/ 53579 w 116132"/>
                <a:gd name="connsiteY7" fmla="*/ 129975 h 214693"/>
                <a:gd name="connsiteX8" fmla="*/ 59961 w 116132"/>
                <a:gd name="connsiteY8" fmla="*/ 109592 h 214693"/>
                <a:gd name="connsiteX9" fmla="*/ 78439 w 116132"/>
                <a:gd name="connsiteY9" fmla="*/ 100638 h 214693"/>
                <a:gd name="connsiteX10" fmla="*/ 90060 w 116132"/>
                <a:gd name="connsiteY10" fmla="*/ 94161 h 214693"/>
                <a:gd name="connsiteX11" fmla="*/ 98346 w 116132"/>
                <a:gd name="connsiteY11" fmla="*/ 88351 h 214693"/>
                <a:gd name="connsiteX12" fmla="*/ 107871 w 116132"/>
                <a:gd name="connsiteY12" fmla="*/ 85875 h 214693"/>
                <a:gd name="connsiteX13" fmla="*/ 112538 w 116132"/>
                <a:gd name="connsiteY13" fmla="*/ 80541 h 214693"/>
                <a:gd name="connsiteX14" fmla="*/ 110919 w 116132"/>
                <a:gd name="connsiteY14" fmla="*/ 70254 h 214693"/>
                <a:gd name="connsiteX15" fmla="*/ 103204 w 116132"/>
                <a:gd name="connsiteY15" fmla="*/ 55871 h 214693"/>
                <a:gd name="connsiteX16" fmla="*/ 89393 w 116132"/>
                <a:gd name="connsiteY16" fmla="*/ 51013 h 214693"/>
                <a:gd name="connsiteX17" fmla="*/ 80820 w 116132"/>
                <a:gd name="connsiteY17" fmla="*/ 55871 h 214693"/>
                <a:gd name="connsiteX18" fmla="*/ 72248 w 116132"/>
                <a:gd name="connsiteY18" fmla="*/ 52918 h 214693"/>
                <a:gd name="connsiteX19" fmla="*/ 74248 w 116132"/>
                <a:gd name="connsiteY19" fmla="*/ 43393 h 214693"/>
                <a:gd name="connsiteX20" fmla="*/ 84630 w 116132"/>
                <a:gd name="connsiteY20" fmla="*/ 24343 h 214693"/>
                <a:gd name="connsiteX21" fmla="*/ 81011 w 116132"/>
                <a:gd name="connsiteY21" fmla="*/ 10341 h 214693"/>
                <a:gd name="connsiteX22" fmla="*/ 76534 w 116132"/>
                <a:gd name="connsiteY22" fmla="*/ 5293 h 214693"/>
                <a:gd name="connsiteX23" fmla="*/ 70724 w 116132"/>
                <a:gd name="connsiteY23" fmla="*/ 3960 h 214693"/>
                <a:gd name="connsiteX24" fmla="*/ 63771 w 116132"/>
                <a:gd name="connsiteY24" fmla="*/ -136 h 214693"/>
                <a:gd name="connsiteX25" fmla="*/ 54246 w 116132"/>
                <a:gd name="connsiteY25" fmla="*/ 1674 h 214693"/>
                <a:gd name="connsiteX26" fmla="*/ 46626 w 116132"/>
                <a:gd name="connsiteY26" fmla="*/ 150 h 214693"/>
                <a:gd name="connsiteX27" fmla="*/ 38148 w 116132"/>
                <a:gd name="connsiteY27" fmla="*/ 1960 h 214693"/>
                <a:gd name="connsiteX28" fmla="*/ 28623 w 116132"/>
                <a:gd name="connsiteY28" fmla="*/ -41 h 214693"/>
                <a:gd name="connsiteX29" fmla="*/ 21099 w 116132"/>
                <a:gd name="connsiteY29" fmla="*/ 5293 h 214693"/>
                <a:gd name="connsiteX30" fmla="*/ 20623 w 116132"/>
                <a:gd name="connsiteY30" fmla="*/ 18342 h 214693"/>
                <a:gd name="connsiteX31" fmla="*/ 16527 w 116132"/>
                <a:gd name="connsiteY31" fmla="*/ 37392 h 214693"/>
                <a:gd name="connsiteX32" fmla="*/ 13670 w 116132"/>
                <a:gd name="connsiteY32" fmla="*/ 49394 h 214693"/>
                <a:gd name="connsiteX33" fmla="*/ 12526 w 116132"/>
                <a:gd name="connsiteY33" fmla="*/ 69111 h 214693"/>
                <a:gd name="connsiteX34" fmla="*/ 9859 w 116132"/>
                <a:gd name="connsiteY34" fmla="*/ 81779 h 214693"/>
                <a:gd name="connsiteX35" fmla="*/ 7002 w 116132"/>
                <a:gd name="connsiteY35" fmla="*/ 94161 h 214693"/>
                <a:gd name="connsiteX36" fmla="*/ 3668 w 116132"/>
                <a:gd name="connsiteY36" fmla="*/ 101686 h 214693"/>
                <a:gd name="connsiteX37" fmla="*/ -333 w 116132"/>
                <a:gd name="connsiteY37" fmla="*/ 125785 h 214693"/>
                <a:gd name="connsiteX38" fmla="*/ 1192 w 116132"/>
                <a:gd name="connsiteY38" fmla="*/ 140739 h 214693"/>
                <a:gd name="connsiteX39" fmla="*/ 2430 w 116132"/>
                <a:gd name="connsiteY39" fmla="*/ 150264 h 214693"/>
                <a:gd name="connsiteX40" fmla="*/ 3096 w 116132"/>
                <a:gd name="connsiteY40" fmla="*/ 160360 h 214693"/>
                <a:gd name="connsiteX41" fmla="*/ 6430 w 116132"/>
                <a:gd name="connsiteY41" fmla="*/ 176457 h 214693"/>
                <a:gd name="connsiteX42" fmla="*/ 7383 w 116132"/>
                <a:gd name="connsiteY42" fmla="*/ 189983 h 214693"/>
                <a:gd name="connsiteX43" fmla="*/ 14622 w 116132"/>
                <a:gd name="connsiteY43" fmla="*/ 201603 h 214693"/>
                <a:gd name="connsiteX44" fmla="*/ 22432 w 116132"/>
                <a:gd name="connsiteY44" fmla="*/ 205890 h 214693"/>
                <a:gd name="connsiteX45" fmla="*/ 37863 w 116132"/>
                <a:gd name="connsiteY45" fmla="*/ 206747 h 214693"/>
                <a:gd name="connsiteX46" fmla="*/ 48435 w 116132"/>
                <a:gd name="connsiteY46" fmla="*/ 209795 h 214693"/>
                <a:gd name="connsiteX47" fmla="*/ 60913 w 116132"/>
                <a:gd name="connsiteY47" fmla="*/ 209795 h 214693"/>
                <a:gd name="connsiteX48" fmla="*/ 73581 w 116132"/>
                <a:gd name="connsiteY48" fmla="*/ 211033 h 214693"/>
                <a:gd name="connsiteX49" fmla="*/ 81773 w 116132"/>
                <a:gd name="connsiteY49" fmla="*/ 214557 h 214693"/>
                <a:gd name="connsiteX50" fmla="*/ 93489 w 116132"/>
                <a:gd name="connsiteY50" fmla="*/ 211795 h 214693"/>
                <a:gd name="connsiteX51" fmla="*/ 105395 w 116132"/>
                <a:gd name="connsiteY51" fmla="*/ 209986 h 214693"/>
                <a:gd name="connsiteX52" fmla="*/ 109967 w 116132"/>
                <a:gd name="connsiteY52" fmla="*/ 199603 h 214693"/>
                <a:gd name="connsiteX53" fmla="*/ 115491 w 116132"/>
                <a:gd name="connsiteY53" fmla="*/ 183792 h 214693"/>
                <a:gd name="connsiteX54" fmla="*/ 109300 w 116132"/>
                <a:gd name="connsiteY54" fmla="*/ 169599 h 214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16132" h="214693">
                  <a:moveTo>
                    <a:pt x="108824" y="169409"/>
                  </a:moveTo>
                  <a:cubicBezTo>
                    <a:pt x="105215" y="168497"/>
                    <a:pt x="101494" y="168112"/>
                    <a:pt x="97775" y="168266"/>
                  </a:cubicBezTo>
                  <a:cubicBezTo>
                    <a:pt x="95250" y="167879"/>
                    <a:pt x="92842" y="166935"/>
                    <a:pt x="90726" y="165504"/>
                  </a:cubicBezTo>
                  <a:cubicBezTo>
                    <a:pt x="88296" y="165260"/>
                    <a:pt x="85901" y="164749"/>
                    <a:pt x="83583" y="163980"/>
                  </a:cubicBezTo>
                  <a:cubicBezTo>
                    <a:pt x="80279" y="163153"/>
                    <a:pt x="76892" y="162705"/>
                    <a:pt x="73486" y="162646"/>
                  </a:cubicBezTo>
                  <a:cubicBezTo>
                    <a:pt x="68210" y="162210"/>
                    <a:pt x="63239" y="159994"/>
                    <a:pt x="59389" y="156360"/>
                  </a:cubicBezTo>
                  <a:cubicBezTo>
                    <a:pt x="54436" y="150645"/>
                    <a:pt x="55865" y="145215"/>
                    <a:pt x="54246" y="139500"/>
                  </a:cubicBezTo>
                  <a:cubicBezTo>
                    <a:pt x="53377" y="136404"/>
                    <a:pt x="53150" y="133163"/>
                    <a:pt x="53579" y="129975"/>
                  </a:cubicBezTo>
                  <a:cubicBezTo>
                    <a:pt x="54374" y="122833"/>
                    <a:pt x="56541" y="115912"/>
                    <a:pt x="59961" y="109592"/>
                  </a:cubicBezTo>
                  <a:cubicBezTo>
                    <a:pt x="66655" y="107867"/>
                    <a:pt x="72937" y="104823"/>
                    <a:pt x="78439" y="100638"/>
                  </a:cubicBezTo>
                  <a:cubicBezTo>
                    <a:pt x="82439" y="97400"/>
                    <a:pt x="86345" y="96828"/>
                    <a:pt x="90060" y="94161"/>
                  </a:cubicBezTo>
                  <a:cubicBezTo>
                    <a:pt x="92396" y="91679"/>
                    <a:pt x="95216" y="89702"/>
                    <a:pt x="98346" y="88351"/>
                  </a:cubicBezTo>
                  <a:cubicBezTo>
                    <a:pt x="102537" y="87113"/>
                    <a:pt x="104538" y="86637"/>
                    <a:pt x="107871" y="85875"/>
                  </a:cubicBezTo>
                  <a:cubicBezTo>
                    <a:pt x="110475" y="85393"/>
                    <a:pt x="112406" y="83185"/>
                    <a:pt x="112538" y="80541"/>
                  </a:cubicBezTo>
                  <a:cubicBezTo>
                    <a:pt x="112585" y="77045"/>
                    <a:pt x="112038" y="73566"/>
                    <a:pt x="110919" y="70254"/>
                  </a:cubicBezTo>
                  <a:cubicBezTo>
                    <a:pt x="108443" y="65967"/>
                    <a:pt x="106919" y="56728"/>
                    <a:pt x="103204" y="55871"/>
                  </a:cubicBezTo>
                  <a:cubicBezTo>
                    <a:pt x="96537" y="54347"/>
                    <a:pt x="92346" y="49585"/>
                    <a:pt x="89393" y="51013"/>
                  </a:cubicBezTo>
                  <a:cubicBezTo>
                    <a:pt x="86440" y="52442"/>
                    <a:pt x="85107" y="54919"/>
                    <a:pt x="80820" y="55871"/>
                  </a:cubicBezTo>
                  <a:cubicBezTo>
                    <a:pt x="78534" y="59586"/>
                    <a:pt x="73200" y="58157"/>
                    <a:pt x="72248" y="52918"/>
                  </a:cubicBezTo>
                  <a:cubicBezTo>
                    <a:pt x="72528" y="49674"/>
                    <a:pt x="73200" y="46476"/>
                    <a:pt x="74248" y="43393"/>
                  </a:cubicBezTo>
                  <a:cubicBezTo>
                    <a:pt x="76915" y="37011"/>
                    <a:pt x="84249" y="34725"/>
                    <a:pt x="84630" y="24343"/>
                  </a:cubicBezTo>
                  <a:cubicBezTo>
                    <a:pt x="84360" y="19483"/>
                    <a:pt x="83130" y="14724"/>
                    <a:pt x="81011" y="10341"/>
                  </a:cubicBezTo>
                  <a:cubicBezTo>
                    <a:pt x="80058" y="8151"/>
                    <a:pt x="78344" y="5579"/>
                    <a:pt x="76534" y="5293"/>
                  </a:cubicBezTo>
                  <a:cubicBezTo>
                    <a:pt x="74527" y="5246"/>
                    <a:pt x="72551" y="4792"/>
                    <a:pt x="70724" y="3960"/>
                  </a:cubicBezTo>
                  <a:cubicBezTo>
                    <a:pt x="68724" y="2531"/>
                    <a:pt x="68152" y="54"/>
                    <a:pt x="63771" y="-136"/>
                  </a:cubicBezTo>
                  <a:cubicBezTo>
                    <a:pt x="60553" y="216"/>
                    <a:pt x="57368" y="821"/>
                    <a:pt x="54246" y="1674"/>
                  </a:cubicBezTo>
                  <a:cubicBezTo>
                    <a:pt x="51740" y="1009"/>
                    <a:pt x="49195" y="500"/>
                    <a:pt x="46626" y="150"/>
                  </a:cubicBezTo>
                  <a:cubicBezTo>
                    <a:pt x="44721" y="150"/>
                    <a:pt x="40911" y="2055"/>
                    <a:pt x="38148" y="1960"/>
                  </a:cubicBezTo>
                  <a:cubicBezTo>
                    <a:pt x="35386" y="1864"/>
                    <a:pt x="30338" y="-136"/>
                    <a:pt x="28623" y="-41"/>
                  </a:cubicBezTo>
                  <a:cubicBezTo>
                    <a:pt x="24813" y="-41"/>
                    <a:pt x="22432" y="721"/>
                    <a:pt x="21099" y="5293"/>
                  </a:cubicBezTo>
                  <a:cubicBezTo>
                    <a:pt x="20462" y="9612"/>
                    <a:pt x="20302" y="13988"/>
                    <a:pt x="20623" y="18342"/>
                  </a:cubicBezTo>
                  <a:cubicBezTo>
                    <a:pt x="19662" y="24773"/>
                    <a:pt x="18295" y="31136"/>
                    <a:pt x="16527" y="37392"/>
                  </a:cubicBezTo>
                  <a:cubicBezTo>
                    <a:pt x="15014" y="41239"/>
                    <a:pt x="14052" y="45279"/>
                    <a:pt x="13670" y="49394"/>
                  </a:cubicBezTo>
                  <a:cubicBezTo>
                    <a:pt x="13669" y="51394"/>
                    <a:pt x="13669" y="61395"/>
                    <a:pt x="12526" y="69111"/>
                  </a:cubicBezTo>
                  <a:cubicBezTo>
                    <a:pt x="12526" y="70635"/>
                    <a:pt x="10526" y="76731"/>
                    <a:pt x="9859" y="81779"/>
                  </a:cubicBezTo>
                  <a:cubicBezTo>
                    <a:pt x="9192" y="86827"/>
                    <a:pt x="7573" y="86732"/>
                    <a:pt x="7002" y="94161"/>
                  </a:cubicBezTo>
                  <a:cubicBezTo>
                    <a:pt x="7002" y="95590"/>
                    <a:pt x="3858" y="100162"/>
                    <a:pt x="3668" y="101686"/>
                  </a:cubicBezTo>
                  <a:cubicBezTo>
                    <a:pt x="1858" y="116736"/>
                    <a:pt x="-428" y="117974"/>
                    <a:pt x="-333" y="125785"/>
                  </a:cubicBezTo>
                  <a:cubicBezTo>
                    <a:pt x="-505" y="130815"/>
                    <a:pt x="8" y="135846"/>
                    <a:pt x="1192" y="140739"/>
                  </a:cubicBezTo>
                  <a:cubicBezTo>
                    <a:pt x="2005" y="143849"/>
                    <a:pt x="2420" y="147049"/>
                    <a:pt x="2430" y="150264"/>
                  </a:cubicBezTo>
                  <a:lnTo>
                    <a:pt x="3096" y="160360"/>
                  </a:lnTo>
                  <a:cubicBezTo>
                    <a:pt x="3096" y="162265"/>
                    <a:pt x="6049" y="173886"/>
                    <a:pt x="6430" y="176457"/>
                  </a:cubicBezTo>
                  <a:cubicBezTo>
                    <a:pt x="6371" y="180985"/>
                    <a:pt x="6690" y="185509"/>
                    <a:pt x="7383" y="189983"/>
                  </a:cubicBezTo>
                  <a:cubicBezTo>
                    <a:pt x="9224" y="194185"/>
                    <a:pt x="11662" y="198099"/>
                    <a:pt x="14622" y="201603"/>
                  </a:cubicBezTo>
                  <a:cubicBezTo>
                    <a:pt x="16985" y="203432"/>
                    <a:pt x="19621" y="204878"/>
                    <a:pt x="22432" y="205890"/>
                  </a:cubicBezTo>
                  <a:cubicBezTo>
                    <a:pt x="25766" y="206937"/>
                    <a:pt x="33291" y="205890"/>
                    <a:pt x="37863" y="206747"/>
                  </a:cubicBezTo>
                  <a:cubicBezTo>
                    <a:pt x="42435" y="207604"/>
                    <a:pt x="46530" y="209795"/>
                    <a:pt x="48435" y="209795"/>
                  </a:cubicBezTo>
                  <a:cubicBezTo>
                    <a:pt x="48435" y="209795"/>
                    <a:pt x="57484" y="209795"/>
                    <a:pt x="60913" y="209795"/>
                  </a:cubicBezTo>
                  <a:cubicBezTo>
                    <a:pt x="65176" y="209390"/>
                    <a:pt x="69477" y="209811"/>
                    <a:pt x="73581" y="211033"/>
                  </a:cubicBezTo>
                  <a:cubicBezTo>
                    <a:pt x="75391" y="211795"/>
                    <a:pt x="78915" y="214557"/>
                    <a:pt x="81773" y="214557"/>
                  </a:cubicBezTo>
                  <a:cubicBezTo>
                    <a:pt x="85808" y="214321"/>
                    <a:pt x="89772" y="213386"/>
                    <a:pt x="93489" y="211795"/>
                  </a:cubicBezTo>
                  <a:cubicBezTo>
                    <a:pt x="96918" y="210462"/>
                    <a:pt x="103013" y="211795"/>
                    <a:pt x="105395" y="209986"/>
                  </a:cubicBezTo>
                  <a:cubicBezTo>
                    <a:pt x="107776" y="208176"/>
                    <a:pt x="108633" y="203794"/>
                    <a:pt x="109967" y="199603"/>
                  </a:cubicBezTo>
                  <a:cubicBezTo>
                    <a:pt x="112100" y="194439"/>
                    <a:pt x="113945" y="189161"/>
                    <a:pt x="115491" y="183792"/>
                  </a:cubicBezTo>
                  <a:cubicBezTo>
                    <a:pt x="116637" y="178228"/>
                    <a:pt x="114158" y="172545"/>
                    <a:pt x="109300" y="1695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8567668" y="4422179"/>
              <a:ext cx="864731" cy="696391"/>
            </a:xfrm>
            <a:custGeom>
              <a:avLst/>
              <a:gdLst>
                <a:gd name="connsiteX0" fmla="*/ 240808 w 241528"/>
                <a:gd name="connsiteY0" fmla="*/ 148359 h 194509"/>
                <a:gd name="connsiteX1" fmla="*/ 239760 w 241528"/>
                <a:gd name="connsiteY1" fmla="*/ 140548 h 194509"/>
                <a:gd name="connsiteX2" fmla="*/ 228330 w 241528"/>
                <a:gd name="connsiteY2" fmla="*/ 131023 h 194509"/>
                <a:gd name="connsiteX3" fmla="*/ 219568 w 241528"/>
                <a:gd name="connsiteY3" fmla="*/ 126166 h 194509"/>
                <a:gd name="connsiteX4" fmla="*/ 210614 w 241528"/>
                <a:gd name="connsiteY4" fmla="*/ 123784 h 194509"/>
                <a:gd name="connsiteX5" fmla="*/ 202423 w 241528"/>
                <a:gd name="connsiteY5" fmla="*/ 124642 h 194509"/>
                <a:gd name="connsiteX6" fmla="*/ 193850 w 241528"/>
                <a:gd name="connsiteY6" fmla="*/ 127975 h 194509"/>
                <a:gd name="connsiteX7" fmla="*/ 160893 w 241528"/>
                <a:gd name="connsiteY7" fmla="*/ 128737 h 194509"/>
                <a:gd name="connsiteX8" fmla="*/ 159941 w 241528"/>
                <a:gd name="connsiteY8" fmla="*/ 110449 h 194509"/>
                <a:gd name="connsiteX9" fmla="*/ 161179 w 241528"/>
                <a:gd name="connsiteY9" fmla="*/ 103401 h 194509"/>
                <a:gd name="connsiteX10" fmla="*/ 162989 w 241528"/>
                <a:gd name="connsiteY10" fmla="*/ 96733 h 194509"/>
                <a:gd name="connsiteX11" fmla="*/ 165370 w 241528"/>
                <a:gd name="connsiteY11" fmla="*/ 90447 h 194509"/>
                <a:gd name="connsiteX12" fmla="*/ 168323 w 241528"/>
                <a:gd name="connsiteY12" fmla="*/ 83589 h 194509"/>
                <a:gd name="connsiteX13" fmla="*/ 164037 w 241528"/>
                <a:gd name="connsiteY13" fmla="*/ 68730 h 194509"/>
                <a:gd name="connsiteX14" fmla="*/ 181848 w 241528"/>
                <a:gd name="connsiteY14" fmla="*/ 56252 h 194509"/>
                <a:gd name="connsiteX15" fmla="*/ 190802 w 241528"/>
                <a:gd name="connsiteY15" fmla="*/ 50251 h 194509"/>
                <a:gd name="connsiteX16" fmla="*/ 202422 w 241528"/>
                <a:gd name="connsiteY16" fmla="*/ 40726 h 194509"/>
                <a:gd name="connsiteX17" fmla="*/ 217186 w 241528"/>
                <a:gd name="connsiteY17" fmla="*/ 27010 h 194509"/>
                <a:gd name="connsiteX18" fmla="*/ 213471 w 241528"/>
                <a:gd name="connsiteY18" fmla="*/ 21200 h 194509"/>
                <a:gd name="connsiteX19" fmla="*/ 210614 w 241528"/>
                <a:gd name="connsiteY19" fmla="*/ 12437 h 194509"/>
                <a:gd name="connsiteX20" fmla="*/ 201089 w 241528"/>
                <a:gd name="connsiteY20" fmla="*/ 3579 h 194509"/>
                <a:gd name="connsiteX21" fmla="*/ 194707 w 241528"/>
                <a:gd name="connsiteY21" fmla="*/ -136 h 194509"/>
                <a:gd name="connsiteX22" fmla="*/ 187373 w 241528"/>
                <a:gd name="connsiteY22" fmla="*/ 912 h 194509"/>
                <a:gd name="connsiteX23" fmla="*/ 178896 w 241528"/>
                <a:gd name="connsiteY23" fmla="*/ 1960 h 194509"/>
                <a:gd name="connsiteX24" fmla="*/ 148892 w 241528"/>
                <a:gd name="connsiteY24" fmla="*/ 14628 h 194509"/>
                <a:gd name="connsiteX25" fmla="*/ 143939 w 241528"/>
                <a:gd name="connsiteY25" fmla="*/ 16533 h 194509"/>
                <a:gd name="connsiteX26" fmla="*/ 136986 w 241528"/>
                <a:gd name="connsiteY26" fmla="*/ 18438 h 194509"/>
                <a:gd name="connsiteX27" fmla="*/ 96981 w 241528"/>
                <a:gd name="connsiteY27" fmla="*/ 25105 h 194509"/>
                <a:gd name="connsiteX28" fmla="*/ 80217 w 241528"/>
                <a:gd name="connsiteY28" fmla="*/ 21105 h 194509"/>
                <a:gd name="connsiteX29" fmla="*/ 70692 w 241528"/>
                <a:gd name="connsiteY29" fmla="*/ 29011 h 194509"/>
                <a:gd name="connsiteX30" fmla="*/ 71644 w 241528"/>
                <a:gd name="connsiteY30" fmla="*/ 39583 h 194509"/>
                <a:gd name="connsiteX31" fmla="*/ 73549 w 241528"/>
                <a:gd name="connsiteY31" fmla="*/ 50537 h 194509"/>
                <a:gd name="connsiteX32" fmla="*/ 80979 w 241528"/>
                <a:gd name="connsiteY32" fmla="*/ 64158 h 194509"/>
                <a:gd name="connsiteX33" fmla="*/ 84789 w 241528"/>
                <a:gd name="connsiteY33" fmla="*/ 75493 h 194509"/>
                <a:gd name="connsiteX34" fmla="*/ 97266 w 241528"/>
                <a:gd name="connsiteY34" fmla="*/ 74635 h 194509"/>
                <a:gd name="connsiteX35" fmla="*/ 106791 w 241528"/>
                <a:gd name="connsiteY35" fmla="*/ 73111 h 194509"/>
                <a:gd name="connsiteX36" fmla="*/ 108792 w 241528"/>
                <a:gd name="connsiteY36" fmla="*/ 81970 h 194509"/>
                <a:gd name="connsiteX37" fmla="*/ 106791 w 241528"/>
                <a:gd name="connsiteY37" fmla="*/ 93209 h 194509"/>
                <a:gd name="connsiteX38" fmla="*/ 87170 w 241528"/>
                <a:gd name="connsiteY38" fmla="*/ 126737 h 194509"/>
                <a:gd name="connsiteX39" fmla="*/ 62119 w 241528"/>
                <a:gd name="connsiteY39" fmla="*/ 137215 h 194509"/>
                <a:gd name="connsiteX40" fmla="*/ 52594 w 241528"/>
                <a:gd name="connsiteY40" fmla="*/ 139024 h 194509"/>
                <a:gd name="connsiteX41" fmla="*/ 29734 w 241528"/>
                <a:gd name="connsiteY41" fmla="*/ 147692 h 194509"/>
                <a:gd name="connsiteX42" fmla="*/ 18685 w 241528"/>
                <a:gd name="connsiteY42" fmla="*/ 146644 h 194509"/>
                <a:gd name="connsiteX43" fmla="*/ -365 w 241528"/>
                <a:gd name="connsiteY43" fmla="*/ 157027 h 194509"/>
                <a:gd name="connsiteX44" fmla="*/ 683 w 241528"/>
                <a:gd name="connsiteY44" fmla="*/ 168647 h 194509"/>
                <a:gd name="connsiteX45" fmla="*/ 683 w 241528"/>
                <a:gd name="connsiteY45" fmla="*/ 178172 h 194509"/>
                <a:gd name="connsiteX46" fmla="*/ 17828 w 241528"/>
                <a:gd name="connsiteY46" fmla="*/ 194365 h 194509"/>
                <a:gd name="connsiteX47" fmla="*/ 62786 w 241528"/>
                <a:gd name="connsiteY47" fmla="*/ 177220 h 194509"/>
                <a:gd name="connsiteX48" fmla="*/ 99457 w 241528"/>
                <a:gd name="connsiteY48" fmla="*/ 169695 h 194509"/>
                <a:gd name="connsiteX49" fmla="*/ 120126 w 241528"/>
                <a:gd name="connsiteY49" fmla="*/ 170171 h 194509"/>
                <a:gd name="connsiteX50" fmla="*/ 138319 w 241528"/>
                <a:gd name="connsiteY50" fmla="*/ 167599 h 194509"/>
                <a:gd name="connsiteX51" fmla="*/ 157369 w 241528"/>
                <a:gd name="connsiteY51" fmla="*/ 166075 h 194509"/>
                <a:gd name="connsiteX52" fmla="*/ 176419 w 241528"/>
                <a:gd name="connsiteY52" fmla="*/ 166075 h 194509"/>
                <a:gd name="connsiteX53" fmla="*/ 196898 w 241528"/>
                <a:gd name="connsiteY53" fmla="*/ 167790 h 194509"/>
                <a:gd name="connsiteX54" fmla="*/ 209280 w 241528"/>
                <a:gd name="connsiteY54" fmla="*/ 166742 h 194509"/>
                <a:gd name="connsiteX55" fmla="*/ 221377 w 241528"/>
                <a:gd name="connsiteY55" fmla="*/ 168838 h 194509"/>
                <a:gd name="connsiteX56" fmla="*/ 232521 w 241528"/>
                <a:gd name="connsiteY56" fmla="*/ 168171 h 194509"/>
                <a:gd name="connsiteX57" fmla="*/ 238236 w 241528"/>
                <a:gd name="connsiteY57" fmla="*/ 162361 h 194509"/>
                <a:gd name="connsiteX58" fmla="*/ 241094 w 241528"/>
                <a:gd name="connsiteY58" fmla="*/ 155598 h 194509"/>
                <a:gd name="connsiteX59" fmla="*/ 240331 w 241528"/>
                <a:gd name="connsiteY59" fmla="*/ 151407 h 194509"/>
                <a:gd name="connsiteX60" fmla="*/ 239188 w 241528"/>
                <a:gd name="connsiteY60" fmla="*/ 148549 h 194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241528" h="194509">
                  <a:moveTo>
                    <a:pt x="240808" y="148359"/>
                  </a:moveTo>
                  <a:cubicBezTo>
                    <a:pt x="240841" y="145718"/>
                    <a:pt x="240488" y="143087"/>
                    <a:pt x="239760" y="140548"/>
                  </a:cubicBezTo>
                  <a:cubicBezTo>
                    <a:pt x="237379" y="134548"/>
                    <a:pt x="231569" y="133309"/>
                    <a:pt x="228330" y="131023"/>
                  </a:cubicBezTo>
                  <a:cubicBezTo>
                    <a:pt x="225544" y="129172"/>
                    <a:pt x="222614" y="127547"/>
                    <a:pt x="219568" y="126166"/>
                  </a:cubicBezTo>
                  <a:cubicBezTo>
                    <a:pt x="216662" y="125101"/>
                    <a:pt x="213665" y="124304"/>
                    <a:pt x="210614" y="123784"/>
                  </a:cubicBezTo>
                  <a:cubicBezTo>
                    <a:pt x="207860" y="123758"/>
                    <a:pt x="205111" y="124046"/>
                    <a:pt x="202423" y="124642"/>
                  </a:cubicBezTo>
                  <a:cubicBezTo>
                    <a:pt x="199470" y="125308"/>
                    <a:pt x="197850" y="127975"/>
                    <a:pt x="193850" y="127975"/>
                  </a:cubicBezTo>
                  <a:cubicBezTo>
                    <a:pt x="182859" y="127598"/>
                    <a:pt x="171855" y="127852"/>
                    <a:pt x="160893" y="128737"/>
                  </a:cubicBezTo>
                  <a:cubicBezTo>
                    <a:pt x="158322" y="126547"/>
                    <a:pt x="159750" y="119212"/>
                    <a:pt x="159941" y="110449"/>
                  </a:cubicBezTo>
                  <a:cubicBezTo>
                    <a:pt x="159708" y="108031"/>
                    <a:pt x="160136" y="105595"/>
                    <a:pt x="161179" y="103401"/>
                  </a:cubicBezTo>
                  <a:cubicBezTo>
                    <a:pt x="162341" y="101369"/>
                    <a:pt x="162965" y="99074"/>
                    <a:pt x="162989" y="96733"/>
                  </a:cubicBezTo>
                  <a:cubicBezTo>
                    <a:pt x="163129" y="94445"/>
                    <a:pt x="163959" y="92253"/>
                    <a:pt x="165370" y="90447"/>
                  </a:cubicBezTo>
                  <a:cubicBezTo>
                    <a:pt x="166885" y="88427"/>
                    <a:pt x="167897" y="86077"/>
                    <a:pt x="168323" y="83589"/>
                  </a:cubicBezTo>
                  <a:cubicBezTo>
                    <a:pt x="168323" y="74064"/>
                    <a:pt x="163370" y="77683"/>
                    <a:pt x="164037" y="68730"/>
                  </a:cubicBezTo>
                  <a:cubicBezTo>
                    <a:pt x="164703" y="59776"/>
                    <a:pt x="172799" y="60157"/>
                    <a:pt x="181848" y="56252"/>
                  </a:cubicBezTo>
                  <a:cubicBezTo>
                    <a:pt x="185207" y="54877"/>
                    <a:pt x="188253" y="52836"/>
                    <a:pt x="190802" y="50251"/>
                  </a:cubicBezTo>
                  <a:cubicBezTo>
                    <a:pt x="194042" y="46374"/>
                    <a:pt x="197985" y="43143"/>
                    <a:pt x="202422" y="40726"/>
                  </a:cubicBezTo>
                  <a:cubicBezTo>
                    <a:pt x="210519" y="35011"/>
                    <a:pt x="216519" y="35202"/>
                    <a:pt x="217186" y="27010"/>
                  </a:cubicBezTo>
                  <a:cubicBezTo>
                    <a:pt x="217186" y="25867"/>
                    <a:pt x="214043" y="23296"/>
                    <a:pt x="213471" y="21200"/>
                  </a:cubicBezTo>
                  <a:cubicBezTo>
                    <a:pt x="213056" y="18130"/>
                    <a:pt x="212088" y="15161"/>
                    <a:pt x="210614" y="12437"/>
                  </a:cubicBezTo>
                  <a:cubicBezTo>
                    <a:pt x="208042" y="8818"/>
                    <a:pt x="204423" y="7103"/>
                    <a:pt x="201089" y="3579"/>
                  </a:cubicBezTo>
                  <a:cubicBezTo>
                    <a:pt x="199451" y="1645"/>
                    <a:pt x="197197" y="334"/>
                    <a:pt x="194707" y="-136"/>
                  </a:cubicBezTo>
                  <a:cubicBezTo>
                    <a:pt x="192284" y="351"/>
                    <a:pt x="189836" y="701"/>
                    <a:pt x="187373" y="912"/>
                  </a:cubicBezTo>
                  <a:cubicBezTo>
                    <a:pt x="184505" y="667"/>
                    <a:pt x="181618" y="1024"/>
                    <a:pt x="178896" y="1960"/>
                  </a:cubicBezTo>
                  <a:cubicBezTo>
                    <a:pt x="169410" y="7312"/>
                    <a:pt x="159343" y="11562"/>
                    <a:pt x="148892" y="14628"/>
                  </a:cubicBezTo>
                  <a:cubicBezTo>
                    <a:pt x="147463" y="15104"/>
                    <a:pt x="144701" y="16342"/>
                    <a:pt x="143939" y="16533"/>
                  </a:cubicBezTo>
                  <a:cubicBezTo>
                    <a:pt x="143177" y="16723"/>
                    <a:pt x="139939" y="17771"/>
                    <a:pt x="136986" y="18438"/>
                  </a:cubicBezTo>
                  <a:cubicBezTo>
                    <a:pt x="123789" y="21422"/>
                    <a:pt x="110432" y="23648"/>
                    <a:pt x="96981" y="25105"/>
                  </a:cubicBezTo>
                  <a:cubicBezTo>
                    <a:pt x="91480" y="23430"/>
                    <a:pt x="85881" y="22094"/>
                    <a:pt x="80217" y="21105"/>
                  </a:cubicBezTo>
                  <a:cubicBezTo>
                    <a:pt x="75645" y="23391"/>
                    <a:pt x="70692" y="23772"/>
                    <a:pt x="70692" y="29011"/>
                  </a:cubicBezTo>
                  <a:cubicBezTo>
                    <a:pt x="70692" y="31011"/>
                    <a:pt x="71739" y="37583"/>
                    <a:pt x="71644" y="39583"/>
                  </a:cubicBezTo>
                  <a:cubicBezTo>
                    <a:pt x="71470" y="43330"/>
                    <a:pt x="72120" y="47069"/>
                    <a:pt x="73549" y="50537"/>
                  </a:cubicBezTo>
                  <a:cubicBezTo>
                    <a:pt x="77195" y="54334"/>
                    <a:pt x="79760" y="59036"/>
                    <a:pt x="80979" y="64158"/>
                  </a:cubicBezTo>
                  <a:cubicBezTo>
                    <a:pt x="81550" y="69206"/>
                    <a:pt x="80979" y="73683"/>
                    <a:pt x="84789" y="75493"/>
                  </a:cubicBezTo>
                  <a:cubicBezTo>
                    <a:pt x="88950" y="76310"/>
                    <a:pt x="93255" y="76014"/>
                    <a:pt x="97266" y="74635"/>
                  </a:cubicBezTo>
                  <a:cubicBezTo>
                    <a:pt x="100399" y="73894"/>
                    <a:pt x="103583" y="73384"/>
                    <a:pt x="106791" y="73111"/>
                  </a:cubicBezTo>
                  <a:cubicBezTo>
                    <a:pt x="108601" y="73778"/>
                    <a:pt x="108887" y="78255"/>
                    <a:pt x="108792" y="81970"/>
                  </a:cubicBezTo>
                  <a:cubicBezTo>
                    <a:pt x="108774" y="85803"/>
                    <a:pt x="108098" y="89605"/>
                    <a:pt x="106791" y="93209"/>
                  </a:cubicBezTo>
                  <a:cubicBezTo>
                    <a:pt x="104315" y="100639"/>
                    <a:pt x="103458" y="120260"/>
                    <a:pt x="87170" y="126737"/>
                  </a:cubicBezTo>
                  <a:cubicBezTo>
                    <a:pt x="79550" y="129785"/>
                    <a:pt x="69167" y="135024"/>
                    <a:pt x="62119" y="137215"/>
                  </a:cubicBezTo>
                  <a:cubicBezTo>
                    <a:pt x="59833" y="137881"/>
                    <a:pt x="55547" y="138072"/>
                    <a:pt x="52594" y="139024"/>
                  </a:cubicBezTo>
                  <a:cubicBezTo>
                    <a:pt x="45165" y="141691"/>
                    <a:pt x="31639" y="147216"/>
                    <a:pt x="29734" y="147692"/>
                  </a:cubicBezTo>
                  <a:cubicBezTo>
                    <a:pt x="26115" y="148549"/>
                    <a:pt x="20209" y="146263"/>
                    <a:pt x="18685" y="146644"/>
                  </a:cubicBezTo>
                  <a:cubicBezTo>
                    <a:pt x="17161" y="147025"/>
                    <a:pt x="2207" y="152550"/>
                    <a:pt x="-365" y="157027"/>
                  </a:cubicBezTo>
                  <a:cubicBezTo>
                    <a:pt x="951" y="160751"/>
                    <a:pt x="1310" y="164747"/>
                    <a:pt x="683" y="168647"/>
                  </a:cubicBezTo>
                  <a:cubicBezTo>
                    <a:pt x="111" y="171796"/>
                    <a:pt x="111" y="175023"/>
                    <a:pt x="683" y="178172"/>
                  </a:cubicBezTo>
                  <a:cubicBezTo>
                    <a:pt x="7446" y="184554"/>
                    <a:pt x="14494" y="193984"/>
                    <a:pt x="17828" y="194365"/>
                  </a:cubicBezTo>
                  <a:cubicBezTo>
                    <a:pt x="21162" y="194746"/>
                    <a:pt x="47641" y="182458"/>
                    <a:pt x="62786" y="177220"/>
                  </a:cubicBezTo>
                  <a:cubicBezTo>
                    <a:pt x="74698" y="173380"/>
                    <a:pt x="86995" y="170857"/>
                    <a:pt x="99457" y="169695"/>
                  </a:cubicBezTo>
                  <a:cubicBezTo>
                    <a:pt x="105268" y="169695"/>
                    <a:pt x="113650" y="171124"/>
                    <a:pt x="120126" y="170171"/>
                  </a:cubicBezTo>
                  <a:lnTo>
                    <a:pt x="138319" y="167599"/>
                  </a:lnTo>
                  <a:cubicBezTo>
                    <a:pt x="144533" y="165992"/>
                    <a:pt x="150979" y="165477"/>
                    <a:pt x="157369" y="166075"/>
                  </a:cubicBezTo>
                  <a:cubicBezTo>
                    <a:pt x="161084" y="166552"/>
                    <a:pt x="172705" y="165599"/>
                    <a:pt x="176419" y="166075"/>
                  </a:cubicBezTo>
                  <a:cubicBezTo>
                    <a:pt x="182230" y="166742"/>
                    <a:pt x="191659" y="167695"/>
                    <a:pt x="196898" y="167790"/>
                  </a:cubicBezTo>
                  <a:cubicBezTo>
                    <a:pt x="202137" y="167885"/>
                    <a:pt x="205089" y="166742"/>
                    <a:pt x="209280" y="166742"/>
                  </a:cubicBezTo>
                  <a:cubicBezTo>
                    <a:pt x="213471" y="166742"/>
                    <a:pt x="219377" y="168742"/>
                    <a:pt x="221377" y="168838"/>
                  </a:cubicBezTo>
                  <a:cubicBezTo>
                    <a:pt x="223377" y="168933"/>
                    <a:pt x="226425" y="168361"/>
                    <a:pt x="232521" y="168171"/>
                  </a:cubicBezTo>
                  <a:cubicBezTo>
                    <a:pt x="234807" y="168171"/>
                    <a:pt x="236712" y="164742"/>
                    <a:pt x="238236" y="162361"/>
                  </a:cubicBezTo>
                  <a:cubicBezTo>
                    <a:pt x="239674" y="160343"/>
                    <a:pt x="240649" y="158035"/>
                    <a:pt x="241094" y="155598"/>
                  </a:cubicBezTo>
                  <a:cubicBezTo>
                    <a:pt x="241305" y="154155"/>
                    <a:pt x="241037" y="152683"/>
                    <a:pt x="240331" y="151407"/>
                  </a:cubicBezTo>
                  <a:cubicBezTo>
                    <a:pt x="239602" y="150634"/>
                    <a:pt x="239193" y="149612"/>
                    <a:pt x="239188" y="14854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9687431" y="4380641"/>
              <a:ext cx="932487" cy="781891"/>
            </a:xfrm>
            <a:custGeom>
              <a:avLst/>
              <a:gdLst>
                <a:gd name="connsiteX0" fmla="*/ 260089 w 260453"/>
                <a:gd name="connsiteY0" fmla="*/ 192536 h 218390"/>
                <a:gd name="connsiteX1" fmla="*/ 252850 w 260453"/>
                <a:gd name="connsiteY1" fmla="*/ 189202 h 218390"/>
                <a:gd name="connsiteX2" fmla="*/ 231800 w 260453"/>
                <a:gd name="connsiteY2" fmla="*/ 181392 h 218390"/>
                <a:gd name="connsiteX3" fmla="*/ 222275 w 260453"/>
                <a:gd name="connsiteY3" fmla="*/ 175391 h 218390"/>
                <a:gd name="connsiteX4" fmla="*/ 210083 w 260453"/>
                <a:gd name="connsiteY4" fmla="*/ 170628 h 218390"/>
                <a:gd name="connsiteX5" fmla="*/ 188842 w 260453"/>
                <a:gd name="connsiteY5" fmla="*/ 156055 h 218390"/>
                <a:gd name="connsiteX6" fmla="*/ 168173 w 260453"/>
                <a:gd name="connsiteY6" fmla="*/ 132719 h 218390"/>
                <a:gd name="connsiteX7" fmla="*/ 140169 w 260453"/>
                <a:gd name="connsiteY7" fmla="*/ 104144 h 218390"/>
                <a:gd name="connsiteX8" fmla="*/ 138169 w 260453"/>
                <a:gd name="connsiteY8" fmla="*/ 90999 h 218390"/>
                <a:gd name="connsiteX9" fmla="*/ 143789 w 260453"/>
                <a:gd name="connsiteY9" fmla="*/ 82808 h 218390"/>
                <a:gd name="connsiteX10" fmla="*/ 160744 w 260453"/>
                <a:gd name="connsiteY10" fmla="*/ 76331 h 218390"/>
                <a:gd name="connsiteX11" fmla="*/ 171792 w 260453"/>
                <a:gd name="connsiteY11" fmla="*/ 74902 h 218390"/>
                <a:gd name="connsiteX12" fmla="*/ 181317 w 260453"/>
                <a:gd name="connsiteY12" fmla="*/ 70806 h 218390"/>
                <a:gd name="connsiteX13" fmla="*/ 197796 w 260453"/>
                <a:gd name="connsiteY13" fmla="*/ 63758 h 218390"/>
                <a:gd name="connsiteX14" fmla="*/ 204939 w 260453"/>
                <a:gd name="connsiteY14" fmla="*/ 58424 h 218390"/>
                <a:gd name="connsiteX15" fmla="*/ 208368 w 260453"/>
                <a:gd name="connsiteY15" fmla="*/ 54138 h 218390"/>
                <a:gd name="connsiteX16" fmla="*/ 199415 w 260453"/>
                <a:gd name="connsiteY16" fmla="*/ 37088 h 218390"/>
                <a:gd name="connsiteX17" fmla="*/ 186461 w 260453"/>
                <a:gd name="connsiteY17" fmla="*/ 32897 h 218390"/>
                <a:gd name="connsiteX18" fmla="*/ 171602 w 260453"/>
                <a:gd name="connsiteY18" fmla="*/ 32897 h 218390"/>
                <a:gd name="connsiteX19" fmla="*/ 162077 w 260453"/>
                <a:gd name="connsiteY19" fmla="*/ 39755 h 218390"/>
                <a:gd name="connsiteX20" fmla="*/ 153790 w 260453"/>
                <a:gd name="connsiteY20" fmla="*/ 42612 h 218390"/>
                <a:gd name="connsiteX21" fmla="*/ 146742 w 260453"/>
                <a:gd name="connsiteY21" fmla="*/ 45756 h 218390"/>
                <a:gd name="connsiteX22" fmla="*/ 141122 w 260453"/>
                <a:gd name="connsiteY22" fmla="*/ 47184 h 218390"/>
                <a:gd name="connsiteX23" fmla="*/ 141122 w 260453"/>
                <a:gd name="connsiteY23" fmla="*/ 38993 h 218390"/>
                <a:gd name="connsiteX24" fmla="*/ 146932 w 260453"/>
                <a:gd name="connsiteY24" fmla="*/ 24991 h 218390"/>
                <a:gd name="connsiteX25" fmla="*/ 145408 w 260453"/>
                <a:gd name="connsiteY25" fmla="*/ 17466 h 218390"/>
                <a:gd name="connsiteX26" fmla="*/ 142836 w 260453"/>
                <a:gd name="connsiteY26" fmla="*/ 9656 h 218390"/>
                <a:gd name="connsiteX27" fmla="*/ 131787 w 260453"/>
                <a:gd name="connsiteY27" fmla="*/ 607 h 218390"/>
                <a:gd name="connsiteX28" fmla="*/ 117976 w 260453"/>
                <a:gd name="connsiteY28" fmla="*/ 36 h 218390"/>
                <a:gd name="connsiteX29" fmla="*/ 110547 w 260453"/>
                <a:gd name="connsiteY29" fmla="*/ 2417 h 218390"/>
                <a:gd name="connsiteX30" fmla="*/ 101022 w 260453"/>
                <a:gd name="connsiteY30" fmla="*/ 1655 h 218390"/>
                <a:gd name="connsiteX31" fmla="*/ 97212 w 260453"/>
                <a:gd name="connsiteY31" fmla="*/ 6036 h 218390"/>
                <a:gd name="connsiteX32" fmla="*/ 97878 w 260453"/>
                <a:gd name="connsiteY32" fmla="*/ 18324 h 218390"/>
                <a:gd name="connsiteX33" fmla="*/ 96259 w 260453"/>
                <a:gd name="connsiteY33" fmla="*/ 32611 h 218390"/>
                <a:gd name="connsiteX34" fmla="*/ 91592 w 260453"/>
                <a:gd name="connsiteY34" fmla="*/ 55185 h 218390"/>
                <a:gd name="connsiteX35" fmla="*/ 67113 w 260453"/>
                <a:gd name="connsiteY35" fmla="*/ 63853 h 218390"/>
                <a:gd name="connsiteX36" fmla="*/ 52253 w 260453"/>
                <a:gd name="connsiteY36" fmla="*/ 63853 h 218390"/>
                <a:gd name="connsiteX37" fmla="*/ 46158 w 260453"/>
                <a:gd name="connsiteY37" fmla="*/ 67854 h 218390"/>
                <a:gd name="connsiteX38" fmla="*/ 38919 w 260453"/>
                <a:gd name="connsiteY38" fmla="*/ 70616 h 218390"/>
                <a:gd name="connsiteX39" fmla="*/ 33203 w 260453"/>
                <a:gd name="connsiteY39" fmla="*/ 76521 h 218390"/>
                <a:gd name="connsiteX40" fmla="*/ 29964 w 260453"/>
                <a:gd name="connsiteY40" fmla="*/ 86046 h 218390"/>
                <a:gd name="connsiteX41" fmla="*/ 42061 w 260453"/>
                <a:gd name="connsiteY41" fmla="*/ 101096 h 218390"/>
                <a:gd name="connsiteX42" fmla="*/ 52444 w 260453"/>
                <a:gd name="connsiteY42" fmla="*/ 105954 h 218390"/>
                <a:gd name="connsiteX43" fmla="*/ 59207 w 260453"/>
                <a:gd name="connsiteY43" fmla="*/ 105954 h 218390"/>
                <a:gd name="connsiteX44" fmla="*/ 66255 w 260453"/>
                <a:gd name="connsiteY44" fmla="*/ 104049 h 218390"/>
                <a:gd name="connsiteX45" fmla="*/ 71494 w 260453"/>
                <a:gd name="connsiteY45" fmla="*/ 104049 h 218390"/>
                <a:gd name="connsiteX46" fmla="*/ 78352 w 260453"/>
                <a:gd name="connsiteY46" fmla="*/ 104049 h 218390"/>
                <a:gd name="connsiteX47" fmla="*/ 75590 w 260453"/>
                <a:gd name="connsiteY47" fmla="*/ 113574 h 218390"/>
                <a:gd name="connsiteX48" fmla="*/ 62350 w 260453"/>
                <a:gd name="connsiteY48" fmla="*/ 136815 h 218390"/>
                <a:gd name="connsiteX49" fmla="*/ 28061 w 260453"/>
                <a:gd name="connsiteY49" fmla="*/ 169676 h 218390"/>
                <a:gd name="connsiteX50" fmla="*/ 22917 w 260453"/>
                <a:gd name="connsiteY50" fmla="*/ 171962 h 218390"/>
                <a:gd name="connsiteX51" fmla="*/ 15582 w 260453"/>
                <a:gd name="connsiteY51" fmla="*/ 177391 h 218390"/>
                <a:gd name="connsiteX52" fmla="*/ 4914 w 260453"/>
                <a:gd name="connsiteY52" fmla="*/ 183678 h 218390"/>
                <a:gd name="connsiteX53" fmla="*/ 247 w 260453"/>
                <a:gd name="connsiteY53" fmla="*/ 189107 h 218390"/>
                <a:gd name="connsiteX54" fmla="*/ 7486 w 260453"/>
                <a:gd name="connsiteY54" fmla="*/ 191583 h 218390"/>
                <a:gd name="connsiteX55" fmla="*/ 11772 w 260453"/>
                <a:gd name="connsiteY55" fmla="*/ 200156 h 218390"/>
                <a:gd name="connsiteX56" fmla="*/ 17392 w 260453"/>
                <a:gd name="connsiteY56" fmla="*/ 205014 h 218390"/>
                <a:gd name="connsiteX57" fmla="*/ 25679 w 260453"/>
                <a:gd name="connsiteY57" fmla="*/ 203490 h 218390"/>
                <a:gd name="connsiteX58" fmla="*/ 40824 w 260453"/>
                <a:gd name="connsiteY58" fmla="*/ 199584 h 218390"/>
                <a:gd name="connsiteX59" fmla="*/ 57302 w 260453"/>
                <a:gd name="connsiteY59" fmla="*/ 190631 h 218390"/>
                <a:gd name="connsiteX60" fmla="*/ 79495 w 260453"/>
                <a:gd name="connsiteY60" fmla="*/ 177105 h 218390"/>
                <a:gd name="connsiteX61" fmla="*/ 101117 w 260453"/>
                <a:gd name="connsiteY61" fmla="*/ 155960 h 218390"/>
                <a:gd name="connsiteX62" fmla="*/ 116071 w 260453"/>
                <a:gd name="connsiteY62" fmla="*/ 133290 h 218390"/>
                <a:gd name="connsiteX63" fmla="*/ 137693 w 260453"/>
                <a:gd name="connsiteY63" fmla="*/ 152340 h 218390"/>
                <a:gd name="connsiteX64" fmla="*/ 147218 w 260453"/>
                <a:gd name="connsiteY64" fmla="*/ 163104 h 218390"/>
                <a:gd name="connsiteX65" fmla="*/ 162744 w 260453"/>
                <a:gd name="connsiteY65" fmla="*/ 182820 h 218390"/>
                <a:gd name="connsiteX66" fmla="*/ 176460 w 260453"/>
                <a:gd name="connsiteY66" fmla="*/ 207300 h 218390"/>
                <a:gd name="connsiteX67" fmla="*/ 185413 w 260453"/>
                <a:gd name="connsiteY67" fmla="*/ 213491 h 218390"/>
                <a:gd name="connsiteX68" fmla="*/ 201224 w 260453"/>
                <a:gd name="connsiteY68" fmla="*/ 215682 h 218390"/>
                <a:gd name="connsiteX69" fmla="*/ 211321 w 260453"/>
                <a:gd name="connsiteY69" fmla="*/ 217587 h 218390"/>
                <a:gd name="connsiteX70" fmla="*/ 222846 w 260453"/>
                <a:gd name="connsiteY70" fmla="*/ 217587 h 218390"/>
                <a:gd name="connsiteX71" fmla="*/ 233990 w 260453"/>
                <a:gd name="connsiteY71" fmla="*/ 218253 h 218390"/>
                <a:gd name="connsiteX72" fmla="*/ 238944 w 260453"/>
                <a:gd name="connsiteY72" fmla="*/ 217206 h 218390"/>
                <a:gd name="connsiteX73" fmla="*/ 243897 w 260453"/>
                <a:gd name="connsiteY73" fmla="*/ 213110 h 218390"/>
                <a:gd name="connsiteX74" fmla="*/ 255994 w 260453"/>
                <a:gd name="connsiteY74" fmla="*/ 206823 h 218390"/>
                <a:gd name="connsiteX75" fmla="*/ 257041 w 260453"/>
                <a:gd name="connsiteY75" fmla="*/ 199013 h 218390"/>
                <a:gd name="connsiteX76" fmla="*/ 259327 w 260453"/>
                <a:gd name="connsiteY76" fmla="*/ 193488 h 218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260453" h="218390">
                  <a:moveTo>
                    <a:pt x="260089" y="192536"/>
                  </a:moveTo>
                  <a:cubicBezTo>
                    <a:pt x="258946" y="190440"/>
                    <a:pt x="255136" y="190155"/>
                    <a:pt x="252850" y="189202"/>
                  </a:cubicBezTo>
                  <a:cubicBezTo>
                    <a:pt x="243325" y="185392"/>
                    <a:pt x="237991" y="183487"/>
                    <a:pt x="231800" y="181392"/>
                  </a:cubicBezTo>
                  <a:cubicBezTo>
                    <a:pt x="229419" y="180534"/>
                    <a:pt x="226085" y="177010"/>
                    <a:pt x="222275" y="175391"/>
                  </a:cubicBezTo>
                  <a:cubicBezTo>
                    <a:pt x="218042" y="174276"/>
                    <a:pt x="213951" y="172677"/>
                    <a:pt x="210083" y="170628"/>
                  </a:cubicBezTo>
                  <a:cubicBezTo>
                    <a:pt x="203523" y="165053"/>
                    <a:pt x="196404" y="160169"/>
                    <a:pt x="188842" y="156055"/>
                  </a:cubicBezTo>
                  <a:cubicBezTo>
                    <a:pt x="180365" y="151769"/>
                    <a:pt x="173221" y="137005"/>
                    <a:pt x="168173" y="132719"/>
                  </a:cubicBezTo>
                  <a:cubicBezTo>
                    <a:pt x="157531" y="124570"/>
                    <a:pt x="148102" y="114948"/>
                    <a:pt x="140169" y="104144"/>
                  </a:cubicBezTo>
                  <a:cubicBezTo>
                    <a:pt x="137578" y="100279"/>
                    <a:pt x="136845" y="95460"/>
                    <a:pt x="138169" y="90999"/>
                  </a:cubicBezTo>
                  <a:cubicBezTo>
                    <a:pt x="139607" y="87995"/>
                    <a:pt x="141503" y="85231"/>
                    <a:pt x="143789" y="82808"/>
                  </a:cubicBezTo>
                  <a:cubicBezTo>
                    <a:pt x="149150" y="79954"/>
                    <a:pt x="154845" y="77779"/>
                    <a:pt x="160744" y="76331"/>
                  </a:cubicBezTo>
                  <a:cubicBezTo>
                    <a:pt x="163887" y="75664"/>
                    <a:pt x="167601" y="75474"/>
                    <a:pt x="171792" y="74902"/>
                  </a:cubicBezTo>
                  <a:cubicBezTo>
                    <a:pt x="175191" y="74129"/>
                    <a:pt x="178419" y="72741"/>
                    <a:pt x="181317" y="70806"/>
                  </a:cubicBezTo>
                  <a:cubicBezTo>
                    <a:pt x="187068" y="69113"/>
                    <a:pt x="192599" y="66747"/>
                    <a:pt x="197796" y="63758"/>
                  </a:cubicBezTo>
                  <a:cubicBezTo>
                    <a:pt x="201129" y="61567"/>
                    <a:pt x="203130" y="58519"/>
                    <a:pt x="204939" y="58424"/>
                  </a:cubicBezTo>
                  <a:cubicBezTo>
                    <a:pt x="208273" y="58424"/>
                    <a:pt x="208463" y="57186"/>
                    <a:pt x="208368" y="54138"/>
                  </a:cubicBezTo>
                  <a:cubicBezTo>
                    <a:pt x="208368" y="46708"/>
                    <a:pt x="204844" y="37945"/>
                    <a:pt x="199415" y="37088"/>
                  </a:cubicBezTo>
                  <a:cubicBezTo>
                    <a:pt x="193985" y="36231"/>
                    <a:pt x="188651" y="36612"/>
                    <a:pt x="186461" y="32897"/>
                  </a:cubicBezTo>
                  <a:cubicBezTo>
                    <a:pt x="184270" y="29182"/>
                    <a:pt x="171602" y="32897"/>
                    <a:pt x="171602" y="32897"/>
                  </a:cubicBezTo>
                  <a:cubicBezTo>
                    <a:pt x="169601" y="32897"/>
                    <a:pt x="165316" y="37469"/>
                    <a:pt x="162077" y="39755"/>
                  </a:cubicBezTo>
                  <a:cubicBezTo>
                    <a:pt x="159431" y="41017"/>
                    <a:pt x="156651" y="41975"/>
                    <a:pt x="153790" y="42612"/>
                  </a:cubicBezTo>
                  <a:cubicBezTo>
                    <a:pt x="151409" y="43470"/>
                    <a:pt x="147599" y="45375"/>
                    <a:pt x="146742" y="45756"/>
                  </a:cubicBezTo>
                  <a:cubicBezTo>
                    <a:pt x="145063" y="46804"/>
                    <a:pt x="143098" y="47304"/>
                    <a:pt x="141122" y="47184"/>
                  </a:cubicBezTo>
                  <a:cubicBezTo>
                    <a:pt x="139407" y="47184"/>
                    <a:pt x="141122" y="40326"/>
                    <a:pt x="141122" y="38993"/>
                  </a:cubicBezTo>
                  <a:cubicBezTo>
                    <a:pt x="143313" y="32897"/>
                    <a:pt x="145884" y="27849"/>
                    <a:pt x="146932" y="24991"/>
                  </a:cubicBezTo>
                  <a:cubicBezTo>
                    <a:pt x="147980" y="22134"/>
                    <a:pt x="145884" y="20800"/>
                    <a:pt x="145408" y="17466"/>
                  </a:cubicBezTo>
                  <a:cubicBezTo>
                    <a:pt x="144932" y="14133"/>
                    <a:pt x="146551" y="11561"/>
                    <a:pt x="142836" y="9656"/>
                  </a:cubicBezTo>
                  <a:cubicBezTo>
                    <a:pt x="138361" y="7761"/>
                    <a:pt x="134526" y="4620"/>
                    <a:pt x="131787" y="607"/>
                  </a:cubicBezTo>
                  <a:cubicBezTo>
                    <a:pt x="130930" y="-1012"/>
                    <a:pt x="121500" y="607"/>
                    <a:pt x="117976" y="36"/>
                  </a:cubicBezTo>
                  <a:cubicBezTo>
                    <a:pt x="114452" y="-536"/>
                    <a:pt x="113880" y="2512"/>
                    <a:pt x="110547" y="2417"/>
                  </a:cubicBezTo>
                  <a:cubicBezTo>
                    <a:pt x="107213" y="2322"/>
                    <a:pt x="107308" y="-60"/>
                    <a:pt x="101022" y="1655"/>
                  </a:cubicBezTo>
                  <a:cubicBezTo>
                    <a:pt x="99021" y="2226"/>
                    <a:pt x="97116" y="2607"/>
                    <a:pt x="97212" y="6036"/>
                  </a:cubicBezTo>
                  <a:cubicBezTo>
                    <a:pt x="98175" y="10058"/>
                    <a:pt x="98401" y="14221"/>
                    <a:pt x="97878" y="18324"/>
                  </a:cubicBezTo>
                  <a:cubicBezTo>
                    <a:pt x="97930" y="23135"/>
                    <a:pt x="97385" y="27933"/>
                    <a:pt x="96259" y="32611"/>
                  </a:cubicBezTo>
                  <a:cubicBezTo>
                    <a:pt x="92933" y="39658"/>
                    <a:pt x="91333" y="47397"/>
                    <a:pt x="91592" y="55185"/>
                  </a:cubicBezTo>
                  <a:cubicBezTo>
                    <a:pt x="84130" y="59760"/>
                    <a:pt x="75790" y="62713"/>
                    <a:pt x="67113" y="63853"/>
                  </a:cubicBezTo>
                  <a:cubicBezTo>
                    <a:pt x="62064" y="63853"/>
                    <a:pt x="55016" y="62805"/>
                    <a:pt x="52253" y="63853"/>
                  </a:cubicBezTo>
                  <a:cubicBezTo>
                    <a:pt x="49491" y="64901"/>
                    <a:pt x="47777" y="66806"/>
                    <a:pt x="46158" y="67854"/>
                  </a:cubicBezTo>
                  <a:cubicBezTo>
                    <a:pt x="44538" y="68901"/>
                    <a:pt x="40919" y="69092"/>
                    <a:pt x="38919" y="70616"/>
                  </a:cubicBezTo>
                  <a:cubicBezTo>
                    <a:pt x="36918" y="72140"/>
                    <a:pt x="35680" y="74712"/>
                    <a:pt x="33203" y="76521"/>
                  </a:cubicBezTo>
                  <a:cubicBezTo>
                    <a:pt x="30398" y="78821"/>
                    <a:pt x="29142" y="82514"/>
                    <a:pt x="29964" y="86046"/>
                  </a:cubicBezTo>
                  <a:cubicBezTo>
                    <a:pt x="30825" y="92947"/>
                    <a:pt x="35507" y="98771"/>
                    <a:pt x="42061" y="101096"/>
                  </a:cubicBezTo>
                  <a:cubicBezTo>
                    <a:pt x="46919" y="101763"/>
                    <a:pt x="48824" y="104811"/>
                    <a:pt x="52444" y="105954"/>
                  </a:cubicBezTo>
                  <a:cubicBezTo>
                    <a:pt x="54634" y="106716"/>
                    <a:pt x="57017" y="106716"/>
                    <a:pt x="59207" y="105954"/>
                  </a:cubicBezTo>
                  <a:cubicBezTo>
                    <a:pt x="61493" y="105954"/>
                    <a:pt x="64255" y="104144"/>
                    <a:pt x="66255" y="104049"/>
                  </a:cubicBezTo>
                  <a:cubicBezTo>
                    <a:pt x="68256" y="103953"/>
                    <a:pt x="69494" y="104049"/>
                    <a:pt x="71494" y="104049"/>
                  </a:cubicBezTo>
                  <a:cubicBezTo>
                    <a:pt x="73494" y="104049"/>
                    <a:pt x="78066" y="102525"/>
                    <a:pt x="78352" y="104049"/>
                  </a:cubicBezTo>
                  <a:cubicBezTo>
                    <a:pt x="78155" y="107390"/>
                    <a:pt x="77212" y="110645"/>
                    <a:pt x="75590" y="113574"/>
                  </a:cubicBezTo>
                  <a:cubicBezTo>
                    <a:pt x="73028" y="122238"/>
                    <a:pt x="68497" y="130192"/>
                    <a:pt x="62350" y="136815"/>
                  </a:cubicBezTo>
                  <a:cubicBezTo>
                    <a:pt x="51600" y="148456"/>
                    <a:pt x="40149" y="159430"/>
                    <a:pt x="28061" y="169676"/>
                  </a:cubicBezTo>
                  <a:cubicBezTo>
                    <a:pt x="26822" y="170438"/>
                    <a:pt x="23774" y="170914"/>
                    <a:pt x="22917" y="171962"/>
                  </a:cubicBezTo>
                  <a:cubicBezTo>
                    <a:pt x="20658" y="174010"/>
                    <a:pt x="18201" y="175829"/>
                    <a:pt x="15582" y="177391"/>
                  </a:cubicBezTo>
                  <a:cubicBezTo>
                    <a:pt x="12495" y="180197"/>
                    <a:pt x="8864" y="182337"/>
                    <a:pt x="4914" y="183678"/>
                  </a:cubicBezTo>
                  <a:cubicBezTo>
                    <a:pt x="-39" y="185297"/>
                    <a:pt x="-1277" y="187678"/>
                    <a:pt x="247" y="189107"/>
                  </a:cubicBezTo>
                  <a:cubicBezTo>
                    <a:pt x="2582" y="190145"/>
                    <a:pt x="5004" y="190974"/>
                    <a:pt x="7486" y="191583"/>
                  </a:cubicBezTo>
                  <a:cubicBezTo>
                    <a:pt x="10058" y="192726"/>
                    <a:pt x="10058" y="198918"/>
                    <a:pt x="11772" y="200156"/>
                  </a:cubicBezTo>
                  <a:cubicBezTo>
                    <a:pt x="13487" y="201394"/>
                    <a:pt x="15106" y="204633"/>
                    <a:pt x="17392" y="205014"/>
                  </a:cubicBezTo>
                  <a:cubicBezTo>
                    <a:pt x="20226" y="205039"/>
                    <a:pt x="23039" y="204522"/>
                    <a:pt x="25679" y="203490"/>
                  </a:cubicBezTo>
                  <a:cubicBezTo>
                    <a:pt x="29013" y="201870"/>
                    <a:pt x="36537" y="202251"/>
                    <a:pt x="40824" y="199584"/>
                  </a:cubicBezTo>
                  <a:cubicBezTo>
                    <a:pt x="45110" y="196917"/>
                    <a:pt x="53587" y="193107"/>
                    <a:pt x="57302" y="190631"/>
                  </a:cubicBezTo>
                  <a:cubicBezTo>
                    <a:pt x="65445" y="187478"/>
                    <a:pt x="72960" y="182897"/>
                    <a:pt x="79495" y="177105"/>
                  </a:cubicBezTo>
                  <a:cubicBezTo>
                    <a:pt x="88449" y="167580"/>
                    <a:pt x="93783" y="163866"/>
                    <a:pt x="101117" y="155960"/>
                  </a:cubicBezTo>
                  <a:cubicBezTo>
                    <a:pt x="108451" y="148054"/>
                    <a:pt x="114928" y="132624"/>
                    <a:pt x="116071" y="133290"/>
                  </a:cubicBezTo>
                  <a:cubicBezTo>
                    <a:pt x="119310" y="135291"/>
                    <a:pt x="127977" y="145197"/>
                    <a:pt x="137693" y="152340"/>
                  </a:cubicBezTo>
                  <a:cubicBezTo>
                    <a:pt x="141130" y="155688"/>
                    <a:pt x="144313" y="159285"/>
                    <a:pt x="147218" y="163104"/>
                  </a:cubicBezTo>
                  <a:cubicBezTo>
                    <a:pt x="151989" y="169984"/>
                    <a:pt x="157174" y="176569"/>
                    <a:pt x="162744" y="182820"/>
                  </a:cubicBezTo>
                  <a:cubicBezTo>
                    <a:pt x="177507" y="196346"/>
                    <a:pt x="173412" y="198822"/>
                    <a:pt x="176460" y="207300"/>
                  </a:cubicBezTo>
                  <a:cubicBezTo>
                    <a:pt x="178409" y="210560"/>
                    <a:pt x="181674" y="212818"/>
                    <a:pt x="185413" y="213491"/>
                  </a:cubicBezTo>
                  <a:cubicBezTo>
                    <a:pt x="190176" y="214729"/>
                    <a:pt x="194938" y="212062"/>
                    <a:pt x="201224" y="215682"/>
                  </a:cubicBezTo>
                  <a:cubicBezTo>
                    <a:pt x="204450" y="216911"/>
                    <a:pt x="207869" y="217556"/>
                    <a:pt x="211321" y="217587"/>
                  </a:cubicBezTo>
                  <a:cubicBezTo>
                    <a:pt x="215160" y="217797"/>
                    <a:pt x="219007" y="217797"/>
                    <a:pt x="222846" y="217587"/>
                  </a:cubicBezTo>
                  <a:cubicBezTo>
                    <a:pt x="226543" y="218045"/>
                    <a:pt x="230266" y="218268"/>
                    <a:pt x="233990" y="218253"/>
                  </a:cubicBezTo>
                  <a:cubicBezTo>
                    <a:pt x="235419" y="218253"/>
                    <a:pt x="237515" y="218253"/>
                    <a:pt x="238944" y="217206"/>
                  </a:cubicBezTo>
                  <a:cubicBezTo>
                    <a:pt x="240372" y="216158"/>
                    <a:pt x="241896" y="213300"/>
                    <a:pt x="243897" y="213110"/>
                  </a:cubicBezTo>
                  <a:cubicBezTo>
                    <a:pt x="248651" y="212871"/>
                    <a:pt x="253066" y="210577"/>
                    <a:pt x="255994" y="206823"/>
                  </a:cubicBezTo>
                  <a:cubicBezTo>
                    <a:pt x="257803" y="204633"/>
                    <a:pt x="256851" y="201108"/>
                    <a:pt x="257041" y="199013"/>
                  </a:cubicBezTo>
                  <a:cubicBezTo>
                    <a:pt x="257231" y="196917"/>
                    <a:pt x="260280" y="195298"/>
                    <a:pt x="259327" y="1934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pic>
          <p:nvPicPr>
            <p:cNvPr id="97" name="Graphic 3_1_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38949" y="3863116"/>
              <a:ext cx="1985674" cy="1985674"/>
            </a:xfrm>
            <a:prstGeom prst="rect">
              <a:avLst/>
            </a:prstGeom>
          </p:spPr>
        </p:pic>
      </p:grpSp>
      <p:grpSp>
        <p:nvGrpSpPr>
          <p:cNvPr id="474" name="组合 473"/>
          <p:cNvGrpSpPr/>
          <p:nvPr/>
        </p:nvGrpSpPr>
        <p:grpSpPr>
          <a:xfrm>
            <a:off x="10256399" y="252035"/>
            <a:ext cx="1559655" cy="633598"/>
            <a:chOff x="2006986" y="1548987"/>
            <a:chExt cx="8314954" cy="3377886"/>
          </a:xfrm>
        </p:grpSpPr>
        <p:sp>
          <p:nvSpPr>
            <p:cNvPr id="475" name="任意多边形: 形状 474"/>
            <p:cNvSpPr/>
            <p:nvPr/>
          </p:nvSpPr>
          <p:spPr>
            <a:xfrm>
              <a:off x="2006986" y="1548987"/>
              <a:ext cx="8314954" cy="3377886"/>
            </a:xfrm>
            <a:custGeom>
              <a:avLst/>
              <a:gdLst>
                <a:gd name="connsiteX0" fmla="*/ 2484722 w 8314954"/>
                <a:gd name="connsiteY0" fmla="*/ 3166922 h 3377886"/>
                <a:gd name="connsiteX1" fmla="*/ 2517965 w 8314954"/>
                <a:gd name="connsiteY1" fmla="*/ 3204013 h 3377886"/>
                <a:gd name="connsiteX2" fmla="*/ 2727018 w 8314954"/>
                <a:gd name="connsiteY2" fmla="*/ 3242415 h 3377886"/>
                <a:gd name="connsiteX3" fmla="*/ 2713582 w 8314954"/>
                <a:gd name="connsiteY3" fmla="*/ 3296177 h 3377886"/>
                <a:gd name="connsiteX4" fmla="*/ 2760402 w 8314954"/>
                <a:gd name="connsiteY4" fmla="*/ 3306293 h 3377886"/>
                <a:gd name="connsiteX5" fmla="*/ 2807223 w 8314954"/>
                <a:gd name="connsiteY5" fmla="*/ 3296177 h 3377886"/>
                <a:gd name="connsiteX6" fmla="*/ 2793785 w 8314954"/>
                <a:gd name="connsiteY6" fmla="*/ 3242415 h 3377886"/>
                <a:gd name="connsiteX7" fmla="*/ 3003260 w 8314954"/>
                <a:gd name="connsiteY7" fmla="*/ 3204013 h 3377886"/>
                <a:gd name="connsiteX8" fmla="*/ 3036503 w 8314954"/>
                <a:gd name="connsiteY8" fmla="*/ 3166922 h 3377886"/>
                <a:gd name="connsiteX9" fmla="*/ 2983689 w 8314954"/>
                <a:gd name="connsiteY9" fmla="*/ 3175305 h 3377886"/>
                <a:gd name="connsiteX10" fmla="*/ 2983502 w 8314954"/>
                <a:gd name="connsiteY10" fmla="*/ 3175352 h 3377886"/>
                <a:gd name="connsiteX11" fmla="*/ 2856618 w 8314954"/>
                <a:gd name="connsiteY11" fmla="*/ 3174322 h 3377886"/>
                <a:gd name="connsiteX12" fmla="*/ 2838171 w 8314954"/>
                <a:gd name="connsiteY12" fmla="*/ 3177319 h 3377886"/>
                <a:gd name="connsiteX13" fmla="*/ 2797764 w 8314954"/>
                <a:gd name="connsiteY13" fmla="*/ 3182002 h 3377886"/>
                <a:gd name="connsiteX14" fmla="*/ 2810172 w 8314954"/>
                <a:gd name="connsiteY14" fmla="*/ 3232112 h 3377886"/>
                <a:gd name="connsiteX15" fmla="*/ 2760542 w 8314954"/>
                <a:gd name="connsiteY15" fmla="*/ 3240541 h 3377886"/>
                <a:gd name="connsiteX16" fmla="*/ 2710866 w 8314954"/>
                <a:gd name="connsiteY16" fmla="*/ 3232112 h 3377886"/>
                <a:gd name="connsiteX17" fmla="*/ 2723273 w 8314954"/>
                <a:gd name="connsiteY17" fmla="*/ 3181955 h 3377886"/>
                <a:gd name="connsiteX18" fmla="*/ 2682868 w 8314954"/>
                <a:gd name="connsiteY18" fmla="*/ 3177272 h 3377886"/>
                <a:gd name="connsiteX19" fmla="*/ 2664466 w 8314954"/>
                <a:gd name="connsiteY19" fmla="*/ 3174275 h 3377886"/>
                <a:gd name="connsiteX20" fmla="*/ 2537584 w 8314954"/>
                <a:gd name="connsiteY20" fmla="*/ 3175305 h 3377886"/>
                <a:gd name="connsiteX21" fmla="*/ 2484722 w 8314954"/>
                <a:gd name="connsiteY21" fmla="*/ 3166922 h 3377886"/>
                <a:gd name="connsiteX22" fmla="*/ 3713837 w 8314954"/>
                <a:gd name="connsiteY22" fmla="*/ 3143809 h 3377886"/>
                <a:gd name="connsiteX23" fmla="*/ 3702615 w 8314954"/>
                <a:gd name="connsiteY23" fmla="*/ 3149842 h 3377886"/>
                <a:gd name="connsiteX24" fmla="*/ 3687325 w 8314954"/>
                <a:gd name="connsiteY24" fmla="*/ 3176079 h 3377886"/>
                <a:gd name="connsiteX25" fmla="*/ 3681293 w 8314954"/>
                <a:gd name="connsiteY25" fmla="*/ 3187585 h 3377886"/>
                <a:gd name="connsiteX26" fmla="*/ 3684239 w 8314954"/>
                <a:gd name="connsiteY26" fmla="*/ 3197405 h 3377886"/>
                <a:gd name="connsiteX27" fmla="*/ 3682134 w 8314954"/>
                <a:gd name="connsiteY27" fmla="*/ 3209754 h 3377886"/>
                <a:gd name="connsiteX28" fmla="*/ 3702054 w 8314954"/>
                <a:gd name="connsiteY28" fmla="*/ 3226169 h 3377886"/>
                <a:gd name="connsiteX29" fmla="*/ 3718747 w 8314954"/>
                <a:gd name="connsiteY29" fmla="*/ 3219153 h 3377886"/>
                <a:gd name="connsiteX30" fmla="*/ 3731370 w 8314954"/>
                <a:gd name="connsiteY30" fmla="*/ 3218031 h 3377886"/>
                <a:gd name="connsiteX31" fmla="*/ 3742313 w 8314954"/>
                <a:gd name="connsiteY31" fmla="*/ 3210595 h 3377886"/>
                <a:gd name="connsiteX32" fmla="*/ 3747782 w 8314954"/>
                <a:gd name="connsiteY32" fmla="*/ 3195021 h 3377886"/>
                <a:gd name="connsiteX33" fmla="*/ 3755498 w 8314954"/>
                <a:gd name="connsiteY33" fmla="*/ 3189268 h 3377886"/>
                <a:gd name="connsiteX34" fmla="*/ 3762955 w 8314954"/>
                <a:gd name="connsiteY34" fmla="*/ 3181119 h 3377886"/>
                <a:gd name="connsiteX35" fmla="*/ 3762932 w 8314954"/>
                <a:gd name="connsiteY35" fmla="*/ 3181271 h 3377886"/>
                <a:gd name="connsiteX36" fmla="*/ 3763073 w 8314954"/>
                <a:gd name="connsiteY36" fmla="*/ 3180990 h 3377886"/>
                <a:gd name="connsiteX37" fmla="*/ 3762955 w 8314954"/>
                <a:gd name="connsiteY37" fmla="*/ 3181119 h 3377886"/>
                <a:gd name="connsiteX38" fmla="*/ 3764615 w 8314954"/>
                <a:gd name="connsiteY38" fmla="*/ 3170327 h 3377886"/>
                <a:gd name="connsiteX39" fmla="*/ 3766018 w 8314954"/>
                <a:gd name="connsiteY39" fmla="*/ 3160506 h 3377886"/>
                <a:gd name="connsiteX40" fmla="*/ 3759986 w 8314954"/>
                <a:gd name="connsiteY40" fmla="*/ 3157700 h 3377886"/>
                <a:gd name="connsiteX41" fmla="*/ 3742732 w 8314954"/>
                <a:gd name="connsiteY41" fmla="*/ 3157700 h 3377886"/>
                <a:gd name="connsiteX42" fmla="*/ 3727864 w 8314954"/>
                <a:gd name="connsiteY42" fmla="*/ 3161347 h 3377886"/>
                <a:gd name="connsiteX43" fmla="*/ 3713837 w 8314954"/>
                <a:gd name="connsiteY43" fmla="*/ 3143809 h 3377886"/>
                <a:gd name="connsiteX44" fmla="*/ 3900962 w 8314954"/>
                <a:gd name="connsiteY44" fmla="*/ 3109292 h 3377886"/>
                <a:gd name="connsiteX45" fmla="*/ 3897176 w 8314954"/>
                <a:gd name="connsiteY45" fmla="*/ 3124165 h 3377886"/>
                <a:gd name="connsiteX46" fmla="*/ 3896334 w 8314954"/>
                <a:gd name="connsiteY46" fmla="*/ 3134267 h 3377886"/>
                <a:gd name="connsiteX47" fmla="*/ 3900683 w 8314954"/>
                <a:gd name="connsiteY47" fmla="*/ 3150683 h 3377886"/>
                <a:gd name="connsiteX48" fmla="*/ 3908117 w 8314954"/>
                <a:gd name="connsiteY48" fmla="*/ 3165415 h 3377886"/>
                <a:gd name="connsiteX49" fmla="*/ 3917376 w 8314954"/>
                <a:gd name="connsiteY49" fmla="*/ 3182393 h 3377886"/>
                <a:gd name="connsiteX50" fmla="*/ 3917376 w 8314954"/>
                <a:gd name="connsiteY50" fmla="*/ 3195020 h 3377886"/>
                <a:gd name="connsiteX51" fmla="*/ 3926353 w 8314954"/>
                <a:gd name="connsiteY51" fmla="*/ 3204561 h 3377886"/>
                <a:gd name="connsiteX52" fmla="*/ 3937855 w 8314954"/>
                <a:gd name="connsiteY52" fmla="*/ 3199089 h 3377886"/>
                <a:gd name="connsiteX53" fmla="*/ 3948797 w 8314954"/>
                <a:gd name="connsiteY53" fmla="*/ 3199089 h 3377886"/>
                <a:gd name="connsiteX54" fmla="*/ 3961702 w 8314954"/>
                <a:gd name="connsiteY54" fmla="*/ 3193898 h 3377886"/>
                <a:gd name="connsiteX55" fmla="*/ 3969136 w 8314954"/>
                <a:gd name="connsiteY55" fmla="*/ 3185199 h 3377886"/>
                <a:gd name="connsiteX56" fmla="*/ 3975448 w 8314954"/>
                <a:gd name="connsiteY56" fmla="*/ 3172291 h 3377886"/>
                <a:gd name="connsiteX57" fmla="*/ 3983585 w 8314954"/>
                <a:gd name="connsiteY57" fmla="*/ 3161626 h 3377886"/>
                <a:gd name="connsiteX58" fmla="*/ 3983585 w 8314954"/>
                <a:gd name="connsiteY58" fmla="*/ 3150122 h 3377886"/>
                <a:gd name="connsiteX59" fmla="*/ 3977553 w 8314954"/>
                <a:gd name="connsiteY59" fmla="*/ 3141282 h 3377886"/>
                <a:gd name="connsiteX60" fmla="*/ 3978815 w 8314954"/>
                <a:gd name="connsiteY60" fmla="*/ 3141002 h 3377886"/>
                <a:gd name="connsiteX61" fmla="*/ 3955810 w 8314954"/>
                <a:gd name="connsiteY61" fmla="*/ 3120658 h 3377886"/>
                <a:gd name="connsiteX62" fmla="*/ 3946131 w 8314954"/>
                <a:gd name="connsiteY62" fmla="*/ 3122200 h 3377886"/>
                <a:gd name="connsiteX63" fmla="*/ 3934909 w 8314954"/>
                <a:gd name="connsiteY63" fmla="*/ 3118693 h 3377886"/>
                <a:gd name="connsiteX64" fmla="*/ 3923548 w 8314954"/>
                <a:gd name="connsiteY64" fmla="*/ 3117710 h 3377886"/>
                <a:gd name="connsiteX65" fmla="*/ 3912186 w 8314954"/>
                <a:gd name="connsiteY65" fmla="*/ 3111818 h 3377886"/>
                <a:gd name="connsiteX66" fmla="*/ 3900962 w 8314954"/>
                <a:gd name="connsiteY66" fmla="*/ 3109292 h 3377886"/>
                <a:gd name="connsiteX67" fmla="*/ 2515108 w 8314954"/>
                <a:gd name="connsiteY67" fmla="*/ 3101405 h 3377886"/>
                <a:gd name="connsiteX68" fmla="*/ 2543201 w 8314954"/>
                <a:gd name="connsiteY68" fmla="*/ 3129082 h 3377886"/>
                <a:gd name="connsiteX69" fmla="*/ 2584075 w 8314954"/>
                <a:gd name="connsiteY69" fmla="*/ 3147815 h 3377886"/>
                <a:gd name="connsiteX70" fmla="*/ 2683476 w 8314954"/>
                <a:gd name="connsiteY70" fmla="*/ 3169872 h 3377886"/>
                <a:gd name="connsiteX71" fmla="*/ 2728003 w 8314954"/>
                <a:gd name="connsiteY71" fmla="*/ 3174883 h 3377886"/>
                <a:gd name="connsiteX72" fmla="*/ 2732356 w 8314954"/>
                <a:gd name="connsiteY72" fmla="*/ 3175305 h 3377886"/>
                <a:gd name="connsiteX73" fmla="*/ 2719809 w 8314954"/>
                <a:gd name="connsiteY73" fmla="*/ 3226023 h 3377886"/>
                <a:gd name="connsiteX74" fmla="*/ 2760167 w 8314954"/>
                <a:gd name="connsiteY74" fmla="*/ 3232861 h 3377886"/>
                <a:gd name="connsiteX75" fmla="*/ 2800480 w 8314954"/>
                <a:gd name="connsiteY75" fmla="*/ 3226023 h 3377886"/>
                <a:gd name="connsiteX76" fmla="*/ 2787979 w 8314954"/>
                <a:gd name="connsiteY76" fmla="*/ 3175305 h 3377886"/>
                <a:gd name="connsiteX77" fmla="*/ 2792286 w 8314954"/>
                <a:gd name="connsiteY77" fmla="*/ 3174883 h 3377886"/>
                <a:gd name="connsiteX78" fmla="*/ 2836813 w 8314954"/>
                <a:gd name="connsiteY78" fmla="*/ 3169872 h 3377886"/>
                <a:gd name="connsiteX79" fmla="*/ 2936588 w 8314954"/>
                <a:gd name="connsiteY79" fmla="*/ 3147815 h 3377886"/>
                <a:gd name="connsiteX80" fmla="*/ 2977463 w 8314954"/>
                <a:gd name="connsiteY80" fmla="*/ 3129082 h 3377886"/>
                <a:gd name="connsiteX81" fmla="*/ 3005554 w 8314954"/>
                <a:gd name="connsiteY81" fmla="*/ 3101405 h 3377886"/>
                <a:gd name="connsiteX82" fmla="*/ 2976245 w 8314954"/>
                <a:gd name="connsiteY82" fmla="*/ 3104590 h 3377886"/>
                <a:gd name="connsiteX83" fmla="*/ 2976245 w 8314954"/>
                <a:gd name="connsiteY83" fmla="*/ 3104637 h 3377886"/>
                <a:gd name="connsiteX84" fmla="*/ 2950821 w 8314954"/>
                <a:gd name="connsiteY84" fmla="*/ 3104637 h 3377886"/>
                <a:gd name="connsiteX85" fmla="*/ 2921699 w 8314954"/>
                <a:gd name="connsiteY85" fmla="*/ 3104356 h 3377886"/>
                <a:gd name="connsiteX86" fmla="*/ 2877734 w 8314954"/>
                <a:gd name="connsiteY86" fmla="*/ 3105479 h 3377886"/>
                <a:gd name="connsiteX87" fmla="*/ 2830024 w 8314954"/>
                <a:gd name="connsiteY87" fmla="*/ 3116392 h 3377886"/>
                <a:gd name="connsiteX88" fmla="*/ 2796453 w 8314954"/>
                <a:gd name="connsiteY88" fmla="*/ 3118686 h 3377886"/>
                <a:gd name="connsiteX89" fmla="*/ 2807784 w 8314954"/>
                <a:gd name="connsiteY89" fmla="*/ 3166875 h 3377886"/>
                <a:gd name="connsiteX90" fmla="*/ 2760636 w 8314954"/>
                <a:gd name="connsiteY90" fmla="*/ 3172495 h 3377886"/>
                <a:gd name="connsiteX91" fmla="*/ 2760027 w 8314954"/>
                <a:gd name="connsiteY91" fmla="*/ 3172495 h 3377886"/>
                <a:gd name="connsiteX92" fmla="*/ 2759512 w 8314954"/>
                <a:gd name="connsiteY92" fmla="*/ 3172495 h 3377886"/>
                <a:gd name="connsiteX93" fmla="*/ 2712691 w 8314954"/>
                <a:gd name="connsiteY93" fmla="*/ 3166968 h 3377886"/>
                <a:gd name="connsiteX94" fmla="*/ 2724022 w 8314954"/>
                <a:gd name="connsiteY94" fmla="*/ 3118779 h 3377886"/>
                <a:gd name="connsiteX95" fmla="*/ 2690451 w 8314954"/>
                <a:gd name="connsiteY95" fmla="*/ 3116484 h 3377886"/>
                <a:gd name="connsiteX96" fmla="*/ 2642928 w 8314954"/>
                <a:gd name="connsiteY96" fmla="*/ 3105433 h 3377886"/>
                <a:gd name="connsiteX97" fmla="*/ 2598964 w 8314954"/>
                <a:gd name="connsiteY97" fmla="*/ 3104309 h 3377886"/>
                <a:gd name="connsiteX98" fmla="*/ 2569842 w 8314954"/>
                <a:gd name="connsiteY98" fmla="*/ 3104590 h 3377886"/>
                <a:gd name="connsiteX99" fmla="*/ 2544419 w 8314954"/>
                <a:gd name="connsiteY99" fmla="*/ 3104590 h 3377886"/>
                <a:gd name="connsiteX100" fmla="*/ 2515108 w 8314954"/>
                <a:gd name="connsiteY100" fmla="*/ 3101405 h 3377886"/>
                <a:gd name="connsiteX101" fmla="*/ 2977322 w 8314954"/>
                <a:gd name="connsiteY101" fmla="*/ 3028396 h 3377886"/>
                <a:gd name="connsiteX102" fmla="*/ 2948340 w 8314954"/>
                <a:gd name="connsiteY102" fmla="*/ 3031675 h 3377886"/>
                <a:gd name="connsiteX103" fmla="*/ 2948809 w 8314954"/>
                <a:gd name="connsiteY103" fmla="*/ 3031767 h 3377886"/>
                <a:gd name="connsiteX104" fmla="*/ 2937618 w 8314954"/>
                <a:gd name="connsiteY104" fmla="*/ 3032283 h 3377886"/>
                <a:gd name="connsiteX105" fmla="*/ 2884805 w 8314954"/>
                <a:gd name="connsiteY105" fmla="*/ 3035046 h 3377886"/>
                <a:gd name="connsiteX106" fmla="*/ 2878905 w 8314954"/>
                <a:gd name="connsiteY106" fmla="*/ 3038184 h 3377886"/>
                <a:gd name="connsiteX107" fmla="*/ 2819209 w 8314954"/>
                <a:gd name="connsiteY107" fmla="*/ 3057244 h 3377886"/>
                <a:gd name="connsiteX108" fmla="*/ 2808534 w 8314954"/>
                <a:gd name="connsiteY108" fmla="*/ 3057947 h 3377886"/>
                <a:gd name="connsiteX109" fmla="*/ 2795470 w 8314954"/>
                <a:gd name="connsiteY109" fmla="*/ 3057244 h 3377886"/>
                <a:gd name="connsiteX110" fmla="*/ 2805724 w 8314954"/>
                <a:gd name="connsiteY110" fmla="*/ 3100096 h 3377886"/>
                <a:gd name="connsiteX111" fmla="*/ 2760543 w 8314954"/>
                <a:gd name="connsiteY111" fmla="*/ 3102951 h 3377886"/>
                <a:gd name="connsiteX112" fmla="*/ 2715314 w 8314954"/>
                <a:gd name="connsiteY112" fmla="*/ 3100096 h 3377886"/>
                <a:gd name="connsiteX113" fmla="*/ 2725615 w 8314954"/>
                <a:gd name="connsiteY113" fmla="*/ 3057244 h 3377886"/>
                <a:gd name="connsiteX114" fmla="*/ 2712505 w 8314954"/>
                <a:gd name="connsiteY114" fmla="*/ 3057947 h 3377886"/>
                <a:gd name="connsiteX115" fmla="*/ 2701829 w 8314954"/>
                <a:gd name="connsiteY115" fmla="*/ 3057244 h 3377886"/>
                <a:gd name="connsiteX116" fmla="*/ 2642181 w 8314954"/>
                <a:gd name="connsiteY116" fmla="*/ 3038184 h 3377886"/>
                <a:gd name="connsiteX117" fmla="*/ 2636281 w 8314954"/>
                <a:gd name="connsiteY117" fmla="*/ 3035046 h 3377886"/>
                <a:gd name="connsiteX118" fmla="*/ 2583468 w 8314954"/>
                <a:gd name="connsiteY118" fmla="*/ 3032283 h 3377886"/>
                <a:gd name="connsiteX119" fmla="*/ 2572231 w 8314954"/>
                <a:gd name="connsiteY119" fmla="*/ 3031767 h 3377886"/>
                <a:gd name="connsiteX120" fmla="*/ 2543295 w 8314954"/>
                <a:gd name="connsiteY120" fmla="*/ 3028490 h 3377886"/>
                <a:gd name="connsiteX121" fmla="*/ 2570873 w 8314954"/>
                <a:gd name="connsiteY121" fmla="*/ 3058836 h 3377886"/>
                <a:gd name="connsiteX122" fmla="*/ 2611747 w 8314954"/>
                <a:gd name="connsiteY122" fmla="*/ 3085296 h 3377886"/>
                <a:gd name="connsiteX123" fmla="*/ 2692138 w 8314954"/>
                <a:gd name="connsiteY123" fmla="*/ 3108947 h 3377886"/>
                <a:gd name="connsiteX124" fmla="*/ 2726832 w 8314954"/>
                <a:gd name="connsiteY124" fmla="*/ 3111147 h 3377886"/>
                <a:gd name="connsiteX125" fmla="*/ 2733995 w 8314954"/>
                <a:gd name="connsiteY125" fmla="*/ 3111147 h 3377886"/>
                <a:gd name="connsiteX126" fmla="*/ 2722337 w 8314954"/>
                <a:gd name="connsiteY126" fmla="*/ 3160367 h 3377886"/>
                <a:gd name="connsiteX127" fmla="*/ 2759794 w 8314954"/>
                <a:gd name="connsiteY127" fmla="*/ 3165050 h 3377886"/>
                <a:gd name="connsiteX128" fmla="*/ 2760308 w 8314954"/>
                <a:gd name="connsiteY128" fmla="*/ 3165050 h 3377886"/>
                <a:gd name="connsiteX129" fmla="*/ 2760777 w 8314954"/>
                <a:gd name="connsiteY129" fmla="*/ 3165050 h 3377886"/>
                <a:gd name="connsiteX130" fmla="*/ 2798233 w 8314954"/>
                <a:gd name="connsiteY130" fmla="*/ 3160367 h 3377886"/>
                <a:gd name="connsiteX131" fmla="*/ 2786621 w 8314954"/>
                <a:gd name="connsiteY131" fmla="*/ 3111053 h 3377886"/>
                <a:gd name="connsiteX132" fmla="*/ 2793785 w 8314954"/>
                <a:gd name="connsiteY132" fmla="*/ 3111053 h 3377886"/>
                <a:gd name="connsiteX133" fmla="*/ 2828480 w 8314954"/>
                <a:gd name="connsiteY133" fmla="*/ 3108853 h 3377886"/>
                <a:gd name="connsiteX134" fmla="*/ 2908871 w 8314954"/>
                <a:gd name="connsiteY134" fmla="*/ 3085202 h 3377886"/>
                <a:gd name="connsiteX135" fmla="*/ 2949651 w 8314954"/>
                <a:gd name="connsiteY135" fmla="*/ 3058789 h 3377886"/>
                <a:gd name="connsiteX136" fmla="*/ 2977322 w 8314954"/>
                <a:gd name="connsiteY136" fmla="*/ 3028396 h 3377886"/>
                <a:gd name="connsiteX137" fmla="*/ 3860703 w 8314954"/>
                <a:gd name="connsiteY137" fmla="*/ 3027917 h 3377886"/>
                <a:gd name="connsiteX138" fmla="*/ 3856635 w 8314954"/>
                <a:gd name="connsiteY138" fmla="*/ 3039142 h 3377886"/>
                <a:gd name="connsiteX139" fmla="*/ 3844291 w 8314954"/>
                <a:gd name="connsiteY139" fmla="*/ 3050085 h 3377886"/>
                <a:gd name="connsiteX140" fmla="*/ 3829422 w 8314954"/>
                <a:gd name="connsiteY140" fmla="*/ 3061591 h 3377886"/>
                <a:gd name="connsiteX141" fmla="*/ 3813571 w 8314954"/>
                <a:gd name="connsiteY141" fmla="*/ 3066501 h 3377886"/>
                <a:gd name="connsiteX142" fmla="*/ 3804594 w 8314954"/>
                <a:gd name="connsiteY142" fmla="*/ 3057521 h 3377886"/>
                <a:gd name="connsiteX143" fmla="*/ 3810906 w 8314954"/>
                <a:gd name="connsiteY143" fmla="*/ 3046858 h 3377886"/>
                <a:gd name="connsiteX144" fmla="*/ 3831666 w 8314954"/>
                <a:gd name="connsiteY144" fmla="*/ 3037878 h 3377886"/>
                <a:gd name="connsiteX145" fmla="*/ 3839663 w 8314954"/>
                <a:gd name="connsiteY145" fmla="*/ 3032827 h 3377886"/>
                <a:gd name="connsiteX146" fmla="*/ 3850322 w 8314954"/>
                <a:gd name="connsiteY146" fmla="*/ 3029320 h 3377886"/>
                <a:gd name="connsiteX147" fmla="*/ 3860703 w 8314954"/>
                <a:gd name="connsiteY147" fmla="*/ 3027917 h 3377886"/>
                <a:gd name="connsiteX148" fmla="*/ 4353487 w 8314954"/>
                <a:gd name="connsiteY148" fmla="*/ 3005328 h 3377886"/>
                <a:gd name="connsiteX149" fmla="*/ 4358008 w 8314954"/>
                <a:gd name="connsiteY149" fmla="*/ 3009496 h 3377886"/>
                <a:gd name="connsiteX150" fmla="*/ 4357976 w 8314954"/>
                <a:gd name="connsiteY150" fmla="*/ 3010237 h 3377886"/>
                <a:gd name="connsiteX151" fmla="*/ 4348577 w 8314954"/>
                <a:gd name="connsiteY151" fmla="*/ 3026513 h 3377886"/>
                <a:gd name="connsiteX152" fmla="*/ 4348437 w 8314954"/>
                <a:gd name="connsiteY152" fmla="*/ 3026513 h 3377886"/>
                <a:gd name="connsiteX153" fmla="*/ 4334410 w 8314954"/>
                <a:gd name="connsiteY153" fmla="*/ 3024971 h 3377886"/>
                <a:gd name="connsiteX154" fmla="*/ 4333147 w 8314954"/>
                <a:gd name="connsiteY154" fmla="*/ 3016832 h 3377886"/>
                <a:gd name="connsiteX155" fmla="*/ 4337074 w 8314954"/>
                <a:gd name="connsiteY155" fmla="*/ 3008134 h 3377886"/>
                <a:gd name="connsiteX156" fmla="*/ 4353487 w 8314954"/>
                <a:gd name="connsiteY156" fmla="*/ 3005328 h 3377886"/>
                <a:gd name="connsiteX157" fmla="*/ 4402582 w 8314954"/>
                <a:gd name="connsiteY157" fmla="*/ 2990734 h 3377886"/>
                <a:gd name="connsiteX158" fmla="*/ 4410719 w 8314954"/>
                <a:gd name="connsiteY158" fmla="*/ 2993682 h 3377886"/>
                <a:gd name="connsiteX159" fmla="*/ 4410719 w 8314954"/>
                <a:gd name="connsiteY159" fmla="*/ 3004345 h 3377886"/>
                <a:gd name="connsiteX160" fmla="*/ 4410156 w 8314954"/>
                <a:gd name="connsiteY160" fmla="*/ 3004345 h 3377886"/>
                <a:gd name="connsiteX161" fmla="*/ 4396129 w 8314954"/>
                <a:gd name="connsiteY161" fmla="*/ 3014867 h 3377886"/>
                <a:gd name="connsiteX162" fmla="*/ 4388274 w 8314954"/>
                <a:gd name="connsiteY162" fmla="*/ 3007713 h 3377886"/>
                <a:gd name="connsiteX163" fmla="*/ 4389819 w 8314954"/>
                <a:gd name="connsiteY163" fmla="*/ 2994944 h 3377886"/>
                <a:gd name="connsiteX164" fmla="*/ 4402582 w 8314954"/>
                <a:gd name="connsiteY164" fmla="*/ 2990734 h 3377886"/>
                <a:gd name="connsiteX165" fmla="*/ 3889600 w 8314954"/>
                <a:gd name="connsiteY165" fmla="*/ 2974599 h 3377886"/>
                <a:gd name="connsiteX166" fmla="*/ 3881603 w 8314954"/>
                <a:gd name="connsiteY166" fmla="*/ 2977265 h 3377886"/>
                <a:gd name="connsiteX167" fmla="*/ 3874591 w 8314954"/>
                <a:gd name="connsiteY167" fmla="*/ 2980914 h 3377886"/>
                <a:gd name="connsiteX168" fmla="*/ 3866594 w 8314954"/>
                <a:gd name="connsiteY168" fmla="*/ 2986105 h 3377886"/>
                <a:gd name="connsiteX169" fmla="*/ 3852566 w 8314954"/>
                <a:gd name="connsiteY169" fmla="*/ 2991577 h 3377886"/>
                <a:gd name="connsiteX170" fmla="*/ 3842467 w 8314954"/>
                <a:gd name="connsiteY170" fmla="*/ 2994523 h 3377886"/>
                <a:gd name="connsiteX171" fmla="*/ 3829562 w 8314954"/>
                <a:gd name="connsiteY171" fmla="*/ 2999153 h 3377886"/>
                <a:gd name="connsiteX172" fmla="*/ 3811888 w 8314954"/>
                <a:gd name="connsiteY172" fmla="*/ 3003924 h 3377886"/>
                <a:gd name="connsiteX173" fmla="*/ 3788041 w 8314954"/>
                <a:gd name="connsiteY173" fmla="*/ 3010939 h 3377886"/>
                <a:gd name="connsiteX174" fmla="*/ 3782569 w 8314954"/>
                <a:gd name="connsiteY174" fmla="*/ 3003643 h 3377886"/>
                <a:gd name="connsiteX175" fmla="*/ 3771068 w 8314954"/>
                <a:gd name="connsiteY175" fmla="*/ 2997611 h 3377886"/>
                <a:gd name="connsiteX176" fmla="*/ 3758163 w 8314954"/>
                <a:gd name="connsiteY176" fmla="*/ 3003363 h 3377886"/>
                <a:gd name="connsiteX177" fmla="*/ 3744135 w 8314954"/>
                <a:gd name="connsiteY177" fmla="*/ 3028758 h 3377886"/>
                <a:gd name="connsiteX178" fmla="*/ 3745257 w 8314954"/>
                <a:gd name="connsiteY178" fmla="*/ 3051208 h 3377886"/>
                <a:gd name="connsiteX179" fmla="*/ 3748904 w 8314954"/>
                <a:gd name="connsiteY179" fmla="*/ 3073377 h 3377886"/>
                <a:gd name="connsiteX180" fmla="*/ 3752692 w 8314954"/>
                <a:gd name="connsiteY180" fmla="*/ 3090634 h 3377886"/>
                <a:gd name="connsiteX181" fmla="*/ 3754095 w 8314954"/>
                <a:gd name="connsiteY181" fmla="*/ 3102420 h 3377886"/>
                <a:gd name="connsiteX182" fmla="*/ 3756759 w 8314954"/>
                <a:gd name="connsiteY182" fmla="*/ 3108453 h 3377886"/>
                <a:gd name="connsiteX183" fmla="*/ 3759846 w 8314954"/>
                <a:gd name="connsiteY183" fmla="*/ 3119678 h 3377886"/>
                <a:gd name="connsiteX184" fmla="*/ 3765317 w 8314954"/>
                <a:gd name="connsiteY184" fmla="*/ 3124589 h 3377886"/>
                <a:gd name="connsiteX185" fmla="*/ 3780606 w 8314954"/>
                <a:gd name="connsiteY185" fmla="*/ 3125991 h 3377886"/>
                <a:gd name="connsiteX186" fmla="*/ 3790145 w 8314954"/>
                <a:gd name="connsiteY186" fmla="*/ 3124308 h 3377886"/>
                <a:gd name="connsiteX187" fmla="*/ 3802209 w 8314954"/>
                <a:gd name="connsiteY187" fmla="*/ 3127675 h 3377886"/>
                <a:gd name="connsiteX188" fmla="*/ 3806277 w 8314954"/>
                <a:gd name="connsiteY188" fmla="*/ 3135252 h 3377886"/>
                <a:gd name="connsiteX189" fmla="*/ 3803611 w 8314954"/>
                <a:gd name="connsiteY189" fmla="*/ 3157562 h 3377886"/>
                <a:gd name="connsiteX190" fmla="*/ 3803611 w 8314954"/>
                <a:gd name="connsiteY190" fmla="*/ 3174257 h 3377886"/>
                <a:gd name="connsiteX191" fmla="*/ 3803611 w 8314954"/>
                <a:gd name="connsiteY191" fmla="*/ 3186464 h 3377886"/>
                <a:gd name="connsiteX192" fmla="*/ 3788602 w 8314954"/>
                <a:gd name="connsiteY192" fmla="*/ 3204002 h 3377886"/>
                <a:gd name="connsiteX193" fmla="*/ 3769946 w 8314954"/>
                <a:gd name="connsiteY193" fmla="*/ 3197549 h 3377886"/>
                <a:gd name="connsiteX194" fmla="*/ 3757322 w 8314954"/>
                <a:gd name="connsiteY194" fmla="*/ 3202740 h 3377886"/>
                <a:gd name="connsiteX195" fmla="*/ 3777100 w 8314954"/>
                <a:gd name="connsiteY195" fmla="*/ 3222944 h 3377886"/>
                <a:gd name="connsiteX196" fmla="*/ 3784113 w 8314954"/>
                <a:gd name="connsiteY196" fmla="*/ 3236134 h 3377886"/>
                <a:gd name="connsiteX197" fmla="*/ 3797018 w 8314954"/>
                <a:gd name="connsiteY197" fmla="*/ 3242447 h 3377886"/>
                <a:gd name="connsiteX198" fmla="*/ 3804733 w 8314954"/>
                <a:gd name="connsiteY198" fmla="*/ 3248481 h 3377886"/>
                <a:gd name="connsiteX199" fmla="*/ 3814553 w 8314954"/>
                <a:gd name="connsiteY199" fmla="*/ 3252829 h 3377886"/>
                <a:gd name="connsiteX200" fmla="*/ 3820865 w 8314954"/>
                <a:gd name="connsiteY200" fmla="*/ 3257179 h 3377886"/>
                <a:gd name="connsiteX201" fmla="*/ 3834893 w 8314954"/>
                <a:gd name="connsiteY201" fmla="*/ 3250023 h 3377886"/>
                <a:gd name="connsiteX202" fmla="*/ 3849902 w 8314954"/>
                <a:gd name="connsiteY202" fmla="*/ 3235011 h 3377886"/>
                <a:gd name="connsiteX203" fmla="*/ 3863930 w 8314954"/>
                <a:gd name="connsiteY203" fmla="*/ 3213965 h 3377886"/>
                <a:gd name="connsiteX204" fmla="*/ 3863930 w 8314954"/>
                <a:gd name="connsiteY204" fmla="*/ 3139742 h 3377886"/>
                <a:gd name="connsiteX205" fmla="*/ 3861264 w 8314954"/>
                <a:gd name="connsiteY205" fmla="*/ 3123045 h 3377886"/>
                <a:gd name="connsiteX206" fmla="*/ 3869399 w 8314954"/>
                <a:gd name="connsiteY206" fmla="*/ 3113926 h 3377886"/>
                <a:gd name="connsiteX207" fmla="*/ 3877956 w 8314954"/>
                <a:gd name="connsiteY207" fmla="*/ 3112803 h 3377886"/>
                <a:gd name="connsiteX208" fmla="*/ 3889459 w 8314954"/>
                <a:gd name="connsiteY208" fmla="*/ 3098071 h 3377886"/>
                <a:gd name="connsiteX209" fmla="*/ 3915690 w 8314954"/>
                <a:gd name="connsiteY209" fmla="*/ 3052330 h 3377886"/>
                <a:gd name="connsiteX210" fmla="*/ 3923686 w 8314954"/>
                <a:gd name="connsiteY210" fmla="*/ 3038299 h 3377886"/>
                <a:gd name="connsiteX211" fmla="*/ 3924247 w 8314954"/>
                <a:gd name="connsiteY211" fmla="*/ 3038299 h 3377886"/>
                <a:gd name="connsiteX212" fmla="*/ 3940940 w 8314954"/>
                <a:gd name="connsiteY212" fmla="*/ 3021322 h 3377886"/>
                <a:gd name="connsiteX213" fmla="*/ 3940940 w 8314954"/>
                <a:gd name="connsiteY213" fmla="*/ 3008554 h 3377886"/>
                <a:gd name="connsiteX214" fmla="*/ 3935469 w 8314954"/>
                <a:gd name="connsiteY214" fmla="*/ 2992138 h 3377886"/>
                <a:gd name="connsiteX215" fmla="*/ 3915690 w 8314954"/>
                <a:gd name="connsiteY215" fmla="*/ 2979230 h 3377886"/>
                <a:gd name="connsiteX216" fmla="*/ 3901663 w 8314954"/>
                <a:gd name="connsiteY216" fmla="*/ 2979230 h 3377886"/>
                <a:gd name="connsiteX217" fmla="*/ 3889600 w 8314954"/>
                <a:gd name="connsiteY217" fmla="*/ 2974599 h 3377886"/>
                <a:gd name="connsiteX218" fmla="*/ 4349278 w 8314954"/>
                <a:gd name="connsiteY218" fmla="*/ 2951590 h 3377886"/>
                <a:gd name="connsiteX219" fmla="*/ 4359518 w 8314954"/>
                <a:gd name="connsiteY219" fmla="*/ 2963375 h 3377886"/>
                <a:gd name="connsiteX220" fmla="*/ 4358817 w 8314954"/>
                <a:gd name="connsiteY220" fmla="*/ 2963797 h 3377886"/>
                <a:gd name="connsiteX221" fmla="*/ 4342825 w 8314954"/>
                <a:gd name="connsiteY221" fmla="*/ 2978950 h 3377886"/>
                <a:gd name="connsiteX222" fmla="*/ 4336794 w 8314954"/>
                <a:gd name="connsiteY222" fmla="*/ 2975301 h 3377886"/>
                <a:gd name="connsiteX223" fmla="*/ 4335251 w 8314954"/>
                <a:gd name="connsiteY223" fmla="*/ 2961271 h 3377886"/>
                <a:gd name="connsiteX224" fmla="*/ 4349278 w 8314954"/>
                <a:gd name="connsiteY224" fmla="*/ 2951590 h 3377886"/>
                <a:gd name="connsiteX225" fmla="*/ 4425026 w 8314954"/>
                <a:gd name="connsiteY225" fmla="*/ 2930964 h 3377886"/>
                <a:gd name="connsiteX226" fmla="*/ 4426288 w 8314954"/>
                <a:gd name="connsiteY226" fmla="*/ 2943311 h 3377886"/>
                <a:gd name="connsiteX227" fmla="*/ 4414787 w 8314954"/>
                <a:gd name="connsiteY227" fmla="*/ 2959727 h 3377886"/>
                <a:gd name="connsiteX228" fmla="*/ 4397533 w 8314954"/>
                <a:gd name="connsiteY228" fmla="*/ 2958744 h 3377886"/>
                <a:gd name="connsiteX229" fmla="*/ 4392904 w 8314954"/>
                <a:gd name="connsiteY229" fmla="*/ 2943591 h 3377886"/>
                <a:gd name="connsiteX230" fmla="*/ 4425026 w 8314954"/>
                <a:gd name="connsiteY230" fmla="*/ 2930964 h 3377886"/>
                <a:gd name="connsiteX231" fmla="*/ 4883443 w 8314954"/>
                <a:gd name="connsiteY231" fmla="*/ 2927736 h 3377886"/>
                <a:gd name="connsiteX232" fmla="*/ 4872642 w 8314954"/>
                <a:gd name="connsiteY232" fmla="*/ 2929280 h 3377886"/>
                <a:gd name="connsiteX233" fmla="*/ 4860158 w 8314954"/>
                <a:gd name="connsiteY233" fmla="*/ 2930823 h 3377886"/>
                <a:gd name="connsiteX234" fmla="*/ 4815971 w 8314954"/>
                <a:gd name="connsiteY234" fmla="*/ 2949484 h 3377886"/>
                <a:gd name="connsiteX235" fmla="*/ 4808677 w 8314954"/>
                <a:gd name="connsiteY235" fmla="*/ 2952290 h 3377886"/>
                <a:gd name="connsiteX236" fmla="*/ 4798437 w 8314954"/>
                <a:gd name="connsiteY236" fmla="*/ 2955096 h 3377886"/>
                <a:gd name="connsiteX237" fmla="*/ 4739522 w 8314954"/>
                <a:gd name="connsiteY237" fmla="*/ 2964917 h 3377886"/>
                <a:gd name="connsiteX238" fmla="*/ 4714834 w 8314954"/>
                <a:gd name="connsiteY238" fmla="*/ 2959025 h 3377886"/>
                <a:gd name="connsiteX239" fmla="*/ 4700806 w 8314954"/>
                <a:gd name="connsiteY239" fmla="*/ 2970671 h 3377886"/>
                <a:gd name="connsiteX240" fmla="*/ 4702208 w 8314954"/>
                <a:gd name="connsiteY240" fmla="*/ 2986243 h 3377886"/>
                <a:gd name="connsiteX241" fmla="*/ 4705014 w 8314954"/>
                <a:gd name="connsiteY241" fmla="*/ 3002379 h 3377886"/>
                <a:gd name="connsiteX242" fmla="*/ 4715956 w 8314954"/>
                <a:gd name="connsiteY242" fmla="*/ 3022443 h 3377886"/>
                <a:gd name="connsiteX243" fmla="*/ 4721567 w 8314954"/>
                <a:gd name="connsiteY243" fmla="*/ 3039140 h 3377886"/>
                <a:gd name="connsiteX244" fmla="*/ 4739942 w 8314954"/>
                <a:gd name="connsiteY244" fmla="*/ 3037876 h 3377886"/>
                <a:gd name="connsiteX245" fmla="*/ 4753969 w 8314954"/>
                <a:gd name="connsiteY245" fmla="*/ 3035631 h 3377886"/>
                <a:gd name="connsiteX246" fmla="*/ 4756916 w 8314954"/>
                <a:gd name="connsiteY246" fmla="*/ 3048681 h 3377886"/>
                <a:gd name="connsiteX247" fmla="*/ 4753969 w 8314954"/>
                <a:gd name="connsiteY247" fmla="*/ 3065237 h 3377886"/>
                <a:gd name="connsiteX248" fmla="*/ 4725074 w 8314954"/>
                <a:gd name="connsiteY248" fmla="*/ 3114625 h 3377886"/>
                <a:gd name="connsiteX249" fmla="*/ 4688181 w 8314954"/>
                <a:gd name="connsiteY249" fmla="*/ 3130059 h 3377886"/>
                <a:gd name="connsiteX250" fmla="*/ 4674154 w 8314954"/>
                <a:gd name="connsiteY250" fmla="*/ 3132724 h 3377886"/>
                <a:gd name="connsiteX251" fmla="*/ 4640488 w 8314954"/>
                <a:gd name="connsiteY251" fmla="*/ 3145492 h 3377886"/>
                <a:gd name="connsiteX252" fmla="*/ 4624216 w 8314954"/>
                <a:gd name="connsiteY252" fmla="*/ 3143948 h 3377886"/>
                <a:gd name="connsiteX253" fmla="*/ 4596161 w 8314954"/>
                <a:gd name="connsiteY253" fmla="*/ 3159243 h 3377886"/>
                <a:gd name="connsiteX254" fmla="*/ 4597705 w 8314954"/>
                <a:gd name="connsiteY254" fmla="*/ 3176360 h 3377886"/>
                <a:gd name="connsiteX255" fmla="*/ 4597705 w 8314954"/>
                <a:gd name="connsiteY255" fmla="*/ 3190390 h 3377886"/>
                <a:gd name="connsiteX256" fmla="*/ 4622954 w 8314954"/>
                <a:gd name="connsiteY256" fmla="*/ 3214243 h 3377886"/>
                <a:gd name="connsiteX257" fmla="*/ 4689163 w 8314954"/>
                <a:gd name="connsiteY257" fmla="*/ 3188988 h 3377886"/>
                <a:gd name="connsiteX258" fmla="*/ 4743169 w 8314954"/>
                <a:gd name="connsiteY258" fmla="*/ 3177903 h 3377886"/>
                <a:gd name="connsiteX259" fmla="*/ 4773608 w 8314954"/>
                <a:gd name="connsiteY259" fmla="*/ 3178604 h 3377886"/>
                <a:gd name="connsiteX260" fmla="*/ 4800400 w 8314954"/>
                <a:gd name="connsiteY260" fmla="*/ 3174816 h 3377886"/>
                <a:gd name="connsiteX261" fmla="*/ 4828455 w 8314954"/>
                <a:gd name="connsiteY261" fmla="*/ 3172571 h 3377886"/>
                <a:gd name="connsiteX262" fmla="*/ 4856510 w 8314954"/>
                <a:gd name="connsiteY262" fmla="*/ 3172571 h 3377886"/>
                <a:gd name="connsiteX263" fmla="*/ 4886669 w 8314954"/>
                <a:gd name="connsiteY263" fmla="*/ 3175097 h 3377886"/>
                <a:gd name="connsiteX264" fmla="*/ 4904904 w 8314954"/>
                <a:gd name="connsiteY264" fmla="*/ 3173553 h 3377886"/>
                <a:gd name="connsiteX265" fmla="*/ 4922719 w 8314954"/>
                <a:gd name="connsiteY265" fmla="*/ 3176641 h 3377886"/>
                <a:gd name="connsiteX266" fmla="*/ 4939131 w 8314954"/>
                <a:gd name="connsiteY266" fmla="*/ 3175658 h 3377886"/>
                <a:gd name="connsiteX267" fmla="*/ 4947548 w 8314954"/>
                <a:gd name="connsiteY267" fmla="*/ 3167100 h 3377886"/>
                <a:gd name="connsiteX268" fmla="*/ 4951757 w 8314954"/>
                <a:gd name="connsiteY268" fmla="*/ 3157138 h 3377886"/>
                <a:gd name="connsiteX269" fmla="*/ 4950633 w 8314954"/>
                <a:gd name="connsiteY269" fmla="*/ 3150964 h 3377886"/>
                <a:gd name="connsiteX270" fmla="*/ 4948950 w 8314954"/>
                <a:gd name="connsiteY270" fmla="*/ 3146754 h 3377886"/>
                <a:gd name="connsiteX271" fmla="*/ 4951335 w 8314954"/>
                <a:gd name="connsiteY271" fmla="*/ 3146475 h 3377886"/>
                <a:gd name="connsiteX272" fmla="*/ 4949792 w 8314954"/>
                <a:gd name="connsiteY272" fmla="*/ 3134969 h 3377886"/>
                <a:gd name="connsiteX273" fmla="*/ 4932959 w 8314954"/>
                <a:gd name="connsiteY273" fmla="*/ 3120938 h 3377886"/>
                <a:gd name="connsiteX274" fmla="*/ 4920055 w 8314954"/>
                <a:gd name="connsiteY274" fmla="*/ 3113783 h 3377886"/>
                <a:gd name="connsiteX275" fmla="*/ 4906869 w 8314954"/>
                <a:gd name="connsiteY275" fmla="*/ 3110275 h 3377886"/>
                <a:gd name="connsiteX276" fmla="*/ 4894806 w 8314954"/>
                <a:gd name="connsiteY276" fmla="*/ 3111539 h 3377886"/>
                <a:gd name="connsiteX277" fmla="*/ 4882181 w 8314954"/>
                <a:gd name="connsiteY277" fmla="*/ 3116448 h 3377886"/>
                <a:gd name="connsiteX278" fmla="*/ 4833645 w 8314954"/>
                <a:gd name="connsiteY278" fmla="*/ 3117571 h 3377886"/>
                <a:gd name="connsiteX279" fmla="*/ 4832243 w 8314954"/>
                <a:gd name="connsiteY279" fmla="*/ 3090632 h 3377886"/>
                <a:gd name="connsiteX280" fmla="*/ 4834066 w 8314954"/>
                <a:gd name="connsiteY280" fmla="*/ 3080250 h 3377886"/>
                <a:gd name="connsiteX281" fmla="*/ 4836732 w 8314954"/>
                <a:gd name="connsiteY281" fmla="*/ 3070428 h 3377886"/>
                <a:gd name="connsiteX282" fmla="*/ 4840238 w 8314954"/>
                <a:gd name="connsiteY282" fmla="*/ 3061168 h 3377886"/>
                <a:gd name="connsiteX283" fmla="*/ 4844587 w 8314954"/>
                <a:gd name="connsiteY283" fmla="*/ 3051066 h 3377886"/>
                <a:gd name="connsiteX284" fmla="*/ 4838275 w 8314954"/>
                <a:gd name="connsiteY284" fmla="*/ 3029178 h 3377886"/>
                <a:gd name="connsiteX285" fmla="*/ 4864505 w 8314954"/>
                <a:gd name="connsiteY285" fmla="*/ 3010798 h 3377886"/>
                <a:gd name="connsiteX286" fmla="*/ 4877692 w 8314954"/>
                <a:gd name="connsiteY286" fmla="*/ 3001958 h 3377886"/>
                <a:gd name="connsiteX287" fmla="*/ 4894805 w 8314954"/>
                <a:gd name="connsiteY287" fmla="*/ 2987927 h 3377886"/>
                <a:gd name="connsiteX288" fmla="*/ 4916547 w 8314954"/>
                <a:gd name="connsiteY288" fmla="*/ 2967723 h 3377886"/>
                <a:gd name="connsiteX289" fmla="*/ 4911076 w 8314954"/>
                <a:gd name="connsiteY289" fmla="*/ 2959165 h 3377886"/>
                <a:gd name="connsiteX290" fmla="*/ 4906869 w 8314954"/>
                <a:gd name="connsiteY290" fmla="*/ 2946256 h 3377886"/>
                <a:gd name="connsiteX291" fmla="*/ 4892841 w 8314954"/>
                <a:gd name="connsiteY291" fmla="*/ 2933208 h 3377886"/>
                <a:gd name="connsiteX292" fmla="*/ 4883443 w 8314954"/>
                <a:gd name="connsiteY292" fmla="*/ 2927736 h 3377886"/>
                <a:gd name="connsiteX293" fmla="*/ 4262869 w 8314954"/>
                <a:gd name="connsiteY293" fmla="*/ 2911460 h 3377886"/>
                <a:gd name="connsiteX294" fmla="*/ 4243090 w 8314954"/>
                <a:gd name="connsiteY294" fmla="*/ 2912864 h 3377886"/>
                <a:gd name="connsiteX295" fmla="*/ 4173795 w 8314954"/>
                <a:gd name="connsiteY295" fmla="*/ 2945976 h 3377886"/>
                <a:gd name="connsiteX296" fmla="*/ 4157803 w 8314954"/>
                <a:gd name="connsiteY296" fmla="*/ 2947800 h 3377886"/>
                <a:gd name="connsiteX297" fmla="*/ 4145599 w 8314954"/>
                <a:gd name="connsiteY297" fmla="*/ 2954956 h 3377886"/>
                <a:gd name="connsiteX298" fmla="*/ 4139848 w 8314954"/>
                <a:gd name="connsiteY298" fmla="*/ 2963794 h 3377886"/>
                <a:gd name="connsiteX299" fmla="*/ 4132273 w 8314954"/>
                <a:gd name="connsiteY299" fmla="*/ 2968565 h 3377886"/>
                <a:gd name="connsiteX300" fmla="*/ 4136202 w 8314954"/>
                <a:gd name="connsiteY300" fmla="*/ 2984981 h 3377886"/>
                <a:gd name="connsiteX301" fmla="*/ 4143496 w 8314954"/>
                <a:gd name="connsiteY301" fmla="*/ 2989892 h 3377886"/>
                <a:gd name="connsiteX302" fmla="*/ 4152332 w 8314954"/>
                <a:gd name="connsiteY302" fmla="*/ 2999573 h 3377886"/>
                <a:gd name="connsiteX303" fmla="*/ 4166360 w 8314954"/>
                <a:gd name="connsiteY303" fmla="*/ 3004624 h 3377886"/>
                <a:gd name="connsiteX304" fmla="*/ 4178143 w 8314954"/>
                <a:gd name="connsiteY304" fmla="*/ 3015569 h 3377886"/>
                <a:gd name="connsiteX305" fmla="*/ 4174778 w 8314954"/>
                <a:gd name="connsiteY305" fmla="*/ 3038579 h 3377886"/>
                <a:gd name="connsiteX306" fmla="*/ 4159627 w 8314954"/>
                <a:gd name="connsiteY306" fmla="*/ 3051066 h 3377886"/>
                <a:gd name="connsiteX307" fmla="*/ 4148826 w 8314954"/>
                <a:gd name="connsiteY307" fmla="*/ 3051066 h 3377886"/>
                <a:gd name="connsiteX308" fmla="*/ 4132694 w 8314954"/>
                <a:gd name="connsiteY308" fmla="*/ 3067763 h 3377886"/>
                <a:gd name="connsiteX309" fmla="*/ 4142794 w 8314954"/>
                <a:gd name="connsiteY309" fmla="*/ 3085301 h 3377886"/>
                <a:gd name="connsiteX310" fmla="*/ 4147843 w 8314954"/>
                <a:gd name="connsiteY310" fmla="*/ 3093440 h 3377886"/>
                <a:gd name="connsiteX311" fmla="*/ 4152051 w 8314954"/>
                <a:gd name="connsiteY311" fmla="*/ 3102839 h 3377886"/>
                <a:gd name="connsiteX312" fmla="*/ 4149387 w 8314954"/>
                <a:gd name="connsiteY312" fmla="*/ 3114625 h 3377886"/>
                <a:gd name="connsiteX313" fmla="*/ 4147003 w 8314954"/>
                <a:gd name="connsiteY313" fmla="*/ 3123745 h 3377886"/>
                <a:gd name="connsiteX314" fmla="*/ 4137885 w 8314954"/>
                <a:gd name="connsiteY314" fmla="*/ 3133146 h 3377886"/>
                <a:gd name="connsiteX315" fmla="*/ 4125120 w 8314954"/>
                <a:gd name="connsiteY315" fmla="*/ 3142547 h 3377886"/>
                <a:gd name="connsiteX316" fmla="*/ 4102816 w 8314954"/>
                <a:gd name="connsiteY316" fmla="*/ 3164013 h 3377886"/>
                <a:gd name="connsiteX317" fmla="*/ 4106743 w 8314954"/>
                <a:gd name="connsiteY317" fmla="*/ 3186744 h 3377886"/>
                <a:gd name="connsiteX318" fmla="*/ 4115441 w 8314954"/>
                <a:gd name="connsiteY318" fmla="*/ 3199231 h 3377886"/>
                <a:gd name="connsiteX319" fmla="*/ 4121473 w 8314954"/>
                <a:gd name="connsiteY319" fmla="*/ 3211578 h 3377886"/>
                <a:gd name="connsiteX320" fmla="*/ 4135501 w 8314954"/>
                <a:gd name="connsiteY320" fmla="*/ 3215507 h 3377886"/>
                <a:gd name="connsiteX321" fmla="*/ 4145459 w 8314954"/>
                <a:gd name="connsiteY321" fmla="*/ 3215507 h 3377886"/>
                <a:gd name="connsiteX322" fmla="*/ 4170569 w 8314954"/>
                <a:gd name="connsiteY322" fmla="*/ 3193057 h 3377886"/>
                <a:gd name="connsiteX323" fmla="*/ 4222050 w 8314954"/>
                <a:gd name="connsiteY323" fmla="*/ 3167381 h 3377886"/>
                <a:gd name="connsiteX324" fmla="*/ 4253611 w 8314954"/>
                <a:gd name="connsiteY324" fmla="*/ 3129499 h 3377886"/>
                <a:gd name="connsiteX325" fmla="*/ 4250245 w 8314954"/>
                <a:gd name="connsiteY325" fmla="*/ 3117431 h 3377886"/>
                <a:gd name="connsiteX326" fmla="*/ 4239023 w 8314954"/>
                <a:gd name="connsiteY326" fmla="*/ 3110135 h 3377886"/>
                <a:gd name="connsiteX327" fmla="*/ 4239444 w 8314954"/>
                <a:gd name="connsiteY327" fmla="*/ 3109294 h 3377886"/>
                <a:gd name="connsiteX328" fmla="*/ 4227100 w 8314954"/>
                <a:gd name="connsiteY328" fmla="*/ 3109294 h 3377886"/>
                <a:gd name="connsiteX329" fmla="*/ 4225556 w 8314954"/>
                <a:gd name="connsiteY329" fmla="*/ 3096526 h 3377886"/>
                <a:gd name="connsiteX330" fmla="*/ 4257960 w 8314954"/>
                <a:gd name="connsiteY330" fmla="*/ 3065377 h 3377886"/>
                <a:gd name="connsiteX331" fmla="*/ 4260344 w 8314954"/>
                <a:gd name="connsiteY331" fmla="*/ 3058784 h 3377886"/>
                <a:gd name="connsiteX332" fmla="*/ 4253471 w 8314954"/>
                <a:gd name="connsiteY332" fmla="*/ 3042366 h 3377886"/>
                <a:gd name="connsiteX333" fmla="*/ 4249823 w 8314954"/>
                <a:gd name="connsiteY333" fmla="*/ 3032124 h 3377886"/>
                <a:gd name="connsiteX334" fmla="*/ 4238601 w 8314954"/>
                <a:gd name="connsiteY334" fmla="*/ 3032124 h 3377886"/>
                <a:gd name="connsiteX335" fmla="*/ 4237339 w 8314954"/>
                <a:gd name="connsiteY335" fmla="*/ 3018094 h 3377886"/>
                <a:gd name="connsiteX336" fmla="*/ 4239164 w 8314954"/>
                <a:gd name="connsiteY336" fmla="*/ 2996907 h 3377886"/>
                <a:gd name="connsiteX337" fmla="*/ 4256417 w 8314954"/>
                <a:gd name="connsiteY337" fmla="*/ 2977825 h 3377886"/>
                <a:gd name="connsiteX338" fmla="*/ 4266796 w 8314954"/>
                <a:gd name="connsiteY338" fmla="*/ 2963794 h 3377886"/>
                <a:gd name="connsiteX339" fmla="*/ 4272547 w 8314954"/>
                <a:gd name="connsiteY339" fmla="*/ 2944712 h 3377886"/>
                <a:gd name="connsiteX340" fmla="*/ 4275494 w 8314954"/>
                <a:gd name="connsiteY340" fmla="*/ 2928017 h 3377886"/>
                <a:gd name="connsiteX341" fmla="*/ 4262869 w 8314954"/>
                <a:gd name="connsiteY341" fmla="*/ 2911460 h 3377886"/>
                <a:gd name="connsiteX342" fmla="*/ 5242686 w 8314954"/>
                <a:gd name="connsiteY342" fmla="*/ 2910740 h 3377886"/>
                <a:gd name="connsiteX343" fmla="*/ 5231043 w 8314954"/>
                <a:gd name="connsiteY343" fmla="*/ 2910898 h 3377886"/>
                <a:gd name="connsiteX344" fmla="*/ 5220102 w 8314954"/>
                <a:gd name="connsiteY344" fmla="*/ 2914406 h 3377886"/>
                <a:gd name="connsiteX345" fmla="*/ 5206075 w 8314954"/>
                <a:gd name="connsiteY345" fmla="*/ 2913283 h 3377886"/>
                <a:gd name="connsiteX346" fmla="*/ 5200464 w 8314954"/>
                <a:gd name="connsiteY346" fmla="*/ 2919737 h 3377886"/>
                <a:gd name="connsiteX347" fmla="*/ 5201445 w 8314954"/>
                <a:gd name="connsiteY347" fmla="*/ 2937837 h 3377886"/>
                <a:gd name="connsiteX348" fmla="*/ 5199060 w 8314954"/>
                <a:gd name="connsiteY348" fmla="*/ 2958883 h 3377886"/>
                <a:gd name="connsiteX349" fmla="*/ 5192187 w 8314954"/>
                <a:gd name="connsiteY349" fmla="*/ 2992135 h 3377886"/>
                <a:gd name="connsiteX350" fmla="*/ 5156137 w 8314954"/>
                <a:gd name="connsiteY350" fmla="*/ 3004904 h 3377886"/>
                <a:gd name="connsiteX351" fmla="*/ 5134253 w 8314954"/>
                <a:gd name="connsiteY351" fmla="*/ 3004904 h 3377886"/>
                <a:gd name="connsiteX352" fmla="*/ 5125277 w 8314954"/>
                <a:gd name="connsiteY352" fmla="*/ 3010797 h 3377886"/>
                <a:gd name="connsiteX353" fmla="*/ 5114616 w 8314954"/>
                <a:gd name="connsiteY353" fmla="*/ 3014866 h 3377886"/>
                <a:gd name="connsiteX354" fmla="*/ 5106198 w 8314954"/>
                <a:gd name="connsiteY354" fmla="*/ 3023564 h 3377886"/>
                <a:gd name="connsiteX355" fmla="*/ 5101428 w 8314954"/>
                <a:gd name="connsiteY355" fmla="*/ 3037595 h 3377886"/>
                <a:gd name="connsiteX356" fmla="*/ 5119243 w 8314954"/>
                <a:gd name="connsiteY356" fmla="*/ 3059765 h 3377886"/>
                <a:gd name="connsiteX357" fmla="*/ 5134534 w 8314954"/>
                <a:gd name="connsiteY357" fmla="*/ 3066921 h 3377886"/>
                <a:gd name="connsiteX358" fmla="*/ 5144494 w 8314954"/>
                <a:gd name="connsiteY358" fmla="*/ 3066921 h 3377886"/>
                <a:gd name="connsiteX359" fmla="*/ 5154874 w 8314954"/>
                <a:gd name="connsiteY359" fmla="*/ 3064114 h 3377886"/>
                <a:gd name="connsiteX360" fmla="*/ 5162589 w 8314954"/>
                <a:gd name="connsiteY360" fmla="*/ 3064114 h 3377886"/>
                <a:gd name="connsiteX361" fmla="*/ 5172689 w 8314954"/>
                <a:gd name="connsiteY361" fmla="*/ 3064114 h 3377886"/>
                <a:gd name="connsiteX362" fmla="*/ 5168621 w 8314954"/>
                <a:gd name="connsiteY362" fmla="*/ 3078145 h 3377886"/>
                <a:gd name="connsiteX363" fmla="*/ 5149123 w 8314954"/>
                <a:gd name="connsiteY363" fmla="*/ 3112380 h 3377886"/>
                <a:gd name="connsiteX364" fmla="*/ 5098626 w 8314954"/>
                <a:gd name="connsiteY364" fmla="*/ 3160786 h 3377886"/>
                <a:gd name="connsiteX365" fmla="*/ 5091050 w 8314954"/>
                <a:gd name="connsiteY365" fmla="*/ 3164154 h 3377886"/>
                <a:gd name="connsiteX366" fmla="*/ 5080248 w 8314954"/>
                <a:gd name="connsiteY366" fmla="*/ 3172151 h 3377886"/>
                <a:gd name="connsiteX367" fmla="*/ 5064537 w 8314954"/>
                <a:gd name="connsiteY367" fmla="*/ 3181412 h 3377886"/>
                <a:gd name="connsiteX368" fmla="*/ 5057664 w 8314954"/>
                <a:gd name="connsiteY368" fmla="*/ 3189409 h 3377886"/>
                <a:gd name="connsiteX369" fmla="*/ 5068325 w 8314954"/>
                <a:gd name="connsiteY369" fmla="*/ 3193056 h 3377886"/>
                <a:gd name="connsiteX370" fmla="*/ 5074637 w 8314954"/>
                <a:gd name="connsiteY370" fmla="*/ 3205685 h 3377886"/>
                <a:gd name="connsiteX371" fmla="*/ 5082913 w 8314954"/>
                <a:gd name="connsiteY371" fmla="*/ 3212841 h 3377886"/>
                <a:gd name="connsiteX372" fmla="*/ 5095118 w 8314954"/>
                <a:gd name="connsiteY372" fmla="*/ 3210596 h 3377886"/>
                <a:gd name="connsiteX373" fmla="*/ 5117422 w 8314954"/>
                <a:gd name="connsiteY373" fmla="*/ 3204842 h 3377886"/>
                <a:gd name="connsiteX374" fmla="*/ 5141689 w 8314954"/>
                <a:gd name="connsiteY374" fmla="*/ 3191654 h 3377886"/>
                <a:gd name="connsiteX375" fmla="*/ 5174372 w 8314954"/>
                <a:gd name="connsiteY375" fmla="*/ 3171729 h 3377886"/>
                <a:gd name="connsiteX376" fmla="*/ 5206215 w 8314954"/>
                <a:gd name="connsiteY376" fmla="*/ 3140582 h 3377886"/>
                <a:gd name="connsiteX377" fmla="*/ 5228237 w 8314954"/>
                <a:gd name="connsiteY377" fmla="*/ 3107188 h 3377886"/>
                <a:gd name="connsiteX378" fmla="*/ 5260080 w 8314954"/>
                <a:gd name="connsiteY378" fmla="*/ 3135249 h 3377886"/>
                <a:gd name="connsiteX379" fmla="*/ 5274108 w 8314954"/>
                <a:gd name="connsiteY379" fmla="*/ 3151105 h 3377886"/>
                <a:gd name="connsiteX380" fmla="*/ 5296973 w 8314954"/>
                <a:gd name="connsiteY380" fmla="*/ 3180148 h 3377886"/>
                <a:gd name="connsiteX381" fmla="*/ 5317172 w 8314954"/>
                <a:gd name="connsiteY381" fmla="*/ 3216208 h 3377886"/>
                <a:gd name="connsiteX382" fmla="*/ 5330357 w 8314954"/>
                <a:gd name="connsiteY382" fmla="*/ 3225328 h 3377886"/>
                <a:gd name="connsiteX383" fmla="*/ 5353642 w 8314954"/>
                <a:gd name="connsiteY383" fmla="*/ 3228555 h 3377886"/>
                <a:gd name="connsiteX384" fmla="*/ 5368512 w 8314954"/>
                <a:gd name="connsiteY384" fmla="*/ 3231361 h 3377886"/>
                <a:gd name="connsiteX385" fmla="*/ 5385485 w 8314954"/>
                <a:gd name="connsiteY385" fmla="*/ 3231361 h 3377886"/>
                <a:gd name="connsiteX386" fmla="*/ 5401896 w 8314954"/>
                <a:gd name="connsiteY386" fmla="*/ 3232342 h 3377886"/>
                <a:gd name="connsiteX387" fmla="*/ 5409192 w 8314954"/>
                <a:gd name="connsiteY387" fmla="*/ 3230800 h 3377886"/>
                <a:gd name="connsiteX388" fmla="*/ 5416486 w 8314954"/>
                <a:gd name="connsiteY388" fmla="*/ 3224767 h 3377886"/>
                <a:gd name="connsiteX389" fmla="*/ 5434301 w 8314954"/>
                <a:gd name="connsiteY389" fmla="*/ 3215505 h 3377886"/>
                <a:gd name="connsiteX390" fmla="*/ 5435843 w 8314954"/>
                <a:gd name="connsiteY390" fmla="*/ 3204001 h 3377886"/>
                <a:gd name="connsiteX391" fmla="*/ 5439210 w 8314954"/>
                <a:gd name="connsiteY391" fmla="*/ 3195862 h 3377886"/>
                <a:gd name="connsiteX392" fmla="*/ 5440332 w 8314954"/>
                <a:gd name="connsiteY392" fmla="*/ 3194460 h 3377886"/>
                <a:gd name="connsiteX393" fmla="*/ 5429671 w 8314954"/>
                <a:gd name="connsiteY393" fmla="*/ 3189549 h 3377886"/>
                <a:gd name="connsiteX394" fmla="*/ 5398671 w 8314954"/>
                <a:gd name="connsiteY394" fmla="*/ 3178044 h 3377886"/>
                <a:gd name="connsiteX395" fmla="*/ 5384644 w 8314954"/>
                <a:gd name="connsiteY395" fmla="*/ 3169205 h 3377886"/>
                <a:gd name="connsiteX396" fmla="*/ 5366689 w 8314954"/>
                <a:gd name="connsiteY396" fmla="*/ 3162189 h 3377886"/>
                <a:gd name="connsiteX397" fmla="*/ 5335407 w 8314954"/>
                <a:gd name="connsiteY397" fmla="*/ 3140722 h 3377886"/>
                <a:gd name="connsiteX398" fmla="*/ 5304968 w 8314954"/>
                <a:gd name="connsiteY398" fmla="*/ 3106347 h 3377886"/>
                <a:gd name="connsiteX399" fmla="*/ 5263727 w 8314954"/>
                <a:gd name="connsiteY399" fmla="*/ 3064254 h 3377886"/>
                <a:gd name="connsiteX400" fmla="*/ 5260781 w 8314954"/>
                <a:gd name="connsiteY400" fmla="*/ 3044891 h 3377886"/>
                <a:gd name="connsiteX401" fmla="*/ 5269058 w 8314954"/>
                <a:gd name="connsiteY401" fmla="*/ 3032825 h 3377886"/>
                <a:gd name="connsiteX402" fmla="*/ 5294027 w 8314954"/>
                <a:gd name="connsiteY402" fmla="*/ 3023284 h 3377886"/>
                <a:gd name="connsiteX403" fmla="*/ 5310298 w 8314954"/>
                <a:gd name="connsiteY403" fmla="*/ 3021180 h 3377886"/>
                <a:gd name="connsiteX404" fmla="*/ 5324325 w 8314954"/>
                <a:gd name="connsiteY404" fmla="*/ 3015146 h 3377886"/>
                <a:gd name="connsiteX405" fmla="*/ 5348594 w 8314954"/>
                <a:gd name="connsiteY405" fmla="*/ 3004764 h 3377886"/>
                <a:gd name="connsiteX406" fmla="*/ 5359113 w 8314954"/>
                <a:gd name="connsiteY406" fmla="*/ 2996907 h 3377886"/>
                <a:gd name="connsiteX407" fmla="*/ 5364163 w 8314954"/>
                <a:gd name="connsiteY407" fmla="*/ 2990593 h 3377886"/>
                <a:gd name="connsiteX408" fmla="*/ 5350978 w 8314954"/>
                <a:gd name="connsiteY408" fmla="*/ 2965478 h 3377886"/>
                <a:gd name="connsiteX409" fmla="*/ 5331901 w 8314954"/>
                <a:gd name="connsiteY409" fmla="*/ 2959304 h 3377886"/>
                <a:gd name="connsiteX410" fmla="*/ 5310018 w 8314954"/>
                <a:gd name="connsiteY410" fmla="*/ 2959304 h 3377886"/>
                <a:gd name="connsiteX411" fmla="*/ 5295990 w 8314954"/>
                <a:gd name="connsiteY411" fmla="*/ 2969406 h 3377886"/>
                <a:gd name="connsiteX412" fmla="*/ 5283786 w 8314954"/>
                <a:gd name="connsiteY412" fmla="*/ 2973615 h 3377886"/>
                <a:gd name="connsiteX413" fmla="*/ 5273407 w 8314954"/>
                <a:gd name="connsiteY413" fmla="*/ 2978246 h 3377886"/>
                <a:gd name="connsiteX414" fmla="*/ 5265130 w 8314954"/>
                <a:gd name="connsiteY414" fmla="*/ 2980350 h 3377886"/>
                <a:gd name="connsiteX415" fmla="*/ 5265130 w 8314954"/>
                <a:gd name="connsiteY415" fmla="*/ 2968284 h 3377886"/>
                <a:gd name="connsiteX416" fmla="*/ 5273686 w 8314954"/>
                <a:gd name="connsiteY416" fmla="*/ 2947658 h 3377886"/>
                <a:gd name="connsiteX417" fmla="*/ 5271442 w 8314954"/>
                <a:gd name="connsiteY417" fmla="*/ 2936574 h 3377886"/>
                <a:gd name="connsiteX418" fmla="*/ 5267654 w 8314954"/>
                <a:gd name="connsiteY418" fmla="*/ 2925069 h 3377886"/>
                <a:gd name="connsiteX419" fmla="*/ 5251382 w 8314954"/>
                <a:gd name="connsiteY419" fmla="*/ 2911739 h 3377886"/>
                <a:gd name="connsiteX420" fmla="*/ 5242686 w 8314954"/>
                <a:gd name="connsiteY420" fmla="*/ 2910740 h 3377886"/>
                <a:gd name="connsiteX421" fmla="*/ 3289367 w 8314954"/>
                <a:gd name="connsiteY421" fmla="*/ 2906409 h 3377886"/>
                <a:gd name="connsiteX422" fmla="*/ 3282914 w 8314954"/>
                <a:gd name="connsiteY422" fmla="*/ 2909215 h 3377886"/>
                <a:gd name="connsiteX423" fmla="*/ 3272393 w 8314954"/>
                <a:gd name="connsiteY423" fmla="*/ 2917354 h 3377886"/>
                <a:gd name="connsiteX424" fmla="*/ 3272393 w 8314954"/>
                <a:gd name="connsiteY424" fmla="*/ 2924089 h 3377886"/>
                <a:gd name="connsiteX425" fmla="*/ 3281791 w 8314954"/>
                <a:gd name="connsiteY425" fmla="*/ 2947940 h 3377886"/>
                <a:gd name="connsiteX426" fmla="*/ 3276041 w 8314954"/>
                <a:gd name="connsiteY426" fmla="*/ 2984842 h 3377886"/>
                <a:gd name="connsiteX427" fmla="*/ 3266923 w 8314954"/>
                <a:gd name="connsiteY427" fmla="*/ 3001960 h 3377886"/>
                <a:gd name="connsiteX428" fmla="*/ 3248126 w 8314954"/>
                <a:gd name="connsiteY428" fmla="*/ 3010518 h 3377886"/>
                <a:gd name="connsiteX429" fmla="*/ 3234098 w 8314954"/>
                <a:gd name="connsiteY429" fmla="*/ 3011501 h 3377886"/>
                <a:gd name="connsiteX430" fmla="*/ 3215442 w 8314954"/>
                <a:gd name="connsiteY430" fmla="*/ 3017393 h 3377886"/>
                <a:gd name="connsiteX431" fmla="*/ 3201415 w 8314954"/>
                <a:gd name="connsiteY431" fmla="*/ 3030722 h 3377886"/>
                <a:gd name="connsiteX432" fmla="*/ 3200151 w 8314954"/>
                <a:gd name="connsiteY432" fmla="*/ 3053733 h 3377886"/>
                <a:gd name="connsiteX433" fmla="*/ 3202958 w 8314954"/>
                <a:gd name="connsiteY433" fmla="*/ 3065097 h 3377886"/>
                <a:gd name="connsiteX434" fmla="*/ 3205904 w 8314954"/>
                <a:gd name="connsiteY434" fmla="*/ 3081373 h 3377886"/>
                <a:gd name="connsiteX435" fmla="*/ 3212355 w 8314954"/>
                <a:gd name="connsiteY435" fmla="*/ 3086845 h 3377886"/>
                <a:gd name="connsiteX436" fmla="*/ 3222315 w 8314954"/>
                <a:gd name="connsiteY436" fmla="*/ 3085581 h 3377886"/>
                <a:gd name="connsiteX437" fmla="*/ 3235502 w 8314954"/>
                <a:gd name="connsiteY437" fmla="*/ 3080812 h 3377886"/>
                <a:gd name="connsiteX438" fmla="*/ 3249529 w 8314954"/>
                <a:gd name="connsiteY438" fmla="*/ 3078988 h 3377886"/>
                <a:gd name="connsiteX439" fmla="*/ 3256963 w 8314954"/>
                <a:gd name="connsiteY439" fmla="*/ 3083478 h 3377886"/>
                <a:gd name="connsiteX440" fmla="*/ 3257804 w 8314954"/>
                <a:gd name="connsiteY440" fmla="*/ 3115186 h 3377886"/>
                <a:gd name="connsiteX441" fmla="*/ 3243777 w 8314954"/>
                <a:gd name="connsiteY441" fmla="*/ 3129217 h 3377886"/>
                <a:gd name="connsiteX442" fmla="*/ 3213899 w 8314954"/>
                <a:gd name="connsiteY442" fmla="*/ 3145774 h 3377886"/>
                <a:gd name="connsiteX443" fmla="*/ 3196645 w 8314954"/>
                <a:gd name="connsiteY443" fmla="*/ 3152367 h 3377886"/>
                <a:gd name="connsiteX444" fmla="*/ 3180514 w 8314954"/>
                <a:gd name="connsiteY444" fmla="*/ 3161908 h 3377886"/>
                <a:gd name="connsiteX445" fmla="*/ 3170133 w 8314954"/>
                <a:gd name="connsiteY445" fmla="*/ 3162891 h 3377886"/>
                <a:gd name="connsiteX446" fmla="*/ 3163400 w 8314954"/>
                <a:gd name="connsiteY446" fmla="*/ 3172152 h 3377886"/>
                <a:gd name="connsiteX447" fmla="*/ 3167328 w 8314954"/>
                <a:gd name="connsiteY447" fmla="*/ 3184359 h 3377886"/>
                <a:gd name="connsiteX448" fmla="*/ 3170415 w 8314954"/>
                <a:gd name="connsiteY448" fmla="*/ 3198390 h 3377886"/>
                <a:gd name="connsiteX449" fmla="*/ 3181495 w 8314954"/>
                <a:gd name="connsiteY449" fmla="*/ 3206948 h 3377886"/>
                <a:gd name="connsiteX450" fmla="*/ 3198749 w 8314954"/>
                <a:gd name="connsiteY450" fmla="*/ 3222522 h 3377886"/>
                <a:gd name="connsiteX451" fmla="*/ 3225682 w 8314954"/>
                <a:gd name="connsiteY451" fmla="*/ 3203159 h 3377886"/>
                <a:gd name="connsiteX452" fmla="*/ 3242936 w 8314954"/>
                <a:gd name="connsiteY452" fmla="*/ 3195863 h 3377886"/>
                <a:gd name="connsiteX453" fmla="*/ 3270991 w 8314954"/>
                <a:gd name="connsiteY453" fmla="*/ 3179166 h 3377886"/>
                <a:gd name="connsiteX454" fmla="*/ 3293013 w 8314954"/>
                <a:gd name="connsiteY454" fmla="*/ 3169204 h 3377886"/>
                <a:gd name="connsiteX455" fmla="*/ 3313914 w 8314954"/>
                <a:gd name="connsiteY455" fmla="*/ 3149421 h 3377886"/>
                <a:gd name="connsiteX456" fmla="*/ 3337761 w 8314954"/>
                <a:gd name="connsiteY456" fmla="*/ 3135391 h 3377886"/>
                <a:gd name="connsiteX457" fmla="*/ 3345756 w 8314954"/>
                <a:gd name="connsiteY457" fmla="*/ 3123044 h 3377886"/>
                <a:gd name="connsiteX458" fmla="*/ 3352068 w 8314954"/>
                <a:gd name="connsiteY458" fmla="*/ 3100455 h 3377886"/>
                <a:gd name="connsiteX459" fmla="*/ 3349824 w 8314954"/>
                <a:gd name="connsiteY459" fmla="*/ 3089931 h 3377886"/>
                <a:gd name="connsiteX460" fmla="*/ 3348702 w 8314954"/>
                <a:gd name="connsiteY460" fmla="*/ 3083196 h 3377886"/>
                <a:gd name="connsiteX461" fmla="*/ 3344774 w 8314954"/>
                <a:gd name="connsiteY461" fmla="*/ 3071551 h 3377886"/>
                <a:gd name="connsiteX462" fmla="*/ 3346036 w 8314954"/>
                <a:gd name="connsiteY462" fmla="*/ 3054434 h 3377886"/>
                <a:gd name="connsiteX463" fmla="*/ 3348983 w 8314954"/>
                <a:gd name="connsiteY463" fmla="*/ 3034230 h 3377886"/>
                <a:gd name="connsiteX464" fmla="*/ 3350806 w 8314954"/>
                <a:gd name="connsiteY464" fmla="*/ 3001117 h 3377886"/>
                <a:gd name="connsiteX465" fmla="*/ 3353191 w 8314954"/>
                <a:gd name="connsiteY465" fmla="*/ 2982878 h 3377886"/>
                <a:gd name="connsiteX466" fmla="*/ 3361467 w 8314954"/>
                <a:gd name="connsiteY466" fmla="*/ 2965199 h 3377886"/>
                <a:gd name="connsiteX467" fmla="*/ 3361467 w 8314954"/>
                <a:gd name="connsiteY467" fmla="*/ 2948923 h 3377886"/>
                <a:gd name="connsiteX468" fmla="*/ 3362308 w 8314954"/>
                <a:gd name="connsiteY468" fmla="*/ 2938260 h 3377886"/>
                <a:gd name="connsiteX469" fmla="*/ 3364133 w 8314954"/>
                <a:gd name="connsiteY469" fmla="*/ 2937558 h 3377886"/>
                <a:gd name="connsiteX470" fmla="*/ 3353752 w 8314954"/>
                <a:gd name="connsiteY470" fmla="*/ 2921423 h 3377886"/>
                <a:gd name="connsiteX471" fmla="*/ 3344073 w 8314954"/>
                <a:gd name="connsiteY471" fmla="*/ 2916793 h 3377886"/>
                <a:gd name="connsiteX472" fmla="*/ 3333133 w 8314954"/>
                <a:gd name="connsiteY472" fmla="*/ 2913987 h 3377886"/>
                <a:gd name="connsiteX473" fmla="*/ 3316298 w 8314954"/>
                <a:gd name="connsiteY473" fmla="*/ 2913987 h 3377886"/>
                <a:gd name="connsiteX474" fmla="*/ 3299747 w 8314954"/>
                <a:gd name="connsiteY474" fmla="*/ 2912162 h 3377886"/>
                <a:gd name="connsiteX475" fmla="*/ 3289367 w 8314954"/>
                <a:gd name="connsiteY475" fmla="*/ 2906409 h 3377886"/>
                <a:gd name="connsiteX476" fmla="*/ 3488557 w 8314954"/>
                <a:gd name="connsiteY476" fmla="*/ 2887748 h 3377886"/>
                <a:gd name="connsiteX477" fmla="*/ 3474529 w 8314954"/>
                <a:gd name="connsiteY477" fmla="*/ 2890415 h 3377886"/>
                <a:gd name="connsiteX478" fmla="*/ 3463307 w 8314954"/>
                <a:gd name="connsiteY478" fmla="*/ 2888170 h 3377886"/>
                <a:gd name="connsiteX479" fmla="*/ 3450821 w 8314954"/>
                <a:gd name="connsiteY479" fmla="*/ 2890836 h 3377886"/>
                <a:gd name="connsiteX480" fmla="*/ 3436794 w 8314954"/>
                <a:gd name="connsiteY480" fmla="*/ 2887888 h 3377886"/>
                <a:gd name="connsiteX481" fmla="*/ 3425713 w 8314954"/>
                <a:gd name="connsiteY481" fmla="*/ 2895746 h 3377886"/>
                <a:gd name="connsiteX482" fmla="*/ 3425012 w 8314954"/>
                <a:gd name="connsiteY482" fmla="*/ 2914968 h 3377886"/>
                <a:gd name="connsiteX483" fmla="*/ 3418980 w 8314954"/>
                <a:gd name="connsiteY483" fmla="*/ 2943029 h 3377886"/>
                <a:gd name="connsiteX484" fmla="*/ 3414773 w 8314954"/>
                <a:gd name="connsiteY484" fmla="*/ 2960708 h 3377886"/>
                <a:gd name="connsiteX485" fmla="*/ 3413088 w 8314954"/>
                <a:gd name="connsiteY485" fmla="*/ 2989752 h 3377886"/>
                <a:gd name="connsiteX486" fmla="*/ 3409160 w 8314954"/>
                <a:gd name="connsiteY486" fmla="*/ 3008413 h 3377886"/>
                <a:gd name="connsiteX487" fmla="*/ 3404953 w 8314954"/>
                <a:gd name="connsiteY487" fmla="*/ 3026652 h 3377886"/>
                <a:gd name="connsiteX488" fmla="*/ 3400043 w 8314954"/>
                <a:gd name="connsiteY488" fmla="*/ 3037737 h 3377886"/>
                <a:gd name="connsiteX489" fmla="*/ 3394150 w 8314954"/>
                <a:gd name="connsiteY489" fmla="*/ 3073235 h 3377886"/>
                <a:gd name="connsiteX490" fmla="*/ 3396396 w 8314954"/>
                <a:gd name="connsiteY490" fmla="*/ 3095263 h 3377886"/>
                <a:gd name="connsiteX491" fmla="*/ 3398219 w 8314954"/>
                <a:gd name="connsiteY491" fmla="*/ 3109294 h 3377886"/>
                <a:gd name="connsiteX492" fmla="*/ 3399200 w 8314954"/>
                <a:gd name="connsiteY492" fmla="*/ 3124166 h 3377886"/>
                <a:gd name="connsiteX493" fmla="*/ 3404110 w 8314954"/>
                <a:gd name="connsiteY493" fmla="*/ 3147877 h 3377886"/>
                <a:gd name="connsiteX494" fmla="*/ 3405514 w 8314954"/>
                <a:gd name="connsiteY494" fmla="*/ 3167801 h 3377886"/>
                <a:gd name="connsiteX495" fmla="*/ 3416175 w 8314954"/>
                <a:gd name="connsiteY495" fmla="*/ 3184918 h 3377886"/>
                <a:gd name="connsiteX496" fmla="*/ 3427676 w 8314954"/>
                <a:gd name="connsiteY496" fmla="*/ 3191233 h 3377886"/>
                <a:gd name="connsiteX497" fmla="*/ 3450402 w 8314954"/>
                <a:gd name="connsiteY497" fmla="*/ 3192495 h 3377886"/>
                <a:gd name="connsiteX498" fmla="*/ 3465971 w 8314954"/>
                <a:gd name="connsiteY498" fmla="*/ 3196985 h 3377886"/>
                <a:gd name="connsiteX499" fmla="*/ 3484348 w 8314954"/>
                <a:gd name="connsiteY499" fmla="*/ 3196985 h 3377886"/>
                <a:gd name="connsiteX500" fmla="*/ 3503004 w 8314954"/>
                <a:gd name="connsiteY500" fmla="*/ 3198809 h 3377886"/>
                <a:gd name="connsiteX501" fmla="*/ 3515068 w 8314954"/>
                <a:gd name="connsiteY501" fmla="*/ 3204000 h 3377886"/>
                <a:gd name="connsiteX502" fmla="*/ 3532322 w 8314954"/>
                <a:gd name="connsiteY502" fmla="*/ 3199931 h 3377886"/>
                <a:gd name="connsiteX503" fmla="*/ 3549856 w 8314954"/>
                <a:gd name="connsiteY503" fmla="*/ 3197267 h 3377886"/>
                <a:gd name="connsiteX504" fmla="*/ 3556590 w 8314954"/>
                <a:gd name="connsiteY504" fmla="*/ 3181972 h 3377886"/>
                <a:gd name="connsiteX505" fmla="*/ 3564725 w 8314954"/>
                <a:gd name="connsiteY505" fmla="*/ 3158682 h 3377886"/>
                <a:gd name="connsiteX506" fmla="*/ 3555607 w 8314954"/>
                <a:gd name="connsiteY506" fmla="*/ 3137775 h 3377886"/>
                <a:gd name="connsiteX507" fmla="*/ 3554906 w 8314954"/>
                <a:gd name="connsiteY507" fmla="*/ 3137495 h 3377886"/>
                <a:gd name="connsiteX508" fmla="*/ 3538634 w 8314954"/>
                <a:gd name="connsiteY508" fmla="*/ 3135811 h 3377886"/>
                <a:gd name="connsiteX509" fmla="*/ 3528253 w 8314954"/>
                <a:gd name="connsiteY509" fmla="*/ 3131743 h 3377886"/>
                <a:gd name="connsiteX510" fmla="*/ 3517734 w 8314954"/>
                <a:gd name="connsiteY510" fmla="*/ 3129498 h 3377886"/>
                <a:gd name="connsiteX511" fmla="*/ 3502864 w 8314954"/>
                <a:gd name="connsiteY511" fmla="*/ 3127533 h 3377886"/>
                <a:gd name="connsiteX512" fmla="*/ 3482103 w 8314954"/>
                <a:gd name="connsiteY512" fmla="*/ 3118274 h 3377886"/>
                <a:gd name="connsiteX513" fmla="*/ 3474529 w 8314954"/>
                <a:gd name="connsiteY513" fmla="*/ 3093438 h 3377886"/>
                <a:gd name="connsiteX514" fmla="*/ 3473547 w 8314954"/>
                <a:gd name="connsiteY514" fmla="*/ 3079407 h 3377886"/>
                <a:gd name="connsiteX515" fmla="*/ 3482946 w 8314954"/>
                <a:gd name="connsiteY515" fmla="*/ 3049382 h 3377886"/>
                <a:gd name="connsiteX516" fmla="*/ 3510158 w 8314954"/>
                <a:gd name="connsiteY516" fmla="*/ 3036193 h 3377886"/>
                <a:gd name="connsiteX517" fmla="*/ 3527272 w 8314954"/>
                <a:gd name="connsiteY517" fmla="*/ 3026652 h 3377886"/>
                <a:gd name="connsiteX518" fmla="*/ 3539475 w 8314954"/>
                <a:gd name="connsiteY518" fmla="*/ 3018094 h 3377886"/>
                <a:gd name="connsiteX519" fmla="*/ 3553503 w 8314954"/>
                <a:gd name="connsiteY519" fmla="*/ 3014446 h 3377886"/>
                <a:gd name="connsiteX520" fmla="*/ 3560376 w 8314954"/>
                <a:gd name="connsiteY520" fmla="*/ 3006589 h 3377886"/>
                <a:gd name="connsiteX521" fmla="*/ 3557992 w 8314954"/>
                <a:gd name="connsiteY521" fmla="*/ 2991436 h 3377886"/>
                <a:gd name="connsiteX522" fmla="*/ 3546630 w 8314954"/>
                <a:gd name="connsiteY522" fmla="*/ 2970249 h 3377886"/>
                <a:gd name="connsiteX523" fmla="*/ 3526290 w 8314954"/>
                <a:gd name="connsiteY523" fmla="*/ 2963093 h 3377886"/>
                <a:gd name="connsiteX524" fmla="*/ 3513665 w 8314954"/>
                <a:gd name="connsiteY524" fmla="*/ 2970249 h 3377886"/>
                <a:gd name="connsiteX525" fmla="*/ 3501041 w 8314954"/>
                <a:gd name="connsiteY525" fmla="*/ 2965899 h 3377886"/>
                <a:gd name="connsiteX526" fmla="*/ 3503986 w 8314954"/>
                <a:gd name="connsiteY526" fmla="*/ 2951869 h 3377886"/>
                <a:gd name="connsiteX527" fmla="*/ 3519276 w 8314954"/>
                <a:gd name="connsiteY527" fmla="*/ 2923807 h 3377886"/>
                <a:gd name="connsiteX528" fmla="*/ 3513946 w 8314954"/>
                <a:gd name="connsiteY528" fmla="*/ 2903181 h 3377886"/>
                <a:gd name="connsiteX529" fmla="*/ 3507353 w 8314954"/>
                <a:gd name="connsiteY529" fmla="*/ 2895746 h 3377886"/>
                <a:gd name="connsiteX530" fmla="*/ 3498796 w 8314954"/>
                <a:gd name="connsiteY530" fmla="*/ 2893782 h 3377886"/>
                <a:gd name="connsiteX531" fmla="*/ 3488557 w 8314954"/>
                <a:gd name="connsiteY531" fmla="*/ 2887748 h 3377886"/>
                <a:gd name="connsiteX532" fmla="*/ 4445365 w 8314954"/>
                <a:gd name="connsiteY532" fmla="*/ 2883820 h 3377886"/>
                <a:gd name="connsiteX533" fmla="*/ 4382804 w 8314954"/>
                <a:gd name="connsiteY533" fmla="*/ 2904165 h 3377886"/>
                <a:gd name="connsiteX534" fmla="*/ 4361902 w 8314954"/>
                <a:gd name="connsiteY534" fmla="*/ 2906270 h 3377886"/>
                <a:gd name="connsiteX535" fmla="*/ 4335532 w 8314954"/>
                <a:gd name="connsiteY535" fmla="*/ 2917073 h 3377886"/>
                <a:gd name="connsiteX536" fmla="*/ 4320101 w 8314954"/>
                <a:gd name="connsiteY536" fmla="*/ 2921984 h 3377886"/>
                <a:gd name="connsiteX537" fmla="*/ 4308318 w 8314954"/>
                <a:gd name="connsiteY537" fmla="*/ 2923247 h 3377886"/>
                <a:gd name="connsiteX538" fmla="*/ 4295834 w 8314954"/>
                <a:gd name="connsiteY538" fmla="*/ 2915671 h 3377886"/>
                <a:gd name="connsiteX539" fmla="*/ 4286156 w 8314954"/>
                <a:gd name="connsiteY539" fmla="*/ 2935594 h 3377886"/>
                <a:gd name="connsiteX540" fmla="*/ 4282227 w 8314954"/>
                <a:gd name="connsiteY540" fmla="*/ 2955237 h 3377886"/>
                <a:gd name="connsiteX541" fmla="*/ 4280404 w 8314954"/>
                <a:gd name="connsiteY541" fmla="*/ 2966743 h 3377886"/>
                <a:gd name="connsiteX542" fmla="*/ 4284892 w 8314954"/>
                <a:gd name="connsiteY542" fmla="*/ 2981896 h 3377886"/>
                <a:gd name="connsiteX543" fmla="*/ 4288540 w 8314954"/>
                <a:gd name="connsiteY543" fmla="*/ 3017393 h 3377886"/>
                <a:gd name="connsiteX544" fmla="*/ 4280965 w 8314954"/>
                <a:gd name="connsiteY544" fmla="*/ 3039421 h 3377886"/>
                <a:gd name="connsiteX545" fmla="*/ 4284894 w 8314954"/>
                <a:gd name="connsiteY545" fmla="*/ 3053452 h 3377886"/>
                <a:gd name="connsiteX546" fmla="*/ 4291907 w 8314954"/>
                <a:gd name="connsiteY546" fmla="*/ 3066500 h 3377886"/>
                <a:gd name="connsiteX547" fmla="*/ 4294992 w 8314954"/>
                <a:gd name="connsiteY547" fmla="*/ 3075480 h 3377886"/>
                <a:gd name="connsiteX548" fmla="*/ 4298920 w 8314954"/>
                <a:gd name="connsiteY548" fmla="*/ 3081653 h 3377886"/>
                <a:gd name="connsiteX549" fmla="*/ 4306775 w 8314954"/>
                <a:gd name="connsiteY549" fmla="*/ 3082776 h 3377886"/>
                <a:gd name="connsiteX550" fmla="*/ 4316454 w 8314954"/>
                <a:gd name="connsiteY550" fmla="*/ 3080672 h 3377886"/>
                <a:gd name="connsiteX551" fmla="*/ 4326975 w 8314954"/>
                <a:gd name="connsiteY551" fmla="*/ 3077725 h 3377886"/>
                <a:gd name="connsiteX552" fmla="*/ 4335251 w 8314954"/>
                <a:gd name="connsiteY552" fmla="*/ 3078847 h 3377886"/>
                <a:gd name="connsiteX553" fmla="*/ 4333709 w 8314954"/>
                <a:gd name="connsiteY553" fmla="*/ 3092878 h 3377886"/>
                <a:gd name="connsiteX554" fmla="*/ 4327677 w 8314954"/>
                <a:gd name="connsiteY554" fmla="*/ 3098350 h 3377886"/>
                <a:gd name="connsiteX555" fmla="*/ 4320944 w 8314954"/>
                <a:gd name="connsiteY555" fmla="*/ 3098350 h 3377886"/>
                <a:gd name="connsiteX556" fmla="*/ 4314069 w 8314954"/>
                <a:gd name="connsiteY556" fmla="*/ 3099613 h 3377886"/>
                <a:gd name="connsiteX557" fmla="*/ 4307617 w 8314954"/>
                <a:gd name="connsiteY557" fmla="*/ 3097509 h 3377886"/>
                <a:gd name="connsiteX558" fmla="*/ 4301306 w 8314954"/>
                <a:gd name="connsiteY558" fmla="*/ 3105928 h 3377886"/>
                <a:gd name="connsiteX559" fmla="*/ 4300042 w 8314954"/>
                <a:gd name="connsiteY559" fmla="*/ 3117432 h 3377886"/>
                <a:gd name="connsiteX560" fmla="*/ 4300042 w 8314954"/>
                <a:gd name="connsiteY560" fmla="*/ 3126833 h 3377886"/>
                <a:gd name="connsiteX561" fmla="*/ 4309722 w 8314954"/>
                <a:gd name="connsiteY561" fmla="*/ 3131744 h 3377886"/>
                <a:gd name="connsiteX562" fmla="*/ 4321224 w 8314954"/>
                <a:gd name="connsiteY562" fmla="*/ 3133288 h 3377886"/>
                <a:gd name="connsiteX563" fmla="*/ 4325854 w 8314954"/>
                <a:gd name="connsiteY563" fmla="*/ 3141145 h 3377886"/>
                <a:gd name="connsiteX564" fmla="*/ 4297799 w 8314954"/>
                <a:gd name="connsiteY564" fmla="*/ 3153492 h 3377886"/>
                <a:gd name="connsiteX565" fmla="*/ 4275635 w 8314954"/>
                <a:gd name="connsiteY565" fmla="*/ 3161068 h 3377886"/>
                <a:gd name="connsiteX566" fmla="*/ 4268060 w 8314954"/>
                <a:gd name="connsiteY566" fmla="*/ 3157421 h 3377886"/>
                <a:gd name="connsiteX567" fmla="*/ 4262027 w 8314954"/>
                <a:gd name="connsiteY567" fmla="*/ 3162330 h 3377886"/>
                <a:gd name="connsiteX568" fmla="*/ 4256556 w 8314954"/>
                <a:gd name="connsiteY568" fmla="*/ 3173836 h 3377886"/>
                <a:gd name="connsiteX569" fmla="*/ 4255717 w 8314954"/>
                <a:gd name="connsiteY569" fmla="*/ 3183797 h 3377886"/>
                <a:gd name="connsiteX570" fmla="*/ 4259363 w 8314954"/>
                <a:gd name="connsiteY570" fmla="*/ 3205545 h 3377886"/>
                <a:gd name="connsiteX571" fmla="*/ 4275635 w 8314954"/>
                <a:gd name="connsiteY571" fmla="*/ 3214103 h 3377886"/>
                <a:gd name="connsiteX572" fmla="*/ 4301445 w 8314954"/>
                <a:gd name="connsiteY572" fmla="*/ 3206246 h 3377886"/>
                <a:gd name="connsiteX573" fmla="*/ 4326555 w 8314954"/>
                <a:gd name="connsiteY573" fmla="*/ 3203721 h 3377886"/>
                <a:gd name="connsiteX574" fmla="*/ 4350822 w 8314954"/>
                <a:gd name="connsiteY574" fmla="*/ 3198952 h 3377886"/>
                <a:gd name="connsiteX575" fmla="*/ 4370740 w 8314954"/>
                <a:gd name="connsiteY575" fmla="*/ 3195584 h 3377886"/>
                <a:gd name="connsiteX576" fmla="*/ 4388555 w 8314954"/>
                <a:gd name="connsiteY576" fmla="*/ 3193759 h 3377886"/>
                <a:gd name="connsiteX577" fmla="*/ 4408894 w 8314954"/>
                <a:gd name="connsiteY577" fmla="*/ 3195022 h 3377886"/>
                <a:gd name="connsiteX578" fmla="*/ 4446208 w 8314954"/>
                <a:gd name="connsiteY578" fmla="*/ 3193479 h 3377886"/>
                <a:gd name="connsiteX579" fmla="*/ 4468792 w 8314954"/>
                <a:gd name="connsiteY579" fmla="*/ 3197408 h 3377886"/>
                <a:gd name="connsiteX580" fmla="*/ 4493620 w 8314954"/>
                <a:gd name="connsiteY580" fmla="*/ 3161629 h 3377886"/>
                <a:gd name="connsiteX581" fmla="*/ 4479592 w 8314954"/>
                <a:gd name="connsiteY581" fmla="*/ 3139601 h 3377886"/>
                <a:gd name="connsiteX582" fmla="*/ 4462620 w 8314954"/>
                <a:gd name="connsiteY582" fmla="*/ 3139601 h 3377886"/>
                <a:gd name="connsiteX583" fmla="*/ 4443262 w 8314954"/>
                <a:gd name="connsiteY583" fmla="*/ 3143530 h 3377886"/>
                <a:gd name="connsiteX584" fmla="*/ 4427552 w 8314954"/>
                <a:gd name="connsiteY584" fmla="*/ 3143530 h 3377886"/>
                <a:gd name="connsiteX585" fmla="*/ 4406650 w 8314954"/>
                <a:gd name="connsiteY585" fmla="*/ 3147459 h 3377886"/>
                <a:gd name="connsiteX586" fmla="*/ 4399076 w 8314954"/>
                <a:gd name="connsiteY586" fmla="*/ 3141425 h 3377886"/>
                <a:gd name="connsiteX587" fmla="*/ 4403984 w 8314954"/>
                <a:gd name="connsiteY587" fmla="*/ 3132305 h 3377886"/>
                <a:gd name="connsiteX588" fmla="*/ 4419697 w 8314954"/>
                <a:gd name="connsiteY588" fmla="*/ 3126552 h 3377886"/>
                <a:gd name="connsiteX589" fmla="*/ 4433724 w 8314954"/>
                <a:gd name="connsiteY589" fmla="*/ 3116871 h 3377886"/>
                <a:gd name="connsiteX590" fmla="*/ 4436108 w 8314954"/>
                <a:gd name="connsiteY590" fmla="*/ 3109014 h 3377886"/>
                <a:gd name="connsiteX591" fmla="*/ 4432180 w 8314954"/>
                <a:gd name="connsiteY591" fmla="*/ 3089932 h 3377886"/>
                <a:gd name="connsiteX592" fmla="*/ 4426148 w 8314954"/>
                <a:gd name="connsiteY592" fmla="*/ 3082917 h 3377886"/>
                <a:gd name="connsiteX593" fmla="*/ 4410999 w 8314954"/>
                <a:gd name="connsiteY593" fmla="*/ 3078146 h 3377886"/>
                <a:gd name="connsiteX594" fmla="*/ 4400057 w 8314954"/>
                <a:gd name="connsiteY594" fmla="*/ 3083197 h 3377886"/>
                <a:gd name="connsiteX595" fmla="*/ 4386031 w 8314954"/>
                <a:gd name="connsiteY595" fmla="*/ 3085723 h 3377886"/>
                <a:gd name="connsiteX596" fmla="*/ 4386031 w 8314954"/>
                <a:gd name="connsiteY596" fmla="*/ 3071693 h 3377886"/>
                <a:gd name="connsiteX597" fmla="*/ 4403984 w 8314954"/>
                <a:gd name="connsiteY597" fmla="*/ 3066220 h 3377886"/>
                <a:gd name="connsiteX598" fmla="*/ 4416049 w 8314954"/>
                <a:gd name="connsiteY598" fmla="*/ 3062292 h 3377886"/>
                <a:gd name="connsiteX599" fmla="*/ 4427552 w 8314954"/>
                <a:gd name="connsiteY599" fmla="*/ 3062292 h 3377886"/>
                <a:gd name="connsiteX600" fmla="*/ 4436949 w 8314954"/>
                <a:gd name="connsiteY600" fmla="*/ 3052891 h 3377886"/>
                <a:gd name="connsiteX601" fmla="*/ 4465004 w 8314954"/>
                <a:gd name="connsiteY601" fmla="*/ 2994243 h 3377886"/>
                <a:gd name="connsiteX602" fmla="*/ 4477629 w 8314954"/>
                <a:gd name="connsiteY602" fmla="*/ 2980212 h 3377886"/>
                <a:gd name="connsiteX603" fmla="*/ 4491657 w 8314954"/>
                <a:gd name="connsiteY603" fmla="*/ 2955377 h 3377886"/>
                <a:gd name="connsiteX604" fmla="*/ 4495303 w 8314954"/>
                <a:gd name="connsiteY604" fmla="*/ 2939944 h 3377886"/>
                <a:gd name="connsiteX605" fmla="*/ 4503158 w 8314954"/>
                <a:gd name="connsiteY605" fmla="*/ 2923247 h 3377886"/>
                <a:gd name="connsiteX606" fmla="*/ 4493480 w 8314954"/>
                <a:gd name="connsiteY606" fmla="*/ 2903603 h 3377886"/>
                <a:gd name="connsiteX607" fmla="*/ 4488711 w 8314954"/>
                <a:gd name="connsiteY607" fmla="*/ 2892099 h 3377886"/>
                <a:gd name="connsiteX608" fmla="*/ 4487448 w 8314954"/>
                <a:gd name="connsiteY608" fmla="*/ 2891396 h 3377886"/>
                <a:gd name="connsiteX609" fmla="*/ 4459393 w 8314954"/>
                <a:gd name="connsiteY609" fmla="*/ 2889293 h 3377886"/>
                <a:gd name="connsiteX610" fmla="*/ 4445365 w 8314954"/>
                <a:gd name="connsiteY610" fmla="*/ 2883820 h 3377886"/>
                <a:gd name="connsiteX611" fmla="*/ 2760074 w 8314954"/>
                <a:gd name="connsiteY611" fmla="*/ 2842147 h 3377886"/>
                <a:gd name="connsiteX612" fmla="*/ 2760683 w 8314954"/>
                <a:gd name="connsiteY612" fmla="*/ 2842147 h 3377886"/>
                <a:gd name="connsiteX613" fmla="*/ 2770047 w 8314954"/>
                <a:gd name="connsiteY613" fmla="*/ 2855400 h 3377886"/>
                <a:gd name="connsiteX614" fmla="*/ 2770047 w 8314954"/>
                <a:gd name="connsiteY614" fmla="*/ 2856055 h 3377886"/>
                <a:gd name="connsiteX615" fmla="*/ 2777959 w 8314954"/>
                <a:gd name="connsiteY615" fmla="*/ 2896938 h 3377886"/>
                <a:gd name="connsiteX616" fmla="*/ 2778569 w 8314954"/>
                <a:gd name="connsiteY616" fmla="*/ 2899982 h 3377886"/>
                <a:gd name="connsiteX617" fmla="*/ 2784374 w 8314954"/>
                <a:gd name="connsiteY617" fmla="*/ 2899982 h 3377886"/>
                <a:gd name="connsiteX618" fmla="*/ 2926661 w 8314954"/>
                <a:gd name="connsiteY618" fmla="*/ 2879423 h 3377886"/>
                <a:gd name="connsiteX619" fmla="*/ 2914255 w 8314954"/>
                <a:gd name="connsiteY619" fmla="*/ 2910005 h 3377886"/>
                <a:gd name="connsiteX620" fmla="*/ 2880451 w 8314954"/>
                <a:gd name="connsiteY620" fmla="*/ 2931172 h 3377886"/>
                <a:gd name="connsiteX621" fmla="*/ 2877641 w 8314954"/>
                <a:gd name="connsiteY621" fmla="*/ 2931734 h 3377886"/>
                <a:gd name="connsiteX622" fmla="*/ 2877641 w 8314954"/>
                <a:gd name="connsiteY622" fmla="*/ 2934544 h 3377886"/>
                <a:gd name="connsiteX623" fmla="*/ 2865233 w 8314954"/>
                <a:gd name="connsiteY623" fmla="*/ 2959599 h 3377886"/>
                <a:gd name="connsiteX624" fmla="*/ 2839061 w 8314954"/>
                <a:gd name="connsiteY624" fmla="*/ 2967889 h 3377886"/>
                <a:gd name="connsiteX625" fmla="*/ 2835549 w 8314954"/>
                <a:gd name="connsiteY625" fmla="*/ 2967889 h 3377886"/>
                <a:gd name="connsiteX626" fmla="*/ 2832598 w 8314954"/>
                <a:gd name="connsiteY626" fmla="*/ 2967514 h 3377886"/>
                <a:gd name="connsiteX627" fmla="*/ 2831570 w 8314954"/>
                <a:gd name="connsiteY627" fmla="*/ 2970277 h 3377886"/>
                <a:gd name="connsiteX628" fmla="*/ 2811998 w 8314954"/>
                <a:gd name="connsiteY628" fmla="*/ 2986480 h 3377886"/>
                <a:gd name="connsiteX629" fmla="*/ 2801978 w 8314954"/>
                <a:gd name="connsiteY629" fmla="*/ 2987979 h 3377886"/>
                <a:gd name="connsiteX630" fmla="*/ 2789056 w 8314954"/>
                <a:gd name="connsiteY630" fmla="*/ 2985731 h 3377886"/>
                <a:gd name="connsiteX631" fmla="*/ 2782126 w 8314954"/>
                <a:gd name="connsiteY631" fmla="*/ 2982828 h 3377886"/>
                <a:gd name="connsiteX632" fmla="*/ 2792286 w 8314954"/>
                <a:gd name="connsiteY632" fmla="*/ 3024227 h 3377886"/>
                <a:gd name="connsiteX633" fmla="*/ 2728611 w 8314954"/>
                <a:gd name="connsiteY633" fmla="*/ 3024227 h 3377886"/>
                <a:gd name="connsiteX634" fmla="*/ 2738724 w 8314954"/>
                <a:gd name="connsiteY634" fmla="*/ 2982875 h 3377886"/>
                <a:gd name="connsiteX635" fmla="*/ 2731841 w 8314954"/>
                <a:gd name="connsiteY635" fmla="*/ 2985731 h 3377886"/>
                <a:gd name="connsiteX636" fmla="*/ 2718872 w 8314954"/>
                <a:gd name="connsiteY636" fmla="*/ 2987979 h 3377886"/>
                <a:gd name="connsiteX637" fmla="*/ 2708853 w 8314954"/>
                <a:gd name="connsiteY637" fmla="*/ 2986480 h 3377886"/>
                <a:gd name="connsiteX638" fmla="*/ 2689282 w 8314954"/>
                <a:gd name="connsiteY638" fmla="*/ 2970277 h 3377886"/>
                <a:gd name="connsiteX639" fmla="*/ 2688252 w 8314954"/>
                <a:gd name="connsiteY639" fmla="*/ 2967514 h 3377886"/>
                <a:gd name="connsiteX640" fmla="*/ 2685302 w 8314954"/>
                <a:gd name="connsiteY640" fmla="*/ 2967889 h 3377886"/>
                <a:gd name="connsiteX641" fmla="*/ 2681790 w 8314954"/>
                <a:gd name="connsiteY641" fmla="*/ 2967889 h 3377886"/>
                <a:gd name="connsiteX642" fmla="*/ 2655617 w 8314954"/>
                <a:gd name="connsiteY642" fmla="*/ 2959599 h 3377886"/>
                <a:gd name="connsiteX643" fmla="*/ 2643211 w 8314954"/>
                <a:gd name="connsiteY643" fmla="*/ 2934591 h 3377886"/>
                <a:gd name="connsiteX644" fmla="*/ 2643023 w 8314954"/>
                <a:gd name="connsiteY644" fmla="*/ 2934591 h 3377886"/>
                <a:gd name="connsiteX645" fmla="*/ 2643023 w 8314954"/>
                <a:gd name="connsiteY645" fmla="*/ 2931734 h 3377886"/>
                <a:gd name="connsiteX646" fmla="*/ 2640214 w 8314954"/>
                <a:gd name="connsiteY646" fmla="*/ 2931172 h 3377886"/>
                <a:gd name="connsiteX647" fmla="*/ 2606362 w 8314954"/>
                <a:gd name="connsiteY647" fmla="*/ 2910005 h 3377886"/>
                <a:gd name="connsiteX648" fmla="*/ 2593955 w 8314954"/>
                <a:gd name="connsiteY648" fmla="*/ 2879423 h 3377886"/>
                <a:gd name="connsiteX649" fmla="*/ 2736383 w 8314954"/>
                <a:gd name="connsiteY649" fmla="*/ 2899982 h 3377886"/>
                <a:gd name="connsiteX650" fmla="*/ 2742189 w 8314954"/>
                <a:gd name="connsiteY650" fmla="*/ 2899982 h 3377886"/>
                <a:gd name="connsiteX651" fmla="*/ 2742797 w 8314954"/>
                <a:gd name="connsiteY651" fmla="*/ 2896938 h 3377886"/>
                <a:gd name="connsiteX652" fmla="*/ 2750710 w 8314954"/>
                <a:gd name="connsiteY652" fmla="*/ 2856055 h 3377886"/>
                <a:gd name="connsiteX653" fmla="*/ 2750710 w 8314954"/>
                <a:gd name="connsiteY653" fmla="*/ 2855400 h 3377886"/>
                <a:gd name="connsiteX654" fmla="*/ 2760074 w 8314954"/>
                <a:gd name="connsiteY654" fmla="*/ 2842147 h 3377886"/>
                <a:gd name="connsiteX655" fmla="*/ 2833723 w 8314954"/>
                <a:gd name="connsiteY655" fmla="*/ 2840507 h 3377886"/>
                <a:gd name="connsiteX656" fmla="*/ 2814104 w 8314954"/>
                <a:gd name="connsiteY656" fmla="*/ 2841725 h 3377886"/>
                <a:gd name="connsiteX657" fmla="*/ 2830305 w 8314954"/>
                <a:gd name="connsiteY657" fmla="*/ 2853526 h 3377886"/>
                <a:gd name="connsiteX658" fmla="*/ 2852031 w 8314954"/>
                <a:gd name="connsiteY658" fmla="*/ 2852356 h 3377886"/>
                <a:gd name="connsiteX659" fmla="*/ 2833723 w 8314954"/>
                <a:gd name="connsiteY659" fmla="*/ 2840507 h 3377886"/>
                <a:gd name="connsiteX660" fmla="*/ 3853409 w 8314954"/>
                <a:gd name="connsiteY660" fmla="*/ 2823907 h 3377886"/>
                <a:gd name="connsiteX661" fmla="*/ 3844433 w 8314954"/>
                <a:gd name="connsiteY661" fmla="*/ 2827275 h 3377886"/>
                <a:gd name="connsiteX662" fmla="*/ 3835595 w 8314954"/>
                <a:gd name="connsiteY662" fmla="*/ 2828257 h 3377886"/>
                <a:gd name="connsiteX663" fmla="*/ 3826338 w 8314954"/>
                <a:gd name="connsiteY663" fmla="*/ 2831905 h 3377886"/>
                <a:gd name="connsiteX664" fmla="*/ 3810485 w 8314954"/>
                <a:gd name="connsiteY664" fmla="*/ 2834571 h 3377886"/>
                <a:gd name="connsiteX665" fmla="*/ 3807400 w 8314954"/>
                <a:gd name="connsiteY665" fmla="*/ 2843411 h 3377886"/>
                <a:gd name="connsiteX666" fmla="*/ 3817920 w 8314954"/>
                <a:gd name="connsiteY666" fmla="*/ 2869367 h 3377886"/>
                <a:gd name="connsiteX667" fmla="*/ 3814554 w 8314954"/>
                <a:gd name="connsiteY667" fmla="*/ 2879749 h 3377886"/>
                <a:gd name="connsiteX668" fmla="*/ 3811328 w 8314954"/>
                <a:gd name="connsiteY668" fmla="*/ 2888028 h 3377886"/>
                <a:gd name="connsiteX669" fmla="*/ 3809363 w 8314954"/>
                <a:gd name="connsiteY669" fmla="*/ 2896727 h 3377886"/>
                <a:gd name="connsiteX670" fmla="*/ 3817640 w 8314954"/>
                <a:gd name="connsiteY670" fmla="*/ 2903041 h 3377886"/>
                <a:gd name="connsiteX671" fmla="*/ 3826338 w 8314954"/>
                <a:gd name="connsiteY671" fmla="*/ 2905847 h 3377886"/>
                <a:gd name="connsiteX672" fmla="*/ 3827740 w 8314954"/>
                <a:gd name="connsiteY672" fmla="*/ 2914266 h 3377886"/>
                <a:gd name="connsiteX673" fmla="*/ 3815395 w 8314954"/>
                <a:gd name="connsiteY673" fmla="*/ 2921422 h 3377886"/>
                <a:gd name="connsiteX674" fmla="*/ 3785236 w 8314954"/>
                <a:gd name="connsiteY674" fmla="*/ 2930682 h 3377886"/>
                <a:gd name="connsiteX675" fmla="*/ 3768824 w 8314954"/>
                <a:gd name="connsiteY675" fmla="*/ 2932927 h 3377886"/>
                <a:gd name="connsiteX676" fmla="*/ 3730249 w 8314954"/>
                <a:gd name="connsiteY676" fmla="*/ 2940644 h 3377886"/>
                <a:gd name="connsiteX677" fmla="*/ 3714118 w 8314954"/>
                <a:gd name="connsiteY677" fmla="*/ 2946116 h 3377886"/>
                <a:gd name="connsiteX678" fmla="*/ 3706682 w 8314954"/>
                <a:gd name="connsiteY678" fmla="*/ 2941906 h 3377886"/>
                <a:gd name="connsiteX679" fmla="*/ 3678628 w 8314954"/>
                <a:gd name="connsiteY679" fmla="*/ 2955937 h 3377886"/>
                <a:gd name="connsiteX680" fmla="*/ 3675963 w 8314954"/>
                <a:gd name="connsiteY680" fmla="*/ 2965759 h 3377886"/>
                <a:gd name="connsiteX681" fmla="*/ 3676664 w 8314954"/>
                <a:gd name="connsiteY681" fmla="*/ 2978106 h 3377886"/>
                <a:gd name="connsiteX682" fmla="*/ 3680311 w 8314954"/>
                <a:gd name="connsiteY682" fmla="*/ 2993120 h 3377886"/>
                <a:gd name="connsiteX683" fmla="*/ 3694338 w 8314954"/>
                <a:gd name="connsiteY683" fmla="*/ 2993961 h 3377886"/>
                <a:gd name="connsiteX684" fmla="*/ 3702054 w 8314954"/>
                <a:gd name="connsiteY684" fmla="*/ 2999433 h 3377886"/>
                <a:gd name="connsiteX685" fmla="*/ 3711592 w 8314954"/>
                <a:gd name="connsiteY685" fmla="*/ 2993961 h 3377886"/>
                <a:gd name="connsiteX686" fmla="*/ 3722533 w 8314954"/>
                <a:gd name="connsiteY686" fmla="*/ 2990172 h 3377886"/>
                <a:gd name="connsiteX687" fmla="*/ 3735438 w 8314954"/>
                <a:gd name="connsiteY687" fmla="*/ 2986665 h 3377886"/>
                <a:gd name="connsiteX688" fmla="*/ 3743435 w 8314954"/>
                <a:gd name="connsiteY688" fmla="*/ 2986665 h 3377886"/>
                <a:gd name="connsiteX689" fmla="*/ 3753535 w 8314954"/>
                <a:gd name="connsiteY689" fmla="*/ 2986665 h 3377886"/>
                <a:gd name="connsiteX690" fmla="*/ 3765037 w 8314954"/>
                <a:gd name="connsiteY690" fmla="*/ 2983577 h 3377886"/>
                <a:gd name="connsiteX691" fmla="*/ 3775697 w 8314954"/>
                <a:gd name="connsiteY691" fmla="*/ 2982175 h 3377886"/>
                <a:gd name="connsiteX692" fmla="*/ 3788323 w 8314954"/>
                <a:gd name="connsiteY692" fmla="*/ 2978947 h 3377886"/>
                <a:gd name="connsiteX693" fmla="*/ 3802350 w 8314954"/>
                <a:gd name="connsiteY693" fmla="*/ 2975440 h 3377886"/>
                <a:gd name="connsiteX694" fmla="*/ 3816378 w 8314954"/>
                <a:gd name="connsiteY694" fmla="*/ 2971791 h 3377886"/>
                <a:gd name="connsiteX695" fmla="*/ 3866174 w 8314954"/>
                <a:gd name="connsiteY695" fmla="*/ 2959444 h 3377886"/>
                <a:gd name="connsiteX696" fmla="*/ 3887496 w 8314954"/>
                <a:gd name="connsiteY696" fmla="*/ 2950466 h 3377886"/>
                <a:gd name="connsiteX697" fmla="*/ 3901523 w 8314954"/>
                <a:gd name="connsiteY697" fmla="*/ 2950466 h 3377886"/>
                <a:gd name="connsiteX698" fmla="*/ 3916814 w 8314954"/>
                <a:gd name="connsiteY698" fmla="*/ 2944994 h 3377886"/>
                <a:gd name="connsiteX699" fmla="*/ 3932104 w 8314954"/>
                <a:gd name="connsiteY699" fmla="*/ 2940364 h 3377886"/>
                <a:gd name="connsiteX700" fmla="*/ 3948797 w 8314954"/>
                <a:gd name="connsiteY700" fmla="*/ 2938399 h 3377886"/>
                <a:gd name="connsiteX701" fmla="*/ 3969697 w 8314954"/>
                <a:gd name="connsiteY701" fmla="*/ 2936997 h 3377886"/>
                <a:gd name="connsiteX702" fmla="*/ 3982041 w 8314954"/>
                <a:gd name="connsiteY702" fmla="*/ 2940644 h 3377886"/>
                <a:gd name="connsiteX703" fmla="*/ 4005046 w 8314954"/>
                <a:gd name="connsiteY703" fmla="*/ 2921141 h 3377886"/>
                <a:gd name="connsiteX704" fmla="*/ 4005747 w 8314954"/>
                <a:gd name="connsiteY704" fmla="*/ 2908232 h 3377886"/>
                <a:gd name="connsiteX705" fmla="*/ 3999996 w 8314954"/>
                <a:gd name="connsiteY705" fmla="*/ 2901918 h 3377886"/>
                <a:gd name="connsiteX706" fmla="*/ 4000276 w 8314954"/>
                <a:gd name="connsiteY706" fmla="*/ 2901918 h 3377886"/>
                <a:gd name="connsiteX707" fmla="*/ 3987512 w 8314954"/>
                <a:gd name="connsiteY707" fmla="*/ 2890694 h 3377886"/>
                <a:gd name="connsiteX708" fmla="*/ 3976851 w 8314954"/>
                <a:gd name="connsiteY708" fmla="*/ 2887187 h 3377886"/>
                <a:gd name="connsiteX709" fmla="*/ 3966612 w 8314954"/>
                <a:gd name="connsiteY709" fmla="*/ 2882837 h 3377886"/>
                <a:gd name="connsiteX710" fmla="*/ 3942625 w 8314954"/>
                <a:gd name="connsiteY710" fmla="*/ 2888309 h 3377886"/>
                <a:gd name="connsiteX711" fmla="*/ 3900542 w 8314954"/>
                <a:gd name="connsiteY711" fmla="*/ 2898130 h 3377886"/>
                <a:gd name="connsiteX712" fmla="*/ 3898298 w 8314954"/>
                <a:gd name="connsiteY712" fmla="*/ 2890975 h 3377886"/>
                <a:gd name="connsiteX713" fmla="*/ 3910081 w 8314954"/>
                <a:gd name="connsiteY713" fmla="*/ 2869367 h 3377886"/>
                <a:gd name="connsiteX714" fmla="*/ 3900542 w 8314954"/>
                <a:gd name="connsiteY714" fmla="*/ 2848320 h 3377886"/>
                <a:gd name="connsiteX715" fmla="*/ 3896475 w 8314954"/>
                <a:gd name="connsiteY715" fmla="*/ 2834289 h 3377886"/>
                <a:gd name="connsiteX716" fmla="*/ 3884129 w 8314954"/>
                <a:gd name="connsiteY716" fmla="*/ 2830502 h 3377886"/>
                <a:gd name="connsiteX717" fmla="*/ 3877256 w 8314954"/>
                <a:gd name="connsiteY717" fmla="*/ 2825030 h 3377886"/>
                <a:gd name="connsiteX718" fmla="*/ 3864071 w 8314954"/>
                <a:gd name="connsiteY718" fmla="*/ 2825030 h 3377886"/>
                <a:gd name="connsiteX719" fmla="*/ 3853409 w 8314954"/>
                <a:gd name="connsiteY719" fmla="*/ 2823907 h 3377886"/>
                <a:gd name="connsiteX720" fmla="*/ 5704750 w 8314954"/>
                <a:gd name="connsiteY720" fmla="*/ 2821382 h 3377886"/>
                <a:gd name="connsiteX721" fmla="*/ 5696894 w 8314954"/>
                <a:gd name="connsiteY721" fmla="*/ 2823066 h 3377886"/>
                <a:gd name="connsiteX722" fmla="*/ 5689039 w 8314954"/>
                <a:gd name="connsiteY722" fmla="*/ 2823066 h 3377886"/>
                <a:gd name="connsiteX723" fmla="*/ 5679360 w 8314954"/>
                <a:gd name="connsiteY723" fmla="*/ 2841025 h 3377886"/>
                <a:gd name="connsiteX724" fmla="*/ 5666315 w 8314954"/>
                <a:gd name="connsiteY724" fmla="*/ 2858283 h 3377886"/>
                <a:gd name="connsiteX725" fmla="*/ 5655513 w 8314954"/>
                <a:gd name="connsiteY725" fmla="*/ 2849444 h 3377886"/>
                <a:gd name="connsiteX726" fmla="*/ 5645694 w 8314954"/>
                <a:gd name="connsiteY726" fmla="*/ 2859266 h 3377886"/>
                <a:gd name="connsiteX727" fmla="*/ 5651585 w 8314954"/>
                <a:gd name="connsiteY727" fmla="*/ 2874840 h 3377886"/>
                <a:gd name="connsiteX728" fmla="*/ 5646256 w 8314954"/>
                <a:gd name="connsiteY728" fmla="*/ 2888871 h 3377886"/>
                <a:gd name="connsiteX729" fmla="*/ 5646256 w 8314954"/>
                <a:gd name="connsiteY729" fmla="*/ 2906409 h 3377886"/>
                <a:gd name="connsiteX730" fmla="*/ 5654953 w 8314954"/>
                <a:gd name="connsiteY730" fmla="*/ 2902339 h 3377886"/>
                <a:gd name="connsiteX731" fmla="*/ 5667296 w 8314954"/>
                <a:gd name="connsiteY731" fmla="*/ 2897569 h 3377886"/>
                <a:gd name="connsiteX732" fmla="*/ 5674732 w 8314954"/>
                <a:gd name="connsiteY732" fmla="*/ 2915248 h 3377886"/>
                <a:gd name="connsiteX733" fmla="*/ 5660704 w 8314954"/>
                <a:gd name="connsiteY733" fmla="*/ 2928298 h 3377886"/>
                <a:gd name="connsiteX734" fmla="*/ 5654953 w 8314954"/>
                <a:gd name="connsiteY734" fmla="*/ 2921002 h 3377886"/>
                <a:gd name="connsiteX735" fmla="*/ 5639662 w 8314954"/>
                <a:gd name="connsiteY735" fmla="*/ 2921002 h 3377886"/>
                <a:gd name="connsiteX736" fmla="*/ 5635735 w 8314954"/>
                <a:gd name="connsiteY736" fmla="*/ 2914125 h 3377886"/>
                <a:gd name="connsiteX737" fmla="*/ 5631526 w 8314954"/>
                <a:gd name="connsiteY737" fmla="*/ 2884521 h 3377886"/>
                <a:gd name="connsiteX738" fmla="*/ 5628580 w 8314954"/>
                <a:gd name="connsiteY738" fmla="*/ 2875681 h 3377886"/>
                <a:gd name="connsiteX739" fmla="*/ 5624233 w 8314954"/>
                <a:gd name="connsiteY739" fmla="*/ 2861651 h 3377886"/>
                <a:gd name="connsiteX740" fmla="*/ 5615255 w 8314954"/>
                <a:gd name="connsiteY740" fmla="*/ 2866702 h 3377886"/>
                <a:gd name="connsiteX741" fmla="*/ 5609924 w 8314954"/>
                <a:gd name="connsiteY741" fmla="*/ 2879470 h 3377886"/>
                <a:gd name="connsiteX742" fmla="*/ 5611889 w 8314954"/>
                <a:gd name="connsiteY742" fmla="*/ 2888310 h 3377886"/>
                <a:gd name="connsiteX743" fmla="*/ 5611889 w 8314954"/>
                <a:gd name="connsiteY743" fmla="*/ 2914547 h 3377886"/>
                <a:gd name="connsiteX744" fmla="*/ 5614974 w 8314954"/>
                <a:gd name="connsiteY744" fmla="*/ 2933067 h 3377886"/>
                <a:gd name="connsiteX745" fmla="*/ 5613992 w 8314954"/>
                <a:gd name="connsiteY745" fmla="*/ 2960288 h 3377886"/>
                <a:gd name="connsiteX746" fmla="*/ 5621006 w 8314954"/>
                <a:gd name="connsiteY746" fmla="*/ 2973476 h 3377886"/>
                <a:gd name="connsiteX747" fmla="*/ 5627879 w 8314954"/>
                <a:gd name="connsiteY747" fmla="*/ 2969829 h 3377886"/>
                <a:gd name="connsiteX748" fmla="*/ 5632789 w 8314954"/>
                <a:gd name="connsiteY748" fmla="*/ 2962954 h 3377886"/>
                <a:gd name="connsiteX749" fmla="*/ 5636857 w 8314954"/>
                <a:gd name="connsiteY749" fmla="*/ 2951448 h 3377886"/>
                <a:gd name="connsiteX750" fmla="*/ 5643029 w 8314954"/>
                <a:gd name="connsiteY750" fmla="*/ 2959165 h 3377886"/>
                <a:gd name="connsiteX751" fmla="*/ 5645974 w 8314954"/>
                <a:gd name="connsiteY751" fmla="*/ 2968565 h 3377886"/>
                <a:gd name="connsiteX752" fmla="*/ 5656214 w 8314954"/>
                <a:gd name="connsiteY752" fmla="*/ 2964356 h 3377886"/>
                <a:gd name="connsiteX753" fmla="*/ 5667436 w 8314954"/>
                <a:gd name="connsiteY753" fmla="*/ 2965479 h 3377886"/>
                <a:gd name="connsiteX754" fmla="*/ 5666314 w 8314954"/>
                <a:gd name="connsiteY754" fmla="*/ 2971512 h 3377886"/>
                <a:gd name="connsiteX755" fmla="*/ 5658318 w 8314954"/>
                <a:gd name="connsiteY755" fmla="*/ 2976843 h 3377886"/>
                <a:gd name="connsiteX756" fmla="*/ 5648079 w 8314954"/>
                <a:gd name="connsiteY756" fmla="*/ 2980350 h 3377886"/>
                <a:gd name="connsiteX757" fmla="*/ 5629281 w 8314954"/>
                <a:gd name="connsiteY757" fmla="*/ 2983718 h 3377886"/>
                <a:gd name="connsiteX758" fmla="*/ 5617778 w 8314954"/>
                <a:gd name="connsiteY758" fmla="*/ 2984420 h 3377886"/>
                <a:gd name="connsiteX759" fmla="*/ 5604453 w 8314954"/>
                <a:gd name="connsiteY759" fmla="*/ 2988068 h 3377886"/>
                <a:gd name="connsiteX760" fmla="*/ 5597720 w 8314954"/>
                <a:gd name="connsiteY760" fmla="*/ 2981193 h 3377886"/>
                <a:gd name="connsiteX761" fmla="*/ 5602490 w 8314954"/>
                <a:gd name="connsiteY761" fmla="*/ 2967162 h 3377886"/>
                <a:gd name="connsiteX762" fmla="*/ 5602490 w 8314954"/>
                <a:gd name="connsiteY762" fmla="*/ 2955376 h 3377886"/>
                <a:gd name="connsiteX763" fmla="*/ 5599403 w 8314954"/>
                <a:gd name="connsiteY763" fmla="*/ 2939381 h 3377886"/>
                <a:gd name="connsiteX764" fmla="*/ 5598001 w 8314954"/>
                <a:gd name="connsiteY764" fmla="*/ 2915529 h 3377886"/>
                <a:gd name="connsiteX765" fmla="*/ 5598001 w 8314954"/>
                <a:gd name="connsiteY765" fmla="*/ 2903322 h 3377886"/>
                <a:gd name="connsiteX766" fmla="*/ 5598001 w 8314954"/>
                <a:gd name="connsiteY766" fmla="*/ 2893641 h 3377886"/>
                <a:gd name="connsiteX767" fmla="*/ 5598001 w 8314954"/>
                <a:gd name="connsiteY767" fmla="*/ 2884801 h 3377886"/>
                <a:gd name="connsiteX768" fmla="*/ 5596739 w 8314954"/>
                <a:gd name="connsiteY768" fmla="*/ 2870770 h 3377886"/>
                <a:gd name="connsiteX769" fmla="*/ 5595056 w 8314954"/>
                <a:gd name="connsiteY769" fmla="*/ 2859266 h 3377886"/>
                <a:gd name="connsiteX770" fmla="*/ 5590847 w 8314954"/>
                <a:gd name="connsiteY770" fmla="*/ 2852951 h 3377886"/>
                <a:gd name="connsiteX771" fmla="*/ 5585937 w 8314954"/>
                <a:gd name="connsiteY771" fmla="*/ 2856178 h 3377886"/>
                <a:gd name="connsiteX772" fmla="*/ 5576258 w 8314954"/>
                <a:gd name="connsiteY772" fmla="*/ 2856178 h 3377886"/>
                <a:gd name="connsiteX773" fmla="*/ 5569525 w 8314954"/>
                <a:gd name="connsiteY773" fmla="*/ 2867824 h 3377886"/>
                <a:gd name="connsiteX774" fmla="*/ 5572752 w 8314954"/>
                <a:gd name="connsiteY774" fmla="*/ 2888029 h 3377886"/>
                <a:gd name="connsiteX775" fmla="*/ 5575136 w 8314954"/>
                <a:gd name="connsiteY775" fmla="*/ 2923386 h 3377886"/>
                <a:gd name="connsiteX776" fmla="*/ 5572610 w 8314954"/>
                <a:gd name="connsiteY776" fmla="*/ 2956779 h 3377886"/>
                <a:gd name="connsiteX777" fmla="*/ 5575416 w 8314954"/>
                <a:gd name="connsiteY777" fmla="*/ 2973056 h 3377886"/>
                <a:gd name="connsiteX778" fmla="*/ 5579625 w 8314954"/>
                <a:gd name="connsiteY778" fmla="*/ 2984281 h 3377886"/>
                <a:gd name="connsiteX779" fmla="*/ 5574154 w 8314954"/>
                <a:gd name="connsiteY779" fmla="*/ 2989751 h 3377886"/>
                <a:gd name="connsiteX780" fmla="*/ 5558022 w 8314954"/>
                <a:gd name="connsiteY780" fmla="*/ 2996065 h 3377886"/>
                <a:gd name="connsiteX781" fmla="*/ 5550109 w 8314954"/>
                <a:gd name="connsiteY781" fmla="*/ 2992382 h 3377886"/>
                <a:gd name="connsiteX782" fmla="*/ 5549747 w 8314954"/>
                <a:gd name="connsiteY782" fmla="*/ 2989891 h 3377886"/>
                <a:gd name="connsiteX783" fmla="*/ 5545959 w 8314954"/>
                <a:gd name="connsiteY783" fmla="*/ 2965758 h 3377886"/>
                <a:gd name="connsiteX784" fmla="*/ 5540629 w 8314954"/>
                <a:gd name="connsiteY784" fmla="*/ 2965758 h 3377886"/>
                <a:gd name="connsiteX785" fmla="*/ 5521831 w 8314954"/>
                <a:gd name="connsiteY785" fmla="*/ 2996907 h 3377886"/>
                <a:gd name="connsiteX786" fmla="*/ 5514116 w 8314954"/>
                <a:gd name="connsiteY786" fmla="*/ 3001958 h 3377886"/>
                <a:gd name="connsiteX787" fmla="*/ 5509908 w 8314954"/>
                <a:gd name="connsiteY787" fmla="*/ 3012902 h 3377886"/>
                <a:gd name="connsiteX788" fmla="*/ 5509908 w 8314954"/>
                <a:gd name="connsiteY788" fmla="*/ 3039841 h 3377886"/>
                <a:gd name="connsiteX789" fmla="*/ 5518465 w 8314954"/>
                <a:gd name="connsiteY789" fmla="*/ 3066640 h 3377886"/>
                <a:gd name="connsiteX790" fmla="*/ 5529827 w 8314954"/>
                <a:gd name="connsiteY790" fmla="*/ 3071271 h 3377886"/>
                <a:gd name="connsiteX791" fmla="*/ 5559004 w 8314954"/>
                <a:gd name="connsiteY791" fmla="*/ 3048962 h 3377886"/>
                <a:gd name="connsiteX792" fmla="*/ 5565737 w 8314954"/>
                <a:gd name="connsiteY792" fmla="*/ 3040963 h 3377886"/>
                <a:gd name="connsiteX793" fmla="*/ 5579765 w 8314954"/>
                <a:gd name="connsiteY793" fmla="*/ 3022303 h 3377886"/>
                <a:gd name="connsiteX794" fmla="*/ 5602630 w 8314954"/>
                <a:gd name="connsiteY794" fmla="*/ 3013043 h 3377886"/>
                <a:gd name="connsiteX795" fmla="*/ 5621987 w 8314954"/>
                <a:gd name="connsiteY795" fmla="*/ 3009115 h 3377886"/>
                <a:gd name="connsiteX796" fmla="*/ 5647236 w 8314954"/>
                <a:gd name="connsiteY796" fmla="*/ 3005887 h 3377886"/>
                <a:gd name="connsiteX797" fmla="*/ 5662807 w 8314954"/>
                <a:gd name="connsiteY797" fmla="*/ 3002660 h 3377886"/>
                <a:gd name="connsiteX798" fmla="*/ 5678378 w 8314954"/>
                <a:gd name="connsiteY798" fmla="*/ 2999012 h 3377886"/>
                <a:gd name="connsiteX799" fmla="*/ 5709239 w 8314954"/>
                <a:gd name="connsiteY799" fmla="*/ 2995785 h 3377886"/>
                <a:gd name="connsiteX800" fmla="*/ 5728877 w 8314954"/>
                <a:gd name="connsiteY800" fmla="*/ 2992979 h 3377886"/>
                <a:gd name="connsiteX801" fmla="*/ 5747533 w 8314954"/>
                <a:gd name="connsiteY801" fmla="*/ 2990874 h 3377886"/>
                <a:gd name="connsiteX802" fmla="*/ 5739678 w 8314954"/>
                <a:gd name="connsiteY802" fmla="*/ 3005887 h 3377886"/>
                <a:gd name="connsiteX803" fmla="*/ 5725650 w 8314954"/>
                <a:gd name="connsiteY803" fmla="*/ 3012762 h 3377886"/>
                <a:gd name="connsiteX804" fmla="*/ 5712747 w 8314954"/>
                <a:gd name="connsiteY804" fmla="*/ 3009676 h 3377886"/>
                <a:gd name="connsiteX805" fmla="*/ 5700261 w 8314954"/>
                <a:gd name="connsiteY805" fmla="*/ 3009676 h 3377886"/>
                <a:gd name="connsiteX806" fmla="*/ 5684971 w 8314954"/>
                <a:gd name="connsiteY806" fmla="*/ 3009676 h 3377886"/>
                <a:gd name="connsiteX807" fmla="*/ 5678518 w 8314954"/>
                <a:gd name="connsiteY807" fmla="*/ 3014306 h 3377886"/>
                <a:gd name="connsiteX808" fmla="*/ 5667577 w 8314954"/>
                <a:gd name="connsiteY808" fmla="*/ 3018234 h 3377886"/>
                <a:gd name="connsiteX809" fmla="*/ 5654532 w 8314954"/>
                <a:gd name="connsiteY809" fmla="*/ 3020479 h 3377886"/>
                <a:gd name="connsiteX810" fmla="*/ 5637138 w 8314954"/>
                <a:gd name="connsiteY810" fmla="*/ 3024829 h 3377886"/>
                <a:gd name="connsiteX811" fmla="*/ 5621847 w 8314954"/>
                <a:gd name="connsiteY811" fmla="*/ 3026231 h 3377886"/>
                <a:gd name="connsiteX812" fmla="*/ 5615675 w 8314954"/>
                <a:gd name="connsiteY812" fmla="*/ 3030300 h 3377886"/>
                <a:gd name="connsiteX813" fmla="*/ 5599123 w 8314954"/>
                <a:gd name="connsiteY813" fmla="*/ 3031422 h 3377886"/>
                <a:gd name="connsiteX814" fmla="*/ 5587340 w 8314954"/>
                <a:gd name="connsiteY814" fmla="*/ 3059484 h 3377886"/>
                <a:gd name="connsiteX815" fmla="*/ 5584255 w 8314954"/>
                <a:gd name="connsiteY815" fmla="*/ 3074778 h 3377886"/>
                <a:gd name="connsiteX816" fmla="*/ 5588462 w 8314954"/>
                <a:gd name="connsiteY816" fmla="*/ 3085020 h 3377886"/>
                <a:gd name="connsiteX817" fmla="*/ 5599683 w 8314954"/>
                <a:gd name="connsiteY817" fmla="*/ 3085020 h 3377886"/>
                <a:gd name="connsiteX818" fmla="*/ 5613009 w 8314954"/>
                <a:gd name="connsiteY818" fmla="*/ 3078146 h 3377886"/>
                <a:gd name="connsiteX819" fmla="*/ 5624794 w 8314954"/>
                <a:gd name="connsiteY819" fmla="*/ 3070428 h 3377886"/>
                <a:gd name="connsiteX820" fmla="*/ 5635455 w 8314954"/>
                <a:gd name="connsiteY820" fmla="*/ 3071411 h 3377886"/>
                <a:gd name="connsiteX821" fmla="*/ 5630263 w 8314954"/>
                <a:gd name="connsiteY821" fmla="*/ 3085442 h 3377886"/>
                <a:gd name="connsiteX822" fmla="*/ 5628300 w 8314954"/>
                <a:gd name="connsiteY822" fmla="*/ 3099472 h 3377886"/>
                <a:gd name="connsiteX823" fmla="*/ 5624373 w 8314954"/>
                <a:gd name="connsiteY823" fmla="*/ 3105926 h 3377886"/>
                <a:gd name="connsiteX824" fmla="*/ 5613291 w 8314954"/>
                <a:gd name="connsiteY824" fmla="*/ 3111538 h 3377886"/>
                <a:gd name="connsiteX825" fmla="*/ 5594914 w 8314954"/>
                <a:gd name="connsiteY825" fmla="*/ 3116449 h 3377886"/>
                <a:gd name="connsiteX826" fmla="*/ 5580046 w 8314954"/>
                <a:gd name="connsiteY826" fmla="*/ 3125709 h 3377886"/>
                <a:gd name="connsiteX827" fmla="*/ 5564755 w 8314954"/>
                <a:gd name="connsiteY827" fmla="*/ 3121780 h 3377886"/>
                <a:gd name="connsiteX828" fmla="*/ 5543714 w 8314954"/>
                <a:gd name="connsiteY828" fmla="*/ 3134830 h 3377886"/>
                <a:gd name="connsiteX829" fmla="*/ 5540208 w 8314954"/>
                <a:gd name="connsiteY829" fmla="*/ 3152228 h 3377886"/>
                <a:gd name="connsiteX830" fmla="*/ 5542031 w 8314954"/>
                <a:gd name="connsiteY830" fmla="*/ 3164855 h 3377886"/>
                <a:gd name="connsiteX831" fmla="*/ 5549886 w 8314954"/>
                <a:gd name="connsiteY831" fmla="*/ 3168364 h 3377886"/>
                <a:gd name="connsiteX832" fmla="*/ 5567141 w 8314954"/>
                <a:gd name="connsiteY832" fmla="*/ 3172572 h 3377886"/>
                <a:gd name="connsiteX833" fmla="*/ 5586358 w 8314954"/>
                <a:gd name="connsiteY833" fmla="*/ 3165697 h 3377886"/>
                <a:gd name="connsiteX834" fmla="*/ 5609784 w 8314954"/>
                <a:gd name="connsiteY834" fmla="*/ 3161629 h 3377886"/>
                <a:gd name="connsiteX835" fmla="*/ 5632508 w 8314954"/>
                <a:gd name="connsiteY835" fmla="*/ 3157559 h 3377886"/>
                <a:gd name="connsiteX836" fmla="*/ 5639241 w 8314954"/>
                <a:gd name="connsiteY836" fmla="*/ 3167100 h 3377886"/>
                <a:gd name="connsiteX837" fmla="*/ 5614974 w 8314954"/>
                <a:gd name="connsiteY837" fmla="*/ 3209192 h 3377886"/>
                <a:gd name="connsiteX838" fmla="*/ 5584113 w 8314954"/>
                <a:gd name="connsiteY838" fmla="*/ 3214804 h 3377886"/>
                <a:gd name="connsiteX839" fmla="*/ 5571348 w 8314954"/>
                <a:gd name="connsiteY839" fmla="*/ 3221118 h 3377886"/>
                <a:gd name="connsiteX840" fmla="*/ 5595196 w 8314954"/>
                <a:gd name="connsiteY840" fmla="*/ 3243708 h 3377886"/>
                <a:gd name="connsiteX841" fmla="*/ 5596739 w 8314954"/>
                <a:gd name="connsiteY841" fmla="*/ 3258580 h 3377886"/>
                <a:gd name="connsiteX842" fmla="*/ 5621427 w 8314954"/>
                <a:gd name="connsiteY842" fmla="*/ 3258580 h 3377886"/>
                <a:gd name="connsiteX843" fmla="*/ 5637839 w 8314954"/>
                <a:gd name="connsiteY843" fmla="*/ 3254090 h 3377886"/>
                <a:gd name="connsiteX844" fmla="*/ 5658318 w 8314954"/>
                <a:gd name="connsiteY844" fmla="*/ 3246794 h 3377886"/>
                <a:gd name="connsiteX845" fmla="*/ 5672346 w 8314954"/>
                <a:gd name="connsiteY845" fmla="*/ 3219575 h 3377886"/>
                <a:gd name="connsiteX846" fmla="*/ 5679640 w 8314954"/>
                <a:gd name="connsiteY846" fmla="*/ 3206947 h 3377886"/>
                <a:gd name="connsiteX847" fmla="*/ 5683568 w 8314954"/>
                <a:gd name="connsiteY847" fmla="*/ 3188005 h 3377886"/>
                <a:gd name="connsiteX848" fmla="*/ 5685672 w 8314954"/>
                <a:gd name="connsiteY848" fmla="*/ 3171450 h 3377886"/>
                <a:gd name="connsiteX849" fmla="*/ 5684410 w 8314954"/>
                <a:gd name="connsiteY849" fmla="*/ 3152087 h 3377886"/>
                <a:gd name="connsiteX850" fmla="*/ 5712465 w 8314954"/>
                <a:gd name="connsiteY850" fmla="*/ 3139460 h 3377886"/>
                <a:gd name="connsiteX851" fmla="*/ 5724528 w 8314954"/>
                <a:gd name="connsiteY851" fmla="*/ 3135391 h 3377886"/>
                <a:gd name="connsiteX852" fmla="*/ 5742343 w 8314954"/>
                <a:gd name="connsiteY852" fmla="*/ 3132024 h 3377886"/>
                <a:gd name="connsiteX853" fmla="*/ 5752443 w 8314954"/>
                <a:gd name="connsiteY853" fmla="*/ 3123324 h 3377886"/>
                <a:gd name="connsiteX854" fmla="*/ 5756792 w 8314954"/>
                <a:gd name="connsiteY854" fmla="*/ 3105646 h 3377886"/>
                <a:gd name="connsiteX855" fmla="*/ 5750199 w 8314954"/>
                <a:gd name="connsiteY855" fmla="*/ 3098911 h 3377886"/>
                <a:gd name="connsiteX856" fmla="*/ 5733226 w 8314954"/>
                <a:gd name="connsiteY856" fmla="*/ 3091895 h 3377886"/>
                <a:gd name="connsiteX857" fmla="*/ 5715832 w 8314954"/>
                <a:gd name="connsiteY857" fmla="*/ 3083055 h 3377886"/>
                <a:gd name="connsiteX858" fmla="*/ 5705872 w 8314954"/>
                <a:gd name="connsiteY858" fmla="*/ 3088388 h 3377886"/>
                <a:gd name="connsiteX859" fmla="*/ 5690722 w 8314954"/>
                <a:gd name="connsiteY859" fmla="*/ 3094421 h 3377886"/>
                <a:gd name="connsiteX860" fmla="*/ 5682306 w 8314954"/>
                <a:gd name="connsiteY860" fmla="*/ 3092738 h 3377886"/>
                <a:gd name="connsiteX861" fmla="*/ 5685111 w 8314954"/>
                <a:gd name="connsiteY861" fmla="*/ 3076041 h 3377886"/>
                <a:gd name="connsiteX862" fmla="*/ 5702787 w 8314954"/>
                <a:gd name="connsiteY862" fmla="*/ 3059765 h 3377886"/>
                <a:gd name="connsiteX863" fmla="*/ 5713867 w 8314954"/>
                <a:gd name="connsiteY863" fmla="*/ 3047979 h 3377886"/>
                <a:gd name="connsiteX864" fmla="*/ 5744027 w 8314954"/>
                <a:gd name="connsiteY864" fmla="*/ 3026513 h 3377886"/>
                <a:gd name="connsiteX865" fmla="*/ 5761561 w 8314954"/>
                <a:gd name="connsiteY865" fmla="*/ 3026513 h 3377886"/>
                <a:gd name="connsiteX866" fmla="*/ 5775588 w 8314954"/>
                <a:gd name="connsiteY866" fmla="*/ 3027775 h 3377886"/>
                <a:gd name="connsiteX867" fmla="*/ 5786530 w 8314954"/>
                <a:gd name="connsiteY867" fmla="*/ 3023145 h 3377886"/>
                <a:gd name="connsiteX868" fmla="*/ 5821880 w 8314954"/>
                <a:gd name="connsiteY868" fmla="*/ 3013744 h 3377886"/>
                <a:gd name="connsiteX869" fmla="*/ 5828333 w 8314954"/>
                <a:gd name="connsiteY869" fmla="*/ 2990313 h 3377886"/>
                <a:gd name="connsiteX870" fmla="*/ 5822301 w 8314954"/>
                <a:gd name="connsiteY870" fmla="*/ 2964356 h 3377886"/>
                <a:gd name="connsiteX871" fmla="*/ 5821458 w 8314954"/>
                <a:gd name="connsiteY871" fmla="*/ 2964496 h 3377886"/>
                <a:gd name="connsiteX872" fmla="*/ 5810096 w 8314954"/>
                <a:gd name="connsiteY872" fmla="*/ 2960428 h 3377886"/>
                <a:gd name="connsiteX873" fmla="*/ 5800137 w 8314954"/>
                <a:gd name="connsiteY873" fmla="*/ 2957481 h 3377886"/>
                <a:gd name="connsiteX874" fmla="*/ 5791299 w 8314954"/>
                <a:gd name="connsiteY874" fmla="*/ 2951027 h 3377886"/>
                <a:gd name="connsiteX875" fmla="*/ 5780358 w 8314954"/>
                <a:gd name="connsiteY875" fmla="*/ 2951027 h 3377886"/>
                <a:gd name="connsiteX876" fmla="*/ 5764506 w 8314954"/>
                <a:gd name="connsiteY876" fmla="*/ 2959726 h 3377886"/>
                <a:gd name="connsiteX877" fmla="*/ 5756371 w 8314954"/>
                <a:gd name="connsiteY877" fmla="*/ 2957200 h 3377886"/>
                <a:gd name="connsiteX878" fmla="*/ 5759176 w 8314954"/>
                <a:gd name="connsiteY878" fmla="*/ 2939522 h 3377886"/>
                <a:gd name="connsiteX879" fmla="*/ 5762683 w 8314954"/>
                <a:gd name="connsiteY879" fmla="*/ 2925491 h 3377886"/>
                <a:gd name="connsiteX880" fmla="*/ 5766892 w 8314954"/>
                <a:gd name="connsiteY880" fmla="*/ 2913706 h 3377886"/>
                <a:gd name="connsiteX881" fmla="*/ 5780919 w 8314954"/>
                <a:gd name="connsiteY881" fmla="*/ 2879750 h 3377886"/>
                <a:gd name="connsiteX882" fmla="*/ 5798874 w 8314954"/>
                <a:gd name="connsiteY882" fmla="*/ 2865719 h 3377886"/>
                <a:gd name="connsiteX883" fmla="*/ 5800418 w 8314954"/>
                <a:gd name="connsiteY883" fmla="*/ 2848742 h 3377886"/>
                <a:gd name="connsiteX884" fmla="*/ 5797051 w 8314954"/>
                <a:gd name="connsiteY884" fmla="*/ 2839062 h 3377886"/>
                <a:gd name="connsiteX885" fmla="*/ 5783865 w 8314954"/>
                <a:gd name="connsiteY885" fmla="*/ 2830783 h 3377886"/>
                <a:gd name="connsiteX886" fmla="*/ 5771662 w 8314954"/>
                <a:gd name="connsiteY886" fmla="*/ 2832187 h 3377886"/>
                <a:gd name="connsiteX887" fmla="*/ 5768014 w 8314954"/>
                <a:gd name="connsiteY887" fmla="*/ 2837378 h 3377886"/>
                <a:gd name="connsiteX888" fmla="*/ 5727194 w 8314954"/>
                <a:gd name="connsiteY888" fmla="*/ 2858985 h 3377886"/>
                <a:gd name="connsiteX889" fmla="*/ 5735330 w 8314954"/>
                <a:gd name="connsiteY889" fmla="*/ 2878628 h 3377886"/>
                <a:gd name="connsiteX890" fmla="*/ 5732384 w 8314954"/>
                <a:gd name="connsiteY890" fmla="*/ 2889291 h 3377886"/>
                <a:gd name="connsiteX891" fmla="*/ 5725932 w 8314954"/>
                <a:gd name="connsiteY891" fmla="*/ 2898972 h 3377886"/>
                <a:gd name="connsiteX892" fmla="*/ 5714570 w 8314954"/>
                <a:gd name="connsiteY892" fmla="*/ 2904725 h 3377886"/>
                <a:gd name="connsiteX893" fmla="*/ 5715690 w 8314954"/>
                <a:gd name="connsiteY893" fmla="*/ 2918054 h 3377886"/>
                <a:gd name="connsiteX894" fmla="*/ 5709239 w 8314954"/>
                <a:gd name="connsiteY894" fmla="*/ 2925631 h 3377886"/>
                <a:gd name="connsiteX895" fmla="*/ 5701243 w 8314954"/>
                <a:gd name="connsiteY895" fmla="*/ 2931945 h 3377886"/>
                <a:gd name="connsiteX896" fmla="*/ 5704049 w 8314954"/>
                <a:gd name="connsiteY896" fmla="*/ 2945976 h 3377886"/>
                <a:gd name="connsiteX897" fmla="*/ 5716253 w 8314954"/>
                <a:gd name="connsiteY897" fmla="*/ 2950044 h 3377886"/>
                <a:gd name="connsiteX898" fmla="*/ 5702226 w 8314954"/>
                <a:gd name="connsiteY898" fmla="*/ 2964075 h 3377886"/>
                <a:gd name="connsiteX899" fmla="*/ 5694790 w 8314954"/>
                <a:gd name="connsiteY899" fmla="*/ 2952149 h 3377886"/>
                <a:gd name="connsiteX900" fmla="*/ 5679640 w 8314954"/>
                <a:gd name="connsiteY900" fmla="*/ 2944152 h 3377886"/>
                <a:gd name="connsiteX901" fmla="*/ 5692124 w 8314954"/>
                <a:gd name="connsiteY901" fmla="*/ 2926053 h 3377886"/>
                <a:gd name="connsiteX902" fmla="*/ 5708677 w 8314954"/>
                <a:gd name="connsiteY902" fmla="*/ 2892518 h 3377886"/>
                <a:gd name="connsiteX903" fmla="*/ 5701103 w 8314954"/>
                <a:gd name="connsiteY903" fmla="*/ 2881154 h 3377886"/>
                <a:gd name="connsiteX904" fmla="*/ 5701103 w 8314954"/>
                <a:gd name="connsiteY904" fmla="*/ 2867123 h 3377886"/>
                <a:gd name="connsiteX905" fmla="*/ 5713306 w 8314954"/>
                <a:gd name="connsiteY905" fmla="*/ 2851127 h 3377886"/>
                <a:gd name="connsiteX906" fmla="*/ 5719620 w 8314954"/>
                <a:gd name="connsiteY906" fmla="*/ 2832888 h 3377886"/>
                <a:gd name="connsiteX907" fmla="*/ 5704750 w 8314954"/>
                <a:gd name="connsiteY907" fmla="*/ 2821382 h 3377886"/>
                <a:gd name="connsiteX908" fmla="*/ 2853810 w 8314954"/>
                <a:gd name="connsiteY908" fmla="*/ 2819619 h 3377886"/>
                <a:gd name="connsiteX909" fmla="*/ 2853844 w 8314954"/>
                <a:gd name="connsiteY909" fmla="*/ 2819624 h 3377886"/>
                <a:gd name="connsiteX910" fmla="*/ 2835735 w 8314954"/>
                <a:gd name="connsiteY910" fmla="*/ 2826223 h 3377886"/>
                <a:gd name="connsiteX911" fmla="*/ 2854746 w 8314954"/>
                <a:gd name="connsiteY911" fmla="*/ 2832217 h 3377886"/>
                <a:gd name="connsiteX912" fmla="*/ 2872538 w 8314954"/>
                <a:gd name="connsiteY912" fmla="*/ 2822196 h 3377886"/>
                <a:gd name="connsiteX913" fmla="*/ 2853844 w 8314954"/>
                <a:gd name="connsiteY913" fmla="*/ 2819624 h 3377886"/>
                <a:gd name="connsiteX914" fmla="*/ 2853857 w 8314954"/>
                <a:gd name="connsiteY914" fmla="*/ 2819619 h 3377886"/>
                <a:gd name="connsiteX915" fmla="*/ 2866077 w 8314954"/>
                <a:gd name="connsiteY915" fmla="*/ 2775317 h 3377886"/>
                <a:gd name="connsiteX916" fmla="*/ 2852031 w 8314954"/>
                <a:gd name="connsiteY916" fmla="*/ 2789133 h 3377886"/>
                <a:gd name="connsiteX917" fmla="*/ 2849362 w 8314954"/>
                <a:gd name="connsiteY917" fmla="*/ 2805946 h 3377886"/>
                <a:gd name="connsiteX918" fmla="*/ 2846318 w 8314954"/>
                <a:gd name="connsiteY918" fmla="*/ 2809598 h 3377886"/>
                <a:gd name="connsiteX919" fmla="*/ 2832740 w 8314954"/>
                <a:gd name="connsiteY919" fmla="*/ 2822057 h 3377886"/>
                <a:gd name="connsiteX920" fmla="*/ 2840981 w 8314954"/>
                <a:gd name="connsiteY920" fmla="*/ 2804821 h 3377886"/>
                <a:gd name="connsiteX921" fmla="*/ 2837563 w 8314954"/>
                <a:gd name="connsiteY921" fmla="*/ 2783887 h 3377886"/>
                <a:gd name="connsiteX922" fmla="*/ 2828198 w 8314954"/>
                <a:gd name="connsiteY922" fmla="*/ 2802620 h 3377886"/>
                <a:gd name="connsiteX923" fmla="*/ 2832600 w 8314954"/>
                <a:gd name="connsiteY923" fmla="*/ 2822102 h 3377886"/>
                <a:gd name="connsiteX924" fmla="*/ 2815100 w 8314954"/>
                <a:gd name="connsiteY924" fmla="*/ 2832418 h 3377886"/>
                <a:gd name="connsiteX925" fmla="*/ 2816674 w 8314954"/>
                <a:gd name="connsiteY925" fmla="*/ 2830556 h 3377886"/>
                <a:gd name="connsiteX926" fmla="*/ 2821268 w 8314954"/>
                <a:gd name="connsiteY926" fmla="*/ 2818027 h 3377886"/>
                <a:gd name="connsiteX927" fmla="*/ 2821128 w 8314954"/>
                <a:gd name="connsiteY927" fmla="*/ 2818027 h 3377886"/>
                <a:gd name="connsiteX928" fmla="*/ 2817382 w 8314954"/>
                <a:gd name="connsiteY928" fmla="*/ 2796204 h 3377886"/>
                <a:gd name="connsiteX929" fmla="*/ 2807223 w 8314954"/>
                <a:gd name="connsiteY929" fmla="*/ 2815921 h 3377886"/>
                <a:gd name="connsiteX930" fmla="*/ 2811519 w 8314954"/>
                <a:gd name="connsiteY930" fmla="*/ 2834529 h 3377886"/>
                <a:gd name="connsiteX931" fmla="*/ 2788823 w 8314954"/>
                <a:gd name="connsiteY931" fmla="*/ 2847907 h 3377886"/>
                <a:gd name="connsiteX932" fmla="*/ 2798561 w 8314954"/>
                <a:gd name="connsiteY932" fmla="*/ 2830392 h 3377886"/>
                <a:gd name="connsiteX933" fmla="*/ 2794956 w 8314954"/>
                <a:gd name="connsiteY933" fmla="*/ 2808802 h 3377886"/>
                <a:gd name="connsiteX934" fmla="*/ 2783859 w 8314954"/>
                <a:gd name="connsiteY934" fmla="*/ 2828050 h 3377886"/>
                <a:gd name="connsiteX935" fmla="*/ 2788542 w 8314954"/>
                <a:gd name="connsiteY935" fmla="*/ 2848094 h 3377886"/>
                <a:gd name="connsiteX936" fmla="*/ 2777251 w 8314954"/>
                <a:gd name="connsiteY936" fmla="*/ 2852221 h 3377886"/>
                <a:gd name="connsiteX937" fmla="*/ 2773892 w 8314954"/>
                <a:gd name="connsiteY937" fmla="*/ 2842310 h 3377886"/>
                <a:gd name="connsiteX938" fmla="*/ 2760917 w 8314954"/>
                <a:gd name="connsiteY938" fmla="*/ 2834372 h 3377886"/>
                <a:gd name="connsiteX939" fmla="*/ 2760308 w 8314954"/>
                <a:gd name="connsiteY939" fmla="*/ 2834372 h 3377886"/>
                <a:gd name="connsiteX940" fmla="*/ 2743499 w 8314954"/>
                <a:gd name="connsiteY940" fmla="*/ 2853761 h 3377886"/>
                <a:gd name="connsiteX941" fmla="*/ 2743499 w 8314954"/>
                <a:gd name="connsiteY941" fmla="*/ 2854369 h 3377886"/>
                <a:gd name="connsiteX942" fmla="*/ 2736149 w 8314954"/>
                <a:gd name="connsiteY942" fmla="*/ 2892209 h 3377886"/>
                <a:gd name="connsiteX943" fmla="*/ 2591240 w 8314954"/>
                <a:gd name="connsiteY943" fmla="*/ 2870572 h 3377886"/>
                <a:gd name="connsiteX944" fmla="*/ 2586276 w 8314954"/>
                <a:gd name="connsiteY944" fmla="*/ 2868886 h 3377886"/>
                <a:gd name="connsiteX945" fmla="*/ 2586276 w 8314954"/>
                <a:gd name="connsiteY945" fmla="*/ 2874132 h 3377886"/>
                <a:gd name="connsiteX946" fmla="*/ 2600603 w 8314954"/>
                <a:gd name="connsiteY946" fmla="*/ 2914735 h 3377886"/>
                <a:gd name="connsiteX947" fmla="*/ 2636187 w 8314954"/>
                <a:gd name="connsiteY947" fmla="*/ 2937916 h 3377886"/>
                <a:gd name="connsiteX948" fmla="*/ 2651029 w 8314954"/>
                <a:gd name="connsiteY948" fmla="*/ 2965453 h 3377886"/>
                <a:gd name="connsiteX949" fmla="*/ 2657865 w 8314954"/>
                <a:gd name="connsiteY949" fmla="*/ 2969902 h 3377886"/>
                <a:gd name="connsiteX950" fmla="*/ 2589554 w 8314954"/>
                <a:gd name="connsiteY950" fmla="*/ 2959505 h 3377886"/>
                <a:gd name="connsiteX951" fmla="*/ 2584122 w 8314954"/>
                <a:gd name="connsiteY951" fmla="*/ 2958475 h 3377886"/>
                <a:gd name="connsiteX952" fmla="*/ 2569467 w 8314954"/>
                <a:gd name="connsiteY952" fmla="*/ 2955431 h 3377886"/>
                <a:gd name="connsiteX953" fmla="*/ 2592176 w 8314954"/>
                <a:gd name="connsiteY953" fmla="*/ 2988869 h 3377886"/>
                <a:gd name="connsiteX954" fmla="*/ 2645645 w 8314954"/>
                <a:gd name="connsiteY954" fmla="*/ 3031439 h 3377886"/>
                <a:gd name="connsiteX955" fmla="*/ 2703047 w 8314954"/>
                <a:gd name="connsiteY955" fmla="*/ 3049750 h 3377886"/>
                <a:gd name="connsiteX956" fmla="*/ 2712411 w 8314954"/>
                <a:gd name="connsiteY956" fmla="*/ 3050358 h 3377886"/>
                <a:gd name="connsiteX957" fmla="*/ 2729875 w 8314954"/>
                <a:gd name="connsiteY957" fmla="*/ 3049094 h 3377886"/>
                <a:gd name="connsiteX958" fmla="*/ 2735400 w 8314954"/>
                <a:gd name="connsiteY958" fmla="*/ 3048297 h 3377886"/>
                <a:gd name="connsiteX959" fmla="*/ 2724677 w 8314954"/>
                <a:gd name="connsiteY959" fmla="*/ 3093115 h 3377886"/>
                <a:gd name="connsiteX960" fmla="*/ 2760449 w 8314954"/>
                <a:gd name="connsiteY960" fmla="*/ 3095410 h 3377886"/>
                <a:gd name="connsiteX961" fmla="*/ 2796173 w 8314954"/>
                <a:gd name="connsiteY961" fmla="*/ 3093115 h 3377886"/>
                <a:gd name="connsiteX962" fmla="*/ 2785450 w 8314954"/>
                <a:gd name="connsiteY962" fmla="*/ 3048297 h 3377886"/>
                <a:gd name="connsiteX963" fmla="*/ 2790975 w 8314954"/>
                <a:gd name="connsiteY963" fmla="*/ 3049094 h 3377886"/>
                <a:gd name="connsiteX964" fmla="*/ 2808439 w 8314954"/>
                <a:gd name="connsiteY964" fmla="*/ 3050358 h 3377886"/>
                <a:gd name="connsiteX965" fmla="*/ 2817804 w 8314954"/>
                <a:gd name="connsiteY965" fmla="*/ 3049750 h 3377886"/>
                <a:gd name="connsiteX966" fmla="*/ 2875159 w 8314954"/>
                <a:gd name="connsiteY966" fmla="*/ 3031439 h 3377886"/>
                <a:gd name="connsiteX967" fmla="*/ 2928629 w 8314954"/>
                <a:gd name="connsiteY967" fmla="*/ 2988869 h 3377886"/>
                <a:gd name="connsiteX968" fmla="*/ 2951336 w 8314954"/>
                <a:gd name="connsiteY968" fmla="*/ 2955431 h 3377886"/>
                <a:gd name="connsiteX969" fmla="*/ 2936681 w 8314954"/>
                <a:gd name="connsiteY969" fmla="*/ 2958475 h 3377886"/>
                <a:gd name="connsiteX970" fmla="*/ 2936962 w 8314954"/>
                <a:gd name="connsiteY970" fmla="*/ 2958475 h 3377886"/>
                <a:gd name="connsiteX971" fmla="*/ 2931578 w 8314954"/>
                <a:gd name="connsiteY971" fmla="*/ 2959505 h 3377886"/>
                <a:gd name="connsiteX972" fmla="*/ 2863220 w 8314954"/>
                <a:gd name="connsiteY972" fmla="*/ 2969949 h 3377886"/>
                <a:gd name="connsiteX973" fmla="*/ 2870056 w 8314954"/>
                <a:gd name="connsiteY973" fmla="*/ 2965265 h 3377886"/>
                <a:gd name="connsiteX974" fmla="*/ 2884897 w 8314954"/>
                <a:gd name="connsiteY974" fmla="*/ 2937729 h 3377886"/>
                <a:gd name="connsiteX975" fmla="*/ 2920481 w 8314954"/>
                <a:gd name="connsiteY975" fmla="*/ 2914548 h 3377886"/>
                <a:gd name="connsiteX976" fmla="*/ 2934808 w 8314954"/>
                <a:gd name="connsiteY976" fmla="*/ 2873945 h 3377886"/>
                <a:gd name="connsiteX977" fmla="*/ 2934808 w 8314954"/>
                <a:gd name="connsiteY977" fmla="*/ 2868700 h 3377886"/>
                <a:gd name="connsiteX978" fmla="*/ 2929799 w 8314954"/>
                <a:gd name="connsiteY978" fmla="*/ 2870385 h 3377886"/>
                <a:gd name="connsiteX979" fmla="*/ 2785122 w 8314954"/>
                <a:gd name="connsiteY979" fmla="*/ 2892209 h 3377886"/>
                <a:gd name="connsiteX980" fmla="*/ 2778894 w 8314954"/>
                <a:gd name="connsiteY980" fmla="*/ 2860117 h 3377886"/>
                <a:gd name="connsiteX981" fmla="*/ 2778478 w 8314954"/>
                <a:gd name="connsiteY981" fmla="*/ 2857984 h 3377886"/>
                <a:gd name="connsiteX982" fmla="*/ 2790228 w 8314954"/>
                <a:gd name="connsiteY982" fmla="*/ 2853667 h 3377886"/>
                <a:gd name="connsiteX983" fmla="*/ 2805210 w 8314954"/>
                <a:gd name="connsiteY983" fmla="*/ 2867295 h 3377886"/>
                <a:gd name="connsiteX984" fmla="*/ 2826373 w 8314954"/>
                <a:gd name="connsiteY984" fmla="*/ 2866920 h 3377886"/>
                <a:gd name="connsiteX985" fmla="*/ 2808440 w 8314954"/>
                <a:gd name="connsiteY985" fmla="*/ 2853995 h 3377886"/>
                <a:gd name="connsiteX986" fmla="*/ 2808253 w 8314954"/>
                <a:gd name="connsiteY986" fmla="*/ 2854136 h 3377886"/>
                <a:gd name="connsiteX987" fmla="*/ 2791866 w 8314954"/>
                <a:gd name="connsiteY987" fmla="*/ 2853059 h 3377886"/>
                <a:gd name="connsiteX988" fmla="*/ 2847208 w 8314954"/>
                <a:gd name="connsiteY988" fmla="*/ 2814797 h 3377886"/>
                <a:gd name="connsiteX989" fmla="*/ 2851468 w 8314954"/>
                <a:gd name="connsiteY989" fmla="*/ 2807771 h 3377886"/>
                <a:gd name="connsiteX990" fmla="*/ 2862471 w 8314954"/>
                <a:gd name="connsiteY990" fmla="*/ 2796298 h 3377886"/>
                <a:gd name="connsiteX991" fmla="*/ 2866077 w 8314954"/>
                <a:gd name="connsiteY991" fmla="*/ 2775317 h 3377886"/>
                <a:gd name="connsiteX992" fmla="*/ 6538500 w 8314954"/>
                <a:gd name="connsiteY992" fmla="*/ 2657687 h 3377886"/>
                <a:gd name="connsiteX993" fmla="*/ 6538500 w 8314954"/>
                <a:gd name="connsiteY993" fmla="*/ 2700647 h 3377886"/>
                <a:gd name="connsiteX994" fmla="*/ 6627491 w 8314954"/>
                <a:gd name="connsiteY994" fmla="*/ 2700647 h 3377886"/>
                <a:gd name="connsiteX995" fmla="*/ 6639669 w 8314954"/>
                <a:gd name="connsiteY995" fmla="*/ 2787465 h 3377886"/>
                <a:gd name="connsiteX996" fmla="*/ 6639751 w 8314954"/>
                <a:gd name="connsiteY996" fmla="*/ 2787465 h 3377886"/>
                <a:gd name="connsiteX997" fmla="*/ 6639751 w 8314954"/>
                <a:gd name="connsiteY997" fmla="*/ 2657687 h 3377886"/>
                <a:gd name="connsiteX998" fmla="*/ 7850927 w 8314954"/>
                <a:gd name="connsiteY998" fmla="*/ 2657605 h 3377886"/>
                <a:gd name="connsiteX999" fmla="*/ 7850927 w 8314954"/>
                <a:gd name="connsiteY999" fmla="*/ 2845776 h 3377886"/>
                <a:gd name="connsiteX1000" fmla="*/ 7952177 w 8314954"/>
                <a:gd name="connsiteY1000" fmla="*/ 2845776 h 3377886"/>
                <a:gd name="connsiteX1001" fmla="*/ 7952177 w 8314954"/>
                <a:gd name="connsiteY1001" fmla="*/ 2657605 h 3377886"/>
                <a:gd name="connsiteX1002" fmla="*/ 7404438 w 8314954"/>
                <a:gd name="connsiteY1002" fmla="*/ 2657605 h 3377886"/>
                <a:gd name="connsiteX1003" fmla="*/ 7404438 w 8314954"/>
                <a:gd name="connsiteY1003" fmla="*/ 2845776 h 3377886"/>
                <a:gd name="connsiteX1004" fmla="*/ 7505686 w 8314954"/>
                <a:gd name="connsiteY1004" fmla="*/ 2845776 h 3377886"/>
                <a:gd name="connsiteX1005" fmla="*/ 7505686 w 8314954"/>
                <a:gd name="connsiteY1005" fmla="*/ 2657605 h 3377886"/>
                <a:gd name="connsiteX1006" fmla="*/ 6972971 w 8314954"/>
                <a:gd name="connsiteY1006" fmla="*/ 2657605 h 3377886"/>
                <a:gd name="connsiteX1007" fmla="*/ 6972971 w 8314954"/>
                <a:gd name="connsiteY1007" fmla="*/ 2845776 h 3377886"/>
                <a:gd name="connsiteX1008" fmla="*/ 7074139 w 8314954"/>
                <a:gd name="connsiteY1008" fmla="*/ 2845776 h 3377886"/>
                <a:gd name="connsiteX1009" fmla="*/ 7074221 w 8314954"/>
                <a:gd name="connsiteY1009" fmla="*/ 2845776 h 3377886"/>
                <a:gd name="connsiteX1010" fmla="*/ 7074221 w 8314954"/>
                <a:gd name="connsiteY1010" fmla="*/ 2657605 h 3377886"/>
                <a:gd name="connsiteX1011" fmla="*/ 6106873 w 8314954"/>
                <a:gd name="connsiteY1011" fmla="*/ 2657605 h 3377886"/>
                <a:gd name="connsiteX1012" fmla="*/ 6106873 w 8314954"/>
                <a:gd name="connsiteY1012" fmla="*/ 2700567 h 3377886"/>
                <a:gd name="connsiteX1013" fmla="*/ 6208121 w 8314954"/>
                <a:gd name="connsiteY1013" fmla="*/ 2700567 h 3377886"/>
                <a:gd name="connsiteX1014" fmla="*/ 6208121 w 8314954"/>
                <a:gd name="connsiteY1014" fmla="*/ 2657605 h 3377886"/>
                <a:gd name="connsiteX1015" fmla="*/ 2106994 w 8314954"/>
                <a:gd name="connsiteY1015" fmla="*/ 2657605 h 3377886"/>
                <a:gd name="connsiteX1016" fmla="*/ 2106994 w 8314954"/>
                <a:gd name="connsiteY1016" fmla="*/ 2700567 h 3377886"/>
                <a:gd name="connsiteX1017" fmla="*/ 2208160 w 8314954"/>
                <a:gd name="connsiteY1017" fmla="*/ 2700567 h 3377886"/>
                <a:gd name="connsiteX1018" fmla="*/ 2208242 w 8314954"/>
                <a:gd name="connsiteY1018" fmla="*/ 2700567 h 3377886"/>
                <a:gd name="connsiteX1019" fmla="*/ 2208242 w 8314954"/>
                <a:gd name="connsiteY1019" fmla="*/ 2657605 h 3377886"/>
                <a:gd name="connsiteX1020" fmla="*/ 1240894 w 8314954"/>
                <a:gd name="connsiteY1020" fmla="*/ 2657605 h 3377886"/>
                <a:gd name="connsiteX1021" fmla="*/ 1240894 w 8314954"/>
                <a:gd name="connsiteY1021" fmla="*/ 2845776 h 3377886"/>
                <a:gd name="connsiteX1022" fmla="*/ 1342143 w 8314954"/>
                <a:gd name="connsiteY1022" fmla="*/ 2845776 h 3377886"/>
                <a:gd name="connsiteX1023" fmla="*/ 1342143 w 8314954"/>
                <a:gd name="connsiteY1023" fmla="*/ 2657605 h 3377886"/>
                <a:gd name="connsiteX1024" fmla="*/ 809426 w 8314954"/>
                <a:gd name="connsiteY1024" fmla="*/ 2657605 h 3377886"/>
                <a:gd name="connsiteX1025" fmla="*/ 809426 w 8314954"/>
                <a:gd name="connsiteY1025" fmla="*/ 2845776 h 3377886"/>
                <a:gd name="connsiteX1026" fmla="*/ 910676 w 8314954"/>
                <a:gd name="connsiteY1026" fmla="*/ 2845776 h 3377886"/>
                <a:gd name="connsiteX1027" fmla="*/ 910676 w 8314954"/>
                <a:gd name="connsiteY1027" fmla="*/ 2657605 h 3377886"/>
                <a:gd name="connsiteX1028" fmla="*/ 362938 w 8314954"/>
                <a:gd name="connsiteY1028" fmla="*/ 2657605 h 3377886"/>
                <a:gd name="connsiteX1029" fmla="*/ 362938 w 8314954"/>
                <a:gd name="connsiteY1029" fmla="*/ 2845776 h 3377886"/>
                <a:gd name="connsiteX1030" fmla="*/ 464187 w 8314954"/>
                <a:gd name="connsiteY1030" fmla="*/ 2845776 h 3377886"/>
                <a:gd name="connsiteX1031" fmla="*/ 464187 w 8314954"/>
                <a:gd name="connsiteY1031" fmla="*/ 2657605 h 3377886"/>
                <a:gd name="connsiteX1032" fmla="*/ 7823646 w 8314954"/>
                <a:gd name="connsiteY1032" fmla="*/ 2631454 h 3377886"/>
                <a:gd name="connsiteX1033" fmla="*/ 7979458 w 8314954"/>
                <a:gd name="connsiteY1033" fmla="*/ 2631454 h 3377886"/>
                <a:gd name="connsiteX1034" fmla="*/ 7979458 w 8314954"/>
                <a:gd name="connsiteY1034" fmla="*/ 2871277 h 3377886"/>
                <a:gd name="connsiteX1035" fmla="*/ 7823646 w 8314954"/>
                <a:gd name="connsiteY1035" fmla="*/ 2871277 h 3377886"/>
                <a:gd name="connsiteX1036" fmla="*/ 7377157 w 8314954"/>
                <a:gd name="connsiteY1036" fmla="*/ 2631454 h 3377886"/>
                <a:gd name="connsiteX1037" fmla="*/ 7532969 w 8314954"/>
                <a:gd name="connsiteY1037" fmla="*/ 2631454 h 3377886"/>
                <a:gd name="connsiteX1038" fmla="*/ 7532969 w 8314954"/>
                <a:gd name="connsiteY1038" fmla="*/ 2871277 h 3377886"/>
                <a:gd name="connsiteX1039" fmla="*/ 7377157 w 8314954"/>
                <a:gd name="connsiteY1039" fmla="*/ 2871277 h 3377886"/>
                <a:gd name="connsiteX1040" fmla="*/ 6945690 w 8314954"/>
                <a:gd name="connsiteY1040" fmla="*/ 2631454 h 3377886"/>
                <a:gd name="connsiteX1041" fmla="*/ 7101502 w 8314954"/>
                <a:gd name="connsiteY1041" fmla="*/ 2631454 h 3377886"/>
                <a:gd name="connsiteX1042" fmla="*/ 7101502 w 8314954"/>
                <a:gd name="connsiteY1042" fmla="*/ 2871277 h 3377886"/>
                <a:gd name="connsiteX1043" fmla="*/ 6945690 w 8314954"/>
                <a:gd name="connsiteY1043" fmla="*/ 2871277 h 3377886"/>
                <a:gd name="connsiteX1044" fmla="*/ 1213613 w 8314954"/>
                <a:gd name="connsiteY1044" fmla="*/ 2631454 h 3377886"/>
                <a:gd name="connsiteX1045" fmla="*/ 1369425 w 8314954"/>
                <a:gd name="connsiteY1045" fmla="*/ 2631454 h 3377886"/>
                <a:gd name="connsiteX1046" fmla="*/ 1369425 w 8314954"/>
                <a:gd name="connsiteY1046" fmla="*/ 2871277 h 3377886"/>
                <a:gd name="connsiteX1047" fmla="*/ 1213613 w 8314954"/>
                <a:gd name="connsiteY1047" fmla="*/ 2871277 h 3377886"/>
                <a:gd name="connsiteX1048" fmla="*/ 782145 w 8314954"/>
                <a:gd name="connsiteY1048" fmla="*/ 2631454 h 3377886"/>
                <a:gd name="connsiteX1049" fmla="*/ 937956 w 8314954"/>
                <a:gd name="connsiteY1049" fmla="*/ 2631454 h 3377886"/>
                <a:gd name="connsiteX1050" fmla="*/ 937956 w 8314954"/>
                <a:gd name="connsiteY1050" fmla="*/ 2871277 h 3377886"/>
                <a:gd name="connsiteX1051" fmla="*/ 782145 w 8314954"/>
                <a:gd name="connsiteY1051" fmla="*/ 2871277 h 3377886"/>
                <a:gd name="connsiteX1052" fmla="*/ 335657 w 8314954"/>
                <a:gd name="connsiteY1052" fmla="*/ 2631454 h 3377886"/>
                <a:gd name="connsiteX1053" fmla="*/ 491469 w 8314954"/>
                <a:gd name="connsiteY1053" fmla="*/ 2631454 h 3377886"/>
                <a:gd name="connsiteX1054" fmla="*/ 491469 w 8314954"/>
                <a:gd name="connsiteY1054" fmla="*/ 2871277 h 3377886"/>
                <a:gd name="connsiteX1055" fmla="*/ 335657 w 8314954"/>
                <a:gd name="connsiteY1055" fmla="*/ 2871277 h 3377886"/>
                <a:gd name="connsiteX1056" fmla="*/ 4608268 w 8314954"/>
                <a:gd name="connsiteY1056" fmla="*/ 2579883 h 3377886"/>
                <a:gd name="connsiteX1057" fmla="*/ 4608268 w 8314954"/>
                <a:gd name="connsiteY1057" fmla="*/ 2700567 h 3377886"/>
                <a:gd name="connsiteX1058" fmla="*/ 4723158 w 8314954"/>
                <a:gd name="connsiteY1058" fmla="*/ 2700567 h 3377886"/>
                <a:gd name="connsiteX1059" fmla="*/ 4723158 w 8314954"/>
                <a:gd name="connsiteY1059" fmla="*/ 2579883 h 3377886"/>
                <a:gd name="connsiteX1060" fmla="*/ 4098529 w 8314954"/>
                <a:gd name="connsiteY1060" fmla="*/ 2579883 h 3377886"/>
                <a:gd name="connsiteX1061" fmla="*/ 4098529 w 8314954"/>
                <a:gd name="connsiteY1061" fmla="*/ 2700567 h 3377886"/>
                <a:gd name="connsiteX1062" fmla="*/ 4213419 w 8314954"/>
                <a:gd name="connsiteY1062" fmla="*/ 2700567 h 3377886"/>
                <a:gd name="connsiteX1063" fmla="*/ 4213419 w 8314954"/>
                <a:gd name="connsiteY1063" fmla="*/ 2579883 h 3377886"/>
                <a:gd name="connsiteX1064" fmla="*/ 3588545 w 8314954"/>
                <a:gd name="connsiteY1064" fmla="*/ 2579883 h 3377886"/>
                <a:gd name="connsiteX1065" fmla="*/ 3588545 w 8314954"/>
                <a:gd name="connsiteY1065" fmla="*/ 2700567 h 3377886"/>
                <a:gd name="connsiteX1066" fmla="*/ 3703436 w 8314954"/>
                <a:gd name="connsiteY1066" fmla="*/ 2700567 h 3377886"/>
                <a:gd name="connsiteX1067" fmla="*/ 3703436 w 8314954"/>
                <a:gd name="connsiteY1067" fmla="*/ 2579883 h 3377886"/>
                <a:gd name="connsiteX1068" fmla="*/ 4482984 w 8314954"/>
                <a:gd name="connsiteY1068" fmla="*/ 2415265 h 3377886"/>
                <a:gd name="connsiteX1069" fmla="*/ 4482984 w 8314954"/>
                <a:gd name="connsiteY1069" fmla="*/ 2700567 h 3377886"/>
                <a:gd name="connsiteX1070" fmla="*/ 4569861 w 8314954"/>
                <a:gd name="connsiteY1070" fmla="*/ 2700567 h 3377886"/>
                <a:gd name="connsiteX1071" fmla="*/ 4569861 w 8314954"/>
                <a:gd name="connsiteY1071" fmla="*/ 2541144 h 3377886"/>
                <a:gd name="connsiteX1072" fmla="*/ 4761644 w 8314954"/>
                <a:gd name="connsiteY1072" fmla="*/ 2541144 h 3377886"/>
                <a:gd name="connsiteX1073" fmla="*/ 4761644 w 8314954"/>
                <a:gd name="connsiteY1073" fmla="*/ 2700567 h 3377886"/>
                <a:gd name="connsiteX1074" fmla="*/ 4852256 w 8314954"/>
                <a:gd name="connsiteY1074" fmla="*/ 2700567 h 3377886"/>
                <a:gd name="connsiteX1075" fmla="*/ 4852256 w 8314954"/>
                <a:gd name="connsiteY1075" fmla="*/ 2415265 h 3377886"/>
                <a:gd name="connsiteX1076" fmla="*/ 3973245 w 8314954"/>
                <a:gd name="connsiteY1076" fmla="*/ 2415265 h 3377886"/>
                <a:gd name="connsiteX1077" fmla="*/ 3973245 w 8314954"/>
                <a:gd name="connsiteY1077" fmla="*/ 2700567 h 3377886"/>
                <a:gd name="connsiteX1078" fmla="*/ 4060123 w 8314954"/>
                <a:gd name="connsiteY1078" fmla="*/ 2700567 h 3377886"/>
                <a:gd name="connsiteX1079" fmla="*/ 4060123 w 8314954"/>
                <a:gd name="connsiteY1079" fmla="*/ 2541144 h 3377886"/>
                <a:gd name="connsiteX1080" fmla="*/ 4251985 w 8314954"/>
                <a:gd name="connsiteY1080" fmla="*/ 2541144 h 3377886"/>
                <a:gd name="connsiteX1081" fmla="*/ 4251985 w 8314954"/>
                <a:gd name="connsiteY1081" fmla="*/ 2700567 h 3377886"/>
                <a:gd name="connsiteX1082" fmla="*/ 4339188 w 8314954"/>
                <a:gd name="connsiteY1082" fmla="*/ 2700567 h 3377886"/>
                <a:gd name="connsiteX1083" fmla="*/ 4339188 w 8314954"/>
                <a:gd name="connsiteY1083" fmla="*/ 2415265 h 3377886"/>
                <a:gd name="connsiteX1084" fmla="*/ 3462695 w 8314954"/>
                <a:gd name="connsiteY1084" fmla="*/ 2415265 h 3377886"/>
                <a:gd name="connsiteX1085" fmla="*/ 3462695 w 8314954"/>
                <a:gd name="connsiteY1085" fmla="*/ 2700567 h 3377886"/>
                <a:gd name="connsiteX1086" fmla="*/ 3550141 w 8314954"/>
                <a:gd name="connsiteY1086" fmla="*/ 2700567 h 3377886"/>
                <a:gd name="connsiteX1087" fmla="*/ 3550141 w 8314954"/>
                <a:gd name="connsiteY1087" fmla="*/ 2541144 h 3377886"/>
                <a:gd name="connsiteX1088" fmla="*/ 3741922 w 8314954"/>
                <a:gd name="connsiteY1088" fmla="*/ 2541144 h 3377886"/>
                <a:gd name="connsiteX1089" fmla="*/ 3741922 w 8314954"/>
                <a:gd name="connsiteY1089" fmla="*/ 2700567 h 3377886"/>
                <a:gd name="connsiteX1090" fmla="*/ 3829369 w 8314954"/>
                <a:gd name="connsiteY1090" fmla="*/ 2700567 h 3377886"/>
                <a:gd name="connsiteX1091" fmla="*/ 3829369 w 8314954"/>
                <a:gd name="connsiteY1091" fmla="*/ 2415265 h 3377886"/>
                <a:gd name="connsiteX1092" fmla="*/ 4893178 w 8314954"/>
                <a:gd name="connsiteY1092" fmla="*/ 2281343 h 3377886"/>
                <a:gd name="connsiteX1093" fmla="*/ 4893178 w 8314954"/>
                <a:gd name="connsiteY1093" fmla="*/ 2700647 h 3377886"/>
                <a:gd name="connsiteX1094" fmla="*/ 5182798 w 8314954"/>
                <a:gd name="connsiteY1094" fmla="*/ 2700647 h 3377886"/>
                <a:gd name="connsiteX1095" fmla="*/ 5182798 w 8314954"/>
                <a:gd name="connsiteY1095" fmla="*/ 2281343 h 3377886"/>
                <a:gd name="connsiteX1096" fmla="*/ 4379867 w 8314954"/>
                <a:gd name="connsiteY1096" fmla="*/ 2281343 h 3377886"/>
                <a:gd name="connsiteX1097" fmla="*/ 4379867 w 8314954"/>
                <a:gd name="connsiteY1097" fmla="*/ 2700647 h 3377886"/>
                <a:gd name="connsiteX1098" fmla="*/ 4442143 w 8314954"/>
                <a:gd name="connsiteY1098" fmla="*/ 2700647 h 3377886"/>
                <a:gd name="connsiteX1099" fmla="*/ 4442143 w 8314954"/>
                <a:gd name="connsiteY1099" fmla="*/ 2281343 h 3377886"/>
                <a:gd name="connsiteX1100" fmla="*/ 3870128 w 8314954"/>
                <a:gd name="connsiteY1100" fmla="*/ 2281343 h 3377886"/>
                <a:gd name="connsiteX1101" fmla="*/ 3870128 w 8314954"/>
                <a:gd name="connsiteY1101" fmla="*/ 2700647 h 3377886"/>
                <a:gd name="connsiteX1102" fmla="*/ 3932404 w 8314954"/>
                <a:gd name="connsiteY1102" fmla="*/ 2700647 h 3377886"/>
                <a:gd name="connsiteX1103" fmla="*/ 3932404 w 8314954"/>
                <a:gd name="connsiteY1103" fmla="*/ 2281343 h 3377886"/>
                <a:gd name="connsiteX1104" fmla="*/ 3131989 w 8314954"/>
                <a:gd name="connsiteY1104" fmla="*/ 2281343 h 3377886"/>
                <a:gd name="connsiteX1105" fmla="*/ 3131989 w 8314954"/>
                <a:gd name="connsiteY1105" fmla="*/ 2700647 h 3377886"/>
                <a:gd name="connsiteX1106" fmla="*/ 3421611 w 8314954"/>
                <a:gd name="connsiteY1106" fmla="*/ 2700647 h 3377886"/>
                <a:gd name="connsiteX1107" fmla="*/ 3421611 w 8314954"/>
                <a:gd name="connsiteY1107" fmla="*/ 2281343 h 3377886"/>
                <a:gd name="connsiteX1108" fmla="*/ 5513339 w 8314954"/>
                <a:gd name="connsiteY1108" fmla="*/ 2230179 h 3377886"/>
                <a:gd name="connsiteX1109" fmla="*/ 5513339 w 8314954"/>
                <a:gd name="connsiteY1109" fmla="*/ 2620976 h 3377886"/>
                <a:gd name="connsiteX1110" fmla="*/ 5638623 w 8314954"/>
                <a:gd name="connsiteY1110" fmla="*/ 2620976 h 3377886"/>
                <a:gd name="connsiteX1111" fmla="*/ 5638623 w 8314954"/>
                <a:gd name="connsiteY1111" fmla="*/ 2230179 h 3377886"/>
                <a:gd name="connsiteX1112" fmla="*/ 2676490 w 8314954"/>
                <a:gd name="connsiteY1112" fmla="*/ 2230179 h 3377886"/>
                <a:gd name="connsiteX1113" fmla="*/ 2676490 w 8314954"/>
                <a:gd name="connsiteY1113" fmla="*/ 2620976 h 3377886"/>
                <a:gd name="connsiteX1114" fmla="*/ 2801772 w 8314954"/>
                <a:gd name="connsiteY1114" fmla="*/ 2620976 h 3377886"/>
                <a:gd name="connsiteX1115" fmla="*/ 2801772 w 8314954"/>
                <a:gd name="connsiteY1115" fmla="*/ 2230179 h 3377886"/>
                <a:gd name="connsiteX1116" fmla="*/ 7850927 w 8314954"/>
                <a:gd name="connsiteY1116" fmla="*/ 2226037 h 3377886"/>
                <a:gd name="connsiteX1117" fmla="*/ 7850927 w 8314954"/>
                <a:gd name="connsiteY1117" fmla="*/ 2414208 h 3377886"/>
                <a:gd name="connsiteX1118" fmla="*/ 7952177 w 8314954"/>
                <a:gd name="connsiteY1118" fmla="*/ 2414208 h 3377886"/>
                <a:gd name="connsiteX1119" fmla="*/ 7952177 w 8314954"/>
                <a:gd name="connsiteY1119" fmla="*/ 2226037 h 3377886"/>
                <a:gd name="connsiteX1120" fmla="*/ 7404438 w 8314954"/>
                <a:gd name="connsiteY1120" fmla="*/ 2226037 h 3377886"/>
                <a:gd name="connsiteX1121" fmla="*/ 7404438 w 8314954"/>
                <a:gd name="connsiteY1121" fmla="*/ 2414208 h 3377886"/>
                <a:gd name="connsiteX1122" fmla="*/ 7505686 w 8314954"/>
                <a:gd name="connsiteY1122" fmla="*/ 2414208 h 3377886"/>
                <a:gd name="connsiteX1123" fmla="*/ 7505686 w 8314954"/>
                <a:gd name="connsiteY1123" fmla="*/ 2226037 h 3377886"/>
                <a:gd name="connsiteX1124" fmla="*/ 6972971 w 8314954"/>
                <a:gd name="connsiteY1124" fmla="*/ 2226037 h 3377886"/>
                <a:gd name="connsiteX1125" fmla="*/ 6972971 w 8314954"/>
                <a:gd name="connsiteY1125" fmla="*/ 2414208 h 3377886"/>
                <a:gd name="connsiteX1126" fmla="*/ 7074139 w 8314954"/>
                <a:gd name="connsiteY1126" fmla="*/ 2414208 h 3377886"/>
                <a:gd name="connsiteX1127" fmla="*/ 7074221 w 8314954"/>
                <a:gd name="connsiteY1127" fmla="*/ 2414208 h 3377886"/>
                <a:gd name="connsiteX1128" fmla="*/ 7074221 w 8314954"/>
                <a:gd name="connsiteY1128" fmla="*/ 2226037 h 3377886"/>
                <a:gd name="connsiteX1129" fmla="*/ 6538419 w 8314954"/>
                <a:gd name="connsiteY1129" fmla="*/ 2226037 h 3377886"/>
                <a:gd name="connsiteX1130" fmla="*/ 6538419 w 8314954"/>
                <a:gd name="connsiteY1130" fmla="*/ 2414208 h 3377886"/>
                <a:gd name="connsiteX1131" fmla="*/ 6639669 w 8314954"/>
                <a:gd name="connsiteY1131" fmla="*/ 2414208 h 3377886"/>
                <a:gd name="connsiteX1132" fmla="*/ 6639669 w 8314954"/>
                <a:gd name="connsiteY1132" fmla="*/ 2226037 h 3377886"/>
                <a:gd name="connsiteX1133" fmla="*/ 6106870 w 8314954"/>
                <a:gd name="connsiteY1133" fmla="*/ 2226037 h 3377886"/>
                <a:gd name="connsiteX1134" fmla="*/ 6106870 w 8314954"/>
                <a:gd name="connsiteY1134" fmla="*/ 2414208 h 3377886"/>
                <a:gd name="connsiteX1135" fmla="*/ 6208118 w 8314954"/>
                <a:gd name="connsiteY1135" fmla="*/ 2414208 h 3377886"/>
                <a:gd name="connsiteX1136" fmla="*/ 6208118 w 8314954"/>
                <a:gd name="connsiteY1136" fmla="*/ 2226037 h 3377886"/>
                <a:gd name="connsiteX1137" fmla="*/ 2106995 w 8314954"/>
                <a:gd name="connsiteY1137" fmla="*/ 2226037 h 3377886"/>
                <a:gd name="connsiteX1138" fmla="*/ 2106995 w 8314954"/>
                <a:gd name="connsiteY1138" fmla="*/ 2414208 h 3377886"/>
                <a:gd name="connsiteX1139" fmla="*/ 2208160 w 8314954"/>
                <a:gd name="connsiteY1139" fmla="*/ 2414208 h 3377886"/>
                <a:gd name="connsiteX1140" fmla="*/ 2208240 w 8314954"/>
                <a:gd name="connsiteY1140" fmla="*/ 2414208 h 3377886"/>
                <a:gd name="connsiteX1141" fmla="*/ 2208240 w 8314954"/>
                <a:gd name="connsiteY1141" fmla="*/ 2226037 h 3377886"/>
                <a:gd name="connsiteX1142" fmla="*/ 1675446 w 8314954"/>
                <a:gd name="connsiteY1142" fmla="*/ 2226037 h 3377886"/>
                <a:gd name="connsiteX1143" fmla="*/ 1675446 w 8314954"/>
                <a:gd name="connsiteY1143" fmla="*/ 2414208 h 3377886"/>
                <a:gd name="connsiteX1144" fmla="*/ 1776695 w 8314954"/>
                <a:gd name="connsiteY1144" fmla="*/ 2414208 h 3377886"/>
                <a:gd name="connsiteX1145" fmla="*/ 1776695 w 8314954"/>
                <a:gd name="connsiteY1145" fmla="*/ 2226037 h 3377886"/>
                <a:gd name="connsiteX1146" fmla="*/ 1240894 w 8314954"/>
                <a:gd name="connsiteY1146" fmla="*/ 2226037 h 3377886"/>
                <a:gd name="connsiteX1147" fmla="*/ 1240894 w 8314954"/>
                <a:gd name="connsiteY1147" fmla="*/ 2414208 h 3377886"/>
                <a:gd name="connsiteX1148" fmla="*/ 1342143 w 8314954"/>
                <a:gd name="connsiteY1148" fmla="*/ 2414208 h 3377886"/>
                <a:gd name="connsiteX1149" fmla="*/ 1342143 w 8314954"/>
                <a:gd name="connsiteY1149" fmla="*/ 2226037 h 3377886"/>
                <a:gd name="connsiteX1150" fmla="*/ 809426 w 8314954"/>
                <a:gd name="connsiteY1150" fmla="*/ 2226037 h 3377886"/>
                <a:gd name="connsiteX1151" fmla="*/ 809426 w 8314954"/>
                <a:gd name="connsiteY1151" fmla="*/ 2414208 h 3377886"/>
                <a:gd name="connsiteX1152" fmla="*/ 910676 w 8314954"/>
                <a:gd name="connsiteY1152" fmla="*/ 2414208 h 3377886"/>
                <a:gd name="connsiteX1153" fmla="*/ 910676 w 8314954"/>
                <a:gd name="connsiteY1153" fmla="*/ 2226037 h 3377886"/>
                <a:gd name="connsiteX1154" fmla="*/ 362938 w 8314954"/>
                <a:gd name="connsiteY1154" fmla="*/ 2226037 h 3377886"/>
                <a:gd name="connsiteX1155" fmla="*/ 362938 w 8314954"/>
                <a:gd name="connsiteY1155" fmla="*/ 2414208 h 3377886"/>
                <a:gd name="connsiteX1156" fmla="*/ 464187 w 8314954"/>
                <a:gd name="connsiteY1156" fmla="*/ 2414208 h 3377886"/>
                <a:gd name="connsiteX1157" fmla="*/ 464187 w 8314954"/>
                <a:gd name="connsiteY1157" fmla="*/ 2226037 h 3377886"/>
                <a:gd name="connsiteX1158" fmla="*/ 7823646 w 8314954"/>
                <a:gd name="connsiteY1158" fmla="*/ 2199886 h 3377886"/>
                <a:gd name="connsiteX1159" fmla="*/ 7979458 w 8314954"/>
                <a:gd name="connsiteY1159" fmla="*/ 2199886 h 3377886"/>
                <a:gd name="connsiteX1160" fmla="*/ 7979458 w 8314954"/>
                <a:gd name="connsiteY1160" fmla="*/ 2439709 h 3377886"/>
                <a:gd name="connsiteX1161" fmla="*/ 7823646 w 8314954"/>
                <a:gd name="connsiteY1161" fmla="*/ 2439709 h 3377886"/>
                <a:gd name="connsiteX1162" fmla="*/ 7377157 w 8314954"/>
                <a:gd name="connsiteY1162" fmla="*/ 2199886 h 3377886"/>
                <a:gd name="connsiteX1163" fmla="*/ 7532969 w 8314954"/>
                <a:gd name="connsiteY1163" fmla="*/ 2199886 h 3377886"/>
                <a:gd name="connsiteX1164" fmla="*/ 7532969 w 8314954"/>
                <a:gd name="connsiteY1164" fmla="*/ 2439709 h 3377886"/>
                <a:gd name="connsiteX1165" fmla="*/ 7377157 w 8314954"/>
                <a:gd name="connsiteY1165" fmla="*/ 2439709 h 3377886"/>
                <a:gd name="connsiteX1166" fmla="*/ 6945690 w 8314954"/>
                <a:gd name="connsiteY1166" fmla="*/ 2199886 h 3377886"/>
                <a:gd name="connsiteX1167" fmla="*/ 7101502 w 8314954"/>
                <a:gd name="connsiteY1167" fmla="*/ 2199886 h 3377886"/>
                <a:gd name="connsiteX1168" fmla="*/ 7101502 w 8314954"/>
                <a:gd name="connsiteY1168" fmla="*/ 2439709 h 3377886"/>
                <a:gd name="connsiteX1169" fmla="*/ 6945690 w 8314954"/>
                <a:gd name="connsiteY1169" fmla="*/ 2439709 h 3377886"/>
                <a:gd name="connsiteX1170" fmla="*/ 6511138 w 8314954"/>
                <a:gd name="connsiteY1170" fmla="*/ 2199886 h 3377886"/>
                <a:gd name="connsiteX1171" fmla="*/ 6666950 w 8314954"/>
                <a:gd name="connsiteY1171" fmla="*/ 2199886 h 3377886"/>
                <a:gd name="connsiteX1172" fmla="*/ 6666950 w 8314954"/>
                <a:gd name="connsiteY1172" fmla="*/ 2439709 h 3377886"/>
                <a:gd name="connsiteX1173" fmla="*/ 6511138 w 8314954"/>
                <a:gd name="connsiteY1173" fmla="*/ 2439709 h 3377886"/>
                <a:gd name="connsiteX1174" fmla="*/ 6079589 w 8314954"/>
                <a:gd name="connsiteY1174" fmla="*/ 2199886 h 3377886"/>
                <a:gd name="connsiteX1175" fmla="*/ 6235401 w 8314954"/>
                <a:gd name="connsiteY1175" fmla="*/ 2199886 h 3377886"/>
                <a:gd name="connsiteX1176" fmla="*/ 6235401 w 8314954"/>
                <a:gd name="connsiteY1176" fmla="*/ 2439709 h 3377886"/>
                <a:gd name="connsiteX1177" fmla="*/ 6079589 w 8314954"/>
                <a:gd name="connsiteY1177" fmla="*/ 2439709 h 3377886"/>
                <a:gd name="connsiteX1178" fmla="*/ 2079714 w 8314954"/>
                <a:gd name="connsiteY1178" fmla="*/ 2199886 h 3377886"/>
                <a:gd name="connsiteX1179" fmla="*/ 2235523 w 8314954"/>
                <a:gd name="connsiteY1179" fmla="*/ 2199886 h 3377886"/>
                <a:gd name="connsiteX1180" fmla="*/ 2235523 w 8314954"/>
                <a:gd name="connsiteY1180" fmla="*/ 2439709 h 3377886"/>
                <a:gd name="connsiteX1181" fmla="*/ 2079714 w 8314954"/>
                <a:gd name="connsiteY1181" fmla="*/ 2439709 h 3377886"/>
                <a:gd name="connsiteX1182" fmla="*/ 1648165 w 8314954"/>
                <a:gd name="connsiteY1182" fmla="*/ 2199886 h 3377886"/>
                <a:gd name="connsiteX1183" fmla="*/ 1803977 w 8314954"/>
                <a:gd name="connsiteY1183" fmla="*/ 2199886 h 3377886"/>
                <a:gd name="connsiteX1184" fmla="*/ 1803977 w 8314954"/>
                <a:gd name="connsiteY1184" fmla="*/ 2439709 h 3377886"/>
                <a:gd name="connsiteX1185" fmla="*/ 1648165 w 8314954"/>
                <a:gd name="connsiteY1185" fmla="*/ 2439709 h 3377886"/>
                <a:gd name="connsiteX1186" fmla="*/ 1213613 w 8314954"/>
                <a:gd name="connsiteY1186" fmla="*/ 2199886 h 3377886"/>
                <a:gd name="connsiteX1187" fmla="*/ 1369425 w 8314954"/>
                <a:gd name="connsiteY1187" fmla="*/ 2199886 h 3377886"/>
                <a:gd name="connsiteX1188" fmla="*/ 1369425 w 8314954"/>
                <a:gd name="connsiteY1188" fmla="*/ 2439709 h 3377886"/>
                <a:gd name="connsiteX1189" fmla="*/ 1213613 w 8314954"/>
                <a:gd name="connsiteY1189" fmla="*/ 2439709 h 3377886"/>
                <a:gd name="connsiteX1190" fmla="*/ 782145 w 8314954"/>
                <a:gd name="connsiteY1190" fmla="*/ 2199886 h 3377886"/>
                <a:gd name="connsiteX1191" fmla="*/ 937956 w 8314954"/>
                <a:gd name="connsiteY1191" fmla="*/ 2199886 h 3377886"/>
                <a:gd name="connsiteX1192" fmla="*/ 937956 w 8314954"/>
                <a:gd name="connsiteY1192" fmla="*/ 2439709 h 3377886"/>
                <a:gd name="connsiteX1193" fmla="*/ 782145 w 8314954"/>
                <a:gd name="connsiteY1193" fmla="*/ 2439709 h 3377886"/>
                <a:gd name="connsiteX1194" fmla="*/ 335657 w 8314954"/>
                <a:gd name="connsiteY1194" fmla="*/ 2199886 h 3377886"/>
                <a:gd name="connsiteX1195" fmla="*/ 491469 w 8314954"/>
                <a:gd name="connsiteY1195" fmla="*/ 2199886 h 3377886"/>
                <a:gd name="connsiteX1196" fmla="*/ 491469 w 8314954"/>
                <a:gd name="connsiteY1196" fmla="*/ 2439709 h 3377886"/>
                <a:gd name="connsiteX1197" fmla="*/ 335657 w 8314954"/>
                <a:gd name="connsiteY1197" fmla="*/ 2439709 h 3377886"/>
                <a:gd name="connsiteX1198" fmla="*/ 5474041 w 8314954"/>
                <a:gd name="connsiteY1198" fmla="*/ 2191765 h 3377886"/>
                <a:gd name="connsiteX1199" fmla="*/ 5677839 w 8314954"/>
                <a:gd name="connsiteY1199" fmla="*/ 2191765 h 3377886"/>
                <a:gd name="connsiteX1200" fmla="*/ 5677839 w 8314954"/>
                <a:gd name="connsiteY1200" fmla="*/ 2659310 h 3377886"/>
                <a:gd name="connsiteX1201" fmla="*/ 5474041 w 8314954"/>
                <a:gd name="connsiteY1201" fmla="*/ 2659310 h 3377886"/>
                <a:gd name="connsiteX1202" fmla="*/ 2637272 w 8314954"/>
                <a:gd name="connsiteY1202" fmla="*/ 2191765 h 3377886"/>
                <a:gd name="connsiteX1203" fmla="*/ 2841070 w 8314954"/>
                <a:gd name="connsiteY1203" fmla="*/ 2191765 h 3377886"/>
                <a:gd name="connsiteX1204" fmla="*/ 2841070 w 8314954"/>
                <a:gd name="connsiteY1204" fmla="*/ 2659310 h 3377886"/>
                <a:gd name="connsiteX1205" fmla="*/ 2637272 w 8314954"/>
                <a:gd name="connsiteY1205" fmla="*/ 2659310 h 3377886"/>
                <a:gd name="connsiteX1206" fmla="*/ 5055242 w 8314954"/>
                <a:gd name="connsiteY1206" fmla="*/ 2123789 h 3377886"/>
                <a:gd name="connsiteX1207" fmla="*/ 5055242 w 8314954"/>
                <a:gd name="connsiteY1207" fmla="*/ 2241468 h 3377886"/>
                <a:gd name="connsiteX1208" fmla="*/ 5121172 w 8314954"/>
                <a:gd name="connsiteY1208" fmla="*/ 2241468 h 3377886"/>
                <a:gd name="connsiteX1209" fmla="*/ 5121172 w 8314954"/>
                <a:gd name="connsiteY1209" fmla="*/ 2123789 h 3377886"/>
                <a:gd name="connsiteX1210" fmla="*/ 4733468 w 8314954"/>
                <a:gd name="connsiteY1210" fmla="*/ 2123789 h 3377886"/>
                <a:gd name="connsiteX1211" fmla="*/ 4733468 w 8314954"/>
                <a:gd name="connsiteY1211" fmla="*/ 2301403 h 3377886"/>
                <a:gd name="connsiteX1212" fmla="*/ 4799399 w 8314954"/>
                <a:gd name="connsiteY1212" fmla="*/ 2301403 h 3377886"/>
                <a:gd name="connsiteX1213" fmla="*/ 4799399 w 8314954"/>
                <a:gd name="connsiteY1213" fmla="*/ 2123789 h 3377886"/>
                <a:gd name="connsiteX1214" fmla="*/ 4535680 w 8314954"/>
                <a:gd name="connsiteY1214" fmla="*/ 2123789 h 3377886"/>
                <a:gd name="connsiteX1215" fmla="*/ 4535680 w 8314954"/>
                <a:gd name="connsiteY1215" fmla="*/ 2301403 h 3377886"/>
                <a:gd name="connsiteX1216" fmla="*/ 4601609 w 8314954"/>
                <a:gd name="connsiteY1216" fmla="*/ 2301403 h 3377886"/>
                <a:gd name="connsiteX1217" fmla="*/ 4601609 w 8314954"/>
                <a:gd name="connsiteY1217" fmla="*/ 2123789 h 3377886"/>
                <a:gd name="connsiteX1218" fmla="*/ 4222188 w 8314954"/>
                <a:gd name="connsiteY1218" fmla="*/ 2123789 h 3377886"/>
                <a:gd name="connsiteX1219" fmla="*/ 4222188 w 8314954"/>
                <a:gd name="connsiteY1219" fmla="*/ 2301403 h 3377886"/>
                <a:gd name="connsiteX1220" fmla="*/ 4288117 w 8314954"/>
                <a:gd name="connsiteY1220" fmla="*/ 2301403 h 3377886"/>
                <a:gd name="connsiteX1221" fmla="*/ 4288117 w 8314954"/>
                <a:gd name="connsiteY1221" fmla="*/ 2123789 h 3377886"/>
                <a:gd name="connsiteX1222" fmla="*/ 4024398 w 8314954"/>
                <a:gd name="connsiteY1222" fmla="*/ 2123789 h 3377886"/>
                <a:gd name="connsiteX1223" fmla="*/ 4024398 w 8314954"/>
                <a:gd name="connsiteY1223" fmla="*/ 2301403 h 3377886"/>
                <a:gd name="connsiteX1224" fmla="*/ 4090329 w 8314954"/>
                <a:gd name="connsiteY1224" fmla="*/ 2301403 h 3377886"/>
                <a:gd name="connsiteX1225" fmla="*/ 4090329 w 8314954"/>
                <a:gd name="connsiteY1225" fmla="*/ 2123789 h 3377886"/>
                <a:gd name="connsiteX1226" fmla="*/ 3711881 w 8314954"/>
                <a:gd name="connsiteY1226" fmla="*/ 2123789 h 3377886"/>
                <a:gd name="connsiteX1227" fmla="*/ 3711881 w 8314954"/>
                <a:gd name="connsiteY1227" fmla="*/ 2301403 h 3377886"/>
                <a:gd name="connsiteX1228" fmla="*/ 3777810 w 8314954"/>
                <a:gd name="connsiteY1228" fmla="*/ 2301403 h 3377886"/>
                <a:gd name="connsiteX1229" fmla="*/ 3777810 w 8314954"/>
                <a:gd name="connsiteY1229" fmla="*/ 2123789 h 3377886"/>
                <a:gd name="connsiteX1230" fmla="*/ 3514091 w 8314954"/>
                <a:gd name="connsiteY1230" fmla="*/ 2123789 h 3377886"/>
                <a:gd name="connsiteX1231" fmla="*/ 3514091 w 8314954"/>
                <a:gd name="connsiteY1231" fmla="*/ 2301403 h 3377886"/>
                <a:gd name="connsiteX1232" fmla="*/ 3580022 w 8314954"/>
                <a:gd name="connsiteY1232" fmla="*/ 2301403 h 3377886"/>
                <a:gd name="connsiteX1233" fmla="*/ 3580022 w 8314954"/>
                <a:gd name="connsiteY1233" fmla="*/ 2123789 h 3377886"/>
                <a:gd name="connsiteX1234" fmla="*/ 3191342 w 8314954"/>
                <a:gd name="connsiteY1234" fmla="*/ 2123789 h 3377886"/>
                <a:gd name="connsiteX1235" fmla="*/ 3191342 w 8314954"/>
                <a:gd name="connsiteY1235" fmla="*/ 2241468 h 3377886"/>
                <a:gd name="connsiteX1236" fmla="*/ 3257273 w 8314954"/>
                <a:gd name="connsiteY1236" fmla="*/ 2241468 h 3377886"/>
                <a:gd name="connsiteX1237" fmla="*/ 3257273 w 8314954"/>
                <a:gd name="connsiteY1237" fmla="*/ 2123789 h 3377886"/>
                <a:gd name="connsiteX1238" fmla="*/ 5447085 w 8314954"/>
                <a:gd name="connsiteY1238" fmla="*/ 1971677 h 3377886"/>
                <a:gd name="connsiteX1239" fmla="*/ 5704796 w 8314954"/>
                <a:gd name="connsiteY1239" fmla="*/ 1971677 h 3377886"/>
                <a:gd name="connsiteX1240" fmla="*/ 5704796 w 8314954"/>
                <a:gd name="connsiteY1240" fmla="*/ 2019675 h 3377886"/>
                <a:gd name="connsiteX1241" fmla="*/ 5447085 w 8314954"/>
                <a:gd name="connsiteY1241" fmla="*/ 2019675 h 3377886"/>
                <a:gd name="connsiteX1242" fmla="*/ 2610315 w 8314954"/>
                <a:gd name="connsiteY1242" fmla="*/ 1971677 h 3377886"/>
                <a:gd name="connsiteX1243" fmla="*/ 2868026 w 8314954"/>
                <a:gd name="connsiteY1243" fmla="*/ 1971677 h 3377886"/>
                <a:gd name="connsiteX1244" fmla="*/ 2868026 w 8314954"/>
                <a:gd name="connsiteY1244" fmla="*/ 2019675 h 3377886"/>
                <a:gd name="connsiteX1245" fmla="*/ 2610315 w 8314954"/>
                <a:gd name="connsiteY1245" fmla="*/ 2019675 h 3377886"/>
                <a:gd name="connsiteX1246" fmla="*/ 7850927 w 8314954"/>
                <a:gd name="connsiteY1246" fmla="*/ 1794388 h 3377886"/>
                <a:gd name="connsiteX1247" fmla="*/ 7850927 w 8314954"/>
                <a:gd name="connsiteY1247" fmla="*/ 1982559 h 3377886"/>
                <a:gd name="connsiteX1248" fmla="*/ 7952177 w 8314954"/>
                <a:gd name="connsiteY1248" fmla="*/ 1982559 h 3377886"/>
                <a:gd name="connsiteX1249" fmla="*/ 7952177 w 8314954"/>
                <a:gd name="connsiteY1249" fmla="*/ 1794388 h 3377886"/>
                <a:gd name="connsiteX1250" fmla="*/ 7404438 w 8314954"/>
                <a:gd name="connsiteY1250" fmla="*/ 1794388 h 3377886"/>
                <a:gd name="connsiteX1251" fmla="*/ 7404438 w 8314954"/>
                <a:gd name="connsiteY1251" fmla="*/ 1982559 h 3377886"/>
                <a:gd name="connsiteX1252" fmla="*/ 7505686 w 8314954"/>
                <a:gd name="connsiteY1252" fmla="*/ 1982559 h 3377886"/>
                <a:gd name="connsiteX1253" fmla="*/ 7505686 w 8314954"/>
                <a:gd name="connsiteY1253" fmla="*/ 1794388 h 3377886"/>
                <a:gd name="connsiteX1254" fmla="*/ 6972971 w 8314954"/>
                <a:gd name="connsiteY1254" fmla="*/ 1794388 h 3377886"/>
                <a:gd name="connsiteX1255" fmla="*/ 6972971 w 8314954"/>
                <a:gd name="connsiteY1255" fmla="*/ 1982559 h 3377886"/>
                <a:gd name="connsiteX1256" fmla="*/ 7074139 w 8314954"/>
                <a:gd name="connsiteY1256" fmla="*/ 1982559 h 3377886"/>
                <a:gd name="connsiteX1257" fmla="*/ 7074221 w 8314954"/>
                <a:gd name="connsiteY1257" fmla="*/ 1982559 h 3377886"/>
                <a:gd name="connsiteX1258" fmla="*/ 7074221 w 8314954"/>
                <a:gd name="connsiteY1258" fmla="*/ 1794388 h 3377886"/>
                <a:gd name="connsiteX1259" fmla="*/ 6538419 w 8314954"/>
                <a:gd name="connsiteY1259" fmla="*/ 1794388 h 3377886"/>
                <a:gd name="connsiteX1260" fmla="*/ 6538419 w 8314954"/>
                <a:gd name="connsiteY1260" fmla="*/ 1982559 h 3377886"/>
                <a:gd name="connsiteX1261" fmla="*/ 6639669 w 8314954"/>
                <a:gd name="connsiteY1261" fmla="*/ 1982559 h 3377886"/>
                <a:gd name="connsiteX1262" fmla="*/ 6639669 w 8314954"/>
                <a:gd name="connsiteY1262" fmla="*/ 1794388 h 3377886"/>
                <a:gd name="connsiteX1263" fmla="*/ 6106870 w 8314954"/>
                <a:gd name="connsiteY1263" fmla="*/ 1794388 h 3377886"/>
                <a:gd name="connsiteX1264" fmla="*/ 6106870 w 8314954"/>
                <a:gd name="connsiteY1264" fmla="*/ 1982559 h 3377886"/>
                <a:gd name="connsiteX1265" fmla="*/ 6208118 w 8314954"/>
                <a:gd name="connsiteY1265" fmla="*/ 1982559 h 3377886"/>
                <a:gd name="connsiteX1266" fmla="*/ 6208118 w 8314954"/>
                <a:gd name="connsiteY1266" fmla="*/ 1794388 h 3377886"/>
                <a:gd name="connsiteX1267" fmla="*/ 2106995 w 8314954"/>
                <a:gd name="connsiteY1267" fmla="*/ 1794388 h 3377886"/>
                <a:gd name="connsiteX1268" fmla="*/ 2106995 w 8314954"/>
                <a:gd name="connsiteY1268" fmla="*/ 1982559 h 3377886"/>
                <a:gd name="connsiteX1269" fmla="*/ 2208160 w 8314954"/>
                <a:gd name="connsiteY1269" fmla="*/ 1982559 h 3377886"/>
                <a:gd name="connsiteX1270" fmla="*/ 2208240 w 8314954"/>
                <a:gd name="connsiteY1270" fmla="*/ 1982559 h 3377886"/>
                <a:gd name="connsiteX1271" fmla="*/ 2208240 w 8314954"/>
                <a:gd name="connsiteY1271" fmla="*/ 1794388 h 3377886"/>
                <a:gd name="connsiteX1272" fmla="*/ 1675446 w 8314954"/>
                <a:gd name="connsiteY1272" fmla="*/ 1794388 h 3377886"/>
                <a:gd name="connsiteX1273" fmla="*/ 1675446 w 8314954"/>
                <a:gd name="connsiteY1273" fmla="*/ 1982559 h 3377886"/>
                <a:gd name="connsiteX1274" fmla="*/ 1776695 w 8314954"/>
                <a:gd name="connsiteY1274" fmla="*/ 1982559 h 3377886"/>
                <a:gd name="connsiteX1275" fmla="*/ 1776695 w 8314954"/>
                <a:gd name="connsiteY1275" fmla="*/ 1794388 h 3377886"/>
                <a:gd name="connsiteX1276" fmla="*/ 1240894 w 8314954"/>
                <a:gd name="connsiteY1276" fmla="*/ 1794388 h 3377886"/>
                <a:gd name="connsiteX1277" fmla="*/ 1240894 w 8314954"/>
                <a:gd name="connsiteY1277" fmla="*/ 1982559 h 3377886"/>
                <a:gd name="connsiteX1278" fmla="*/ 1342143 w 8314954"/>
                <a:gd name="connsiteY1278" fmla="*/ 1982559 h 3377886"/>
                <a:gd name="connsiteX1279" fmla="*/ 1342143 w 8314954"/>
                <a:gd name="connsiteY1279" fmla="*/ 1794388 h 3377886"/>
                <a:gd name="connsiteX1280" fmla="*/ 809426 w 8314954"/>
                <a:gd name="connsiteY1280" fmla="*/ 1794388 h 3377886"/>
                <a:gd name="connsiteX1281" fmla="*/ 809426 w 8314954"/>
                <a:gd name="connsiteY1281" fmla="*/ 1982559 h 3377886"/>
                <a:gd name="connsiteX1282" fmla="*/ 910676 w 8314954"/>
                <a:gd name="connsiteY1282" fmla="*/ 1982559 h 3377886"/>
                <a:gd name="connsiteX1283" fmla="*/ 910676 w 8314954"/>
                <a:gd name="connsiteY1283" fmla="*/ 1794388 h 3377886"/>
                <a:gd name="connsiteX1284" fmla="*/ 362938 w 8314954"/>
                <a:gd name="connsiteY1284" fmla="*/ 1794388 h 3377886"/>
                <a:gd name="connsiteX1285" fmla="*/ 362938 w 8314954"/>
                <a:gd name="connsiteY1285" fmla="*/ 1982559 h 3377886"/>
                <a:gd name="connsiteX1286" fmla="*/ 464187 w 8314954"/>
                <a:gd name="connsiteY1286" fmla="*/ 1982559 h 3377886"/>
                <a:gd name="connsiteX1287" fmla="*/ 464187 w 8314954"/>
                <a:gd name="connsiteY1287" fmla="*/ 1794388 h 3377886"/>
                <a:gd name="connsiteX1288" fmla="*/ 7823646 w 8314954"/>
                <a:gd name="connsiteY1288" fmla="*/ 1768237 h 3377886"/>
                <a:gd name="connsiteX1289" fmla="*/ 7979458 w 8314954"/>
                <a:gd name="connsiteY1289" fmla="*/ 1768237 h 3377886"/>
                <a:gd name="connsiteX1290" fmla="*/ 7979458 w 8314954"/>
                <a:gd name="connsiteY1290" fmla="*/ 2008060 h 3377886"/>
                <a:gd name="connsiteX1291" fmla="*/ 7823646 w 8314954"/>
                <a:gd name="connsiteY1291" fmla="*/ 2008060 h 3377886"/>
                <a:gd name="connsiteX1292" fmla="*/ 7377157 w 8314954"/>
                <a:gd name="connsiteY1292" fmla="*/ 1768237 h 3377886"/>
                <a:gd name="connsiteX1293" fmla="*/ 7532969 w 8314954"/>
                <a:gd name="connsiteY1293" fmla="*/ 1768237 h 3377886"/>
                <a:gd name="connsiteX1294" fmla="*/ 7532969 w 8314954"/>
                <a:gd name="connsiteY1294" fmla="*/ 2008060 h 3377886"/>
                <a:gd name="connsiteX1295" fmla="*/ 7377157 w 8314954"/>
                <a:gd name="connsiteY1295" fmla="*/ 2008060 h 3377886"/>
                <a:gd name="connsiteX1296" fmla="*/ 6945690 w 8314954"/>
                <a:gd name="connsiteY1296" fmla="*/ 1768237 h 3377886"/>
                <a:gd name="connsiteX1297" fmla="*/ 7101502 w 8314954"/>
                <a:gd name="connsiteY1297" fmla="*/ 1768237 h 3377886"/>
                <a:gd name="connsiteX1298" fmla="*/ 7101502 w 8314954"/>
                <a:gd name="connsiteY1298" fmla="*/ 2008060 h 3377886"/>
                <a:gd name="connsiteX1299" fmla="*/ 6945690 w 8314954"/>
                <a:gd name="connsiteY1299" fmla="*/ 2008060 h 3377886"/>
                <a:gd name="connsiteX1300" fmla="*/ 6511138 w 8314954"/>
                <a:gd name="connsiteY1300" fmla="*/ 1768237 h 3377886"/>
                <a:gd name="connsiteX1301" fmla="*/ 6666950 w 8314954"/>
                <a:gd name="connsiteY1301" fmla="*/ 1768237 h 3377886"/>
                <a:gd name="connsiteX1302" fmla="*/ 6666950 w 8314954"/>
                <a:gd name="connsiteY1302" fmla="*/ 2008060 h 3377886"/>
                <a:gd name="connsiteX1303" fmla="*/ 6511138 w 8314954"/>
                <a:gd name="connsiteY1303" fmla="*/ 2008060 h 3377886"/>
                <a:gd name="connsiteX1304" fmla="*/ 6079589 w 8314954"/>
                <a:gd name="connsiteY1304" fmla="*/ 1768237 h 3377886"/>
                <a:gd name="connsiteX1305" fmla="*/ 6235401 w 8314954"/>
                <a:gd name="connsiteY1305" fmla="*/ 1768237 h 3377886"/>
                <a:gd name="connsiteX1306" fmla="*/ 6235401 w 8314954"/>
                <a:gd name="connsiteY1306" fmla="*/ 2008060 h 3377886"/>
                <a:gd name="connsiteX1307" fmla="*/ 6079589 w 8314954"/>
                <a:gd name="connsiteY1307" fmla="*/ 2008060 h 3377886"/>
                <a:gd name="connsiteX1308" fmla="*/ 2079714 w 8314954"/>
                <a:gd name="connsiteY1308" fmla="*/ 1768237 h 3377886"/>
                <a:gd name="connsiteX1309" fmla="*/ 2235523 w 8314954"/>
                <a:gd name="connsiteY1309" fmla="*/ 1768237 h 3377886"/>
                <a:gd name="connsiteX1310" fmla="*/ 2235523 w 8314954"/>
                <a:gd name="connsiteY1310" fmla="*/ 2008060 h 3377886"/>
                <a:gd name="connsiteX1311" fmla="*/ 2079714 w 8314954"/>
                <a:gd name="connsiteY1311" fmla="*/ 2008060 h 3377886"/>
                <a:gd name="connsiteX1312" fmla="*/ 1648165 w 8314954"/>
                <a:gd name="connsiteY1312" fmla="*/ 1768237 h 3377886"/>
                <a:gd name="connsiteX1313" fmla="*/ 1803977 w 8314954"/>
                <a:gd name="connsiteY1313" fmla="*/ 1768237 h 3377886"/>
                <a:gd name="connsiteX1314" fmla="*/ 1803977 w 8314954"/>
                <a:gd name="connsiteY1314" fmla="*/ 2008060 h 3377886"/>
                <a:gd name="connsiteX1315" fmla="*/ 1648165 w 8314954"/>
                <a:gd name="connsiteY1315" fmla="*/ 2008060 h 3377886"/>
                <a:gd name="connsiteX1316" fmla="*/ 1213613 w 8314954"/>
                <a:gd name="connsiteY1316" fmla="*/ 1768237 h 3377886"/>
                <a:gd name="connsiteX1317" fmla="*/ 1369425 w 8314954"/>
                <a:gd name="connsiteY1317" fmla="*/ 1768237 h 3377886"/>
                <a:gd name="connsiteX1318" fmla="*/ 1369425 w 8314954"/>
                <a:gd name="connsiteY1318" fmla="*/ 2008060 h 3377886"/>
                <a:gd name="connsiteX1319" fmla="*/ 1213613 w 8314954"/>
                <a:gd name="connsiteY1319" fmla="*/ 2008060 h 3377886"/>
                <a:gd name="connsiteX1320" fmla="*/ 782145 w 8314954"/>
                <a:gd name="connsiteY1320" fmla="*/ 1768237 h 3377886"/>
                <a:gd name="connsiteX1321" fmla="*/ 937956 w 8314954"/>
                <a:gd name="connsiteY1321" fmla="*/ 1768237 h 3377886"/>
                <a:gd name="connsiteX1322" fmla="*/ 937956 w 8314954"/>
                <a:gd name="connsiteY1322" fmla="*/ 2008060 h 3377886"/>
                <a:gd name="connsiteX1323" fmla="*/ 782145 w 8314954"/>
                <a:gd name="connsiteY1323" fmla="*/ 2008060 h 3377886"/>
                <a:gd name="connsiteX1324" fmla="*/ 335657 w 8314954"/>
                <a:gd name="connsiteY1324" fmla="*/ 1768237 h 3377886"/>
                <a:gd name="connsiteX1325" fmla="*/ 491469 w 8314954"/>
                <a:gd name="connsiteY1325" fmla="*/ 1768237 h 3377886"/>
                <a:gd name="connsiteX1326" fmla="*/ 491469 w 8314954"/>
                <a:gd name="connsiteY1326" fmla="*/ 2008060 h 3377886"/>
                <a:gd name="connsiteX1327" fmla="*/ 335657 w 8314954"/>
                <a:gd name="connsiteY1327" fmla="*/ 2008060 h 3377886"/>
                <a:gd name="connsiteX1328" fmla="*/ 5055241 w 8314954"/>
                <a:gd name="connsiteY1328" fmla="*/ 1745823 h 3377886"/>
                <a:gd name="connsiteX1329" fmla="*/ 5055241 w 8314954"/>
                <a:gd name="connsiteY1329" fmla="*/ 1958441 h 3377886"/>
                <a:gd name="connsiteX1330" fmla="*/ 5121172 w 8314954"/>
                <a:gd name="connsiteY1330" fmla="*/ 1958441 h 3377886"/>
                <a:gd name="connsiteX1331" fmla="*/ 5121172 w 8314954"/>
                <a:gd name="connsiteY1331" fmla="*/ 1745823 h 3377886"/>
                <a:gd name="connsiteX1332" fmla="*/ 4733466 w 8314954"/>
                <a:gd name="connsiteY1332" fmla="*/ 1745823 h 3377886"/>
                <a:gd name="connsiteX1333" fmla="*/ 4733466 w 8314954"/>
                <a:gd name="connsiteY1333" fmla="*/ 1958441 h 3377886"/>
                <a:gd name="connsiteX1334" fmla="*/ 4799397 w 8314954"/>
                <a:gd name="connsiteY1334" fmla="*/ 1958441 h 3377886"/>
                <a:gd name="connsiteX1335" fmla="*/ 4799397 w 8314954"/>
                <a:gd name="connsiteY1335" fmla="*/ 1745823 h 3377886"/>
                <a:gd name="connsiteX1336" fmla="*/ 4535678 w 8314954"/>
                <a:gd name="connsiteY1336" fmla="*/ 1745823 h 3377886"/>
                <a:gd name="connsiteX1337" fmla="*/ 4535678 w 8314954"/>
                <a:gd name="connsiteY1337" fmla="*/ 1958441 h 3377886"/>
                <a:gd name="connsiteX1338" fmla="*/ 4601609 w 8314954"/>
                <a:gd name="connsiteY1338" fmla="*/ 1958441 h 3377886"/>
                <a:gd name="connsiteX1339" fmla="*/ 4601609 w 8314954"/>
                <a:gd name="connsiteY1339" fmla="*/ 1745823 h 3377886"/>
                <a:gd name="connsiteX1340" fmla="*/ 4222186 w 8314954"/>
                <a:gd name="connsiteY1340" fmla="*/ 1745823 h 3377886"/>
                <a:gd name="connsiteX1341" fmla="*/ 4222186 w 8314954"/>
                <a:gd name="connsiteY1341" fmla="*/ 1958441 h 3377886"/>
                <a:gd name="connsiteX1342" fmla="*/ 4288115 w 8314954"/>
                <a:gd name="connsiteY1342" fmla="*/ 1958441 h 3377886"/>
                <a:gd name="connsiteX1343" fmla="*/ 4288115 w 8314954"/>
                <a:gd name="connsiteY1343" fmla="*/ 1745823 h 3377886"/>
                <a:gd name="connsiteX1344" fmla="*/ 4024398 w 8314954"/>
                <a:gd name="connsiteY1344" fmla="*/ 1745823 h 3377886"/>
                <a:gd name="connsiteX1345" fmla="*/ 4024398 w 8314954"/>
                <a:gd name="connsiteY1345" fmla="*/ 1958441 h 3377886"/>
                <a:gd name="connsiteX1346" fmla="*/ 4090327 w 8314954"/>
                <a:gd name="connsiteY1346" fmla="*/ 1958441 h 3377886"/>
                <a:gd name="connsiteX1347" fmla="*/ 4090327 w 8314954"/>
                <a:gd name="connsiteY1347" fmla="*/ 1745823 h 3377886"/>
                <a:gd name="connsiteX1348" fmla="*/ 3711880 w 8314954"/>
                <a:gd name="connsiteY1348" fmla="*/ 1745823 h 3377886"/>
                <a:gd name="connsiteX1349" fmla="*/ 3711880 w 8314954"/>
                <a:gd name="connsiteY1349" fmla="*/ 1958441 h 3377886"/>
                <a:gd name="connsiteX1350" fmla="*/ 3777809 w 8314954"/>
                <a:gd name="connsiteY1350" fmla="*/ 1958441 h 3377886"/>
                <a:gd name="connsiteX1351" fmla="*/ 3777809 w 8314954"/>
                <a:gd name="connsiteY1351" fmla="*/ 1745823 h 3377886"/>
                <a:gd name="connsiteX1352" fmla="*/ 3514092 w 8314954"/>
                <a:gd name="connsiteY1352" fmla="*/ 1745823 h 3377886"/>
                <a:gd name="connsiteX1353" fmla="*/ 3514092 w 8314954"/>
                <a:gd name="connsiteY1353" fmla="*/ 1958441 h 3377886"/>
                <a:gd name="connsiteX1354" fmla="*/ 3580021 w 8314954"/>
                <a:gd name="connsiteY1354" fmla="*/ 1958441 h 3377886"/>
                <a:gd name="connsiteX1355" fmla="*/ 3580021 w 8314954"/>
                <a:gd name="connsiteY1355" fmla="*/ 1745823 h 3377886"/>
                <a:gd name="connsiteX1356" fmla="*/ 3191342 w 8314954"/>
                <a:gd name="connsiteY1356" fmla="*/ 1745823 h 3377886"/>
                <a:gd name="connsiteX1357" fmla="*/ 3191342 w 8314954"/>
                <a:gd name="connsiteY1357" fmla="*/ 1958441 h 3377886"/>
                <a:gd name="connsiteX1358" fmla="*/ 3257271 w 8314954"/>
                <a:gd name="connsiteY1358" fmla="*/ 1958441 h 3377886"/>
                <a:gd name="connsiteX1359" fmla="*/ 3257271 w 8314954"/>
                <a:gd name="connsiteY1359" fmla="*/ 1745823 h 3377886"/>
                <a:gd name="connsiteX1360" fmla="*/ 5016268 w 8314954"/>
                <a:gd name="connsiteY1360" fmla="*/ 1708221 h 3377886"/>
                <a:gd name="connsiteX1361" fmla="*/ 5160144 w 8314954"/>
                <a:gd name="connsiteY1361" fmla="*/ 1708221 h 3377886"/>
                <a:gd name="connsiteX1362" fmla="*/ 5160144 w 8314954"/>
                <a:gd name="connsiteY1362" fmla="*/ 1995961 h 3377886"/>
                <a:gd name="connsiteX1363" fmla="*/ 5016268 w 8314954"/>
                <a:gd name="connsiteY1363" fmla="*/ 1995961 h 3377886"/>
                <a:gd name="connsiteX1364" fmla="*/ 4694493 w 8314954"/>
                <a:gd name="connsiteY1364" fmla="*/ 1708221 h 3377886"/>
                <a:gd name="connsiteX1365" fmla="*/ 4838369 w 8314954"/>
                <a:gd name="connsiteY1365" fmla="*/ 1708221 h 3377886"/>
                <a:gd name="connsiteX1366" fmla="*/ 4838369 w 8314954"/>
                <a:gd name="connsiteY1366" fmla="*/ 1995961 h 3377886"/>
                <a:gd name="connsiteX1367" fmla="*/ 4694493 w 8314954"/>
                <a:gd name="connsiteY1367" fmla="*/ 1995961 h 3377886"/>
                <a:gd name="connsiteX1368" fmla="*/ 4496705 w 8314954"/>
                <a:gd name="connsiteY1368" fmla="*/ 1708221 h 3377886"/>
                <a:gd name="connsiteX1369" fmla="*/ 4640581 w 8314954"/>
                <a:gd name="connsiteY1369" fmla="*/ 1708221 h 3377886"/>
                <a:gd name="connsiteX1370" fmla="*/ 4640581 w 8314954"/>
                <a:gd name="connsiteY1370" fmla="*/ 1995961 h 3377886"/>
                <a:gd name="connsiteX1371" fmla="*/ 4496705 w 8314954"/>
                <a:gd name="connsiteY1371" fmla="*/ 1995961 h 3377886"/>
                <a:gd name="connsiteX1372" fmla="*/ 4183293 w 8314954"/>
                <a:gd name="connsiteY1372" fmla="*/ 1708221 h 3377886"/>
                <a:gd name="connsiteX1373" fmla="*/ 4327169 w 8314954"/>
                <a:gd name="connsiteY1373" fmla="*/ 1708221 h 3377886"/>
                <a:gd name="connsiteX1374" fmla="*/ 4327169 w 8314954"/>
                <a:gd name="connsiteY1374" fmla="*/ 1995961 h 3377886"/>
                <a:gd name="connsiteX1375" fmla="*/ 4183293 w 8314954"/>
                <a:gd name="connsiteY1375" fmla="*/ 1995961 h 3377886"/>
                <a:gd name="connsiteX1376" fmla="*/ 3985505 w 8314954"/>
                <a:gd name="connsiteY1376" fmla="*/ 1708221 h 3377886"/>
                <a:gd name="connsiteX1377" fmla="*/ 4129381 w 8314954"/>
                <a:gd name="connsiteY1377" fmla="*/ 1708221 h 3377886"/>
                <a:gd name="connsiteX1378" fmla="*/ 4129381 w 8314954"/>
                <a:gd name="connsiteY1378" fmla="*/ 1995961 h 3377886"/>
                <a:gd name="connsiteX1379" fmla="*/ 3985505 w 8314954"/>
                <a:gd name="connsiteY1379" fmla="*/ 1995961 h 3377886"/>
                <a:gd name="connsiteX1380" fmla="*/ 3672987 w 8314954"/>
                <a:gd name="connsiteY1380" fmla="*/ 1708221 h 3377886"/>
                <a:gd name="connsiteX1381" fmla="*/ 3816863 w 8314954"/>
                <a:gd name="connsiteY1381" fmla="*/ 1708221 h 3377886"/>
                <a:gd name="connsiteX1382" fmla="*/ 3816863 w 8314954"/>
                <a:gd name="connsiteY1382" fmla="*/ 1995961 h 3377886"/>
                <a:gd name="connsiteX1383" fmla="*/ 3672987 w 8314954"/>
                <a:gd name="connsiteY1383" fmla="*/ 1995961 h 3377886"/>
                <a:gd name="connsiteX1384" fmla="*/ 3475199 w 8314954"/>
                <a:gd name="connsiteY1384" fmla="*/ 1708221 h 3377886"/>
                <a:gd name="connsiteX1385" fmla="*/ 3619075 w 8314954"/>
                <a:gd name="connsiteY1385" fmla="*/ 1708221 h 3377886"/>
                <a:gd name="connsiteX1386" fmla="*/ 3619075 w 8314954"/>
                <a:gd name="connsiteY1386" fmla="*/ 1995961 h 3377886"/>
                <a:gd name="connsiteX1387" fmla="*/ 3475199 w 8314954"/>
                <a:gd name="connsiteY1387" fmla="*/ 1995961 h 3377886"/>
                <a:gd name="connsiteX1388" fmla="*/ 3152449 w 8314954"/>
                <a:gd name="connsiteY1388" fmla="*/ 1708221 h 3377886"/>
                <a:gd name="connsiteX1389" fmla="*/ 3296325 w 8314954"/>
                <a:gd name="connsiteY1389" fmla="*/ 1708221 h 3377886"/>
                <a:gd name="connsiteX1390" fmla="*/ 3296325 w 8314954"/>
                <a:gd name="connsiteY1390" fmla="*/ 1995961 h 3377886"/>
                <a:gd name="connsiteX1391" fmla="*/ 3152449 w 8314954"/>
                <a:gd name="connsiteY1391" fmla="*/ 1995961 h 3377886"/>
                <a:gd name="connsiteX1392" fmla="*/ 5918015 w 8314954"/>
                <a:gd name="connsiteY1392" fmla="*/ 1576086 h 3377886"/>
                <a:gd name="connsiteX1393" fmla="*/ 5918015 w 8314954"/>
                <a:gd name="connsiteY1393" fmla="*/ 2700567 h 3377886"/>
                <a:gd name="connsiteX1394" fmla="*/ 6079592 w 8314954"/>
                <a:gd name="connsiteY1394" fmla="*/ 2700567 h 3377886"/>
                <a:gd name="connsiteX1395" fmla="*/ 6079592 w 8314954"/>
                <a:gd name="connsiteY1395" fmla="*/ 2631454 h 3377886"/>
                <a:gd name="connsiteX1396" fmla="*/ 6235402 w 8314954"/>
                <a:gd name="connsiteY1396" fmla="*/ 2631454 h 3377886"/>
                <a:gd name="connsiteX1397" fmla="*/ 6235402 w 8314954"/>
                <a:gd name="connsiteY1397" fmla="*/ 2700567 h 3377886"/>
                <a:gd name="connsiteX1398" fmla="*/ 6511058 w 8314954"/>
                <a:gd name="connsiteY1398" fmla="*/ 2700567 h 3377886"/>
                <a:gd name="connsiteX1399" fmla="*/ 6511058 w 8314954"/>
                <a:gd name="connsiteY1399" fmla="*/ 2631454 h 3377886"/>
                <a:gd name="connsiteX1400" fmla="*/ 6666870 w 8314954"/>
                <a:gd name="connsiteY1400" fmla="*/ 2631454 h 3377886"/>
                <a:gd name="connsiteX1401" fmla="*/ 6666870 w 8314954"/>
                <a:gd name="connsiteY1401" fmla="*/ 2871277 h 3377886"/>
                <a:gd name="connsiteX1402" fmla="*/ 6651361 w 8314954"/>
                <a:gd name="connsiteY1402" fmla="*/ 2871277 h 3377886"/>
                <a:gd name="connsiteX1403" fmla="*/ 6675314 w 8314954"/>
                <a:gd name="connsiteY1403" fmla="*/ 3041662 h 3377886"/>
                <a:gd name="connsiteX1404" fmla="*/ 8135272 w 8314954"/>
                <a:gd name="connsiteY1404" fmla="*/ 3041662 h 3377886"/>
                <a:gd name="connsiteX1405" fmla="*/ 8135272 w 8314954"/>
                <a:gd name="connsiteY1405" fmla="*/ 1576086 h 3377886"/>
                <a:gd name="connsiteX1406" fmla="*/ 179845 w 8314954"/>
                <a:gd name="connsiteY1406" fmla="*/ 1576086 h 3377886"/>
                <a:gd name="connsiteX1407" fmla="*/ 179845 w 8314954"/>
                <a:gd name="connsiteY1407" fmla="*/ 3041662 h 3377886"/>
                <a:gd name="connsiteX1408" fmla="*/ 1640208 w 8314954"/>
                <a:gd name="connsiteY1408" fmla="*/ 3041662 h 3377886"/>
                <a:gd name="connsiteX1409" fmla="*/ 1688519 w 8314954"/>
                <a:gd name="connsiteY1409" fmla="*/ 2700567 h 3377886"/>
                <a:gd name="connsiteX1410" fmla="*/ 1776859 w 8314954"/>
                <a:gd name="connsiteY1410" fmla="*/ 2700567 h 3377886"/>
                <a:gd name="connsiteX1411" fmla="*/ 1776859 w 8314954"/>
                <a:gd name="connsiteY1411" fmla="*/ 2657605 h 3377886"/>
                <a:gd name="connsiteX1412" fmla="*/ 1675609 w 8314954"/>
                <a:gd name="connsiteY1412" fmla="*/ 2657605 h 3377886"/>
                <a:gd name="connsiteX1413" fmla="*/ 1675609 w 8314954"/>
                <a:gd name="connsiteY1413" fmla="*/ 2789820 h 3377886"/>
                <a:gd name="connsiteX1414" fmla="*/ 1664161 w 8314954"/>
                <a:gd name="connsiteY1414" fmla="*/ 2871277 h 3377886"/>
                <a:gd name="connsiteX1415" fmla="*/ 1648247 w 8314954"/>
                <a:gd name="connsiteY1415" fmla="*/ 2871277 h 3377886"/>
                <a:gd name="connsiteX1416" fmla="*/ 1648247 w 8314954"/>
                <a:gd name="connsiteY1416" fmla="*/ 2631454 h 3377886"/>
                <a:gd name="connsiteX1417" fmla="*/ 1804057 w 8314954"/>
                <a:gd name="connsiteY1417" fmla="*/ 2631454 h 3377886"/>
                <a:gd name="connsiteX1418" fmla="*/ 1804057 w 8314954"/>
                <a:gd name="connsiteY1418" fmla="*/ 2700567 h 3377886"/>
                <a:gd name="connsiteX1419" fmla="*/ 2079713 w 8314954"/>
                <a:gd name="connsiteY1419" fmla="*/ 2700567 h 3377886"/>
                <a:gd name="connsiteX1420" fmla="*/ 2079713 w 8314954"/>
                <a:gd name="connsiteY1420" fmla="*/ 2631454 h 3377886"/>
                <a:gd name="connsiteX1421" fmla="*/ 2235523 w 8314954"/>
                <a:gd name="connsiteY1421" fmla="*/ 2631454 h 3377886"/>
                <a:gd name="connsiteX1422" fmla="*/ 2235523 w 8314954"/>
                <a:gd name="connsiteY1422" fmla="*/ 2700567 h 3377886"/>
                <a:gd name="connsiteX1423" fmla="*/ 2397100 w 8314954"/>
                <a:gd name="connsiteY1423" fmla="*/ 2700567 h 3377886"/>
                <a:gd name="connsiteX1424" fmla="*/ 2397100 w 8314954"/>
                <a:gd name="connsiteY1424" fmla="*/ 1576086 h 3377886"/>
                <a:gd name="connsiteX1425" fmla="*/ 5918015 w 8314954"/>
                <a:gd name="connsiteY1425" fmla="*/ 1510060 h 3377886"/>
                <a:gd name="connsiteX1426" fmla="*/ 5918015 w 8314954"/>
                <a:gd name="connsiteY1426" fmla="*/ 1558058 h 3377886"/>
                <a:gd name="connsiteX1427" fmla="*/ 8135272 w 8314954"/>
                <a:gd name="connsiteY1427" fmla="*/ 1558058 h 3377886"/>
                <a:gd name="connsiteX1428" fmla="*/ 8135272 w 8314954"/>
                <a:gd name="connsiteY1428" fmla="*/ 1510060 h 3377886"/>
                <a:gd name="connsiteX1429" fmla="*/ 179845 w 8314954"/>
                <a:gd name="connsiteY1429" fmla="*/ 1510060 h 3377886"/>
                <a:gd name="connsiteX1430" fmla="*/ 179845 w 8314954"/>
                <a:gd name="connsiteY1430" fmla="*/ 1558058 h 3377886"/>
                <a:gd name="connsiteX1431" fmla="*/ 2397100 w 8314954"/>
                <a:gd name="connsiteY1431" fmla="*/ 1558058 h 3377886"/>
                <a:gd name="connsiteX1432" fmla="*/ 2397100 w 8314954"/>
                <a:gd name="connsiteY1432" fmla="*/ 1510060 h 3377886"/>
                <a:gd name="connsiteX1433" fmla="*/ 5513259 w 8314954"/>
                <a:gd name="connsiteY1433" fmla="*/ 1370373 h 3377886"/>
                <a:gd name="connsiteX1434" fmla="*/ 5513259 w 8314954"/>
                <a:gd name="connsiteY1434" fmla="*/ 1761171 h 3377886"/>
                <a:gd name="connsiteX1435" fmla="*/ 5638541 w 8314954"/>
                <a:gd name="connsiteY1435" fmla="*/ 1761171 h 3377886"/>
                <a:gd name="connsiteX1436" fmla="*/ 5638541 w 8314954"/>
                <a:gd name="connsiteY1436" fmla="*/ 1370373 h 3377886"/>
                <a:gd name="connsiteX1437" fmla="*/ 2676489 w 8314954"/>
                <a:gd name="connsiteY1437" fmla="*/ 1370373 h 3377886"/>
                <a:gd name="connsiteX1438" fmla="*/ 2676489 w 8314954"/>
                <a:gd name="connsiteY1438" fmla="*/ 1761171 h 3377886"/>
                <a:gd name="connsiteX1439" fmla="*/ 2801773 w 8314954"/>
                <a:gd name="connsiteY1439" fmla="*/ 1761171 h 3377886"/>
                <a:gd name="connsiteX1440" fmla="*/ 2801773 w 8314954"/>
                <a:gd name="connsiteY1440" fmla="*/ 1370373 h 3377886"/>
                <a:gd name="connsiteX1441" fmla="*/ 5055241 w 8314954"/>
                <a:gd name="connsiteY1441" fmla="*/ 1367775 h 3377886"/>
                <a:gd name="connsiteX1442" fmla="*/ 5055241 w 8314954"/>
                <a:gd name="connsiteY1442" fmla="*/ 1580393 h 3377886"/>
                <a:gd name="connsiteX1443" fmla="*/ 5121172 w 8314954"/>
                <a:gd name="connsiteY1443" fmla="*/ 1580393 h 3377886"/>
                <a:gd name="connsiteX1444" fmla="*/ 5121172 w 8314954"/>
                <a:gd name="connsiteY1444" fmla="*/ 1367775 h 3377886"/>
                <a:gd name="connsiteX1445" fmla="*/ 4733466 w 8314954"/>
                <a:gd name="connsiteY1445" fmla="*/ 1367775 h 3377886"/>
                <a:gd name="connsiteX1446" fmla="*/ 4733466 w 8314954"/>
                <a:gd name="connsiteY1446" fmla="*/ 1580393 h 3377886"/>
                <a:gd name="connsiteX1447" fmla="*/ 4799397 w 8314954"/>
                <a:gd name="connsiteY1447" fmla="*/ 1580393 h 3377886"/>
                <a:gd name="connsiteX1448" fmla="*/ 4799397 w 8314954"/>
                <a:gd name="connsiteY1448" fmla="*/ 1367775 h 3377886"/>
                <a:gd name="connsiteX1449" fmla="*/ 4535678 w 8314954"/>
                <a:gd name="connsiteY1449" fmla="*/ 1367775 h 3377886"/>
                <a:gd name="connsiteX1450" fmla="*/ 4535678 w 8314954"/>
                <a:gd name="connsiteY1450" fmla="*/ 1580393 h 3377886"/>
                <a:gd name="connsiteX1451" fmla="*/ 4601609 w 8314954"/>
                <a:gd name="connsiteY1451" fmla="*/ 1580393 h 3377886"/>
                <a:gd name="connsiteX1452" fmla="*/ 4601609 w 8314954"/>
                <a:gd name="connsiteY1452" fmla="*/ 1367775 h 3377886"/>
                <a:gd name="connsiteX1453" fmla="*/ 4222186 w 8314954"/>
                <a:gd name="connsiteY1453" fmla="*/ 1367775 h 3377886"/>
                <a:gd name="connsiteX1454" fmla="*/ 4222186 w 8314954"/>
                <a:gd name="connsiteY1454" fmla="*/ 1580393 h 3377886"/>
                <a:gd name="connsiteX1455" fmla="*/ 4288115 w 8314954"/>
                <a:gd name="connsiteY1455" fmla="*/ 1580393 h 3377886"/>
                <a:gd name="connsiteX1456" fmla="*/ 4288115 w 8314954"/>
                <a:gd name="connsiteY1456" fmla="*/ 1367775 h 3377886"/>
                <a:gd name="connsiteX1457" fmla="*/ 4024398 w 8314954"/>
                <a:gd name="connsiteY1457" fmla="*/ 1367775 h 3377886"/>
                <a:gd name="connsiteX1458" fmla="*/ 4024398 w 8314954"/>
                <a:gd name="connsiteY1458" fmla="*/ 1580393 h 3377886"/>
                <a:gd name="connsiteX1459" fmla="*/ 4090327 w 8314954"/>
                <a:gd name="connsiteY1459" fmla="*/ 1580393 h 3377886"/>
                <a:gd name="connsiteX1460" fmla="*/ 4090327 w 8314954"/>
                <a:gd name="connsiteY1460" fmla="*/ 1367775 h 3377886"/>
                <a:gd name="connsiteX1461" fmla="*/ 3711880 w 8314954"/>
                <a:gd name="connsiteY1461" fmla="*/ 1367775 h 3377886"/>
                <a:gd name="connsiteX1462" fmla="*/ 3711880 w 8314954"/>
                <a:gd name="connsiteY1462" fmla="*/ 1580393 h 3377886"/>
                <a:gd name="connsiteX1463" fmla="*/ 3777809 w 8314954"/>
                <a:gd name="connsiteY1463" fmla="*/ 1580393 h 3377886"/>
                <a:gd name="connsiteX1464" fmla="*/ 3777809 w 8314954"/>
                <a:gd name="connsiteY1464" fmla="*/ 1367775 h 3377886"/>
                <a:gd name="connsiteX1465" fmla="*/ 3514092 w 8314954"/>
                <a:gd name="connsiteY1465" fmla="*/ 1367775 h 3377886"/>
                <a:gd name="connsiteX1466" fmla="*/ 3514092 w 8314954"/>
                <a:gd name="connsiteY1466" fmla="*/ 1580393 h 3377886"/>
                <a:gd name="connsiteX1467" fmla="*/ 3580021 w 8314954"/>
                <a:gd name="connsiteY1467" fmla="*/ 1580393 h 3377886"/>
                <a:gd name="connsiteX1468" fmla="*/ 3580021 w 8314954"/>
                <a:gd name="connsiteY1468" fmla="*/ 1367775 h 3377886"/>
                <a:gd name="connsiteX1469" fmla="*/ 3191342 w 8314954"/>
                <a:gd name="connsiteY1469" fmla="*/ 1367775 h 3377886"/>
                <a:gd name="connsiteX1470" fmla="*/ 3191342 w 8314954"/>
                <a:gd name="connsiteY1470" fmla="*/ 1580393 h 3377886"/>
                <a:gd name="connsiteX1471" fmla="*/ 3257271 w 8314954"/>
                <a:gd name="connsiteY1471" fmla="*/ 1580393 h 3377886"/>
                <a:gd name="connsiteX1472" fmla="*/ 3257271 w 8314954"/>
                <a:gd name="connsiteY1472" fmla="*/ 1367775 h 3377886"/>
                <a:gd name="connsiteX1473" fmla="*/ 5474041 w 8314954"/>
                <a:gd name="connsiteY1473" fmla="*/ 1332040 h 3377886"/>
                <a:gd name="connsiteX1474" fmla="*/ 5677839 w 8314954"/>
                <a:gd name="connsiteY1474" fmla="*/ 1332040 h 3377886"/>
                <a:gd name="connsiteX1475" fmla="*/ 5677839 w 8314954"/>
                <a:gd name="connsiteY1475" fmla="*/ 1799585 h 3377886"/>
                <a:gd name="connsiteX1476" fmla="*/ 5474041 w 8314954"/>
                <a:gd name="connsiteY1476" fmla="*/ 1799585 h 3377886"/>
                <a:gd name="connsiteX1477" fmla="*/ 2637191 w 8314954"/>
                <a:gd name="connsiteY1477" fmla="*/ 1332040 h 3377886"/>
                <a:gd name="connsiteX1478" fmla="*/ 2840989 w 8314954"/>
                <a:gd name="connsiteY1478" fmla="*/ 1332040 h 3377886"/>
                <a:gd name="connsiteX1479" fmla="*/ 2840989 w 8314954"/>
                <a:gd name="connsiteY1479" fmla="*/ 1799585 h 3377886"/>
                <a:gd name="connsiteX1480" fmla="*/ 2637191 w 8314954"/>
                <a:gd name="connsiteY1480" fmla="*/ 1799585 h 3377886"/>
                <a:gd name="connsiteX1481" fmla="*/ 5016268 w 8314954"/>
                <a:gd name="connsiteY1481" fmla="*/ 1330173 h 3377886"/>
                <a:gd name="connsiteX1482" fmla="*/ 5160144 w 8314954"/>
                <a:gd name="connsiteY1482" fmla="*/ 1330173 h 3377886"/>
                <a:gd name="connsiteX1483" fmla="*/ 5160144 w 8314954"/>
                <a:gd name="connsiteY1483" fmla="*/ 1617913 h 3377886"/>
                <a:gd name="connsiteX1484" fmla="*/ 5016268 w 8314954"/>
                <a:gd name="connsiteY1484" fmla="*/ 1617913 h 3377886"/>
                <a:gd name="connsiteX1485" fmla="*/ 4694493 w 8314954"/>
                <a:gd name="connsiteY1485" fmla="*/ 1330173 h 3377886"/>
                <a:gd name="connsiteX1486" fmla="*/ 4838369 w 8314954"/>
                <a:gd name="connsiteY1486" fmla="*/ 1330173 h 3377886"/>
                <a:gd name="connsiteX1487" fmla="*/ 4838369 w 8314954"/>
                <a:gd name="connsiteY1487" fmla="*/ 1617913 h 3377886"/>
                <a:gd name="connsiteX1488" fmla="*/ 4694493 w 8314954"/>
                <a:gd name="connsiteY1488" fmla="*/ 1617913 h 3377886"/>
                <a:gd name="connsiteX1489" fmla="*/ 4496705 w 8314954"/>
                <a:gd name="connsiteY1489" fmla="*/ 1330173 h 3377886"/>
                <a:gd name="connsiteX1490" fmla="*/ 4640581 w 8314954"/>
                <a:gd name="connsiteY1490" fmla="*/ 1330173 h 3377886"/>
                <a:gd name="connsiteX1491" fmla="*/ 4640581 w 8314954"/>
                <a:gd name="connsiteY1491" fmla="*/ 1617913 h 3377886"/>
                <a:gd name="connsiteX1492" fmla="*/ 4496705 w 8314954"/>
                <a:gd name="connsiteY1492" fmla="*/ 1617913 h 3377886"/>
                <a:gd name="connsiteX1493" fmla="*/ 4183293 w 8314954"/>
                <a:gd name="connsiteY1493" fmla="*/ 1330173 h 3377886"/>
                <a:gd name="connsiteX1494" fmla="*/ 4327169 w 8314954"/>
                <a:gd name="connsiteY1494" fmla="*/ 1330173 h 3377886"/>
                <a:gd name="connsiteX1495" fmla="*/ 4327169 w 8314954"/>
                <a:gd name="connsiteY1495" fmla="*/ 1617913 h 3377886"/>
                <a:gd name="connsiteX1496" fmla="*/ 4183293 w 8314954"/>
                <a:gd name="connsiteY1496" fmla="*/ 1617913 h 3377886"/>
                <a:gd name="connsiteX1497" fmla="*/ 3985505 w 8314954"/>
                <a:gd name="connsiteY1497" fmla="*/ 1330173 h 3377886"/>
                <a:gd name="connsiteX1498" fmla="*/ 4129381 w 8314954"/>
                <a:gd name="connsiteY1498" fmla="*/ 1330173 h 3377886"/>
                <a:gd name="connsiteX1499" fmla="*/ 4129381 w 8314954"/>
                <a:gd name="connsiteY1499" fmla="*/ 1617913 h 3377886"/>
                <a:gd name="connsiteX1500" fmla="*/ 3985505 w 8314954"/>
                <a:gd name="connsiteY1500" fmla="*/ 1617913 h 3377886"/>
                <a:gd name="connsiteX1501" fmla="*/ 3672987 w 8314954"/>
                <a:gd name="connsiteY1501" fmla="*/ 1330173 h 3377886"/>
                <a:gd name="connsiteX1502" fmla="*/ 3816863 w 8314954"/>
                <a:gd name="connsiteY1502" fmla="*/ 1330173 h 3377886"/>
                <a:gd name="connsiteX1503" fmla="*/ 3816863 w 8314954"/>
                <a:gd name="connsiteY1503" fmla="*/ 1617913 h 3377886"/>
                <a:gd name="connsiteX1504" fmla="*/ 3672987 w 8314954"/>
                <a:gd name="connsiteY1504" fmla="*/ 1617913 h 3377886"/>
                <a:gd name="connsiteX1505" fmla="*/ 3475199 w 8314954"/>
                <a:gd name="connsiteY1505" fmla="*/ 1330173 h 3377886"/>
                <a:gd name="connsiteX1506" fmla="*/ 3619075 w 8314954"/>
                <a:gd name="connsiteY1506" fmla="*/ 1330173 h 3377886"/>
                <a:gd name="connsiteX1507" fmla="*/ 3619075 w 8314954"/>
                <a:gd name="connsiteY1507" fmla="*/ 1617913 h 3377886"/>
                <a:gd name="connsiteX1508" fmla="*/ 3475199 w 8314954"/>
                <a:gd name="connsiteY1508" fmla="*/ 1617913 h 3377886"/>
                <a:gd name="connsiteX1509" fmla="*/ 3152449 w 8314954"/>
                <a:gd name="connsiteY1509" fmla="*/ 1330173 h 3377886"/>
                <a:gd name="connsiteX1510" fmla="*/ 3296325 w 8314954"/>
                <a:gd name="connsiteY1510" fmla="*/ 1330173 h 3377886"/>
                <a:gd name="connsiteX1511" fmla="*/ 3296325 w 8314954"/>
                <a:gd name="connsiteY1511" fmla="*/ 1617913 h 3377886"/>
                <a:gd name="connsiteX1512" fmla="*/ 3152449 w 8314954"/>
                <a:gd name="connsiteY1512" fmla="*/ 1617913 h 3377886"/>
                <a:gd name="connsiteX1513" fmla="*/ 5276578 w 8314954"/>
                <a:gd name="connsiteY1513" fmla="*/ 1252289 h 3377886"/>
                <a:gd name="connsiteX1514" fmla="*/ 5276578 w 8314954"/>
                <a:gd name="connsiteY1514" fmla="*/ 2700567 h 3377886"/>
                <a:gd name="connsiteX1515" fmla="*/ 5877417 w 8314954"/>
                <a:gd name="connsiteY1515" fmla="*/ 2700567 h 3377886"/>
                <a:gd name="connsiteX1516" fmla="*/ 5877417 w 8314954"/>
                <a:gd name="connsiteY1516" fmla="*/ 1252289 h 3377886"/>
                <a:gd name="connsiteX1517" fmla="*/ 3080025 w 8314954"/>
                <a:gd name="connsiteY1517" fmla="*/ 1252289 h 3377886"/>
                <a:gd name="connsiteX1518" fmla="*/ 3080025 w 8314954"/>
                <a:gd name="connsiteY1518" fmla="*/ 2700485 h 3377886"/>
                <a:gd name="connsiteX1519" fmla="*/ 3091069 w 8314954"/>
                <a:gd name="connsiteY1519" fmla="*/ 2700485 h 3377886"/>
                <a:gd name="connsiteX1520" fmla="*/ 3091069 w 8314954"/>
                <a:gd name="connsiteY1520" fmla="*/ 2241386 h 3377886"/>
                <a:gd name="connsiteX1521" fmla="*/ 3152451 w 8314954"/>
                <a:gd name="connsiteY1521" fmla="*/ 2241386 h 3377886"/>
                <a:gd name="connsiteX1522" fmla="*/ 3152451 w 8314954"/>
                <a:gd name="connsiteY1522" fmla="*/ 2086189 h 3377886"/>
                <a:gd name="connsiteX1523" fmla="*/ 3296327 w 8314954"/>
                <a:gd name="connsiteY1523" fmla="*/ 2086189 h 3377886"/>
                <a:gd name="connsiteX1524" fmla="*/ 3296327 w 8314954"/>
                <a:gd name="connsiteY1524" fmla="*/ 2241386 h 3377886"/>
                <a:gd name="connsiteX1525" fmla="*/ 3462695 w 8314954"/>
                <a:gd name="connsiteY1525" fmla="*/ 2241386 h 3377886"/>
                <a:gd name="connsiteX1526" fmla="*/ 3462695 w 8314954"/>
                <a:gd name="connsiteY1526" fmla="*/ 2301321 h 3377886"/>
                <a:gd name="connsiteX1527" fmla="*/ 3475198 w 8314954"/>
                <a:gd name="connsiteY1527" fmla="*/ 2301321 h 3377886"/>
                <a:gd name="connsiteX1528" fmla="*/ 3475198 w 8314954"/>
                <a:gd name="connsiteY1528" fmla="*/ 2086189 h 3377886"/>
                <a:gd name="connsiteX1529" fmla="*/ 3619076 w 8314954"/>
                <a:gd name="connsiteY1529" fmla="*/ 2086189 h 3377886"/>
                <a:gd name="connsiteX1530" fmla="*/ 3619076 w 8314954"/>
                <a:gd name="connsiteY1530" fmla="*/ 2301321 h 3377886"/>
                <a:gd name="connsiteX1531" fmla="*/ 3672988 w 8314954"/>
                <a:gd name="connsiteY1531" fmla="*/ 2301321 h 3377886"/>
                <a:gd name="connsiteX1532" fmla="*/ 3672988 w 8314954"/>
                <a:gd name="connsiteY1532" fmla="*/ 2086189 h 3377886"/>
                <a:gd name="connsiteX1533" fmla="*/ 3816864 w 8314954"/>
                <a:gd name="connsiteY1533" fmla="*/ 2086189 h 3377886"/>
                <a:gd name="connsiteX1534" fmla="*/ 3816864 w 8314954"/>
                <a:gd name="connsiteY1534" fmla="*/ 2301321 h 3377886"/>
                <a:gd name="connsiteX1535" fmla="*/ 3829369 w 8314954"/>
                <a:gd name="connsiteY1535" fmla="*/ 2301321 h 3377886"/>
                <a:gd name="connsiteX1536" fmla="*/ 3829369 w 8314954"/>
                <a:gd name="connsiteY1536" fmla="*/ 2241386 h 3377886"/>
                <a:gd name="connsiteX1537" fmla="*/ 3973164 w 8314954"/>
                <a:gd name="connsiteY1537" fmla="*/ 2241386 h 3377886"/>
                <a:gd name="connsiteX1538" fmla="*/ 3973164 w 8314954"/>
                <a:gd name="connsiteY1538" fmla="*/ 2301321 h 3377886"/>
                <a:gd name="connsiteX1539" fmla="*/ 3985425 w 8314954"/>
                <a:gd name="connsiteY1539" fmla="*/ 2301321 h 3377886"/>
                <a:gd name="connsiteX1540" fmla="*/ 3985425 w 8314954"/>
                <a:gd name="connsiteY1540" fmla="*/ 2086189 h 3377886"/>
                <a:gd name="connsiteX1541" fmla="*/ 4129301 w 8314954"/>
                <a:gd name="connsiteY1541" fmla="*/ 2086189 h 3377886"/>
                <a:gd name="connsiteX1542" fmla="*/ 4129301 w 8314954"/>
                <a:gd name="connsiteY1542" fmla="*/ 2301321 h 3377886"/>
                <a:gd name="connsiteX1543" fmla="*/ 4183215 w 8314954"/>
                <a:gd name="connsiteY1543" fmla="*/ 2301321 h 3377886"/>
                <a:gd name="connsiteX1544" fmla="*/ 4183215 w 8314954"/>
                <a:gd name="connsiteY1544" fmla="*/ 2086189 h 3377886"/>
                <a:gd name="connsiteX1545" fmla="*/ 4327091 w 8314954"/>
                <a:gd name="connsiteY1545" fmla="*/ 2086189 h 3377886"/>
                <a:gd name="connsiteX1546" fmla="*/ 4327091 w 8314954"/>
                <a:gd name="connsiteY1546" fmla="*/ 2301321 h 3377886"/>
                <a:gd name="connsiteX1547" fmla="*/ 4339108 w 8314954"/>
                <a:gd name="connsiteY1547" fmla="*/ 2301321 h 3377886"/>
                <a:gd name="connsiteX1548" fmla="*/ 4339108 w 8314954"/>
                <a:gd name="connsiteY1548" fmla="*/ 2241386 h 3377886"/>
                <a:gd name="connsiteX1549" fmla="*/ 4482902 w 8314954"/>
                <a:gd name="connsiteY1549" fmla="*/ 2241386 h 3377886"/>
                <a:gd name="connsiteX1550" fmla="*/ 4482902 w 8314954"/>
                <a:gd name="connsiteY1550" fmla="*/ 2301321 h 3377886"/>
                <a:gd name="connsiteX1551" fmla="*/ 4496705 w 8314954"/>
                <a:gd name="connsiteY1551" fmla="*/ 2301321 h 3377886"/>
                <a:gd name="connsiteX1552" fmla="*/ 4496705 w 8314954"/>
                <a:gd name="connsiteY1552" fmla="*/ 2086189 h 3377886"/>
                <a:gd name="connsiteX1553" fmla="*/ 4640583 w 8314954"/>
                <a:gd name="connsiteY1553" fmla="*/ 2086189 h 3377886"/>
                <a:gd name="connsiteX1554" fmla="*/ 4640583 w 8314954"/>
                <a:gd name="connsiteY1554" fmla="*/ 2301321 h 3377886"/>
                <a:gd name="connsiteX1555" fmla="*/ 4694495 w 8314954"/>
                <a:gd name="connsiteY1555" fmla="*/ 2301321 h 3377886"/>
                <a:gd name="connsiteX1556" fmla="*/ 4694495 w 8314954"/>
                <a:gd name="connsiteY1556" fmla="*/ 2086189 h 3377886"/>
                <a:gd name="connsiteX1557" fmla="*/ 4838373 w 8314954"/>
                <a:gd name="connsiteY1557" fmla="*/ 2086189 h 3377886"/>
                <a:gd name="connsiteX1558" fmla="*/ 4838373 w 8314954"/>
                <a:gd name="connsiteY1558" fmla="*/ 2301321 h 3377886"/>
                <a:gd name="connsiteX1559" fmla="*/ 4852174 w 8314954"/>
                <a:gd name="connsiteY1559" fmla="*/ 2301321 h 3377886"/>
                <a:gd name="connsiteX1560" fmla="*/ 4852174 w 8314954"/>
                <a:gd name="connsiteY1560" fmla="*/ 2241386 h 3377886"/>
                <a:gd name="connsiteX1561" fmla="*/ 5016269 w 8314954"/>
                <a:gd name="connsiteY1561" fmla="*/ 2241386 h 3377886"/>
                <a:gd name="connsiteX1562" fmla="*/ 5016269 w 8314954"/>
                <a:gd name="connsiteY1562" fmla="*/ 2086189 h 3377886"/>
                <a:gd name="connsiteX1563" fmla="*/ 5160145 w 8314954"/>
                <a:gd name="connsiteY1563" fmla="*/ 2086189 h 3377886"/>
                <a:gd name="connsiteX1564" fmla="*/ 5160145 w 8314954"/>
                <a:gd name="connsiteY1564" fmla="*/ 2241468 h 3377886"/>
                <a:gd name="connsiteX1565" fmla="*/ 5223721 w 8314954"/>
                <a:gd name="connsiteY1565" fmla="*/ 2241468 h 3377886"/>
                <a:gd name="connsiteX1566" fmla="*/ 5223721 w 8314954"/>
                <a:gd name="connsiteY1566" fmla="*/ 2700567 h 3377886"/>
                <a:gd name="connsiteX1567" fmla="*/ 5235006 w 8314954"/>
                <a:gd name="connsiteY1567" fmla="*/ 2700567 h 3377886"/>
                <a:gd name="connsiteX1568" fmla="*/ 5235006 w 8314954"/>
                <a:gd name="connsiteY1568" fmla="*/ 1252289 h 3377886"/>
                <a:gd name="connsiteX1569" fmla="*/ 2437697 w 8314954"/>
                <a:gd name="connsiteY1569" fmla="*/ 1252289 h 3377886"/>
                <a:gd name="connsiteX1570" fmla="*/ 2437697 w 8314954"/>
                <a:gd name="connsiteY1570" fmla="*/ 2700567 h 3377886"/>
                <a:gd name="connsiteX1571" fmla="*/ 3038536 w 8314954"/>
                <a:gd name="connsiteY1571" fmla="*/ 2700567 h 3377886"/>
                <a:gd name="connsiteX1572" fmla="*/ 3038536 w 8314954"/>
                <a:gd name="connsiteY1572" fmla="*/ 1252289 h 3377886"/>
                <a:gd name="connsiteX1573" fmla="*/ 3020592 w 8314954"/>
                <a:gd name="connsiteY1573" fmla="*/ 1252289 h 3377886"/>
                <a:gd name="connsiteX1574" fmla="*/ 5276578 w 8314954"/>
                <a:gd name="connsiteY1574" fmla="*/ 1142326 h 3377886"/>
                <a:gd name="connsiteX1575" fmla="*/ 5276578 w 8314954"/>
                <a:gd name="connsiteY1575" fmla="*/ 1234340 h 3377886"/>
                <a:gd name="connsiteX1576" fmla="*/ 5877417 w 8314954"/>
                <a:gd name="connsiteY1576" fmla="*/ 1234340 h 3377886"/>
                <a:gd name="connsiteX1577" fmla="*/ 5877417 w 8314954"/>
                <a:gd name="connsiteY1577" fmla="*/ 1142326 h 3377886"/>
                <a:gd name="connsiteX1578" fmla="*/ 2437697 w 8314954"/>
                <a:gd name="connsiteY1578" fmla="*/ 1142326 h 3377886"/>
                <a:gd name="connsiteX1579" fmla="*/ 2437697 w 8314954"/>
                <a:gd name="connsiteY1579" fmla="*/ 1234340 h 3377886"/>
                <a:gd name="connsiteX1580" fmla="*/ 3020592 w 8314954"/>
                <a:gd name="connsiteY1580" fmla="*/ 1234340 h 3377886"/>
                <a:gd name="connsiteX1581" fmla="*/ 3038536 w 8314954"/>
                <a:gd name="connsiteY1581" fmla="*/ 1234340 h 3377886"/>
                <a:gd name="connsiteX1582" fmla="*/ 3038536 w 8314954"/>
                <a:gd name="connsiteY1582" fmla="*/ 1142326 h 3377886"/>
                <a:gd name="connsiteX1583" fmla="*/ 3119000 w 8314954"/>
                <a:gd name="connsiteY1583" fmla="*/ 1121374 h 3377886"/>
                <a:gd name="connsiteX1584" fmla="*/ 3119000 w 8314954"/>
                <a:gd name="connsiteY1584" fmla="*/ 1142326 h 3377886"/>
                <a:gd name="connsiteX1585" fmla="*/ 3080025 w 8314954"/>
                <a:gd name="connsiteY1585" fmla="*/ 1142326 h 3377886"/>
                <a:gd name="connsiteX1586" fmla="*/ 3080025 w 8314954"/>
                <a:gd name="connsiteY1586" fmla="*/ 1234340 h 3377886"/>
                <a:gd name="connsiteX1587" fmla="*/ 5235088 w 8314954"/>
                <a:gd name="connsiteY1587" fmla="*/ 1234340 h 3377886"/>
                <a:gd name="connsiteX1588" fmla="*/ 5235088 w 8314954"/>
                <a:gd name="connsiteY1588" fmla="*/ 1142326 h 3377886"/>
                <a:gd name="connsiteX1589" fmla="*/ 5196115 w 8314954"/>
                <a:gd name="connsiteY1589" fmla="*/ 1142326 h 3377886"/>
                <a:gd name="connsiteX1590" fmla="*/ 5196115 w 8314954"/>
                <a:gd name="connsiteY1590" fmla="*/ 1121374 h 3377886"/>
                <a:gd name="connsiteX1591" fmla="*/ 5052237 w 8314954"/>
                <a:gd name="connsiteY1591" fmla="*/ 862709 h 3377886"/>
                <a:gd name="connsiteX1592" fmla="*/ 5052237 w 8314954"/>
                <a:gd name="connsiteY1592" fmla="*/ 1102450 h 3377886"/>
                <a:gd name="connsiteX1593" fmla="*/ 5124175 w 8314954"/>
                <a:gd name="connsiteY1593" fmla="*/ 1102450 h 3377886"/>
                <a:gd name="connsiteX1594" fmla="*/ 5124175 w 8314954"/>
                <a:gd name="connsiteY1594" fmla="*/ 862709 h 3377886"/>
                <a:gd name="connsiteX1595" fmla="*/ 4731602 w 8314954"/>
                <a:gd name="connsiteY1595" fmla="*/ 862709 h 3377886"/>
                <a:gd name="connsiteX1596" fmla="*/ 4731602 w 8314954"/>
                <a:gd name="connsiteY1596" fmla="*/ 1102450 h 3377886"/>
                <a:gd name="connsiteX1597" fmla="*/ 4803540 w 8314954"/>
                <a:gd name="connsiteY1597" fmla="*/ 1102450 h 3377886"/>
                <a:gd name="connsiteX1598" fmla="*/ 4803540 w 8314954"/>
                <a:gd name="connsiteY1598" fmla="*/ 862709 h 3377886"/>
                <a:gd name="connsiteX1599" fmla="*/ 4533812 w 8314954"/>
                <a:gd name="connsiteY1599" fmla="*/ 862709 h 3377886"/>
                <a:gd name="connsiteX1600" fmla="*/ 4533812 w 8314954"/>
                <a:gd name="connsiteY1600" fmla="*/ 1102450 h 3377886"/>
                <a:gd name="connsiteX1601" fmla="*/ 4605750 w 8314954"/>
                <a:gd name="connsiteY1601" fmla="*/ 1102450 h 3377886"/>
                <a:gd name="connsiteX1602" fmla="*/ 4605750 w 8314954"/>
                <a:gd name="connsiteY1602" fmla="*/ 862709 h 3377886"/>
                <a:gd name="connsiteX1603" fmla="*/ 4219183 w 8314954"/>
                <a:gd name="connsiteY1603" fmla="*/ 862709 h 3377886"/>
                <a:gd name="connsiteX1604" fmla="*/ 4219183 w 8314954"/>
                <a:gd name="connsiteY1604" fmla="*/ 1102450 h 3377886"/>
                <a:gd name="connsiteX1605" fmla="*/ 4291121 w 8314954"/>
                <a:gd name="connsiteY1605" fmla="*/ 1102450 h 3377886"/>
                <a:gd name="connsiteX1606" fmla="*/ 4291121 w 8314954"/>
                <a:gd name="connsiteY1606" fmla="*/ 862709 h 3377886"/>
                <a:gd name="connsiteX1607" fmla="*/ 4021393 w 8314954"/>
                <a:gd name="connsiteY1607" fmla="*/ 862709 h 3377886"/>
                <a:gd name="connsiteX1608" fmla="*/ 4021393 w 8314954"/>
                <a:gd name="connsiteY1608" fmla="*/ 1102450 h 3377886"/>
                <a:gd name="connsiteX1609" fmla="*/ 4093331 w 8314954"/>
                <a:gd name="connsiteY1609" fmla="*/ 1102450 h 3377886"/>
                <a:gd name="connsiteX1610" fmla="*/ 4093331 w 8314954"/>
                <a:gd name="connsiteY1610" fmla="*/ 862709 h 3377886"/>
                <a:gd name="connsiteX1611" fmla="*/ 3709770 w 8314954"/>
                <a:gd name="connsiteY1611" fmla="*/ 862709 h 3377886"/>
                <a:gd name="connsiteX1612" fmla="*/ 3709770 w 8314954"/>
                <a:gd name="connsiteY1612" fmla="*/ 1102450 h 3377886"/>
                <a:gd name="connsiteX1613" fmla="*/ 3781708 w 8314954"/>
                <a:gd name="connsiteY1613" fmla="*/ 1102450 h 3377886"/>
                <a:gd name="connsiteX1614" fmla="*/ 3781708 w 8314954"/>
                <a:gd name="connsiteY1614" fmla="*/ 862709 h 3377886"/>
                <a:gd name="connsiteX1615" fmla="*/ 3511980 w 8314954"/>
                <a:gd name="connsiteY1615" fmla="*/ 862709 h 3377886"/>
                <a:gd name="connsiteX1616" fmla="*/ 3511980 w 8314954"/>
                <a:gd name="connsiteY1616" fmla="*/ 1102450 h 3377886"/>
                <a:gd name="connsiteX1617" fmla="*/ 3583918 w 8314954"/>
                <a:gd name="connsiteY1617" fmla="*/ 1102450 h 3377886"/>
                <a:gd name="connsiteX1618" fmla="*/ 3583918 w 8314954"/>
                <a:gd name="connsiteY1618" fmla="*/ 862709 h 3377886"/>
                <a:gd name="connsiteX1619" fmla="*/ 3188340 w 8314954"/>
                <a:gd name="connsiteY1619" fmla="*/ 862709 h 3377886"/>
                <a:gd name="connsiteX1620" fmla="*/ 3188340 w 8314954"/>
                <a:gd name="connsiteY1620" fmla="*/ 1102450 h 3377886"/>
                <a:gd name="connsiteX1621" fmla="*/ 3260278 w 8314954"/>
                <a:gd name="connsiteY1621" fmla="*/ 1102450 h 3377886"/>
                <a:gd name="connsiteX1622" fmla="*/ 3260278 w 8314954"/>
                <a:gd name="connsiteY1622" fmla="*/ 862709 h 3377886"/>
                <a:gd name="connsiteX1623" fmla="*/ 2932008 w 8314954"/>
                <a:gd name="connsiteY1623" fmla="*/ 724808 h 3377886"/>
                <a:gd name="connsiteX1624" fmla="*/ 2932008 w 8314954"/>
                <a:gd name="connsiteY1624" fmla="*/ 1082310 h 3377886"/>
                <a:gd name="connsiteX1625" fmla="*/ 3118511 w 8314954"/>
                <a:gd name="connsiteY1625" fmla="*/ 1082310 h 3377886"/>
                <a:gd name="connsiteX1626" fmla="*/ 3118511 w 8314954"/>
                <a:gd name="connsiteY1626" fmla="*/ 1102450 h 3377886"/>
                <a:gd name="connsiteX1627" fmla="*/ 3151965 w 8314954"/>
                <a:gd name="connsiteY1627" fmla="*/ 1102450 h 3377886"/>
                <a:gd name="connsiteX1628" fmla="*/ 3151965 w 8314954"/>
                <a:gd name="connsiteY1628" fmla="*/ 862709 h 3377886"/>
                <a:gd name="connsiteX1629" fmla="*/ 3223903 w 8314954"/>
                <a:gd name="connsiteY1629" fmla="*/ 790834 h 3377886"/>
                <a:gd name="connsiteX1630" fmla="*/ 3295841 w 8314954"/>
                <a:gd name="connsiteY1630" fmla="*/ 862709 h 3377886"/>
                <a:gd name="connsiteX1631" fmla="*/ 3295841 w 8314954"/>
                <a:gd name="connsiteY1631" fmla="*/ 1102450 h 3377886"/>
                <a:gd name="connsiteX1632" fmla="*/ 3475605 w 8314954"/>
                <a:gd name="connsiteY1632" fmla="*/ 1102450 h 3377886"/>
                <a:gd name="connsiteX1633" fmla="*/ 3475605 w 8314954"/>
                <a:gd name="connsiteY1633" fmla="*/ 862709 h 3377886"/>
                <a:gd name="connsiteX1634" fmla="*/ 3547543 w 8314954"/>
                <a:gd name="connsiteY1634" fmla="*/ 790834 h 3377886"/>
                <a:gd name="connsiteX1635" fmla="*/ 3619481 w 8314954"/>
                <a:gd name="connsiteY1635" fmla="*/ 862709 h 3377886"/>
                <a:gd name="connsiteX1636" fmla="*/ 3619481 w 8314954"/>
                <a:gd name="connsiteY1636" fmla="*/ 1102450 h 3377886"/>
                <a:gd name="connsiteX1637" fmla="*/ 3673475 w 8314954"/>
                <a:gd name="connsiteY1637" fmla="*/ 1102450 h 3377886"/>
                <a:gd name="connsiteX1638" fmla="*/ 3673475 w 8314954"/>
                <a:gd name="connsiteY1638" fmla="*/ 862709 h 3377886"/>
                <a:gd name="connsiteX1639" fmla="*/ 3745415 w 8314954"/>
                <a:gd name="connsiteY1639" fmla="*/ 790834 h 3377886"/>
                <a:gd name="connsiteX1640" fmla="*/ 3817353 w 8314954"/>
                <a:gd name="connsiteY1640" fmla="*/ 862709 h 3377886"/>
                <a:gd name="connsiteX1641" fmla="*/ 3817353 w 8314954"/>
                <a:gd name="connsiteY1641" fmla="*/ 1102450 h 3377886"/>
                <a:gd name="connsiteX1642" fmla="*/ 3985182 w 8314954"/>
                <a:gd name="connsiteY1642" fmla="*/ 1102450 h 3377886"/>
                <a:gd name="connsiteX1643" fmla="*/ 3985182 w 8314954"/>
                <a:gd name="connsiteY1643" fmla="*/ 862709 h 3377886"/>
                <a:gd name="connsiteX1644" fmla="*/ 4057120 w 8314954"/>
                <a:gd name="connsiteY1644" fmla="*/ 790834 h 3377886"/>
                <a:gd name="connsiteX1645" fmla="*/ 4129058 w 8314954"/>
                <a:gd name="connsiteY1645" fmla="*/ 862709 h 3377886"/>
                <a:gd name="connsiteX1646" fmla="*/ 4129058 w 8314954"/>
                <a:gd name="connsiteY1646" fmla="*/ 1102450 h 3377886"/>
                <a:gd name="connsiteX1647" fmla="*/ 4183052 w 8314954"/>
                <a:gd name="connsiteY1647" fmla="*/ 1102450 h 3377886"/>
                <a:gd name="connsiteX1648" fmla="*/ 4183052 w 8314954"/>
                <a:gd name="connsiteY1648" fmla="*/ 862709 h 3377886"/>
                <a:gd name="connsiteX1649" fmla="*/ 4254990 w 8314954"/>
                <a:gd name="connsiteY1649" fmla="*/ 790834 h 3377886"/>
                <a:gd name="connsiteX1650" fmla="*/ 4326928 w 8314954"/>
                <a:gd name="connsiteY1650" fmla="*/ 862709 h 3377886"/>
                <a:gd name="connsiteX1651" fmla="*/ 4326928 w 8314954"/>
                <a:gd name="connsiteY1651" fmla="*/ 1102450 h 3377886"/>
                <a:gd name="connsiteX1652" fmla="*/ 4497680 w 8314954"/>
                <a:gd name="connsiteY1652" fmla="*/ 1102450 h 3377886"/>
                <a:gd name="connsiteX1653" fmla="*/ 4497680 w 8314954"/>
                <a:gd name="connsiteY1653" fmla="*/ 862709 h 3377886"/>
                <a:gd name="connsiteX1654" fmla="*/ 4569618 w 8314954"/>
                <a:gd name="connsiteY1654" fmla="*/ 790834 h 3377886"/>
                <a:gd name="connsiteX1655" fmla="*/ 4641556 w 8314954"/>
                <a:gd name="connsiteY1655" fmla="*/ 862709 h 3377886"/>
                <a:gd name="connsiteX1656" fmla="*/ 4641556 w 8314954"/>
                <a:gd name="connsiteY1656" fmla="*/ 1102450 h 3377886"/>
                <a:gd name="connsiteX1657" fmla="*/ 4695552 w 8314954"/>
                <a:gd name="connsiteY1657" fmla="*/ 1102450 h 3377886"/>
                <a:gd name="connsiteX1658" fmla="*/ 4695552 w 8314954"/>
                <a:gd name="connsiteY1658" fmla="*/ 862709 h 3377886"/>
                <a:gd name="connsiteX1659" fmla="*/ 4767490 w 8314954"/>
                <a:gd name="connsiteY1659" fmla="*/ 790834 h 3377886"/>
                <a:gd name="connsiteX1660" fmla="*/ 4839428 w 8314954"/>
                <a:gd name="connsiteY1660" fmla="*/ 862709 h 3377886"/>
                <a:gd name="connsiteX1661" fmla="*/ 4839428 w 8314954"/>
                <a:gd name="connsiteY1661" fmla="*/ 1102450 h 3377886"/>
                <a:gd name="connsiteX1662" fmla="*/ 5016187 w 8314954"/>
                <a:gd name="connsiteY1662" fmla="*/ 1102450 h 3377886"/>
                <a:gd name="connsiteX1663" fmla="*/ 5016187 w 8314954"/>
                <a:gd name="connsiteY1663" fmla="*/ 862709 h 3377886"/>
                <a:gd name="connsiteX1664" fmla="*/ 5088125 w 8314954"/>
                <a:gd name="connsiteY1664" fmla="*/ 790834 h 3377886"/>
                <a:gd name="connsiteX1665" fmla="*/ 5160065 w 8314954"/>
                <a:gd name="connsiteY1665" fmla="*/ 862709 h 3377886"/>
                <a:gd name="connsiteX1666" fmla="*/ 5160065 w 8314954"/>
                <a:gd name="connsiteY1666" fmla="*/ 1102450 h 3377886"/>
                <a:gd name="connsiteX1667" fmla="*/ 5196033 w 8314954"/>
                <a:gd name="connsiteY1667" fmla="*/ 1102450 h 3377886"/>
                <a:gd name="connsiteX1668" fmla="*/ 5196033 w 8314954"/>
                <a:gd name="connsiteY1668" fmla="*/ 1082310 h 3377886"/>
                <a:gd name="connsiteX1669" fmla="*/ 5381157 w 8314954"/>
                <a:gd name="connsiteY1669" fmla="*/ 1082310 h 3377886"/>
                <a:gd name="connsiteX1670" fmla="*/ 5381157 w 8314954"/>
                <a:gd name="connsiteY1670" fmla="*/ 724808 h 3377886"/>
                <a:gd name="connsiteX1671" fmla="*/ 2932415 w 8314954"/>
                <a:gd name="connsiteY1671" fmla="*/ 724808 h 3377886"/>
                <a:gd name="connsiteX1672" fmla="*/ 2932415 w 8314954"/>
                <a:gd name="connsiteY1672" fmla="*/ 634905 h 3377886"/>
                <a:gd name="connsiteX1673" fmla="*/ 2932415 w 8314954"/>
                <a:gd name="connsiteY1673" fmla="*/ 706860 h 3377886"/>
                <a:gd name="connsiteX1674" fmla="*/ 5381157 w 8314954"/>
                <a:gd name="connsiteY1674" fmla="*/ 706860 h 3377886"/>
                <a:gd name="connsiteX1675" fmla="*/ 5381157 w 8314954"/>
                <a:gd name="connsiteY1675" fmla="*/ 634905 h 3377886"/>
                <a:gd name="connsiteX1676" fmla="*/ 2756871 w 8314954"/>
                <a:gd name="connsiteY1676" fmla="*/ 574970 h 3377886"/>
                <a:gd name="connsiteX1677" fmla="*/ 2894740 w 8314954"/>
                <a:gd name="connsiteY1677" fmla="*/ 574970 h 3377886"/>
                <a:gd name="connsiteX1678" fmla="*/ 5417856 w 8314954"/>
                <a:gd name="connsiteY1678" fmla="*/ 574970 h 3377886"/>
                <a:gd name="connsiteX1679" fmla="*/ 5555725 w 8314954"/>
                <a:gd name="connsiteY1679" fmla="*/ 574970 h 3377886"/>
                <a:gd name="connsiteX1680" fmla="*/ 5555725 w 8314954"/>
                <a:gd name="connsiteY1680" fmla="*/ 634905 h 3377886"/>
                <a:gd name="connsiteX1681" fmla="*/ 5417856 w 8314954"/>
                <a:gd name="connsiteY1681" fmla="*/ 634905 h 3377886"/>
                <a:gd name="connsiteX1682" fmla="*/ 5417856 w 8314954"/>
                <a:gd name="connsiteY1682" fmla="*/ 1082390 h 3377886"/>
                <a:gd name="connsiteX1683" fmla="*/ 5987191 w 8314954"/>
                <a:gd name="connsiteY1683" fmla="*/ 1082390 h 3377886"/>
                <a:gd name="connsiteX1684" fmla="*/ 5987191 w 8314954"/>
                <a:gd name="connsiteY1684" fmla="*/ 1142326 h 3377886"/>
                <a:gd name="connsiteX1685" fmla="*/ 5918015 w 8314954"/>
                <a:gd name="connsiteY1685" fmla="*/ 1142326 h 3377886"/>
                <a:gd name="connsiteX1686" fmla="*/ 5918015 w 8314954"/>
                <a:gd name="connsiteY1686" fmla="*/ 1474164 h 3377886"/>
                <a:gd name="connsiteX1687" fmla="*/ 8171240 w 8314954"/>
                <a:gd name="connsiteY1687" fmla="*/ 1474164 h 3377886"/>
                <a:gd name="connsiteX1688" fmla="*/ 8171240 w 8314954"/>
                <a:gd name="connsiteY1688" fmla="*/ 1474245 h 3377886"/>
                <a:gd name="connsiteX1689" fmla="*/ 8314954 w 8314954"/>
                <a:gd name="connsiteY1689" fmla="*/ 1474245 h 3377886"/>
                <a:gd name="connsiteX1690" fmla="*/ 8314954 w 8314954"/>
                <a:gd name="connsiteY1690" fmla="*/ 1510142 h 3377886"/>
                <a:gd name="connsiteX1691" fmla="*/ 8171158 w 8314954"/>
                <a:gd name="connsiteY1691" fmla="*/ 1510142 h 3377886"/>
                <a:gd name="connsiteX1692" fmla="*/ 8171158 w 8314954"/>
                <a:gd name="connsiteY1692" fmla="*/ 1558138 h 3377886"/>
                <a:gd name="connsiteX1693" fmla="*/ 8171158 w 8314954"/>
                <a:gd name="connsiteY1693" fmla="*/ 1576086 h 3377886"/>
                <a:gd name="connsiteX1694" fmla="*/ 8171158 w 8314954"/>
                <a:gd name="connsiteY1694" fmla="*/ 3080564 h 3377886"/>
                <a:gd name="connsiteX1695" fmla="*/ 6680753 w 8314954"/>
                <a:gd name="connsiteY1695" fmla="*/ 3080564 h 3377886"/>
                <a:gd name="connsiteX1696" fmla="*/ 6722488 w 8314954"/>
                <a:gd name="connsiteY1696" fmla="*/ 3377886 h 3377886"/>
                <a:gd name="connsiteX1697" fmla="*/ 1592385 w 8314954"/>
                <a:gd name="connsiteY1697" fmla="*/ 3377886 h 3377886"/>
                <a:gd name="connsiteX1698" fmla="*/ 1634444 w 8314954"/>
                <a:gd name="connsiteY1698" fmla="*/ 3080564 h 3377886"/>
                <a:gd name="connsiteX1699" fmla="*/ 143796 w 8314954"/>
                <a:gd name="connsiteY1699" fmla="*/ 3080564 h 3377886"/>
                <a:gd name="connsiteX1700" fmla="*/ 143796 w 8314954"/>
                <a:gd name="connsiteY1700" fmla="*/ 1575924 h 3377886"/>
                <a:gd name="connsiteX1701" fmla="*/ 143796 w 8314954"/>
                <a:gd name="connsiteY1701" fmla="*/ 1557976 h 3377886"/>
                <a:gd name="connsiteX1702" fmla="*/ 143796 w 8314954"/>
                <a:gd name="connsiteY1702" fmla="*/ 1509978 h 3377886"/>
                <a:gd name="connsiteX1703" fmla="*/ 0 w 8314954"/>
                <a:gd name="connsiteY1703" fmla="*/ 1509978 h 3377886"/>
                <a:gd name="connsiteX1704" fmla="*/ 0 w 8314954"/>
                <a:gd name="connsiteY1704" fmla="*/ 1474082 h 3377886"/>
                <a:gd name="connsiteX1705" fmla="*/ 143796 w 8314954"/>
                <a:gd name="connsiteY1705" fmla="*/ 1474082 h 3377886"/>
                <a:gd name="connsiteX1706" fmla="*/ 2397100 w 8314954"/>
                <a:gd name="connsiteY1706" fmla="*/ 1474082 h 3377886"/>
                <a:gd name="connsiteX1707" fmla="*/ 2397100 w 8314954"/>
                <a:gd name="connsiteY1707" fmla="*/ 1142246 h 3377886"/>
                <a:gd name="connsiteX1708" fmla="*/ 2327921 w 8314954"/>
                <a:gd name="connsiteY1708" fmla="*/ 1142246 h 3377886"/>
                <a:gd name="connsiteX1709" fmla="*/ 2327921 w 8314954"/>
                <a:gd name="connsiteY1709" fmla="*/ 1082310 h 3377886"/>
                <a:gd name="connsiteX1710" fmla="*/ 2894740 w 8314954"/>
                <a:gd name="connsiteY1710" fmla="*/ 1082310 h 3377886"/>
                <a:gd name="connsiteX1711" fmla="*/ 2894740 w 8314954"/>
                <a:gd name="connsiteY1711" fmla="*/ 634905 h 3377886"/>
                <a:gd name="connsiteX1712" fmla="*/ 2756871 w 8314954"/>
                <a:gd name="connsiteY1712" fmla="*/ 634905 h 3377886"/>
                <a:gd name="connsiteX1713" fmla="*/ 4140884 w 8314954"/>
                <a:gd name="connsiteY1713" fmla="*/ 0 h 3377886"/>
                <a:gd name="connsiteX1714" fmla="*/ 4344623 w 8314954"/>
                <a:gd name="connsiteY1714" fmla="*/ 0 h 3377886"/>
                <a:gd name="connsiteX1715" fmla="*/ 4278767 w 8314954"/>
                <a:gd name="connsiteY1715" fmla="*/ 89891 h 3377886"/>
                <a:gd name="connsiteX1716" fmla="*/ 4344623 w 8314954"/>
                <a:gd name="connsiteY1716" fmla="*/ 179783 h 3377886"/>
                <a:gd name="connsiteX1717" fmla="*/ 4176858 w 8314954"/>
                <a:gd name="connsiteY1717" fmla="*/ 179783 h 3377886"/>
                <a:gd name="connsiteX1718" fmla="*/ 4176858 w 8314954"/>
                <a:gd name="connsiteY1718" fmla="*/ 473493 h 3377886"/>
                <a:gd name="connsiteX1719" fmla="*/ 4680315 w 8314954"/>
                <a:gd name="connsiteY1719" fmla="*/ 473493 h 3377886"/>
                <a:gd name="connsiteX1720" fmla="*/ 4680315 w 8314954"/>
                <a:gd name="connsiteY1720" fmla="*/ 167846 h 3377886"/>
                <a:gd name="connsiteX1721" fmla="*/ 4716287 w 8314954"/>
                <a:gd name="connsiteY1721" fmla="*/ 167846 h 3377886"/>
                <a:gd name="connsiteX1722" fmla="*/ 4716287 w 8314954"/>
                <a:gd name="connsiteY1722" fmla="*/ 168215 h 3377886"/>
                <a:gd name="connsiteX1723" fmla="*/ 4846555 w 8314954"/>
                <a:gd name="connsiteY1723" fmla="*/ 168215 h 3377886"/>
                <a:gd name="connsiteX1724" fmla="*/ 4788700 w 8314954"/>
                <a:gd name="connsiteY1724" fmla="*/ 248955 h 3377886"/>
                <a:gd name="connsiteX1725" fmla="*/ 4846556 w 8314954"/>
                <a:gd name="connsiteY1725" fmla="*/ 329697 h 3377886"/>
                <a:gd name="connsiteX1726" fmla="*/ 4716287 w 8314954"/>
                <a:gd name="connsiteY1726" fmla="*/ 329697 h 3377886"/>
                <a:gd name="connsiteX1727" fmla="*/ 4716287 w 8314954"/>
                <a:gd name="connsiteY1727" fmla="*/ 473493 h 3377886"/>
                <a:gd name="connsiteX1728" fmla="*/ 5225754 w 8314954"/>
                <a:gd name="connsiteY1728" fmla="*/ 473493 h 3377886"/>
                <a:gd name="connsiteX1729" fmla="*/ 5225754 w 8314954"/>
                <a:gd name="connsiteY1729" fmla="*/ 167846 h 3377886"/>
                <a:gd name="connsiteX1730" fmla="*/ 5227472 w 8314954"/>
                <a:gd name="connsiteY1730" fmla="*/ 167846 h 3377886"/>
                <a:gd name="connsiteX1731" fmla="*/ 5227472 w 8314954"/>
                <a:gd name="connsiteY1731" fmla="*/ 167834 h 3377886"/>
                <a:gd name="connsiteX1732" fmla="*/ 5391047 w 8314954"/>
                <a:gd name="connsiteY1732" fmla="*/ 167834 h 3377886"/>
                <a:gd name="connsiteX1733" fmla="*/ 5333191 w 8314954"/>
                <a:gd name="connsiteY1733" fmla="*/ 248574 h 3377886"/>
                <a:gd name="connsiteX1734" fmla="*/ 5391048 w 8314954"/>
                <a:gd name="connsiteY1734" fmla="*/ 329316 h 3377886"/>
                <a:gd name="connsiteX1735" fmla="*/ 5261726 w 8314954"/>
                <a:gd name="connsiteY1735" fmla="*/ 329316 h 3377886"/>
                <a:gd name="connsiteX1736" fmla="*/ 5261726 w 8314954"/>
                <a:gd name="connsiteY1736" fmla="*/ 473493 h 3377886"/>
                <a:gd name="connsiteX1737" fmla="*/ 5417555 w 8314954"/>
                <a:gd name="connsiteY1737" fmla="*/ 473493 h 3377886"/>
                <a:gd name="connsiteX1738" fmla="*/ 5417555 w 8314954"/>
                <a:gd name="connsiteY1738" fmla="*/ 521403 h 3377886"/>
                <a:gd name="connsiteX1739" fmla="*/ 2894178 w 8314954"/>
                <a:gd name="connsiteY1739" fmla="*/ 521403 h 3377886"/>
                <a:gd name="connsiteX1740" fmla="*/ 2894178 w 8314954"/>
                <a:gd name="connsiteY1740" fmla="*/ 473493 h 3377886"/>
                <a:gd name="connsiteX1741" fmla="*/ 3056016 w 8314954"/>
                <a:gd name="connsiteY1741" fmla="*/ 473493 h 3377886"/>
                <a:gd name="connsiteX1742" fmla="*/ 3056016 w 8314954"/>
                <a:gd name="connsiteY1742" fmla="*/ 167846 h 3377886"/>
                <a:gd name="connsiteX1743" fmla="*/ 3091988 w 8314954"/>
                <a:gd name="connsiteY1743" fmla="*/ 167846 h 3377886"/>
                <a:gd name="connsiteX1744" fmla="*/ 3091988 w 8314954"/>
                <a:gd name="connsiteY1744" fmla="*/ 168215 h 3377886"/>
                <a:gd name="connsiteX1745" fmla="*/ 3221668 w 8314954"/>
                <a:gd name="connsiteY1745" fmla="*/ 168215 h 3377886"/>
                <a:gd name="connsiteX1746" fmla="*/ 3163812 w 8314954"/>
                <a:gd name="connsiteY1746" fmla="*/ 248955 h 3377886"/>
                <a:gd name="connsiteX1747" fmla="*/ 3221669 w 8314954"/>
                <a:gd name="connsiteY1747" fmla="*/ 329697 h 3377886"/>
                <a:gd name="connsiteX1748" fmla="*/ 3091988 w 8314954"/>
                <a:gd name="connsiteY1748" fmla="*/ 329697 h 3377886"/>
                <a:gd name="connsiteX1749" fmla="*/ 3091988 w 8314954"/>
                <a:gd name="connsiteY1749" fmla="*/ 473493 h 3377886"/>
                <a:gd name="connsiteX1750" fmla="*/ 3601455 w 8314954"/>
                <a:gd name="connsiteY1750" fmla="*/ 473493 h 3377886"/>
                <a:gd name="connsiteX1751" fmla="*/ 3601455 w 8314954"/>
                <a:gd name="connsiteY1751" fmla="*/ 167846 h 3377886"/>
                <a:gd name="connsiteX1752" fmla="*/ 3637427 w 8314954"/>
                <a:gd name="connsiteY1752" fmla="*/ 167846 h 3377886"/>
                <a:gd name="connsiteX1753" fmla="*/ 3637427 w 8314954"/>
                <a:gd name="connsiteY1753" fmla="*/ 168215 h 3377886"/>
                <a:gd name="connsiteX1754" fmla="*/ 3767334 w 8314954"/>
                <a:gd name="connsiteY1754" fmla="*/ 168215 h 3377886"/>
                <a:gd name="connsiteX1755" fmla="*/ 3709478 w 8314954"/>
                <a:gd name="connsiteY1755" fmla="*/ 248955 h 3377886"/>
                <a:gd name="connsiteX1756" fmla="*/ 3767335 w 8314954"/>
                <a:gd name="connsiteY1756" fmla="*/ 329697 h 3377886"/>
                <a:gd name="connsiteX1757" fmla="*/ 3637427 w 8314954"/>
                <a:gd name="connsiteY1757" fmla="*/ 329697 h 3377886"/>
                <a:gd name="connsiteX1758" fmla="*/ 3637427 w 8314954"/>
                <a:gd name="connsiteY1758" fmla="*/ 473493 h 3377886"/>
                <a:gd name="connsiteX1759" fmla="*/ 4140884 w 8314954"/>
                <a:gd name="connsiteY1759" fmla="*/ 473493 h 3377886"/>
                <a:gd name="connsiteX1760" fmla="*/ 4140884 w 8314954"/>
                <a:gd name="connsiteY1760" fmla="*/ 179783 h 3377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</a:cxnLst>
              <a:rect l="l" t="t" r="r" b="b"/>
              <a:pathLst>
                <a:path w="8314954" h="3377886">
                  <a:moveTo>
                    <a:pt x="2484722" y="3166922"/>
                  </a:moveTo>
                  <a:cubicBezTo>
                    <a:pt x="2484722" y="3166922"/>
                    <a:pt x="2500220" y="3191836"/>
                    <a:pt x="2517965" y="3204013"/>
                  </a:cubicBezTo>
                  <a:cubicBezTo>
                    <a:pt x="2586197" y="3223752"/>
                    <a:pt x="2656227" y="3236617"/>
                    <a:pt x="2727018" y="3242415"/>
                  </a:cubicBezTo>
                  <a:lnTo>
                    <a:pt x="2713582" y="3296177"/>
                  </a:lnTo>
                  <a:lnTo>
                    <a:pt x="2760402" y="3306293"/>
                  </a:lnTo>
                  <a:lnTo>
                    <a:pt x="2807223" y="3296177"/>
                  </a:lnTo>
                  <a:lnTo>
                    <a:pt x="2793785" y="3242415"/>
                  </a:lnTo>
                  <a:cubicBezTo>
                    <a:pt x="2864718" y="3236645"/>
                    <a:pt x="2934894" y="3223780"/>
                    <a:pt x="3003260" y="3204013"/>
                  </a:cubicBezTo>
                  <a:cubicBezTo>
                    <a:pt x="3021005" y="3191836"/>
                    <a:pt x="3036503" y="3166922"/>
                    <a:pt x="3036503" y="3166922"/>
                  </a:cubicBezTo>
                  <a:cubicBezTo>
                    <a:pt x="3019160" y="3171170"/>
                    <a:pt x="3001496" y="3173971"/>
                    <a:pt x="2983689" y="3175305"/>
                  </a:cubicBezTo>
                  <a:lnTo>
                    <a:pt x="2983502" y="3175352"/>
                  </a:lnTo>
                  <a:cubicBezTo>
                    <a:pt x="2949276" y="3176710"/>
                    <a:pt x="2900911" y="3173806"/>
                    <a:pt x="2856618" y="3174322"/>
                  </a:cubicBezTo>
                  <a:cubicBezTo>
                    <a:pt x="2849502" y="3175633"/>
                    <a:pt x="2843135" y="3176710"/>
                    <a:pt x="2838171" y="3177319"/>
                  </a:cubicBezTo>
                  <a:cubicBezTo>
                    <a:pt x="2826278" y="3178864"/>
                    <a:pt x="2806473" y="3180971"/>
                    <a:pt x="2797764" y="3182002"/>
                  </a:cubicBezTo>
                  <a:lnTo>
                    <a:pt x="2810172" y="3232112"/>
                  </a:lnTo>
                  <a:lnTo>
                    <a:pt x="2760542" y="3240541"/>
                  </a:lnTo>
                  <a:lnTo>
                    <a:pt x="2710866" y="3232112"/>
                  </a:lnTo>
                  <a:lnTo>
                    <a:pt x="2723273" y="3181955"/>
                  </a:lnTo>
                  <a:cubicBezTo>
                    <a:pt x="2714565" y="3181018"/>
                    <a:pt x="2694760" y="3178911"/>
                    <a:pt x="2682868" y="3177272"/>
                  </a:cubicBezTo>
                  <a:cubicBezTo>
                    <a:pt x="2677904" y="3176663"/>
                    <a:pt x="2671537" y="3175586"/>
                    <a:pt x="2664466" y="3174275"/>
                  </a:cubicBezTo>
                  <a:cubicBezTo>
                    <a:pt x="2620174" y="3173759"/>
                    <a:pt x="2571762" y="3176663"/>
                    <a:pt x="2537584" y="3175305"/>
                  </a:cubicBezTo>
                  <a:cubicBezTo>
                    <a:pt x="2519763" y="3173975"/>
                    <a:pt x="2502079" y="3171170"/>
                    <a:pt x="2484722" y="3166922"/>
                  </a:cubicBezTo>
                  <a:close/>
                  <a:moveTo>
                    <a:pt x="3713837" y="3143809"/>
                  </a:moveTo>
                  <a:cubicBezTo>
                    <a:pt x="3711031" y="3143809"/>
                    <a:pt x="3706403" y="3147877"/>
                    <a:pt x="3702615" y="3149842"/>
                  </a:cubicBezTo>
                  <a:cubicBezTo>
                    <a:pt x="3694431" y="3156380"/>
                    <a:pt x="3688979" y="3165735"/>
                    <a:pt x="3687325" y="3176079"/>
                  </a:cubicBezTo>
                  <a:cubicBezTo>
                    <a:pt x="3686483" y="3179446"/>
                    <a:pt x="3681293" y="3184779"/>
                    <a:pt x="3681293" y="3187585"/>
                  </a:cubicBezTo>
                  <a:cubicBezTo>
                    <a:pt x="3681293" y="3190391"/>
                    <a:pt x="3684239" y="3194599"/>
                    <a:pt x="3684239" y="3197405"/>
                  </a:cubicBezTo>
                  <a:cubicBezTo>
                    <a:pt x="3684239" y="3200212"/>
                    <a:pt x="3682134" y="3206948"/>
                    <a:pt x="3682134" y="3209754"/>
                  </a:cubicBezTo>
                  <a:cubicBezTo>
                    <a:pt x="3682134" y="3221538"/>
                    <a:pt x="3691814" y="3226169"/>
                    <a:pt x="3702054" y="3226169"/>
                  </a:cubicBezTo>
                  <a:cubicBezTo>
                    <a:pt x="3707912" y="3224605"/>
                    <a:pt x="3713529" y="3222244"/>
                    <a:pt x="3718747" y="3219153"/>
                  </a:cubicBezTo>
                  <a:cubicBezTo>
                    <a:pt x="3721832" y="3218312"/>
                    <a:pt x="3726742" y="3220978"/>
                    <a:pt x="3731370" y="3218031"/>
                  </a:cubicBezTo>
                  <a:cubicBezTo>
                    <a:pt x="3735999" y="3215085"/>
                    <a:pt x="3739366" y="3214102"/>
                    <a:pt x="3742313" y="3210595"/>
                  </a:cubicBezTo>
                  <a:cubicBezTo>
                    <a:pt x="3745258" y="3207088"/>
                    <a:pt x="3745258" y="3201334"/>
                    <a:pt x="3747782" y="3195021"/>
                  </a:cubicBezTo>
                  <a:cubicBezTo>
                    <a:pt x="3748904" y="3192354"/>
                    <a:pt x="3754375" y="3191092"/>
                    <a:pt x="3755498" y="3189268"/>
                  </a:cubicBezTo>
                  <a:lnTo>
                    <a:pt x="3762955" y="3181119"/>
                  </a:lnTo>
                  <a:lnTo>
                    <a:pt x="3762932" y="3181271"/>
                  </a:lnTo>
                  <a:lnTo>
                    <a:pt x="3763073" y="3180990"/>
                  </a:lnTo>
                  <a:lnTo>
                    <a:pt x="3762955" y="3181119"/>
                  </a:lnTo>
                  <a:lnTo>
                    <a:pt x="3764615" y="3170327"/>
                  </a:lnTo>
                  <a:cubicBezTo>
                    <a:pt x="3766094" y="3167279"/>
                    <a:pt x="3766584" y="3163845"/>
                    <a:pt x="3766018" y="3160506"/>
                  </a:cubicBezTo>
                  <a:cubicBezTo>
                    <a:pt x="3766018" y="3158261"/>
                    <a:pt x="3762792" y="3157700"/>
                    <a:pt x="3759986" y="3157700"/>
                  </a:cubicBezTo>
                  <a:cubicBezTo>
                    <a:pt x="3754240" y="3157359"/>
                    <a:pt x="3748479" y="3157359"/>
                    <a:pt x="3742732" y="3157700"/>
                  </a:cubicBezTo>
                  <a:cubicBezTo>
                    <a:pt x="3738003" y="3159702"/>
                    <a:pt x="3732983" y="3160933"/>
                    <a:pt x="3727864" y="3161347"/>
                  </a:cubicBezTo>
                  <a:cubicBezTo>
                    <a:pt x="3724358" y="3161347"/>
                    <a:pt x="3723796" y="3143809"/>
                    <a:pt x="3713837" y="3143809"/>
                  </a:cubicBezTo>
                  <a:close/>
                  <a:moveTo>
                    <a:pt x="3900962" y="3109292"/>
                  </a:moveTo>
                  <a:cubicBezTo>
                    <a:pt x="3896334" y="3112801"/>
                    <a:pt x="3899420" y="3121078"/>
                    <a:pt x="3897176" y="3124165"/>
                  </a:cubicBezTo>
                  <a:cubicBezTo>
                    <a:pt x="3895646" y="3127310"/>
                    <a:pt x="3895345" y="3130912"/>
                    <a:pt x="3896334" y="3134267"/>
                  </a:cubicBezTo>
                  <a:cubicBezTo>
                    <a:pt x="3899204" y="3139261"/>
                    <a:pt x="3900703" y="3144923"/>
                    <a:pt x="3900683" y="3150683"/>
                  </a:cubicBezTo>
                  <a:cubicBezTo>
                    <a:pt x="3900683" y="3155173"/>
                    <a:pt x="3907837" y="3158540"/>
                    <a:pt x="3908117" y="3165415"/>
                  </a:cubicBezTo>
                  <a:cubicBezTo>
                    <a:pt x="3910882" y="3171244"/>
                    <a:pt x="3913974" y="3176912"/>
                    <a:pt x="3917376" y="3182393"/>
                  </a:cubicBezTo>
                  <a:cubicBezTo>
                    <a:pt x="3918917" y="3186180"/>
                    <a:pt x="3917376" y="3191934"/>
                    <a:pt x="3917376" y="3195020"/>
                  </a:cubicBezTo>
                  <a:cubicBezTo>
                    <a:pt x="3918778" y="3201054"/>
                    <a:pt x="3922565" y="3204561"/>
                    <a:pt x="3926353" y="3204561"/>
                  </a:cubicBezTo>
                  <a:cubicBezTo>
                    <a:pt x="3930141" y="3204561"/>
                    <a:pt x="3932525" y="3200492"/>
                    <a:pt x="3937855" y="3199089"/>
                  </a:cubicBezTo>
                  <a:cubicBezTo>
                    <a:pt x="3940942" y="3198247"/>
                    <a:pt x="3945710" y="3199089"/>
                    <a:pt x="3948797" y="3199089"/>
                  </a:cubicBezTo>
                  <a:cubicBezTo>
                    <a:pt x="3953427" y="3198327"/>
                    <a:pt x="3957834" y="3196553"/>
                    <a:pt x="3961702" y="3193898"/>
                  </a:cubicBezTo>
                  <a:cubicBezTo>
                    <a:pt x="3964483" y="3191271"/>
                    <a:pt x="3966975" y="3188355"/>
                    <a:pt x="3969136" y="3185199"/>
                  </a:cubicBezTo>
                  <a:cubicBezTo>
                    <a:pt x="3971942" y="3181832"/>
                    <a:pt x="3972924" y="3175097"/>
                    <a:pt x="3975448" y="3172291"/>
                  </a:cubicBezTo>
                  <a:cubicBezTo>
                    <a:pt x="3977974" y="3169485"/>
                    <a:pt x="3981621" y="3167801"/>
                    <a:pt x="3983585" y="3161626"/>
                  </a:cubicBezTo>
                  <a:cubicBezTo>
                    <a:pt x="3984404" y="3157836"/>
                    <a:pt x="3984404" y="3153913"/>
                    <a:pt x="3983585" y="3150122"/>
                  </a:cubicBezTo>
                  <a:cubicBezTo>
                    <a:pt x="3981899" y="3146966"/>
                    <a:pt x="3979877" y="3144003"/>
                    <a:pt x="3977553" y="3141282"/>
                  </a:cubicBezTo>
                  <a:lnTo>
                    <a:pt x="3978815" y="3141002"/>
                  </a:lnTo>
                  <a:cubicBezTo>
                    <a:pt x="3974468" y="3135108"/>
                    <a:pt x="3961561" y="3119534"/>
                    <a:pt x="3955810" y="3120658"/>
                  </a:cubicBezTo>
                  <a:cubicBezTo>
                    <a:pt x="3952633" y="3121445"/>
                    <a:pt x="3949395" y="3121960"/>
                    <a:pt x="3946131" y="3122200"/>
                  </a:cubicBezTo>
                  <a:cubicBezTo>
                    <a:pt x="3943466" y="3122200"/>
                    <a:pt x="3938276" y="3118272"/>
                    <a:pt x="3934909" y="3118693"/>
                  </a:cubicBezTo>
                  <a:cubicBezTo>
                    <a:pt x="3931094" y="3119105"/>
                    <a:pt x="3927235" y="3118771"/>
                    <a:pt x="3923548" y="3117710"/>
                  </a:cubicBezTo>
                  <a:cubicBezTo>
                    <a:pt x="3920882" y="3117710"/>
                    <a:pt x="3914009" y="3111678"/>
                    <a:pt x="3912186" y="3111818"/>
                  </a:cubicBezTo>
                  <a:cubicBezTo>
                    <a:pt x="3906433" y="3112801"/>
                    <a:pt x="3904610" y="3108731"/>
                    <a:pt x="3900962" y="3109292"/>
                  </a:cubicBezTo>
                  <a:close/>
                  <a:moveTo>
                    <a:pt x="2515108" y="3101405"/>
                  </a:moveTo>
                  <a:cubicBezTo>
                    <a:pt x="2523050" y="3111970"/>
                    <a:pt x="2532517" y="3121300"/>
                    <a:pt x="2543201" y="3129082"/>
                  </a:cubicBezTo>
                  <a:cubicBezTo>
                    <a:pt x="2556251" y="3136519"/>
                    <a:pt x="2569926" y="3142785"/>
                    <a:pt x="2584075" y="3147815"/>
                  </a:cubicBezTo>
                  <a:cubicBezTo>
                    <a:pt x="2616709" y="3157256"/>
                    <a:pt x="2649910" y="3164623"/>
                    <a:pt x="2683476" y="3169872"/>
                  </a:cubicBezTo>
                  <a:cubicBezTo>
                    <a:pt x="2698833" y="3171839"/>
                    <a:pt x="2727721" y="3174836"/>
                    <a:pt x="2728003" y="3174883"/>
                  </a:cubicBezTo>
                  <a:lnTo>
                    <a:pt x="2732356" y="3175305"/>
                  </a:lnTo>
                  <a:lnTo>
                    <a:pt x="2719809" y="3226023"/>
                  </a:lnTo>
                  <a:lnTo>
                    <a:pt x="2760167" y="3232861"/>
                  </a:lnTo>
                  <a:lnTo>
                    <a:pt x="2800480" y="3226023"/>
                  </a:lnTo>
                  <a:lnTo>
                    <a:pt x="2787979" y="3175305"/>
                  </a:lnTo>
                  <a:lnTo>
                    <a:pt x="2792286" y="3174883"/>
                  </a:lnTo>
                  <a:cubicBezTo>
                    <a:pt x="2792568" y="3174883"/>
                    <a:pt x="2821456" y="3171839"/>
                    <a:pt x="2836813" y="3169872"/>
                  </a:cubicBezTo>
                  <a:cubicBezTo>
                    <a:pt x="2870505" y="3164645"/>
                    <a:pt x="2903832" y="3157280"/>
                    <a:pt x="2936588" y="3147815"/>
                  </a:cubicBezTo>
                  <a:cubicBezTo>
                    <a:pt x="2950737" y="3142785"/>
                    <a:pt x="2964413" y="3136519"/>
                    <a:pt x="2977463" y="3129082"/>
                  </a:cubicBezTo>
                  <a:cubicBezTo>
                    <a:pt x="2988147" y="3121300"/>
                    <a:pt x="2997614" y="3111970"/>
                    <a:pt x="3005554" y="3101405"/>
                  </a:cubicBezTo>
                  <a:cubicBezTo>
                    <a:pt x="2995882" y="3103208"/>
                    <a:pt x="2986082" y="3104272"/>
                    <a:pt x="2976245" y="3104590"/>
                  </a:cubicBezTo>
                  <a:lnTo>
                    <a:pt x="2976245" y="3104637"/>
                  </a:lnTo>
                  <a:cubicBezTo>
                    <a:pt x="2969315" y="3104637"/>
                    <a:pt x="2960700" y="3104637"/>
                    <a:pt x="2950821" y="3104637"/>
                  </a:cubicBezTo>
                  <a:cubicBezTo>
                    <a:pt x="2942066" y="3104637"/>
                    <a:pt x="2932093" y="3104356"/>
                    <a:pt x="2921699" y="3104356"/>
                  </a:cubicBezTo>
                  <a:cubicBezTo>
                    <a:pt x="2909572" y="3104356"/>
                    <a:pt x="2894262" y="3104356"/>
                    <a:pt x="2877734" y="3105479"/>
                  </a:cubicBezTo>
                  <a:cubicBezTo>
                    <a:pt x="2862073" y="3110097"/>
                    <a:pt x="2846139" y="3113745"/>
                    <a:pt x="2830024" y="3116392"/>
                  </a:cubicBezTo>
                  <a:cubicBezTo>
                    <a:pt x="2818903" y="3117970"/>
                    <a:pt x="2807686" y="3118737"/>
                    <a:pt x="2796453" y="3118686"/>
                  </a:cubicBezTo>
                  <a:lnTo>
                    <a:pt x="2807784" y="3166875"/>
                  </a:lnTo>
                  <a:lnTo>
                    <a:pt x="2760636" y="3172495"/>
                  </a:lnTo>
                  <a:lnTo>
                    <a:pt x="2760027" y="3172495"/>
                  </a:lnTo>
                  <a:lnTo>
                    <a:pt x="2759512" y="3172495"/>
                  </a:lnTo>
                  <a:lnTo>
                    <a:pt x="2712691" y="3166968"/>
                  </a:lnTo>
                  <a:lnTo>
                    <a:pt x="2724022" y="3118779"/>
                  </a:lnTo>
                  <a:cubicBezTo>
                    <a:pt x="2712790" y="3118831"/>
                    <a:pt x="2701572" y="3118063"/>
                    <a:pt x="2690451" y="3116484"/>
                  </a:cubicBezTo>
                  <a:cubicBezTo>
                    <a:pt x="2674397" y="3113783"/>
                    <a:pt x="2658529" y="3110092"/>
                    <a:pt x="2642928" y="3105433"/>
                  </a:cubicBezTo>
                  <a:cubicBezTo>
                    <a:pt x="2626402" y="3104449"/>
                    <a:pt x="2611090" y="3104309"/>
                    <a:pt x="2598964" y="3104309"/>
                  </a:cubicBezTo>
                  <a:cubicBezTo>
                    <a:pt x="2588523" y="3104309"/>
                    <a:pt x="2578598" y="3104309"/>
                    <a:pt x="2569842" y="3104590"/>
                  </a:cubicBezTo>
                  <a:cubicBezTo>
                    <a:pt x="2560010" y="3104590"/>
                    <a:pt x="2551394" y="3104870"/>
                    <a:pt x="2544419" y="3104590"/>
                  </a:cubicBezTo>
                  <a:cubicBezTo>
                    <a:pt x="2534582" y="3104272"/>
                    <a:pt x="2524782" y="3103208"/>
                    <a:pt x="2515108" y="3101405"/>
                  </a:cubicBezTo>
                  <a:close/>
                  <a:moveTo>
                    <a:pt x="2977322" y="3028396"/>
                  </a:moveTo>
                  <a:cubicBezTo>
                    <a:pt x="2967068" y="3029942"/>
                    <a:pt x="2952086" y="3031487"/>
                    <a:pt x="2948340" y="3031675"/>
                  </a:cubicBezTo>
                  <a:lnTo>
                    <a:pt x="2948809" y="3031767"/>
                  </a:lnTo>
                  <a:lnTo>
                    <a:pt x="2937618" y="3032283"/>
                  </a:lnTo>
                  <a:cubicBezTo>
                    <a:pt x="2923947" y="3032892"/>
                    <a:pt x="2906295" y="3033735"/>
                    <a:pt x="2884805" y="3035046"/>
                  </a:cubicBezTo>
                  <a:lnTo>
                    <a:pt x="2878905" y="3038184"/>
                  </a:lnTo>
                  <a:cubicBezTo>
                    <a:pt x="2860145" y="3047667"/>
                    <a:pt x="2839993" y="3054101"/>
                    <a:pt x="2819209" y="3057244"/>
                  </a:cubicBezTo>
                  <a:cubicBezTo>
                    <a:pt x="2815674" y="3057745"/>
                    <a:pt x="2812106" y="3057979"/>
                    <a:pt x="2808534" y="3057947"/>
                  </a:cubicBezTo>
                  <a:cubicBezTo>
                    <a:pt x="2803852" y="3057947"/>
                    <a:pt x="2798888" y="3057572"/>
                    <a:pt x="2795470" y="3057244"/>
                  </a:cubicBezTo>
                  <a:lnTo>
                    <a:pt x="2805724" y="3100096"/>
                  </a:lnTo>
                  <a:lnTo>
                    <a:pt x="2760543" y="3102951"/>
                  </a:lnTo>
                  <a:lnTo>
                    <a:pt x="2715314" y="3100096"/>
                  </a:lnTo>
                  <a:lnTo>
                    <a:pt x="2725615" y="3057244"/>
                  </a:lnTo>
                  <a:cubicBezTo>
                    <a:pt x="2722150" y="3057572"/>
                    <a:pt x="2717421" y="3057947"/>
                    <a:pt x="2712505" y="3057947"/>
                  </a:cubicBezTo>
                  <a:cubicBezTo>
                    <a:pt x="2708932" y="3057975"/>
                    <a:pt x="2705365" y="3057740"/>
                    <a:pt x="2701829" y="3057244"/>
                  </a:cubicBezTo>
                  <a:cubicBezTo>
                    <a:pt x="2681060" y="3054111"/>
                    <a:pt x="2660923" y="3047677"/>
                    <a:pt x="2642181" y="3038184"/>
                  </a:cubicBezTo>
                  <a:cubicBezTo>
                    <a:pt x="2640168" y="3037154"/>
                    <a:pt x="2638201" y="3036124"/>
                    <a:pt x="2636281" y="3035046"/>
                  </a:cubicBezTo>
                  <a:cubicBezTo>
                    <a:pt x="2614790" y="3033735"/>
                    <a:pt x="2597093" y="3032892"/>
                    <a:pt x="2583468" y="3032283"/>
                  </a:cubicBezTo>
                  <a:lnTo>
                    <a:pt x="2572231" y="3031767"/>
                  </a:lnTo>
                  <a:cubicBezTo>
                    <a:pt x="2568533" y="3031767"/>
                    <a:pt x="2553502" y="3030036"/>
                    <a:pt x="2543295" y="3028490"/>
                  </a:cubicBezTo>
                  <a:cubicBezTo>
                    <a:pt x="2550932" y="3039917"/>
                    <a:pt x="2560225" y="3050145"/>
                    <a:pt x="2570873" y="3058836"/>
                  </a:cubicBezTo>
                  <a:cubicBezTo>
                    <a:pt x="2583276" y="3069416"/>
                    <a:pt x="2597017" y="3078313"/>
                    <a:pt x="2611747" y="3085296"/>
                  </a:cubicBezTo>
                  <a:cubicBezTo>
                    <a:pt x="2637373" y="3096728"/>
                    <a:pt x="2664407" y="3104684"/>
                    <a:pt x="2692138" y="3108947"/>
                  </a:cubicBezTo>
                  <a:cubicBezTo>
                    <a:pt x="2703632" y="3110520"/>
                    <a:pt x="2715230" y="3111255"/>
                    <a:pt x="2726832" y="3111147"/>
                  </a:cubicBezTo>
                  <a:lnTo>
                    <a:pt x="2733995" y="3111147"/>
                  </a:lnTo>
                  <a:lnTo>
                    <a:pt x="2722337" y="3160367"/>
                  </a:lnTo>
                  <a:lnTo>
                    <a:pt x="2759794" y="3165050"/>
                  </a:lnTo>
                  <a:lnTo>
                    <a:pt x="2760308" y="3165050"/>
                  </a:lnTo>
                  <a:lnTo>
                    <a:pt x="2760777" y="3165050"/>
                  </a:lnTo>
                  <a:lnTo>
                    <a:pt x="2798233" y="3160367"/>
                  </a:lnTo>
                  <a:lnTo>
                    <a:pt x="2786621" y="3111053"/>
                  </a:lnTo>
                  <a:lnTo>
                    <a:pt x="2793785" y="3111053"/>
                  </a:lnTo>
                  <a:cubicBezTo>
                    <a:pt x="2805388" y="3111157"/>
                    <a:pt x="2816986" y="3110421"/>
                    <a:pt x="2828480" y="3108853"/>
                  </a:cubicBezTo>
                  <a:cubicBezTo>
                    <a:pt x="2856207" y="3104577"/>
                    <a:pt x="2883242" y="3096625"/>
                    <a:pt x="2908871" y="3085202"/>
                  </a:cubicBezTo>
                  <a:cubicBezTo>
                    <a:pt x="2923558" y="3078220"/>
                    <a:pt x="2937272" y="3069341"/>
                    <a:pt x="2949651" y="3058789"/>
                  </a:cubicBezTo>
                  <a:cubicBezTo>
                    <a:pt x="2960318" y="3050069"/>
                    <a:pt x="2969639" y="3039828"/>
                    <a:pt x="2977322" y="3028396"/>
                  </a:cubicBezTo>
                  <a:close/>
                  <a:moveTo>
                    <a:pt x="3860703" y="3027917"/>
                  </a:moveTo>
                  <a:cubicBezTo>
                    <a:pt x="3862806" y="3027917"/>
                    <a:pt x="3859300" y="3034511"/>
                    <a:pt x="3856635" y="3039142"/>
                  </a:cubicBezTo>
                  <a:cubicBezTo>
                    <a:pt x="3853082" y="3043377"/>
                    <a:pt x="3848923" y="3047065"/>
                    <a:pt x="3844291" y="3050085"/>
                  </a:cubicBezTo>
                  <a:cubicBezTo>
                    <a:pt x="3837417" y="3054295"/>
                    <a:pt x="3834751" y="3058364"/>
                    <a:pt x="3829422" y="3061591"/>
                  </a:cubicBezTo>
                  <a:cubicBezTo>
                    <a:pt x="3824438" y="3064075"/>
                    <a:pt x="3819085" y="3065733"/>
                    <a:pt x="3813571" y="3066501"/>
                  </a:cubicBezTo>
                  <a:cubicBezTo>
                    <a:pt x="3808674" y="3066355"/>
                    <a:pt x="3804739" y="3062419"/>
                    <a:pt x="3804594" y="3057521"/>
                  </a:cubicBezTo>
                  <a:cubicBezTo>
                    <a:pt x="3804440" y="3053040"/>
                    <a:pt x="3806904" y="3048879"/>
                    <a:pt x="3810906" y="3046858"/>
                  </a:cubicBezTo>
                  <a:cubicBezTo>
                    <a:pt x="3817611" y="3043392"/>
                    <a:pt x="3824547" y="3040391"/>
                    <a:pt x="3831666" y="3037878"/>
                  </a:cubicBezTo>
                  <a:cubicBezTo>
                    <a:pt x="3834539" y="3036549"/>
                    <a:pt x="3837227" y="3034851"/>
                    <a:pt x="3839663" y="3032827"/>
                  </a:cubicBezTo>
                  <a:cubicBezTo>
                    <a:pt x="3842327" y="3030442"/>
                    <a:pt x="3846254" y="3031846"/>
                    <a:pt x="3850322" y="3029320"/>
                  </a:cubicBezTo>
                  <a:cubicBezTo>
                    <a:pt x="3853649" y="3028143"/>
                    <a:pt x="3857183" y="3027665"/>
                    <a:pt x="3860703" y="3027917"/>
                  </a:cubicBezTo>
                  <a:close/>
                  <a:moveTo>
                    <a:pt x="4353487" y="3005328"/>
                  </a:moveTo>
                  <a:cubicBezTo>
                    <a:pt x="4355886" y="3005229"/>
                    <a:pt x="4357910" y="3007095"/>
                    <a:pt x="4358008" y="3009496"/>
                  </a:cubicBezTo>
                  <a:cubicBezTo>
                    <a:pt x="4358019" y="3009744"/>
                    <a:pt x="4358008" y="3009991"/>
                    <a:pt x="4357976" y="3010237"/>
                  </a:cubicBezTo>
                  <a:cubicBezTo>
                    <a:pt x="4357450" y="3016801"/>
                    <a:pt x="4353998" y="3022779"/>
                    <a:pt x="4348577" y="3026513"/>
                  </a:cubicBezTo>
                  <a:lnTo>
                    <a:pt x="4348437" y="3026513"/>
                  </a:lnTo>
                  <a:cubicBezTo>
                    <a:pt x="4345632" y="3028057"/>
                    <a:pt x="4339039" y="3026513"/>
                    <a:pt x="4334410" y="3024971"/>
                  </a:cubicBezTo>
                  <a:cubicBezTo>
                    <a:pt x="4333185" y="3022444"/>
                    <a:pt x="4332745" y="3019610"/>
                    <a:pt x="4333147" y="3016832"/>
                  </a:cubicBezTo>
                  <a:cubicBezTo>
                    <a:pt x="4333400" y="3013562"/>
                    <a:pt x="4334789" y="3010485"/>
                    <a:pt x="4337074" y="3008134"/>
                  </a:cubicBezTo>
                  <a:cubicBezTo>
                    <a:pt x="4342464" y="3006773"/>
                    <a:pt x="4347951" y="3005834"/>
                    <a:pt x="4353487" y="3005328"/>
                  </a:cubicBezTo>
                  <a:close/>
                  <a:moveTo>
                    <a:pt x="4402582" y="2990734"/>
                  </a:moveTo>
                  <a:cubicBezTo>
                    <a:pt x="4406510" y="2989612"/>
                    <a:pt x="4410156" y="2990033"/>
                    <a:pt x="4410719" y="2993682"/>
                  </a:cubicBezTo>
                  <a:cubicBezTo>
                    <a:pt x="4411077" y="2997226"/>
                    <a:pt x="4411077" y="3000800"/>
                    <a:pt x="4410719" y="3004345"/>
                  </a:cubicBezTo>
                  <a:lnTo>
                    <a:pt x="4410156" y="3004345"/>
                  </a:lnTo>
                  <a:cubicBezTo>
                    <a:pt x="4407429" y="3009891"/>
                    <a:pt x="4402217" y="3013801"/>
                    <a:pt x="4396129" y="3014867"/>
                  </a:cubicBezTo>
                  <a:cubicBezTo>
                    <a:pt x="4394306" y="3014867"/>
                    <a:pt x="4388415" y="3010659"/>
                    <a:pt x="4388274" y="3007713"/>
                  </a:cubicBezTo>
                  <a:cubicBezTo>
                    <a:pt x="4388135" y="3004765"/>
                    <a:pt x="4386872" y="2998312"/>
                    <a:pt x="4389819" y="2994944"/>
                  </a:cubicBezTo>
                  <a:cubicBezTo>
                    <a:pt x="4395849" y="2994944"/>
                    <a:pt x="4398655" y="2991858"/>
                    <a:pt x="4402582" y="2990734"/>
                  </a:cubicBezTo>
                  <a:close/>
                  <a:moveTo>
                    <a:pt x="3889600" y="2974599"/>
                  </a:moveTo>
                  <a:cubicBezTo>
                    <a:pt x="3886672" y="2974281"/>
                    <a:pt x="3883754" y="2975254"/>
                    <a:pt x="3881603" y="2977265"/>
                  </a:cubicBezTo>
                  <a:cubicBezTo>
                    <a:pt x="3879182" y="2978315"/>
                    <a:pt x="3876839" y="2979534"/>
                    <a:pt x="3874591" y="2980914"/>
                  </a:cubicBezTo>
                  <a:cubicBezTo>
                    <a:pt x="3872205" y="2982316"/>
                    <a:pt x="3869541" y="2984000"/>
                    <a:pt x="3866594" y="2986105"/>
                  </a:cubicBezTo>
                  <a:cubicBezTo>
                    <a:pt x="3862382" y="2988948"/>
                    <a:pt x="3857591" y="2990817"/>
                    <a:pt x="3852566" y="2991577"/>
                  </a:cubicBezTo>
                  <a:cubicBezTo>
                    <a:pt x="3846115" y="2993401"/>
                    <a:pt x="3845272" y="2994523"/>
                    <a:pt x="3842467" y="2994523"/>
                  </a:cubicBezTo>
                  <a:cubicBezTo>
                    <a:pt x="3837962" y="2995423"/>
                    <a:pt x="3833613" y="2996983"/>
                    <a:pt x="3829562" y="2999153"/>
                  </a:cubicBezTo>
                  <a:cubicBezTo>
                    <a:pt x="3823390" y="3001959"/>
                    <a:pt x="3815534" y="3001959"/>
                    <a:pt x="3811888" y="3003924"/>
                  </a:cubicBezTo>
                  <a:cubicBezTo>
                    <a:pt x="3804530" y="3007937"/>
                    <a:pt x="3796400" y="3010328"/>
                    <a:pt x="3788041" y="3010939"/>
                  </a:cubicBezTo>
                  <a:cubicBezTo>
                    <a:pt x="3786354" y="3008407"/>
                    <a:pt x="3784528" y="3005972"/>
                    <a:pt x="3782569" y="3003643"/>
                  </a:cubicBezTo>
                  <a:cubicBezTo>
                    <a:pt x="3777380" y="2999996"/>
                    <a:pt x="3775978" y="2998172"/>
                    <a:pt x="3771068" y="2997611"/>
                  </a:cubicBezTo>
                  <a:cubicBezTo>
                    <a:pt x="3766158" y="2997050"/>
                    <a:pt x="3762230" y="3001118"/>
                    <a:pt x="3758163" y="3003363"/>
                  </a:cubicBezTo>
                  <a:cubicBezTo>
                    <a:pt x="3754375" y="3009397"/>
                    <a:pt x="3744976" y="3012904"/>
                    <a:pt x="3744135" y="3028758"/>
                  </a:cubicBezTo>
                  <a:cubicBezTo>
                    <a:pt x="3744135" y="3031425"/>
                    <a:pt x="3744135" y="3037878"/>
                    <a:pt x="3745257" y="3051208"/>
                  </a:cubicBezTo>
                  <a:cubicBezTo>
                    <a:pt x="3745257" y="3060047"/>
                    <a:pt x="3747923" y="3065238"/>
                    <a:pt x="3748904" y="3073377"/>
                  </a:cubicBezTo>
                  <a:cubicBezTo>
                    <a:pt x="3749886" y="3081514"/>
                    <a:pt x="3752692" y="3087408"/>
                    <a:pt x="3752692" y="3090634"/>
                  </a:cubicBezTo>
                  <a:cubicBezTo>
                    <a:pt x="3752692" y="3093861"/>
                    <a:pt x="3753814" y="3099194"/>
                    <a:pt x="3754095" y="3102420"/>
                  </a:cubicBezTo>
                  <a:cubicBezTo>
                    <a:pt x="3755217" y="3102420"/>
                    <a:pt x="3756058" y="3107471"/>
                    <a:pt x="3756759" y="3108453"/>
                  </a:cubicBezTo>
                  <a:cubicBezTo>
                    <a:pt x="3757339" y="3112304"/>
                    <a:pt x="3758376" y="3116072"/>
                    <a:pt x="3759846" y="3119678"/>
                  </a:cubicBezTo>
                  <a:cubicBezTo>
                    <a:pt x="3761326" y="3121662"/>
                    <a:pt x="3763186" y="3123331"/>
                    <a:pt x="3765317" y="3124589"/>
                  </a:cubicBezTo>
                  <a:cubicBezTo>
                    <a:pt x="3770345" y="3125630"/>
                    <a:pt x="3775474" y="3126100"/>
                    <a:pt x="3780606" y="3125991"/>
                  </a:cubicBezTo>
                  <a:cubicBezTo>
                    <a:pt x="3783412" y="3125991"/>
                    <a:pt x="3787340" y="3124308"/>
                    <a:pt x="3790145" y="3124308"/>
                  </a:cubicBezTo>
                  <a:cubicBezTo>
                    <a:pt x="3792950" y="3124308"/>
                    <a:pt x="3797579" y="3128797"/>
                    <a:pt x="3802209" y="3127675"/>
                  </a:cubicBezTo>
                  <a:cubicBezTo>
                    <a:pt x="3804172" y="3127675"/>
                    <a:pt x="3806277" y="3133007"/>
                    <a:pt x="3806277" y="3135252"/>
                  </a:cubicBezTo>
                  <a:cubicBezTo>
                    <a:pt x="3804770" y="3142601"/>
                    <a:pt x="3803879" y="3150064"/>
                    <a:pt x="3803611" y="3157562"/>
                  </a:cubicBezTo>
                  <a:cubicBezTo>
                    <a:pt x="3803041" y="3163112"/>
                    <a:pt x="3803041" y="3168707"/>
                    <a:pt x="3803611" y="3174257"/>
                  </a:cubicBezTo>
                  <a:cubicBezTo>
                    <a:pt x="3803611" y="3177063"/>
                    <a:pt x="3803611" y="3183658"/>
                    <a:pt x="3803611" y="3186464"/>
                  </a:cubicBezTo>
                  <a:cubicBezTo>
                    <a:pt x="3802769" y="3200495"/>
                    <a:pt x="3798140" y="3204002"/>
                    <a:pt x="3788602" y="3204002"/>
                  </a:cubicBezTo>
                  <a:cubicBezTo>
                    <a:pt x="3785938" y="3204002"/>
                    <a:pt x="3779484" y="3197268"/>
                    <a:pt x="3769946" y="3197549"/>
                  </a:cubicBezTo>
                  <a:cubicBezTo>
                    <a:pt x="3768542" y="3197549"/>
                    <a:pt x="3757040" y="3198250"/>
                    <a:pt x="3757322" y="3202740"/>
                  </a:cubicBezTo>
                  <a:cubicBezTo>
                    <a:pt x="3757601" y="3207230"/>
                    <a:pt x="3772611" y="3214947"/>
                    <a:pt x="3777100" y="3222944"/>
                  </a:cubicBezTo>
                  <a:cubicBezTo>
                    <a:pt x="3780327" y="3228557"/>
                    <a:pt x="3780886" y="3233046"/>
                    <a:pt x="3784113" y="3236134"/>
                  </a:cubicBezTo>
                  <a:cubicBezTo>
                    <a:pt x="3787955" y="3239070"/>
                    <a:pt x="3792342" y="3241216"/>
                    <a:pt x="3797018" y="3242447"/>
                  </a:cubicBezTo>
                  <a:cubicBezTo>
                    <a:pt x="3800245" y="3244131"/>
                    <a:pt x="3801648" y="3246656"/>
                    <a:pt x="3804733" y="3248481"/>
                  </a:cubicBezTo>
                  <a:cubicBezTo>
                    <a:pt x="3807820" y="3250305"/>
                    <a:pt x="3813290" y="3251146"/>
                    <a:pt x="3814553" y="3252829"/>
                  </a:cubicBezTo>
                  <a:cubicBezTo>
                    <a:pt x="3815780" y="3255260"/>
                    <a:pt x="3818159" y="3256898"/>
                    <a:pt x="3820865" y="3257179"/>
                  </a:cubicBezTo>
                  <a:cubicBezTo>
                    <a:pt x="3823671" y="3257179"/>
                    <a:pt x="3829703" y="3252410"/>
                    <a:pt x="3834893" y="3250023"/>
                  </a:cubicBezTo>
                  <a:cubicBezTo>
                    <a:pt x="3840082" y="3247638"/>
                    <a:pt x="3845833" y="3236975"/>
                    <a:pt x="3849902" y="3235011"/>
                  </a:cubicBezTo>
                  <a:cubicBezTo>
                    <a:pt x="3857547" y="3230507"/>
                    <a:pt x="3862713" y="3222756"/>
                    <a:pt x="3863930" y="3213965"/>
                  </a:cubicBezTo>
                  <a:cubicBezTo>
                    <a:pt x="3865614" y="3189253"/>
                    <a:pt x="3865614" y="3164454"/>
                    <a:pt x="3863930" y="3139742"/>
                  </a:cubicBezTo>
                  <a:cubicBezTo>
                    <a:pt x="3861921" y="3134414"/>
                    <a:pt x="3861014" y="3128734"/>
                    <a:pt x="3861264" y="3123045"/>
                  </a:cubicBezTo>
                  <a:cubicBezTo>
                    <a:pt x="3861264" y="3117293"/>
                    <a:pt x="3867296" y="3113083"/>
                    <a:pt x="3869399" y="3113926"/>
                  </a:cubicBezTo>
                  <a:cubicBezTo>
                    <a:pt x="3872242" y="3115154"/>
                    <a:pt x="3875527" y="3114722"/>
                    <a:pt x="3877956" y="3112803"/>
                  </a:cubicBezTo>
                  <a:cubicBezTo>
                    <a:pt x="3882087" y="3108131"/>
                    <a:pt x="3885929" y="3103211"/>
                    <a:pt x="3889459" y="3098071"/>
                  </a:cubicBezTo>
                  <a:cubicBezTo>
                    <a:pt x="3897335" y="3082342"/>
                    <a:pt x="3906093" y="3067071"/>
                    <a:pt x="3915690" y="3052330"/>
                  </a:cubicBezTo>
                  <a:cubicBezTo>
                    <a:pt x="3918652" y="3047828"/>
                    <a:pt x="3921322" y="3043143"/>
                    <a:pt x="3923686" y="3038299"/>
                  </a:cubicBezTo>
                  <a:lnTo>
                    <a:pt x="3924247" y="3038299"/>
                  </a:lnTo>
                  <a:cubicBezTo>
                    <a:pt x="3929495" y="3032338"/>
                    <a:pt x="3935068" y="3026671"/>
                    <a:pt x="3940940" y="3021322"/>
                  </a:cubicBezTo>
                  <a:cubicBezTo>
                    <a:pt x="3942371" y="3017186"/>
                    <a:pt x="3942371" y="3012689"/>
                    <a:pt x="3940940" y="3008554"/>
                  </a:cubicBezTo>
                  <a:cubicBezTo>
                    <a:pt x="3939586" y="3002936"/>
                    <a:pt x="3937757" y="2997444"/>
                    <a:pt x="3935469" y="2992138"/>
                  </a:cubicBezTo>
                  <a:cubicBezTo>
                    <a:pt x="3929325" y="2987183"/>
                    <a:pt x="3922699" y="2982860"/>
                    <a:pt x="3915690" y="2979230"/>
                  </a:cubicBezTo>
                  <a:cubicBezTo>
                    <a:pt x="3912885" y="2977406"/>
                    <a:pt x="3904468" y="2979230"/>
                    <a:pt x="3901663" y="2979230"/>
                  </a:cubicBezTo>
                  <a:cubicBezTo>
                    <a:pt x="3897849" y="2977194"/>
                    <a:pt x="3893796" y="2975639"/>
                    <a:pt x="3889600" y="2974599"/>
                  </a:cubicBezTo>
                  <a:close/>
                  <a:moveTo>
                    <a:pt x="4349278" y="2951590"/>
                  </a:moveTo>
                  <a:cubicBezTo>
                    <a:pt x="4358116" y="2949485"/>
                    <a:pt x="4360782" y="2952571"/>
                    <a:pt x="4359518" y="2963375"/>
                  </a:cubicBezTo>
                  <a:lnTo>
                    <a:pt x="4358817" y="2963797"/>
                  </a:lnTo>
                  <a:cubicBezTo>
                    <a:pt x="4357976" y="2971794"/>
                    <a:pt x="4349560" y="2973899"/>
                    <a:pt x="4342825" y="2978950"/>
                  </a:cubicBezTo>
                  <a:cubicBezTo>
                    <a:pt x="4339460" y="2981615"/>
                    <a:pt x="4336794" y="2975301"/>
                    <a:pt x="4336794" y="2975301"/>
                  </a:cubicBezTo>
                  <a:cubicBezTo>
                    <a:pt x="4333428" y="2972355"/>
                    <a:pt x="4335391" y="2966042"/>
                    <a:pt x="4335251" y="2961271"/>
                  </a:cubicBezTo>
                  <a:cubicBezTo>
                    <a:pt x="4335251" y="2951590"/>
                    <a:pt x="4345912" y="2954957"/>
                    <a:pt x="4349278" y="2951590"/>
                  </a:cubicBezTo>
                  <a:close/>
                  <a:moveTo>
                    <a:pt x="4425026" y="2930964"/>
                  </a:moveTo>
                  <a:cubicBezTo>
                    <a:pt x="4426430" y="2932227"/>
                    <a:pt x="4426288" y="2940365"/>
                    <a:pt x="4426288" y="2943311"/>
                  </a:cubicBezTo>
                  <a:cubicBezTo>
                    <a:pt x="4424259" y="2949849"/>
                    <a:pt x="4420237" y="2955588"/>
                    <a:pt x="4414787" y="2959727"/>
                  </a:cubicBezTo>
                  <a:cubicBezTo>
                    <a:pt x="4409025" y="2960496"/>
                    <a:pt x="4403170" y="2960163"/>
                    <a:pt x="4397533" y="2958744"/>
                  </a:cubicBezTo>
                  <a:cubicBezTo>
                    <a:pt x="4392483" y="2956921"/>
                    <a:pt x="4392483" y="2948502"/>
                    <a:pt x="4392904" y="2943591"/>
                  </a:cubicBezTo>
                  <a:cubicBezTo>
                    <a:pt x="4393886" y="2934192"/>
                    <a:pt x="4413103" y="2934753"/>
                    <a:pt x="4425026" y="2930964"/>
                  </a:cubicBezTo>
                  <a:close/>
                  <a:moveTo>
                    <a:pt x="4883443" y="2927736"/>
                  </a:moveTo>
                  <a:cubicBezTo>
                    <a:pt x="4879874" y="2928453"/>
                    <a:pt x="4876269" y="2928969"/>
                    <a:pt x="4872642" y="2929280"/>
                  </a:cubicBezTo>
                  <a:cubicBezTo>
                    <a:pt x="4868418" y="2928919"/>
                    <a:pt x="4864167" y="2929445"/>
                    <a:pt x="4860158" y="2930823"/>
                  </a:cubicBezTo>
                  <a:cubicBezTo>
                    <a:pt x="4846188" y="2938707"/>
                    <a:pt x="4831362" y="2944968"/>
                    <a:pt x="4815971" y="2949484"/>
                  </a:cubicBezTo>
                  <a:cubicBezTo>
                    <a:pt x="4813867" y="2950185"/>
                    <a:pt x="4809799" y="2952009"/>
                    <a:pt x="4808677" y="2952290"/>
                  </a:cubicBezTo>
                  <a:cubicBezTo>
                    <a:pt x="4807555" y="2952570"/>
                    <a:pt x="4802786" y="2954114"/>
                    <a:pt x="4798437" y="2955096"/>
                  </a:cubicBezTo>
                  <a:cubicBezTo>
                    <a:pt x="4779002" y="2959492"/>
                    <a:pt x="4759331" y="2962771"/>
                    <a:pt x="4739522" y="2964917"/>
                  </a:cubicBezTo>
                  <a:cubicBezTo>
                    <a:pt x="4731421" y="2962450"/>
                    <a:pt x="4723175" y="2960482"/>
                    <a:pt x="4714834" y="2959025"/>
                  </a:cubicBezTo>
                  <a:cubicBezTo>
                    <a:pt x="4708101" y="2962392"/>
                    <a:pt x="4700806" y="2962953"/>
                    <a:pt x="4700806" y="2970671"/>
                  </a:cubicBezTo>
                  <a:cubicBezTo>
                    <a:pt x="4700806" y="2973617"/>
                    <a:pt x="4702348" y="2983297"/>
                    <a:pt x="4702208" y="2986243"/>
                  </a:cubicBezTo>
                  <a:cubicBezTo>
                    <a:pt x="4701952" y="2991763"/>
                    <a:pt x="4702909" y="2997271"/>
                    <a:pt x="4705014" y="3002379"/>
                  </a:cubicBezTo>
                  <a:cubicBezTo>
                    <a:pt x="4710383" y="3007972"/>
                    <a:pt x="4714161" y="3014898"/>
                    <a:pt x="4715956" y="3022443"/>
                  </a:cubicBezTo>
                  <a:cubicBezTo>
                    <a:pt x="4716797" y="3029879"/>
                    <a:pt x="4715956" y="3036474"/>
                    <a:pt x="4721567" y="3039140"/>
                  </a:cubicBezTo>
                  <a:cubicBezTo>
                    <a:pt x="4727695" y="3040344"/>
                    <a:pt x="4734035" y="3039908"/>
                    <a:pt x="4739942" y="3037876"/>
                  </a:cubicBezTo>
                  <a:cubicBezTo>
                    <a:pt x="4744556" y="3036785"/>
                    <a:pt x="4749245" y="3036034"/>
                    <a:pt x="4753969" y="3035631"/>
                  </a:cubicBezTo>
                  <a:cubicBezTo>
                    <a:pt x="4756635" y="3036614"/>
                    <a:pt x="4757056" y="3043209"/>
                    <a:pt x="4756916" y="3048681"/>
                  </a:cubicBezTo>
                  <a:cubicBezTo>
                    <a:pt x="4756890" y="3054327"/>
                    <a:pt x="4755894" y="3059928"/>
                    <a:pt x="4753969" y="3065237"/>
                  </a:cubicBezTo>
                  <a:cubicBezTo>
                    <a:pt x="4750323" y="3076181"/>
                    <a:pt x="4749061" y="3105084"/>
                    <a:pt x="4725074" y="3114625"/>
                  </a:cubicBezTo>
                  <a:cubicBezTo>
                    <a:pt x="4713852" y="3119114"/>
                    <a:pt x="4698561" y="3126832"/>
                    <a:pt x="4688181" y="3130059"/>
                  </a:cubicBezTo>
                  <a:cubicBezTo>
                    <a:pt x="4684814" y="3131040"/>
                    <a:pt x="4678503" y="3131321"/>
                    <a:pt x="4674154" y="3132724"/>
                  </a:cubicBezTo>
                  <a:cubicBezTo>
                    <a:pt x="4663213" y="3136652"/>
                    <a:pt x="4643293" y="3144791"/>
                    <a:pt x="4640488" y="3145492"/>
                  </a:cubicBezTo>
                  <a:cubicBezTo>
                    <a:pt x="4635158" y="3146754"/>
                    <a:pt x="4626460" y="3143387"/>
                    <a:pt x="4624216" y="3143948"/>
                  </a:cubicBezTo>
                  <a:cubicBezTo>
                    <a:pt x="4621972" y="3144510"/>
                    <a:pt x="4599949" y="3152648"/>
                    <a:pt x="4596161" y="3159243"/>
                  </a:cubicBezTo>
                  <a:cubicBezTo>
                    <a:pt x="4598099" y="3164728"/>
                    <a:pt x="4598628" y="3170615"/>
                    <a:pt x="4597705" y="3176360"/>
                  </a:cubicBezTo>
                  <a:cubicBezTo>
                    <a:pt x="4596862" y="3180998"/>
                    <a:pt x="4596862" y="3185752"/>
                    <a:pt x="4597705" y="3190390"/>
                  </a:cubicBezTo>
                  <a:cubicBezTo>
                    <a:pt x="4607664" y="3199791"/>
                    <a:pt x="4618044" y="3213682"/>
                    <a:pt x="4622954" y="3214243"/>
                  </a:cubicBezTo>
                  <a:cubicBezTo>
                    <a:pt x="4627864" y="3214804"/>
                    <a:pt x="4666859" y="3196704"/>
                    <a:pt x="4689163" y="3188988"/>
                  </a:cubicBezTo>
                  <a:cubicBezTo>
                    <a:pt x="4706706" y="3183331"/>
                    <a:pt x="4724816" y="3179615"/>
                    <a:pt x="4743169" y="3177903"/>
                  </a:cubicBezTo>
                  <a:cubicBezTo>
                    <a:pt x="4751726" y="3177903"/>
                    <a:pt x="4764071" y="3180008"/>
                    <a:pt x="4773608" y="3178604"/>
                  </a:cubicBezTo>
                  <a:lnTo>
                    <a:pt x="4800400" y="3174816"/>
                  </a:lnTo>
                  <a:cubicBezTo>
                    <a:pt x="4809552" y="3172449"/>
                    <a:pt x="4819045" y="3171690"/>
                    <a:pt x="4828455" y="3172571"/>
                  </a:cubicBezTo>
                  <a:cubicBezTo>
                    <a:pt x="4833926" y="3173274"/>
                    <a:pt x="4851040" y="3171870"/>
                    <a:pt x="4856510" y="3172571"/>
                  </a:cubicBezTo>
                  <a:cubicBezTo>
                    <a:pt x="4865068" y="3173553"/>
                    <a:pt x="4878954" y="3174957"/>
                    <a:pt x="4886669" y="3175097"/>
                  </a:cubicBezTo>
                  <a:cubicBezTo>
                    <a:pt x="4894385" y="3175237"/>
                    <a:pt x="4898732" y="3173553"/>
                    <a:pt x="4904904" y="3173553"/>
                  </a:cubicBezTo>
                  <a:cubicBezTo>
                    <a:pt x="4911076" y="3173553"/>
                    <a:pt x="4919774" y="3176499"/>
                    <a:pt x="4922719" y="3176641"/>
                  </a:cubicBezTo>
                  <a:cubicBezTo>
                    <a:pt x="4925665" y="3176781"/>
                    <a:pt x="4930154" y="3175938"/>
                    <a:pt x="4939131" y="3175658"/>
                  </a:cubicBezTo>
                  <a:cubicBezTo>
                    <a:pt x="4942498" y="3175658"/>
                    <a:pt x="4945303" y="3170607"/>
                    <a:pt x="4947548" y="3167100"/>
                  </a:cubicBezTo>
                  <a:cubicBezTo>
                    <a:pt x="4949665" y="3164127"/>
                    <a:pt x="4951101" y="3160728"/>
                    <a:pt x="4951757" y="3157138"/>
                  </a:cubicBezTo>
                  <a:cubicBezTo>
                    <a:pt x="4952067" y="3155012"/>
                    <a:pt x="4951673" y="3152844"/>
                    <a:pt x="4950633" y="3150964"/>
                  </a:cubicBezTo>
                  <a:cubicBezTo>
                    <a:pt x="4949559" y="3149826"/>
                    <a:pt x="4948957" y="3148320"/>
                    <a:pt x="4948950" y="3146754"/>
                  </a:cubicBezTo>
                  <a:lnTo>
                    <a:pt x="4951335" y="3146475"/>
                  </a:lnTo>
                  <a:cubicBezTo>
                    <a:pt x="4951384" y="3142584"/>
                    <a:pt x="4950864" y="3138709"/>
                    <a:pt x="4949792" y="3134969"/>
                  </a:cubicBezTo>
                  <a:cubicBezTo>
                    <a:pt x="4946286" y="3126130"/>
                    <a:pt x="4937729" y="3124305"/>
                    <a:pt x="4932959" y="3120938"/>
                  </a:cubicBezTo>
                  <a:cubicBezTo>
                    <a:pt x="4928856" y="3118211"/>
                    <a:pt x="4924541" y="3115818"/>
                    <a:pt x="4920055" y="3113783"/>
                  </a:cubicBezTo>
                  <a:cubicBezTo>
                    <a:pt x="4915776" y="3112215"/>
                    <a:pt x="4911362" y="3111041"/>
                    <a:pt x="4906869" y="3110275"/>
                  </a:cubicBezTo>
                  <a:cubicBezTo>
                    <a:pt x="4902813" y="3110236"/>
                    <a:pt x="4898765" y="3110661"/>
                    <a:pt x="4894806" y="3111539"/>
                  </a:cubicBezTo>
                  <a:cubicBezTo>
                    <a:pt x="4890457" y="3112520"/>
                    <a:pt x="4888071" y="3116448"/>
                    <a:pt x="4882181" y="3116448"/>
                  </a:cubicBezTo>
                  <a:cubicBezTo>
                    <a:pt x="4865994" y="3115893"/>
                    <a:pt x="4849789" y="3116267"/>
                    <a:pt x="4833645" y="3117571"/>
                  </a:cubicBezTo>
                  <a:cubicBezTo>
                    <a:pt x="4829859" y="3114345"/>
                    <a:pt x="4831962" y="3103540"/>
                    <a:pt x="4832243" y="3090632"/>
                  </a:cubicBezTo>
                  <a:cubicBezTo>
                    <a:pt x="4831900" y="3087070"/>
                    <a:pt x="4832530" y="3083482"/>
                    <a:pt x="4834066" y="3080250"/>
                  </a:cubicBezTo>
                  <a:cubicBezTo>
                    <a:pt x="4835777" y="3077257"/>
                    <a:pt x="4836696" y="3073876"/>
                    <a:pt x="4836732" y="3070428"/>
                  </a:cubicBezTo>
                  <a:cubicBezTo>
                    <a:pt x="4836938" y="3067057"/>
                    <a:pt x="4838160" y="3063828"/>
                    <a:pt x="4840238" y="3061168"/>
                  </a:cubicBezTo>
                  <a:cubicBezTo>
                    <a:pt x="4842469" y="3058193"/>
                    <a:pt x="4843960" y="3054731"/>
                    <a:pt x="4844587" y="3051066"/>
                  </a:cubicBezTo>
                  <a:cubicBezTo>
                    <a:pt x="4844587" y="3037035"/>
                    <a:pt x="4837293" y="3042366"/>
                    <a:pt x="4838275" y="3029178"/>
                  </a:cubicBezTo>
                  <a:cubicBezTo>
                    <a:pt x="4839256" y="3015989"/>
                    <a:pt x="4851179" y="3016550"/>
                    <a:pt x="4864505" y="3010798"/>
                  </a:cubicBezTo>
                  <a:cubicBezTo>
                    <a:pt x="4869452" y="3008772"/>
                    <a:pt x="4873938" y="3005766"/>
                    <a:pt x="4877692" y="3001958"/>
                  </a:cubicBezTo>
                  <a:cubicBezTo>
                    <a:pt x="4882463" y="2996247"/>
                    <a:pt x="4888270" y="2991487"/>
                    <a:pt x="4894805" y="2987927"/>
                  </a:cubicBezTo>
                  <a:cubicBezTo>
                    <a:pt x="4906729" y="2979509"/>
                    <a:pt x="4915565" y="2979790"/>
                    <a:pt x="4916547" y="2967723"/>
                  </a:cubicBezTo>
                  <a:cubicBezTo>
                    <a:pt x="4916547" y="2966039"/>
                    <a:pt x="4911919" y="2962252"/>
                    <a:pt x="4911076" y="2959165"/>
                  </a:cubicBezTo>
                  <a:cubicBezTo>
                    <a:pt x="4910465" y="2954642"/>
                    <a:pt x="4909040" y="2950269"/>
                    <a:pt x="4906869" y="2946256"/>
                  </a:cubicBezTo>
                  <a:cubicBezTo>
                    <a:pt x="4903081" y="2940925"/>
                    <a:pt x="4897751" y="2938399"/>
                    <a:pt x="4892841" y="2933208"/>
                  </a:cubicBezTo>
                  <a:cubicBezTo>
                    <a:pt x="4890429" y="2930359"/>
                    <a:pt x="4887110" y="2928428"/>
                    <a:pt x="4883443" y="2927736"/>
                  </a:cubicBezTo>
                  <a:close/>
                  <a:moveTo>
                    <a:pt x="4262869" y="2911460"/>
                  </a:moveTo>
                  <a:cubicBezTo>
                    <a:pt x="4258520" y="2913846"/>
                    <a:pt x="4254031" y="2913565"/>
                    <a:pt x="4243090" y="2912864"/>
                  </a:cubicBezTo>
                  <a:cubicBezTo>
                    <a:pt x="4221629" y="2911741"/>
                    <a:pt x="4196238" y="2936857"/>
                    <a:pt x="4173795" y="2945976"/>
                  </a:cubicBezTo>
                  <a:cubicBezTo>
                    <a:pt x="4168502" y="2946875"/>
                    <a:pt x="4163162" y="2947485"/>
                    <a:pt x="4157803" y="2947800"/>
                  </a:cubicBezTo>
                  <a:cubicBezTo>
                    <a:pt x="4153035" y="2949062"/>
                    <a:pt x="4147845" y="2950185"/>
                    <a:pt x="4145599" y="2954956"/>
                  </a:cubicBezTo>
                  <a:cubicBezTo>
                    <a:pt x="4143356" y="2959726"/>
                    <a:pt x="4143356" y="2962252"/>
                    <a:pt x="4139848" y="2963794"/>
                  </a:cubicBezTo>
                  <a:cubicBezTo>
                    <a:pt x="4136342" y="2965338"/>
                    <a:pt x="4132273" y="2967022"/>
                    <a:pt x="4132273" y="2968565"/>
                  </a:cubicBezTo>
                  <a:cubicBezTo>
                    <a:pt x="4132273" y="2970109"/>
                    <a:pt x="4132273" y="2983437"/>
                    <a:pt x="4136202" y="2984981"/>
                  </a:cubicBezTo>
                  <a:cubicBezTo>
                    <a:pt x="4140128" y="2986525"/>
                    <a:pt x="4141673" y="2984981"/>
                    <a:pt x="4143496" y="2989892"/>
                  </a:cubicBezTo>
                  <a:cubicBezTo>
                    <a:pt x="4145319" y="2994803"/>
                    <a:pt x="4148546" y="2999293"/>
                    <a:pt x="4152332" y="2999573"/>
                  </a:cubicBezTo>
                  <a:cubicBezTo>
                    <a:pt x="4157197" y="3000681"/>
                    <a:pt x="4161908" y="3002376"/>
                    <a:pt x="4166360" y="3004624"/>
                  </a:cubicBezTo>
                  <a:cubicBezTo>
                    <a:pt x="4170990" y="3006448"/>
                    <a:pt x="4180387" y="3007712"/>
                    <a:pt x="4178143" y="3015569"/>
                  </a:cubicBezTo>
                  <a:cubicBezTo>
                    <a:pt x="4177854" y="3023338"/>
                    <a:pt x="4176726" y="3031052"/>
                    <a:pt x="4174778" y="3038579"/>
                  </a:cubicBezTo>
                  <a:cubicBezTo>
                    <a:pt x="4171130" y="3044050"/>
                    <a:pt x="4166360" y="3050505"/>
                    <a:pt x="4159627" y="3051066"/>
                  </a:cubicBezTo>
                  <a:cubicBezTo>
                    <a:pt x="4156821" y="3051066"/>
                    <a:pt x="4151631" y="3049944"/>
                    <a:pt x="4148826" y="3051066"/>
                  </a:cubicBezTo>
                  <a:cubicBezTo>
                    <a:pt x="4139979" y="3051704"/>
                    <a:pt x="4133028" y="3058897"/>
                    <a:pt x="4132694" y="3067763"/>
                  </a:cubicBezTo>
                  <a:cubicBezTo>
                    <a:pt x="4132695" y="3073515"/>
                    <a:pt x="4142794" y="3085161"/>
                    <a:pt x="4142794" y="3085301"/>
                  </a:cubicBezTo>
                  <a:cubicBezTo>
                    <a:pt x="4143851" y="3088355"/>
                    <a:pt x="4145577" y="3091136"/>
                    <a:pt x="4147843" y="3093440"/>
                  </a:cubicBezTo>
                  <a:cubicBezTo>
                    <a:pt x="4150194" y="3096056"/>
                    <a:pt x="4151665" y="3099344"/>
                    <a:pt x="4152051" y="3102839"/>
                  </a:cubicBezTo>
                  <a:cubicBezTo>
                    <a:pt x="4152052" y="3106348"/>
                    <a:pt x="4149668" y="3109855"/>
                    <a:pt x="4149387" y="3114625"/>
                  </a:cubicBezTo>
                  <a:cubicBezTo>
                    <a:pt x="4149025" y="3117763"/>
                    <a:pt x="4148221" y="3120833"/>
                    <a:pt x="4147003" y="3123745"/>
                  </a:cubicBezTo>
                  <a:cubicBezTo>
                    <a:pt x="4144958" y="3127710"/>
                    <a:pt x="4141785" y="3130982"/>
                    <a:pt x="4137885" y="3133146"/>
                  </a:cubicBezTo>
                  <a:cubicBezTo>
                    <a:pt x="4133810" y="3136518"/>
                    <a:pt x="4129548" y="3139657"/>
                    <a:pt x="4125120" y="3142547"/>
                  </a:cubicBezTo>
                  <a:cubicBezTo>
                    <a:pt x="4115061" y="3146347"/>
                    <a:pt x="4107000" y="3154106"/>
                    <a:pt x="4102816" y="3164013"/>
                  </a:cubicBezTo>
                  <a:cubicBezTo>
                    <a:pt x="4102474" y="3171785"/>
                    <a:pt x="4103814" y="3179538"/>
                    <a:pt x="4106743" y="3186744"/>
                  </a:cubicBezTo>
                  <a:cubicBezTo>
                    <a:pt x="4108823" y="3191421"/>
                    <a:pt x="4111776" y="3195659"/>
                    <a:pt x="4115441" y="3199231"/>
                  </a:cubicBezTo>
                  <a:cubicBezTo>
                    <a:pt x="4118948" y="3203300"/>
                    <a:pt x="4116703" y="3210034"/>
                    <a:pt x="4121473" y="3211578"/>
                  </a:cubicBezTo>
                  <a:cubicBezTo>
                    <a:pt x="4126238" y="3212541"/>
                    <a:pt x="4130928" y="3213855"/>
                    <a:pt x="4135501" y="3215507"/>
                  </a:cubicBezTo>
                  <a:cubicBezTo>
                    <a:pt x="4138586" y="3217752"/>
                    <a:pt x="4145459" y="3215507"/>
                    <a:pt x="4145459" y="3215507"/>
                  </a:cubicBezTo>
                  <a:cubicBezTo>
                    <a:pt x="4151212" y="3213122"/>
                    <a:pt x="4160609" y="3198810"/>
                    <a:pt x="4170569" y="3193057"/>
                  </a:cubicBezTo>
                  <a:cubicBezTo>
                    <a:pt x="4182632" y="3186183"/>
                    <a:pt x="4208022" y="3176360"/>
                    <a:pt x="4222050" y="3167381"/>
                  </a:cubicBezTo>
                  <a:cubicBezTo>
                    <a:pt x="4236077" y="3158401"/>
                    <a:pt x="4251507" y="3147318"/>
                    <a:pt x="4253611" y="3129499"/>
                  </a:cubicBezTo>
                  <a:cubicBezTo>
                    <a:pt x="4253412" y="3125274"/>
                    <a:pt x="4252262" y="3121149"/>
                    <a:pt x="4250245" y="3117431"/>
                  </a:cubicBezTo>
                  <a:cubicBezTo>
                    <a:pt x="4247345" y="3113900"/>
                    <a:pt x="4243426" y="3111352"/>
                    <a:pt x="4239023" y="3110135"/>
                  </a:cubicBezTo>
                  <a:lnTo>
                    <a:pt x="4239444" y="3109294"/>
                  </a:lnTo>
                  <a:cubicBezTo>
                    <a:pt x="4236497" y="3109294"/>
                    <a:pt x="4229764" y="3109294"/>
                    <a:pt x="4227100" y="3109294"/>
                  </a:cubicBezTo>
                  <a:cubicBezTo>
                    <a:pt x="4225178" y="3105329"/>
                    <a:pt x="4224634" y="3100835"/>
                    <a:pt x="4225556" y="3096526"/>
                  </a:cubicBezTo>
                  <a:cubicBezTo>
                    <a:pt x="4233896" y="3083853"/>
                    <a:pt x="4244968" y="3073209"/>
                    <a:pt x="4257960" y="3065377"/>
                  </a:cubicBezTo>
                  <a:cubicBezTo>
                    <a:pt x="4260203" y="3063975"/>
                    <a:pt x="4260203" y="3061590"/>
                    <a:pt x="4260344" y="3058784"/>
                  </a:cubicBezTo>
                  <a:cubicBezTo>
                    <a:pt x="4260344" y="3053872"/>
                    <a:pt x="4258661" y="3052329"/>
                    <a:pt x="4253471" y="3042366"/>
                  </a:cubicBezTo>
                  <a:cubicBezTo>
                    <a:pt x="4250666" y="3037175"/>
                    <a:pt x="4252209" y="3032406"/>
                    <a:pt x="4249823" y="3032124"/>
                  </a:cubicBezTo>
                  <a:cubicBezTo>
                    <a:pt x="4247439" y="3031844"/>
                    <a:pt x="4242810" y="3036194"/>
                    <a:pt x="4238601" y="3032124"/>
                  </a:cubicBezTo>
                  <a:cubicBezTo>
                    <a:pt x="4234394" y="3028056"/>
                    <a:pt x="4237339" y="3020478"/>
                    <a:pt x="4237339" y="3018094"/>
                  </a:cubicBezTo>
                  <a:cubicBezTo>
                    <a:pt x="4235713" y="3011016"/>
                    <a:pt x="4236351" y="3003603"/>
                    <a:pt x="4239164" y="2996907"/>
                  </a:cubicBezTo>
                  <a:cubicBezTo>
                    <a:pt x="4244483" y="2990169"/>
                    <a:pt x="4250246" y="2983794"/>
                    <a:pt x="4256417" y="2977825"/>
                  </a:cubicBezTo>
                  <a:cubicBezTo>
                    <a:pt x="4262449" y="2972354"/>
                    <a:pt x="4266938" y="2968705"/>
                    <a:pt x="4266796" y="2963794"/>
                  </a:cubicBezTo>
                  <a:cubicBezTo>
                    <a:pt x="4266796" y="2952851"/>
                    <a:pt x="4272127" y="2948361"/>
                    <a:pt x="4272547" y="2944712"/>
                  </a:cubicBezTo>
                  <a:cubicBezTo>
                    <a:pt x="4272970" y="2941065"/>
                    <a:pt x="4276756" y="2930682"/>
                    <a:pt x="4275494" y="2928017"/>
                  </a:cubicBezTo>
                  <a:cubicBezTo>
                    <a:pt x="4273250" y="2922545"/>
                    <a:pt x="4269743" y="2907391"/>
                    <a:pt x="4262869" y="2911460"/>
                  </a:cubicBezTo>
                  <a:close/>
                  <a:moveTo>
                    <a:pt x="5242686" y="2910740"/>
                  </a:moveTo>
                  <a:cubicBezTo>
                    <a:pt x="5238407" y="2910933"/>
                    <a:pt x="5233638" y="2911319"/>
                    <a:pt x="5231043" y="2910898"/>
                  </a:cubicBezTo>
                  <a:cubicBezTo>
                    <a:pt x="5225853" y="2910055"/>
                    <a:pt x="5225011" y="2914546"/>
                    <a:pt x="5220102" y="2914406"/>
                  </a:cubicBezTo>
                  <a:cubicBezTo>
                    <a:pt x="5215192" y="2914266"/>
                    <a:pt x="5215332" y="2910756"/>
                    <a:pt x="5206075" y="2913283"/>
                  </a:cubicBezTo>
                  <a:cubicBezTo>
                    <a:pt x="5203128" y="2914124"/>
                    <a:pt x="5200323" y="2914685"/>
                    <a:pt x="5200464" y="2919737"/>
                  </a:cubicBezTo>
                  <a:cubicBezTo>
                    <a:pt x="5201882" y="2925661"/>
                    <a:pt x="5202215" y="2931793"/>
                    <a:pt x="5201445" y="2937837"/>
                  </a:cubicBezTo>
                  <a:cubicBezTo>
                    <a:pt x="5201521" y="2944924"/>
                    <a:pt x="5200719" y="2951992"/>
                    <a:pt x="5199060" y="2958883"/>
                  </a:cubicBezTo>
                  <a:cubicBezTo>
                    <a:pt x="5194162" y="2969263"/>
                    <a:pt x="5191806" y="2980663"/>
                    <a:pt x="5192187" y="2992135"/>
                  </a:cubicBezTo>
                  <a:cubicBezTo>
                    <a:pt x="5181198" y="2998875"/>
                    <a:pt x="5168916" y="3003225"/>
                    <a:pt x="5156137" y="3004904"/>
                  </a:cubicBezTo>
                  <a:cubicBezTo>
                    <a:pt x="5148702" y="3004904"/>
                    <a:pt x="5138322" y="3003360"/>
                    <a:pt x="5134253" y="3004904"/>
                  </a:cubicBezTo>
                  <a:cubicBezTo>
                    <a:pt x="5130185" y="3006448"/>
                    <a:pt x="5127661" y="3009254"/>
                    <a:pt x="5125277" y="3010797"/>
                  </a:cubicBezTo>
                  <a:cubicBezTo>
                    <a:pt x="5122891" y="3012340"/>
                    <a:pt x="5117561" y="3012621"/>
                    <a:pt x="5114616" y="3014866"/>
                  </a:cubicBezTo>
                  <a:cubicBezTo>
                    <a:pt x="5111669" y="3017111"/>
                    <a:pt x="5109846" y="3020900"/>
                    <a:pt x="5106198" y="3023564"/>
                  </a:cubicBezTo>
                  <a:cubicBezTo>
                    <a:pt x="5102067" y="3026952"/>
                    <a:pt x="5100218" y="3032392"/>
                    <a:pt x="5101428" y="3037595"/>
                  </a:cubicBezTo>
                  <a:cubicBezTo>
                    <a:pt x="5102696" y="3047761"/>
                    <a:pt x="5109591" y="3056340"/>
                    <a:pt x="5119243" y="3059765"/>
                  </a:cubicBezTo>
                  <a:cubicBezTo>
                    <a:pt x="5126398" y="3060747"/>
                    <a:pt x="5129203" y="3065237"/>
                    <a:pt x="5134534" y="3066921"/>
                  </a:cubicBezTo>
                  <a:cubicBezTo>
                    <a:pt x="5137760" y="3068043"/>
                    <a:pt x="5141269" y="3068043"/>
                    <a:pt x="5144494" y="3066921"/>
                  </a:cubicBezTo>
                  <a:cubicBezTo>
                    <a:pt x="5147861" y="3066921"/>
                    <a:pt x="5151928" y="3064254"/>
                    <a:pt x="5154874" y="3064114"/>
                  </a:cubicBezTo>
                  <a:cubicBezTo>
                    <a:pt x="5157821" y="3063973"/>
                    <a:pt x="5159644" y="3064114"/>
                    <a:pt x="5162589" y="3064114"/>
                  </a:cubicBezTo>
                  <a:cubicBezTo>
                    <a:pt x="5165535" y="3064114"/>
                    <a:pt x="5172268" y="3061870"/>
                    <a:pt x="5172689" y="3064114"/>
                  </a:cubicBezTo>
                  <a:cubicBezTo>
                    <a:pt x="5172399" y="3069036"/>
                    <a:pt x="5171010" y="3073831"/>
                    <a:pt x="5168621" y="3078145"/>
                  </a:cubicBezTo>
                  <a:cubicBezTo>
                    <a:pt x="5164848" y="3090908"/>
                    <a:pt x="5158175" y="3102624"/>
                    <a:pt x="5149123" y="3112380"/>
                  </a:cubicBezTo>
                  <a:cubicBezTo>
                    <a:pt x="5133291" y="3129528"/>
                    <a:pt x="5116428" y="3145693"/>
                    <a:pt x="5098626" y="3160786"/>
                  </a:cubicBezTo>
                  <a:cubicBezTo>
                    <a:pt x="5096801" y="3161909"/>
                    <a:pt x="5092312" y="3162610"/>
                    <a:pt x="5091050" y="3164154"/>
                  </a:cubicBezTo>
                  <a:cubicBezTo>
                    <a:pt x="5087723" y="3167170"/>
                    <a:pt x="5084105" y="3169850"/>
                    <a:pt x="5080248" y="3172151"/>
                  </a:cubicBezTo>
                  <a:cubicBezTo>
                    <a:pt x="5075702" y="3176284"/>
                    <a:pt x="5070354" y="3179436"/>
                    <a:pt x="5064537" y="3181412"/>
                  </a:cubicBezTo>
                  <a:cubicBezTo>
                    <a:pt x="5057242" y="3183797"/>
                    <a:pt x="5055419" y="3187304"/>
                    <a:pt x="5057664" y="3189409"/>
                  </a:cubicBezTo>
                  <a:cubicBezTo>
                    <a:pt x="5061103" y="3190938"/>
                    <a:pt x="5064670" y="3192159"/>
                    <a:pt x="5068325" y="3193056"/>
                  </a:cubicBezTo>
                  <a:cubicBezTo>
                    <a:pt x="5072113" y="3194740"/>
                    <a:pt x="5072113" y="3203861"/>
                    <a:pt x="5074637" y="3205685"/>
                  </a:cubicBezTo>
                  <a:cubicBezTo>
                    <a:pt x="5077162" y="3207508"/>
                    <a:pt x="5079547" y="3212280"/>
                    <a:pt x="5082913" y="3212841"/>
                  </a:cubicBezTo>
                  <a:cubicBezTo>
                    <a:pt x="5087087" y="3212878"/>
                    <a:pt x="5091230" y="3212116"/>
                    <a:pt x="5095118" y="3210596"/>
                  </a:cubicBezTo>
                  <a:cubicBezTo>
                    <a:pt x="5100028" y="3208209"/>
                    <a:pt x="5111108" y="3208771"/>
                    <a:pt x="5117422" y="3204842"/>
                  </a:cubicBezTo>
                  <a:cubicBezTo>
                    <a:pt x="5123734" y="3200913"/>
                    <a:pt x="5136218" y="3195301"/>
                    <a:pt x="5141689" y="3191654"/>
                  </a:cubicBezTo>
                  <a:cubicBezTo>
                    <a:pt x="5153681" y="3187009"/>
                    <a:pt x="5164748" y="3180261"/>
                    <a:pt x="5174372" y="3171729"/>
                  </a:cubicBezTo>
                  <a:cubicBezTo>
                    <a:pt x="5187559" y="3157699"/>
                    <a:pt x="5195414" y="3152228"/>
                    <a:pt x="5206215" y="3140582"/>
                  </a:cubicBezTo>
                  <a:cubicBezTo>
                    <a:pt x="5217016" y="3128936"/>
                    <a:pt x="5226554" y="3106207"/>
                    <a:pt x="5228237" y="3107188"/>
                  </a:cubicBezTo>
                  <a:cubicBezTo>
                    <a:pt x="5233008" y="3110135"/>
                    <a:pt x="5245771" y="3124727"/>
                    <a:pt x="5260080" y="3135249"/>
                  </a:cubicBezTo>
                  <a:cubicBezTo>
                    <a:pt x="5265142" y="3140181"/>
                    <a:pt x="5269829" y="3145480"/>
                    <a:pt x="5274108" y="3151105"/>
                  </a:cubicBezTo>
                  <a:cubicBezTo>
                    <a:pt x="5281134" y="3161240"/>
                    <a:pt x="5288770" y="3170940"/>
                    <a:pt x="5296973" y="3180148"/>
                  </a:cubicBezTo>
                  <a:cubicBezTo>
                    <a:pt x="5318714" y="3200072"/>
                    <a:pt x="5312683" y="3203720"/>
                    <a:pt x="5317172" y="3216208"/>
                  </a:cubicBezTo>
                  <a:cubicBezTo>
                    <a:pt x="5320042" y="3221010"/>
                    <a:pt x="5324851" y="3224336"/>
                    <a:pt x="5330357" y="3225328"/>
                  </a:cubicBezTo>
                  <a:cubicBezTo>
                    <a:pt x="5337372" y="3227151"/>
                    <a:pt x="5344385" y="3223223"/>
                    <a:pt x="5353642" y="3228555"/>
                  </a:cubicBezTo>
                  <a:cubicBezTo>
                    <a:pt x="5358393" y="3230366"/>
                    <a:pt x="5363428" y="3231316"/>
                    <a:pt x="5368512" y="3231361"/>
                  </a:cubicBezTo>
                  <a:cubicBezTo>
                    <a:pt x="5374165" y="3231671"/>
                    <a:pt x="5379831" y="3231671"/>
                    <a:pt x="5385485" y="3231361"/>
                  </a:cubicBezTo>
                  <a:cubicBezTo>
                    <a:pt x="5390929" y="3232036"/>
                    <a:pt x="5396412" y="3232365"/>
                    <a:pt x="5401896" y="3232342"/>
                  </a:cubicBezTo>
                  <a:cubicBezTo>
                    <a:pt x="5404001" y="3232342"/>
                    <a:pt x="5407088" y="3232342"/>
                    <a:pt x="5409192" y="3230800"/>
                  </a:cubicBezTo>
                  <a:cubicBezTo>
                    <a:pt x="5411295" y="3229256"/>
                    <a:pt x="5413539" y="3225046"/>
                    <a:pt x="5416486" y="3224767"/>
                  </a:cubicBezTo>
                  <a:cubicBezTo>
                    <a:pt x="5423487" y="3224414"/>
                    <a:pt x="5429989" y="3221035"/>
                    <a:pt x="5434301" y="3215505"/>
                  </a:cubicBezTo>
                  <a:cubicBezTo>
                    <a:pt x="5436966" y="3212280"/>
                    <a:pt x="5435564" y="3207087"/>
                    <a:pt x="5435843" y="3204001"/>
                  </a:cubicBezTo>
                  <a:cubicBezTo>
                    <a:pt x="5436123" y="3200913"/>
                    <a:pt x="5440613" y="3198529"/>
                    <a:pt x="5439210" y="3195862"/>
                  </a:cubicBezTo>
                  <a:lnTo>
                    <a:pt x="5440332" y="3194460"/>
                  </a:lnTo>
                  <a:cubicBezTo>
                    <a:pt x="5438649" y="3191373"/>
                    <a:pt x="5433038" y="3190953"/>
                    <a:pt x="5429671" y="3189549"/>
                  </a:cubicBezTo>
                  <a:cubicBezTo>
                    <a:pt x="5415644" y="3183937"/>
                    <a:pt x="5407789" y="3181130"/>
                    <a:pt x="5398671" y="3178044"/>
                  </a:cubicBezTo>
                  <a:cubicBezTo>
                    <a:pt x="5395165" y="3176781"/>
                    <a:pt x="5390255" y="3171590"/>
                    <a:pt x="5384644" y="3169205"/>
                  </a:cubicBezTo>
                  <a:cubicBezTo>
                    <a:pt x="5378410" y="3167562"/>
                    <a:pt x="5372385" y="3165207"/>
                    <a:pt x="5366689" y="3162189"/>
                  </a:cubicBezTo>
                  <a:cubicBezTo>
                    <a:pt x="5357028" y="3153976"/>
                    <a:pt x="5346544" y="3146782"/>
                    <a:pt x="5335407" y="3140722"/>
                  </a:cubicBezTo>
                  <a:cubicBezTo>
                    <a:pt x="5322923" y="3134408"/>
                    <a:pt x="5312402" y="3112660"/>
                    <a:pt x="5304968" y="3106347"/>
                  </a:cubicBezTo>
                  <a:cubicBezTo>
                    <a:pt x="5289295" y="3094343"/>
                    <a:pt x="5275409" y="3080169"/>
                    <a:pt x="5263727" y="3064254"/>
                  </a:cubicBezTo>
                  <a:cubicBezTo>
                    <a:pt x="5259911" y="3058561"/>
                    <a:pt x="5258831" y="3051462"/>
                    <a:pt x="5260781" y="3044891"/>
                  </a:cubicBezTo>
                  <a:cubicBezTo>
                    <a:pt x="5262899" y="3040466"/>
                    <a:pt x="5265691" y="3036395"/>
                    <a:pt x="5269058" y="3032825"/>
                  </a:cubicBezTo>
                  <a:cubicBezTo>
                    <a:pt x="5276953" y="3028621"/>
                    <a:pt x="5285340" y="3025417"/>
                    <a:pt x="5294027" y="3023284"/>
                  </a:cubicBezTo>
                  <a:cubicBezTo>
                    <a:pt x="5298656" y="3022302"/>
                    <a:pt x="5304126" y="3022022"/>
                    <a:pt x="5310298" y="3021180"/>
                  </a:cubicBezTo>
                  <a:cubicBezTo>
                    <a:pt x="5315303" y="3020041"/>
                    <a:pt x="5320057" y="3017996"/>
                    <a:pt x="5324325" y="3015146"/>
                  </a:cubicBezTo>
                  <a:cubicBezTo>
                    <a:pt x="5332794" y="3012652"/>
                    <a:pt x="5340940" y="3009167"/>
                    <a:pt x="5348594" y="3004764"/>
                  </a:cubicBezTo>
                  <a:cubicBezTo>
                    <a:pt x="5353502" y="3001536"/>
                    <a:pt x="5356449" y="2997047"/>
                    <a:pt x="5359113" y="2996907"/>
                  </a:cubicBezTo>
                  <a:cubicBezTo>
                    <a:pt x="5364023" y="2996907"/>
                    <a:pt x="5364303" y="2995083"/>
                    <a:pt x="5364163" y="2990593"/>
                  </a:cubicBezTo>
                  <a:cubicBezTo>
                    <a:pt x="5364163" y="2979648"/>
                    <a:pt x="5358973" y="2966740"/>
                    <a:pt x="5350978" y="2965478"/>
                  </a:cubicBezTo>
                  <a:cubicBezTo>
                    <a:pt x="5342981" y="2964215"/>
                    <a:pt x="5335126" y="2964776"/>
                    <a:pt x="5331901" y="2959304"/>
                  </a:cubicBezTo>
                  <a:cubicBezTo>
                    <a:pt x="5328674" y="2953832"/>
                    <a:pt x="5310018" y="2959304"/>
                    <a:pt x="5310018" y="2959304"/>
                  </a:cubicBezTo>
                  <a:cubicBezTo>
                    <a:pt x="5307071" y="2959304"/>
                    <a:pt x="5300760" y="2966039"/>
                    <a:pt x="5295990" y="2969406"/>
                  </a:cubicBezTo>
                  <a:cubicBezTo>
                    <a:pt x="5292094" y="2971265"/>
                    <a:pt x="5287999" y="2972676"/>
                    <a:pt x="5283786" y="2973615"/>
                  </a:cubicBezTo>
                  <a:cubicBezTo>
                    <a:pt x="5280280" y="2974879"/>
                    <a:pt x="5274669" y="2977685"/>
                    <a:pt x="5273407" y="2978246"/>
                  </a:cubicBezTo>
                  <a:cubicBezTo>
                    <a:pt x="5270934" y="2979790"/>
                    <a:pt x="5268040" y="2980526"/>
                    <a:pt x="5265130" y="2980350"/>
                  </a:cubicBezTo>
                  <a:cubicBezTo>
                    <a:pt x="5262604" y="2980350"/>
                    <a:pt x="5265130" y="2970247"/>
                    <a:pt x="5265130" y="2968284"/>
                  </a:cubicBezTo>
                  <a:cubicBezTo>
                    <a:pt x="5268357" y="2959304"/>
                    <a:pt x="5272143" y="2951868"/>
                    <a:pt x="5273686" y="2947658"/>
                  </a:cubicBezTo>
                  <a:cubicBezTo>
                    <a:pt x="5275230" y="2943450"/>
                    <a:pt x="5272143" y="2941485"/>
                    <a:pt x="5271442" y="2936574"/>
                  </a:cubicBezTo>
                  <a:cubicBezTo>
                    <a:pt x="5270741" y="2931664"/>
                    <a:pt x="5273125" y="2927875"/>
                    <a:pt x="5267654" y="2925069"/>
                  </a:cubicBezTo>
                  <a:cubicBezTo>
                    <a:pt x="5261064" y="2922278"/>
                    <a:pt x="5255416" y="2917651"/>
                    <a:pt x="5251382" y="2911739"/>
                  </a:cubicBezTo>
                  <a:cubicBezTo>
                    <a:pt x="5250751" y="2910547"/>
                    <a:pt x="5246964" y="2910547"/>
                    <a:pt x="5242686" y="2910740"/>
                  </a:cubicBezTo>
                  <a:close/>
                  <a:moveTo>
                    <a:pt x="3289367" y="2906409"/>
                  </a:moveTo>
                  <a:cubicBezTo>
                    <a:pt x="3286855" y="2906023"/>
                    <a:pt x="3284344" y="2907115"/>
                    <a:pt x="3282914" y="2909215"/>
                  </a:cubicBezTo>
                  <a:cubicBezTo>
                    <a:pt x="3279836" y="2912443"/>
                    <a:pt x="3276290" y="2915186"/>
                    <a:pt x="3272393" y="2917354"/>
                  </a:cubicBezTo>
                  <a:cubicBezTo>
                    <a:pt x="3271061" y="2919402"/>
                    <a:pt x="3271061" y="2922041"/>
                    <a:pt x="3272393" y="2924089"/>
                  </a:cubicBezTo>
                  <a:cubicBezTo>
                    <a:pt x="3278967" y="2930211"/>
                    <a:pt x="3282422" y="2938978"/>
                    <a:pt x="3281791" y="2947940"/>
                  </a:cubicBezTo>
                  <a:cubicBezTo>
                    <a:pt x="3281791" y="2961971"/>
                    <a:pt x="3276882" y="2968987"/>
                    <a:pt x="3276041" y="2984842"/>
                  </a:cubicBezTo>
                  <a:cubicBezTo>
                    <a:pt x="3276041" y="2993260"/>
                    <a:pt x="3270570" y="2996627"/>
                    <a:pt x="3266923" y="3001960"/>
                  </a:cubicBezTo>
                  <a:cubicBezTo>
                    <a:pt x="3261106" y="3005712"/>
                    <a:pt x="3254775" y="3008594"/>
                    <a:pt x="3248126" y="3010518"/>
                  </a:cubicBezTo>
                  <a:cubicBezTo>
                    <a:pt x="3243496" y="3011315"/>
                    <a:pt x="3238795" y="3011643"/>
                    <a:pt x="3234098" y="3011501"/>
                  </a:cubicBezTo>
                  <a:cubicBezTo>
                    <a:pt x="3227645" y="3011499"/>
                    <a:pt x="3221894" y="3016270"/>
                    <a:pt x="3215442" y="3017393"/>
                  </a:cubicBezTo>
                  <a:cubicBezTo>
                    <a:pt x="3208989" y="3018515"/>
                    <a:pt x="3201415" y="3021601"/>
                    <a:pt x="3201415" y="3030722"/>
                  </a:cubicBezTo>
                  <a:cubicBezTo>
                    <a:pt x="3201861" y="3038414"/>
                    <a:pt x="3201437" y="3046135"/>
                    <a:pt x="3200151" y="3053733"/>
                  </a:cubicBezTo>
                  <a:cubicBezTo>
                    <a:pt x="3200325" y="3057669"/>
                    <a:pt x="3201279" y="3061532"/>
                    <a:pt x="3202958" y="3065097"/>
                  </a:cubicBezTo>
                  <a:cubicBezTo>
                    <a:pt x="3203076" y="3070643"/>
                    <a:pt x="3204070" y="3076136"/>
                    <a:pt x="3205904" y="3081373"/>
                  </a:cubicBezTo>
                  <a:cubicBezTo>
                    <a:pt x="3207119" y="3084077"/>
                    <a:pt x="3209490" y="3086088"/>
                    <a:pt x="3212355" y="3086845"/>
                  </a:cubicBezTo>
                  <a:cubicBezTo>
                    <a:pt x="3214881" y="3088107"/>
                    <a:pt x="3219650" y="3086845"/>
                    <a:pt x="3222315" y="3085581"/>
                  </a:cubicBezTo>
                  <a:cubicBezTo>
                    <a:pt x="3226583" y="3083657"/>
                    <a:pt x="3230991" y="3082062"/>
                    <a:pt x="3235502" y="3080812"/>
                  </a:cubicBezTo>
                  <a:cubicBezTo>
                    <a:pt x="3240244" y="3080928"/>
                    <a:pt x="3244974" y="3080312"/>
                    <a:pt x="3249529" y="3078988"/>
                  </a:cubicBezTo>
                  <a:cubicBezTo>
                    <a:pt x="3249528" y="3078988"/>
                    <a:pt x="3255420" y="3080250"/>
                    <a:pt x="3256963" y="3083478"/>
                  </a:cubicBezTo>
                  <a:cubicBezTo>
                    <a:pt x="3257907" y="3094019"/>
                    <a:pt x="3258189" y="3104610"/>
                    <a:pt x="3257804" y="3115186"/>
                  </a:cubicBezTo>
                  <a:cubicBezTo>
                    <a:pt x="3257804" y="3122063"/>
                    <a:pt x="3248687" y="3126551"/>
                    <a:pt x="3243777" y="3129217"/>
                  </a:cubicBezTo>
                  <a:cubicBezTo>
                    <a:pt x="3234221" y="3135433"/>
                    <a:pt x="3224236" y="3140966"/>
                    <a:pt x="3213899" y="3145774"/>
                  </a:cubicBezTo>
                  <a:cubicBezTo>
                    <a:pt x="3207839" y="3147056"/>
                    <a:pt x="3202016" y="3149280"/>
                    <a:pt x="3196645" y="3152367"/>
                  </a:cubicBezTo>
                  <a:cubicBezTo>
                    <a:pt x="3191540" y="3155990"/>
                    <a:pt x="3186146" y="3159180"/>
                    <a:pt x="3180514" y="3161908"/>
                  </a:cubicBezTo>
                  <a:cubicBezTo>
                    <a:pt x="3177568" y="3163312"/>
                    <a:pt x="3173220" y="3161908"/>
                    <a:pt x="3170133" y="3162891"/>
                  </a:cubicBezTo>
                  <a:cubicBezTo>
                    <a:pt x="3166304" y="3164437"/>
                    <a:pt x="3163690" y="3168032"/>
                    <a:pt x="3163400" y="3172152"/>
                  </a:cubicBezTo>
                  <a:cubicBezTo>
                    <a:pt x="3163400" y="3174115"/>
                    <a:pt x="3166206" y="3180009"/>
                    <a:pt x="3167328" y="3184359"/>
                  </a:cubicBezTo>
                  <a:cubicBezTo>
                    <a:pt x="3168450" y="3188707"/>
                    <a:pt x="3167328" y="3195863"/>
                    <a:pt x="3170415" y="3198390"/>
                  </a:cubicBezTo>
                  <a:cubicBezTo>
                    <a:pt x="3174322" y="3200954"/>
                    <a:pt x="3178026" y="3203815"/>
                    <a:pt x="3181495" y="3206948"/>
                  </a:cubicBezTo>
                  <a:cubicBezTo>
                    <a:pt x="3186686" y="3212420"/>
                    <a:pt x="3193278" y="3224907"/>
                    <a:pt x="3198749" y="3222522"/>
                  </a:cubicBezTo>
                  <a:cubicBezTo>
                    <a:pt x="3208232" y="3216801"/>
                    <a:pt x="3217239" y="3210327"/>
                    <a:pt x="3225682" y="3203159"/>
                  </a:cubicBezTo>
                  <a:cubicBezTo>
                    <a:pt x="3231646" y="3201266"/>
                    <a:pt x="3237422" y="3198824"/>
                    <a:pt x="3242936" y="3195863"/>
                  </a:cubicBezTo>
                  <a:cubicBezTo>
                    <a:pt x="3251526" y="3189106"/>
                    <a:pt x="3260956" y="3183494"/>
                    <a:pt x="3270991" y="3179166"/>
                  </a:cubicBezTo>
                  <a:cubicBezTo>
                    <a:pt x="3278521" y="3176282"/>
                    <a:pt x="3285875" y="3172956"/>
                    <a:pt x="3293013" y="3169204"/>
                  </a:cubicBezTo>
                  <a:cubicBezTo>
                    <a:pt x="3298484" y="3165697"/>
                    <a:pt x="3304375" y="3152509"/>
                    <a:pt x="3313914" y="3149421"/>
                  </a:cubicBezTo>
                  <a:cubicBezTo>
                    <a:pt x="3322582" y="3146092"/>
                    <a:pt x="3330641" y="3141352"/>
                    <a:pt x="3337761" y="3135391"/>
                  </a:cubicBezTo>
                  <a:cubicBezTo>
                    <a:pt x="3341883" y="3132427"/>
                    <a:pt x="3344737" y="3128018"/>
                    <a:pt x="3345756" y="3123044"/>
                  </a:cubicBezTo>
                  <a:cubicBezTo>
                    <a:pt x="3347720" y="3112100"/>
                    <a:pt x="3351367" y="3104804"/>
                    <a:pt x="3352068" y="3100455"/>
                  </a:cubicBezTo>
                  <a:cubicBezTo>
                    <a:pt x="3352771" y="3096105"/>
                    <a:pt x="3350385" y="3094141"/>
                    <a:pt x="3349824" y="3089931"/>
                  </a:cubicBezTo>
                  <a:cubicBezTo>
                    <a:pt x="3349263" y="3085723"/>
                    <a:pt x="3349123" y="3085301"/>
                    <a:pt x="3348702" y="3083196"/>
                  </a:cubicBezTo>
                  <a:cubicBezTo>
                    <a:pt x="3348281" y="3081093"/>
                    <a:pt x="3344634" y="3079549"/>
                    <a:pt x="3344774" y="3071551"/>
                  </a:cubicBezTo>
                  <a:cubicBezTo>
                    <a:pt x="3344774" y="3066220"/>
                    <a:pt x="3345617" y="3057520"/>
                    <a:pt x="3346036" y="3054434"/>
                  </a:cubicBezTo>
                  <a:cubicBezTo>
                    <a:pt x="3347019" y="3046155"/>
                    <a:pt x="3348702" y="3040403"/>
                    <a:pt x="3348983" y="3034230"/>
                  </a:cubicBezTo>
                  <a:cubicBezTo>
                    <a:pt x="3350245" y="3015990"/>
                    <a:pt x="3350666" y="3009675"/>
                    <a:pt x="3350806" y="3001117"/>
                  </a:cubicBezTo>
                  <a:cubicBezTo>
                    <a:pt x="3351198" y="2994991"/>
                    <a:pt x="3351993" y="2988898"/>
                    <a:pt x="3353191" y="2982878"/>
                  </a:cubicBezTo>
                  <a:cubicBezTo>
                    <a:pt x="3356557" y="2974879"/>
                    <a:pt x="3360766" y="2968005"/>
                    <a:pt x="3361467" y="2965199"/>
                  </a:cubicBezTo>
                  <a:cubicBezTo>
                    <a:pt x="3362086" y="2959791"/>
                    <a:pt x="3362086" y="2954330"/>
                    <a:pt x="3361467" y="2948923"/>
                  </a:cubicBezTo>
                  <a:cubicBezTo>
                    <a:pt x="3361467" y="2944994"/>
                    <a:pt x="3363011" y="2943311"/>
                    <a:pt x="3362308" y="2938260"/>
                  </a:cubicBezTo>
                  <a:lnTo>
                    <a:pt x="3364133" y="2937558"/>
                  </a:lnTo>
                  <a:cubicBezTo>
                    <a:pt x="3362086" y="2931391"/>
                    <a:pt x="3358516" y="2925840"/>
                    <a:pt x="3353752" y="2921423"/>
                  </a:cubicBezTo>
                  <a:cubicBezTo>
                    <a:pt x="3351649" y="2919038"/>
                    <a:pt x="3345756" y="2917775"/>
                    <a:pt x="3344073" y="2916793"/>
                  </a:cubicBezTo>
                  <a:cubicBezTo>
                    <a:pt x="3340637" y="2915170"/>
                    <a:pt x="3336925" y="2914218"/>
                    <a:pt x="3333133" y="2913987"/>
                  </a:cubicBezTo>
                  <a:cubicBezTo>
                    <a:pt x="3330326" y="2913987"/>
                    <a:pt x="3319105" y="2913987"/>
                    <a:pt x="3316298" y="2913987"/>
                  </a:cubicBezTo>
                  <a:cubicBezTo>
                    <a:pt x="3310968" y="2913004"/>
                    <a:pt x="3304375" y="2913144"/>
                    <a:pt x="3299747" y="2912162"/>
                  </a:cubicBezTo>
                  <a:cubicBezTo>
                    <a:pt x="3295118" y="2911181"/>
                    <a:pt x="3292031" y="2906690"/>
                    <a:pt x="3289367" y="2906409"/>
                  </a:cubicBezTo>
                  <a:close/>
                  <a:moveTo>
                    <a:pt x="3488557" y="2887748"/>
                  </a:moveTo>
                  <a:cubicBezTo>
                    <a:pt x="3483817" y="2888267"/>
                    <a:pt x="3479127" y="2889158"/>
                    <a:pt x="3474529" y="2890415"/>
                  </a:cubicBezTo>
                  <a:cubicBezTo>
                    <a:pt x="3470838" y="2889435"/>
                    <a:pt x="3467090" y="2888685"/>
                    <a:pt x="3463307" y="2888170"/>
                  </a:cubicBezTo>
                  <a:cubicBezTo>
                    <a:pt x="3460502" y="2888170"/>
                    <a:pt x="3454891" y="2890976"/>
                    <a:pt x="3450821" y="2890836"/>
                  </a:cubicBezTo>
                  <a:cubicBezTo>
                    <a:pt x="3446754" y="2890694"/>
                    <a:pt x="3439320" y="2887748"/>
                    <a:pt x="3436794" y="2887888"/>
                  </a:cubicBezTo>
                  <a:cubicBezTo>
                    <a:pt x="3431183" y="2887888"/>
                    <a:pt x="3427676" y="2889011"/>
                    <a:pt x="3425713" y="2895746"/>
                  </a:cubicBezTo>
                  <a:cubicBezTo>
                    <a:pt x="3424775" y="2902108"/>
                    <a:pt x="3424540" y="2908554"/>
                    <a:pt x="3425012" y="2914968"/>
                  </a:cubicBezTo>
                  <a:cubicBezTo>
                    <a:pt x="3423597" y="2924441"/>
                    <a:pt x="3421584" y="2933814"/>
                    <a:pt x="3418980" y="2943029"/>
                  </a:cubicBezTo>
                  <a:cubicBezTo>
                    <a:pt x="3416752" y="2948696"/>
                    <a:pt x="3415335" y="2954647"/>
                    <a:pt x="3414773" y="2960708"/>
                  </a:cubicBezTo>
                  <a:cubicBezTo>
                    <a:pt x="3414771" y="2963655"/>
                    <a:pt x="3414771" y="2978386"/>
                    <a:pt x="3413088" y="2989752"/>
                  </a:cubicBezTo>
                  <a:cubicBezTo>
                    <a:pt x="3413088" y="2991997"/>
                    <a:pt x="3410142" y="3000977"/>
                    <a:pt x="3409160" y="3008413"/>
                  </a:cubicBezTo>
                  <a:cubicBezTo>
                    <a:pt x="3408178" y="3015849"/>
                    <a:pt x="3405794" y="3015709"/>
                    <a:pt x="3404953" y="3026652"/>
                  </a:cubicBezTo>
                  <a:cubicBezTo>
                    <a:pt x="3404953" y="3028757"/>
                    <a:pt x="3400322" y="3035492"/>
                    <a:pt x="3400043" y="3037737"/>
                  </a:cubicBezTo>
                  <a:cubicBezTo>
                    <a:pt x="3397377" y="3059906"/>
                    <a:pt x="3394010" y="3061729"/>
                    <a:pt x="3394150" y="3073235"/>
                  </a:cubicBezTo>
                  <a:cubicBezTo>
                    <a:pt x="3393897" y="3080645"/>
                    <a:pt x="3394653" y="3088056"/>
                    <a:pt x="3396396" y="3095263"/>
                  </a:cubicBezTo>
                  <a:cubicBezTo>
                    <a:pt x="3397594" y="3099844"/>
                    <a:pt x="3398205" y="3104558"/>
                    <a:pt x="3398219" y="3109294"/>
                  </a:cubicBezTo>
                  <a:lnTo>
                    <a:pt x="3399200" y="3124166"/>
                  </a:lnTo>
                  <a:cubicBezTo>
                    <a:pt x="3399200" y="3126972"/>
                    <a:pt x="3403549" y="3144090"/>
                    <a:pt x="3404110" y="3147877"/>
                  </a:cubicBezTo>
                  <a:cubicBezTo>
                    <a:pt x="3404023" y="3154547"/>
                    <a:pt x="3404493" y="3161211"/>
                    <a:pt x="3405514" y="3167801"/>
                  </a:cubicBezTo>
                  <a:cubicBezTo>
                    <a:pt x="3408225" y="3173991"/>
                    <a:pt x="3411815" y="3179757"/>
                    <a:pt x="3416175" y="3184918"/>
                  </a:cubicBezTo>
                  <a:cubicBezTo>
                    <a:pt x="3419655" y="3187612"/>
                    <a:pt x="3423537" y="3189742"/>
                    <a:pt x="3427676" y="3191233"/>
                  </a:cubicBezTo>
                  <a:cubicBezTo>
                    <a:pt x="3432586" y="3192775"/>
                    <a:pt x="3443669" y="3191233"/>
                    <a:pt x="3450402" y="3192495"/>
                  </a:cubicBezTo>
                  <a:cubicBezTo>
                    <a:pt x="3457135" y="3193758"/>
                    <a:pt x="3463166" y="3196985"/>
                    <a:pt x="3465971" y="3196985"/>
                  </a:cubicBezTo>
                  <a:cubicBezTo>
                    <a:pt x="3465971" y="3196985"/>
                    <a:pt x="3479298" y="3196985"/>
                    <a:pt x="3484348" y="3196985"/>
                  </a:cubicBezTo>
                  <a:cubicBezTo>
                    <a:pt x="3490626" y="3196389"/>
                    <a:pt x="3496960" y="3197009"/>
                    <a:pt x="3503004" y="3198809"/>
                  </a:cubicBezTo>
                  <a:cubicBezTo>
                    <a:pt x="3505669" y="3199931"/>
                    <a:pt x="3510859" y="3204000"/>
                    <a:pt x="3515068" y="3204000"/>
                  </a:cubicBezTo>
                  <a:cubicBezTo>
                    <a:pt x="3521010" y="3203652"/>
                    <a:pt x="3526848" y="3202275"/>
                    <a:pt x="3532322" y="3199931"/>
                  </a:cubicBezTo>
                  <a:cubicBezTo>
                    <a:pt x="3537372" y="3197968"/>
                    <a:pt x="3546348" y="3199931"/>
                    <a:pt x="3549856" y="3197267"/>
                  </a:cubicBezTo>
                  <a:cubicBezTo>
                    <a:pt x="3553363" y="3194600"/>
                    <a:pt x="3554625" y="3188146"/>
                    <a:pt x="3556590" y="3181972"/>
                  </a:cubicBezTo>
                  <a:cubicBezTo>
                    <a:pt x="3559731" y="3174365"/>
                    <a:pt x="3562448" y="3166591"/>
                    <a:pt x="3564725" y="3158682"/>
                  </a:cubicBezTo>
                  <a:cubicBezTo>
                    <a:pt x="3566412" y="3150486"/>
                    <a:pt x="3562762" y="3142115"/>
                    <a:pt x="3555607" y="3137775"/>
                  </a:cubicBezTo>
                  <a:lnTo>
                    <a:pt x="3554906" y="3137495"/>
                  </a:lnTo>
                  <a:cubicBezTo>
                    <a:pt x="3549591" y="3136152"/>
                    <a:pt x="3544111" y="3135585"/>
                    <a:pt x="3538634" y="3135811"/>
                  </a:cubicBezTo>
                  <a:cubicBezTo>
                    <a:pt x="3534916" y="3135241"/>
                    <a:pt x="3531369" y="3133851"/>
                    <a:pt x="3528253" y="3131743"/>
                  </a:cubicBezTo>
                  <a:cubicBezTo>
                    <a:pt x="3524675" y="3131384"/>
                    <a:pt x="3521147" y="3130631"/>
                    <a:pt x="3517734" y="3129498"/>
                  </a:cubicBezTo>
                  <a:cubicBezTo>
                    <a:pt x="3512868" y="3128280"/>
                    <a:pt x="3507880" y="3127620"/>
                    <a:pt x="3502864" y="3127533"/>
                  </a:cubicBezTo>
                  <a:cubicBezTo>
                    <a:pt x="3495094" y="3126891"/>
                    <a:pt x="3487773" y="3123627"/>
                    <a:pt x="3482103" y="3118274"/>
                  </a:cubicBezTo>
                  <a:cubicBezTo>
                    <a:pt x="3474809" y="3109855"/>
                    <a:pt x="3476913" y="3101856"/>
                    <a:pt x="3474529" y="3093438"/>
                  </a:cubicBezTo>
                  <a:cubicBezTo>
                    <a:pt x="3473249" y="3088878"/>
                    <a:pt x="3472915" y="3084103"/>
                    <a:pt x="3473547" y="3079407"/>
                  </a:cubicBezTo>
                  <a:cubicBezTo>
                    <a:pt x="3474718" y="3068887"/>
                    <a:pt x="3477909" y="3058692"/>
                    <a:pt x="3482946" y="3049382"/>
                  </a:cubicBezTo>
                  <a:cubicBezTo>
                    <a:pt x="3492804" y="3046841"/>
                    <a:pt x="3502055" y="3042358"/>
                    <a:pt x="3510158" y="3036193"/>
                  </a:cubicBezTo>
                  <a:cubicBezTo>
                    <a:pt x="3516049" y="3031423"/>
                    <a:pt x="3521801" y="3030581"/>
                    <a:pt x="3527272" y="3026652"/>
                  </a:cubicBezTo>
                  <a:cubicBezTo>
                    <a:pt x="3530713" y="3022996"/>
                    <a:pt x="3534866" y="3020084"/>
                    <a:pt x="3539475" y="3018094"/>
                  </a:cubicBezTo>
                  <a:cubicBezTo>
                    <a:pt x="3545647" y="3016270"/>
                    <a:pt x="3548594" y="3015569"/>
                    <a:pt x="3553503" y="3014446"/>
                  </a:cubicBezTo>
                  <a:cubicBezTo>
                    <a:pt x="3557338" y="3013736"/>
                    <a:pt x="3560181" y="3010484"/>
                    <a:pt x="3560376" y="3006589"/>
                  </a:cubicBezTo>
                  <a:cubicBezTo>
                    <a:pt x="3560445" y="3001439"/>
                    <a:pt x="3559640" y="2996315"/>
                    <a:pt x="3557992" y="2991436"/>
                  </a:cubicBezTo>
                  <a:cubicBezTo>
                    <a:pt x="3554345" y="2985121"/>
                    <a:pt x="3552101" y="2971512"/>
                    <a:pt x="3546630" y="2970249"/>
                  </a:cubicBezTo>
                  <a:cubicBezTo>
                    <a:pt x="3536811" y="2968004"/>
                    <a:pt x="3530639" y="2960990"/>
                    <a:pt x="3526290" y="2963093"/>
                  </a:cubicBezTo>
                  <a:cubicBezTo>
                    <a:pt x="3521941" y="2965198"/>
                    <a:pt x="3519978" y="2968847"/>
                    <a:pt x="3513665" y="2970249"/>
                  </a:cubicBezTo>
                  <a:cubicBezTo>
                    <a:pt x="3510298" y="2975722"/>
                    <a:pt x="3502443" y="2973617"/>
                    <a:pt x="3501041" y="2965899"/>
                  </a:cubicBezTo>
                  <a:cubicBezTo>
                    <a:pt x="3501453" y="2961121"/>
                    <a:pt x="3502443" y="2956410"/>
                    <a:pt x="3503986" y="2951869"/>
                  </a:cubicBezTo>
                  <a:cubicBezTo>
                    <a:pt x="3507914" y="2942468"/>
                    <a:pt x="3518715" y="2939101"/>
                    <a:pt x="3519276" y="2923807"/>
                  </a:cubicBezTo>
                  <a:cubicBezTo>
                    <a:pt x="3518878" y="2916648"/>
                    <a:pt x="3517067" y="2909638"/>
                    <a:pt x="3513946" y="2903181"/>
                  </a:cubicBezTo>
                  <a:cubicBezTo>
                    <a:pt x="3512542" y="2899955"/>
                    <a:pt x="3510018" y="2896167"/>
                    <a:pt x="3507353" y="2895746"/>
                  </a:cubicBezTo>
                  <a:cubicBezTo>
                    <a:pt x="3504397" y="2895676"/>
                    <a:pt x="3501487" y="2895008"/>
                    <a:pt x="3498796" y="2893782"/>
                  </a:cubicBezTo>
                  <a:cubicBezTo>
                    <a:pt x="3495851" y="2891677"/>
                    <a:pt x="3495008" y="2888028"/>
                    <a:pt x="3488557" y="2887748"/>
                  </a:cubicBezTo>
                  <a:close/>
                  <a:moveTo>
                    <a:pt x="4445365" y="2883820"/>
                  </a:moveTo>
                  <a:cubicBezTo>
                    <a:pt x="4440176" y="2883820"/>
                    <a:pt x="4397954" y="2898974"/>
                    <a:pt x="4382804" y="2904165"/>
                  </a:cubicBezTo>
                  <a:cubicBezTo>
                    <a:pt x="4377333" y="2905988"/>
                    <a:pt x="4368777" y="2904165"/>
                    <a:pt x="4361902" y="2906270"/>
                  </a:cubicBezTo>
                  <a:cubicBezTo>
                    <a:pt x="4351663" y="2909497"/>
                    <a:pt x="4344930" y="2913706"/>
                    <a:pt x="4335532" y="2917073"/>
                  </a:cubicBezTo>
                  <a:cubicBezTo>
                    <a:pt x="4332306" y="2918336"/>
                    <a:pt x="4321505" y="2921002"/>
                    <a:pt x="4320101" y="2921984"/>
                  </a:cubicBezTo>
                  <a:cubicBezTo>
                    <a:pt x="4316265" y="2923026"/>
                    <a:pt x="4312287" y="2923452"/>
                    <a:pt x="4308318" y="2923247"/>
                  </a:cubicBezTo>
                  <a:cubicBezTo>
                    <a:pt x="4301725" y="2923247"/>
                    <a:pt x="4301867" y="2915671"/>
                    <a:pt x="4295834" y="2915671"/>
                  </a:cubicBezTo>
                  <a:cubicBezTo>
                    <a:pt x="4289802" y="2915671"/>
                    <a:pt x="4285314" y="2926756"/>
                    <a:pt x="4286156" y="2935594"/>
                  </a:cubicBezTo>
                  <a:cubicBezTo>
                    <a:pt x="4285557" y="2942264"/>
                    <a:pt x="4284240" y="2948850"/>
                    <a:pt x="4282227" y="2955237"/>
                  </a:cubicBezTo>
                  <a:cubicBezTo>
                    <a:pt x="4281222" y="2958999"/>
                    <a:pt x="4280611" y="2962854"/>
                    <a:pt x="4280404" y="2966743"/>
                  </a:cubicBezTo>
                  <a:cubicBezTo>
                    <a:pt x="4280404" y="2973196"/>
                    <a:pt x="4285314" y="2978669"/>
                    <a:pt x="4284892" y="2981896"/>
                  </a:cubicBezTo>
                  <a:cubicBezTo>
                    <a:pt x="4284769" y="2993828"/>
                    <a:pt x="4285993" y="3005736"/>
                    <a:pt x="4288540" y="3017393"/>
                  </a:cubicBezTo>
                  <a:cubicBezTo>
                    <a:pt x="4289523" y="3023146"/>
                    <a:pt x="4280965" y="3030302"/>
                    <a:pt x="4280965" y="3039421"/>
                  </a:cubicBezTo>
                  <a:cubicBezTo>
                    <a:pt x="4281449" y="3044291"/>
                    <a:pt x="4282779" y="3049039"/>
                    <a:pt x="4284894" y="3053452"/>
                  </a:cubicBezTo>
                  <a:cubicBezTo>
                    <a:pt x="4286015" y="3055557"/>
                    <a:pt x="4292468" y="3058503"/>
                    <a:pt x="4291907" y="3066500"/>
                  </a:cubicBezTo>
                  <a:cubicBezTo>
                    <a:pt x="4292359" y="3069663"/>
                    <a:pt x="4293406" y="3072709"/>
                    <a:pt x="4294992" y="3075480"/>
                  </a:cubicBezTo>
                  <a:cubicBezTo>
                    <a:pt x="4295974" y="3078287"/>
                    <a:pt x="4294992" y="3080672"/>
                    <a:pt x="4298920" y="3081653"/>
                  </a:cubicBezTo>
                  <a:cubicBezTo>
                    <a:pt x="4301469" y="3082411"/>
                    <a:pt x="4304115" y="3082788"/>
                    <a:pt x="4306775" y="3082776"/>
                  </a:cubicBezTo>
                  <a:cubicBezTo>
                    <a:pt x="4310037" y="3082246"/>
                    <a:pt x="4313267" y="3081543"/>
                    <a:pt x="4316454" y="3080672"/>
                  </a:cubicBezTo>
                  <a:cubicBezTo>
                    <a:pt x="4320031" y="3079959"/>
                    <a:pt x="4323549" y="3078974"/>
                    <a:pt x="4326975" y="3077725"/>
                  </a:cubicBezTo>
                  <a:cubicBezTo>
                    <a:pt x="4331323" y="3075621"/>
                    <a:pt x="4334690" y="3075060"/>
                    <a:pt x="4335251" y="3078847"/>
                  </a:cubicBezTo>
                  <a:cubicBezTo>
                    <a:pt x="4335493" y="3083577"/>
                    <a:pt x="4334970" y="3088314"/>
                    <a:pt x="4333709" y="3092878"/>
                  </a:cubicBezTo>
                  <a:cubicBezTo>
                    <a:pt x="4332253" y="3095233"/>
                    <a:pt x="4330161" y="3097129"/>
                    <a:pt x="4327677" y="3098350"/>
                  </a:cubicBezTo>
                  <a:cubicBezTo>
                    <a:pt x="4325449" y="3098722"/>
                    <a:pt x="4323172" y="3098722"/>
                    <a:pt x="4320944" y="3098350"/>
                  </a:cubicBezTo>
                  <a:cubicBezTo>
                    <a:pt x="4318137" y="3098350"/>
                    <a:pt x="4316875" y="3099613"/>
                    <a:pt x="4314069" y="3099613"/>
                  </a:cubicBezTo>
                  <a:cubicBezTo>
                    <a:pt x="4311264" y="3099613"/>
                    <a:pt x="4310563" y="3097509"/>
                    <a:pt x="4307617" y="3097509"/>
                  </a:cubicBezTo>
                  <a:cubicBezTo>
                    <a:pt x="4302286" y="3097509"/>
                    <a:pt x="4301867" y="3102560"/>
                    <a:pt x="4301306" y="3105928"/>
                  </a:cubicBezTo>
                  <a:cubicBezTo>
                    <a:pt x="4300743" y="3109295"/>
                    <a:pt x="4300463" y="3113504"/>
                    <a:pt x="4300042" y="3117432"/>
                  </a:cubicBezTo>
                  <a:cubicBezTo>
                    <a:pt x="4299621" y="3121361"/>
                    <a:pt x="4298500" y="3124308"/>
                    <a:pt x="4300042" y="3126833"/>
                  </a:cubicBezTo>
                  <a:cubicBezTo>
                    <a:pt x="4301585" y="3129359"/>
                    <a:pt x="4303971" y="3130762"/>
                    <a:pt x="4309722" y="3131744"/>
                  </a:cubicBezTo>
                  <a:cubicBezTo>
                    <a:pt x="4313193" y="3133780"/>
                    <a:pt x="4317337" y="3134337"/>
                    <a:pt x="4321224" y="3133288"/>
                  </a:cubicBezTo>
                  <a:cubicBezTo>
                    <a:pt x="4323468" y="3133288"/>
                    <a:pt x="4329500" y="3135953"/>
                    <a:pt x="4325854" y="3141145"/>
                  </a:cubicBezTo>
                  <a:cubicBezTo>
                    <a:pt x="4316272" y="3144717"/>
                    <a:pt x="4306905" y="3148839"/>
                    <a:pt x="4297799" y="3153492"/>
                  </a:cubicBezTo>
                  <a:cubicBezTo>
                    <a:pt x="4290729" y="3156868"/>
                    <a:pt x="4283292" y="3159411"/>
                    <a:pt x="4275635" y="3161068"/>
                  </a:cubicBezTo>
                  <a:cubicBezTo>
                    <a:pt x="4271428" y="3161068"/>
                    <a:pt x="4270865" y="3157701"/>
                    <a:pt x="4268060" y="3157421"/>
                  </a:cubicBezTo>
                  <a:cubicBezTo>
                    <a:pt x="4265254" y="3157139"/>
                    <a:pt x="4263010" y="3162051"/>
                    <a:pt x="4262027" y="3162330"/>
                  </a:cubicBezTo>
                  <a:cubicBezTo>
                    <a:pt x="4258587" y="3165163"/>
                    <a:pt x="4256583" y="3169379"/>
                    <a:pt x="4256556" y="3173836"/>
                  </a:cubicBezTo>
                  <a:cubicBezTo>
                    <a:pt x="4256558" y="3176081"/>
                    <a:pt x="4256558" y="3180851"/>
                    <a:pt x="4255717" y="3183797"/>
                  </a:cubicBezTo>
                  <a:cubicBezTo>
                    <a:pt x="4254735" y="3193759"/>
                    <a:pt x="4258942" y="3197828"/>
                    <a:pt x="4259363" y="3205545"/>
                  </a:cubicBezTo>
                  <a:cubicBezTo>
                    <a:pt x="4259785" y="3213262"/>
                    <a:pt x="4270865" y="3214665"/>
                    <a:pt x="4275635" y="3214103"/>
                  </a:cubicBezTo>
                  <a:cubicBezTo>
                    <a:pt x="4284495" y="3212415"/>
                    <a:pt x="4293147" y="3209780"/>
                    <a:pt x="4301445" y="3206246"/>
                  </a:cubicBezTo>
                  <a:cubicBezTo>
                    <a:pt x="4309880" y="3206257"/>
                    <a:pt x="4318292" y="3205411"/>
                    <a:pt x="4326555" y="3203721"/>
                  </a:cubicBezTo>
                  <a:cubicBezTo>
                    <a:pt x="4334222" y="3200456"/>
                    <a:pt x="4342488" y="3198831"/>
                    <a:pt x="4350822" y="3198952"/>
                  </a:cubicBezTo>
                  <a:cubicBezTo>
                    <a:pt x="4357545" y="3198392"/>
                    <a:pt x="4364207" y="3197265"/>
                    <a:pt x="4370740" y="3195584"/>
                  </a:cubicBezTo>
                  <a:cubicBezTo>
                    <a:pt x="4376619" y="3194496"/>
                    <a:pt x="4382577" y="3193886"/>
                    <a:pt x="4388555" y="3193759"/>
                  </a:cubicBezTo>
                  <a:cubicBezTo>
                    <a:pt x="4395294" y="3194684"/>
                    <a:pt x="4402092" y="3195107"/>
                    <a:pt x="4408894" y="3195022"/>
                  </a:cubicBezTo>
                  <a:cubicBezTo>
                    <a:pt x="4411840" y="3195022"/>
                    <a:pt x="4427692" y="3193759"/>
                    <a:pt x="4446208" y="3193479"/>
                  </a:cubicBezTo>
                  <a:cubicBezTo>
                    <a:pt x="4466968" y="3193479"/>
                    <a:pt x="4462899" y="3197969"/>
                    <a:pt x="4468792" y="3197408"/>
                  </a:cubicBezTo>
                  <a:cubicBezTo>
                    <a:pt x="4482819" y="3196286"/>
                    <a:pt x="4493620" y="3177905"/>
                    <a:pt x="4493620" y="3161629"/>
                  </a:cubicBezTo>
                  <a:cubicBezTo>
                    <a:pt x="4493620" y="3150265"/>
                    <a:pt x="4479592" y="3146897"/>
                    <a:pt x="4479592" y="3139601"/>
                  </a:cubicBezTo>
                  <a:cubicBezTo>
                    <a:pt x="4475665" y="3135391"/>
                    <a:pt x="4468792" y="3141145"/>
                    <a:pt x="4462620" y="3139601"/>
                  </a:cubicBezTo>
                  <a:cubicBezTo>
                    <a:pt x="4456028" y="3140093"/>
                    <a:pt x="4449524" y="3141413"/>
                    <a:pt x="4443262" y="3143530"/>
                  </a:cubicBezTo>
                  <a:cubicBezTo>
                    <a:pt x="4438029" y="3143794"/>
                    <a:pt x="4432786" y="3143794"/>
                    <a:pt x="4427552" y="3143530"/>
                  </a:cubicBezTo>
                  <a:cubicBezTo>
                    <a:pt x="4421800" y="3143530"/>
                    <a:pt x="4409597" y="3147459"/>
                    <a:pt x="4406650" y="3147459"/>
                  </a:cubicBezTo>
                  <a:cubicBezTo>
                    <a:pt x="4403705" y="3147459"/>
                    <a:pt x="4399076" y="3147459"/>
                    <a:pt x="4399076" y="3141425"/>
                  </a:cubicBezTo>
                  <a:cubicBezTo>
                    <a:pt x="4399297" y="3137812"/>
                    <a:pt x="4401091" y="3134478"/>
                    <a:pt x="4403984" y="3132305"/>
                  </a:cubicBezTo>
                  <a:cubicBezTo>
                    <a:pt x="4408754" y="3129218"/>
                    <a:pt x="4416328" y="3128657"/>
                    <a:pt x="4419697" y="3126552"/>
                  </a:cubicBezTo>
                  <a:cubicBezTo>
                    <a:pt x="4424763" y="3123931"/>
                    <a:pt x="4429475" y="3120679"/>
                    <a:pt x="4433724" y="3116871"/>
                  </a:cubicBezTo>
                  <a:cubicBezTo>
                    <a:pt x="4435381" y="3114595"/>
                    <a:pt x="4436222" y="3111827"/>
                    <a:pt x="4436108" y="3109014"/>
                  </a:cubicBezTo>
                  <a:cubicBezTo>
                    <a:pt x="4433600" y="3102961"/>
                    <a:pt x="4432267" y="3096484"/>
                    <a:pt x="4432180" y="3089932"/>
                  </a:cubicBezTo>
                  <a:cubicBezTo>
                    <a:pt x="4432154" y="3086433"/>
                    <a:pt x="4429603" y="3083465"/>
                    <a:pt x="4426148" y="3082917"/>
                  </a:cubicBezTo>
                  <a:cubicBezTo>
                    <a:pt x="4420942" y="3081871"/>
                    <a:pt x="4415865" y="3080272"/>
                    <a:pt x="4410999" y="3078146"/>
                  </a:cubicBezTo>
                  <a:cubicBezTo>
                    <a:pt x="4406778" y="3078097"/>
                    <a:pt x="4402759" y="3079952"/>
                    <a:pt x="4400057" y="3083197"/>
                  </a:cubicBezTo>
                  <a:cubicBezTo>
                    <a:pt x="4398375" y="3085723"/>
                    <a:pt x="4390098" y="3090493"/>
                    <a:pt x="4386031" y="3085723"/>
                  </a:cubicBezTo>
                  <a:cubicBezTo>
                    <a:pt x="4384206" y="3081225"/>
                    <a:pt x="4384206" y="3076191"/>
                    <a:pt x="4386031" y="3071693"/>
                  </a:cubicBezTo>
                  <a:cubicBezTo>
                    <a:pt x="4388555" y="3066782"/>
                    <a:pt x="4401460" y="3068745"/>
                    <a:pt x="4403984" y="3066220"/>
                  </a:cubicBezTo>
                  <a:cubicBezTo>
                    <a:pt x="4406510" y="3063694"/>
                    <a:pt x="4414225" y="3063835"/>
                    <a:pt x="4416049" y="3062292"/>
                  </a:cubicBezTo>
                  <a:cubicBezTo>
                    <a:pt x="4419707" y="3060646"/>
                    <a:pt x="4423894" y="3060646"/>
                    <a:pt x="4427552" y="3062292"/>
                  </a:cubicBezTo>
                  <a:cubicBezTo>
                    <a:pt x="4430217" y="3063554"/>
                    <a:pt x="4435687" y="3056398"/>
                    <a:pt x="4436949" y="3052891"/>
                  </a:cubicBezTo>
                  <a:cubicBezTo>
                    <a:pt x="4444804" y="3031144"/>
                    <a:pt x="4455465" y="3015991"/>
                    <a:pt x="4465004" y="2994243"/>
                  </a:cubicBezTo>
                  <a:cubicBezTo>
                    <a:pt x="4466547" y="2990734"/>
                    <a:pt x="4476086" y="2983158"/>
                    <a:pt x="4477629" y="2980212"/>
                  </a:cubicBezTo>
                  <a:cubicBezTo>
                    <a:pt x="4481306" y="2971408"/>
                    <a:pt x="4486015" y="2963072"/>
                    <a:pt x="4491657" y="2955377"/>
                  </a:cubicBezTo>
                  <a:cubicBezTo>
                    <a:pt x="4494443" y="2950735"/>
                    <a:pt x="4495718" y="2945343"/>
                    <a:pt x="4495303" y="2939944"/>
                  </a:cubicBezTo>
                  <a:cubicBezTo>
                    <a:pt x="4495303" y="2937839"/>
                    <a:pt x="4502739" y="2928859"/>
                    <a:pt x="4503158" y="2923247"/>
                  </a:cubicBezTo>
                  <a:cubicBezTo>
                    <a:pt x="4502403" y="2915748"/>
                    <a:pt x="4498965" y="2908771"/>
                    <a:pt x="4493480" y="2903603"/>
                  </a:cubicBezTo>
                  <a:cubicBezTo>
                    <a:pt x="4491517" y="2901780"/>
                    <a:pt x="4490394" y="2893501"/>
                    <a:pt x="4488711" y="2892099"/>
                  </a:cubicBezTo>
                  <a:lnTo>
                    <a:pt x="4487448" y="2891396"/>
                  </a:lnTo>
                  <a:cubicBezTo>
                    <a:pt x="4478251" y="2889316"/>
                    <a:pt x="4468797" y="2888608"/>
                    <a:pt x="4459393" y="2889293"/>
                  </a:cubicBezTo>
                  <a:cubicBezTo>
                    <a:pt x="4454764" y="2889293"/>
                    <a:pt x="4450555" y="2883820"/>
                    <a:pt x="4445365" y="2883820"/>
                  </a:cubicBezTo>
                  <a:close/>
                  <a:moveTo>
                    <a:pt x="2760074" y="2842147"/>
                  </a:moveTo>
                  <a:lnTo>
                    <a:pt x="2760683" y="2842147"/>
                  </a:lnTo>
                  <a:cubicBezTo>
                    <a:pt x="2766722" y="2842147"/>
                    <a:pt x="2768829" y="2848843"/>
                    <a:pt x="2770047" y="2855400"/>
                  </a:cubicBezTo>
                  <a:lnTo>
                    <a:pt x="2770047" y="2856055"/>
                  </a:lnTo>
                  <a:cubicBezTo>
                    <a:pt x="2770703" y="2859286"/>
                    <a:pt x="2777959" y="2896938"/>
                    <a:pt x="2777959" y="2896938"/>
                  </a:cubicBezTo>
                  <a:lnTo>
                    <a:pt x="2778569" y="2899982"/>
                  </a:lnTo>
                  <a:lnTo>
                    <a:pt x="2784374" y="2899982"/>
                  </a:lnTo>
                  <a:cubicBezTo>
                    <a:pt x="2832558" y="2900165"/>
                    <a:pt x="2880501" y="2893239"/>
                    <a:pt x="2926661" y="2879423"/>
                  </a:cubicBezTo>
                  <a:cubicBezTo>
                    <a:pt x="2925599" y="2890612"/>
                    <a:pt x="2921287" y="2901243"/>
                    <a:pt x="2914255" y="2910005"/>
                  </a:cubicBezTo>
                  <a:cubicBezTo>
                    <a:pt x="2905471" y="2920415"/>
                    <a:pt x="2893649" y="2927819"/>
                    <a:pt x="2880451" y="2931172"/>
                  </a:cubicBezTo>
                  <a:lnTo>
                    <a:pt x="2877641" y="2931734"/>
                  </a:lnTo>
                  <a:lnTo>
                    <a:pt x="2877641" y="2934544"/>
                  </a:lnTo>
                  <a:cubicBezTo>
                    <a:pt x="2876667" y="2944121"/>
                    <a:pt x="2872257" y="2953019"/>
                    <a:pt x="2865233" y="2959599"/>
                  </a:cubicBezTo>
                  <a:cubicBezTo>
                    <a:pt x="2857667" y="2965186"/>
                    <a:pt x="2848462" y="2968099"/>
                    <a:pt x="2839061" y="2967889"/>
                  </a:cubicBezTo>
                  <a:cubicBezTo>
                    <a:pt x="2836907" y="2967889"/>
                    <a:pt x="2835549" y="2967889"/>
                    <a:pt x="2835549" y="2967889"/>
                  </a:cubicBezTo>
                  <a:lnTo>
                    <a:pt x="2832598" y="2967514"/>
                  </a:lnTo>
                  <a:lnTo>
                    <a:pt x="2831570" y="2970277"/>
                  </a:lnTo>
                  <a:cubicBezTo>
                    <a:pt x="2827669" y="2978234"/>
                    <a:pt x="2820543" y="2984134"/>
                    <a:pt x="2811998" y="2986480"/>
                  </a:cubicBezTo>
                  <a:cubicBezTo>
                    <a:pt x="2808753" y="2987487"/>
                    <a:pt x="2805373" y="2987988"/>
                    <a:pt x="2801978" y="2987979"/>
                  </a:cubicBezTo>
                  <a:cubicBezTo>
                    <a:pt x="2797572" y="2987979"/>
                    <a:pt x="2793205" y="2987216"/>
                    <a:pt x="2789056" y="2985731"/>
                  </a:cubicBezTo>
                  <a:lnTo>
                    <a:pt x="2782126" y="2982828"/>
                  </a:lnTo>
                  <a:lnTo>
                    <a:pt x="2792286" y="3024227"/>
                  </a:lnTo>
                  <a:lnTo>
                    <a:pt x="2728611" y="3024227"/>
                  </a:lnTo>
                  <a:lnTo>
                    <a:pt x="2738724" y="2982875"/>
                  </a:lnTo>
                  <a:lnTo>
                    <a:pt x="2731841" y="2985731"/>
                  </a:lnTo>
                  <a:cubicBezTo>
                    <a:pt x="2727679" y="2987211"/>
                    <a:pt x="2723291" y="2987974"/>
                    <a:pt x="2718872" y="2987979"/>
                  </a:cubicBezTo>
                  <a:cubicBezTo>
                    <a:pt x="2715477" y="2987993"/>
                    <a:pt x="2712096" y="2987487"/>
                    <a:pt x="2708853" y="2986480"/>
                  </a:cubicBezTo>
                  <a:cubicBezTo>
                    <a:pt x="2700312" y="2984129"/>
                    <a:pt x="2693187" y="2978229"/>
                    <a:pt x="2689282" y="2970277"/>
                  </a:cubicBezTo>
                  <a:lnTo>
                    <a:pt x="2688252" y="2967514"/>
                  </a:lnTo>
                  <a:lnTo>
                    <a:pt x="2685302" y="2967889"/>
                  </a:lnTo>
                  <a:cubicBezTo>
                    <a:pt x="2685302" y="2967889"/>
                    <a:pt x="2683943" y="2967889"/>
                    <a:pt x="2681790" y="2967889"/>
                  </a:cubicBezTo>
                  <a:cubicBezTo>
                    <a:pt x="2672389" y="2968099"/>
                    <a:pt x="2663184" y="2965186"/>
                    <a:pt x="2655617" y="2959599"/>
                  </a:cubicBezTo>
                  <a:cubicBezTo>
                    <a:pt x="2648642" y="2953001"/>
                    <a:pt x="2644244" y="2944135"/>
                    <a:pt x="2643211" y="2934591"/>
                  </a:cubicBezTo>
                  <a:lnTo>
                    <a:pt x="2643023" y="2934591"/>
                  </a:lnTo>
                  <a:lnTo>
                    <a:pt x="2643023" y="2931734"/>
                  </a:lnTo>
                  <a:lnTo>
                    <a:pt x="2640214" y="2931172"/>
                  </a:lnTo>
                  <a:cubicBezTo>
                    <a:pt x="2626978" y="2927871"/>
                    <a:pt x="2615127" y="2920462"/>
                    <a:pt x="2606362" y="2910005"/>
                  </a:cubicBezTo>
                  <a:cubicBezTo>
                    <a:pt x="2599331" y="2901243"/>
                    <a:pt x="2595017" y="2890612"/>
                    <a:pt x="2593955" y="2879423"/>
                  </a:cubicBezTo>
                  <a:cubicBezTo>
                    <a:pt x="2640162" y="2893253"/>
                    <a:pt x="2688153" y="2900179"/>
                    <a:pt x="2736383" y="2899982"/>
                  </a:cubicBezTo>
                  <a:lnTo>
                    <a:pt x="2742189" y="2899982"/>
                  </a:lnTo>
                  <a:lnTo>
                    <a:pt x="2742797" y="2896938"/>
                  </a:lnTo>
                  <a:cubicBezTo>
                    <a:pt x="2742797" y="2896938"/>
                    <a:pt x="2750101" y="2859474"/>
                    <a:pt x="2750710" y="2856055"/>
                  </a:cubicBezTo>
                  <a:lnTo>
                    <a:pt x="2750710" y="2855400"/>
                  </a:lnTo>
                  <a:cubicBezTo>
                    <a:pt x="2751974" y="2848843"/>
                    <a:pt x="2754128" y="2842147"/>
                    <a:pt x="2760074" y="2842147"/>
                  </a:cubicBezTo>
                  <a:close/>
                  <a:moveTo>
                    <a:pt x="2833723" y="2840507"/>
                  </a:moveTo>
                  <a:cubicBezTo>
                    <a:pt x="2827228" y="2838752"/>
                    <a:pt x="2820332" y="2839182"/>
                    <a:pt x="2814104" y="2841725"/>
                  </a:cubicBezTo>
                  <a:cubicBezTo>
                    <a:pt x="2814104" y="2841725"/>
                    <a:pt x="2821315" y="2852590"/>
                    <a:pt x="2830305" y="2853526"/>
                  </a:cubicBezTo>
                  <a:cubicBezTo>
                    <a:pt x="2837563" y="2854299"/>
                    <a:pt x="2844900" y="2853901"/>
                    <a:pt x="2852031" y="2852356"/>
                  </a:cubicBezTo>
                  <a:cubicBezTo>
                    <a:pt x="2846970" y="2846993"/>
                    <a:pt x="2840690" y="2842929"/>
                    <a:pt x="2833723" y="2840507"/>
                  </a:cubicBezTo>
                  <a:close/>
                  <a:moveTo>
                    <a:pt x="3853409" y="2823907"/>
                  </a:moveTo>
                  <a:cubicBezTo>
                    <a:pt x="3848500" y="2823907"/>
                    <a:pt x="3848500" y="2825872"/>
                    <a:pt x="3844433" y="2827275"/>
                  </a:cubicBezTo>
                  <a:cubicBezTo>
                    <a:pt x="3840365" y="2828677"/>
                    <a:pt x="3837418" y="2827275"/>
                    <a:pt x="3835595" y="2828257"/>
                  </a:cubicBezTo>
                  <a:cubicBezTo>
                    <a:pt x="3832788" y="2830088"/>
                    <a:pt x="3829639" y="2831330"/>
                    <a:pt x="3826338" y="2831905"/>
                  </a:cubicBezTo>
                  <a:cubicBezTo>
                    <a:pt x="3820725" y="2831905"/>
                    <a:pt x="3815255" y="2829660"/>
                    <a:pt x="3810485" y="2834571"/>
                  </a:cubicBezTo>
                  <a:cubicBezTo>
                    <a:pt x="3807908" y="2836724"/>
                    <a:pt x="3806723" y="2840120"/>
                    <a:pt x="3807400" y="2843411"/>
                  </a:cubicBezTo>
                  <a:cubicBezTo>
                    <a:pt x="3808802" y="2847760"/>
                    <a:pt x="3819744" y="2863615"/>
                    <a:pt x="3817920" y="2869367"/>
                  </a:cubicBezTo>
                  <a:cubicBezTo>
                    <a:pt x="3816984" y="2872886"/>
                    <a:pt x="3815861" y="2876352"/>
                    <a:pt x="3814554" y="2879749"/>
                  </a:cubicBezTo>
                  <a:cubicBezTo>
                    <a:pt x="3813151" y="2883678"/>
                    <a:pt x="3812450" y="2884942"/>
                    <a:pt x="3811328" y="2888028"/>
                  </a:cubicBezTo>
                  <a:cubicBezTo>
                    <a:pt x="3809868" y="2890685"/>
                    <a:pt x="3809188" y="2893700"/>
                    <a:pt x="3809363" y="2896727"/>
                  </a:cubicBezTo>
                  <a:cubicBezTo>
                    <a:pt x="3811210" y="2899815"/>
                    <a:pt x="3814173" y="2902076"/>
                    <a:pt x="3817640" y="2903041"/>
                  </a:cubicBezTo>
                  <a:cubicBezTo>
                    <a:pt x="3821286" y="2903041"/>
                    <a:pt x="3824653" y="2901497"/>
                    <a:pt x="3826338" y="2905847"/>
                  </a:cubicBezTo>
                  <a:cubicBezTo>
                    <a:pt x="3827469" y="2908501"/>
                    <a:pt x="3827950" y="2911388"/>
                    <a:pt x="3827740" y="2914266"/>
                  </a:cubicBezTo>
                  <a:cubicBezTo>
                    <a:pt x="3825775" y="2918756"/>
                    <a:pt x="3819042" y="2920579"/>
                    <a:pt x="3815395" y="2921422"/>
                  </a:cubicBezTo>
                  <a:cubicBezTo>
                    <a:pt x="3805176" y="2923938"/>
                    <a:pt x="3795108" y="2927030"/>
                    <a:pt x="3785236" y="2930682"/>
                  </a:cubicBezTo>
                  <a:cubicBezTo>
                    <a:pt x="3781448" y="2933769"/>
                    <a:pt x="3775418" y="2930682"/>
                    <a:pt x="3768824" y="2932927"/>
                  </a:cubicBezTo>
                  <a:cubicBezTo>
                    <a:pt x="3756184" y="2936494"/>
                    <a:pt x="3743288" y="2939074"/>
                    <a:pt x="3730249" y="2940644"/>
                  </a:cubicBezTo>
                  <a:cubicBezTo>
                    <a:pt x="3726041" y="2940644"/>
                    <a:pt x="3716221" y="2946116"/>
                    <a:pt x="3714118" y="2946116"/>
                  </a:cubicBezTo>
                  <a:cubicBezTo>
                    <a:pt x="3712014" y="2946116"/>
                    <a:pt x="3709348" y="2941345"/>
                    <a:pt x="3706682" y="2941906"/>
                  </a:cubicBezTo>
                  <a:cubicBezTo>
                    <a:pt x="3696587" y="2944917"/>
                    <a:pt x="3687093" y="2949665"/>
                    <a:pt x="3678628" y="2955937"/>
                  </a:cubicBezTo>
                  <a:cubicBezTo>
                    <a:pt x="3676335" y="2958658"/>
                    <a:pt x="3675360" y="2962252"/>
                    <a:pt x="3675963" y="2965759"/>
                  </a:cubicBezTo>
                  <a:cubicBezTo>
                    <a:pt x="3675963" y="2971512"/>
                    <a:pt x="3676804" y="2976842"/>
                    <a:pt x="3676664" y="2978106"/>
                  </a:cubicBezTo>
                  <a:cubicBezTo>
                    <a:pt x="3675682" y="2983859"/>
                    <a:pt x="3675401" y="2990733"/>
                    <a:pt x="3680311" y="2993120"/>
                  </a:cubicBezTo>
                  <a:cubicBezTo>
                    <a:pt x="3685221" y="2995504"/>
                    <a:pt x="3691533" y="2993120"/>
                    <a:pt x="3694338" y="2993961"/>
                  </a:cubicBezTo>
                  <a:cubicBezTo>
                    <a:pt x="3700370" y="2996767"/>
                    <a:pt x="3697846" y="3000134"/>
                    <a:pt x="3702054" y="2999433"/>
                  </a:cubicBezTo>
                  <a:cubicBezTo>
                    <a:pt x="3706263" y="2998730"/>
                    <a:pt x="3710750" y="2996487"/>
                    <a:pt x="3711592" y="2993961"/>
                  </a:cubicBezTo>
                  <a:cubicBezTo>
                    <a:pt x="3715043" y="2992190"/>
                    <a:pt x="3718726" y="2990914"/>
                    <a:pt x="3722533" y="2990172"/>
                  </a:cubicBezTo>
                  <a:cubicBezTo>
                    <a:pt x="3727724" y="2990172"/>
                    <a:pt x="3732774" y="2990172"/>
                    <a:pt x="3735438" y="2986665"/>
                  </a:cubicBezTo>
                  <a:cubicBezTo>
                    <a:pt x="3738089" y="2986271"/>
                    <a:pt x="3740784" y="2986271"/>
                    <a:pt x="3743435" y="2986665"/>
                  </a:cubicBezTo>
                  <a:cubicBezTo>
                    <a:pt x="3746757" y="2987432"/>
                    <a:pt x="3750212" y="2987432"/>
                    <a:pt x="3753535" y="2986665"/>
                  </a:cubicBezTo>
                  <a:cubicBezTo>
                    <a:pt x="3757298" y="2985386"/>
                    <a:pt x="3761140" y="2984355"/>
                    <a:pt x="3765037" y="2983577"/>
                  </a:cubicBezTo>
                  <a:cubicBezTo>
                    <a:pt x="3768651" y="2983923"/>
                    <a:pt x="3772295" y="2983443"/>
                    <a:pt x="3775697" y="2982175"/>
                  </a:cubicBezTo>
                  <a:cubicBezTo>
                    <a:pt x="3779204" y="2980351"/>
                    <a:pt x="3782011" y="2982175"/>
                    <a:pt x="3788323" y="2978947"/>
                  </a:cubicBezTo>
                  <a:cubicBezTo>
                    <a:pt x="3792111" y="2976984"/>
                    <a:pt x="3799545" y="2976984"/>
                    <a:pt x="3802350" y="2975440"/>
                  </a:cubicBezTo>
                  <a:cubicBezTo>
                    <a:pt x="3805156" y="2973896"/>
                    <a:pt x="3812730" y="2975440"/>
                    <a:pt x="3816378" y="2971791"/>
                  </a:cubicBezTo>
                  <a:cubicBezTo>
                    <a:pt x="3832669" y="2966522"/>
                    <a:pt x="3849309" y="2962396"/>
                    <a:pt x="3866174" y="2959444"/>
                  </a:cubicBezTo>
                  <a:cubicBezTo>
                    <a:pt x="3874732" y="2957059"/>
                    <a:pt x="3884692" y="2951027"/>
                    <a:pt x="3887496" y="2950466"/>
                  </a:cubicBezTo>
                  <a:cubicBezTo>
                    <a:pt x="3893809" y="2949344"/>
                    <a:pt x="3899279" y="2951868"/>
                    <a:pt x="3901523" y="2950466"/>
                  </a:cubicBezTo>
                  <a:cubicBezTo>
                    <a:pt x="3906489" y="2948293"/>
                    <a:pt x="3911598" y="2946464"/>
                    <a:pt x="3916814" y="2944994"/>
                  </a:cubicBezTo>
                  <a:cubicBezTo>
                    <a:pt x="3920460" y="2943871"/>
                    <a:pt x="3928316" y="2941205"/>
                    <a:pt x="3932104" y="2940364"/>
                  </a:cubicBezTo>
                  <a:lnTo>
                    <a:pt x="3948797" y="2938399"/>
                  </a:lnTo>
                  <a:cubicBezTo>
                    <a:pt x="3951461" y="2938399"/>
                    <a:pt x="3967032" y="2937137"/>
                    <a:pt x="3969697" y="2936997"/>
                  </a:cubicBezTo>
                  <a:cubicBezTo>
                    <a:pt x="3977552" y="2936997"/>
                    <a:pt x="3979797" y="2942188"/>
                    <a:pt x="3982041" y="2940644"/>
                  </a:cubicBezTo>
                  <a:cubicBezTo>
                    <a:pt x="3988774" y="2936435"/>
                    <a:pt x="4004204" y="2930120"/>
                    <a:pt x="4005046" y="2921141"/>
                  </a:cubicBezTo>
                  <a:cubicBezTo>
                    <a:pt x="4005046" y="2915388"/>
                    <a:pt x="4005747" y="2910899"/>
                    <a:pt x="4005747" y="2908232"/>
                  </a:cubicBezTo>
                  <a:cubicBezTo>
                    <a:pt x="4005276" y="2905162"/>
                    <a:pt x="4003009" y="2902673"/>
                    <a:pt x="3999996" y="2901918"/>
                  </a:cubicBezTo>
                  <a:lnTo>
                    <a:pt x="4000276" y="2901918"/>
                  </a:lnTo>
                  <a:cubicBezTo>
                    <a:pt x="3994455" y="2900466"/>
                    <a:pt x="3989698" y="2896283"/>
                    <a:pt x="3987512" y="2890694"/>
                  </a:cubicBezTo>
                  <a:cubicBezTo>
                    <a:pt x="3986390" y="2887748"/>
                    <a:pt x="3980077" y="2888028"/>
                    <a:pt x="3976851" y="2887187"/>
                  </a:cubicBezTo>
                  <a:cubicBezTo>
                    <a:pt x="3973625" y="2886344"/>
                    <a:pt x="3969276" y="2882555"/>
                    <a:pt x="3966612" y="2882837"/>
                  </a:cubicBezTo>
                  <a:cubicBezTo>
                    <a:pt x="3958483" y="2884022"/>
                    <a:pt x="3950462" y="2885852"/>
                    <a:pt x="3942625" y="2888309"/>
                  </a:cubicBezTo>
                  <a:cubicBezTo>
                    <a:pt x="3936031" y="2890412"/>
                    <a:pt x="3908258" y="2896586"/>
                    <a:pt x="3900542" y="2898130"/>
                  </a:cubicBezTo>
                  <a:cubicBezTo>
                    <a:pt x="3896193" y="2898972"/>
                    <a:pt x="3895912" y="2894061"/>
                    <a:pt x="3898298" y="2890975"/>
                  </a:cubicBezTo>
                  <a:cubicBezTo>
                    <a:pt x="3906854" y="2883678"/>
                    <a:pt x="3910642" y="2883398"/>
                    <a:pt x="3910081" y="2869367"/>
                  </a:cubicBezTo>
                  <a:cubicBezTo>
                    <a:pt x="3909520" y="2855336"/>
                    <a:pt x="3902787" y="2852951"/>
                    <a:pt x="3900542" y="2848320"/>
                  </a:cubicBezTo>
                  <a:cubicBezTo>
                    <a:pt x="3898298" y="2843690"/>
                    <a:pt x="3898578" y="2836534"/>
                    <a:pt x="3896475" y="2834289"/>
                  </a:cubicBezTo>
                  <a:cubicBezTo>
                    <a:pt x="3894370" y="2832046"/>
                    <a:pt x="3885533" y="2831625"/>
                    <a:pt x="3884129" y="2830502"/>
                  </a:cubicBezTo>
                  <a:cubicBezTo>
                    <a:pt x="3882727" y="2829380"/>
                    <a:pt x="3880623" y="2825030"/>
                    <a:pt x="3877256" y="2825030"/>
                  </a:cubicBezTo>
                  <a:cubicBezTo>
                    <a:pt x="3872866" y="2825313"/>
                    <a:pt x="3868461" y="2825313"/>
                    <a:pt x="3864071" y="2825030"/>
                  </a:cubicBezTo>
                  <a:cubicBezTo>
                    <a:pt x="3860547" y="2824414"/>
                    <a:pt x="3856984" y="2824040"/>
                    <a:pt x="3853409" y="2823907"/>
                  </a:cubicBezTo>
                  <a:close/>
                  <a:moveTo>
                    <a:pt x="5704750" y="2821382"/>
                  </a:moveTo>
                  <a:cubicBezTo>
                    <a:pt x="5702031" y="2821278"/>
                    <a:pt x="5699332" y="2821857"/>
                    <a:pt x="5696894" y="2823066"/>
                  </a:cubicBezTo>
                  <a:cubicBezTo>
                    <a:pt x="5695071" y="2824328"/>
                    <a:pt x="5691565" y="2823066"/>
                    <a:pt x="5689039" y="2823066"/>
                  </a:cubicBezTo>
                  <a:cubicBezTo>
                    <a:pt x="5682727" y="2825872"/>
                    <a:pt x="5681463" y="2837097"/>
                    <a:pt x="5679360" y="2841025"/>
                  </a:cubicBezTo>
                  <a:cubicBezTo>
                    <a:pt x="5676134" y="2847339"/>
                    <a:pt x="5669119" y="2858283"/>
                    <a:pt x="5666315" y="2858283"/>
                  </a:cubicBezTo>
                  <a:cubicBezTo>
                    <a:pt x="5663510" y="2858283"/>
                    <a:pt x="5658460" y="2849304"/>
                    <a:pt x="5655513" y="2849444"/>
                  </a:cubicBezTo>
                  <a:cubicBezTo>
                    <a:pt x="5652568" y="2849584"/>
                    <a:pt x="5645694" y="2857021"/>
                    <a:pt x="5645694" y="2859266"/>
                  </a:cubicBezTo>
                  <a:cubicBezTo>
                    <a:pt x="5645694" y="2861511"/>
                    <a:pt x="5651024" y="2868807"/>
                    <a:pt x="5651585" y="2874840"/>
                  </a:cubicBezTo>
                  <a:cubicBezTo>
                    <a:pt x="5650940" y="2879872"/>
                    <a:pt x="5649114" y="2884680"/>
                    <a:pt x="5646256" y="2888871"/>
                  </a:cubicBezTo>
                  <a:cubicBezTo>
                    <a:pt x="5643450" y="2893921"/>
                    <a:pt x="5641206" y="2905005"/>
                    <a:pt x="5646256" y="2906409"/>
                  </a:cubicBezTo>
                  <a:cubicBezTo>
                    <a:pt x="5651305" y="2907811"/>
                    <a:pt x="5648640" y="2903322"/>
                    <a:pt x="5654953" y="2902339"/>
                  </a:cubicBezTo>
                  <a:cubicBezTo>
                    <a:pt x="5661264" y="2901358"/>
                    <a:pt x="5665753" y="2897288"/>
                    <a:pt x="5667296" y="2897569"/>
                  </a:cubicBezTo>
                  <a:cubicBezTo>
                    <a:pt x="5668839" y="2897851"/>
                    <a:pt x="5679921" y="2907951"/>
                    <a:pt x="5674732" y="2915248"/>
                  </a:cubicBezTo>
                  <a:cubicBezTo>
                    <a:pt x="5672767" y="2918054"/>
                    <a:pt x="5667857" y="2929279"/>
                    <a:pt x="5660704" y="2928298"/>
                  </a:cubicBezTo>
                  <a:cubicBezTo>
                    <a:pt x="5658460" y="2928298"/>
                    <a:pt x="5657338" y="2922965"/>
                    <a:pt x="5654953" y="2921002"/>
                  </a:cubicBezTo>
                  <a:cubicBezTo>
                    <a:pt x="5652568" y="2919037"/>
                    <a:pt x="5642889" y="2923105"/>
                    <a:pt x="5639662" y="2921002"/>
                  </a:cubicBezTo>
                  <a:cubicBezTo>
                    <a:pt x="5636436" y="2918897"/>
                    <a:pt x="5635595" y="2919598"/>
                    <a:pt x="5635735" y="2914125"/>
                  </a:cubicBezTo>
                  <a:cubicBezTo>
                    <a:pt x="5635593" y="2904119"/>
                    <a:pt x="5634179" y="2894170"/>
                    <a:pt x="5631526" y="2884521"/>
                  </a:cubicBezTo>
                  <a:cubicBezTo>
                    <a:pt x="5629501" y="2882030"/>
                    <a:pt x="5628454" y="2878888"/>
                    <a:pt x="5628580" y="2875681"/>
                  </a:cubicBezTo>
                  <a:cubicBezTo>
                    <a:pt x="5628582" y="2869648"/>
                    <a:pt x="5627599" y="2860950"/>
                    <a:pt x="5624233" y="2861651"/>
                  </a:cubicBezTo>
                  <a:cubicBezTo>
                    <a:pt x="5620734" y="2862211"/>
                    <a:pt x="5617550" y="2864002"/>
                    <a:pt x="5615255" y="2866702"/>
                  </a:cubicBezTo>
                  <a:cubicBezTo>
                    <a:pt x="5612202" y="2870305"/>
                    <a:pt x="5610341" y="2874765"/>
                    <a:pt x="5609924" y="2879470"/>
                  </a:cubicBezTo>
                  <a:cubicBezTo>
                    <a:pt x="5610752" y="2882375"/>
                    <a:pt x="5611406" y="2885327"/>
                    <a:pt x="5611889" y="2888310"/>
                  </a:cubicBezTo>
                  <a:cubicBezTo>
                    <a:pt x="5612350" y="2897049"/>
                    <a:pt x="5612350" y="2905807"/>
                    <a:pt x="5611889" y="2914547"/>
                  </a:cubicBezTo>
                  <a:cubicBezTo>
                    <a:pt x="5611889" y="2919458"/>
                    <a:pt x="5615535" y="2927315"/>
                    <a:pt x="5614974" y="2933067"/>
                  </a:cubicBezTo>
                  <a:cubicBezTo>
                    <a:pt x="5614974" y="2935873"/>
                    <a:pt x="5613852" y="2957340"/>
                    <a:pt x="5613992" y="2960288"/>
                  </a:cubicBezTo>
                  <a:cubicBezTo>
                    <a:pt x="5613601" y="2965667"/>
                    <a:pt x="5616327" y="2970793"/>
                    <a:pt x="5621006" y="2973476"/>
                  </a:cubicBezTo>
                  <a:cubicBezTo>
                    <a:pt x="5624091" y="2974738"/>
                    <a:pt x="5625916" y="2971371"/>
                    <a:pt x="5627879" y="2969829"/>
                  </a:cubicBezTo>
                  <a:cubicBezTo>
                    <a:pt x="5629842" y="2968285"/>
                    <a:pt x="5633070" y="2967302"/>
                    <a:pt x="5632789" y="2962954"/>
                  </a:cubicBezTo>
                  <a:cubicBezTo>
                    <a:pt x="5632508" y="2958604"/>
                    <a:pt x="5632789" y="2952710"/>
                    <a:pt x="5636857" y="2951448"/>
                  </a:cubicBezTo>
                  <a:cubicBezTo>
                    <a:pt x="5640926" y="2950185"/>
                    <a:pt x="5643730" y="2956078"/>
                    <a:pt x="5643029" y="2959165"/>
                  </a:cubicBezTo>
                  <a:cubicBezTo>
                    <a:pt x="5641497" y="2962593"/>
                    <a:pt x="5642761" y="2966625"/>
                    <a:pt x="5645974" y="2968565"/>
                  </a:cubicBezTo>
                  <a:cubicBezTo>
                    <a:pt x="5647799" y="2970390"/>
                    <a:pt x="5653408" y="2965479"/>
                    <a:pt x="5656214" y="2964356"/>
                  </a:cubicBezTo>
                  <a:cubicBezTo>
                    <a:pt x="5661405" y="2962533"/>
                    <a:pt x="5665473" y="2960567"/>
                    <a:pt x="5667436" y="2965479"/>
                  </a:cubicBezTo>
                  <a:cubicBezTo>
                    <a:pt x="5668467" y="2967513"/>
                    <a:pt x="5668007" y="2969985"/>
                    <a:pt x="5666314" y="2971512"/>
                  </a:cubicBezTo>
                  <a:cubicBezTo>
                    <a:pt x="5663996" y="2973762"/>
                    <a:pt x="5661286" y="2975567"/>
                    <a:pt x="5658318" y="2976843"/>
                  </a:cubicBezTo>
                  <a:cubicBezTo>
                    <a:pt x="5655794" y="2976843"/>
                    <a:pt x="5650884" y="2980211"/>
                    <a:pt x="5648079" y="2980350"/>
                  </a:cubicBezTo>
                  <a:cubicBezTo>
                    <a:pt x="5641708" y="2980775"/>
                    <a:pt x="5635403" y="2981903"/>
                    <a:pt x="5629281" y="2983718"/>
                  </a:cubicBezTo>
                  <a:cubicBezTo>
                    <a:pt x="5625474" y="2984285"/>
                    <a:pt x="5621626" y="2984519"/>
                    <a:pt x="5617778" y="2984420"/>
                  </a:cubicBezTo>
                  <a:cubicBezTo>
                    <a:pt x="5614693" y="2984420"/>
                    <a:pt x="5608241" y="2988910"/>
                    <a:pt x="5604453" y="2988068"/>
                  </a:cubicBezTo>
                  <a:cubicBezTo>
                    <a:pt x="5601372" y="2986782"/>
                    <a:pt x="5598942" y="2984301"/>
                    <a:pt x="5597720" y="2981193"/>
                  </a:cubicBezTo>
                  <a:cubicBezTo>
                    <a:pt x="5596458" y="2977826"/>
                    <a:pt x="5601647" y="2973196"/>
                    <a:pt x="5602490" y="2967162"/>
                  </a:cubicBezTo>
                  <a:cubicBezTo>
                    <a:pt x="5602490" y="2964356"/>
                    <a:pt x="5602490" y="2958323"/>
                    <a:pt x="5602490" y="2955376"/>
                  </a:cubicBezTo>
                  <a:cubicBezTo>
                    <a:pt x="5603331" y="2948081"/>
                    <a:pt x="5599403" y="2942748"/>
                    <a:pt x="5599403" y="2939381"/>
                  </a:cubicBezTo>
                  <a:cubicBezTo>
                    <a:pt x="5599403" y="2936013"/>
                    <a:pt x="5598422" y="2920299"/>
                    <a:pt x="5598001" y="2915529"/>
                  </a:cubicBezTo>
                  <a:cubicBezTo>
                    <a:pt x="5597580" y="2910758"/>
                    <a:pt x="5599123" y="2906970"/>
                    <a:pt x="5598001" y="2903322"/>
                  </a:cubicBezTo>
                  <a:cubicBezTo>
                    <a:pt x="5597416" y="2900121"/>
                    <a:pt x="5597416" y="2896842"/>
                    <a:pt x="5598001" y="2893641"/>
                  </a:cubicBezTo>
                  <a:cubicBezTo>
                    <a:pt x="5599226" y="2890821"/>
                    <a:pt x="5599226" y="2887620"/>
                    <a:pt x="5598001" y="2884801"/>
                  </a:cubicBezTo>
                  <a:cubicBezTo>
                    <a:pt x="5596036" y="2882135"/>
                    <a:pt x="5598001" y="2875400"/>
                    <a:pt x="5596739" y="2870770"/>
                  </a:cubicBezTo>
                  <a:cubicBezTo>
                    <a:pt x="5595475" y="2866141"/>
                    <a:pt x="5596739" y="2863756"/>
                    <a:pt x="5595056" y="2859266"/>
                  </a:cubicBezTo>
                  <a:cubicBezTo>
                    <a:pt x="5593372" y="2854776"/>
                    <a:pt x="5593932" y="2854215"/>
                    <a:pt x="5590847" y="2852951"/>
                  </a:cubicBezTo>
                  <a:cubicBezTo>
                    <a:pt x="5587760" y="2851689"/>
                    <a:pt x="5588041" y="2856038"/>
                    <a:pt x="5585937" y="2856178"/>
                  </a:cubicBezTo>
                  <a:cubicBezTo>
                    <a:pt x="5582717" y="2855900"/>
                    <a:pt x="5579477" y="2855900"/>
                    <a:pt x="5576258" y="2856178"/>
                  </a:cubicBezTo>
                  <a:cubicBezTo>
                    <a:pt x="5570788" y="2857441"/>
                    <a:pt x="5566018" y="2865719"/>
                    <a:pt x="5569525" y="2867824"/>
                  </a:cubicBezTo>
                  <a:cubicBezTo>
                    <a:pt x="5571967" y="2874269"/>
                    <a:pt x="5573065" y="2881144"/>
                    <a:pt x="5572752" y="2888029"/>
                  </a:cubicBezTo>
                  <a:cubicBezTo>
                    <a:pt x="5572752" y="2907390"/>
                    <a:pt x="5575978" y="2916090"/>
                    <a:pt x="5575136" y="2923386"/>
                  </a:cubicBezTo>
                  <a:cubicBezTo>
                    <a:pt x="5573874" y="2936435"/>
                    <a:pt x="5572610" y="2953833"/>
                    <a:pt x="5572610" y="2956779"/>
                  </a:cubicBezTo>
                  <a:cubicBezTo>
                    <a:pt x="5572977" y="2962288"/>
                    <a:pt x="5573916" y="2967743"/>
                    <a:pt x="5575416" y="2973056"/>
                  </a:cubicBezTo>
                  <a:cubicBezTo>
                    <a:pt x="5577245" y="2976622"/>
                    <a:pt x="5578657" y="2980389"/>
                    <a:pt x="5579625" y="2984281"/>
                  </a:cubicBezTo>
                  <a:cubicBezTo>
                    <a:pt x="5579625" y="2987087"/>
                    <a:pt x="5575136" y="2989050"/>
                    <a:pt x="5574154" y="2989751"/>
                  </a:cubicBezTo>
                  <a:cubicBezTo>
                    <a:pt x="5569168" y="2992745"/>
                    <a:pt x="5563717" y="2994879"/>
                    <a:pt x="5558022" y="2996065"/>
                  </a:cubicBezTo>
                  <a:cubicBezTo>
                    <a:pt x="5554820" y="2997234"/>
                    <a:pt x="5551277" y="2995585"/>
                    <a:pt x="5550109" y="2992382"/>
                  </a:cubicBezTo>
                  <a:cubicBezTo>
                    <a:pt x="5549819" y="2991585"/>
                    <a:pt x="5549695" y="2990738"/>
                    <a:pt x="5549747" y="2989891"/>
                  </a:cubicBezTo>
                  <a:cubicBezTo>
                    <a:pt x="5549679" y="2981706"/>
                    <a:pt x="5548402" y="2973573"/>
                    <a:pt x="5545959" y="2965758"/>
                  </a:cubicBezTo>
                  <a:cubicBezTo>
                    <a:pt x="5543714" y="2963935"/>
                    <a:pt x="5540629" y="2965758"/>
                    <a:pt x="5540629" y="2965758"/>
                  </a:cubicBezTo>
                  <a:cubicBezTo>
                    <a:pt x="5534931" y="2976475"/>
                    <a:pt x="5528656" y="2986873"/>
                    <a:pt x="5521831" y="2996907"/>
                  </a:cubicBezTo>
                  <a:cubicBezTo>
                    <a:pt x="5519584" y="2999040"/>
                    <a:pt x="5516970" y="3000752"/>
                    <a:pt x="5514116" y="3001958"/>
                  </a:cubicBezTo>
                  <a:cubicBezTo>
                    <a:pt x="5510795" y="3004545"/>
                    <a:pt x="5509177" y="3008757"/>
                    <a:pt x="5509908" y="3012902"/>
                  </a:cubicBezTo>
                  <a:cubicBezTo>
                    <a:pt x="5514817" y="3029179"/>
                    <a:pt x="5509908" y="3031282"/>
                    <a:pt x="5509908" y="3039841"/>
                  </a:cubicBezTo>
                  <a:cubicBezTo>
                    <a:pt x="5510670" y="3049312"/>
                    <a:pt x="5513598" y="3058481"/>
                    <a:pt x="5518465" y="3066640"/>
                  </a:cubicBezTo>
                  <a:cubicBezTo>
                    <a:pt x="5520667" y="3070694"/>
                    <a:pt x="5525420" y="3072632"/>
                    <a:pt x="5529827" y="3071271"/>
                  </a:cubicBezTo>
                  <a:cubicBezTo>
                    <a:pt x="5540629" y="3069306"/>
                    <a:pt x="5547642" y="3057240"/>
                    <a:pt x="5559004" y="3048962"/>
                  </a:cubicBezTo>
                  <a:cubicBezTo>
                    <a:pt x="5561497" y="3046515"/>
                    <a:pt x="5563752" y="3043837"/>
                    <a:pt x="5565737" y="3040963"/>
                  </a:cubicBezTo>
                  <a:cubicBezTo>
                    <a:pt x="5569470" y="3034087"/>
                    <a:pt x="5574198" y="3027799"/>
                    <a:pt x="5579765" y="3022303"/>
                  </a:cubicBezTo>
                  <a:cubicBezTo>
                    <a:pt x="5586903" y="3018137"/>
                    <a:pt x="5594604" y="3015018"/>
                    <a:pt x="5602630" y="3013043"/>
                  </a:cubicBezTo>
                  <a:cubicBezTo>
                    <a:pt x="5608381" y="3011499"/>
                    <a:pt x="5617639" y="3010097"/>
                    <a:pt x="5621987" y="3009115"/>
                  </a:cubicBezTo>
                  <a:cubicBezTo>
                    <a:pt x="5630344" y="3007609"/>
                    <a:pt x="5638771" y="3006532"/>
                    <a:pt x="5647236" y="3005887"/>
                  </a:cubicBezTo>
                  <a:cubicBezTo>
                    <a:pt x="5652519" y="3005320"/>
                    <a:pt x="5657734" y="3004239"/>
                    <a:pt x="5662807" y="3002660"/>
                  </a:cubicBezTo>
                  <a:cubicBezTo>
                    <a:pt x="5667735" y="3000513"/>
                    <a:pt x="5673010" y="2999278"/>
                    <a:pt x="5678378" y="2999012"/>
                  </a:cubicBezTo>
                  <a:cubicBezTo>
                    <a:pt x="5688775" y="3000319"/>
                    <a:pt x="5699335" y="2999214"/>
                    <a:pt x="5709239" y="2995785"/>
                  </a:cubicBezTo>
                  <a:cubicBezTo>
                    <a:pt x="5712044" y="2994381"/>
                    <a:pt x="5724669" y="2994663"/>
                    <a:pt x="5728877" y="2992979"/>
                  </a:cubicBezTo>
                  <a:cubicBezTo>
                    <a:pt x="5734965" y="2991398"/>
                    <a:pt x="5741246" y="2990690"/>
                    <a:pt x="5747533" y="2990874"/>
                  </a:cubicBezTo>
                  <a:cubicBezTo>
                    <a:pt x="5748573" y="2997074"/>
                    <a:pt x="5745364" y="3003208"/>
                    <a:pt x="5739678" y="3005887"/>
                  </a:cubicBezTo>
                  <a:cubicBezTo>
                    <a:pt x="5736592" y="3005887"/>
                    <a:pt x="5728597" y="3012622"/>
                    <a:pt x="5725650" y="3012762"/>
                  </a:cubicBezTo>
                  <a:cubicBezTo>
                    <a:pt x="5721204" y="3012483"/>
                    <a:pt x="5716838" y="3011439"/>
                    <a:pt x="5712747" y="3009676"/>
                  </a:cubicBezTo>
                  <a:cubicBezTo>
                    <a:pt x="5710501" y="3009676"/>
                    <a:pt x="5704891" y="3010657"/>
                    <a:pt x="5700261" y="3009676"/>
                  </a:cubicBezTo>
                  <a:cubicBezTo>
                    <a:pt x="5695193" y="3008904"/>
                    <a:pt x="5690039" y="3008904"/>
                    <a:pt x="5684971" y="3009676"/>
                  </a:cubicBezTo>
                  <a:cubicBezTo>
                    <a:pt x="5682306" y="3011218"/>
                    <a:pt x="5677677" y="3014026"/>
                    <a:pt x="5678518" y="3014306"/>
                  </a:cubicBezTo>
                  <a:cubicBezTo>
                    <a:pt x="5669261" y="3017112"/>
                    <a:pt x="5670102" y="3016690"/>
                    <a:pt x="5667577" y="3018234"/>
                  </a:cubicBezTo>
                  <a:cubicBezTo>
                    <a:pt x="5665052" y="3019778"/>
                    <a:pt x="5656637" y="3019778"/>
                    <a:pt x="5654532" y="3020479"/>
                  </a:cubicBezTo>
                  <a:cubicBezTo>
                    <a:pt x="5648849" y="3022357"/>
                    <a:pt x="5643035" y="3023811"/>
                    <a:pt x="5637138" y="3024829"/>
                  </a:cubicBezTo>
                  <a:cubicBezTo>
                    <a:pt x="5633070" y="3025810"/>
                    <a:pt x="5625214" y="3024829"/>
                    <a:pt x="5621847" y="3026231"/>
                  </a:cubicBezTo>
                  <a:cubicBezTo>
                    <a:pt x="5619722" y="3027483"/>
                    <a:pt x="5617662" y="3028842"/>
                    <a:pt x="5615675" y="3030300"/>
                  </a:cubicBezTo>
                  <a:cubicBezTo>
                    <a:pt x="5611889" y="3032545"/>
                    <a:pt x="5602490" y="3028476"/>
                    <a:pt x="5599123" y="3031422"/>
                  </a:cubicBezTo>
                  <a:cubicBezTo>
                    <a:pt x="5588884" y="3040823"/>
                    <a:pt x="5589864" y="3056538"/>
                    <a:pt x="5587340" y="3059484"/>
                  </a:cubicBezTo>
                  <a:cubicBezTo>
                    <a:pt x="5584887" y="3064189"/>
                    <a:pt x="5583817" y="3069490"/>
                    <a:pt x="5584255" y="3074778"/>
                  </a:cubicBezTo>
                  <a:cubicBezTo>
                    <a:pt x="5584253" y="3079829"/>
                    <a:pt x="5584253" y="3082775"/>
                    <a:pt x="5588462" y="3085020"/>
                  </a:cubicBezTo>
                  <a:cubicBezTo>
                    <a:pt x="5592096" y="3086281"/>
                    <a:pt x="5596050" y="3086281"/>
                    <a:pt x="5599683" y="3085020"/>
                  </a:cubicBezTo>
                  <a:cubicBezTo>
                    <a:pt x="5604640" y="3083905"/>
                    <a:pt x="5609227" y="3081538"/>
                    <a:pt x="5613009" y="3078146"/>
                  </a:cubicBezTo>
                  <a:cubicBezTo>
                    <a:pt x="5616034" y="3074404"/>
                    <a:pt x="5620155" y="3071706"/>
                    <a:pt x="5624794" y="3070428"/>
                  </a:cubicBezTo>
                  <a:cubicBezTo>
                    <a:pt x="5627739" y="3070428"/>
                    <a:pt x="5636156" y="3067482"/>
                    <a:pt x="5635455" y="3071411"/>
                  </a:cubicBezTo>
                  <a:cubicBezTo>
                    <a:pt x="5634262" y="3076269"/>
                    <a:pt x="5632521" y="3080977"/>
                    <a:pt x="5630263" y="3085442"/>
                  </a:cubicBezTo>
                  <a:cubicBezTo>
                    <a:pt x="5628861" y="3088388"/>
                    <a:pt x="5629423" y="3096385"/>
                    <a:pt x="5628300" y="3099472"/>
                  </a:cubicBezTo>
                  <a:cubicBezTo>
                    <a:pt x="5627178" y="3102558"/>
                    <a:pt x="5627458" y="3104102"/>
                    <a:pt x="5624373" y="3105926"/>
                  </a:cubicBezTo>
                  <a:cubicBezTo>
                    <a:pt x="5621024" y="3108414"/>
                    <a:pt x="5617277" y="3110313"/>
                    <a:pt x="5613291" y="3111538"/>
                  </a:cubicBezTo>
                  <a:cubicBezTo>
                    <a:pt x="5607029" y="3112613"/>
                    <a:pt x="5600877" y="3114257"/>
                    <a:pt x="5594914" y="3116449"/>
                  </a:cubicBezTo>
                  <a:cubicBezTo>
                    <a:pt x="5590006" y="3119115"/>
                    <a:pt x="5583131" y="3125709"/>
                    <a:pt x="5580046" y="3125709"/>
                  </a:cubicBezTo>
                  <a:cubicBezTo>
                    <a:pt x="5576961" y="3125709"/>
                    <a:pt x="5567702" y="3121780"/>
                    <a:pt x="5564755" y="3121780"/>
                  </a:cubicBezTo>
                  <a:cubicBezTo>
                    <a:pt x="5556228" y="3123003"/>
                    <a:pt x="5548599" y="3127733"/>
                    <a:pt x="5543714" y="3134830"/>
                  </a:cubicBezTo>
                  <a:cubicBezTo>
                    <a:pt x="5541797" y="3140452"/>
                    <a:pt x="5540619" y="3146300"/>
                    <a:pt x="5540208" y="3152228"/>
                  </a:cubicBezTo>
                  <a:cubicBezTo>
                    <a:pt x="5540208" y="3155174"/>
                    <a:pt x="5538243" y="3162891"/>
                    <a:pt x="5542031" y="3164855"/>
                  </a:cubicBezTo>
                  <a:cubicBezTo>
                    <a:pt x="5544770" y="3165734"/>
                    <a:pt x="5547403" y="3166911"/>
                    <a:pt x="5549886" y="3168364"/>
                  </a:cubicBezTo>
                  <a:cubicBezTo>
                    <a:pt x="5556620" y="3174957"/>
                    <a:pt x="5561530" y="3172712"/>
                    <a:pt x="5567141" y="3172572"/>
                  </a:cubicBezTo>
                  <a:cubicBezTo>
                    <a:pt x="5570226" y="3172572"/>
                    <a:pt x="5581168" y="3165977"/>
                    <a:pt x="5586358" y="3165697"/>
                  </a:cubicBezTo>
                  <a:cubicBezTo>
                    <a:pt x="5594268" y="3165007"/>
                    <a:pt x="5602105" y="3163645"/>
                    <a:pt x="5609784" y="3161629"/>
                  </a:cubicBezTo>
                  <a:cubicBezTo>
                    <a:pt x="5617217" y="3159571"/>
                    <a:pt x="5624825" y="3158208"/>
                    <a:pt x="5632508" y="3157559"/>
                  </a:cubicBezTo>
                  <a:cubicBezTo>
                    <a:pt x="5640645" y="3157559"/>
                    <a:pt x="5641206" y="3163453"/>
                    <a:pt x="5639241" y="3167100"/>
                  </a:cubicBezTo>
                  <a:cubicBezTo>
                    <a:pt x="5632929" y="3178746"/>
                    <a:pt x="5627599" y="3204562"/>
                    <a:pt x="5614974" y="3209192"/>
                  </a:cubicBezTo>
                  <a:cubicBezTo>
                    <a:pt x="5608942" y="3211157"/>
                    <a:pt x="5596879" y="3212559"/>
                    <a:pt x="5584113" y="3214804"/>
                  </a:cubicBezTo>
                  <a:cubicBezTo>
                    <a:pt x="5576679" y="3216208"/>
                    <a:pt x="5569244" y="3216067"/>
                    <a:pt x="5571348" y="3221118"/>
                  </a:cubicBezTo>
                  <a:cubicBezTo>
                    <a:pt x="5573453" y="3226169"/>
                    <a:pt x="5595056" y="3235148"/>
                    <a:pt x="5595196" y="3243708"/>
                  </a:cubicBezTo>
                  <a:cubicBezTo>
                    <a:pt x="5595196" y="3248338"/>
                    <a:pt x="5593792" y="3256195"/>
                    <a:pt x="5596739" y="3258580"/>
                  </a:cubicBezTo>
                  <a:cubicBezTo>
                    <a:pt x="5604800" y="3260927"/>
                    <a:pt x="5613364" y="3260927"/>
                    <a:pt x="5621427" y="3258580"/>
                  </a:cubicBezTo>
                  <a:cubicBezTo>
                    <a:pt x="5626667" y="3256343"/>
                    <a:pt x="5632190" y="3254833"/>
                    <a:pt x="5637839" y="3254090"/>
                  </a:cubicBezTo>
                  <a:cubicBezTo>
                    <a:pt x="5644817" y="3252108"/>
                    <a:pt x="5651657" y="3249670"/>
                    <a:pt x="5658318" y="3246794"/>
                  </a:cubicBezTo>
                  <a:cubicBezTo>
                    <a:pt x="5668560" y="3243568"/>
                    <a:pt x="5667857" y="3229256"/>
                    <a:pt x="5672346" y="3219575"/>
                  </a:cubicBezTo>
                  <a:cubicBezTo>
                    <a:pt x="5673188" y="3218453"/>
                    <a:pt x="5680061" y="3212841"/>
                    <a:pt x="5679640" y="3206947"/>
                  </a:cubicBezTo>
                  <a:cubicBezTo>
                    <a:pt x="5679843" y="3200454"/>
                    <a:pt x="5681173" y="3194045"/>
                    <a:pt x="5683568" y="3188005"/>
                  </a:cubicBezTo>
                  <a:cubicBezTo>
                    <a:pt x="5684647" y="3182542"/>
                    <a:pt x="5685351" y="3177010"/>
                    <a:pt x="5685672" y="3171450"/>
                  </a:cubicBezTo>
                  <a:cubicBezTo>
                    <a:pt x="5685593" y="3164979"/>
                    <a:pt x="5685172" y="3158515"/>
                    <a:pt x="5684410" y="3152087"/>
                  </a:cubicBezTo>
                  <a:cubicBezTo>
                    <a:pt x="5684410" y="3144651"/>
                    <a:pt x="5706714" y="3140442"/>
                    <a:pt x="5712465" y="3139460"/>
                  </a:cubicBezTo>
                  <a:cubicBezTo>
                    <a:pt x="5718216" y="3138477"/>
                    <a:pt x="5720882" y="3136374"/>
                    <a:pt x="5724528" y="3135391"/>
                  </a:cubicBezTo>
                  <a:cubicBezTo>
                    <a:pt x="5731822" y="3133426"/>
                    <a:pt x="5735750" y="3133286"/>
                    <a:pt x="5742343" y="3132024"/>
                  </a:cubicBezTo>
                  <a:cubicBezTo>
                    <a:pt x="5745991" y="3131181"/>
                    <a:pt x="5749498" y="3126831"/>
                    <a:pt x="5752443" y="3123324"/>
                  </a:cubicBezTo>
                  <a:cubicBezTo>
                    <a:pt x="5755093" y="3117793"/>
                    <a:pt x="5756573" y="3111775"/>
                    <a:pt x="5756792" y="3105646"/>
                  </a:cubicBezTo>
                  <a:cubicBezTo>
                    <a:pt x="5758054" y="3100595"/>
                    <a:pt x="5751321" y="3099191"/>
                    <a:pt x="5750199" y="3098911"/>
                  </a:cubicBezTo>
                  <a:cubicBezTo>
                    <a:pt x="5741642" y="3096245"/>
                    <a:pt x="5736171" y="3092738"/>
                    <a:pt x="5733226" y="3091895"/>
                  </a:cubicBezTo>
                  <a:cubicBezTo>
                    <a:pt x="5723687" y="3089650"/>
                    <a:pt x="5719198" y="3083337"/>
                    <a:pt x="5715832" y="3083055"/>
                  </a:cubicBezTo>
                  <a:cubicBezTo>
                    <a:pt x="5712465" y="3082775"/>
                    <a:pt x="5709940" y="3087827"/>
                    <a:pt x="5705872" y="3088388"/>
                  </a:cubicBezTo>
                  <a:cubicBezTo>
                    <a:pt x="5700719" y="3090130"/>
                    <a:pt x="5695662" y="3092144"/>
                    <a:pt x="5690722" y="3094421"/>
                  </a:cubicBezTo>
                  <a:cubicBezTo>
                    <a:pt x="5686655" y="3095402"/>
                    <a:pt x="5682867" y="3094421"/>
                    <a:pt x="5682306" y="3092738"/>
                  </a:cubicBezTo>
                  <a:cubicBezTo>
                    <a:pt x="5681114" y="3087016"/>
                    <a:pt x="5682114" y="3081056"/>
                    <a:pt x="5685111" y="3076041"/>
                  </a:cubicBezTo>
                  <a:cubicBezTo>
                    <a:pt x="5690144" y="3069751"/>
                    <a:pt x="5696102" y="3064262"/>
                    <a:pt x="5702787" y="3059765"/>
                  </a:cubicBezTo>
                  <a:cubicBezTo>
                    <a:pt x="5707393" y="3056809"/>
                    <a:pt x="5711200" y="3052761"/>
                    <a:pt x="5713867" y="3047979"/>
                  </a:cubicBezTo>
                  <a:cubicBezTo>
                    <a:pt x="5721051" y="3037468"/>
                    <a:pt x="5731743" y="3029858"/>
                    <a:pt x="5744027" y="3026513"/>
                  </a:cubicBezTo>
                  <a:cubicBezTo>
                    <a:pt x="5749786" y="3025103"/>
                    <a:pt x="5755802" y="3025103"/>
                    <a:pt x="5761561" y="3026513"/>
                  </a:cubicBezTo>
                  <a:cubicBezTo>
                    <a:pt x="5765879" y="3028796"/>
                    <a:pt x="5770933" y="3029250"/>
                    <a:pt x="5775588" y="3027775"/>
                  </a:cubicBezTo>
                  <a:cubicBezTo>
                    <a:pt x="5778454" y="3024805"/>
                    <a:pt x="5782405" y="3023133"/>
                    <a:pt x="5786530" y="3023145"/>
                  </a:cubicBezTo>
                  <a:cubicBezTo>
                    <a:pt x="5798973" y="3023487"/>
                    <a:pt x="5811250" y="3020223"/>
                    <a:pt x="5821880" y="3013744"/>
                  </a:cubicBezTo>
                  <a:cubicBezTo>
                    <a:pt x="5825890" y="3006569"/>
                    <a:pt x="5828103" y="2998529"/>
                    <a:pt x="5828333" y="2990313"/>
                  </a:cubicBezTo>
                  <a:cubicBezTo>
                    <a:pt x="5829078" y="2981243"/>
                    <a:pt x="5826968" y="2972168"/>
                    <a:pt x="5822301" y="2964356"/>
                  </a:cubicBezTo>
                  <a:lnTo>
                    <a:pt x="5821458" y="2964496"/>
                  </a:lnTo>
                  <a:cubicBezTo>
                    <a:pt x="5818092" y="2960428"/>
                    <a:pt x="5812621" y="2962111"/>
                    <a:pt x="5810096" y="2960428"/>
                  </a:cubicBezTo>
                  <a:cubicBezTo>
                    <a:pt x="5807571" y="2958744"/>
                    <a:pt x="5803222" y="2958463"/>
                    <a:pt x="5800137" y="2957481"/>
                  </a:cubicBezTo>
                  <a:cubicBezTo>
                    <a:pt x="5797050" y="2956499"/>
                    <a:pt x="5794104" y="2951869"/>
                    <a:pt x="5791299" y="2951027"/>
                  </a:cubicBezTo>
                  <a:cubicBezTo>
                    <a:pt x="5787678" y="2950417"/>
                    <a:pt x="5783980" y="2950417"/>
                    <a:pt x="5780358" y="2951027"/>
                  </a:cubicBezTo>
                  <a:cubicBezTo>
                    <a:pt x="5775987" y="2955347"/>
                    <a:pt x="5770497" y="2958361"/>
                    <a:pt x="5764506" y="2959726"/>
                  </a:cubicBezTo>
                  <a:cubicBezTo>
                    <a:pt x="5761561" y="2959726"/>
                    <a:pt x="5756792" y="2960707"/>
                    <a:pt x="5756371" y="2957200"/>
                  </a:cubicBezTo>
                  <a:cubicBezTo>
                    <a:pt x="5756306" y="2951192"/>
                    <a:pt x="5757254" y="2945215"/>
                    <a:pt x="5759176" y="2939522"/>
                  </a:cubicBezTo>
                  <a:cubicBezTo>
                    <a:pt x="5760720" y="2934050"/>
                    <a:pt x="5762262" y="2927736"/>
                    <a:pt x="5762683" y="2925491"/>
                  </a:cubicBezTo>
                  <a:cubicBezTo>
                    <a:pt x="5763104" y="2923246"/>
                    <a:pt x="5766611" y="2914828"/>
                    <a:pt x="5766892" y="2913706"/>
                  </a:cubicBezTo>
                  <a:cubicBezTo>
                    <a:pt x="5768416" y="2901327"/>
                    <a:pt x="5773263" y="2889593"/>
                    <a:pt x="5780919" y="2879750"/>
                  </a:cubicBezTo>
                  <a:cubicBezTo>
                    <a:pt x="5786951" y="2873858"/>
                    <a:pt x="5800137" y="2866702"/>
                    <a:pt x="5798874" y="2865719"/>
                  </a:cubicBezTo>
                  <a:cubicBezTo>
                    <a:pt x="5797612" y="2864738"/>
                    <a:pt x="5799855" y="2852951"/>
                    <a:pt x="5800418" y="2848742"/>
                  </a:cubicBezTo>
                  <a:cubicBezTo>
                    <a:pt x="5800995" y="2845154"/>
                    <a:pt x="5799730" y="2841517"/>
                    <a:pt x="5797051" y="2839062"/>
                  </a:cubicBezTo>
                  <a:cubicBezTo>
                    <a:pt x="5792942" y="2835868"/>
                    <a:pt x="5788526" y="2833094"/>
                    <a:pt x="5783865" y="2830783"/>
                  </a:cubicBezTo>
                  <a:cubicBezTo>
                    <a:pt x="5779846" y="2828989"/>
                    <a:pt x="5775168" y="2829527"/>
                    <a:pt x="5771662" y="2832187"/>
                  </a:cubicBezTo>
                  <a:cubicBezTo>
                    <a:pt x="5769837" y="2833589"/>
                    <a:pt x="5768995" y="2836677"/>
                    <a:pt x="5768014" y="2837378"/>
                  </a:cubicBezTo>
                  <a:cubicBezTo>
                    <a:pt x="5764508" y="2839763"/>
                    <a:pt x="5730700" y="2845094"/>
                    <a:pt x="5727194" y="2858985"/>
                  </a:cubicBezTo>
                  <a:cubicBezTo>
                    <a:pt x="5725510" y="2865859"/>
                    <a:pt x="5735470" y="2869789"/>
                    <a:pt x="5735330" y="2878628"/>
                  </a:cubicBezTo>
                  <a:cubicBezTo>
                    <a:pt x="5734983" y="2882328"/>
                    <a:pt x="5733986" y="2885938"/>
                    <a:pt x="5732384" y="2889291"/>
                  </a:cubicBezTo>
                  <a:cubicBezTo>
                    <a:pt x="5730981" y="2892378"/>
                    <a:pt x="5728456" y="2898411"/>
                    <a:pt x="5725932" y="2898972"/>
                  </a:cubicBezTo>
                  <a:cubicBezTo>
                    <a:pt x="5723406" y="2899533"/>
                    <a:pt x="5718497" y="2898972"/>
                    <a:pt x="5714570" y="2904725"/>
                  </a:cubicBezTo>
                  <a:cubicBezTo>
                    <a:pt x="5708398" y="2913706"/>
                    <a:pt x="5715690" y="2915529"/>
                    <a:pt x="5715690" y="2918054"/>
                  </a:cubicBezTo>
                  <a:cubicBezTo>
                    <a:pt x="5715690" y="2920580"/>
                    <a:pt x="5710782" y="2924088"/>
                    <a:pt x="5709239" y="2925631"/>
                  </a:cubicBezTo>
                  <a:cubicBezTo>
                    <a:pt x="5707264" y="2928488"/>
                    <a:pt x="5704479" y="2930685"/>
                    <a:pt x="5701243" y="2931945"/>
                  </a:cubicBezTo>
                  <a:cubicBezTo>
                    <a:pt x="5699420" y="2931945"/>
                    <a:pt x="5699279" y="2941907"/>
                    <a:pt x="5704049" y="2945976"/>
                  </a:cubicBezTo>
                  <a:cubicBezTo>
                    <a:pt x="5708817" y="2950044"/>
                    <a:pt x="5713727" y="2947659"/>
                    <a:pt x="5716253" y="2950044"/>
                  </a:cubicBezTo>
                  <a:cubicBezTo>
                    <a:pt x="5719198" y="2957200"/>
                    <a:pt x="5709940" y="2964075"/>
                    <a:pt x="5702226" y="2964075"/>
                  </a:cubicBezTo>
                  <a:cubicBezTo>
                    <a:pt x="5692124" y="2964075"/>
                    <a:pt x="5699279" y="2950887"/>
                    <a:pt x="5694790" y="2952149"/>
                  </a:cubicBezTo>
                  <a:cubicBezTo>
                    <a:pt x="5686373" y="2954394"/>
                    <a:pt x="5676975" y="2947941"/>
                    <a:pt x="5679640" y="2944152"/>
                  </a:cubicBezTo>
                  <a:cubicBezTo>
                    <a:pt x="5682306" y="2940363"/>
                    <a:pt x="5692545" y="2926333"/>
                    <a:pt x="5692124" y="2926053"/>
                  </a:cubicBezTo>
                  <a:cubicBezTo>
                    <a:pt x="5703066" y="2903743"/>
                    <a:pt x="5709099" y="2898832"/>
                    <a:pt x="5708677" y="2892518"/>
                  </a:cubicBezTo>
                  <a:cubicBezTo>
                    <a:pt x="5708256" y="2886205"/>
                    <a:pt x="5701944" y="2881855"/>
                    <a:pt x="5701103" y="2881154"/>
                  </a:cubicBezTo>
                  <a:cubicBezTo>
                    <a:pt x="5700261" y="2880451"/>
                    <a:pt x="5700261" y="2868947"/>
                    <a:pt x="5701103" y="2867123"/>
                  </a:cubicBezTo>
                  <a:cubicBezTo>
                    <a:pt x="5703900" y="2860932"/>
                    <a:pt x="5708075" y="2855461"/>
                    <a:pt x="5713306" y="2851127"/>
                  </a:cubicBezTo>
                  <a:cubicBezTo>
                    <a:pt x="5718216" y="2846779"/>
                    <a:pt x="5723406" y="2837939"/>
                    <a:pt x="5719620" y="2832888"/>
                  </a:cubicBezTo>
                  <a:cubicBezTo>
                    <a:pt x="5715832" y="2827837"/>
                    <a:pt x="5711202" y="2821803"/>
                    <a:pt x="5704750" y="2821382"/>
                  </a:cubicBezTo>
                  <a:close/>
                  <a:moveTo>
                    <a:pt x="2853810" y="2819619"/>
                  </a:moveTo>
                  <a:lnTo>
                    <a:pt x="2853844" y="2819624"/>
                  </a:lnTo>
                  <a:lnTo>
                    <a:pt x="2835735" y="2826223"/>
                  </a:lnTo>
                  <a:cubicBezTo>
                    <a:pt x="2835735" y="2826223"/>
                    <a:pt x="2846411" y="2833997"/>
                    <a:pt x="2854746" y="2832217"/>
                  </a:cubicBezTo>
                  <a:cubicBezTo>
                    <a:pt x="2861521" y="2830667"/>
                    <a:pt x="2867702" y="2827188"/>
                    <a:pt x="2872538" y="2822196"/>
                  </a:cubicBezTo>
                  <a:lnTo>
                    <a:pt x="2853844" y="2819624"/>
                  </a:lnTo>
                  <a:lnTo>
                    <a:pt x="2853857" y="2819619"/>
                  </a:lnTo>
                  <a:close/>
                  <a:moveTo>
                    <a:pt x="2866077" y="2775317"/>
                  </a:moveTo>
                  <a:cubicBezTo>
                    <a:pt x="2860088" y="2778371"/>
                    <a:pt x="2855187" y="2783195"/>
                    <a:pt x="2852031" y="2789133"/>
                  </a:cubicBezTo>
                  <a:cubicBezTo>
                    <a:pt x="2849179" y="2794243"/>
                    <a:pt x="2848233" y="2800204"/>
                    <a:pt x="2849362" y="2805946"/>
                  </a:cubicBezTo>
                  <a:cubicBezTo>
                    <a:pt x="2848519" y="2807023"/>
                    <a:pt x="2847348" y="2808474"/>
                    <a:pt x="2846318" y="2809598"/>
                  </a:cubicBezTo>
                  <a:cubicBezTo>
                    <a:pt x="2842091" y="2814066"/>
                    <a:pt x="2837553" y="2818224"/>
                    <a:pt x="2832740" y="2822057"/>
                  </a:cubicBezTo>
                  <a:cubicBezTo>
                    <a:pt x="2834004" y="2820744"/>
                    <a:pt x="2841403" y="2812689"/>
                    <a:pt x="2840981" y="2804821"/>
                  </a:cubicBezTo>
                  <a:cubicBezTo>
                    <a:pt x="2840653" y="2797735"/>
                    <a:pt x="2839506" y="2790711"/>
                    <a:pt x="2837563" y="2783887"/>
                  </a:cubicBezTo>
                  <a:cubicBezTo>
                    <a:pt x="2832745" y="2789128"/>
                    <a:pt x="2829500" y="2795619"/>
                    <a:pt x="2828198" y="2802620"/>
                  </a:cubicBezTo>
                  <a:cubicBezTo>
                    <a:pt x="2827604" y="2809415"/>
                    <a:pt x="2829144" y="2816225"/>
                    <a:pt x="2832600" y="2822102"/>
                  </a:cubicBezTo>
                  <a:lnTo>
                    <a:pt x="2815100" y="2832418"/>
                  </a:lnTo>
                  <a:lnTo>
                    <a:pt x="2816674" y="2830556"/>
                  </a:lnTo>
                  <a:cubicBezTo>
                    <a:pt x="2819044" y="2827161"/>
                    <a:pt x="2821385" y="2822618"/>
                    <a:pt x="2821268" y="2818027"/>
                  </a:cubicBezTo>
                  <a:lnTo>
                    <a:pt x="2821128" y="2818027"/>
                  </a:lnTo>
                  <a:cubicBezTo>
                    <a:pt x="2820735" y="2810633"/>
                    <a:pt x="2819480" y="2803309"/>
                    <a:pt x="2817382" y="2796204"/>
                  </a:cubicBezTo>
                  <a:cubicBezTo>
                    <a:pt x="2812172" y="2801665"/>
                    <a:pt x="2808646" y="2808507"/>
                    <a:pt x="2807223" y="2815921"/>
                  </a:cubicBezTo>
                  <a:lnTo>
                    <a:pt x="2811519" y="2834529"/>
                  </a:lnTo>
                  <a:lnTo>
                    <a:pt x="2788823" y="2847907"/>
                  </a:lnTo>
                  <a:cubicBezTo>
                    <a:pt x="2790461" y="2846455"/>
                    <a:pt x="2798842" y="2838540"/>
                    <a:pt x="2798561" y="2830392"/>
                  </a:cubicBezTo>
                  <a:cubicBezTo>
                    <a:pt x="2798280" y="2823072"/>
                    <a:pt x="2797067" y="2815817"/>
                    <a:pt x="2794956" y="2808802"/>
                  </a:cubicBezTo>
                  <a:cubicBezTo>
                    <a:pt x="2789431" y="2813977"/>
                    <a:pt x="2785568" y="2820679"/>
                    <a:pt x="2783859" y="2828050"/>
                  </a:cubicBezTo>
                  <a:cubicBezTo>
                    <a:pt x="2783106" y="2835071"/>
                    <a:pt x="2784753" y="2842137"/>
                    <a:pt x="2788542" y="2848094"/>
                  </a:cubicBezTo>
                  <a:lnTo>
                    <a:pt x="2777251" y="2852221"/>
                  </a:lnTo>
                  <a:lnTo>
                    <a:pt x="2773892" y="2842310"/>
                  </a:lnTo>
                  <a:cubicBezTo>
                    <a:pt x="2771428" y="2838048"/>
                    <a:pt x="2767448" y="2834372"/>
                    <a:pt x="2760917" y="2834372"/>
                  </a:cubicBezTo>
                  <a:lnTo>
                    <a:pt x="2760308" y="2834372"/>
                  </a:lnTo>
                  <a:cubicBezTo>
                    <a:pt x="2747245" y="2834372"/>
                    <a:pt x="2744435" y="2848937"/>
                    <a:pt x="2743499" y="2853761"/>
                  </a:cubicBezTo>
                  <a:lnTo>
                    <a:pt x="2743499" y="2854369"/>
                  </a:lnTo>
                  <a:cubicBezTo>
                    <a:pt x="2742985" y="2856991"/>
                    <a:pt x="2737882" y="2883170"/>
                    <a:pt x="2736149" y="2892209"/>
                  </a:cubicBezTo>
                  <a:cubicBezTo>
                    <a:pt x="2687015" y="2892570"/>
                    <a:pt x="2638126" y="2885274"/>
                    <a:pt x="2591240" y="2870572"/>
                  </a:cubicBezTo>
                  <a:lnTo>
                    <a:pt x="2586276" y="2868886"/>
                  </a:lnTo>
                  <a:lnTo>
                    <a:pt x="2586276" y="2874132"/>
                  </a:lnTo>
                  <a:cubicBezTo>
                    <a:pt x="2586347" y="2888893"/>
                    <a:pt x="2591394" y="2903199"/>
                    <a:pt x="2600603" y="2914735"/>
                  </a:cubicBezTo>
                  <a:cubicBezTo>
                    <a:pt x="2609865" y="2925861"/>
                    <a:pt x="2622268" y="2933941"/>
                    <a:pt x="2636187" y="2937916"/>
                  </a:cubicBezTo>
                  <a:cubicBezTo>
                    <a:pt x="2637733" y="2948562"/>
                    <a:pt x="2642990" y="2958315"/>
                    <a:pt x="2651029" y="2965453"/>
                  </a:cubicBezTo>
                  <a:cubicBezTo>
                    <a:pt x="2653140" y="2967176"/>
                    <a:pt x="2655435" y="2968670"/>
                    <a:pt x="2657865" y="2969902"/>
                  </a:cubicBezTo>
                  <a:cubicBezTo>
                    <a:pt x="2625652" y="2966296"/>
                    <a:pt x="2601213" y="2961707"/>
                    <a:pt x="2589554" y="2959505"/>
                  </a:cubicBezTo>
                  <a:lnTo>
                    <a:pt x="2584122" y="2958475"/>
                  </a:lnTo>
                  <a:cubicBezTo>
                    <a:pt x="2578973" y="2957586"/>
                    <a:pt x="2573729" y="2956461"/>
                    <a:pt x="2569467" y="2955431"/>
                  </a:cubicBezTo>
                  <a:cubicBezTo>
                    <a:pt x="2575789" y="2967378"/>
                    <a:pt x="2583401" y="2978589"/>
                    <a:pt x="2592176" y="2988869"/>
                  </a:cubicBezTo>
                  <a:cubicBezTo>
                    <a:pt x="2606985" y="3006483"/>
                    <a:pt x="2625160" y="3020958"/>
                    <a:pt x="2645645" y="3031439"/>
                  </a:cubicBezTo>
                  <a:cubicBezTo>
                    <a:pt x="2663680" y="3040571"/>
                    <a:pt x="2683059" y="3046753"/>
                    <a:pt x="2703047" y="3049750"/>
                  </a:cubicBezTo>
                  <a:cubicBezTo>
                    <a:pt x="2706146" y="3050185"/>
                    <a:pt x="2709278" y="3050391"/>
                    <a:pt x="2712411" y="3050358"/>
                  </a:cubicBezTo>
                  <a:cubicBezTo>
                    <a:pt x="2718253" y="3050335"/>
                    <a:pt x="2724088" y="3049914"/>
                    <a:pt x="2729875" y="3049094"/>
                  </a:cubicBezTo>
                  <a:lnTo>
                    <a:pt x="2735400" y="3048297"/>
                  </a:lnTo>
                  <a:lnTo>
                    <a:pt x="2724677" y="3093115"/>
                  </a:lnTo>
                  <a:lnTo>
                    <a:pt x="2760449" y="3095410"/>
                  </a:lnTo>
                  <a:lnTo>
                    <a:pt x="2796173" y="3093115"/>
                  </a:lnTo>
                  <a:lnTo>
                    <a:pt x="2785450" y="3048297"/>
                  </a:lnTo>
                  <a:lnTo>
                    <a:pt x="2790975" y="3049094"/>
                  </a:lnTo>
                  <a:cubicBezTo>
                    <a:pt x="2796762" y="3049914"/>
                    <a:pt x="2802597" y="3050335"/>
                    <a:pt x="2808439" y="3050358"/>
                  </a:cubicBezTo>
                  <a:cubicBezTo>
                    <a:pt x="2811572" y="3050386"/>
                    <a:pt x="2814699" y="3050185"/>
                    <a:pt x="2817804" y="3049750"/>
                  </a:cubicBezTo>
                  <a:cubicBezTo>
                    <a:pt x="2837778" y="3046743"/>
                    <a:pt x="2857139" y="3040561"/>
                    <a:pt x="2875159" y="3031439"/>
                  </a:cubicBezTo>
                  <a:cubicBezTo>
                    <a:pt x="2895638" y="3020953"/>
                    <a:pt x="2913818" y="3006483"/>
                    <a:pt x="2928629" y="2988869"/>
                  </a:cubicBezTo>
                  <a:cubicBezTo>
                    <a:pt x="2937402" y="2978589"/>
                    <a:pt x="2945016" y="2967378"/>
                    <a:pt x="2951336" y="2955431"/>
                  </a:cubicBezTo>
                  <a:cubicBezTo>
                    <a:pt x="2947122" y="2956461"/>
                    <a:pt x="2941971" y="2957586"/>
                    <a:pt x="2936681" y="2958475"/>
                  </a:cubicBezTo>
                  <a:lnTo>
                    <a:pt x="2936962" y="2958475"/>
                  </a:lnTo>
                  <a:lnTo>
                    <a:pt x="2931578" y="2959505"/>
                  </a:lnTo>
                  <a:cubicBezTo>
                    <a:pt x="2919873" y="2961707"/>
                    <a:pt x="2895386" y="2966296"/>
                    <a:pt x="2863220" y="2969949"/>
                  </a:cubicBezTo>
                  <a:cubicBezTo>
                    <a:pt x="2865650" y="2968623"/>
                    <a:pt x="2867940" y="2967055"/>
                    <a:pt x="2870056" y="2965265"/>
                  </a:cubicBezTo>
                  <a:cubicBezTo>
                    <a:pt x="2878118" y="2958142"/>
                    <a:pt x="2883376" y="2948378"/>
                    <a:pt x="2884897" y="2937729"/>
                  </a:cubicBezTo>
                  <a:cubicBezTo>
                    <a:pt x="2898822" y="2933767"/>
                    <a:pt x="2911230" y="2925683"/>
                    <a:pt x="2920481" y="2914548"/>
                  </a:cubicBezTo>
                  <a:cubicBezTo>
                    <a:pt x="2929724" y="2903031"/>
                    <a:pt x="2934776" y="2888711"/>
                    <a:pt x="2934808" y="2873945"/>
                  </a:cubicBezTo>
                  <a:lnTo>
                    <a:pt x="2934808" y="2868700"/>
                  </a:lnTo>
                  <a:lnTo>
                    <a:pt x="2929799" y="2870385"/>
                  </a:lnTo>
                  <a:cubicBezTo>
                    <a:pt x="2882997" y="2885123"/>
                    <a:pt x="2834186" y="2892485"/>
                    <a:pt x="2785122" y="2892209"/>
                  </a:cubicBezTo>
                  <a:cubicBezTo>
                    <a:pt x="2783823" y="2885430"/>
                    <a:pt x="2780628" y="2869009"/>
                    <a:pt x="2778894" y="2860117"/>
                  </a:cubicBezTo>
                  <a:lnTo>
                    <a:pt x="2778478" y="2857984"/>
                  </a:lnTo>
                  <a:lnTo>
                    <a:pt x="2790228" y="2853667"/>
                  </a:lnTo>
                  <a:cubicBezTo>
                    <a:pt x="2792750" y="2860350"/>
                    <a:pt x="2798322" y="2865418"/>
                    <a:pt x="2805210" y="2867295"/>
                  </a:cubicBezTo>
                  <a:cubicBezTo>
                    <a:pt x="2819537" y="2870527"/>
                    <a:pt x="2826373" y="2866920"/>
                    <a:pt x="2826373" y="2866920"/>
                  </a:cubicBezTo>
                  <a:cubicBezTo>
                    <a:pt x="2821170" y="2861629"/>
                    <a:pt x="2815108" y="2857259"/>
                    <a:pt x="2808440" y="2853995"/>
                  </a:cubicBezTo>
                  <a:lnTo>
                    <a:pt x="2808253" y="2854136"/>
                  </a:lnTo>
                  <a:cubicBezTo>
                    <a:pt x="2803098" y="2851808"/>
                    <a:pt x="2797279" y="2851429"/>
                    <a:pt x="2791866" y="2853059"/>
                  </a:cubicBezTo>
                  <a:cubicBezTo>
                    <a:pt x="2815276" y="2842942"/>
                    <a:pt x="2835877" y="2828284"/>
                    <a:pt x="2847208" y="2814797"/>
                  </a:cubicBezTo>
                  <a:cubicBezTo>
                    <a:pt x="2849025" y="2812718"/>
                    <a:pt x="2850467" y="2810343"/>
                    <a:pt x="2851468" y="2807771"/>
                  </a:cubicBezTo>
                  <a:cubicBezTo>
                    <a:pt x="2856750" y="2805917"/>
                    <a:pt x="2860838" y="2801655"/>
                    <a:pt x="2862471" y="2796298"/>
                  </a:cubicBezTo>
                  <a:cubicBezTo>
                    <a:pt x="2864719" y="2789526"/>
                    <a:pt x="2865936" y="2782455"/>
                    <a:pt x="2866077" y="2775317"/>
                  </a:cubicBezTo>
                  <a:close/>
                  <a:moveTo>
                    <a:pt x="6538500" y="2657687"/>
                  </a:moveTo>
                  <a:lnTo>
                    <a:pt x="6538500" y="2700647"/>
                  </a:lnTo>
                  <a:lnTo>
                    <a:pt x="6627491" y="2700647"/>
                  </a:lnTo>
                  <a:lnTo>
                    <a:pt x="6639669" y="2787465"/>
                  </a:lnTo>
                  <a:lnTo>
                    <a:pt x="6639751" y="2787465"/>
                  </a:lnTo>
                  <a:lnTo>
                    <a:pt x="6639751" y="2657687"/>
                  </a:lnTo>
                  <a:close/>
                  <a:moveTo>
                    <a:pt x="7850927" y="2657605"/>
                  </a:moveTo>
                  <a:lnTo>
                    <a:pt x="7850927" y="2845776"/>
                  </a:lnTo>
                  <a:lnTo>
                    <a:pt x="7952177" y="2845776"/>
                  </a:lnTo>
                  <a:lnTo>
                    <a:pt x="7952177" y="2657605"/>
                  </a:lnTo>
                  <a:close/>
                  <a:moveTo>
                    <a:pt x="7404438" y="2657605"/>
                  </a:moveTo>
                  <a:lnTo>
                    <a:pt x="7404438" y="2845776"/>
                  </a:lnTo>
                  <a:lnTo>
                    <a:pt x="7505686" y="2845776"/>
                  </a:lnTo>
                  <a:lnTo>
                    <a:pt x="7505686" y="2657605"/>
                  </a:lnTo>
                  <a:close/>
                  <a:moveTo>
                    <a:pt x="6972971" y="2657605"/>
                  </a:moveTo>
                  <a:lnTo>
                    <a:pt x="6972971" y="2845776"/>
                  </a:lnTo>
                  <a:lnTo>
                    <a:pt x="7074139" y="2845776"/>
                  </a:lnTo>
                  <a:lnTo>
                    <a:pt x="7074221" y="2845776"/>
                  </a:lnTo>
                  <a:lnTo>
                    <a:pt x="7074221" y="2657605"/>
                  </a:lnTo>
                  <a:close/>
                  <a:moveTo>
                    <a:pt x="6106873" y="2657605"/>
                  </a:moveTo>
                  <a:lnTo>
                    <a:pt x="6106873" y="2700567"/>
                  </a:lnTo>
                  <a:lnTo>
                    <a:pt x="6208121" y="2700567"/>
                  </a:lnTo>
                  <a:lnTo>
                    <a:pt x="6208121" y="2657605"/>
                  </a:lnTo>
                  <a:close/>
                  <a:moveTo>
                    <a:pt x="2106994" y="2657605"/>
                  </a:moveTo>
                  <a:lnTo>
                    <a:pt x="2106994" y="2700567"/>
                  </a:lnTo>
                  <a:lnTo>
                    <a:pt x="2208160" y="2700567"/>
                  </a:lnTo>
                  <a:lnTo>
                    <a:pt x="2208242" y="2700567"/>
                  </a:lnTo>
                  <a:lnTo>
                    <a:pt x="2208242" y="2657605"/>
                  </a:lnTo>
                  <a:close/>
                  <a:moveTo>
                    <a:pt x="1240894" y="2657605"/>
                  </a:moveTo>
                  <a:lnTo>
                    <a:pt x="1240894" y="2845776"/>
                  </a:lnTo>
                  <a:lnTo>
                    <a:pt x="1342143" y="2845776"/>
                  </a:lnTo>
                  <a:lnTo>
                    <a:pt x="1342143" y="2657605"/>
                  </a:lnTo>
                  <a:close/>
                  <a:moveTo>
                    <a:pt x="809426" y="2657605"/>
                  </a:moveTo>
                  <a:lnTo>
                    <a:pt x="809426" y="2845776"/>
                  </a:lnTo>
                  <a:lnTo>
                    <a:pt x="910676" y="2845776"/>
                  </a:lnTo>
                  <a:lnTo>
                    <a:pt x="910676" y="2657605"/>
                  </a:lnTo>
                  <a:close/>
                  <a:moveTo>
                    <a:pt x="362938" y="2657605"/>
                  </a:moveTo>
                  <a:lnTo>
                    <a:pt x="362938" y="2845776"/>
                  </a:lnTo>
                  <a:lnTo>
                    <a:pt x="464187" y="2845776"/>
                  </a:lnTo>
                  <a:lnTo>
                    <a:pt x="464187" y="2657605"/>
                  </a:lnTo>
                  <a:close/>
                  <a:moveTo>
                    <a:pt x="7823646" y="2631454"/>
                  </a:moveTo>
                  <a:lnTo>
                    <a:pt x="7979458" y="2631454"/>
                  </a:lnTo>
                  <a:lnTo>
                    <a:pt x="7979458" y="2871277"/>
                  </a:lnTo>
                  <a:lnTo>
                    <a:pt x="7823646" y="2871277"/>
                  </a:lnTo>
                  <a:close/>
                  <a:moveTo>
                    <a:pt x="7377157" y="2631454"/>
                  </a:moveTo>
                  <a:lnTo>
                    <a:pt x="7532969" y="2631454"/>
                  </a:lnTo>
                  <a:lnTo>
                    <a:pt x="7532969" y="2871277"/>
                  </a:lnTo>
                  <a:lnTo>
                    <a:pt x="7377157" y="2871277"/>
                  </a:lnTo>
                  <a:close/>
                  <a:moveTo>
                    <a:pt x="6945690" y="2631454"/>
                  </a:moveTo>
                  <a:lnTo>
                    <a:pt x="7101502" y="2631454"/>
                  </a:lnTo>
                  <a:lnTo>
                    <a:pt x="7101502" y="2871277"/>
                  </a:lnTo>
                  <a:lnTo>
                    <a:pt x="6945690" y="2871277"/>
                  </a:lnTo>
                  <a:close/>
                  <a:moveTo>
                    <a:pt x="1213613" y="2631454"/>
                  </a:moveTo>
                  <a:lnTo>
                    <a:pt x="1369425" y="2631454"/>
                  </a:lnTo>
                  <a:lnTo>
                    <a:pt x="1369425" y="2871277"/>
                  </a:lnTo>
                  <a:lnTo>
                    <a:pt x="1213613" y="2871277"/>
                  </a:lnTo>
                  <a:close/>
                  <a:moveTo>
                    <a:pt x="782145" y="2631454"/>
                  </a:moveTo>
                  <a:lnTo>
                    <a:pt x="937956" y="2631454"/>
                  </a:lnTo>
                  <a:lnTo>
                    <a:pt x="937956" y="2871277"/>
                  </a:lnTo>
                  <a:lnTo>
                    <a:pt x="782145" y="2871277"/>
                  </a:lnTo>
                  <a:close/>
                  <a:moveTo>
                    <a:pt x="335657" y="2631454"/>
                  </a:moveTo>
                  <a:lnTo>
                    <a:pt x="491469" y="2631454"/>
                  </a:lnTo>
                  <a:lnTo>
                    <a:pt x="491469" y="2871277"/>
                  </a:lnTo>
                  <a:lnTo>
                    <a:pt x="335657" y="2871277"/>
                  </a:lnTo>
                  <a:close/>
                  <a:moveTo>
                    <a:pt x="4608268" y="2579883"/>
                  </a:moveTo>
                  <a:lnTo>
                    <a:pt x="4608268" y="2700567"/>
                  </a:lnTo>
                  <a:lnTo>
                    <a:pt x="4723158" y="2700567"/>
                  </a:lnTo>
                  <a:lnTo>
                    <a:pt x="4723158" y="2579883"/>
                  </a:lnTo>
                  <a:close/>
                  <a:moveTo>
                    <a:pt x="4098529" y="2579883"/>
                  </a:moveTo>
                  <a:lnTo>
                    <a:pt x="4098529" y="2700567"/>
                  </a:lnTo>
                  <a:lnTo>
                    <a:pt x="4213419" y="2700567"/>
                  </a:lnTo>
                  <a:lnTo>
                    <a:pt x="4213419" y="2579883"/>
                  </a:lnTo>
                  <a:close/>
                  <a:moveTo>
                    <a:pt x="3588545" y="2579883"/>
                  </a:moveTo>
                  <a:lnTo>
                    <a:pt x="3588545" y="2700567"/>
                  </a:lnTo>
                  <a:lnTo>
                    <a:pt x="3703436" y="2700567"/>
                  </a:lnTo>
                  <a:lnTo>
                    <a:pt x="3703436" y="2579883"/>
                  </a:lnTo>
                  <a:close/>
                  <a:moveTo>
                    <a:pt x="4482984" y="2415265"/>
                  </a:moveTo>
                  <a:lnTo>
                    <a:pt x="4482984" y="2700567"/>
                  </a:lnTo>
                  <a:lnTo>
                    <a:pt x="4569861" y="2700567"/>
                  </a:lnTo>
                  <a:lnTo>
                    <a:pt x="4569861" y="2541144"/>
                  </a:lnTo>
                  <a:lnTo>
                    <a:pt x="4761644" y="2541144"/>
                  </a:lnTo>
                  <a:lnTo>
                    <a:pt x="4761644" y="2700567"/>
                  </a:lnTo>
                  <a:lnTo>
                    <a:pt x="4852256" y="2700567"/>
                  </a:lnTo>
                  <a:lnTo>
                    <a:pt x="4852256" y="2415265"/>
                  </a:lnTo>
                  <a:close/>
                  <a:moveTo>
                    <a:pt x="3973245" y="2415265"/>
                  </a:moveTo>
                  <a:lnTo>
                    <a:pt x="3973245" y="2700567"/>
                  </a:lnTo>
                  <a:lnTo>
                    <a:pt x="4060123" y="2700567"/>
                  </a:lnTo>
                  <a:lnTo>
                    <a:pt x="4060123" y="2541144"/>
                  </a:lnTo>
                  <a:lnTo>
                    <a:pt x="4251985" y="2541144"/>
                  </a:lnTo>
                  <a:lnTo>
                    <a:pt x="4251985" y="2700567"/>
                  </a:lnTo>
                  <a:lnTo>
                    <a:pt x="4339188" y="2700567"/>
                  </a:lnTo>
                  <a:lnTo>
                    <a:pt x="4339188" y="2415265"/>
                  </a:lnTo>
                  <a:close/>
                  <a:moveTo>
                    <a:pt x="3462695" y="2415265"/>
                  </a:moveTo>
                  <a:lnTo>
                    <a:pt x="3462695" y="2700567"/>
                  </a:lnTo>
                  <a:lnTo>
                    <a:pt x="3550141" y="2700567"/>
                  </a:lnTo>
                  <a:lnTo>
                    <a:pt x="3550141" y="2541144"/>
                  </a:lnTo>
                  <a:lnTo>
                    <a:pt x="3741922" y="2541144"/>
                  </a:lnTo>
                  <a:lnTo>
                    <a:pt x="3741922" y="2700567"/>
                  </a:lnTo>
                  <a:lnTo>
                    <a:pt x="3829369" y="2700567"/>
                  </a:lnTo>
                  <a:lnTo>
                    <a:pt x="3829369" y="2415265"/>
                  </a:lnTo>
                  <a:close/>
                  <a:moveTo>
                    <a:pt x="4893178" y="2281343"/>
                  </a:moveTo>
                  <a:lnTo>
                    <a:pt x="4893178" y="2700647"/>
                  </a:lnTo>
                  <a:lnTo>
                    <a:pt x="5182798" y="2700647"/>
                  </a:lnTo>
                  <a:lnTo>
                    <a:pt x="5182798" y="2281343"/>
                  </a:lnTo>
                  <a:close/>
                  <a:moveTo>
                    <a:pt x="4379867" y="2281343"/>
                  </a:moveTo>
                  <a:lnTo>
                    <a:pt x="4379867" y="2700647"/>
                  </a:lnTo>
                  <a:lnTo>
                    <a:pt x="4442143" y="2700647"/>
                  </a:lnTo>
                  <a:lnTo>
                    <a:pt x="4442143" y="2281343"/>
                  </a:lnTo>
                  <a:close/>
                  <a:moveTo>
                    <a:pt x="3870128" y="2281343"/>
                  </a:moveTo>
                  <a:lnTo>
                    <a:pt x="3870128" y="2700647"/>
                  </a:lnTo>
                  <a:lnTo>
                    <a:pt x="3932404" y="2700647"/>
                  </a:lnTo>
                  <a:lnTo>
                    <a:pt x="3932404" y="2281343"/>
                  </a:lnTo>
                  <a:close/>
                  <a:moveTo>
                    <a:pt x="3131989" y="2281343"/>
                  </a:moveTo>
                  <a:lnTo>
                    <a:pt x="3131989" y="2700647"/>
                  </a:lnTo>
                  <a:lnTo>
                    <a:pt x="3421611" y="2700647"/>
                  </a:lnTo>
                  <a:lnTo>
                    <a:pt x="3421611" y="2281343"/>
                  </a:lnTo>
                  <a:close/>
                  <a:moveTo>
                    <a:pt x="5513339" y="2230179"/>
                  </a:moveTo>
                  <a:lnTo>
                    <a:pt x="5513339" y="2620976"/>
                  </a:lnTo>
                  <a:lnTo>
                    <a:pt x="5638623" y="2620976"/>
                  </a:lnTo>
                  <a:lnTo>
                    <a:pt x="5638623" y="2230179"/>
                  </a:lnTo>
                  <a:close/>
                  <a:moveTo>
                    <a:pt x="2676490" y="2230179"/>
                  </a:moveTo>
                  <a:lnTo>
                    <a:pt x="2676490" y="2620976"/>
                  </a:lnTo>
                  <a:lnTo>
                    <a:pt x="2801772" y="2620976"/>
                  </a:lnTo>
                  <a:lnTo>
                    <a:pt x="2801772" y="2230179"/>
                  </a:lnTo>
                  <a:close/>
                  <a:moveTo>
                    <a:pt x="7850927" y="2226037"/>
                  </a:moveTo>
                  <a:lnTo>
                    <a:pt x="7850927" y="2414208"/>
                  </a:lnTo>
                  <a:lnTo>
                    <a:pt x="7952177" y="2414208"/>
                  </a:lnTo>
                  <a:lnTo>
                    <a:pt x="7952177" y="2226037"/>
                  </a:lnTo>
                  <a:close/>
                  <a:moveTo>
                    <a:pt x="7404438" y="2226037"/>
                  </a:moveTo>
                  <a:lnTo>
                    <a:pt x="7404438" y="2414208"/>
                  </a:lnTo>
                  <a:lnTo>
                    <a:pt x="7505686" y="2414208"/>
                  </a:lnTo>
                  <a:lnTo>
                    <a:pt x="7505686" y="2226037"/>
                  </a:lnTo>
                  <a:close/>
                  <a:moveTo>
                    <a:pt x="6972971" y="2226037"/>
                  </a:moveTo>
                  <a:lnTo>
                    <a:pt x="6972971" y="2414208"/>
                  </a:lnTo>
                  <a:lnTo>
                    <a:pt x="7074139" y="2414208"/>
                  </a:lnTo>
                  <a:lnTo>
                    <a:pt x="7074221" y="2414208"/>
                  </a:lnTo>
                  <a:lnTo>
                    <a:pt x="7074221" y="2226037"/>
                  </a:lnTo>
                  <a:close/>
                  <a:moveTo>
                    <a:pt x="6538419" y="2226037"/>
                  </a:moveTo>
                  <a:lnTo>
                    <a:pt x="6538419" y="2414208"/>
                  </a:lnTo>
                  <a:lnTo>
                    <a:pt x="6639669" y="2414208"/>
                  </a:lnTo>
                  <a:lnTo>
                    <a:pt x="6639669" y="2226037"/>
                  </a:lnTo>
                  <a:close/>
                  <a:moveTo>
                    <a:pt x="6106870" y="2226037"/>
                  </a:moveTo>
                  <a:lnTo>
                    <a:pt x="6106870" y="2414208"/>
                  </a:lnTo>
                  <a:lnTo>
                    <a:pt x="6208118" y="2414208"/>
                  </a:lnTo>
                  <a:lnTo>
                    <a:pt x="6208118" y="2226037"/>
                  </a:lnTo>
                  <a:close/>
                  <a:moveTo>
                    <a:pt x="2106995" y="2226037"/>
                  </a:moveTo>
                  <a:lnTo>
                    <a:pt x="2106995" y="2414208"/>
                  </a:lnTo>
                  <a:lnTo>
                    <a:pt x="2208160" y="2414208"/>
                  </a:lnTo>
                  <a:lnTo>
                    <a:pt x="2208240" y="2414208"/>
                  </a:lnTo>
                  <a:lnTo>
                    <a:pt x="2208240" y="2226037"/>
                  </a:lnTo>
                  <a:close/>
                  <a:moveTo>
                    <a:pt x="1675446" y="2226037"/>
                  </a:moveTo>
                  <a:lnTo>
                    <a:pt x="1675446" y="2414208"/>
                  </a:lnTo>
                  <a:lnTo>
                    <a:pt x="1776695" y="2414208"/>
                  </a:lnTo>
                  <a:lnTo>
                    <a:pt x="1776695" y="2226037"/>
                  </a:lnTo>
                  <a:close/>
                  <a:moveTo>
                    <a:pt x="1240894" y="2226037"/>
                  </a:moveTo>
                  <a:lnTo>
                    <a:pt x="1240894" y="2414208"/>
                  </a:lnTo>
                  <a:lnTo>
                    <a:pt x="1342143" y="2414208"/>
                  </a:lnTo>
                  <a:lnTo>
                    <a:pt x="1342143" y="2226037"/>
                  </a:lnTo>
                  <a:close/>
                  <a:moveTo>
                    <a:pt x="809426" y="2226037"/>
                  </a:moveTo>
                  <a:lnTo>
                    <a:pt x="809426" y="2414208"/>
                  </a:lnTo>
                  <a:lnTo>
                    <a:pt x="910676" y="2414208"/>
                  </a:lnTo>
                  <a:lnTo>
                    <a:pt x="910676" y="2226037"/>
                  </a:lnTo>
                  <a:close/>
                  <a:moveTo>
                    <a:pt x="362938" y="2226037"/>
                  </a:moveTo>
                  <a:lnTo>
                    <a:pt x="362938" y="2414208"/>
                  </a:lnTo>
                  <a:lnTo>
                    <a:pt x="464187" y="2414208"/>
                  </a:lnTo>
                  <a:lnTo>
                    <a:pt x="464187" y="2226037"/>
                  </a:lnTo>
                  <a:close/>
                  <a:moveTo>
                    <a:pt x="7823646" y="2199886"/>
                  </a:moveTo>
                  <a:lnTo>
                    <a:pt x="7979458" y="2199886"/>
                  </a:lnTo>
                  <a:lnTo>
                    <a:pt x="7979458" y="2439709"/>
                  </a:lnTo>
                  <a:lnTo>
                    <a:pt x="7823646" y="2439709"/>
                  </a:lnTo>
                  <a:close/>
                  <a:moveTo>
                    <a:pt x="7377157" y="2199886"/>
                  </a:moveTo>
                  <a:lnTo>
                    <a:pt x="7532969" y="2199886"/>
                  </a:lnTo>
                  <a:lnTo>
                    <a:pt x="7532969" y="2439709"/>
                  </a:lnTo>
                  <a:lnTo>
                    <a:pt x="7377157" y="2439709"/>
                  </a:lnTo>
                  <a:close/>
                  <a:moveTo>
                    <a:pt x="6945690" y="2199886"/>
                  </a:moveTo>
                  <a:lnTo>
                    <a:pt x="7101502" y="2199886"/>
                  </a:lnTo>
                  <a:lnTo>
                    <a:pt x="7101502" y="2439709"/>
                  </a:lnTo>
                  <a:lnTo>
                    <a:pt x="6945690" y="2439709"/>
                  </a:lnTo>
                  <a:close/>
                  <a:moveTo>
                    <a:pt x="6511138" y="2199886"/>
                  </a:moveTo>
                  <a:lnTo>
                    <a:pt x="6666950" y="2199886"/>
                  </a:lnTo>
                  <a:lnTo>
                    <a:pt x="6666950" y="2439709"/>
                  </a:lnTo>
                  <a:lnTo>
                    <a:pt x="6511138" y="2439709"/>
                  </a:lnTo>
                  <a:close/>
                  <a:moveTo>
                    <a:pt x="6079589" y="2199886"/>
                  </a:moveTo>
                  <a:lnTo>
                    <a:pt x="6235401" y="2199886"/>
                  </a:lnTo>
                  <a:lnTo>
                    <a:pt x="6235401" y="2439709"/>
                  </a:lnTo>
                  <a:lnTo>
                    <a:pt x="6079589" y="2439709"/>
                  </a:lnTo>
                  <a:close/>
                  <a:moveTo>
                    <a:pt x="2079714" y="2199886"/>
                  </a:moveTo>
                  <a:lnTo>
                    <a:pt x="2235523" y="2199886"/>
                  </a:lnTo>
                  <a:lnTo>
                    <a:pt x="2235523" y="2439709"/>
                  </a:lnTo>
                  <a:lnTo>
                    <a:pt x="2079714" y="2439709"/>
                  </a:lnTo>
                  <a:close/>
                  <a:moveTo>
                    <a:pt x="1648165" y="2199886"/>
                  </a:moveTo>
                  <a:lnTo>
                    <a:pt x="1803977" y="2199886"/>
                  </a:lnTo>
                  <a:lnTo>
                    <a:pt x="1803977" y="2439709"/>
                  </a:lnTo>
                  <a:lnTo>
                    <a:pt x="1648165" y="2439709"/>
                  </a:lnTo>
                  <a:close/>
                  <a:moveTo>
                    <a:pt x="1213613" y="2199886"/>
                  </a:moveTo>
                  <a:lnTo>
                    <a:pt x="1369425" y="2199886"/>
                  </a:lnTo>
                  <a:lnTo>
                    <a:pt x="1369425" y="2439709"/>
                  </a:lnTo>
                  <a:lnTo>
                    <a:pt x="1213613" y="2439709"/>
                  </a:lnTo>
                  <a:close/>
                  <a:moveTo>
                    <a:pt x="782145" y="2199886"/>
                  </a:moveTo>
                  <a:lnTo>
                    <a:pt x="937956" y="2199886"/>
                  </a:lnTo>
                  <a:lnTo>
                    <a:pt x="937956" y="2439709"/>
                  </a:lnTo>
                  <a:lnTo>
                    <a:pt x="782145" y="2439709"/>
                  </a:lnTo>
                  <a:close/>
                  <a:moveTo>
                    <a:pt x="335657" y="2199886"/>
                  </a:moveTo>
                  <a:lnTo>
                    <a:pt x="491469" y="2199886"/>
                  </a:lnTo>
                  <a:lnTo>
                    <a:pt x="491469" y="2439709"/>
                  </a:lnTo>
                  <a:lnTo>
                    <a:pt x="335657" y="2439709"/>
                  </a:lnTo>
                  <a:close/>
                  <a:moveTo>
                    <a:pt x="5474041" y="2191765"/>
                  </a:moveTo>
                  <a:lnTo>
                    <a:pt x="5677839" y="2191765"/>
                  </a:lnTo>
                  <a:lnTo>
                    <a:pt x="5677839" y="2659310"/>
                  </a:lnTo>
                  <a:lnTo>
                    <a:pt x="5474041" y="2659310"/>
                  </a:lnTo>
                  <a:close/>
                  <a:moveTo>
                    <a:pt x="2637272" y="2191765"/>
                  </a:moveTo>
                  <a:lnTo>
                    <a:pt x="2841070" y="2191765"/>
                  </a:lnTo>
                  <a:lnTo>
                    <a:pt x="2841070" y="2659310"/>
                  </a:lnTo>
                  <a:lnTo>
                    <a:pt x="2637272" y="2659310"/>
                  </a:lnTo>
                  <a:close/>
                  <a:moveTo>
                    <a:pt x="5055242" y="2123789"/>
                  </a:moveTo>
                  <a:lnTo>
                    <a:pt x="5055242" y="2241468"/>
                  </a:lnTo>
                  <a:lnTo>
                    <a:pt x="5121172" y="2241468"/>
                  </a:lnTo>
                  <a:lnTo>
                    <a:pt x="5121172" y="2123789"/>
                  </a:lnTo>
                  <a:close/>
                  <a:moveTo>
                    <a:pt x="4733468" y="2123789"/>
                  </a:moveTo>
                  <a:lnTo>
                    <a:pt x="4733468" y="2301403"/>
                  </a:lnTo>
                  <a:lnTo>
                    <a:pt x="4799399" y="2301403"/>
                  </a:lnTo>
                  <a:lnTo>
                    <a:pt x="4799399" y="2123789"/>
                  </a:lnTo>
                  <a:close/>
                  <a:moveTo>
                    <a:pt x="4535680" y="2123789"/>
                  </a:moveTo>
                  <a:lnTo>
                    <a:pt x="4535680" y="2301403"/>
                  </a:lnTo>
                  <a:lnTo>
                    <a:pt x="4601609" y="2301403"/>
                  </a:lnTo>
                  <a:lnTo>
                    <a:pt x="4601609" y="2123789"/>
                  </a:lnTo>
                  <a:close/>
                  <a:moveTo>
                    <a:pt x="4222188" y="2123789"/>
                  </a:moveTo>
                  <a:lnTo>
                    <a:pt x="4222188" y="2301403"/>
                  </a:lnTo>
                  <a:lnTo>
                    <a:pt x="4288117" y="2301403"/>
                  </a:lnTo>
                  <a:lnTo>
                    <a:pt x="4288117" y="2123789"/>
                  </a:lnTo>
                  <a:close/>
                  <a:moveTo>
                    <a:pt x="4024398" y="2123789"/>
                  </a:moveTo>
                  <a:lnTo>
                    <a:pt x="4024398" y="2301403"/>
                  </a:lnTo>
                  <a:lnTo>
                    <a:pt x="4090329" y="2301403"/>
                  </a:lnTo>
                  <a:lnTo>
                    <a:pt x="4090329" y="2123789"/>
                  </a:lnTo>
                  <a:close/>
                  <a:moveTo>
                    <a:pt x="3711881" y="2123789"/>
                  </a:moveTo>
                  <a:lnTo>
                    <a:pt x="3711881" y="2301403"/>
                  </a:lnTo>
                  <a:lnTo>
                    <a:pt x="3777810" y="2301403"/>
                  </a:lnTo>
                  <a:lnTo>
                    <a:pt x="3777810" y="2123789"/>
                  </a:lnTo>
                  <a:close/>
                  <a:moveTo>
                    <a:pt x="3514091" y="2123789"/>
                  </a:moveTo>
                  <a:lnTo>
                    <a:pt x="3514091" y="2301403"/>
                  </a:lnTo>
                  <a:lnTo>
                    <a:pt x="3580022" y="2301403"/>
                  </a:lnTo>
                  <a:lnTo>
                    <a:pt x="3580022" y="2123789"/>
                  </a:lnTo>
                  <a:close/>
                  <a:moveTo>
                    <a:pt x="3191342" y="2123789"/>
                  </a:moveTo>
                  <a:lnTo>
                    <a:pt x="3191342" y="2241468"/>
                  </a:lnTo>
                  <a:lnTo>
                    <a:pt x="3257273" y="2241468"/>
                  </a:lnTo>
                  <a:lnTo>
                    <a:pt x="3257273" y="2123789"/>
                  </a:lnTo>
                  <a:close/>
                  <a:moveTo>
                    <a:pt x="5447085" y="1971677"/>
                  </a:moveTo>
                  <a:lnTo>
                    <a:pt x="5704796" y="1971677"/>
                  </a:lnTo>
                  <a:lnTo>
                    <a:pt x="5704796" y="2019675"/>
                  </a:lnTo>
                  <a:lnTo>
                    <a:pt x="5447085" y="2019675"/>
                  </a:lnTo>
                  <a:close/>
                  <a:moveTo>
                    <a:pt x="2610315" y="1971677"/>
                  </a:moveTo>
                  <a:lnTo>
                    <a:pt x="2868026" y="1971677"/>
                  </a:lnTo>
                  <a:lnTo>
                    <a:pt x="2868026" y="2019675"/>
                  </a:lnTo>
                  <a:lnTo>
                    <a:pt x="2610315" y="2019675"/>
                  </a:lnTo>
                  <a:close/>
                  <a:moveTo>
                    <a:pt x="7850927" y="1794388"/>
                  </a:moveTo>
                  <a:lnTo>
                    <a:pt x="7850927" y="1982559"/>
                  </a:lnTo>
                  <a:lnTo>
                    <a:pt x="7952177" y="1982559"/>
                  </a:lnTo>
                  <a:lnTo>
                    <a:pt x="7952177" y="1794388"/>
                  </a:lnTo>
                  <a:close/>
                  <a:moveTo>
                    <a:pt x="7404438" y="1794388"/>
                  </a:moveTo>
                  <a:lnTo>
                    <a:pt x="7404438" y="1982559"/>
                  </a:lnTo>
                  <a:lnTo>
                    <a:pt x="7505686" y="1982559"/>
                  </a:lnTo>
                  <a:lnTo>
                    <a:pt x="7505686" y="1794388"/>
                  </a:lnTo>
                  <a:close/>
                  <a:moveTo>
                    <a:pt x="6972971" y="1794388"/>
                  </a:moveTo>
                  <a:lnTo>
                    <a:pt x="6972971" y="1982559"/>
                  </a:lnTo>
                  <a:lnTo>
                    <a:pt x="7074139" y="1982559"/>
                  </a:lnTo>
                  <a:lnTo>
                    <a:pt x="7074221" y="1982559"/>
                  </a:lnTo>
                  <a:lnTo>
                    <a:pt x="7074221" y="1794388"/>
                  </a:lnTo>
                  <a:close/>
                  <a:moveTo>
                    <a:pt x="6538419" y="1794388"/>
                  </a:moveTo>
                  <a:lnTo>
                    <a:pt x="6538419" y="1982559"/>
                  </a:lnTo>
                  <a:lnTo>
                    <a:pt x="6639669" y="1982559"/>
                  </a:lnTo>
                  <a:lnTo>
                    <a:pt x="6639669" y="1794388"/>
                  </a:lnTo>
                  <a:close/>
                  <a:moveTo>
                    <a:pt x="6106870" y="1794388"/>
                  </a:moveTo>
                  <a:lnTo>
                    <a:pt x="6106870" y="1982559"/>
                  </a:lnTo>
                  <a:lnTo>
                    <a:pt x="6208118" y="1982559"/>
                  </a:lnTo>
                  <a:lnTo>
                    <a:pt x="6208118" y="1794388"/>
                  </a:lnTo>
                  <a:close/>
                  <a:moveTo>
                    <a:pt x="2106995" y="1794388"/>
                  </a:moveTo>
                  <a:lnTo>
                    <a:pt x="2106995" y="1982559"/>
                  </a:lnTo>
                  <a:lnTo>
                    <a:pt x="2208160" y="1982559"/>
                  </a:lnTo>
                  <a:lnTo>
                    <a:pt x="2208240" y="1982559"/>
                  </a:lnTo>
                  <a:lnTo>
                    <a:pt x="2208240" y="1794388"/>
                  </a:lnTo>
                  <a:close/>
                  <a:moveTo>
                    <a:pt x="1675446" y="1794388"/>
                  </a:moveTo>
                  <a:lnTo>
                    <a:pt x="1675446" y="1982559"/>
                  </a:lnTo>
                  <a:lnTo>
                    <a:pt x="1776695" y="1982559"/>
                  </a:lnTo>
                  <a:lnTo>
                    <a:pt x="1776695" y="1794388"/>
                  </a:lnTo>
                  <a:close/>
                  <a:moveTo>
                    <a:pt x="1240894" y="1794388"/>
                  </a:moveTo>
                  <a:lnTo>
                    <a:pt x="1240894" y="1982559"/>
                  </a:lnTo>
                  <a:lnTo>
                    <a:pt x="1342143" y="1982559"/>
                  </a:lnTo>
                  <a:lnTo>
                    <a:pt x="1342143" y="1794388"/>
                  </a:lnTo>
                  <a:close/>
                  <a:moveTo>
                    <a:pt x="809426" y="1794388"/>
                  </a:moveTo>
                  <a:lnTo>
                    <a:pt x="809426" y="1982559"/>
                  </a:lnTo>
                  <a:lnTo>
                    <a:pt x="910676" y="1982559"/>
                  </a:lnTo>
                  <a:lnTo>
                    <a:pt x="910676" y="1794388"/>
                  </a:lnTo>
                  <a:close/>
                  <a:moveTo>
                    <a:pt x="362938" y="1794388"/>
                  </a:moveTo>
                  <a:lnTo>
                    <a:pt x="362938" y="1982559"/>
                  </a:lnTo>
                  <a:lnTo>
                    <a:pt x="464187" y="1982559"/>
                  </a:lnTo>
                  <a:lnTo>
                    <a:pt x="464187" y="1794388"/>
                  </a:lnTo>
                  <a:close/>
                  <a:moveTo>
                    <a:pt x="7823646" y="1768237"/>
                  </a:moveTo>
                  <a:lnTo>
                    <a:pt x="7979458" y="1768237"/>
                  </a:lnTo>
                  <a:lnTo>
                    <a:pt x="7979458" y="2008060"/>
                  </a:lnTo>
                  <a:lnTo>
                    <a:pt x="7823646" y="2008060"/>
                  </a:lnTo>
                  <a:close/>
                  <a:moveTo>
                    <a:pt x="7377157" y="1768237"/>
                  </a:moveTo>
                  <a:lnTo>
                    <a:pt x="7532969" y="1768237"/>
                  </a:lnTo>
                  <a:lnTo>
                    <a:pt x="7532969" y="2008060"/>
                  </a:lnTo>
                  <a:lnTo>
                    <a:pt x="7377157" y="2008060"/>
                  </a:lnTo>
                  <a:close/>
                  <a:moveTo>
                    <a:pt x="6945690" y="1768237"/>
                  </a:moveTo>
                  <a:lnTo>
                    <a:pt x="7101502" y="1768237"/>
                  </a:lnTo>
                  <a:lnTo>
                    <a:pt x="7101502" y="2008060"/>
                  </a:lnTo>
                  <a:lnTo>
                    <a:pt x="6945690" y="2008060"/>
                  </a:lnTo>
                  <a:close/>
                  <a:moveTo>
                    <a:pt x="6511138" y="1768237"/>
                  </a:moveTo>
                  <a:lnTo>
                    <a:pt x="6666950" y="1768237"/>
                  </a:lnTo>
                  <a:lnTo>
                    <a:pt x="6666950" y="2008060"/>
                  </a:lnTo>
                  <a:lnTo>
                    <a:pt x="6511138" y="2008060"/>
                  </a:lnTo>
                  <a:close/>
                  <a:moveTo>
                    <a:pt x="6079589" y="1768237"/>
                  </a:moveTo>
                  <a:lnTo>
                    <a:pt x="6235401" y="1768237"/>
                  </a:lnTo>
                  <a:lnTo>
                    <a:pt x="6235401" y="2008060"/>
                  </a:lnTo>
                  <a:lnTo>
                    <a:pt x="6079589" y="2008060"/>
                  </a:lnTo>
                  <a:close/>
                  <a:moveTo>
                    <a:pt x="2079714" y="1768237"/>
                  </a:moveTo>
                  <a:lnTo>
                    <a:pt x="2235523" y="1768237"/>
                  </a:lnTo>
                  <a:lnTo>
                    <a:pt x="2235523" y="2008060"/>
                  </a:lnTo>
                  <a:lnTo>
                    <a:pt x="2079714" y="2008060"/>
                  </a:lnTo>
                  <a:close/>
                  <a:moveTo>
                    <a:pt x="1648165" y="1768237"/>
                  </a:moveTo>
                  <a:lnTo>
                    <a:pt x="1803977" y="1768237"/>
                  </a:lnTo>
                  <a:lnTo>
                    <a:pt x="1803977" y="2008060"/>
                  </a:lnTo>
                  <a:lnTo>
                    <a:pt x="1648165" y="2008060"/>
                  </a:lnTo>
                  <a:close/>
                  <a:moveTo>
                    <a:pt x="1213613" y="1768237"/>
                  </a:moveTo>
                  <a:lnTo>
                    <a:pt x="1369425" y="1768237"/>
                  </a:lnTo>
                  <a:lnTo>
                    <a:pt x="1369425" y="2008060"/>
                  </a:lnTo>
                  <a:lnTo>
                    <a:pt x="1213613" y="2008060"/>
                  </a:lnTo>
                  <a:close/>
                  <a:moveTo>
                    <a:pt x="782145" y="1768237"/>
                  </a:moveTo>
                  <a:lnTo>
                    <a:pt x="937956" y="1768237"/>
                  </a:lnTo>
                  <a:lnTo>
                    <a:pt x="937956" y="2008060"/>
                  </a:lnTo>
                  <a:lnTo>
                    <a:pt x="782145" y="2008060"/>
                  </a:lnTo>
                  <a:close/>
                  <a:moveTo>
                    <a:pt x="335657" y="1768237"/>
                  </a:moveTo>
                  <a:lnTo>
                    <a:pt x="491469" y="1768237"/>
                  </a:lnTo>
                  <a:lnTo>
                    <a:pt x="491469" y="2008060"/>
                  </a:lnTo>
                  <a:lnTo>
                    <a:pt x="335657" y="2008060"/>
                  </a:lnTo>
                  <a:close/>
                  <a:moveTo>
                    <a:pt x="5055241" y="1745823"/>
                  </a:moveTo>
                  <a:lnTo>
                    <a:pt x="5055241" y="1958441"/>
                  </a:lnTo>
                  <a:lnTo>
                    <a:pt x="5121172" y="1958441"/>
                  </a:lnTo>
                  <a:lnTo>
                    <a:pt x="5121172" y="1745823"/>
                  </a:lnTo>
                  <a:close/>
                  <a:moveTo>
                    <a:pt x="4733466" y="1745823"/>
                  </a:moveTo>
                  <a:lnTo>
                    <a:pt x="4733466" y="1958441"/>
                  </a:lnTo>
                  <a:lnTo>
                    <a:pt x="4799397" y="1958441"/>
                  </a:lnTo>
                  <a:lnTo>
                    <a:pt x="4799397" y="1745823"/>
                  </a:lnTo>
                  <a:close/>
                  <a:moveTo>
                    <a:pt x="4535678" y="1745823"/>
                  </a:moveTo>
                  <a:lnTo>
                    <a:pt x="4535678" y="1958441"/>
                  </a:lnTo>
                  <a:lnTo>
                    <a:pt x="4601609" y="1958441"/>
                  </a:lnTo>
                  <a:lnTo>
                    <a:pt x="4601609" y="1745823"/>
                  </a:lnTo>
                  <a:close/>
                  <a:moveTo>
                    <a:pt x="4222186" y="1745823"/>
                  </a:moveTo>
                  <a:lnTo>
                    <a:pt x="4222186" y="1958441"/>
                  </a:lnTo>
                  <a:lnTo>
                    <a:pt x="4288115" y="1958441"/>
                  </a:lnTo>
                  <a:lnTo>
                    <a:pt x="4288115" y="1745823"/>
                  </a:lnTo>
                  <a:close/>
                  <a:moveTo>
                    <a:pt x="4024398" y="1745823"/>
                  </a:moveTo>
                  <a:lnTo>
                    <a:pt x="4024398" y="1958441"/>
                  </a:lnTo>
                  <a:lnTo>
                    <a:pt x="4090327" y="1958441"/>
                  </a:lnTo>
                  <a:lnTo>
                    <a:pt x="4090327" y="1745823"/>
                  </a:lnTo>
                  <a:close/>
                  <a:moveTo>
                    <a:pt x="3711880" y="1745823"/>
                  </a:moveTo>
                  <a:lnTo>
                    <a:pt x="3711880" y="1958441"/>
                  </a:lnTo>
                  <a:lnTo>
                    <a:pt x="3777809" y="1958441"/>
                  </a:lnTo>
                  <a:lnTo>
                    <a:pt x="3777809" y="1745823"/>
                  </a:lnTo>
                  <a:close/>
                  <a:moveTo>
                    <a:pt x="3514092" y="1745823"/>
                  </a:moveTo>
                  <a:lnTo>
                    <a:pt x="3514092" y="1958441"/>
                  </a:lnTo>
                  <a:lnTo>
                    <a:pt x="3580021" y="1958441"/>
                  </a:lnTo>
                  <a:lnTo>
                    <a:pt x="3580021" y="1745823"/>
                  </a:lnTo>
                  <a:close/>
                  <a:moveTo>
                    <a:pt x="3191342" y="1745823"/>
                  </a:moveTo>
                  <a:lnTo>
                    <a:pt x="3191342" y="1958441"/>
                  </a:lnTo>
                  <a:lnTo>
                    <a:pt x="3257271" y="1958441"/>
                  </a:lnTo>
                  <a:lnTo>
                    <a:pt x="3257271" y="1745823"/>
                  </a:lnTo>
                  <a:close/>
                  <a:moveTo>
                    <a:pt x="5016268" y="1708221"/>
                  </a:moveTo>
                  <a:lnTo>
                    <a:pt x="5160144" y="1708221"/>
                  </a:lnTo>
                  <a:lnTo>
                    <a:pt x="5160144" y="1995961"/>
                  </a:lnTo>
                  <a:lnTo>
                    <a:pt x="5016268" y="1995961"/>
                  </a:lnTo>
                  <a:close/>
                  <a:moveTo>
                    <a:pt x="4694493" y="1708221"/>
                  </a:moveTo>
                  <a:lnTo>
                    <a:pt x="4838369" y="1708221"/>
                  </a:lnTo>
                  <a:lnTo>
                    <a:pt x="4838369" y="1995961"/>
                  </a:lnTo>
                  <a:lnTo>
                    <a:pt x="4694493" y="1995961"/>
                  </a:lnTo>
                  <a:close/>
                  <a:moveTo>
                    <a:pt x="4496705" y="1708221"/>
                  </a:moveTo>
                  <a:lnTo>
                    <a:pt x="4640581" y="1708221"/>
                  </a:lnTo>
                  <a:lnTo>
                    <a:pt x="4640581" y="1995961"/>
                  </a:lnTo>
                  <a:lnTo>
                    <a:pt x="4496705" y="1995961"/>
                  </a:lnTo>
                  <a:close/>
                  <a:moveTo>
                    <a:pt x="4183293" y="1708221"/>
                  </a:moveTo>
                  <a:lnTo>
                    <a:pt x="4327169" y="1708221"/>
                  </a:lnTo>
                  <a:lnTo>
                    <a:pt x="4327169" y="1995961"/>
                  </a:lnTo>
                  <a:lnTo>
                    <a:pt x="4183293" y="1995961"/>
                  </a:lnTo>
                  <a:close/>
                  <a:moveTo>
                    <a:pt x="3985505" y="1708221"/>
                  </a:moveTo>
                  <a:lnTo>
                    <a:pt x="4129381" y="1708221"/>
                  </a:lnTo>
                  <a:lnTo>
                    <a:pt x="4129381" y="1995961"/>
                  </a:lnTo>
                  <a:lnTo>
                    <a:pt x="3985505" y="1995961"/>
                  </a:lnTo>
                  <a:close/>
                  <a:moveTo>
                    <a:pt x="3672987" y="1708221"/>
                  </a:moveTo>
                  <a:lnTo>
                    <a:pt x="3816863" y="1708221"/>
                  </a:lnTo>
                  <a:lnTo>
                    <a:pt x="3816863" y="1995961"/>
                  </a:lnTo>
                  <a:lnTo>
                    <a:pt x="3672987" y="1995961"/>
                  </a:lnTo>
                  <a:close/>
                  <a:moveTo>
                    <a:pt x="3475199" y="1708221"/>
                  </a:moveTo>
                  <a:lnTo>
                    <a:pt x="3619075" y="1708221"/>
                  </a:lnTo>
                  <a:lnTo>
                    <a:pt x="3619075" y="1995961"/>
                  </a:lnTo>
                  <a:lnTo>
                    <a:pt x="3475199" y="1995961"/>
                  </a:lnTo>
                  <a:close/>
                  <a:moveTo>
                    <a:pt x="3152449" y="1708221"/>
                  </a:moveTo>
                  <a:lnTo>
                    <a:pt x="3296325" y="1708221"/>
                  </a:lnTo>
                  <a:lnTo>
                    <a:pt x="3296325" y="1995961"/>
                  </a:lnTo>
                  <a:lnTo>
                    <a:pt x="3152449" y="1995961"/>
                  </a:lnTo>
                  <a:close/>
                  <a:moveTo>
                    <a:pt x="5918015" y="1576086"/>
                  </a:moveTo>
                  <a:lnTo>
                    <a:pt x="5918015" y="2700567"/>
                  </a:lnTo>
                  <a:lnTo>
                    <a:pt x="6079592" y="2700567"/>
                  </a:lnTo>
                  <a:lnTo>
                    <a:pt x="6079592" y="2631454"/>
                  </a:lnTo>
                  <a:lnTo>
                    <a:pt x="6235402" y="2631454"/>
                  </a:lnTo>
                  <a:lnTo>
                    <a:pt x="6235402" y="2700567"/>
                  </a:lnTo>
                  <a:lnTo>
                    <a:pt x="6511058" y="2700567"/>
                  </a:lnTo>
                  <a:lnTo>
                    <a:pt x="6511058" y="2631454"/>
                  </a:lnTo>
                  <a:lnTo>
                    <a:pt x="6666870" y="2631454"/>
                  </a:lnTo>
                  <a:lnTo>
                    <a:pt x="6666870" y="2871277"/>
                  </a:lnTo>
                  <a:lnTo>
                    <a:pt x="6651361" y="2871277"/>
                  </a:lnTo>
                  <a:lnTo>
                    <a:pt x="6675314" y="3041662"/>
                  </a:lnTo>
                  <a:lnTo>
                    <a:pt x="8135272" y="3041662"/>
                  </a:lnTo>
                  <a:lnTo>
                    <a:pt x="8135272" y="1576086"/>
                  </a:lnTo>
                  <a:close/>
                  <a:moveTo>
                    <a:pt x="179845" y="1576086"/>
                  </a:moveTo>
                  <a:lnTo>
                    <a:pt x="179845" y="3041662"/>
                  </a:lnTo>
                  <a:lnTo>
                    <a:pt x="1640208" y="3041662"/>
                  </a:lnTo>
                  <a:lnTo>
                    <a:pt x="1688519" y="2700567"/>
                  </a:lnTo>
                  <a:lnTo>
                    <a:pt x="1776859" y="2700567"/>
                  </a:lnTo>
                  <a:lnTo>
                    <a:pt x="1776859" y="2657605"/>
                  </a:lnTo>
                  <a:lnTo>
                    <a:pt x="1675609" y="2657605"/>
                  </a:lnTo>
                  <a:lnTo>
                    <a:pt x="1675609" y="2789820"/>
                  </a:lnTo>
                  <a:lnTo>
                    <a:pt x="1664161" y="2871277"/>
                  </a:lnTo>
                  <a:lnTo>
                    <a:pt x="1648247" y="2871277"/>
                  </a:lnTo>
                  <a:lnTo>
                    <a:pt x="1648247" y="2631454"/>
                  </a:lnTo>
                  <a:lnTo>
                    <a:pt x="1804057" y="2631454"/>
                  </a:lnTo>
                  <a:lnTo>
                    <a:pt x="1804057" y="2700567"/>
                  </a:lnTo>
                  <a:lnTo>
                    <a:pt x="2079713" y="2700567"/>
                  </a:lnTo>
                  <a:lnTo>
                    <a:pt x="2079713" y="2631454"/>
                  </a:lnTo>
                  <a:lnTo>
                    <a:pt x="2235523" y="2631454"/>
                  </a:lnTo>
                  <a:lnTo>
                    <a:pt x="2235523" y="2700567"/>
                  </a:lnTo>
                  <a:lnTo>
                    <a:pt x="2397100" y="2700567"/>
                  </a:lnTo>
                  <a:lnTo>
                    <a:pt x="2397100" y="1576086"/>
                  </a:lnTo>
                  <a:close/>
                  <a:moveTo>
                    <a:pt x="5918015" y="1510060"/>
                  </a:moveTo>
                  <a:lnTo>
                    <a:pt x="5918015" y="1558058"/>
                  </a:lnTo>
                  <a:lnTo>
                    <a:pt x="8135272" y="1558058"/>
                  </a:lnTo>
                  <a:lnTo>
                    <a:pt x="8135272" y="1510060"/>
                  </a:lnTo>
                  <a:close/>
                  <a:moveTo>
                    <a:pt x="179845" y="1510060"/>
                  </a:moveTo>
                  <a:lnTo>
                    <a:pt x="179845" y="1558058"/>
                  </a:lnTo>
                  <a:lnTo>
                    <a:pt x="2397100" y="1558058"/>
                  </a:lnTo>
                  <a:lnTo>
                    <a:pt x="2397100" y="1510060"/>
                  </a:lnTo>
                  <a:close/>
                  <a:moveTo>
                    <a:pt x="5513259" y="1370373"/>
                  </a:moveTo>
                  <a:lnTo>
                    <a:pt x="5513259" y="1761171"/>
                  </a:lnTo>
                  <a:lnTo>
                    <a:pt x="5638541" y="1761171"/>
                  </a:lnTo>
                  <a:lnTo>
                    <a:pt x="5638541" y="1370373"/>
                  </a:lnTo>
                  <a:close/>
                  <a:moveTo>
                    <a:pt x="2676489" y="1370373"/>
                  </a:moveTo>
                  <a:lnTo>
                    <a:pt x="2676489" y="1761171"/>
                  </a:lnTo>
                  <a:lnTo>
                    <a:pt x="2801773" y="1761171"/>
                  </a:lnTo>
                  <a:lnTo>
                    <a:pt x="2801773" y="1370373"/>
                  </a:lnTo>
                  <a:close/>
                  <a:moveTo>
                    <a:pt x="5055241" y="1367775"/>
                  </a:moveTo>
                  <a:lnTo>
                    <a:pt x="5055241" y="1580393"/>
                  </a:lnTo>
                  <a:lnTo>
                    <a:pt x="5121172" y="1580393"/>
                  </a:lnTo>
                  <a:lnTo>
                    <a:pt x="5121172" y="1367775"/>
                  </a:lnTo>
                  <a:close/>
                  <a:moveTo>
                    <a:pt x="4733466" y="1367775"/>
                  </a:moveTo>
                  <a:lnTo>
                    <a:pt x="4733466" y="1580393"/>
                  </a:lnTo>
                  <a:lnTo>
                    <a:pt x="4799397" y="1580393"/>
                  </a:lnTo>
                  <a:lnTo>
                    <a:pt x="4799397" y="1367775"/>
                  </a:lnTo>
                  <a:close/>
                  <a:moveTo>
                    <a:pt x="4535678" y="1367775"/>
                  </a:moveTo>
                  <a:lnTo>
                    <a:pt x="4535678" y="1580393"/>
                  </a:lnTo>
                  <a:lnTo>
                    <a:pt x="4601609" y="1580393"/>
                  </a:lnTo>
                  <a:lnTo>
                    <a:pt x="4601609" y="1367775"/>
                  </a:lnTo>
                  <a:close/>
                  <a:moveTo>
                    <a:pt x="4222186" y="1367775"/>
                  </a:moveTo>
                  <a:lnTo>
                    <a:pt x="4222186" y="1580393"/>
                  </a:lnTo>
                  <a:lnTo>
                    <a:pt x="4288115" y="1580393"/>
                  </a:lnTo>
                  <a:lnTo>
                    <a:pt x="4288115" y="1367775"/>
                  </a:lnTo>
                  <a:close/>
                  <a:moveTo>
                    <a:pt x="4024398" y="1367775"/>
                  </a:moveTo>
                  <a:lnTo>
                    <a:pt x="4024398" y="1580393"/>
                  </a:lnTo>
                  <a:lnTo>
                    <a:pt x="4090327" y="1580393"/>
                  </a:lnTo>
                  <a:lnTo>
                    <a:pt x="4090327" y="1367775"/>
                  </a:lnTo>
                  <a:close/>
                  <a:moveTo>
                    <a:pt x="3711880" y="1367775"/>
                  </a:moveTo>
                  <a:lnTo>
                    <a:pt x="3711880" y="1580393"/>
                  </a:lnTo>
                  <a:lnTo>
                    <a:pt x="3777809" y="1580393"/>
                  </a:lnTo>
                  <a:lnTo>
                    <a:pt x="3777809" y="1367775"/>
                  </a:lnTo>
                  <a:close/>
                  <a:moveTo>
                    <a:pt x="3514092" y="1367775"/>
                  </a:moveTo>
                  <a:lnTo>
                    <a:pt x="3514092" y="1580393"/>
                  </a:lnTo>
                  <a:lnTo>
                    <a:pt x="3580021" y="1580393"/>
                  </a:lnTo>
                  <a:lnTo>
                    <a:pt x="3580021" y="1367775"/>
                  </a:lnTo>
                  <a:close/>
                  <a:moveTo>
                    <a:pt x="3191342" y="1367775"/>
                  </a:moveTo>
                  <a:lnTo>
                    <a:pt x="3191342" y="1580393"/>
                  </a:lnTo>
                  <a:lnTo>
                    <a:pt x="3257271" y="1580393"/>
                  </a:lnTo>
                  <a:lnTo>
                    <a:pt x="3257271" y="1367775"/>
                  </a:lnTo>
                  <a:close/>
                  <a:moveTo>
                    <a:pt x="5474041" y="1332040"/>
                  </a:moveTo>
                  <a:lnTo>
                    <a:pt x="5677839" y="1332040"/>
                  </a:lnTo>
                  <a:lnTo>
                    <a:pt x="5677839" y="1799585"/>
                  </a:lnTo>
                  <a:lnTo>
                    <a:pt x="5474041" y="1799585"/>
                  </a:lnTo>
                  <a:close/>
                  <a:moveTo>
                    <a:pt x="2637191" y="1332040"/>
                  </a:moveTo>
                  <a:lnTo>
                    <a:pt x="2840989" y="1332040"/>
                  </a:lnTo>
                  <a:lnTo>
                    <a:pt x="2840989" y="1799585"/>
                  </a:lnTo>
                  <a:lnTo>
                    <a:pt x="2637191" y="1799585"/>
                  </a:lnTo>
                  <a:close/>
                  <a:moveTo>
                    <a:pt x="5016268" y="1330173"/>
                  </a:moveTo>
                  <a:lnTo>
                    <a:pt x="5160144" y="1330173"/>
                  </a:lnTo>
                  <a:lnTo>
                    <a:pt x="5160144" y="1617913"/>
                  </a:lnTo>
                  <a:lnTo>
                    <a:pt x="5016268" y="1617913"/>
                  </a:lnTo>
                  <a:close/>
                  <a:moveTo>
                    <a:pt x="4694493" y="1330173"/>
                  </a:moveTo>
                  <a:lnTo>
                    <a:pt x="4838369" y="1330173"/>
                  </a:lnTo>
                  <a:lnTo>
                    <a:pt x="4838369" y="1617913"/>
                  </a:lnTo>
                  <a:lnTo>
                    <a:pt x="4694493" y="1617913"/>
                  </a:lnTo>
                  <a:close/>
                  <a:moveTo>
                    <a:pt x="4496705" y="1330173"/>
                  </a:moveTo>
                  <a:lnTo>
                    <a:pt x="4640581" y="1330173"/>
                  </a:lnTo>
                  <a:lnTo>
                    <a:pt x="4640581" y="1617913"/>
                  </a:lnTo>
                  <a:lnTo>
                    <a:pt x="4496705" y="1617913"/>
                  </a:lnTo>
                  <a:close/>
                  <a:moveTo>
                    <a:pt x="4183293" y="1330173"/>
                  </a:moveTo>
                  <a:lnTo>
                    <a:pt x="4327169" y="1330173"/>
                  </a:lnTo>
                  <a:lnTo>
                    <a:pt x="4327169" y="1617913"/>
                  </a:lnTo>
                  <a:lnTo>
                    <a:pt x="4183293" y="1617913"/>
                  </a:lnTo>
                  <a:close/>
                  <a:moveTo>
                    <a:pt x="3985505" y="1330173"/>
                  </a:moveTo>
                  <a:lnTo>
                    <a:pt x="4129381" y="1330173"/>
                  </a:lnTo>
                  <a:lnTo>
                    <a:pt x="4129381" y="1617913"/>
                  </a:lnTo>
                  <a:lnTo>
                    <a:pt x="3985505" y="1617913"/>
                  </a:lnTo>
                  <a:close/>
                  <a:moveTo>
                    <a:pt x="3672987" y="1330173"/>
                  </a:moveTo>
                  <a:lnTo>
                    <a:pt x="3816863" y="1330173"/>
                  </a:lnTo>
                  <a:lnTo>
                    <a:pt x="3816863" y="1617913"/>
                  </a:lnTo>
                  <a:lnTo>
                    <a:pt x="3672987" y="1617913"/>
                  </a:lnTo>
                  <a:close/>
                  <a:moveTo>
                    <a:pt x="3475199" y="1330173"/>
                  </a:moveTo>
                  <a:lnTo>
                    <a:pt x="3619075" y="1330173"/>
                  </a:lnTo>
                  <a:lnTo>
                    <a:pt x="3619075" y="1617913"/>
                  </a:lnTo>
                  <a:lnTo>
                    <a:pt x="3475199" y="1617913"/>
                  </a:lnTo>
                  <a:close/>
                  <a:moveTo>
                    <a:pt x="3152449" y="1330173"/>
                  </a:moveTo>
                  <a:lnTo>
                    <a:pt x="3296325" y="1330173"/>
                  </a:lnTo>
                  <a:lnTo>
                    <a:pt x="3296325" y="1617913"/>
                  </a:lnTo>
                  <a:lnTo>
                    <a:pt x="3152449" y="1617913"/>
                  </a:lnTo>
                  <a:close/>
                  <a:moveTo>
                    <a:pt x="5276578" y="1252289"/>
                  </a:moveTo>
                  <a:lnTo>
                    <a:pt x="5276578" y="2700567"/>
                  </a:lnTo>
                  <a:lnTo>
                    <a:pt x="5877417" y="2700567"/>
                  </a:lnTo>
                  <a:lnTo>
                    <a:pt x="5877417" y="1252289"/>
                  </a:lnTo>
                  <a:close/>
                  <a:moveTo>
                    <a:pt x="3080025" y="1252289"/>
                  </a:moveTo>
                  <a:lnTo>
                    <a:pt x="3080025" y="2700485"/>
                  </a:lnTo>
                  <a:lnTo>
                    <a:pt x="3091069" y="2700485"/>
                  </a:lnTo>
                  <a:lnTo>
                    <a:pt x="3091069" y="2241386"/>
                  </a:lnTo>
                  <a:lnTo>
                    <a:pt x="3152451" y="2241386"/>
                  </a:lnTo>
                  <a:lnTo>
                    <a:pt x="3152451" y="2086189"/>
                  </a:lnTo>
                  <a:lnTo>
                    <a:pt x="3296327" y="2086189"/>
                  </a:lnTo>
                  <a:lnTo>
                    <a:pt x="3296327" y="2241386"/>
                  </a:lnTo>
                  <a:lnTo>
                    <a:pt x="3462695" y="2241386"/>
                  </a:lnTo>
                  <a:lnTo>
                    <a:pt x="3462695" y="2301321"/>
                  </a:lnTo>
                  <a:lnTo>
                    <a:pt x="3475198" y="2301321"/>
                  </a:lnTo>
                  <a:lnTo>
                    <a:pt x="3475198" y="2086189"/>
                  </a:lnTo>
                  <a:lnTo>
                    <a:pt x="3619076" y="2086189"/>
                  </a:lnTo>
                  <a:lnTo>
                    <a:pt x="3619076" y="2301321"/>
                  </a:lnTo>
                  <a:lnTo>
                    <a:pt x="3672988" y="2301321"/>
                  </a:lnTo>
                  <a:lnTo>
                    <a:pt x="3672988" y="2086189"/>
                  </a:lnTo>
                  <a:lnTo>
                    <a:pt x="3816864" y="2086189"/>
                  </a:lnTo>
                  <a:lnTo>
                    <a:pt x="3816864" y="2301321"/>
                  </a:lnTo>
                  <a:lnTo>
                    <a:pt x="3829369" y="2301321"/>
                  </a:lnTo>
                  <a:lnTo>
                    <a:pt x="3829369" y="2241386"/>
                  </a:lnTo>
                  <a:lnTo>
                    <a:pt x="3973164" y="2241386"/>
                  </a:lnTo>
                  <a:lnTo>
                    <a:pt x="3973164" y="2301321"/>
                  </a:lnTo>
                  <a:lnTo>
                    <a:pt x="3985425" y="2301321"/>
                  </a:lnTo>
                  <a:lnTo>
                    <a:pt x="3985425" y="2086189"/>
                  </a:lnTo>
                  <a:lnTo>
                    <a:pt x="4129301" y="2086189"/>
                  </a:lnTo>
                  <a:lnTo>
                    <a:pt x="4129301" y="2301321"/>
                  </a:lnTo>
                  <a:lnTo>
                    <a:pt x="4183215" y="2301321"/>
                  </a:lnTo>
                  <a:lnTo>
                    <a:pt x="4183215" y="2086189"/>
                  </a:lnTo>
                  <a:lnTo>
                    <a:pt x="4327091" y="2086189"/>
                  </a:lnTo>
                  <a:lnTo>
                    <a:pt x="4327091" y="2301321"/>
                  </a:lnTo>
                  <a:lnTo>
                    <a:pt x="4339108" y="2301321"/>
                  </a:lnTo>
                  <a:lnTo>
                    <a:pt x="4339108" y="2241386"/>
                  </a:lnTo>
                  <a:lnTo>
                    <a:pt x="4482902" y="2241386"/>
                  </a:lnTo>
                  <a:lnTo>
                    <a:pt x="4482902" y="2301321"/>
                  </a:lnTo>
                  <a:lnTo>
                    <a:pt x="4496705" y="2301321"/>
                  </a:lnTo>
                  <a:lnTo>
                    <a:pt x="4496705" y="2086189"/>
                  </a:lnTo>
                  <a:lnTo>
                    <a:pt x="4640583" y="2086189"/>
                  </a:lnTo>
                  <a:lnTo>
                    <a:pt x="4640583" y="2301321"/>
                  </a:lnTo>
                  <a:lnTo>
                    <a:pt x="4694495" y="2301321"/>
                  </a:lnTo>
                  <a:lnTo>
                    <a:pt x="4694495" y="2086189"/>
                  </a:lnTo>
                  <a:lnTo>
                    <a:pt x="4838373" y="2086189"/>
                  </a:lnTo>
                  <a:lnTo>
                    <a:pt x="4838373" y="2301321"/>
                  </a:lnTo>
                  <a:lnTo>
                    <a:pt x="4852174" y="2301321"/>
                  </a:lnTo>
                  <a:lnTo>
                    <a:pt x="4852174" y="2241386"/>
                  </a:lnTo>
                  <a:lnTo>
                    <a:pt x="5016269" y="2241386"/>
                  </a:lnTo>
                  <a:lnTo>
                    <a:pt x="5016269" y="2086189"/>
                  </a:lnTo>
                  <a:lnTo>
                    <a:pt x="5160145" y="2086189"/>
                  </a:lnTo>
                  <a:lnTo>
                    <a:pt x="5160145" y="2241468"/>
                  </a:lnTo>
                  <a:lnTo>
                    <a:pt x="5223721" y="2241468"/>
                  </a:lnTo>
                  <a:lnTo>
                    <a:pt x="5223721" y="2700567"/>
                  </a:lnTo>
                  <a:lnTo>
                    <a:pt x="5235006" y="2700567"/>
                  </a:lnTo>
                  <a:lnTo>
                    <a:pt x="5235006" y="1252289"/>
                  </a:lnTo>
                  <a:close/>
                  <a:moveTo>
                    <a:pt x="2437697" y="1252289"/>
                  </a:moveTo>
                  <a:lnTo>
                    <a:pt x="2437697" y="2700567"/>
                  </a:lnTo>
                  <a:lnTo>
                    <a:pt x="3038536" y="2700567"/>
                  </a:lnTo>
                  <a:lnTo>
                    <a:pt x="3038536" y="1252289"/>
                  </a:lnTo>
                  <a:lnTo>
                    <a:pt x="3020592" y="1252289"/>
                  </a:lnTo>
                  <a:close/>
                  <a:moveTo>
                    <a:pt x="5276578" y="1142326"/>
                  </a:moveTo>
                  <a:lnTo>
                    <a:pt x="5276578" y="1234340"/>
                  </a:lnTo>
                  <a:lnTo>
                    <a:pt x="5877417" y="1234340"/>
                  </a:lnTo>
                  <a:lnTo>
                    <a:pt x="5877417" y="1142326"/>
                  </a:lnTo>
                  <a:close/>
                  <a:moveTo>
                    <a:pt x="2437697" y="1142326"/>
                  </a:moveTo>
                  <a:lnTo>
                    <a:pt x="2437697" y="1234340"/>
                  </a:lnTo>
                  <a:lnTo>
                    <a:pt x="3020592" y="1234340"/>
                  </a:lnTo>
                  <a:lnTo>
                    <a:pt x="3038536" y="1234340"/>
                  </a:lnTo>
                  <a:lnTo>
                    <a:pt x="3038536" y="1142326"/>
                  </a:lnTo>
                  <a:close/>
                  <a:moveTo>
                    <a:pt x="3119000" y="1121374"/>
                  </a:moveTo>
                  <a:lnTo>
                    <a:pt x="3119000" y="1142326"/>
                  </a:lnTo>
                  <a:lnTo>
                    <a:pt x="3080025" y="1142326"/>
                  </a:lnTo>
                  <a:lnTo>
                    <a:pt x="3080025" y="1234340"/>
                  </a:lnTo>
                  <a:lnTo>
                    <a:pt x="5235088" y="1234340"/>
                  </a:lnTo>
                  <a:lnTo>
                    <a:pt x="5235088" y="1142326"/>
                  </a:lnTo>
                  <a:lnTo>
                    <a:pt x="5196115" y="1142326"/>
                  </a:lnTo>
                  <a:lnTo>
                    <a:pt x="5196115" y="1121374"/>
                  </a:lnTo>
                  <a:close/>
                  <a:moveTo>
                    <a:pt x="5052237" y="862709"/>
                  </a:moveTo>
                  <a:lnTo>
                    <a:pt x="5052237" y="1102450"/>
                  </a:lnTo>
                  <a:lnTo>
                    <a:pt x="5124175" y="1102450"/>
                  </a:lnTo>
                  <a:lnTo>
                    <a:pt x="5124175" y="862709"/>
                  </a:lnTo>
                  <a:close/>
                  <a:moveTo>
                    <a:pt x="4731602" y="862709"/>
                  </a:moveTo>
                  <a:lnTo>
                    <a:pt x="4731602" y="1102450"/>
                  </a:lnTo>
                  <a:lnTo>
                    <a:pt x="4803540" y="1102450"/>
                  </a:lnTo>
                  <a:lnTo>
                    <a:pt x="4803540" y="862709"/>
                  </a:lnTo>
                  <a:close/>
                  <a:moveTo>
                    <a:pt x="4533812" y="862709"/>
                  </a:moveTo>
                  <a:lnTo>
                    <a:pt x="4533812" y="1102450"/>
                  </a:lnTo>
                  <a:lnTo>
                    <a:pt x="4605750" y="1102450"/>
                  </a:lnTo>
                  <a:lnTo>
                    <a:pt x="4605750" y="862709"/>
                  </a:lnTo>
                  <a:close/>
                  <a:moveTo>
                    <a:pt x="4219183" y="862709"/>
                  </a:moveTo>
                  <a:lnTo>
                    <a:pt x="4219183" y="1102450"/>
                  </a:lnTo>
                  <a:lnTo>
                    <a:pt x="4291121" y="1102450"/>
                  </a:lnTo>
                  <a:lnTo>
                    <a:pt x="4291121" y="862709"/>
                  </a:lnTo>
                  <a:close/>
                  <a:moveTo>
                    <a:pt x="4021393" y="862709"/>
                  </a:moveTo>
                  <a:lnTo>
                    <a:pt x="4021393" y="1102450"/>
                  </a:lnTo>
                  <a:lnTo>
                    <a:pt x="4093331" y="1102450"/>
                  </a:lnTo>
                  <a:lnTo>
                    <a:pt x="4093331" y="862709"/>
                  </a:lnTo>
                  <a:close/>
                  <a:moveTo>
                    <a:pt x="3709770" y="862709"/>
                  </a:moveTo>
                  <a:lnTo>
                    <a:pt x="3709770" y="1102450"/>
                  </a:lnTo>
                  <a:lnTo>
                    <a:pt x="3781708" y="1102450"/>
                  </a:lnTo>
                  <a:lnTo>
                    <a:pt x="3781708" y="862709"/>
                  </a:lnTo>
                  <a:close/>
                  <a:moveTo>
                    <a:pt x="3511980" y="862709"/>
                  </a:moveTo>
                  <a:lnTo>
                    <a:pt x="3511980" y="1102450"/>
                  </a:lnTo>
                  <a:lnTo>
                    <a:pt x="3583918" y="1102450"/>
                  </a:lnTo>
                  <a:lnTo>
                    <a:pt x="3583918" y="862709"/>
                  </a:lnTo>
                  <a:close/>
                  <a:moveTo>
                    <a:pt x="3188340" y="862709"/>
                  </a:moveTo>
                  <a:lnTo>
                    <a:pt x="3188340" y="1102450"/>
                  </a:lnTo>
                  <a:lnTo>
                    <a:pt x="3260278" y="1102450"/>
                  </a:lnTo>
                  <a:lnTo>
                    <a:pt x="3260278" y="862709"/>
                  </a:lnTo>
                  <a:close/>
                  <a:moveTo>
                    <a:pt x="2932008" y="724808"/>
                  </a:moveTo>
                  <a:lnTo>
                    <a:pt x="2932008" y="1082310"/>
                  </a:lnTo>
                  <a:lnTo>
                    <a:pt x="3118511" y="1082310"/>
                  </a:lnTo>
                  <a:lnTo>
                    <a:pt x="3118511" y="1102450"/>
                  </a:lnTo>
                  <a:lnTo>
                    <a:pt x="3151965" y="1102450"/>
                  </a:lnTo>
                  <a:lnTo>
                    <a:pt x="3151965" y="862709"/>
                  </a:lnTo>
                  <a:cubicBezTo>
                    <a:pt x="3151965" y="822995"/>
                    <a:pt x="3184199" y="790834"/>
                    <a:pt x="3223903" y="790834"/>
                  </a:cubicBezTo>
                  <a:cubicBezTo>
                    <a:pt x="3263607" y="790834"/>
                    <a:pt x="3295841" y="822995"/>
                    <a:pt x="3295841" y="862709"/>
                  </a:cubicBezTo>
                  <a:lnTo>
                    <a:pt x="3295841" y="1102450"/>
                  </a:lnTo>
                  <a:lnTo>
                    <a:pt x="3475605" y="1102450"/>
                  </a:lnTo>
                  <a:lnTo>
                    <a:pt x="3475605" y="862709"/>
                  </a:lnTo>
                  <a:cubicBezTo>
                    <a:pt x="3475605" y="822995"/>
                    <a:pt x="3507839" y="790834"/>
                    <a:pt x="3547543" y="790834"/>
                  </a:cubicBezTo>
                  <a:cubicBezTo>
                    <a:pt x="3587247" y="790834"/>
                    <a:pt x="3619481" y="822995"/>
                    <a:pt x="3619481" y="862709"/>
                  </a:cubicBezTo>
                  <a:lnTo>
                    <a:pt x="3619481" y="1102450"/>
                  </a:lnTo>
                  <a:lnTo>
                    <a:pt x="3673475" y="1102450"/>
                  </a:lnTo>
                  <a:lnTo>
                    <a:pt x="3673475" y="862709"/>
                  </a:lnTo>
                  <a:cubicBezTo>
                    <a:pt x="3673475" y="822995"/>
                    <a:pt x="3705710" y="790834"/>
                    <a:pt x="3745415" y="790834"/>
                  </a:cubicBezTo>
                  <a:cubicBezTo>
                    <a:pt x="3785117" y="790834"/>
                    <a:pt x="3817353" y="822995"/>
                    <a:pt x="3817353" y="862709"/>
                  </a:cubicBezTo>
                  <a:lnTo>
                    <a:pt x="3817353" y="1102450"/>
                  </a:lnTo>
                  <a:lnTo>
                    <a:pt x="3985182" y="1102450"/>
                  </a:lnTo>
                  <a:lnTo>
                    <a:pt x="3985182" y="862709"/>
                  </a:lnTo>
                  <a:cubicBezTo>
                    <a:pt x="3985182" y="822995"/>
                    <a:pt x="4017416" y="790834"/>
                    <a:pt x="4057120" y="790834"/>
                  </a:cubicBezTo>
                  <a:cubicBezTo>
                    <a:pt x="4096823" y="790834"/>
                    <a:pt x="4129058" y="822995"/>
                    <a:pt x="4129058" y="862709"/>
                  </a:cubicBezTo>
                  <a:lnTo>
                    <a:pt x="4129058" y="1102450"/>
                  </a:lnTo>
                  <a:lnTo>
                    <a:pt x="4183052" y="1102450"/>
                  </a:lnTo>
                  <a:lnTo>
                    <a:pt x="4183052" y="862709"/>
                  </a:lnTo>
                  <a:cubicBezTo>
                    <a:pt x="4183052" y="822995"/>
                    <a:pt x="4215286" y="790834"/>
                    <a:pt x="4254990" y="790834"/>
                  </a:cubicBezTo>
                  <a:cubicBezTo>
                    <a:pt x="4294694" y="790834"/>
                    <a:pt x="4326928" y="822995"/>
                    <a:pt x="4326928" y="862709"/>
                  </a:cubicBezTo>
                  <a:lnTo>
                    <a:pt x="4326928" y="1102450"/>
                  </a:lnTo>
                  <a:lnTo>
                    <a:pt x="4497680" y="1102450"/>
                  </a:lnTo>
                  <a:lnTo>
                    <a:pt x="4497680" y="862709"/>
                  </a:lnTo>
                  <a:cubicBezTo>
                    <a:pt x="4497680" y="822995"/>
                    <a:pt x="4529914" y="790834"/>
                    <a:pt x="4569618" y="790834"/>
                  </a:cubicBezTo>
                  <a:cubicBezTo>
                    <a:pt x="4609322" y="790834"/>
                    <a:pt x="4641556" y="822995"/>
                    <a:pt x="4641556" y="862709"/>
                  </a:cubicBezTo>
                  <a:lnTo>
                    <a:pt x="4641556" y="1102450"/>
                  </a:lnTo>
                  <a:lnTo>
                    <a:pt x="4695552" y="1102450"/>
                  </a:lnTo>
                  <a:lnTo>
                    <a:pt x="4695552" y="862709"/>
                  </a:lnTo>
                  <a:cubicBezTo>
                    <a:pt x="4695552" y="822995"/>
                    <a:pt x="4727785" y="790834"/>
                    <a:pt x="4767490" y="790834"/>
                  </a:cubicBezTo>
                  <a:cubicBezTo>
                    <a:pt x="4807194" y="790834"/>
                    <a:pt x="4839428" y="822995"/>
                    <a:pt x="4839428" y="862709"/>
                  </a:cubicBezTo>
                  <a:lnTo>
                    <a:pt x="4839428" y="1102450"/>
                  </a:lnTo>
                  <a:lnTo>
                    <a:pt x="5016187" y="1102450"/>
                  </a:lnTo>
                  <a:lnTo>
                    <a:pt x="5016187" y="862709"/>
                  </a:lnTo>
                  <a:cubicBezTo>
                    <a:pt x="5016187" y="822995"/>
                    <a:pt x="5048423" y="790834"/>
                    <a:pt x="5088125" y="790834"/>
                  </a:cubicBezTo>
                  <a:cubicBezTo>
                    <a:pt x="5127830" y="790834"/>
                    <a:pt x="5160065" y="822995"/>
                    <a:pt x="5160065" y="862709"/>
                  </a:cubicBezTo>
                  <a:lnTo>
                    <a:pt x="5160065" y="1102450"/>
                  </a:lnTo>
                  <a:lnTo>
                    <a:pt x="5196033" y="1102450"/>
                  </a:lnTo>
                  <a:lnTo>
                    <a:pt x="5196033" y="1082310"/>
                  </a:lnTo>
                  <a:lnTo>
                    <a:pt x="5381157" y="1082310"/>
                  </a:lnTo>
                  <a:lnTo>
                    <a:pt x="5381157" y="724808"/>
                  </a:lnTo>
                  <a:lnTo>
                    <a:pt x="2932415" y="724808"/>
                  </a:lnTo>
                  <a:close/>
                  <a:moveTo>
                    <a:pt x="2932415" y="634905"/>
                  </a:moveTo>
                  <a:lnTo>
                    <a:pt x="2932415" y="706860"/>
                  </a:lnTo>
                  <a:lnTo>
                    <a:pt x="5381157" y="706860"/>
                  </a:lnTo>
                  <a:lnTo>
                    <a:pt x="5381157" y="634905"/>
                  </a:lnTo>
                  <a:close/>
                  <a:moveTo>
                    <a:pt x="2756871" y="574970"/>
                  </a:moveTo>
                  <a:lnTo>
                    <a:pt x="2894740" y="574970"/>
                  </a:lnTo>
                  <a:lnTo>
                    <a:pt x="5417856" y="574970"/>
                  </a:lnTo>
                  <a:lnTo>
                    <a:pt x="5555725" y="574970"/>
                  </a:lnTo>
                  <a:lnTo>
                    <a:pt x="5555725" y="634905"/>
                  </a:lnTo>
                  <a:lnTo>
                    <a:pt x="5417856" y="634905"/>
                  </a:lnTo>
                  <a:lnTo>
                    <a:pt x="5417856" y="1082390"/>
                  </a:lnTo>
                  <a:lnTo>
                    <a:pt x="5987191" y="1082390"/>
                  </a:lnTo>
                  <a:lnTo>
                    <a:pt x="5987191" y="1142326"/>
                  </a:lnTo>
                  <a:lnTo>
                    <a:pt x="5918015" y="1142326"/>
                  </a:lnTo>
                  <a:lnTo>
                    <a:pt x="5918015" y="1474164"/>
                  </a:lnTo>
                  <a:lnTo>
                    <a:pt x="8171240" y="1474164"/>
                  </a:lnTo>
                  <a:lnTo>
                    <a:pt x="8171240" y="1474245"/>
                  </a:lnTo>
                  <a:lnTo>
                    <a:pt x="8314954" y="1474245"/>
                  </a:lnTo>
                  <a:lnTo>
                    <a:pt x="8314954" y="1510142"/>
                  </a:lnTo>
                  <a:lnTo>
                    <a:pt x="8171158" y="1510142"/>
                  </a:lnTo>
                  <a:lnTo>
                    <a:pt x="8171158" y="1558138"/>
                  </a:lnTo>
                  <a:lnTo>
                    <a:pt x="8171158" y="1576086"/>
                  </a:lnTo>
                  <a:lnTo>
                    <a:pt x="8171158" y="3080564"/>
                  </a:lnTo>
                  <a:lnTo>
                    <a:pt x="6680753" y="3080564"/>
                  </a:lnTo>
                  <a:lnTo>
                    <a:pt x="6722488" y="3377886"/>
                  </a:lnTo>
                  <a:lnTo>
                    <a:pt x="1592385" y="3377886"/>
                  </a:lnTo>
                  <a:lnTo>
                    <a:pt x="1634444" y="3080564"/>
                  </a:lnTo>
                  <a:lnTo>
                    <a:pt x="143796" y="3080564"/>
                  </a:lnTo>
                  <a:lnTo>
                    <a:pt x="143796" y="1575924"/>
                  </a:lnTo>
                  <a:lnTo>
                    <a:pt x="143796" y="1557976"/>
                  </a:lnTo>
                  <a:lnTo>
                    <a:pt x="143796" y="1509978"/>
                  </a:lnTo>
                  <a:lnTo>
                    <a:pt x="0" y="1509978"/>
                  </a:lnTo>
                  <a:lnTo>
                    <a:pt x="0" y="1474082"/>
                  </a:lnTo>
                  <a:lnTo>
                    <a:pt x="143796" y="1474082"/>
                  </a:lnTo>
                  <a:lnTo>
                    <a:pt x="2397100" y="1474082"/>
                  </a:lnTo>
                  <a:lnTo>
                    <a:pt x="2397100" y="1142246"/>
                  </a:lnTo>
                  <a:lnTo>
                    <a:pt x="2327921" y="1142246"/>
                  </a:lnTo>
                  <a:lnTo>
                    <a:pt x="2327921" y="1082310"/>
                  </a:lnTo>
                  <a:lnTo>
                    <a:pt x="2894740" y="1082310"/>
                  </a:lnTo>
                  <a:lnTo>
                    <a:pt x="2894740" y="634905"/>
                  </a:lnTo>
                  <a:lnTo>
                    <a:pt x="2756871" y="634905"/>
                  </a:lnTo>
                  <a:close/>
                  <a:moveTo>
                    <a:pt x="4140884" y="0"/>
                  </a:moveTo>
                  <a:lnTo>
                    <a:pt x="4344623" y="0"/>
                  </a:lnTo>
                  <a:lnTo>
                    <a:pt x="4278767" y="89891"/>
                  </a:lnTo>
                  <a:lnTo>
                    <a:pt x="4344623" y="179783"/>
                  </a:lnTo>
                  <a:lnTo>
                    <a:pt x="4176858" y="179783"/>
                  </a:lnTo>
                  <a:lnTo>
                    <a:pt x="4176858" y="473493"/>
                  </a:lnTo>
                  <a:lnTo>
                    <a:pt x="4680315" y="473493"/>
                  </a:lnTo>
                  <a:lnTo>
                    <a:pt x="4680315" y="167846"/>
                  </a:lnTo>
                  <a:lnTo>
                    <a:pt x="4716287" y="167846"/>
                  </a:lnTo>
                  <a:lnTo>
                    <a:pt x="4716287" y="168215"/>
                  </a:lnTo>
                  <a:lnTo>
                    <a:pt x="4846555" y="168215"/>
                  </a:lnTo>
                  <a:lnTo>
                    <a:pt x="4788700" y="248955"/>
                  </a:lnTo>
                  <a:lnTo>
                    <a:pt x="4846556" y="329697"/>
                  </a:lnTo>
                  <a:lnTo>
                    <a:pt x="4716287" y="329697"/>
                  </a:lnTo>
                  <a:lnTo>
                    <a:pt x="4716287" y="473493"/>
                  </a:lnTo>
                  <a:lnTo>
                    <a:pt x="5225754" y="473493"/>
                  </a:lnTo>
                  <a:lnTo>
                    <a:pt x="5225754" y="167846"/>
                  </a:lnTo>
                  <a:lnTo>
                    <a:pt x="5227472" y="167846"/>
                  </a:lnTo>
                  <a:lnTo>
                    <a:pt x="5227472" y="167834"/>
                  </a:lnTo>
                  <a:lnTo>
                    <a:pt x="5391047" y="167834"/>
                  </a:lnTo>
                  <a:lnTo>
                    <a:pt x="5333191" y="248574"/>
                  </a:lnTo>
                  <a:lnTo>
                    <a:pt x="5391048" y="329316"/>
                  </a:lnTo>
                  <a:lnTo>
                    <a:pt x="5261726" y="329316"/>
                  </a:lnTo>
                  <a:lnTo>
                    <a:pt x="5261726" y="473493"/>
                  </a:lnTo>
                  <a:lnTo>
                    <a:pt x="5417555" y="473493"/>
                  </a:lnTo>
                  <a:lnTo>
                    <a:pt x="5417555" y="521403"/>
                  </a:lnTo>
                  <a:lnTo>
                    <a:pt x="2894178" y="521403"/>
                  </a:lnTo>
                  <a:lnTo>
                    <a:pt x="2894178" y="473493"/>
                  </a:lnTo>
                  <a:lnTo>
                    <a:pt x="3056016" y="473493"/>
                  </a:lnTo>
                  <a:lnTo>
                    <a:pt x="3056016" y="167846"/>
                  </a:lnTo>
                  <a:lnTo>
                    <a:pt x="3091988" y="167846"/>
                  </a:lnTo>
                  <a:lnTo>
                    <a:pt x="3091988" y="168215"/>
                  </a:lnTo>
                  <a:lnTo>
                    <a:pt x="3221668" y="168215"/>
                  </a:lnTo>
                  <a:lnTo>
                    <a:pt x="3163812" y="248955"/>
                  </a:lnTo>
                  <a:lnTo>
                    <a:pt x="3221669" y="329697"/>
                  </a:lnTo>
                  <a:lnTo>
                    <a:pt x="3091988" y="329697"/>
                  </a:lnTo>
                  <a:lnTo>
                    <a:pt x="3091988" y="473493"/>
                  </a:lnTo>
                  <a:lnTo>
                    <a:pt x="3601455" y="473493"/>
                  </a:lnTo>
                  <a:lnTo>
                    <a:pt x="3601455" y="167846"/>
                  </a:lnTo>
                  <a:lnTo>
                    <a:pt x="3637427" y="167846"/>
                  </a:lnTo>
                  <a:lnTo>
                    <a:pt x="3637427" y="168215"/>
                  </a:lnTo>
                  <a:lnTo>
                    <a:pt x="3767334" y="168215"/>
                  </a:lnTo>
                  <a:lnTo>
                    <a:pt x="3709478" y="248955"/>
                  </a:lnTo>
                  <a:lnTo>
                    <a:pt x="3767335" y="329697"/>
                  </a:lnTo>
                  <a:lnTo>
                    <a:pt x="3637427" y="329697"/>
                  </a:lnTo>
                  <a:lnTo>
                    <a:pt x="3637427" y="473493"/>
                  </a:lnTo>
                  <a:lnTo>
                    <a:pt x="4140884" y="473493"/>
                  </a:lnTo>
                  <a:lnTo>
                    <a:pt x="4140884" y="179783"/>
                  </a:lnTo>
                  <a:close/>
                </a:path>
              </a:pathLst>
            </a:custGeom>
            <a:solidFill>
              <a:schemeClr val="accent1"/>
            </a:solidFill>
            <a:ln w="151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476" name="任意多边形: 形状 475"/>
            <p:cNvSpPr/>
            <p:nvPr/>
          </p:nvSpPr>
          <p:spPr>
            <a:xfrm>
              <a:off x="2186828" y="3166982"/>
              <a:ext cx="7955427" cy="1384766"/>
            </a:xfrm>
            <a:custGeom>
              <a:avLst/>
              <a:gdLst>
                <a:gd name="connsiteX0" fmla="*/ 7865545 w 7955427"/>
                <a:gd name="connsiteY0" fmla="*/ 1305339 h 1384766"/>
                <a:gd name="connsiteX1" fmla="*/ 7955427 w 7955427"/>
                <a:gd name="connsiteY1" fmla="*/ 1305339 h 1384766"/>
                <a:gd name="connsiteX2" fmla="*/ 7955427 w 7955427"/>
                <a:gd name="connsiteY2" fmla="*/ 1384766 h 1384766"/>
                <a:gd name="connsiteX3" fmla="*/ 7865545 w 7955427"/>
                <a:gd name="connsiteY3" fmla="*/ 1384766 h 1384766"/>
                <a:gd name="connsiteX4" fmla="*/ 7404037 w 7955427"/>
                <a:gd name="connsiteY4" fmla="*/ 1305339 h 1384766"/>
                <a:gd name="connsiteX5" fmla="*/ 7577874 w 7955427"/>
                <a:gd name="connsiteY5" fmla="*/ 1305339 h 1384766"/>
                <a:gd name="connsiteX6" fmla="*/ 7577874 w 7955427"/>
                <a:gd name="connsiteY6" fmla="*/ 1384766 h 1384766"/>
                <a:gd name="connsiteX7" fmla="*/ 7404037 w 7955427"/>
                <a:gd name="connsiteY7" fmla="*/ 1384766 h 1384766"/>
                <a:gd name="connsiteX8" fmla="*/ 6972569 w 7955427"/>
                <a:gd name="connsiteY8" fmla="*/ 1305339 h 1384766"/>
                <a:gd name="connsiteX9" fmla="*/ 7146406 w 7955427"/>
                <a:gd name="connsiteY9" fmla="*/ 1305339 h 1384766"/>
                <a:gd name="connsiteX10" fmla="*/ 7146406 w 7955427"/>
                <a:gd name="connsiteY10" fmla="*/ 1384766 h 1384766"/>
                <a:gd name="connsiteX11" fmla="*/ 6972569 w 7955427"/>
                <a:gd name="connsiteY11" fmla="*/ 1384766 h 1384766"/>
                <a:gd name="connsiteX12" fmla="*/ 6541020 w 7955427"/>
                <a:gd name="connsiteY12" fmla="*/ 1305339 h 1384766"/>
                <a:gd name="connsiteX13" fmla="*/ 6714857 w 7955427"/>
                <a:gd name="connsiteY13" fmla="*/ 1305339 h 1384766"/>
                <a:gd name="connsiteX14" fmla="*/ 6714857 w 7955427"/>
                <a:gd name="connsiteY14" fmla="*/ 1384766 h 1384766"/>
                <a:gd name="connsiteX15" fmla="*/ 6541020 w 7955427"/>
                <a:gd name="connsiteY15" fmla="*/ 1384766 h 1384766"/>
                <a:gd name="connsiteX16" fmla="*/ 1240570 w 7955427"/>
                <a:gd name="connsiteY16" fmla="*/ 1305339 h 1384766"/>
                <a:gd name="connsiteX17" fmla="*/ 1414407 w 7955427"/>
                <a:gd name="connsiteY17" fmla="*/ 1305339 h 1384766"/>
                <a:gd name="connsiteX18" fmla="*/ 1414407 w 7955427"/>
                <a:gd name="connsiteY18" fmla="*/ 1384766 h 1384766"/>
                <a:gd name="connsiteX19" fmla="*/ 1240570 w 7955427"/>
                <a:gd name="connsiteY19" fmla="*/ 1384766 h 1384766"/>
                <a:gd name="connsiteX20" fmla="*/ 809024 w 7955427"/>
                <a:gd name="connsiteY20" fmla="*/ 1305339 h 1384766"/>
                <a:gd name="connsiteX21" fmla="*/ 982862 w 7955427"/>
                <a:gd name="connsiteY21" fmla="*/ 1305339 h 1384766"/>
                <a:gd name="connsiteX22" fmla="*/ 982862 w 7955427"/>
                <a:gd name="connsiteY22" fmla="*/ 1384766 h 1384766"/>
                <a:gd name="connsiteX23" fmla="*/ 809024 w 7955427"/>
                <a:gd name="connsiteY23" fmla="*/ 1384766 h 1384766"/>
                <a:gd name="connsiteX24" fmla="*/ 377555 w 7955427"/>
                <a:gd name="connsiteY24" fmla="*/ 1305339 h 1384766"/>
                <a:gd name="connsiteX25" fmla="*/ 551394 w 7955427"/>
                <a:gd name="connsiteY25" fmla="*/ 1305339 h 1384766"/>
                <a:gd name="connsiteX26" fmla="*/ 551394 w 7955427"/>
                <a:gd name="connsiteY26" fmla="*/ 1384766 h 1384766"/>
                <a:gd name="connsiteX27" fmla="*/ 377555 w 7955427"/>
                <a:gd name="connsiteY27" fmla="*/ 1384766 h 1384766"/>
                <a:gd name="connsiteX28" fmla="*/ 0 w 7955427"/>
                <a:gd name="connsiteY28" fmla="*/ 1305339 h 1384766"/>
                <a:gd name="connsiteX29" fmla="*/ 89883 w 7955427"/>
                <a:gd name="connsiteY29" fmla="*/ 1305339 h 1384766"/>
                <a:gd name="connsiteX30" fmla="*/ 89883 w 7955427"/>
                <a:gd name="connsiteY30" fmla="*/ 1384766 h 1384766"/>
                <a:gd name="connsiteX31" fmla="*/ 0 w 7955427"/>
                <a:gd name="connsiteY31" fmla="*/ 1384766 h 1384766"/>
                <a:gd name="connsiteX32" fmla="*/ 7865545 w 7955427"/>
                <a:gd name="connsiteY32" fmla="*/ 1174750 h 1384766"/>
                <a:gd name="connsiteX33" fmla="*/ 7955427 w 7955427"/>
                <a:gd name="connsiteY33" fmla="*/ 1174750 h 1384766"/>
                <a:gd name="connsiteX34" fmla="*/ 7955427 w 7955427"/>
                <a:gd name="connsiteY34" fmla="*/ 1254177 h 1384766"/>
                <a:gd name="connsiteX35" fmla="*/ 7865545 w 7955427"/>
                <a:gd name="connsiteY35" fmla="*/ 1254177 h 1384766"/>
                <a:gd name="connsiteX36" fmla="*/ 7404037 w 7955427"/>
                <a:gd name="connsiteY36" fmla="*/ 1174750 h 1384766"/>
                <a:gd name="connsiteX37" fmla="*/ 7577874 w 7955427"/>
                <a:gd name="connsiteY37" fmla="*/ 1174750 h 1384766"/>
                <a:gd name="connsiteX38" fmla="*/ 7577874 w 7955427"/>
                <a:gd name="connsiteY38" fmla="*/ 1254177 h 1384766"/>
                <a:gd name="connsiteX39" fmla="*/ 7404037 w 7955427"/>
                <a:gd name="connsiteY39" fmla="*/ 1254177 h 1384766"/>
                <a:gd name="connsiteX40" fmla="*/ 6972569 w 7955427"/>
                <a:gd name="connsiteY40" fmla="*/ 1174750 h 1384766"/>
                <a:gd name="connsiteX41" fmla="*/ 7146406 w 7955427"/>
                <a:gd name="connsiteY41" fmla="*/ 1174750 h 1384766"/>
                <a:gd name="connsiteX42" fmla="*/ 7146406 w 7955427"/>
                <a:gd name="connsiteY42" fmla="*/ 1254177 h 1384766"/>
                <a:gd name="connsiteX43" fmla="*/ 6972569 w 7955427"/>
                <a:gd name="connsiteY43" fmla="*/ 1254177 h 1384766"/>
                <a:gd name="connsiteX44" fmla="*/ 6541020 w 7955427"/>
                <a:gd name="connsiteY44" fmla="*/ 1174750 h 1384766"/>
                <a:gd name="connsiteX45" fmla="*/ 6714857 w 7955427"/>
                <a:gd name="connsiteY45" fmla="*/ 1174750 h 1384766"/>
                <a:gd name="connsiteX46" fmla="*/ 6714857 w 7955427"/>
                <a:gd name="connsiteY46" fmla="*/ 1254177 h 1384766"/>
                <a:gd name="connsiteX47" fmla="*/ 6541020 w 7955427"/>
                <a:gd name="connsiteY47" fmla="*/ 1254177 h 1384766"/>
                <a:gd name="connsiteX48" fmla="*/ 1240570 w 7955427"/>
                <a:gd name="connsiteY48" fmla="*/ 1174750 h 1384766"/>
                <a:gd name="connsiteX49" fmla="*/ 1414407 w 7955427"/>
                <a:gd name="connsiteY49" fmla="*/ 1174750 h 1384766"/>
                <a:gd name="connsiteX50" fmla="*/ 1414407 w 7955427"/>
                <a:gd name="connsiteY50" fmla="*/ 1254177 h 1384766"/>
                <a:gd name="connsiteX51" fmla="*/ 1240570 w 7955427"/>
                <a:gd name="connsiteY51" fmla="*/ 1254177 h 1384766"/>
                <a:gd name="connsiteX52" fmla="*/ 809024 w 7955427"/>
                <a:gd name="connsiteY52" fmla="*/ 1174750 h 1384766"/>
                <a:gd name="connsiteX53" fmla="*/ 982862 w 7955427"/>
                <a:gd name="connsiteY53" fmla="*/ 1174750 h 1384766"/>
                <a:gd name="connsiteX54" fmla="*/ 982862 w 7955427"/>
                <a:gd name="connsiteY54" fmla="*/ 1254177 h 1384766"/>
                <a:gd name="connsiteX55" fmla="*/ 809024 w 7955427"/>
                <a:gd name="connsiteY55" fmla="*/ 1254177 h 1384766"/>
                <a:gd name="connsiteX56" fmla="*/ 377555 w 7955427"/>
                <a:gd name="connsiteY56" fmla="*/ 1174750 h 1384766"/>
                <a:gd name="connsiteX57" fmla="*/ 551394 w 7955427"/>
                <a:gd name="connsiteY57" fmla="*/ 1174750 h 1384766"/>
                <a:gd name="connsiteX58" fmla="*/ 551394 w 7955427"/>
                <a:gd name="connsiteY58" fmla="*/ 1254177 h 1384766"/>
                <a:gd name="connsiteX59" fmla="*/ 377555 w 7955427"/>
                <a:gd name="connsiteY59" fmla="*/ 1254177 h 1384766"/>
                <a:gd name="connsiteX60" fmla="*/ 0 w 7955427"/>
                <a:gd name="connsiteY60" fmla="*/ 1174750 h 1384766"/>
                <a:gd name="connsiteX61" fmla="*/ 89883 w 7955427"/>
                <a:gd name="connsiteY61" fmla="*/ 1174750 h 1384766"/>
                <a:gd name="connsiteX62" fmla="*/ 89883 w 7955427"/>
                <a:gd name="connsiteY62" fmla="*/ 1254177 h 1384766"/>
                <a:gd name="connsiteX63" fmla="*/ 0 w 7955427"/>
                <a:gd name="connsiteY63" fmla="*/ 1254177 h 1384766"/>
                <a:gd name="connsiteX64" fmla="*/ 7865545 w 7955427"/>
                <a:gd name="connsiteY64" fmla="*/ 1044157 h 1384766"/>
                <a:gd name="connsiteX65" fmla="*/ 7955427 w 7955427"/>
                <a:gd name="connsiteY65" fmla="*/ 1044157 h 1384766"/>
                <a:gd name="connsiteX66" fmla="*/ 7955427 w 7955427"/>
                <a:gd name="connsiteY66" fmla="*/ 1123584 h 1384766"/>
                <a:gd name="connsiteX67" fmla="*/ 7865545 w 7955427"/>
                <a:gd name="connsiteY67" fmla="*/ 1123584 h 1384766"/>
                <a:gd name="connsiteX68" fmla="*/ 7404037 w 7955427"/>
                <a:gd name="connsiteY68" fmla="*/ 1044157 h 1384766"/>
                <a:gd name="connsiteX69" fmla="*/ 7577874 w 7955427"/>
                <a:gd name="connsiteY69" fmla="*/ 1044157 h 1384766"/>
                <a:gd name="connsiteX70" fmla="*/ 7577874 w 7955427"/>
                <a:gd name="connsiteY70" fmla="*/ 1123584 h 1384766"/>
                <a:gd name="connsiteX71" fmla="*/ 7404037 w 7955427"/>
                <a:gd name="connsiteY71" fmla="*/ 1123584 h 1384766"/>
                <a:gd name="connsiteX72" fmla="*/ 6972569 w 7955427"/>
                <a:gd name="connsiteY72" fmla="*/ 1044157 h 1384766"/>
                <a:gd name="connsiteX73" fmla="*/ 7146406 w 7955427"/>
                <a:gd name="connsiteY73" fmla="*/ 1044157 h 1384766"/>
                <a:gd name="connsiteX74" fmla="*/ 7146406 w 7955427"/>
                <a:gd name="connsiteY74" fmla="*/ 1123584 h 1384766"/>
                <a:gd name="connsiteX75" fmla="*/ 6972569 w 7955427"/>
                <a:gd name="connsiteY75" fmla="*/ 1123584 h 1384766"/>
                <a:gd name="connsiteX76" fmla="*/ 6541020 w 7955427"/>
                <a:gd name="connsiteY76" fmla="*/ 1044157 h 1384766"/>
                <a:gd name="connsiteX77" fmla="*/ 6714857 w 7955427"/>
                <a:gd name="connsiteY77" fmla="*/ 1044157 h 1384766"/>
                <a:gd name="connsiteX78" fmla="*/ 6714857 w 7955427"/>
                <a:gd name="connsiteY78" fmla="*/ 1123584 h 1384766"/>
                <a:gd name="connsiteX79" fmla="*/ 6541020 w 7955427"/>
                <a:gd name="connsiteY79" fmla="*/ 1123584 h 1384766"/>
                <a:gd name="connsiteX80" fmla="*/ 6103545 w 7955427"/>
                <a:gd name="connsiteY80" fmla="*/ 1044157 h 1384766"/>
                <a:gd name="connsiteX81" fmla="*/ 6277302 w 7955427"/>
                <a:gd name="connsiteY81" fmla="*/ 1044157 h 1384766"/>
                <a:gd name="connsiteX82" fmla="*/ 6277302 w 7955427"/>
                <a:gd name="connsiteY82" fmla="*/ 1085008 h 1384766"/>
                <a:gd name="connsiteX83" fmla="*/ 6103545 w 7955427"/>
                <a:gd name="connsiteY83" fmla="*/ 1085008 h 1384766"/>
                <a:gd name="connsiteX84" fmla="*/ 5761961 w 7955427"/>
                <a:gd name="connsiteY84" fmla="*/ 1044157 h 1384766"/>
                <a:gd name="connsiteX85" fmla="*/ 5851843 w 7955427"/>
                <a:gd name="connsiteY85" fmla="*/ 1044157 h 1384766"/>
                <a:gd name="connsiteX86" fmla="*/ 5851843 w 7955427"/>
                <a:gd name="connsiteY86" fmla="*/ 1085008 h 1384766"/>
                <a:gd name="connsiteX87" fmla="*/ 5761961 w 7955427"/>
                <a:gd name="connsiteY87" fmla="*/ 1085008 h 1384766"/>
                <a:gd name="connsiteX88" fmla="*/ 2103584 w 7955427"/>
                <a:gd name="connsiteY88" fmla="*/ 1044157 h 1384766"/>
                <a:gd name="connsiteX89" fmla="*/ 2193466 w 7955427"/>
                <a:gd name="connsiteY89" fmla="*/ 1044157 h 1384766"/>
                <a:gd name="connsiteX90" fmla="*/ 2193466 w 7955427"/>
                <a:gd name="connsiteY90" fmla="*/ 1085008 h 1384766"/>
                <a:gd name="connsiteX91" fmla="*/ 2103584 w 7955427"/>
                <a:gd name="connsiteY91" fmla="*/ 1085008 h 1384766"/>
                <a:gd name="connsiteX92" fmla="*/ 1678126 w 7955427"/>
                <a:gd name="connsiteY92" fmla="*/ 1044157 h 1384766"/>
                <a:gd name="connsiteX93" fmla="*/ 1851883 w 7955427"/>
                <a:gd name="connsiteY93" fmla="*/ 1044157 h 1384766"/>
                <a:gd name="connsiteX94" fmla="*/ 1851883 w 7955427"/>
                <a:gd name="connsiteY94" fmla="*/ 1085008 h 1384766"/>
                <a:gd name="connsiteX95" fmla="*/ 1678126 w 7955427"/>
                <a:gd name="connsiteY95" fmla="*/ 1085008 h 1384766"/>
                <a:gd name="connsiteX96" fmla="*/ 1240570 w 7955427"/>
                <a:gd name="connsiteY96" fmla="*/ 1044157 h 1384766"/>
                <a:gd name="connsiteX97" fmla="*/ 1414407 w 7955427"/>
                <a:gd name="connsiteY97" fmla="*/ 1044157 h 1384766"/>
                <a:gd name="connsiteX98" fmla="*/ 1414407 w 7955427"/>
                <a:gd name="connsiteY98" fmla="*/ 1123584 h 1384766"/>
                <a:gd name="connsiteX99" fmla="*/ 1240570 w 7955427"/>
                <a:gd name="connsiteY99" fmla="*/ 1123584 h 1384766"/>
                <a:gd name="connsiteX100" fmla="*/ 809024 w 7955427"/>
                <a:gd name="connsiteY100" fmla="*/ 1044157 h 1384766"/>
                <a:gd name="connsiteX101" fmla="*/ 982862 w 7955427"/>
                <a:gd name="connsiteY101" fmla="*/ 1044157 h 1384766"/>
                <a:gd name="connsiteX102" fmla="*/ 982862 w 7955427"/>
                <a:gd name="connsiteY102" fmla="*/ 1123584 h 1384766"/>
                <a:gd name="connsiteX103" fmla="*/ 809024 w 7955427"/>
                <a:gd name="connsiteY103" fmla="*/ 1123584 h 1384766"/>
                <a:gd name="connsiteX104" fmla="*/ 377555 w 7955427"/>
                <a:gd name="connsiteY104" fmla="*/ 1044157 h 1384766"/>
                <a:gd name="connsiteX105" fmla="*/ 551394 w 7955427"/>
                <a:gd name="connsiteY105" fmla="*/ 1044157 h 1384766"/>
                <a:gd name="connsiteX106" fmla="*/ 551394 w 7955427"/>
                <a:gd name="connsiteY106" fmla="*/ 1123584 h 1384766"/>
                <a:gd name="connsiteX107" fmla="*/ 377555 w 7955427"/>
                <a:gd name="connsiteY107" fmla="*/ 1123584 h 1384766"/>
                <a:gd name="connsiteX108" fmla="*/ 0 w 7955427"/>
                <a:gd name="connsiteY108" fmla="*/ 1044157 h 1384766"/>
                <a:gd name="connsiteX109" fmla="*/ 89883 w 7955427"/>
                <a:gd name="connsiteY109" fmla="*/ 1044157 h 1384766"/>
                <a:gd name="connsiteX110" fmla="*/ 89883 w 7955427"/>
                <a:gd name="connsiteY110" fmla="*/ 1123584 h 1384766"/>
                <a:gd name="connsiteX111" fmla="*/ 0 w 7955427"/>
                <a:gd name="connsiteY111" fmla="*/ 1123584 h 1384766"/>
                <a:gd name="connsiteX112" fmla="*/ 4759291 w 7955427"/>
                <a:gd name="connsiteY112" fmla="*/ 954499 h 1384766"/>
                <a:gd name="connsiteX113" fmla="*/ 4957000 w 7955427"/>
                <a:gd name="connsiteY113" fmla="*/ 954499 h 1384766"/>
                <a:gd name="connsiteX114" fmla="*/ 4957000 w 7955427"/>
                <a:gd name="connsiteY114" fmla="*/ 1034331 h 1384766"/>
                <a:gd name="connsiteX115" fmla="*/ 4759291 w 7955427"/>
                <a:gd name="connsiteY115" fmla="*/ 1034331 h 1384766"/>
                <a:gd name="connsiteX116" fmla="*/ 4219186 w 7955427"/>
                <a:gd name="connsiteY116" fmla="*/ 954499 h 1384766"/>
                <a:gd name="connsiteX117" fmla="*/ 4243137 w 7955427"/>
                <a:gd name="connsiteY117" fmla="*/ 954499 h 1384766"/>
                <a:gd name="connsiteX118" fmla="*/ 4243137 w 7955427"/>
                <a:gd name="connsiteY118" fmla="*/ 1034331 h 1384766"/>
                <a:gd name="connsiteX119" fmla="*/ 4219186 w 7955427"/>
                <a:gd name="connsiteY119" fmla="*/ 1034331 h 1384766"/>
                <a:gd name="connsiteX120" fmla="*/ 3709447 w 7955427"/>
                <a:gd name="connsiteY120" fmla="*/ 954499 h 1384766"/>
                <a:gd name="connsiteX121" fmla="*/ 3733480 w 7955427"/>
                <a:gd name="connsiteY121" fmla="*/ 954499 h 1384766"/>
                <a:gd name="connsiteX122" fmla="*/ 3733480 w 7955427"/>
                <a:gd name="connsiteY122" fmla="*/ 1034331 h 1384766"/>
                <a:gd name="connsiteX123" fmla="*/ 3709447 w 7955427"/>
                <a:gd name="connsiteY123" fmla="*/ 1034331 h 1384766"/>
                <a:gd name="connsiteX124" fmla="*/ 2998103 w 7955427"/>
                <a:gd name="connsiteY124" fmla="*/ 954499 h 1384766"/>
                <a:gd name="connsiteX125" fmla="*/ 3195812 w 7955427"/>
                <a:gd name="connsiteY125" fmla="*/ 954499 h 1384766"/>
                <a:gd name="connsiteX126" fmla="*/ 3195812 w 7955427"/>
                <a:gd name="connsiteY126" fmla="*/ 1034331 h 1384766"/>
                <a:gd name="connsiteX127" fmla="*/ 2998103 w 7955427"/>
                <a:gd name="connsiteY127" fmla="*/ 1034331 h 1384766"/>
                <a:gd name="connsiteX128" fmla="*/ 7865545 w 7955427"/>
                <a:gd name="connsiteY128" fmla="*/ 913811 h 1384766"/>
                <a:gd name="connsiteX129" fmla="*/ 7955427 w 7955427"/>
                <a:gd name="connsiteY129" fmla="*/ 913811 h 1384766"/>
                <a:gd name="connsiteX130" fmla="*/ 7955427 w 7955427"/>
                <a:gd name="connsiteY130" fmla="*/ 993238 h 1384766"/>
                <a:gd name="connsiteX131" fmla="*/ 7865545 w 7955427"/>
                <a:gd name="connsiteY131" fmla="*/ 993238 h 1384766"/>
                <a:gd name="connsiteX132" fmla="*/ 7404037 w 7955427"/>
                <a:gd name="connsiteY132" fmla="*/ 913811 h 1384766"/>
                <a:gd name="connsiteX133" fmla="*/ 7577874 w 7955427"/>
                <a:gd name="connsiteY133" fmla="*/ 913811 h 1384766"/>
                <a:gd name="connsiteX134" fmla="*/ 7577874 w 7955427"/>
                <a:gd name="connsiteY134" fmla="*/ 993238 h 1384766"/>
                <a:gd name="connsiteX135" fmla="*/ 7404037 w 7955427"/>
                <a:gd name="connsiteY135" fmla="*/ 993238 h 1384766"/>
                <a:gd name="connsiteX136" fmla="*/ 6972569 w 7955427"/>
                <a:gd name="connsiteY136" fmla="*/ 913811 h 1384766"/>
                <a:gd name="connsiteX137" fmla="*/ 7146406 w 7955427"/>
                <a:gd name="connsiteY137" fmla="*/ 913811 h 1384766"/>
                <a:gd name="connsiteX138" fmla="*/ 7146406 w 7955427"/>
                <a:gd name="connsiteY138" fmla="*/ 993238 h 1384766"/>
                <a:gd name="connsiteX139" fmla="*/ 6972569 w 7955427"/>
                <a:gd name="connsiteY139" fmla="*/ 993238 h 1384766"/>
                <a:gd name="connsiteX140" fmla="*/ 6541020 w 7955427"/>
                <a:gd name="connsiteY140" fmla="*/ 913811 h 1384766"/>
                <a:gd name="connsiteX141" fmla="*/ 6714857 w 7955427"/>
                <a:gd name="connsiteY141" fmla="*/ 913811 h 1384766"/>
                <a:gd name="connsiteX142" fmla="*/ 6714857 w 7955427"/>
                <a:gd name="connsiteY142" fmla="*/ 993238 h 1384766"/>
                <a:gd name="connsiteX143" fmla="*/ 6541020 w 7955427"/>
                <a:gd name="connsiteY143" fmla="*/ 993238 h 1384766"/>
                <a:gd name="connsiteX144" fmla="*/ 6103545 w 7955427"/>
                <a:gd name="connsiteY144" fmla="*/ 913811 h 1384766"/>
                <a:gd name="connsiteX145" fmla="*/ 6277302 w 7955427"/>
                <a:gd name="connsiteY145" fmla="*/ 913811 h 1384766"/>
                <a:gd name="connsiteX146" fmla="*/ 6277302 w 7955427"/>
                <a:gd name="connsiteY146" fmla="*/ 993238 h 1384766"/>
                <a:gd name="connsiteX147" fmla="*/ 6103545 w 7955427"/>
                <a:gd name="connsiteY147" fmla="*/ 993238 h 1384766"/>
                <a:gd name="connsiteX148" fmla="*/ 5761961 w 7955427"/>
                <a:gd name="connsiteY148" fmla="*/ 913811 h 1384766"/>
                <a:gd name="connsiteX149" fmla="*/ 5851843 w 7955427"/>
                <a:gd name="connsiteY149" fmla="*/ 913811 h 1384766"/>
                <a:gd name="connsiteX150" fmla="*/ 5851843 w 7955427"/>
                <a:gd name="connsiteY150" fmla="*/ 993238 h 1384766"/>
                <a:gd name="connsiteX151" fmla="*/ 5761961 w 7955427"/>
                <a:gd name="connsiteY151" fmla="*/ 993238 h 1384766"/>
                <a:gd name="connsiteX152" fmla="*/ 2103584 w 7955427"/>
                <a:gd name="connsiteY152" fmla="*/ 913811 h 1384766"/>
                <a:gd name="connsiteX153" fmla="*/ 2193466 w 7955427"/>
                <a:gd name="connsiteY153" fmla="*/ 913811 h 1384766"/>
                <a:gd name="connsiteX154" fmla="*/ 2193466 w 7955427"/>
                <a:gd name="connsiteY154" fmla="*/ 993238 h 1384766"/>
                <a:gd name="connsiteX155" fmla="*/ 2103584 w 7955427"/>
                <a:gd name="connsiteY155" fmla="*/ 993238 h 1384766"/>
                <a:gd name="connsiteX156" fmla="*/ 1678126 w 7955427"/>
                <a:gd name="connsiteY156" fmla="*/ 913811 h 1384766"/>
                <a:gd name="connsiteX157" fmla="*/ 1851883 w 7955427"/>
                <a:gd name="connsiteY157" fmla="*/ 913811 h 1384766"/>
                <a:gd name="connsiteX158" fmla="*/ 1851883 w 7955427"/>
                <a:gd name="connsiteY158" fmla="*/ 993238 h 1384766"/>
                <a:gd name="connsiteX159" fmla="*/ 1678126 w 7955427"/>
                <a:gd name="connsiteY159" fmla="*/ 993238 h 1384766"/>
                <a:gd name="connsiteX160" fmla="*/ 1240570 w 7955427"/>
                <a:gd name="connsiteY160" fmla="*/ 913811 h 1384766"/>
                <a:gd name="connsiteX161" fmla="*/ 1414407 w 7955427"/>
                <a:gd name="connsiteY161" fmla="*/ 913811 h 1384766"/>
                <a:gd name="connsiteX162" fmla="*/ 1414407 w 7955427"/>
                <a:gd name="connsiteY162" fmla="*/ 993238 h 1384766"/>
                <a:gd name="connsiteX163" fmla="*/ 1240570 w 7955427"/>
                <a:gd name="connsiteY163" fmla="*/ 993238 h 1384766"/>
                <a:gd name="connsiteX164" fmla="*/ 809024 w 7955427"/>
                <a:gd name="connsiteY164" fmla="*/ 913811 h 1384766"/>
                <a:gd name="connsiteX165" fmla="*/ 982862 w 7955427"/>
                <a:gd name="connsiteY165" fmla="*/ 913811 h 1384766"/>
                <a:gd name="connsiteX166" fmla="*/ 982862 w 7955427"/>
                <a:gd name="connsiteY166" fmla="*/ 993238 h 1384766"/>
                <a:gd name="connsiteX167" fmla="*/ 809024 w 7955427"/>
                <a:gd name="connsiteY167" fmla="*/ 993238 h 1384766"/>
                <a:gd name="connsiteX168" fmla="*/ 377555 w 7955427"/>
                <a:gd name="connsiteY168" fmla="*/ 913811 h 1384766"/>
                <a:gd name="connsiteX169" fmla="*/ 551394 w 7955427"/>
                <a:gd name="connsiteY169" fmla="*/ 913811 h 1384766"/>
                <a:gd name="connsiteX170" fmla="*/ 551394 w 7955427"/>
                <a:gd name="connsiteY170" fmla="*/ 993238 h 1384766"/>
                <a:gd name="connsiteX171" fmla="*/ 377555 w 7955427"/>
                <a:gd name="connsiteY171" fmla="*/ 993238 h 1384766"/>
                <a:gd name="connsiteX172" fmla="*/ 0 w 7955427"/>
                <a:gd name="connsiteY172" fmla="*/ 913811 h 1384766"/>
                <a:gd name="connsiteX173" fmla="*/ 89883 w 7955427"/>
                <a:gd name="connsiteY173" fmla="*/ 913811 h 1384766"/>
                <a:gd name="connsiteX174" fmla="*/ 89883 w 7955427"/>
                <a:gd name="connsiteY174" fmla="*/ 993238 h 1384766"/>
                <a:gd name="connsiteX175" fmla="*/ 0 w 7955427"/>
                <a:gd name="connsiteY175" fmla="*/ 993238 h 1384766"/>
                <a:gd name="connsiteX176" fmla="*/ 4759291 w 7955427"/>
                <a:gd name="connsiteY176" fmla="*/ 835196 h 1384766"/>
                <a:gd name="connsiteX177" fmla="*/ 4957000 w 7955427"/>
                <a:gd name="connsiteY177" fmla="*/ 835196 h 1384766"/>
                <a:gd name="connsiteX178" fmla="*/ 4957000 w 7955427"/>
                <a:gd name="connsiteY178" fmla="*/ 915028 h 1384766"/>
                <a:gd name="connsiteX179" fmla="*/ 4759291 w 7955427"/>
                <a:gd name="connsiteY179" fmla="*/ 915028 h 1384766"/>
                <a:gd name="connsiteX180" fmla="*/ 4219186 w 7955427"/>
                <a:gd name="connsiteY180" fmla="*/ 835196 h 1384766"/>
                <a:gd name="connsiteX181" fmla="*/ 4243137 w 7955427"/>
                <a:gd name="connsiteY181" fmla="*/ 835196 h 1384766"/>
                <a:gd name="connsiteX182" fmla="*/ 4243137 w 7955427"/>
                <a:gd name="connsiteY182" fmla="*/ 915028 h 1384766"/>
                <a:gd name="connsiteX183" fmla="*/ 4219186 w 7955427"/>
                <a:gd name="connsiteY183" fmla="*/ 915028 h 1384766"/>
                <a:gd name="connsiteX184" fmla="*/ 3709447 w 7955427"/>
                <a:gd name="connsiteY184" fmla="*/ 835196 h 1384766"/>
                <a:gd name="connsiteX185" fmla="*/ 3733480 w 7955427"/>
                <a:gd name="connsiteY185" fmla="*/ 835196 h 1384766"/>
                <a:gd name="connsiteX186" fmla="*/ 3733480 w 7955427"/>
                <a:gd name="connsiteY186" fmla="*/ 915028 h 1384766"/>
                <a:gd name="connsiteX187" fmla="*/ 3709447 w 7955427"/>
                <a:gd name="connsiteY187" fmla="*/ 915028 h 1384766"/>
                <a:gd name="connsiteX188" fmla="*/ 2998103 w 7955427"/>
                <a:gd name="connsiteY188" fmla="*/ 835196 h 1384766"/>
                <a:gd name="connsiteX189" fmla="*/ 3195812 w 7955427"/>
                <a:gd name="connsiteY189" fmla="*/ 835196 h 1384766"/>
                <a:gd name="connsiteX190" fmla="*/ 3195812 w 7955427"/>
                <a:gd name="connsiteY190" fmla="*/ 915028 h 1384766"/>
                <a:gd name="connsiteX191" fmla="*/ 2998103 w 7955427"/>
                <a:gd name="connsiteY191" fmla="*/ 915028 h 1384766"/>
                <a:gd name="connsiteX192" fmla="*/ 7865545 w 7955427"/>
                <a:gd name="connsiteY192" fmla="*/ 783220 h 1384766"/>
                <a:gd name="connsiteX193" fmla="*/ 7955427 w 7955427"/>
                <a:gd name="connsiteY193" fmla="*/ 783220 h 1384766"/>
                <a:gd name="connsiteX194" fmla="*/ 7955427 w 7955427"/>
                <a:gd name="connsiteY194" fmla="*/ 862647 h 1384766"/>
                <a:gd name="connsiteX195" fmla="*/ 7865545 w 7955427"/>
                <a:gd name="connsiteY195" fmla="*/ 862647 h 1384766"/>
                <a:gd name="connsiteX196" fmla="*/ 7404037 w 7955427"/>
                <a:gd name="connsiteY196" fmla="*/ 783220 h 1384766"/>
                <a:gd name="connsiteX197" fmla="*/ 7577874 w 7955427"/>
                <a:gd name="connsiteY197" fmla="*/ 783220 h 1384766"/>
                <a:gd name="connsiteX198" fmla="*/ 7577874 w 7955427"/>
                <a:gd name="connsiteY198" fmla="*/ 862647 h 1384766"/>
                <a:gd name="connsiteX199" fmla="*/ 7404037 w 7955427"/>
                <a:gd name="connsiteY199" fmla="*/ 862647 h 1384766"/>
                <a:gd name="connsiteX200" fmla="*/ 6972569 w 7955427"/>
                <a:gd name="connsiteY200" fmla="*/ 783220 h 1384766"/>
                <a:gd name="connsiteX201" fmla="*/ 7146406 w 7955427"/>
                <a:gd name="connsiteY201" fmla="*/ 783220 h 1384766"/>
                <a:gd name="connsiteX202" fmla="*/ 7146406 w 7955427"/>
                <a:gd name="connsiteY202" fmla="*/ 862647 h 1384766"/>
                <a:gd name="connsiteX203" fmla="*/ 6972569 w 7955427"/>
                <a:gd name="connsiteY203" fmla="*/ 862647 h 1384766"/>
                <a:gd name="connsiteX204" fmla="*/ 6541020 w 7955427"/>
                <a:gd name="connsiteY204" fmla="*/ 783220 h 1384766"/>
                <a:gd name="connsiteX205" fmla="*/ 6714857 w 7955427"/>
                <a:gd name="connsiteY205" fmla="*/ 783220 h 1384766"/>
                <a:gd name="connsiteX206" fmla="*/ 6714857 w 7955427"/>
                <a:gd name="connsiteY206" fmla="*/ 862647 h 1384766"/>
                <a:gd name="connsiteX207" fmla="*/ 6541020 w 7955427"/>
                <a:gd name="connsiteY207" fmla="*/ 862647 h 1384766"/>
                <a:gd name="connsiteX208" fmla="*/ 6103545 w 7955427"/>
                <a:gd name="connsiteY208" fmla="*/ 783220 h 1384766"/>
                <a:gd name="connsiteX209" fmla="*/ 6277302 w 7955427"/>
                <a:gd name="connsiteY209" fmla="*/ 783220 h 1384766"/>
                <a:gd name="connsiteX210" fmla="*/ 6277302 w 7955427"/>
                <a:gd name="connsiteY210" fmla="*/ 862647 h 1384766"/>
                <a:gd name="connsiteX211" fmla="*/ 6103545 w 7955427"/>
                <a:gd name="connsiteY211" fmla="*/ 862647 h 1384766"/>
                <a:gd name="connsiteX212" fmla="*/ 5761961 w 7955427"/>
                <a:gd name="connsiteY212" fmla="*/ 783220 h 1384766"/>
                <a:gd name="connsiteX213" fmla="*/ 5851843 w 7955427"/>
                <a:gd name="connsiteY213" fmla="*/ 783220 h 1384766"/>
                <a:gd name="connsiteX214" fmla="*/ 5851843 w 7955427"/>
                <a:gd name="connsiteY214" fmla="*/ 862647 h 1384766"/>
                <a:gd name="connsiteX215" fmla="*/ 5761961 w 7955427"/>
                <a:gd name="connsiteY215" fmla="*/ 862647 h 1384766"/>
                <a:gd name="connsiteX216" fmla="*/ 2103584 w 7955427"/>
                <a:gd name="connsiteY216" fmla="*/ 783220 h 1384766"/>
                <a:gd name="connsiteX217" fmla="*/ 2193466 w 7955427"/>
                <a:gd name="connsiteY217" fmla="*/ 783220 h 1384766"/>
                <a:gd name="connsiteX218" fmla="*/ 2193466 w 7955427"/>
                <a:gd name="connsiteY218" fmla="*/ 862647 h 1384766"/>
                <a:gd name="connsiteX219" fmla="*/ 2103584 w 7955427"/>
                <a:gd name="connsiteY219" fmla="*/ 862647 h 1384766"/>
                <a:gd name="connsiteX220" fmla="*/ 1678126 w 7955427"/>
                <a:gd name="connsiteY220" fmla="*/ 783220 h 1384766"/>
                <a:gd name="connsiteX221" fmla="*/ 1851883 w 7955427"/>
                <a:gd name="connsiteY221" fmla="*/ 783220 h 1384766"/>
                <a:gd name="connsiteX222" fmla="*/ 1851883 w 7955427"/>
                <a:gd name="connsiteY222" fmla="*/ 862647 h 1384766"/>
                <a:gd name="connsiteX223" fmla="*/ 1678126 w 7955427"/>
                <a:gd name="connsiteY223" fmla="*/ 862647 h 1384766"/>
                <a:gd name="connsiteX224" fmla="*/ 1240570 w 7955427"/>
                <a:gd name="connsiteY224" fmla="*/ 783220 h 1384766"/>
                <a:gd name="connsiteX225" fmla="*/ 1414407 w 7955427"/>
                <a:gd name="connsiteY225" fmla="*/ 783220 h 1384766"/>
                <a:gd name="connsiteX226" fmla="*/ 1414407 w 7955427"/>
                <a:gd name="connsiteY226" fmla="*/ 862647 h 1384766"/>
                <a:gd name="connsiteX227" fmla="*/ 1240570 w 7955427"/>
                <a:gd name="connsiteY227" fmla="*/ 862647 h 1384766"/>
                <a:gd name="connsiteX228" fmla="*/ 809024 w 7955427"/>
                <a:gd name="connsiteY228" fmla="*/ 783220 h 1384766"/>
                <a:gd name="connsiteX229" fmla="*/ 982862 w 7955427"/>
                <a:gd name="connsiteY229" fmla="*/ 783220 h 1384766"/>
                <a:gd name="connsiteX230" fmla="*/ 982862 w 7955427"/>
                <a:gd name="connsiteY230" fmla="*/ 862647 h 1384766"/>
                <a:gd name="connsiteX231" fmla="*/ 809024 w 7955427"/>
                <a:gd name="connsiteY231" fmla="*/ 862647 h 1384766"/>
                <a:gd name="connsiteX232" fmla="*/ 377555 w 7955427"/>
                <a:gd name="connsiteY232" fmla="*/ 783220 h 1384766"/>
                <a:gd name="connsiteX233" fmla="*/ 551394 w 7955427"/>
                <a:gd name="connsiteY233" fmla="*/ 783220 h 1384766"/>
                <a:gd name="connsiteX234" fmla="*/ 551394 w 7955427"/>
                <a:gd name="connsiteY234" fmla="*/ 862647 h 1384766"/>
                <a:gd name="connsiteX235" fmla="*/ 377555 w 7955427"/>
                <a:gd name="connsiteY235" fmla="*/ 862647 h 1384766"/>
                <a:gd name="connsiteX236" fmla="*/ 0 w 7955427"/>
                <a:gd name="connsiteY236" fmla="*/ 783220 h 1384766"/>
                <a:gd name="connsiteX237" fmla="*/ 89883 w 7955427"/>
                <a:gd name="connsiteY237" fmla="*/ 783220 h 1384766"/>
                <a:gd name="connsiteX238" fmla="*/ 89883 w 7955427"/>
                <a:gd name="connsiteY238" fmla="*/ 862647 h 1384766"/>
                <a:gd name="connsiteX239" fmla="*/ 0 w 7955427"/>
                <a:gd name="connsiteY239" fmla="*/ 862647 h 1384766"/>
                <a:gd name="connsiteX240" fmla="*/ 4759291 w 7955427"/>
                <a:gd name="connsiteY240" fmla="*/ 715894 h 1384766"/>
                <a:gd name="connsiteX241" fmla="*/ 4957000 w 7955427"/>
                <a:gd name="connsiteY241" fmla="*/ 715894 h 1384766"/>
                <a:gd name="connsiteX242" fmla="*/ 4957000 w 7955427"/>
                <a:gd name="connsiteY242" fmla="*/ 795890 h 1384766"/>
                <a:gd name="connsiteX243" fmla="*/ 4759291 w 7955427"/>
                <a:gd name="connsiteY243" fmla="*/ 795890 h 1384766"/>
                <a:gd name="connsiteX244" fmla="*/ 4219186 w 7955427"/>
                <a:gd name="connsiteY244" fmla="*/ 715894 h 1384766"/>
                <a:gd name="connsiteX245" fmla="*/ 4243137 w 7955427"/>
                <a:gd name="connsiteY245" fmla="*/ 715894 h 1384766"/>
                <a:gd name="connsiteX246" fmla="*/ 4243137 w 7955427"/>
                <a:gd name="connsiteY246" fmla="*/ 795890 h 1384766"/>
                <a:gd name="connsiteX247" fmla="*/ 4219186 w 7955427"/>
                <a:gd name="connsiteY247" fmla="*/ 795890 h 1384766"/>
                <a:gd name="connsiteX248" fmla="*/ 3709447 w 7955427"/>
                <a:gd name="connsiteY248" fmla="*/ 715894 h 1384766"/>
                <a:gd name="connsiteX249" fmla="*/ 3733480 w 7955427"/>
                <a:gd name="connsiteY249" fmla="*/ 715894 h 1384766"/>
                <a:gd name="connsiteX250" fmla="*/ 3733480 w 7955427"/>
                <a:gd name="connsiteY250" fmla="*/ 795890 h 1384766"/>
                <a:gd name="connsiteX251" fmla="*/ 3709447 w 7955427"/>
                <a:gd name="connsiteY251" fmla="*/ 795890 h 1384766"/>
                <a:gd name="connsiteX252" fmla="*/ 2998103 w 7955427"/>
                <a:gd name="connsiteY252" fmla="*/ 715894 h 1384766"/>
                <a:gd name="connsiteX253" fmla="*/ 3195812 w 7955427"/>
                <a:gd name="connsiteY253" fmla="*/ 715894 h 1384766"/>
                <a:gd name="connsiteX254" fmla="*/ 3195812 w 7955427"/>
                <a:gd name="connsiteY254" fmla="*/ 795890 h 1384766"/>
                <a:gd name="connsiteX255" fmla="*/ 2998103 w 7955427"/>
                <a:gd name="connsiteY255" fmla="*/ 795890 h 1384766"/>
                <a:gd name="connsiteX256" fmla="*/ 7865545 w 7955427"/>
                <a:gd name="connsiteY256" fmla="*/ 652711 h 1384766"/>
                <a:gd name="connsiteX257" fmla="*/ 7955427 w 7955427"/>
                <a:gd name="connsiteY257" fmla="*/ 652711 h 1384766"/>
                <a:gd name="connsiteX258" fmla="*/ 7955427 w 7955427"/>
                <a:gd name="connsiteY258" fmla="*/ 732138 h 1384766"/>
                <a:gd name="connsiteX259" fmla="*/ 7865545 w 7955427"/>
                <a:gd name="connsiteY259" fmla="*/ 732138 h 1384766"/>
                <a:gd name="connsiteX260" fmla="*/ 7404037 w 7955427"/>
                <a:gd name="connsiteY260" fmla="*/ 652711 h 1384766"/>
                <a:gd name="connsiteX261" fmla="*/ 7577874 w 7955427"/>
                <a:gd name="connsiteY261" fmla="*/ 652711 h 1384766"/>
                <a:gd name="connsiteX262" fmla="*/ 7577874 w 7955427"/>
                <a:gd name="connsiteY262" fmla="*/ 732138 h 1384766"/>
                <a:gd name="connsiteX263" fmla="*/ 7404037 w 7955427"/>
                <a:gd name="connsiteY263" fmla="*/ 732138 h 1384766"/>
                <a:gd name="connsiteX264" fmla="*/ 6972569 w 7955427"/>
                <a:gd name="connsiteY264" fmla="*/ 652711 h 1384766"/>
                <a:gd name="connsiteX265" fmla="*/ 7146406 w 7955427"/>
                <a:gd name="connsiteY265" fmla="*/ 652711 h 1384766"/>
                <a:gd name="connsiteX266" fmla="*/ 7146406 w 7955427"/>
                <a:gd name="connsiteY266" fmla="*/ 732138 h 1384766"/>
                <a:gd name="connsiteX267" fmla="*/ 6972569 w 7955427"/>
                <a:gd name="connsiteY267" fmla="*/ 732138 h 1384766"/>
                <a:gd name="connsiteX268" fmla="*/ 6541020 w 7955427"/>
                <a:gd name="connsiteY268" fmla="*/ 652711 h 1384766"/>
                <a:gd name="connsiteX269" fmla="*/ 6714857 w 7955427"/>
                <a:gd name="connsiteY269" fmla="*/ 652711 h 1384766"/>
                <a:gd name="connsiteX270" fmla="*/ 6714857 w 7955427"/>
                <a:gd name="connsiteY270" fmla="*/ 732138 h 1384766"/>
                <a:gd name="connsiteX271" fmla="*/ 6541020 w 7955427"/>
                <a:gd name="connsiteY271" fmla="*/ 732138 h 1384766"/>
                <a:gd name="connsiteX272" fmla="*/ 6103545 w 7955427"/>
                <a:gd name="connsiteY272" fmla="*/ 652711 h 1384766"/>
                <a:gd name="connsiteX273" fmla="*/ 6277302 w 7955427"/>
                <a:gd name="connsiteY273" fmla="*/ 652711 h 1384766"/>
                <a:gd name="connsiteX274" fmla="*/ 6277302 w 7955427"/>
                <a:gd name="connsiteY274" fmla="*/ 732138 h 1384766"/>
                <a:gd name="connsiteX275" fmla="*/ 6103545 w 7955427"/>
                <a:gd name="connsiteY275" fmla="*/ 732138 h 1384766"/>
                <a:gd name="connsiteX276" fmla="*/ 5761961 w 7955427"/>
                <a:gd name="connsiteY276" fmla="*/ 652711 h 1384766"/>
                <a:gd name="connsiteX277" fmla="*/ 5851843 w 7955427"/>
                <a:gd name="connsiteY277" fmla="*/ 652711 h 1384766"/>
                <a:gd name="connsiteX278" fmla="*/ 5851843 w 7955427"/>
                <a:gd name="connsiteY278" fmla="*/ 732138 h 1384766"/>
                <a:gd name="connsiteX279" fmla="*/ 5761961 w 7955427"/>
                <a:gd name="connsiteY279" fmla="*/ 732138 h 1384766"/>
                <a:gd name="connsiteX280" fmla="*/ 2103584 w 7955427"/>
                <a:gd name="connsiteY280" fmla="*/ 652711 h 1384766"/>
                <a:gd name="connsiteX281" fmla="*/ 2193466 w 7955427"/>
                <a:gd name="connsiteY281" fmla="*/ 652711 h 1384766"/>
                <a:gd name="connsiteX282" fmla="*/ 2193466 w 7955427"/>
                <a:gd name="connsiteY282" fmla="*/ 732138 h 1384766"/>
                <a:gd name="connsiteX283" fmla="*/ 2103584 w 7955427"/>
                <a:gd name="connsiteY283" fmla="*/ 732138 h 1384766"/>
                <a:gd name="connsiteX284" fmla="*/ 1678126 w 7955427"/>
                <a:gd name="connsiteY284" fmla="*/ 652711 h 1384766"/>
                <a:gd name="connsiteX285" fmla="*/ 1851883 w 7955427"/>
                <a:gd name="connsiteY285" fmla="*/ 652711 h 1384766"/>
                <a:gd name="connsiteX286" fmla="*/ 1851883 w 7955427"/>
                <a:gd name="connsiteY286" fmla="*/ 732138 h 1384766"/>
                <a:gd name="connsiteX287" fmla="*/ 1678126 w 7955427"/>
                <a:gd name="connsiteY287" fmla="*/ 732138 h 1384766"/>
                <a:gd name="connsiteX288" fmla="*/ 1240570 w 7955427"/>
                <a:gd name="connsiteY288" fmla="*/ 652711 h 1384766"/>
                <a:gd name="connsiteX289" fmla="*/ 1414407 w 7955427"/>
                <a:gd name="connsiteY289" fmla="*/ 652711 h 1384766"/>
                <a:gd name="connsiteX290" fmla="*/ 1414407 w 7955427"/>
                <a:gd name="connsiteY290" fmla="*/ 732138 h 1384766"/>
                <a:gd name="connsiteX291" fmla="*/ 1240570 w 7955427"/>
                <a:gd name="connsiteY291" fmla="*/ 732138 h 1384766"/>
                <a:gd name="connsiteX292" fmla="*/ 809024 w 7955427"/>
                <a:gd name="connsiteY292" fmla="*/ 652711 h 1384766"/>
                <a:gd name="connsiteX293" fmla="*/ 982862 w 7955427"/>
                <a:gd name="connsiteY293" fmla="*/ 652711 h 1384766"/>
                <a:gd name="connsiteX294" fmla="*/ 982862 w 7955427"/>
                <a:gd name="connsiteY294" fmla="*/ 732138 h 1384766"/>
                <a:gd name="connsiteX295" fmla="*/ 809024 w 7955427"/>
                <a:gd name="connsiteY295" fmla="*/ 732138 h 1384766"/>
                <a:gd name="connsiteX296" fmla="*/ 377555 w 7955427"/>
                <a:gd name="connsiteY296" fmla="*/ 652711 h 1384766"/>
                <a:gd name="connsiteX297" fmla="*/ 551394 w 7955427"/>
                <a:gd name="connsiteY297" fmla="*/ 652711 h 1384766"/>
                <a:gd name="connsiteX298" fmla="*/ 551394 w 7955427"/>
                <a:gd name="connsiteY298" fmla="*/ 732138 h 1384766"/>
                <a:gd name="connsiteX299" fmla="*/ 377555 w 7955427"/>
                <a:gd name="connsiteY299" fmla="*/ 732138 h 1384766"/>
                <a:gd name="connsiteX300" fmla="*/ 0 w 7955427"/>
                <a:gd name="connsiteY300" fmla="*/ 652711 h 1384766"/>
                <a:gd name="connsiteX301" fmla="*/ 89883 w 7955427"/>
                <a:gd name="connsiteY301" fmla="*/ 652711 h 1384766"/>
                <a:gd name="connsiteX302" fmla="*/ 89883 w 7955427"/>
                <a:gd name="connsiteY302" fmla="*/ 732138 h 1384766"/>
                <a:gd name="connsiteX303" fmla="*/ 0 w 7955427"/>
                <a:gd name="connsiteY303" fmla="*/ 732138 h 1384766"/>
                <a:gd name="connsiteX304" fmla="*/ 7865545 w 7955427"/>
                <a:gd name="connsiteY304" fmla="*/ 522121 h 1384766"/>
                <a:gd name="connsiteX305" fmla="*/ 7955427 w 7955427"/>
                <a:gd name="connsiteY305" fmla="*/ 522121 h 1384766"/>
                <a:gd name="connsiteX306" fmla="*/ 7955427 w 7955427"/>
                <a:gd name="connsiteY306" fmla="*/ 601548 h 1384766"/>
                <a:gd name="connsiteX307" fmla="*/ 7865545 w 7955427"/>
                <a:gd name="connsiteY307" fmla="*/ 601548 h 1384766"/>
                <a:gd name="connsiteX308" fmla="*/ 7404037 w 7955427"/>
                <a:gd name="connsiteY308" fmla="*/ 522121 h 1384766"/>
                <a:gd name="connsiteX309" fmla="*/ 7577874 w 7955427"/>
                <a:gd name="connsiteY309" fmla="*/ 522121 h 1384766"/>
                <a:gd name="connsiteX310" fmla="*/ 7577874 w 7955427"/>
                <a:gd name="connsiteY310" fmla="*/ 601548 h 1384766"/>
                <a:gd name="connsiteX311" fmla="*/ 7404037 w 7955427"/>
                <a:gd name="connsiteY311" fmla="*/ 601548 h 1384766"/>
                <a:gd name="connsiteX312" fmla="*/ 6972569 w 7955427"/>
                <a:gd name="connsiteY312" fmla="*/ 522121 h 1384766"/>
                <a:gd name="connsiteX313" fmla="*/ 7146406 w 7955427"/>
                <a:gd name="connsiteY313" fmla="*/ 522121 h 1384766"/>
                <a:gd name="connsiteX314" fmla="*/ 7146406 w 7955427"/>
                <a:gd name="connsiteY314" fmla="*/ 601548 h 1384766"/>
                <a:gd name="connsiteX315" fmla="*/ 6972569 w 7955427"/>
                <a:gd name="connsiteY315" fmla="*/ 601548 h 1384766"/>
                <a:gd name="connsiteX316" fmla="*/ 6541020 w 7955427"/>
                <a:gd name="connsiteY316" fmla="*/ 522121 h 1384766"/>
                <a:gd name="connsiteX317" fmla="*/ 6714857 w 7955427"/>
                <a:gd name="connsiteY317" fmla="*/ 522121 h 1384766"/>
                <a:gd name="connsiteX318" fmla="*/ 6714857 w 7955427"/>
                <a:gd name="connsiteY318" fmla="*/ 601548 h 1384766"/>
                <a:gd name="connsiteX319" fmla="*/ 6541020 w 7955427"/>
                <a:gd name="connsiteY319" fmla="*/ 601548 h 1384766"/>
                <a:gd name="connsiteX320" fmla="*/ 6103545 w 7955427"/>
                <a:gd name="connsiteY320" fmla="*/ 522121 h 1384766"/>
                <a:gd name="connsiteX321" fmla="*/ 6277302 w 7955427"/>
                <a:gd name="connsiteY321" fmla="*/ 522121 h 1384766"/>
                <a:gd name="connsiteX322" fmla="*/ 6277302 w 7955427"/>
                <a:gd name="connsiteY322" fmla="*/ 601548 h 1384766"/>
                <a:gd name="connsiteX323" fmla="*/ 6103545 w 7955427"/>
                <a:gd name="connsiteY323" fmla="*/ 601548 h 1384766"/>
                <a:gd name="connsiteX324" fmla="*/ 5761961 w 7955427"/>
                <a:gd name="connsiteY324" fmla="*/ 522121 h 1384766"/>
                <a:gd name="connsiteX325" fmla="*/ 5851843 w 7955427"/>
                <a:gd name="connsiteY325" fmla="*/ 522121 h 1384766"/>
                <a:gd name="connsiteX326" fmla="*/ 5851843 w 7955427"/>
                <a:gd name="connsiteY326" fmla="*/ 601548 h 1384766"/>
                <a:gd name="connsiteX327" fmla="*/ 5761961 w 7955427"/>
                <a:gd name="connsiteY327" fmla="*/ 601548 h 1384766"/>
                <a:gd name="connsiteX328" fmla="*/ 2103584 w 7955427"/>
                <a:gd name="connsiteY328" fmla="*/ 522121 h 1384766"/>
                <a:gd name="connsiteX329" fmla="*/ 2193466 w 7955427"/>
                <a:gd name="connsiteY329" fmla="*/ 522121 h 1384766"/>
                <a:gd name="connsiteX330" fmla="*/ 2193466 w 7955427"/>
                <a:gd name="connsiteY330" fmla="*/ 601548 h 1384766"/>
                <a:gd name="connsiteX331" fmla="*/ 2103584 w 7955427"/>
                <a:gd name="connsiteY331" fmla="*/ 601548 h 1384766"/>
                <a:gd name="connsiteX332" fmla="*/ 1678126 w 7955427"/>
                <a:gd name="connsiteY332" fmla="*/ 522121 h 1384766"/>
                <a:gd name="connsiteX333" fmla="*/ 1851883 w 7955427"/>
                <a:gd name="connsiteY333" fmla="*/ 522121 h 1384766"/>
                <a:gd name="connsiteX334" fmla="*/ 1851883 w 7955427"/>
                <a:gd name="connsiteY334" fmla="*/ 601548 h 1384766"/>
                <a:gd name="connsiteX335" fmla="*/ 1678126 w 7955427"/>
                <a:gd name="connsiteY335" fmla="*/ 601548 h 1384766"/>
                <a:gd name="connsiteX336" fmla="*/ 1240570 w 7955427"/>
                <a:gd name="connsiteY336" fmla="*/ 522121 h 1384766"/>
                <a:gd name="connsiteX337" fmla="*/ 1414407 w 7955427"/>
                <a:gd name="connsiteY337" fmla="*/ 522121 h 1384766"/>
                <a:gd name="connsiteX338" fmla="*/ 1414407 w 7955427"/>
                <a:gd name="connsiteY338" fmla="*/ 601548 h 1384766"/>
                <a:gd name="connsiteX339" fmla="*/ 1240570 w 7955427"/>
                <a:gd name="connsiteY339" fmla="*/ 601548 h 1384766"/>
                <a:gd name="connsiteX340" fmla="*/ 809024 w 7955427"/>
                <a:gd name="connsiteY340" fmla="*/ 522121 h 1384766"/>
                <a:gd name="connsiteX341" fmla="*/ 982862 w 7955427"/>
                <a:gd name="connsiteY341" fmla="*/ 522121 h 1384766"/>
                <a:gd name="connsiteX342" fmla="*/ 982862 w 7955427"/>
                <a:gd name="connsiteY342" fmla="*/ 601548 h 1384766"/>
                <a:gd name="connsiteX343" fmla="*/ 809024 w 7955427"/>
                <a:gd name="connsiteY343" fmla="*/ 601548 h 1384766"/>
                <a:gd name="connsiteX344" fmla="*/ 377555 w 7955427"/>
                <a:gd name="connsiteY344" fmla="*/ 522121 h 1384766"/>
                <a:gd name="connsiteX345" fmla="*/ 551394 w 7955427"/>
                <a:gd name="connsiteY345" fmla="*/ 522121 h 1384766"/>
                <a:gd name="connsiteX346" fmla="*/ 551394 w 7955427"/>
                <a:gd name="connsiteY346" fmla="*/ 601548 h 1384766"/>
                <a:gd name="connsiteX347" fmla="*/ 377555 w 7955427"/>
                <a:gd name="connsiteY347" fmla="*/ 601548 h 1384766"/>
                <a:gd name="connsiteX348" fmla="*/ 0 w 7955427"/>
                <a:gd name="connsiteY348" fmla="*/ 522121 h 1384766"/>
                <a:gd name="connsiteX349" fmla="*/ 89883 w 7955427"/>
                <a:gd name="connsiteY349" fmla="*/ 522121 h 1384766"/>
                <a:gd name="connsiteX350" fmla="*/ 89883 w 7955427"/>
                <a:gd name="connsiteY350" fmla="*/ 601548 h 1384766"/>
                <a:gd name="connsiteX351" fmla="*/ 0 w 7955427"/>
                <a:gd name="connsiteY351" fmla="*/ 601548 h 1384766"/>
                <a:gd name="connsiteX352" fmla="*/ 7865545 w 7955427"/>
                <a:gd name="connsiteY352" fmla="*/ 391529 h 1384766"/>
                <a:gd name="connsiteX353" fmla="*/ 7955427 w 7955427"/>
                <a:gd name="connsiteY353" fmla="*/ 391529 h 1384766"/>
                <a:gd name="connsiteX354" fmla="*/ 7955427 w 7955427"/>
                <a:gd name="connsiteY354" fmla="*/ 470956 h 1384766"/>
                <a:gd name="connsiteX355" fmla="*/ 7865545 w 7955427"/>
                <a:gd name="connsiteY355" fmla="*/ 470956 h 1384766"/>
                <a:gd name="connsiteX356" fmla="*/ 7404037 w 7955427"/>
                <a:gd name="connsiteY356" fmla="*/ 391529 h 1384766"/>
                <a:gd name="connsiteX357" fmla="*/ 7577874 w 7955427"/>
                <a:gd name="connsiteY357" fmla="*/ 391529 h 1384766"/>
                <a:gd name="connsiteX358" fmla="*/ 7577874 w 7955427"/>
                <a:gd name="connsiteY358" fmla="*/ 470956 h 1384766"/>
                <a:gd name="connsiteX359" fmla="*/ 7404037 w 7955427"/>
                <a:gd name="connsiteY359" fmla="*/ 470956 h 1384766"/>
                <a:gd name="connsiteX360" fmla="*/ 6972569 w 7955427"/>
                <a:gd name="connsiteY360" fmla="*/ 391529 h 1384766"/>
                <a:gd name="connsiteX361" fmla="*/ 7146406 w 7955427"/>
                <a:gd name="connsiteY361" fmla="*/ 391529 h 1384766"/>
                <a:gd name="connsiteX362" fmla="*/ 7146406 w 7955427"/>
                <a:gd name="connsiteY362" fmla="*/ 470956 h 1384766"/>
                <a:gd name="connsiteX363" fmla="*/ 6972569 w 7955427"/>
                <a:gd name="connsiteY363" fmla="*/ 470956 h 1384766"/>
                <a:gd name="connsiteX364" fmla="*/ 6541020 w 7955427"/>
                <a:gd name="connsiteY364" fmla="*/ 391529 h 1384766"/>
                <a:gd name="connsiteX365" fmla="*/ 6714857 w 7955427"/>
                <a:gd name="connsiteY365" fmla="*/ 391529 h 1384766"/>
                <a:gd name="connsiteX366" fmla="*/ 6714857 w 7955427"/>
                <a:gd name="connsiteY366" fmla="*/ 470956 h 1384766"/>
                <a:gd name="connsiteX367" fmla="*/ 6541020 w 7955427"/>
                <a:gd name="connsiteY367" fmla="*/ 470956 h 1384766"/>
                <a:gd name="connsiteX368" fmla="*/ 6103545 w 7955427"/>
                <a:gd name="connsiteY368" fmla="*/ 391529 h 1384766"/>
                <a:gd name="connsiteX369" fmla="*/ 6277302 w 7955427"/>
                <a:gd name="connsiteY369" fmla="*/ 391529 h 1384766"/>
                <a:gd name="connsiteX370" fmla="*/ 6277302 w 7955427"/>
                <a:gd name="connsiteY370" fmla="*/ 470956 h 1384766"/>
                <a:gd name="connsiteX371" fmla="*/ 6103545 w 7955427"/>
                <a:gd name="connsiteY371" fmla="*/ 470956 h 1384766"/>
                <a:gd name="connsiteX372" fmla="*/ 5761961 w 7955427"/>
                <a:gd name="connsiteY372" fmla="*/ 391529 h 1384766"/>
                <a:gd name="connsiteX373" fmla="*/ 5851843 w 7955427"/>
                <a:gd name="connsiteY373" fmla="*/ 391529 h 1384766"/>
                <a:gd name="connsiteX374" fmla="*/ 5851843 w 7955427"/>
                <a:gd name="connsiteY374" fmla="*/ 470956 h 1384766"/>
                <a:gd name="connsiteX375" fmla="*/ 5761961 w 7955427"/>
                <a:gd name="connsiteY375" fmla="*/ 470956 h 1384766"/>
                <a:gd name="connsiteX376" fmla="*/ 2103584 w 7955427"/>
                <a:gd name="connsiteY376" fmla="*/ 391529 h 1384766"/>
                <a:gd name="connsiteX377" fmla="*/ 2193466 w 7955427"/>
                <a:gd name="connsiteY377" fmla="*/ 391529 h 1384766"/>
                <a:gd name="connsiteX378" fmla="*/ 2193466 w 7955427"/>
                <a:gd name="connsiteY378" fmla="*/ 470956 h 1384766"/>
                <a:gd name="connsiteX379" fmla="*/ 2103584 w 7955427"/>
                <a:gd name="connsiteY379" fmla="*/ 470956 h 1384766"/>
                <a:gd name="connsiteX380" fmla="*/ 1678126 w 7955427"/>
                <a:gd name="connsiteY380" fmla="*/ 391529 h 1384766"/>
                <a:gd name="connsiteX381" fmla="*/ 1851883 w 7955427"/>
                <a:gd name="connsiteY381" fmla="*/ 391529 h 1384766"/>
                <a:gd name="connsiteX382" fmla="*/ 1851883 w 7955427"/>
                <a:gd name="connsiteY382" fmla="*/ 470956 h 1384766"/>
                <a:gd name="connsiteX383" fmla="*/ 1678126 w 7955427"/>
                <a:gd name="connsiteY383" fmla="*/ 470956 h 1384766"/>
                <a:gd name="connsiteX384" fmla="*/ 1240570 w 7955427"/>
                <a:gd name="connsiteY384" fmla="*/ 391529 h 1384766"/>
                <a:gd name="connsiteX385" fmla="*/ 1414407 w 7955427"/>
                <a:gd name="connsiteY385" fmla="*/ 391529 h 1384766"/>
                <a:gd name="connsiteX386" fmla="*/ 1414407 w 7955427"/>
                <a:gd name="connsiteY386" fmla="*/ 470956 h 1384766"/>
                <a:gd name="connsiteX387" fmla="*/ 1240570 w 7955427"/>
                <a:gd name="connsiteY387" fmla="*/ 470956 h 1384766"/>
                <a:gd name="connsiteX388" fmla="*/ 809024 w 7955427"/>
                <a:gd name="connsiteY388" fmla="*/ 391529 h 1384766"/>
                <a:gd name="connsiteX389" fmla="*/ 982862 w 7955427"/>
                <a:gd name="connsiteY389" fmla="*/ 391529 h 1384766"/>
                <a:gd name="connsiteX390" fmla="*/ 982862 w 7955427"/>
                <a:gd name="connsiteY390" fmla="*/ 470956 h 1384766"/>
                <a:gd name="connsiteX391" fmla="*/ 809024 w 7955427"/>
                <a:gd name="connsiteY391" fmla="*/ 470956 h 1384766"/>
                <a:gd name="connsiteX392" fmla="*/ 377555 w 7955427"/>
                <a:gd name="connsiteY392" fmla="*/ 391529 h 1384766"/>
                <a:gd name="connsiteX393" fmla="*/ 551394 w 7955427"/>
                <a:gd name="connsiteY393" fmla="*/ 391529 h 1384766"/>
                <a:gd name="connsiteX394" fmla="*/ 551394 w 7955427"/>
                <a:gd name="connsiteY394" fmla="*/ 470956 h 1384766"/>
                <a:gd name="connsiteX395" fmla="*/ 377555 w 7955427"/>
                <a:gd name="connsiteY395" fmla="*/ 470956 h 1384766"/>
                <a:gd name="connsiteX396" fmla="*/ 0 w 7955427"/>
                <a:gd name="connsiteY396" fmla="*/ 391529 h 1384766"/>
                <a:gd name="connsiteX397" fmla="*/ 89883 w 7955427"/>
                <a:gd name="connsiteY397" fmla="*/ 391529 h 1384766"/>
                <a:gd name="connsiteX398" fmla="*/ 89883 w 7955427"/>
                <a:gd name="connsiteY398" fmla="*/ 470956 h 1384766"/>
                <a:gd name="connsiteX399" fmla="*/ 0 w 7955427"/>
                <a:gd name="connsiteY399" fmla="*/ 470956 h 1384766"/>
                <a:gd name="connsiteX400" fmla="*/ 7865545 w 7955427"/>
                <a:gd name="connsiteY400" fmla="*/ 261182 h 1384766"/>
                <a:gd name="connsiteX401" fmla="*/ 7955427 w 7955427"/>
                <a:gd name="connsiteY401" fmla="*/ 261182 h 1384766"/>
                <a:gd name="connsiteX402" fmla="*/ 7955427 w 7955427"/>
                <a:gd name="connsiteY402" fmla="*/ 340609 h 1384766"/>
                <a:gd name="connsiteX403" fmla="*/ 7865545 w 7955427"/>
                <a:gd name="connsiteY403" fmla="*/ 340609 h 1384766"/>
                <a:gd name="connsiteX404" fmla="*/ 7404037 w 7955427"/>
                <a:gd name="connsiteY404" fmla="*/ 261182 h 1384766"/>
                <a:gd name="connsiteX405" fmla="*/ 7577874 w 7955427"/>
                <a:gd name="connsiteY405" fmla="*/ 261182 h 1384766"/>
                <a:gd name="connsiteX406" fmla="*/ 7577874 w 7955427"/>
                <a:gd name="connsiteY406" fmla="*/ 340609 h 1384766"/>
                <a:gd name="connsiteX407" fmla="*/ 7404037 w 7955427"/>
                <a:gd name="connsiteY407" fmla="*/ 340609 h 1384766"/>
                <a:gd name="connsiteX408" fmla="*/ 6972569 w 7955427"/>
                <a:gd name="connsiteY408" fmla="*/ 261182 h 1384766"/>
                <a:gd name="connsiteX409" fmla="*/ 7146406 w 7955427"/>
                <a:gd name="connsiteY409" fmla="*/ 261182 h 1384766"/>
                <a:gd name="connsiteX410" fmla="*/ 7146406 w 7955427"/>
                <a:gd name="connsiteY410" fmla="*/ 340609 h 1384766"/>
                <a:gd name="connsiteX411" fmla="*/ 6972569 w 7955427"/>
                <a:gd name="connsiteY411" fmla="*/ 340609 h 1384766"/>
                <a:gd name="connsiteX412" fmla="*/ 6541020 w 7955427"/>
                <a:gd name="connsiteY412" fmla="*/ 261182 h 1384766"/>
                <a:gd name="connsiteX413" fmla="*/ 6714857 w 7955427"/>
                <a:gd name="connsiteY413" fmla="*/ 261182 h 1384766"/>
                <a:gd name="connsiteX414" fmla="*/ 6714857 w 7955427"/>
                <a:gd name="connsiteY414" fmla="*/ 340609 h 1384766"/>
                <a:gd name="connsiteX415" fmla="*/ 6541020 w 7955427"/>
                <a:gd name="connsiteY415" fmla="*/ 340609 h 1384766"/>
                <a:gd name="connsiteX416" fmla="*/ 6103545 w 7955427"/>
                <a:gd name="connsiteY416" fmla="*/ 261182 h 1384766"/>
                <a:gd name="connsiteX417" fmla="*/ 6277302 w 7955427"/>
                <a:gd name="connsiteY417" fmla="*/ 261182 h 1384766"/>
                <a:gd name="connsiteX418" fmla="*/ 6277302 w 7955427"/>
                <a:gd name="connsiteY418" fmla="*/ 340609 h 1384766"/>
                <a:gd name="connsiteX419" fmla="*/ 6103545 w 7955427"/>
                <a:gd name="connsiteY419" fmla="*/ 340609 h 1384766"/>
                <a:gd name="connsiteX420" fmla="*/ 5761961 w 7955427"/>
                <a:gd name="connsiteY420" fmla="*/ 261182 h 1384766"/>
                <a:gd name="connsiteX421" fmla="*/ 5851843 w 7955427"/>
                <a:gd name="connsiteY421" fmla="*/ 261182 h 1384766"/>
                <a:gd name="connsiteX422" fmla="*/ 5851843 w 7955427"/>
                <a:gd name="connsiteY422" fmla="*/ 340609 h 1384766"/>
                <a:gd name="connsiteX423" fmla="*/ 5761961 w 7955427"/>
                <a:gd name="connsiteY423" fmla="*/ 340609 h 1384766"/>
                <a:gd name="connsiteX424" fmla="*/ 2103584 w 7955427"/>
                <a:gd name="connsiteY424" fmla="*/ 261182 h 1384766"/>
                <a:gd name="connsiteX425" fmla="*/ 2193466 w 7955427"/>
                <a:gd name="connsiteY425" fmla="*/ 261182 h 1384766"/>
                <a:gd name="connsiteX426" fmla="*/ 2193466 w 7955427"/>
                <a:gd name="connsiteY426" fmla="*/ 340609 h 1384766"/>
                <a:gd name="connsiteX427" fmla="*/ 2103584 w 7955427"/>
                <a:gd name="connsiteY427" fmla="*/ 340609 h 1384766"/>
                <a:gd name="connsiteX428" fmla="*/ 1678126 w 7955427"/>
                <a:gd name="connsiteY428" fmla="*/ 261182 h 1384766"/>
                <a:gd name="connsiteX429" fmla="*/ 1851883 w 7955427"/>
                <a:gd name="connsiteY429" fmla="*/ 261182 h 1384766"/>
                <a:gd name="connsiteX430" fmla="*/ 1851883 w 7955427"/>
                <a:gd name="connsiteY430" fmla="*/ 340609 h 1384766"/>
                <a:gd name="connsiteX431" fmla="*/ 1678126 w 7955427"/>
                <a:gd name="connsiteY431" fmla="*/ 340609 h 1384766"/>
                <a:gd name="connsiteX432" fmla="*/ 1240570 w 7955427"/>
                <a:gd name="connsiteY432" fmla="*/ 261182 h 1384766"/>
                <a:gd name="connsiteX433" fmla="*/ 1414407 w 7955427"/>
                <a:gd name="connsiteY433" fmla="*/ 261182 h 1384766"/>
                <a:gd name="connsiteX434" fmla="*/ 1414407 w 7955427"/>
                <a:gd name="connsiteY434" fmla="*/ 340609 h 1384766"/>
                <a:gd name="connsiteX435" fmla="*/ 1240570 w 7955427"/>
                <a:gd name="connsiteY435" fmla="*/ 340609 h 1384766"/>
                <a:gd name="connsiteX436" fmla="*/ 809024 w 7955427"/>
                <a:gd name="connsiteY436" fmla="*/ 261182 h 1384766"/>
                <a:gd name="connsiteX437" fmla="*/ 982862 w 7955427"/>
                <a:gd name="connsiteY437" fmla="*/ 261182 h 1384766"/>
                <a:gd name="connsiteX438" fmla="*/ 982862 w 7955427"/>
                <a:gd name="connsiteY438" fmla="*/ 340609 h 1384766"/>
                <a:gd name="connsiteX439" fmla="*/ 809024 w 7955427"/>
                <a:gd name="connsiteY439" fmla="*/ 340609 h 1384766"/>
                <a:gd name="connsiteX440" fmla="*/ 377555 w 7955427"/>
                <a:gd name="connsiteY440" fmla="*/ 261182 h 1384766"/>
                <a:gd name="connsiteX441" fmla="*/ 551394 w 7955427"/>
                <a:gd name="connsiteY441" fmla="*/ 261182 h 1384766"/>
                <a:gd name="connsiteX442" fmla="*/ 551394 w 7955427"/>
                <a:gd name="connsiteY442" fmla="*/ 340609 h 1384766"/>
                <a:gd name="connsiteX443" fmla="*/ 377555 w 7955427"/>
                <a:gd name="connsiteY443" fmla="*/ 340609 h 1384766"/>
                <a:gd name="connsiteX444" fmla="*/ 0 w 7955427"/>
                <a:gd name="connsiteY444" fmla="*/ 261182 h 1384766"/>
                <a:gd name="connsiteX445" fmla="*/ 89883 w 7955427"/>
                <a:gd name="connsiteY445" fmla="*/ 261182 h 1384766"/>
                <a:gd name="connsiteX446" fmla="*/ 89883 w 7955427"/>
                <a:gd name="connsiteY446" fmla="*/ 340609 h 1384766"/>
                <a:gd name="connsiteX447" fmla="*/ 0 w 7955427"/>
                <a:gd name="connsiteY447" fmla="*/ 340609 h 1384766"/>
                <a:gd name="connsiteX448" fmla="*/ 7865545 w 7955427"/>
                <a:gd name="connsiteY448" fmla="*/ 130591 h 1384766"/>
                <a:gd name="connsiteX449" fmla="*/ 7955427 w 7955427"/>
                <a:gd name="connsiteY449" fmla="*/ 130591 h 1384766"/>
                <a:gd name="connsiteX450" fmla="*/ 7955427 w 7955427"/>
                <a:gd name="connsiteY450" fmla="*/ 210018 h 1384766"/>
                <a:gd name="connsiteX451" fmla="*/ 7865545 w 7955427"/>
                <a:gd name="connsiteY451" fmla="*/ 210018 h 1384766"/>
                <a:gd name="connsiteX452" fmla="*/ 7404037 w 7955427"/>
                <a:gd name="connsiteY452" fmla="*/ 130591 h 1384766"/>
                <a:gd name="connsiteX453" fmla="*/ 7577874 w 7955427"/>
                <a:gd name="connsiteY453" fmla="*/ 130591 h 1384766"/>
                <a:gd name="connsiteX454" fmla="*/ 7577874 w 7955427"/>
                <a:gd name="connsiteY454" fmla="*/ 210018 h 1384766"/>
                <a:gd name="connsiteX455" fmla="*/ 7404037 w 7955427"/>
                <a:gd name="connsiteY455" fmla="*/ 210018 h 1384766"/>
                <a:gd name="connsiteX456" fmla="*/ 6972569 w 7955427"/>
                <a:gd name="connsiteY456" fmla="*/ 130591 h 1384766"/>
                <a:gd name="connsiteX457" fmla="*/ 7146406 w 7955427"/>
                <a:gd name="connsiteY457" fmla="*/ 130591 h 1384766"/>
                <a:gd name="connsiteX458" fmla="*/ 7146406 w 7955427"/>
                <a:gd name="connsiteY458" fmla="*/ 210018 h 1384766"/>
                <a:gd name="connsiteX459" fmla="*/ 6972569 w 7955427"/>
                <a:gd name="connsiteY459" fmla="*/ 210018 h 1384766"/>
                <a:gd name="connsiteX460" fmla="*/ 6541020 w 7955427"/>
                <a:gd name="connsiteY460" fmla="*/ 130591 h 1384766"/>
                <a:gd name="connsiteX461" fmla="*/ 6714857 w 7955427"/>
                <a:gd name="connsiteY461" fmla="*/ 130591 h 1384766"/>
                <a:gd name="connsiteX462" fmla="*/ 6714857 w 7955427"/>
                <a:gd name="connsiteY462" fmla="*/ 210018 h 1384766"/>
                <a:gd name="connsiteX463" fmla="*/ 6541020 w 7955427"/>
                <a:gd name="connsiteY463" fmla="*/ 210018 h 1384766"/>
                <a:gd name="connsiteX464" fmla="*/ 6103545 w 7955427"/>
                <a:gd name="connsiteY464" fmla="*/ 130591 h 1384766"/>
                <a:gd name="connsiteX465" fmla="*/ 6277302 w 7955427"/>
                <a:gd name="connsiteY465" fmla="*/ 130591 h 1384766"/>
                <a:gd name="connsiteX466" fmla="*/ 6277302 w 7955427"/>
                <a:gd name="connsiteY466" fmla="*/ 210018 h 1384766"/>
                <a:gd name="connsiteX467" fmla="*/ 6103545 w 7955427"/>
                <a:gd name="connsiteY467" fmla="*/ 210018 h 1384766"/>
                <a:gd name="connsiteX468" fmla="*/ 5761961 w 7955427"/>
                <a:gd name="connsiteY468" fmla="*/ 130591 h 1384766"/>
                <a:gd name="connsiteX469" fmla="*/ 5851843 w 7955427"/>
                <a:gd name="connsiteY469" fmla="*/ 130591 h 1384766"/>
                <a:gd name="connsiteX470" fmla="*/ 5851843 w 7955427"/>
                <a:gd name="connsiteY470" fmla="*/ 210018 h 1384766"/>
                <a:gd name="connsiteX471" fmla="*/ 5761961 w 7955427"/>
                <a:gd name="connsiteY471" fmla="*/ 210018 h 1384766"/>
                <a:gd name="connsiteX472" fmla="*/ 2103584 w 7955427"/>
                <a:gd name="connsiteY472" fmla="*/ 130591 h 1384766"/>
                <a:gd name="connsiteX473" fmla="*/ 2193466 w 7955427"/>
                <a:gd name="connsiteY473" fmla="*/ 130591 h 1384766"/>
                <a:gd name="connsiteX474" fmla="*/ 2193466 w 7955427"/>
                <a:gd name="connsiteY474" fmla="*/ 210018 h 1384766"/>
                <a:gd name="connsiteX475" fmla="*/ 2103584 w 7955427"/>
                <a:gd name="connsiteY475" fmla="*/ 210018 h 1384766"/>
                <a:gd name="connsiteX476" fmla="*/ 1678126 w 7955427"/>
                <a:gd name="connsiteY476" fmla="*/ 130591 h 1384766"/>
                <a:gd name="connsiteX477" fmla="*/ 1851883 w 7955427"/>
                <a:gd name="connsiteY477" fmla="*/ 130591 h 1384766"/>
                <a:gd name="connsiteX478" fmla="*/ 1851883 w 7955427"/>
                <a:gd name="connsiteY478" fmla="*/ 210018 h 1384766"/>
                <a:gd name="connsiteX479" fmla="*/ 1678126 w 7955427"/>
                <a:gd name="connsiteY479" fmla="*/ 210018 h 1384766"/>
                <a:gd name="connsiteX480" fmla="*/ 1240570 w 7955427"/>
                <a:gd name="connsiteY480" fmla="*/ 130591 h 1384766"/>
                <a:gd name="connsiteX481" fmla="*/ 1414407 w 7955427"/>
                <a:gd name="connsiteY481" fmla="*/ 130591 h 1384766"/>
                <a:gd name="connsiteX482" fmla="*/ 1414407 w 7955427"/>
                <a:gd name="connsiteY482" fmla="*/ 210018 h 1384766"/>
                <a:gd name="connsiteX483" fmla="*/ 1240570 w 7955427"/>
                <a:gd name="connsiteY483" fmla="*/ 210018 h 1384766"/>
                <a:gd name="connsiteX484" fmla="*/ 809024 w 7955427"/>
                <a:gd name="connsiteY484" fmla="*/ 130591 h 1384766"/>
                <a:gd name="connsiteX485" fmla="*/ 982862 w 7955427"/>
                <a:gd name="connsiteY485" fmla="*/ 130591 h 1384766"/>
                <a:gd name="connsiteX486" fmla="*/ 982862 w 7955427"/>
                <a:gd name="connsiteY486" fmla="*/ 210018 h 1384766"/>
                <a:gd name="connsiteX487" fmla="*/ 809024 w 7955427"/>
                <a:gd name="connsiteY487" fmla="*/ 210018 h 1384766"/>
                <a:gd name="connsiteX488" fmla="*/ 377555 w 7955427"/>
                <a:gd name="connsiteY488" fmla="*/ 130591 h 1384766"/>
                <a:gd name="connsiteX489" fmla="*/ 551394 w 7955427"/>
                <a:gd name="connsiteY489" fmla="*/ 130591 h 1384766"/>
                <a:gd name="connsiteX490" fmla="*/ 551394 w 7955427"/>
                <a:gd name="connsiteY490" fmla="*/ 210018 h 1384766"/>
                <a:gd name="connsiteX491" fmla="*/ 377555 w 7955427"/>
                <a:gd name="connsiteY491" fmla="*/ 210018 h 1384766"/>
                <a:gd name="connsiteX492" fmla="*/ 0 w 7955427"/>
                <a:gd name="connsiteY492" fmla="*/ 130591 h 1384766"/>
                <a:gd name="connsiteX493" fmla="*/ 89883 w 7955427"/>
                <a:gd name="connsiteY493" fmla="*/ 130591 h 1384766"/>
                <a:gd name="connsiteX494" fmla="*/ 89883 w 7955427"/>
                <a:gd name="connsiteY494" fmla="*/ 210018 h 1384766"/>
                <a:gd name="connsiteX495" fmla="*/ 0 w 7955427"/>
                <a:gd name="connsiteY495" fmla="*/ 210018 h 1384766"/>
                <a:gd name="connsiteX496" fmla="*/ 7865545 w 7955427"/>
                <a:gd name="connsiteY496" fmla="*/ 0 h 1384766"/>
                <a:gd name="connsiteX497" fmla="*/ 7955427 w 7955427"/>
                <a:gd name="connsiteY497" fmla="*/ 0 h 1384766"/>
                <a:gd name="connsiteX498" fmla="*/ 7955427 w 7955427"/>
                <a:gd name="connsiteY498" fmla="*/ 79427 h 1384766"/>
                <a:gd name="connsiteX499" fmla="*/ 7865545 w 7955427"/>
                <a:gd name="connsiteY499" fmla="*/ 79427 h 1384766"/>
                <a:gd name="connsiteX500" fmla="*/ 7404037 w 7955427"/>
                <a:gd name="connsiteY500" fmla="*/ 0 h 1384766"/>
                <a:gd name="connsiteX501" fmla="*/ 7577874 w 7955427"/>
                <a:gd name="connsiteY501" fmla="*/ 0 h 1384766"/>
                <a:gd name="connsiteX502" fmla="*/ 7577874 w 7955427"/>
                <a:gd name="connsiteY502" fmla="*/ 79427 h 1384766"/>
                <a:gd name="connsiteX503" fmla="*/ 7404037 w 7955427"/>
                <a:gd name="connsiteY503" fmla="*/ 79427 h 1384766"/>
                <a:gd name="connsiteX504" fmla="*/ 6972569 w 7955427"/>
                <a:gd name="connsiteY504" fmla="*/ 0 h 1384766"/>
                <a:gd name="connsiteX505" fmla="*/ 7146406 w 7955427"/>
                <a:gd name="connsiteY505" fmla="*/ 0 h 1384766"/>
                <a:gd name="connsiteX506" fmla="*/ 7146406 w 7955427"/>
                <a:gd name="connsiteY506" fmla="*/ 79427 h 1384766"/>
                <a:gd name="connsiteX507" fmla="*/ 6972569 w 7955427"/>
                <a:gd name="connsiteY507" fmla="*/ 79427 h 1384766"/>
                <a:gd name="connsiteX508" fmla="*/ 6541020 w 7955427"/>
                <a:gd name="connsiteY508" fmla="*/ 0 h 1384766"/>
                <a:gd name="connsiteX509" fmla="*/ 6714857 w 7955427"/>
                <a:gd name="connsiteY509" fmla="*/ 0 h 1384766"/>
                <a:gd name="connsiteX510" fmla="*/ 6714857 w 7955427"/>
                <a:gd name="connsiteY510" fmla="*/ 79427 h 1384766"/>
                <a:gd name="connsiteX511" fmla="*/ 6541020 w 7955427"/>
                <a:gd name="connsiteY511" fmla="*/ 79427 h 1384766"/>
                <a:gd name="connsiteX512" fmla="*/ 6103545 w 7955427"/>
                <a:gd name="connsiteY512" fmla="*/ 0 h 1384766"/>
                <a:gd name="connsiteX513" fmla="*/ 6277302 w 7955427"/>
                <a:gd name="connsiteY513" fmla="*/ 0 h 1384766"/>
                <a:gd name="connsiteX514" fmla="*/ 6277302 w 7955427"/>
                <a:gd name="connsiteY514" fmla="*/ 79427 h 1384766"/>
                <a:gd name="connsiteX515" fmla="*/ 6103545 w 7955427"/>
                <a:gd name="connsiteY515" fmla="*/ 79427 h 1384766"/>
                <a:gd name="connsiteX516" fmla="*/ 5761961 w 7955427"/>
                <a:gd name="connsiteY516" fmla="*/ 0 h 1384766"/>
                <a:gd name="connsiteX517" fmla="*/ 5851843 w 7955427"/>
                <a:gd name="connsiteY517" fmla="*/ 0 h 1384766"/>
                <a:gd name="connsiteX518" fmla="*/ 5851843 w 7955427"/>
                <a:gd name="connsiteY518" fmla="*/ 79427 h 1384766"/>
                <a:gd name="connsiteX519" fmla="*/ 5761961 w 7955427"/>
                <a:gd name="connsiteY519" fmla="*/ 79427 h 1384766"/>
                <a:gd name="connsiteX520" fmla="*/ 2103584 w 7955427"/>
                <a:gd name="connsiteY520" fmla="*/ 0 h 1384766"/>
                <a:gd name="connsiteX521" fmla="*/ 2193466 w 7955427"/>
                <a:gd name="connsiteY521" fmla="*/ 0 h 1384766"/>
                <a:gd name="connsiteX522" fmla="*/ 2193466 w 7955427"/>
                <a:gd name="connsiteY522" fmla="*/ 79427 h 1384766"/>
                <a:gd name="connsiteX523" fmla="*/ 2103584 w 7955427"/>
                <a:gd name="connsiteY523" fmla="*/ 79427 h 1384766"/>
                <a:gd name="connsiteX524" fmla="*/ 1678126 w 7955427"/>
                <a:gd name="connsiteY524" fmla="*/ 0 h 1384766"/>
                <a:gd name="connsiteX525" fmla="*/ 1851883 w 7955427"/>
                <a:gd name="connsiteY525" fmla="*/ 0 h 1384766"/>
                <a:gd name="connsiteX526" fmla="*/ 1851883 w 7955427"/>
                <a:gd name="connsiteY526" fmla="*/ 79427 h 1384766"/>
                <a:gd name="connsiteX527" fmla="*/ 1678126 w 7955427"/>
                <a:gd name="connsiteY527" fmla="*/ 79427 h 1384766"/>
                <a:gd name="connsiteX528" fmla="*/ 1240570 w 7955427"/>
                <a:gd name="connsiteY528" fmla="*/ 0 h 1384766"/>
                <a:gd name="connsiteX529" fmla="*/ 1414407 w 7955427"/>
                <a:gd name="connsiteY529" fmla="*/ 0 h 1384766"/>
                <a:gd name="connsiteX530" fmla="*/ 1414407 w 7955427"/>
                <a:gd name="connsiteY530" fmla="*/ 79427 h 1384766"/>
                <a:gd name="connsiteX531" fmla="*/ 1240570 w 7955427"/>
                <a:gd name="connsiteY531" fmla="*/ 79427 h 1384766"/>
                <a:gd name="connsiteX532" fmla="*/ 809024 w 7955427"/>
                <a:gd name="connsiteY532" fmla="*/ 0 h 1384766"/>
                <a:gd name="connsiteX533" fmla="*/ 982862 w 7955427"/>
                <a:gd name="connsiteY533" fmla="*/ 0 h 1384766"/>
                <a:gd name="connsiteX534" fmla="*/ 982862 w 7955427"/>
                <a:gd name="connsiteY534" fmla="*/ 79427 h 1384766"/>
                <a:gd name="connsiteX535" fmla="*/ 809024 w 7955427"/>
                <a:gd name="connsiteY535" fmla="*/ 79427 h 1384766"/>
                <a:gd name="connsiteX536" fmla="*/ 377555 w 7955427"/>
                <a:gd name="connsiteY536" fmla="*/ 0 h 1384766"/>
                <a:gd name="connsiteX537" fmla="*/ 551394 w 7955427"/>
                <a:gd name="connsiteY537" fmla="*/ 0 h 1384766"/>
                <a:gd name="connsiteX538" fmla="*/ 551394 w 7955427"/>
                <a:gd name="connsiteY538" fmla="*/ 79427 h 1384766"/>
                <a:gd name="connsiteX539" fmla="*/ 377555 w 7955427"/>
                <a:gd name="connsiteY539" fmla="*/ 79427 h 1384766"/>
                <a:gd name="connsiteX540" fmla="*/ 0 w 7955427"/>
                <a:gd name="connsiteY540" fmla="*/ 0 h 1384766"/>
                <a:gd name="connsiteX541" fmla="*/ 89883 w 7955427"/>
                <a:gd name="connsiteY541" fmla="*/ 0 h 1384766"/>
                <a:gd name="connsiteX542" fmla="*/ 89883 w 7955427"/>
                <a:gd name="connsiteY542" fmla="*/ 79427 h 1384766"/>
                <a:gd name="connsiteX543" fmla="*/ 0 w 7955427"/>
                <a:gd name="connsiteY543" fmla="*/ 79427 h 1384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</a:cxnLst>
              <a:rect l="l" t="t" r="r" b="b"/>
              <a:pathLst>
                <a:path w="7955427" h="1384766">
                  <a:moveTo>
                    <a:pt x="7865545" y="1305339"/>
                  </a:moveTo>
                  <a:lnTo>
                    <a:pt x="7955427" y="1305339"/>
                  </a:lnTo>
                  <a:lnTo>
                    <a:pt x="7955427" y="1384766"/>
                  </a:lnTo>
                  <a:lnTo>
                    <a:pt x="7865545" y="1384766"/>
                  </a:lnTo>
                  <a:close/>
                  <a:moveTo>
                    <a:pt x="7404037" y="1305339"/>
                  </a:moveTo>
                  <a:lnTo>
                    <a:pt x="7577874" y="1305339"/>
                  </a:lnTo>
                  <a:lnTo>
                    <a:pt x="7577874" y="1384766"/>
                  </a:lnTo>
                  <a:lnTo>
                    <a:pt x="7404037" y="1384766"/>
                  </a:lnTo>
                  <a:close/>
                  <a:moveTo>
                    <a:pt x="6972569" y="1305339"/>
                  </a:moveTo>
                  <a:lnTo>
                    <a:pt x="7146406" y="1305339"/>
                  </a:lnTo>
                  <a:lnTo>
                    <a:pt x="7146406" y="1384766"/>
                  </a:lnTo>
                  <a:lnTo>
                    <a:pt x="6972569" y="1384766"/>
                  </a:lnTo>
                  <a:close/>
                  <a:moveTo>
                    <a:pt x="6541020" y="1305339"/>
                  </a:moveTo>
                  <a:lnTo>
                    <a:pt x="6714857" y="1305339"/>
                  </a:lnTo>
                  <a:lnTo>
                    <a:pt x="6714857" y="1384766"/>
                  </a:lnTo>
                  <a:lnTo>
                    <a:pt x="6541020" y="1384766"/>
                  </a:lnTo>
                  <a:close/>
                  <a:moveTo>
                    <a:pt x="1240570" y="1305339"/>
                  </a:moveTo>
                  <a:lnTo>
                    <a:pt x="1414407" y="1305339"/>
                  </a:lnTo>
                  <a:lnTo>
                    <a:pt x="1414407" y="1384766"/>
                  </a:lnTo>
                  <a:lnTo>
                    <a:pt x="1240570" y="1384766"/>
                  </a:lnTo>
                  <a:close/>
                  <a:moveTo>
                    <a:pt x="809024" y="1305339"/>
                  </a:moveTo>
                  <a:lnTo>
                    <a:pt x="982862" y="1305339"/>
                  </a:lnTo>
                  <a:lnTo>
                    <a:pt x="982862" y="1384766"/>
                  </a:lnTo>
                  <a:lnTo>
                    <a:pt x="809024" y="1384766"/>
                  </a:lnTo>
                  <a:close/>
                  <a:moveTo>
                    <a:pt x="377555" y="1305339"/>
                  </a:moveTo>
                  <a:lnTo>
                    <a:pt x="551394" y="1305339"/>
                  </a:lnTo>
                  <a:lnTo>
                    <a:pt x="551394" y="1384766"/>
                  </a:lnTo>
                  <a:lnTo>
                    <a:pt x="377555" y="1384766"/>
                  </a:lnTo>
                  <a:close/>
                  <a:moveTo>
                    <a:pt x="0" y="1305339"/>
                  </a:moveTo>
                  <a:lnTo>
                    <a:pt x="89883" y="1305339"/>
                  </a:lnTo>
                  <a:lnTo>
                    <a:pt x="89883" y="1384766"/>
                  </a:lnTo>
                  <a:lnTo>
                    <a:pt x="0" y="1384766"/>
                  </a:lnTo>
                  <a:close/>
                  <a:moveTo>
                    <a:pt x="7865545" y="1174750"/>
                  </a:moveTo>
                  <a:lnTo>
                    <a:pt x="7955427" y="1174750"/>
                  </a:lnTo>
                  <a:lnTo>
                    <a:pt x="7955427" y="1254177"/>
                  </a:lnTo>
                  <a:lnTo>
                    <a:pt x="7865545" y="1254177"/>
                  </a:lnTo>
                  <a:close/>
                  <a:moveTo>
                    <a:pt x="7404037" y="1174750"/>
                  </a:moveTo>
                  <a:lnTo>
                    <a:pt x="7577874" y="1174750"/>
                  </a:lnTo>
                  <a:lnTo>
                    <a:pt x="7577874" y="1254177"/>
                  </a:lnTo>
                  <a:lnTo>
                    <a:pt x="7404037" y="1254177"/>
                  </a:lnTo>
                  <a:close/>
                  <a:moveTo>
                    <a:pt x="6972569" y="1174750"/>
                  </a:moveTo>
                  <a:lnTo>
                    <a:pt x="7146406" y="1174750"/>
                  </a:lnTo>
                  <a:lnTo>
                    <a:pt x="7146406" y="1254177"/>
                  </a:lnTo>
                  <a:lnTo>
                    <a:pt x="6972569" y="1254177"/>
                  </a:lnTo>
                  <a:close/>
                  <a:moveTo>
                    <a:pt x="6541020" y="1174750"/>
                  </a:moveTo>
                  <a:lnTo>
                    <a:pt x="6714857" y="1174750"/>
                  </a:lnTo>
                  <a:lnTo>
                    <a:pt x="6714857" y="1254177"/>
                  </a:lnTo>
                  <a:lnTo>
                    <a:pt x="6541020" y="1254177"/>
                  </a:lnTo>
                  <a:close/>
                  <a:moveTo>
                    <a:pt x="1240570" y="1174750"/>
                  </a:moveTo>
                  <a:lnTo>
                    <a:pt x="1414407" y="1174750"/>
                  </a:lnTo>
                  <a:lnTo>
                    <a:pt x="1414407" y="1254177"/>
                  </a:lnTo>
                  <a:lnTo>
                    <a:pt x="1240570" y="1254177"/>
                  </a:lnTo>
                  <a:close/>
                  <a:moveTo>
                    <a:pt x="809024" y="1174750"/>
                  </a:moveTo>
                  <a:lnTo>
                    <a:pt x="982862" y="1174750"/>
                  </a:lnTo>
                  <a:lnTo>
                    <a:pt x="982862" y="1254177"/>
                  </a:lnTo>
                  <a:lnTo>
                    <a:pt x="809024" y="1254177"/>
                  </a:lnTo>
                  <a:close/>
                  <a:moveTo>
                    <a:pt x="377555" y="1174750"/>
                  </a:moveTo>
                  <a:lnTo>
                    <a:pt x="551394" y="1174750"/>
                  </a:lnTo>
                  <a:lnTo>
                    <a:pt x="551394" y="1254177"/>
                  </a:lnTo>
                  <a:lnTo>
                    <a:pt x="377555" y="1254177"/>
                  </a:lnTo>
                  <a:close/>
                  <a:moveTo>
                    <a:pt x="0" y="1174750"/>
                  </a:moveTo>
                  <a:lnTo>
                    <a:pt x="89883" y="1174750"/>
                  </a:lnTo>
                  <a:lnTo>
                    <a:pt x="89883" y="1254177"/>
                  </a:lnTo>
                  <a:lnTo>
                    <a:pt x="0" y="1254177"/>
                  </a:lnTo>
                  <a:close/>
                  <a:moveTo>
                    <a:pt x="7865545" y="1044157"/>
                  </a:moveTo>
                  <a:lnTo>
                    <a:pt x="7955427" y="1044157"/>
                  </a:lnTo>
                  <a:lnTo>
                    <a:pt x="7955427" y="1123584"/>
                  </a:lnTo>
                  <a:lnTo>
                    <a:pt x="7865545" y="1123584"/>
                  </a:lnTo>
                  <a:close/>
                  <a:moveTo>
                    <a:pt x="7404037" y="1044157"/>
                  </a:moveTo>
                  <a:lnTo>
                    <a:pt x="7577874" y="1044157"/>
                  </a:lnTo>
                  <a:lnTo>
                    <a:pt x="7577874" y="1123584"/>
                  </a:lnTo>
                  <a:lnTo>
                    <a:pt x="7404037" y="1123584"/>
                  </a:lnTo>
                  <a:close/>
                  <a:moveTo>
                    <a:pt x="6972569" y="1044157"/>
                  </a:moveTo>
                  <a:lnTo>
                    <a:pt x="7146406" y="1044157"/>
                  </a:lnTo>
                  <a:lnTo>
                    <a:pt x="7146406" y="1123584"/>
                  </a:lnTo>
                  <a:lnTo>
                    <a:pt x="6972569" y="1123584"/>
                  </a:lnTo>
                  <a:close/>
                  <a:moveTo>
                    <a:pt x="6541020" y="1044157"/>
                  </a:moveTo>
                  <a:lnTo>
                    <a:pt x="6714857" y="1044157"/>
                  </a:lnTo>
                  <a:lnTo>
                    <a:pt x="6714857" y="1123584"/>
                  </a:lnTo>
                  <a:lnTo>
                    <a:pt x="6541020" y="1123584"/>
                  </a:lnTo>
                  <a:close/>
                  <a:moveTo>
                    <a:pt x="6103545" y="1044157"/>
                  </a:moveTo>
                  <a:lnTo>
                    <a:pt x="6277302" y="1044157"/>
                  </a:lnTo>
                  <a:lnTo>
                    <a:pt x="6277302" y="1085008"/>
                  </a:lnTo>
                  <a:lnTo>
                    <a:pt x="6103545" y="1085008"/>
                  </a:lnTo>
                  <a:close/>
                  <a:moveTo>
                    <a:pt x="5761961" y="1044157"/>
                  </a:moveTo>
                  <a:lnTo>
                    <a:pt x="5851843" y="1044157"/>
                  </a:lnTo>
                  <a:lnTo>
                    <a:pt x="5851843" y="1085008"/>
                  </a:lnTo>
                  <a:lnTo>
                    <a:pt x="5761961" y="1085008"/>
                  </a:lnTo>
                  <a:close/>
                  <a:moveTo>
                    <a:pt x="2103584" y="1044157"/>
                  </a:moveTo>
                  <a:lnTo>
                    <a:pt x="2193466" y="1044157"/>
                  </a:lnTo>
                  <a:lnTo>
                    <a:pt x="2193466" y="1085008"/>
                  </a:lnTo>
                  <a:lnTo>
                    <a:pt x="2103584" y="1085008"/>
                  </a:lnTo>
                  <a:close/>
                  <a:moveTo>
                    <a:pt x="1678126" y="1044157"/>
                  </a:moveTo>
                  <a:lnTo>
                    <a:pt x="1851883" y="1044157"/>
                  </a:lnTo>
                  <a:lnTo>
                    <a:pt x="1851883" y="1085008"/>
                  </a:lnTo>
                  <a:lnTo>
                    <a:pt x="1678126" y="1085008"/>
                  </a:lnTo>
                  <a:close/>
                  <a:moveTo>
                    <a:pt x="1240570" y="1044157"/>
                  </a:moveTo>
                  <a:lnTo>
                    <a:pt x="1414407" y="1044157"/>
                  </a:lnTo>
                  <a:lnTo>
                    <a:pt x="1414407" y="1123584"/>
                  </a:lnTo>
                  <a:lnTo>
                    <a:pt x="1240570" y="1123584"/>
                  </a:lnTo>
                  <a:close/>
                  <a:moveTo>
                    <a:pt x="809024" y="1044157"/>
                  </a:moveTo>
                  <a:lnTo>
                    <a:pt x="982862" y="1044157"/>
                  </a:lnTo>
                  <a:lnTo>
                    <a:pt x="982862" y="1123584"/>
                  </a:lnTo>
                  <a:lnTo>
                    <a:pt x="809024" y="1123584"/>
                  </a:lnTo>
                  <a:close/>
                  <a:moveTo>
                    <a:pt x="377555" y="1044157"/>
                  </a:moveTo>
                  <a:lnTo>
                    <a:pt x="551394" y="1044157"/>
                  </a:lnTo>
                  <a:lnTo>
                    <a:pt x="551394" y="1123584"/>
                  </a:lnTo>
                  <a:lnTo>
                    <a:pt x="377555" y="1123584"/>
                  </a:lnTo>
                  <a:close/>
                  <a:moveTo>
                    <a:pt x="0" y="1044157"/>
                  </a:moveTo>
                  <a:lnTo>
                    <a:pt x="89883" y="1044157"/>
                  </a:lnTo>
                  <a:lnTo>
                    <a:pt x="89883" y="1123584"/>
                  </a:lnTo>
                  <a:lnTo>
                    <a:pt x="0" y="1123584"/>
                  </a:lnTo>
                  <a:close/>
                  <a:moveTo>
                    <a:pt x="4759291" y="954499"/>
                  </a:moveTo>
                  <a:lnTo>
                    <a:pt x="4957000" y="954499"/>
                  </a:lnTo>
                  <a:lnTo>
                    <a:pt x="4957000" y="1034331"/>
                  </a:lnTo>
                  <a:lnTo>
                    <a:pt x="4759291" y="1034331"/>
                  </a:lnTo>
                  <a:close/>
                  <a:moveTo>
                    <a:pt x="4219186" y="954499"/>
                  </a:moveTo>
                  <a:lnTo>
                    <a:pt x="4243137" y="954499"/>
                  </a:lnTo>
                  <a:lnTo>
                    <a:pt x="4243137" y="1034331"/>
                  </a:lnTo>
                  <a:lnTo>
                    <a:pt x="4219186" y="1034331"/>
                  </a:lnTo>
                  <a:close/>
                  <a:moveTo>
                    <a:pt x="3709447" y="954499"/>
                  </a:moveTo>
                  <a:lnTo>
                    <a:pt x="3733480" y="954499"/>
                  </a:lnTo>
                  <a:lnTo>
                    <a:pt x="3733480" y="1034331"/>
                  </a:lnTo>
                  <a:lnTo>
                    <a:pt x="3709447" y="1034331"/>
                  </a:lnTo>
                  <a:close/>
                  <a:moveTo>
                    <a:pt x="2998103" y="954499"/>
                  </a:moveTo>
                  <a:lnTo>
                    <a:pt x="3195812" y="954499"/>
                  </a:lnTo>
                  <a:lnTo>
                    <a:pt x="3195812" y="1034331"/>
                  </a:lnTo>
                  <a:lnTo>
                    <a:pt x="2998103" y="1034331"/>
                  </a:lnTo>
                  <a:close/>
                  <a:moveTo>
                    <a:pt x="7865545" y="913811"/>
                  </a:moveTo>
                  <a:lnTo>
                    <a:pt x="7955427" y="913811"/>
                  </a:lnTo>
                  <a:lnTo>
                    <a:pt x="7955427" y="993238"/>
                  </a:lnTo>
                  <a:lnTo>
                    <a:pt x="7865545" y="993238"/>
                  </a:lnTo>
                  <a:close/>
                  <a:moveTo>
                    <a:pt x="7404037" y="913811"/>
                  </a:moveTo>
                  <a:lnTo>
                    <a:pt x="7577874" y="913811"/>
                  </a:lnTo>
                  <a:lnTo>
                    <a:pt x="7577874" y="993238"/>
                  </a:lnTo>
                  <a:lnTo>
                    <a:pt x="7404037" y="993238"/>
                  </a:lnTo>
                  <a:close/>
                  <a:moveTo>
                    <a:pt x="6972569" y="913811"/>
                  </a:moveTo>
                  <a:lnTo>
                    <a:pt x="7146406" y="913811"/>
                  </a:lnTo>
                  <a:lnTo>
                    <a:pt x="7146406" y="993238"/>
                  </a:lnTo>
                  <a:lnTo>
                    <a:pt x="6972569" y="993238"/>
                  </a:lnTo>
                  <a:close/>
                  <a:moveTo>
                    <a:pt x="6541020" y="913811"/>
                  </a:moveTo>
                  <a:lnTo>
                    <a:pt x="6714857" y="913811"/>
                  </a:lnTo>
                  <a:lnTo>
                    <a:pt x="6714857" y="993238"/>
                  </a:lnTo>
                  <a:lnTo>
                    <a:pt x="6541020" y="993238"/>
                  </a:lnTo>
                  <a:close/>
                  <a:moveTo>
                    <a:pt x="6103545" y="913811"/>
                  </a:moveTo>
                  <a:lnTo>
                    <a:pt x="6277302" y="913811"/>
                  </a:lnTo>
                  <a:lnTo>
                    <a:pt x="6277302" y="993238"/>
                  </a:lnTo>
                  <a:lnTo>
                    <a:pt x="6103545" y="993238"/>
                  </a:lnTo>
                  <a:close/>
                  <a:moveTo>
                    <a:pt x="5761961" y="913811"/>
                  </a:moveTo>
                  <a:lnTo>
                    <a:pt x="5851843" y="913811"/>
                  </a:lnTo>
                  <a:lnTo>
                    <a:pt x="5851843" y="993238"/>
                  </a:lnTo>
                  <a:lnTo>
                    <a:pt x="5761961" y="993238"/>
                  </a:lnTo>
                  <a:close/>
                  <a:moveTo>
                    <a:pt x="2103584" y="913811"/>
                  </a:moveTo>
                  <a:lnTo>
                    <a:pt x="2193466" y="913811"/>
                  </a:lnTo>
                  <a:lnTo>
                    <a:pt x="2193466" y="993238"/>
                  </a:lnTo>
                  <a:lnTo>
                    <a:pt x="2103584" y="993238"/>
                  </a:lnTo>
                  <a:close/>
                  <a:moveTo>
                    <a:pt x="1678126" y="913811"/>
                  </a:moveTo>
                  <a:lnTo>
                    <a:pt x="1851883" y="913811"/>
                  </a:lnTo>
                  <a:lnTo>
                    <a:pt x="1851883" y="993238"/>
                  </a:lnTo>
                  <a:lnTo>
                    <a:pt x="1678126" y="993238"/>
                  </a:lnTo>
                  <a:close/>
                  <a:moveTo>
                    <a:pt x="1240570" y="913811"/>
                  </a:moveTo>
                  <a:lnTo>
                    <a:pt x="1414407" y="913811"/>
                  </a:lnTo>
                  <a:lnTo>
                    <a:pt x="1414407" y="993238"/>
                  </a:lnTo>
                  <a:lnTo>
                    <a:pt x="1240570" y="993238"/>
                  </a:lnTo>
                  <a:close/>
                  <a:moveTo>
                    <a:pt x="809024" y="913811"/>
                  </a:moveTo>
                  <a:lnTo>
                    <a:pt x="982862" y="913811"/>
                  </a:lnTo>
                  <a:lnTo>
                    <a:pt x="982862" y="993238"/>
                  </a:lnTo>
                  <a:lnTo>
                    <a:pt x="809024" y="993238"/>
                  </a:lnTo>
                  <a:close/>
                  <a:moveTo>
                    <a:pt x="377555" y="913811"/>
                  </a:moveTo>
                  <a:lnTo>
                    <a:pt x="551394" y="913811"/>
                  </a:lnTo>
                  <a:lnTo>
                    <a:pt x="551394" y="993238"/>
                  </a:lnTo>
                  <a:lnTo>
                    <a:pt x="377555" y="993238"/>
                  </a:lnTo>
                  <a:close/>
                  <a:moveTo>
                    <a:pt x="0" y="913811"/>
                  </a:moveTo>
                  <a:lnTo>
                    <a:pt x="89883" y="913811"/>
                  </a:lnTo>
                  <a:lnTo>
                    <a:pt x="89883" y="993238"/>
                  </a:lnTo>
                  <a:lnTo>
                    <a:pt x="0" y="993238"/>
                  </a:lnTo>
                  <a:close/>
                  <a:moveTo>
                    <a:pt x="4759291" y="835196"/>
                  </a:moveTo>
                  <a:lnTo>
                    <a:pt x="4957000" y="835196"/>
                  </a:lnTo>
                  <a:lnTo>
                    <a:pt x="4957000" y="915028"/>
                  </a:lnTo>
                  <a:lnTo>
                    <a:pt x="4759291" y="915028"/>
                  </a:lnTo>
                  <a:close/>
                  <a:moveTo>
                    <a:pt x="4219186" y="835196"/>
                  </a:moveTo>
                  <a:lnTo>
                    <a:pt x="4243137" y="835196"/>
                  </a:lnTo>
                  <a:lnTo>
                    <a:pt x="4243137" y="915028"/>
                  </a:lnTo>
                  <a:lnTo>
                    <a:pt x="4219186" y="915028"/>
                  </a:lnTo>
                  <a:close/>
                  <a:moveTo>
                    <a:pt x="3709447" y="835196"/>
                  </a:moveTo>
                  <a:lnTo>
                    <a:pt x="3733480" y="835196"/>
                  </a:lnTo>
                  <a:lnTo>
                    <a:pt x="3733480" y="915028"/>
                  </a:lnTo>
                  <a:lnTo>
                    <a:pt x="3709447" y="915028"/>
                  </a:lnTo>
                  <a:close/>
                  <a:moveTo>
                    <a:pt x="2998103" y="835196"/>
                  </a:moveTo>
                  <a:lnTo>
                    <a:pt x="3195812" y="835196"/>
                  </a:lnTo>
                  <a:lnTo>
                    <a:pt x="3195812" y="915028"/>
                  </a:lnTo>
                  <a:lnTo>
                    <a:pt x="2998103" y="915028"/>
                  </a:lnTo>
                  <a:close/>
                  <a:moveTo>
                    <a:pt x="7865545" y="783220"/>
                  </a:moveTo>
                  <a:lnTo>
                    <a:pt x="7955427" y="783220"/>
                  </a:lnTo>
                  <a:lnTo>
                    <a:pt x="7955427" y="862647"/>
                  </a:lnTo>
                  <a:lnTo>
                    <a:pt x="7865545" y="862647"/>
                  </a:lnTo>
                  <a:close/>
                  <a:moveTo>
                    <a:pt x="7404037" y="783220"/>
                  </a:moveTo>
                  <a:lnTo>
                    <a:pt x="7577874" y="783220"/>
                  </a:lnTo>
                  <a:lnTo>
                    <a:pt x="7577874" y="862647"/>
                  </a:lnTo>
                  <a:lnTo>
                    <a:pt x="7404037" y="862647"/>
                  </a:lnTo>
                  <a:close/>
                  <a:moveTo>
                    <a:pt x="6972569" y="783220"/>
                  </a:moveTo>
                  <a:lnTo>
                    <a:pt x="7146406" y="783220"/>
                  </a:lnTo>
                  <a:lnTo>
                    <a:pt x="7146406" y="862647"/>
                  </a:lnTo>
                  <a:lnTo>
                    <a:pt x="6972569" y="862647"/>
                  </a:lnTo>
                  <a:close/>
                  <a:moveTo>
                    <a:pt x="6541020" y="783220"/>
                  </a:moveTo>
                  <a:lnTo>
                    <a:pt x="6714857" y="783220"/>
                  </a:lnTo>
                  <a:lnTo>
                    <a:pt x="6714857" y="862647"/>
                  </a:lnTo>
                  <a:lnTo>
                    <a:pt x="6541020" y="862647"/>
                  </a:lnTo>
                  <a:close/>
                  <a:moveTo>
                    <a:pt x="6103545" y="783220"/>
                  </a:moveTo>
                  <a:lnTo>
                    <a:pt x="6277302" y="783220"/>
                  </a:lnTo>
                  <a:lnTo>
                    <a:pt x="6277302" y="862647"/>
                  </a:lnTo>
                  <a:lnTo>
                    <a:pt x="6103545" y="862647"/>
                  </a:lnTo>
                  <a:close/>
                  <a:moveTo>
                    <a:pt x="5761961" y="783220"/>
                  </a:moveTo>
                  <a:lnTo>
                    <a:pt x="5851843" y="783220"/>
                  </a:lnTo>
                  <a:lnTo>
                    <a:pt x="5851843" y="862647"/>
                  </a:lnTo>
                  <a:lnTo>
                    <a:pt x="5761961" y="862647"/>
                  </a:lnTo>
                  <a:close/>
                  <a:moveTo>
                    <a:pt x="2103584" y="783220"/>
                  </a:moveTo>
                  <a:lnTo>
                    <a:pt x="2193466" y="783220"/>
                  </a:lnTo>
                  <a:lnTo>
                    <a:pt x="2193466" y="862647"/>
                  </a:lnTo>
                  <a:lnTo>
                    <a:pt x="2103584" y="862647"/>
                  </a:lnTo>
                  <a:close/>
                  <a:moveTo>
                    <a:pt x="1678126" y="783220"/>
                  </a:moveTo>
                  <a:lnTo>
                    <a:pt x="1851883" y="783220"/>
                  </a:lnTo>
                  <a:lnTo>
                    <a:pt x="1851883" y="862647"/>
                  </a:lnTo>
                  <a:lnTo>
                    <a:pt x="1678126" y="862647"/>
                  </a:lnTo>
                  <a:close/>
                  <a:moveTo>
                    <a:pt x="1240570" y="783220"/>
                  </a:moveTo>
                  <a:lnTo>
                    <a:pt x="1414407" y="783220"/>
                  </a:lnTo>
                  <a:lnTo>
                    <a:pt x="1414407" y="862647"/>
                  </a:lnTo>
                  <a:lnTo>
                    <a:pt x="1240570" y="862647"/>
                  </a:lnTo>
                  <a:close/>
                  <a:moveTo>
                    <a:pt x="809024" y="783220"/>
                  </a:moveTo>
                  <a:lnTo>
                    <a:pt x="982862" y="783220"/>
                  </a:lnTo>
                  <a:lnTo>
                    <a:pt x="982862" y="862647"/>
                  </a:lnTo>
                  <a:lnTo>
                    <a:pt x="809024" y="862647"/>
                  </a:lnTo>
                  <a:close/>
                  <a:moveTo>
                    <a:pt x="377555" y="783220"/>
                  </a:moveTo>
                  <a:lnTo>
                    <a:pt x="551394" y="783220"/>
                  </a:lnTo>
                  <a:lnTo>
                    <a:pt x="551394" y="862647"/>
                  </a:lnTo>
                  <a:lnTo>
                    <a:pt x="377555" y="862647"/>
                  </a:lnTo>
                  <a:close/>
                  <a:moveTo>
                    <a:pt x="0" y="783220"/>
                  </a:moveTo>
                  <a:lnTo>
                    <a:pt x="89883" y="783220"/>
                  </a:lnTo>
                  <a:lnTo>
                    <a:pt x="89883" y="862647"/>
                  </a:lnTo>
                  <a:lnTo>
                    <a:pt x="0" y="862647"/>
                  </a:lnTo>
                  <a:close/>
                  <a:moveTo>
                    <a:pt x="4759291" y="715894"/>
                  </a:moveTo>
                  <a:lnTo>
                    <a:pt x="4957000" y="715894"/>
                  </a:lnTo>
                  <a:lnTo>
                    <a:pt x="4957000" y="795890"/>
                  </a:lnTo>
                  <a:lnTo>
                    <a:pt x="4759291" y="795890"/>
                  </a:lnTo>
                  <a:close/>
                  <a:moveTo>
                    <a:pt x="4219186" y="715894"/>
                  </a:moveTo>
                  <a:lnTo>
                    <a:pt x="4243137" y="715894"/>
                  </a:lnTo>
                  <a:lnTo>
                    <a:pt x="4243137" y="795890"/>
                  </a:lnTo>
                  <a:lnTo>
                    <a:pt x="4219186" y="795890"/>
                  </a:lnTo>
                  <a:close/>
                  <a:moveTo>
                    <a:pt x="3709447" y="715894"/>
                  </a:moveTo>
                  <a:lnTo>
                    <a:pt x="3733480" y="715894"/>
                  </a:lnTo>
                  <a:lnTo>
                    <a:pt x="3733480" y="795890"/>
                  </a:lnTo>
                  <a:lnTo>
                    <a:pt x="3709447" y="795890"/>
                  </a:lnTo>
                  <a:close/>
                  <a:moveTo>
                    <a:pt x="2998103" y="715894"/>
                  </a:moveTo>
                  <a:lnTo>
                    <a:pt x="3195812" y="715894"/>
                  </a:lnTo>
                  <a:lnTo>
                    <a:pt x="3195812" y="795890"/>
                  </a:lnTo>
                  <a:lnTo>
                    <a:pt x="2998103" y="795890"/>
                  </a:lnTo>
                  <a:close/>
                  <a:moveTo>
                    <a:pt x="7865545" y="652711"/>
                  </a:moveTo>
                  <a:lnTo>
                    <a:pt x="7955427" y="652711"/>
                  </a:lnTo>
                  <a:lnTo>
                    <a:pt x="7955427" y="732138"/>
                  </a:lnTo>
                  <a:lnTo>
                    <a:pt x="7865545" y="732138"/>
                  </a:lnTo>
                  <a:close/>
                  <a:moveTo>
                    <a:pt x="7404037" y="652711"/>
                  </a:moveTo>
                  <a:lnTo>
                    <a:pt x="7577874" y="652711"/>
                  </a:lnTo>
                  <a:lnTo>
                    <a:pt x="7577874" y="732138"/>
                  </a:lnTo>
                  <a:lnTo>
                    <a:pt x="7404037" y="732138"/>
                  </a:lnTo>
                  <a:close/>
                  <a:moveTo>
                    <a:pt x="6972569" y="652711"/>
                  </a:moveTo>
                  <a:lnTo>
                    <a:pt x="7146406" y="652711"/>
                  </a:lnTo>
                  <a:lnTo>
                    <a:pt x="7146406" y="732138"/>
                  </a:lnTo>
                  <a:lnTo>
                    <a:pt x="6972569" y="732138"/>
                  </a:lnTo>
                  <a:close/>
                  <a:moveTo>
                    <a:pt x="6541020" y="652711"/>
                  </a:moveTo>
                  <a:lnTo>
                    <a:pt x="6714857" y="652711"/>
                  </a:lnTo>
                  <a:lnTo>
                    <a:pt x="6714857" y="732138"/>
                  </a:lnTo>
                  <a:lnTo>
                    <a:pt x="6541020" y="732138"/>
                  </a:lnTo>
                  <a:close/>
                  <a:moveTo>
                    <a:pt x="6103545" y="652711"/>
                  </a:moveTo>
                  <a:lnTo>
                    <a:pt x="6277302" y="652711"/>
                  </a:lnTo>
                  <a:lnTo>
                    <a:pt x="6277302" y="732138"/>
                  </a:lnTo>
                  <a:lnTo>
                    <a:pt x="6103545" y="732138"/>
                  </a:lnTo>
                  <a:close/>
                  <a:moveTo>
                    <a:pt x="5761961" y="652711"/>
                  </a:moveTo>
                  <a:lnTo>
                    <a:pt x="5851843" y="652711"/>
                  </a:lnTo>
                  <a:lnTo>
                    <a:pt x="5851843" y="732138"/>
                  </a:lnTo>
                  <a:lnTo>
                    <a:pt x="5761961" y="732138"/>
                  </a:lnTo>
                  <a:close/>
                  <a:moveTo>
                    <a:pt x="2103584" y="652711"/>
                  </a:moveTo>
                  <a:lnTo>
                    <a:pt x="2193466" y="652711"/>
                  </a:lnTo>
                  <a:lnTo>
                    <a:pt x="2193466" y="732138"/>
                  </a:lnTo>
                  <a:lnTo>
                    <a:pt x="2103584" y="732138"/>
                  </a:lnTo>
                  <a:close/>
                  <a:moveTo>
                    <a:pt x="1678126" y="652711"/>
                  </a:moveTo>
                  <a:lnTo>
                    <a:pt x="1851883" y="652711"/>
                  </a:lnTo>
                  <a:lnTo>
                    <a:pt x="1851883" y="732138"/>
                  </a:lnTo>
                  <a:lnTo>
                    <a:pt x="1678126" y="732138"/>
                  </a:lnTo>
                  <a:close/>
                  <a:moveTo>
                    <a:pt x="1240570" y="652711"/>
                  </a:moveTo>
                  <a:lnTo>
                    <a:pt x="1414407" y="652711"/>
                  </a:lnTo>
                  <a:lnTo>
                    <a:pt x="1414407" y="732138"/>
                  </a:lnTo>
                  <a:lnTo>
                    <a:pt x="1240570" y="732138"/>
                  </a:lnTo>
                  <a:close/>
                  <a:moveTo>
                    <a:pt x="809024" y="652711"/>
                  </a:moveTo>
                  <a:lnTo>
                    <a:pt x="982862" y="652711"/>
                  </a:lnTo>
                  <a:lnTo>
                    <a:pt x="982862" y="732138"/>
                  </a:lnTo>
                  <a:lnTo>
                    <a:pt x="809024" y="732138"/>
                  </a:lnTo>
                  <a:close/>
                  <a:moveTo>
                    <a:pt x="377555" y="652711"/>
                  </a:moveTo>
                  <a:lnTo>
                    <a:pt x="551394" y="652711"/>
                  </a:lnTo>
                  <a:lnTo>
                    <a:pt x="551394" y="732138"/>
                  </a:lnTo>
                  <a:lnTo>
                    <a:pt x="377555" y="732138"/>
                  </a:lnTo>
                  <a:close/>
                  <a:moveTo>
                    <a:pt x="0" y="652711"/>
                  </a:moveTo>
                  <a:lnTo>
                    <a:pt x="89883" y="652711"/>
                  </a:lnTo>
                  <a:lnTo>
                    <a:pt x="89883" y="732138"/>
                  </a:lnTo>
                  <a:lnTo>
                    <a:pt x="0" y="732138"/>
                  </a:lnTo>
                  <a:close/>
                  <a:moveTo>
                    <a:pt x="7865545" y="522121"/>
                  </a:moveTo>
                  <a:lnTo>
                    <a:pt x="7955427" y="522121"/>
                  </a:lnTo>
                  <a:lnTo>
                    <a:pt x="7955427" y="601548"/>
                  </a:lnTo>
                  <a:lnTo>
                    <a:pt x="7865545" y="601548"/>
                  </a:lnTo>
                  <a:close/>
                  <a:moveTo>
                    <a:pt x="7404037" y="522121"/>
                  </a:moveTo>
                  <a:lnTo>
                    <a:pt x="7577874" y="522121"/>
                  </a:lnTo>
                  <a:lnTo>
                    <a:pt x="7577874" y="601548"/>
                  </a:lnTo>
                  <a:lnTo>
                    <a:pt x="7404037" y="601548"/>
                  </a:lnTo>
                  <a:close/>
                  <a:moveTo>
                    <a:pt x="6972569" y="522121"/>
                  </a:moveTo>
                  <a:lnTo>
                    <a:pt x="7146406" y="522121"/>
                  </a:lnTo>
                  <a:lnTo>
                    <a:pt x="7146406" y="601548"/>
                  </a:lnTo>
                  <a:lnTo>
                    <a:pt x="6972569" y="601548"/>
                  </a:lnTo>
                  <a:close/>
                  <a:moveTo>
                    <a:pt x="6541020" y="522121"/>
                  </a:moveTo>
                  <a:lnTo>
                    <a:pt x="6714857" y="522121"/>
                  </a:lnTo>
                  <a:lnTo>
                    <a:pt x="6714857" y="601548"/>
                  </a:lnTo>
                  <a:lnTo>
                    <a:pt x="6541020" y="601548"/>
                  </a:lnTo>
                  <a:close/>
                  <a:moveTo>
                    <a:pt x="6103545" y="522121"/>
                  </a:moveTo>
                  <a:lnTo>
                    <a:pt x="6277302" y="522121"/>
                  </a:lnTo>
                  <a:lnTo>
                    <a:pt x="6277302" y="601548"/>
                  </a:lnTo>
                  <a:lnTo>
                    <a:pt x="6103545" y="601548"/>
                  </a:lnTo>
                  <a:close/>
                  <a:moveTo>
                    <a:pt x="5761961" y="522121"/>
                  </a:moveTo>
                  <a:lnTo>
                    <a:pt x="5851843" y="522121"/>
                  </a:lnTo>
                  <a:lnTo>
                    <a:pt x="5851843" y="601548"/>
                  </a:lnTo>
                  <a:lnTo>
                    <a:pt x="5761961" y="601548"/>
                  </a:lnTo>
                  <a:close/>
                  <a:moveTo>
                    <a:pt x="2103584" y="522121"/>
                  </a:moveTo>
                  <a:lnTo>
                    <a:pt x="2193466" y="522121"/>
                  </a:lnTo>
                  <a:lnTo>
                    <a:pt x="2193466" y="601548"/>
                  </a:lnTo>
                  <a:lnTo>
                    <a:pt x="2103584" y="601548"/>
                  </a:lnTo>
                  <a:close/>
                  <a:moveTo>
                    <a:pt x="1678126" y="522121"/>
                  </a:moveTo>
                  <a:lnTo>
                    <a:pt x="1851883" y="522121"/>
                  </a:lnTo>
                  <a:lnTo>
                    <a:pt x="1851883" y="601548"/>
                  </a:lnTo>
                  <a:lnTo>
                    <a:pt x="1678126" y="601548"/>
                  </a:lnTo>
                  <a:close/>
                  <a:moveTo>
                    <a:pt x="1240570" y="522121"/>
                  </a:moveTo>
                  <a:lnTo>
                    <a:pt x="1414407" y="522121"/>
                  </a:lnTo>
                  <a:lnTo>
                    <a:pt x="1414407" y="601548"/>
                  </a:lnTo>
                  <a:lnTo>
                    <a:pt x="1240570" y="601548"/>
                  </a:lnTo>
                  <a:close/>
                  <a:moveTo>
                    <a:pt x="809024" y="522121"/>
                  </a:moveTo>
                  <a:lnTo>
                    <a:pt x="982862" y="522121"/>
                  </a:lnTo>
                  <a:lnTo>
                    <a:pt x="982862" y="601548"/>
                  </a:lnTo>
                  <a:lnTo>
                    <a:pt x="809024" y="601548"/>
                  </a:lnTo>
                  <a:close/>
                  <a:moveTo>
                    <a:pt x="377555" y="522121"/>
                  </a:moveTo>
                  <a:lnTo>
                    <a:pt x="551394" y="522121"/>
                  </a:lnTo>
                  <a:lnTo>
                    <a:pt x="551394" y="601548"/>
                  </a:lnTo>
                  <a:lnTo>
                    <a:pt x="377555" y="601548"/>
                  </a:lnTo>
                  <a:close/>
                  <a:moveTo>
                    <a:pt x="0" y="522121"/>
                  </a:moveTo>
                  <a:lnTo>
                    <a:pt x="89883" y="522121"/>
                  </a:lnTo>
                  <a:lnTo>
                    <a:pt x="89883" y="601548"/>
                  </a:lnTo>
                  <a:lnTo>
                    <a:pt x="0" y="601548"/>
                  </a:lnTo>
                  <a:close/>
                  <a:moveTo>
                    <a:pt x="7865545" y="391529"/>
                  </a:moveTo>
                  <a:lnTo>
                    <a:pt x="7955427" y="391529"/>
                  </a:lnTo>
                  <a:lnTo>
                    <a:pt x="7955427" y="470956"/>
                  </a:lnTo>
                  <a:lnTo>
                    <a:pt x="7865545" y="470956"/>
                  </a:lnTo>
                  <a:close/>
                  <a:moveTo>
                    <a:pt x="7404037" y="391529"/>
                  </a:moveTo>
                  <a:lnTo>
                    <a:pt x="7577874" y="391529"/>
                  </a:lnTo>
                  <a:lnTo>
                    <a:pt x="7577874" y="470956"/>
                  </a:lnTo>
                  <a:lnTo>
                    <a:pt x="7404037" y="470956"/>
                  </a:lnTo>
                  <a:close/>
                  <a:moveTo>
                    <a:pt x="6972569" y="391529"/>
                  </a:moveTo>
                  <a:lnTo>
                    <a:pt x="7146406" y="391529"/>
                  </a:lnTo>
                  <a:lnTo>
                    <a:pt x="7146406" y="470956"/>
                  </a:lnTo>
                  <a:lnTo>
                    <a:pt x="6972569" y="470956"/>
                  </a:lnTo>
                  <a:close/>
                  <a:moveTo>
                    <a:pt x="6541020" y="391529"/>
                  </a:moveTo>
                  <a:lnTo>
                    <a:pt x="6714857" y="391529"/>
                  </a:lnTo>
                  <a:lnTo>
                    <a:pt x="6714857" y="470956"/>
                  </a:lnTo>
                  <a:lnTo>
                    <a:pt x="6541020" y="470956"/>
                  </a:lnTo>
                  <a:close/>
                  <a:moveTo>
                    <a:pt x="6103545" y="391529"/>
                  </a:moveTo>
                  <a:lnTo>
                    <a:pt x="6277302" y="391529"/>
                  </a:lnTo>
                  <a:lnTo>
                    <a:pt x="6277302" y="470956"/>
                  </a:lnTo>
                  <a:lnTo>
                    <a:pt x="6103545" y="470956"/>
                  </a:lnTo>
                  <a:close/>
                  <a:moveTo>
                    <a:pt x="5761961" y="391529"/>
                  </a:moveTo>
                  <a:lnTo>
                    <a:pt x="5851843" y="391529"/>
                  </a:lnTo>
                  <a:lnTo>
                    <a:pt x="5851843" y="470956"/>
                  </a:lnTo>
                  <a:lnTo>
                    <a:pt x="5761961" y="470956"/>
                  </a:lnTo>
                  <a:close/>
                  <a:moveTo>
                    <a:pt x="2103584" y="391529"/>
                  </a:moveTo>
                  <a:lnTo>
                    <a:pt x="2193466" y="391529"/>
                  </a:lnTo>
                  <a:lnTo>
                    <a:pt x="2193466" y="470956"/>
                  </a:lnTo>
                  <a:lnTo>
                    <a:pt x="2103584" y="470956"/>
                  </a:lnTo>
                  <a:close/>
                  <a:moveTo>
                    <a:pt x="1678126" y="391529"/>
                  </a:moveTo>
                  <a:lnTo>
                    <a:pt x="1851883" y="391529"/>
                  </a:lnTo>
                  <a:lnTo>
                    <a:pt x="1851883" y="470956"/>
                  </a:lnTo>
                  <a:lnTo>
                    <a:pt x="1678126" y="470956"/>
                  </a:lnTo>
                  <a:close/>
                  <a:moveTo>
                    <a:pt x="1240570" y="391529"/>
                  </a:moveTo>
                  <a:lnTo>
                    <a:pt x="1414407" y="391529"/>
                  </a:lnTo>
                  <a:lnTo>
                    <a:pt x="1414407" y="470956"/>
                  </a:lnTo>
                  <a:lnTo>
                    <a:pt x="1240570" y="470956"/>
                  </a:lnTo>
                  <a:close/>
                  <a:moveTo>
                    <a:pt x="809024" y="391529"/>
                  </a:moveTo>
                  <a:lnTo>
                    <a:pt x="982862" y="391529"/>
                  </a:lnTo>
                  <a:lnTo>
                    <a:pt x="982862" y="470956"/>
                  </a:lnTo>
                  <a:lnTo>
                    <a:pt x="809024" y="470956"/>
                  </a:lnTo>
                  <a:close/>
                  <a:moveTo>
                    <a:pt x="377555" y="391529"/>
                  </a:moveTo>
                  <a:lnTo>
                    <a:pt x="551394" y="391529"/>
                  </a:lnTo>
                  <a:lnTo>
                    <a:pt x="551394" y="470956"/>
                  </a:lnTo>
                  <a:lnTo>
                    <a:pt x="377555" y="470956"/>
                  </a:lnTo>
                  <a:close/>
                  <a:moveTo>
                    <a:pt x="0" y="391529"/>
                  </a:moveTo>
                  <a:lnTo>
                    <a:pt x="89883" y="391529"/>
                  </a:lnTo>
                  <a:lnTo>
                    <a:pt x="89883" y="470956"/>
                  </a:lnTo>
                  <a:lnTo>
                    <a:pt x="0" y="470956"/>
                  </a:lnTo>
                  <a:close/>
                  <a:moveTo>
                    <a:pt x="7865545" y="261182"/>
                  </a:moveTo>
                  <a:lnTo>
                    <a:pt x="7955427" y="261182"/>
                  </a:lnTo>
                  <a:lnTo>
                    <a:pt x="7955427" y="340609"/>
                  </a:lnTo>
                  <a:lnTo>
                    <a:pt x="7865545" y="340609"/>
                  </a:lnTo>
                  <a:close/>
                  <a:moveTo>
                    <a:pt x="7404037" y="261182"/>
                  </a:moveTo>
                  <a:lnTo>
                    <a:pt x="7577874" y="261182"/>
                  </a:lnTo>
                  <a:lnTo>
                    <a:pt x="7577874" y="340609"/>
                  </a:lnTo>
                  <a:lnTo>
                    <a:pt x="7404037" y="340609"/>
                  </a:lnTo>
                  <a:close/>
                  <a:moveTo>
                    <a:pt x="6972569" y="261182"/>
                  </a:moveTo>
                  <a:lnTo>
                    <a:pt x="7146406" y="261182"/>
                  </a:lnTo>
                  <a:lnTo>
                    <a:pt x="7146406" y="340609"/>
                  </a:lnTo>
                  <a:lnTo>
                    <a:pt x="6972569" y="340609"/>
                  </a:lnTo>
                  <a:close/>
                  <a:moveTo>
                    <a:pt x="6541020" y="261182"/>
                  </a:moveTo>
                  <a:lnTo>
                    <a:pt x="6714857" y="261182"/>
                  </a:lnTo>
                  <a:lnTo>
                    <a:pt x="6714857" y="340609"/>
                  </a:lnTo>
                  <a:lnTo>
                    <a:pt x="6541020" y="340609"/>
                  </a:lnTo>
                  <a:close/>
                  <a:moveTo>
                    <a:pt x="6103545" y="261182"/>
                  </a:moveTo>
                  <a:lnTo>
                    <a:pt x="6277302" y="261182"/>
                  </a:lnTo>
                  <a:lnTo>
                    <a:pt x="6277302" y="340609"/>
                  </a:lnTo>
                  <a:lnTo>
                    <a:pt x="6103545" y="340609"/>
                  </a:lnTo>
                  <a:close/>
                  <a:moveTo>
                    <a:pt x="5761961" y="261182"/>
                  </a:moveTo>
                  <a:lnTo>
                    <a:pt x="5851843" y="261182"/>
                  </a:lnTo>
                  <a:lnTo>
                    <a:pt x="5851843" y="340609"/>
                  </a:lnTo>
                  <a:lnTo>
                    <a:pt x="5761961" y="340609"/>
                  </a:lnTo>
                  <a:close/>
                  <a:moveTo>
                    <a:pt x="2103584" y="261182"/>
                  </a:moveTo>
                  <a:lnTo>
                    <a:pt x="2193466" y="261182"/>
                  </a:lnTo>
                  <a:lnTo>
                    <a:pt x="2193466" y="340609"/>
                  </a:lnTo>
                  <a:lnTo>
                    <a:pt x="2103584" y="340609"/>
                  </a:lnTo>
                  <a:close/>
                  <a:moveTo>
                    <a:pt x="1678126" y="261182"/>
                  </a:moveTo>
                  <a:lnTo>
                    <a:pt x="1851883" y="261182"/>
                  </a:lnTo>
                  <a:lnTo>
                    <a:pt x="1851883" y="340609"/>
                  </a:lnTo>
                  <a:lnTo>
                    <a:pt x="1678126" y="340609"/>
                  </a:lnTo>
                  <a:close/>
                  <a:moveTo>
                    <a:pt x="1240570" y="261182"/>
                  </a:moveTo>
                  <a:lnTo>
                    <a:pt x="1414407" y="261182"/>
                  </a:lnTo>
                  <a:lnTo>
                    <a:pt x="1414407" y="340609"/>
                  </a:lnTo>
                  <a:lnTo>
                    <a:pt x="1240570" y="340609"/>
                  </a:lnTo>
                  <a:close/>
                  <a:moveTo>
                    <a:pt x="809024" y="261182"/>
                  </a:moveTo>
                  <a:lnTo>
                    <a:pt x="982862" y="261182"/>
                  </a:lnTo>
                  <a:lnTo>
                    <a:pt x="982862" y="340609"/>
                  </a:lnTo>
                  <a:lnTo>
                    <a:pt x="809024" y="340609"/>
                  </a:lnTo>
                  <a:close/>
                  <a:moveTo>
                    <a:pt x="377555" y="261182"/>
                  </a:moveTo>
                  <a:lnTo>
                    <a:pt x="551394" y="261182"/>
                  </a:lnTo>
                  <a:lnTo>
                    <a:pt x="551394" y="340609"/>
                  </a:lnTo>
                  <a:lnTo>
                    <a:pt x="377555" y="340609"/>
                  </a:lnTo>
                  <a:close/>
                  <a:moveTo>
                    <a:pt x="0" y="261182"/>
                  </a:moveTo>
                  <a:lnTo>
                    <a:pt x="89883" y="261182"/>
                  </a:lnTo>
                  <a:lnTo>
                    <a:pt x="89883" y="340609"/>
                  </a:lnTo>
                  <a:lnTo>
                    <a:pt x="0" y="340609"/>
                  </a:lnTo>
                  <a:close/>
                  <a:moveTo>
                    <a:pt x="7865545" y="130591"/>
                  </a:moveTo>
                  <a:lnTo>
                    <a:pt x="7955427" y="130591"/>
                  </a:lnTo>
                  <a:lnTo>
                    <a:pt x="7955427" y="210018"/>
                  </a:lnTo>
                  <a:lnTo>
                    <a:pt x="7865545" y="210018"/>
                  </a:lnTo>
                  <a:close/>
                  <a:moveTo>
                    <a:pt x="7404037" y="130591"/>
                  </a:moveTo>
                  <a:lnTo>
                    <a:pt x="7577874" y="130591"/>
                  </a:lnTo>
                  <a:lnTo>
                    <a:pt x="7577874" y="210018"/>
                  </a:lnTo>
                  <a:lnTo>
                    <a:pt x="7404037" y="210018"/>
                  </a:lnTo>
                  <a:close/>
                  <a:moveTo>
                    <a:pt x="6972569" y="130591"/>
                  </a:moveTo>
                  <a:lnTo>
                    <a:pt x="7146406" y="130591"/>
                  </a:lnTo>
                  <a:lnTo>
                    <a:pt x="7146406" y="210018"/>
                  </a:lnTo>
                  <a:lnTo>
                    <a:pt x="6972569" y="210018"/>
                  </a:lnTo>
                  <a:close/>
                  <a:moveTo>
                    <a:pt x="6541020" y="130591"/>
                  </a:moveTo>
                  <a:lnTo>
                    <a:pt x="6714857" y="130591"/>
                  </a:lnTo>
                  <a:lnTo>
                    <a:pt x="6714857" y="210018"/>
                  </a:lnTo>
                  <a:lnTo>
                    <a:pt x="6541020" y="210018"/>
                  </a:lnTo>
                  <a:close/>
                  <a:moveTo>
                    <a:pt x="6103545" y="130591"/>
                  </a:moveTo>
                  <a:lnTo>
                    <a:pt x="6277302" y="130591"/>
                  </a:lnTo>
                  <a:lnTo>
                    <a:pt x="6277302" y="210018"/>
                  </a:lnTo>
                  <a:lnTo>
                    <a:pt x="6103545" y="210018"/>
                  </a:lnTo>
                  <a:close/>
                  <a:moveTo>
                    <a:pt x="5761961" y="130591"/>
                  </a:moveTo>
                  <a:lnTo>
                    <a:pt x="5851843" y="130591"/>
                  </a:lnTo>
                  <a:lnTo>
                    <a:pt x="5851843" y="210018"/>
                  </a:lnTo>
                  <a:lnTo>
                    <a:pt x="5761961" y="210018"/>
                  </a:lnTo>
                  <a:close/>
                  <a:moveTo>
                    <a:pt x="2103584" y="130591"/>
                  </a:moveTo>
                  <a:lnTo>
                    <a:pt x="2193466" y="130591"/>
                  </a:lnTo>
                  <a:lnTo>
                    <a:pt x="2193466" y="210018"/>
                  </a:lnTo>
                  <a:lnTo>
                    <a:pt x="2103584" y="210018"/>
                  </a:lnTo>
                  <a:close/>
                  <a:moveTo>
                    <a:pt x="1678126" y="130591"/>
                  </a:moveTo>
                  <a:lnTo>
                    <a:pt x="1851883" y="130591"/>
                  </a:lnTo>
                  <a:lnTo>
                    <a:pt x="1851883" y="210018"/>
                  </a:lnTo>
                  <a:lnTo>
                    <a:pt x="1678126" y="210018"/>
                  </a:lnTo>
                  <a:close/>
                  <a:moveTo>
                    <a:pt x="1240570" y="130591"/>
                  </a:moveTo>
                  <a:lnTo>
                    <a:pt x="1414407" y="130591"/>
                  </a:lnTo>
                  <a:lnTo>
                    <a:pt x="1414407" y="210018"/>
                  </a:lnTo>
                  <a:lnTo>
                    <a:pt x="1240570" y="210018"/>
                  </a:lnTo>
                  <a:close/>
                  <a:moveTo>
                    <a:pt x="809024" y="130591"/>
                  </a:moveTo>
                  <a:lnTo>
                    <a:pt x="982862" y="130591"/>
                  </a:lnTo>
                  <a:lnTo>
                    <a:pt x="982862" y="210018"/>
                  </a:lnTo>
                  <a:lnTo>
                    <a:pt x="809024" y="210018"/>
                  </a:lnTo>
                  <a:close/>
                  <a:moveTo>
                    <a:pt x="377555" y="130591"/>
                  </a:moveTo>
                  <a:lnTo>
                    <a:pt x="551394" y="130591"/>
                  </a:lnTo>
                  <a:lnTo>
                    <a:pt x="551394" y="210018"/>
                  </a:lnTo>
                  <a:lnTo>
                    <a:pt x="377555" y="210018"/>
                  </a:lnTo>
                  <a:close/>
                  <a:moveTo>
                    <a:pt x="0" y="130591"/>
                  </a:moveTo>
                  <a:lnTo>
                    <a:pt x="89883" y="130591"/>
                  </a:lnTo>
                  <a:lnTo>
                    <a:pt x="89883" y="210018"/>
                  </a:lnTo>
                  <a:lnTo>
                    <a:pt x="0" y="210018"/>
                  </a:lnTo>
                  <a:close/>
                  <a:moveTo>
                    <a:pt x="7865545" y="0"/>
                  </a:moveTo>
                  <a:lnTo>
                    <a:pt x="7955427" y="0"/>
                  </a:lnTo>
                  <a:lnTo>
                    <a:pt x="7955427" y="79427"/>
                  </a:lnTo>
                  <a:lnTo>
                    <a:pt x="7865545" y="79427"/>
                  </a:lnTo>
                  <a:close/>
                  <a:moveTo>
                    <a:pt x="7404037" y="0"/>
                  </a:moveTo>
                  <a:lnTo>
                    <a:pt x="7577874" y="0"/>
                  </a:lnTo>
                  <a:lnTo>
                    <a:pt x="7577874" y="79427"/>
                  </a:lnTo>
                  <a:lnTo>
                    <a:pt x="7404037" y="79427"/>
                  </a:lnTo>
                  <a:close/>
                  <a:moveTo>
                    <a:pt x="6972569" y="0"/>
                  </a:moveTo>
                  <a:lnTo>
                    <a:pt x="7146406" y="0"/>
                  </a:lnTo>
                  <a:lnTo>
                    <a:pt x="7146406" y="79427"/>
                  </a:lnTo>
                  <a:lnTo>
                    <a:pt x="6972569" y="79427"/>
                  </a:lnTo>
                  <a:close/>
                  <a:moveTo>
                    <a:pt x="6541020" y="0"/>
                  </a:moveTo>
                  <a:lnTo>
                    <a:pt x="6714857" y="0"/>
                  </a:lnTo>
                  <a:lnTo>
                    <a:pt x="6714857" y="79427"/>
                  </a:lnTo>
                  <a:lnTo>
                    <a:pt x="6541020" y="79427"/>
                  </a:lnTo>
                  <a:close/>
                  <a:moveTo>
                    <a:pt x="6103545" y="0"/>
                  </a:moveTo>
                  <a:lnTo>
                    <a:pt x="6277302" y="0"/>
                  </a:lnTo>
                  <a:lnTo>
                    <a:pt x="6277302" y="79427"/>
                  </a:lnTo>
                  <a:lnTo>
                    <a:pt x="6103545" y="79427"/>
                  </a:lnTo>
                  <a:close/>
                  <a:moveTo>
                    <a:pt x="5761961" y="0"/>
                  </a:moveTo>
                  <a:lnTo>
                    <a:pt x="5851843" y="0"/>
                  </a:lnTo>
                  <a:lnTo>
                    <a:pt x="5851843" y="79427"/>
                  </a:lnTo>
                  <a:lnTo>
                    <a:pt x="5761961" y="79427"/>
                  </a:lnTo>
                  <a:close/>
                  <a:moveTo>
                    <a:pt x="2103584" y="0"/>
                  </a:moveTo>
                  <a:lnTo>
                    <a:pt x="2193466" y="0"/>
                  </a:lnTo>
                  <a:lnTo>
                    <a:pt x="2193466" y="79427"/>
                  </a:lnTo>
                  <a:lnTo>
                    <a:pt x="2103584" y="79427"/>
                  </a:lnTo>
                  <a:close/>
                  <a:moveTo>
                    <a:pt x="1678126" y="0"/>
                  </a:moveTo>
                  <a:lnTo>
                    <a:pt x="1851883" y="0"/>
                  </a:lnTo>
                  <a:lnTo>
                    <a:pt x="1851883" y="79427"/>
                  </a:lnTo>
                  <a:lnTo>
                    <a:pt x="1678126" y="79427"/>
                  </a:lnTo>
                  <a:close/>
                  <a:moveTo>
                    <a:pt x="1240570" y="0"/>
                  </a:moveTo>
                  <a:lnTo>
                    <a:pt x="1414407" y="0"/>
                  </a:lnTo>
                  <a:lnTo>
                    <a:pt x="1414407" y="79427"/>
                  </a:lnTo>
                  <a:lnTo>
                    <a:pt x="1240570" y="79427"/>
                  </a:lnTo>
                  <a:close/>
                  <a:moveTo>
                    <a:pt x="809024" y="0"/>
                  </a:moveTo>
                  <a:lnTo>
                    <a:pt x="982862" y="0"/>
                  </a:lnTo>
                  <a:lnTo>
                    <a:pt x="982862" y="79427"/>
                  </a:lnTo>
                  <a:lnTo>
                    <a:pt x="809024" y="79427"/>
                  </a:lnTo>
                  <a:close/>
                  <a:moveTo>
                    <a:pt x="377555" y="0"/>
                  </a:moveTo>
                  <a:lnTo>
                    <a:pt x="551394" y="0"/>
                  </a:lnTo>
                  <a:lnTo>
                    <a:pt x="551394" y="79427"/>
                  </a:lnTo>
                  <a:lnTo>
                    <a:pt x="377555" y="79427"/>
                  </a:lnTo>
                  <a:close/>
                  <a:moveTo>
                    <a:pt x="0" y="0"/>
                  </a:moveTo>
                  <a:lnTo>
                    <a:pt x="89883" y="0"/>
                  </a:lnTo>
                  <a:lnTo>
                    <a:pt x="89883" y="79427"/>
                  </a:lnTo>
                  <a:lnTo>
                    <a:pt x="0" y="79427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 w="151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  <p:cxnSp>
        <p:nvCxnSpPr>
          <p:cNvPr id="478" name="Straight Connector 1_1"/>
          <p:cNvCxnSpPr/>
          <p:nvPr/>
        </p:nvCxnSpPr>
        <p:spPr>
          <a:xfrm>
            <a:off x="11479237" y="863157"/>
            <a:ext cx="389475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1_1"/>
          <p:cNvCxnSpPr/>
          <p:nvPr userDrawn="1"/>
        </p:nvCxnSpPr>
        <p:spPr>
          <a:xfrm>
            <a:off x="11479237" y="863157"/>
            <a:ext cx="389475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 hasCustomPrompt="1"/>
          </p:nvPr>
        </p:nvSpPr>
        <p:spPr>
          <a:xfrm>
            <a:off x="749863" y="209593"/>
            <a:ext cx="8643848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6" name="文本框 5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87" name="直接连接符 86"/>
          <p:cNvCxnSpPr/>
          <p:nvPr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/>
          <p:cNvGrpSpPr/>
          <p:nvPr userDrawn="1"/>
        </p:nvGrpSpPr>
        <p:grpSpPr>
          <a:xfrm>
            <a:off x="0" y="251725"/>
            <a:ext cx="709461" cy="438956"/>
            <a:chOff x="0" y="253622"/>
            <a:chExt cx="709461" cy="438956"/>
          </a:xfrm>
        </p:grpSpPr>
        <p:sp>
          <p:nvSpPr>
            <p:cNvPr id="233" name="任意多边形: 形状 232"/>
            <p:cNvSpPr/>
            <p:nvPr/>
          </p:nvSpPr>
          <p:spPr>
            <a:xfrm rot="16200000">
              <a:off x="166786" y="86836"/>
              <a:ext cx="375890" cy="709461"/>
            </a:xfrm>
            <a:custGeom>
              <a:avLst/>
              <a:gdLst>
                <a:gd name="connsiteX0" fmla="*/ 375890 w 375890"/>
                <a:gd name="connsiteY0" fmla="*/ 709461 h 709461"/>
                <a:gd name="connsiteX1" fmla="*/ 0 w 375890"/>
                <a:gd name="connsiteY1" fmla="*/ 709461 h 709461"/>
                <a:gd name="connsiteX2" fmla="*/ 15790 w 375890"/>
                <a:gd name="connsiteY2" fmla="*/ 0 h 709461"/>
                <a:gd name="connsiteX3" fmla="*/ 360100 w 375890"/>
                <a:gd name="connsiteY3" fmla="*/ 0 h 709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890" h="709461">
                  <a:moveTo>
                    <a:pt x="375890" y="709461"/>
                  </a:moveTo>
                  <a:lnTo>
                    <a:pt x="0" y="709461"/>
                  </a:lnTo>
                  <a:lnTo>
                    <a:pt x="15790" y="0"/>
                  </a:lnTo>
                  <a:lnTo>
                    <a:pt x="360100" y="0"/>
                  </a:lnTo>
                  <a:close/>
                </a:path>
              </a:pathLst>
            </a:cu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36" name="任意多边形: 形状 235"/>
            <p:cNvSpPr/>
            <p:nvPr/>
          </p:nvSpPr>
          <p:spPr>
            <a:xfrm rot="16200000">
              <a:off x="167124" y="246541"/>
              <a:ext cx="267255" cy="601501"/>
            </a:xfrm>
            <a:custGeom>
              <a:avLst/>
              <a:gdLst>
                <a:gd name="connsiteX0" fmla="*/ 267255 w 267255"/>
                <a:gd name="connsiteY0" fmla="*/ 601501 h 601501"/>
                <a:gd name="connsiteX1" fmla="*/ 0 w 267255"/>
                <a:gd name="connsiteY1" fmla="*/ 601501 h 601501"/>
                <a:gd name="connsiteX2" fmla="*/ 10982 w 267255"/>
                <a:gd name="connsiteY2" fmla="*/ 0 h 601501"/>
                <a:gd name="connsiteX3" fmla="*/ 256273 w 267255"/>
                <a:gd name="connsiteY3" fmla="*/ 0 h 601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255" h="601501">
                  <a:moveTo>
                    <a:pt x="267255" y="601501"/>
                  </a:moveTo>
                  <a:lnTo>
                    <a:pt x="0" y="601501"/>
                  </a:lnTo>
                  <a:lnTo>
                    <a:pt x="10982" y="0"/>
                  </a:lnTo>
                  <a:lnTo>
                    <a:pt x="256273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235" name="任意多边形: 形状 234"/>
            <p:cNvSpPr/>
            <p:nvPr/>
          </p:nvSpPr>
          <p:spPr>
            <a:xfrm rot="16200000">
              <a:off x="159256" y="266068"/>
              <a:ext cx="267255" cy="585765"/>
            </a:xfrm>
            <a:custGeom>
              <a:avLst/>
              <a:gdLst>
                <a:gd name="connsiteX0" fmla="*/ 267255 w 267255"/>
                <a:gd name="connsiteY0" fmla="*/ 585765 h 585765"/>
                <a:gd name="connsiteX1" fmla="*/ 0 w 267255"/>
                <a:gd name="connsiteY1" fmla="*/ 585765 h 585765"/>
                <a:gd name="connsiteX2" fmla="*/ 10695 w 267255"/>
                <a:gd name="connsiteY2" fmla="*/ 0 h 585765"/>
                <a:gd name="connsiteX3" fmla="*/ 256560 w 267255"/>
                <a:gd name="connsiteY3" fmla="*/ 0 h 585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255" h="585765">
                  <a:moveTo>
                    <a:pt x="267255" y="585765"/>
                  </a:moveTo>
                  <a:lnTo>
                    <a:pt x="0" y="585765"/>
                  </a:lnTo>
                  <a:lnTo>
                    <a:pt x="10695" y="0"/>
                  </a:lnTo>
                  <a:lnTo>
                    <a:pt x="256560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accent5"/>
                </a:gs>
                <a:gs pos="0">
                  <a:schemeClr val="accent5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142" name="组合 141"/>
          <p:cNvGrpSpPr/>
          <p:nvPr/>
        </p:nvGrpSpPr>
        <p:grpSpPr>
          <a:xfrm>
            <a:off x="571944" y="6369324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43" name="组合 14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250" name="任意多边形: 形状 249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51" name="任意多边形: 形状 250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44" name="组合 14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247" name="任意多边形: 形状 246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8" name="任意多边形: 形状 247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9" name="任意多边形: 形状 248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45" name="任意多边形: 形状 14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46" name="任意多边形: 形状 14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47" name="组合 14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244" name="任意多边形: 形状 243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5" name="任意多边形: 形状 244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6" name="任意多边形: 形状 245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48" name="组合 14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242" name="任意多边形: 形状 241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3" name="任意多边形: 形状 242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49" name="组合 14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240" name="任意多边形: 形状 239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41" name="任意多边形: 形状 240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234" name="组合 233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237" name="任意多边形: 形状 236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8" name="任意多边形: 形状 237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39" name="任意多边形: 形状 238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50" name="组合 149"/>
          <p:cNvGrpSpPr>
            <a:grpSpLocks noChangeAspect="1"/>
          </p:cNvGrpSpPr>
          <p:nvPr/>
        </p:nvGrpSpPr>
        <p:grpSpPr>
          <a:xfrm>
            <a:off x="11282400" y="249803"/>
            <a:ext cx="442800" cy="442800"/>
            <a:chOff x="2216986" y="864164"/>
            <a:chExt cx="5847244" cy="5847244"/>
          </a:xfrm>
        </p:grpSpPr>
        <p:sp>
          <p:nvSpPr>
            <p:cNvPr id="151" name="任意多边形: 形状 150"/>
            <p:cNvSpPr/>
            <p:nvPr/>
          </p:nvSpPr>
          <p:spPr>
            <a:xfrm>
              <a:off x="2953301" y="1600488"/>
              <a:ext cx="4374605" cy="4374605"/>
            </a:xfrm>
            <a:custGeom>
              <a:avLst/>
              <a:gdLst>
                <a:gd name="connsiteX0" fmla="*/ -365 w 404050"/>
                <a:gd name="connsiteY0" fmla="*/ 201889 h 404050"/>
                <a:gd name="connsiteX1" fmla="*/ 201660 w 404050"/>
                <a:gd name="connsiteY1" fmla="*/ -136 h 404050"/>
                <a:gd name="connsiteX2" fmla="*/ 403685 w 404050"/>
                <a:gd name="connsiteY2" fmla="*/ 201889 h 404050"/>
                <a:gd name="connsiteX3" fmla="*/ 201660 w 404050"/>
                <a:gd name="connsiteY3" fmla="*/ 403914 h 404050"/>
                <a:gd name="connsiteX4" fmla="*/ -365 w 404050"/>
                <a:gd name="connsiteY4" fmla="*/ 201889 h 404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050" h="404050">
                  <a:moveTo>
                    <a:pt x="-365" y="201889"/>
                  </a:moveTo>
                  <a:cubicBezTo>
                    <a:pt x="-365" y="90314"/>
                    <a:pt x="90085" y="-136"/>
                    <a:pt x="201660" y="-136"/>
                  </a:cubicBezTo>
                  <a:cubicBezTo>
                    <a:pt x="313236" y="-136"/>
                    <a:pt x="403685" y="90314"/>
                    <a:pt x="403685" y="201889"/>
                  </a:cubicBezTo>
                  <a:cubicBezTo>
                    <a:pt x="403685" y="313465"/>
                    <a:pt x="313236" y="403914"/>
                    <a:pt x="201660" y="403914"/>
                  </a:cubicBezTo>
                  <a:cubicBezTo>
                    <a:pt x="90107" y="403862"/>
                    <a:pt x="-312" y="313443"/>
                    <a:pt x="-365" y="201889"/>
                  </a:cubicBezTo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2" name="任意多边形: 形状 151"/>
            <p:cNvSpPr/>
            <p:nvPr/>
          </p:nvSpPr>
          <p:spPr>
            <a:xfrm>
              <a:off x="4296171" y="5162025"/>
              <a:ext cx="1689209" cy="788797"/>
            </a:xfrm>
            <a:custGeom>
              <a:avLst/>
              <a:gdLst>
                <a:gd name="connsiteX0" fmla="*/ 884371 w 1689209"/>
                <a:gd name="connsiteY0" fmla="*/ 777495 h 788797"/>
                <a:gd name="connsiteX1" fmla="*/ 884308 w 1689209"/>
                <a:gd name="connsiteY1" fmla="*/ 777576 h 788797"/>
                <a:gd name="connsiteX2" fmla="*/ 881730 w 1689209"/>
                <a:gd name="connsiteY2" fmla="*/ 778607 h 788797"/>
                <a:gd name="connsiteX3" fmla="*/ 1398399 w 1689209"/>
                <a:gd name="connsiteY3" fmla="*/ 610508 h 788797"/>
                <a:gd name="connsiteX4" fmla="*/ 1409735 w 1689209"/>
                <a:gd name="connsiteY4" fmla="*/ 635258 h 788797"/>
                <a:gd name="connsiteX5" fmla="*/ 1398399 w 1689209"/>
                <a:gd name="connsiteY5" fmla="*/ 709509 h 788797"/>
                <a:gd name="connsiteX6" fmla="*/ 1391177 w 1689209"/>
                <a:gd name="connsiteY6" fmla="*/ 639383 h 788797"/>
                <a:gd name="connsiteX7" fmla="*/ 1398399 w 1689209"/>
                <a:gd name="connsiteY7" fmla="*/ 610508 h 788797"/>
                <a:gd name="connsiteX8" fmla="*/ 900298 w 1689209"/>
                <a:gd name="connsiteY8" fmla="*/ 610508 h 788797"/>
                <a:gd name="connsiteX9" fmla="*/ 912673 w 1689209"/>
                <a:gd name="connsiteY9" fmla="*/ 635258 h 788797"/>
                <a:gd name="connsiteX10" fmla="*/ 900298 w 1689209"/>
                <a:gd name="connsiteY10" fmla="*/ 709509 h 788797"/>
                <a:gd name="connsiteX11" fmla="*/ 893076 w 1689209"/>
                <a:gd name="connsiteY11" fmla="*/ 639383 h 788797"/>
                <a:gd name="connsiteX12" fmla="*/ 900298 w 1689209"/>
                <a:gd name="connsiteY12" fmla="*/ 610508 h 788797"/>
                <a:gd name="connsiteX13" fmla="*/ 1312802 w 1689209"/>
                <a:gd name="connsiteY13" fmla="*/ 607412 h 788797"/>
                <a:gd name="connsiteX14" fmla="*/ 1323120 w 1689209"/>
                <a:gd name="connsiteY14" fmla="*/ 635259 h 788797"/>
                <a:gd name="connsiteX15" fmla="*/ 1314860 w 1689209"/>
                <a:gd name="connsiteY15" fmla="*/ 708481 h 788797"/>
                <a:gd name="connsiteX16" fmla="*/ 1300427 w 1689209"/>
                <a:gd name="connsiteY16" fmla="*/ 638344 h 788797"/>
                <a:gd name="connsiteX17" fmla="*/ 1312802 w 1689209"/>
                <a:gd name="connsiteY17" fmla="*/ 607412 h 788797"/>
                <a:gd name="connsiteX18" fmla="*/ 818826 w 1689209"/>
                <a:gd name="connsiteY18" fmla="*/ 607412 h 788797"/>
                <a:gd name="connsiteX19" fmla="*/ 829144 w 1689209"/>
                <a:gd name="connsiteY19" fmla="*/ 635259 h 788797"/>
                <a:gd name="connsiteX20" fmla="*/ 819866 w 1689209"/>
                <a:gd name="connsiteY20" fmla="*/ 709510 h 788797"/>
                <a:gd name="connsiteX21" fmla="*/ 805422 w 1689209"/>
                <a:gd name="connsiteY21" fmla="*/ 638344 h 788797"/>
                <a:gd name="connsiteX22" fmla="*/ 818826 w 1689209"/>
                <a:gd name="connsiteY22" fmla="*/ 607412 h 788797"/>
                <a:gd name="connsiteX23" fmla="*/ 320211 w 1689209"/>
                <a:gd name="connsiteY23" fmla="*/ 606386 h 788797"/>
                <a:gd name="connsiteX24" fmla="*/ 327946 w 1689209"/>
                <a:gd name="connsiteY24" fmla="*/ 609480 h 788797"/>
                <a:gd name="connsiteX25" fmla="*/ 327946 w 1689209"/>
                <a:gd name="connsiteY25" fmla="*/ 705385 h 788797"/>
                <a:gd name="connsiteX26" fmla="*/ 310418 w 1689209"/>
                <a:gd name="connsiteY26" fmla="*/ 705385 h 788797"/>
                <a:gd name="connsiteX27" fmla="*/ 310418 w 1689209"/>
                <a:gd name="connsiteY27" fmla="*/ 608452 h 788797"/>
                <a:gd name="connsiteX28" fmla="*/ 312475 w 1689209"/>
                <a:gd name="connsiteY28" fmla="*/ 609480 h 788797"/>
                <a:gd name="connsiteX29" fmla="*/ 320211 w 1689209"/>
                <a:gd name="connsiteY29" fmla="*/ 606386 h 788797"/>
                <a:gd name="connsiteX30" fmla="*/ 397044 w 1689209"/>
                <a:gd name="connsiteY30" fmla="*/ 601229 h 788797"/>
                <a:gd name="connsiteX31" fmla="*/ 405294 w 1689209"/>
                <a:gd name="connsiteY31" fmla="*/ 635258 h 788797"/>
                <a:gd name="connsiteX32" fmla="*/ 397044 w 1689209"/>
                <a:gd name="connsiteY32" fmla="*/ 704356 h 788797"/>
                <a:gd name="connsiteX33" fmla="*/ 387765 w 1689209"/>
                <a:gd name="connsiteY33" fmla="*/ 635258 h 788797"/>
                <a:gd name="connsiteX34" fmla="*/ 397044 w 1689209"/>
                <a:gd name="connsiteY34" fmla="*/ 601229 h 788797"/>
                <a:gd name="connsiteX35" fmla="*/ 362834 w 1689209"/>
                <a:gd name="connsiteY35" fmla="*/ 586035 h 788797"/>
                <a:gd name="connsiteX36" fmla="*/ 369196 w 1689209"/>
                <a:gd name="connsiteY36" fmla="*/ 591951 h 788797"/>
                <a:gd name="connsiteX37" fmla="*/ 369196 w 1689209"/>
                <a:gd name="connsiteY37" fmla="*/ 711577 h 788797"/>
                <a:gd name="connsiteX38" fmla="*/ 348571 w 1689209"/>
                <a:gd name="connsiteY38" fmla="*/ 711577 h 788797"/>
                <a:gd name="connsiteX39" fmla="*/ 348571 w 1689209"/>
                <a:gd name="connsiteY39" fmla="*/ 595036 h 788797"/>
                <a:gd name="connsiteX40" fmla="*/ 348571 w 1689209"/>
                <a:gd name="connsiteY40" fmla="*/ 591951 h 788797"/>
                <a:gd name="connsiteX41" fmla="*/ 354158 w 1689209"/>
                <a:gd name="connsiteY41" fmla="*/ 586364 h 788797"/>
                <a:gd name="connsiteX42" fmla="*/ 362834 w 1689209"/>
                <a:gd name="connsiteY42" fmla="*/ 586035 h 788797"/>
                <a:gd name="connsiteX43" fmla="*/ 1360234 w 1689209"/>
                <a:gd name="connsiteY43" fmla="*/ 585758 h 788797"/>
                <a:gd name="connsiteX44" fmla="*/ 1371581 w 1689209"/>
                <a:gd name="connsiteY44" fmla="*/ 630105 h 788797"/>
                <a:gd name="connsiteX45" fmla="*/ 1359206 w 1689209"/>
                <a:gd name="connsiteY45" fmla="*/ 715692 h 788797"/>
                <a:gd name="connsiteX46" fmla="*/ 1346831 w 1689209"/>
                <a:gd name="connsiteY46" fmla="*/ 629066 h 788797"/>
                <a:gd name="connsiteX47" fmla="*/ 1360234 w 1689209"/>
                <a:gd name="connsiteY47" fmla="*/ 585758 h 788797"/>
                <a:gd name="connsiteX48" fmla="*/ 863173 w 1689209"/>
                <a:gd name="connsiteY48" fmla="*/ 585758 h 788797"/>
                <a:gd name="connsiteX49" fmla="*/ 873481 w 1689209"/>
                <a:gd name="connsiteY49" fmla="*/ 630105 h 788797"/>
                <a:gd name="connsiteX50" fmla="*/ 861105 w 1689209"/>
                <a:gd name="connsiteY50" fmla="*/ 715692 h 788797"/>
                <a:gd name="connsiteX51" fmla="*/ 848730 w 1689209"/>
                <a:gd name="connsiteY51" fmla="*/ 629066 h 788797"/>
                <a:gd name="connsiteX52" fmla="*/ 863173 w 1689209"/>
                <a:gd name="connsiteY52" fmla="*/ 585758 h 788797"/>
                <a:gd name="connsiteX53" fmla="*/ 651698 w 1689209"/>
                <a:gd name="connsiteY53" fmla="*/ 575844 h 788797"/>
                <a:gd name="connsiteX54" fmla="*/ 788738 w 1689209"/>
                <a:gd name="connsiteY54" fmla="*/ 678111 h 788797"/>
                <a:gd name="connsiteX55" fmla="*/ 797172 w 1689209"/>
                <a:gd name="connsiteY55" fmla="*/ 744567 h 788797"/>
                <a:gd name="connsiteX56" fmla="*/ 914731 w 1689209"/>
                <a:gd name="connsiteY56" fmla="*/ 744567 h 788797"/>
                <a:gd name="connsiteX57" fmla="*/ 959078 w 1689209"/>
                <a:gd name="connsiteY57" fmla="*/ 641440 h 788797"/>
                <a:gd name="connsiteX58" fmla="*/ 1084886 w 1689209"/>
                <a:gd name="connsiteY58" fmla="*/ 590911 h 788797"/>
                <a:gd name="connsiteX59" fmla="*/ 1260206 w 1689209"/>
                <a:gd name="connsiteY59" fmla="*/ 637315 h 788797"/>
                <a:gd name="connsiteX60" fmla="*/ 1294234 w 1689209"/>
                <a:gd name="connsiteY60" fmla="*/ 750760 h 788797"/>
                <a:gd name="connsiteX61" fmla="*/ 1412832 w 1689209"/>
                <a:gd name="connsiteY61" fmla="*/ 750760 h 788797"/>
                <a:gd name="connsiteX62" fmla="*/ 1480890 w 1689209"/>
                <a:gd name="connsiteY62" fmla="*/ 614633 h 788797"/>
                <a:gd name="connsiteX63" fmla="*/ 1603612 w 1689209"/>
                <a:gd name="connsiteY63" fmla="*/ 586786 h 788797"/>
                <a:gd name="connsiteX64" fmla="*/ 1603612 w 1689209"/>
                <a:gd name="connsiteY64" fmla="*/ 630105 h 788797"/>
                <a:gd name="connsiteX65" fmla="*/ 1481929 w 1689209"/>
                <a:gd name="connsiteY65" fmla="*/ 647633 h 788797"/>
                <a:gd name="connsiteX66" fmla="*/ 1431400 w 1689209"/>
                <a:gd name="connsiteY66" fmla="*/ 750760 h 788797"/>
                <a:gd name="connsiteX67" fmla="*/ 1426236 w 1689209"/>
                <a:gd name="connsiteY67" fmla="*/ 766231 h 788797"/>
                <a:gd name="connsiteX68" fmla="*/ 1362303 w 1689209"/>
                <a:gd name="connsiteY68" fmla="*/ 778607 h 788797"/>
                <a:gd name="connsiteX69" fmla="*/ 1363633 w 1689209"/>
                <a:gd name="connsiteY69" fmla="*/ 776539 h 788797"/>
                <a:gd name="connsiteX70" fmla="*/ 1363672 w 1689209"/>
                <a:gd name="connsiteY70" fmla="*/ 776479 h 788797"/>
                <a:gd name="connsiteX71" fmla="*/ 1394264 w 1689209"/>
                <a:gd name="connsiteY71" fmla="*/ 763135 h 788797"/>
                <a:gd name="connsiteX72" fmla="*/ 1331360 w 1689209"/>
                <a:gd name="connsiteY72" fmla="*/ 776539 h 788797"/>
                <a:gd name="connsiteX73" fmla="*/ 1309706 w 1689209"/>
                <a:gd name="connsiteY73" fmla="*/ 776539 h 788797"/>
                <a:gd name="connsiteX74" fmla="*/ 1327235 w 1689209"/>
                <a:gd name="connsiteY74" fmla="*/ 771385 h 788797"/>
                <a:gd name="connsiteX75" fmla="*/ 1224109 w 1689209"/>
                <a:gd name="connsiteY75" fmla="*/ 771385 h 788797"/>
                <a:gd name="connsiteX76" fmla="*/ 1166358 w 1689209"/>
                <a:gd name="connsiteY76" fmla="*/ 638355 h 788797"/>
                <a:gd name="connsiteX77" fmla="*/ 1015800 w 1689209"/>
                <a:gd name="connsiteY77" fmla="*/ 631133 h 788797"/>
                <a:gd name="connsiteX78" fmla="*/ 940520 w 1689209"/>
                <a:gd name="connsiteY78" fmla="*/ 746635 h 788797"/>
                <a:gd name="connsiteX79" fmla="*/ 933299 w 1689209"/>
                <a:gd name="connsiteY79" fmla="*/ 764164 h 788797"/>
                <a:gd name="connsiteX80" fmla="*/ 931231 w 1689209"/>
                <a:gd name="connsiteY80" fmla="*/ 741481 h 788797"/>
                <a:gd name="connsiteX81" fmla="*/ 931231 w 1689209"/>
                <a:gd name="connsiteY81" fmla="*/ 786857 h 788797"/>
                <a:gd name="connsiteX82" fmla="*/ 877605 w 1689209"/>
                <a:gd name="connsiteY82" fmla="*/ 786857 h 788797"/>
                <a:gd name="connsiteX83" fmla="*/ 900298 w 1689209"/>
                <a:gd name="connsiteY83" fmla="*/ 778607 h 788797"/>
                <a:gd name="connsiteX84" fmla="*/ 889082 w 1689209"/>
                <a:gd name="connsiteY84" fmla="*/ 775513 h 788797"/>
                <a:gd name="connsiteX85" fmla="*/ 884371 w 1689209"/>
                <a:gd name="connsiteY85" fmla="*/ 777495 h 788797"/>
                <a:gd name="connsiteX86" fmla="*/ 889980 w 1689209"/>
                <a:gd name="connsiteY86" fmla="*/ 770357 h 788797"/>
                <a:gd name="connsiteX87" fmla="*/ 860077 w 1689209"/>
                <a:gd name="connsiteY87" fmla="*/ 770357 h 788797"/>
                <a:gd name="connsiteX88" fmla="*/ 871423 w 1689209"/>
                <a:gd name="connsiteY88" fmla="*/ 763135 h 788797"/>
                <a:gd name="connsiteX89" fmla="*/ 820894 w 1689209"/>
                <a:gd name="connsiteY89" fmla="*/ 763135 h 788797"/>
                <a:gd name="connsiteX90" fmla="*/ 831201 w 1689209"/>
                <a:gd name="connsiteY90" fmla="*/ 754885 h 788797"/>
                <a:gd name="connsiteX91" fmla="*/ 728075 w 1689209"/>
                <a:gd name="connsiteY91" fmla="*/ 754885 h 788797"/>
                <a:gd name="connsiteX92" fmla="*/ 670325 w 1689209"/>
                <a:gd name="connsiteY92" fmla="*/ 621854 h 788797"/>
                <a:gd name="connsiteX93" fmla="*/ 519755 w 1689209"/>
                <a:gd name="connsiteY93" fmla="*/ 614633 h 788797"/>
                <a:gd name="connsiteX94" fmla="*/ 444476 w 1689209"/>
                <a:gd name="connsiteY94" fmla="*/ 730134 h 788797"/>
                <a:gd name="connsiteX95" fmla="*/ 431072 w 1689209"/>
                <a:gd name="connsiteY95" fmla="*/ 730134 h 788797"/>
                <a:gd name="connsiteX96" fmla="*/ 465101 w 1689209"/>
                <a:gd name="connsiteY96" fmla="*/ 635258 h 788797"/>
                <a:gd name="connsiteX97" fmla="*/ 590920 w 1689209"/>
                <a:gd name="connsiteY97" fmla="*/ 584729 h 788797"/>
                <a:gd name="connsiteX98" fmla="*/ 651698 w 1689209"/>
                <a:gd name="connsiteY98" fmla="*/ 575844 h 788797"/>
                <a:gd name="connsiteX99" fmla="*/ 70137 w 1689209"/>
                <a:gd name="connsiteY99" fmla="*/ 573383 h 788797"/>
                <a:gd name="connsiteX100" fmla="*/ 199042 w 1689209"/>
                <a:gd name="connsiteY100" fmla="*/ 596065 h 788797"/>
                <a:gd name="connsiteX101" fmla="*/ 281543 w 1689209"/>
                <a:gd name="connsiteY101" fmla="*/ 723942 h 788797"/>
                <a:gd name="connsiteX102" fmla="*/ 310418 w 1689209"/>
                <a:gd name="connsiteY102" fmla="*/ 723942 h 788797"/>
                <a:gd name="connsiteX103" fmla="*/ 321765 w 1689209"/>
                <a:gd name="connsiteY103" fmla="*/ 738374 h 788797"/>
                <a:gd name="connsiteX104" fmla="*/ 424891 w 1689209"/>
                <a:gd name="connsiteY104" fmla="*/ 738374 h 788797"/>
                <a:gd name="connsiteX105" fmla="*/ 424891 w 1689209"/>
                <a:gd name="connsiteY105" fmla="*/ 776539 h 788797"/>
                <a:gd name="connsiteX106" fmla="*/ 330015 w 1689209"/>
                <a:gd name="connsiteY106" fmla="*/ 776539 h 788797"/>
                <a:gd name="connsiteX107" fmla="*/ 383630 w 1689209"/>
                <a:gd name="connsiteY107" fmla="*/ 770346 h 788797"/>
                <a:gd name="connsiteX108" fmla="*/ 325890 w 1689209"/>
                <a:gd name="connsiteY108" fmla="*/ 770346 h 788797"/>
                <a:gd name="connsiteX109" fmla="*/ 344447 w 1689209"/>
                <a:gd name="connsiteY109" fmla="*/ 764164 h 788797"/>
                <a:gd name="connsiteX110" fmla="*/ 286697 w 1689209"/>
                <a:gd name="connsiteY110" fmla="*/ 764164 h 788797"/>
                <a:gd name="connsiteX111" fmla="*/ 286697 w 1689209"/>
                <a:gd name="connsiteY111" fmla="*/ 740442 h 788797"/>
                <a:gd name="connsiteX112" fmla="*/ 218639 w 1689209"/>
                <a:gd name="connsiteY112" fmla="*/ 740442 h 788797"/>
                <a:gd name="connsiteX113" fmla="*/ 165013 w 1689209"/>
                <a:gd name="connsiteY113" fmla="*/ 619787 h 788797"/>
                <a:gd name="connsiteX114" fmla="*/ 82512 w 1689209"/>
                <a:gd name="connsiteY114" fmla="*/ 589883 h 788797"/>
                <a:gd name="connsiteX115" fmla="*/ 68069 w 1689209"/>
                <a:gd name="connsiteY115" fmla="*/ 576469 h 788797"/>
                <a:gd name="connsiteX116" fmla="*/ 833341 w 1689209"/>
                <a:gd name="connsiteY116" fmla="*/ 5257 h 788797"/>
                <a:gd name="connsiteX117" fmla="*/ 854912 w 1689209"/>
                <a:gd name="connsiteY117" fmla="*/ 31973 h 788797"/>
                <a:gd name="connsiteX118" fmla="*/ 878634 w 1689209"/>
                <a:gd name="connsiteY118" fmla="*/ 54666 h 788797"/>
                <a:gd name="connsiteX119" fmla="*/ 872452 w 1689209"/>
                <a:gd name="connsiteY119" fmla="*/ 61877 h 788797"/>
                <a:gd name="connsiteX120" fmla="*/ 872441 w 1689209"/>
                <a:gd name="connsiteY120" fmla="*/ 243379 h 788797"/>
                <a:gd name="connsiteX121" fmla="*/ 964231 w 1689209"/>
                <a:gd name="connsiteY121" fmla="*/ 258850 h 788797"/>
                <a:gd name="connsiteX122" fmla="*/ 1035385 w 1689209"/>
                <a:gd name="connsiteY122" fmla="*/ 302169 h 788797"/>
                <a:gd name="connsiteX123" fmla="*/ 1103454 w 1689209"/>
                <a:gd name="connsiteY123" fmla="*/ 321755 h 788797"/>
                <a:gd name="connsiteX124" fmla="*/ 1138511 w 1689209"/>
                <a:gd name="connsiteY124" fmla="*/ 355784 h 788797"/>
                <a:gd name="connsiteX125" fmla="*/ 1177704 w 1689209"/>
                <a:gd name="connsiteY125" fmla="*/ 355784 h 788797"/>
                <a:gd name="connsiteX126" fmla="*/ 1233387 w 1689209"/>
                <a:gd name="connsiteY126" fmla="*/ 397034 h 788797"/>
                <a:gd name="connsiteX127" fmla="*/ 1275677 w 1689209"/>
                <a:gd name="connsiteY127" fmla="*/ 423852 h 788797"/>
                <a:gd name="connsiteX128" fmla="*/ 1296291 w 1689209"/>
                <a:gd name="connsiteY128" fmla="*/ 449631 h 788797"/>
                <a:gd name="connsiteX129" fmla="*/ 1335484 w 1689209"/>
                <a:gd name="connsiteY129" fmla="*/ 466132 h 788797"/>
                <a:gd name="connsiteX130" fmla="*/ 1380860 w 1689209"/>
                <a:gd name="connsiteY130" fmla="*/ 471285 h 788797"/>
                <a:gd name="connsiteX131" fmla="*/ 1438610 w 1689209"/>
                <a:gd name="connsiteY131" fmla="*/ 495007 h 788797"/>
                <a:gd name="connsiteX132" fmla="*/ 1524208 w 1689209"/>
                <a:gd name="connsiteY132" fmla="*/ 542450 h 788797"/>
                <a:gd name="connsiteX133" fmla="*/ 1689209 w 1689209"/>
                <a:gd name="connsiteY133" fmla="*/ 569258 h 788797"/>
                <a:gd name="connsiteX134" fmla="*/ 0 w 1689209"/>
                <a:gd name="connsiteY134" fmla="*/ 569258 h 788797"/>
                <a:gd name="connsiteX135" fmla="*/ 206252 w 1689209"/>
                <a:gd name="connsiteY135" fmla="*/ 545536 h 788797"/>
                <a:gd name="connsiteX136" fmla="*/ 294946 w 1689209"/>
                <a:gd name="connsiteY136" fmla="*/ 498103 h 788797"/>
                <a:gd name="connsiteX137" fmla="*/ 342379 w 1689209"/>
                <a:gd name="connsiteY137" fmla="*/ 452728 h 788797"/>
                <a:gd name="connsiteX138" fmla="*/ 389822 w 1689209"/>
                <a:gd name="connsiteY138" fmla="*/ 429006 h 788797"/>
                <a:gd name="connsiteX139" fmla="*/ 432101 w 1689209"/>
                <a:gd name="connsiteY139" fmla="*/ 405295 h 788797"/>
                <a:gd name="connsiteX140" fmla="*/ 469226 w 1689209"/>
                <a:gd name="connsiteY140" fmla="*/ 357852 h 788797"/>
                <a:gd name="connsiteX141" fmla="*/ 523880 w 1689209"/>
                <a:gd name="connsiteY141" fmla="*/ 337226 h 788797"/>
                <a:gd name="connsiteX142" fmla="*/ 577506 w 1689209"/>
                <a:gd name="connsiteY142" fmla="*/ 300101 h 788797"/>
                <a:gd name="connsiteX143" fmla="*/ 645574 w 1689209"/>
                <a:gd name="connsiteY143" fmla="*/ 281533 h 788797"/>
                <a:gd name="connsiteX144" fmla="*/ 706411 w 1689209"/>
                <a:gd name="connsiteY144" fmla="*/ 244407 h 788797"/>
                <a:gd name="connsiteX145" fmla="*/ 802326 w 1689209"/>
                <a:gd name="connsiteY145" fmla="*/ 239254 h 788797"/>
                <a:gd name="connsiteX146" fmla="*/ 802326 w 1689209"/>
                <a:gd name="connsiteY146" fmla="*/ 59819 h 788797"/>
                <a:gd name="connsiteX147" fmla="*/ 794076 w 1689209"/>
                <a:gd name="connsiteY147" fmla="*/ 51569 h 788797"/>
                <a:gd name="connsiteX148" fmla="*/ 816758 w 1689209"/>
                <a:gd name="connsiteY148" fmla="*/ 26819 h 788797"/>
                <a:gd name="connsiteX149" fmla="*/ 837383 w 1689209"/>
                <a:gd name="connsiteY149" fmla="*/ 0 h 788797"/>
                <a:gd name="connsiteX150" fmla="*/ 833341 w 1689209"/>
                <a:gd name="connsiteY150" fmla="*/ 5257 h 788797"/>
                <a:gd name="connsiteX151" fmla="*/ 833258 w 1689209"/>
                <a:gd name="connsiteY151" fmla="*/ 5154 h 788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689209" h="788797">
                  <a:moveTo>
                    <a:pt x="884371" y="777495"/>
                  </a:moveTo>
                  <a:lnTo>
                    <a:pt x="884308" y="777576"/>
                  </a:lnTo>
                  <a:cubicBezTo>
                    <a:pt x="881987" y="778607"/>
                    <a:pt x="880182" y="778607"/>
                    <a:pt x="881730" y="778607"/>
                  </a:cubicBezTo>
                  <a:close/>
                  <a:moveTo>
                    <a:pt x="1398399" y="610508"/>
                  </a:moveTo>
                  <a:cubicBezTo>
                    <a:pt x="1409735" y="610508"/>
                    <a:pt x="1411803" y="620826"/>
                    <a:pt x="1409735" y="635258"/>
                  </a:cubicBezTo>
                  <a:cubicBezTo>
                    <a:pt x="1407678" y="649701"/>
                    <a:pt x="1405610" y="709509"/>
                    <a:pt x="1398399" y="709509"/>
                  </a:cubicBezTo>
                  <a:cubicBezTo>
                    <a:pt x="1391177" y="709509"/>
                    <a:pt x="1391177" y="661037"/>
                    <a:pt x="1391177" y="639383"/>
                  </a:cubicBezTo>
                  <a:cubicBezTo>
                    <a:pt x="1391177" y="617729"/>
                    <a:pt x="1391177" y="610508"/>
                    <a:pt x="1398399" y="610508"/>
                  </a:cubicBezTo>
                  <a:close/>
                  <a:moveTo>
                    <a:pt x="900298" y="610508"/>
                  </a:moveTo>
                  <a:cubicBezTo>
                    <a:pt x="912673" y="610508"/>
                    <a:pt x="914731" y="620826"/>
                    <a:pt x="912673" y="635258"/>
                  </a:cubicBezTo>
                  <a:cubicBezTo>
                    <a:pt x="910605" y="649701"/>
                    <a:pt x="907520" y="709509"/>
                    <a:pt x="900298" y="709509"/>
                  </a:cubicBezTo>
                  <a:cubicBezTo>
                    <a:pt x="893076" y="709509"/>
                    <a:pt x="893076" y="661037"/>
                    <a:pt x="893076" y="639383"/>
                  </a:cubicBezTo>
                  <a:cubicBezTo>
                    <a:pt x="893076" y="617729"/>
                    <a:pt x="893076" y="610508"/>
                    <a:pt x="900298" y="610508"/>
                  </a:cubicBezTo>
                  <a:close/>
                  <a:moveTo>
                    <a:pt x="1312802" y="607412"/>
                  </a:moveTo>
                  <a:cubicBezTo>
                    <a:pt x="1323120" y="607412"/>
                    <a:pt x="1323120" y="621855"/>
                    <a:pt x="1323120" y="635259"/>
                  </a:cubicBezTo>
                  <a:cubicBezTo>
                    <a:pt x="1323120" y="648662"/>
                    <a:pt x="1329303" y="708481"/>
                    <a:pt x="1314860" y="708481"/>
                  </a:cubicBezTo>
                  <a:cubicBezTo>
                    <a:pt x="1300427" y="708481"/>
                    <a:pt x="1300427" y="660009"/>
                    <a:pt x="1300427" y="638344"/>
                  </a:cubicBezTo>
                  <a:cubicBezTo>
                    <a:pt x="1300427" y="616690"/>
                    <a:pt x="1300427" y="607412"/>
                    <a:pt x="1312802" y="607412"/>
                  </a:cubicBezTo>
                  <a:close/>
                  <a:moveTo>
                    <a:pt x="818826" y="607412"/>
                  </a:moveTo>
                  <a:cubicBezTo>
                    <a:pt x="829144" y="607412"/>
                    <a:pt x="829144" y="621855"/>
                    <a:pt x="829144" y="635259"/>
                  </a:cubicBezTo>
                  <a:cubicBezTo>
                    <a:pt x="829144" y="648662"/>
                    <a:pt x="828116" y="709510"/>
                    <a:pt x="819866" y="709510"/>
                  </a:cubicBezTo>
                  <a:cubicBezTo>
                    <a:pt x="811615" y="709510"/>
                    <a:pt x="805422" y="660009"/>
                    <a:pt x="805422" y="638344"/>
                  </a:cubicBezTo>
                  <a:cubicBezTo>
                    <a:pt x="805422" y="616690"/>
                    <a:pt x="805422" y="607412"/>
                    <a:pt x="818826" y="607412"/>
                  </a:cubicBezTo>
                  <a:close/>
                  <a:moveTo>
                    <a:pt x="320211" y="606386"/>
                  </a:moveTo>
                  <a:cubicBezTo>
                    <a:pt x="324078" y="605355"/>
                    <a:pt x="327946" y="605355"/>
                    <a:pt x="327946" y="609480"/>
                  </a:cubicBezTo>
                  <a:cubicBezTo>
                    <a:pt x="330003" y="641409"/>
                    <a:pt x="330003" y="673445"/>
                    <a:pt x="327946" y="705385"/>
                  </a:cubicBezTo>
                  <a:cubicBezTo>
                    <a:pt x="327946" y="712606"/>
                    <a:pt x="310418" y="715692"/>
                    <a:pt x="310418" y="705385"/>
                  </a:cubicBezTo>
                  <a:cubicBezTo>
                    <a:pt x="308339" y="673110"/>
                    <a:pt x="308339" y="640726"/>
                    <a:pt x="310418" y="608452"/>
                  </a:cubicBezTo>
                  <a:lnTo>
                    <a:pt x="312475" y="609480"/>
                  </a:lnTo>
                  <a:cubicBezTo>
                    <a:pt x="312475" y="609480"/>
                    <a:pt x="316343" y="607418"/>
                    <a:pt x="320211" y="606386"/>
                  </a:cubicBezTo>
                  <a:close/>
                  <a:moveTo>
                    <a:pt x="397044" y="601229"/>
                  </a:moveTo>
                  <a:cubicBezTo>
                    <a:pt x="405294" y="600190"/>
                    <a:pt x="405294" y="627008"/>
                    <a:pt x="405294" y="635258"/>
                  </a:cubicBezTo>
                  <a:cubicBezTo>
                    <a:pt x="405294" y="643508"/>
                    <a:pt x="406322" y="704356"/>
                    <a:pt x="397044" y="704356"/>
                  </a:cubicBezTo>
                  <a:cubicBezTo>
                    <a:pt x="387765" y="704356"/>
                    <a:pt x="387765" y="651758"/>
                    <a:pt x="387765" y="635258"/>
                  </a:cubicBezTo>
                  <a:cubicBezTo>
                    <a:pt x="387765" y="618758"/>
                    <a:pt x="386725" y="601229"/>
                    <a:pt x="397044" y="601229"/>
                  </a:cubicBezTo>
                  <a:close/>
                  <a:moveTo>
                    <a:pt x="362834" y="586035"/>
                  </a:moveTo>
                  <a:cubicBezTo>
                    <a:pt x="365556" y="587046"/>
                    <a:pt x="367892" y="589098"/>
                    <a:pt x="369196" y="591951"/>
                  </a:cubicBezTo>
                  <a:cubicBezTo>
                    <a:pt x="371275" y="631794"/>
                    <a:pt x="371275" y="671723"/>
                    <a:pt x="369196" y="711577"/>
                  </a:cubicBezTo>
                  <a:cubicBezTo>
                    <a:pt x="369196" y="717759"/>
                    <a:pt x="348571" y="716730"/>
                    <a:pt x="348571" y="711577"/>
                  </a:cubicBezTo>
                  <a:cubicBezTo>
                    <a:pt x="344901" y="672817"/>
                    <a:pt x="344901" y="633797"/>
                    <a:pt x="348571" y="595036"/>
                  </a:cubicBezTo>
                  <a:lnTo>
                    <a:pt x="348571" y="591951"/>
                  </a:lnTo>
                  <a:cubicBezTo>
                    <a:pt x="349708" y="589471"/>
                    <a:pt x="351690" y="587490"/>
                    <a:pt x="354158" y="586364"/>
                  </a:cubicBezTo>
                  <a:cubicBezTo>
                    <a:pt x="357006" y="585054"/>
                    <a:pt x="360113" y="585024"/>
                    <a:pt x="362834" y="586035"/>
                  </a:cubicBezTo>
                  <a:close/>
                  <a:moveTo>
                    <a:pt x="1360234" y="585758"/>
                  </a:moveTo>
                  <a:cubicBezTo>
                    <a:pt x="1371581" y="585758"/>
                    <a:pt x="1371581" y="607412"/>
                    <a:pt x="1371581" y="630105"/>
                  </a:cubicBezTo>
                  <a:cubicBezTo>
                    <a:pt x="1371581" y="652787"/>
                    <a:pt x="1371581" y="715692"/>
                    <a:pt x="1359206" y="715692"/>
                  </a:cubicBezTo>
                  <a:cubicBezTo>
                    <a:pt x="1346831" y="715692"/>
                    <a:pt x="1346831" y="649691"/>
                    <a:pt x="1346831" y="629066"/>
                  </a:cubicBezTo>
                  <a:cubicBezTo>
                    <a:pt x="1346831" y="608451"/>
                    <a:pt x="1342706" y="585758"/>
                    <a:pt x="1360234" y="585758"/>
                  </a:cubicBezTo>
                  <a:close/>
                  <a:moveTo>
                    <a:pt x="863173" y="585758"/>
                  </a:moveTo>
                  <a:cubicBezTo>
                    <a:pt x="878645" y="585758"/>
                    <a:pt x="873481" y="607412"/>
                    <a:pt x="873481" y="630105"/>
                  </a:cubicBezTo>
                  <a:cubicBezTo>
                    <a:pt x="873481" y="652787"/>
                    <a:pt x="873481" y="715692"/>
                    <a:pt x="861105" y="715692"/>
                  </a:cubicBezTo>
                  <a:cubicBezTo>
                    <a:pt x="848730" y="715692"/>
                    <a:pt x="848730" y="649691"/>
                    <a:pt x="848730" y="629066"/>
                  </a:cubicBezTo>
                  <a:cubicBezTo>
                    <a:pt x="848730" y="608451"/>
                    <a:pt x="845644" y="585758"/>
                    <a:pt x="863173" y="585758"/>
                  </a:cubicBezTo>
                  <a:close/>
                  <a:moveTo>
                    <a:pt x="651698" y="575844"/>
                  </a:moveTo>
                  <a:cubicBezTo>
                    <a:pt x="711885" y="579205"/>
                    <a:pt x="767114" y="617803"/>
                    <a:pt x="788738" y="678111"/>
                  </a:cubicBezTo>
                  <a:cubicBezTo>
                    <a:pt x="796371" y="699386"/>
                    <a:pt x="799251" y="722068"/>
                    <a:pt x="797172" y="744567"/>
                  </a:cubicBezTo>
                  <a:lnTo>
                    <a:pt x="914731" y="744567"/>
                  </a:lnTo>
                  <a:cubicBezTo>
                    <a:pt x="924215" y="708156"/>
                    <a:pt x="939167" y="673380"/>
                    <a:pt x="959078" y="641440"/>
                  </a:cubicBezTo>
                  <a:cubicBezTo>
                    <a:pt x="992273" y="608007"/>
                    <a:pt x="1037789" y="589720"/>
                    <a:pt x="1084886" y="590911"/>
                  </a:cubicBezTo>
                  <a:cubicBezTo>
                    <a:pt x="1147216" y="581708"/>
                    <a:pt x="1210597" y="598490"/>
                    <a:pt x="1260206" y="637315"/>
                  </a:cubicBezTo>
                  <a:cubicBezTo>
                    <a:pt x="1281773" y="671279"/>
                    <a:pt x="1293552" y="710538"/>
                    <a:pt x="1294234" y="750760"/>
                  </a:cubicBezTo>
                  <a:lnTo>
                    <a:pt x="1412832" y="750760"/>
                  </a:lnTo>
                  <a:cubicBezTo>
                    <a:pt x="1424189" y="700555"/>
                    <a:pt x="1447543" y="653848"/>
                    <a:pt x="1480890" y="614633"/>
                  </a:cubicBezTo>
                  <a:cubicBezTo>
                    <a:pt x="1517907" y="592795"/>
                    <a:pt x="1560803" y="583062"/>
                    <a:pt x="1603612" y="586786"/>
                  </a:cubicBezTo>
                  <a:lnTo>
                    <a:pt x="1603612" y="630105"/>
                  </a:lnTo>
                  <a:cubicBezTo>
                    <a:pt x="1562221" y="625665"/>
                    <a:pt x="1520386" y="631685"/>
                    <a:pt x="1481929" y="647633"/>
                  </a:cubicBezTo>
                  <a:cubicBezTo>
                    <a:pt x="1455208" y="676227"/>
                    <a:pt x="1437626" y="712129"/>
                    <a:pt x="1431400" y="750760"/>
                  </a:cubicBezTo>
                  <a:cubicBezTo>
                    <a:pt x="1431389" y="763135"/>
                    <a:pt x="1438611" y="760038"/>
                    <a:pt x="1426236" y="766231"/>
                  </a:cubicBezTo>
                  <a:cubicBezTo>
                    <a:pt x="1405632" y="773421"/>
                    <a:pt x="1384097" y="777589"/>
                    <a:pt x="1362303" y="778607"/>
                  </a:cubicBezTo>
                  <a:lnTo>
                    <a:pt x="1363633" y="776539"/>
                  </a:lnTo>
                  <a:lnTo>
                    <a:pt x="1363672" y="776479"/>
                  </a:lnTo>
                  <a:cubicBezTo>
                    <a:pt x="1371259" y="772609"/>
                    <a:pt x="1393492" y="764678"/>
                    <a:pt x="1394264" y="763135"/>
                  </a:cubicBezTo>
                  <a:cubicBezTo>
                    <a:pt x="1395303" y="761067"/>
                    <a:pt x="1338581" y="776539"/>
                    <a:pt x="1331360" y="776539"/>
                  </a:cubicBezTo>
                  <a:lnTo>
                    <a:pt x="1309706" y="776539"/>
                  </a:lnTo>
                  <a:lnTo>
                    <a:pt x="1327235" y="771385"/>
                  </a:lnTo>
                  <a:lnTo>
                    <a:pt x="1224109" y="771385"/>
                  </a:lnTo>
                  <a:cubicBezTo>
                    <a:pt x="1224109" y="771385"/>
                    <a:pt x="1229262" y="662066"/>
                    <a:pt x="1166358" y="638355"/>
                  </a:cubicBezTo>
                  <a:cubicBezTo>
                    <a:pt x="1118536" y="618520"/>
                    <a:pt x="1065300" y="615965"/>
                    <a:pt x="1015800" y="631133"/>
                  </a:cubicBezTo>
                  <a:cubicBezTo>
                    <a:pt x="962174" y="649690"/>
                    <a:pt x="948760" y="741481"/>
                    <a:pt x="940520" y="746635"/>
                  </a:cubicBezTo>
                  <a:cubicBezTo>
                    <a:pt x="937500" y="752211"/>
                    <a:pt x="935074" y="758079"/>
                    <a:pt x="933299" y="764164"/>
                  </a:cubicBezTo>
                  <a:lnTo>
                    <a:pt x="931231" y="741481"/>
                  </a:lnTo>
                  <a:cubicBezTo>
                    <a:pt x="926813" y="756282"/>
                    <a:pt x="926813" y="772046"/>
                    <a:pt x="931231" y="786857"/>
                  </a:cubicBezTo>
                  <a:cubicBezTo>
                    <a:pt x="913453" y="789444"/>
                    <a:pt x="895383" y="789444"/>
                    <a:pt x="877605" y="786857"/>
                  </a:cubicBezTo>
                  <a:cubicBezTo>
                    <a:pt x="870384" y="786857"/>
                    <a:pt x="908549" y="786857"/>
                    <a:pt x="900298" y="778607"/>
                  </a:cubicBezTo>
                  <a:cubicBezTo>
                    <a:pt x="896173" y="774482"/>
                    <a:pt x="892305" y="774482"/>
                    <a:pt x="889082" y="775513"/>
                  </a:cubicBezTo>
                  <a:lnTo>
                    <a:pt x="884371" y="777495"/>
                  </a:lnTo>
                  <a:lnTo>
                    <a:pt x="889980" y="770357"/>
                  </a:lnTo>
                  <a:cubicBezTo>
                    <a:pt x="891009" y="762106"/>
                    <a:pt x="864202" y="770357"/>
                    <a:pt x="860077" y="770357"/>
                  </a:cubicBezTo>
                  <a:cubicBezTo>
                    <a:pt x="855952" y="770357"/>
                    <a:pt x="871423" y="763135"/>
                    <a:pt x="871423" y="763135"/>
                  </a:cubicBezTo>
                  <a:lnTo>
                    <a:pt x="820894" y="763135"/>
                  </a:lnTo>
                  <a:lnTo>
                    <a:pt x="831201" y="754885"/>
                  </a:lnTo>
                  <a:lnTo>
                    <a:pt x="728075" y="754885"/>
                  </a:lnTo>
                  <a:cubicBezTo>
                    <a:pt x="728075" y="754885"/>
                    <a:pt x="734268" y="645565"/>
                    <a:pt x="670325" y="621854"/>
                  </a:cubicBezTo>
                  <a:cubicBezTo>
                    <a:pt x="622513" y="601933"/>
                    <a:pt x="569245" y="599378"/>
                    <a:pt x="519755" y="614633"/>
                  </a:cubicBezTo>
                  <a:cubicBezTo>
                    <a:pt x="466130" y="633190"/>
                    <a:pt x="452726" y="724981"/>
                    <a:pt x="444476" y="730134"/>
                  </a:cubicBezTo>
                  <a:cubicBezTo>
                    <a:pt x="436226" y="735288"/>
                    <a:pt x="431072" y="730134"/>
                    <a:pt x="431072" y="730134"/>
                  </a:cubicBezTo>
                  <a:cubicBezTo>
                    <a:pt x="435869" y="696528"/>
                    <a:pt x="447454" y="664253"/>
                    <a:pt x="465101" y="635258"/>
                  </a:cubicBezTo>
                  <a:cubicBezTo>
                    <a:pt x="498091" y="601500"/>
                    <a:pt x="543748" y="583159"/>
                    <a:pt x="590920" y="584729"/>
                  </a:cubicBezTo>
                  <a:cubicBezTo>
                    <a:pt x="611023" y="577518"/>
                    <a:pt x="631636" y="574723"/>
                    <a:pt x="651698" y="575844"/>
                  </a:cubicBezTo>
                  <a:close/>
                  <a:moveTo>
                    <a:pt x="70137" y="573383"/>
                  </a:moveTo>
                  <a:cubicBezTo>
                    <a:pt x="114214" y="571943"/>
                    <a:pt x="158106" y="579663"/>
                    <a:pt x="199042" y="596065"/>
                  </a:cubicBezTo>
                  <a:cubicBezTo>
                    <a:pt x="260918" y="620816"/>
                    <a:pt x="281543" y="723942"/>
                    <a:pt x="281543" y="723942"/>
                  </a:cubicBezTo>
                  <a:lnTo>
                    <a:pt x="310418" y="723942"/>
                  </a:lnTo>
                  <a:cubicBezTo>
                    <a:pt x="321765" y="724971"/>
                    <a:pt x="321765" y="738374"/>
                    <a:pt x="321765" y="738374"/>
                  </a:cubicBezTo>
                  <a:lnTo>
                    <a:pt x="424891" y="738374"/>
                  </a:lnTo>
                  <a:cubicBezTo>
                    <a:pt x="424891" y="738374"/>
                    <a:pt x="433141" y="769318"/>
                    <a:pt x="424891" y="776539"/>
                  </a:cubicBezTo>
                  <a:cubicBezTo>
                    <a:pt x="393363" y="780101"/>
                    <a:pt x="361532" y="780101"/>
                    <a:pt x="330015" y="776539"/>
                  </a:cubicBezTo>
                  <a:cubicBezTo>
                    <a:pt x="315572" y="776539"/>
                    <a:pt x="379515" y="770346"/>
                    <a:pt x="383630" y="770346"/>
                  </a:cubicBezTo>
                  <a:cubicBezTo>
                    <a:pt x="387766" y="770346"/>
                    <a:pt x="342390" y="771386"/>
                    <a:pt x="325890" y="770346"/>
                  </a:cubicBezTo>
                  <a:cubicBezTo>
                    <a:pt x="309379" y="769318"/>
                    <a:pt x="344447" y="764164"/>
                    <a:pt x="344447" y="764164"/>
                  </a:cubicBezTo>
                  <a:lnTo>
                    <a:pt x="286697" y="764164"/>
                  </a:lnTo>
                  <a:lnTo>
                    <a:pt x="286697" y="740442"/>
                  </a:lnTo>
                  <a:lnTo>
                    <a:pt x="218639" y="740442"/>
                  </a:lnTo>
                  <a:cubicBezTo>
                    <a:pt x="218639" y="740442"/>
                    <a:pt x="211417" y="647634"/>
                    <a:pt x="165013" y="619787"/>
                  </a:cubicBezTo>
                  <a:cubicBezTo>
                    <a:pt x="139115" y="605842"/>
                    <a:pt x="111323" y="595773"/>
                    <a:pt x="82512" y="589883"/>
                  </a:cubicBezTo>
                  <a:cubicBezTo>
                    <a:pt x="75107" y="589450"/>
                    <a:pt x="69044" y="583820"/>
                    <a:pt x="68069" y="576469"/>
                  </a:cubicBezTo>
                  <a:close/>
                  <a:moveTo>
                    <a:pt x="833341" y="5257"/>
                  </a:moveTo>
                  <a:lnTo>
                    <a:pt x="854912" y="31973"/>
                  </a:lnTo>
                  <a:cubicBezTo>
                    <a:pt x="864201" y="41251"/>
                    <a:pt x="877605" y="47444"/>
                    <a:pt x="878634" y="54666"/>
                  </a:cubicBezTo>
                  <a:cubicBezTo>
                    <a:pt x="879662" y="61877"/>
                    <a:pt x="872452" y="61877"/>
                    <a:pt x="872452" y="61877"/>
                  </a:cubicBezTo>
                  <a:lnTo>
                    <a:pt x="872441" y="243379"/>
                  </a:lnTo>
                  <a:cubicBezTo>
                    <a:pt x="903785" y="242047"/>
                    <a:pt x="935063" y="247320"/>
                    <a:pt x="964231" y="258850"/>
                  </a:cubicBezTo>
                  <a:cubicBezTo>
                    <a:pt x="985885" y="276379"/>
                    <a:pt x="1026107" y="289794"/>
                    <a:pt x="1035385" y="302169"/>
                  </a:cubicBezTo>
                  <a:cubicBezTo>
                    <a:pt x="1044664" y="314533"/>
                    <a:pt x="1085914" y="317630"/>
                    <a:pt x="1103454" y="321755"/>
                  </a:cubicBezTo>
                  <a:cubicBezTo>
                    <a:pt x="1120982" y="325880"/>
                    <a:pt x="1129232" y="355784"/>
                    <a:pt x="1138511" y="355784"/>
                  </a:cubicBezTo>
                  <a:cubicBezTo>
                    <a:pt x="1147790" y="355784"/>
                    <a:pt x="1163261" y="350630"/>
                    <a:pt x="1177704" y="355784"/>
                  </a:cubicBezTo>
                  <a:cubicBezTo>
                    <a:pt x="1192137" y="360948"/>
                    <a:pt x="1217915" y="388784"/>
                    <a:pt x="1233387" y="397034"/>
                  </a:cubicBezTo>
                  <a:cubicBezTo>
                    <a:pt x="1248859" y="405295"/>
                    <a:pt x="1268455" y="407352"/>
                    <a:pt x="1275677" y="423852"/>
                  </a:cubicBezTo>
                  <a:cubicBezTo>
                    <a:pt x="1282887" y="440353"/>
                    <a:pt x="1278762" y="449631"/>
                    <a:pt x="1296291" y="449631"/>
                  </a:cubicBezTo>
                  <a:cubicBezTo>
                    <a:pt x="1311178" y="448960"/>
                    <a:pt x="1325567" y="455023"/>
                    <a:pt x="1335484" y="466132"/>
                  </a:cubicBezTo>
                  <a:cubicBezTo>
                    <a:pt x="1342706" y="471285"/>
                    <a:pt x="1372610" y="469228"/>
                    <a:pt x="1380860" y="471285"/>
                  </a:cubicBezTo>
                  <a:cubicBezTo>
                    <a:pt x="1389110" y="473353"/>
                    <a:pt x="1420042" y="488825"/>
                    <a:pt x="1438610" y="495007"/>
                  </a:cubicBezTo>
                  <a:cubicBezTo>
                    <a:pt x="1468850" y="507512"/>
                    <a:pt x="1497563" y="523427"/>
                    <a:pt x="1524208" y="542450"/>
                  </a:cubicBezTo>
                  <a:cubicBezTo>
                    <a:pt x="1579966" y="545774"/>
                    <a:pt x="1635248" y="554761"/>
                    <a:pt x="1689209" y="569258"/>
                  </a:cubicBezTo>
                  <a:lnTo>
                    <a:pt x="0" y="569258"/>
                  </a:lnTo>
                  <a:cubicBezTo>
                    <a:pt x="0" y="569258"/>
                    <a:pt x="59819" y="557911"/>
                    <a:pt x="206252" y="545536"/>
                  </a:cubicBezTo>
                  <a:cubicBezTo>
                    <a:pt x="232172" y="523698"/>
                    <a:pt x="262390" y="507534"/>
                    <a:pt x="294946" y="498103"/>
                  </a:cubicBezTo>
                  <a:cubicBezTo>
                    <a:pt x="305253" y="497075"/>
                    <a:pt x="338254" y="458910"/>
                    <a:pt x="342379" y="452728"/>
                  </a:cubicBezTo>
                  <a:cubicBezTo>
                    <a:pt x="346504" y="446535"/>
                    <a:pt x="382600" y="452728"/>
                    <a:pt x="389822" y="429006"/>
                  </a:cubicBezTo>
                  <a:cubicBezTo>
                    <a:pt x="397033" y="405295"/>
                    <a:pt x="419726" y="409409"/>
                    <a:pt x="432101" y="405295"/>
                  </a:cubicBezTo>
                  <a:cubicBezTo>
                    <a:pt x="444476" y="401159"/>
                    <a:pt x="459948" y="363005"/>
                    <a:pt x="469226" y="357852"/>
                  </a:cubicBezTo>
                  <a:cubicBezTo>
                    <a:pt x="478505" y="352698"/>
                    <a:pt x="504284" y="344448"/>
                    <a:pt x="523880" y="337226"/>
                  </a:cubicBezTo>
                  <a:cubicBezTo>
                    <a:pt x="543477" y="330005"/>
                    <a:pt x="563074" y="300101"/>
                    <a:pt x="577506" y="300101"/>
                  </a:cubicBezTo>
                  <a:cubicBezTo>
                    <a:pt x="601206" y="298531"/>
                    <a:pt x="624354" y="292219"/>
                    <a:pt x="645574" y="281533"/>
                  </a:cubicBezTo>
                  <a:cubicBezTo>
                    <a:pt x="665160" y="268129"/>
                    <a:pt x="687853" y="255754"/>
                    <a:pt x="706411" y="244407"/>
                  </a:cubicBezTo>
                  <a:cubicBezTo>
                    <a:pt x="737949" y="237933"/>
                    <a:pt x="770278" y="236201"/>
                    <a:pt x="802326" y="239254"/>
                  </a:cubicBezTo>
                  <a:lnTo>
                    <a:pt x="802326" y="59819"/>
                  </a:lnTo>
                  <a:lnTo>
                    <a:pt x="794076" y="51569"/>
                  </a:lnTo>
                  <a:cubicBezTo>
                    <a:pt x="789951" y="48473"/>
                    <a:pt x="806451" y="38166"/>
                    <a:pt x="816758" y="26819"/>
                  </a:cubicBezTo>
                  <a:close/>
                  <a:moveTo>
                    <a:pt x="837383" y="0"/>
                  </a:moveTo>
                  <a:lnTo>
                    <a:pt x="833341" y="5257"/>
                  </a:lnTo>
                  <a:lnTo>
                    <a:pt x="833258" y="5154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3" name="任意多边形: 形状 152"/>
            <p:cNvSpPr/>
            <p:nvPr/>
          </p:nvSpPr>
          <p:spPr>
            <a:xfrm>
              <a:off x="2252210" y="898783"/>
              <a:ext cx="5775066" cy="5775066"/>
            </a:xfrm>
            <a:custGeom>
              <a:avLst/>
              <a:gdLst>
                <a:gd name="connsiteX0" fmla="*/ 680730 w 1362920"/>
                <a:gd name="connsiteY0" fmla="*/ 165255 h 1362920"/>
                <a:gd name="connsiteX1" fmla="*/ 164524 w 1362920"/>
                <a:gd name="connsiteY1" fmla="*/ 681460 h 1362920"/>
                <a:gd name="connsiteX2" fmla="*/ 680730 w 1362920"/>
                <a:gd name="connsiteY2" fmla="*/ 1197665 h 1362920"/>
                <a:gd name="connsiteX3" fmla="*/ 1196935 w 1362920"/>
                <a:gd name="connsiteY3" fmla="*/ 681460 h 1362920"/>
                <a:gd name="connsiteX4" fmla="*/ 680730 w 1362920"/>
                <a:gd name="connsiteY4" fmla="*/ 165255 h 1362920"/>
                <a:gd name="connsiteX5" fmla="*/ 681460 w 1362920"/>
                <a:gd name="connsiteY5" fmla="*/ 0 h 1362920"/>
                <a:gd name="connsiteX6" fmla="*/ 1362920 w 1362920"/>
                <a:gd name="connsiteY6" fmla="*/ 681460 h 1362920"/>
                <a:gd name="connsiteX7" fmla="*/ 681460 w 1362920"/>
                <a:gd name="connsiteY7" fmla="*/ 1362920 h 1362920"/>
                <a:gd name="connsiteX8" fmla="*/ 0 w 1362920"/>
                <a:gd name="connsiteY8" fmla="*/ 681460 h 1362920"/>
                <a:gd name="connsiteX9" fmla="*/ 681460 w 1362920"/>
                <a:gd name="connsiteY9" fmla="*/ 0 h 136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2920" h="1362920">
                  <a:moveTo>
                    <a:pt x="680730" y="165255"/>
                  </a:moveTo>
                  <a:cubicBezTo>
                    <a:pt x="395638" y="165255"/>
                    <a:pt x="164524" y="396368"/>
                    <a:pt x="164524" y="681460"/>
                  </a:cubicBezTo>
                  <a:cubicBezTo>
                    <a:pt x="164660" y="966497"/>
                    <a:pt x="395694" y="1197532"/>
                    <a:pt x="680730" y="1197665"/>
                  </a:cubicBezTo>
                  <a:cubicBezTo>
                    <a:pt x="965823" y="1197665"/>
                    <a:pt x="1196935" y="966554"/>
                    <a:pt x="1196935" y="681460"/>
                  </a:cubicBezTo>
                  <a:cubicBezTo>
                    <a:pt x="1196935" y="396368"/>
                    <a:pt x="965823" y="165255"/>
                    <a:pt x="680730" y="165255"/>
                  </a:cubicBezTo>
                  <a:close/>
                  <a:moveTo>
                    <a:pt x="681460" y="0"/>
                  </a:moveTo>
                  <a:cubicBezTo>
                    <a:pt x="1057819" y="0"/>
                    <a:pt x="1362920" y="305101"/>
                    <a:pt x="1362920" y="681460"/>
                  </a:cubicBezTo>
                  <a:cubicBezTo>
                    <a:pt x="1362920" y="1057819"/>
                    <a:pt x="1057819" y="1362920"/>
                    <a:pt x="681460" y="1362920"/>
                  </a:cubicBezTo>
                  <a:cubicBezTo>
                    <a:pt x="305101" y="1362920"/>
                    <a:pt x="0" y="1057819"/>
                    <a:pt x="0" y="681460"/>
                  </a:cubicBezTo>
                  <a:cubicBezTo>
                    <a:pt x="0" y="305101"/>
                    <a:pt x="305101" y="0"/>
                    <a:pt x="681460" y="0"/>
                  </a:cubicBezTo>
                  <a:close/>
                </a:path>
              </a:pathLst>
            </a:custGeom>
            <a:solidFill>
              <a:srgbClr val="A13F0B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4" name="任意多边形: 形状 153"/>
            <p:cNvSpPr/>
            <p:nvPr/>
          </p:nvSpPr>
          <p:spPr>
            <a:xfrm>
              <a:off x="2216986" y="864164"/>
              <a:ext cx="5847244" cy="5847244"/>
            </a:xfrm>
            <a:custGeom>
              <a:avLst/>
              <a:gdLst>
                <a:gd name="connsiteX0" fmla="*/ 269669 w 540067"/>
                <a:gd name="connsiteY0" fmla="*/ 539932 h 540067"/>
                <a:gd name="connsiteX1" fmla="*/ -365 w 540067"/>
                <a:gd name="connsiteY1" fmla="*/ 269898 h 540067"/>
                <a:gd name="connsiteX2" fmla="*/ 269669 w 540067"/>
                <a:gd name="connsiteY2" fmla="*/ -136 h 540067"/>
                <a:gd name="connsiteX3" fmla="*/ 539703 w 540067"/>
                <a:gd name="connsiteY3" fmla="*/ 269898 h 540067"/>
                <a:gd name="connsiteX4" fmla="*/ 269669 w 540067"/>
                <a:gd name="connsiteY4" fmla="*/ 539932 h 540067"/>
                <a:gd name="connsiteX5" fmla="*/ 269669 w 540067"/>
                <a:gd name="connsiteY5" fmla="*/ 7198 h 540067"/>
                <a:gd name="connsiteX6" fmla="*/ 6779 w 540067"/>
                <a:gd name="connsiteY6" fmla="*/ 269898 h 540067"/>
                <a:gd name="connsiteX7" fmla="*/ 269478 w 540067"/>
                <a:gd name="connsiteY7" fmla="*/ 532788 h 540067"/>
                <a:gd name="connsiteX8" fmla="*/ 532368 w 540067"/>
                <a:gd name="connsiteY8" fmla="*/ 270089 h 540067"/>
                <a:gd name="connsiteX9" fmla="*/ 532368 w 540067"/>
                <a:gd name="connsiteY9" fmla="*/ 269898 h 540067"/>
                <a:gd name="connsiteX10" fmla="*/ 269573 w 540067"/>
                <a:gd name="connsiteY10" fmla="*/ 7199 h 54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0067" h="540067">
                  <a:moveTo>
                    <a:pt x="269669" y="539932"/>
                  </a:moveTo>
                  <a:cubicBezTo>
                    <a:pt x="120533" y="539932"/>
                    <a:pt x="-365" y="419034"/>
                    <a:pt x="-365" y="269898"/>
                  </a:cubicBezTo>
                  <a:cubicBezTo>
                    <a:pt x="-365" y="120762"/>
                    <a:pt x="120533" y="-136"/>
                    <a:pt x="269669" y="-136"/>
                  </a:cubicBezTo>
                  <a:cubicBezTo>
                    <a:pt x="418804" y="-136"/>
                    <a:pt x="539703" y="120762"/>
                    <a:pt x="539703" y="269898"/>
                  </a:cubicBezTo>
                  <a:cubicBezTo>
                    <a:pt x="539545" y="418968"/>
                    <a:pt x="418739" y="539774"/>
                    <a:pt x="269669" y="539932"/>
                  </a:cubicBezTo>
                  <a:moveTo>
                    <a:pt x="269669" y="7198"/>
                  </a:moveTo>
                  <a:cubicBezTo>
                    <a:pt x="124531" y="7146"/>
                    <a:pt x="6831" y="124760"/>
                    <a:pt x="6779" y="269898"/>
                  </a:cubicBezTo>
                  <a:cubicBezTo>
                    <a:pt x="6726" y="415036"/>
                    <a:pt x="124341" y="532735"/>
                    <a:pt x="269478" y="532788"/>
                  </a:cubicBezTo>
                  <a:cubicBezTo>
                    <a:pt x="414616" y="532841"/>
                    <a:pt x="532316" y="415226"/>
                    <a:pt x="532368" y="270089"/>
                  </a:cubicBezTo>
                  <a:cubicBezTo>
                    <a:pt x="532368" y="270025"/>
                    <a:pt x="532368" y="269962"/>
                    <a:pt x="532368" y="269898"/>
                  </a:cubicBezTo>
                  <a:cubicBezTo>
                    <a:pt x="532211" y="124841"/>
                    <a:pt x="414630" y="7304"/>
                    <a:pt x="269573" y="7199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5" name="任意多边形: 形状 154"/>
            <p:cNvSpPr/>
            <p:nvPr/>
          </p:nvSpPr>
          <p:spPr>
            <a:xfrm>
              <a:off x="2925454" y="1572645"/>
              <a:ext cx="4430295" cy="4430295"/>
            </a:xfrm>
            <a:custGeom>
              <a:avLst/>
              <a:gdLst>
                <a:gd name="connsiteX0" fmla="*/ 204232 w 409194"/>
                <a:gd name="connsiteY0" fmla="*/ 409058 h 409194"/>
                <a:gd name="connsiteX1" fmla="*/ -365 w 409194"/>
                <a:gd name="connsiteY1" fmla="*/ 204461 h 409194"/>
                <a:gd name="connsiteX2" fmla="*/ 204232 w 409194"/>
                <a:gd name="connsiteY2" fmla="*/ -136 h 409194"/>
                <a:gd name="connsiteX3" fmla="*/ 408829 w 409194"/>
                <a:gd name="connsiteY3" fmla="*/ 204461 h 409194"/>
                <a:gd name="connsiteX4" fmla="*/ 204232 w 409194"/>
                <a:gd name="connsiteY4" fmla="*/ 409058 h 409194"/>
                <a:gd name="connsiteX5" fmla="*/ 204232 w 409194"/>
                <a:gd name="connsiteY5" fmla="*/ 5008 h 409194"/>
                <a:gd name="connsiteX6" fmla="*/ 4779 w 409194"/>
                <a:gd name="connsiteY6" fmla="*/ 204461 h 409194"/>
                <a:gd name="connsiteX7" fmla="*/ 204232 w 409194"/>
                <a:gd name="connsiteY7" fmla="*/ 403915 h 409194"/>
                <a:gd name="connsiteX8" fmla="*/ 403686 w 409194"/>
                <a:gd name="connsiteY8" fmla="*/ 204461 h 409194"/>
                <a:gd name="connsiteX9" fmla="*/ 204232 w 409194"/>
                <a:gd name="connsiteY9" fmla="*/ 5008 h 409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9194" h="409194">
                  <a:moveTo>
                    <a:pt x="204232" y="409058"/>
                  </a:moveTo>
                  <a:cubicBezTo>
                    <a:pt x="91236" y="409058"/>
                    <a:pt x="-365" y="317457"/>
                    <a:pt x="-365" y="204461"/>
                  </a:cubicBezTo>
                  <a:cubicBezTo>
                    <a:pt x="-365" y="91465"/>
                    <a:pt x="91236" y="-136"/>
                    <a:pt x="204232" y="-136"/>
                  </a:cubicBezTo>
                  <a:cubicBezTo>
                    <a:pt x="317228" y="-136"/>
                    <a:pt x="408829" y="91465"/>
                    <a:pt x="408829" y="204461"/>
                  </a:cubicBezTo>
                  <a:cubicBezTo>
                    <a:pt x="408672" y="317392"/>
                    <a:pt x="317163" y="408901"/>
                    <a:pt x="204232" y="409058"/>
                  </a:cubicBezTo>
                  <a:moveTo>
                    <a:pt x="204232" y="5008"/>
                  </a:moveTo>
                  <a:cubicBezTo>
                    <a:pt x="94077" y="5008"/>
                    <a:pt x="4779" y="94306"/>
                    <a:pt x="4779" y="204461"/>
                  </a:cubicBezTo>
                  <a:cubicBezTo>
                    <a:pt x="4779" y="314616"/>
                    <a:pt x="94077" y="403915"/>
                    <a:pt x="204232" y="403915"/>
                  </a:cubicBezTo>
                  <a:cubicBezTo>
                    <a:pt x="314387" y="403915"/>
                    <a:pt x="403686" y="314616"/>
                    <a:pt x="403686" y="204461"/>
                  </a:cubicBezTo>
                  <a:cubicBezTo>
                    <a:pt x="403372" y="94436"/>
                    <a:pt x="314257" y="5322"/>
                    <a:pt x="204232" y="5008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6" name="任意多边形: 形状 155"/>
            <p:cNvSpPr/>
            <p:nvPr/>
          </p:nvSpPr>
          <p:spPr>
            <a:xfrm>
              <a:off x="4803560" y="5511495"/>
              <a:ext cx="663105" cy="184906"/>
            </a:xfrm>
            <a:custGeom>
              <a:avLst/>
              <a:gdLst>
                <a:gd name="connsiteX0" fmla="*/ 430891 w 663105"/>
                <a:gd name="connsiteY0" fmla="*/ 41814 h 184906"/>
                <a:gd name="connsiteX1" fmla="*/ 364890 w 663105"/>
                <a:gd name="connsiteY1" fmla="*/ 121216 h 184906"/>
                <a:gd name="connsiteX2" fmla="*/ 431919 w 663105"/>
                <a:gd name="connsiteY2" fmla="*/ 121216 h 184906"/>
                <a:gd name="connsiteX3" fmla="*/ 431919 w 663105"/>
                <a:gd name="connsiteY3" fmla="*/ 41814 h 184906"/>
                <a:gd name="connsiteX4" fmla="*/ 591939 w 663105"/>
                <a:gd name="connsiteY4" fmla="*/ 25910 h 184906"/>
                <a:gd name="connsiteX5" fmla="*/ 548632 w 663105"/>
                <a:gd name="connsiteY5" fmla="*/ 96035 h 184906"/>
                <a:gd name="connsiteX6" fmla="*/ 591939 w 663105"/>
                <a:gd name="connsiteY6" fmla="*/ 165132 h 184906"/>
                <a:gd name="connsiteX7" fmla="*/ 635257 w 663105"/>
                <a:gd name="connsiteY7" fmla="*/ 96035 h 184906"/>
                <a:gd name="connsiteX8" fmla="*/ 591939 w 663105"/>
                <a:gd name="connsiteY8" fmla="*/ 25910 h 184906"/>
                <a:gd name="connsiteX9" fmla="*/ 226833 w 663105"/>
                <a:gd name="connsiteY9" fmla="*/ 20253 h 184906"/>
                <a:gd name="connsiteX10" fmla="*/ 196296 w 663105"/>
                <a:gd name="connsiteY10" fmla="*/ 31255 h 184906"/>
                <a:gd name="connsiteX11" fmla="*/ 184471 w 663105"/>
                <a:gd name="connsiteY11" fmla="*/ 59635 h 184906"/>
                <a:gd name="connsiteX12" fmla="*/ 196296 w 663105"/>
                <a:gd name="connsiteY12" fmla="*/ 88078 h 184906"/>
                <a:gd name="connsiteX13" fmla="*/ 226833 w 663105"/>
                <a:gd name="connsiteY13" fmla="*/ 99142 h 184906"/>
                <a:gd name="connsiteX14" fmla="*/ 257369 w 663105"/>
                <a:gd name="connsiteY14" fmla="*/ 88015 h 184906"/>
                <a:gd name="connsiteX15" fmla="*/ 269194 w 663105"/>
                <a:gd name="connsiteY15" fmla="*/ 59635 h 184906"/>
                <a:gd name="connsiteX16" fmla="*/ 257369 w 663105"/>
                <a:gd name="connsiteY16" fmla="*/ 31255 h 184906"/>
                <a:gd name="connsiteX17" fmla="*/ 226833 w 663105"/>
                <a:gd name="connsiteY17" fmla="*/ 20253 h 184906"/>
                <a:gd name="connsiteX18" fmla="*/ 436041 w 663105"/>
                <a:gd name="connsiteY18" fmla="*/ 7784 h 184906"/>
                <a:gd name="connsiteX19" fmla="*/ 457695 w 663105"/>
                <a:gd name="connsiteY19" fmla="*/ 7784 h 184906"/>
                <a:gd name="connsiteX20" fmla="*/ 457695 w 663105"/>
                <a:gd name="connsiteY20" fmla="*/ 121227 h 184906"/>
                <a:gd name="connsiteX21" fmla="*/ 488638 w 663105"/>
                <a:gd name="connsiteY21" fmla="*/ 121227 h 184906"/>
                <a:gd name="connsiteX22" fmla="*/ 488638 w 663105"/>
                <a:gd name="connsiteY22" fmla="*/ 139785 h 184906"/>
                <a:gd name="connsiteX23" fmla="*/ 457695 w 663105"/>
                <a:gd name="connsiteY23" fmla="*/ 139785 h 184906"/>
                <a:gd name="connsiteX24" fmla="*/ 457695 w 663105"/>
                <a:gd name="connsiteY24" fmla="*/ 182063 h 184906"/>
                <a:gd name="connsiteX25" fmla="*/ 431916 w 663105"/>
                <a:gd name="connsiteY25" fmla="*/ 182063 h 184906"/>
                <a:gd name="connsiteX26" fmla="*/ 431916 w 663105"/>
                <a:gd name="connsiteY26" fmla="*/ 139785 h 184906"/>
                <a:gd name="connsiteX27" fmla="*/ 341166 w 663105"/>
                <a:gd name="connsiteY27" fmla="*/ 139785 h 184906"/>
                <a:gd name="connsiteX28" fmla="*/ 341166 w 663105"/>
                <a:gd name="connsiteY28" fmla="*/ 118131 h 184906"/>
                <a:gd name="connsiteX29" fmla="*/ 591940 w 663105"/>
                <a:gd name="connsiteY29" fmla="*/ 6311 h 184906"/>
                <a:gd name="connsiteX30" fmla="*/ 663105 w 663105"/>
                <a:gd name="connsiteY30" fmla="*/ 96034 h 184906"/>
                <a:gd name="connsiteX31" fmla="*/ 591940 w 663105"/>
                <a:gd name="connsiteY31" fmla="*/ 184718 h 184906"/>
                <a:gd name="connsiteX32" fmla="*/ 520785 w 663105"/>
                <a:gd name="connsiteY32" fmla="*/ 96034 h 184906"/>
                <a:gd name="connsiteX33" fmla="*/ 591940 w 663105"/>
                <a:gd name="connsiteY33" fmla="*/ 6311 h 184906"/>
                <a:gd name="connsiteX34" fmla="*/ 55695 w 663105"/>
                <a:gd name="connsiteY34" fmla="*/ 6311 h 184906"/>
                <a:gd name="connsiteX35" fmla="*/ 76309 w 663105"/>
                <a:gd name="connsiteY35" fmla="*/ 6311 h 184906"/>
                <a:gd name="connsiteX36" fmla="*/ 76309 w 663105"/>
                <a:gd name="connsiteY36" fmla="*/ 180591 h 184906"/>
                <a:gd name="connsiteX37" fmla="*/ 48473 w 663105"/>
                <a:gd name="connsiteY37" fmla="*/ 180591 h 184906"/>
                <a:gd name="connsiteX38" fmla="*/ 48473 w 663105"/>
                <a:gd name="connsiteY38" fmla="*/ 56840 h 184906"/>
                <a:gd name="connsiteX39" fmla="*/ 0 w 663105"/>
                <a:gd name="connsiteY39" fmla="*/ 56840 h 184906"/>
                <a:gd name="connsiteX40" fmla="*/ 0 w 663105"/>
                <a:gd name="connsiteY40" fmla="*/ 39312 h 184906"/>
                <a:gd name="connsiteX41" fmla="*/ 55695 w 663105"/>
                <a:gd name="connsiteY41" fmla="*/ 6311 h 184906"/>
                <a:gd name="connsiteX42" fmla="*/ 228329 w 663105"/>
                <a:gd name="connsiteY42" fmla="*/ 0 h 184906"/>
                <a:gd name="connsiteX43" fmla="*/ 281842 w 663105"/>
                <a:gd name="connsiteY43" fmla="*/ 20567 h 184906"/>
                <a:gd name="connsiteX44" fmla="*/ 300627 w 663105"/>
                <a:gd name="connsiteY44" fmla="*/ 79013 h 184906"/>
                <a:gd name="connsiteX45" fmla="*/ 280271 w 663105"/>
                <a:gd name="connsiteY45" fmla="*/ 157402 h 184906"/>
                <a:gd name="connsiteX46" fmla="*/ 222492 w 663105"/>
                <a:gd name="connsiteY46" fmla="*/ 184906 h 184906"/>
                <a:gd name="connsiteX47" fmla="*/ 176912 w 663105"/>
                <a:gd name="connsiteY47" fmla="*/ 172092 h 184906"/>
                <a:gd name="connsiteX48" fmla="*/ 158725 w 663105"/>
                <a:gd name="connsiteY48" fmla="*/ 136773 h 184906"/>
                <a:gd name="connsiteX49" fmla="*/ 184772 w 663105"/>
                <a:gd name="connsiteY49" fmla="*/ 136773 h 184906"/>
                <a:gd name="connsiteX50" fmla="*/ 196223 w 663105"/>
                <a:gd name="connsiteY50" fmla="*/ 158214 h 184906"/>
                <a:gd name="connsiteX51" fmla="*/ 222492 w 663105"/>
                <a:gd name="connsiteY51" fmla="*/ 165778 h 184906"/>
                <a:gd name="connsiteX52" fmla="*/ 259913 w 663105"/>
                <a:gd name="connsiteY52" fmla="*/ 143150 h 184906"/>
                <a:gd name="connsiteX53" fmla="*/ 272337 w 663105"/>
                <a:gd name="connsiteY53" fmla="*/ 98768 h 184906"/>
                <a:gd name="connsiteX54" fmla="*/ 222492 w 663105"/>
                <a:gd name="connsiteY54" fmla="*/ 119396 h 184906"/>
                <a:gd name="connsiteX55" fmla="*/ 174218 w 663105"/>
                <a:gd name="connsiteY55" fmla="*/ 102955 h 184906"/>
                <a:gd name="connsiteX56" fmla="*/ 155882 w 663105"/>
                <a:gd name="connsiteY56" fmla="*/ 59635 h 184906"/>
                <a:gd name="connsiteX57" fmla="*/ 175790 w 663105"/>
                <a:gd name="connsiteY57" fmla="*/ 16378 h 184906"/>
                <a:gd name="connsiteX58" fmla="*/ 228329 w 663105"/>
                <a:gd name="connsiteY58" fmla="*/ 0 h 18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663105" h="184906">
                  <a:moveTo>
                    <a:pt x="430891" y="41814"/>
                  </a:moveTo>
                  <a:lnTo>
                    <a:pt x="364890" y="121216"/>
                  </a:lnTo>
                  <a:lnTo>
                    <a:pt x="431919" y="121216"/>
                  </a:lnTo>
                  <a:lnTo>
                    <a:pt x="431919" y="41814"/>
                  </a:lnTo>
                  <a:close/>
                  <a:moveTo>
                    <a:pt x="591939" y="25910"/>
                  </a:moveTo>
                  <a:cubicBezTo>
                    <a:pt x="562036" y="25910"/>
                    <a:pt x="548632" y="52728"/>
                    <a:pt x="548632" y="96035"/>
                  </a:cubicBezTo>
                  <a:cubicBezTo>
                    <a:pt x="548632" y="139353"/>
                    <a:pt x="562036" y="165132"/>
                    <a:pt x="591939" y="165132"/>
                  </a:cubicBezTo>
                  <a:cubicBezTo>
                    <a:pt x="621854" y="165132"/>
                    <a:pt x="635257" y="139353"/>
                    <a:pt x="635257" y="96035"/>
                  </a:cubicBezTo>
                  <a:cubicBezTo>
                    <a:pt x="635257" y="52728"/>
                    <a:pt x="621854" y="25910"/>
                    <a:pt x="591939" y="25910"/>
                  </a:cubicBezTo>
                  <a:close/>
                  <a:moveTo>
                    <a:pt x="226833" y="20253"/>
                  </a:moveTo>
                  <a:cubicBezTo>
                    <a:pt x="214358" y="20253"/>
                    <a:pt x="204180" y="23921"/>
                    <a:pt x="196296" y="31255"/>
                  </a:cubicBezTo>
                  <a:cubicBezTo>
                    <a:pt x="188414" y="38591"/>
                    <a:pt x="184471" y="48050"/>
                    <a:pt x="184471" y="59635"/>
                  </a:cubicBezTo>
                  <a:cubicBezTo>
                    <a:pt x="184471" y="71221"/>
                    <a:pt x="188414" y="80701"/>
                    <a:pt x="196296" y="88078"/>
                  </a:cubicBezTo>
                  <a:cubicBezTo>
                    <a:pt x="204180" y="95454"/>
                    <a:pt x="214358" y="99142"/>
                    <a:pt x="226833" y="99142"/>
                  </a:cubicBezTo>
                  <a:cubicBezTo>
                    <a:pt x="239307" y="99142"/>
                    <a:pt x="249485" y="95433"/>
                    <a:pt x="257369" y="88015"/>
                  </a:cubicBezTo>
                  <a:cubicBezTo>
                    <a:pt x="265251" y="80681"/>
                    <a:pt x="269194" y="71221"/>
                    <a:pt x="269194" y="59635"/>
                  </a:cubicBezTo>
                  <a:cubicBezTo>
                    <a:pt x="269194" y="48050"/>
                    <a:pt x="265251" y="38591"/>
                    <a:pt x="257369" y="31255"/>
                  </a:cubicBezTo>
                  <a:cubicBezTo>
                    <a:pt x="249485" y="23921"/>
                    <a:pt x="239307" y="20253"/>
                    <a:pt x="226833" y="20253"/>
                  </a:cubicBezTo>
                  <a:close/>
                  <a:moveTo>
                    <a:pt x="436041" y="7784"/>
                  </a:moveTo>
                  <a:lnTo>
                    <a:pt x="457695" y="7784"/>
                  </a:lnTo>
                  <a:lnTo>
                    <a:pt x="457695" y="121227"/>
                  </a:lnTo>
                  <a:lnTo>
                    <a:pt x="488638" y="121227"/>
                  </a:lnTo>
                  <a:lnTo>
                    <a:pt x="488638" y="139785"/>
                  </a:lnTo>
                  <a:lnTo>
                    <a:pt x="457695" y="139785"/>
                  </a:lnTo>
                  <a:lnTo>
                    <a:pt x="457695" y="182063"/>
                  </a:lnTo>
                  <a:lnTo>
                    <a:pt x="431916" y="182063"/>
                  </a:lnTo>
                  <a:lnTo>
                    <a:pt x="431916" y="139785"/>
                  </a:lnTo>
                  <a:lnTo>
                    <a:pt x="341166" y="139785"/>
                  </a:lnTo>
                  <a:lnTo>
                    <a:pt x="341166" y="118131"/>
                  </a:lnTo>
                  <a:close/>
                  <a:moveTo>
                    <a:pt x="591940" y="6311"/>
                  </a:moveTo>
                  <a:cubicBezTo>
                    <a:pt x="651759" y="6311"/>
                    <a:pt x="663105" y="59938"/>
                    <a:pt x="663105" y="96034"/>
                  </a:cubicBezTo>
                  <a:cubicBezTo>
                    <a:pt x="663105" y="132131"/>
                    <a:pt x="651759" y="184718"/>
                    <a:pt x="591940" y="184718"/>
                  </a:cubicBezTo>
                  <a:cubicBezTo>
                    <a:pt x="532132" y="184718"/>
                    <a:pt x="520785" y="132131"/>
                    <a:pt x="520785" y="96034"/>
                  </a:cubicBezTo>
                  <a:cubicBezTo>
                    <a:pt x="520785" y="59938"/>
                    <a:pt x="532132" y="6311"/>
                    <a:pt x="591940" y="6311"/>
                  </a:cubicBezTo>
                  <a:close/>
                  <a:moveTo>
                    <a:pt x="55695" y="6311"/>
                  </a:moveTo>
                  <a:lnTo>
                    <a:pt x="76309" y="6311"/>
                  </a:lnTo>
                  <a:lnTo>
                    <a:pt x="76309" y="180591"/>
                  </a:lnTo>
                  <a:lnTo>
                    <a:pt x="48473" y="180591"/>
                  </a:lnTo>
                  <a:lnTo>
                    <a:pt x="48473" y="56840"/>
                  </a:lnTo>
                  <a:lnTo>
                    <a:pt x="0" y="56840"/>
                  </a:lnTo>
                  <a:lnTo>
                    <a:pt x="0" y="39312"/>
                  </a:lnTo>
                  <a:cubicBezTo>
                    <a:pt x="33001" y="37244"/>
                    <a:pt x="47434" y="35187"/>
                    <a:pt x="55695" y="6311"/>
                  </a:cubicBezTo>
                  <a:close/>
                  <a:moveTo>
                    <a:pt x="228329" y="0"/>
                  </a:moveTo>
                  <a:cubicBezTo>
                    <a:pt x="251480" y="0"/>
                    <a:pt x="269319" y="6855"/>
                    <a:pt x="281842" y="20567"/>
                  </a:cubicBezTo>
                  <a:cubicBezTo>
                    <a:pt x="294366" y="34277"/>
                    <a:pt x="300627" y="53759"/>
                    <a:pt x="300627" y="79013"/>
                  </a:cubicBezTo>
                  <a:cubicBezTo>
                    <a:pt x="300627" y="112936"/>
                    <a:pt x="293842" y="139066"/>
                    <a:pt x="280271" y="157402"/>
                  </a:cubicBezTo>
                  <a:cubicBezTo>
                    <a:pt x="266698" y="175739"/>
                    <a:pt x="247440" y="184906"/>
                    <a:pt x="222492" y="184906"/>
                  </a:cubicBezTo>
                  <a:cubicBezTo>
                    <a:pt x="203432" y="184906"/>
                    <a:pt x="188238" y="180635"/>
                    <a:pt x="176912" y="172092"/>
                  </a:cubicBezTo>
                  <a:cubicBezTo>
                    <a:pt x="165586" y="163549"/>
                    <a:pt x="159524" y="151776"/>
                    <a:pt x="158725" y="136773"/>
                  </a:cubicBezTo>
                  <a:lnTo>
                    <a:pt x="184772" y="136773"/>
                  </a:lnTo>
                  <a:cubicBezTo>
                    <a:pt x="185869" y="146025"/>
                    <a:pt x="189685" y="153172"/>
                    <a:pt x="196223" y="158214"/>
                  </a:cubicBezTo>
                  <a:cubicBezTo>
                    <a:pt x="202759" y="163257"/>
                    <a:pt x="211514" y="165778"/>
                    <a:pt x="222492" y="165778"/>
                  </a:cubicBezTo>
                  <a:cubicBezTo>
                    <a:pt x="238658" y="165778"/>
                    <a:pt x="251132" y="158236"/>
                    <a:pt x="259913" y="143150"/>
                  </a:cubicBezTo>
                  <a:cubicBezTo>
                    <a:pt x="266300" y="131898"/>
                    <a:pt x="270441" y="117104"/>
                    <a:pt x="272337" y="98768"/>
                  </a:cubicBezTo>
                  <a:cubicBezTo>
                    <a:pt x="258965" y="112520"/>
                    <a:pt x="242349" y="119396"/>
                    <a:pt x="222492" y="119396"/>
                  </a:cubicBezTo>
                  <a:cubicBezTo>
                    <a:pt x="202533" y="119396"/>
                    <a:pt x="186443" y="113915"/>
                    <a:pt x="174218" y="102955"/>
                  </a:cubicBezTo>
                  <a:cubicBezTo>
                    <a:pt x="161995" y="91995"/>
                    <a:pt x="155882" y="77555"/>
                    <a:pt x="155882" y="59635"/>
                  </a:cubicBezTo>
                  <a:cubicBezTo>
                    <a:pt x="155882" y="41715"/>
                    <a:pt x="162518" y="27296"/>
                    <a:pt x="175790" y="16378"/>
                  </a:cubicBezTo>
                  <a:cubicBezTo>
                    <a:pt x="189062" y="5459"/>
                    <a:pt x="206575" y="0"/>
                    <a:pt x="228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7" name="任意多边形: 形状 156"/>
            <p:cNvSpPr/>
            <p:nvPr/>
          </p:nvSpPr>
          <p:spPr>
            <a:xfrm>
              <a:off x="3373025" y="4211641"/>
              <a:ext cx="3537217" cy="893065"/>
            </a:xfrm>
            <a:custGeom>
              <a:avLst/>
              <a:gdLst>
                <a:gd name="connsiteX0" fmla="*/ 162894 w 326707"/>
                <a:gd name="connsiteY0" fmla="*/ 82351 h 82486"/>
                <a:gd name="connsiteX1" fmla="*/ 135176 w 326707"/>
                <a:gd name="connsiteY1" fmla="*/ 76350 h 82486"/>
                <a:gd name="connsiteX2" fmla="*/ 143177 w 326707"/>
                <a:gd name="connsiteY2" fmla="*/ 44536 h 82486"/>
                <a:gd name="connsiteX3" fmla="*/ 19352 w 326707"/>
                <a:gd name="connsiteY3" fmla="*/ 21771 h 82486"/>
                <a:gd name="connsiteX4" fmla="*/ -365 w 326707"/>
                <a:gd name="connsiteY4" fmla="*/ -136 h 82486"/>
                <a:gd name="connsiteX5" fmla="*/ 30877 w 326707"/>
                <a:gd name="connsiteY5" fmla="*/ 4817 h 82486"/>
                <a:gd name="connsiteX6" fmla="*/ 133842 w 326707"/>
                <a:gd name="connsiteY6" fmla="*/ 5674 h 82486"/>
                <a:gd name="connsiteX7" fmla="*/ 162989 w 326707"/>
                <a:gd name="connsiteY7" fmla="*/ 5674 h 82486"/>
                <a:gd name="connsiteX8" fmla="*/ 192135 w 326707"/>
                <a:gd name="connsiteY8" fmla="*/ 5674 h 82486"/>
                <a:gd name="connsiteX9" fmla="*/ 295100 w 326707"/>
                <a:gd name="connsiteY9" fmla="*/ 4817 h 82486"/>
                <a:gd name="connsiteX10" fmla="*/ 326342 w 326707"/>
                <a:gd name="connsiteY10" fmla="*/ -136 h 82486"/>
                <a:gd name="connsiteX11" fmla="*/ 306721 w 326707"/>
                <a:gd name="connsiteY11" fmla="*/ 21771 h 82486"/>
                <a:gd name="connsiteX12" fmla="*/ 182896 w 326707"/>
                <a:gd name="connsiteY12" fmla="*/ 44536 h 82486"/>
                <a:gd name="connsiteX13" fmla="*/ 190897 w 326707"/>
                <a:gd name="connsiteY13" fmla="*/ 76350 h 8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707" h="82486">
                  <a:moveTo>
                    <a:pt x="162894" y="82351"/>
                  </a:moveTo>
                  <a:lnTo>
                    <a:pt x="135176" y="76350"/>
                  </a:lnTo>
                  <a:lnTo>
                    <a:pt x="143177" y="44536"/>
                  </a:lnTo>
                  <a:cubicBezTo>
                    <a:pt x="101245" y="41102"/>
                    <a:pt x="59763" y="33475"/>
                    <a:pt x="19352" y="21771"/>
                  </a:cubicBezTo>
                  <a:cubicBezTo>
                    <a:pt x="11564" y="15662"/>
                    <a:pt x="4893" y="8250"/>
                    <a:pt x="-365" y="-136"/>
                  </a:cubicBezTo>
                  <a:cubicBezTo>
                    <a:pt x="9900" y="2347"/>
                    <a:pt x="20347" y="4003"/>
                    <a:pt x="30877" y="4817"/>
                  </a:cubicBezTo>
                  <a:cubicBezTo>
                    <a:pt x="58785" y="5865"/>
                    <a:pt x="102410" y="2245"/>
                    <a:pt x="133842" y="5674"/>
                  </a:cubicBezTo>
                  <a:lnTo>
                    <a:pt x="162989" y="5674"/>
                  </a:lnTo>
                  <a:lnTo>
                    <a:pt x="192135" y="5674"/>
                  </a:lnTo>
                  <a:cubicBezTo>
                    <a:pt x="223568" y="2245"/>
                    <a:pt x="267288" y="5674"/>
                    <a:pt x="295100" y="4817"/>
                  </a:cubicBezTo>
                  <a:cubicBezTo>
                    <a:pt x="305630" y="4003"/>
                    <a:pt x="316077" y="2347"/>
                    <a:pt x="326342" y="-136"/>
                  </a:cubicBezTo>
                  <a:cubicBezTo>
                    <a:pt x="321105" y="8236"/>
                    <a:pt x="314468" y="15647"/>
                    <a:pt x="306721" y="21771"/>
                  </a:cubicBezTo>
                  <a:cubicBezTo>
                    <a:pt x="266307" y="33462"/>
                    <a:pt x="224826" y="41088"/>
                    <a:pt x="182896" y="44536"/>
                  </a:cubicBezTo>
                  <a:lnTo>
                    <a:pt x="190897" y="76350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8" name="任意多边形: 形状 157"/>
            <p:cNvSpPr/>
            <p:nvPr/>
          </p:nvSpPr>
          <p:spPr>
            <a:xfrm>
              <a:off x="3518431" y="3788820"/>
              <a:ext cx="3246401" cy="902357"/>
            </a:xfrm>
            <a:custGeom>
              <a:avLst/>
              <a:gdLst>
                <a:gd name="connsiteX0" fmla="*/ 149463 w 299846"/>
                <a:gd name="connsiteY0" fmla="*/ 6151 h 83344"/>
                <a:gd name="connsiteX1" fmla="*/ 191564 w 299846"/>
                <a:gd name="connsiteY1" fmla="*/ 6151 h 83344"/>
                <a:gd name="connsiteX2" fmla="*/ 277289 w 299846"/>
                <a:gd name="connsiteY2" fmla="*/ 2722 h 83344"/>
                <a:gd name="connsiteX3" fmla="*/ 299482 w 299846"/>
                <a:gd name="connsiteY3" fmla="*/ -135 h 83344"/>
                <a:gd name="connsiteX4" fmla="*/ 279289 w 299846"/>
                <a:gd name="connsiteY4" fmla="*/ 21391 h 83344"/>
                <a:gd name="connsiteX5" fmla="*/ 254619 w 299846"/>
                <a:gd name="connsiteY5" fmla="*/ 32631 h 83344"/>
                <a:gd name="connsiteX6" fmla="*/ 195278 w 299846"/>
                <a:gd name="connsiteY6" fmla="*/ 45871 h 83344"/>
                <a:gd name="connsiteX7" fmla="*/ 168799 w 299846"/>
                <a:gd name="connsiteY7" fmla="*/ 48823 h 83344"/>
                <a:gd name="connsiteX8" fmla="*/ 176229 w 299846"/>
                <a:gd name="connsiteY8" fmla="*/ 78636 h 83344"/>
                <a:gd name="connsiteX9" fmla="*/ 149558 w 299846"/>
                <a:gd name="connsiteY9" fmla="*/ 83208 h 83344"/>
                <a:gd name="connsiteX10" fmla="*/ 122889 w 299846"/>
                <a:gd name="connsiteY10" fmla="*/ 78636 h 83344"/>
                <a:gd name="connsiteX11" fmla="*/ 130318 w 299846"/>
                <a:gd name="connsiteY11" fmla="*/ 48823 h 83344"/>
                <a:gd name="connsiteX12" fmla="*/ 103839 w 299846"/>
                <a:gd name="connsiteY12" fmla="*/ 45870 h 83344"/>
                <a:gd name="connsiteX13" fmla="*/ 44498 w 299846"/>
                <a:gd name="connsiteY13" fmla="*/ 32630 h 83344"/>
                <a:gd name="connsiteX14" fmla="*/ 19828 w 299846"/>
                <a:gd name="connsiteY14" fmla="*/ 21391 h 83344"/>
                <a:gd name="connsiteX15" fmla="*/ -365 w 299846"/>
                <a:gd name="connsiteY15" fmla="*/ -136 h 83344"/>
                <a:gd name="connsiteX16" fmla="*/ 21828 w 299846"/>
                <a:gd name="connsiteY16" fmla="*/ 2721 h 83344"/>
                <a:gd name="connsiteX17" fmla="*/ 107553 w 299846"/>
                <a:gd name="connsiteY17" fmla="*/ 6150 h 83344"/>
                <a:gd name="connsiteX18" fmla="*/ 149654 w 299846"/>
                <a:gd name="connsiteY18" fmla="*/ 6151 h 83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846" h="83344">
                  <a:moveTo>
                    <a:pt x="149463" y="6151"/>
                  </a:moveTo>
                  <a:cubicBezTo>
                    <a:pt x="170323" y="6151"/>
                    <a:pt x="191659" y="6151"/>
                    <a:pt x="191564" y="6151"/>
                  </a:cubicBezTo>
                  <a:cubicBezTo>
                    <a:pt x="219999" y="2694"/>
                    <a:pt x="248668" y="1547"/>
                    <a:pt x="277289" y="2722"/>
                  </a:cubicBezTo>
                  <a:cubicBezTo>
                    <a:pt x="284757" y="2441"/>
                    <a:pt x="292185" y="1485"/>
                    <a:pt x="299482" y="-135"/>
                  </a:cubicBezTo>
                  <a:cubicBezTo>
                    <a:pt x="294242" y="8306"/>
                    <a:pt x="287378" y="15623"/>
                    <a:pt x="279289" y="21391"/>
                  </a:cubicBezTo>
                  <a:cubicBezTo>
                    <a:pt x="271430" y="25890"/>
                    <a:pt x="263171" y="29653"/>
                    <a:pt x="254619" y="32631"/>
                  </a:cubicBezTo>
                  <a:cubicBezTo>
                    <a:pt x="235136" y="38283"/>
                    <a:pt x="215317" y="42705"/>
                    <a:pt x="195278" y="45871"/>
                  </a:cubicBezTo>
                  <a:cubicBezTo>
                    <a:pt x="185754" y="47013"/>
                    <a:pt x="176800" y="48156"/>
                    <a:pt x="168799" y="48823"/>
                  </a:cubicBezTo>
                  <a:lnTo>
                    <a:pt x="176229" y="78636"/>
                  </a:lnTo>
                  <a:lnTo>
                    <a:pt x="149558" y="83208"/>
                  </a:lnTo>
                  <a:lnTo>
                    <a:pt x="122889" y="78636"/>
                  </a:lnTo>
                  <a:lnTo>
                    <a:pt x="130318" y="48823"/>
                  </a:lnTo>
                  <a:cubicBezTo>
                    <a:pt x="122317" y="48156"/>
                    <a:pt x="113078" y="47013"/>
                    <a:pt x="103839" y="45870"/>
                  </a:cubicBezTo>
                  <a:cubicBezTo>
                    <a:pt x="83800" y="42705"/>
                    <a:pt x="63981" y="38283"/>
                    <a:pt x="44498" y="32630"/>
                  </a:cubicBezTo>
                  <a:cubicBezTo>
                    <a:pt x="35946" y="29652"/>
                    <a:pt x="27687" y="25889"/>
                    <a:pt x="19828" y="21391"/>
                  </a:cubicBezTo>
                  <a:cubicBezTo>
                    <a:pt x="11739" y="15622"/>
                    <a:pt x="4875" y="8305"/>
                    <a:pt x="-365" y="-136"/>
                  </a:cubicBezTo>
                  <a:cubicBezTo>
                    <a:pt x="6931" y="1484"/>
                    <a:pt x="14359" y="2441"/>
                    <a:pt x="21828" y="2721"/>
                  </a:cubicBezTo>
                  <a:cubicBezTo>
                    <a:pt x="50449" y="1547"/>
                    <a:pt x="79118" y="2694"/>
                    <a:pt x="107553" y="6150"/>
                  </a:cubicBezTo>
                  <a:cubicBezTo>
                    <a:pt x="107553" y="6151"/>
                    <a:pt x="128794" y="6151"/>
                    <a:pt x="149654" y="6151"/>
                  </a:cubicBezTo>
                </a:path>
              </a:pathLst>
            </a:custGeom>
            <a:solidFill>
              <a:srgbClr val="13AE6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9" name="任意多边形: 形状 158"/>
            <p:cNvSpPr/>
            <p:nvPr/>
          </p:nvSpPr>
          <p:spPr>
            <a:xfrm>
              <a:off x="3703032" y="3358787"/>
              <a:ext cx="2883406" cy="928137"/>
            </a:xfrm>
            <a:custGeom>
              <a:avLst/>
              <a:gdLst>
                <a:gd name="connsiteX0" fmla="*/ 132699 w 266319"/>
                <a:gd name="connsiteY0" fmla="*/ 85589 h 85725"/>
                <a:gd name="connsiteX1" fmla="*/ 132223 w 266319"/>
                <a:gd name="connsiteY1" fmla="*/ 85589 h 85725"/>
                <a:gd name="connsiteX2" fmla="*/ 107077 w 266319"/>
                <a:gd name="connsiteY2" fmla="*/ 82637 h 85725"/>
                <a:gd name="connsiteX3" fmla="*/ 113840 w 266319"/>
                <a:gd name="connsiteY3" fmla="*/ 54062 h 85725"/>
                <a:gd name="connsiteX4" fmla="*/ 91551 w 266319"/>
                <a:gd name="connsiteY4" fmla="*/ 52728 h 85725"/>
                <a:gd name="connsiteX5" fmla="*/ 43355 w 266319"/>
                <a:gd name="connsiteY5" fmla="*/ 38536 h 85725"/>
                <a:gd name="connsiteX6" fmla="*/ 18685 w 266319"/>
                <a:gd name="connsiteY6" fmla="*/ 22629 h 85725"/>
                <a:gd name="connsiteX7" fmla="*/ -365 w 266319"/>
                <a:gd name="connsiteY7" fmla="*/ -136 h 85725"/>
                <a:gd name="connsiteX8" fmla="*/ 21352 w 266319"/>
                <a:gd name="connsiteY8" fmla="*/ 2627 h 85725"/>
                <a:gd name="connsiteX9" fmla="*/ 91456 w 266319"/>
                <a:gd name="connsiteY9" fmla="*/ 6818 h 85725"/>
                <a:gd name="connsiteX10" fmla="*/ 132794 w 266319"/>
                <a:gd name="connsiteY10" fmla="*/ 6818 h 85725"/>
                <a:gd name="connsiteX11" fmla="*/ 174133 w 266319"/>
                <a:gd name="connsiteY11" fmla="*/ 6818 h 85725"/>
                <a:gd name="connsiteX12" fmla="*/ 244237 w 266319"/>
                <a:gd name="connsiteY12" fmla="*/ 2627 h 85725"/>
                <a:gd name="connsiteX13" fmla="*/ 265954 w 266319"/>
                <a:gd name="connsiteY13" fmla="*/ -136 h 85725"/>
                <a:gd name="connsiteX14" fmla="*/ 246904 w 266319"/>
                <a:gd name="connsiteY14" fmla="*/ 22629 h 85725"/>
                <a:gd name="connsiteX15" fmla="*/ 222234 w 266319"/>
                <a:gd name="connsiteY15" fmla="*/ 38536 h 85725"/>
                <a:gd name="connsiteX16" fmla="*/ 174038 w 266319"/>
                <a:gd name="connsiteY16" fmla="*/ 52728 h 85725"/>
                <a:gd name="connsiteX17" fmla="*/ 151654 w 266319"/>
                <a:gd name="connsiteY17" fmla="*/ 54062 h 85725"/>
                <a:gd name="connsiteX18" fmla="*/ 158417 w 266319"/>
                <a:gd name="connsiteY18" fmla="*/ 82637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319" h="85725">
                  <a:moveTo>
                    <a:pt x="132699" y="85589"/>
                  </a:moveTo>
                  <a:lnTo>
                    <a:pt x="132223" y="85589"/>
                  </a:lnTo>
                  <a:lnTo>
                    <a:pt x="107077" y="82637"/>
                  </a:lnTo>
                  <a:lnTo>
                    <a:pt x="113840" y="54062"/>
                  </a:lnTo>
                  <a:cubicBezTo>
                    <a:pt x="106384" y="54659"/>
                    <a:pt x="98882" y="54210"/>
                    <a:pt x="91551" y="52728"/>
                  </a:cubicBezTo>
                  <a:cubicBezTo>
                    <a:pt x="74928" y="50153"/>
                    <a:pt x="58721" y="45380"/>
                    <a:pt x="43355" y="38536"/>
                  </a:cubicBezTo>
                  <a:cubicBezTo>
                    <a:pt x="34466" y="34344"/>
                    <a:pt x="26171" y="28996"/>
                    <a:pt x="18685" y="22629"/>
                  </a:cubicBezTo>
                  <a:cubicBezTo>
                    <a:pt x="11003" y="16263"/>
                    <a:pt x="4548" y="8548"/>
                    <a:pt x="-365" y="-136"/>
                  </a:cubicBezTo>
                  <a:cubicBezTo>
                    <a:pt x="-365" y="-136"/>
                    <a:pt x="14684" y="2246"/>
                    <a:pt x="21352" y="2627"/>
                  </a:cubicBezTo>
                  <a:cubicBezTo>
                    <a:pt x="34020" y="3198"/>
                    <a:pt x="58404" y="4055"/>
                    <a:pt x="91456" y="6818"/>
                  </a:cubicBezTo>
                  <a:cubicBezTo>
                    <a:pt x="91456" y="6818"/>
                    <a:pt x="112411" y="6818"/>
                    <a:pt x="132794" y="6818"/>
                  </a:cubicBezTo>
                  <a:cubicBezTo>
                    <a:pt x="153178" y="6818"/>
                    <a:pt x="173942" y="6818"/>
                    <a:pt x="174133" y="6818"/>
                  </a:cubicBezTo>
                  <a:cubicBezTo>
                    <a:pt x="207185" y="4055"/>
                    <a:pt x="231283" y="3198"/>
                    <a:pt x="244237" y="2627"/>
                  </a:cubicBezTo>
                  <a:cubicBezTo>
                    <a:pt x="250904" y="2627"/>
                    <a:pt x="266049" y="55"/>
                    <a:pt x="265954" y="-136"/>
                  </a:cubicBezTo>
                  <a:cubicBezTo>
                    <a:pt x="261024" y="8536"/>
                    <a:pt x="254571" y="16248"/>
                    <a:pt x="246904" y="22629"/>
                  </a:cubicBezTo>
                  <a:cubicBezTo>
                    <a:pt x="239402" y="28975"/>
                    <a:pt x="231110" y="34322"/>
                    <a:pt x="222234" y="38536"/>
                  </a:cubicBezTo>
                  <a:cubicBezTo>
                    <a:pt x="206859" y="45355"/>
                    <a:pt x="190655" y="50127"/>
                    <a:pt x="174038" y="52728"/>
                  </a:cubicBezTo>
                  <a:cubicBezTo>
                    <a:pt x="166675" y="54209"/>
                    <a:pt x="159141" y="54658"/>
                    <a:pt x="151654" y="54062"/>
                  </a:cubicBezTo>
                  <a:lnTo>
                    <a:pt x="158417" y="82637"/>
                  </a:lnTo>
                  <a:close/>
                </a:path>
              </a:pathLst>
            </a:custGeom>
            <a:solidFill>
              <a:srgbClr val="89C99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 dirty="0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0" name="任意多边形: 形状 159"/>
            <p:cNvSpPr/>
            <p:nvPr/>
          </p:nvSpPr>
          <p:spPr>
            <a:xfrm>
              <a:off x="3872159" y="2875128"/>
              <a:ext cx="2534835" cy="962162"/>
            </a:xfrm>
            <a:custGeom>
              <a:avLst/>
              <a:gdLst>
                <a:gd name="connsiteX0" fmla="*/ 116793 w 234124"/>
                <a:gd name="connsiteY0" fmla="*/ 88732 h 88868"/>
                <a:gd name="connsiteX1" fmla="*/ 92790 w 234124"/>
                <a:gd name="connsiteY1" fmla="*/ 87208 h 88868"/>
                <a:gd name="connsiteX2" fmla="*/ 99076 w 234124"/>
                <a:gd name="connsiteY2" fmla="*/ 61300 h 88868"/>
                <a:gd name="connsiteX3" fmla="*/ 82407 w 234124"/>
                <a:gd name="connsiteY3" fmla="*/ 61300 h 88868"/>
                <a:gd name="connsiteX4" fmla="*/ 47736 w 234124"/>
                <a:gd name="connsiteY4" fmla="*/ 50251 h 88868"/>
                <a:gd name="connsiteX5" fmla="*/ 15351 w 234124"/>
                <a:gd name="connsiteY5" fmla="*/ 24534 h 88868"/>
                <a:gd name="connsiteX6" fmla="*/ -365 w 234124"/>
                <a:gd name="connsiteY6" fmla="*/ -136 h 88868"/>
                <a:gd name="connsiteX7" fmla="*/ 12684 w 234124"/>
                <a:gd name="connsiteY7" fmla="*/ 2817 h 88868"/>
                <a:gd name="connsiteX8" fmla="*/ 88884 w 234124"/>
                <a:gd name="connsiteY8" fmla="*/ 12342 h 88868"/>
                <a:gd name="connsiteX9" fmla="*/ 144510 w 234124"/>
                <a:gd name="connsiteY9" fmla="*/ 12342 h 88868"/>
                <a:gd name="connsiteX10" fmla="*/ 220710 w 234124"/>
                <a:gd name="connsiteY10" fmla="*/ 2817 h 88868"/>
                <a:gd name="connsiteX11" fmla="*/ 233759 w 234124"/>
                <a:gd name="connsiteY11" fmla="*/ -136 h 88868"/>
                <a:gd name="connsiteX12" fmla="*/ 218043 w 234124"/>
                <a:gd name="connsiteY12" fmla="*/ 24534 h 88868"/>
                <a:gd name="connsiteX13" fmla="*/ 185753 w 234124"/>
                <a:gd name="connsiteY13" fmla="*/ 50252 h 88868"/>
                <a:gd name="connsiteX14" fmla="*/ 150892 w 234124"/>
                <a:gd name="connsiteY14" fmla="*/ 62063 h 88868"/>
                <a:gd name="connsiteX15" fmla="*/ 134318 w 234124"/>
                <a:gd name="connsiteY15" fmla="*/ 62063 h 88868"/>
                <a:gd name="connsiteX16" fmla="*/ 140510 w 234124"/>
                <a:gd name="connsiteY16" fmla="*/ 879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124" h="88868">
                  <a:moveTo>
                    <a:pt x="116793" y="88732"/>
                  </a:moveTo>
                  <a:lnTo>
                    <a:pt x="92790" y="87208"/>
                  </a:lnTo>
                  <a:lnTo>
                    <a:pt x="99076" y="61300"/>
                  </a:lnTo>
                  <a:cubicBezTo>
                    <a:pt x="93620" y="62791"/>
                    <a:pt x="87864" y="62791"/>
                    <a:pt x="82407" y="61300"/>
                  </a:cubicBezTo>
                  <a:cubicBezTo>
                    <a:pt x="70332" y="59502"/>
                    <a:pt x="58625" y="55771"/>
                    <a:pt x="47736" y="50251"/>
                  </a:cubicBezTo>
                  <a:cubicBezTo>
                    <a:pt x="35340" y="43915"/>
                    <a:pt x="24330" y="35173"/>
                    <a:pt x="15351" y="24534"/>
                  </a:cubicBezTo>
                  <a:cubicBezTo>
                    <a:pt x="8934" y="17123"/>
                    <a:pt x="3639" y="8812"/>
                    <a:pt x="-365" y="-136"/>
                  </a:cubicBezTo>
                  <a:cubicBezTo>
                    <a:pt x="3925" y="1097"/>
                    <a:pt x="8282" y="2082"/>
                    <a:pt x="12684" y="2817"/>
                  </a:cubicBezTo>
                  <a:cubicBezTo>
                    <a:pt x="37809" y="7902"/>
                    <a:pt x="63281" y="11086"/>
                    <a:pt x="88884" y="12342"/>
                  </a:cubicBezTo>
                  <a:lnTo>
                    <a:pt x="144510" y="12342"/>
                  </a:lnTo>
                  <a:cubicBezTo>
                    <a:pt x="170114" y="11086"/>
                    <a:pt x="195586" y="7902"/>
                    <a:pt x="220710" y="2817"/>
                  </a:cubicBezTo>
                  <a:cubicBezTo>
                    <a:pt x="225113" y="2083"/>
                    <a:pt x="229470" y="1097"/>
                    <a:pt x="233759" y="-136"/>
                  </a:cubicBezTo>
                  <a:cubicBezTo>
                    <a:pt x="229756" y="8812"/>
                    <a:pt x="224460" y="17124"/>
                    <a:pt x="218043" y="24534"/>
                  </a:cubicBezTo>
                  <a:cubicBezTo>
                    <a:pt x="209092" y="35163"/>
                    <a:pt x="198116" y="43905"/>
                    <a:pt x="185753" y="50252"/>
                  </a:cubicBezTo>
                  <a:cubicBezTo>
                    <a:pt x="174841" y="56032"/>
                    <a:pt x="163070" y="60020"/>
                    <a:pt x="150892" y="62063"/>
                  </a:cubicBezTo>
                  <a:cubicBezTo>
                    <a:pt x="145468" y="63555"/>
                    <a:pt x="139742" y="63555"/>
                    <a:pt x="134318" y="62063"/>
                  </a:cubicBezTo>
                  <a:lnTo>
                    <a:pt x="140510" y="87971"/>
                  </a:lnTo>
                  <a:close/>
                </a:path>
              </a:pathLst>
            </a:custGeom>
            <a:solidFill>
              <a:srgbClr val="CAE5C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1" name="任意多边形: 形状 160"/>
            <p:cNvSpPr/>
            <p:nvPr/>
          </p:nvSpPr>
          <p:spPr>
            <a:xfrm>
              <a:off x="4050561" y="2168719"/>
              <a:ext cx="2183167" cy="1215848"/>
            </a:xfrm>
            <a:custGeom>
              <a:avLst/>
              <a:gdLst>
                <a:gd name="connsiteX0" fmla="*/ 78597 w 201643"/>
                <a:gd name="connsiteY0" fmla="*/ 112164 h 112299"/>
                <a:gd name="connsiteX1" fmla="*/ 84217 w 201643"/>
                <a:gd name="connsiteY1" fmla="*/ 89113 h 112299"/>
                <a:gd name="connsiteX2" fmla="*/ 69072 w 201643"/>
                <a:gd name="connsiteY2" fmla="*/ 89685 h 112299"/>
                <a:gd name="connsiteX3" fmla="*/ 56118 w 201643"/>
                <a:gd name="connsiteY3" fmla="*/ 78731 h 112299"/>
                <a:gd name="connsiteX4" fmla="*/ 37068 w 201643"/>
                <a:gd name="connsiteY4" fmla="*/ 73397 h 112299"/>
                <a:gd name="connsiteX5" fmla="*/ 28972 w 201643"/>
                <a:gd name="connsiteY5" fmla="*/ 57014 h 112299"/>
                <a:gd name="connsiteX6" fmla="*/ 7636 w 201643"/>
                <a:gd name="connsiteY6" fmla="*/ 43679 h 112299"/>
                <a:gd name="connsiteX7" fmla="*/ -365 w 201643"/>
                <a:gd name="connsiteY7" fmla="*/ 21105 h 112299"/>
                <a:gd name="connsiteX8" fmla="*/ 87837 w 201643"/>
                <a:gd name="connsiteY8" fmla="*/ 34154 h 112299"/>
                <a:gd name="connsiteX9" fmla="*/ 92599 w 201643"/>
                <a:gd name="connsiteY9" fmla="*/ 9961 h 112299"/>
                <a:gd name="connsiteX10" fmla="*/ 100409 w 201643"/>
                <a:gd name="connsiteY10" fmla="*/ -136 h 112299"/>
                <a:gd name="connsiteX11" fmla="*/ 100409 w 201643"/>
                <a:gd name="connsiteY11" fmla="*/ -136 h 112299"/>
                <a:gd name="connsiteX12" fmla="*/ 108220 w 201643"/>
                <a:gd name="connsiteY12" fmla="*/ 9961 h 112299"/>
                <a:gd name="connsiteX13" fmla="*/ 112982 w 201643"/>
                <a:gd name="connsiteY13" fmla="*/ 34154 h 112299"/>
                <a:gd name="connsiteX14" fmla="*/ 201279 w 201643"/>
                <a:gd name="connsiteY14" fmla="*/ 21105 h 112299"/>
                <a:gd name="connsiteX15" fmla="*/ 193278 w 201643"/>
                <a:gd name="connsiteY15" fmla="*/ 43679 h 112299"/>
                <a:gd name="connsiteX16" fmla="*/ 171942 w 201643"/>
                <a:gd name="connsiteY16" fmla="*/ 57014 h 112299"/>
                <a:gd name="connsiteX17" fmla="*/ 163751 w 201643"/>
                <a:gd name="connsiteY17" fmla="*/ 73397 h 112299"/>
                <a:gd name="connsiteX18" fmla="*/ 144701 w 201643"/>
                <a:gd name="connsiteY18" fmla="*/ 78731 h 112299"/>
                <a:gd name="connsiteX19" fmla="*/ 131651 w 201643"/>
                <a:gd name="connsiteY19" fmla="*/ 89685 h 112299"/>
                <a:gd name="connsiteX20" fmla="*/ 116507 w 201643"/>
                <a:gd name="connsiteY20" fmla="*/ 89113 h 112299"/>
                <a:gd name="connsiteX21" fmla="*/ 122126 w 201643"/>
                <a:gd name="connsiteY21" fmla="*/ 112164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1643" h="112299">
                  <a:moveTo>
                    <a:pt x="78597" y="112164"/>
                  </a:moveTo>
                  <a:lnTo>
                    <a:pt x="84217" y="89113"/>
                  </a:lnTo>
                  <a:cubicBezTo>
                    <a:pt x="79371" y="90976"/>
                    <a:pt x="74044" y="91177"/>
                    <a:pt x="69072" y="89685"/>
                  </a:cubicBezTo>
                  <a:cubicBezTo>
                    <a:pt x="63385" y="88055"/>
                    <a:pt x="58670" y="84068"/>
                    <a:pt x="56118" y="78731"/>
                  </a:cubicBezTo>
                  <a:cubicBezTo>
                    <a:pt x="49336" y="79278"/>
                    <a:pt x="42581" y="77387"/>
                    <a:pt x="37068" y="73397"/>
                  </a:cubicBezTo>
                  <a:cubicBezTo>
                    <a:pt x="32448" y="69117"/>
                    <a:pt x="29565" y="63285"/>
                    <a:pt x="28972" y="57014"/>
                  </a:cubicBezTo>
                  <a:cubicBezTo>
                    <a:pt x="20600" y="55005"/>
                    <a:pt x="13110" y="50324"/>
                    <a:pt x="7636" y="43679"/>
                  </a:cubicBezTo>
                  <a:cubicBezTo>
                    <a:pt x="2458" y="37295"/>
                    <a:pt x="-368" y="29325"/>
                    <a:pt x="-365" y="21105"/>
                  </a:cubicBezTo>
                  <a:cubicBezTo>
                    <a:pt x="28175" y="30029"/>
                    <a:pt x="57935" y="34432"/>
                    <a:pt x="87837" y="34154"/>
                  </a:cubicBezTo>
                  <a:lnTo>
                    <a:pt x="92599" y="9961"/>
                  </a:lnTo>
                  <a:cubicBezTo>
                    <a:pt x="93075" y="7389"/>
                    <a:pt x="94218" y="-136"/>
                    <a:pt x="100409" y="-136"/>
                  </a:cubicBezTo>
                  <a:lnTo>
                    <a:pt x="100409" y="-136"/>
                  </a:lnTo>
                  <a:cubicBezTo>
                    <a:pt x="106600" y="-136"/>
                    <a:pt x="107744" y="7389"/>
                    <a:pt x="108220" y="9961"/>
                  </a:cubicBezTo>
                  <a:lnTo>
                    <a:pt x="112982" y="34154"/>
                  </a:lnTo>
                  <a:cubicBezTo>
                    <a:pt x="142914" y="34422"/>
                    <a:pt x="172704" y="30019"/>
                    <a:pt x="201279" y="21105"/>
                  </a:cubicBezTo>
                  <a:cubicBezTo>
                    <a:pt x="201236" y="29317"/>
                    <a:pt x="198416" y="37273"/>
                    <a:pt x="193278" y="43679"/>
                  </a:cubicBezTo>
                  <a:cubicBezTo>
                    <a:pt x="187790" y="50308"/>
                    <a:pt x="180306" y="54986"/>
                    <a:pt x="171942" y="57014"/>
                  </a:cubicBezTo>
                  <a:cubicBezTo>
                    <a:pt x="171289" y="63288"/>
                    <a:pt x="168378" y="69110"/>
                    <a:pt x="163751" y="73397"/>
                  </a:cubicBezTo>
                  <a:cubicBezTo>
                    <a:pt x="158238" y="77387"/>
                    <a:pt x="151483" y="79278"/>
                    <a:pt x="144701" y="78731"/>
                  </a:cubicBezTo>
                  <a:cubicBezTo>
                    <a:pt x="142098" y="84066"/>
                    <a:pt x="137356" y="88046"/>
                    <a:pt x="131651" y="89685"/>
                  </a:cubicBezTo>
                  <a:cubicBezTo>
                    <a:pt x="126679" y="91177"/>
                    <a:pt x="121352" y="90976"/>
                    <a:pt x="116507" y="89113"/>
                  </a:cubicBezTo>
                  <a:lnTo>
                    <a:pt x="122126" y="11216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2" name="任意多边形: 形状 161"/>
            <p:cNvSpPr/>
            <p:nvPr/>
          </p:nvSpPr>
          <p:spPr>
            <a:xfrm>
              <a:off x="4030967" y="2154274"/>
              <a:ext cx="2216175" cy="1248848"/>
            </a:xfrm>
            <a:custGeom>
              <a:avLst/>
              <a:gdLst>
                <a:gd name="connsiteX0" fmla="*/ 126032 w 204692"/>
                <a:gd name="connsiteY0" fmla="*/ 115212 h 115347"/>
                <a:gd name="connsiteX1" fmla="*/ 78407 w 204692"/>
                <a:gd name="connsiteY1" fmla="*/ 115212 h 115347"/>
                <a:gd name="connsiteX2" fmla="*/ 83932 w 204692"/>
                <a:gd name="connsiteY2" fmla="*/ 93019 h 115347"/>
                <a:gd name="connsiteX3" fmla="*/ 77740 w 204692"/>
                <a:gd name="connsiteY3" fmla="*/ 93685 h 115347"/>
                <a:gd name="connsiteX4" fmla="*/ 70597 w 204692"/>
                <a:gd name="connsiteY4" fmla="*/ 92638 h 115347"/>
                <a:gd name="connsiteX5" fmla="*/ 57071 w 204692"/>
                <a:gd name="connsiteY5" fmla="*/ 81874 h 115347"/>
                <a:gd name="connsiteX6" fmla="*/ 55737 w 204692"/>
                <a:gd name="connsiteY6" fmla="*/ 81874 h 115347"/>
                <a:gd name="connsiteX7" fmla="*/ 37735 w 204692"/>
                <a:gd name="connsiteY7" fmla="*/ 76064 h 115347"/>
                <a:gd name="connsiteX8" fmla="*/ 29067 w 204692"/>
                <a:gd name="connsiteY8" fmla="*/ 59777 h 115347"/>
                <a:gd name="connsiteX9" fmla="*/ 8017 w 204692"/>
                <a:gd name="connsiteY9" fmla="*/ 46156 h 115347"/>
                <a:gd name="connsiteX10" fmla="*/ -365 w 204692"/>
                <a:gd name="connsiteY10" fmla="*/ 22439 h 115347"/>
                <a:gd name="connsiteX11" fmla="*/ -365 w 204692"/>
                <a:gd name="connsiteY11" fmla="*/ 20057 h 115347"/>
                <a:gd name="connsiteX12" fmla="*/ 1826 w 204692"/>
                <a:gd name="connsiteY12" fmla="*/ 20819 h 115347"/>
                <a:gd name="connsiteX13" fmla="*/ 88027 w 204692"/>
                <a:gd name="connsiteY13" fmla="*/ 33773 h 115347"/>
                <a:gd name="connsiteX14" fmla="*/ 88027 w 204692"/>
                <a:gd name="connsiteY14" fmla="*/ 33773 h 115347"/>
                <a:gd name="connsiteX15" fmla="*/ 92409 w 204692"/>
                <a:gd name="connsiteY15" fmla="*/ 10913 h 115347"/>
                <a:gd name="connsiteX16" fmla="*/ 92409 w 204692"/>
                <a:gd name="connsiteY16" fmla="*/ 10913 h 115347"/>
                <a:gd name="connsiteX17" fmla="*/ 101934 w 204692"/>
                <a:gd name="connsiteY17" fmla="*/ -136 h 115347"/>
                <a:gd name="connsiteX18" fmla="*/ 101934 w 204692"/>
                <a:gd name="connsiteY18" fmla="*/ -136 h 115347"/>
                <a:gd name="connsiteX19" fmla="*/ 111459 w 204692"/>
                <a:gd name="connsiteY19" fmla="*/ 10913 h 115347"/>
                <a:gd name="connsiteX20" fmla="*/ 111459 w 204692"/>
                <a:gd name="connsiteY20" fmla="*/ 10913 h 115347"/>
                <a:gd name="connsiteX21" fmla="*/ 115935 w 204692"/>
                <a:gd name="connsiteY21" fmla="*/ 33773 h 115347"/>
                <a:gd name="connsiteX22" fmla="*/ 115935 w 204692"/>
                <a:gd name="connsiteY22" fmla="*/ 33773 h 115347"/>
                <a:gd name="connsiteX23" fmla="*/ 202137 w 204692"/>
                <a:gd name="connsiteY23" fmla="*/ 20819 h 115347"/>
                <a:gd name="connsiteX24" fmla="*/ 204327 w 204692"/>
                <a:gd name="connsiteY24" fmla="*/ 20057 h 115347"/>
                <a:gd name="connsiteX25" fmla="*/ 204327 w 204692"/>
                <a:gd name="connsiteY25" fmla="*/ 22438 h 115347"/>
                <a:gd name="connsiteX26" fmla="*/ 196041 w 204692"/>
                <a:gd name="connsiteY26" fmla="*/ 46155 h 115347"/>
                <a:gd name="connsiteX27" fmla="*/ 174895 w 204692"/>
                <a:gd name="connsiteY27" fmla="*/ 59776 h 115347"/>
                <a:gd name="connsiteX28" fmla="*/ 166227 w 204692"/>
                <a:gd name="connsiteY28" fmla="*/ 76064 h 115347"/>
                <a:gd name="connsiteX29" fmla="*/ 147177 w 204692"/>
                <a:gd name="connsiteY29" fmla="*/ 81874 h 115347"/>
                <a:gd name="connsiteX30" fmla="*/ 133747 w 204692"/>
                <a:gd name="connsiteY30" fmla="*/ 92637 h 115347"/>
                <a:gd name="connsiteX31" fmla="*/ 126603 w 204692"/>
                <a:gd name="connsiteY31" fmla="*/ 93685 h 115347"/>
                <a:gd name="connsiteX32" fmla="*/ 120412 w 204692"/>
                <a:gd name="connsiteY32" fmla="*/ 93018 h 115347"/>
                <a:gd name="connsiteX33" fmla="*/ 82598 w 204692"/>
                <a:gd name="connsiteY33" fmla="*/ 111783 h 115347"/>
                <a:gd name="connsiteX34" fmla="*/ 121651 w 204692"/>
                <a:gd name="connsiteY34" fmla="*/ 111783 h 115347"/>
                <a:gd name="connsiteX35" fmla="*/ 115745 w 204692"/>
                <a:gd name="connsiteY35" fmla="*/ 87589 h 115347"/>
                <a:gd name="connsiteX36" fmla="*/ 118888 w 204692"/>
                <a:gd name="connsiteY36" fmla="*/ 88923 h 115347"/>
                <a:gd name="connsiteX37" fmla="*/ 126794 w 204692"/>
                <a:gd name="connsiteY37" fmla="*/ 90352 h 115347"/>
                <a:gd name="connsiteX38" fmla="*/ 132890 w 204692"/>
                <a:gd name="connsiteY38" fmla="*/ 89399 h 115347"/>
                <a:gd name="connsiteX39" fmla="*/ 144796 w 204692"/>
                <a:gd name="connsiteY39" fmla="*/ 79874 h 115347"/>
                <a:gd name="connsiteX40" fmla="*/ 145273 w 204692"/>
                <a:gd name="connsiteY40" fmla="*/ 78636 h 115347"/>
                <a:gd name="connsiteX41" fmla="*/ 148702 w 204692"/>
                <a:gd name="connsiteY41" fmla="*/ 78636 h 115347"/>
                <a:gd name="connsiteX42" fmla="*/ 164513 w 204692"/>
                <a:gd name="connsiteY42" fmla="*/ 73683 h 115347"/>
                <a:gd name="connsiteX43" fmla="*/ 172133 w 204692"/>
                <a:gd name="connsiteY43" fmla="*/ 58443 h 115347"/>
                <a:gd name="connsiteX44" fmla="*/ 172133 w 204692"/>
                <a:gd name="connsiteY44" fmla="*/ 57205 h 115347"/>
                <a:gd name="connsiteX45" fmla="*/ 173371 w 204692"/>
                <a:gd name="connsiteY45" fmla="*/ 57205 h 115347"/>
                <a:gd name="connsiteX46" fmla="*/ 193755 w 204692"/>
                <a:gd name="connsiteY46" fmla="*/ 44441 h 115347"/>
                <a:gd name="connsiteX47" fmla="*/ 201280 w 204692"/>
                <a:gd name="connsiteY47" fmla="*/ 25391 h 115347"/>
                <a:gd name="connsiteX48" fmla="*/ 116317 w 204692"/>
                <a:gd name="connsiteY48" fmla="*/ 37774 h 115347"/>
                <a:gd name="connsiteX49" fmla="*/ 113364 w 204692"/>
                <a:gd name="connsiteY49" fmla="*/ 37774 h 115347"/>
                <a:gd name="connsiteX50" fmla="*/ 113364 w 204692"/>
                <a:gd name="connsiteY50" fmla="*/ 36345 h 115347"/>
                <a:gd name="connsiteX51" fmla="*/ 108696 w 204692"/>
                <a:gd name="connsiteY51" fmla="*/ 12151 h 115347"/>
                <a:gd name="connsiteX52" fmla="*/ 108696 w 204692"/>
                <a:gd name="connsiteY52" fmla="*/ 12151 h 115347"/>
                <a:gd name="connsiteX53" fmla="*/ 102601 w 204692"/>
                <a:gd name="connsiteY53" fmla="*/ 3865 h 115347"/>
                <a:gd name="connsiteX54" fmla="*/ 102601 w 204692"/>
                <a:gd name="connsiteY54" fmla="*/ 3865 h 115347"/>
                <a:gd name="connsiteX55" fmla="*/ 96504 w 204692"/>
                <a:gd name="connsiteY55" fmla="*/ 12151 h 115347"/>
                <a:gd name="connsiteX56" fmla="*/ 96504 w 204692"/>
                <a:gd name="connsiteY56" fmla="*/ 12151 h 115347"/>
                <a:gd name="connsiteX57" fmla="*/ 91837 w 204692"/>
                <a:gd name="connsiteY57" fmla="*/ 36345 h 115347"/>
                <a:gd name="connsiteX58" fmla="*/ 91837 w 204692"/>
                <a:gd name="connsiteY58" fmla="*/ 37774 h 115347"/>
                <a:gd name="connsiteX59" fmla="*/ 88885 w 204692"/>
                <a:gd name="connsiteY59" fmla="*/ 37774 h 115347"/>
                <a:gd name="connsiteX60" fmla="*/ 3921 w 204692"/>
                <a:gd name="connsiteY60" fmla="*/ 25391 h 115347"/>
                <a:gd name="connsiteX61" fmla="*/ 11541 w 204692"/>
                <a:gd name="connsiteY61" fmla="*/ 44441 h 115347"/>
                <a:gd name="connsiteX62" fmla="*/ 31830 w 204692"/>
                <a:gd name="connsiteY62" fmla="*/ 57205 h 115347"/>
                <a:gd name="connsiteX63" fmla="*/ 33068 w 204692"/>
                <a:gd name="connsiteY63" fmla="*/ 57205 h 115347"/>
                <a:gd name="connsiteX64" fmla="*/ 33068 w 204692"/>
                <a:gd name="connsiteY64" fmla="*/ 58443 h 115347"/>
                <a:gd name="connsiteX65" fmla="*/ 40688 w 204692"/>
                <a:gd name="connsiteY65" fmla="*/ 73683 h 115347"/>
                <a:gd name="connsiteX66" fmla="*/ 56500 w 204692"/>
                <a:gd name="connsiteY66" fmla="*/ 78636 h 115347"/>
                <a:gd name="connsiteX67" fmla="*/ 59928 w 204692"/>
                <a:gd name="connsiteY67" fmla="*/ 78636 h 115347"/>
                <a:gd name="connsiteX68" fmla="*/ 60405 w 204692"/>
                <a:gd name="connsiteY68" fmla="*/ 79874 h 115347"/>
                <a:gd name="connsiteX69" fmla="*/ 72406 w 204692"/>
                <a:gd name="connsiteY69" fmla="*/ 89399 h 115347"/>
                <a:gd name="connsiteX70" fmla="*/ 78503 w 204692"/>
                <a:gd name="connsiteY70" fmla="*/ 90352 h 115347"/>
                <a:gd name="connsiteX71" fmla="*/ 86313 w 204692"/>
                <a:gd name="connsiteY71" fmla="*/ 88923 h 115347"/>
                <a:gd name="connsiteX72" fmla="*/ 89456 w 204692"/>
                <a:gd name="connsiteY72" fmla="*/ 87685 h 11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04692" h="115347">
                  <a:moveTo>
                    <a:pt x="126032" y="115212"/>
                  </a:moveTo>
                  <a:lnTo>
                    <a:pt x="78407" y="115212"/>
                  </a:lnTo>
                  <a:lnTo>
                    <a:pt x="83932" y="93019"/>
                  </a:lnTo>
                  <a:cubicBezTo>
                    <a:pt x="81899" y="93471"/>
                    <a:pt x="79823" y="93695"/>
                    <a:pt x="77740" y="93685"/>
                  </a:cubicBezTo>
                  <a:cubicBezTo>
                    <a:pt x="75321" y="93686"/>
                    <a:pt x="72914" y="93333"/>
                    <a:pt x="70597" y="92638"/>
                  </a:cubicBezTo>
                  <a:cubicBezTo>
                    <a:pt x="64863" y="90940"/>
                    <a:pt x="60013" y="87081"/>
                    <a:pt x="57071" y="81874"/>
                  </a:cubicBezTo>
                  <a:lnTo>
                    <a:pt x="55737" y="81874"/>
                  </a:lnTo>
                  <a:cubicBezTo>
                    <a:pt x="49259" y="81986"/>
                    <a:pt x="42926" y="79942"/>
                    <a:pt x="37735" y="76064"/>
                  </a:cubicBezTo>
                  <a:cubicBezTo>
                    <a:pt x="33007" y="71834"/>
                    <a:pt x="29935" y="66061"/>
                    <a:pt x="29067" y="59777"/>
                  </a:cubicBezTo>
                  <a:cubicBezTo>
                    <a:pt x="20837" y="57463"/>
                    <a:pt x="13500" y="52715"/>
                    <a:pt x="8017" y="46156"/>
                  </a:cubicBezTo>
                  <a:cubicBezTo>
                    <a:pt x="2619" y="39427"/>
                    <a:pt x="-337" y="31065"/>
                    <a:pt x="-365" y="22439"/>
                  </a:cubicBezTo>
                  <a:lnTo>
                    <a:pt x="-365" y="20057"/>
                  </a:lnTo>
                  <a:lnTo>
                    <a:pt x="1826" y="20819"/>
                  </a:lnTo>
                  <a:cubicBezTo>
                    <a:pt x="29712" y="29590"/>
                    <a:pt x="58795" y="33961"/>
                    <a:pt x="88027" y="33773"/>
                  </a:cubicBezTo>
                  <a:lnTo>
                    <a:pt x="88027" y="33773"/>
                  </a:lnTo>
                  <a:cubicBezTo>
                    <a:pt x="88980" y="28915"/>
                    <a:pt x="92123" y="12532"/>
                    <a:pt x="92409" y="10913"/>
                  </a:cubicBezTo>
                  <a:lnTo>
                    <a:pt x="92409" y="10913"/>
                  </a:lnTo>
                  <a:cubicBezTo>
                    <a:pt x="92980" y="7960"/>
                    <a:pt x="94600" y="-136"/>
                    <a:pt x="101934" y="-136"/>
                  </a:cubicBezTo>
                  <a:lnTo>
                    <a:pt x="101934" y="-136"/>
                  </a:lnTo>
                  <a:cubicBezTo>
                    <a:pt x="109268" y="-136"/>
                    <a:pt x="110792" y="7960"/>
                    <a:pt x="111459" y="10913"/>
                  </a:cubicBezTo>
                  <a:lnTo>
                    <a:pt x="111459" y="10913"/>
                  </a:lnTo>
                  <a:cubicBezTo>
                    <a:pt x="111459" y="12532"/>
                    <a:pt x="114983" y="28915"/>
                    <a:pt x="115935" y="33773"/>
                  </a:cubicBezTo>
                  <a:lnTo>
                    <a:pt x="115935" y="33773"/>
                  </a:lnTo>
                  <a:cubicBezTo>
                    <a:pt x="145168" y="33961"/>
                    <a:pt x="174251" y="29590"/>
                    <a:pt x="202137" y="20819"/>
                  </a:cubicBezTo>
                  <a:lnTo>
                    <a:pt x="204327" y="20057"/>
                  </a:lnTo>
                  <a:lnTo>
                    <a:pt x="204327" y="22438"/>
                  </a:lnTo>
                  <a:cubicBezTo>
                    <a:pt x="204326" y="31053"/>
                    <a:pt x="201405" y="39414"/>
                    <a:pt x="196041" y="46155"/>
                  </a:cubicBezTo>
                  <a:cubicBezTo>
                    <a:pt x="190529" y="52726"/>
                    <a:pt x="183157" y="57474"/>
                    <a:pt x="174895" y="59776"/>
                  </a:cubicBezTo>
                  <a:cubicBezTo>
                    <a:pt x="174028" y="66061"/>
                    <a:pt x="170956" y="71833"/>
                    <a:pt x="166227" y="76064"/>
                  </a:cubicBezTo>
                  <a:cubicBezTo>
                    <a:pt x="160724" y="80113"/>
                    <a:pt x="154004" y="82163"/>
                    <a:pt x="147177" y="81874"/>
                  </a:cubicBezTo>
                  <a:cubicBezTo>
                    <a:pt x="144258" y="87061"/>
                    <a:pt x="139446" y="90918"/>
                    <a:pt x="133747" y="92637"/>
                  </a:cubicBezTo>
                  <a:cubicBezTo>
                    <a:pt x="131428" y="93324"/>
                    <a:pt x="129022" y="93677"/>
                    <a:pt x="126603" y="93685"/>
                  </a:cubicBezTo>
                  <a:cubicBezTo>
                    <a:pt x="124521" y="93699"/>
                    <a:pt x="122444" y="93475"/>
                    <a:pt x="120412" y="93018"/>
                  </a:cubicBezTo>
                  <a:close/>
                  <a:moveTo>
                    <a:pt x="82598" y="111783"/>
                  </a:moveTo>
                  <a:lnTo>
                    <a:pt x="121651" y="111783"/>
                  </a:lnTo>
                  <a:lnTo>
                    <a:pt x="115745" y="87589"/>
                  </a:lnTo>
                  <a:lnTo>
                    <a:pt x="118888" y="88923"/>
                  </a:lnTo>
                  <a:cubicBezTo>
                    <a:pt x="121417" y="89866"/>
                    <a:pt x="124095" y="90350"/>
                    <a:pt x="126794" y="90352"/>
                  </a:cubicBezTo>
                  <a:cubicBezTo>
                    <a:pt x="128861" y="90330"/>
                    <a:pt x="130915" y="90009"/>
                    <a:pt x="132890" y="89399"/>
                  </a:cubicBezTo>
                  <a:cubicBezTo>
                    <a:pt x="138012" y="88020"/>
                    <a:pt x="142327" y="84568"/>
                    <a:pt x="144796" y="79874"/>
                  </a:cubicBezTo>
                  <a:lnTo>
                    <a:pt x="145273" y="78636"/>
                  </a:lnTo>
                  <a:lnTo>
                    <a:pt x="148702" y="78636"/>
                  </a:lnTo>
                  <a:cubicBezTo>
                    <a:pt x="154379" y="78811"/>
                    <a:pt x="159950" y="77066"/>
                    <a:pt x="164513" y="73683"/>
                  </a:cubicBezTo>
                  <a:cubicBezTo>
                    <a:pt x="168817" y="69695"/>
                    <a:pt x="171525" y="64279"/>
                    <a:pt x="172133" y="58443"/>
                  </a:cubicBezTo>
                  <a:lnTo>
                    <a:pt x="172133" y="57205"/>
                  </a:lnTo>
                  <a:lnTo>
                    <a:pt x="173371" y="57205"/>
                  </a:lnTo>
                  <a:cubicBezTo>
                    <a:pt x="181350" y="55225"/>
                    <a:pt x="188489" y="50754"/>
                    <a:pt x="193755" y="44441"/>
                  </a:cubicBezTo>
                  <a:cubicBezTo>
                    <a:pt x="198109" y="38985"/>
                    <a:pt x="200730" y="32350"/>
                    <a:pt x="201280" y="25391"/>
                  </a:cubicBezTo>
                  <a:cubicBezTo>
                    <a:pt x="173736" y="33738"/>
                    <a:pt x="145097" y="37911"/>
                    <a:pt x="116317" y="37774"/>
                  </a:cubicBezTo>
                  <a:lnTo>
                    <a:pt x="113364" y="37774"/>
                  </a:lnTo>
                  <a:lnTo>
                    <a:pt x="113364" y="36345"/>
                  </a:lnTo>
                  <a:lnTo>
                    <a:pt x="108696" y="12151"/>
                  </a:lnTo>
                  <a:lnTo>
                    <a:pt x="108696" y="12151"/>
                  </a:lnTo>
                  <a:cubicBezTo>
                    <a:pt x="107935" y="8056"/>
                    <a:pt x="106601" y="3865"/>
                    <a:pt x="102601" y="3865"/>
                  </a:cubicBezTo>
                  <a:lnTo>
                    <a:pt x="102601" y="3865"/>
                  </a:lnTo>
                  <a:cubicBezTo>
                    <a:pt x="98695" y="3865"/>
                    <a:pt x="97362" y="8056"/>
                    <a:pt x="96504" y="12151"/>
                  </a:cubicBezTo>
                  <a:lnTo>
                    <a:pt x="96504" y="12151"/>
                  </a:lnTo>
                  <a:lnTo>
                    <a:pt x="91837" y="36345"/>
                  </a:lnTo>
                  <a:lnTo>
                    <a:pt x="91837" y="37774"/>
                  </a:lnTo>
                  <a:lnTo>
                    <a:pt x="88885" y="37774"/>
                  </a:lnTo>
                  <a:cubicBezTo>
                    <a:pt x="60105" y="37901"/>
                    <a:pt x="31468" y="33728"/>
                    <a:pt x="3921" y="25391"/>
                  </a:cubicBezTo>
                  <a:cubicBezTo>
                    <a:pt x="4470" y="32367"/>
                    <a:pt x="7127" y="39012"/>
                    <a:pt x="11541" y="44441"/>
                  </a:cubicBezTo>
                  <a:cubicBezTo>
                    <a:pt x="16755" y="50768"/>
                    <a:pt x="23870" y="55244"/>
                    <a:pt x="31830" y="57205"/>
                  </a:cubicBezTo>
                  <a:lnTo>
                    <a:pt x="33068" y="57205"/>
                  </a:lnTo>
                  <a:lnTo>
                    <a:pt x="33068" y="58443"/>
                  </a:lnTo>
                  <a:cubicBezTo>
                    <a:pt x="33726" y="64264"/>
                    <a:pt x="36425" y="69664"/>
                    <a:pt x="40688" y="73683"/>
                  </a:cubicBezTo>
                  <a:cubicBezTo>
                    <a:pt x="45255" y="77059"/>
                    <a:pt x="50823" y="78803"/>
                    <a:pt x="56500" y="78636"/>
                  </a:cubicBezTo>
                  <a:lnTo>
                    <a:pt x="59928" y="78636"/>
                  </a:lnTo>
                  <a:lnTo>
                    <a:pt x="60405" y="79874"/>
                  </a:lnTo>
                  <a:cubicBezTo>
                    <a:pt x="62896" y="84589"/>
                    <a:pt x="67249" y="88044"/>
                    <a:pt x="72406" y="89399"/>
                  </a:cubicBezTo>
                  <a:cubicBezTo>
                    <a:pt x="74380" y="90016"/>
                    <a:pt x="76435" y="90336"/>
                    <a:pt x="78503" y="90352"/>
                  </a:cubicBezTo>
                  <a:cubicBezTo>
                    <a:pt x="81172" y="90357"/>
                    <a:pt x="83819" y="89873"/>
                    <a:pt x="86313" y="88923"/>
                  </a:cubicBezTo>
                  <a:lnTo>
                    <a:pt x="89456" y="87685"/>
                  </a:lnTo>
                  <a:close/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3" name="任意多边形: 形状 162"/>
            <p:cNvSpPr/>
            <p:nvPr/>
          </p:nvSpPr>
          <p:spPr>
            <a:xfrm>
              <a:off x="5089901" y="1768141"/>
              <a:ext cx="765536" cy="591631"/>
            </a:xfrm>
            <a:custGeom>
              <a:avLst/>
              <a:gdLst>
                <a:gd name="connsiteX0" fmla="*/ 235474 w 765536"/>
                <a:gd name="connsiteY0" fmla="*/ 492940 h 591631"/>
                <a:gd name="connsiteX1" fmla="*/ 238582 w 765536"/>
                <a:gd name="connsiteY1" fmla="*/ 497458 h 591631"/>
                <a:gd name="connsiteX2" fmla="*/ 235474 w 765536"/>
                <a:gd name="connsiteY2" fmla="*/ 498104 h 591631"/>
                <a:gd name="connsiteX3" fmla="*/ 294255 w 765536"/>
                <a:gd name="connsiteY3" fmla="*/ 485883 h 591631"/>
                <a:gd name="connsiteX4" fmla="*/ 353043 w 765536"/>
                <a:gd name="connsiteY4" fmla="*/ 498104 h 591631"/>
                <a:gd name="connsiteX5" fmla="*/ 467503 w 765536"/>
                <a:gd name="connsiteY5" fmla="*/ 580604 h 591631"/>
                <a:gd name="connsiteX6" fmla="*/ 332418 w 765536"/>
                <a:gd name="connsiteY6" fmla="*/ 580604 h 591631"/>
                <a:gd name="connsiteX7" fmla="*/ 273540 w 765536"/>
                <a:gd name="connsiteY7" fmla="*/ 548278 h 591631"/>
                <a:gd name="connsiteX8" fmla="*/ 238582 w 765536"/>
                <a:gd name="connsiteY8" fmla="*/ 497458 h 591631"/>
                <a:gd name="connsiteX9" fmla="*/ 454621 w 765536"/>
                <a:gd name="connsiteY9" fmla="*/ 406943 h 591631"/>
                <a:gd name="connsiteX10" fmla="*/ 519074 w 765536"/>
                <a:gd name="connsiteY10" fmla="*/ 417670 h 591631"/>
                <a:gd name="connsiteX11" fmla="*/ 636644 w 765536"/>
                <a:gd name="connsiteY11" fmla="*/ 492952 h 591631"/>
                <a:gd name="connsiteX12" fmla="*/ 497420 w 765536"/>
                <a:gd name="connsiteY12" fmla="*/ 501202 h 591631"/>
                <a:gd name="connsiteX13" fmla="*/ 394293 w 765536"/>
                <a:gd name="connsiteY13" fmla="*/ 424881 h 591631"/>
                <a:gd name="connsiteX14" fmla="*/ 390168 w 765536"/>
                <a:gd name="connsiteY14" fmla="*/ 417670 h 591631"/>
                <a:gd name="connsiteX15" fmla="*/ 454621 w 765536"/>
                <a:gd name="connsiteY15" fmla="*/ 406943 h 591631"/>
                <a:gd name="connsiteX16" fmla="*/ 644882 w 765536"/>
                <a:gd name="connsiteY16" fmla="*/ 279479 h 591631"/>
                <a:gd name="connsiteX17" fmla="*/ 765536 w 765536"/>
                <a:gd name="connsiteY17" fmla="*/ 295979 h 591631"/>
                <a:gd name="connsiteX18" fmla="*/ 651075 w 765536"/>
                <a:gd name="connsiteY18" fmla="*/ 359921 h 591631"/>
                <a:gd name="connsiteX19" fmla="*/ 529380 w 765536"/>
                <a:gd name="connsiteY19" fmla="*/ 321757 h 591631"/>
                <a:gd name="connsiteX20" fmla="*/ 644882 w 765536"/>
                <a:gd name="connsiteY20" fmla="*/ 279479 h 591631"/>
                <a:gd name="connsiteX21" fmla="*/ 725324 w 765536"/>
                <a:gd name="connsiteY21" fmla="*/ 0 h 591631"/>
                <a:gd name="connsiteX22" fmla="*/ 702642 w 765536"/>
                <a:gd name="connsiteY22" fmla="*/ 135098 h 591631"/>
                <a:gd name="connsiteX23" fmla="*/ 672700 w 765536"/>
                <a:gd name="connsiteY23" fmla="*/ 184089 h 591631"/>
                <a:gd name="connsiteX24" fmla="*/ 622477 w 765536"/>
                <a:gd name="connsiteY24" fmla="*/ 211255 h 591631"/>
                <a:gd name="connsiteX25" fmla="*/ 600535 w 765536"/>
                <a:gd name="connsiteY25" fmla="*/ 244409 h 591631"/>
                <a:gd name="connsiteX26" fmla="*/ 24068 w 765536"/>
                <a:gd name="connsiteY26" fmla="*/ 558942 h 591631"/>
                <a:gd name="connsiteX27" fmla="*/ 520 w 765536"/>
                <a:gd name="connsiteY27" fmla="*/ 544336 h 591631"/>
                <a:gd name="connsiteX28" fmla="*/ 15136 w 765536"/>
                <a:gd name="connsiteY28" fmla="*/ 520788 h 591631"/>
                <a:gd name="connsiteX29" fmla="*/ 22000 w 765536"/>
                <a:gd name="connsiteY29" fmla="*/ 520788 h 591631"/>
                <a:gd name="connsiteX30" fmla="*/ 79751 w 765536"/>
                <a:gd name="connsiteY30" fmla="*/ 507384 h 591631"/>
                <a:gd name="connsiteX31" fmla="*/ 222404 w 765536"/>
                <a:gd name="connsiteY31" fmla="*/ 459271 h 591631"/>
                <a:gd name="connsiteX32" fmla="*/ 224223 w 765536"/>
                <a:gd name="connsiteY32" fmla="*/ 458380 h 591631"/>
                <a:gd name="connsiteX33" fmla="*/ 200027 w 765536"/>
                <a:gd name="connsiteY33" fmla="*/ 401188 h 591631"/>
                <a:gd name="connsiteX34" fmla="*/ 196289 w 765536"/>
                <a:gd name="connsiteY34" fmla="*/ 334133 h 591631"/>
                <a:gd name="connsiteX35" fmla="*/ 267444 w 765536"/>
                <a:gd name="connsiteY35" fmla="*/ 210381 h 591631"/>
                <a:gd name="connsiteX36" fmla="*/ 290126 w 765536"/>
                <a:gd name="connsiteY36" fmla="*/ 349604 h 591631"/>
                <a:gd name="connsiteX37" fmla="*/ 258160 w 765536"/>
                <a:gd name="connsiteY37" fmla="*/ 427978 h 591631"/>
                <a:gd name="connsiteX38" fmla="*/ 237560 w 765536"/>
                <a:gd name="connsiteY38" fmla="*/ 451839 h 591631"/>
                <a:gd name="connsiteX39" fmla="*/ 357006 w 765536"/>
                <a:gd name="connsiteY39" fmla="*/ 393266 h 591631"/>
                <a:gd name="connsiteX40" fmla="*/ 374979 w 765536"/>
                <a:gd name="connsiteY40" fmla="*/ 381329 h 591631"/>
                <a:gd name="connsiteX41" fmla="*/ 351341 w 765536"/>
                <a:gd name="connsiteY41" fmla="*/ 323131 h 591631"/>
                <a:gd name="connsiteX42" fmla="*/ 346848 w 765536"/>
                <a:gd name="connsiteY42" fmla="*/ 255756 h 591631"/>
                <a:gd name="connsiteX43" fmla="*/ 411818 w 765536"/>
                <a:gd name="connsiteY43" fmla="*/ 128907 h 591631"/>
                <a:gd name="connsiteX44" fmla="*/ 435529 w 765536"/>
                <a:gd name="connsiteY44" fmla="*/ 269160 h 591631"/>
                <a:gd name="connsiteX45" fmla="*/ 416846 w 765536"/>
                <a:gd name="connsiteY45" fmla="*/ 332829 h 591631"/>
                <a:gd name="connsiteX46" fmla="*/ 385216 w 765536"/>
                <a:gd name="connsiteY46" fmla="*/ 374530 h 591631"/>
                <a:gd name="connsiteX47" fmla="*/ 481888 w 765536"/>
                <a:gd name="connsiteY47" fmla="*/ 310325 h 591631"/>
                <a:gd name="connsiteX48" fmla="*/ 506039 w 765536"/>
                <a:gd name="connsiteY48" fmla="*/ 289276 h 591631"/>
                <a:gd name="connsiteX49" fmla="*/ 484391 w 765536"/>
                <a:gd name="connsiteY49" fmla="*/ 235880 h 591631"/>
                <a:gd name="connsiteX50" fmla="*/ 479881 w 765536"/>
                <a:gd name="connsiteY50" fmla="*/ 171186 h 591631"/>
                <a:gd name="connsiteX51" fmla="*/ 540727 w 765536"/>
                <a:gd name="connsiteY51" fmla="*/ 50530 h 591631"/>
                <a:gd name="connsiteX52" fmla="*/ 563420 w 765536"/>
                <a:gd name="connsiteY52" fmla="*/ 184590 h 591631"/>
                <a:gd name="connsiteX53" fmla="*/ 546019 w 765536"/>
                <a:gd name="connsiteY53" fmla="*/ 245158 h 591631"/>
                <a:gd name="connsiteX54" fmla="*/ 527169 w 765536"/>
                <a:gd name="connsiteY54" fmla="*/ 270860 h 591631"/>
                <a:gd name="connsiteX55" fmla="*/ 595382 w 765536"/>
                <a:gd name="connsiteY55" fmla="*/ 211408 h 591631"/>
                <a:gd name="connsiteX56" fmla="*/ 619656 w 765536"/>
                <a:gd name="connsiteY56" fmla="*/ 180334 h 591631"/>
                <a:gd name="connsiteX57" fmla="*/ 617073 w 765536"/>
                <a:gd name="connsiteY57" fmla="*/ 148754 h 591631"/>
                <a:gd name="connsiteX58" fmla="*/ 635602 w 765536"/>
                <a:gd name="connsiteY58" fmla="*/ 88684 h 591631"/>
                <a:gd name="connsiteX59" fmla="*/ 725324 w 765536"/>
                <a:gd name="connsiteY59" fmla="*/ 0 h 591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765536" h="591631">
                  <a:moveTo>
                    <a:pt x="235474" y="492940"/>
                  </a:moveTo>
                  <a:lnTo>
                    <a:pt x="238582" y="497458"/>
                  </a:lnTo>
                  <a:lnTo>
                    <a:pt x="235474" y="498104"/>
                  </a:lnTo>
                  <a:close/>
                  <a:moveTo>
                    <a:pt x="294255" y="485883"/>
                  </a:moveTo>
                  <a:cubicBezTo>
                    <a:pt x="314272" y="485883"/>
                    <a:pt x="334291" y="489957"/>
                    <a:pt x="353043" y="498104"/>
                  </a:cubicBezTo>
                  <a:cubicBezTo>
                    <a:pt x="395646" y="518827"/>
                    <a:pt x="434373" y="546727"/>
                    <a:pt x="467503" y="580604"/>
                  </a:cubicBezTo>
                  <a:cubicBezTo>
                    <a:pt x="423677" y="595307"/>
                    <a:pt x="376244" y="595307"/>
                    <a:pt x="332418" y="580604"/>
                  </a:cubicBezTo>
                  <a:cubicBezTo>
                    <a:pt x="310234" y="574487"/>
                    <a:pt x="290153" y="563300"/>
                    <a:pt x="273540" y="548278"/>
                  </a:cubicBezTo>
                  <a:lnTo>
                    <a:pt x="238582" y="497458"/>
                  </a:lnTo>
                  <a:close/>
                  <a:moveTo>
                    <a:pt x="454621" y="406943"/>
                  </a:moveTo>
                  <a:cubicBezTo>
                    <a:pt x="476402" y="406943"/>
                    <a:pt x="498183" y="410519"/>
                    <a:pt x="519074" y="417670"/>
                  </a:cubicBezTo>
                  <a:cubicBezTo>
                    <a:pt x="563757" y="432915"/>
                    <a:pt x="604098" y="458749"/>
                    <a:pt x="636644" y="492952"/>
                  </a:cubicBezTo>
                  <a:cubicBezTo>
                    <a:pt x="590998" y="503291"/>
                    <a:pt x="543965" y="506085"/>
                    <a:pt x="497420" y="501202"/>
                  </a:cubicBezTo>
                  <a:cubicBezTo>
                    <a:pt x="454860" y="489249"/>
                    <a:pt x="418167" y="462094"/>
                    <a:pt x="394293" y="424881"/>
                  </a:cubicBezTo>
                  <a:lnTo>
                    <a:pt x="390168" y="417670"/>
                  </a:lnTo>
                  <a:cubicBezTo>
                    <a:pt x="411059" y="410519"/>
                    <a:pt x="432840" y="406943"/>
                    <a:pt x="454621" y="406943"/>
                  </a:cubicBezTo>
                  <a:close/>
                  <a:moveTo>
                    <a:pt x="644882" y="279479"/>
                  </a:moveTo>
                  <a:cubicBezTo>
                    <a:pt x="685537" y="281092"/>
                    <a:pt x="725943" y="286624"/>
                    <a:pt x="765536" y="295979"/>
                  </a:cubicBezTo>
                  <a:cubicBezTo>
                    <a:pt x="734398" y="327950"/>
                    <a:pt x="694620" y="350167"/>
                    <a:pt x="651075" y="359921"/>
                  </a:cubicBezTo>
                  <a:cubicBezTo>
                    <a:pt x="607345" y="361448"/>
                    <a:pt x="564405" y="347990"/>
                    <a:pt x="529380" y="321757"/>
                  </a:cubicBezTo>
                  <a:cubicBezTo>
                    <a:pt x="561699" y="294495"/>
                    <a:pt x="602603" y="279522"/>
                    <a:pt x="644882" y="279479"/>
                  </a:cubicBezTo>
                  <a:close/>
                  <a:moveTo>
                    <a:pt x="725324" y="0"/>
                  </a:moveTo>
                  <a:cubicBezTo>
                    <a:pt x="724642" y="45917"/>
                    <a:pt x="716988" y="91477"/>
                    <a:pt x="702642" y="135098"/>
                  </a:cubicBezTo>
                  <a:cubicBezTo>
                    <a:pt x="697061" y="154116"/>
                    <a:pt x="686594" y="170908"/>
                    <a:pt x="672700" y="184089"/>
                  </a:cubicBezTo>
                  <a:lnTo>
                    <a:pt x="622477" y="211255"/>
                  </a:lnTo>
                  <a:lnTo>
                    <a:pt x="600535" y="244409"/>
                  </a:lnTo>
                  <a:cubicBezTo>
                    <a:pt x="445321" y="406077"/>
                    <a:pt x="244006" y="515916"/>
                    <a:pt x="24068" y="558942"/>
                  </a:cubicBezTo>
                  <a:cubicBezTo>
                    <a:pt x="13523" y="561411"/>
                    <a:pt x="2988" y="554871"/>
                    <a:pt x="520" y="544336"/>
                  </a:cubicBezTo>
                  <a:cubicBezTo>
                    <a:pt x="-1949" y="533802"/>
                    <a:pt x="4601" y="523256"/>
                    <a:pt x="15136" y="520788"/>
                  </a:cubicBezTo>
                  <a:lnTo>
                    <a:pt x="22000" y="520788"/>
                  </a:lnTo>
                  <a:lnTo>
                    <a:pt x="79751" y="507384"/>
                  </a:lnTo>
                  <a:cubicBezTo>
                    <a:pt x="128458" y="494435"/>
                    <a:pt x="176102" y="478344"/>
                    <a:pt x="222404" y="459271"/>
                  </a:cubicBezTo>
                  <a:lnTo>
                    <a:pt x="224223" y="458380"/>
                  </a:lnTo>
                  <a:lnTo>
                    <a:pt x="200027" y="401188"/>
                  </a:lnTo>
                  <a:cubicBezTo>
                    <a:pt x="194968" y="379378"/>
                    <a:pt x="193647" y="356702"/>
                    <a:pt x="196289" y="334133"/>
                  </a:cubicBezTo>
                  <a:cubicBezTo>
                    <a:pt x="206986" y="286657"/>
                    <a:pt x="231791" y="243512"/>
                    <a:pt x="267444" y="210381"/>
                  </a:cubicBezTo>
                  <a:cubicBezTo>
                    <a:pt x="280534" y="255714"/>
                    <a:pt x="288156" y="302453"/>
                    <a:pt x="290126" y="349604"/>
                  </a:cubicBezTo>
                  <a:cubicBezTo>
                    <a:pt x="290126" y="378480"/>
                    <a:pt x="274143" y="406838"/>
                    <a:pt x="258160" y="427978"/>
                  </a:cubicBezTo>
                  <a:lnTo>
                    <a:pt x="237560" y="451839"/>
                  </a:lnTo>
                  <a:lnTo>
                    <a:pt x="357006" y="393266"/>
                  </a:lnTo>
                  <a:lnTo>
                    <a:pt x="374979" y="381329"/>
                  </a:lnTo>
                  <a:lnTo>
                    <a:pt x="351341" y="323131"/>
                  </a:lnTo>
                  <a:cubicBezTo>
                    <a:pt x="346293" y="301194"/>
                    <a:pt x="344731" y="278455"/>
                    <a:pt x="346848" y="255756"/>
                  </a:cubicBezTo>
                  <a:cubicBezTo>
                    <a:pt x="355596" y="208020"/>
                    <a:pt x="378191" y="163911"/>
                    <a:pt x="411818" y="128907"/>
                  </a:cubicBezTo>
                  <a:cubicBezTo>
                    <a:pt x="424897" y="174630"/>
                    <a:pt x="432854" y="221673"/>
                    <a:pt x="435529" y="269160"/>
                  </a:cubicBezTo>
                  <a:cubicBezTo>
                    <a:pt x="433201" y="291529"/>
                    <a:pt x="426808" y="313080"/>
                    <a:pt x="416846" y="332829"/>
                  </a:cubicBezTo>
                  <a:lnTo>
                    <a:pt x="385216" y="374530"/>
                  </a:lnTo>
                  <a:lnTo>
                    <a:pt x="481888" y="310325"/>
                  </a:lnTo>
                  <a:lnTo>
                    <a:pt x="506039" y="289276"/>
                  </a:lnTo>
                  <a:lnTo>
                    <a:pt x="484391" y="235880"/>
                  </a:lnTo>
                  <a:cubicBezTo>
                    <a:pt x="479518" y="214819"/>
                    <a:pt x="477953" y="192991"/>
                    <a:pt x="479881" y="171186"/>
                  </a:cubicBezTo>
                  <a:cubicBezTo>
                    <a:pt x="488629" y="126124"/>
                    <a:pt x="509698" y="84365"/>
                    <a:pt x="540727" y="50530"/>
                  </a:cubicBezTo>
                  <a:cubicBezTo>
                    <a:pt x="553189" y="94250"/>
                    <a:pt x="560800" y="139214"/>
                    <a:pt x="563420" y="184590"/>
                  </a:cubicBezTo>
                  <a:cubicBezTo>
                    <a:pt x="561217" y="205816"/>
                    <a:pt x="555273" y="226301"/>
                    <a:pt x="546019" y="245158"/>
                  </a:cubicBezTo>
                  <a:lnTo>
                    <a:pt x="527169" y="270860"/>
                  </a:lnTo>
                  <a:lnTo>
                    <a:pt x="595382" y="211408"/>
                  </a:lnTo>
                  <a:lnTo>
                    <a:pt x="619656" y="180334"/>
                  </a:lnTo>
                  <a:lnTo>
                    <a:pt x="617073" y="148754"/>
                  </a:lnTo>
                  <a:cubicBezTo>
                    <a:pt x="619348" y="127920"/>
                    <a:pt x="625565" y="107517"/>
                    <a:pt x="635602" y="88684"/>
                  </a:cubicBezTo>
                  <a:cubicBezTo>
                    <a:pt x="655512" y="50486"/>
                    <a:pt x="686889" y="19467"/>
                    <a:pt x="7253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64" name="任意多边形: 形状 163"/>
            <p:cNvSpPr/>
            <p:nvPr/>
          </p:nvSpPr>
          <p:spPr>
            <a:xfrm>
              <a:off x="2452782" y="1084415"/>
              <a:ext cx="5372199" cy="5390836"/>
            </a:xfrm>
            <a:custGeom>
              <a:avLst/>
              <a:gdLst>
                <a:gd name="connsiteX0" fmla="*/ 3137621 w 5372199"/>
                <a:gd name="connsiteY0" fmla="*/ 5098566 h 5390836"/>
                <a:gd name="connsiteX1" fmla="*/ 3090189 w 5372199"/>
                <a:gd name="connsiteY1" fmla="*/ 5135680 h 5390836"/>
                <a:gd name="connsiteX2" fmla="*/ 3090189 w 5372199"/>
                <a:gd name="connsiteY2" fmla="*/ 5214053 h 5390836"/>
                <a:gd name="connsiteX3" fmla="*/ 3123189 w 5372199"/>
                <a:gd name="connsiteY3" fmla="*/ 5282125 h 5390836"/>
                <a:gd name="connsiteX4" fmla="*/ 3179909 w 5372199"/>
                <a:gd name="connsiteY4" fmla="*/ 5298625 h 5390836"/>
                <a:gd name="connsiteX5" fmla="*/ 3227342 w 5372199"/>
                <a:gd name="connsiteY5" fmla="*/ 5262527 h 5390836"/>
                <a:gd name="connsiteX6" fmla="*/ 3223219 w 5372199"/>
                <a:gd name="connsiteY6" fmla="*/ 5262527 h 5390836"/>
                <a:gd name="connsiteX7" fmla="*/ 3228384 w 5372199"/>
                <a:gd name="connsiteY7" fmla="*/ 5186218 h 5390836"/>
                <a:gd name="connsiteX8" fmla="*/ 3195371 w 5372199"/>
                <a:gd name="connsiteY8" fmla="*/ 5115066 h 5390836"/>
                <a:gd name="connsiteX9" fmla="*/ 3137621 w 5372199"/>
                <a:gd name="connsiteY9" fmla="*/ 5098566 h 5390836"/>
                <a:gd name="connsiteX10" fmla="*/ 2793012 w 5372199"/>
                <a:gd name="connsiteY10" fmla="*/ 5095901 h 5390836"/>
                <a:gd name="connsiteX11" fmla="*/ 2794038 w 5372199"/>
                <a:gd name="connsiteY11" fmla="*/ 5121680 h 5390836"/>
                <a:gd name="connsiteX12" fmla="*/ 2794038 w 5372199"/>
                <a:gd name="connsiteY12" fmla="*/ 5147468 h 5390836"/>
                <a:gd name="connsiteX13" fmla="*/ 2652759 w 5372199"/>
                <a:gd name="connsiteY13" fmla="*/ 5150557 h 5390836"/>
                <a:gd name="connsiteX14" fmla="*/ 2654818 w 5372199"/>
                <a:gd name="connsiteY14" fmla="*/ 5212430 h 5390836"/>
                <a:gd name="connsiteX15" fmla="*/ 2785788 w 5372199"/>
                <a:gd name="connsiteY15" fmla="*/ 5210375 h 5390836"/>
                <a:gd name="connsiteX16" fmla="*/ 2785788 w 5372199"/>
                <a:gd name="connsiteY16" fmla="*/ 5235125 h 5390836"/>
                <a:gd name="connsiteX17" fmla="*/ 2785788 w 5372199"/>
                <a:gd name="connsiteY17" fmla="*/ 5259875 h 5390836"/>
                <a:gd name="connsiteX18" fmla="*/ 2654818 w 5372199"/>
                <a:gd name="connsiteY18" fmla="*/ 5261930 h 5390836"/>
                <a:gd name="connsiteX19" fmla="*/ 2656886 w 5372199"/>
                <a:gd name="connsiteY19" fmla="*/ 5338252 h 5390836"/>
                <a:gd name="connsiteX20" fmla="*/ 2803317 w 5372199"/>
                <a:gd name="connsiteY20" fmla="*/ 5335154 h 5390836"/>
                <a:gd name="connsiteX21" fmla="*/ 2804347 w 5372199"/>
                <a:gd name="connsiteY21" fmla="*/ 5360934 h 5390836"/>
                <a:gd name="connsiteX22" fmla="*/ 2804347 w 5372199"/>
                <a:gd name="connsiteY22" fmla="*/ 5386722 h 5390836"/>
                <a:gd name="connsiteX23" fmla="*/ 2601191 w 5372199"/>
                <a:gd name="connsiteY23" fmla="*/ 5390836 h 5390836"/>
                <a:gd name="connsiteX24" fmla="*/ 2597068 w 5372199"/>
                <a:gd name="connsiteY24" fmla="*/ 5100028 h 5390836"/>
                <a:gd name="connsiteX25" fmla="*/ 2311412 w 5372199"/>
                <a:gd name="connsiteY25" fmla="*/ 5073218 h 5390836"/>
                <a:gd name="connsiteX26" fmla="*/ 2527979 w 5372199"/>
                <a:gd name="connsiteY26" fmla="*/ 5100036 h 5390836"/>
                <a:gd name="connsiteX27" fmla="*/ 2524886 w 5372199"/>
                <a:gd name="connsiteY27" fmla="*/ 5124786 h 5390836"/>
                <a:gd name="connsiteX28" fmla="*/ 2521789 w 5372199"/>
                <a:gd name="connsiteY28" fmla="*/ 5150566 h 5390836"/>
                <a:gd name="connsiteX29" fmla="*/ 2441357 w 5372199"/>
                <a:gd name="connsiteY29" fmla="*/ 5141286 h 5390836"/>
                <a:gd name="connsiteX30" fmla="*/ 2412480 w 5372199"/>
                <a:gd name="connsiteY30" fmla="*/ 5378472 h 5390836"/>
                <a:gd name="connsiteX31" fmla="*/ 2384632 w 5372199"/>
                <a:gd name="connsiteY31" fmla="*/ 5375374 h 5390836"/>
                <a:gd name="connsiteX32" fmla="*/ 2356798 w 5372199"/>
                <a:gd name="connsiteY32" fmla="*/ 5372277 h 5390836"/>
                <a:gd name="connsiteX33" fmla="*/ 2385662 w 5372199"/>
                <a:gd name="connsiteY33" fmla="*/ 5134066 h 5390836"/>
                <a:gd name="connsiteX34" fmla="*/ 2305230 w 5372199"/>
                <a:gd name="connsiteY34" fmla="*/ 5124786 h 5390836"/>
                <a:gd name="connsiteX35" fmla="*/ 2308328 w 5372199"/>
                <a:gd name="connsiteY35" fmla="*/ 5098998 h 5390836"/>
                <a:gd name="connsiteX36" fmla="*/ 3178501 w 5372199"/>
                <a:gd name="connsiteY36" fmla="*/ 5049077 h 5390836"/>
                <a:gd name="connsiteX37" fmla="*/ 3227342 w 5372199"/>
                <a:gd name="connsiteY37" fmla="*/ 5072774 h 5390836"/>
                <a:gd name="connsiteX38" fmla="*/ 3283036 w 5372199"/>
                <a:gd name="connsiteY38" fmla="*/ 5175900 h 5390836"/>
                <a:gd name="connsiteX39" fmla="*/ 3270659 w 5372199"/>
                <a:gd name="connsiteY39" fmla="*/ 5291404 h 5390836"/>
                <a:gd name="connsiteX40" fmla="*/ 3094478 w 5372199"/>
                <a:gd name="connsiteY40" fmla="*/ 5332188 h 5390836"/>
                <a:gd name="connsiteX41" fmla="*/ 3086062 w 5372199"/>
                <a:gd name="connsiteY41" fmla="*/ 5326472 h 5390836"/>
                <a:gd name="connsiteX42" fmla="*/ 3082978 w 5372199"/>
                <a:gd name="connsiteY42" fmla="*/ 5329557 h 5390836"/>
                <a:gd name="connsiteX43" fmla="*/ 3027283 w 5372199"/>
                <a:gd name="connsiteY43" fmla="*/ 5226430 h 5390836"/>
                <a:gd name="connsiteX44" fmla="*/ 3040690 w 5372199"/>
                <a:gd name="connsiteY44" fmla="*/ 5108871 h 5390836"/>
                <a:gd name="connsiteX45" fmla="*/ 3124219 w 5372199"/>
                <a:gd name="connsiteY45" fmla="*/ 5050083 h 5390836"/>
                <a:gd name="connsiteX46" fmla="*/ 3178501 w 5372199"/>
                <a:gd name="connsiteY46" fmla="*/ 5049077 h 5390836"/>
                <a:gd name="connsiteX47" fmla="*/ 2038303 w 5372199"/>
                <a:gd name="connsiteY47" fmla="*/ 5009871 h 5390836"/>
                <a:gd name="connsiteX48" fmla="*/ 2065121 w 5372199"/>
                <a:gd name="connsiteY48" fmla="*/ 5017092 h 5390836"/>
                <a:gd name="connsiteX49" fmla="*/ 2092960 w 5372199"/>
                <a:gd name="connsiteY49" fmla="*/ 5023274 h 5390836"/>
                <a:gd name="connsiteX50" fmla="*/ 2048621 w 5372199"/>
                <a:gd name="connsiteY50" fmla="*/ 5201688 h 5390836"/>
                <a:gd name="connsiteX51" fmla="*/ 2048621 w 5372199"/>
                <a:gd name="connsiteY51" fmla="*/ 5250150 h 5390836"/>
                <a:gd name="connsiteX52" fmla="*/ 2082650 w 5372199"/>
                <a:gd name="connsiteY52" fmla="*/ 5274900 h 5390836"/>
                <a:gd name="connsiteX53" fmla="*/ 2124930 w 5372199"/>
                <a:gd name="connsiteY53" fmla="*/ 5274900 h 5390836"/>
                <a:gd name="connsiteX54" fmla="*/ 2148650 w 5372199"/>
                <a:gd name="connsiteY54" fmla="*/ 5230565 h 5390836"/>
                <a:gd name="connsiteX55" fmla="*/ 2192989 w 5372199"/>
                <a:gd name="connsiteY55" fmla="*/ 5053189 h 5390836"/>
                <a:gd name="connsiteX56" fmla="*/ 2219807 w 5372199"/>
                <a:gd name="connsiteY56" fmla="*/ 5059371 h 5390836"/>
                <a:gd name="connsiteX57" fmla="*/ 2247654 w 5372199"/>
                <a:gd name="connsiteY57" fmla="*/ 5066591 h 5390836"/>
                <a:gd name="connsiteX58" fmla="*/ 2200209 w 5372199"/>
                <a:gd name="connsiteY58" fmla="*/ 5237773 h 5390836"/>
                <a:gd name="connsiteX59" fmla="*/ 2153807 w 5372199"/>
                <a:gd name="connsiteY59" fmla="*/ 5319247 h 5390836"/>
                <a:gd name="connsiteX60" fmla="*/ 2067180 w 5372199"/>
                <a:gd name="connsiteY60" fmla="*/ 5326468 h 5390836"/>
                <a:gd name="connsiteX61" fmla="*/ 1994985 w 5372199"/>
                <a:gd name="connsiteY61" fmla="*/ 5279023 h 5390836"/>
                <a:gd name="connsiteX62" fmla="*/ 1994985 w 5372199"/>
                <a:gd name="connsiteY62" fmla="*/ 5186218 h 5390836"/>
                <a:gd name="connsiteX63" fmla="*/ 3514900 w 5372199"/>
                <a:gd name="connsiteY63" fmla="*/ 4952554 h 5390836"/>
                <a:gd name="connsiteX64" fmla="*/ 3523150 w 5372199"/>
                <a:gd name="connsiteY64" fmla="*/ 4977304 h 5390836"/>
                <a:gd name="connsiteX65" fmla="*/ 3531400 w 5372199"/>
                <a:gd name="connsiteY65" fmla="*/ 5002053 h 5390836"/>
                <a:gd name="connsiteX66" fmla="*/ 3403523 w 5372199"/>
                <a:gd name="connsiteY66" fmla="*/ 5043303 h 5390836"/>
                <a:gd name="connsiteX67" fmla="*/ 3424146 w 5372199"/>
                <a:gd name="connsiteY67" fmla="*/ 5106210 h 5390836"/>
                <a:gd name="connsiteX68" fmla="*/ 3535523 w 5372199"/>
                <a:gd name="connsiteY68" fmla="*/ 5070125 h 5390836"/>
                <a:gd name="connsiteX69" fmla="*/ 3542743 w 5372199"/>
                <a:gd name="connsiteY69" fmla="*/ 5093833 h 5390836"/>
                <a:gd name="connsiteX70" fmla="*/ 3550993 w 5372199"/>
                <a:gd name="connsiteY70" fmla="*/ 5117557 h 5390836"/>
                <a:gd name="connsiteX71" fmla="*/ 3439621 w 5372199"/>
                <a:gd name="connsiteY71" fmla="*/ 5153655 h 5390836"/>
                <a:gd name="connsiteX72" fmla="*/ 3477773 w 5372199"/>
                <a:gd name="connsiteY72" fmla="*/ 5271222 h 5390836"/>
                <a:gd name="connsiteX73" fmla="*/ 3450955 w 5372199"/>
                <a:gd name="connsiteY73" fmla="*/ 5279459 h 5390836"/>
                <a:gd name="connsiteX74" fmla="*/ 3424146 w 5372199"/>
                <a:gd name="connsiteY74" fmla="*/ 5288752 h 5390836"/>
                <a:gd name="connsiteX75" fmla="*/ 3334426 w 5372199"/>
                <a:gd name="connsiteY75" fmla="*/ 5012371 h 5390836"/>
                <a:gd name="connsiteX76" fmla="*/ 1772071 w 5372199"/>
                <a:gd name="connsiteY76" fmla="*/ 4919562 h 5390836"/>
                <a:gd name="connsiteX77" fmla="*/ 1978320 w 5372199"/>
                <a:gd name="connsiteY77" fmla="*/ 4990719 h 5390836"/>
                <a:gd name="connsiteX78" fmla="*/ 1970070 w 5372199"/>
                <a:gd name="connsiteY78" fmla="*/ 5014439 h 5390836"/>
                <a:gd name="connsiteX79" fmla="*/ 1960782 w 5372199"/>
                <a:gd name="connsiteY79" fmla="*/ 5039189 h 5390836"/>
                <a:gd name="connsiteX80" fmla="*/ 1884473 w 5372199"/>
                <a:gd name="connsiteY80" fmla="*/ 5013409 h 5390836"/>
                <a:gd name="connsiteX81" fmla="*/ 1807130 w 5372199"/>
                <a:gd name="connsiteY81" fmla="*/ 5239260 h 5390836"/>
                <a:gd name="connsiteX82" fmla="*/ 1780321 w 5372199"/>
                <a:gd name="connsiteY82" fmla="*/ 5229968 h 5390836"/>
                <a:gd name="connsiteX83" fmla="*/ 1753503 w 5372199"/>
                <a:gd name="connsiteY83" fmla="*/ 5220693 h 5390836"/>
                <a:gd name="connsiteX84" fmla="*/ 1831880 w 5372199"/>
                <a:gd name="connsiteY84" fmla="*/ 4994842 h 5390836"/>
                <a:gd name="connsiteX85" fmla="*/ 1755571 w 5372199"/>
                <a:gd name="connsiteY85" fmla="*/ 4969062 h 5390836"/>
                <a:gd name="connsiteX86" fmla="*/ 1763821 w 5372199"/>
                <a:gd name="connsiteY86" fmla="*/ 4944312 h 5390836"/>
                <a:gd name="connsiteX87" fmla="*/ 1666876 w 5372199"/>
                <a:gd name="connsiteY87" fmla="*/ 4867995 h 5390836"/>
                <a:gd name="connsiteX88" fmla="*/ 1691626 w 5372199"/>
                <a:gd name="connsiteY88" fmla="*/ 4879342 h 5390836"/>
                <a:gd name="connsiteX89" fmla="*/ 1717406 w 5372199"/>
                <a:gd name="connsiteY89" fmla="*/ 4891715 h 5390836"/>
                <a:gd name="connsiteX90" fmla="*/ 1594694 w 5372199"/>
                <a:gd name="connsiteY90" fmla="*/ 5154680 h 5390836"/>
                <a:gd name="connsiteX91" fmla="*/ 1568906 w 5372199"/>
                <a:gd name="connsiteY91" fmla="*/ 5143345 h 5390836"/>
                <a:gd name="connsiteX92" fmla="*/ 1543127 w 5372199"/>
                <a:gd name="connsiteY92" fmla="*/ 5130968 h 5390836"/>
                <a:gd name="connsiteX93" fmla="*/ 3872751 w 5372199"/>
                <a:gd name="connsiteY93" fmla="*/ 4780342 h 5390836"/>
                <a:gd name="connsiteX94" fmla="*/ 3884085 w 5372199"/>
                <a:gd name="connsiteY94" fmla="*/ 4803037 h 5390836"/>
                <a:gd name="connsiteX95" fmla="*/ 3896462 w 5372199"/>
                <a:gd name="connsiteY95" fmla="*/ 4825719 h 5390836"/>
                <a:gd name="connsiteX96" fmla="*/ 3825306 w 5372199"/>
                <a:gd name="connsiteY96" fmla="*/ 4863872 h 5390836"/>
                <a:gd name="connsiteX97" fmla="*/ 3937712 w 5372199"/>
                <a:gd name="connsiteY97" fmla="*/ 5075278 h 5390836"/>
                <a:gd name="connsiteX98" fmla="*/ 3912962 w 5372199"/>
                <a:gd name="connsiteY98" fmla="*/ 5088689 h 5390836"/>
                <a:gd name="connsiteX99" fmla="*/ 3888212 w 5372199"/>
                <a:gd name="connsiteY99" fmla="*/ 5102096 h 5390836"/>
                <a:gd name="connsiteX100" fmla="*/ 3775806 w 5372199"/>
                <a:gd name="connsiteY100" fmla="*/ 4890689 h 5390836"/>
                <a:gd name="connsiteX101" fmla="*/ 3704649 w 5372199"/>
                <a:gd name="connsiteY101" fmla="*/ 4927816 h 5390836"/>
                <a:gd name="connsiteX102" fmla="*/ 3692277 w 5372199"/>
                <a:gd name="connsiteY102" fmla="*/ 4905122 h 5390836"/>
                <a:gd name="connsiteX103" fmla="*/ 3680929 w 5372199"/>
                <a:gd name="connsiteY103" fmla="*/ 4882439 h 5390836"/>
                <a:gd name="connsiteX104" fmla="*/ 1417309 w 5372199"/>
                <a:gd name="connsiteY104" fmla="*/ 4732898 h 5390836"/>
                <a:gd name="connsiteX105" fmla="*/ 1607059 w 5372199"/>
                <a:gd name="connsiteY105" fmla="*/ 4839122 h 5390836"/>
                <a:gd name="connsiteX106" fmla="*/ 1594682 w 5372199"/>
                <a:gd name="connsiteY106" fmla="*/ 4861804 h 5390836"/>
                <a:gd name="connsiteX107" fmla="*/ 1582309 w 5372199"/>
                <a:gd name="connsiteY107" fmla="*/ 4883456 h 5390836"/>
                <a:gd name="connsiteX108" fmla="*/ 1512182 w 5372199"/>
                <a:gd name="connsiteY108" fmla="*/ 4844274 h 5390836"/>
                <a:gd name="connsiteX109" fmla="*/ 1395653 w 5372199"/>
                <a:gd name="connsiteY109" fmla="*/ 5053625 h 5390836"/>
                <a:gd name="connsiteX110" fmla="*/ 1370903 w 5372199"/>
                <a:gd name="connsiteY110" fmla="*/ 5040210 h 5390836"/>
                <a:gd name="connsiteX111" fmla="*/ 1347182 w 5372199"/>
                <a:gd name="connsiteY111" fmla="*/ 5026808 h 5390836"/>
                <a:gd name="connsiteX112" fmla="*/ 1462682 w 5372199"/>
                <a:gd name="connsiteY112" fmla="*/ 4817457 h 5390836"/>
                <a:gd name="connsiteX113" fmla="*/ 1392555 w 5372199"/>
                <a:gd name="connsiteY113" fmla="*/ 4778274 h 5390836"/>
                <a:gd name="connsiteX114" fmla="*/ 1404932 w 5372199"/>
                <a:gd name="connsiteY114" fmla="*/ 4755592 h 5390836"/>
                <a:gd name="connsiteX115" fmla="*/ 4097559 w 5372199"/>
                <a:gd name="connsiteY115" fmla="*/ 4639059 h 5390836"/>
                <a:gd name="connsiteX116" fmla="*/ 4110962 w 5372199"/>
                <a:gd name="connsiteY116" fmla="*/ 4660711 h 5390836"/>
                <a:gd name="connsiteX117" fmla="*/ 4125402 w 5372199"/>
                <a:gd name="connsiteY117" fmla="*/ 4682368 h 5390836"/>
                <a:gd name="connsiteX118" fmla="*/ 4006805 w 5372199"/>
                <a:gd name="connsiteY118" fmla="*/ 4759715 h 5390836"/>
                <a:gd name="connsiteX119" fmla="*/ 4040835 w 5372199"/>
                <a:gd name="connsiteY119" fmla="*/ 4811283 h 5390836"/>
                <a:gd name="connsiteX120" fmla="*/ 4150152 w 5372199"/>
                <a:gd name="connsiteY120" fmla="*/ 4740118 h 5390836"/>
                <a:gd name="connsiteX121" fmla="*/ 4164589 w 5372199"/>
                <a:gd name="connsiteY121" fmla="*/ 4760741 h 5390836"/>
                <a:gd name="connsiteX122" fmla="*/ 4177991 w 5372199"/>
                <a:gd name="connsiteY122" fmla="*/ 4782406 h 5390836"/>
                <a:gd name="connsiteX123" fmla="*/ 4067652 w 5372199"/>
                <a:gd name="connsiteY123" fmla="*/ 4853562 h 5390836"/>
                <a:gd name="connsiteX124" fmla="*/ 4108902 w 5372199"/>
                <a:gd name="connsiteY124" fmla="*/ 4916465 h 5390836"/>
                <a:gd name="connsiteX125" fmla="*/ 4232656 w 5372199"/>
                <a:gd name="connsiteY125" fmla="*/ 4837062 h 5390836"/>
                <a:gd name="connsiteX126" fmla="*/ 4247088 w 5372199"/>
                <a:gd name="connsiteY126" fmla="*/ 4858715 h 5390836"/>
                <a:gd name="connsiteX127" fmla="*/ 4261529 w 5372199"/>
                <a:gd name="connsiteY127" fmla="*/ 4880367 h 5390836"/>
                <a:gd name="connsiteX128" fmla="*/ 4090335 w 5372199"/>
                <a:gd name="connsiteY128" fmla="*/ 4990714 h 5390836"/>
                <a:gd name="connsiteX129" fmla="*/ 3932555 w 5372199"/>
                <a:gd name="connsiteY129" fmla="*/ 4746308 h 5390836"/>
                <a:gd name="connsiteX130" fmla="*/ 1204009 w 5372199"/>
                <a:gd name="connsiteY130" fmla="*/ 4608716 h 5390836"/>
                <a:gd name="connsiteX131" fmla="*/ 1280327 w 5372199"/>
                <a:gd name="connsiteY131" fmla="*/ 4633466 h 5390836"/>
                <a:gd name="connsiteX132" fmla="*/ 1323636 w 5372199"/>
                <a:gd name="connsiteY132" fmla="*/ 4697398 h 5390836"/>
                <a:gd name="connsiteX133" fmla="*/ 1308174 w 5372199"/>
                <a:gd name="connsiteY133" fmla="*/ 4771647 h 5390836"/>
                <a:gd name="connsiteX134" fmla="*/ 1268992 w 5372199"/>
                <a:gd name="connsiteY134" fmla="*/ 4739686 h 5390836"/>
                <a:gd name="connsiteX135" fmla="*/ 1274144 w 5372199"/>
                <a:gd name="connsiteY135" fmla="*/ 4703593 h 5390836"/>
                <a:gd name="connsiteX136" fmla="*/ 1249395 w 5372199"/>
                <a:gd name="connsiteY136" fmla="*/ 4670588 h 5390836"/>
                <a:gd name="connsiteX137" fmla="*/ 1216395 w 5372199"/>
                <a:gd name="connsiteY137" fmla="*/ 4659245 h 5390836"/>
                <a:gd name="connsiteX138" fmla="*/ 1189577 w 5372199"/>
                <a:gd name="connsiteY138" fmla="*/ 4674715 h 5390836"/>
                <a:gd name="connsiteX139" fmla="*/ 1189577 w 5372199"/>
                <a:gd name="connsiteY139" fmla="*/ 4698436 h 5390836"/>
                <a:gd name="connsiteX140" fmla="*/ 1221547 w 5372199"/>
                <a:gd name="connsiteY140" fmla="*/ 4742775 h 5390836"/>
                <a:gd name="connsiteX141" fmla="*/ 1265894 w 5372199"/>
                <a:gd name="connsiteY141" fmla="*/ 4815995 h 5390836"/>
                <a:gd name="connsiteX142" fmla="*/ 1247327 w 5372199"/>
                <a:gd name="connsiteY142" fmla="*/ 4874774 h 5390836"/>
                <a:gd name="connsiteX143" fmla="*/ 1184424 w 5372199"/>
                <a:gd name="connsiteY143" fmla="*/ 4909842 h 5390836"/>
                <a:gd name="connsiteX144" fmla="*/ 1106048 w 5372199"/>
                <a:gd name="connsiteY144" fmla="*/ 4881999 h 5390836"/>
                <a:gd name="connsiteX145" fmla="*/ 1056548 w 5372199"/>
                <a:gd name="connsiteY145" fmla="*/ 4814965 h 5390836"/>
                <a:gd name="connsiteX146" fmla="*/ 1074073 w 5372199"/>
                <a:gd name="connsiteY146" fmla="*/ 4738660 h 5390836"/>
                <a:gd name="connsiteX147" fmla="*/ 1118420 w 5372199"/>
                <a:gd name="connsiteY147" fmla="*/ 4769592 h 5390836"/>
                <a:gd name="connsiteX148" fmla="*/ 1109145 w 5372199"/>
                <a:gd name="connsiteY148" fmla="*/ 4807745 h 5390836"/>
                <a:gd name="connsiteX149" fmla="*/ 1134920 w 5372199"/>
                <a:gd name="connsiteY149" fmla="*/ 4841774 h 5390836"/>
                <a:gd name="connsiteX150" fmla="*/ 1174115 w 5372199"/>
                <a:gd name="connsiteY150" fmla="*/ 4859312 h 5390836"/>
                <a:gd name="connsiteX151" fmla="*/ 1201954 w 5372199"/>
                <a:gd name="connsiteY151" fmla="*/ 4846940 h 5390836"/>
                <a:gd name="connsiteX152" fmla="*/ 1201954 w 5372199"/>
                <a:gd name="connsiteY152" fmla="*/ 4821160 h 5390836"/>
                <a:gd name="connsiteX153" fmla="*/ 1175145 w 5372199"/>
                <a:gd name="connsiteY153" fmla="*/ 4780940 h 5390836"/>
                <a:gd name="connsiteX154" fmla="*/ 1125645 w 5372199"/>
                <a:gd name="connsiteY154" fmla="*/ 4703593 h 5390836"/>
                <a:gd name="connsiteX155" fmla="*/ 1141102 w 5372199"/>
                <a:gd name="connsiteY155" fmla="*/ 4646868 h 5390836"/>
                <a:gd name="connsiteX156" fmla="*/ 1204009 w 5372199"/>
                <a:gd name="connsiteY156" fmla="*/ 4608716 h 5390836"/>
                <a:gd name="connsiteX157" fmla="*/ 4318414 w 5372199"/>
                <a:gd name="connsiteY157" fmla="*/ 4479809 h 5390836"/>
                <a:gd name="connsiteX158" fmla="*/ 4394732 w 5372199"/>
                <a:gd name="connsiteY158" fmla="*/ 4513839 h 5390836"/>
                <a:gd name="connsiteX159" fmla="*/ 4352444 w 5372199"/>
                <a:gd name="connsiteY159" fmla="*/ 4549936 h 5390836"/>
                <a:gd name="connsiteX160" fmla="*/ 4314287 w 5372199"/>
                <a:gd name="connsiteY160" fmla="*/ 4533436 h 5390836"/>
                <a:gd name="connsiteX161" fmla="*/ 4274067 w 5372199"/>
                <a:gd name="connsiteY161" fmla="*/ 4548894 h 5390836"/>
                <a:gd name="connsiteX162" fmla="*/ 4253440 w 5372199"/>
                <a:gd name="connsiteY162" fmla="*/ 4600466 h 5390836"/>
                <a:gd name="connsiteX163" fmla="*/ 4288508 w 5372199"/>
                <a:gd name="connsiteY163" fmla="*/ 4669563 h 5390836"/>
                <a:gd name="connsiteX164" fmla="*/ 4349347 w 5372199"/>
                <a:gd name="connsiteY164" fmla="*/ 4714936 h 5390836"/>
                <a:gd name="connsiteX165" fmla="*/ 4402974 w 5372199"/>
                <a:gd name="connsiteY165" fmla="*/ 4703593 h 5390836"/>
                <a:gd name="connsiteX166" fmla="*/ 4424626 w 5372199"/>
                <a:gd name="connsiteY166" fmla="*/ 4665436 h 5390836"/>
                <a:gd name="connsiteX167" fmla="*/ 4412262 w 5372199"/>
                <a:gd name="connsiteY167" fmla="*/ 4621089 h 5390836"/>
                <a:gd name="connsiteX168" fmla="*/ 4454541 w 5372199"/>
                <a:gd name="connsiteY168" fmla="*/ 4581898 h 5390836"/>
                <a:gd name="connsiteX169" fmla="*/ 4478261 w 5372199"/>
                <a:gd name="connsiteY169" fmla="*/ 4667495 h 5390836"/>
                <a:gd name="connsiteX170" fmla="*/ 4344389 w 5372199"/>
                <a:gd name="connsiteY170" fmla="*/ 4770936 h 5390836"/>
                <a:gd name="connsiteX171" fmla="*/ 4342135 w 5372199"/>
                <a:gd name="connsiteY171" fmla="*/ 4770622 h 5390836"/>
                <a:gd name="connsiteX172" fmla="*/ 4245203 w 5372199"/>
                <a:gd name="connsiteY172" fmla="*/ 4706686 h 5390836"/>
                <a:gd name="connsiteX173" fmla="*/ 4197758 w 5372199"/>
                <a:gd name="connsiteY173" fmla="*/ 4598398 h 5390836"/>
                <a:gd name="connsiteX174" fmla="*/ 4239008 w 5372199"/>
                <a:gd name="connsiteY174" fmla="*/ 4508686 h 5390836"/>
                <a:gd name="connsiteX175" fmla="*/ 4318414 w 5372199"/>
                <a:gd name="connsiteY175" fmla="*/ 4479809 h 5390836"/>
                <a:gd name="connsiteX176" fmla="*/ 976955 w 5372199"/>
                <a:gd name="connsiteY176" fmla="*/ 4384335 h 5390836"/>
                <a:gd name="connsiteX177" fmla="*/ 998607 w 5372199"/>
                <a:gd name="connsiteY177" fmla="*/ 4403932 h 5390836"/>
                <a:gd name="connsiteX178" fmla="*/ 1019243 w 5372199"/>
                <a:gd name="connsiteY178" fmla="*/ 4424560 h 5390836"/>
                <a:gd name="connsiteX179" fmla="*/ 958400 w 5372199"/>
                <a:gd name="connsiteY179" fmla="*/ 4647309 h 5390836"/>
                <a:gd name="connsiteX180" fmla="*/ 1097611 w 5372199"/>
                <a:gd name="connsiteY180" fmla="*/ 4497780 h 5390836"/>
                <a:gd name="connsiteX181" fmla="*/ 1117204 w 5372199"/>
                <a:gd name="connsiteY181" fmla="*/ 4515309 h 5390836"/>
                <a:gd name="connsiteX182" fmla="*/ 1135772 w 5372199"/>
                <a:gd name="connsiteY182" fmla="*/ 4532839 h 5390836"/>
                <a:gd name="connsiteX183" fmla="*/ 937773 w 5372199"/>
                <a:gd name="connsiteY183" fmla="*/ 4746313 h 5390836"/>
                <a:gd name="connsiteX184" fmla="*/ 917146 w 5372199"/>
                <a:gd name="connsiteY184" fmla="*/ 4726715 h 5390836"/>
                <a:gd name="connsiteX185" fmla="*/ 897552 w 5372199"/>
                <a:gd name="connsiteY185" fmla="*/ 4708148 h 5390836"/>
                <a:gd name="connsiteX186" fmla="*/ 959425 w 5372199"/>
                <a:gd name="connsiteY186" fmla="*/ 4479212 h 5390836"/>
                <a:gd name="connsiteX187" fmla="*/ 816078 w 5372199"/>
                <a:gd name="connsiteY187" fmla="*/ 4632868 h 5390836"/>
                <a:gd name="connsiteX188" fmla="*/ 797523 w 5372199"/>
                <a:gd name="connsiteY188" fmla="*/ 4615339 h 5390836"/>
                <a:gd name="connsiteX189" fmla="*/ 777926 w 5372199"/>
                <a:gd name="connsiteY189" fmla="*/ 4596771 h 5390836"/>
                <a:gd name="connsiteX190" fmla="*/ 883108 w 5372199"/>
                <a:gd name="connsiteY190" fmla="*/ 4280170 h 5390836"/>
                <a:gd name="connsiteX191" fmla="*/ 901675 w 5372199"/>
                <a:gd name="connsiteY191" fmla="*/ 4301823 h 5390836"/>
                <a:gd name="connsiteX192" fmla="*/ 920235 w 5372199"/>
                <a:gd name="connsiteY192" fmla="*/ 4322450 h 5390836"/>
                <a:gd name="connsiteX193" fmla="*/ 703676 w 5372199"/>
                <a:gd name="connsiteY193" fmla="*/ 4516326 h 5390836"/>
                <a:gd name="connsiteX194" fmla="*/ 685104 w 5372199"/>
                <a:gd name="connsiteY194" fmla="*/ 4495703 h 5390836"/>
                <a:gd name="connsiteX195" fmla="*/ 666549 w 5372199"/>
                <a:gd name="connsiteY195" fmla="*/ 4475076 h 5390836"/>
                <a:gd name="connsiteX196" fmla="*/ 4535842 w 5372199"/>
                <a:gd name="connsiteY196" fmla="*/ 4224488 h 5390836"/>
                <a:gd name="connsiteX197" fmla="*/ 4751379 w 5372199"/>
                <a:gd name="connsiteY197" fmla="*/ 4419394 h 5390836"/>
                <a:gd name="connsiteX198" fmla="*/ 4732811 w 5372199"/>
                <a:gd name="connsiteY198" fmla="*/ 4440030 h 5390836"/>
                <a:gd name="connsiteX199" fmla="*/ 4714244 w 5372199"/>
                <a:gd name="connsiteY199" fmla="*/ 4460644 h 5390836"/>
                <a:gd name="connsiteX200" fmla="*/ 4616282 w 5372199"/>
                <a:gd name="connsiteY200" fmla="*/ 4372992 h 5390836"/>
                <a:gd name="connsiteX201" fmla="*/ 4546160 w 5372199"/>
                <a:gd name="connsiteY201" fmla="*/ 4450339 h 5390836"/>
                <a:gd name="connsiteX202" fmla="*/ 4644121 w 5372199"/>
                <a:gd name="connsiteY202" fmla="*/ 4539021 h 5390836"/>
                <a:gd name="connsiteX203" fmla="*/ 4625562 w 5372199"/>
                <a:gd name="connsiteY203" fmla="*/ 4559648 h 5390836"/>
                <a:gd name="connsiteX204" fmla="*/ 4606994 w 5372199"/>
                <a:gd name="connsiteY204" fmla="*/ 4580271 h 5390836"/>
                <a:gd name="connsiteX205" fmla="*/ 4390435 w 5372199"/>
                <a:gd name="connsiteY205" fmla="*/ 4385365 h 5390836"/>
                <a:gd name="connsiteX206" fmla="*/ 4409003 w 5372199"/>
                <a:gd name="connsiteY206" fmla="*/ 4364742 h 5390836"/>
                <a:gd name="connsiteX207" fmla="*/ 4428588 w 5372199"/>
                <a:gd name="connsiteY207" fmla="*/ 4344115 h 5390836"/>
                <a:gd name="connsiteX208" fmla="*/ 4509033 w 5372199"/>
                <a:gd name="connsiteY208" fmla="*/ 4417339 h 5390836"/>
                <a:gd name="connsiteX209" fmla="*/ 4579159 w 5372199"/>
                <a:gd name="connsiteY209" fmla="*/ 4338962 h 5390836"/>
                <a:gd name="connsiteX210" fmla="*/ 4497685 w 5372199"/>
                <a:gd name="connsiteY210" fmla="*/ 4265738 h 5390836"/>
                <a:gd name="connsiteX211" fmla="*/ 4517282 w 5372199"/>
                <a:gd name="connsiteY211" fmla="*/ 4245115 h 5390836"/>
                <a:gd name="connsiteX212" fmla="*/ 4714244 w 5372199"/>
                <a:gd name="connsiteY212" fmla="*/ 3980082 h 5390836"/>
                <a:gd name="connsiteX213" fmla="*/ 4952468 w 5372199"/>
                <a:gd name="connsiteY213" fmla="*/ 4147141 h 5390836"/>
                <a:gd name="connsiteX214" fmla="*/ 4936997 w 5372199"/>
                <a:gd name="connsiteY214" fmla="*/ 4169836 h 5390836"/>
                <a:gd name="connsiteX215" fmla="*/ 4920497 w 5372199"/>
                <a:gd name="connsiteY215" fmla="*/ 4193556 h 5390836"/>
                <a:gd name="connsiteX216" fmla="*/ 4685371 w 5372199"/>
                <a:gd name="connsiteY216" fmla="*/ 4162611 h 5390836"/>
                <a:gd name="connsiteX217" fmla="*/ 4857595 w 5372199"/>
                <a:gd name="connsiteY217" fmla="*/ 4283280 h 5390836"/>
                <a:gd name="connsiteX218" fmla="*/ 4843150 w 5372199"/>
                <a:gd name="connsiteY218" fmla="*/ 4304933 h 5390836"/>
                <a:gd name="connsiteX219" fmla="*/ 4827688 w 5372199"/>
                <a:gd name="connsiteY219" fmla="*/ 4326585 h 5390836"/>
                <a:gd name="connsiteX220" fmla="*/ 4589464 w 5372199"/>
                <a:gd name="connsiteY220" fmla="*/ 4159526 h 5390836"/>
                <a:gd name="connsiteX221" fmla="*/ 4605964 w 5372199"/>
                <a:gd name="connsiteY221" fmla="*/ 4135806 h 5390836"/>
                <a:gd name="connsiteX222" fmla="*/ 4622464 w 5372199"/>
                <a:gd name="connsiteY222" fmla="*/ 4111056 h 5390836"/>
                <a:gd name="connsiteX223" fmla="*/ 4852438 w 5372199"/>
                <a:gd name="connsiteY223" fmla="*/ 4140959 h 5390836"/>
                <a:gd name="connsiteX224" fmla="*/ 4684341 w 5372199"/>
                <a:gd name="connsiteY224" fmla="*/ 4023400 h 5390836"/>
                <a:gd name="connsiteX225" fmla="*/ 4699812 w 5372199"/>
                <a:gd name="connsiteY225" fmla="*/ 4001735 h 5390836"/>
                <a:gd name="connsiteX226" fmla="*/ 597638 w 5372199"/>
                <a:gd name="connsiteY226" fmla="*/ 3950764 h 5390836"/>
                <a:gd name="connsiteX227" fmla="*/ 685290 w 5372199"/>
                <a:gd name="connsiteY227" fmla="*/ 4008514 h 5390836"/>
                <a:gd name="connsiteX228" fmla="*/ 706947 w 5372199"/>
                <a:gd name="connsiteY228" fmla="*/ 4089984 h 5390836"/>
                <a:gd name="connsiteX229" fmla="*/ 666723 w 5372199"/>
                <a:gd name="connsiteY229" fmla="*/ 4160111 h 5390836"/>
                <a:gd name="connsiteX230" fmla="*/ 636820 w 5372199"/>
                <a:gd name="connsiteY230" fmla="*/ 4113709 h 5390836"/>
                <a:gd name="connsiteX231" fmla="*/ 653320 w 5372199"/>
                <a:gd name="connsiteY231" fmla="*/ 4078637 h 5390836"/>
                <a:gd name="connsiteX232" fmla="*/ 645083 w 5372199"/>
                <a:gd name="connsiteY232" fmla="*/ 4038417 h 5390836"/>
                <a:gd name="connsiteX233" fmla="*/ 590418 w 5372199"/>
                <a:gd name="connsiteY233" fmla="*/ 4005417 h 5390836"/>
                <a:gd name="connsiteX234" fmla="*/ 516164 w 5372199"/>
                <a:gd name="connsiteY234" fmla="*/ 4030167 h 5390836"/>
                <a:gd name="connsiteX235" fmla="*/ 463579 w 5372199"/>
                <a:gd name="connsiteY235" fmla="*/ 4087917 h 5390836"/>
                <a:gd name="connsiteX236" fmla="*/ 472859 w 5372199"/>
                <a:gd name="connsiteY236" fmla="*/ 4149793 h 5390836"/>
                <a:gd name="connsiteX237" fmla="*/ 523388 w 5372199"/>
                <a:gd name="connsiteY237" fmla="*/ 4177641 h 5390836"/>
                <a:gd name="connsiteX238" fmla="*/ 561537 w 5372199"/>
                <a:gd name="connsiteY238" fmla="*/ 4170421 h 5390836"/>
                <a:gd name="connsiteX239" fmla="*/ 561541 w 5372199"/>
                <a:gd name="connsiteY239" fmla="*/ 4170429 h 5390836"/>
                <a:gd name="connsiteX240" fmla="*/ 561541 w 5372199"/>
                <a:gd name="connsiteY240" fmla="*/ 4170416 h 5390836"/>
                <a:gd name="connsiteX241" fmla="*/ 561537 w 5372199"/>
                <a:gd name="connsiteY241" fmla="*/ 4170421 h 5390836"/>
                <a:gd name="connsiteX242" fmla="*/ 527511 w 5372199"/>
                <a:gd name="connsiteY242" fmla="*/ 4117832 h 5390836"/>
                <a:gd name="connsiteX243" fmla="*/ 569791 w 5372199"/>
                <a:gd name="connsiteY243" fmla="*/ 4089984 h 5390836"/>
                <a:gd name="connsiteX244" fmla="*/ 630638 w 5372199"/>
                <a:gd name="connsiteY244" fmla="*/ 4183831 h 5390836"/>
                <a:gd name="connsiteX245" fmla="*/ 498638 w 5372199"/>
                <a:gd name="connsiteY245" fmla="*/ 4269420 h 5390836"/>
                <a:gd name="connsiteX246" fmla="*/ 478011 w 5372199"/>
                <a:gd name="connsiteY246" fmla="*/ 4238488 h 5390836"/>
                <a:gd name="connsiteX247" fmla="*/ 506888 w 5372199"/>
                <a:gd name="connsiteY247" fmla="*/ 4212709 h 5390836"/>
                <a:gd name="connsiteX248" fmla="*/ 501732 w 5372199"/>
                <a:gd name="connsiteY248" fmla="*/ 4212709 h 5390836"/>
                <a:gd name="connsiteX249" fmla="*/ 425414 w 5372199"/>
                <a:gd name="connsiteY249" fmla="*/ 4171459 h 5390836"/>
                <a:gd name="connsiteX250" fmla="*/ 425414 w 5372199"/>
                <a:gd name="connsiteY250" fmla="*/ 4174543 h 5390836"/>
                <a:gd name="connsiteX251" fmla="*/ 408914 w 5372199"/>
                <a:gd name="connsiteY251" fmla="*/ 4071417 h 5390836"/>
                <a:gd name="connsiteX252" fmla="*/ 597638 w 5372199"/>
                <a:gd name="connsiteY252" fmla="*/ 3950764 h 5390836"/>
                <a:gd name="connsiteX253" fmla="*/ 4896947 w 5372199"/>
                <a:gd name="connsiteY253" fmla="*/ 3786790 h 5390836"/>
                <a:gd name="connsiteX254" fmla="*/ 4848489 w 5372199"/>
                <a:gd name="connsiteY254" fmla="*/ 3820820 h 5390836"/>
                <a:gd name="connsiteX255" fmla="*/ 4848489 w 5372199"/>
                <a:gd name="connsiteY255" fmla="*/ 3880625 h 5390836"/>
                <a:gd name="connsiteX256" fmla="*/ 4906239 w 5372199"/>
                <a:gd name="connsiteY256" fmla="*/ 3933222 h 5390836"/>
                <a:gd name="connsiteX257" fmla="*/ 4980489 w 5372199"/>
                <a:gd name="connsiteY257" fmla="*/ 3950764 h 5390836"/>
                <a:gd name="connsiteX258" fmla="*/ 5028950 w 5372199"/>
                <a:gd name="connsiteY258" fmla="*/ 3916722 h 5390836"/>
                <a:gd name="connsiteX259" fmla="*/ 5028950 w 5372199"/>
                <a:gd name="connsiteY259" fmla="*/ 3856917 h 5390836"/>
                <a:gd name="connsiteX260" fmla="*/ 4973268 w 5372199"/>
                <a:gd name="connsiteY260" fmla="*/ 3805345 h 5390836"/>
                <a:gd name="connsiteX261" fmla="*/ 4896947 w 5372199"/>
                <a:gd name="connsiteY261" fmla="*/ 3786790 h 5390836"/>
                <a:gd name="connsiteX262" fmla="*/ 4883544 w 5372199"/>
                <a:gd name="connsiteY262" fmla="*/ 3732138 h 5390836"/>
                <a:gd name="connsiteX263" fmla="*/ 5000073 w 5372199"/>
                <a:gd name="connsiteY263" fmla="*/ 3754820 h 5390836"/>
                <a:gd name="connsiteX264" fmla="*/ 5081548 w 5372199"/>
                <a:gd name="connsiteY264" fmla="*/ 3837320 h 5390836"/>
                <a:gd name="connsiteX265" fmla="*/ 5073298 w 5372199"/>
                <a:gd name="connsiteY265" fmla="*/ 3940447 h 5390836"/>
                <a:gd name="connsiteX266" fmla="*/ 4992866 w 5372199"/>
                <a:gd name="connsiteY266" fmla="*/ 4004387 h 5390836"/>
                <a:gd name="connsiteX267" fmla="*/ 4992853 w 5372199"/>
                <a:gd name="connsiteY267" fmla="*/ 4002319 h 5390836"/>
                <a:gd name="connsiteX268" fmla="*/ 4795892 w 5372199"/>
                <a:gd name="connsiteY268" fmla="*/ 3899193 h 5390836"/>
                <a:gd name="connsiteX269" fmla="*/ 4802074 w 5372199"/>
                <a:gd name="connsiteY269" fmla="*/ 3796070 h 5390836"/>
                <a:gd name="connsiteX270" fmla="*/ 4883544 w 5372199"/>
                <a:gd name="connsiteY270" fmla="*/ 3732138 h 5390836"/>
                <a:gd name="connsiteX271" fmla="*/ 484020 w 5372199"/>
                <a:gd name="connsiteY271" fmla="*/ 3640799 h 5390836"/>
                <a:gd name="connsiteX272" fmla="*/ 496393 w 5372199"/>
                <a:gd name="connsiteY272" fmla="*/ 3667609 h 5390836"/>
                <a:gd name="connsiteX273" fmla="*/ 508770 w 5372199"/>
                <a:gd name="connsiteY273" fmla="*/ 3693397 h 5390836"/>
                <a:gd name="connsiteX274" fmla="*/ 368516 w 5372199"/>
                <a:gd name="connsiteY274" fmla="*/ 3877985 h 5390836"/>
                <a:gd name="connsiteX275" fmla="*/ 554147 w 5372199"/>
                <a:gd name="connsiteY275" fmla="*/ 3791358 h 5390836"/>
                <a:gd name="connsiteX276" fmla="*/ 564464 w 5372199"/>
                <a:gd name="connsiteY276" fmla="*/ 3815083 h 5390836"/>
                <a:gd name="connsiteX277" fmla="*/ 575799 w 5372199"/>
                <a:gd name="connsiteY277" fmla="*/ 3838803 h 5390836"/>
                <a:gd name="connsiteX278" fmla="*/ 311796 w 5372199"/>
                <a:gd name="connsiteY278" fmla="*/ 3961527 h 5390836"/>
                <a:gd name="connsiteX279" fmla="*/ 300448 w 5372199"/>
                <a:gd name="connsiteY279" fmla="*/ 3936777 h 5390836"/>
                <a:gd name="connsiteX280" fmla="*/ 289114 w 5372199"/>
                <a:gd name="connsiteY280" fmla="*/ 3910985 h 5390836"/>
                <a:gd name="connsiteX281" fmla="*/ 432461 w 5372199"/>
                <a:gd name="connsiteY281" fmla="*/ 3722274 h 5390836"/>
                <a:gd name="connsiteX282" fmla="*/ 241669 w 5372199"/>
                <a:gd name="connsiteY282" fmla="*/ 3810956 h 5390836"/>
                <a:gd name="connsiteX283" fmla="*/ 231364 w 5372199"/>
                <a:gd name="connsiteY283" fmla="*/ 3787235 h 5390836"/>
                <a:gd name="connsiteX284" fmla="*/ 220016 w 5372199"/>
                <a:gd name="connsiteY284" fmla="*/ 3763511 h 5390836"/>
                <a:gd name="connsiteX285" fmla="*/ 5190696 w 5372199"/>
                <a:gd name="connsiteY285" fmla="*/ 3522202 h 5390836"/>
                <a:gd name="connsiteX286" fmla="*/ 5214407 w 5372199"/>
                <a:gd name="connsiteY286" fmla="*/ 3530452 h 5390836"/>
                <a:gd name="connsiteX287" fmla="*/ 5238128 w 5372199"/>
                <a:gd name="connsiteY287" fmla="*/ 3540770 h 5390836"/>
                <a:gd name="connsiteX288" fmla="*/ 5171098 w 5372199"/>
                <a:gd name="connsiteY288" fmla="*/ 3717108 h 5390836"/>
                <a:gd name="connsiteX289" fmla="*/ 4898845 w 5372199"/>
                <a:gd name="connsiteY289" fmla="*/ 3612952 h 5390836"/>
                <a:gd name="connsiteX290" fmla="*/ 4909150 w 5372199"/>
                <a:gd name="connsiteY290" fmla="*/ 3586134 h 5390836"/>
                <a:gd name="connsiteX291" fmla="*/ 4919468 w 5372199"/>
                <a:gd name="connsiteY291" fmla="*/ 3560359 h 5390836"/>
                <a:gd name="connsiteX292" fmla="*/ 5142225 w 5372199"/>
                <a:gd name="connsiteY292" fmla="*/ 3645956 h 5390836"/>
                <a:gd name="connsiteX293" fmla="*/ 432461 w 5372199"/>
                <a:gd name="connsiteY293" fmla="*/ 3510855 h 5390836"/>
                <a:gd name="connsiteX294" fmla="*/ 442766 w 5372199"/>
                <a:gd name="connsiteY294" fmla="*/ 3537673 h 5390836"/>
                <a:gd name="connsiteX295" fmla="*/ 453083 w 5372199"/>
                <a:gd name="connsiteY295" fmla="*/ 3563452 h 5390836"/>
                <a:gd name="connsiteX296" fmla="*/ 180834 w 5372199"/>
                <a:gd name="connsiteY296" fmla="*/ 3667609 h 5390836"/>
                <a:gd name="connsiteX297" fmla="*/ 170517 w 5372199"/>
                <a:gd name="connsiteY297" fmla="*/ 3641829 h 5390836"/>
                <a:gd name="connsiteX298" fmla="*/ 161237 w 5372199"/>
                <a:gd name="connsiteY298" fmla="*/ 3616037 h 5390836"/>
                <a:gd name="connsiteX299" fmla="*/ 175851 w 5372199"/>
                <a:gd name="connsiteY299" fmla="*/ 3314478 h 5390836"/>
                <a:gd name="connsiteX300" fmla="*/ 189254 w 5372199"/>
                <a:gd name="connsiteY300" fmla="*/ 3366046 h 5390836"/>
                <a:gd name="connsiteX301" fmla="*/ 172754 w 5372199"/>
                <a:gd name="connsiteY301" fmla="*/ 3371198 h 5390836"/>
                <a:gd name="connsiteX302" fmla="*/ 136656 w 5372199"/>
                <a:gd name="connsiteY302" fmla="*/ 3387698 h 5390836"/>
                <a:gd name="connsiteX303" fmla="*/ 130474 w 5372199"/>
                <a:gd name="connsiteY303" fmla="*/ 3415546 h 5390836"/>
                <a:gd name="connsiteX304" fmla="*/ 145936 w 5372199"/>
                <a:gd name="connsiteY304" fmla="*/ 3436169 h 5390836"/>
                <a:gd name="connsiteX305" fmla="*/ 176881 w 5372199"/>
                <a:gd name="connsiteY305" fmla="*/ 3436169 h 5390836"/>
                <a:gd name="connsiteX306" fmla="*/ 383130 w 5372199"/>
                <a:gd name="connsiteY306" fmla="*/ 3378410 h 5390836"/>
                <a:gd name="connsiteX307" fmla="*/ 390342 w 5372199"/>
                <a:gd name="connsiteY307" fmla="*/ 3405228 h 5390836"/>
                <a:gd name="connsiteX308" fmla="*/ 397562 w 5372199"/>
                <a:gd name="connsiteY308" fmla="*/ 3432046 h 5390836"/>
                <a:gd name="connsiteX309" fmla="*/ 191313 w 5372199"/>
                <a:gd name="connsiteY309" fmla="*/ 3485668 h 5390836"/>
                <a:gd name="connsiteX310" fmla="*/ 121186 w 5372199"/>
                <a:gd name="connsiteY310" fmla="*/ 3485668 h 5390836"/>
                <a:gd name="connsiteX311" fmla="*/ 83034 w 5372199"/>
                <a:gd name="connsiteY311" fmla="*/ 3428948 h 5390836"/>
                <a:gd name="connsiteX312" fmla="*/ 89224 w 5372199"/>
                <a:gd name="connsiteY312" fmla="*/ 3358821 h 5390836"/>
                <a:gd name="connsiteX313" fmla="*/ 159351 w 5372199"/>
                <a:gd name="connsiteY313" fmla="*/ 3319631 h 5390836"/>
                <a:gd name="connsiteX314" fmla="*/ 5138274 w 5372199"/>
                <a:gd name="connsiteY314" fmla="*/ 3210244 h 5390836"/>
                <a:gd name="connsiteX315" fmla="*/ 5099086 w 5372199"/>
                <a:gd name="connsiteY315" fmla="*/ 3216504 h 5390836"/>
                <a:gd name="connsiteX316" fmla="*/ 5059891 w 5372199"/>
                <a:gd name="connsiteY316" fmla="*/ 3261881 h 5390836"/>
                <a:gd name="connsiteX317" fmla="*/ 5073306 w 5372199"/>
                <a:gd name="connsiteY317" fmla="*/ 3320669 h 5390836"/>
                <a:gd name="connsiteX318" fmla="*/ 5142395 w 5372199"/>
                <a:gd name="connsiteY318" fmla="*/ 3357783 h 5390836"/>
                <a:gd name="connsiteX319" fmla="*/ 5218712 w 5372199"/>
                <a:gd name="connsiteY319" fmla="*/ 3357783 h 5390836"/>
                <a:gd name="connsiteX320" fmla="*/ 5257895 w 5372199"/>
                <a:gd name="connsiteY320" fmla="*/ 3312406 h 5390836"/>
                <a:gd name="connsiteX321" fmla="*/ 5244492 w 5372199"/>
                <a:gd name="connsiteY321" fmla="*/ 3253631 h 5390836"/>
                <a:gd name="connsiteX322" fmla="*/ 5244492 w 5372199"/>
                <a:gd name="connsiteY322" fmla="*/ 3252601 h 5390836"/>
                <a:gd name="connsiteX323" fmla="*/ 5177463 w 5372199"/>
                <a:gd name="connsiteY323" fmla="*/ 3216504 h 5390836"/>
                <a:gd name="connsiteX324" fmla="*/ 5138274 w 5372199"/>
                <a:gd name="connsiteY324" fmla="*/ 3210244 h 5390836"/>
                <a:gd name="connsiteX325" fmla="*/ 5126906 w 5372199"/>
                <a:gd name="connsiteY325" fmla="*/ 3154598 h 5390836"/>
                <a:gd name="connsiteX326" fmla="*/ 5186742 w 5372199"/>
                <a:gd name="connsiteY326" fmla="*/ 3161852 h 5390836"/>
                <a:gd name="connsiteX327" fmla="*/ 5289865 w 5372199"/>
                <a:gd name="connsiteY327" fmla="*/ 3222699 h 5390836"/>
                <a:gd name="connsiteX328" fmla="*/ 5249797 w 5372199"/>
                <a:gd name="connsiteY328" fmla="*/ 3402033 h 5390836"/>
                <a:gd name="connsiteX329" fmla="*/ 5244492 w 5372199"/>
                <a:gd name="connsiteY329" fmla="*/ 3405228 h 5390836"/>
                <a:gd name="connsiteX330" fmla="*/ 5240365 w 5372199"/>
                <a:gd name="connsiteY330" fmla="*/ 3407296 h 5390836"/>
                <a:gd name="connsiteX331" fmla="*/ 5022768 w 5372199"/>
                <a:gd name="connsiteY331" fmla="*/ 3352631 h 5390836"/>
                <a:gd name="connsiteX332" fmla="*/ 5004209 w 5372199"/>
                <a:gd name="connsiteY332" fmla="*/ 3249504 h 5390836"/>
                <a:gd name="connsiteX333" fmla="*/ 5068141 w 5372199"/>
                <a:gd name="connsiteY333" fmla="*/ 3168042 h 5390836"/>
                <a:gd name="connsiteX334" fmla="*/ 5126906 w 5372199"/>
                <a:gd name="connsiteY334" fmla="*/ 3154598 h 5390836"/>
                <a:gd name="connsiteX335" fmla="*/ 332419 w 5372199"/>
                <a:gd name="connsiteY335" fmla="*/ 3145784 h 5390836"/>
                <a:gd name="connsiteX336" fmla="*/ 337575 w 5372199"/>
                <a:gd name="connsiteY336" fmla="*/ 3173631 h 5390836"/>
                <a:gd name="connsiteX337" fmla="*/ 342736 w 5372199"/>
                <a:gd name="connsiteY337" fmla="*/ 3201479 h 5390836"/>
                <a:gd name="connsiteX338" fmla="*/ 57080 w 5372199"/>
                <a:gd name="connsiteY338" fmla="*/ 3256135 h 5390836"/>
                <a:gd name="connsiteX339" fmla="*/ 51915 w 5372199"/>
                <a:gd name="connsiteY339" fmla="*/ 3229313 h 5390836"/>
                <a:gd name="connsiteX340" fmla="*/ 46763 w 5372199"/>
                <a:gd name="connsiteY340" fmla="*/ 3201479 h 5390836"/>
                <a:gd name="connsiteX341" fmla="*/ 298393 w 5372199"/>
                <a:gd name="connsiteY341" fmla="*/ 2871475 h 5390836"/>
                <a:gd name="connsiteX342" fmla="*/ 322114 w 5372199"/>
                <a:gd name="connsiteY342" fmla="*/ 3066382 h 5390836"/>
                <a:gd name="connsiteX343" fmla="*/ 296334 w 5372199"/>
                <a:gd name="connsiteY343" fmla="*/ 3069479 h 5390836"/>
                <a:gd name="connsiteX344" fmla="*/ 270554 w 5372199"/>
                <a:gd name="connsiteY344" fmla="*/ 3072576 h 5390836"/>
                <a:gd name="connsiteX345" fmla="*/ 253016 w 5372199"/>
                <a:gd name="connsiteY345" fmla="*/ 2933352 h 5390836"/>
                <a:gd name="connsiteX346" fmla="*/ 192169 w 5372199"/>
                <a:gd name="connsiteY346" fmla="*/ 2940573 h 5390836"/>
                <a:gd name="connsiteX347" fmla="*/ 207639 w 5372199"/>
                <a:gd name="connsiteY347" fmla="*/ 3070509 h 5390836"/>
                <a:gd name="connsiteX348" fmla="*/ 183932 w 5372199"/>
                <a:gd name="connsiteY348" fmla="*/ 3073606 h 5390836"/>
                <a:gd name="connsiteX349" fmla="*/ 158139 w 5372199"/>
                <a:gd name="connsiteY349" fmla="*/ 3076699 h 5390836"/>
                <a:gd name="connsiteX350" fmla="*/ 142669 w 5372199"/>
                <a:gd name="connsiteY350" fmla="*/ 2946755 h 5390836"/>
                <a:gd name="connsiteX351" fmla="*/ 67390 w 5372199"/>
                <a:gd name="connsiteY351" fmla="*/ 2956047 h 5390836"/>
                <a:gd name="connsiteX352" fmla="*/ 84919 w 5372199"/>
                <a:gd name="connsiteY352" fmla="*/ 3102479 h 5390836"/>
                <a:gd name="connsiteX353" fmla="*/ 60178 w 5372199"/>
                <a:gd name="connsiteY353" fmla="*/ 3105576 h 5390836"/>
                <a:gd name="connsiteX354" fmla="*/ 34390 w 5372199"/>
                <a:gd name="connsiteY354" fmla="*/ 3108674 h 5390836"/>
                <a:gd name="connsiteX355" fmla="*/ 8610 w 5372199"/>
                <a:gd name="connsiteY355" fmla="*/ 2906535 h 5390836"/>
                <a:gd name="connsiteX356" fmla="*/ 5165090 w 5372199"/>
                <a:gd name="connsiteY356" fmla="*/ 2814306 h 5390836"/>
                <a:gd name="connsiteX357" fmla="*/ 5159933 w 5372199"/>
                <a:gd name="connsiteY357" fmla="*/ 2870001 h 5390836"/>
                <a:gd name="connsiteX358" fmla="*/ 5124865 w 5372199"/>
                <a:gd name="connsiteY358" fmla="*/ 2886501 h 5390836"/>
                <a:gd name="connsiteX359" fmla="*/ 5107340 w 5372199"/>
                <a:gd name="connsiteY359" fmla="*/ 2924653 h 5390836"/>
                <a:gd name="connsiteX360" fmla="*/ 5130022 w 5372199"/>
                <a:gd name="connsiteY360" fmla="*/ 2983433 h 5390836"/>
                <a:gd name="connsiteX361" fmla="*/ 5203242 w 5372199"/>
                <a:gd name="connsiteY361" fmla="*/ 3010250 h 5390836"/>
                <a:gd name="connsiteX362" fmla="*/ 5280589 w 5372199"/>
                <a:gd name="connsiteY362" fmla="*/ 2997878 h 5390836"/>
                <a:gd name="connsiteX363" fmla="*/ 5311521 w 5372199"/>
                <a:gd name="connsiteY363" fmla="*/ 2942183 h 5390836"/>
                <a:gd name="connsiteX364" fmla="*/ 5311534 w 5372199"/>
                <a:gd name="connsiteY364" fmla="*/ 2942183 h 5390836"/>
                <a:gd name="connsiteX365" fmla="*/ 5288839 w 5372199"/>
                <a:gd name="connsiteY365" fmla="*/ 2889598 h 5390836"/>
                <a:gd name="connsiteX366" fmla="*/ 5254810 w 5372199"/>
                <a:gd name="connsiteY366" fmla="*/ 2872056 h 5390836"/>
                <a:gd name="connsiteX367" fmla="*/ 5254810 w 5372199"/>
                <a:gd name="connsiteY367" fmla="*/ 2933933 h 5390836"/>
                <a:gd name="connsiteX368" fmla="*/ 5204272 w 5372199"/>
                <a:gd name="connsiteY368" fmla="*/ 2933933 h 5390836"/>
                <a:gd name="connsiteX369" fmla="*/ 5214590 w 5372199"/>
                <a:gd name="connsiteY369" fmla="*/ 2822556 h 5390836"/>
                <a:gd name="connsiteX370" fmla="*/ 5370309 w 5372199"/>
                <a:gd name="connsiteY370" fmla="*/ 2835971 h 5390836"/>
                <a:gd name="connsiteX371" fmla="*/ 5370309 w 5372199"/>
                <a:gd name="connsiteY371" fmla="*/ 2873098 h 5390836"/>
                <a:gd name="connsiteX372" fmla="*/ 5337310 w 5372199"/>
                <a:gd name="connsiteY372" fmla="*/ 2873098 h 5390836"/>
                <a:gd name="connsiteX373" fmla="*/ 5371339 w 5372199"/>
                <a:gd name="connsiteY373" fmla="*/ 2952501 h 5390836"/>
                <a:gd name="connsiteX374" fmla="*/ 5362059 w 5372199"/>
                <a:gd name="connsiteY374" fmla="*/ 2957653 h 5390836"/>
                <a:gd name="connsiteX375" fmla="*/ 5312560 w 5372199"/>
                <a:gd name="connsiteY375" fmla="*/ 3046335 h 5390836"/>
                <a:gd name="connsiteX376" fmla="*/ 5199115 w 5372199"/>
                <a:gd name="connsiteY376" fmla="*/ 3071085 h 5390836"/>
                <a:gd name="connsiteX377" fmla="*/ 5089810 w 5372199"/>
                <a:gd name="connsiteY377" fmla="*/ 3025712 h 5390836"/>
                <a:gd name="connsiteX378" fmla="*/ 5056806 w 5372199"/>
                <a:gd name="connsiteY378" fmla="*/ 2922585 h 5390836"/>
                <a:gd name="connsiteX379" fmla="*/ 5089810 w 5372199"/>
                <a:gd name="connsiteY379" fmla="*/ 2845251 h 5390836"/>
                <a:gd name="connsiteX380" fmla="*/ 5165090 w 5372199"/>
                <a:gd name="connsiteY380" fmla="*/ 2814306 h 5390836"/>
                <a:gd name="connsiteX381" fmla="*/ 176868 w 5372199"/>
                <a:gd name="connsiteY381" fmla="*/ 2618374 h 5390836"/>
                <a:gd name="connsiteX382" fmla="*/ 176868 w 5372199"/>
                <a:gd name="connsiteY382" fmla="*/ 2682319 h 5390836"/>
                <a:gd name="connsiteX383" fmla="*/ 184089 w 5372199"/>
                <a:gd name="connsiteY383" fmla="*/ 2713251 h 5390836"/>
                <a:gd name="connsiteX384" fmla="*/ 209868 w 5372199"/>
                <a:gd name="connsiteY384" fmla="*/ 2724599 h 5390836"/>
                <a:gd name="connsiteX385" fmla="*/ 232550 w 5372199"/>
                <a:gd name="connsiteY385" fmla="*/ 2714281 h 5390836"/>
                <a:gd name="connsiteX386" fmla="*/ 240800 w 5372199"/>
                <a:gd name="connsiteY386" fmla="*/ 2681281 h 5390836"/>
                <a:gd name="connsiteX387" fmla="*/ 240813 w 5372199"/>
                <a:gd name="connsiteY387" fmla="*/ 2619413 h 5390836"/>
                <a:gd name="connsiteX388" fmla="*/ 50021 w 5372199"/>
                <a:gd name="connsiteY388" fmla="*/ 2618374 h 5390836"/>
                <a:gd name="connsiteX389" fmla="*/ 50021 w 5372199"/>
                <a:gd name="connsiteY389" fmla="*/ 2686442 h 5390836"/>
                <a:gd name="connsiteX390" fmla="*/ 59309 w 5372199"/>
                <a:gd name="connsiteY390" fmla="*/ 2719446 h 5390836"/>
                <a:gd name="connsiteX391" fmla="*/ 90241 w 5372199"/>
                <a:gd name="connsiteY391" fmla="*/ 2730781 h 5390836"/>
                <a:gd name="connsiteX392" fmla="*/ 118089 w 5372199"/>
                <a:gd name="connsiteY392" fmla="*/ 2719446 h 5390836"/>
                <a:gd name="connsiteX393" fmla="*/ 127368 w 5372199"/>
                <a:gd name="connsiteY393" fmla="*/ 2686442 h 5390836"/>
                <a:gd name="connsiteX394" fmla="*/ 127368 w 5372199"/>
                <a:gd name="connsiteY394" fmla="*/ 2619413 h 5390836"/>
                <a:gd name="connsiteX395" fmla="*/ 521 w 5372199"/>
                <a:gd name="connsiteY395" fmla="*/ 2563722 h 5390836"/>
                <a:gd name="connsiteX396" fmla="*/ 291342 w 5372199"/>
                <a:gd name="connsiteY396" fmla="*/ 2568875 h 5390836"/>
                <a:gd name="connsiteX397" fmla="*/ 291342 w 5372199"/>
                <a:gd name="connsiteY397" fmla="*/ 2595692 h 5390836"/>
                <a:gd name="connsiteX398" fmla="*/ 291342 w 5372199"/>
                <a:gd name="connsiteY398" fmla="*/ 2698819 h 5390836"/>
                <a:gd name="connsiteX399" fmla="*/ 270715 w 5372199"/>
                <a:gd name="connsiteY399" fmla="*/ 2758628 h 5390836"/>
                <a:gd name="connsiteX400" fmla="*/ 216050 w 5372199"/>
                <a:gd name="connsiteY400" fmla="*/ 2779251 h 5390836"/>
                <a:gd name="connsiteX401" fmla="*/ 161398 w 5372199"/>
                <a:gd name="connsiteY401" fmla="*/ 2754501 h 5390836"/>
                <a:gd name="connsiteX402" fmla="*/ 156245 w 5372199"/>
                <a:gd name="connsiteY402" fmla="*/ 2745222 h 5390836"/>
                <a:gd name="connsiteX403" fmla="*/ 145928 w 5372199"/>
                <a:gd name="connsiteY403" fmla="*/ 2761721 h 5390836"/>
                <a:gd name="connsiteX404" fmla="*/ 90241 w 5372199"/>
                <a:gd name="connsiteY404" fmla="*/ 2786476 h 5390836"/>
                <a:gd name="connsiteX405" fmla="*/ 22174 w 5372199"/>
                <a:gd name="connsiteY405" fmla="*/ 2759654 h 5390836"/>
                <a:gd name="connsiteX406" fmla="*/ 521 w 5372199"/>
                <a:gd name="connsiteY406" fmla="*/ 2685404 h 5390836"/>
                <a:gd name="connsiteX407" fmla="*/ 521 w 5372199"/>
                <a:gd name="connsiteY407" fmla="*/ 2590540 h 5390836"/>
                <a:gd name="connsiteX408" fmla="*/ 5076221 w 5372199"/>
                <a:gd name="connsiteY408" fmla="*/ 2512595 h 5390836"/>
                <a:gd name="connsiteX409" fmla="*/ 5259793 w 5372199"/>
                <a:gd name="connsiteY409" fmla="*/ 2594069 h 5390836"/>
                <a:gd name="connsiteX410" fmla="*/ 5370131 w 5372199"/>
                <a:gd name="connsiteY410" fmla="*/ 2589942 h 5390836"/>
                <a:gd name="connsiteX411" fmla="*/ 5371170 w 5372199"/>
                <a:gd name="connsiteY411" fmla="*/ 2618819 h 5390836"/>
                <a:gd name="connsiteX412" fmla="*/ 5372199 w 5372199"/>
                <a:gd name="connsiteY412" fmla="*/ 2646654 h 5390836"/>
                <a:gd name="connsiteX413" fmla="*/ 5262878 w 5372199"/>
                <a:gd name="connsiteY413" fmla="*/ 2649751 h 5390836"/>
                <a:gd name="connsiteX414" fmla="*/ 5084471 w 5372199"/>
                <a:gd name="connsiteY414" fmla="*/ 2749781 h 5390836"/>
                <a:gd name="connsiteX415" fmla="*/ 5083442 w 5372199"/>
                <a:gd name="connsiteY415" fmla="*/ 2716781 h 5390836"/>
                <a:gd name="connsiteX416" fmla="*/ 5082416 w 5372199"/>
                <a:gd name="connsiteY416" fmla="*/ 2683781 h 5390836"/>
                <a:gd name="connsiteX417" fmla="*/ 5206166 w 5372199"/>
                <a:gd name="connsiteY417" fmla="*/ 2622942 h 5390836"/>
                <a:gd name="connsiteX418" fmla="*/ 5207196 w 5372199"/>
                <a:gd name="connsiteY418" fmla="*/ 2622942 h 5390836"/>
                <a:gd name="connsiteX419" fmla="*/ 5078289 w 5372199"/>
                <a:gd name="connsiteY419" fmla="*/ 2575502 h 5390836"/>
                <a:gd name="connsiteX420" fmla="*/ 5077251 w 5372199"/>
                <a:gd name="connsiteY420" fmla="*/ 2543527 h 5390836"/>
                <a:gd name="connsiteX421" fmla="*/ 605887 w 5372199"/>
                <a:gd name="connsiteY421" fmla="*/ 985886 h 5390836"/>
                <a:gd name="connsiteX422" fmla="*/ 605887 w 5372199"/>
                <a:gd name="connsiteY422" fmla="*/ 994136 h 5390836"/>
                <a:gd name="connsiteX423" fmla="*/ 605887 w 5372199"/>
                <a:gd name="connsiteY423" fmla="*/ 998261 h 5390836"/>
                <a:gd name="connsiteX424" fmla="*/ 601762 w 5372199"/>
                <a:gd name="connsiteY424" fmla="*/ 998261 h 5390836"/>
                <a:gd name="connsiteX425" fmla="*/ 667763 w 5372199"/>
                <a:gd name="connsiteY425" fmla="*/ 958039 h 5390836"/>
                <a:gd name="connsiteX426" fmla="*/ 690446 w 5372199"/>
                <a:gd name="connsiteY426" fmla="*/ 958039 h 5390836"/>
                <a:gd name="connsiteX427" fmla="*/ 699735 w 5372199"/>
                <a:gd name="connsiteY427" fmla="*/ 967329 h 5390836"/>
                <a:gd name="connsiteX428" fmla="*/ 713139 w 5372199"/>
                <a:gd name="connsiteY428" fmla="*/ 981761 h 5390836"/>
                <a:gd name="connsiteX429" fmla="*/ 721389 w 5372199"/>
                <a:gd name="connsiteY429" fmla="*/ 1003414 h 5390836"/>
                <a:gd name="connsiteX430" fmla="*/ 735821 w 5372199"/>
                <a:gd name="connsiteY430" fmla="*/ 1020943 h 5390836"/>
                <a:gd name="connsiteX431" fmla="*/ 763668 w 5372199"/>
                <a:gd name="connsiteY431" fmla="*/ 1049818 h 5390836"/>
                <a:gd name="connsiteX432" fmla="*/ 779140 w 5372199"/>
                <a:gd name="connsiteY432" fmla="*/ 1068386 h 5390836"/>
                <a:gd name="connsiteX433" fmla="*/ 793572 w 5372199"/>
                <a:gd name="connsiteY433" fmla="*/ 1083858 h 5390836"/>
                <a:gd name="connsiteX434" fmla="*/ 806987 w 5372199"/>
                <a:gd name="connsiteY434" fmla="*/ 1090040 h 5390836"/>
                <a:gd name="connsiteX435" fmla="*/ 813169 w 5372199"/>
                <a:gd name="connsiteY435" fmla="*/ 1090040 h 5390836"/>
                <a:gd name="connsiteX436" fmla="*/ 824515 w 5372199"/>
                <a:gd name="connsiteY436" fmla="*/ 1097261 h 5390836"/>
                <a:gd name="connsiteX437" fmla="*/ 838948 w 5372199"/>
                <a:gd name="connsiteY437" fmla="*/ 1120983 h 5390836"/>
                <a:gd name="connsiteX438" fmla="*/ 844112 w 5372199"/>
                <a:gd name="connsiteY438" fmla="*/ 1138512 h 5390836"/>
                <a:gd name="connsiteX439" fmla="*/ 836890 w 5372199"/>
                <a:gd name="connsiteY439" fmla="*/ 1171512 h 5390836"/>
                <a:gd name="connsiteX440" fmla="*/ 836890 w 5372199"/>
                <a:gd name="connsiteY440" fmla="*/ 1206570 h 5390836"/>
                <a:gd name="connsiteX441" fmla="*/ 827612 w 5372199"/>
                <a:gd name="connsiteY441" fmla="*/ 1233388 h 5390836"/>
                <a:gd name="connsiteX442" fmla="*/ 819362 w 5372199"/>
                <a:gd name="connsiteY442" fmla="*/ 1272570 h 5390836"/>
                <a:gd name="connsiteX443" fmla="*/ 811112 w 5372199"/>
                <a:gd name="connsiteY443" fmla="*/ 1294235 h 5390836"/>
                <a:gd name="connsiteX444" fmla="*/ 811112 w 5372199"/>
                <a:gd name="connsiteY444" fmla="*/ 1333418 h 5390836"/>
                <a:gd name="connsiteX445" fmla="*/ 782236 w 5372199"/>
                <a:gd name="connsiteY445" fmla="*/ 1333418 h 5390836"/>
                <a:gd name="connsiteX446" fmla="*/ 765736 w 5372199"/>
                <a:gd name="connsiteY446" fmla="*/ 1333418 h 5390836"/>
                <a:gd name="connsiteX447" fmla="*/ 751293 w 5372199"/>
                <a:gd name="connsiteY447" fmla="*/ 1325168 h 5390836"/>
                <a:gd name="connsiteX448" fmla="*/ 736861 w 5372199"/>
                <a:gd name="connsiteY448" fmla="*/ 1317946 h 5390836"/>
                <a:gd name="connsiteX449" fmla="*/ 736861 w 5372199"/>
                <a:gd name="connsiteY449" fmla="*/ 1304542 h 5390836"/>
                <a:gd name="connsiteX450" fmla="*/ 744071 w 5372199"/>
                <a:gd name="connsiteY450" fmla="*/ 1294235 h 5390836"/>
                <a:gd name="connsiteX451" fmla="*/ 749225 w 5372199"/>
                <a:gd name="connsiteY451" fmla="*/ 1272570 h 5390836"/>
                <a:gd name="connsiteX452" fmla="*/ 757475 w 5372199"/>
                <a:gd name="connsiteY452" fmla="*/ 1251945 h 5390836"/>
                <a:gd name="connsiteX453" fmla="*/ 767793 w 5372199"/>
                <a:gd name="connsiteY453" fmla="*/ 1211723 h 5390836"/>
                <a:gd name="connsiteX454" fmla="*/ 767793 w 5372199"/>
                <a:gd name="connsiteY454" fmla="*/ 1188012 h 5390836"/>
                <a:gd name="connsiteX455" fmla="*/ 738918 w 5372199"/>
                <a:gd name="connsiteY455" fmla="*/ 1163262 h 5390836"/>
                <a:gd name="connsiteX456" fmla="*/ 728610 w 5372199"/>
                <a:gd name="connsiteY456" fmla="*/ 1163262 h 5390836"/>
                <a:gd name="connsiteX457" fmla="*/ 719321 w 5372199"/>
                <a:gd name="connsiteY457" fmla="*/ 1177705 h 5390836"/>
                <a:gd name="connsiteX458" fmla="*/ 712110 w 5372199"/>
                <a:gd name="connsiteY458" fmla="*/ 1193166 h 5390836"/>
                <a:gd name="connsiteX459" fmla="*/ 704889 w 5372199"/>
                <a:gd name="connsiteY459" fmla="*/ 1203484 h 5390836"/>
                <a:gd name="connsiteX460" fmla="*/ 695610 w 5372199"/>
                <a:gd name="connsiteY460" fmla="*/ 1203484 h 5390836"/>
                <a:gd name="connsiteX461" fmla="*/ 678070 w 5372199"/>
                <a:gd name="connsiteY461" fmla="*/ 1192138 h 5390836"/>
                <a:gd name="connsiteX462" fmla="*/ 665695 w 5372199"/>
                <a:gd name="connsiteY462" fmla="*/ 1185945 h 5390836"/>
                <a:gd name="connsiteX463" fmla="*/ 647138 w 5372199"/>
                <a:gd name="connsiteY463" fmla="*/ 1165319 h 5390836"/>
                <a:gd name="connsiteX464" fmla="*/ 647138 w 5372199"/>
                <a:gd name="connsiteY464" fmla="*/ 1142637 h 5390836"/>
                <a:gd name="connsiteX465" fmla="*/ 657445 w 5372199"/>
                <a:gd name="connsiteY465" fmla="*/ 1120983 h 5390836"/>
                <a:gd name="connsiteX466" fmla="*/ 667763 w 5372199"/>
                <a:gd name="connsiteY466" fmla="*/ 1108608 h 5390836"/>
                <a:gd name="connsiteX467" fmla="*/ 676013 w 5372199"/>
                <a:gd name="connsiteY467" fmla="*/ 1084886 h 5390836"/>
                <a:gd name="connsiteX468" fmla="*/ 667763 w 5372199"/>
                <a:gd name="connsiteY468" fmla="*/ 1063233 h 5390836"/>
                <a:gd name="connsiteX469" fmla="*/ 639916 w 5372199"/>
                <a:gd name="connsiteY469" fmla="*/ 1027136 h 5390836"/>
                <a:gd name="connsiteX470" fmla="*/ 612080 w 5372199"/>
                <a:gd name="connsiteY470" fmla="*/ 1015789 h 5390836"/>
                <a:gd name="connsiteX471" fmla="*/ 605887 w 5372199"/>
                <a:gd name="connsiteY471" fmla="*/ 1010636 h 5390836"/>
                <a:gd name="connsiteX472" fmla="*/ 605887 w 5372199"/>
                <a:gd name="connsiteY472" fmla="*/ 998261 h 5390836"/>
                <a:gd name="connsiteX473" fmla="*/ 607303 w 5372199"/>
                <a:gd name="connsiteY473" fmla="*/ 998261 h 5390836"/>
                <a:gd name="connsiteX474" fmla="*/ 615166 w 5372199"/>
                <a:gd name="connsiteY474" fmla="*/ 998261 h 5390836"/>
                <a:gd name="connsiteX475" fmla="*/ 630638 w 5372199"/>
                <a:gd name="connsiteY475" fmla="*/ 984858 h 5390836"/>
                <a:gd name="connsiteX476" fmla="*/ 644041 w 5372199"/>
                <a:gd name="connsiteY476" fmla="*/ 970415 h 5390836"/>
                <a:gd name="connsiteX477" fmla="*/ 655388 w 5372199"/>
                <a:gd name="connsiteY477" fmla="*/ 963193 h 5390836"/>
                <a:gd name="connsiteX478" fmla="*/ 667763 w 5372199"/>
                <a:gd name="connsiteY478" fmla="*/ 958039 h 5390836"/>
                <a:gd name="connsiteX479" fmla="*/ 4670338 w 5372199"/>
                <a:gd name="connsiteY479" fmla="*/ 809159 h 5390836"/>
                <a:gd name="connsiteX480" fmla="*/ 4680391 w 5372199"/>
                <a:gd name="connsiteY480" fmla="*/ 812634 h 5390836"/>
                <a:gd name="connsiteX481" fmla="*/ 4688641 w 5372199"/>
                <a:gd name="connsiteY481" fmla="*/ 820884 h 5390836"/>
                <a:gd name="connsiteX482" fmla="*/ 4695863 w 5372199"/>
                <a:gd name="connsiteY482" fmla="*/ 820884 h 5390836"/>
                <a:gd name="connsiteX483" fmla="*/ 4695863 w 5372199"/>
                <a:gd name="connsiteY483" fmla="*/ 830174 h 5390836"/>
                <a:gd name="connsiteX484" fmla="*/ 4687613 w 5372199"/>
                <a:gd name="connsiteY484" fmla="*/ 841510 h 5390836"/>
                <a:gd name="connsiteX485" fmla="*/ 4675238 w 5372199"/>
                <a:gd name="connsiteY485" fmla="*/ 853885 h 5390836"/>
                <a:gd name="connsiteX486" fmla="*/ 4668016 w 5372199"/>
                <a:gd name="connsiteY486" fmla="*/ 861106 h 5390836"/>
                <a:gd name="connsiteX487" fmla="*/ 4658737 w 5372199"/>
                <a:gd name="connsiteY487" fmla="*/ 868328 h 5390836"/>
                <a:gd name="connsiteX488" fmla="*/ 4647391 w 5372199"/>
                <a:gd name="connsiteY488" fmla="*/ 878635 h 5390836"/>
                <a:gd name="connsiteX489" fmla="*/ 4627794 w 5372199"/>
                <a:gd name="connsiteY489" fmla="*/ 899260 h 5390836"/>
                <a:gd name="connsiteX490" fmla="*/ 4616459 w 5372199"/>
                <a:gd name="connsiteY490" fmla="*/ 914732 h 5390836"/>
                <a:gd name="connsiteX491" fmla="*/ 4606141 w 5372199"/>
                <a:gd name="connsiteY491" fmla="*/ 924011 h 5390836"/>
                <a:gd name="connsiteX492" fmla="*/ 4589640 w 5372199"/>
                <a:gd name="connsiteY492" fmla="*/ 932261 h 5390836"/>
                <a:gd name="connsiteX493" fmla="*/ 4589640 w 5372199"/>
                <a:gd name="connsiteY493" fmla="*/ 943608 h 5390836"/>
                <a:gd name="connsiteX494" fmla="*/ 4604083 w 5372199"/>
                <a:gd name="connsiteY494" fmla="*/ 951858 h 5390836"/>
                <a:gd name="connsiteX495" fmla="*/ 4614391 w 5372199"/>
                <a:gd name="connsiteY495" fmla="*/ 962176 h 5390836"/>
                <a:gd name="connsiteX496" fmla="*/ 4632959 w 5372199"/>
                <a:gd name="connsiteY496" fmla="*/ 975579 h 5390836"/>
                <a:gd name="connsiteX497" fmla="*/ 4644294 w 5372199"/>
                <a:gd name="connsiteY497" fmla="*/ 981762 h 5390836"/>
                <a:gd name="connsiteX498" fmla="*/ 4655641 w 5372199"/>
                <a:gd name="connsiteY498" fmla="*/ 981762 h 5390836"/>
                <a:gd name="connsiteX499" fmla="*/ 4661834 w 5372199"/>
                <a:gd name="connsiteY499" fmla="*/ 981762 h 5390836"/>
                <a:gd name="connsiteX500" fmla="*/ 4653584 w 5372199"/>
                <a:gd name="connsiteY500" fmla="*/ 970426 h 5390836"/>
                <a:gd name="connsiteX501" fmla="*/ 4641209 w 5372199"/>
                <a:gd name="connsiteY501" fmla="*/ 965261 h 5390836"/>
                <a:gd name="connsiteX502" fmla="*/ 4647391 w 5372199"/>
                <a:gd name="connsiteY502" fmla="*/ 954954 h 5390836"/>
                <a:gd name="connsiteX503" fmla="*/ 4647391 w 5372199"/>
                <a:gd name="connsiteY503" fmla="*/ 942579 h 5390836"/>
                <a:gd name="connsiteX504" fmla="*/ 4633987 w 5372199"/>
                <a:gd name="connsiteY504" fmla="*/ 948761 h 5390836"/>
                <a:gd name="connsiteX505" fmla="*/ 4625250 w 5372199"/>
                <a:gd name="connsiteY505" fmla="*/ 949313 h 5390836"/>
                <a:gd name="connsiteX506" fmla="*/ 4624709 w 5372199"/>
                <a:gd name="connsiteY506" fmla="*/ 948761 h 5390836"/>
                <a:gd name="connsiteX507" fmla="*/ 4615419 w 5372199"/>
                <a:gd name="connsiteY507" fmla="*/ 948761 h 5390836"/>
                <a:gd name="connsiteX508" fmla="*/ 4621612 w 5372199"/>
                <a:gd name="connsiteY508" fmla="*/ 932261 h 5390836"/>
                <a:gd name="connsiteX509" fmla="*/ 4646362 w 5372199"/>
                <a:gd name="connsiteY509" fmla="*/ 910607 h 5390836"/>
                <a:gd name="connsiteX510" fmla="*/ 4659766 w 5372199"/>
                <a:gd name="connsiteY510" fmla="*/ 893078 h 5390836"/>
                <a:gd name="connsiteX511" fmla="*/ 4682459 w 5372199"/>
                <a:gd name="connsiteY511" fmla="*/ 870385 h 5390836"/>
                <a:gd name="connsiteX512" fmla="*/ 4688641 w 5372199"/>
                <a:gd name="connsiteY512" fmla="*/ 862146 h 5390836"/>
                <a:gd name="connsiteX513" fmla="*/ 4705141 w 5372199"/>
                <a:gd name="connsiteY513" fmla="*/ 855953 h 5390836"/>
                <a:gd name="connsiteX514" fmla="*/ 4716488 w 5372199"/>
                <a:gd name="connsiteY514" fmla="*/ 855953 h 5390836"/>
                <a:gd name="connsiteX515" fmla="*/ 4707209 w 5372199"/>
                <a:gd name="connsiteY515" fmla="*/ 871424 h 5390836"/>
                <a:gd name="connsiteX516" fmla="*/ 4702056 w 5372199"/>
                <a:gd name="connsiteY516" fmla="*/ 881732 h 5390836"/>
                <a:gd name="connsiteX517" fmla="*/ 4679363 w 5372199"/>
                <a:gd name="connsiteY517" fmla="*/ 909579 h 5390836"/>
                <a:gd name="connsiteX518" fmla="*/ 4679363 w 5372199"/>
                <a:gd name="connsiteY518" fmla="*/ 918857 h 5390836"/>
                <a:gd name="connsiteX519" fmla="*/ 4691738 w 5372199"/>
                <a:gd name="connsiteY519" fmla="*/ 932261 h 5390836"/>
                <a:gd name="connsiteX520" fmla="*/ 4691738 w 5372199"/>
                <a:gd name="connsiteY520" fmla="*/ 943608 h 5390836"/>
                <a:gd name="connsiteX521" fmla="*/ 4714420 w 5372199"/>
                <a:gd name="connsiteY521" fmla="*/ 943608 h 5390836"/>
                <a:gd name="connsiteX522" fmla="*/ 4723709 w 5372199"/>
                <a:gd name="connsiteY522" fmla="*/ 922982 h 5390836"/>
                <a:gd name="connsiteX523" fmla="*/ 4709266 w 5372199"/>
                <a:gd name="connsiteY523" fmla="*/ 915761 h 5390836"/>
                <a:gd name="connsiteX524" fmla="*/ 4698959 w 5372199"/>
                <a:gd name="connsiteY524" fmla="*/ 915761 h 5390836"/>
                <a:gd name="connsiteX525" fmla="*/ 4714420 w 5372199"/>
                <a:gd name="connsiteY525" fmla="*/ 901328 h 5390836"/>
                <a:gd name="connsiteX526" fmla="*/ 4731959 w 5372199"/>
                <a:gd name="connsiteY526" fmla="*/ 893078 h 5390836"/>
                <a:gd name="connsiteX527" fmla="*/ 4740209 w 5372199"/>
                <a:gd name="connsiteY527" fmla="*/ 875549 h 5390836"/>
                <a:gd name="connsiteX528" fmla="*/ 4757738 w 5372199"/>
                <a:gd name="connsiteY528" fmla="*/ 875549 h 5390836"/>
                <a:gd name="connsiteX529" fmla="*/ 4757738 w 5372199"/>
                <a:gd name="connsiteY529" fmla="*/ 893078 h 5390836"/>
                <a:gd name="connsiteX530" fmla="*/ 4783517 w 5372199"/>
                <a:gd name="connsiteY530" fmla="*/ 893078 h 5390836"/>
                <a:gd name="connsiteX531" fmla="*/ 4807239 w 5372199"/>
                <a:gd name="connsiteY531" fmla="*/ 886885 h 5390836"/>
                <a:gd name="connsiteX532" fmla="*/ 4814460 w 5372199"/>
                <a:gd name="connsiteY532" fmla="*/ 893078 h 5390836"/>
                <a:gd name="connsiteX533" fmla="*/ 4822710 w 5372199"/>
                <a:gd name="connsiteY533" fmla="*/ 899260 h 5390836"/>
                <a:gd name="connsiteX534" fmla="*/ 4815489 w 5372199"/>
                <a:gd name="connsiteY534" fmla="*/ 903386 h 5390836"/>
                <a:gd name="connsiteX535" fmla="*/ 4815489 w 5372199"/>
                <a:gd name="connsiteY535" fmla="*/ 926079 h 5390836"/>
                <a:gd name="connsiteX536" fmla="*/ 4793835 w 5372199"/>
                <a:gd name="connsiteY536" fmla="*/ 935357 h 5390836"/>
                <a:gd name="connsiteX537" fmla="*/ 4770113 w 5372199"/>
                <a:gd name="connsiteY537" fmla="*/ 935357 h 5390836"/>
                <a:gd name="connsiteX538" fmla="*/ 4756710 w 5372199"/>
                <a:gd name="connsiteY538" fmla="*/ 946704 h 5390836"/>
                <a:gd name="connsiteX539" fmla="*/ 4756710 w 5372199"/>
                <a:gd name="connsiteY539" fmla="*/ 963204 h 5390836"/>
                <a:gd name="connsiteX540" fmla="*/ 4713391 w 5372199"/>
                <a:gd name="connsiteY540" fmla="*/ 976608 h 5390836"/>
                <a:gd name="connsiteX541" fmla="*/ 4686584 w 5372199"/>
                <a:gd name="connsiteY541" fmla="*/ 976608 h 5390836"/>
                <a:gd name="connsiteX542" fmla="*/ 4692766 w 5372199"/>
                <a:gd name="connsiteY542" fmla="*/ 997233 h 5390836"/>
                <a:gd name="connsiteX543" fmla="*/ 4687613 w 5372199"/>
                <a:gd name="connsiteY543" fmla="*/ 1013733 h 5390836"/>
                <a:gd name="connsiteX544" fmla="*/ 4711334 w 5372199"/>
                <a:gd name="connsiteY544" fmla="*/ 1013733 h 5390836"/>
                <a:gd name="connsiteX545" fmla="*/ 4705141 w 5372199"/>
                <a:gd name="connsiteY545" fmla="*/ 999301 h 5390836"/>
                <a:gd name="connsiteX546" fmla="*/ 4714420 w 5372199"/>
                <a:gd name="connsiteY546" fmla="*/ 985887 h 5390836"/>
                <a:gd name="connsiteX547" fmla="*/ 4726795 w 5372199"/>
                <a:gd name="connsiteY547" fmla="*/ 985887 h 5390836"/>
                <a:gd name="connsiteX548" fmla="*/ 4739181 w 5372199"/>
                <a:gd name="connsiteY548" fmla="*/ 985887 h 5390836"/>
                <a:gd name="connsiteX549" fmla="*/ 4749488 w 5372199"/>
                <a:gd name="connsiteY549" fmla="*/ 974551 h 5390836"/>
                <a:gd name="connsiteX550" fmla="*/ 4763920 w 5372199"/>
                <a:gd name="connsiteY550" fmla="*/ 979704 h 5390836"/>
                <a:gd name="connsiteX551" fmla="*/ 4778363 w 5372199"/>
                <a:gd name="connsiteY551" fmla="*/ 979704 h 5390836"/>
                <a:gd name="connsiteX552" fmla="*/ 4789710 w 5372199"/>
                <a:gd name="connsiteY552" fmla="*/ 973511 h 5390836"/>
                <a:gd name="connsiteX553" fmla="*/ 4800017 w 5372199"/>
                <a:gd name="connsiteY553" fmla="*/ 949800 h 5390836"/>
                <a:gd name="connsiteX554" fmla="*/ 4852614 w 5372199"/>
                <a:gd name="connsiteY554" fmla="*/ 968358 h 5390836"/>
                <a:gd name="connsiteX555" fmla="*/ 4860864 w 5372199"/>
                <a:gd name="connsiteY555" fmla="*/ 968358 h 5390836"/>
                <a:gd name="connsiteX556" fmla="*/ 4872210 w 5372199"/>
                <a:gd name="connsiteY556" fmla="*/ 977637 h 5390836"/>
                <a:gd name="connsiteX557" fmla="*/ 4872210 w 5372199"/>
                <a:gd name="connsiteY557" fmla="*/ 996205 h 5390836"/>
                <a:gd name="connsiteX558" fmla="*/ 4866017 w 5372199"/>
                <a:gd name="connsiteY558" fmla="*/ 1006512 h 5390836"/>
                <a:gd name="connsiteX559" fmla="*/ 4850546 w 5372199"/>
                <a:gd name="connsiteY559" fmla="*/ 1019926 h 5390836"/>
                <a:gd name="connsiteX560" fmla="*/ 4822710 w 5372199"/>
                <a:gd name="connsiteY560" fmla="*/ 1019926 h 5390836"/>
                <a:gd name="connsiteX561" fmla="*/ 4781460 w 5372199"/>
                <a:gd name="connsiteY561" fmla="*/ 1035387 h 5390836"/>
                <a:gd name="connsiteX562" fmla="*/ 4767017 w 5372199"/>
                <a:gd name="connsiteY562" fmla="*/ 1041580 h 5390836"/>
                <a:gd name="connsiteX563" fmla="*/ 4752585 w 5372199"/>
                <a:gd name="connsiteY563" fmla="*/ 1049830 h 5390836"/>
                <a:gd name="connsiteX564" fmla="*/ 4734016 w 5372199"/>
                <a:gd name="connsiteY564" fmla="*/ 1062205 h 5390836"/>
                <a:gd name="connsiteX565" fmla="*/ 4739181 w 5372199"/>
                <a:gd name="connsiteY565" fmla="*/ 1071484 h 5390836"/>
                <a:gd name="connsiteX566" fmla="*/ 4759806 w 5372199"/>
                <a:gd name="connsiteY566" fmla="*/ 1077677 h 5390836"/>
                <a:gd name="connsiteX567" fmla="*/ 4769085 w 5372199"/>
                <a:gd name="connsiteY567" fmla="*/ 1086956 h 5390836"/>
                <a:gd name="connsiteX568" fmla="*/ 4769085 w 5372199"/>
                <a:gd name="connsiteY568" fmla="*/ 1100359 h 5390836"/>
                <a:gd name="connsiteX569" fmla="*/ 4775267 w 5372199"/>
                <a:gd name="connsiteY569" fmla="*/ 1111706 h 5390836"/>
                <a:gd name="connsiteX570" fmla="*/ 4775267 w 5372199"/>
                <a:gd name="connsiteY570" fmla="*/ 1125110 h 5390836"/>
                <a:gd name="connsiteX571" fmla="*/ 4757738 w 5372199"/>
                <a:gd name="connsiteY571" fmla="*/ 1151928 h 5390836"/>
                <a:gd name="connsiteX572" fmla="*/ 4731959 w 5372199"/>
                <a:gd name="connsiteY572" fmla="*/ 1165332 h 5390836"/>
                <a:gd name="connsiteX573" fmla="*/ 4694834 w 5372199"/>
                <a:gd name="connsiteY573" fmla="*/ 1141610 h 5390836"/>
                <a:gd name="connsiteX574" fmla="*/ 4681430 w 5372199"/>
                <a:gd name="connsiteY574" fmla="*/ 1135428 h 5390836"/>
                <a:gd name="connsiteX575" fmla="*/ 4671112 w 5372199"/>
                <a:gd name="connsiteY575" fmla="*/ 1123053 h 5390836"/>
                <a:gd name="connsiteX576" fmla="*/ 4656669 w 5372199"/>
                <a:gd name="connsiteY576" fmla="*/ 1107581 h 5390836"/>
                <a:gd name="connsiteX577" fmla="*/ 4612333 w 5372199"/>
                <a:gd name="connsiteY577" fmla="*/ 1098302 h 5390836"/>
                <a:gd name="connsiteX578" fmla="*/ 4592737 w 5372199"/>
                <a:gd name="connsiteY578" fmla="*/ 1098302 h 5390836"/>
                <a:gd name="connsiteX579" fmla="*/ 4567987 w 5372199"/>
                <a:gd name="connsiteY579" fmla="*/ 1098302 h 5390836"/>
                <a:gd name="connsiteX580" fmla="*/ 4550458 w 5372199"/>
                <a:gd name="connsiteY580" fmla="*/ 1109638 h 5390836"/>
                <a:gd name="connsiteX581" fmla="*/ 4550458 w 5372199"/>
                <a:gd name="connsiteY581" fmla="*/ 1118928 h 5390836"/>
                <a:gd name="connsiteX582" fmla="*/ 4569015 w 5372199"/>
                <a:gd name="connsiteY582" fmla="*/ 1127178 h 5390836"/>
                <a:gd name="connsiteX583" fmla="*/ 4581390 w 5372199"/>
                <a:gd name="connsiteY583" fmla="*/ 1127178 h 5390836"/>
                <a:gd name="connsiteX584" fmla="*/ 4587583 w 5372199"/>
                <a:gd name="connsiteY584" fmla="*/ 1149860 h 5390836"/>
                <a:gd name="connsiteX585" fmla="*/ 4595833 w 5372199"/>
                <a:gd name="connsiteY585" fmla="*/ 1170485 h 5390836"/>
                <a:gd name="connsiteX586" fmla="*/ 4595833 w 5372199"/>
                <a:gd name="connsiteY586" fmla="*/ 1181832 h 5390836"/>
                <a:gd name="connsiteX587" fmla="*/ 4577265 w 5372199"/>
                <a:gd name="connsiteY587" fmla="*/ 1192139 h 5390836"/>
                <a:gd name="connsiteX588" fmla="*/ 4560765 w 5372199"/>
                <a:gd name="connsiteY588" fmla="*/ 1192139 h 5390836"/>
                <a:gd name="connsiteX589" fmla="*/ 4543237 w 5372199"/>
                <a:gd name="connsiteY589" fmla="*/ 1178736 h 5390836"/>
                <a:gd name="connsiteX590" fmla="*/ 4529833 w 5372199"/>
                <a:gd name="connsiteY590" fmla="*/ 1171514 h 5390836"/>
                <a:gd name="connsiteX591" fmla="*/ 4495793 w 5372199"/>
                <a:gd name="connsiteY591" fmla="*/ 1157082 h 5390836"/>
                <a:gd name="connsiteX592" fmla="*/ 4480332 w 5372199"/>
                <a:gd name="connsiteY592" fmla="*/ 1174611 h 5390836"/>
                <a:gd name="connsiteX593" fmla="*/ 4463832 w 5372199"/>
                <a:gd name="connsiteY593" fmla="*/ 1185957 h 5390836"/>
                <a:gd name="connsiteX594" fmla="*/ 4443207 w 5372199"/>
                <a:gd name="connsiteY594" fmla="*/ 1198332 h 5390836"/>
                <a:gd name="connsiteX595" fmla="*/ 4426707 w 5372199"/>
                <a:gd name="connsiteY595" fmla="*/ 1198332 h 5390836"/>
                <a:gd name="connsiteX596" fmla="*/ 4390610 w 5372199"/>
                <a:gd name="connsiteY596" fmla="*/ 1208640 h 5390836"/>
                <a:gd name="connsiteX597" fmla="*/ 4367928 w 5372199"/>
                <a:gd name="connsiteY597" fmla="*/ 1196264 h 5390836"/>
                <a:gd name="connsiteX598" fmla="*/ 4350389 w 5372199"/>
                <a:gd name="connsiteY598" fmla="*/ 1184929 h 5390836"/>
                <a:gd name="connsiteX599" fmla="*/ 4329763 w 5372199"/>
                <a:gd name="connsiteY599" fmla="*/ 1163275 h 5390836"/>
                <a:gd name="connsiteX600" fmla="*/ 4342139 w 5372199"/>
                <a:gd name="connsiteY600" fmla="*/ 1149860 h 5390836"/>
                <a:gd name="connsiteX601" fmla="*/ 4342139 w 5372199"/>
                <a:gd name="connsiteY601" fmla="*/ 1110678 h 5390836"/>
                <a:gd name="connsiteX602" fmla="*/ 4358639 w 5372199"/>
                <a:gd name="connsiteY602" fmla="*/ 1116860 h 5390836"/>
                <a:gd name="connsiteX603" fmla="*/ 4388553 w 5372199"/>
                <a:gd name="connsiteY603" fmla="*/ 1138514 h 5390836"/>
                <a:gd name="connsiteX604" fmla="*/ 4445264 w 5372199"/>
                <a:gd name="connsiteY604" fmla="*/ 1126138 h 5390836"/>
                <a:gd name="connsiteX605" fmla="*/ 4445264 w 5372199"/>
                <a:gd name="connsiteY605" fmla="*/ 1112735 h 5390836"/>
                <a:gd name="connsiteX606" fmla="*/ 4422582 w 5372199"/>
                <a:gd name="connsiteY606" fmla="*/ 1095206 h 5390836"/>
                <a:gd name="connsiteX607" fmla="*/ 4399889 w 5372199"/>
                <a:gd name="connsiteY607" fmla="*/ 1078706 h 5390836"/>
                <a:gd name="connsiteX608" fmla="*/ 4378235 w 5372199"/>
                <a:gd name="connsiteY608" fmla="*/ 1067359 h 5390836"/>
                <a:gd name="connsiteX609" fmla="*/ 4367928 w 5372199"/>
                <a:gd name="connsiteY609" fmla="*/ 1048802 h 5390836"/>
                <a:gd name="connsiteX610" fmla="*/ 4367928 w 5372199"/>
                <a:gd name="connsiteY610" fmla="*/ 1038484 h 5390836"/>
                <a:gd name="connsiteX611" fmla="*/ 4378235 w 5372199"/>
                <a:gd name="connsiteY611" fmla="*/ 1026108 h 5390836"/>
                <a:gd name="connsiteX612" fmla="*/ 4395764 w 5372199"/>
                <a:gd name="connsiteY612" fmla="*/ 1015790 h 5390836"/>
                <a:gd name="connsiteX613" fmla="*/ 4424639 w 5372199"/>
                <a:gd name="connsiteY613" fmla="*/ 1023012 h 5390836"/>
                <a:gd name="connsiteX614" fmla="*/ 4433929 w 5372199"/>
                <a:gd name="connsiteY614" fmla="*/ 1039512 h 5390836"/>
                <a:gd name="connsiteX615" fmla="*/ 4454543 w 5372199"/>
                <a:gd name="connsiteY615" fmla="*/ 1045705 h 5390836"/>
                <a:gd name="connsiteX616" fmla="*/ 4474140 w 5372199"/>
                <a:gd name="connsiteY616" fmla="*/ 1057041 h 5390836"/>
                <a:gd name="connsiteX617" fmla="*/ 4488583 w 5372199"/>
                <a:gd name="connsiteY617" fmla="*/ 1062205 h 5390836"/>
                <a:gd name="connsiteX618" fmla="*/ 4496833 w 5372199"/>
                <a:gd name="connsiteY618" fmla="*/ 1062205 h 5390836"/>
                <a:gd name="connsiteX619" fmla="*/ 4510236 w 5372199"/>
                <a:gd name="connsiteY619" fmla="*/ 1052927 h 5390836"/>
                <a:gd name="connsiteX620" fmla="*/ 4526736 w 5372199"/>
                <a:gd name="connsiteY620" fmla="*/ 1045705 h 5390836"/>
                <a:gd name="connsiteX621" fmla="*/ 4518486 w 5372199"/>
                <a:gd name="connsiteY621" fmla="*/ 1035387 h 5390836"/>
                <a:gd name="connsiteX622" fmla="*/ 4501986 w 5372199"/>
                <a:gd name="connsiteY622" fmla="*/ 1035387 h 5390836"/>
                <a:gd name="connsiteX623" fmla="*/ 4485486 w 5372199"/>
                <a:gd name="connsiteY623" fmla="*/ 1030234 h 5390836"/>
                <a:gd name="connsiteX624" fmla="*/ 4476207 w 5372199"/>
                <a:gd name="connsiteY624" fmla="*/ 1019926 h 5390836"/>
                <a:gd name="connsiteX625" fmla="*/ 4476207 w 5372199"/>
                <a:gd name="connsiteY625" fmla="*/ 1007551 h 5390836"/>
                <a:gd name="connsiteX626" fmla="*/ 4492708 w 5372199"/>
                <a:gd name="connsiteY626" fmla="*/ 998262 h 5390836"/>
                <a:gd name="connsiteX627" fmla="*/ 4526736 w 5372199"/>
                <a:gd name="connsiteY627" fmla="*/ 984858 h 5390836"/>
                <a:gd name="connsiteX628" fmla="*/ 4541169 w 5372199"/>
                <a:gd name="connsiteY628" fmla="*/ 999301 h 5390836"/>
                <a:gd name="connsiteX629" fmla="*/ 4550458 w 5372199"/>
                <a:gd name="connsiteY629" fmla="*/ 999301 h 5390836"/>
                <a:gd name="connsiteX630" fmla="*/ 4563862 w 5372199"/>
                <a:gd name="connsiteY630" fmla="*/ 1011676 h 5390836"/>
                <a:gd name="connsiteX631" fmla="*/ 4582419 w 5372199"/>
                <a:gd name="connsiteY631" fmla="*/ 1023012 h 5390836"/>
                <a:gd name="connsiteX632" fmla="*/ 4594805 w 5372199"/>
                <a:gd name="connsiteY632" fmla="*/ 1032291 h 5390836"/>
                <a:gd name="connsiteX633" fmla="*/ 4607180 w 5372199"/>
                <a:gd name="connsiteY633" fmla="*/ 1039512 h 5390836"/>
                <a:gd name="connsiteX634" fmla="*/ 4616459 w 5372199"/>
                <a:gd name="connsiteY634" fmla="*/ 1039512 h 5390836"/>
                <a:gd name="connsiteX635" fmla="*/ 4628834 w 5372199"/>
                <a:gd name="connsiteY635" fmla="*/ 1052927 h 5390836"/>
                <a:gd name="connsiteX636" fmla="*/ 4640169 w 5372199"/>
                <a:gd name="connsiteY636" fmla="*/ 1063234 h 5390836"/>
                <a:gd name="connsiteX637" fmla="*/ 4647391 w 5372199"/>
                <a:gd name="connsiteY637" fmla="*/ 1076638 h 5390836"/>
                <a:gd name="connsiteX638" fmla="*/ 4665959 w 5372199"/>
                <a:gd name="connsiteY638" fmla="*/ 1083859 h 5390836"/>
                <a:gd name="connsiteX639" fmla="*/ 4685545 w 5372199"/>
                <a:gd name="connsiteY639" fmla="*/ 1078706 h 5390836"/>
                <a:gd name="connsiteX640" fmla="*/ 4668016 w 5372199"/>
                <a:gd name="connsiteY640" fmla="*/ 1064263 h 5390836"/>
                <a:gd name="connsiteX641" fmla="*/ 4649459 w 5372199"/>
                <a:gd name="connsiteY641" fmla="*/ 1048802 h 5390836"/>
                <a:gd name="connsiteX642" fmla="*/ 4620584 w 5372199"/>
                <a:gd name="connsiteY642" fmla="*/ 1024051 h 5390836"/>
                <a:gd name="connsiteX643" fmla="*/ 4605112 w 5372199"/>
                <a:gd name="connsiteY643" fmla="*/ 1013733 h 5390836"/>
                <a:gd name="connsiteX644" fmla="*/ 4589640 w 5372199"/>
                <a:gd name="connsiteY644" fmla="*/ 1002387 h 5390836"/>
                <a:gd name="connsiteX645" fmla="*/ 4565930 w 5372199"/>
                <a:gd name="connsiteY645" fmla="*/ 982801 h 5390836"/>
                <a:gd name="connsiteX646" fmla="*/ 4519515 w 5372199"/>
                <a:gd name="connsiteY646" fmla="*/ 955983 h 5390836"/>
                <a:gd name="connsiteX647" fmla="*/ 4496833 w 5372199"/>
                <a:gd name="connsiteY647" fmla="*/ 955983 h 5390836"/>
                <a:gd name="connsiteX648" fmla="*/ 4453514 w 5372199"/>
                <a:gd name="connsiteY648" fmla="*/ 947732 h 5390836"/>
                <a:gd name="connsiteX649" fmla="*/ 4448361 w 5372199"/>
                <a:gd name="connsiteY649" fmla="*/ 934329 h 5390836"/>
                <a:gd name="connsiteX650" fmla="*/ 4464861 w 5372199"/>
                <a:gd name="connsiteY650" fmla="*/ 904425 h 5390836"/>
                <a:gd name="connsiteX651" fmla="*/ 4488583 w 5372199"/>
                <a:gd name="connsiteY651" fmla="*/ 882760 h 5390836"/>
                <a:gd name="connsiteX652" fmla="*/ 4501986 w 5372199"/>
                <a:gd name="connsiteY652" fmla="*/ 882760 h 5390836"/>
                <a:gd name="connsiteX653" fmla="*/ 4512304 w 5372199"/>
                <a:gd name="connsiteY653" fmla="*/ 882760 h 5390836"/>
                <a:gd name="connsiteX654" fmla="*/ 4555612 w 5372199"/>
                <a:gd name="connsiteY654" fmla="*/ 873482 h 5390836"/>
                <a:gd name="connsiteX655" fmla="*/ 4560765 w 5372199"/>
                <a:gd name="connsiteY655" fmla="*/ 873482 h 5390836"/>
                <a:gd name="connsiteX656" fmla="*/ 4542208 w 5372199"/>
                <a:gd name="connsiteY656" fmla="*/ 897203 h 5390836"/>
                <a:gd name="connsiteX657" fmla="*/ 4541472 w 5372199"/>
                <a:gd name="connsiteY657" fmla="*/ 908853 h 5390836"/>
                <a:gd name="connsiteX658" fmla="*/ 4542208 w 5372199"/>
                <a:gd name="connsiteY658" fmla="*/ 909579 h 5390836"/>
                <a:gd name="connsiteX659" fmla="*/ 4561805 w 5372199"/>
                <a:gd name="connsiteY659" fmla="*/ 917829 h 5390836"/>
                <a:gd name="connsiteX660" fmla="*/ 4571083 w 5372199"/>
                <a:gd name="connsiteY660" fmla="*/ 917829 h 5390836"/>
                <a:gd name="connsiteX661" fmla="*/ 4577265 w 5372199"/>
                <a:gd name="connsiteY661" fmla="*/ 904425 h 5390836"/>
                <a:gd name="connsiteX662" fmla="*/ 4589640 w 5372199"/>
                <a:gd name="connsiteY662" fmla="*/ 888953 h 5390836"/>
                <a:gd name="connsiteX663" fmla="*/ 4620584 w 5372199"/>
                <a:gd name="connsiteY663" fmla="*/ 863174 h 5390836"/>
                <a:gd name="connsiteX664" fmla="*/ 4649459 w 5372199"/>
                <a:gd name="connsiteY664" fmla="*/ 832231 h 5390836"/>
                <a:gd name="connsiteX665" fmla="*/ 4664930 w 5372199"/>
                <a:gd name="connsiteY665" fmla="*/ 812634 h 5390836"/>
                <a:gd name="connsiteX666" fmla="*/ 4670338 w 5372199"/>
                <a:gd name="connsiteY666" fmla="*/ 809159 h 5390836"/>
                <a:gd name="connsiteX667" fmla="*/ 770888 w 5372199"/>
                <a:gd name="connsiteY667" fmla="*/ 804383 h 5390836"/>
                <a:gd name="connsiteX668" fmla="*/ 782234 w 5372199"/>
                <a:gd name="connsiteY668" fmla="*/ 804383 h 5390836"/>
                <a:gd name="connsiteX669" fmla="*/ 804917 w 5372199"/>
                <a:gd name="connsiteY669" fmla="*/ 816759 h 5390836"/>
                <a:gd name="connsiteX670" fmla="*/ 817292 w 5372199"/>
                <a:gd name="connsiteY670" fmla="*/ 853884 h 5390836"/>
                <a:gd name="connsiteX671" fmla="*/ 827610 w 5372199"/>
                <a:gd name="connsiteY671" fmla="*/ 868327 h 5390836"/>
                <a:gd name="connsiteX672" fmla="*/ 842042 w 5372199"/>
                <a:gd name="connsiteY672" fmla="*/ 861105 h 5390836"/>
                <a:gd name="connsiteX673" fmla="*/ 842042 w 5372199"/>
                <a:gd name="connsiteY673" fmla="*/ 843576 h 5390836"/>
                <a:gd name="connsiteX674" fmla="*/ 864735 w 5372199"/>
                <a:gd name="connsiteY674" fmla="*/ 832230 h 5390836"/>
                <a:gd name="connsiteX675" fmla="*/ 893610 w 5372199"/>
                <a:gd name="connsiteY675" fmla="*/ 839441 h 5390836"/>
                <a:gd name="connsiteX676" fmla="*/ 909071 w 5372199"/>
                <a:gd name="connsiteY676" fmla="*/ 849759 h 5390836"/>
                <a:gd name="connsiteX677" fmla="*/ 909071 w 5372199"/>
                <a:gd name="connsiteY677" fmla="*/ 862134 h 5390836"/>
                <a:gd name="connsiteX678" fmla="*/ 899793 w 5372199"/>
                <a:gd name="connsiteY678" fmla="*/ 877606 h 5390836"/>
                <a:gd name="connsiteX679" fmla="*/ 899793 w 5372199"/>
                <a:gd name="connsiteY679" fmla="*/ 895134 h 5390836"/>
                <a:gd name="connsiteX680" fmla="*/ 899793 w 5372199"/>
                <a:gd name="connsiteY680" fmla="*/ 918856 h 5390836"/>
                <a:gd name="connsiteX681" fmla="*/ 888457 w 5372199"/>
                <a:gd name="connsiteY681" fmla="*/ 952885 h 5390836"/>
                <a:gd name="connsiteX682" fmla="*/ 907014 w 5372199"/>
                <a:gd name="connsiteY682" fmla="*/ 985885 h 5390836"/>
                <a:gd name="connsiteX683" fmla="*/ 920418 w 5372199"/>
                <a:gd name="connsiteY683" fmla="*/ 997232 h 5390836"/>
                <a:gd name="connsiteX684" fmla="*/ 949293 w 5372199"/>
                <a:gd name="connsiteY684" fmla="*/ 1010636 h 5390836"/>
                <a:gd name="connsiteX685" fmla="*/ 974043 w 5372199"/>
                <a:gd name="connsiteY685" fmla="*/ 1000318 h 5390836"/>
                <a:gd name="connsiteX686" fmla="*/ 988486 w 5372199"/>
                <a:gd name="connsiteY686" fmla="*/ 988982 h 5390836"/>
                <a:gd name="connsiteX687" fmla="*/ 998794 w 5372199"/>
                <a:gd name="connsiteY687" fmla="*/ 981760 h 5390836"/>
                <a:gd name="connsiteX688" fmla="*/ 1011169 w 5372199"/>
                <a:gd name="connsiteY688" fmla="*/ 975578 h 5390836"/>
                <a:gd name="connsiteX689" fmla="*/ 1025612 w 5372199"/>
                <a:gd name="connsiteY689" fmla="*/ 962164 h 5390836"/>
                <a:gd name="connsiteX690" fmla="*/ 1051391 w 5372199"/>
                <a:gd name="connsiteY690" fmla="*/ 971442 h 5390836"/>
                <a:gd name="connsiteX691" fmla="*/ 1065834 w 5372199"/>
                <a:gd name="connsiteY691" fmla="*/ 998260 h 5390836"/>
                <a:gd name="connsiteX692" fmla="*/ 1073044 w 5372199"/>
                <a:gd name="connsiteY692" fmla="*/ 1016828 h 5390836"/>
                <a:gd name="connsiteX693" fmla="*/ 1061698 w 5372199"/>
                <a:gd name="connsiteY693" fmla="*/ 1034357 h 5390836"/>
                <a:gd name="connsiteX694" fmla="*/ 1051391 w 5372199"/>
                <a:gd name="connsiteY694" fmla="*/ 1052914 h 5390836"/>
                <a:gd name="connsiteX695" fmla="*/ 1035919 w 5372199"/>
                <a:gd name="connsiteY695" fmla="*/ 1059107 h 5390836"/>
                <a:gd name="connsiteX696" fmla="*/ 1019419 w 5372199"/>
                <a:gd name="connsiteY696" fmla="*/ 1074568 h 5390836"/>
                <a:gd name="connsiteX697" fmla="*/ 1003947 w 5372199"/>
                <a:gd name="connsiteY697" fmla="*/ 1090039 h 5390836"/>
                <a:gd name="connsiteX698" fmla="*/ 987447 w 5372199"/>
                <a:gd name="connsiteY698" fmla="*/ 1100357 h 5390836"/>
                <a:gd name="connsiteX699" fmla="*/ 967861 w 5372199"/>
                <a:gd name="connsiteY699" fmla="*/ 1118915 h 5390836"/>
                <a:gd name="connsiteX700" fmla="*/ 952390 w 5372199"/>
                <a:gd name="connsiteY700" fmla="*/ 1124079 h 5390836"/>
                <a:gd name="connsiteX701" fmla="*/ 928668 w 5372199"/>
                <a:gd name="connsiteY701" fmla="*/ 1124079 h 5390836"/>
                <a:gd name="connsiteX702" fmla="*/ 910111 w 5372199"/>
                <a:gd name="connsiteY702" fmla="*/ 1108607 h 5390836"/>
                <a:gd name="connsiteX703" fmla="*/ 885360 w 5372199"/>
                <a:gd name="connsiteY703" fmla="*/ 1093136 h 5390836"/>
                <a:gd name="connsiteX704" fmla="*/ 870917 w 5372199"/>
                <a:gd name="connsiteY704" fmla="*/ 1081789 h 5390836"/>
                <a:gd name="connsiteX705" fmla="*/ 856485 w 5372199"/>
                <a:gd name="connsiteY705" fmla="*/ 1071482 h 5390836"/>
                <a:gd name="connsiteX706" fmla="*/ 835849 w 5372199"/>
                <a:gd name="connsiteY706" fmla="*/ 1056010 h 5390836"/>
                <a:gd name="connsiteX707" fmla="*/ 809042 w 5372199"/>
                <a:gd name="connsiteY707" fmla="*/ 1020953 h 5390836"/>
                <a:gd name="connsiteX708" fmla="*/ 803888 w 5372199"/>
                <a:gd name="connsiteY708" fmla="*/ 1007539 h 5390836"/>
                <a:gd name="connsiteX709" fmla="*/ 790484 w 5372199"/>
                <a:gd name="connsiteY709" fmla="*/ 988982 h 5390836"/>
                <a:gd name="connsiteX710" fmla="*/ 778109 w 5372199"/>
                <a:gd name="connsiteY710" fmla="*/ 970414 h 5390836"/>
                <a:gd name="connsiteX711" fmla="*/ 753359 w 5372199"/>
                <a:gd name="connsiteY711" fmla="*/ 944635 h 5390836"/>
                <a:gd name="connsiteX712" fmla="*/ 740984 w 5372199"/>
                <a:gd name="connsiteY712" fmla="*/ 927106 h 5390836"/>
                <a:gd name="connsiteX713" fmla="*/ 721387 w 5372199"/>
                <a:gd name="connsiteY713" fmla="*/ 898231 h 5390836"/>
                <a:gd name="connsiteX714" fmla="*/ 704887 w 5372199"/>
                <a:gd name="connsiteY714" fmla="*/ 881731 h 5390836"/>
                <a:gd name="connsiteX715" fmla="*/ 704887 w 5372199"/>
                <a:gd name="connsiteY715" fmla="*/ 865230 h 5390836"/>
                <a:gd name="connsiteX716" fmla="*/ 719319 w 5372199"/>
                <a:gd name="connsiteY716" fmla="*/ 854912 h 5390836"/>
                <a:gd name="connsiteX717" fmla="*/ 727580 w 5372199"/>
                <a:gd name="connsiteY717" fmla="*/ 841508 h 5390836"/>
                <a:gd name="connsiteX718" fmla="*/ 738916 w 5372199"/>
                <a:gd name="connsiteY718" fmla="*/ 833259 h 5390836"/>
                <a:gd name="connsiteX719" fmla="*/ 748194 w 5372199"/>
                <a:gd name="connsiteY719" fmla="*/ 818815 h 5390836"/>
                <a:gd name="connsiteX720" fmla="*/ 748194 w 5372199"/>
                <a:gd name="connsiteY720" fmla="*/ 810576 h 5390836"/>
                <a:gd name="connsiteX721" fmla="*/ 761609 w 5372199"/>
                <a:gd name="connsiteY721" fmla="*/ 810576 h 5390836"/>
                <a:gd name="connsiteX722" fmla="*/ 770888 w 5372199"/>
                <a:gd name="connsiteY722" fmla="*/ 804383 h 5390836"/>
                <a:gd name="connsiteX723" fmla="*/ 1449455 w 5372199"/>
                <a:gd name="connsiteY723" fmla="*/ 662074 h 5390836"/>
                <a:gd name="connsiteX724" fmla="*/ 1457705 w 5372199"/>
                <a:gd name="connsiteY724" fmla="*/ 662074 h 5390836"/>
                <a:gd name="connsiteX725" fmla="*/ 1457705 w 5372199"/>
                <a:gd name="connsiteY725" fmla="*/ 673421 h 5390836"/>
                <a:gd name="connsiteX726" fmla="*/ 1462859 w 5372199"/>
                <a:gd name="connsiteY726" fmla="*/ 685795 h 5390836"/>
                <a:gd name="connsiteX727" fmla="*/ 1462859 w 5372199"/>
                <a:gd name="connsiteY727" fmla="*/ 698171 h 5390836"/>
                <a:gd name="connsiteX728" fmla="*/ 1457705 w 5372199"/>
                <a:gd name="connsiteY728" fmla="*/ 709517 h 5390836"/>
                <a:gd name="connsiteX729" fmla="*/ 1457705 w 5372199"/>
                <a:gd name="connsiteY729" fmla="*/ 729114 h 5390836"/>
                <a:gd name="connsiteX730" fmla="*/ 1451512 w 5372199"/>
                <a:gd name="connsiteY730" fmla="*/ 743546 h 5390836"/>
                <a:gd name="connsiteX731" fmla="*/ 1439137 w 5372199"/>
                <a:gd name="connsiteY731" fmla="*/ 752825 h 5390836"/>
                <a:gd name="connsiteX732" fmla="*/ 1425733 w 5372199"/>
                <a:gd name="connsiteY732" fmla="*/ 770353 h 5390836"/>
                <a:gd name="connsiteX733" fmla="*/ 1396619 w 5372199"/>
                <a:gd name="connsiteY733" fmla="*/ 772182 h 5390836"/>
                <a:gd name="connsiteX734" fmla="*/ 1394800 w 5372199"/>
                <a:gd name="connsiteY734" fmla="*/ 770353 h 5390836"/>
                <a:gd name="connsiteX735" fmla="*/ 1389646 w 5372199"/>
                <a:gd name="connsiteY735" fmla="*/ 755921 h 5390836"/>
                <a:gd name="connsiteX736" fmla="*/ 1380357 w 5372199"/>
                <a:gd name="connsiteY736" fmla="*/ 747671 h 5390836"/>
                <a:gd name="connsiteX737" fmla="*/ 1380357 w 5372199"/>
                <a:gd name="connsiteY737" fmla="*/ 732199 h 5390836"/>
                <a:gd name="connsiteX738" fmla="*/ 1380357 w 5372199"/>
                <a:gd name="connsiteY738" fmla="*/ 696103 h 5390836"/>
                <a:gd name="connsiteX739" fmla="*/ 1387578 w 5372199"/>
                <a:gd name="connsiteY739" fmla="*/ 682699 h 5390836"/>
                <a:gd name="connsiteX740" fmla="*/ 1392732 w 5372199"/>
                <a:gd name="connsiteY740" fmla="*/ 676517 h 5390836"/>
                <a:gd name="connsiteX741" fmla="*/ 1418511 w 5372199"/>
                <a:gd name="connsiteY741" fmla="*/ 685795 h 5390836"/>
                <a:gd name="connsiteX742" fmla="*/ 1431926 w 5372199"/>
                <a:gd name="connsiteY742" fmla="*/ 672392 h 5390836"/>
                <a:gd name="connsiteX743" fmla="*/ 1646166 w 5372199"/>
                <a:gd name="connsiteY743" fmla="*/ 509318 h 5390836"/>
                <a:gd name="connsiteX744" fmla="*/ 1664986 w 5372199"/>
                <a:gd name="connsiteY744" fmla="*/ 516660 h 5390836"/>
                <a:gd name="connsiteX745" fmla="*/ 1677361 w 5372199"/>
                <a:gd name="connsiteY745" fmla="*/ 521825 h 5390836"/>
                <a:gd name="connsiteX746" fmla="*/ 1683554 w 5372199"/>
                <a:gd name="connsiteY746" fmla="*/ 534200 h 5390836"/>
                <a:gd name="connsiteX747" fmla="*/ 1683554 w 5372199"/>
                <a:gd name="connsiteY747" fmla="*/ 550701 h 5390836"/>
                <a:gd name="connsiteX748" fmla="*/ 1683554 w 5372199"/>
                <a:gd name="connsiteY748" fmla="*/ 568229 h 5390836"/>
                <a:gd name="connsiteX749" fmla="*/ 1683554 w 5372199"/>
                <a:gd name="connsiteY749" fmla="*/ 581633 h 5390836"/>
                <a:gd name="connsiteX750" fmla="*/ 1674265 w 5372199"/>
                <a:gd name="connsiteY750" fmla="*/ 595036 h 5390836"/>
                <a:gd name="connsiteX751" fmla="*/ 1662929 w 5372199"/>
                <a:gd name="connsiteY751" fmla="*/ 602258 h 5390836"/>
                <a:gd name="connsiteX752" fmla="*/ 1654678 w 5372199"/>
                <a:gd name="connsiteY752" fmla="*/ 614633 h 5390836"/>
                <a:gd name="connsiteX753" fmla="*/ 1639206 w 5372199"/>
                <a:gd name="connsiteY753" fmla="*/ 614633 h 5390836"/>
                <a:gd name="connsiteX754" fmla="*/ 1630956 w 5372199"/>
                <a:gd name="connsiteY754" fmla="*/ 602258 h 5390836"/>
                <a:gd name="connsiteX755" fmla="*/ 1610331 w 5372199"/>
                <a:gd name="connsiteY755" fmla="*/ 589883 h 5390836"/>
                <a:gd name="connsiteX756" fmla="*/ 1593830 w 5372199"/>
                <a:gd name="connsiteY756" fmla="*/ 579576 h 5390836"/>
                <a:gd name="connsiteX757" fmla="*/ 1579387 w 5372199"/>
                <a:gd name="connsiteY757" fmla="*/ 565133 h 5390836"/>
                <a:gd name="connsiteX758" fmla="*/ 1573204 w 5372199"/>
                <a:gd name="connsiteY758" fmla="*/ 553797 h 5390836"/>
                <a:gd name="connsiteX759" fmla="*/ 1568051 w 5372199"/>
                <a:gd name="connsiteY759" fmla="*/ 536257 h 5390836"/>
                <a:gd name="connsiteX760" fmla="*/ 1564954 w 5372199"/>
                <a:gd name="connsiteY760" fmla="*/ 523882 h 5390836"/>
                <a:gd name="connsiteX761" fmla="*/ 1578358 w 5372199"/>
                <a:gd name="connsiteY761" fmla="*/ 523882 h 5390836"/>
                <a:gd name="connsiteX762" fmla="*/ 1593830 w 5372199"/>
                <a:gd name="connsiteY762" fmla="*/ 523882 h 5390836"/>
                <a:gd name="connsiteX763" fmla="*/ 1606205 w 5372199"/>
                <a:gd name="connsiteY763" fmla="*/ 517700 h 5390836"/>
                <a:gd name="connsiteX764" fmla="*/ 1619609 w 5372199"/>
                <a:gd name="connsiteY764" fmla="*/ 517700 h 5390836"/>
                <a:gd name="connsiteX765" fmla="*/ 1628888 w 5372199"/>
                <a:gd name="connsiteY765" fmla="*/ 510479 h 5390836"/>
                <a:gd name="connsiteX766" fmla="*/ 1646166 w 5372199"/>
                <a:gd name="connsiteY766" fmla="*/ 509318 h 5390836"/>
                <a:gd name="connsiteX767" fmla="*/ 1473177 w 5372199"/>
                <a:gd name="connsiteY767" fmla="*/ 465101 h 5390836"/>
                <a:gd name="connsiteX768" fmla="*/ 1463898 w 5372199"/>
                <a:gd name="connsiteY768" fmla="*/ 472322 h 5390836"/>
                <a:gd name="connsiteX769" fmla="*/ 1460802 w 5372199"/>
                <a:gd name="connsiteY769" fmla="*/ 476447 h 5390836"/>
                <a:gd name="connsiteX770" fmla="*/ 1451512 w 5372199"/>
                <a:gd name="connsiteY770" fmla="*/ 486753 h 5390836"/>
                <a:gd name="connsiteX771" fmla="*/ 1446358 w 5372199"/>
                <a:gd name="connsiteY771" fmla="*/ 497071 h 5390836"/>
                <a:gd name="connsiteX772" fmla="*/ 1430897 w 5372199"/>
                <a:gd name="connsiteY772" fmla="*/ 519754 h 5390836"/>
                <a:gd name="connsiteX773" fmla="*/ 1430897 w 5372199"/>
                <a:gd name="connsiteY773" fmla="*/ 534197 h 5390836"/>
                <a:gd name="connsiteX774" fmla="*/ 1445330 w 5372199"/>
                <a:gd name="connsiteY774" fmla="*/ 534197 h 5390836"/>
                <a:gd name="connsiteX775" fmla="*/ 1458734 w 5372199"/>
                <a:gd name="connsiteY775" fmla="*/ 518725 h 5390836"/>
                <a:gd name="connsiteX776" fmla="*/ 1466984 w 5372199"/>
                <a:gd name="connsiteY776" fmla="*/ 498100 h 5390836"/>
                <a:gd name="connsiteX777" fmla="*/ 1473177 w 5372199"/>
                <a:gd name="connsiteY777" fmla="*/ 478503 h 5390836"/>
                <a:gd name="connsiteX778" fmla="*/ 1473177 w 5372199"/>
                <a:gd name="connsiteY778" fmla="*/ 465101 h 5390836"/>
                <a:gd name="connsiteX779" fmla="*/ 1498954 w 5372199"/>
                <a:gd name="connsiteY779" fmla="*/ 383631 h 5390836"/>
                <a:gd name="connsiteX780" fmla="*/ 1527830 w 5372199"/>
                <a:gd name="connsiteY780" fmla="*/ 383631 h 5390836"/>
                <a:gd name="connsiteX781" fmla="*/ 1543291 w 5372199"/>
                <a:gd name="connsiteY781" fmla="*/ 398073 h 5390836"/>
                <a:gd name="connsiteX782" fmla="*/ 1551541 w 5372199"/>
                <a:gd name="connsiteY782" fmla="*/ 410449 h 5390836"/>
                <a:gd name="connsiteX783" fmla="*/ 1545359 w 5372199"/>
                <a:gd name="connsiteY783" fmla="*/ 438295 h 5390836"/>
                <a:gd name="connsiteX784" fmla="*/ 1545359 w 5372199"/>
                <a:gd name="connsiteY784" fmla="*/ 456852 h 5390836"/>
                <a:gd name="connsiteX785" fmla="*/ 1545359 w 5372199"/>
                <a:gd name="connsiteY785" fmla="*/ 520796 h 5390836"/>
                <a:gd name="connsiteX786" fmla="*/ 1545359 w 5372199"/>
                <a:gd name="connsiteY786" fmla="*/ 543478 h 5390836"/>
                <a:gd name="connsiteX787" fmla="*/ 1538137 w 5372199"/>
                <a:gd name="connsiteY787" fmla="*/ 549671 h 5390836"/>
                <a:gd name="connsiteX788" fmla="*/ 1538137 w 5372199"/>
                <a:gd name="connsiteY788" fmla="*/ 564104 h 5390836"/>
                <a:gd name="connsiteX789" fmla="*/ 1551552 w 5372199"/>
                <a:gd name="connsiteY789" fmla="*/ 579576 h 5390836"/>
                <a:gd name="connsiteX790" fmla="*/ 1596927 w 5372199"/>
                <a:gd name="connsiteY790" fmla="*/ 656923 h 5390836"/>
                <a:gd name="connsiteX791" fmla="*/ 1596927 w 5372199"/>
                <a:gd name="connsiteY791" fmla="*/ 686827 h 5390836"/>
                <a:gd name="connsiteX792" fmla="*/ 1590734 w 5372199"/>
                <a:gd name="connsiteY792" fmla="*/ 711577 h 5390836"/>
                <a:gd name="connsiteX793" fmla="*/ 1580427 w 5372199"/>
                <a:gd name="connsiteY793" fmla="*/ 728078 h 5390836"/>
                <a:gd name="connsiteX794" fmla="*/ 1571138 w 5372199"/>
                <a:gd name="connsiteY794" fmla="*/ 728078 h 5390836"/>
                <a:gd name="connsiteX795" fmla="*/ 1558762 w 5372199"/>
                <a:gd name="connsiteY795" fmla="*/ 728078 h 5390836"/>
                <a:gd name="connsiteX796" fmla="*/ 1547427 w 5372199"/>
                <a:gd name="connsiteY796" fmla="*/ 728078 h 5390836"/>
                <a:gd name="connsiteX797" fmla="*/ 1529887 w 5372199"/>
                <a:gd name="connsiteY797" fmla="*/ 728078 h 5390836"/>
                <a:gd name="connsiteX798" fmla="*/ 1514415 w 5372199"/>
                <a:gd name="connsiteY798" fmla="*/ 718798 h 5390836"/>
                <a:gd name="connsiteX799" fmla="*/ 1481415 w 5372199"/>
                <a:gd name="connsiteY799" fmla="*/ 710548 h 5390836"/>
                <a:gd name="connsiteX800" fmla="*/ 1490704 w 5372199"/>
                <a:gd name="connsiteY800" fmla="*/ 697135 h 5390836"/>
                <a:gd name="connsiteX801" fmla="*/ 1506176 w 5372199"/>
                <a:gd name="connsiteY801" fmla="*/ 688884 h 5390836"/>
                <a:gd name="connsiteX802" fmla="*/ 1506176 w 5372199"/>
                <a:gd name="connsiteY802" fmla="*/ 661048 h 5390836"/>
                <a:gd name="connsiteX803" fmla="*/ 1498954 w 5372199"/>
                <a:gd name="connsiteY803" fmla="*/ 648674 h 5390836"/>
                <a:gd name="connsiteX804" fmla="*/ 1488636 w 5372199"/>
                <a:gd name="connsiteY804" fmla="*/ 631133 h 5390836"/>
                <a:gd name="connsiteX805" fmla="*/ 1477300 w 5372199"/>
                <a:gd name="connsiteY805" fmla="*/ 606383 h 5390836"/>
                <a:gd name="connsiteX806" fmla="*/ 1469050 w 5372199"/>
                <a:gd name="connsiteY806" fmla="*/ 601230 h 5390836"/>
                <a:gd name="connsiteX807" fmla="*/ 1454607 w 5372199"/>
                <a:gd name="connsiteY807" fmla="*/ 601230 h 5390836"/>
                <a:gd name="connsiteX808" fmla="*/ 1445328 w 5372199"/>
                <a:gd name="connsiteY808" fmla="*/ 608451 h 5390836"/>
                <a:gd name="connsiteX809" fmla="*/ 1428828 w 5372199"/>
                <a:gd name="connsiteY809" fmla="*/ 616702 h 5390836"/>
                <a:gd name="connsiteX810" fmla="*/ 1420578 w 5372199"/>
                <a:gd name="connsiteY810" fmla="*/ 616702 h 5390836"/>
                <a:gd name="connsiteX811" fmla="*/ 1410260 w 5372199"/>
                <a:gd name="connsiteY811" fmla="*/ 607411 h 5390836"/>
                <a:gd name="connsiteX812" fmla="*/ 1404078 w 5372199"/>
                <a:gd name="connsiteY812" fmla="*/ 607411 h 5390836"/>
                <a:gd name="connsiteX813" fmla="*/ 1394799 w 5372199"/>
                <a:gd name="connsiteY813" fmla="*/ 596076 h 5390836"/>
                <a:gd name="connsiteX814" fmla="*/ 1380356 w 5372199"/>
                <a:gd name="connsiteY814" fmla="*/ 580605 h 5390836"/>
                <a:gd name="connsiteX815" fmla="*/ 1362827 w 5372199"/>
                <a:gd name="connsiteY815" fmla="*/ 559979 h 5390836"/>
                <a:gd name="connsiteX816" fmla="*/ 1347355 w 5372199"/>
                <a:gd name="connsiteY816" fmla="*/ 537296 h 5390836"/>
                <a:gd name="connsiteX817" fmla="*/ 1347355 w 5372199"/>
                <a:gd name="connsiteY817" fmla="*/ 502228 h 5390836"/>
                <a:gd name="connsiteX818" fmla="*/ 1357673 w 5372199"/>
                <a:gd name="connsiteY818" fmla="*/ 488825 h 5390836"/>
                <a:gd name="connsiteX819" fmla="*/ 1373134 w 5372199"/>
                <a:gd name="connsiteY819" fmla="*/ 488825 h 5390836"/>
                <a:gd name="connsiteX820" fmla="*/ 1383452 w 5372199"/>
                <a:gd name="connsiteY820" fmla="*/ 488825 h 5390836"/>
                <a:gd name="connsiteX821" fmla="*/ 1404078 w 5372199"/>
                <a:gd name="connsiteY821" fmla="*/ 467171 h 5390836"/>
                <a:gd name="connsiteX822" fmla="*/ 1418510 w 5372199"/>
                <a:gd name="connsiteY822" fmla="*/ 450670 h 5390836"/>
                <a:gd name="connsiteX823" fmla="*/ 1428828 w 5372199"/>
                <a:gd name="connsiteY823" fmla="*/ 438295 h 5390836"/>
                <a:gd name="connsiteX824" fmla="*/ 1438107 w 5372199"/>
                <a:gd name="connsiteY824" fmla="*/ 429006 h 5390836"/>
                <a:gd name="connsiteX825" fmla="*/ 1448425 w 5372199"/>
                <a:gd name="connsiteY825" fmla="*/ 414573 h 5390836"/>
                <a:gd name="connsiteX826" fmla="*/ 1448425 w 5372199"/>
                <a:gd name="connsiteY826" fmla="*/ 404255 h 5390836"/>
                <a:gd name="connsiteX827" fmla="*/ 1453579 w 5372199"/>
                <a:gd name="connsiteY827" fmla="*/ 396005 h 5390836"/>
                <a:gd name="connsiteX828" fmla="*/ 1459761 w 5372199"/>
                <a:gd name="connsiteY828" fmla="*/ 388795 h 5390836"/>
                <a:gd name="connsiteX829" fmla="*/ 1469050 w 5372199"/>
                <a:gd name="connsiteY829" fmla="*/ 391881 h 5390836"/>
                <a:gd name="connsiteX830" fmla="*/ 1484511 w 5372199"/>
                <a:gd name="connsiteY830" fmla="*/ 391881 h 5390836"/>
                <a:gd name="connsiteX831" fmla="*/ 1498954 w 5372199"/>
                <a:gd name="connsiteY831" fmla="*/ 383631 h 5390836"/>
                <a:gd name="connsiteX832" fmla="*/ 4049260 w 5372199"/>
                <a:gd name="connsiteY832" fmla="*/ 354753 h 5390836"/>
                <a:gd name="connsiteX833" fmla="*/ 4069885 w 5372199"/>
                <a:gd name="connsiteY833" fmla="*/ 368156 h 5390836"/>
                <a:gd name="connsiteX834" fmla="*/ 4079164 w 5372199"/>
                <a:gd name="connsiteY834" fmla="*/ 390849 h 5390836"/>
                <a:gd name="connsiteX835" fmla="*/ 4079164 w 5372199"/>
                <a:gd name="connsiteY835" fmla="*/ 405282 h 5390836"/>
                <a:gd name="connsiteX836" fmla="*/ 4074010 w 5372199"/>
                <a:gd name="connsiteY836" fmla="*/ 418685 h 5390836"/>
                <a:gd name="connsiteX837" fmla="*/ 4053385 w 5372199"/>
                <a:gd name="connsiteY837" fmla="*/ 435196 h 5390836"/>
                <a:gd name="connsiteX838" fmla="*/ 4045135 w 5372199"/>
                <a:gd name="connsiteY838" fmla="*/ 447561 h 5390836"/>
                <a:gd name="connsiteX839" fmla="*/ 4055442 w 5372199"/>
                <a:gd name="connsiteY839" fmla="*/ 447561 h 5390836"/>
                <a:gd name="connsiteX840" fmla="*/ 4068856 w 5372199"/>
                <a:gd name="connsiteY840" fmla="*/ 447561 h 5390836"/>
                <a:gd name="connsiteX841" fmla="*/ 4084317 w 5372199"/>
                <a:gd name="connsiteY841" fmla="*/ 447561 h 5390836"/>
                <a:gd name="connsiteX842" fmla="*/ 4105971 w 5372199"/>
                <a:gd name="connsiteY842" fmla="*/ 447561 h 5390836"/>
                <a:gd name="connsiteX843" fmla="*/ 4128664 w 5372199"/>
                <a:gd name="connsiteY843" fmla="*/ 460975 h 5390836"/>
                <a:gd name="connsiteX844" fmla="*/ 4145164 w 5372199"/>
                <a:gd name="connsiteY844" fmla="*/ 478504 h 5390836"/>
                <a:gd name="connsiteX845" fmla="*/ 4145164 w 5372199"/>
                <a:gd name="connsiteY845" fmla="*/ 512533 h 5390836"/>
                <a:gd name="connsiteX846" fmla="*/ 4135886 w 5372199"/>
                <a:gd name="connsiteY846" fmla="*/ 512533 h 5390836"/>
                <a:gd name="connsiteX847" fmla="*/ 4120414 w 5372199"/>
                <a:gd name="connsiteY847" fmla="*/ 512533 h 5390836"/>
                <a:gd name="connsiteX848" fmla="*/ 4088442 w 5372199"/>
                <a:gd name="connsiteY848" fmla="*/ 512533 h 5390836"/>
                <a:gd name="connsiteX849" fmla="*/ 4069885 w 5372199"/>
                <a:gd name="connsiteY849" fmla="*/ 512533 h 5390836"/>
                <a:gd name="connsiteX850" fmla="*/ 4052356 w 5372199"/>
                <a:gd name="connsiteY850" fmla="*/ 504283 h 5390836"/>
                <a:gd name="connsiteX851" fmla="*/ 4020384 w 5372199"/>
                <a:gd name="connsiteY851" fmla="*/ 499129 h 5390836"/>
                <a:gd name="connsiteX852" fmla="*/ 4004913 w 5372199"/>
                <a:gd name="connsiteY852" fmla="*/ 507379 h 5390836"/>
                <a:gd name="connsiteX853" fmla="*/ 3995634 w 5372199"/>
                <a:gd name="connsiteY853" fmla="*/ 529033 h 5390836"/>
                <a:gd name="connsiteX854" fmla="*/ 4013163 w 5372199"/>
                <a:gd name="connsiteY854" fmla="*/ 598130 h 5390836"/>
                <a:gd name="connsiteX855" fmla="*/ 4024509 w 5372199"/>
                <a:gd name="connsiteY855" fmla="*/ 651756 h 5390836"/>
                <a:gd name="connsiteX856" fmla="*/ 4044106 w 5372199"/>
                <a:gd name="connsiteY856" fmla="*/ 693006 h 5390836"/>
                <a:gd name="connsiteX857" fmla="*/ 4058538 w 5372199"/>
                <a:gd name="connsiteY857" fmla="*/ 711564 h 5390836"/>
                <a:gd name="connsiteX858" fmla="*/ 4067817 w 5372199"/>
                <a:gd name="connsiteY858" fmla="*/ 729103 h 5390836"/>
                <a:gd name="connsiteX859" fmla="*/ 4092567 w 5372199"/>
                <a:gd name="connsiteY859" fmla="*/ 760036 h 5390836"/>
                <a:gd name="connsiteX860" fmla="*/ 4100817 w 5372199"/>
                <a:gd name="connsiteY860" fmla="*/ 771382 h 5390836"/>
                <a:gd name="connsiteX861" fmla="*/ 4092567 w 5372199"/>
                <a:gd name="connsiteY861" fmla="*/ 777564 h 5390836"/>
                <a:gd name="connsiteX862" fmla="*/ 4084317 w 5372199"/>
                <a:gd name="connsiteY862" fmla="*/ 788911 h 5390836"/>
                <a:gd name="connsiteX863" fmla="*/ 4059567 w 5372199"/>
                <a:gd name="connsiteY863" fmla="*/ 788911 h 5390836"/>
                <a:gd name="connsiteX864" fmla="*/ 4049260 w 5372199"/>
                <a:gd name="connsiteY864" fmla="*/ 788911 h 5390836"/>
                <a:gd name="connsiteX865" fmla="*/ 4039981 w 5372199"/>
                <a:gd name="connsiteY865" fmla="*/ 788911 h 5390836"/>
                <a:gd name="connsiteX866" fmla="*/ 4023481 w 5372199"/>
                <a:gd name="connsiteY866" fmla="*/ 777564 h 5390836"/>
                <a:gd name="connsiteX867" fmla="*/ 4005941 w 5372199"/>
                <a:gd name="connsiteY867" fmla="*/ 768286 h 5390836"/>
                <a:gd name="connsiteX868" fmla="*/ 3991509 w 5372199"/>
                <a:gd name="connsiteY868" fmla="*/ 755910 h 5390836"/>
                <a:gd name="connsiteX869" fmla="*/ 3969855 w 5372199"/>
                <a:gd name="connsiteY869" fmla="*/ 738382 h 5390836"/>
                <a:gd name="connsiteX870" fmla="*/ 3961605 w 5372199"/>
                <a:gd name="connsiteY870" fmla="*/ 720853 h 5390836"/>
                <a:gd name="connsiteX871" fmla="*/ 3961605 w 5372199"/>
                <a:gd name="connsiteY871" fmla="*/ 671352 h 5390836"/>
                <a:gd name="connsiteX872" fmla="*/ 3955412 w 5372199"/>
                <a:gd name="connsiteY872" fmla="*/ 627006 h 5390836"/>
                <a:gd name="connsiteX873" fmla="*/ 3949230 w 5372199"/>
                <a:gd name="connsiteY873" fmla="*/ 601227 h 5390836"/>
                <a:gd name="connsiteX874" fmla="*/ 3933758 w 5372199"/>
                <a:gd name="connsiteY874" fmla="*/ 553783 h 5390836"/>
                <a:gd name="connsiteX875" fmla="*/ 3890440 w 5372199"/>
                <a:gd name="connsiteY875" fmla="*/ 575437 h 5390836"/>
                <a:gd name="connsiteX876" fmla="*/ 3837843 w 5372199"/>
                <a:gd name="connsiteY876" fmla="*/ 587812 h 5390836"/>
                <a:gd name="connsiteX877" fmla="*/ 3791439 w 5372199"/>
                <a:gd name="connsiteY877" fmla="*/ 587812 h 5390836"/>
                <a:gd name="connsiteX878" fmla="*/ 3758439 w 5372199"/>
                <a:gd name="connsiteY878" fmla="*/ 587812 h 5390836"/>
                <a:gd name="connsiteX879" fmla="*/ 3731631 w 5372199"/>
                <a:gd name="connsiteY879" fmla="*/ 579562 h 5390836"/>
                <a:gd name="connsiteX880" fmla="*/ 3718228 w 5372199"/>
                <a:gd name="connsiteY880" fmla="*/ 579562 h 5390836"/>
                <a:gd name="connsiteX881" fmla="*/ 3718228 w 5372199"/>
                <a:gd name="connsiteY881" fmla="*/ 567198 h 5390836"/>
                <a:gd name="connsiteX882" fmla="*/ 3718228 w 5372199"/>
                <a:gd name="connsiteY882" fmla="*/ 549658 h 5390836"/>
                <a:gd name="connsiteX883" fmla="*/ 3709977 w 5372199"/>
                <a:gd name="connsiteY883" fmla="*/ 539351 h 5390836"/>
                <a:gd name="connsiteX884" fmla="*/ 3721313 w 5372199"/>
                <a:gd name="connsiteY884" fmla="*/ 539351 h 5390836"/>
                <a:gd name="connsiteX885" fmla="*/ 3744006 w 5372199"/>
                <a:gd name="connsiteY885" fmla="*/ 539351 h 5390836"/>
                <a:gd name="connsiteX886" fmla="*/ 3759478 w 5372199"/>
                <a:gd name="connsiteY886" fmla="*/ 539351 h 5390836"/>
                <a:gd name="connsiteX887" fmla="*/ 3769785 w 5372199"/>
                <a:gd name="connsiteY887" fmla="*/ 539351 h 5390836"/>
                <a:gd name="connsiteX888" fmla="*/ 3851258 w 5372199"/>
                <a:gd name="connsiteY888" fmla="*/ 519754 h 5390836"/>
                <a:gd name="connsiteX889" fmla="*/ 3892508 w 5372199"/>
                <a:gd name="connsiteY889" fmla="*/ 495004 h 5390836"/>
                <a:gd name="connsiteX890" fmla="*/ 3905912 w 5372199"/>
                <a:gd name="connsiteY890" fmla="*/ 482629 h 5390836"/>
                <a:gd name="connsiteX891" fmla="*/ 3894565 w 5372199"/>
                <a:gd name="connsiteY891" fmla="*/ 477476 h 5390836"/>
                <a:gd name="connsiteX892" fmla="*/ 3886315 w 5372199"/>
                <a:gd name="connsiteY892" fmla="*/ 477476 h 5390836"/>
                <a:gd name="connsiteX893" fmla="*/ 3873940 w 5372199"/>
                <a:gd name="connsiteY893" fmla="*/ 477476 h 5390836"/>
                <a:gd name="connsiteX894" fmla="*/ 3863633 w 5372199"/>
                <a:gd name="connsiteY894" fmla="*/ 471282 h 5390836"/>
                <a:gd name="connsiteX895" fmla="*/ 3852286 w 5372199"/>
                <a:gd name="connsiteY895" fmla="*/ 454782 h 5390836"/>
                <a:gd name="connsiteX896" fmla="*/ 3847132 w 5372199"/>
                <a:gd name="connsiteY896" fmla="*/ 420753 h 5390836"/>
                <a:gd name="connsiteX897" fmla="*/ 3860536 w 5372199"/>
                <a:gd name="connsiteY897" fmla="*/ 409418 h 5390836"/>
                <a:gd name="connsiteX898" fmla="*/ 3873951 w 5372199"/>
                <a:gd name="connsiteY898" fmla="*/ 409418 h 5390836"/>
                <a:gd name="connsiteX899" fmla="*/ 3887354 w 5372199"/>
                <a:gd name="connsiteY899" fmla="*/ 409407 h 5390836"/>
                <a:gd name="connsiteX900" fmla="*/ 3900758 w 5372199"/>
                <a:gd name="connsiteY900" fmla="*/ 409407 h 5390836"/>
                <a:gd name="connsiteX901" fmla="*/ 3923440 w 5372199"/>
                <a:gd name="connsiteY901" fmla="*/ 422821 h 5390836"/>
                <a:gd name="connsiteX902" fmla="*/ 3968816 w 5372199"/>
                <a:gd name="connsiteY902" fmla="*/ 431061 h 5390836"/>
                <a:gd name="connsiteX903" fmla="*/ 3995634 w 5372199"/>
                <a:gd name="connsiteY903" fmla="*/ 401157 h 5390836"/>
                <a:gd name="connsiteX904" fmla="*/ 4011106 w 5372199"/>
                <a:gd name="connsiteY904" fmla="*/ 380532 h 5390836"/>
                <a:gd name="connsiteX905" fmla="*/ 4020384 w 5372199"/>
                <a:gd name="connsiteY905" fmla="*/ 360935 h 5390836"/>
                <a:gd name="connsiteX906" fmla="*/ 4030692 w 5372199"/>
                <a:gd name="connsiteY906" fmla="*/ 360946 h 5390836"/>
                <a:gd name="connsiteX907" fmla="*/ 4045135 w 5372199"/>
                <a:gd name="connsiteY907" fmla="*/ 371253 h 5390836"/>
                <a:gd name="connsiteX908" fmla="*/ 4058538 w 5372199"/>
                <a:gd name="connsiteY908" fmla="*/ 371253 h 5390836"/>
                <a:gd name="connsiteX909" fmla="*/ 1383200 w 5372199"/>
                <a:gd name="connsiteY909" fmla="*/ 242484 h 5390836"/>
                <a:gd name="connsiteX910" fmla="*/ 1389646 w 5372199"/>
                <a:gd name="connsiteY910" fmla="*/ 244417 h 5390836"/>
                <a:gd name="connsiteX911" fmla="*/ 1403049 w 5372199"/>
                <a:gd name="connsiteY911" fmla="*/ 256792 h 5390836"/>
                <a:gd name="connsiteX912" fmla="*/ 1425742 w 5372199"/>
                <a:gd name="connsiteY912" fmla="*/ 272253 h 5390836"/>
                <a:gd name="connsiteX913" fmla="*/ 1425742 w 5372199"/>
                <a:gd name="connsiteY913" fmla="*/ 302168 h 5390836"/>
                <a:gd name="connsiteX914" fmla="*/ 1432953 w 5372199"/>
                <a:gd name="connsiteY914" fmla="*/ 308350 h 5390836"/>
                <a:gd name="connsiteX915" fmla="*/ 1470078 w 5372199"/>
                <a:gd name="connsiteY915" fmla="*/ 272253 h 5390836"/>
                <a:gd name="connsiteX916" fmla="*/ 1491732 w 5372199"/>
                <a:gd name="connsiteY916" fmla="*/ 251628 h 5390836"/>
                <a:gd name="connsiteX917" fmla="*/ 1505146 w 5372199"/>
                <a:gd name="connsiteY917" fmla="*/ 251628 h 5390836"/>
                <a:gd name="connsiteX918" fmla="*/ 1517522 w 5372199"/>
                <a:gd name="connsiteY918" fmla="*/ 251628 h 5390836"/>
                <a:gd name="connsiteX919" fmla="*/ 1538147 w 5372199"/>
                <a:gd name="connsiteY919" fmla="*/ 251628 h 5390836"/>
                <a:gd name="connsiteX920" fmla="*/ 1547425 w 5372199"/>
                <a:gd name="connsiteY920" fmla="*/ 251628 h 5390836"/>
                <a:gd name="connsiteX921" fmla="*/ 1555675 w 5372199"/>
                <a:gd name="connsiteY921" fmla="*/ 266071 h 5390836"/>
                <a:gd name="connsiteX922" fmla="*/ 1543300 w 5372199"/>
                <a:gd name="connsiteY922" fmla="*/ 300100 h 5390836"/>
                <a:gd name="connsiteX923" fmla="*/ 1528868 w 5372199"/>
                <a:gd name="connsiteY923" fmla="*/ 300100 h 5390836"/>
                <a:gd name="connsiteX924" fmla="*/ 1507204 w 5372199"/>
                <a:gd name="connsiteY924" fmla="*/ 314543 h 5390836"/>
                <a:gd name="connsiteX925" fmla="*/ 1491732 w 5372199"/>
                <a:gd name="connsiteY925" fmla="*/ 326918 h 5390836"/>
                <a:gd name="connsiteX926" fmla="*/ 1478328 w 5372199"/>
                <a:gd name="connsiteY926" fmla="*/ 341350 h 5390836"/>
                <a:gd name="connsiteX927" fmla="*/ 1465953 w 5372199"/>
                <a:gd name="connsiteY927" fmla="*/ 356822 h 5390836"/>
                <a:gd name="connsiteX928" fmla="*/ 1450493 w 5372199"/>
                <a:gd name="connsiteY928" fmla="*/ 365072 h 5390836"/>
                <a:gd name="connsiteX929" fmla="*/ 1433982 w 5372199"/>
                <a:gd name="connsiteY929" fmla="*/ 387754 h 5390836"/>
                <a:gd name="connsiteX930" fmla="*/ 1390674 w 5372199"/>
                <a:gd name="connsiteY930" fmla="*/ 431072 h 5390836"/>
                <a:gd name="connsiteX931" fmla="*/ 1378299 w 5372199"/>
                <a:gd name="connsiteY931" fmla="*/ 443448 h 5390836"/>
                <a:gd name="connsiteX932" fmla="*/ 1366953 w 5372199"/>
                <a:gd name="connsiteY932" fmla="*/ 455823 h 5390836"/>
                <a:gd name="connsiteX933" fmla="*/ 1355617 w 5372199"/>
                <a:gd name="connsiteY933" fmla="*/ 466130 h 5390836"/>
                <a:gd name="connsiteX934" fmla="*/ 1345299 w 5372199"/>
                <a:gd name="connsiteY934" fmla="*/ 474391 h 5390836"/>
                <a:gd name="connsiteX935" fmla="*/ 1336020 w 5372199"/>
                <a:gd name="connsiteY935" fmla="*/ 484698 h 5390836"/>
                <a:gd name="connsiteX936" fmla="*/ 1325702 w 5372199"/>
                <a:gd name="connsiteY936" fmla="*/ 491920 h 5390836"/>
                <a:gd name="connsiteX937" fmla="*/ 1317452 w 5372199"/>
                <a:gd name="connsiteY937" fmla="*/ 497073 h 5390836"/>
                <a:gd name="connsiteX938" fmla="*/ 1306117 w 5372199"/>
                <a:gd name="connsiteY938" fmla="*/ 508420 h 5390836"/>
                <a:gd name="connsiteX939" fmla="*/ 1296827 w 5372199"/>
                <a:gd name="connsiteY939" fmla="*/ 519756 h 5390836"/>
                <a:gd name="connsiteX940" fmla="*/ 1290645 w 5372199"/>
                <a:gd name="connsiteY940" fmla="*/ 531102 h 5390836"/>
                <a:gd name="connsiteX941" fmla="*/ 1279299 w 5372199"/>
                <a:gd name="connsiteY941" fmla="*/ 531102 h 5390836"/>
                <a:gd name="connsiteX942" fmla="*/ 1263827 w 5372199"/>
                <a:gd name="connsiteY942" fmla="*/ 539352 h 5390836"/>
                <a:gd name="connsiteX943" fmla="*/ 1251452 w 5372199"/>
                <a:gd name="connsiteY943" fmla="*/ 525949 h 5390836"/>
                <a:gd name="connsiteX944" fmla="*/ 1242173 w 5372199"/>
                <a:gd name="connsiteY944" fmla="*/ 513574 h 5390836"/>
                <a:gd name="connsiteX945" fmla="*/ 1242173 w 5372199"/>
                <a:gd name="connsiteY945" fmla="*/ 501198 h 5390836"/>
                <a:gd name="connsiteX946" fmla="*/ 1262798 w 5372199"/>
                <a:gd name="connsiteY946" fmla="*/ 469227 h 5390836"/>
                <a:gd name="connsiteX947" fmla="*/ 1273106 w 5372199"/>
                <a:gd name="connsiteY947" fmla="*/ 469227 h 5390836"/>
                <a:gd name="connsiteX948" fmla="*/ 1286520 w 5372199"/>
                <a:gd name="connsiteY948" fmla="*/ 453755 h 5390836"/>
                <a:gd name="connsiteX949" fmla="*/ 1321577 w 5372199"/>
                <a:gd name="connsiteY949" fmla="*/ 421794 h 5390836"/>
                <a:gd name="connsiteX950" fmla="*/ 1337049 w 5372199"/>
                <a:gd name="connsiteY950" fmla="*/ 408380 h 5390836"/>
                <a:gd name="connsiteX951" fmla="*/ 1362828 w 5372199"/>
                <a:gd name="connsiteY951" fmla="*/ 380543 h 5390836"/>
                <a:gd name="connsiteX952" fmla="*/ 1371078 w 5372199"/>
                <a:gd name="connsiteY952" fmla="*/ 365072 h 5390836"/>
                <a:gd name="connsiteX953" fmla="*/ 1363867 w 5372199"/>
                <a:gd name="connsiteY953" fmla="*/ 357851 h 5390836"/>
                <a:gd name="connsiteX954" fmla="*/ 1353549 w 5372199"/>
                <a:gd name="connsiteY954" fmla="*/ 357851 h 5390836"/>
                <a:gd name="connsiteX955" fmla="*/ 1341174 w 5372199"/>
                <a:gd name="connsiteY955" fmla="*/ 357851 h 5390836"/>
                <a:gd name="connsiteX956" fmla="*/ 1341174 w 5372199"/>
                <a:gd name="connsiteY956" fmla="*/ 347543 h 5390836"/>
                <a:gd name="connsiteX957" fmla="*/ 1341174 w 5372199"/>
                <a:gd name="connsiteY957" fmla="*/ 337225 h 5390836"/>
                <a:gd name="connsiteX958" fmla="*/ 1341174 w 5372199"/>
                <a:gd name="connsiteY958" fmla="*/ 323822 h 5390836"/>
                <a:gd name="connsiteX959" fmla="*/ 1313327 w 5372199"/>
                <a:gd name="connsiteY959" fmla="*/ 304225 h 5390836"/>
                <a:gd name="connsiteX960" fmla="*/ 1313327 w 5372199"/>
                <a:gd name="connsiteY960" fmla="*/ 292878 h 5390836"/>
                <a:gd name="connsiteX961" fmla="*/ 1328799 w 5372199"/>
                <a:gd name="connsiteY961" fmla="*/ 280503 h 5390836"/>
                <a:gd name="connsiteX962" fmla="*/ 1336020 w 5372199"/>
                <a:gd name="connsiteY962" fmla="*/ 270196 h 5390836"/>
                <a:gd name="connsiteX963" fmla="*/ 1344270 w 5372199"/>
                <a:gd name="connsiteY963" fmla="*/ 264003 h 5390836"/>
                <a:gd name="connsiteX964" fmla="*/ 1351492 w 5372199"/>
                <a:gd name="connsiteY964" fmla="*/ 254724 h 5390836"/>
                <a:gd name="connsiteX965" fmla="*/ 1339117 w 5372199"/>
                <a:gd name="connsiteY965" fmla="*/ 257821 h 5390836"/>
                <a:gd name="connsiteX966" fmla="*/ 1350453 w 5372199"/>
                <a:gd name="connsiteY966" fmla="*/ 252667 h 5390836"/>
                <a:gd name="connsiteX967" fmla="*/ 1363867 w 5372199"/>
                <a:gd name="connsiteY967" fmla="*/ 244417 h 5390836"/>
                <a:gd name="connsiteX968" fmla="*/ 1375203 w 5372199"/>
                <a:gd name="connsiteY968" fmla="*/ 244417 h 5390836"/>
                <a:gd name="connsiteX969" fmla="*/ 1383200 w 5372199"/>
                <a:gd name="connsiteY969" fmla="*/ 242484 h 5390836"/>
                <a:gd name="connsiteX970" fmla="*/ 2319836 w 5372199"/>
                <a:gd name="connsiteY970" fmla="*/ 154694 h 5390836"/>
                <a:gd name="connsiteX971" fmla="*/ 2301267 w 5372199"/>
                <a:gd name="connsiteY971" fmla="*/ 159847 h 5390836"/>
                <a:gd name="connsiteX972" fmla="*/ 2301267 w 5372199"/>
                <a:gd name="connsiteY972" fmla="*/ 171193 h 5390836"/>
                <a:gd name="connsiteX973" fmla="*/ 2301267 w 5372199"/>
                <a:gd name="connsiteY973" fmla="*/ 180472 h 5390836"/>
                <a:gd name="connsiteX974" fmla="*/ 2318808 w 5372199"/>
                <a:gd name="connsiteY974" fmla="*/ 180472 h 5390836"/>
                <a:gd name="connsiteX975" fmla="*/ 2327047 w 5372199"/>
                <a:gd name="connsiteY975" fmla="*/ 158819 h 5390836"/>
                <a:gd name="connsiteX976" fmla="*/ 2320865 w 5372199"/>
                <a:gd name="connsiteY976" fmla="*/ 158819 h 5390836"/>
                <a:gd name="connsiteX977" fmla="*/ 2375531 w 5372199"/>
                <a:gd name="connsiteY977" fmla="*/ 130974 h 5390836"/>
                <a:gd name="connsiteX978" fmla="*/ 2361089 w 5372199"/>
                <a:gd name="connsiteY978" fmla="*/ 138195 h 5390836"/>
                <a:gd name="connsiteX979" fmla="*/ 2361089 w 5372199"/>
                <a:gd name="connsiteY979" fmla="*/ 153665 h 5390836"/>
                <a:gd name="connsiteX980" fmla="*/ 2371407 w 5372199"/>
                <a:gd name="connsiteY980" fmla="*/ 160876 h 5390836"/>
                <a:gd name="connsiteX981" fmla="*/ 2386877 w 5372199"/>
                <a:gd name="connsiteY981" fmla="*/ 146444 h 5390836"/>
                <a:gd name="connsiteX982" fmla="*/ 2386877 w 5372199"/>
                <a:gd name="connsiteY982" fmla="*/ 133031 h 5390836"/>
                <a:gd name="connsiteX983" fmla="*/ 2376560 w 5372199"/>
                <a:gd name="connsiteY983" fmla="*/ 133031 h 5390836"/>
                <a:gd name="connsiteX984" fmla="*/ 2306432 w 5372199"/>
                <a:gd name="connsiteY984" fmla="*/ 95915 h 5390836"/>
                <a:gd name="connsiteX985" fmla="*/ 2310546 w 5372199"/>
                <a:gd name="connsiteY985" fmla="*/ 100039 h 5390836"/>
                <a:gd name="connsiteX986" fmla="*/ 2296113 w 5372199"/>
                <a:gd name="connsiteY986" fmla="*/ 113442 h 5390836"/>
                <a:gd name="connsiteX987" fmla="*/ 2296113 w 5372199"/>
                <a:gd name="connsiteY987" fmla="*/ 128913 h 5390836"/>
                <a:gd name="connsiteX988" fmla="*/ 2304364 w 5372199"/>
                <a:gd name="connsiteY988" fmla="*/ 128913 h 5390836"/>
                <a:gd name="connsiteX989" fmla="*/ 2320865 w 5372199"/>
                <a:gd name="connsiteY989" fmla="*/ 108289 h 5390836"/>
                <a:gd name="connsiteX990" fmla="*/ 2306432 w 5372199"/>
                <a:gd name="connsiteY990" fmla="*/ 95915 h 5390836"/>
                <a:gd name="connsiteX991" fmla="*/ 3341817 w 5372199"/>
                <a:gd name="connsiteY991" fmla="*/ 93847 h 5390836"/>
                <a:gd name="connsiteX992" fmla="*/ 3351096 w 5372199"/>
                <a:gd name="connsiteY992" fmla="*/ 103125 h 5390836"/>
                <a:gd name="connsiteX993" fmla="*/ 3363471 w 5372199"/>
                <a:gd name="connsiteY993" fmla="*/ 121693 h 5390836"/>
                <a:gd name="connsiteX994" fmla="*/ 3363471 w 5372199"/>
                <a:gd name="connsiteY994" fmla="*/ 138193 h 5390836"/>
                <a:gd name="connsiteX995" fmla="*/ 3363482 w 5372199"/>
                <a:gd name="connsiteY995" fmla="*/ 150569 h 5390836"/>
                <a:gd name="connsiteX996" fmla="*/ 3332539 w 5372199"/>
                <a:gd name="connsiteY996" fmla="*/ 167069 h 5390836"/>
                <a:gd name="connsiteX997" fmla="*/ 3307789 w 5372199"/>
                <a:gd name="connsiteY997" fmla="*/ 179444 h 5390836"/>
                <a:gd name="connsiteX998" fmla="*/ 3290260 w 5372199"/>
                <a:gd name="connsiteY998" fmla="*/ 185626 h 5390836"/>
                <a:gd name="connsiteX999" fmla="*/ 3254163 w 5372199"/>
                <a:gd name="connsiteY999" fmla="*/ 200069 h 5390836"/>
                <a:gd name="connsiteX1000" fmla="*/ 3254163 w 5372199"/>
                <a:gd name="connsiteY1000" fmla="*/ 226877 h 5390836"/>
                <a:gd name="connsiteX1001" fmla="*/ 3245913 w 5372199"/>
                <a:gd name="connsiteY1001" fmla="*/ 238223 h 5390836"/>
                <a:gd name="connsiteX1002" fmla="*/ 3238692 w 5372199"/>
                <a:gd name="connsiteY1002" fmla="*/ 247502 h 5390836"/>
                <a:gd name="connsiteX1003" fmla="*/ 3232510 w 5372199"/>
                <a:gd name="connsiteY1003" fmla="*/ 257820 h 5390836"/>
                <a:gd name="connsiteX1004" fmla="*/ 3227356 w 5372199"/>
                <a:gd name="connsiteY1004" fmla="*/ 270195 h 5390836"/>
                <a:gd name="connsiteX1005" fmla="*/ 3221163 w 5372199"/>
                <a:gd name="connsiteY1005" fmla="*/ 302156 h 5390836"/>
                <a:gd name="connsiteX1006" fmla="*/ 3278913 w 5372199"/>
                <a:gd name="connsiteY1006" fmla="*/ 314531 h 5390836"/>
                <a:gd name="connsiteX1007" fmla="*/ 3294385 w 5372199"/>
                <a:gd name="connsiteY1007" fmla="*/ 314531 h 5390836"/>
                <a:gd name="connsiteX1008" fmla="*/ 3309846 w 5372199"/>
                <a:gd name="connsiteY1008" fmla="*/ 314531 h 5390836"/>
                <a:gd name="connsiteX1009" fmla="*/ 3323260 w 5372199"/>
                <a:gd name="connsiteY1009" fmla="*/ 322792 h 5390836"/>
                <a:gd name="connsiteX1010" fmla="*/ 3336664 w 5372199"/>
                <a:gd name="connsiteY1010" fmla="*/ 335156 h 5390836"/>
                <a:gd name="connsiteX1011" fmla="*/ 3352135 w 5372199"/>
                <a:gd name="connsiteY1011" fmla="*/ 355792 h 5390836"/>
                <a:gd name="connsiteX1012" fmla="*/ 3352135 w 5372199"/>
                <a:gd name="connsiteY1012" fmla="*/ 369196 h 5390836"/>
                <a:gd name="connsiteX1013" fmla="*/ 3352135 w 5372199"/>
                <a:gd name="connsiteY1013" fmla="*/ 374349 h 5390836"/>
                <a:gd name="connsiteX1014" fmla="*/ 3352135 w 5372199"/>
                <a:gd name="connsiteY1014" fmla="*/ 382599 h 5390836"/>
                <a:gd name="connsiteX1015" fmla="*/ 3344914 w 5372199"/>
                <a:gd name="connsiteY1015" fmla="*/ 392907 h 5390836"/>
                <a:gd name="connsiteX1016" fmla="*/ 3332539 w 5372199"/>
                <a:gd name="connsiteY1016" fmla="*/ 400128 h 5390836"/>
                <a:gd name="connsiteX1017" fmla="*/ 3312942 w 5372199"/>
                <a:gd name="connsiteY1017" fmla="*/ 400128 h 5390836"/>
                <a:gd name="connsiteX1018" fmla="*/ 3292317 w 5372199"/>
                <a:gd name="connsiteY1018" fmla="*/ 390849 h 5390836"/>
                <a:gd name="connsiteX1019" fmla="*/ 3270663 w 5372199"/>
                <a:gd name="connsiteY1019" fmla="*/ 390849 h 5390836"/>
                <a:gd name="connsiteX1020" fmla="*/ 3236635 w 5372199"/>
                <a:gd name="connsiteY1020" fmla="*/ 378474 h 5390836"/>
                <a:gd name="connsiteX1021" fmla="*/ 3203634 w 5372199"/>
                <a:gd name="connsiteY1021" fmla="*/ 371253 h 5390836"/>
                <a:gd name="connsiteX1022" fmla="*/ 3170634 w 5372199"/>
                <a:gd name="connsiteY1022" fmla="*/ 365070 h 5390836"/>
                <a:gd name="connsiteX1023" fmla="*/ 3138662 w 5372199"/>
                <a:gd name="connsiteY1023" fmla="*/ 365070 h 5390836"/>
                <a:gd name="connsiteX1024" fmla="*/ 3102566 w 5372199"/>
                <a:gd name="connsiteY1024" fmla="*/ 355781 h 5390836"/>
                <a:gd name="connsiteX1025" fmla="*/ 3036565 w 5372199"/>
                <a:gd name="connsiteY1025" fmla="*/ 355781 h 5390836"/>
                <a:gd name="connsiteX1026" fmla="*/ 2952008 w 5372199"/>
                <a:gd name="connsiteY1026" fmla="*/ 366099 h 5390836"/>
                <a:gd name="connsiteX1027" fmla="*/ 2929314 w 5372199"/>
                <a:gd name="connsiteY1027" fmla="*/ 331031 h 5390836"/>
                <a:gd name="connsiteX1028" fmla="*/ 2929314 w 5372199"/>
                <a:gd name="connsiteY1028" fmla="*/ 314531 h 5390836"/>
                <a:gd name="connsiteX1029" fmla="*/ 2929314 w 5372199"/>
                <a:gd name="connsiteY1029" fmla="*/ 293906 h 5390836"/>
                <a:gd name="connsiteX1030" fmla="*/ 2965411 w 5372199"/>
                <a:gd name="connsiteY1030" fmla="*/ 283598 h 5390836"/>
                <a:gd name="connsiteX1031" fmla="*/ 2983968 w 5372199"/>
                <a:gd name="connsiteY1031" fmla="*/ 290820 h 5390836"/>
                <a:gd name="connsiteX1032" fmla="*/ 3027287 w 5372199"/>
                <a:gd name="connsiteY1032" fmla="*/ 290820 h 5390836"/>
                <a:gd name="connsiteX1033" fmla="*/ 3043787 w 5372199"/>
                <a:gd name="connsiteY1033" fmla="*/ 290820 h 5390836"/>
                <a:gd name="connsiteX1034" fmla="*/ 3092259 w 5372199"/>
                <a:gd name="connsiteY1034" fmla="*/ 283598 h 5390836"/>
                <a:gd name="connsiteX1035" fmla="*/ 3139691 w 5372199"/>
                <a:gd name="connsiteY1035" fmla="*/ 234098 h 5390836"/>
                <a:gd name="connsiteX1036" fmla="*/ 3147941 w 5372199"/>
                <a:gd name="connsiteY1036" fmla="*/ 216569 h 5390836"/>
                <a:gd name="connsiteX1037" fmla="*/ 3147941 w 5372199"/>
                <a:gd name="connsiteY1037" fmla="*/ 200069 h 5390836"/>
                <a:gd name="connsiteX1038" fmla="*/ 3130412 w 5372199"/>
                <a:gd name="connsiteY1038" fmla="*/ 200069 h 5390836"/>
                <a:gd name="connsiteX1039" fmla="*/ 3108759 w 5372199"/>
                <a:gd name="connsiteY1039" fmla="*/ 200069 h 5390836"/>
                <a:gd name="connsiteX1040" fmla="*/ 3108759 w 5372199"/>
                <a:gd name="connsiteY1040" fmla="*/ 178405 h 5390836"/>
                <a:gd name="connsiteX1041" fmla="*/ 3101537 w 5372199"/>
                <a:gd name="connsiteY1041" fmla="*/ 151597 h 5390836"/>
                <a:gd name="connsiteX1042" fmla="*/ 3101537 w 5372199"/>
                <a:gd name="connsiteY1042" fmla="*/ 132001 h 5390836"/>
                <a:gd name="connsiteX1043" fmla="*/ 3101537 w 5372199"/>
                <a:gd name="connsiteY1043" fmla="*/ 113443 h 5390836"/>
                <a:gd name="connsiteX1044" fmla="*/ 3121134 w 5372199"/>
                <a:gd name="connsiteY1044" fmla="*/ 104154 h 5390836"/>
                <a:gd name="connsiteX1045" fmla="*/ 3147941 w 5372199"/>
                <a:gd name="connsiteY1045" fmla="*/ 117569 h 5390836"/>
                <a:gd name="connsiteX1046" fmla="*/ 3220134 w 5372199"/>
                <a:gd name="connsiteY1046" fmla="*/ 123750 h 5390836"/>
                <a:gd name="connsiteX1047" fmla="*/ 3259317 w 5372199"/>
                <a:gd name="connsiteY1047" fmla="*/ 123750 h 5390836"/>
                <a:gd name="connsiteX1048" fmla="*/ 3316039 w 5372199"/>
                <a:gd name="connsiteY1048" fmla="*/ 114472 h 5390836"/>
                <a:gd name="connsiteX1049" fmla="*/ 3331510 w 5372199"/>
                <a:gd name="connsiteY1049" fmla="*/ 114472 h 5390836"/>
                <a:gd name="connsiteX1050" fmla="*/ 3343885 w 5372199"/>
                <a:gd name="connsiteY1050" fmla="*/ 114472 h 5390836"/>
                <a:gd name="connsiteX1051" fmla="*/ 2198081 w 5372199"/>
                <a:gd name="connsiteY1051" fmla="*/ 79112 h 5390836"/>
                <a:gd name="connsiteX1052" fmla="*/ 2212588 w 5372199"/>
                <a:gd name="connsiteY1052" fmla="*/ 96946 h 5390836"/>
                <a:gd name="connsiteX1053" fmla="*/ 2218770 w 5372199"/>
                <a:gd name="connsiteY1053" fmla="*/ 79417 h 5390836"/>
                <a:gd name="connsiteX1054" fmla="*/ 2218770 w 5372199"/>
                <a:gd name="connsiteY1054" fmla="*/ 100042 h 5390836"/>
                <a:gd name="connsiteX1055" fmla="*/ 2218770 w 5372199"/>
                <a:gd name="connsiteY1055" fmla="*/ 123764 h 5390836"/>
                <a:gd name="connsiteX1056" fmla="*/ 2208463 w 5372199"/>
                <a:gd name="connsiteY1056" fmla="*/ 142321 h 5390836"/>
                <a:gd name="connsiteX1057" fmla="*/ 2191952 w 5372199"/>
                <a:gd name="connsiteY1057" fmla="*/ 168100 h 5390836"/>
                <a:gd name="connsiteX1058" fmla="*/ 2191952 w 5372199"/>
                <a:gd name="connsiteY1058" fmla="*/ 192850 h 5390836"/>
                <a:gd name="connsiteX1059" fmla="*/ 2191952 w 5372199"/>
                <a:gd name="connsiteY1059" fmla="*/ 210379 h 5390836"/>
                <a:gd name="connsiteX1060" fmla="*/ 2205367 w 5372199"/>
                <a:gd name="connsiteY1060" fmla="*/ 210379 h 5390836"/>
                <a:gd name="connsiteX1061" fmla="*/ 2211549 w 5372199"/>
                <a:gd name="connsiteY1061" fmla="*/ 221725 h 5390836"/>
                <a:gd name="connsiteX1062" fmla="*/ 2221867 w 5372199"/>
                <a:gd name="connsiteY1062" fmla="*/ 240293 h 5390836"/>
                <a:gd name="connsiteX1063" fmla="*/ 2221867 w 5372199"/>
                <a:gd name="connsiteY1063" fmla="*/ 248543 h 5390836"/>
                <a:gd name="connsiteX1064" fmla="*/ 2186798 w 5372199"/>
                <a:gd name="connsiteY1064" fmla="*/ 291851 h 5390836"/>
                <a:gd name="connsiteX1065" fmla="*/ 2186798 w 5372199"/>
                <a:gd name="connsiteY1065" fmla="*/ 306293 h 5390836"/>
                <a:gd name="connsiteX1066" fmla="*/ 2202270 w 5372199"/>
                <a:gd name="connsiteY1066" fmla="*/ 306293 h 5390836"/>
                <a:gd name="connsiteX1067" fmla="*/ 2216713 w 5372199"/>
                <a:gd name="connsiteY1067" fmla="*/ 313515 h 5390836"/>
                <a:gd name="connsiteX1068" fmla="*/ 2222895 w 5372199"/>
                <a:gd name="connsiteY1068" fmla="*/ 326919 h 5390836"/>
                <a:gd name="connsiteX1069" fmla="*/ 2190923 w 5372199"/>
                <a:gd name="connsiteY1069" fmla="*/ 377448 h 5390836"/>
                <a:gd name="connsiteX1070" fmla="*/ 2134201 w 5372199"/>
                <a:gd name="connsiteY1070" fmla="*/ 416630 h 5390836"/>
                <a:gd name="connsiteX1071" fmla="*/ 2107393 w 5372199"/>
                <a:gd name="connsiteY1071" fmla="*/ 447573 h 5390836"/>
                <a:gd name="connsiteX1072" fmla="*/ 2096047 w 5372199"/>
                <a:gd name="connsiteY1072" fmla="*/ 447573 h 5390836"/>
                <a:gd name="connsiteX1073" fmla="*/ 2078518 w 5372199"/>
                <a:gd name="connsiteY1073" fmla="*/ 447573 h 5390836"/>
                <a:gd name="connsiteX1074" fmla="*/ 2069239 w 5372199"/>
                <a:gd name="connsiteY1074" fmla="*/ 434169 h 5390836"/>
                <a:gd name="connsiteX1075" fmla="*/ 2056864 w 5372199"/>
                <a:gd name="connsiteY1075" fmla="*/ 420765 h 5390836"/>
                <a:gd name="connsiteX1076" fmla="*/ 2047585 w 5372199"/>
                <a:gd name="connsiteY1076" fmla="*/ 393948 h 5390836"/>
                <a:gd name="connsiteX1077" fmla="*/ 2071296 w 5372199"/>
                <a:gd name="connsiteY1077" fmla="*/ 365072 h 5390836"/>
                <a:gd name="connsiteX1078" fmla="*/ 2084700 w 5372199"/>
                <a:gd name="connsiteY1078" fmla="*/ 351669 h 5390836"/>
                <a:gd name="connsiteX1079" fmla="*/ 2093989 w 5372199"/>
                <a:gd name="connsiteY1079" fmla="*/ 338265 h 5390836"/>
                <a:gd name="connsiteX1080" fmla="*/ 2093989 w 5372199"/>
                <a:gd name="connsiteY1080" fmla="*/ 326919 h 5390836"/>
                <a:gd name="connsiteX1081" fmla="*/ 2093989 w 5372199"/>
                <a:gd name="connsiteY1081" fmla="*/ 312475 h 5390836"/>
                <a:gd name="connsiteX1082" fmla="*/ 2087796 w 5372199"/>
                <a:gd name="connsiteY1082" fmla="*/ 302169 h 5390836"/>
                <a:gd name="connsiteX1083" fmla="*/ 2080575 w 5372199"/>
                <a:gd name="connsiteY1083" fmla="*/ 292890 h 5390836"/>
                <a:gd name="connsiteX1084" fmla="*/ 2065114 w 5372199"/>
                <a:gd name="connsiteY1084" fmla="*/ 274322 h 5390836"/>
                <a:gd name="connsiteX1085" fmla="*/ 2081614 w 5372199"/>
                <a:gd name="connsiteY1085" fmla="*/ 251639 h 5390836"/>
                <a:gd name="connsiteX1086" fmla="*/ 2095018 w 5372199"/>
                <a:gd name="connsiteY1086" fmla="*/ 251639 h 5390836"/>
                <a:gd name="connsiteX1087" fmla="*/ 2110490 w 5372199"/>
                <a:gd name="connsiteY1087" fmla="*/ 234100 h 5390836"/>
                <a:gd name="connsiteX1088" fmla="*/ 2110490 w 5372199"/>
                <a:gd name="connsiteY1088" fmla="*/ 206264 h 5390836"/>
                <a:gd name="connsiteX1089" fmla="*/ 2093989 w 5372199"/>
                <a:gd name="connsiteY1089" fmla="*/ 194918 h 5390836"/>
                <a:gd name="connsiteX1090" fmla="*/ 2076461 w 5372199"/>
                <a:gd name="connsiteY1090" fmla="*/ 194918 h 5390836"/>
                <a:gd name="connsiteX1091" fmla="*/ 2065114 w 5372199"/>
                <a:gd name="connsiteY1091" fmla="*/ 184599 h 5390836"/>
                <a:gd name="connsiteX1092" fmla="*/ 2054796 w 5372199"/>
                <a:gd name="connsiteY1092" fmla="*/ 184599 h 5390836"/>
                <a:gd name="connsiteX1093" fmla="*/ 2047585 w 5372199"/>
                <a:gd name="connsiteY1093" fmla="*/ 166043 h 5390836"/>
                <a:gd name="connsiteX1094" fmla="*/ 2055824 w 5372199"/>
                <a:gd name="connsiteY1094" fmla="*/ 158821 h 5390836"/>
                <a:gd name="connsiteX1095" fmla="*/ 2060989 w 5372199"/>
                <a:gd name="connsiteY1095" fmla="*/ 147475 h 5390836"/>
                <a:gd name="connsiteX1096" fmla="*/ 2074393 w 5372199"/>
                <a:gd name="connsiteY1096" fmla="*/ 136139 h 5390836"/>
                <a:gd name="connsiteX1097" fmla="*/ 2093989 w 5372199"/>
                <a:gd name="connsiteY1097" fmla="*/ 136139 h 5390836"/>
                <a:gd name="connsiteX1098" fmla="*/ 2171337 w 5372199"/>
                <a:gd name="connsiteY1098" fmla="*/ 84571 h 5390836"/>
                <a:gd name="connsiteX1099" fmla="*/ 2194020 w 5372199"/>
                <a:gd name="connsiteY1099" fmla="*/ 79417 h 5390836"/>
                <a:gd name="connsiteX1100" fmla="*/ 2198081 w 5372199"/>
                <a:gd name="connsiteY1100" fmla="*/ 79112 h 5390836"/>
                <a:gd name="connsiteX1101" fmla="*/ 2394088 w 5372199"/>
                <a:gd name="connsiteY1101" fmla="*/ 55695 h 5390836"/>
                <a:gd name="connsiteX1102" fmla="*/ 2356963 w 5372199"/>
                <a:gd name="connsiteY1102" fmla="*/ 76320 h 5390836"/>
                <a:gd name="connsiteX1103" fmla="*/ 2365213 w 5372199"/>
                <a:gd name="connsiteY1103" fmla="*/ 93860 h 5390836"/>
                <a:gd name="connsiteX1104" fmla="*/ 2385838 w 5372199"/>
                <a:gd name="connsiteY1104" fmla="*/ 93860 h 5390836"/>
                <a:gd name="connsiteX1105" fmla="*/ 2397185 w 5372199"/>
                <a:gd name="connsiteY1105" fmla="*/ 73224 h 5390836"/>
                <a:gd name="connsiteX1106" fmla="*/ 2397185 w 5372199"/>
                <a:gd name="connsiteY1106" fmla="*/ 57763 h 5390836"/>
                <a:gd name="connsiteX1107" fmla="*/ 2409561 w 5372199"/>
                <a:gd name="connsiteY1107" fmla="*/ 1039 h 5390836"/>
                <a:gd name="connsiteX1108" fmla="*/ 2427090 w 5372199"/>
                <a:gd name="connsiteY1108" fmla="*/ 1039 h 5390836"/>
                <a:gd name="connsiteX1109" fmla="*/ 2461119 w 5372199"/>
                <a:gd name="connsiteY1109" fmla="*/ 1039 h 5390836"/>
                <a:gd name="connsiteX1110" fmla="*/ 2469369 w 5372199"/>
                <a:gd name="connsiteY1110" fmla="*/ 14443 h 5390836"/>
                <a:gd name="connsiteX1111" fmla="*/ 2483812 w 5372199"/>
                <a:gd name="connsiteY1111" fmla="*/ 36096 h 5390836"/>
                <a:gd name="connsiteX1112" fmla="*/ 2477630 w 5372199"/>
                <a:gd name="connsiteY1112" fmla="*/ 57761 h 5390836"/>
                <a:gd name="connsiteX1113" fmla="*/ 2477630 w 5372199"/>
                <a:gd name="connsiteY1113" fmla="*/ 76318 h 5390836"/>
                <a:gd name="connsiteX1114" fmla="*/ 2466283 w 5372199"/>
                <a:gd name="connsiteY1114" fmla="*/ 108290 h 5390836"/>
                <a:gd name="connsiteX1115" fmla="*/ 2452879 w 5372199"/>
                <a:gd name="connsiteY1115" fmla="*/ 127886 h 5390836"/>
                <a:gd name="connsiteX1116" fmla="*/ 2429158 w 5372199"/>
                <a:gd name="connsiteY1116" fmla="*/ 203165 h 5390836"/>
                <a:gd name="connsiteX1117" fmla="*/ 2419868 w 5372199"/>
                <a:gd name="connsiteY1117" fmla="*/ 215541 h 5390836"/>
                <a:gd name="connsiteX1118" fmla="*/ 2406464 w 5372199"/>
                <a:gd name="connsiteY1118" fmla="*/ 215541 h 5390836"/>
                <a:gd name="connsiteX1119" fmla="*/ 2392032 w 5372199"/>
                <a:gd name="connsiteY1119" fmla="*/ 222762 h 5390836"/>
                <a:gd name="connsiteX1120" fmla="*/ 2372435 w 5372199"/>
                <a:gd name="connsiteY1120" fmla="*/ 232041 h 5390836"/>
                <a:gd name="connsiteX1121" fmla="*/ 2372435 w 5372199"/>
                <a:gd name="connsiteY1121" fmla="*/ 248541 h 5390836"/>
                <a:gd name="connsiteX1122" fmla="*/ 2387907 w 5372199"/>
                <a:gd name="connsiteY1122" fmla="*/ 243387 h 5390836"/>
                <a:gd name="connsiteX1123" fmla="*/ 2400282 w 5372199"/>
                <a:gd name="connsiteY1123" fmla="*/ 235137 h 5390836"/>
                <a:gd name="connsiteX1124" fmla="*/ 2418840 w 5372199"/>
                <a:gd name="connsiteY1124" fmla="*/ 235137 h 5390836"/>
                <a:gd name="connsiteX1125" fmla="*/ 2427090 w 5372199"/>
                <a:gd name="connsiteY1125" fmla="*/ 242348 h 5390836"/>
                <a:gd name="connsiteX1126" fmla="*/ 2435340 w 5372199"/>
                <a:gd name="connsiteY1126" fmla="*/ 265041 h 5390836"/>
                <a:gd name="connsiteX1127" fmla="*/ 2435340 w 5372199"/>
                <a:gd name="connsiteY1127" fmla="*/ 274319 h 5390836"/>
                <a:gd name="connsiteX1128" fmla="*/ 2419868 w 5372199"/>
                <a:gd name="connsiteY1128" fmla="*/ 288763 h 5390836"/>
                <a:gd name="connsiteX1129" fmla="*/ 2402339 w 5372199"/>
                <a:gd name="connsiteY1129" fmla="*/ 298041 h 5390836"/>
                <a:gd name="connsiteX1130" fmla="*/ 2402339 w 5372199"/>
                <a:gd name="connsiteY1130" fmla="*/ 309377 h 5390836"/>
                <a:gd name="connsiteX1131" fmla="*/ 2412657 w 5372199"/>
                <a:gd name="connsiteY1131" fmla="*/ 315570 h 5390836"/>
                <a:gd name="connsiteX1132" fmla="*/ 2436368 w 5372199"/>
                <a:gd name="connsiteY1132" fmla="*/ 307320 h 5390836"/>
                <a:gd name="connsiteX1133" fmla="*/ 2455965 w 5372199"/>
                <a:gd name="connsiteY1133" fmla="*/ 307320 h 5390836"/>
                <a:gd name="connsiteX1134" fmla="*/ 2477630 w 5372199"/>
                <a:gd name="connsiteY1134" fmla="*/ 300098 h 5390836"/>
                <a:gd name="connsiteX1135" fmla="*/ 2498244 w 5372199"/>
                <a:gd name="connsiteY1135" fmla="*/ 300098 h 5390836"/>
                <a:gd name="connsiteX1136" fmla="*/ 2517841 w 5372199"/>
                <a:gd name="connsiteY1136" fmla="*/ 323820 h 5390836"/>
                <a:gd name="connsiteX1137" fmla="*/ 2494119 w 5372199"/>
                <a:gd name="connsiteY1137" fmla="*/ 370224 h 5390836"/>
                <a:gd name="connsiteX1138" fmla="*/ 2467312 w 5372199"/>
                <a:gd name="connsiteY1138" fmla="*/ 370224 h 5390836"/>
                <a:gd name="connsiteX1139" fmla="*/ 2422965 w 5372199"/>
                <a:gd name="connsiteY1139" fmla="*/ 377445 h 5390836"/>
                <a:gd name="connsiteX1140" fmla="*/ 2398214 w 5372199"/>
                <a:gd name="connsiteY1140" fmla="*/ 377445 h 5390836"/>
                <a:gd name="connsiteX1141" fmla="*/ 2377589 w 5372199"/>
                <a:gd name="connsiteY1141" fmla="*/ 382599 h 5390836"/>
                <a:gd name="connsiteX1142" fmla="*/ 2353878 w 5372199"/>
                <a:gd name="connsiteY1142" fmla="*/ 389820 h 5390836"/>
                <a:gd name="connsiteX1143" fmla="*/ 2326031 w 5372199"/>
                <a:gd name="connsiteY1143" fmla="*/ 400138 h 5390836"/>
                <a:gd name="connsiteX1144" fmla="*/ 2296127 w 5372199"/>
                <a:gd name="connsiteY1144" fmla="*/ 407360 h 5390836"/>
                <a:gd name="connsiteX1145" fmla="*/ 2266212 w 5372199"/>
                <a:gd name="connsiteY1145" fmla="*/ 420763 h 5390836"/>
                <a:gd name="connsiteX1146" fmla="*/ 2245587 w 5372199"/>
                <a:gd name="connsiteY1146" fmla="*/ 413542 h 5390836"/>
                <a:gd name="connsiteX1147" fmla="*/ 2237348 w 5372199"/>
                <a:gd name="connsiteY1147" fmla="*/ 387752 h 5390836"/>
                <a:gd name="connsiteX1148" fmla="*/ 2237337 w 5372199"/>
                <a:gd name="connsiteY1148" fmla="*/ 379513 h 5390836"/>
                <a:gd name="connsiteX1149" fmla="*/ 2237337 w 5372199"/>
                <a:gd name="connsiteY1149" fmla="*/ 364042 h 5390836"/>
                <a:gd name="connsiteX1150" fmla="*/ 2243530 w 5372199"/>
                <a:gd name="connsiteY1150" fmla="*/ 357849 h 5390836"/>
                <a:gd name="connsiteX1151" fmla="*/ 2253837 w 5372199"/>
                <a:gd name="connsiteY1151" fmla="*/ 357849 h 5390836"/>
                <a:gd name="connsiteX1152" fmla="*/ 2278588 w 5372199"/>
                <a:gd name="connsiteY1152" fmla="*/ 344445 h 5390836"/>
                <a:gd name="connsiteX1153" fmla="*/ 2310560 w 5372199"/>
                <a:gd name="connsiteY1153" fmla="*/ 324848 h 5390836"/>
                <a:gd name="connsiteX1154" fmla="*/ 2303338 w 5372199"/>
                <a:gd name="connsiteY1154" fmla="*/ 316609 h 5390836"/>
                <a:gd name="connsiteX1155" fmla="*/ 2289934 w 5372199"/>
                <a:gd name="connsiteY1155" fmla="*/ 316609 h 5390836"/>
                <a:gd name="connsiteX1156" fmla="*/ 2277559 w 5372199"/>
                <a:gd name="connsiteY1156" fmla="*/ 316609 h 5390836"/>
                <a:gd name="connsiteX1157" fmla="*/ 2277559 w 5372199"/>
                <a:gd name="connsiteY1157" fmla="*/ 305263 h 5390836"/>
                <a:gd name="connsiteX1158" fmla="*/ 2277559 w 5372199"/>
                <a:gd name="connsiteY1158" fmla="*/ 291848 h 5390836"/>
                <a:gd name="connsiteX1159" fmla="*/ 2283752 w 5372199"/>
                <a:gd name="connsiteY1159" fmla="*/ 280512 h 5390836"/>
                <a:gd name="connsiteX1160" fmla="*/ 2291991 w 5372199"/>
                <a:gd name="connsiteY1160" fmla="*/ 280512 h 5390836"/>
                <a:gd name="connsiteX1161" fmla="*/ 2300252 w 5372199"/>
                <a:gd name="connsiteY1161" fmla="*/ 280512 h 5390836"/>
                <a:gd name="connsiteX1162" fmla="*/ 2307463 w 5372199"/>
                <a:gd name="connsiteY1162" fmla="*/ 280512 h 5390836"/>
                <a:gd name="connsiteX1163" fmla="*/ 2313656 w 5372199"/>
                <a:gd name="connsiteY1163" fmla="*/ 273291 h 5390836"/>
                <a:gd name="connsiteX1164" fmla="*/ 2313656 w 5372199"/>
                <a:gd name="connsiteY1164" fmla="*/ 256791 h 5390836"/>
                <a:gd name="connsiteX1165" fmla="*/ 2303338 w 5372199"/>
                <a:gd name="connsiteY1165" fmla="*/ 256791 h 5390836"/>
                <a:gd name="connsiteX1166" fmla="*/ 2290963 w 5372199"/>
                <a:gd name="connsiteY1166" fmla="*/ 261944 h 5390836"/>
                <a:gd name="connsiteX1167" fmla="*/ 2280656 w 5372199"/>
                <a:gd name="connsiteY1167" fmla="*/ 261944 h 5390836"/>
                <a:gd name="connsiteX1168" fmla="*/ 2270338 w 5372199"/>
                <a:gd name="connsiteY1168" fmla="*/ 261944 h 5390836"/>
                <a:gd name="connsiteX1169" fmla="*/ 2265184 w 5372199"/>
                <a:gd name="connsiteY1169" fmla="*/ 255751 h 5390836"/>
                <a:gd name="connsiteX1170" fmla="*/ 2260030 w 5372199"/>
                <a:gd name="connsiteY1170" fmla="*/ 245444 h 5390836"/>
                <a:gd name="connsiteX1171" fmla="*/ 2248684 w 5372199"/>
                <a:gd name="connsiteY1171" fmla="*/ 231012 h 5390836"/>
                <a:gd name="connsiteX1172" fmla="*/ 2242502 w 5372199"/>
                <a:gd name="connsiteY1172" fmla="*/ 213473 h 5390836"/>
                <a:gd name="connsiteX1173" fmla="*/ 2247655 w 5372199"/>
                <a:gd name="connsiteY1173" fmla="*/ 186665 h 5390836"/>
                <a:gd name="connsiteX1174" fmla="*/ 2237337 w 5372199"/>
                <a:gd name="connsiteY1174" fmla="*/ 144386 h 5390836"/>
                <a:gd name="connsiteX1175" fmla="*/ 2229086 w 5372199"/>
                <a:gd name="connsiteY1175" fmla="*/ 126847 h 5390836"/>
                <a:gd name="connsiteX1176" fmla="*/ 2229086 w 5372199"/>
                <a:gd name="connsiteY1176" fmla="*/ 113443 h 5390836"/>
                <a:gd name="connsiteX1177" fmla="*/ 2229086 w 5372199"/>
                <a:gd name="connsiteY1177" fmla="*/ 88693 h 5390836"/>
                <a:gd name="connsiteX1178" fmla="*/ 2228058 w 5372199"/>
                <a:gd name="connsiteY1178" fmla="*/ 86636 h 5390836"/>
                <a:gd name="connsiteX1179" fmla="*/ 2236309 w 5372199"/>
                <a:gd name="connsiteY1179" fmla="*/ 61886 h 5390836"/>
                <a:gd name="connsiteX1180" fmla="*/ 2251780 w 5372199"/>
                <a:gd name="connsiteY1180" fmla="*/ 68068 h 5390836"/>
                <a:gd name="connsiteX1181" fmla="*/ 2266223 w 5372199"/>
                <a:gd name="connsiteY1181" fmla="*/ 68068 h 5390836"/>
                <a:gd name="connsiteX1182" fmla="*/ 2283752 w 5372199"/>
                <a:gd name="connsiteY1182" fmla="*/ 59818 h 5390836"/>
                <a:gd name="connsiteX1183" fmla="*/ 2313656 w 5372199"/>
                <a:gd name="connsiteY1183" fmla="*/ 42289 h 5390836"/>
                <a:gd name="connsiteX1184" fmla="*/ 2337367 w 5372199"/>
                <a:gd name="connsiteY1184" fmla="*/ 36096 h 5390836"/>
                <a:gd name="connsiteX1185" fmla="*/ 2409561 w 5372199"/>
                <a:gd name="connsiteY1185" fmla="*/ 1039 h 5390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</a:cxnLst>
              <a:rect l="l" t="t" r="r" b="b"/>
              <a:pathLst>
                <a:path w="5372199" h="5390836">
                  <a:moveTo>
                    <a:pt x="3137621" y="5098566"/>
                  </a:moveTo>
                  <a:cubicBezTo>
                    <a:pt x="3116367" y="5101693"/>
                    <a:pt x="3098342" y="5115799"/>
                    <a:pt x="3090189" y="5135680"/>
                  </a:cubicBezTo>
                  <a:cubicBezTo>
                    <a:pt x="3082122" y="5161189"/>
                    <a:pt x="3082122" y="5188557"/>
                    <a:pt x="3090189" y="5214053"/>
                  </a:cubicBezTo>
                  <a:cubicBezTo>
                    <a:pt x="3092906" y="5239900"/>
                    <a:pt x="3104588" y="5263976"/>
                    <a:pt x="3123189" y="5282125"/>
                  </a:cubicBezTo>
                  <a:cubicBezTo>
                    <a:pt x="3137977" y="5297044"/>
                    <a:pt x="3159427" y="5303290"/>
                    <a:pt x="3179909" y="5298625"/>
                  </a:cubicBezTo>
                  <a:cubicBezTo>
                    <a:pt x="3200859" y="5295506"/>
                    <a:pt x="3218757" y="5281887"/>
                    <a:pt x="3227342" y="5262527"/>
                  </a:cubicBezTo>
                  <a:lnTo>
                    <a:pt x="3223219" y="5262527"/>
                  </a:lnTo>
                  <a:cubicBezTo>
                    <a:pt x="3233028" y="5238286"/>
                    <a:pt x="3234837" y="5211553"/>
                    <a:pt x="3228384" y="5186218"/>
                  </a:cubicBezTo>
                  <a:cubicBezTo>
                    <a:pt x="3224659" y="5159756"/>
                    <a:pt x="3213172" y="5134998"/>
                    <a:pt x="3195371" y="5115066"/>
                  </a:cubicBezTo>
                  <a:cubicBezTo>
                    <a:pt x="3180159" y="5100134"/>
                    <a:pt x="3158431" y="5093918"/>
                    <a:pt x="3137621" y="5098566"/>
                  </a:cubicBezTo>
                  <a:close/>
                  <a:moveTo>
                    <a:pt x="2793012" y="5095901"/>
                  </a:moveTo>
                  <a:lnTo>
                    <a:pt x="2794038" y="5121680"/>
                  </a:lnTo>
                  <a:lnTo>
                    <a:pt x="2794038" y="5147468"/>
                  </a:lnTo>
                  <a:lnTo>
                    <a:pt x="2652759" y="5150557"/>
                  </a:lnTo>
                  <a:lnTo>
                    <a:pt x="2654818" y="5212430"/>
                  </a:lnTo>
                  <a:lnTo>
                    <a:pt x="2785788" y="5210375"/>
                  </a:lnTo>
                  <a:lnTo>
                    <a:pt x="2785788" y="5235125"/>
                  </a:lnTo>
                  <a:lnTo>
                    <a:pt x="2785788" y="5259875"/>
                  </a:lnTo>
                  <a:lnTo>
                    <a:pt x="2654818" y="5261930"/>
                  </a:lnTo>
                  <a:lnTo>
                    <a:pt x="2656886" y="5338252"/>
                  </a:lnTo>
                  <a:lnTo>
                    <a:pt x="2803317" y="5335154"/>
                  </a:lnTo>
                  <a:lnTo>
                    <a:pt x="2804347" y="5360934"/>
                  </a:lnTo>
                  <a:lnTo>
                    <a:pt x="2804347" y="5386722"/>
                  </a:lnTo>
                  <a:lnTo>
                    <a:pt x="2601191" y="5390836"/>
                  </a:lnTo>
                  <a:lnTo>
                    <a:pt x="2597068" y="5100028"/>
                  </a:lnTo>
                  <a:close/>
                  <a:moveTo>
                    <a:pt x="2311412" y="5073218"/>
                  </a:moveTo>
                  <a:lnTo>
                    <a:pt x="2527979" y="5100036"/>
                  </a:lnTo>
                  <a:lnTo>
                    <a:pt x="2524886" y="5124786"/>
                  </a:lnTo>
                  <a:lnTo>
                    <a:pt x="2521789" y="5150566"/>
                  </a:lnTo>
                  <a:lnTo>
                    <a:pt x="2441357" y="5141286"/>
                  </a:lnTo>
                  <a:lnTo>
                    <a:pt x="2412480" y="5378472"/>
                  </a:lnTo>
                  <a:lnTo>
                    <a:pt x="2384632" y="5375374"/>
                  </a:lnTo>
                  <a:lnTo>
                    <a:pt x="2356798" y="5372277"/>
                  </a:lnTo>
                  <a:lnTo>
                    <a:pt x="2385662" y="5134066"/>
                  </a:lnTo>
                  <a:lnTo>
                    <a:pt x="2305230" y="5124786"/>
                  </a:lnTo>
                  <a:lnTo>
                    <a:pt x="2308328" y="5098998"/>
                  </a:lnTo>
                  <a:close/>
                  <a:moveTo>
                    <a:pt x="3178501" y="5049077"/>
                  </a:moveTo>
                  <a:cubicBezTo>
                    <a:pt x="3196181" y="5052967"/>
                    <a:pt x="3212954" y="5060973"/>
                    <a:pt x="3227342" y="5072774"/>
                  </a:cubicBezTo>
                  <a:cubicBezTo>
                    <a:pt x="3257680" y="5099354"/>
                    <a:pt x="3277452" y="5135960"/>
                    <a:pt x="3283036" y="5175900"/>
                  </a:cubicBezTo>
                  <a:cubicBezTo>
                    <a:pt x="3293053" y="5214629"/>
                    <a:pt x="3288655" y="5255671"/>
                    <a:pt x="3270659" y="5291404"/>
                  </a:cubicBezTo>
                  <a:cubicBezTo>
                    <a:pt x="3233278" y="5351319"/>
                    <a:pt x="3154393" y="5369582"/>
                    <a:pt x="3094478" y="5332188"/>
                  </a:cubicBezTo>
                  <a:cubicBezTo>
                    <a:pt x="3091596" y="5330391"/>
                    <a:pt x="3088791" y="5328485"/>
                    <a:pt x="3086062" y="5326472"/>
                  </a:cubicBezTo>
                  <a:lnTo>
                    <a:pt x="3082978" y="5329557"/>
                  </a:lnTo>
                  <a:cubicBezTo>
                    <a:pt x="3052338" y="5303214"/>
                    <a:pt x="3032503" y="5266502"/>
                    <a:pt x="3027283" y="5226430"/>
                  </a:cubicBezTo>
                  <a:cubicBezTo>
                    <a:pt x="3017995" y="5186879"/>
                    <a:pt x="3022736" y="5145316"/>
                    <a:pt x="3040690" y="5108871"/>
                  </a:cubicBezTo>
                  <a:cubicBezTo>
                    <a:pt x="3057762" y="5077244"/>
                    <a:pt x="3088694" y="5055485"/>
                    <a:pt x="3124219" y="5050083"/>
                  </a:cubicBezTo>
                  <a:cubicBezTo>
                    <a:pt x="3142234" y="5045416"/>
                    <a:pt x="3160821" y="5045188"/>
                    <a:pt x="3178501" y="5049077"/>
                  </a:cubicBezTo>
                  <a:close/>
                  <a:moveTo>
                    <a:pt x="2038303" y="5009871"/>
                  </a:moveTo>
                  <a:lnTo>
                    <a:pt x="2065121" y="5017092"/>
                  </a:lnTo>
                  <a:lnTo>
                    <a:pt x="2092960" y="5023274"/>
                  </a:lnTo>
                  <a:lnTo>
                    <a:pt x="2048621" y="5201688"/>
                  </a:lnTo>
                  <a:cubicBezTo>
                    <a:pt x="2042765" y="5217311"/>
                    <a:pt x="2042765" y="5234527"/>
                    <a:pt x="2048621" y="5250150"/>
                  </a:cubicBezTo>
                  <a:cubicBezTo>
                    <a:pt x="2055604" y="5263154"/>
                    <a:pt x="2068133" y="5272269"/>
                    <a:pt x="2082650" y="5274900"/>
                  </a:cubicBezTo>
                  <a:cubicBezTo>
                    <a:pt x="2096066" y="5281082"/>
                    <a:pt x="2111515" y="5281082"/>
                    <a:pt x="2124930" y="5274900"/>
                  </a:cubicBezTo>
                  <a:cubicBezTo>
                    <a:pt x="2137748" y="5263337"/>
                    <a:pt x="2146142" y="5247650"/>
                    <a:pt x="2148650" y="5230565"/>
                  </a:cubicBezTo>
                  <a:lnTo>
                    <a:pt x="2192989" y="5053189"/>
                  </a:lnTo>
                  <a:lnTo>
                    <a:pt x="2219807" y="5059371"/>
                  </a:lnTo>
                  <a:lnTo>
                    <a:pt x="2247654" y="5066591"/>
                  </a:lnTo>
                  <a:lnTo>
                    <a:pt x="2200209" y="5237773"/>
                  </a:lnTo>
                  <a:cubicBezTo>
                    <a:pt x="2195425" y="5269756"/>
                    <a:pt x="2178870" y="5298815"/>
                    <a:pt x="2153807" y="5319247"/>
                  </a:cubicBezTo>
                  <a:cubicBezTo>
                    <a:pt x="2127400" y="5334294"/>
                    <a:pt x="2095710" y="5336938"/>
                    <a:pt x="2067180" y="5326468"/>
                  </a:cubicBezTo>
                  <a:cubicBezTo>
                    <a:pt x="2037328" y="5321976"/>
                    <a:pt x="2010956" y="5304641"/>
                    <a:pt x="1994985" y="5279023"/>
                  </a:cubicBezTo>
                  <a:cubicBezTo>
                    <a:pt x="1983261" y="5249209"/>
                    <a:pt x="1983261" y="5216044"/>
                    <a:pt x="1994985" y="5186218"/>
                  </a:cubicBezTo>
                  <a:close/>
                  <a:moveTo>
                    <a:pt x="3514900" y="4952554"/>
                  </a:moveTo>
                  <a:lnTo>
                    <a:pt x="3523150" y="4977304"/>
                  </a:lnTo>
                  <a:lnTo>
                    <a:pt x="3531400" y="5002053"/>
                  </a:lnTo>
                  <a:lnTo>
                    <a:pt x="3403523" y="5043303"/>
                  </a:lnTo>
                  <a:lnTo>
                    <a:pt x="3424146" y="5106210"/>
                  </a:lnTo>
                  <a:lnTo>
                    <a:pt x="3535523" y="5070125"/>
                  </a:lnTo>
                  <a:lnTo>
                    <a:pt x="3542743" y="5093833"/>
                  </a:lnTo>
                  <a:lnTo>
                    <a:pt x="3550993" y="5117557"/>
                  </a:lnTo>
                  <a:lnTo>
                    <a:pt x="3439621" y="5153655"/>
                  </a:lnTo>
                  <a:lnTo>
                    <a:pt x="3477773" y="5271222"/>
                  </a:lnTo>
                  <a:lnTo>
                    <a:pt x="3450955" y="5279459"/>
                  </a:lnTo>
                  <a:lnTo>
                    <a:pt x="3424146" y="5288752"/>
                  </a:lnTo>
                  <a:lnTo>
                    <a:pt x="3334426" y="5012371"/>
                  </a:lnTo>
                  <a:close/>
                  <a:moveTo>
                    <a:pt x="1772071" y="4919562"/>
                  </a:moveTo>
                  <a:lnTo>
                    <a:pt x="1978320" y="4990719"/>
                  </a:lnTo>
                  <a:lnTo>
                    <a:pt x="1970070" y="5014439"/>
                  </a:lnTo>
                  <a:lnTo>
                    <a:pt x="1960782" y="5039189"/>
                  </a:lnTo>
                  <a:lnTo>
                    <a:pt x="1884473" y="5013409"/>
                  </a:lnTo>
                  <a:lnTo>
                    <a:pt x="1807130" y="5239260"/>
                  </a:lnTo>
                  <a:lnTo>
                    <a:pt x="1780321" y="5229968"/>
                  </a:lnTo>
                  <a:lnTo>
                    <a:pt x="1753503" y="5220693"/>
                  </a:lnTo>
                  <a:lnTo>
                    <a:pt x="1831880" y="4994842"/>
                  </a:lnTo>
                  <a:lnTo>
                    <a:pt x="1755571" y="4969062"/>
                  </a:lnTo>
                  <a:lnTo>
                    <a:pt x="1763821" y="4944312"/>
                  </a:lnTo>
                  <a:close/>
                  <a:moveTo>
                    <a:pt x="1666876" y="4867995"/>
                  </a:moveTo>
                  <a:lnTo>
                    <a:pt x="1691626" y="4879342"/>
                  </a:lnTo>
                  <a:lnTo>
                    <a:pt x="1717406" y="4891715"/>
                  </a:lnTo>
                  <a:lnTo>
                    <a:pt x="1594694" y="5154680"/>
                  </a:lnTo>
                  <a:lnTo>
                    <a:pt x="1568906" y="5143345"/>
                  </a:lnTo>
                  <a:lnTo>
                    <a:pt x="1543127" y="5130968"/>
                  </a:lnTo>
                  <a:close/>
                  <a:moveTo>
                    <a:pt x="3872751" y="4780342"/>
                  </a:moveTo>
                  <a:lnTo>
                    <a:pt x="3884085" y="4803037"/>
                  </a:lnTo>
                  <a:lnTo>
                    <a:pt x="3896462" y="4825719"/>
                  </a:lnTo>
                  <a:lnTo>
                    <a:pt x="3825306" y="4863872"/>
                  </a:lnTo>
                  <a:lnTo>
                    <a:pt x="3937712" y="5075278"/>
                  </a:lnTo>
                  <a:lnTo>
                    <a:pt x="3912962" y="5088689"/>
                  </a:lnTo>
                  <a:lnTo>
                    <a:pt x="3888212" y="5102096"/>
                  </a:lnTo>
                  <a:lnTo>
                    <a:pt x="3775806" y="4890689"/>
                  </a:lnTo>
                  <a:lnTo>
                    <a:pt x="3704649" y="4927816"/>
                  </a:lnTo>
                  <a:lnTo>
                    <a:pt x="3692277" y="4905122"/>
                  </a:lnTo>
                  <a:lnTo>
                    <a:pt x="3680929" y="4882439"/>
                  </a:lnTo>
                  <a:close/>
                  <a:moveTo>
                    <a:pt x="1417309" y="4732898"/>
                  </a:moveTo>
                  <a:lnTo>
                    <a:pt x="1607059" y="4839122"/>
                  </a:lnTo>
                  <a:lnTo>
                    <a:pt x="1594682" y="4861804"/>
                  </a:lnTo>
                  <a:lnTo>
                    <a:pt x="1582309" y="4883456"/>
                  </a:lnTo>
                  <a:lnTo>
                    <a:pt x="1512182" y="4844274"/>
                  </a:lnTo>
                  <a:lnTo>
                    <a:pt x="1395653" y="5053625"/>
                  </a:lnTo>
                  <a:lnTo>
                    <a:pt x="1370903" y="5040210"/>
                  </a:lnTo>
                  <a:lnTo>
                    <a:pt x="1347182" y="5026808"/>
                  </a:lnTo>
                  <a:lnTo>
                    <a:pt x="1462682" y="4817457"/>
                  </a:lnTo>
                  <a:lnTo>
                    <a:pt x="1392555" y="4778274"/>
                  </a:lnTo>
                  <a:lnTo>
                    <a:pt x="1404932" y="4755592"/>
                  </a:lnTo>
                  <a:close/>
                  <a:moveTo>
                    <a:pt x="4097559" y="4639059"/>
                  </a:moveTo>
                  <a:lnTo>
                    <a:pt x="4110962" y="4660711"/>
                  </a:lnTo>
                  <a:lnTo>
                    <a:pt x="4125402" y="4682368"/>
                  </a:lnTo>
                  <a:lnTo>
                    <a:pt x="4006805" y="4759715"/>
                  </a:lnTo>
                  <a:lnTo>
                    <a:pt x="4040835" y="4811283"/>
                  </a:lnTo>
                  <a:lnTo>
                    <a:pt x="4150152" y="4740118"/>
                  </a:lnTo>
                  <a:lnTo>
                    <a:pt x="4164589" y="4760741"/>
                  </a:lnTo>
                  <a:lnTo>
                    <a:pt x="4177991" y="4782406"/>
                  </a:lnTo>
                  <a:lnTo>
                    <a:pt x="4067652" y="4853562"/>
                  </a:lnTo>
                  <a:lnTo>
                    <a:pt x="4108902" y="4916465"/>
                  </a:lnTo>
                  <a:lnTo>
                    <a:pt x="4232656" y="4837062"/>
                  </a:lnTo>
                  <a:lnTo>
                    <a:pt x="4247088" y="4858715"/>
                  </a:lnTo>
                  <a:lnTo>
                    <a:pt x="4261529" y="4880367"/>
                  </a:lnTo>
                  <a:lnTo>
                    <a:pt x="4090335" y="4990714"/>
                  </a:lnTo>
                  <a:lnTo>
                    <a:pt x="3932555" y="4746308"/>
                  </a:lnTo>
                  <a:close/>
                  <a:moveTo>
                    <a:pt x="1204009" y="4608716"/>
                  </a:moveTo>
                  <a:cubicBezTo>
                    <a:pt x="1231598" y="4607576"/>
                    <a:pt x="1258666" y="4616360"/>
                    <a:pt x="1280327" y="4633466"/>
                  </a:cubicBezTo>
                  <a:cubicBezTo>
                    <a:pt x="1302500" y="4648364"/>
                    <a:pt x="1318026" y="4671283"/>
                    <a:pt x="1323636" y="4697398"/>
                  </a:cubicBezTo>
                  <a:cubicBezTo>
                    <a:pt x="1328106" y="4723220"/>
                    <a:pt x="1322576" y="4749766"/>
                    <a:pt x="1308174" y="4771647"/>
                  </a:cubicBezTo>
                  <a:lnTo>
                    <a:pt x="1268992" y="4739686"/>
                  </a:lnTo>
                  <a:cubicBezTo>
                    <a:pt x="1276225" y="4729109"/>
                    <a:pt x="1278132" y="4715770"/>
                    <a:pt x="1274144" y="4703593"/>
                  </a:cubicBezTo>
                  <a:cubicBezTo>
                    <a:pt x="1270238" y="4689915"/>
                    <a:pt x="1261424" y="4678169"/>
                    <a:pt x="1249395" y="4670588"/>
                  </a:cubicBezTo>
                  <a:cubicBezTo>
                    <a:pt x="1240407" y="4662457"/>
                    <a:pt x="1228479" y="4658355"/>
                    <a:pt x="1216395" y="4659245"/>
                  </a:cubicBezTo>
                  <a:cubicBezTo>
                    <a:pt x="1205534" y="4659957"/>
                    <a:pt x="1195640" y="4665673"/>
                    <a:pt x="1189577" y="4674715"/>
                  </a:cubicBezTo>
                  <a:cubicBezTo>
                    <a:pt x="1184865" y="4681915"/>
                    <a:pt x="1184865" y="4691228"/>
                    <a:pt x="1189577" y="4698436"/>
                  </a:cubicBezTo>
                  <a:cubicBezTo>
                    <a:pt x="1198229" y="4714567"/>
                    <a:pt x="1208979" y="4729478"/>
                    <a:pt x="1221547" y="4742775"/>
                  </a:cubicBezTo>
                  <a:cubicBezTo>
                    <a:pt x="1242259" y="4763063"/>
                    <a:pt x="1257505" y="4788245"/>
                    <a:pt x="1265894" y="4815995"/>
                  </a:cubicBezTo>
                  <a:cubicBezTo>
                    <a:pt x="1267878" y="4837291"/>
                    <a:pt x="1261187" y="4858482"/>
                    <a:pt x="1247327" y="4874774"/>
                  </a:cubicBezTo>
                  <a:cubicBezTo>
                    <a:pt x="1233297" y="4895973"/>
                    <a:pt x="1209835" y="4909054"/>
                    <a:pt x="1184424" y="4909842"/>
                  </a:cubicBezTo>
                  <a:cubicBezTo>
                    <a:pt x="1155734" y="4910719"/>
                    <a:pt x="1127768" y="4900783"/>
                    <a:pt x="1106048" y="4881999"/>
                  </a:cubicBezTo>
                  <a:cubicBezTo>
                    <a:pt x="1081501" y="4866906"/>
                    <a:pt x="1063755" y="4842867"/>
                    <a:pt x="1056548" y="4814965"/>
                  </a:cubicBezTo>
                  <a:cubicBezTo>
                    <a:pt x="1051404" y="4788202"/>
                    <a:pt x="1057768" y="4760495"/>
                    <a:pt x="1074073" y="4738660"/>
                  </a:cubicBezTo>
                  <a:lnTo>
                    <a:pt x="1118420" y="4769592"/>
                  </a:lnTo>
                  <a:cubicBezTo>
                    <a:pt x="1110204" y="4780482"/>
                    <a:pt x="1106836" y="4794300"/>
                    <a:pt x="1109145" y="4807745"/>
                  </a:cubicBezTo>
                  <a:cubicBezTo>
                    <a:pt x="1113721" y="4821635"/>
                    <a:pt x="1122797" y="4833601"/>
                    <a:pt x="1134920" y="4841774"/>
                  </a:cubicBezTo>
                  <a:cubicBezTo>
                    <a:pt x="1146280" y="4850859"/>
                    <a:pt x="1159772" y="4856889"/>
                    <a:pt x="1174115" y="4859312"/>
                  </a:cubicBezTo>
                  <a:cubicBezTo>
                    <a:pt x="1184857" y="4859973"/>
                    <a:pt x="1195251" y="4855351"/>
                    <a:pt x="1201954" y="4846940"/>
                  </a:cubicBezTo>
                  <a:cubicBezTo>
                    <a:pt x="1206174" y="4838863"/>
                    <a:pt x="1206174" y="4829228"/>
                    <a:pt x="1201954" y="4821160"/>
                  </a:cubicBezTo>
                  <a:cubicBezTo>
                    <a:pt x="1195488" y="4806253"/>
                    <a:pt x="1186403" y="4792630"/>
                    <a:pt x="1175145" y="4780940"/>
                  </a:cubicBezTo>
                  <a:cubicBezTo>
                    <a:pt x="1153467" y="4758851"/>
                    <a:pt x="1136611" y="4732520"/>
                    <a:pt x="1125645" y="4703593"/>
                  </a:cubicBezTo>
                  <a:cubicBezTo>
                    <a:pt x="1122094" y="4683321"/>
                    <a:pt x="1127768" y="4662533"/>
                    <a:pt x="1141102" y="4646868"/>
                  </a:cubicBezTo>
                  <a:cubicBezTo>
                    <a:pt x="1155158" y="4625216"/>
                    <a:pt x="1178327" y="4611161"/>
                    <a:pt x="1204009" y="4608716"/>
                  </a:cubicBezTo>
                  <a:close/>
                  <a:moveTo>
                    <a:pt x="4318414" y="4479809"/>
                  </a:moveTo>
                  <a:cubicBezTo>
                    <a:pt x="4347236" y="4481131"/>
                    <a:pt x="4374486" y="4493280"/>
                    <a:pt x="4394732" y="4513839"/>
                  </a:cubicBezTo>
                  <a:lnTo>
                    <a:pt x="4352444" y="4549936"/>
                  </a:lnTo>
                  <a:cubicBezTo>
                    <a:pt x="4342224" y="4539890"/>
                    <a:pt x="4328614" y="4534000"/>
                    <a:pt x="4314287" y="4533436"/>
                  </a:cubicBezTo>
                  <a:cubicBezTo>
                    <a:pt x="4299465" y="4533597"/>
                    <a:pt x="4285198" y="4539085"/>
                    <a:pt x="4274067" y="4548894"/>
                  </a:cubicBezTo>
                  <a:cubicBezTo>
                    <a:pt x="4258508" y="4561186"/>
                    <a:pt x="4250648" y="4580826"/>
                    <a:pt x="4253440" y="4600466"/>
                  </a:cubicBezTo>
                  <a:cubicBezTo>
                    <a:pt x="4258521" y="4626296"/>
                    <a:pt x="4270656" y="4650216"/>
                    <a:pt x="4288508" y="4669563"/>
                  </a:cubicBezTo>
                  <a:cubicBezTo>
                    <a:pt x="4303906" y="4690317"/>
                    <a:pt x="4325063" y="4706093"/>
                    <a:pt x="4349347" y="4714936"/>
                  </a:cubicBezTo>
                  <a:cubicBezTo>
                    <a:pt x="4367991" y="4720609"/>
                    <a:pt x="4388236" y="4716334"/>
                    <a:pt x="4402974" y="4703593"/>
                  </a:cubicBezTo>
                  <a:cubicBezTo>
                    <a:pt x="4414851" y="4694139"/>
                    <a:pt x="4422613" y="4680474"/>
                    <a:pt x="4424626" y="4665436"/>
                  </a:cubicBezTo>
                  <a:cubicBezTo>
                    <a:pt x="4425384" y="4649707"/>
                    <a:pt x="4421041" y="4634156"/>
                    <a:pt x="4412262" y="4621089"/>
                  </a:cubicBezTo>
                  <a:lnTo>
                    <a:pt x="4454541" y="4581898"/>
                  </a:lnTo>
                  <a:cubicBezTo>
                    <a:pt x="4472859" y="4606474"/>
                    <a:pt x="4481316" y="4637004"/>
                    <a:pt x="4478261" y="4667495"/>
                  </a:cubicBezTo>
                  <a:cubicBezTo>
                    <a:pt x="4469859" y="4733029"/>
                    <a:pt x="4409923" y="4779334"/>
                    <a:pt x="4344389" y="4770936"/>
                  </a:cubicBezTo>
                  <a:cubicBezTo>
                    <a:pt x="4343639" y="4770838"/>
                    <a:pt x="4342880" y="4770728"/>
                    <a:pt x="4342135" y="4770622"/>
                  </a:cubicBezTo>
                  <a:cubicBezTo>
                    <a:pt x="4303364" y="4761253"/>
                    <a:pt x="4269076" y="4738639"/>
                    <a:pt x="4245203" y="4706686"/>
                  </a:cubicBezTo>
                  <a:cubicBezTo>
                    <a:pt x="4217258" y="4677215"/>
                    <a:pt x="4200474" y="4638923"/>
                    <a:pt x="4197758" y="4598398"/>
                  </a:cubicBezTo>
                  <a:cubicBezTo>
                    <a:pt x="4196449" y="4563631"/>
                    <a:pt x="4211771" y="4530318"/>
                    <a:pt x="4239008" y="4508686"/>
                  </a:cubicBezTo>
                  <a:cubicBezTo>
                    <a:pt x="4260771" y="4489186"/>
                    <a:pt x="4289215" y="4478848"/>
                    <a:pt x="4318414" y="4479809"/>
                  </a:cubicBezTo>
                  <a:close/>
                  <a:moveTo>
                    <a:pt x="976955" y="4384335"/>
                  </a:moveTo>
                  <a:lnTo>
                    <a:pt x="998607" y="4403932"/>
                  </a:lnTo>
                  <a:lnTo>
                    <a:pt x="1019243" y="4424560"/>
                  </a:lnTo>
                  <a:lnTo>
                    <a:pt x="958400" y="4647309"/>
                  </a:lnTo>
                  <a:lnTo>
                    <a:pt x="1097611" y="4497780"/>
                  </a:lnTo>
                  <a:lnTo>
                    <a:pt x="1117204" y="4515309"/>
                  </a:lnTo>
                  <a:lnTo>
                    <a:pt x="1135772" y="4532839"/>
                  </a:lnTo>
                  <a:lnTo>
                    <a:pt x="937773" y="4746313"/>
                  </a:lnTo>
                  <a:lnTo>
                    <a:pt x="917146" y="4726715"/>
                  </a:lnTo>
                  <a:lnTo>
                    <a:pt x="897552" y="4708148"/>
                  </a:lnTo>
                  <a:lnTo>
                    <a:pt x="959425" y="4479212"/>
                  </a:lnTo>
                  <a:lnTo>
                    <a:pt x="816078" y="4632868"/>
                  </a:lnTo>
                  <a:lnTo>
                    <a:pt x="797523" y="4615339"/>
                  </a:lnTo>
                  <a:lnTo>
                    <a:pt x="777926" y="4596771"/>
                  </a:lnTo>
                  <a:close/>
                  <a:moveTo>
                    <a:pt x="883108" y="4280170"/>
                  </a:moveTo>
                  <a:lnTo>
                    <a:pt x="901675" y="4301823"/>
                  </a:lnTo>
                  <a:lnTo>
                    <a:pt x="920235" y="4322450"/>
                  </a:lnTo>
                  <a:lnTo>
                    <a:pt x="703676" y="4516326"/>
                  </a:lnTo>
                  <a:lnTo>
                    <a:pt x="685104" y="4495703"/>
                  </a:lnTo>
                  <a:lnTo>
                    <a:pt x="666549" y="4475076"/>
                  </a:lnTo>
                  <a:close/>
                  <a:moveTo>
                    <a:pt x="4535842" y="4224488"/>
                  </a:moveTo>
                  <a:lnTo>
                    <a:pt x="4751379" y="4419394"/>
                  </a:lnTo>
                  <a:lnTo>
                    <a:pt x="4732811" y="4440030"/>
                  </a:lnTo>
                  <a:lnTo>
                    <a:pt x="4714244" y="4460644"/>
                  </a:lnTo>
                  <a:lnTo>
                    <a:pt x="4616282" y="4372992"/>
                  </a:lnTo>
                  <a:lnTo>
                    <a:pt x="4546160" y="4450339"/>
                  </a:lnTo>
                  <a:lnTo>
                    <a:pt x="4644121" y="4539021"/>
                  </a:lnTo>
                  <a:lnTo>
                    <a:pt x="4625562" y="4559648"/>
                  </a:lnTo>
                  <a:lnTo>
                    <a:pt x="4606994" y="4580271"/>
                  </a:lnTo>
                  <a:lnTo>
                    <a:pt x="4390435" y="4385365"/>
                  </a:lnTo>
                  <a:lnTo>
                    <a:pt x="4409003" y="4364742"/>
                  </a:lnTo>
                  <a:lnTo>
                    <a:pt x="4428588" y="4344115"/>
                  </a:lnTo>
                  <a:lnTo>
                    <a:pt x="4509033" y="4417339"/>
                  </a:lnTo>
                  <a:lnTo>
                    <a:pt x="4579159" y="4338962"/>
                  </a:lnTo>
                  <a:lnTo>
                    <a:pt x="4497685" y="4265738"/>
                  </a:lnTo>
                  <a:lnTo>
                    <a:pt x="4517282" y="4245115"/>
                  </a:lnTo>
                  <a:close/>
                  <a:moveTo>
                    <a:pt x="4714244" y="3980082"/>
                  </a:moveTo>
                  <a:lnTo>
                    <a:pt x="4952468" y="4147141"/>
                  </a:lnTo>
                  <a:lnTo>
                    <a:pt x="4936997" y="4169836"/>
                  </a:lnTo>
                  <a:lnTo>
                    <a:pt x="4920497" y="4193556"/>
                  </a:lnTo>
                  <a:lnTo>
                    <a:pt x="4685371" y="4162611"/>
                  </a:lnTo>
                  <a:lnTo>
                    <a:pt x="4857595" y="4283280"/>
                  </a:lnTo>
                  <a:lnTo>
                    <a:pt x="4843150" y="4304933"/>
                  </a:lnTo>
                  <a:lnTo>
                    <a:pt x="4827688" y="4326585"/>
                  </a:lnTo>
                  <a:lnTo>
                    <a:pt x="4589464" y="4159526"/>
                  </a:lnTo>
                  <a:lnTo>
                    <a:pt x="4605964" y="4135806"/>
                  </a:lnTo>
                  <a:lnTo>
                    <a:pt x="4622464" y="4111056"/>
                  </a:lnTo>
                  <a:lnTo>
                    <a:pt x="4852438" y="4140959"/>
                  </a:lnTo>
                  <a:lnTo>
                    <a:pt x="4684341" y="4023400"/>
                  </a:lnTo>
                  <a:lnTo>
                    <a:pt x="4699812" y="4001735"/>
                  </a:lnTo>
                  <a:close/>
                  <a:moveTo>
                    <a:pt x="597638" y="3950764"/>
                  </a:moveTo>
                  <a:cubicBezTo>
                    <a:pt x="634299" y="3955171"/>
                    <a:pt x="666769" y="3976565"/>
                    <a:pt x="685290" y="4008514"/>
                  </a:cubicBezTo>
                  <a:cubicBezTo>
                    <a:pt x="701824" y="4032298"/>
                    <a:pt x="709489" y="4061133"/>
                    <a:pt x="706947" y="4089984"/>
                  </a:cubicBezTo>
                  <a:cubicBezTo>
                    <a:pt x="703642" y="4117853"/>
                    <a:pt x="689112" y="4143179"/>
                    <a:pt x="666723" y="4160111"/>
                  </a:cubicBezTo>
                  <a:lnTo>
                    <a:pt x="636820" y="4113709"/>
                  </a:lnTo>
                  <a:cubicBezTo>
                    <a:pt x="646858" y="4104743"/>
                    <a:pt x="652824" y="4092086"/>
                    <a:pt x="653320" y="4078637"/>
                  </a:cubicBezTo>
                  <a:cubicBezTo>
                    <a:pt x="655312" y="4064684"/>
                    <a:pt x="652401" y="4050467"/>
                    <a:pt x="645083" y="4038417"/>
                  </a:cubicBezTo>
                  <a:cubicBezTo>
                    <a:pt x="633333" y="4019158"/>
                    <a:pt x="612935" y="4006836"/>
                    <a:pt x="590418" y="4005417"/>
                  </a:cubicBezTo>
                  <a:cubicBezTo>
                    <a:pt x="563672" y="4005633"/>
                    <a:pt x="537689" y="4014294"/>
                    <a:pt x="516164" y="4030167"/>
                  </a:cubicBezTo>
                  <a:cubicBezTo>
                    <a:pt x="492672" y="4042984"/>
                    <a:pt x="474155" y="4063332"/>
                    <a:pt x="463579" y="4087917"/>
                  </a:cubicBezTo>
                  <a:cubicBezTo>
                    <a:pt x="456444" y="4108823"/>
                    <a:pt x="459910" y="4131895"/>
                    <a:pt x="472859" y="4149793"/>
                  </a:cubicBezTo>
                  <a:cubicBezTo>
                    <a:pt x="483524" y="4167429"/>
                    <a:pt x="502782" y="4178039"/>
                    <a:pt x="523388" y="4177641"/>
                  </a:cubicBezTo>
                  <a:lnTo>
                    <a:pt x="561537" y="4170421"/>
                  </a:lnTo>
                  <a:lnTo>
                    <a:pt x="561541" y="4170429"/>
                  </a:lnTo>
                  <a:lnTo>
                    <a:pt x="561541" y="4170416"/>
                  </a:lnTo>
                  <a:lnTo>
                    <a:pt x="561537" y="4170421"/>
                  </a:lnTo>
                  <a:lnTo>
                    <a:pt x="527511" y="4117832"/>
                  </a:lnTo>
                  <a:lnTo>
                    <a:pt x="569791" y="4089984"/>
                  </a:lnTo>
                  <a:lnTo>
                    <a:pt x="630638" y="4183831"/>
                  </a:lnTo>
                  <a:lnTo>
                    <a:pt x="498638" y="4269420"/>
                  </a:lnTo>
                  <a:lnTo>
                    <a:pt x="478011" y="4238488"/>
                  </a:lnTo>
                  <a:lnTo>
                    <a:pt x="506888" y="4212709"/>
                  </a:lnTo>
                  <a:lnTo>
                    <a:pt x="501732" y="4212709"/>
                  </a:lnTo>
                  <a:cubicBezTo>
                    <a:pt x="470791" y="4213391"/>
                    <a:pt x="441787" y="4197713"/>
                    <a:pt x="425414" y="4171459"/>
                  </a:cubicBezTo>
                  <a:lnTo>
                    <a:pt x="425414" y="4174543"/>
                  </a:lnTo>
                  <a:cubicBezTo>
                    <a:pt x="403478" y="4144899"/>
                    <a:pt x="397321" y="4106433"/>
                    <a:pt x="408914" y="4071417"/>
                  </a:cubicBezTo>
                  <a:cubicBezTo>
                    <a:pt x="439867" y="3995252"/>
                    <a:pt x="515507" y="3946900"/>
                    <a:pt x="597638" y="3950764"/>
                  </a:cubicBezTo>
                  <a:close/>
                  <a:moveTo>
                    <a:pt x="4896947" y="3786790"/>
                  </a:moveTo>
                  <a:cubicBezTo>
                    <a:pt x="4875921" y="3788782"/>
                    <a:pt x="4857493" y="3801710"/>
                    <a:pt x="4848489" y="3820820"/>
                  </a:cubicBezTo>
                  <a:cubicBezTo>
                    <a:pt x="4837582" y="3839269"/>
                    <a:pt x="4837582" y="3862188"/>
                    <a:pt x="4848489" y="3880625"/>
                  </a:cubicBezTo>
                  <a:cubicBezTo>
                    <a:pt x="4861425" y="3904036"/>
                    <a:pt x="4881726" y="3922515"/>
                    <a:pt x="4906239" y="3933222"/>
                  </a:cubicBezTo>
                  <a:cubicBezTo>
                    <a:pt x="4928574" y="3946616"/>
                    <a:pt x="4954514" y="3952735"/>
                    <a:pt x="4980489" y="3950764"/>
                  </a:cubicBezTo>
                  <a:cubicBezTo>
                    <a:pt x="5001234" y="3948036"/>
                    <a:pt x="5019344" y="3935324"/>
                    <a:pt x="5028950" y="3916722"/>
                  </a:cubicBezTo>
                  <a:cubicBezTo>
                    <a:pt x="5039226" y="3898112"/>
                    <a:pt x="5039226" y="3875527"/>
                    <a:pt x="5028950" y="3856917"/>
                  </a:cubicBezTo>
                  <a:cubicBezTo>
                    <a:pt x="5016544" y="3834091"/>
                    <a:pt x="4996980" y="3815981"/>
                    <a:pt x="4973268" y="3805345"/>
                  </a:cubicBezTo>
                  <a:cubicBezTo>
                    <a:pt x="4950455" y="3791176"/>
                    <a:pt x="4923722" y="3784680"/>
                    <a:pt x="4896947" y="3786790"/>
                  </a:cubicBezTo>
                  <a:close/>
                  <a:moveTo>
                    <a:pt x="4883544" y="3732138"/>
                  </a:moveTo>
                  <a:cubicBezTo>
                    <a:pt x="4923853" y="3725553"/>
                    <a:pt x="4965179" y="3733596"/>
                    <a:pt x="5000073" y="3754820"/>
                  </a:cubicBezTo>
                  <a:cubicBezTo>
                    <a:pt x="5036268" y="3771634"/>
                    <a:pt x="5065188" y="3800917"/>
                    <a:pt x="5081548" y="3837320"/>
                  </a:cubicBezTo>
                  <a:cubicBezTo>
                    <a:pt x="5095048" y="3871099"/>
                    <a:pt x="5091997" y="3909243"/>
                    <a:pt x="5073298" y="3940447"/>
                  </a:cubicBezTo>
                  <a:cubicBezTo>
                    <a:pt x="5057586" y="3972870"/>
                    <a:pt x="5027997" y="3996396"/>
                    <a:pt x="4992866" y="4004387"/>
                  </a:cubicBezTo>
                  <a:lnTo>
                    <a:pt x="4992853" y="4002319"/>
                  </a:lnTo>
                  <a:cubicBezTo>
                    <a:pt x="4912332" y="4011243"/>
                    <a:pt x="4834434" y="3970455"/>
                    <a:pt x="4795892" y="3899193"/>
                  </a:cubicBezTo>
                  <a:cubicBezTo>
                    <a:pt x="4781608" y="3865760"/>
                    <a:pt x="4783892" y="3827553"/>
                    <a:pt x="4802074" y="3796070"/>
                  </a:cubicBezTo>
                  <a:cubicBezTo>
                    <a:pt x="4817879" y="3763295"/>
                    <a:pt x="4847955" y="3739693"/>
                    <a:pt x="4883544" y="3732138"/>
                  </a:cubicBezTo>
                  <a:close/>
                  <a:moveTo>
                    <a:pt x="484020" y="3640799"/>
                  </a:moveTo>
                  <a:lnTo>
                    <a:pt x="496393" y="3667609"/>
                  </a:lnTo>
                  <a:lnTo>
                    <a:pt x="508770" y="3693397"/>
                  </a:lnTo>
                  <a:lnTo>
                    <a:pt x="368516" y="3877985"/>
                  </a:lnTo>
                  <a:lnTo>
                    <a:pt x="554147" y="3791358"/>
                  </a:lnTo>
                  <a:lnTo>
                    <a:pt x="564464" y="3815083"/>
                  </a:lnTo>
                  <a:lnTo>
                    <a:pt x="575799" y="3838803"/>
                  </a:lnTo>
                  <a:lnTo>
                    <a:pt x="311796" y="3961527"/>
                  </a:lnTo>
                  <a:lnTo>
                    <a:pt x="300448" y="3936777"/>
                  </a:lnTo>
                  <a:lnTo>
                    <a:pt x="289114" y="3910985"/>
                  </a:lnTo>
                  <a:lnTo>
                    <a:pt x="432461" y="3722274"/>
                  </a:lnTo>
                  <a:lnTo>
                    <a:pt x="241669" y="3810956"/>
                  </a:lnTo>
                  <a:lnTo>
                    <a:pt x="231364" y="3787235"/>
                  </a:lnTo>
                  <a:lnTo>
                    <a:pt x="220016" y="3763511"/>
                  </a:lnTo>
                  <a:close/>
                  <a:moveTo>
                    <a:pt x="5190696" y="3522202"/>
                  </a:moveTo>
                  <a:lnTo>
                    <a:pt x="5214407" y="3530452"/>
                  </a:lnTo>
                  <a:lnTo>
                    <a:pt x="5238128" y="3540770"/>
                  </a:lnTo>
                  <a:lnTo>
                    <a:pt x="5171098" y="3717108"/>
                  </a:lnTo>
                  <a:lnTo>
                    <a:pt x="4898845" y="3612952"/>
                  </a:lnTo>
                  <a:lnTo>
                    <a:pt x="4909150" y="3586134"/>
                  </a:lnTo>
                  <a:lnTo>
                    <a:pt x="4919468" y="3560359"/>
                  </a:lnTo>
                  <a:lnTo>
                    <a:pt x="5142225" y="3645956"/>
                  </a:lnTo>
                  <a:close/>
                  <a:moveTo>
                    <a:pt x="432461" y="3510855"/>
                  </a:moveTo>
                  <a:lnTo>
                    <a:pt x="442766" y="3537673"/>
                  </a:lnTo>
                  <a:lnTo>
                    <a:pt x="453083" y="3563452"/>
                  </a:lnTo>
                  <a:lnTo>
                    <a:pt x="180834" y="3667609"/>
                  </a:lnTo>
                  <a:lnTo>
                    <a:pt x="170517" y="3641829"/>
                  </a:lnTo>
                  <a:lnTo>
                    <a:pt x="161237" y="3616037"/>
                  </a:lnTo>
                  <a:close/>
                  <a:moveTo>
                    <a:pt x="175851" y="3314478"/>
                  </a:moveTo>
                  <a:lnTo>
                    <a:pt x="189254" y="3366046"/>
                  </a:lnTo>
                  <a:lnTo>
                    <a:pt x="172754" y="3371198"/>
                  </a:lnTo>
                  <a:cubicBezTo>
                    <a:pt x="159428" y="3373266"/>
                    <a:pt x="146945" y="3378982"/>
                    <a:pt x="136656" y="3387698"/>
                  </a:cubicBezTo>
                  <a:cubicBezTo>
                    <a:pt x="129428" y="3395016"/>
                    <a:pt x="127012" y="3405842"/>
                    <a:pt x="130474" y="3415546"/>
                  </a:cubicBezTo>
                  <a:cubicBezTo>
                    <a:pt x="132250" y="3424402"/>
                    <a:pt x="137936" y="3431978"/>
                    <a:pt x="145936" y="3436169"/>
                  </a:cubicBezTo>
                  <a:cubicBezTo>
                    <a:pt x="155932" y="3439796"/>
                    <a:pt x="166885" y="3439796"/>
                    <a:pt x="176881" y="3436169"/>
                  </a:cubicBezTo>
                  <a:lnTo>
                    <a:pt x="383130" y="3378410"/>
                  </a:lnTo>
                  <a:lnTo>
                    <a:pt x="390342" y="3405228"/>
                  </a:lnTo>
                  <a:lnTo>
                    <a:pt x="397562" y="3432046"/>
                  </a:lnTo>
                  <a:lnTo>
                    <a:pt x="191313" y="3485668"/>
                  </a:lnTo>
                  <a:cubicBezTo>
                    <a:pt x="168911" y="3495177"/>
                    <a:pt x="143597" y="3495177"/>
                    <a:pt x="121186" y="3485668"/>
                  </a:cubicBezTo>
                  <a:cubicBezTo>
                    <a:pt x="101059" y="3472969"/>
                    <a:pt x="87203" y="3452376"/>
                    <a:pt x="83034" y="3428948"/>
                  </a:cubicBezTo>
                  <a:cubicBezTo>
                    <a:pt x="74220" y="3405864"/>
                    <a:pt x="76491" y="3380012"/>
                    <a:pt x="89224" y="3358821"/>
                  </a:cubicBezTo>
                  <a:cubicBezTo>
                    <a:pt x="106907" y="3337495"/>
                    <a:pt x="131906" y="3323516"/>
                    <a:pt x="159351" y="3319631"/>
                  </a:cubicBezTo>
                  <a:close/>
                  <a:moveTo>
                    <a:pt x="5138274" y="3210244"/>
                  </a:moveTo>
                  <a:cubicBezTo>
                    <a:pt x="5125043" y="3210244"/>
                    <a:pt x="5111813" y="3212330"/>
                    <a:pt x="5099086" y="3216504"/>
                  </a:cubicBezTo>
                  <a:cubicBezTo>
                    <a:pt x="5079077" y="3223868"/>
                    <a:pt x="5064268" y="3241017"/>
                    <a:pt x="5059891" y="3261881"/>
                  </a:cubicBezTo>
                  <a:cubicBezTo>
                    <a:pt x="5054264" y="3282483"/>
                    <a:pt x="5059298" y="3304538"/>
                    <a:pt x="5073306" y="3320669"/>
                  </a:cubicBezTo>
                  <a:cubicBezTo>
                    <a:pt x="5092234" y="3339495"/>
                    <a:pt x="5116247" y="3352402"/>
                    <a:pt x="5142395" y="3357783"/>
                  </a:cubicBezTo>
                  <a:cubicBezTo>
                    <a:pt x="5167221" y="3365686"/>
                    <a:pt x="5193886" y="3365686"/>
                    <a:pt x="5218712" y="3357783"/>
                  </a:cubicBezTo>
                  <a:cubicBezTo>
                    <a:pt x="5238386" y="3349957"/>
                    <a:pt x="5253013" y="3333021"/>
                    <a:pt x="5257895" y="3312406"/>
                  </a:cubicBezTo>
                  <a:cubicBezTo>
                    <a:pt x="5263526" y="3291805"/>
                    <a:pt x="5258500" y="3269762"/>
                    <a:pt x="5244492" y="3253631"/>
                  </a:cubicBezTo>
                  <a:lnTo>
                    <a:pt x="5244492" y="3252601"/>
                  </a:lnTo>
                  <a:cubicBezTo>
                    <a:pt x="5226539" y="3233775"/>
                    <a:pt x="5203068" y="3221127"/>
                    <a:pt x="5177463" y="3216504"/>
                  </a:cubicBezTo>
                  <a:cubicBezTo>
                    <a:pt x="5164736" y="3212330"/>
                    <a:pt x="5151505" y="3210244"/>
                    <a:pt x="5138274" y="3210244"/>
                  </a:cubicBezTo>
                  <a:close/>
                  <a:moveTo>
                    <a:pt x="5126906" y="3154598"/>
                  </a:moveTo>
                  <a:cubicBezTo>
                    <a:pt x="5146974" y="3153550"/>
                    <a:pt x="5167221" y="3155951"/>
                    <a:pt x="5186742" y="3161852"/>
                  </a:cubicBezTo>
                  <a:cubicBezTo>
                    <a:pt x="5227289" y="3169148"/>
                    <a:pt x="5263869" y="3190737"/>
                    <a:pt x="5289865" y="3222699"/>
                  </a:cubicBezTo>
                  <a:cubicBezTo>
                    <a:pt x="5328322" y="3283283"/>
                    <a:pt x="5310382" y="3363576"/>
                    <a:pt x="5249797" y="3402033"/>
                  </a:cubicBezTo>
                  <a:cubicBezTo>
                    <a:pt x="5248051" y="3403135"/>
                    <a:pt x="5246289" y="3404207"/>
                    <a:pt x="5244492" y="3405228"/>
                  </a:cubicBezTo>
                  <a:lnTo>
                    <a:pt x="5240365" y="3407296"/>
                  </a:lnTo>
                  <a:cubicBezTo>
                    <a:pt x="5163484" y="3435283"/>
                    <a:pt x="5077302" y="3413639"/>
                    <a:pt x="5022768" y="3352631"/>
                  </a:cubicBezTo>
                  <a:cubicBezTo>
                    <a:pt x="5000455" y="3323203"/>
                    <a:pt x="4993544" y="3284877"/>
                    <a:pt x="5004209" y="3249504"/>
                  </a:cubicBezTo>
                  <a:cubicBezTo>
                    <a:pt x="5012188" y="3214123"/>
                    <a:pt x="5035675" y="3184199"/>
                    <a:pt x="5068141" y="3168042"/>
                  </a:cubicBezTo>
                  <a:cubicBezTo>
                    <a:pt x="5086948" y="3160144"/>
                    <a:pt x="5106838" y="3155646"/>
                    <a:pt x="5126906" y="3154598"/>
                  </a:cubicBezTo>
                  <a:close/>
                  <a:moveTo>
                    <a:pt x="332419" y="3145784"/>
                  </a:moveTo>
                  <a:lnTo>
                    <a:pt x="337575" y="3173631"/>
                  </a:lnTo>
                  <a:lnTo>
                    <a:pt x="342736" y="3201479"/>
                  </a:lnTo>
                  <a:lnTo>
                    <a:pt x="57080" y="3256135"/>
                  </a:lnTo>
                  <a:lnTo>
                    <a:pt x="51915" y="3229313"/>
                  </a:lnTo>
                  <a:lnTo>
                    <a:pt x="46763" y="3201479"/>
                  </a:lnTo>
                  <a:close/>
                  <a:moveTo>
                    <a:pt x="298393" y="2871475"/>
                  </a:moveTo>
                  <a:lnTo>
                    <a:pt x="322114" y="3066382"/>
                  </a:lnTo>
                  <a:lnTo>
                    <a:pt x="296334" y="3069479"/>
                  </a:lnTo>
                  <a:lnTo>
                    <a:pt x="270554" y="3072576"/>
                  </a:lnTo>
                  <a:lnTo>
                    <a:pt x="253016" y="2933352"/>
                  </a:lnTo>
                  <a:lnTo>
                    <a:pt x="192169" y="2940573"/>
                  </a:lnTo>
                  <a:lnTo>
                    <a:pt x="207639" y="3070509"/>
                  </a:lnTo>
                  <a:lnTo>
                    <a:pt x="183932" y="3073606"/>
                  </a:lnTo>
                  <a:lnTo>
                    <a:pt x="158139" y="3076699"/>
                  </a:lnTo>
                  <a:lnTo>
                    <a:pt x="142669" y="2946755"/>
                  </a:lnTo>
                  <a:lnTo>
                    <a:pt x="67390" y="2956047"/>
                  </a:lnTo>
                  <a:lnTo>
                    <a:pt x="84919" y="3102479"/>
                  </a:lnTo>
                  <a:lnTo>
                    <a:pt x="60178" y="3105576"/>
                  </a:lnTo>
                  <a:lnTo>
                    <a:pt x="34390" y="3108674"/>
                  </a:lnTo>
                  <a:lnTo>
                    <a:pt x="8610" y="2906535"/>
                  </a:lnTo>
                  <a:close/>
                  <a:moveTo>
                    <a:pt x="5165090" y="2814306"/>
                  </a:moveTo>
                  <a:lnTo>
                    <a:pt x="5159933" y="2870001"/>
                  </a:lnTo>
                  <a:cubicBezTo>
                    <a:pt x="5146649" y="2871128"/>
                    <a:pt x="5134200" y="2876984"/>
                    <a:pt x="5124865" y="2886501"/>
                  </a:cubicBezTo>
                  <a:cubicBezTo>
                    <a:pt x="5114755" y="2896785"/>
                    <a:pt x="5108552" y="2910285"/>
                    <a:pt x="5107340" y="2924653"/>
                  </a:cubicBezTo>
                  <a:cubicBezTo>
                    <a:pt x="5104459" y="2946827"/>
                    <a:pt x="5112988" y="2968945"/>
                    <a:pt x="5130022" y="2983433"/>
                  </a:cubicBezTo>
                  <a:cubicBezTo>
                    <a:pt x="5150581" y="3000594"/>
                    <a:pt x="5176467" y="3010068"/>
                    <a:pt x="5203242" y="3010250"/>
                  </a:cubicBezTo>
                  <a:cubicBezTo>
                    <a:pt x="5229683" y="3014538"/>
                    <a:pt x="5256801" y="3010195"/>
                    <a:pt x="5280589" y="2997878"/>
                  </a:cubicBezTo>
                  <a:cubicBezTo>
                    <a:pt x="5298852" y="2985000"/>
                    <a:pt x="5310255" y="2964496"/>
                    <a:pt x="5311521" y="2942183"/>
                  </a:cubicBezTo>
                  <a:lnTo>
                    <a:pt x="5311534" y="2942183"/>
                  </a:lnTo>
                  <a:cubicBezTo>
                    <a:pt x="5313394" y="2921937"/>
                    <a:pt x="5304852" y="2902124"/>
                    <a:pt x="5288839" y="2889598"/>
                  </a:cubicBezTo>
                  <a:cubicBezTo>
                    <a:pt x="5278695" y="2881683"/>
                    <a:pt x="5267140" y="2875725"/>
                    <a:pt x="5254810" y="2872056"/>
                  </a:cubicBezTo>
                  <a:lnTo>
                    <a:pt x="5254810" y="2933933"/>
                  </a:lnTo>
                  <a:lnTo>
                    <a:pt x="5204272" y="2933933"/>
                  </a:lnTo>
                  <a:lnTo>
                    <a:pt x="5214590" y="2822556"/>
                  </a:lnTo>
                  <a:lnTo>
                    <a:pt x="5370309" y="2835971"/>
                  </a:lnTo>
                  <a:lnTo>
                    <a:pt x="5370309" y="2873098"/>
                  </a:lnTo>
                  <a:lnTo>
                    <a:pt x="5337310" y="2873098"/>
                  </a:lnTo>
                  <a:cubicBezTo>
                    <a:pt x="5362157" y="2891471"/>
                    <a:pt x="5375161" y="2921827"/>
                    <a:pt x="5371339" y="2952501"/>
                  </a:cubicBezTo>
                  <a:lnTo>
                    <a:pt x="5362059" y="2957653"/>
                  </a:lnTo>
                  <a:cubicBezTo>
                    <a:pt x="5360623" y="2993416"/>
                    <a:pt x="5342237" y="3026339"/>
                    <a:pt x="5312560" y="3046335"/>
                  </a:cubicBezTo>
                  <a:cubicBezTo>
                    <a:pt x="5278996" y="3068064"/>
                    <a:pt x="5238678" y="3076856"/>
                    <a:pt x="5199115" y="3071085"/>
                  </a:cubicBezTo>
                  <a:cubicBezTo>
                    <a:pt x="5158463" y="3069356"/>
                    <a:pt x="5119734" y="3053276"/>
                    <a:pt x="5089810" y="3025712"/>
                  </a:cubicBezTo>
                  <a:cubicBezTo>
                    <a:pt x="5062840" y="2998653"/>
                    <a:pt x="5050552" y="2960276"/>
                    <a:pt x="5056806" y="2922585"/>
                  </a:cubicBezTo>
                  <a:cubicBezTo>
                    <a:pt x="5058268" y="2893700"/>
                    <a:pt x="5069963" y="2866285"/>
                    <a:pt x="5089810" y="2845251"/>
                  </a:cubicBezTo>
                  <a:cubicBezTo>
                    <a:pt x="5109603" y="2825048"/>
                    <a:pt x="5136819" y="2813861"/>
                    <a:pt x="5165090" y="2814306"/>
                  </a:cubicBezTo>
                  <a:close/>
                  <a:moveTo>
                    <a:pt x="176868" y="2618374"/>
                  </a:moveTo>
                  <a:lnTo>
                    <a:pt x="176868" y="2682319"/>
                  </a:lnTo>
                  <a:cubicBezTo>
                    <a:pt x="175377" y="2693167"/>
                    <a:pt x="177940" y="2704188"/>
                    <a:pt x="184089" y="2713251"/>
                  </a:cubicBezTo>
                  <a:cubicBezTo>
                    <a:pt x="190466" y="2720819"/>
                    <a:pt x="199983" y="2725010"/>
                    <a:pt x="209868" y="2724599"/>
                  </a:cubicBezTo>
                  <a:cubicBezTo>
                    <a:pt x="218703" y="2725281"/>
                    <a:pt x="227266" y="2721391"/>
                    <a:pt x="232550" y="2714281"/>
                  </a:cubicBezTo>
                  <a:cubicBezTo>
                    <a:pt x="238097" y="2704167"/>
                    <a:pt x="240944" y="2692811"/>
                    <a:pt x="240800" y="2681281"/>
                  </a:cubicBezTo>
                  <a:lnTo>
                    <a:pt x="240813" y="2619413"/>
                  </a:lnTo>
                  <a:close/>
                  <a:moveTo>
                    <a:pt x="50021" y="2618374"/>
                  </a:moveTo>
                  <a:lnTo>
                    <a:pt x="50021" y="2686442"/>
                  </a:lnTo>
                  <a:cubicBezTo>
                    <a:pt x="49352" y="2698171"/>
                    <a:pt x="52619" y="2709785"/>
                    <a:pt x="59309" y="2719446"/>
                  </a:cubicBezTo>
                  <a:cubicBezTo>
                    <a:pt x="67886" y="2726883"/>
                    <a:pt x="78885" y="2730921"/>
                    <a:pt x="90241" y="2730781"/>
                  </a:cubicBezTo>
                  <a:cubicBezTo>
                    <a:pt x="100758" y="2731374"/>
                    <a:pt x="110979" y="2727217"/>
                    <a:pt x="118089" y="2719446"/>
                  </a:cubicBezTo>
                  <a:cubicBezTo>
                    <a:pt x="124932" y="2709861"/>
                    <a:pt x="128212" y="2698192"/>
                    <a:pt x="127368" y="2686442"/>
                  </a:cubicBezTo>
                  <a:lnTo>
                    <a:pt x="127368" y="2619413"/>
                  </a:lnTo>
                  <a:close/>
                  <a:moveTo>
                    <a:pt x="521" y="2563722"/>
                  </a:moveTo>
                  <a:lnTo>
                    <a:pt x="291342" y="2568875"/>
                  </a:lnTo>
                  <a:lnTo>
                    <a:pt x="291342" y="2595692"/>
                  </a:lnTo>
                  <a:lnTo>
                    <a:pt x="291342" y="2698819"/>
                  </a:lnTo>
                  <a:cubicBezTo>
                    <a:pt x="292465" y="2720667"/>
                    <a:pt x="285071" y="2742116"/>
                    <a:pt x="270715" y="2758628"/>
                  </a:cubicBezTo>
                  <a:cubicBezTo>
                    <a:pt x="256694" y="2773632"/>
                    <a:pt x="236491" y="2781255"/>
                    <a:pt x="216050" y="2779251"/>
                  </a:cubicBezTo>
                  <a:cubicBezTo>
                    <a:pt x="194898" y="2780421"/>
                    <a:pt x="174487" y="2771175"/>
                    <a:pt x="161398" y="2754501"/>
                  </a:cubicBezTo>
                  <a:cubicBezTo>
                    <a:pt x="159296" y="2751645"/>
                    <a:pt x="157563" y="2748527"/>
                    <a:pt x="156245" y="2745222"/>
                  </a:cubicBezTo>
                  <a:cubicBezTo>
                    <a:pt x="153419" y="2751090"/>
                    <a:pt x="149966" y="2756624"/>
                    <a:pt x="145928" y="2761721"/>
                  </a:cubicBezTo>
                  <a:cubicBezTo>
                    <a:pt x="132512" y="2778569"/>
                    <a:pt x="111733" y="2787806"/>
                    <a:pt x="90241" y="2786476"/>
                  </a:cubicBezTo>
                  <a:cubicBezTo>
                    <a:pt x="64780" y="2787611"/>
                    <a:pt x="40030" y="2777865"/>
                    <a:pt x="22174" y="2759654"/>
                  </a:cubicBezTo>
                  <a:cubicBezTo>
                    <a:pt x="5598" y="2738650"/>
                    <a:pt x="-2165" y="2712027"/>
                    <a:pt x="521" y="2685404"/>
                  </a:cubicBezTo>
                  <a:lnTo>
                    <a:pt x="521" y="2590540"/>
                  </a:lnTo>
                  <a:close/>
                  <a:moveTo>
                    <a:pt x="5076221" y="2512595"/>
                  </a:moveTo>
                  <a:lnTo>
                    <a:pt x="5259793" y="2594069"/>
                  </a:lnTo>
                  <a:lnTo>
                    <a:pt x="5370131" y="2589942"/>
                  </a:lnTo>
                  <a:lnTo>
                    <a:pt x="5371170" y="2618819"/>
                  </a:lnTo>
                  <a:lnTo>
                    <a:pt x="5372199" y="2646654"/>
                  </a:lnTo>
                  <a:lnTo>
                    <a:pt x="5262878" y="2649751"/>
                  </a:lnTo>
                  <a:lnTo>
                    <a:pt x="5084471" y="2749781"/>
                  </a:lnTo>
                  <a:lnTo>
                    <a:pt x="5083442" y="2716781"/>
                  </a:lnTo>
                  <a:lnTo>
                    <a:pt x="5082416" y="2683781"/>
                  </a:lnTo>
                  <a:lnTo>
                    <a:pt x="5206166" y="2622942"/>
                  </a:lnTo>
                  <a:lnTo>
                    <a:pt x="5207196" y="2622942"/>
                  </a:lnTo>
                  <a:lnTo>
                    <a:pt x="5078289" y="2575502"/>
                  </a:lnTo>
                  <a:lnTo>
                    <a:pt x="5077251" y="2543527"/>
                  </a:lnTo>
                  <a:close/>
                  <a:moveTo>
                    <a:pt x="605887" y="985886"/>
                  </a:moveTo>
                  <a:cubicBezTo>
                    <a:pt x="604415" y="988441"/>
                    <a:pt x="604415" y="991581"/>
                    <a:pt x="605887" y="994136"/>
                  </a:cubicBezTo>
                  <a:lnTo>
                    <a:pt x="605887" y="998261"/>
                  </a:lnTo>
                  <a:lnTo>
                    <a:pt x="601762" y="998261"/>
                  </a:lnTo>
                  <a:close/>
                  <a:moveTo>
                    <a:pt x="667763" y="958039"/>
                  </a:moveTo>
                  <a:cubicBezTo>
                    <a:pt x="671888" y="958039"/>
                    <a:pt x="685292" y="958039"/>
                    <a:pt x="690446" y="958039"/>
                  </a:cubicBezTo>
                  <a:lnTo>
                    <a:pt x="699735" y="967329"/>
                  </a:lnTo>
                  <a:cubicBezTo>
                    <a:pt x="704705" y="971638"/>
                    <a:pt x="709198" y="976478"/>
                    <a:pt x="713139" y="981761"/>
                  </a:cubicBezTo>
                  <a:cubicBezTo>
                    <a:pt x="713139" y="981761"/>
                    <a:pt x="713139" y="994136"/>
                    <a:pt x="721389" y="1003414"/>
                  </a:cubicBezTo>
                  <a:lnTo>
                    <a:pt x="735821" y="1020943"/>
                  </a:lnTo>
                  <a:lnTo>
                    <a:pt x="763668" y="1049818"/>
                  </a:lnTo>
                  <a:cubicBezTo>
                    <a:pt x="769276" y="1055621"/>
                    <a:pt x="774452" y="1061825"/>
                    <a:pt x="779140" y="1068386"/>
                  </a:cubicBezTo>
                  <a:lnTo>
                    <a:pt x="793572" y="1083858"/>
                  </a:lnTo>
                  <a:cubicBezTo>
                    <a:pt x="799765" y="1090040"/>
                    <a:pt x="804919" y="1083858"/>
                    <a:pt x="806987" y="1090040"/>
                  </a:cubicBezTo>
                  <a:lnTo>
                    <a:pt x="813169" y="1090040"/>
                  </a:lnTo>
                  <a:cubicBezTo>
                    <a:pt x="813169" y="1090040"/>
                    <a:pt x="822447" y="1090040"/>
                    <a:pt x="824515" y="1097261"/>
                  </a:cubicBezTo>
                  <a:cubicBezTo>
                    <a:pt x="826572" y="1104483"/>
                    <a:pt x="831737" y="1110665"/>
                    <a:pt x="838948" y="1120983"/>
                  </a:cubicBezTo>
                  <a:cubicBezTo>
                    <a:pt x="842672" y="1126039"/>
                    <a:pt x="844491" y="1132243"/>
                    <a:pt x="844112" y="1138512"/>
                  </a:cubicBezTo>
                  <a:cubicBezTo>
                    <a:pt x="843527" y="1149837"/>
                    <a:pt x="841091" y="1160989"/>
                    <a:pt x="836890" y="1171512"/>
                  </a:cubicBezTo>
                  <a:cubicBezTo>
                    <a:pt x="831737" y="1182859"/>
                    <a:pt x="836890" y="1198320"/>
                    <a:pt x="836890" y="1206570"/>
                  </a:cubicBezTo>
                  <a:cubicBezTo>
                    <a:pt x="834877" y="1215848"/>
                    <a:pt x="831758" y="1224856"/>
                    <a:pt x="827612" y="1233388"/>
                  </a:cubicBezTo>
                  <a:cubicBezTo>
                    <a:pt x="823389" y="1246099"/>
                    <a:pt x="820618" y="1259243"/>
                    <a:pt x="819362" y="1272570"/>
                  </a:cubicBezTo>
                  <a:cubicBezTo>
                    <a:pt x="819362" y="1279792"/>
                    <a:pt x="813169" y="1287014"/>
                    <a:pt x="811112" y="1294235"/>
                  </a:cubicBezTo>
                  <a:cubicBezTo>
                    <a:pt x="812238" y="1307271"/>
                    <a:pt x="812238" y="1320382"/>
                    <a:pt x="811112" y="1333418"/>
                  </a:cubicBezTo>
                  <a:cubicBezTo>
                    <a:pt x="811112" y="1340639"/>
                    <a:pt x="791515" y="1333418"/>
                    <a:pt x="782236" y="1333418"/>
                  </a:cubicBezTo>
                  <a:lnTo>
                    <a:pt x="765736" y="1333418"/>
                  </a:lnTo>
                  <a:cubicBezTo>
                    <a:pt x="765736" y="1333418"/>
                    <a:pt x="755418" y="1327235"/>
                    <a:pt x="751293" y="1325168"/>
                  </a:cubicBezTo>
                  <a:lnTo>
                    <a:pt x="736861" y="1317946"/>
                  </a:lnTo>
                  <a:cubicBezTo>
                    <a:pt x="733937" y="1313962"/>
                    <a:pt x="733937" y="1308537"/>
                    <a:pt x="736861" y="1304542"/>
                  </a:cubicBezTo>
                  <a:cubicBezTo>
                    <a:pt x="736861" y="1304542"/>
                    <a:pt x="743043" y="1298360"/>
                    <a:pt x="744071" y="1294235"/>
                  </a:cubicBezTo>
                  <a:cubicBezTo>
                    <a:pt x="746388" y="1287165"/>
                    <a:pt x="748121" y="1279922"/>
                    <a:pt x="749225" y="1272570"/>
                  </a:cubicBezTo>
                  <a:cubicBezTo>
                    <a:pt x="750589" y="1265219"/>
                    <a:pt x="753393" y="1258214"/>
                    <a:pt x="757475" y="1251945"/>
                  </a:cubicBezTo>
                  <a:cubicBezTo>
                    <a:pt x="761633" y="1238736"/>
                    <a:pt x="765076" y="1225311"/>
                    <a:pt x="767793" y="1211723"/>
                  </a:cubicBezTo>
                  <a:cubicBezTo>
                    <a:pt x="767793" y="1205541"/>
                    <a:pt x="772958" y="1194195"/>
                    <a:pt x="767793" y="1188012"/>
                  </a:cubicBezTo>
                  <a:cubicBezTo>
                    <a:pt x="758807" y="1179048"/>
                    <a:pt x="749149" y="1170776"/>
                    <a:pt x="738918" y="1163262"/>
                  </a:cubicBezTo>
                  <a:cubicBezTo>
                    <a:pt x="735540" y="1162342"/>
                    <a:pt x="731978" y="1162342"/>
                    <a:pt x="728610" y="1163262"/>
                  </a:cubicBezTo>
                  <a:cubicBezTo>
                    <a:pt x="726510" y="1168643"/>
                    <a:pt x="723349" y="1173559"/>
                    <a:pt x="719321" y="1177705"/>
                  </a:cubicBezTo>
                  <a:cubicBezTo>
                    <a:pt x="719321" y="1177694"/>
                    <a:pt x="719321" y="1189041"/>
                    <a:pt x="712110" y="1193166"/>
                  </a:cubicBezTo>
                  <a:cubicBezTo>
                    <a:pt x="704889" y="1197291"/>
                    <a:pt x="712110" y="1202456"/>
                    <a:pt x="704889" y="1203484"/>
                  </a:cubicBezTo>
                  <a:cubicBezTo>
                    <a:pt x="701890" y="1204588"/>
                    <a:pt x="698609" y="1204588"/>
                    <a:pt x="695610" y="1203484"/>
                  </a:cubicBezTo>
                  <a:cubicBezTo>
                    <a:pt x="687360" y="1203484"/>
                    <a:pt x="684263" y="1196263"/>
                    <a:pt x="678070" y="1192138"/>
                  </a:cubicBezTo>
                  <a:cubicBezTo>
                    <a:pt x="671888" y="1188012"/>
                    <a:pt x="670860" y="1192138"/>
                    <a:pt x="665695" y="1185945"/>
                  </a:cubicBezTo>
                  <a:cubicBezTo>
                    <a:pt x="660336" y="1178377"/>
                    <a:pt x="654100" y="1171458"/>
                    <a:pt x="647138" y="1165319"/>
                  </a:cubicBezTo>
                  <a:cubicBezTo>
                    <a:pt x="637859" y="1158109"/>
                    <a:pt x="647138" y="1147791"/>
                    <a:pt x="647138" y="1142637"/>
                  </a:cubicBezTo>
                  <a:cubicBezTo>
                    <a:pt x="647138" y="1137483"/>
                    <a:pt x="652292" y="1127165"/>
                    <a:pt x="657445" y="1120983"/>
                  </a:cubicBezTo>
                  <a:cubicBezTo>
                    <a:pt x="661473" y="1117389"/>
                    <a:pt x="664959" y="1113220"/>
                    <a:pt x="667763" y="1108608"/>
                  </a:cubicBezTo>
                  <a:cubicBezTo>
                    <a:pt x="671574" y="1101105"/>
                    <a:pt x="674346" y="1093126"/>
                    <a:pt x="676013" y="1084886"/>
                  </a:cubicBezTo>
                  <a:cubicBezTo>
                    <a:pt x="676013" y="1077665"/>
                    <a:pt x="676013" y="1070454"/>
                    <a:pt x="667763" y="1063233"/>
                  </a:cubicBezTo>
                  <a:cubicBezTo>
                    <a:pt x="659513" y="1056011"/>
                    <a:pt x="652292" y="1039511"/>
                    <a:pt x="639916" y="1027136"/>
                  </a:cubicBezTo>
                  <a:cubicBezTo>
                    <a:pt x="632511" y="1019806"/>
                    <a:pt x="622496" y="1015724"/>
                    <a:pt x="612080" y="1015789"/>
                  </a:cubicBezTo>
                  <a:cubicBezTo>
                    <a:pt x="609255" y="1015269"/>
                    <a:pt x="606916" y="1013310"/>
                    <a:pt x="605887" y="1010636"/>
                  </a:cubicBezTo>
                  <a:lnTo>
                    <a:pt x="605887" y="998261"/>
                  </a:lnTo>
                  <a:lnTo>
                    <a:pt x="607303" y="998261"/>
                  </a:lnTo>
                  <a:cubicBezTo>
                    <a:pt x="610267" y="998261"/>
                    <a:pt x="613618" y="998261"/>
                    <a:pt x="615166" y="998261"/>
                  </a:cubicBezTo>
                  <a:cubicBezTo>
                    <a:pt x="620569" y="994093"/>
                    <a:pt x="625733" y="989610"/>
                    <a:pt x="630638" y="984858"/>
                  </a:cubicBezTo>
                  <a:cubicBezTo>
                    <a:pt x="635358" y="980289"/>
                    <a:pt x="639830" y="975460"/>
                    <a:pt x="644041" y="970415"/>
                  </a:cubicBezTo>
                  <a:cubicBezTo>
                    <a:pt x="647051" y="966961"/>
                    <a:pt x="650992" y="964460"/>
                    <a:pt x="655388" y="963193"/>
                  </a:cubicBezTo>
                  <a:cubicBezTo>
                    <a:pt x="655388" y="963193"/>
                    <a:pt x="663638" y="958039"/>
                    <a:pt x="667763" y="958039"/>
                  </a:cubicBezTo>
                  <a:close/>
                  <a:moveTo>
                    <a:pt x="4670338" y="809159"/>
                  </a:moveTo>
                  <a:cubicBezTo>
                    <a:pt x="4673689" y="808515"/>
                    <a:pt x="4677814" y="809029"/>
                    <a:pt x="4680391" y="812634"/>
                  </a:cubicBezTo>
                  <a:cubicBezTo>
                    <a:pt x="4685545" y="819856"/>
                    <a:pt x="4686584" y="818827"/>
                    <a:pt x="4688641" y="820884"/>
                  </a:cubicBezTo>
                  <a:cubicBezTo>
                    <a:pt x="4690709" y="822952"/>
                    <a:pt x="4694834" y="820884"/>
                    <a:pt x="4695863" y="820884"/>
                  </a:cubicBezTo>
                  <a:cubicBezTo>
                    <a:pt x="4697768" y="823689"/>
                    <a:pt x="4697768" y="827370"/>
                    <a:pt x="4695863" y="830174"/>
                  </a:cubicBezTo>
                  <a:cubicBezTo>
                    <a:pt x="4695863" y="835327"/>
                    <a:pt x="4689670" y="836356"/>
                    <a:pt x="4687613" y="841510"/>
                  </a:cubicBezTo>
                  <a:cubicBezTo>
                    <a:pt x="4685545" y="846674"/>
                    <a:pt x="4676266" y="849760"/>
                    <a:pt x="4675238" y="853885"/>
                  </a:cubicBezTo>
                  <a:cubicBezTo>
                    <a:pt x="4674209" y="858021"/>
                    <a:pt x="4675238" y="861106"/>
                    <a:pt x="4668016" y="861106"/>
                  </a:cubicBezTo>
                  <a:cubicBezTo>
                    <a:pt x="4660794" y="861106"/>
                    <a:pt x="4660794" y="867299"/>
                    <a:pt x="4658737" y="868328"/>
                  </a:cubicBezTo>
                  <a:cubicBezTo>
                    <a:pt x="4655197" y="872020"/>
                    <a:pt x="4651408" y="875463"/>
                    <a:pt x="4647391" y="878635"/>
                  </a:cubicBezTo>
                  <a:lnTo>
                    <a:pt x="4627794" y="899260"/>
                  </a:lnTo>
                  <a:cubicBezTo>
                    <a:pt x="4627794" y="899260"/>
                    <a:pt x="4627794" y="909579"/>
                    <a:pt x="4616459" y="914732"/>
                  </a:cubicBezTo>
                  <a:lnTo>
                    <a:pt x="4606141" y="924011"/>
                  </a:lnTo>
                  <a:cubicBezTo>
                    <a:pt x="4599958" y="929164"/>
                    <a:pt x="4591708" y="924011"/>
                    <a:pt x="4589640" y="932261"/>
                  </a:cubicBezTo>
                  <a:cubicBezTo>
                    <a:pt x="4588092" y="935888"/>
                    <a:pt x="4588092" y="939981"/>
                    <a:pt x="4589640" y="943608"/>
                  </a:cubicBezTo>
                  <a:cubicBezTo>
                    <a:pt x="4589640" y="943608"/>
                    <a:pt x="4600987" y="949800"/>
                    <a:pt x="4604083" y="951858"/>
                  </a:cubicBezTo>
                  <a:cubicBezTo>
                    <a:pt x="4606985" y="955799"/>
                    <a:pt x="4610460" y="959274"/>
                    <a:pt x="4614391" y="962176"/>
                  </a:cubicBezTo>
                  <a:lnTo>
                    <a:pt x="4632959" y="975579"/>
                  </a:lnTo>
                  <a:lnTo>
                    <a:pt x="4644294" y="981762"/>
                  </a:lnTo>
                  <a:lnTo>
                    <a:pt x="4655641" y="981762"/>
                  </a:lnTo>
                  <a:cubicBezTo>
                    <a:pt x="4657601" y="982693"/>
                    <a:pt x="4659874" y="982693"/>
                    <a:pt x="4661834" y="981762"/>
                  </a:cubicBezTo>
                  <a:cubicBezTo>
                    <a:pt x="4661834" y="975579"/>
                    <a:pt x="4661834" y="973511"/>
                    <a:pt x="4653584" y="970426"/>
                  </a:cubicBezTo>
                  <a:cubicBezTo>
                    <a:pt x="4645334" y="967329"/>
                    <a:pt x="4641209" y="970426"/>
                    <a:pt x="4641209" y="965261"/>
                  </a:cubicBezTo>
                  <a:cubicBezTo>
                    <a:pt x="4641209" y="960108"/>
                    <a:pt x="4641209" y="957011"/>
                    <a:pt x="4647391" y="954954"/>
                  </a:cubicBezTo>
                  <a:cubicBezTo>
                    <a:pt x="4653584" y="952886"/>
                    <a:pt x="4654612" y="945675"/>
                    <a:pt x="4647391" y="942579"/>
                  </a:cubicBezTo>
                  <a:cubicBezTo>
                    <a:pt x="4640180" y="939482"/>
                    <a:pt x="4637084" y="942579"/>
                    <a:pt x="4633987" y="948761"/>
                  </a:cubicBezTo>
                  <a:cubicBezTo>
                    <a:pt x="4631724" y="951327"/>
                    <a:pt x="4627816" y="951576"/>
                    <a:pt x="4625250" y="949313"/>
                  </a:cubicBezTo>
                  <a:cubicBezTo>
                    <a:pt x="4625055" y="949140"/>
                    <a:pt x="4624871" y="948956"/>
                    <a:pt x="4624709" y="948761"/>
                  </a:cubicBezTo>
                  <a:cubicBezTo>
                    <a:pt x="4624709" y="948761"/>
                    <a:pt x="4616459" y="948761"/>
                    <a:pt x="4615419" y="948761"/>
                  </a:cubicBezTo>
                  <a:cubicBezTo>
                    <a:pt x="4613503" y="942503"/>
                    <a:pt x="4616036" y="935726"/>
                    <a:pt x="4621612" y="932261"/>
                  </a:cubicBezTo>
                  <a:cubicBezTo>
                    <a:pt x="4629375" y="924509"/>
                    <a:pt x="4637647" y="917266"/>
                    <a:pt x="4646362" y="910607"/>
                  </a:cubicBezTo>
                  <a:cubicBezTo>
                    <a:pt x="4651516" y="910607"/>
                    <a:pt x="4655641" y="896175"/>
                    <a:pt x="4659766" y="893078"/>
                  </a:cubicBezTo>
                  <a:cubicBezTo>
                    <a:pt x="4667854" y="886062"/>
                    <a:pt x="4675443" y="878484"/>
                    <a:pt x="4682459" y="870385"/>
                  </a:cubicBezTo>
                  <a:cubicBezTo>
                    <a:pt x="4684689" y="867776"/>
                    <a:pt x="4686757" y="865015"/>
                    <a:pt x="4688641" y="862146"/>
                  </a:cubicBezTo>
                  <a:cubicBezTo>
                    <a:pt x="4693199" y="858129"/>
                    <a:pt x="4699067" y="855920"/>
                    <a:pt x="4705141" y="855953"/>
                  </a:cubicBezTo>
                  <a:cubicBezTo>
                    <a:pt x="4708855" y="854946"/>
                    <a:pt x="4712774" y="854946"/>
                    <a:pt x="4716488" y="855953"/>
                  </a:cubicBezTo>
                  <a:cubicBezTo>
                    <a:pt x="4716488" y="855953"/>
                    <a:pt x="4716488" y="866260"/>
                    <a:pt x="4707209" y="871424"/>
                  </a:cubicBezTo>
                  <a:cubicBezTo>
                    <a:pt x="4704134" y="873990"/>
                    <a:pt x="4702261" y="877726"/>
                    <a:pt x="4702056" y="881732"/>
                  </a:cubicBezTo>
                  <a:cubicBezTo>
                    <a:pt x="4695440" y="891747"/>
                    <a:pt x="4687840" y="901079"/>
                    <a:pt x="4679363" y="909579"/>
                  </a:cubicBezTo>
                  <a:cubicBezTo>
                    <a:pt x="4674209" y="909579"/>
                    <a:pt x="4679363" y="914732"/>
                    <a:pt x="4679363" y="918857"/>
                  </a:cubicBezTo>
                  <a:cubicBezTo>
                    <a:pt x="4679363" y="922982"/>
                    <a:pt x="4690709" y="927107"/>
                    <a:pt x="4691738" y="932261"/>
                  </a:cubicBezTo>
                  <a:cubicBezTo>
                    <a:pt x="4692766" y="937425"/>
                    <a:pt x="4691738" y="941550"/>
                    <a:pt x="4691738" y="943608"/>
                  </a:cubicBezTo>
                  <a:cubicBezTo>
                    <a:pt x="4691738" y="945675"/>
                    <a:pt x="4710306" y="943608"/>
                    <a:pt x="4714420" y="943608"/>
                  </a:cubicBezTo>
                  <a:cubicBezTo>
                    <a:pt x="4718545" y="943608"/>
                    <a:pt x="4725766" y="926079"/>
                    <a:pt x="4723709" y="922982"/>
                  </a:cubicBezTo>
                  <a:cubicBezTo>
                    <a:pt x="4721641" y="919886"/>
                    <a:pt x="4714420" y="922982"/>
                    <a:pt x="4709266" y="915761"/>
                  </a:cubicBezTo>
                  <a:cubicBezTo>
                    <a:pt x="4704113" y="908550"/>
                    <a:pt x="4701016" y="915761"/>
                    <a:pt x="4698959" y="915761"/>
                  </a:cubicBezTo>
                  <a:cubicBezTo>
                    <a:pt x="4696891" y="915761"/>
                    <a:pt x="4707209" y="902357"/>
                    <a:pt x="4714420" y="901328"/>
                  </a:cubicBezTo>
                  <a:cubicBezTo>
                    <a:pt x="4720862" y="900083"/>
                    <a:pt x="4726892" y="897247"/>
                    <a:pt x="4731959" y="893078"/>
                  </a:cubicBezTo>
                  <a:cubicBezTo>
                    <a:pt x="4737113" y="887925"/>
                    <a:pt x="4738142" y="877606"/>
                    <a:pt x="4740209" y="875549"/>
                  </a:cubicBezTo>
                  <a:cubicBezTo>
                    <a:pt x="4745872" y="873492"/>
                    <a:pt x="4752076" y="873492"/>
                    <a:pt x="4757738" y="875549"/>
                  </a:cubicBezTo>
                  <a:cubicBezTo>
                    <a:pt x="4757738" y="875549"/>
                    <a:pt x="4757738" y="888953"/>
                    <a:pt x="4757738" y="893078"/>
                  </a:cubicBezTo>
                  <a:cubicBezTo>
                    <a:pt x="4766183" y="895309"/>
                    <a:pt x="4775072" y="895309"/>
                    <a:pt x="4783517" y="893078"/>
                  </a:cubicBezTo>
                  <a:cubicBezTo>
                    <a:pt x="4788670" y="893078"/>
                    <a:pt x="4800017" y="883800"/>
                    <a:pt x="4807239" y="886885"/>
                  </a:cubicBezTo>
                  <a:cubicBezTo>
                    <a:pt x="4814460" y="889982"/>
                    <a:pt x="4807239" y="893078"/>
                    <a:pt x="4814460" y="893078"/>
                  </a:cubicBezTo>
                  <a:lnTo>
                    <a:pt x="4822710" y="899260"/>
                  </a:lnTo>
                  <a:lnTo>
                    <a:pt x="4815489" y="903386"/>
                  </a:lnTo>
                  <a:cubicBezTo>
                    <a:pt x="4818000" y="910748"/>
                    <a:pt x="4818000" y="918716"/>
                    <a:pt x="4815489" y="926079"/>
                  </a:cubicBezTo>
                  <a:cubicBezTo>
                    <a:pt x="4815489" y="933300"/>
                    <a:pt x="4802085" y="936386"/>
                    <a:pt x="4793835" y="935357"/>
                  </a:cubicBezTo>
                  <a:cubicBezTo>
                    <a:pt x="4786018" y="933625"/>
                    <a:pt x="4777919" y="933625"/>
                    <a:pt x="4770113" y="935357"/>
                  </a:cubicBezTo>
                  <a:cubicBezTo>
                    <a:pt x="4770113" y="935357"/>
                    <a:pt x="4756710" y="943608"/>
                    <a:pt x="4756710" y="946704"/>
                  </a:cubicBezTo>
                  <a:cubicBezTo>
                    <a:pt x="4758442" y="952063"/>
                    <a:pt x="4758442" y="957845"/>
                    <a:pt x="4756710" y="963204"/>
                  </a:cubicBezTo>
                  <a:cubicBezTo>
                    <a:pt x="4751556" y="968358"/>
                    <a:pt x="4741238" y="963204"/>
                    <a:pt x="4713391" y="976608"/>
                  </a:cubicBezTo>
                  <a:lnTo>
                    <a:pt x="4686584" y="976608"/>
                  </a:lnTo>
                  <a:cubicBezTo>
                    <a:pt x="4681430" y="976608"/>
                    <a:pt x="4686584" y="991051"/>
                    <a:pt x="4692766" y="997233"/>
                  </a:cubicBezTo>
                  <a:cubicBezTo>
                    <a:pt x="4698959" y="1003415"/>
                    <a:pt x="4679363" y="1004455"/>
                    <a:pt x="4687613" y="1013733"/>
                  </a:cubicBezTo>
                  <a:cubicBezTo>
                    <a:pt x="4695863" y="1023012"/>
                    <a:pt x="4707209" y="1021983"/>
                    <a:pt x="4711334" y="1013733"/>
                  </a:cubicBezTo>
                  <a:cubicBezTo>
                    <a:pt x="4715459" y="1005483"/>
                    <a:pt x="4705141" y="1003415"/>
                    <a:pt x="4705141" y="999301"/>
                  </a:cubicBezTo>
                  <a:cubicBezTo>
                    <a:pt x="4705141" y="995176"/>
                    <a:pt x="4712363" y="984858"/>
                    <a:pt x="4714420" y="985887"/>
                  </a:cubicBezTo>
                  <a:cubicBezTo>
                    <a:pt x="4718426" y="987305"/>
                    <a:pt x="4722800" y="987305"/>
                    <a:pt x="4726795" y="985887"/>
                  </a:cubicBezTo>
                  <a:cubicBezTo>
                    <a:pt x="4726806" y="985887"/>
                    <a:pt x="4735045" y="985887"/>
                    <a:pt x="4739181" y="985887"/>
                  </a:cubicBezTo>
                  <a:cubicBezTo>
                    <a:pt x="4743306" y="985887"/>
                    <a:pt x="4739181" y="976608"/>
                    <a:pt x="4749488" y="974551"/>
                  </a:cubicBezTo>
                  <a:cubicBezTo>
                    <a:pt x="4759795" y="972483"/>
                    <a:pt x="4760835" y="974551"/>
                    <a:pt x="4763920" y="979704"/>
                  </a:cubicBezTo>
                  <a:cubicBezTo>
                    <a:pt x="4767017" y="984858"/>
                    <a:pt x="4774238" y="979704"/>
                    <a:pt x="4778363" y="979704"/>
                  </a:cubicBezTo>
                  <a:lnTo>
                    <a:pt x="4789710" y="973511"/>
                  </a:lnTo>
                  <a:cubicBezTo>
                    <a:pt x="4797960" y="966301"/>
                    <a:pt x="4789710" y="953926"/>
                    <a:pt x="4800017" y="949800"/>
                  </a:cubicBezTo>
                  <a:cubicBezTo>
                    <a:pt x="4810335" y="945675"/>
                    <a:pt x="4847460" y="967329"/>
                    <a:pt x="4852614" y="968358"/>
                  </a:cubicBezTo>
                  <a:cubicBezTo>
                    <a:pt x="4857767" y="969386"/>
                    <a:pt x="4857767" y="968358"/>
                    <a:pt x="4860864" y="968358"/>
                  </a:cubicBezTo>
                  <a:cubicBezTo>
                    <a:pt x="4866050" y="969159"/>
                    <a:pt x="4870392" y="972710"/>
                    <a:pt x="4872210" y="977637"/>
                  </a:cubicBezTo>
                  <a:cubicBezTo>
                    <a:pt x="4872633" y="983819"/>
                    <a:pt x="4872633" y="990023"/>
                    <a:pt x="4872210" y="996205"/>
                  </a:cubicBezTo>
                  <a:cubicBezTo>
                    <a:pt x="4872286" y="1000535"/>
                    <a:pt x="4869883" y="1004541"/>
                    <a:pt x="4866017" y="1006512"/>
                  </a:cubicBezTo>
                  <a:cubicBezTo>
                    <a:pt x="4866017" y="1006512"/>
                    <a:pt x="4850546" y="1013733"/>
                    <a:pt x="4850546" y="1019926"/>
                  </a:cubicBezTo>
                  <a:cubicBezTo>
                    <a:pt x="4850546" y="1026108"/>
                    <a:pt x="4833017" y="1019926"/>
                    <a:pt x="4822710" y="1019926"/>
                  </a:cubicBezTo>
                  <a:cubicBezTo>
                    <a:pt x="4807747" y="1020966"/>
                    <a:pt x="4793413" y="1026347"/>
                    <a:pt x="4781460" y="1035387"/>
                  </a:cubicBezTo>
                  <a:lnTo>
                    <a:pt x="4767017" y="1041580"/>
                  </a:lnTo>
                  <a:lnTo>
                    <a:pt x="4752585" y="1049830"/>
                  </a:lnTo>
                  <a:cubicBezTo>
                    <a:pt x="4745515" y="1052450"/>
                    <a:pt x="4739159" y="1056695"/>
                    <a:pt x="4734016" y="1062205"/>
                  </a:cubicBezTo>
                  <a:cubicBezTo>
                    <a:pt x="4734016" y="1062205"/>
                    <a:pt x="4734016" y="1068388"/>
                    <a:pt x="4739181" y="1071484"/>
                  </a:cubicBezTo>
                  <a:cubicBezTo>
                    <a:pt x="4745363" y="1075382"/>
                    <a:pt x="4752487" y="1077526"/>
                    <a:pt x="4759806" y="1077677"/>
                  </a:cubicBezTo>
                  <a:lnTo>
                    <a:pt x="4769085" y="1086956"/>
                  </a:lnTo>
                  <a:cubicBezTo>
                    <a:pt x="4769085" y="1086956"/>
                    <a:pt x="4769085" y="1097263"/>
                    <a:pt x="4769085" y="1100359"/>
                  </a:cubicBezTo>
                  <a:cubicBezTo>
                    <a:pt x="4769085" y="1103456"/>
                    <a:pt x="4774238" y="1100359"/>
                    <a:pt x="4775267" y="1111706"/>
                  </a:cubicBezTo>
                  <a:cubicBezTo>
                    <a:pt x="4776295" y="1123053"/>
                    <a:pt x="4781460" y="1118928"/>
                    <a:pt x="4775267" y="1125110"/>
                  </a:cubicBezTo>
                  <a:cubicBezTo>
                    <a:pt x="4772300" y="1135623"/>
                    <a:pt x="4766183" y="1144988"/>
                    <a:pt x="4757738" y="1151928"/>
                  </a:cubicBezTo>
                  <a:cubicBezTo>
                    <a:pt x="4750073" y="1157980"/>
                    <a:pt x="4741325" y="1162528"/>
                    <a:pt x="4731959" y="1165332"/>
                  </a:cubicBezTo>
                  <a:cubicBezTo>
                    <a:pt x="4717700" y="1160850"/>
                    <a:pt x="4704892" y="1152664"/>
                    <a:pt x="4694834" y="1141610"/>
                  </a:cubicBezTo>
                  <a:cubicBezTo>
                    <a:pt x="4691175" y="1138113"/>
                    <a:pt x="4686465" y="1135937"/>
                    <a:pt x="4681430" y="1135428"/>
                  </a:cubicBezTo>
                  <a:cubicBezTo>
                    <a:pt x="4681430" y="1135417"/>
                    <a:pt x="4672141" y="1127178"/>
                    <a:pt x="4671112" y="1123053"/>
                  </a:cubicBezTo>
                  <a:cubicBezTo>
                    <a:pt x="4667767" y="1116697"/>
                    <a:pt x="4662787" y="1111349"/>
                    <a:pt x="4656669" y="1107581"/>
                  </a:cubicBezTo>
                  <a:cubicBezTo>
                    <a:pt x="4643385" y="1099515"/>
                    <a:pt x="4627740" y="1096234"/>
                    <a:pt x="4612333" y="1098302"/>
                  </a:cubicBezTo>
                  <a:cubicBezTo>
                    <a:pt x="4605892" y="1099829"/>
                    <a:pt x="4599179" y="1099829"/>
                    <a:pt x="4592737" y="1098302"/>
                  </a:cubicBezTo>
                  <a:cubicBezTo>
                    <a:pt x="4584519" y="1097198"/>
                    <a:pt x="4576193" y="1097198"/>
                    <a:pt x="4567987" y="1098302"/>
                  </a:cubicBezTo>
                  <a:cubicBezTo>
                    <a:pt x="4561003" y="1099937"/>
                    <a:pt x="4554810" y="1103943"/>
                    <a:pt x="4550458" y="1109638"/>
                  </a:cubicBezTo>
                  <a:cubicBezTo>
                    <a:pt x="4550458" y="1109638"/>
                    <a:pt x="4550458" y="1115831"/>
                    <a:pt x="4550458" y="1118928"/>
                  </a:cubicBezTo>
                  <a:cubicBezTo>
                    <a:pt x="4556922" y="1120996"/>
                    <a:pt x="4563147" y="1123767"/>
                    <a:pt x="4569015" y="1127178"/>
                  </a:cubicBezTo>
                  <a:cubicBezTo>
                    <a:pt x="4569015" y="1127178"/>
                    <a:pt x="4579333" y="1127178"/>
                    <a:pt x="4581390" y="1127178"/>
                  </a:cubicBezTo>
                  <a:cubicBezTo>
                    <a:pt x="4583458" y="1127178"/>
                    <a:pt x="4581390" y="1139553"/>
                    <a:pt x="4587583" y="1149860"/>
                  </a:cubicBezTo>
                  <a:cubicBezTo>
                    <a:pt x="4593765" y="1160178"/>
                    <a:pt x="4587583" y="1161207"/>
                    <a:pt x="4595833" y="1170485"/>
                  </a:cubicBezTo>
                  <a:cubicBezTo>
                    <a:pt x="4604083" y="1179764"/>
                    <a:pt x="4600987" y="1178736"/>
                    <a:pt x="4595833" y="1181832"/>
                  </a:cubicBezTo>
                  <a:cubicBezTo>
                    <a:pt x="4590680" y="1184929"/>
                    <a:pt x="4583458" y="1192139"/>
                    <a:pt x="4577265" y="1192139"/>
                  </a:cubicBezTo>
                  <a:cubicBezTo>
                    <a:pt x="4571874" y="1193688"/>
                    <a:pt x="4566157" y="1193688"/>
                    <a:pt x="4560765" y="1192139"/>
                  </a:cubicBezTo>
                  <a:cubicBezTo>
                    <a:pt x="4555308" y="1187191"/>
                    <a:pt x="4549451" y="1182698"/>
                    <a:pt x="4543237" y="1178736"/>
                  </a:cubicBezTo>
                  <a:lnTo>
                    <a:pt x="4529833" y="1171514"/>
                  </a:lnTo>
                  <a:cubicBezTo>
                    <a:pt x="4524668" y="1171514"/>
                    <a:pt x="4503015" y="1151928"/>
                    <a:pt x="4495793" y="1157082"/>
                  </a:cubicBezTo>
                  <a:cubicBezTo>
                    <a:pt x="4490975" y="1163210"/>
                    <a:pt x="4485811" y="1169067"/>
                    <a:pt x="4480332" y="1174611"/>
                  </a:cubicBezTo>
                  <a:cubicBezTo>
                    <a:pt x="4480332" y="1174611"/>
                    <a:pt x="4470015" y="1182861"/>
                    <a:pt x="4463832" y="1185957"/>
                  </a:cubicBezTo>
                  <a:cubicBezTo>
                    <a:pt x="4456394" y="1189075"/>
                    <a:pt x="4449454" y="1193244"/>
                    <a:pt x="4443207" y="1198332"/>
                  </a:cubicBezTo>
                  <a:cubicBezTo>
                    <a:pt x="4443207" y="1203486"/>
                    <a:pt x="4427736" y="1198332"/>
                    <a:pt x="4426707" y="1198332"/>
                  </a:cubicBezTo>
                  <a:cubicBezTo>
                    <a:pt x="4425668" y="1198332"/>
                    <a:pt x="4401957" y="1214833"/>
                    <a:pt x="4390610" y="1208640"/>
                  </a:cubicBezTo>
                  <a:cubicBezTo>
                    <a:pt x="4379264" y="1202457"/>
                    <a:pt x="4373082" y="1200389"/>
                    <a:pt x="4367928" y="1196264"/>
                  </a:cubicBezTo>
                  <a:cubicBezTo>
                    <a:pt x="4362439" y="1191966"/>
                    <a:pt x="4356571" y="1188166"/>
                    <a:pt x="4350389" y="1184929"/>
                  </a:cubicBezTo>
                  <a:cubicBezTo>
                    <a:pt x="4341532" y="1179905"/>
                    <a:pt x="4334354" y="1172369"/>
                    <a:pt x="4329763" y="1163275"/>
                  </a:cubicBezTo>
                  <a:cubicBezTo>
                    <a:pt x="4329763" y="1163264"/>
                    <a:pt x="4338014" y="1153985"/>
                    <a:pt x="4342139" y="1149860"/>
                  </a:cubicBezTo>
                  <a:cubicBezTo>
                    <a:pt x="4346264" y="1145735"/>
                    <a:pt x="4342139" y="1114803"/>
                    <a:pt x="4342139" y="1110678"/>
                  </a:cubicBezTo>
                  <a:cubicBezTo>
                    <a:pt x="4342139" y="1106542"/>
                    <a:pt x="4351417" y="1110678"/>
                    <a:pt x="4358639" y="1116860"/>
                  </a:cubicBezTo>
                  <a:cubicBezTo>
                    <a:pt x="4368188" y="1124655"/>
                    <a:pt x="4378170" y="1131877"/>
                    <a:pt x="4388553" y="1138514"/>
                  </a:cubicBezTo>
                  <a:cubicBezTo>
                    <a:pt x="4402985" y="1146764"/>
                    <a:pt x="4429804" y="1130263"/>
                    <a:pt x="4445264" y="1126138"/>
                  </a:cubicBezTo>
                  <a:cubicBezTo>
                    <a:pt x="4460736" y="1122013"/>
                    <a:pt x="4454543" y="1119956"/>
                    <a:pt x="4445264" y="1112735"/>
                  </a:cubicBezTo>
                  <a:cubicBezTo>
                    <a:pt x="4438249" y="1106217"/>
                    <a:pt x="4430659" y="1100349"/>
                    <a:pt x="4422582" y="1095206"/>
                  </a:cubicBezTo>
                  <a:lnTo>
                    <a:pt x="4399889" y="1078706"/>
                  </a:lnTo>
                  <a:cubicBezTo>
                    <a:pt x="4399889" y="1073552"/>
                    <a:pt x="4380292" y="1069427"/>
                    <a:pt x="4378235" y="1067359"/>
                  </a:cubicBezTo>
                  <a:cubicBezTo>
                    <a:pt x="4376167" y="1065302"/>
                    <a:pt x="4366889" y="1060137"/>
                    <a:pt x="4367928" y="1048802"/>
                  </a:cubicBezTo>
                  <a:cubicBezTo>
                    <a:pt x="4368957" y="1037455"/>
                    <a:pt x="4367928" y="1041580"/>
                    <a:pt x="4367928" y="1038484"/>
                  </a:cubicBezTo>
                  <a:cubicBezTo>
                    <a:pt x="4367928" y="1035387"/>
                    <a:pt x="4375139" y="1029205"/>
                    <a:pt x="4378235" y="1026108"/>
                  </a:cubicBezTo>
                  <a:cubicBezTo>
                    <a:pt x="4383497" y="1021767"/>
                    <a:pt x="4389419" y="1018291"/>
                    <a:pt x="4395764" y="1015790"/>
                  </a:cubicBezTo>
                  <a:cubicBezTo>
                    <a:pt x="4405984" y="1013939"/>
                    <a:pt x="4416508" y="1016570"/>
                    <a:pt x="4424639" y="1023012"/>
                  </a:cubicBezTo>
                  <a:cubicBezTo>
                    <a:pt x="4424639" y="1023012"/>
                    <a:pt x="4431861" y="1037455"/>
                    <a:pt x="4433929" y="1039512"/>
                  </a:cubicBezTo>
                  <a:cubicBezTo>
                    <a:pt x="4435986" y="1041580"/>
                    <a:pt x="4448361" y="1039512"/>
                    <a:pt x="4454543" y="1045705"/>
                  </a:cubicBezTo>
                  <a:cubicBezTo>
                    <a:pt x="4461418" y="1048867"/>
                    <a:pt x="4467979" y="1052667"/>
                    <a:pt x="4474140" y="1057041"/>
                  </a:cubicBezTo>
                  <a:cubicBezTo>
                    <a:pt x="4478427" y="1059986"/>
                    <a:pt x="4483396" y="1061762"/>
                    <a:pt x="4488583" y="1062205"/>
                  </a:cubicBezTo>
                  <a:cubicBezTo>
                    <a:pt x="4491062" y="1063927"/>
                    <a:pt x="4494353" y="1063927"/>
                    <a:pt x="4496833" y="1062205"/>
                  </a:cubicBezTo>
                  <a:cubicBezTo>
                    <a:pt x="4496833" y="1062205"/>
                    <a:pt x="4507140" y="1053955"/>
                    <a:pt x="4510236" y="1052927"/>
                  </a:cubicBezTo>
                  <a:lnTo>
                    <a:pt x="4526736" y="1045705"/>
                  </a:lnTo>
                  <a:cubicBezTo>
                    <a:pt x="4526736" y="1045705"/>
                    <a:pt x="4526736" y="1038484"/>
                    <a:pt x="4518486" y="1035387"/>
                  </a:cubicBezTo>
                  <a:cubicBezTo>
                    <a:pt x="4513084" y="1033947"/>
                    <a:pt x="4507389" y="1033947"/>
                    <a:pt x="4501986" y="1035387"/>
                  </a:cubicBezTo>
                  <a:cubicBezTo>
                    <a:pt x="4496172" y="1034922"/>
                    <a:pt x="4490531" y="1033157"/>
                    <a:pt x="4485486" y="1030234"/>
                  </a:cubicBezTo>
                  <a:cubicBezTo>
                    <a:pt x="4481394" y="1027852"/>
                    <a:pt x="4478145" y="1024246"/>
                    <a:pt x="4476207" y="1019926"/>
                  </a:cubicBezTo>
                  <a:cubicBezTo>
                    <a:pt x="4476207" y="1013733"/>
                    <a:pt x="4476207" y="1011676"/>
                    <a:pt x="4476207" y="1007551"/>
                  </a:cubicBezTo>
                  <a:cubicBezTo>
                    <a:pt x="4480549" y="1002744"/>
                    <a:pt x="4486341" y="999485"/>
                    <a:pt x="4492708" y="998262"/>
                  </a:cubicBezTo>
                  <a:cubicBezTo>
                    <a:pt x="4492708" y="998262"/>
                    <a:pt x="4510236" y="983830"/>
                    <a:pt x="4526736" y="984858"/>
                  </a:cubicBezTo>
                  <a:cubicBezTo>
                    <a:pt x="4543237" y="985887"/>
                    <a:pt x="4536015" y="997233"/>
                    <a:pt x="4541169" y="999301"/>
                  </a:cubicBezTo>
                  <a:lnTo>
                    <a:pt x="4550458" y="999301"/>
                  </a:lnTo>
                  <a:lnTo>
                    <a:pt x="4563862" y="1011676"/>
                  </a:lnTo>
                  <a:cubicBezTo>
                    <a:pt x="4569762" y="1015910"/>
                    <a:pt x="4575966" y="1019699"/>
                    <a:pt x="4582419" y="1023012"/>
                  </a:cubicBezTo>
                  <a:cubicBezTo>
                    <a:pt x="4582419" y="1023012"/>
                    <a:pt x="4589640" y="1031262"/>
                    <a:pt x="4594805" y="1032291"/>
                  </a:cubicBezTo>
                  <a:lnTo>
                    <a:pt x="4607180" y="1039512"/>
                  </a:lnTo>
                  <a:cubicBezTo>
                    <a:pt x="4607180" y="1039512"/>
                    <a:pt x="4613362" y="1039512"/>
                    <a:pt x="4616459" y="1039512"/>
                  </a:cubicBezTo>
                  <a:cubicBezTo>
                    <a:pt x="4619555" y="1039512"/>
                    <a:pt x="4626766" y="1049830"/>
                    <a:pt x="4628834" y="1052927"/>
                  </a:cubicBezTo>
                  <a:cubicBezTo>
                    <a:pt x="4632818" y="1056121"/>
                    <a:pt x="4636607" y="1059564"/>
                    <a:pt x="4640169" y="1063234"/>
                  </a:cubicBezTo>
                  <a:cubicBezTo>
                    <a:pt x="4641534" y="1068193"/>
                    <a:pt x="4644002" y="1072773"/>
                    <a:pt x="4647391" y="1076638"/>
                  </a:cubicBezTo>
                  <a:cubicBezTo>
                    <a:pt x="4647391" y="1076638"/>
                    <a:pt x="4662862" y="1081802"/>
                    <a:pt x="4665959" y="1083859"/>
                  </a:cubicBezTo>
                  <a:cubicBezTo>
                    <a:pt x="4669055" y="1085927"/>
                    <a:pt x="4683488" y="1083859"/>
                    <a:pt x="4685545" y="1078706"/>
                  </a:cubicBezTo>
                  <a:cubicBezTo>
                    <a:pt x="4680553" y="1072946"/>
                    <a:pt x="4674631" y="1068063"/>
                    <a:pt x="4668016" y="1064263"/>
                  </a:cubicBezTo>
                  <a:cubicBezTo>
                    <a:pt x="4662862" y="1064273"/>
                    <a:pt x="4652555" y="1049830"/>
                    <a:pt x="4649459" y="1048802"/>
                  </a:cubicBezTo>
                  <a:cubicBezTo>
                    <a:pt x="4638101" y="1042814"/>
                    <a:pt x="4628227" y="1034359"/>
                    <a:pt x="4620584" y="1024051"/>
                  </a:cubicBezTo>
                  <a:cubicBezTo>
                    <a:pt x="4616383" y="1019352"/>
                    <a:pt x="4611067" y="1015801"/>
                    <a:pt x="4605112" y="1013733"/>
                  </a:cubicBezTo>
                  <a:cubicBezTo>
                    <a:pt x="4599493" y="1010637"/>
                    <a:pt x="4594285" y="1006826"/>
                    <a:pt x="4589640" y="1002387"/>
                  </a:cubicBezTo>
                  <a:lnTo>
                    <a:pt x="4565930" y="982801"/>
                  </a:lnTo>
                  <a:cubicBezTo>
                    <a:pt x="4551746" y="971790"/>
                    <a:pt x="4536134" y="962760"/>
                    <a:pt x="4519515" y="955983"/>
                  </a:cubicBezTo>
                  <a:lnTo>
                    <a:pt x="4496833" y="955983"/>
                  </a:lnTo>
                  <a:cubicBezTo>
                    <a:pt x="4479293" y="955983"/>
                    <a:pt x="4463832" y="955983"/>
                    <a:pt x="4453514" y="947732"/>
                  </a:cubicBezTo>
                  <a:cubicBezTo>
                    <a:pt x="4448458" y="945394"/>
                    <a:pt x="4446174" y="939461"/>
                    <a:pt x="4448361" y="934329"/>
                  </a:cubicBezTo>
                  <a:cubicBezTo>
                    <a:pt x="4451652" y="923296"/>
                    <a:pt x="4457282" y="913097"/>
                    <a:pt x="4464861" y="904425"/>
                  </a:cubicBezTo>
                  <a:cubicBezTo>
                    <a:pt x="4472082" y="897203"/>
                    <a:pt x="4478265" y="904425"/>
                    <a:pt x="4488583" y="882760"/>
                  </a:cubicBezTo>
                  <a:cubicBezTo>
                    <a:pt x="4492729" y="880367"/>
                    <a:pt x="4497840" y="880367"/>
                    <a:pt x="4501986" y="882760"/>
                  </a:cubicBezTo>
                  <a:cubicBezTo>
                    <a:pt x="4505375" y="883637"/>
                    <a:pt x="4508915" y="883637"/>
                    <a:pt x="4512304" y="882760"/>
                  </a:cubicBezTo>
                  <a:cubicBezTo>
                    <a:pt x="4525708" y="882760"/>
                    <a:pt x="4539111" y="876578"/>
                    <a:pt x="4555612" y="873482"/>
                  </a:cubicBezTo>
                  <a:cubicBezTo>
                    <a:pt x="4555612" y="873482"/>
                    <a:pt x="4555612" y="873482"/>
                    <a:pt x="4560765" y="873482"/>
                  </a:cubicBezTo>
                  <a:cubicBezTo>
                    <a:pt x="4555373" y="881981"/>
                    <a:pt x="4549159" y="889928"/>
                    <a:pt x="4542208" y="897203"/>
                  </a:cubicBezTo>
                  <a:cubicBezTo>
                    <a:pt x="4538787" y="900224"/>
                    <a:pt x="4538462" y="905432"/>
                    <a:pt x="4541472" y="908853"/>
                  </a:cubicBezTo>
                  <a:cubicBezTo>
                    <a:pt x="4541699" y="909102"/>
                    <a:pt x="4541948" y="909351"/>
                    <a:pt x="4542208" y="909579"/>
                  </a:cubicBezTo>
                  <a:cubicBezTo>
                    <a:pt x="4548390" y="913097"/>
                    <a:pt x="4554962" y="915858"/>
                    <a:pt x="4561805" y="917829"/>
                  </a:cubicBezTo>
                  <a:cubicBezTo>
                    <a:pt x="4564674" y="919485"/>
                    <a:pt x="4568214" y="919485"/>
                    <a:pt x="4571083" y="917829"/>
                  </a:cubicBezTo>
                  <a:cubicBezTo>
                    <a:pt x="4571083" y="917829"/>
                    <a:pt x="4571083" y="907511"/>
                    <a:pt x="4577265" y="904425"/>
                  </a:cubicBezTo>
                  <a:cubicBezTo>
                    <a:pt x="4580286" y="898470"/>
                    <a:pt x="4584498" y="893197"/>
                    <a:pt x="4589640" y="888953"/>
                  </a:cubicBezTo>
                  <a:cubicBezTo>
                    <a:pt x="4599320" y="879620"/>
                    <a:pt x="4609659" y="871002"/>
                    <a:pt x="4620584" y="863174"/>
                  </a:cubicBezTo>
                  <a:cubicBezTo>
                    <a:pt x="4628834" y="858021"/>
                    <a:pt x="4631919" y="847703"/>
                    <a:pt x="4649459" y="832231"/>
                  </a:cubicBezTo>
                  <a:cubicBezTo>
                    <a:pt x="4666987" y="816759"/>
                    <a:pt x="4665959" y="814702"/>
                    <a:pt x="4664930" y="812634"/>
                  </a:cubicBezTo>
                  <a:cubicBezTo>
                    <a:pt x="4664411" y="811606"/>
                    <a:pt x="4666987" y="809803"/>
                    <a:pt x="4670338" y="809159"/>
                  </a:cubicBezTo>
                  <a:close/>
                  <a:moveTo>
                    <a:pt x="770888" y="804383"/>
                  </a:moveTo>
                  <a:cubicBezTo>
                    <a:pt x="770888" y="804383"/>
                    <a:pt x="778109" y="804383"/>
                    <a:pt x="782234" y="804383"/>
                  </a:cubicBezTo>
                  <a:cubicBezTo>
                    <a:pt x="790419" y="807242"/>
                    <a:pt x="798085" y="811420"/>
                    <a:pt x="804917" y="816759"/>
                  </a:cubicBezTo>
                  <a:cubicBezTo>
                    <a:pt x="818320" y="830162"/>
                    <a:pt x="812138" y="842537"/>
                    <a:pt x="817292" y="853884"/>
                  </a:cubicBezTo>
                  <a:cubicBezTo>
                    <a:pt x="820172" y="859070"/>
                    <a:pt x="823636" y="863920"/>
                    <a:pt x="827610" y="868327"/>
                  </a:cubicBezTo>
                  <a:cubicBezTo>
                    <a:pt x="835860" y="873481"/>
                    <a:pt x="844110" y="868316"/>
                    <a:pt x="842042" y="861105"/>
                  </a:cubicBezTo>
                  <a:cubicBezTo>
                    <a:pt x="843265" y="855324"/>
                    <a:pt x="843265" y="849358"/>
                    <a:pt x="842042" y="843576"/>
                  </a:cubicBezTo>
                  <a:cubicBezTo>
                    <a:pt x="842042" y="843576"/>
                    <a:pt x="855446" y="843576"/>
                    <a:pt x="864735" y="832230"/>
                  </a:cubicBezTo>
                  <a:cubicBezTo>
                    <a:pt x="874014" y="820884"/>
                    <a:pt x="884321" y="832230"/>
                    <a:pt x="893610" y="839441"/>
                  </a:cubicBezTo>
                  <a:cubicBezTo>
                    <a:pt x="899143" y="842278"/>
                    <a:pt x="904340" y="845731"/>
                    <a:pt x="909071" y="849759"/>
                  </a:cubicBezTo>
                  <a:cubicBezTo>
                    <a:pt x="909071" y="849759"/>
                    <a:pt x="909071" y="858009"/>
                    <a:pt x="909071" y="862134"/>
                  </a:cubicBezTo>
                  <a:lnTo>
                    <a:pt x="899793" y="877606"/>
                  </a:lnTo>
                  <a:cubicBezTo>
                    <a:pt x="899793" y="883788"/>
                    <a:pt x="899793" y="889981"/>
                    <a:pt x="899793" y="895134"/>
                  </a:cubicBezTo>
                  <a:cubicBezTo>
                    <a:pt x="899208" y="903027"/>
                    <a:pt x="899208" y="910963"/>
                    <a:pt x="899793" y="918856"/>
                  </a:cubicBezTo>
                  <a:cubicBezTo>
                    <a:pt x="898212" y="930820"/>
                    <a:pt x="894357" y="942372"/>
                    <a:pt x="888457" y="952885"/>
                  </a:cubicBezTo>
                  <a:cubicBezTo>
                    <a:pt x="892549" y="964935"/>
                    <a:pt x="898840" y="976119"/>
                    <a:pt x="907014" y="985885"/>
                  </a:cubicBezTo>
                  <a:cubicBezTo>
                    <a:pt x="910836" y="990368"/>
                    <a:pt x="915372" y="994201"/>
                    <a:pt x="920418" y="997232"/>
                  </a:cubicBezTo>
                  <a:cubicBezTo>
                    <a:pt x="929696" y="1002386"/>
                    <a:pt x="935889" y="1010636"/>
                    <a:pt x="949293" y="1010636"/>
                  </a:cubicBezTo>
                  <a:cubicBezTo>
                    <a:pt x="958604" y="1010733"/>
                    <a:pt x="967558" y="1007009"/>
                    <a:pt x="974043" y="1000318"/>
                  </a:cubicBezTo>
                  <a:cubicBezTo>
                    <a:pt x="978266" y="995846"/>
                    <a:pt x="983138" y="992024"/>
                    <a:pt x="988486" y="988982"/>
                  </a:cubicBezTo>
                  <a:cubicBezTo>
                    <a:pt x="988486" y="988982"/>
                    <a:pt x="997765" y="981760"/>
                    <a:pt x="998794" y="981760"/>
                  </a:cubicBezTo>
                  <a:cubicBezTo>
                    <a:pt x="1003287" y="980537"/>
                    <a:pt x="1007498" y="978436"/>
                    <a:pt x="1011169" y="975578"/>
                  </a:cubicBezTo>
                  <a:cubicBezTo>
                    <a:pt x="1015489" y="970598"/>
                    <a:pt x="1020328" y="966105"/>
                    <a:pt x="1025612" y="962164"/>
                  </a:cubicBezTo>
                  <a:cubicBezTo>
                    <a:pt x="1035302" y="959479"/>
                    <a:pt x="1045631" y="963203"/>
                    <a:pt x="1051391" y="971442"/>
                  </a:cubicBezTo>
                  <a:cubicBezTo>
                    <a:pt x="1057021" y="979919"/>
                    <a:pt x="1061860" y="988895"/>
                    <a:pt x="1065834" y="998260"/>
                  </a:cubicBezTo>
                  <a:cubicBezTo>
                    <a:pt x="1070446" y="1003349"/>
                    <a:pt x="1073012" y="1009964"/>
                    <a:pt x="1073044" y="1016828"/>
                  </a:cubicBezTo>
                  <a:cubicBezTo>
                    <a:pt x="1073044" y="1021981"/>
                    <a:pt x="1063766" y="1028164"/>
                    <a:pt x="1061698" y="1034357"/>
                  </a:cubicBezTo>
                  <a:cubicBezTo>
                    <a:pt x="1059424" y="1041123"/>
                    <a:pt x="1055927" y="1047403"/>
                    <a:pt x="1051391" y="1052914"/>
                  </a:cubicBezTo>
                  <a:cubicBezTo>
                    <a:pt x="1046551" y="1055686"/>
                    <a:pt x="1041343" y="1057775"/>
                    <a:pt x="1035919" y="1059107"/>
                  </a:cubicBezTo>
                  <a:cubicBezTo>
                    <a:pt x="1029509" y="1063189"/>
                    <a:pt x="1023901" y="1068429"/>
                    <a:pt x="1019419" y="1074568"/>
                  </a:cubicBezTo>
                  <a:lnTo>
                    <a:pt x="1003947" y="1090039"/>
                  </a:lnTo>
                  <a:lnTo>
                    <a:pt x="987447" y="1100357"/>
                  </a:lnTo>
                  <a:cubicBezTo>
                    <a:pt x="981265" y="1105511"/>
                    <a:pt x="973015" y="1115829"/>
                    <a:pt x="967861" y="1118915"/>
                  </a:cubicBezTo>
                  <a:cubicBezTo>
                    <a:pt x="962989" y="1121405"/>
                    <a:pt x="957770" y="1123137"/>
                    <a:pt x="952390" y="1124079"/>
                  </a:cubicBezTo>
                  <a:cubicBezTo>
                    <a:pt x="944508" y="1124989"/>
                    <a:pt x="936550" y="1124989"/>
                    <a:pt x="928668" y="1124079"/>
                  </a:cubicBezTo>
                  <a:cubicBezTo>
                    <a:pt x="922107" y="1119380"/>
                    <a:pt x="915903" y="1114216"/>
                    <a:pt x="910111" y="1108607"/>
                  </a:cubicBezTo>
                  <a:lnTo>
                    <a:pt x="885360" y="1093136"/>
                  </a:lnTo>
                  <a:lnTo>
                    <a:pt x="870917" y="1081789"/>
                  </a:lnTo>
                  <a:cubicBezTo>
                    <a:pt x="866543" y="1077783"/>
                    <a:pt x="861693" y="1074319"/>
                    <a:pt x="856485" y="1071482"/>
                  </a:cubicBezTo>
                  <a:cubicBezTo>
                    <a:pt x="848885" y="1067357"/>
                    <a:pt x="841944" y="1062149"/>
                    <a:pt x="835849" y="1056010"/>
                  </a:cubicBezTo>
                  <a:cubicBezTo>
                    <a:pt x="825542" y="1046732"/>
                    <a:pt x="826570" y="1041578"/>
                    <a:pt x="809042" y="1020953"/>
                  </a:cubicBezTo>
                  <a:lnTo>
                    <a:pt x="803888" y="1007539"/>
                  </a:lnTo>
                  <a:cubicBezTo>
                    <a:pt x="794609" y="998260"/>
                    <a:pt x="797695" y="997232"/>
                    <a:pt x="790484" y="988982"/>
                  </a:cubicBezTo>
                  <a:lnTo>
                    <a:pt x="778109" y="970414"/>
                  </a:lnTo>
                  <a:lnTo>
                    <a:pt x="753359" y="944635"/>
                  </a:lnTo>
                  <a:cubicBezTo>
                    <a:pt x="748422" y="939406"/>
                    <a:pt x="744264" y="933505"/>
                    <a:pt x="740984" y="927106"/>
                  </a:cubicBezTo>
                  <a:cubicBezTo>
                    <a:pt x="735202" y="916994"/>
                    <a:pt x="728652" y="907336"/>
                    <a:pt x="721387" y="898231"/>
                  </a:cubicBezTo>
                  <a:cubicBezTo>
                    <a:pt x="715367" y="893272"/>
                    <a:pt x="709846" y="887750"/>
                    <a:pt x="704887" y="881731"/>
                  </a:cubicBezTo>
                  <a:cubicBezTo>
                    <a:pt x="700686" y="877032"/>
                    <a:pt x="700686" y="869930"/>
                    <a:pt x="704887" y="865230"/>
                  </a:cubicBezTo>
                  <a:cubicBezTo>
                    <a:pt x="704887" y="865230"/>
                    <a:pt x="715194" y="859037"/>
                    <a:pt x="719319" y="854912"/>
                  </a:cubicBezTo>
                  <a:cubicBezTo>
                    <a:pt x="723444" y="850787"/>
                    <a:pt x="725512" y="843576"/>
                    <a:pt x="727580" y="841508"/>
                  </a:cubicBezTo>
                  <a:cubicBezTo>
                    <a:pt x="729637" y="839441"/>
                    <a:pt x="735819" y="841508"/>
                    <a:pt x="738916" y="833259"/>
                  </a:cubicBezTo>
                  <a:cubicBezTo>
                    <a:pt x="741742" y="828278"/>
                    <a:pt x="744838" y="823460"/>
                    <a:pt x="748194" y="818815"/>
                  </a:cubicBezTo>
                  <a:lnTo>
                    <a:pt x="748194" y="810576"/>
                  </a:lnTo>
                  <a:cubicBezTo>
                    <a:pt x="753359" y="805412"/>
                    <a:pt x="757484" y="810576"/>
                    <a:pt x="761609" y="810576"/>
                  </a:cubicBezTo>
                  <a:cubicBezTo>
                    <a:pt x="764922" y="808877"/>
                    <a:pt x="768040" y="806798"/>
                    <a:pt x="770888" y="804383"/>
                  </a:cubicBezTo>
                  <a:close/>
                  <a:moveTo>
                    <a:pt x="1449455" y="662074"/>
                  </a:moveTo>
                  <a:cubicBezTo>
                    <a:pt x="1449455" y="662074"/>
                    <a:pt x="1455637" y="662074"/>
                    <a:pt x="1457705" y="662074"/>
                  </a:cubicBezTo>
                  <a:cubicBezTo>
                    <a:pt x="1459762" y="662074"/>
                    <a:pt x="1457705" y="673421"/>
                    <a:pt x="1457705" y="673421"/>
                  </a:cubicBezTo>
                  <a:cubicBezTo>
                    <a:pt x="1457705" y="673421"/>
                    <a:pt x="1463888" y="682699"/>
                    <a:pt x="1462859" y="685795"/>
                  </a:cubicBezTo>
                  <a:cubicBezTo>
                    <a:pt x="1461830" y="688892"/>
                    <a:pt x="1462859" y="693017"/>
                    <a:pt x="1462859" y="698171"/>
                  </a:cubicBezTo>
                  <a:cubicBezTo>
                    <a:pt x="1462859" y="703324"/>
                    <a:pt x="1457705" y="706421"/>
                    <a:pt x="1457705" y="709517"/>
                  </a:cubicBezTo>
                  <a:cubicBezTo>
                    <a:pt x="1457705" y="712603"/>
                    <a:pt x="1462859" y="721892"/>
                    <a:pt x="1457705" y="729114"/>
                  </a:cubicBezTo>
                  <a:cubicBezTo>
                    <a:pt x="1456146" y="734127"/>
                    <a:pt x="1454078" y="738966"/>
                    <a:pt x="1451512" y="743546"/>
                  </a:cubicBezTo>
                  <a:cubicBezTo>
                    <a:pt x="1451512" y="748699"/>
                    <a:pt x="1441205" y="749728"/>
                    <a:pt x="1439137" y="752825"/>
                  </a:cubicBezTo>
                  <a:cubicBezTo>
                    <a:pt x="1437080" y="755921"/>
                    <a:pt x="1430887" y="767268"/>
                    <a:pt x="1425733" y="770353"/>
                  </a:cubicBezTo>
                  <a:cubicBezTo>
                    <a:pt x="1418197" y="778906"/>
                    <a:pt x="1405161" y="779718"/>
                    <a:pt x="1396619" y="772182"/>
                  </a:cubicBezTo>
                  <a:cubicBezTo>
                    <a:pt x="1395980" y="771609"/>
                    <a:pt x="1395363" y="771002"/>
                    <a:pt x="1394800" y="770353"/>
                  </a:cubicBezTo>
                  <a:cubicBezTo>
                    <a:pt x="1393544" y="765394"/>
                    <a:pt x="1391812" y="760555"/>
                    <a:pt x="1389646" y="755921"/>
                  </a:cubicBezTo>
                  <a:cubicBezTo>
                    <a:pt x="1386301" y="753463"/>
                    <a:pt x="1383193" y="750702"/>
                    <a:pt x="1380357" y="747671"/>
                  </a:cubicBezTo>
                  <a:cubicBezTo>
                    <a:pt x="1380357" y="747671"/>
                    <a:pt x="1380357" y="736324"/>
                    <a:pt x="1380357" y="732199"/>
                  </a:cubicBezTo>
                  <a:cubicBezTo>
                    <a:pt x="1375712" y="720626"/>
                    <a:pt x="1375712" y="707688"/>
                    <a:pt x="1380357" y="696103"/>
                  </a:cubicBezTo>
                  <a:cubicBezTo>
                    <a:pt x="1382089" y="691306"/>
                    <a:pt x="1384525" y="686792"/>
                    <a:pt x="1387578" y="682699"/>
                  </a:cubicBezTo>
                  <a:lnTo>
                    <a:pt x="1392732" y="676517"/>
                  </a:lnTo>
                  <a:cubicBezTo>
                    <a:pt x="1404079" y="670325"/>
                    <a:pt x="1415415" y="687853"/>
                    <a:pt x="1418511" y="685795"/>
                  </a:cubicBezTo>
                  <a:cubicBezTo>
                    <a:pt x="1423730" y="682136"/>
                    <a:pt x="1428266" y="677600"/>
                    <a:pt x="1431926" y="672392"/>
                  </a:cubicBezTo>
                  <a:close/>
                  <a:moveTo>
                    <a:pt x="1646166" y="509318"/>
                  </a:moveTo>
                  <a:cubicBezTo>
                    <a:pt x="1653642" y="510735"/>
                    <a:pt x="1661375" y="513570"/>
                    <a:pt x="1664986" y="516660"/>
                  </a:cubicBezTo>
                  <a:lnTo>
                    <a:pt x="1677361" y="521825"/>
                  </a:lnTo>
                  <a:cubicBezTo>
                    <a:pt x="1680035" y="525614"/>
                    <a:pt x="1682114" y="529794"/>
                    <a:pt x="1683554" y="534200"/>
                  </a:cubicBezTo>
                  <a:cubicBezTo>
                    <a:pt x="1683554" y="542450"/>
                    <a:pt x="1683554" y="544507"/>
                    <a:pt x="1683554" y="550701"/>
                  </a:cubicBezTo>
                  <a:cubicBezTo>
                    <a:pt x="1683099" y="556536"/>
                    <a:pt x="1683099" y="562393"/>
                    <a:pt x="1683554" y="568229"/>
                  </a:cubicBezTo>
                  <a:cubicBezTo>
                    <a:pt x="1683814" y="572701"/>
                    <a:pt x="1683814" y="577172"/>
                    <a:pt x="1683554" y="581633"/>
                  </a:cubicBezTo>
                  <a:cubicBezTo>
                    <a:pt x="1683554" y="586797"/>
                    <a:pt x="1678400" y="589883"/>
                    <a:pt x="1674265" y="595036"/>
                  </a:cubicBezTo>
                  <a:cubicBezTo>
                    <a:pt x="1670139" y="600201"/>
                    <a:pt x="1664986" y="595036"/>
                    <a:pt x="1662929" y="602258"/>
                  </a:cubicBezTo>
                  <a:cubicBezTo>
                    <a:pt x="1660861" y="609480"/>
                    <a:pt x="1656735" y="613605"/>
                    <a:pt x="1654678" y="614633"/>
                  </a:cubicBezTo>
                  <a:cubicBezTo>
                    <a:pt x="1650044" y="617914"/>
                    <a:pt x="1643840" y="617914"/>
                    <a:pt x="1639206" y="614633"/>
                  </a:cubicBezTo>
                  <a:cubicBezTo>
                    <a:pt x="1639206" y="614633"/>
                    <a:pt x="1639206" y="605355"/>
                    <a:pt x="1630956" y="602258"/>
                  </a:cubicBezTo>
                  <a:cubicBezTo>
                    <a:pt x="1622706" y="599173"/>
                    <a:pt x="1612388" y="592980"/>
                    <a:pt x="1610331" y="589883"/>
                  </a:cubicBezTo>
                  <a:cubicBezTo>
                    <a:pt x="1608263" y="586797"/>
                    <a:pt x="1596927" y="583701"/>
                    <a:pt x="1593830" y="579576"/>
                  </a:cubicBezTo>
                  <a:cubicBezTo>
                    <a:pt x="1590235" y="573675"/>
                    <a:pt x="1585288" y="568727"/>
                    <a:pt x="1579387" y="565133"/>
                  </a:cubicBezTo>
                  <a:cubicBezTo>
                    <a:pt x="1575662" y="562534"/>
                    <a:pt x="1573367" y="558333"/>
                    <a:pt x="1573204" y="553797"/>
                  </a:cubicBezTo>
                  <a:cubicBezTo>
                    <a:pt x="1573204" y="553797"/>
                    <a:pt x="1565983" y="542450"/>
                    <a:pt x="1568051" y="536257"/>
                  </a:cubicBezTo>
                  <a:lnTo>
                    <a:pt x="1564954" y="523882"/>
                  </a:lnTo>
                  <a:cubicBezTo>
                    <a:pt x="1564954" y="523882"/>
                    <a:pt x="1573204" y="523882"/>
                    <a:pt x="1578358" y="523882"/>
                  </a:cubicBezTo>
                  <a:lnTo>
                    <a:pt x="1593830" y="523882"/>
                  </a:lnTo>
                  <a:lnTo>
                    <a:pt x="1606205" y="517700"/>
                  </a:lnTo>
                  <a:cubicBezTo>
                    <a:pt x="1606205" y="517700"/>
                    <a:pt x="1617552" y="517700"/>
                    <a:pt x="1619609" y="517700"/>
                  </a:cubicBezTo>
                  <a:lnTo>
                    <a:pt x="1628888" y="510479"/>
                  </a:lnTo>
                  <a:cubicBezTo>
                    <a:pt x="1631470" y="507902"/>
                    <a:pt x="1638689" y="507902"/>
                    <a:pt x="1646166" y="509318"/>
                  </a:cubicBezTo>
                  <a:close/>
                  <a:moveTo>
                    <a:pt x="1473177" y="465101"/>
                  </a:moveTo>
                  <a:cubicBezTo>
                    <a:pt x="1469572" y="466757"/>
                    <a:pt x="1466388" y="469225"/>
                    <a:pt x="1463898" y="472322"/>
                  </a:cubicBezTo>
                  <a:lnTo>
                    <a:pt x="1460802" y="476447"/>
                  </a:lnTo>
                  <a:cubicBezTo>
                    <a:pt x="1457705" y="481601"/>
                    <a:pt x="1451523" y="486753"/>
                    <a:pt x="1451512" y="486753"/>
                  </a:cubicBezTo>
                  <a:cubicBezTo>
                    <a:pt x="1450667" y="490564"/>
                    <a:pt x="1448903" y="494105"/>
                    <a:pt x="1446358" y="497071"/>
                  </a:cubicBezTo>
                  <a:cubicBezTo>
                    <a:pt x="1440750" y="504304"/>
                    <a:pt x="1435574" y="511883"/>
                    <a:pt x="1430897" y="519754"/>
                  </a:cubicBezTo>
                  <a:cubicBezTo>
                    <a:pt x="1427800" y="524074"/>
                    <a:pt x="1427800" y="529877"/>
                    <a:pt x="1430897" y="534197"/>
                  </a:cubicBezTo>
                  <a:cubicBezTo>
                    <a:pt x="1434903" y="538128"/>
                    <a:pt x="1441324" y="538128"/>
                    <a:pt x="1445330" y="534197"/>
                  </a:cubicBezTo>
                  <a:cubicBezTo>
                    <a:pt x="1450851" y="530050"/>
                    <a:pt x="1455421" y="524777"/>
                    <a:pt x="1458734" y="518725"/>
                  </a:cubicBezTo>
                  <a:cubicBezTo>
                    <a:pt x="1461841" y="512002"/>
                    <a:pt x="1464602" y="505116"/>
                    <a:pt x="1466984" y="498100"/>
                  </a:cubicBezTo>
                  <a:cubicBezTo>
                    <a:pt x="1469875" y="491864"/>
                    <a:pt x="1471954" y="485282"/>
                    <a:pt x="1473177" y="478503"/>
                  </a:cubicBezTo>
                  <a:cubicBezTo>
                    <a:pt x="1473177" y="472322"/>
                    <a:pt x="1473177" y="465101"/>
                    <a:pt x="1473177" y="465101"/>
                  </a:cubicBezTo>
                  <a:close/>
                  <a:moveTo>
                    <a:pt x="1498954" y="383631"/>
                  </a:moveTo>
                  <a:cubicBezTo>
                    <a:pt x="1508569" y="383078"/>
                    <a:pt x="1518205" y="383078"/>
                    <a:pt x="1527830" y="383631"/>
                  </a:cubicBezTo>
                  <a:cubicBezTo>
                    <a:pt x="1532983" y="383631"/>
                    <a:pt x="1540205" y="396005"/>
                    <a:pt x="1543291" y="398073"/>
                  </a:cubicBezTo>
                  <a:cubicBezTo>
                    <a:pt x="1547654" y="400866"/>
                    <a:pt x="1550642" y="405349"/>
                    <a:pt x="1551541" y="410449"/>
                  </a:cubicBezTo>
                  <a:cubicBezTo>
                    <a:pt x="1551552" y="423852"/>
                    <a:pt x="1545359" y="432102"/>
                    <a:pt x="1545359" y="438295"/>
                  </a:cubicBezTo>
                  <a:cubicBezTo>
                    <a:pt x="1545922" y="444466"/>
                    <a:pt x="1545922" y="450681"/>
                    <a:pt x="1545359" y="456852"/>
                  </a:cubicBezTo>
                  <a:cubicBezTo>
                    <a:pt x="1545359" y="478506"/>
                    <a:pt x="1545359" y="499132"/>
                    <a:pt x="1545359" y="520796"/>
                  </a:cubicBezTo>
                  <a:cubicBezTo>
                    <a:pt x="1545359" y="526978"/>
                    <a:pt x="1545359" y="535229"/>
                    <a:pt x="1545359" y="543478"/>
                  </a:cubicBezTo>
                  <a:cubicBezTo>
                    <a:pt x="1544276" y="546716"/>
                    <a:pt x="1541504" y="549087"/>
                    <a:pt x="1538137" y="549671"/>
                  </a:cubicBezTo>
                  <a:cubicBezTo>
                    <a:pt x="1538137" y="549671"/>
                    <a:pt x="1531955" y="557922"/>
                    <a:pt x="1538137" y="564104"/>
                  </a:cubicBezTo>
                  <a:cubicBezTo>
                    <a:pt x="1541234" y="570307"/>
                    <a:pt x="1545846" y="575623"/>
                    <a:pt x="1551552" y="579576"/>
                  </a:cubicBezTo>
                  <a:cubicBezTo>
                    <a:pt x="1568767" y="604067"/>
                    <a:pt x="1583946" y="629942"/>
                    <a:pt x="1596927" y="656923"/>
                  </a:cubicBezTo>
                  <a:cubicBezTo>
                    <a:pt x="1601702" y="666320"/>
                    <a:pt x="1601702" y="677429"/>
                    <a:pt x="1596927" y="686827"/>
                  </a:cubicBezTo>
                  <a:cubicBezTo>
                    <a:pt x="1596927" y="691980"/>
                    <a:pt x="1596927" y="704355"/>
                    <a:pt x="1590734" y="711577"/>
                  </a:cubicBezTo>
                  <a:cubicBezTo>
                    <a:pt x="1584552" y="718798"/>
                    <a:pt x="1583513" y="726010"/>
                    <a:pt x="1580427" y="728078"/>
                  </a:cubicBezTo>
                  <a:cubicBezTo>
                    <a:pt x="1577504" y="729550"/>
                    <a:pt x="1574061" y="729550"/>
                    <a:pt x="1571138" y="728078"/>
                  </a:cubicBezTo>
                  <a:cubicBezTo>
                    <a:pt x="1571138" y="728078"/>
                    <a:pt x="1561859" y="728078"/>
                    <a:pt x="1558762" y="728078"/>
                  </a:cubicBezTo>
                  <a:lnTo>
                    <a:pt x="1547427" y="728078"/>
                  </a:lnTo>
                  <a:cubicBezTo>
                    <a:pt x="1541623" y="729138"/>
                    <a:pt x="1535690" y="729138"/>
                    <a:pt x="1529887" y="728078"/>
                  </a:cubicBezTo>
                  <a:cubicBezTo>
                    <a:pt x="1524733" y="728078"/>
                    <a:pt x="1520608" y="721885"/>
                    <a:pt x="1514415" y="718798"/>
                  </a:cubicBezTo>
                  <a:cubicBezTo>
                    <a:pt x="1503697" y="715043"/>
                    <a:pt x="1492653" y="712282"/>
                    <a:pt x="1481415" y="710548"/>
                  </a:cubicBezTo>
                  <a:cubicBezTo>
                    <a:pt x="1481425" y="705384"/>
                    <a:pt x="1489676" y="698173"/>
                    <a:pt x="1490704" y="697135"/>
                  </a:cubicBezTo>
                  <a:cubicBezTo>
                    <a:pt x="1495371" y="693551"/>
                    <a:pt x="1500600" y="690769"/>
                    <a:pt x="1506176" y="688884"/>
                  </a:cubicBezTo>
                  <a:cubicBezTo>
                    <a:pt x="1516483" y="682702"/>
                    <a:pt x="1518551" y="676509"/>
                    <a:pt x="1506176" y="661048"/>
                  </a:cubicBezTo>
                  <a:cubicBezTo>
                    <a:pt x="1504151" y="656706"/>
                    <a:pt x="1501737" y="652560"/>
                    <a:pt x="1498954" y="648674"/>
                  </a:cubicBezTo>
                  <a:cubicBezTo>
                    <a:pt x="1498954" y="648662"/>
                    <a:pt x="1491733" y="637327"/>
                    <a:pt x="1488636" y="631133"/>
                  </a:cubicBezTo>
                  <a:cubicBezTo>
                    <a:pt x="1485540" y="624952"/>
                    <a:pt x="1481425" y="616702"/>
                    <a:pt x="1477300" y="606383"/>
                  </a:cubicBezTo>
                  <a:cubicBezTo>
                    <a:pt x="1473175" y="596076"/>
                    <a:pt x="1471107" y="600202"/>
                    <a:pt x="1469050" y="601230"/>
                  </a:cubicBezTo>
                  <a:cubicBezTo>
                    <a:pt x="1466982" y="602258"/>
                    <a:pt x="1458732" y="601230"/>
                    <a:pt x="1454607" y="601230"/>
                  </a:cubicBezTo>
                  <a:cubicBezTo>
                    <a:pt x="1450482" y="601230"/>
                    <a:pt x="1448425" y="607411"/>
                    <a:pt x="1445328" y="608451"/>
                  </a:cubicBezTo>
                  <a:cubicBezTo>
                    <a:pt x="1440283" y="612025"/>
                    <a:pt x="1434718" y="614806"/>
                    <a:pt x="1428828" y="616702"/>
                  </a:cubicBezTo>
                  <a:cubicBezTo>
                    <a:pt x="1426143" y="617568"/>
                    <a:pt x="1423263" y="617568"/>
                    <a:pt x="1420578" y="616702"/>
                  </a:cubicBezTo>
                  <a:cubicBezTo>
                    <a:pt x="1415424" y="616702"/>
                    <a:pt x="1414385" y="616702"/>
                    <a:pt x="1410260" y="607411"/>
                  </a:cubicBezTo>
                  <a:lnTo>
                    <a:pt x="1404078" y="607411"/>
                  </a:lnTo>
                  <a:lnTo>
                    <a:pt x="1394799" y="596076"/>
                  </a:lnTo>
                  <a:lnTo>
                    <a:pt x="1380356" y="580605"/>
                  </a:lnTo>
                  <a:cubicBezTo>
                    <a:pt x="1373968" y="574217"/>
                    <a:pt x="1368100" y="567319"/>
                    <a:pt x="1362827" y="559979"/>
                  </a:cubicBezTo>
                  <a:lnTo>
                    <a:pt x="1347355" y="537296"/>
                  </a:lnTo>
                  <a:cubicBezTo>
                    <a:pt x="1338076" y="520796"/>
                    <a:pt x="1347355" y="511507"/>
                    <a:pt x="1347355" y="502228"/>
                  </a:cubicBezTo>
                  <a:lnTo>
                    <a:pt x="1357673" y="488825"/>
                  </a:lnTo>
                  <a:cubicBezTo>
                    <a:pt x="1357673" y="488825"/>
                    <a:pt x="1365924" y="488825"/>
                    <a:pt x="1373134" y="488825"/>
                  </a:cubicBezTo>
                  <a:cubicBezTo>
                    <a:pt x="1380356" y="488825"/>
                    <a:pt x="1381384" y="488825"/>
                    <a:pt x="1383452" y="488825"/>
                  </a:cubicBezTo>
                  <a:cubicBezTo>
                    <a:pt x="1391573" y="482903"/>
                    <a:pt x="1398556" y="475561"/>
                    <a:pt x="1404078" y="467171"/>
                  </a:cubicBezTo>
                  <a:cubicBezTo>
                    <a:pt x="1404078" y="462007"/>
                    <a:pt x="1414385" y="457881"/>
                    <a:pt x="1418510" y="450670"/>
                  </a:cubicBezTo>
                  <a:cubicBezTo>
                    <a:pt x="1421477" y="446167"/>
                    <a:pt x="1424930" y="442009"/>
                    <a:pt x="1428828" y="438295"/>
                  </a:cubicBezTo>
                  <a:lnTo>
                    <a:pt x="1438107" y="429006"/>
                  </a:lnTo>
                  <a:cubicBezTo>
                    <a:pt x="1442665" y="425098"/>
                    <a:pt x="1446195" y="420149"/>
                    <a:pt x="1448425" y="414573"/>
                  </a:cubicBezTo>
                  <a:lnTo>
                    <a:pt x="1448425" y="404255"/>
                  </a:lnTo>
                  <a:cubicBezTo>
                    <a:pt x="1449908" y="401364"/>
                    <a:pt x="1451630" y="398605"/>
                    <a:pt x="1453579" y="396005"/>
                  </a:cubicBezTo>
                  <a:cubicBezTo>
                    <a:pt x="1453579" y="396005"/>
                    <a:pt x="1453579" y="396005"/>
                    <a:pt x="1459761" y="388795"/>
                  </a:cubicBezTo>
                  <a:lnTo>
                    <a:pt x="1469050" y="391881"/>
                  </a:lnTo>
                  <a:cubicBezTo>
                    <a:pt x="1474171" y="391090"/>
                    <a:pt x="1479390" y="391090"/>
                    <a:pt x="1484511" y="391881"/>
                  </a:cubicBezTo>
                  <a:cubicBezTo>
                    <a:pt x="1484511" y="391881"/>
                    <a:pt x="1494829" y="383631"/>
                    <a:pt x="1498954" y="383631"/>
                  </a:cubicBezTo>
                  <a:close/>
                  <a:moveTo>
                    <a:pt x="4049260" y="354753"/>
                  </a:moveTo>
                  <a:cubicBezTo>
                    <a:pt x="4049260" y="354753"/>
                    <a:pt x="4069885" y="364031"/>
                    <a:pt x="4069885" y="368156"/>
                  </a:cubicBezTo>
                  <a:cubicBezTo>
                    <a:pt x="4070318" y="376558"/>
                    <a:pt x="4073588" y="384548"/>
                    <a:pt x="4079164" y="390849"/>
                  </a:cubicBezTo>
                  <a:cubicBezTo>
                    <a:pt x="4079164" y="398060"/>
                    <a:pt x="4079164" y="399100"/>
                    <a:pt x="4079164" y="405282"/>
                  </a:cubicBezTo>
                  <a:cubicBezTo>
                    <a:pt x="4079164" y="411475"/>
                    <a:pt x="4079164" y="415600"/>
                    <a:pt x="4074010" y="418685"/>
                  </a:cubicBezTo>
                  <a:lnTo>
                    <a:pt x="4053385" y="435196"/>
                  </a:lnTo>
                  <a:cubicBezTo>
                    <a:pt x="4053385" y="435196"/>
                    <a:pt x="4043067" y="445504"/>
                    <a:pt x="4045135" y="447561"/>
                  </a:cubicBezTo>
                  <a:cubicBezTo>
                    <a:pt x="4048545" y="448167"/>
                    <a:pt x="4052031" y="448167"/>
                    <a:pt x="4055442" y="447561"/>
                  </a:cubicBezTo>
                  <a:lnTo>
                    <a:pt x="4068856" y="447561"/>
                  </a:lnTo>
                  <a:lnTo>
                    <a:pt x="4084317" y="447561"/>
                  </a:lnTo>
                  <a:cubicBezTo>
                    <a:pt x="4091539" y="447561"/>
                    <a:pt x="4102885" y="447561"/>
                    <a:pt x="4105971" y="447561"/>
                  </a:cubicBezTo>
                  <a:cubicBezTo>
                    <a:pt x="4109068" y="447561"/>
                    <a:pt x="4128664" y="454782"/>
                    <a:pt x="4128664" y="460975"/>
                  </a:cubicBezTo>
                  <a:cubicBezTo>
                    <a:pt x="4128664" y="467157"/>
                    <a:pt x="4135886" y="471282"/>
                    <a:pt x="4145164" y="478504"/>
                  </a:cubicBezTo>
                  <a:cubicBezTo>
                    <a:pt x="4154443" y="485725"/>
                    <a:pt x="4145164" y="501186"/>
                    <a:pt x="4145164" y="512533"/>
                  </a:cubicBezTo>
                  <a:cubicBezTo>
                    <a:pt x="4145164" y="523879"/>
                    <a:pt x="4145164" y="519754"/>
                    <a:pt x="4135886" y="512533"/>
                  </a:cubicBezTo>
                  <a:cubicBezTo>
                    <a:pt x="4126607" y="505311"/>
                    <a:pt x="4127636" y="512533"/>
                    <a:pt x="4120414" y="512533"/>
                  </a:cubicBezTo>
                  <a:cubicBezTo>
                    <a:pt x="4109804" y="513886"/>
                    <a:pt x="4099063" y="513886"/>
                    <a:pt x="4088442" y="512533"/>
                  </a:cubicBezTo>
                  <a:cubicBezTo>
                    <a:pt x="4082271" y="513042"/>
                    <a:pt x="4076067" y="513042"/>
                    <a:pt x="4069885" y="512533"/>
                  </a:cubicBezTo>
                  <a:lnTo>
                    <a:pt x="4052356" y="504283"/>
                  </a:lnTo>
                  <a:cubicBezTo>
                    <a:pt x="4041887" y="501565"/>
                    <a:pt x="4031179" y="499833"/>
                    <a:pt x="4020384" y="499129"/>
                  </a:cubicBezTo>
                  <a:cubicBezTo>
                    <a:pt x="4014830" y="501056"/>
                    <a:pt x="4009612" y="503839"/>
                    <a:pt x="4004913" y="507379"/>
                  </a:cubicBezTo>
                  <a:cubicBezTo>
                    <a:pt x="3997691" y="507379"/>
                    <a:pt x="3995634" y="524908"/>
                    <a:pt x="3995634" y="529033"/>
                  </a:cubicBezTo>
                  <a:cubicBezTo>
                    <a:pt x="3998341" y="552755"/>
                    <a:pt x="4004242" y="576000"/>
                    <a:pt x="4013163" y="598130"/>
                  </a:cubicBezTo>
                  <a:cubicBezTo>
                    <a:pt x="4013163" y="608437"/>
                    <a:pt x="4013163" y="638352"/>
                    <a:pt x="4024509" y="651756"/>
                  </a:cubicBezTo>
                  <a:cubicBezTo>
                    <a:pt x="4032337" y="664856"/>
                    <a:pt x="4038898" y="678661"/>
                    <a:pt x="4044106" y="693006"/>
                  </a:cubicBezTo>
                  <a:cubicBezTo>
                    <a:pt x="4044095" y="700228"/>
                    <a:pt x="4055442" y="706410"/>
                    <a:pt x="4058538" y="711564"/>
                  </a:cubicBezTo>
                  <a:cubicBezTo>
                    <a:pt x="4061635" y="716728"/>
                    <a:pt x="4064731" y="726007"/>
                    <a:pt x="4067817" y="729103"/>
                  </a:cubicBezTo>
                  <a:cubicBezTo>
                    <a:pt x="4076641" y="738945"/>
                    <a:pt x="4084902" y="749273"/>
                    <a:pt x="4092567" y="760036"/>
                  </a:cubicBezTo>
                  <a:cubicBezTo>
                    <a:pt x="4092567" y="760036"/>
                    <a:pt x="4100817" y="767257"/>
                    <a:pt x="4100817" y="771382"/>
                  </a:cubicBezTo>
                  <a:cubicBezTo>
                    <a:pt x="4100817" y="775507"/>
                    <a:pt x="4094635" y="771382"/>
                    <a:pt x="4092567" y="777564"/>
                  </a:cubicBezTo>
                  <a:cubicBezTo>
                    <a:pt x="4090510" y="783757"/>
                    <a:pt x="4092567" y="786854"/>
                    <a:pt x="4084317" y="788911"/>
                  </a:cubicBezTo>
                  <a:cubicBezTo>
                    <a:pt x="4076359" y="792018"/>
                    <a:pt x="4067525" y="792018"/>
                    <a:pt x="4059567" y="788911"/>
                  </a:cubicBezTo>
                  <a:cubicBezTo>
                    <a:pt x="4059567" y="788911"/>
                    <a:pt x="4052356" y="788911"/>
                    <a:pt x="4049260" y="788911"/>
                  </a:cubicBezTo>
                  <a:cubicBezTo>
                    <a:pt x="4046196" y="789496"/>
                    <a:pt x="4043045" y="789496"/>
                    <a:pt x="4039981" y="788911"/>
                  </a:cubicBezTo>
                  <a:lnTo>
                    <a:pt x="4023481" y="777564"/>
                  </a:lnTo>
                  <a:cubicBezTo>
                    <a:pt x="4017234" y="775280"/>
                    <a:pt x="4011344" y="772162"/>
                    <a:pt x="4005941" y="768286"/>
                  </a:cubicBezTo>
                  <a:cubicBezTo>
                    <a:pt x="4005941" y="768286"/>
                    <a:pt x="3994606" y="761075"/>
                    <a:pt x="3991509" y="755910"/>
                  </a:cubicBezTo>
                  <a:cubicBezTo>
                    <a:pt x="3988413" y="750757"/>
                    <a:pt x="3976037" y="744575"/>
                    <a:pt x="3969855" y="738382"/>
                  </a:cubicBezTo>
                  <a:cubicBezTo>
                    <a:pt x="3964734" y="733975"/>
                    <a:pt x="3961735" y="727598"/>
                    <a:pt x="3961605" y="720853"/>
                  </a:cubicBezTo>
                  <a:cubicBezTo>
                    <a:pt x="3961605" y="705381"/>
                    <a:pt x="3972941" y="705381"/>
                    <a:pt x="3961605" y="671352"/>
                  </a:cubicBezTo>
                  <a:cubicBezTo>
                    <a:pt x="3958595" y="656715"/>
                    <a:pt x="3956527" y="641903"/>
                    <a:pt x="3955412" y="627006"/>
                  </a:cubicBezTo>
                  <a:cubicBezTo>
                    <a:pt x="3954373" y="618192"/>
                    <a:pt x="3952294" y="609542"/>
                    <a:pt x="3949230" y="601227"/>
                  </a:cubicBezTo>
                  <a:cubicBezTo>
                    <a:pt x="3940969" y="582658"/>
                    <a:pt x="3936855" y="558937"/>
                    <a:pt x="3933758" y="553783"/>
                  </a:cubicBezTo>
                  <a:cubicBezTo>
                    <a:pt x="3930662" y="548630"/>
                    <a:pt x="3906940" y="570283"/>
                    <a:pt x="3890440" y="575437"/>
                  </a:cubicBezTo>
                  <a:cubicBezTo>
                    <a:pt x="3873940" y="580602"/>
                    <a:pt x="3860536" y="580602"/>
                    <a:pt x="3837843" y="587812"/>
                  </a:cubicBezTo>
                  <a:cubicBezTo>
                    <a:pt x="3822469" y="590227"/>
                    <a:pt x="3806813" y="590227"/>
                    <a:pt x="3791439" y="587812"/>
                  </a:cubicBezTo>
                  <a:lnTo>
                    <a:pt x="3758439" y="587812"/>
                  </a:lnTo>
                  <a:cubicBezTo>
                    <a:pt x="3749160" y="587812"/>
                    <a:pt x="3738853" y="580602"/>
                    <a:pt x="3731631" y="579562"/>
                  </a:cubicBezTo>
                  <a:lnTo>
                    <a:pt x="3718228" y="579562"/>
                  </a:lnTo>
                  <a:cubicBezTo>
                    <a:pt x="3718228" y="579562"/>
                    <a:pt x="3718228" y="571312"/>
                    <a:pt x="3718228" y="567198"/>
                  </a:cubicBezTo>
                  <a:cubicBezTo>
                    <a:pt x="3718228" y="563062"/>
                    <a:pt x="3718228" y="553783"/>
                    <a:pt x="3718228" y="549658"/>
                  </a:cubicBezTo>
                  <a:cubicBezTo>
                    <a:pt x="3718228" y="545533"/>
                    <a:pt x="3711006" y="542437"/>
                    <a:pt x="3709977" y="539351"/>
                  </a:cubicBezTo>
                  <a:cubicBezTo>
                    <a:pt x="3708938" y="536254"/>
                    <a:pt x="3709977" y="533158"/>
                    <a:pt x="3721313" y="539351"/>
                  </a:cubicBezTo>
                  <a:cubicBezTo>
                    <a:pt x="3728805" y="540899"/>
                    <a:pt x="3736525" y="540899"/>
                    <a:pt x="3744006" y="539351"/>
                  </a:cubicBezTo>
                  <a:cubicBezTo>
                    <a:pt x="3749127" y="540174"/>
                    <a:pt x="3754346" y="540174"/>
                    <a:pt x="3759478" y="539351"/>
                  </a:cubicBezTo>
                  <a:cubicBezTo>
                    <a:pt x="3759478" y="539351"/>
                    <a:pt x="3766689" y="539351"/>
                    <a:pt x="3769785" y="539351"/>
                  </a:cubicBezTo>
                  <a:cubicBezTo>
                    <a:pt x="3797329" y="534544"/>
                    <a:pt x="3824537" y="527994"/>
                    <a:pt x="3851258" y="519754"/>
                  </a:cubicBezTo>
                  <a:cubicBezTo>
                    <a:pt x="3866762" y="514871"/>
                    <a:pt x="3880902" y="506394"/>
                    <a:pt x="3892508" y="495004"/>
                  </a:cubicBezTo>
                  <a:cubicBezTo>
                    <a:pt x="3897911" y="492027"/>
                    <a:pt x="3902512" y="487772"/>
                    <a:pt x="3905912" y="482629"/>
                  </a:cubicBezTo>
                  <a:cubicBezTo>
                    <a:pt x="3905912" y="482629"/>
                    <a:pt x="3897662" y="482629"/>
                    <a:pt x="3894565" y="477476"/>
                  </a:cubicBezTo>
                  <a:lnTo>
                    <a:pt x="3886315" y="477476"/>
                  </a:lnTo>
                  <a:lnTo>
                    <a:pt x="3873940" y="477476"/>
                  </a:lnTo>
                  <a:cubicBezTo>
                    <a:pt x="3869717" y="477151"/>
                    <a:pt x="3865895" y="474866"/>
                    <a:pt x="3863633" y="471282"/>
                  </a:cubicBezTo>
                  <a:cubicBezTo>
                    <a:pt x="3863633" y="466129"/>
                    <a:pt x="3863633" y="459936"/>
                    <a:pt x="3852286" y="454782"/>
                  </a:cubicBezTo>
                  <a:cubicBezTo>
                    <a:pt x="3843830" y="445536"/>
                    <a:pt x="3841795" y="432089"/>
                    <a:pt x="3847132" y="420753"/>
                  </a:cubicBezTo>
                  <a:cubicBezTo>
                    <a:pt x="3849049" y="414712"/>
                    <a:pt x="3854257" y="410305"/>
                    <a:pt x="3860536" y="409418"/>
                  </a:cubicBezTo>
                  <a:cubicBezTo>
                    <a:pt x="3864975" y="410143"/>
                    <a:pt x="3869501" y="410143"/>
                    <a:pt x="3873951" y="409418"/>
                  </a:cubicBezTo>
                  <a:cubicBezTo>
                    <a:pt x="3873940" y="409407"/>
                    <a:pt x="3882190" y="409407"/>
                    <a:pt x="3887354" y="409407"/>
                  </a:cubicBezTo>
                  <a:cubicBezTo>
                    <a:pt x="3891750" y="408357"/>
                    <a:pt x="3896352" y="408357"/>
                    <a:pt x="3900758" y="409407"/>
                  </a:cubicBezTo>
                  <a:cubicBezTo>
                    <a:pt x="3900758" y="409407"/>
                    <a:pt x="3915190" y="418685"/>
                    <a:pt x="3923440" y="422821"/>
                  </a:cubicBezTo>
                  <a:cubicBezTo>
                    <a:pt x="3937829" y="428700"/>
                    <a:pt x="3953290" y="431515"/>
                    <a:pt x="3968816" y="431061"/>
                  </a:cubicBezTo>
                  <a:cubicBezTo>
                    <a:pt x="3974836" y="418826"/>
                    <a:pt x="3984114" y="408476"/>
                    <a:pt x="3995634" y="401157"/>
                  </a:cubicBezTo>
                  <a:cubicBezTo>
                    <a:pt x="4001275" y="394660"/>
                    <a:pt x="4006450" y="387775"/>
                    <a:pt x="4011106" y="380532"/>
                  </a:cubicBezTo>
                  <a:cubicBezTo>
                    <a:pt x="4015664" y="374804"/>
                    <a:pt x="4018847" y="368102"/>
                    <a:pt x="4020384" y="360935"/>
                  </a:cubicBezTo>
                  <a:cubicBezTo>
                    <a:pt x="4020384" y="355781"/>
                    <a:pt x="4026567" y="360946"/>
                    <a:pt x="4030692" y="360946"/>
                  </a:cubicBezTo>
                  <a:cubicBezTo>
                    <a:pt x="4034817" y="360946"/>
                    <a:pt x="4041010" y="369185"/>
                    <a:pt x="4045135" y="371253"/>
                  </a:cubicBezTo>
                  <a:cubicBezTo>
                    <a:pt x="4049260" y="373310"/>
                    <a:pt x="4055442" y="371253"/>
                    <a:pt x="4058538" y="371253"/>
                  </a:cubicBezTo>
                  <a:close/>
                  <a:moveTo>
                    <a:pt x="1383200" y="242484"/>
                  </a:moveTo>
                  <a:cubicBezTo>
                    <a:pt x="1385778" y="241841"/>
                    <a:pt x="1388098" y="241841"/>
                    <a:pt x="1389646" y="244417"/>
                  </a:cubicBezTo>
                  <a:cubicBezTo>
                    <a:pt x="1392742" y="249571"/>
                    <a:pt x="1399953" y="254724"/>
                    <a:pt x="1403049" y="256792"/>
                  </a:cubicBezTo>
                  <a:cubicBezTo>
                    <a:pt x="1406146" y="258850"/>
                    <a:pt x="1416453" y="256792"/>
                    <a:pt x="1425742" y="272253"/>
                  </a:cubicBezTo>
                  <a:cubicBezTo>
                    <a:pt x="1435021" y="287725"/>
                    <a:pt x="1431925" y="288753"/>
                    <a:pt x="1425742" y="302168"/>
                  </a:cubicBezTo>
                  <a:cubicBezTo>
                    <a:pt x="1419549" y="315572"/>
                    <a:pt x="1425742" y="311447"/>
                    <a:pt x="1432953" y="308350"/>
                  </a:cubicBezTo>
                  <a:lnTo>
                    <a:pt x="1470078" y="272253"/>
                  </a:lnTo>
                  <a:cubicBezTo>
                    <a:pt x="1476488" y="264566"/>
                    <a:pt x="1483753" y="257647"/>
                    <a:pt x="1491732" y="251628"/>
                  </a:cubicBezTo>
                  <a:cubicBezTo>
                    <a:pt x="1491732" y="251628"/>
                    <a:pt x="1499993" y="251628"/>
                    <a:pt x="1505146" y="251628"/>
                  </a:cubicBezTo>
                  <a:cubicBezTo>
                    <a:pt x="1510300" y="251628"/>
                    <a:pt x="1514425" y="246474"/>
                    <a:pt x="1517522" y="251628"/>
                  </a:cubicBezTo>
                  <a:cubicBezTo>
                    <a:pt x="1524115" y="254389"/>
                    <a:pt x="1531542" y="254389"/>
                    <a:pt x="1538147" y="251628"/>
                  </a:cubicBezTo>
                  <a:cubicBezTo>
                    <a:pt x="1538147" y="251628"/>
                    <a:pt x="1546397" y="251628"/>
                    <a:pt x="1547425" y="251628"/>
                  </a:cubicBezTo>
                  <a:lnTo>
                    <a:pt x="1555675" y="266071"/>
                  </a:lnTo>
                  <a:cubicBezTo>
                    <a:pt x="1555675" y="275350"/>
                    <a:pt x="1547425" y="291850"/>
                    <a:pt x="1543300" y="300100"/>
                  </a:cubicBezTo>
                  <a:cubicBezTo>
                    <a:pt x="1539175" y="308350"/>
                    <a:pt x="1536079" y="300100"/>
                    <a:pt x="1528868" y="300100"/>
                  </a:cubicBezTo>
                  <a:lnTo>
                    <a:pt x="1507204" y="314543"/>
                  </a:lnTo>
                  <a:lnTo>
                    <a:pt x="1491732" y="326918"/>
                  </a:lnTo>
                  <a:lnTo>
                    <a:pt x="1478328" y="341350"/>
                  </a:lnTo>
                  <a:lnTo>
                    <a:pt x="1465953" y="356822"/>
                  </a:lnTo>
                  <a:cubicBezTo>
                    <a:pt x="1460616" y="359204"/>
                    <a:pt x="1455440" y="361965"/>
                    <a:pt x="1450493" y="365072"/>
                  </a:cubicBezTo>
                  <a:cubicBezTo>
                    <a:pt x="1445577" y="373040"/>
                    <a:pt x="1440056" y="380631"/>
                    <a:pt x="1433982" y="387754"/>
                  </a:cubicBezTo>
                  <a:cubicBezTo>
                    <a:pt x="1418467" y="401061"/>
                    <a:pt x="1403980" y="415547"/>
                    <a:pt x="1390674" y="431072"/>
                  </a:cubicBezTo>
                  <a:cubicBezTo>
                    <a:pt x="1390674" y="437255"/>
                    <a:pt x="1381396" y="438294"/>
                    <a:pt x="1378299" y="443448"/>
                  </a:cubicBezTo>
                  <a:cubicBezTo>
                    <a:pt x="1375203" y="448601"/>
                    <a:pt x="1369021" y="450669"/>
                    <a:pt x="1366953" y="455823"/>
                  </a:cubicBezTo>
                  <a:cubicBezTo>
                    <a:pt x="1364896" y="460977"/>
                    <a:pt x="1358703" y="463044"/>
                    <a:pt x="1355617" y="466130"/>
                  </a:cubicBezTo>
                  <a:cubicBezTo>
                    <a:pt x="1352521" y="469227"/>
                    <a:pt x="1350453" y="471295"/>
                    <a:pt x="1345299" y="474391"/>
                  </a:cubicBezTo>
                  <a:cubicBezTo>
                    <a:pt x="1340145" y="477477"/>
                    <a:pt x="1340145" y="481602"/>
                    <a:pt x="1336020" y="484698"/>
                  </a:cubicBezTo>
                  <a:cubicBezTo>
                    <a:pt x="1332826" y="487438"/>
                    <a:pt x="1329373" y="489863"/>
                    <a:pt x="1325702" y="491920"/>
                  </a:cubicBezTo>
                  <a:cubicBezTo>
                    <a:pt x="1325702" y="491920"/>
                    <a:pt x="1317452" y="497073"/>
                    <a:pt x="1317452" y="497073"/>
                  </a:cubicBezTo>
                  <a:cubicBezTo>
                    <a:pt x="1317452" y="497073"/>
                    <a:pt x="1311270" y="505323"/>
                    <a:pt x="1306117" y="508420"/>
                  </a:cubicBezTo>
                  <a:cubicBezTo>
                    <a:pt x="1302425" y="511668"/>
                    <a:pt x="1299285" y="515501"/>
                    <a:pt x="1296827" y="519756"/>
                  </a:cubicBezTo>
                  <a:cubicBezTo>
                    <a:pt x="1296827" y="519756"/>
                    <a:pt x="1296827" y="526977"/>
                    <a:pt x="1290645" y="531102"/>
                  </a:cubicBezTo>
                  <a:cubicBezTo>
                    <a:pt x="1284452" y="535227"/>
                    <a:pt x="1290645" y="531102"/>
                    <a:pt x="1279299" y="531102"/>
                  </a:cubicBezTo>
                  <a:cubicBezTo>
                    <a:pt x="1267952" y="531102"/>
                    <a:pt x="1268991" y="538324"/>
                    <a:pt x="1263827" y="539352"/>
                  </a:cubicBezTo>
                  <a:cubicBezTo>
                    <a:pt x="1258673" y="540381"/>
                    <a:pt x="1253520" y="532131"/>
                    <a:pt x="1251452" y="525949"/>
                  </a:cubicBezTo>
                  <a:lnTo>
                    <a:pt x="1242173" y="513574"/>
                  </a:lnTo>
                  <a:cubicBezTo>
                    <a:pt x="1240755" y="509568"/>
                    <a:pt x="1240755" y="505204"/>
                    <a:pt x="1242173" y="501198"/>
                  </a:cubicBezTo>
                  <a:cubicBezTo>
                    <a:pt x="1247316" y="489516"/>
                    <a:pt x="1254278" y="478722"/>
                    <a:pt x="1262798" y="469227"/>
                  </a:cubicBezTo>
                  <a:cubicBezTo>
                    <a:pt x="1262798" y="469227"/>
                    <a:pt x="1270020" y="469227"/>
                    <a:pt x="1273106" y="469227"/>
                  </a:cubicBezTo>
                  <a:cubicBezTo>
                    <a:pt x="1276202" y="469227"/>
                    <a:pt x="1282395" y="456852"/>
                    <a:pt x="1286520" y="453755"/>
                  </a:cubicBezTo>
                  <a:lnTo>
                    <a:pt x="1321577" y="421794"/>
                  </a:lnTo>
                  <a:cubicBezTo>
                    <a:pt x="1326742" y="415601"/>
                    <a:pt x="1334992" y="414573"/>
                    <a:pt x="1337049" y="408380"/>
                  </a:cubicBezTo>
                  <a:cubicBezTo>
                    <a:pt x="1345028" y="398560"/>
                    <a:pt x="1353647" y="389259"/>
                    <a:pt x="1362828" y="380543"/>
                  </a:cubicBezTo>
                  <a:cubicBezTo>
                    <a:pt x="1367375" y="376559"/>
                    <a:pt x="1370309" y="371059"/>
                    <a:pt x="1371078" y="365072"/>
                  </a:cubicBezTo>
                  <a:lnTo>
                    <a:pt x="1363867" y="357851"/>
                  </a:lnTo>
                  <a:cubicBezTo>
                    <a:pt x="1363867" y="357851"/>
                    <a:pt x="1357674" y="357851"/>
                    <a:pt x="1353549" y="357851"/>
                  </a:cubicBezTo>
                  <a:cubicBezTo>
                    <a:pt x="1349424" y="357851"/>
                    <a:pt x="1342203" y="357851"/>
                    <a:pt x="1341174" y="357851"/>
                  </a:cubicBezTo>
                  <a:cubicBezTo>
                    <a:pt x="1340145" y="357851"/>
                    <a:pt x="1341174" y="350629"/>
                    <a:pt x="1341174" y="347543"/>
                  </a:cubicBezTo>
                  <a:cubicBezTo>
                    <a:pt x="1341683" y="344122"/>
                    <a:pt x="1341683" y="340646"/>
                    <a:pt x="1341174" y="337225"/>
                  </a:cubicBezTo>
                  <a:lnTo>
                    <a:pt x="1341174" y="323822"/>
                  </a:lnTo>
                  <a:cubicBezTo>
                    <a:pt x="1341174" y="316600"/>
                    <a:pt x="1318492" y="307321"/>
                    <a:pt x="1313327" y="304225"/>
                  </a:cubicBezTo>
                  <a:cubicBezTo>
                    <a:pt x="1311779" y="300598"/>
                    <a:pt x="1311779" y="296506"/>
                    <a:pt x="1313327" y="292878"/>
                  </a:cubicBezTo>
                  <a:cubicBezTo>
                    <a:pt x="1313327" y="284628"/>
                    <a:pt x="1322617" y="283599"/>
                    <a:pt x="1328799" y="280503"/>
                  </a:cubicBezTo>
                  <a:cubicBezTo>
                    <a:pt x="1334992" y="277418"/>
                    <a:pt x="1328799" y="272253"/>
                    <a:pt x="1336020" y="270196"/>
                  </a:cubicBezTo>
                  <a:cubicBezTo>
                    <a:pt x="1343242" y="268128"/>
                    <a:pt x="1342203" y="270196"/>
                    <a:pt x="1344270" y="264003"/>
                  </a:cubicBezTo>
                  <a:cubicBezTo>
                    <a:pt x="1346328" y="257821"/>
                    <a:pt x="1344270" y="257821"/>
                    <a:pt x="1351492" y="254724"/>
                  </a:cubicBezTo>
                  <a:lnTo>
                    <a:pt x="1339117" y="257821"/>
                  </a:lnTo>
                  <a:lnTo>
                    <a:pt x="1350453" y="252667"/>
                  </a:lnTo>
                  <a:cubicBezTo>
                    <a:pt x="1355325" y="250632"/>
                    <a:pt x="1359850" y="247849"/>
                    <a:pt x="1363867" y="244417"/>
                  </a:cubicBezTo>
                  <a:cubicBezTo>
                    <a:pt x="1363867" y="244417"/>
                    <a:pt x="1370049" y="244417"/>
                    <a:pt x="1375203" y="244417"/>
                  </a:cubicBezTo>
                  <a:cubicBezTo>
                    <a:pt x="1377785" y="244417"/>
                    <a:pt x="1380622" y="243129"/>
                    <a:pt x="1383200" y="242484"/>
                  </a:cubicBezTo>
                  <a:close/>
                  <a:moveTo>
                    <a:pt x="2319836" y="154694"/>
                  </a:moveTo>
                  <a:lnTo>
                    <a:pt x="2301267" y="159847"/>
                  </a:lnTo>
                  <a:cubicBezTo>
                    <a:pt x="2299589" y="163441"/>
                    <a:pt x="2299589" y="167599"/>
                    <a:pt x="2301267" y="171193"/>
                  </a:cubicBezTo>
                  <a:cubicBezTo>
                    <a:pt x="2301267" y="175318"/>
                    <a:pt x="2301267" y="180472"/>
                    <a:pt x="2301267" y="180472"/>
                  </a:cubicBezTo>
                  <a:cubicBezTo>
                    <a:pt x="2307006" y="182052"/>
                    <a:pt x="2313069" y="182052"/>
                    <a:pt x="2318808" y="180472"/>
                  </a:cubicBezTo>
                  <a:cubicBezTo>
                    <a:pt x="2324968" y="175069"/>
                    <a:pt x="2328054" y="166960"/>
                    <a:pt x="2327047" y="158819"/>
                  </a:cubicBezTo>
                  <a:lnTo>
                    <a:pt x="2320865" y="158819"/>
                  </a:lnTo>
                  <a:close/>
                  <a:moveTo>
                    <a:pt x="2375531" y="130974"/>
                  </a:moveTo>
                  <a:cubicBezTo>
                    <a:pt x="2370378" y="133031"/>
                    <a:pt x="2361089" y="133031"/>
                    <a:pt x="2361089" y="138195"/>
                  </a:cubicBezTo>
                  <a:cubicBezTo>
                    <a:pt x="2361089" y="143348"/>
                    <a:pt x="2360061" y="146444"/>
                    <a:pt x="2361089" y="153665"/>
                  </a:cubicBezTo>
                  <a:cubicBezTo>
                    <a:pt x="2362118" y="160876"/>
                    <a:pt x="2371407" y="160876"/>
                    <a:pt x="2371407" y="160876"/>
                  </a:cubicBezTo>
                  <a:cubicBezTo>
                    <a:pt x="2378541" y="158754"/>
                    <a:pt x="2384268" y="153416"/>
                    <a:pt x="2386877" y="146444"/>
                  </a:cubicBezTo>
                  <a:cubicBezTo>
                    <a:pt x="2387212" y="141984"/>
                    <a:pt x="2387212" y="137502"/>
                    <a:pt x="2386877" y="133031"/>
                  </a:cubicBezTo>
                  <a:cubicBezTo>
                    <a:pt x="2384809" y="133031"/>
                    <a:pt x="2376560" y="133031"/>
                    <a:pt x="2376560" y="133031"/>
                  </a:cubicBezTo>
                  <a:close/>
                  <a:moveTo>
                    <a:pt x="2306432" y="95915"/>
                  </a:moveTo>
                  <a:lnTo>
                    <a:pt x="2310546" y="100039"/>
                  </a:lnTo>
                  <a:cubicBezTo>
                    <a:pt x="2307460" y="104164"/>
                    <a:pt x="2296113" y="108289"/>
                    <a:pt x="2296113" y="113442"/>
                  </a:cubicBezTo>
                  <a:cubicBezTo>
                    <a:pt x="2296113" y="118607"/>
                    <a:pt x="2296113" y="128913"/>
                    <a:pt x="2296113" y="128913"/>
                  </a:cubicBezTo>
                  <a:cubicBezTo>
                    <a:pt x="2296113" y="128913"/>
                    <a:pt x="2297142" y="136134"/>
                    <a:pt x="2304364" y="128913"/>
                  </a:cubicBezTo>
                  <a:cubicBezTo>
                    <a:pt x="2311586" y="121692"/>
                    <a:pt x="2320865" y="120664"/>
                    <a:pt x="2320865" y="108289"/>
                  </a:cubicBezTo>
                  <a:cubicBezTo>
                    <a:pt x="2320865" y="95915"/>
                    <a:pt x="2316740" y="95915"/>
                    <a:pt x="2306432" y="95915"/>
                  </a:cubicBezTo>
                  <a:close/>
                  <a:moveTo>
                    <a:pt x="3341817" y="93847"/>
                  </a:moveTo>
                  <a:cubicBezTo>
                    <a:pt x="3346224" y="95276"/>
                    <a:pt x="3349678" y="98730"/>
                    <a:pt x="3351096" y="103125"/>
                  </a:cubicBezTo>
                  <a:cubicBezTo>
                    <a:pt x="3355578" y="109069"/>
                    <a:pt x="3359714" y="115273"/>
                    <a:pt x="3363471" y="121693"/>
                  </a:cubicBezTo>
                  <a:cubicBezTo>
                    <a:pt x="3364532" y="127139"/>
                    <a:pt x="3364532" y="132737"/>
                    <a:pt x="3363471" y="138193"/>
                  </a:cubicBezTo>
                  <a:cubicBezTo>
                    <a:pt x="3363482" y="138193"/>
                    <a:pt x="3368636" y="148501"/>
                    <a:pt x="3363482" y="150569"/>
                  </a:cubicBezTo>
                  <a:cubicBezTo>
                    <a:pt x="3358318" y="152626"/>
                    <a:pt x="3348010" y="160876"/>
                    <a:pt x="3332539" y="167069"/>
                  </a:cubicBezTo>
                  <a:cubicBezTo>
                    <a:pt x="3323542" y="169505"/>
                    <a:pt x="3315129" y="173716"/>
                    <a:pt x="3307789" y="179444"/>
                  </a:cubicBezTo>
                  <a:cubicBezTo>
                    <a:pt x="3302581" y="182995"/>
                    <a:pt x="3296540" y="185128"/>
                    <a:pt x="3290260" y="185626"/>
                  </a:cubicBezTo>
                  <a:cubicBezTo>
                    <a:pt x="3272731" y="185626"/>
                    <a:pt x="3258288" y="185626"/>
                    <a:pt x="3254163" y="200069"/>
                  </a:cubicBezTo>
                  <a:cubicBezTo>
                    <a:pt x="3250038" y="214501"/>
                    <a:pt x="3254163" y="210376"/>
                    <a:pt x="3254163" y="226877"/>
                  </a:cubicBezTo>
                  <a:cubicBezTo>
                    <a:pt x="3252290" y="231229"/>
                    <a:pt x="3249464" y="235094"/>
                    <a:pt x="3245913" y="238223"/>
                  </a:cubicBezTo>
                  <a:cubicBezTo>
                    <a:pt x="3240760" y="238223"/>
                    <a:pt x="3240760" y="244405"/>
                    <a:pt x="3238692" y="247502"/>
                  </a:cubicBezTo>
                  <a:cubicBezTo>
                    <a:pt x="3238378" y="251724"/>
                    <a:pt x="3236082" y="255546"/>
                    <a:pt x="3232510" y="257820"/>
                  </a:cubicBezTo>
                  <a:cubicBezTo>
                    <a:pt x="3232510" y="257820"/>
                    <a:pt x="3232510" y="266070"/>
                    <a:pt x="3227356" y="270195"/>
                  </a:cubicBezTo>
                  <a:cubicBezTo>
                    <a:pt x="3222192" y="274320"/>
                    <a:pt x="3218067" y="297002"/>
                    <a:pt x="3221163" y="302156"/>
                  </a:cubicBezTo>
                  <a:cubicBezTo>
                    <a:pt x="3224259" y="307320"/>
                    <a:pt x="3261385" y="310406"/>
                    <a:pt x="3278913" y="314531"/>
                  </a:cubicBezTo>
                  <a:cubicBezTo>
                    <a:pt x="3296442" y="318656"/>
                    <a:pt x="3289231" y="314531"/>
                    <a:pt x="3294385" y="314531"/>
                  </a:cubicBezTo>
                  <a:lnTo>
                    <a:pt x="3309846" y="314531"/>
                  </a:lnTo>
                  <a:lnTo>
                    <a:pt x="3323260" y="322792"/>
                  </a:lnTo>
                  <a:cubicBezTo>
                    <a:pt x="3328219" y="326332"/>
                    <a:pt x="3332723" y="330490"/>
                    <a:pt x="3336664" y="335156"/>
                  </a:cubicBezTo>
                  <a:cubicBezTo>
                    <a:pt x="3344665" y="339346"/>
                    <a:pt x="3350360" y="346925"/>
                    <a:pt x="3352135" y="355792"/>
                  </a:cubicBezTo>
                  <a:cubicBezTo>
                    <a:pt x="3353142" y="360198"/>
                    <a:pt x="3353142" y="364778"/>
                    <a:pt x="3352135" y="369196"/>
                  </a:cubicBezTo>
                  <a:cubicBezTo>
                    <a:pt x="3352135" y="369196"/>
                    <a:pt x="3352135" y="374349"/>
                    <a:pt x="3352135" y="374349"/>
                  </a:cubicBezTo>
                  <a:cubicBezTo>
                    <a:pt x="3352579" y="377078"/>
                    <a:pt x="3352579" y="379871"/>
                    <a:pt x="3352135" y="382599"/>
                  </a:cubicBezTo>
                  <a:cubicBezTo>
                    <a:pt x="3350078" y="386270"/>
                    <a:pt x="3347653" y="389723"/>
                    <a:pt x="3344914" y="392907"/>
                  </a:cubicBezTo>
                  <a:cubicBezTo>
                    <a:pt x="3344914" y="392907"/>
                    <a:pt x="3335635" y="401157"/>
                    <a:pt x="3332539" y="400128"/>
                  </a:cubicBezTo>
                  <a:lnTo>
                    <a:pt x="3312942" y="400128"/>
                  </a:lnTo>
                  <a:lnTo>
                    <a:pt x="3292317" y="390849"/>
                  </a:lnTo>
                  <a:lnTo>
                    <a:pt x="3270663" y="390849"/>
                  </a:lnTo>
                  <a:lnTo>
                    <a:pt x="3236635" y="378474"/>
                  </a:lnTo>
                  <a:lnTo>
                    <a:pt x="3203634" y="371253"/>
                  </a:lnTo>
                  <a:cubicBezTo>
                    <a:pt x="3193002" y="367572"/>
                    <a:pt x="3181872" y="365482"/>
                    <a:pt x="3170634" y="365070"/>
                  </a:cubicBezTo>
                  <a:lnTo>
                    <a:pt x="3138662" y="365070"/>
                  </a:lnTo>
                  <a:cubicBezTo>
                    <a:pt x="3126287" y="365070"/>
                    <a:pt x="3112884" y="356821"/>
                    <a:pt x="3102566" y="355781"/>
                  </a:cubicBezTo>
                  <a:cubicBezTo>
                    <a:pt x="3080630" y="353432"/>
                    <a:pt x="3058511" y="353432"/>
                    <a:pt x="3036565" y="355781"/>
                  </a:cubicBezTo>
                  <a:cubicBezTo>
                    <a:pt x="3007690" y="355781"/>
                    <a:pt x="2955093" y="367128"/>
                    <a:pt x="2952008" y="366099"/>
                  </a:cubicBezTo>
                  <a:cubicBezTo>
                    <a:pt x="2948911" y="365070"/>
                    <a:pt x="2937564" y="344446"/>
                    <a:pt x="2929314" y="331031"/>
                  </a:cubicBezTo>
                  <a:cubicBezTo>
                    <a:pt x="2928145" y="325596"/>
                    <a:pt x="2928145" y="319977"/>
                    <a:pt x="2929314" y="314531"/>
                  </a:cubicBezTo>
                  <a:cubicBezTo>
                    <a:pt x="2931155" y="307786"/>
                    <a:pt x="2931155" y="300662"/>
                    <a:pt x="2929314" y="293906"/>
                  </a:cubicBezTo>
                  <a:cubicBezTo>
                    <a:pt x="2929314" y="286695"/>
                    <a:pt x="2961286" y="283598"/>
                    <a:pt x="2965411" y="283598"/>
                  </a:cubicBezTo>
                  <a:cubicBezTo>
                    <a:pt x="2969536" y="283598"/>
                    <a:pt x="2977786" y="290820"/>
                    <a:pt x="2983968" y="290820"/>
                  </a:cubicBezTo>
                  <a:lnTo>
                    <a:pt x="3027287" y="290820"/>
                  </a:lnTo>
                  <a:cubicBezTo>
                    <a:pt x="3032440" y="290820"/>
                    <a:pt x="3039662" y="290820"/>
                    <a:pt x="3043787" y="290820"/>
                  </a:cubicBezTo>
                  <a:cubicBezTo>
                    <a:pt x="3060070" y="289348"/>
                    <a:pt x="3076256" y="286933"/>
                    <a:pt x="3092259" y="283598"/>
                  </a:cubicBezTo>
                  <a:cubicBezTo>
                    <a:pt x="3122162" y="283598"/>
                    <a:pt x="3132469" y="246473"/>
                    <a:pt x="3139691" y="234098"/>
                  </a:cubicBezTo>
                  <a:cubicBezTo>
                    <a:pt x="3143448" y="228782"/>
                    <a:pt x="3146241" y="222849"/>
                    <a:pt x="3147941" y="216569"/>
                  </a:cubicBezTo>
                  <a:cubicBezTo>
                    <a:pt x="3147941" y="209348"/>
                    <a:pt x="3147941" y="202126"/>
                    <a:pt x="3147941" y="200069"/>
                  </a:cubicBezTo>
                  <a:cubicBezTo>
                    <a:pt x="3142105" y="199733"/>
                    <a:pt x="3136248" y="199733"/>
                    <a:pt x="3130412" y="200069"/>
                  </a:cubicBezTo>
                  <a:cubicBezTo>
                    <a:pt x="3123277" y="201661"/>
                    <a:pt x="3115883" y="201661"/>
                    <a:pt x="3108759" y="200069"/>
                  </a:cubicBezTo>
                  <a:cubicBezTo>
                    <a:pt x="3102566" y="200069"/>
                    <a:pt x="3108759" y="187694"/>
                    <a:pt x="3108759" y="178405"/>
                  </a:cubicBezTo>
                  <a:cubicBezTo>
                    <a:pt x="3109073" y="168953"/>
                    <a:pt x="3106561" y="159609"/>
                    <a:pt x="3101537" y="151597"/>
                  </a:cubicBezTo>
                  <a:cubicBezTo>
                    <a:pt x="3101537" y="151597"/>
                    <a:pt x="3101537" y="135097"/>
                    <a:pt x="3101537" y="132001"/>
                  </a:cubicBezTo>
                  <a:cubicBezTo>
                    <a:pt x="3102046" y="125829"/>
                    <a:pt x="3102046" y="119615"/>
                    <a:pt x="3101537" y="113443"/>
                  </a:cubicBezTo>
                  <a:cubicBezTo>
                    <a:pt x="3101537" y="104154"/>
                    <a:pt x="3112884" y="106222"/>
                    <a:pt x="3121134" y="104154"/>
                  </a:cubicBezTo>
                  <a:cubicBezTo>
                    <a:pt x="3129384" y="102097"/>
                    <a:pt x="3139691" y="114472"/>
                    <a:pt x="3147941" y="117569"/>
                  </a:cubicBezTo>
                  <a:cubicBezTo>
                    <a:pt x="3171858" y="121076"/>
                    <a:pt x="3195969" y="123144"/>
                    <a:pt x="3220134" y="123750"/>
                  </a:cubicBezTo>
                  <a:lnTo>
                    <a:pt x="3259317" y="123750"/>
                  </a:lnTo>
                  <a:cubicBezTo>
                    <a:pt x="3278480" y="122516"/>
                    <a:pt x="3297481" y="119398"/>
                    <a:pt x="3316039" y="114472"/>
                  </a:cubicBezTo>
                  <a:cubicBezTo>
                    <a:pt x="3321095" y="113064"/>
                    <a:pt x="3326443" y="113064"/>
                    <a:pt x="3331510" y="114472"/>
                  </a:cubicBezTo>
                  <a:lnTo>
                    <a:pt x="3343885" y="114472"/>
                  </a:lnTo>
                  <a:close/>
                  <a:moveTo>
                    <a:pt x="2198081" y="79112"/>
                  </a:moveTo>
                  <a:cubicBezTo>
                    <a:pt x="2202917" y="81869"/>
                    <a:pt x="2209495" y="92309"/>
                    <a:pt x="2212588" y="96946"/>
                  </a:cubicBezTo>
                  <a:lnTo>
                    <a:pt x="2218770" y="79417"/>
                  </a:lnTo>
                  <a:cubicBezTo>
                    <a:pt x="2218770" y="79417"/>
                    <a:pt x="2218770" y="94889"/>
                    <a:pt x="2218770" y="100042"/>
                  </a:cubicBezTo>
                  <a:cubicBezTo>
                    <a:pt x="2216995" y="107848"/>
                    <a:pt x="2216995" y="115957"/>
                    <a:pt x="2218770" y="123764"/>
                  </a:cubicBezTo>
                  <a:cubicBezTo>
                    <a:pt x="2218770" y="128917"/>
                    <a:pt x="2218770" y="134071"/>
                    <a:pt x="2208463" y="142321"/>
                  </a:cubicBezTo>
                  <a:cubicBezTo>
                    <a:pt x="2202108" y="150344"/>
                    <a:pt x="2196575" y="158984"/>
                    <a:pt x="2191952" y="168100"/>
                  </a:cubicBezTo>
                  <a:cubicBezTo>
                    <a:pt x="2188509" y="175992"/>
                    <a:pt x="2188509" y="184968"/>
                    <a:pt x="2191952" y="192850"/>
                  </a:cubicBezTo>
                  <a:cubicBezTo>
                    <a:pt x="2191952" y="192850"/>
                    <a:pt x="2191952" y="207293"/>
                    <a:pt x="2191952" y="210379"/>
                  </a:cubicBezTo>
                  <a:cubicBezTo>
                    <a:pt x="2191952" y="213475"/>
                    <a:pt x="2200213" y="210379"/>
                    <a:pt x="2205367" y="210379"/>
                  </a:cubicBezTo>
                  <a:cubicBezTo>
                    <a:pt x="2210520" y="210379"/>
                    <a:pt x="2205367" y="216572"/>
                    <a:pt x="2211549" y="221725"/>
                  </a:cubicBezTo>
                  <a:cubicBezTo>
                    <a:pt x="2217742" y="226879"/>
                    <a:pt x="2221867" y="234100"/>
                    <a:pt x="2221867" y="240293"/>
                  </a:cubicBezTo>
                  <a:cubicBezTo>
                    <a:pt x="2223339" y="242848"/>
                    <a:pt x="2223339" y="245988"/>
                    <a:pt x="2221867" y="248543"/>
                  </a:cubicBezTo>
                  <a:cubicBezTo>
                    <a:pt x="2206872" y="259954"/>
                    <a:pt x="2194854" y="274809"/>
                    <a:pt x="2186798" y="291851"/>
                  </a:cubicBezTo>
                  <a:cubicBezTo>
                    <a:pt x="2186798" y="291851"/>
                    <a:pt x="2186798" y="305265"/>
                    <a:pt x="2186798" y="306293"/>
                  </a:cubicBezTo>
                  <a:lnTo>
                    <a:pt x="2202270" y="306293"/>
                  </a:lnTo>
                  <a:cubicBezTo>
                    <a:pt x="2207694" y="307224"/>
                    <a:pt x="2212718" y="309736"/>
                    <a:pt x="2216713" y="313515"/>
                  </a:cubicBezTo>
                  <a:cubicBezTo>
                    <a:pt x="2219788" y="317434"/>
                    <a:pt x="2221910" y="322025"/>
                    <a:pt x="2222895" y="326919"/>
                  </a:cubicBezTo>
                  <a:cubicBezTo>
                    <a:pt x="2220611" y="347793"/>
                    <a:pt x="2208810" y="366436"/>
                    <a:pt x="2190923" y="377448"/>
                  </a:cubicBezTo>
                  <a:cubicBezTo>
                    <a:pt x="2175452" y="390851"/>
                    <a:pt x="2147615" y="406323"/>
                    <a:pt x="2134201" y="416630"/>
                  </a:cubicBezTo>
                  <a:cubicBezTo>
                    <a:pt x="2120797" y="426948"/>
                    <a:pt x="2114615" y="444476"/>
                    <a:pt x="2107393" y="447573"/>
                  </a:cubicBezTo>
                  <a:cubicBezTo>
                    <a:pt x="2100172" y="450669"/>
                    <a:pt x="2100172" y="447573"/>
                    <a:pt x="2096047" y="447573"/>
                  </a:cubicBezTo>
                  <a:lnTo>
                    <a:pt x="2078518" y="447573"/>
                  </a:lnTo>
                  <a:cubicBezTo>
                    <a:pt x="2072325" y="447573"/>
                    <a:pt x="2073364" y="438294"/>
                    <a:pt x="2069239" y="434169"/>
                  </a:cubicBezTo>
                  <a:cubicBezTo>
                    <a:pt x="2064085" y="430769"/>
                    <a:pt x="2059841" y="426168"/>
                    <a:pt x="2056864" y="420765"/>
                  </a:cubicBezTo>
                  <a:cubicBezTo>
                    <a:pt x="2052100" y="412494"/>
                    <a:pt x="2048949" y="403388"/>
                    <a:pt x="2047585" y="393948"/>
                  </a:cubicBezTo>
                  <a:cubicBezTo>
                    <a:pt x="2051504" y="381648"/>
                    <a:pt x="2059993" y="371308"/>
                    <a:pt x="2071296" y="365072"/>
                  </a:cubicBezTo>
                  <a:cubicBezTo>
                    <a:pt x="2071296" y="365072"/>
                    <a:pt x="2081614" y="353726"/>
                    <a:pt x="2084700" y="351669"/>
                  </a:cubicBezTo>
                  <a:cubicBezTo>
                    <a:pt x="2088836" y="348020"/>
                    <a:pt x="2092030" y="343419"/>
                    <a:pt x="2093989" y="338265"/>
                  </a:cubicBezTo>
                  <a:cubicBezTo>
                    <a:pt x="2094552" y="334497"/>
                    <a:pt x="2094552" y="330676"/>
                    <a:pt x="2093989" y="326919"/>
                  </a:cubicBezTo>
                  <a:cubicBezTo>
                    <a:pt x="2094455" y="322122"/>
                    <a:pt x="2094455" y="317283"/>
                    <a:pt x="2093989" y="312475"/>
                  </a:cubicBezTo>
                  <a:cubicBezTo>
                    <a:pt x="2092885" y="308546"/>
                    <a:pt x="2090752" y="304983"/>
                    <a:pt x="2087796" y="302169"/>
                  </a:cubicBezTo>
                  <a:cubicBezTo>
                    <a:pt x="2084624" y="299765"/>
                    <a:pt x="2082123" y="296560"/>
                    <a:pt x="2080575" y="292890"/>
                  </a:cubicBezTo>
                  <a:cubicBezTo>
                    <a:pt x="2080586" y="292890"/>
                    <a:pt x="2066142" y="280515"/>
                    <a:pt x="2065114" y="274322"/>
                  </a:cubicBezTo>
                  <a:cubicBezTo>
                    <a:pt x="2064313" y="263744"/>
                    <a:pt x="2071296" y="254130"/>
                    <a:pt x="2081614" y="251639"/>
                  </a:cubicBezTo>
                  <a:lnTo>
                    <a:pt x="2095018" y="251639"/>
                  </a:lnTo>
                  <a:cubicBezTo>
                    <a:pt x="2103268" y="251639"/>
                    <a:pt x="2107393" y="241322"/>
                    <a:pt x="2110490" y="234100"/>
                  </a:cubicBezTo>
                  <a:cubicBezTo>
                    <a:pt x="2113586" y="226879"/>
                    <a:pt x="2110490" y="213475"/>
                    <a:pt x="2110490" y="206264"/>
                  </a:cubicBezTo>
                  <a:cubicBezTo>
                    <a:pt x="2110490" y="199043"/>
                    <a:pt x="2100172" y="195946"/>
                    <a:pt x="2093989" y="194918"/>
                  </a:cubicBezTo>
                  <a:cubicBezTo>
                    <a:pt x="2088154" y="194420"/>
                    <a:pt x="2082285" y="194420"/>
                    <a:pt x="2076461" y="194918"/>
                  </a:cubicBezTo>
                  <a:cubicBezTo>
                    <a:pt x="2076461" y="194918"/>
                    <a:pt x="2066142" y="189764"/>
                    <a:pt x="2065114" y="184599"/>
                  </a:cubicBezTo>
                  <a:cubicBezTo>
                    <a:pt x="2064085" y="179446"/>
                    <a:pt x="2059949" y="184599"/>
                    <a:pt x="2054796" y="184599"/>
                  </a:cubicBezTo>
                  <a:cubicBezTo>
                    <a:pt x="2049642" y="184599"/>
                    <a:pt x="2048614" y="169139"/>
                    <a:pt x="2047585" y="166043"/>
                  </a:cubicBezTo>
                  <a:cubicBezTo>
                    <a:pt x="2046546" y="162946"/>
                    <a:pt x="2047585" y="166043"/>
                    <a:pt x="2055824" y="158821"/>
                  </a:cubicBezTo>
                  <a:cubicBezTo>
                    <a:pt x="2064085" y="151600"/>
                    <a:pt x="2055824" y="151600"/>
                    <a:pt x="2060989" y="147475"/>
                  </a:cubicBezTo>
                  <a:cubicBezTo>
                    <a:pt x="2066142" y="143350"/>
                    <a:pt x="2069239" y="139225"/>
                    <a:pt x="2074393" y="136139"/>
                  </a:cubicBezTo>
                  <a:lnTo>
                    <a:pt x="2093989" y="136139"/>
                  </a:lnTo>
                  <a:cubicBezTo>
                    <a:pt x="2118740" y="121696"/>
                    <a:pt x="2144519" y="86639"/>
                    <a:pt x="2171337" y="84571"/>
                  </a:cubicBezTo>
                  <a:cubicBezTo>
                    <a:pt x="2198145" y="82514"/>
                    <a:pt x="2189895" y="84571"/>
                    <a:pt x="2194020" y="79417"/>
                  </a:cubicBezTo>
                  <a:cubicBezTo>
                    <a:pt x="2195051" y="78129"/>
                    <a:pt x="2196469" y="78194"/>
                    <a:pt x="2198081" y="79112"/>
                  </a:cubicBezTo>
                  <a:close/>
                  <a:moveTo>
                    <a:pt x="2394088" y="55695"/>
                  </a:moveTo>
                  <a:cubicBezTo>
                    <a:pt x="2379656" y="62916"/>
                    <a:pt x="2355934" y="70138"/>
                    <a:pt x="2356963" y="76320"/>
                  </a:cubicBezTo>
                  <a:cubicBezTo>
                    <a:pt x="2357991" y="82513"/>
                    <a:pt x="2359020" y="93860"/>
                    <a:pt x="2365213" y="93860"/>
                  </a:cubicBezTo>
                  <a:cubicBezTo>
                    <a:pt x="2372001" y="95408"/>
                    <a:pt x="2379050" y="95408"/>
                    <a:pt x="2385838" y="93860"/>
                  </a:cubicBezTo>
                  <a:cubicBezTo>
                    <a:pt x="2390992" y="88695"/>
                    <a:pt x="2397185" y="73224"/>
                    <a:pt x="2397185" y="73224"/>
                  </a:cubicBezTo>
                  <a:cubicBezTo>
                    <a:pt x="2397867" y="68092"/>
                    <a:pt x="2397867" y="62895"/>
                    <a:pt x="2397185" y="57763"/>
                  </a:cubicBezTo>
                  <a:close/>
                  <a:moveTo>
                    <a:pt x="2409561" y="1039"/>
                  </a:moveTo>
                  <a:cubicBezTo>
                    <a:pt x="2416782" y="10"/>
                    <a:pt x="2421936" y="6193"/>
                    <a:pt x="2427090" y="1039"/>
                  </a:cubicBezTo>
                  <a:cubicBezTo>
                    <a:pt x="2438393" y="-347"/>
                    <a:pt x="2449815" y="-347"/>
                    <a:pt x="2461119" y="1039"/>
                  </a:cubicBezTo>
                  <a:cubicBezTo>
                    <a:pt x="2461130" y="1039"/>
                    <a:pt x="2461130" y="12386"/>
                    <a:pt x="2469369" y="14443"/>
                  </a:cubicBezTo>
                  <a:cubicBezTo>
                    <a:pt x="2476872" y="19466"/>
                    <a:pt x="2482058" y="27251"/>
                    <a:pt x="2483812" y="36096"/>
                  </a:cubicBezTo>
                  <a:cubicBezTo>
                    <a:pt x="2483812" y="43318"/>
                    <a:pt x="2477630" y="54664"/>
                    <a:pt x="2477630" y="57761"/>
                  </a:cubicBezTo>
                  <a:cubicBezTo>
                    <a:pt x="2479600" y="63791"/>
                    <a:pt x="2479600" y="70288"/>
                    <a:pt x="2477630" y="76318"/>
                  </a:cubicBezTo>
                  <a:cubicBezTo>
                    <a:pt x="2472747" y="86549"/>
                    <a:pt x="2468936" y="97268"/>
                    <a:pt x="2466283" y="108290"/>
                  </a:cubicBezTo>
                  <a:cubicBezTo>
                    <a:pt x="2462169" y="115057"/>
                    <a:pt x="2457697" y="121596"/>
                    <a:pt x="2452879" y="127886"/>
                  </a:cubicBezTo>
                  <a:cubicBezTo>
                    <a:pt x="2445658" y="155722"/>
                    <a:pt x="2435340" y="175319"/>
                    <a:pt x="2429158" y="203165"/>
                  </a:cubicBezTo>
                  <a:cubicBezTo>
                    <a:pt x="2429158" y="203165"/>
                    <a:pt x="2422965" y="216569"/>
                    <a:pt x="2419868" y="215541"/>
                  </a:cubicBezTo>
                  <a:cubicBezTo>
                    <a:pt x="2416782" y="214512"/>
                    <a:pt x="2408532" y="215541"/>
                    <a:pt x="2406464" y="215541"/>
                  </a:cubicBezTo>
                  <a:cubicBezTo>
                    <a:pt x="2404407" y="215541"/>
                    <a:pt x="2396157" y="215541"/>
                    <a:pt x="2392032" y="222762"/>
                  </a:cubicBezTo>
                  <a:cubicBezTo>
                    <a:pt x="2387907" y="229973"/>
                    <a:pt x="2374503" y="222762"/>
                    <a:pt x="2372435" y="232041"/>
                  </a:cubicBezTo>
                  <a:cubicBezTo>
                    <a:pt x="2369859" y="237238"/>
                    <a:pt x="2369859" y="243344"/>
                    <a:pt x="2372435" y="248541"/>
                  </a:cubicBezTo>
                  <a:cubicBezTo>
                    <a:pt x="2377589" y="253694"/>
                    <a:pt x="2386879" y="248541"/>
                    <a:pt x="2387907" y="243387"/>
                  </a:cubicBezTo>
                  <a:cubicBezTo>
                    <a:pt x="2390603" y="238937"/>
                    <a:pt x="2395129" y="235906"/>
                    <a:pt x="2400282" y="235137"/>
                  </a:cubicBezTo>
                  <a:cubicBezTo>
                    <a:pt x="2406432" y="236079"/>
                    <a:pt x="2412690" y="236079"/>
                    <a:pt x="2418840" y="235137"/>
                  </a:cubicBezTo>
                  <a:cubicBezTo>
                    <a:pt x="2422867" y="235484"/>
                    <a:pt x="2426213" y="238407"/>
                    <a:pt x="2427090" y="242348"/>
                  </a:cubicBezTo>
                  <a:cubicBezTo>
                    <a:pt x="2428486" y="250338"/>
                    <a:pt x="2431280" y="258014"/>
                    <a:pt x="2435340" y="265041"/>
                  </a:cubicBezTo>
                  <a:cubicBezTo>
                    <a:pt x="2436444" y="268040"/>
                    <a:pt x="2436444" y="271320"/>
                    <a:pt x="2435340" y="274319"/>
                  </a:cubicBezTo>
                  <a:cubicBezTo>
                    <a:pt x="2430663" y="279625"/>
                    <a:pt x="2425477" y="284453"/>
                    <a:pt x="2419868" y="288763"/>
                  </a:cubicBezTo>
                  <a:cubicBezTo>
                    <a:pt x="2419868" y="288763"/>
                    <a:pt x="2407493" y="288763"/>
                    <a:pt x="2402339" y="298041"/>
                  </a:cubicBezTo>
                  <a:cubicBezTo>
                    <a:pt x="2400791" y="301657"/>
                    <a:pt x="2400791" y="305761"/>
                    <a:pt x="2402339" y="309377"/>
                  </a:cubicBezTo>
                  <a:cubicBezTo>
                    <a:pt x="2402339" y="316609"/>
                    <a:pt x="2408532" y="316609"/>
                    <a:pt x="2412657" y="315570"/>
                  </a:cubicBezTo>
                  <a:cubicBezTo>
                    <a:pt x="2416782" y="314541"/>
                    <a:pt x="2430186" y="308348"/>
                    <a:pt x="2436368" y="307320"/>
                  </a:cubicBezTo>
                  <a:cubicBezTo>
                    <a:pt x="2442886" y="307883"/>
                    <a:pt x="2449447" y="307883"/>
                    <a:pt x="2455965" y="307320"/>
                  </a:cubicBezTo>
                  <a:cubicBezTo>
                    <a:pt x="2455965" y="307320"/>
                    <a:pt x="2471437" y="299070"/>
                    <a:pt x="2477630" y="300098"/>
                  </a:cubicBezTo>
                  <a:cubicBezTo>
                    <a:pt x="2483812" y="301138"/>
                    <a:pt x="2493091" y="291848"/>
                    <a:pt x="2498244" y="300098"/>
                  </a:cubicBezTo>
                  <a:cubicBezTo>
                    <a:pt x="2503409" y="308348"/>
                    <a:pt x="2516812" y="310416"/>
                    <a:pt x="2517841" y="323820"/>
                  </a:cubicBezTo>
                  <a:cubicBezTo>
                    <a:pt x="2518880" y="337223"/>
                    <a:pt x="2511659" y="367138"/>
                    <a:pt x="2494119" y="370224"/>
                  </a:cubicBezTo>
                  <a:cubicBezTo>
                    <a:pt x="2476590" y="373320"/>
                    <a:pt x="2494119" y="370224"/>
                    <a:pt x="2467312" y="370224"/>
                  </a:cubicBezTo>
                  <a:lnTo>
                    <a:pt x="2422965" y="377445"/>
                  </a:lnTo>
                  <a:cubicBezTo>
                    <a:pt x="2414725" y="377997"/>
                    <a:pt x="2406454" y="377997"/>
                    <a:pt x="2398214" y="377445"/>
                  </a:cubicBezTo>
                  <a:cubicBezTo>
                    <a:pt x="2391177" y="378398"/>
                    <a:pt x="2384258" y="380130"/>
                    <a:pt x="2377589" y="382599"/>
                  </a:cubicBezTo>
                  <a:cubicBezTo>
                    <a:pt x="2369934" y="385760"/>
                    <a:pt x="2361987" y="388185"/>
                    <a:pt x="2353878" y="389820"/>
                  </a:cubicBezTo>
                  <a:cubicBezTo>
                    <a:pt x="2343971" y="391260"/>
                    <a:pt x="2334487" y="394779"/>
                    <a:pt x="2326031" y="400138"/>
                  </a:cubicBezTo>
                  <a:cubicBezTo>
                    <a:pt x="2316244" y="403256"/>
                    <a:pt x="2306250" y="405671"/>
                    <a:pt x="2296127" y="407360"/>
                  </a:cubicBezTo>
                  <a:cubicBezTo>
                    <a:pt x="2286578" y="412708"/>
                    <a:pt x="2276563" y="417191"/>
                    <a:pt x="2266212" y="420763"/>
                  </a:cubicBezTo>
                  <a:cubicBezTo>
                    <a:pt x="2261059" y="420763"/>
                    <a:pt x="2246616" y="420763"/>
                    <a:pt x="2245587" y="413542"/>
                  </a:cubicBezTo>
                  <a:cubicBezTo>
                    <a:pt x="2241776" y="405324"/>
                    <a:pt x="2239004" y="396663"/>
                    <a:pt x="2237348" y="387752"/>
                  </a:cubicBezTo>
                  <a:lnTo>
                    <a:pt x="2237337" y="379513"/>
                  </a:lnTo>
                  <a:cubicBezTo>
                    <a:pt x="2237337" y="379513"/>
                    <a:pt x="2237337" y="368167"/>
                    <a:pt x="2237337" y="364042"/>
                  </a:cubicBezTo>
                  <a:cubicBezTo>
                    <a:pt x="2237337" y="359917"/>
                    <a:pt x="2237337" y="357849"/>
                    <a:pt x="2243530" y="357849"/>
                  </a:cubicBezTo>
                  <a:cubicBezTo>
                    <a:pt x="2249712" y="357849"/>
                    <a:pt x="2248684" y="357849"/>
                    <a:pt x="2253837" y="357849"/>
                  </a:cubicBezTo>
                  <a:cubicBezTo>
                    <a:pt x="2262585" y="354362"/>
                    <a:pt x="2270890" y="349869"/>
                    <a:pt x="2278588" y="344445"/>
                  </a:cubicBezTo>
                  <a:lnTo>
                    <a:pt x="2310560" y="324848"/>
                  </a:lnTo>
                  <a:cubicBezTo>
                    <a:pt x="2310560" y="318666"/>
                    <a:pt x="2310560" y="315570"/>
                    <a:pt x="2303338" y="316609"/>
                  </a:cubicBezTo>
                  <a:cubicBezTo>
                    <a:pt x="2296127" y="317638"/>
                    <a:pt x="2293031" y="316609"/>
                    <a:pt x="2289934" y="316609"/>
                  </a:cubicBezTo>
                  <a:cubicBezTo>
                    <a:pt x="2286838" y="316609"/>
                    <a:pt x="2278588" y="316609"/>
                    <a:pt x="2277559" y="316609"/>
                  </a:cubicBezTo>
                  <a:cubicBezTo>
                    <a:pt x="2276531" y="316609"/>
                    <a:pt x="2277559" y="308348"/>
                    <a:pt x="2277559" y="305263"/>
                  </a:cubicBezTo>
                  <a:lnTo>
                    <a:pt x="2277559" y="291848"/>
                  </a:lnTo>
                  <a:cubicBezTo>
                    <a:pt x="2277559" y="291848"/>
                    <a:pt x="2277559" y="281541"/>
                    <a:pt x="2283752" y="280512"/>
                  </a:cubicBezTo>
                  <a:cubicBezTo>
                    <a:pt x="2289934" y="279473"/>
                    <a:pt x="2283752" y="280512"/>
                    <a:pt x="2291991" y="280512"/>
                  </a:cubicBezTo>
                  <a:lnTo>
                    <a:pt x="2300252" y="280512"/>
                  </a:lnTo>
                  <a:lnTo>
                    <a:pt x="2307463" y="280512"/>
                  </a:lnTo>
                  <a:cubicBezTo>
                    <a:pt x="2310289" y="278867"/>
                    <a:pt x="2312465" y="276322"/>
                    <a:pt x="2313656" y="273291"/>
                  </a:cubicBezTo>
                  <a:cubicBezTo>
                    <a:pt x="2314706" y="267845"/>
                    <a:pt x="2314706" y="262237"/>
                    <a:pt x="2313656" y="256791"/>
                  </a:cubicBezTo>
                  <a:cubicBezTo>
                    <a:pt x="2313656" y="256791"/>
                    <a:pt x="2308492" y="256791"/>
                    <a:pt x="2303338" y="256791"/>
                  </a:cubicBezTo>
                  <a:lnTo>
                    <a:pt x="2290963" y="261944"/>
                  </a:lnTo>
                  <a:cubicBezTo>
                    <a:pt x="2287552" y="262518"/>
                    <a:pt x="2284066" y="262518"/>
                    <a:pt x="2280656" y="261944"/>
                  </a:cubicBezTo>
                  <a:cubicBezTo>
                    <a:pt x="2277288" y="262984"/>
                    <a:pt x="2273694" y="262984"/>
                    <a:pt x="2270338" y="261944"/>
                  </a:cubicBezTo>
                  <a:cubicBezTo>
                    <a:pt x="2270338" y="261944"/>
                    <a:pt x="2270338" y="261944"/>
                    <a:pt x="2265184" y="255751"/>
                  </a:cubicBezTo>
                  <a:cubicBezTo>
                    <a:pt x="2262672" y="252774"/>
                    <a:pt x="2260907" y="249245"/>
                    <a:pt x="2260030" y="245444"/>
                  </a:cubicBezTo>
                  <a:cubicBezTo>
                    <a:pt x="2260030" y="235137"/>
                    <a:pt x="2250752" y="233069"/>
                    <a:pt x="2248684" y="231012"/>
                  </a:cubicBezTo>
                  <a:cubicBezTo>
                    <a:pt x="2245576" y="225588"/>
                    <a:pt x="2243476" y="219644"/>
                    <a:pt x="2242502" y="213473"/>
                  </a:cubicBezTo>
                  <a:cubicBezTo>
                    <a:pt x="2242502" y="203165"/>
                    <a:pt x="2249712" y="192847"/>
                    <a:pt x="2247655" y="186665"/>
                  </a:cubicBezTo>
                  <a:cubicBezTo>
                    <a:pt x="2242631" y="173002"/>
                    <a:pt x="2239167" y="158819"/>
                    <a:pt x="2237337" y="144386"/>
                  </a:cubicBezTo>
                  <a:cubicBezTo>
                    <a:pt x="2237337" y="144386"/>
                    <a:pt x="2231154" y="135097"/>
                    <a:pt x="2229086" y="126847"/>
                  </a:cubicBezTo>
                  <a:cubicBezTo>
                    <a:pt x="2227029" y="118597"/>
                    <a:pt x="2229086" y="117568"/>
                    <a:pt x="2229086" y="113443"/>
                  </a:cubicBezTo>
                  <a:cubicBezTo>
                    <a:pt x="2230191" y="105237"/>
                    <a:pt x="2230191" y="96911"/>
                    <a:pt x="2229086" y="88693"/>
                  </a:cubicBezTo>
                  <a:lnTo>
                    <a:pt x="2228058" y="86636"/>
                  </a:lnTo>
                  <a:cubicBezTo>
                    <a:pt x="2228058" y="76318"/>
                    <a:pt x="2228058" y="61886"/>
                    <a:pt x="2236309" y="61886"/>
                  </a:cubicBezTo>
                  <a:cubicBezTo>
                    <a:pt x="2244559" y="61886"/>
                    <a:pt x="2244559" y="69097"/>
                    <a:pt x="2251780" y="68068"/>
                  </a:cubicBezTo>
                  <a:cubicBezTo>
                    <a:pt x="2256533" y="69140"/>
                    <a:pt x="2261459" y="69140"/>
                    <a:pt x="2266223" y="68068"/>
                  </a:cubicBezTo>
                  <a:lnTo>
                    <a:pt x="2283752" y="59818"/>
                  </a:lnTo>
                  <a:cubicBezTo>
                    <a:pt x="2293204" y="53149"/>
                    <a:pt x="2303208" y="47280"/>
                    <a:pt x="2313656" y="42289"/>
                  </a:cubicBezTo>
                  <a:cubicBezTo>
                    <a:pt x="2320867" y="42289"/>
                    <a:pt x="2331185" y="42289"/>
                    <a:pt x="2337367" y="36096"/>
                  </a:cubicBezTo>
                  <a:cubicBezTo>
                    <a:pt x="2343560" y="29914"/>
                    <a:pt x="2402339" y="2068"/>
                    <a:pt x="2409561" y="103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 hasCustomPrompt="1"/>
          </p:nvPr>
        </p:nvSpPr>
        <p:spPr>
          <a:xfrm>
            <a:off x="1173494" y="151469"/>
            <a:ext cx="8048203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组合 45"/>
          <p:cNvGrpSpPr/>
          <p:nvPr/>
        </p:nvGrpSpPr>
        <p:grpSpPr>
          <a:xfrm>
            <a:off x="637534" y="172579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44" name="矩形 43"/>
            <p:cNvSpPr/>
            <p:nvPr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  <p:sp>
          <p:nvSpPr>
            <p:cNvPr id="43" name="矩形 42"/>
            <p:cNvSpPr/>
            <p:nvPr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/>
              <a:endParaRPr lang="zh-CN" altLang="en-US"/>
            </a:p>
          </p:txBody>
        </p:sp>
      </p:grpSp>
      <p:grpSp>
        <p:nvGrpSpPr>
          <p:cNvPr id="184" name="组合 183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85" name="组合 184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328" name="任意多边形: 形状 327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9" name="任意多边形: 形状 328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6" name="组合 185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325" name="任意多边形: 形状 324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6" name="任意多边形: 形状 325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7" name="任意多边形: 形状 326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87" name="任意多边形: 形状 186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88" name="任意多边形: 形状 187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89" name="组合 188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322" name="任意多边形: 形状 321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3" name="任意多边形: 形状 322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0" name="组合 18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320" name="任意多边形: 形状 319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1" name="组合 19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318" name="任意多边形: 形状 317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92" name="组合 191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315" name="任意多边形: 形状 314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6" name="任意多边形: 形状 315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20" name="组合 119"/>
          <p:cNvGrpSpPr>
            <a:grpSpLocks noChangeAspect="1"/>
          </p:cNvGrpSpPr>
          <p:nvPr/>
        </p:nvGrpSpPr>
        <p:grpSpPr>
          <a:xfrm>
            <a:off x="9590400" y="197079"/>
            <a:ext cx="1958913" cy="432000"/>
            <a:chOff x="468000" y="514800"/>
            <a:chExt cx="2301723" cy="507600"/>
          </a:xfrm>
        </p:grpSpPr>
        <p:sp>
          <p:nvSpPr>
            <p:cNvPr id="121" name="任意多边形: 形状 120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2" name="组合 121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3" name="任意多边形: 形状 122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5" name="任意多边形: 形状 134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6" name="任意多边形: 形状 135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47" name="矩形 46"/>
          <p:cNvSpPr/>
          <p:nvPr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sp>
        <p:nvSpPr>
          <p:cNvPr id="41" name="矩形 40"/>
          <p:cNvSpPr/>
          <p:nvPr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 dirty="0"/>
          </a:p>
        </p:txBody>
      </p:sp>
      <p:sp>
        <p:nvSpPr>
          <p:cNvPr id="6" name="标题 11"/>
          <p:cNvSpPr>
            <a:spLocks noGrp="1"/>
          </p:cNvSpPr>
          <p:nvPr>
            <p:ph type="title" hasCustomPrompt="1"/>
          </p:nvPr>
        </p:nvSpPr>
        <p:spPr>
          <a:xfrm>
            <a:off x="1173494" y="119719"/>
            <a:ext cx="8048203" cy="52322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lang="zh-CN" altLang="en-US" sz="2800" b="1" baseline="0"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7" name="文本框 6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chemeClr val="accent3"/>
              </a:solidFill>
              <a:latin typeface="微软雅黑" panose="020B050302020402020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/>
            <a:endParaRPr lang="zh-CN" altLang="en-US"/>
          </a:p>
        </p:txBody>
      </p:sp>
      <p:grpSp>
        <p:nvGrpSpPr>
          <p:cNvPr id="182" name="组合 181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>
              <a:lumMod val="65000"/>
            </a:schemeClr>
          </a:solidFill>
        </p:grpSpPr>
        <p:grpSp>
          <p:nvGrpSpPr>
            <p:cNvPr id="183" name="组合 18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326" name="任意多边形: 形状 325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7" name="任意多边形: 形状 326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84" name="组合 18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323" name="任意多边形: 形状 322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4" name="任意多边形: 形状 323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5" name="任意多边形: 形状 324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85" name="任意多边形: 形状 18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86" name="任意多边形: 形状 18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87" name="组合 18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320" name="任意多边形: 形状 319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1" name="任意多边形: 形状 320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22" name="任意多边形: 形状 321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310" name="组合 309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318" name="任意多边形: 形状 317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9" name="任意多边形: 形状 318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311" name="组合 310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316" name="任意多边形: 形状 315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7" name="任意多边形: 形状 316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312" name="组合 311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313" name="任意多边形: 形状 312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4" name="任意多边形: 形状 313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315" name="任意多边形: 形状 314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  <p:grpSp>
        <p:nvGrpSpPr>
          <p:cNvPr id="118" name="组合 117"/>
          <p:cNvGrpSpPr>
            <a:grpSpLocks noChangeAspect="1"/>
          </p:cNvGrpSpPr>
          <p:nvPr/>
        </p:nvGrpSpPr>
        <p:grpSpPr>
          <a:xfrm>
            <a:off x="9590400" y="165329"/>
            <a:ext cx="1958913" cy="432000"/>
            <a:chOff x="468000" y="514800"/>
            <a:chExt cx="2301723" cy="507600"/>
          </a:xfrm>
        </p:grpSpPr>
        <p:sp>
          <p:nvSpPr>
            <p:cNvPr id="119" name="任意多边形: 形状 118"/>
            <p:cNvSpPr/>
            <p:nvPr/>
          </p:nvSpPr>
          <p:spPr>
            <a:xfrm>
              <a:off x="1074082" y="585500"/>
              <a:ext cx="1695641" cy="384233"/>
            </a:xfrm>
            <a:custGeom>
              <a:avLst/>
              <a:gdLst>
                <a:gd name="connsiteX0" fmla="*/ 337551 w 1695641"/>
                <a:gd name="connsiteY0" fmla="*/ 383456 h 384233"/>
                <a:gd name="connsiteX1" fmla="*/ 338074 w 1695641"/>
                <a:gd name="connsiteY1" fmla="*/ 383688 h 384233"/>
                <a:gd name="connsiteX2" fmla="*/ 337450 w 1695641"/>
                <a:gd name="connsiteY2" fmla="*/ 383510 h 384233"/>
                <a:gd name="connsiteX3" fmla="*/ 27042 w 1695641"/>
                <a:gd name="connsiteY3" fmla="*/ 352807 h 384233"/>
                <a:gd name="connsiteX4" fmla="*/ 27132 w 1695641"/>
                <a:gd name="connsiteY4" fmla="*/ 370567 h 384233"/>
                <a:gd name="connsiteX5" fmla="*/ 42750 w 1695641"/>
                <a:gd name="connsiteY5" fmla="*/ 370567 h 384233"/>
                <a:gd name="connsiteX6" fmla="*/ 50336 w 1695641"/>
                <a:gd name="connsiteY6" fmla="*/ 368247 h 384233"/>
                <a:gd name="connsiteX7" fmla="*/ 52835 w 1695641"/>
                <a:gd name="connsiteY7" fmla="*/ 361107 h 384233"/>
                <a:gd name="connsiteX8" fmla="*/ 50246 w 1695641"/>
                <a:gd name="connsiteY8" fmla="*/ 354859 h 384233"/>
                <a:gd name="connsiteX9" fmla="*/ 42482 w 1695641"/>
                <a:gd name="connsiteY9" fmla="*/ 352807 h 384233"/>
                <a:gd name="connsiteX10" fmla="*/ 27042 w 1695641"/>
                <a:gd name="connsiteY10" fmla="*/ 326836 h 384233"/>
                <a:gd name="connsiteX11" fmla="*/ 27132 w 1695641"/>
                <a:gd name="connsiteY11" fmla="*/ 341562 h 384233"/>
                <a:gd name="connsiteX12" fmla="*/ 41857 w 1695641"/>
                <a:gd name="connsiteY12" fmla="*/ 341562 h 384233"/>
                <a:gd name="connsiteX13" fmla="*/ 49086 w 1695641"/>
                <a:gd name="connsiteY13" fmla="*/ 339599 h 384233"/>
                <a:gd name="connsiteX14" fmla="*/ 51407 w 1695641"/>
                <a:gd name="connsiteY14" fmla="*/ 333619 h 384233"/>
                <a:gd name="connsiteX15" fmla="*/ 48908 w 1695641"/>
                <a:gd name="connsiteY15" fmla="*/ 328532 h 384233"/>
                <a:gd name="connsiteX16" fmla="*/ 41322 w 1695641"/>
                <a:gd name="connsiteY16" fmla="*/ 326836 h 384233"/>
                <a:gd name="connsiteX17" fmla="*/ 1530352 w 1695641"/>
                <a:gd name="connsiteY17" fmla="*/ 324967 h 384233"/>
                <a:gd name="connsiteX18" fmla="*/ 1519062 w 1695641"/>
                <a:gd name="connsiteY18" fmla="*/ 327682 h 384233"/>
                <a:gd name="connsiteX19" fmla="*/ 1515712 w 1695641"/>
                <a:gd name="connsiteY19" fmla="*/ 331030 h 384233"/>
                <a:gd name="connsiteX20" fmla="*/ 1511249 w 1695641"/>
                <a:gd name="connsiteY20" fmla="*/ 348880 h 384233"/>
                <a:gd name="connsiteX21" fmla="*/ 1515623 w 1695641"/>
                <a:gd name="connsiteY21" fmla="*/ 365838 h 384233"/>
                <a:gd name="connsiteX22" fmla="*/ 1537102 w 1695641"/>
                <a:gd name="connsiteY22" fmla="*/ 368992 h 384233"/>
                <a:gd name="connsiteX23" fmla="*/ 1540255 w 1695641"/>
                <a:gd name="connsiteY23" fmla="*/ 365838 h 384233"/>
                <a:gd name="connsiteX24" fmla="*/ 1540255 w 1695641"/>
                <a:gd name="connsiteY24" fmla="*/ 365838 h 384233"/>
                <a:gd name="connsiteX25" fmla="*/ 1544717 w 1695641"/>
                <a:gd name="connsiteY25" fmla="*/ 348880 h 384233"/>
                <a:gd name="connsiteX26" fmla="*/ 1540255 w 1695641"/>
                <a:gd name="connsiteY26" fmla="*/ 331030 h 384233"/>
                <a:gd name="connsiteX27" fmla="*/ 1530352 w 1695641"/>
                <a:gd name="connsiteY27" fmla="*/ 324967 h 384233"/>
                <a:gd name="connsiteX28" fmla="*/ 1404435 w 1695641"/>
                <a:gd name="connsiteY28" fmla="*/ 324962 h 384233"/>
                <a:gd name="connsiteX29" fmla="*/ 1393086 w 1695641"/>
                <a:gd name="connsiteY29" fmla="*/ 327727 h 384233"/>
                <a:gd name="connsiteX30" fmla="*/ 1389782 w 1695641"/>
                <a:gd name="connsiteY30" fmla="*/ 331031 h 384233"/>
                <a:gd name="connsiteX31" fmla="*/ 1385409 w 1695641"/>
                <a:gd name="connsiteY31" fmla="*/ 348881 h 384233"/>
                <a:gd name="connsiteX32" fmla="*/ 1389782 w 1695641"/>
                <a:gd name="connsiteY32" fmla="*/ 365838 h 384233"/>
                <a:gd name="connsiteX33" fmla="*/ 1411261 w 1695641"/>
                <a:gd name="connsiteY33" fmla="*/ 368991 h 384233"/>
                <a:gd name="connsiteX34" fmla="*/ 1414415 w 1695641"/>
                <a:gd name="connsiteY34" fmla="*/ 365838 h 384233"/>
                <a:gd name="connsiteX35" fmla="*/ 1418788 w 1695641"/>
                <a:gd name="connsiteY35" fmla="*/ 348881 h 384233"/>
                <a:gd name="connsiteX36" fmla="*/ 1414415 w 1695641"/>
                <a:gd name="connsiteY36" fmla="*/ 331031 h 384233"/>
                <a:gd name="connsiteX37" fmla="*/ 1404435 w 1695641"/>
                <a:gd name="connsiteY37" fmla="*/ 324962 h 384233"/>
                <a:gd name="connsiteX38" fmla="*/ 939002 w 1695641"/>
                <a:gd name="connsiteY38" fmla="*/ 324962 h 384233"/>
                <a:gd name="connsiteX39" fmla="*/ 927653 w 1695641"/>
                <a:gd name="connsiteY39" fmla="*/ 327727 h 384233"/>
                <a:gd name="connsiteX40" fmla="*/ 924349 w 1695641"/>
                <a:gd name="connsiteY40" fmla="*/ 331031 h 384233"/>
                <a:gd name="connsiteX41" fmla="*/ 919976 w 1695641"/>
                <a:gd name="connsiteY41" fmla="*/ 348881 h 384233"/>
                <a:gd name="connsiteX42" fmla="*/ 924349 w 1695641"/>
                <a:gd name="connsiteY42" fmla="*/ 365838 h 384233"/>
                <a:gd name="connsiteX43" fmla="*/ 945828 w 1695641"/>
                <a:gd name="connsiteY43" fmla="*/ 368991 h 384233"/>
                <a:gd name="connsiteX44" fmla="*/ 948982 w 1695641"/>
                <a:gd name="connsiteY44" fmla="*/ 365838 h 384233"/>
                <a:gd name="connsiteX45" fmla="*/ 953355 w 1695641"/>
                <a:gd name="connsiteY45" fmla="*/ 348881 h 384233"/>
                <a:gd name="connsiteX46" fmla="*/ 948982 w 1695641"/>
                <a:gd name="connsiteY46" fmla="*/ 331031 h 384233"/>
                <a:gd name="connsiteX47" fmla="*/ 939002 w 1695641"/>
                <a:gd name="connsiteY47" fmla="*/ 324962 h 384233"/>
                <a:gd name="connsiteX48" fmla="*/ 1636450 w 1695641"/>
                <a:gd name="connsiteY48" fmla="*/ 315451 h 384233"/>
                <a:gd name="connsiteX49" fmla="*/ 1644036 w 1695641"/>
                <a:gd name="connsiteY49" fmla="*/ 315451 h 384233"/>
                <a:gd name="connsiteX50" fmla="*/ 1651712 w 1695641"/>
                <a:gd name="connsiteY50" fmla="*/ 315451 h 384233"/>
                <a:gd name="connsiteX51" fmla="*/ 1664518 w 1695641"/>
                <a:gd name="connsiteY51" fmla="*/ 344353 h 384233"/>
                <a:gd name="connsiteX52" fmla="*/ 1664475 w 1695641"/>
                <a:gd name="connsiteY52" fmla="*/ 344457 h 384233"/>
                <a:gd name="connsiteX53" fmla="*/ 1664564 w 1695641"/>
                <a:gd name="connsiteY53" fmla="*/ 344457 h 384233"/>
                <a:gd name="connsiteX54" fmla="*/ 1664518 w 1695641"/>
                <a:gd name="connsiteY54" fmla="*/ 344353 h 384233"/>
                <a:gd name="connsiteX55" fmla="*/ 1676522 w 1695641"/>
                <a:gd name="connsiteY55" fmla="*/ 315451 h 384233"/>
                <a:gd name="connsiteX56" fmla="*/ 1683841 w 1695641"/>
                <a:gd name="connsiteY56" fmla="*/ 315451 h 384233"/>
                <a:gd name="connsiteX57" fmla="*/ 1691070 w 1695641"/>
                <a:gd name="connsiteY57" fmla="*/ 315451 h 384233"/>
                <a:gd name="connsiteX58" fmla="*/ 1670721 w 1695641"/>
                <a:gd name="connsiteY58" fmla="*/ 356951 h 384233"/>
                <a:gd name="connsiteX59" fmla="*/ 1670721 w 1695641"/>
                <a:gd name="connsiteY59" fmla="*/ 382388 h 384233"/>
                <a:gd name="connsiteX60" fmla="*/ 1664385 w 1695641"/>
                <a:gd name="connsiteY60" fmla="*/ 382388 h 384233"/>
                <a:gd name="connsiteX61" fmla="*/ 1657870 w 1695641"/>
                <a:gd name="connsiteY61" fmla="*/ 382388 h 384233"/>
                <a:gd name="connsiteX62" fmla="*/ 1657870 w 1695641"/>
                <a:gd name="connsiteY62" fmla="*/ 357219 h 384233"/>
                <a:gd name="connsiteX63" fmla="*/ 1445726 w 1695641"/>
                <a:gd name="connsiteY63" fmla="*/ 315451 h 384233"/>
                <a:gd name="connsiteX64" fmla="*/ 1452152 w 1695641"/>
                <a:gd name="connsiteY64" fmla="*/ 315451 h 384233"/>
                <a:gd name="connsiteX65" fmla="*/ 1458578 w 1695641"/>
                <a:gd name="connsiteY65" fmla="*/ 315451 h 384233"/>
                <a:gd name="connsiteX66" fmla="*/ 1458578 w 1695641"/>
                <a:gd name="connsiteY66" fmla="*/ 370428 h 384233"/>
                <a:gd name="connsiteX67" fmla="*/ 1489101 w 1695641"/>
                <a:gd name="connsiteY67" fmla="*/ 370428 h 384233"/>
                <a:gd name="connsiteX68" fmla="*/ 1489101 w 1695641"/>
                <a:gd name="connsiteY68" fmla="*/ 376408 h 384233"/>
                <a:gd name="connsiteX69" fmla="*/ 1489101 w 1695641"/>
                <a:gd name="connsiteY69" fmla="*/ 382298 h 384233"/>
                <a:gd name="connsiteX70" fmla="*/ 1445726 w 1695641"/>
                <a:gd name="connsiteY70" fmla="*/ 382298 h 384233"/>
                <a:gd name="connsiteX71" fmla="*/ 1309711 w 1695641"/>
                <a:gd name="connsiteY71" fmla="*/ 315451 h 384233"/>
                <a:gd name="connsiteX72" fmla="*/ 1316405 w 1695641"/>
                <a:gd name="connsiteY72" fmla="*/ 315451 h 384233"/>
                <a:gd name="connsiteX73" fmla="*/ 1323099 w 1695641"/>
                <a:gd name="connsiteY73" fmla="*/ 315451 h 384233"/>
                <a:gd name="connsiteX74" fmla="*/ 1347820 w 1695641"/>
                <a:gd name="connsiteY74" fmla="*/ 362396 h 384233"/>
                <a:gd name="connsiteX75" fmla="*/ 1347820 w 1695641"/>
                <a:gd name="connsiteY75" fmla="*/ 315451 h 384233"/>
                <a:gd name="connsiteX76" fmla="*/ 1353800 w 1695641"/>
                <a:gd name="connsiteY76" fmla="*/ 315451 h 384233"/>
                <a:gd name="connsiteX77" fmla="*/ 1359868 w 1695641"/>
                <a:gd name="connsiteY77" fmla="*/ 315451 h 384233"/>
                <a:gd name="connsiteX78" fmla="*/ 1359868 w 1695641"/>
                <a:gd name="connsiteY78" fmla="*/ 382298 h 384233"/>
                <a:gd name="connsiteX79" fmla="*/ 1353442 w 1695641"/>
                <a:gd name="connsiteY79" fmla="*/ 382298 h 384233"/>
                <a:gd name="connsiteX80" fmla="*/ 1347016 w 1695641"/>
                <a:gd name="connsiteY80" fmla="*/ 382298 h 384233"/>
                <a:gd name="connsiteX81" fmla="*/ 1321670 w 1695641"/>
                <a:gd name="connsiteY81" fmla="*/ 334104 h 384233"/>
                <a:gd name="connsiteX82" fmla="*/ 1321670 w 1695641"/>
                <a:gd name="connsiteY82" fmla="*/ 382298 h 384233"/>
                <a:gd name="connsiteX83" fmla="*/ 1315691 w 1695641"/>
                <a:gd name="connsiteY83" fmla="*/ 382298 h 384233"/>
                <a:gd name="connsiteX84" fmla="*/ 1309711 w 1695641"/>
                <a:gd name="connsiteY84" fmla="*/ 382298 h 384233"/>
                <a:gd name="connsiteX85" fmla="*/ 1244559 w 1695641"/>
                <a:gd name="connsiteY85" fmla="*/ 315451 h 384233"/>
                <a:gd name="connsiteX86" fmla="*/ 1250896 w 1695641"/>
                <a:gd name="connsiteY86" fmla="*/ 315451 h 384233"/>
                <a:gd name="connsiteX87" fmla="*/ 1257322 w 1695641"/>
                <a:gd name="connsiteY87" fmla="*/ 315451 h 384233"/>
                <a:gd name="connsiteX88" fmla="*/ 1257322 w 1695641"/>
                <a:gd name="connsiteY88" fmla="*/ 340530 h 384233"/>
                <a:gd name="connsiteX89" fmla="*/ 1281418 w 1695641"/>
                <a:gd name="connsiteY89" fmla="*/ 340530 h 384233"/>
                <a:gd name="connsiteX90" fmla="*/ 1281418 w 1695641"/>
                <a:gd name="connsiteY90" fmla="*/ 315451 h 384233"/>
                <a:gd name="connsiteX91" fmla="*/ 1287844 w 1695641"/>
                <a:gd name="connsiteY91" fmla="*/ 315451 h 384233"/>
                <a:gd name="connsiteX92" fmla="*/ 1294270 w 1695641"/>
                <a:gd name="connsiteY92" fmla="*/ 315451 h 384233"/>
                <a:gd name="connsiteX93" fmla="*/ 1294270 w 1695641"/>
                <a:gd name="connsiteY93" fmla="*/ 382298 h 384233"/>
                <a:gd name="connsiteX94" fmla="*/ 1287844 w 1695641"/>
                <a:gd name="connsiteY94" fmla="*/ 382298 h 384233"/>
                <a:gd name="connsiteX95" fmla="*/ 1281418 w 1695641"/>
                <a:gd name="connsiteY95" fmla="*/ 382298 h 384233"/>
                <a:gd name="connsiteX96" fmla="*/ 1281418 w 1695641"/>
                <a:gd name="connsiteY96" fmla="*/ 352043 h 384233"/>
                <a:gd name="connsiteX97" fmla="*/ 1257322 w 1695641"/>
                <a:gd name="connsiteY97" fmla="*/ 352043 h 384233"/>
                <a:gd name="connsiteX98" fmla="*/ 1257322 w 1695641"/>
                <a:gd name="connsiteY98" fmla="*/ 382298 h 384233"/>
                <a:gd name="connsiteX99" fmla="*/ 1250985 w 1695641"/>
                <a:gd name="connsiteY99" fmla="*/ 382298 h 384233"/>
                <a:gd name="connsiteX100" fmla="*/ 1244559 w 1695641"/>
                <a:gd name="connsiteY100" fmla="*/ 382298 h 384233"/>
                <a:gd name="connsiteX101" fmla="*/ 1119075 w 1695641"/>
                <a:gd name="connsiteY101" fmla="*/ 315451 h 384233"/>
                <a:gd name="connsiteX102" fmla="*/ 1164324 w 1695641"/>
                <a:gd name="connsiteY102" fmla="*/ 315451 h 384233"/>
                <a:gd name="connsiteX103" fmla="*/ 1164324 w 1695641"/>
                <a:gd name="connsiteY103" fmla="*/ 321341 h 384233"/>
                <a:gd name="connsiteX104" fmla="*/ 1164324 w 1695641"/>
                <a:gd name="connsiteY104" fmla="*/ 327321 h 384233"/>
                <a:gd name="connsiteX105" fmla="*/ 1131927 w 1695641"/>
                <a:gd name="connsiteY105" fmla="*/ 327321 h 384233"/>
                <a:gd name="connsiteX106" fmla="*/ 1131927 w 1695641"/>
                <a:gd name="connsiteY106" fmla="*/ 341512 h 384233"/>
                <a:gd name="connsiteX107" fmla="*/ 1162003 w 1695641"/>
                <a:gd name="connsiteY107" fmla="*/ 341512 h 384233"/>
                <a:gd name="connsiteX108" fmla="*/ 1162003 w 1695641"/>
                <a:gd name="connsiteY108" fmla="*/ 347224 h 384233"/>
                <a:gd name="connsiteX109" fmla="*/ 1162003 w 1695641"/>
                <a:gd name="connsiteY109" fmla="*/ 353024 h 384233"/>
                <a:gd name="connsiteX110" fmla="*/ 1131927 w 1695641"/>
                <a:gd name="connsiteY110" fmla="*/ 353024 h 384233"/>
                <a:gd name="connsiteX111" fmla="*/ 1131927 w 1695641"/>
                <a:gd name="connsiteY111" fmla="*/ 370428 h 384233"/>
                <a:gd name="connsiteX112" fmla="*/ 1165752 w 1695641"/>
                <a:gd name="connsiteY112" fmla="*/ 370428 h 384233"/>
                <a:gd name="connsiteX113" fmla="*/ 1165752 w 1695641"/>
                <a:gd name="connsiteY113" fmla="*/ 376408 h 384233"/>
                <a:gd name="connsiteX114" fmla="*/ 1165752 w 1695641"/>
                <a:gd name="connsiteY114" fmla="*/ 382298 h 384233"/>
                <a:gd name="connsiteX115" fmla="*/ 1119075 w 1695641"/>
                <a:gd name="connsiteY115" fmla="*/ 382298 h 384233"/>
                <a:gd name="connsiteX116" fmla="*/ 1057939 w 1695641"/>
                <a:gd name="connsiteY116" fmla="*/ 315451 h 384233"/>
                <a:gd name="connsiteX117" fmla="*/ 1108007 w 1695641"/>
                <a:gd name="connsiteY117" fmla="*/ 315451 h 384233"/>
                <a:gd name="connsiteX118" fmla="*/ 1108007 w 1695641"/>
                <a:gd name="connsiteY118" fmla="*/ 321341 h 384233"/>
                <a:gd name="connsiteX119" fmla="*/ 1108007 w 1695641"/>
                <a:gd name="connsiteY119" fmla="*/ 327321 h 384233"/>
                <a:gd name="connsiteX120" fmla="*/ 1089354 w 1695641"/>
                <a:gd name="connsiteY120" fmla="*/ 327321 h 384233"/>
                <a:gd name="connsiteX121" fmla="*/ 1089354 w 1695641"/>
                <a:gd name="connsiteY121" fmla="*/ 382298 h 384233"/>
                <a:gd name="connsiteX122" fmla="*/ 1083017 w 1695641"/>
                <a:gd name="connsiteY122" fmla="*/ 382298 h 384233"/>
                <a:gd name="connsiteX123" fmla="*/ 1076592 w 1695641"/>
                <a:gd name="connsiteY123" fmla="*/ 382298 h 384233"/>
                <a:gd name="connsiteX124" fmla="*/ 1076592 w 1695641"/>
                <a:gd name="connsiteY124" fmla="*/ 327321 h 384233"/>
                <a:gd name="connsiteX125" fmla="*/ 1057939 w 1695641"/>
                <a:gd name="connsiteY125" fmla="*/ 327321 h 384233"/>
                <a:gd name="connsiteX126" fmla="*/ 1057939 w 1695641"/>
                <a:gd name="connsiteY126" fmla="*/ 321431 h 384233"/>
                <a:gd name="connsiteX127" fmla="*/ 980293 w 1695641"/>
                <a:gd name="connsiteY127" fmla="*/ 315451 h 384233"/>
                <a:gd name="connsiteX128" fmla="*/ 1024024 w 1695641"/>
                <a:gd name="connsiteY128" fmla="*/ 315451 h 384233"/>
                <a:gd name="connsiteX129" fmla="*/ 1024024 w 1695641"/>
                <a:gd name="connsiteY129" fmla="*/ 321341 h 384233"/>
                <a:gd name="connsiteX130" fmla="*/ 1024024 w 1695641"/>
                <a:gd name="connsiteY130" fmla="*/ 327321 h 384233"/>
                <a:gd name="connsiteX131" fmla="*/ 993145 w 1695641"/>
                <a:gd name="connsiteY131" fmla="*/ 327321 h 384233"/>
                <a:gd name="connsiteX132" fmla="*/ 993145 w 1695641"/>
                <a:gd name="connsiteY132" fmla="*/ 342494 h 384233"/>
                <a:gd name="connsiteX133" fmla="*/ 1020098 w 1695641"/>
                <a:gd name="connsiteY133" fmla="*/ 342494 h 384233"/>
                <a:gd name="connsiteX134" fmla="*/ 1020098 w 1695641"/>
                <a:gd name="connsiteY134" fmla="*/ 348295 h 384233"/>
                <a:gd name="connsiteX135" fmla="*/ 1020098 w 1695641"/>
                <a:gd name="connsiteY135" fmla="*/ 354006 h 384233"/>
                <a:gd name="connsiteX136" fmla="*/ 993145 w 1695641"/>
                <a:gd name="connsiteY136" fmla="*/ 354006 h 384233"/>
                <a:gd name="connsiteX137" fmla="*/ 993145 w 1695641"/>
                <a:gd name="connsiteY137" fmla="*/ 382298 h 384233"/>
                <a:gd name="connsiteX138" fmla="*/ 986719 w 1695641"/>
                <a:gd name="connsiteY138" fmla="*/ 382298 h 384233"/>
                <a:gd name="connsiteX139" fmla="*/ 980293 w 1695641"/>
                <a:gd name="connsiteY139" fmla="*/ 382298 h 384233"/>
                <a:gd name="connsiteX140" fmla="*/ 822323 w 1695641"/>
                <a:gd name="connsiteY140" fmla="*/ 315451 h 384233"/>
                <a:gd name="connsiteX141" fmla="*/ 867661 w 1695641"/>
                <a:gd name="connsiteY141" fmla="*/ 315451 h 384233"/>
                <a:gd name="connsiteX142" fmla="*/ 867661 w 1695641"/>
                <a:gd name="connsiteY142" fmla="*/ 321341 h 384233"/>
                <a:gd name="connsiteX143" fmla="*/ 867661 w 1695641"/>
                <a:gd name="connsiteY143" fmla="*/ 327321 h 384233"/>
                <a:gd name="connsiteX144" fmla="*/ 835175 w 1695641"/>
                <a:gd name="connsiteY144" fmla="*/ 327321 h 384233"/>
                <a:gd name="connsiteX145" fmla="*/ 835175 w 1695641"/>
                <a:gd name="connsiteY145" fmla="*/ 341512 h 384233"/>
                <a:gd name="connsiteX146" fmla="*/ 865251 w 1695641"/>
                <a:gd name="connsiteY146" fmla="*/ 341512 h 384233"/>
                <a:gd name="connsiteX147" fmla="*/ 865251 w 1695641"/>
                <a:gd name="connsiteY147" fmla="*/ 347224 h 384233"/>
                <a:gd name="connsiteX148" fmla="*/ 865251 w 1695641"/>
                <a:gd name="connsiteY148" fmla="*/ 353024 h 384233"/>
                <a:gd name="connsiteX149" fmla="*/ 835175 w 1695641"/>
                <a:gd name="connsiteY149" fmla="*/ 353024 h 384233"/>
                <a:gd name="connsiteX150" fmla="*/ 835175 w 1695641"/>
                <a:gd name="connsiteY150" fmla="*/ 370428 h 384233"/>
                <a:gd name="connsiteX151" fmla="*/ 869089 w 1695641"/>
                <a:gd name="connsiteY151" fmla="*/ 370428 h 384233"/>
                <a:gd name="connsiteX152" fmla="*/ 869089 w 1695641"/>
                <a:gd name="connsiteY152" fmla="*/ 376408 h 384233"/>
                <a:gd name="connsiteX153" fmla="*/ 869089 w 1695641"/>
                <a:gd name="connsiteY153" fmla="*/ 382298 h 384233"/>
                <a:gd name="connsiteX154" fmla="*/ 822323 w 1695641"/>
                <a:gd name="connsiteY154" fmla="*/ 382298 h 384233"/>
                <a:gd name="connsiteX155" fmla="*/ 761277 w 1695641"/>
                <a:gd name="connsiteY155" fmla="*/ 315451 h 384233"/>
                <a:gd name="connsiteX156" fmla="*/ 811256 w 1695641"/>
                <a:gd name="connsiteY156" fmla="*/ 315451 h 384233"/>
                <a:gd name="connsiteX157" fmla="*/ 811256 w 1695641"/>
                <a:gd name="connsiteY157" fmla="*/ 321341 h 384233"/>
                <a:gd name="connsiteX158" fmla="*/ 811256 w 1695641"/>
                <a:gd name="connsiteY158" fmla="*/ 327321 h 384233"/>
                <a:gd name="connsiteX159" fmla="*/ 792692 w 1695641"/>
                <a:gd name="connsiteY159" fmla="*/ 327321 h 384233"/>
                <a:gd name="connsiteX160" fmla="*/ 792692 w 1695641"/>
                <a:gd name="connsiteY160" fmla="*/ 382298 h 384233"/>
                <a:gd name="connsiteX161" fmla="*/ 786266 w 1695641"/>
                <a:gd name="connsiteY161" fmla="*/ 382298 h 384233"/>
                <a:gd name="connsiteX162" fmla="*/ 779841 w 1695641"/>
                <a:gd name="connsiteY162" fmla="*/ 382298 h 384233"/>
                <a:gd name="connsiteX163" fmla="*/ 779841 w 1695641"/>
                <a:gd name="connsiteY163" fmla="*/ 327321 h 384233"/>
                <a:gd name="connsiteX164" fmla="*/ 761277 w 1695641"/>
                <a:gd name="connsiteY164" fmla="*/ 327321 h 384233"/>
                <a:gd name="connsiteX165" fmla="*/ 761277 w 1695641"/>
                <a:gd name="connsiteY165" fmla="*/ 321431 h 384233"/>
                <a:gd name="connsiteX166" fmla="*/ 640166 w 1695641"/>
                <a:gd name="connsiteY166" fmla="*/ 315451 h 384233"/>
                <a:gd name="connsiteX167" fmla="*/ 690145 w 1695641"/>
                <a:gd name="connsiteY167" fmla="*/ 315451 h 384233"/>
                <a:gd name="connsiteX168" fmla="*/ 690145 w 1695641"/>
                <a:gd name="connsiteY168" fmla="*/ 321341 h 384233"/>
                <a:gd name="connsiteX169" fmla="*/ 690145 w 1695641"/>
                <a:gd name="connsiteY169" fmla="*/ 327321 h 384233"/>
                <a:gd name="connsiteX170" fmla="*/ 671581 w 1695641"/>
                <a:gd name="connsiteY170" fmla="*/ 327321 h 384233"/>
                <a:gd name="connsiteX171" fmla="*/ 671581 w 1695641"/>
                <a:gd name="connsiteY171" fmla="*/ 382298 h 384233"/>
                <a:gd name="connsiteX172" fmla="*/ 665155 w 1695641"/>
                <a:gd name="connsiteY172" fmla="*/ 382298 h 384233"/>
                <a:gd name="connsiteX173" fmla="*/ 658730 w 1695641"/>
                <a:gd name="connsiteY173" fmla="*/ 382298 h 384233"/>
                <a:gd name="connsiteX174" fmla="*/ 658730 w 1695641"/>
                <a:gd name="connsiteY174" fmla="*/ 327321 h 384233"/>
                <a:gd name="connsiteX175" fmla="*/ 640166 w 1695641"/>
                <a:gd name="connsiteY175" fmla="*/ 327321 h 384233"/>
                <a:gd name="connsiteX176" fmla="*/ 640166 w 1695641"/>
                <a:gd name="connsiteY176" fmla="*/ 321431 h 384233"/>
                <a:gd name="connsiteX177" fmla="*/ 617140 w 1695641"/>
                <a:gd name="connsiteY177" fmla="*/ 315451 h 384233"/>
                <a:gd name="connsiteX178" fmla="*/ 623566 w 1695641"/>
                <a:gd name="connsiteY178" fmla="*/ 315451 h 384233"/>
                <a:gd name="connsiteX179" fmla="*/ 629992 w 1695641"/>
                <a:gd name="connsiteY179" fmla="*/ 315451 h 384233"/>
                <a:gd name="connsiteX180" fmla="*/ 629992 w 1695641"/>
                <a:gd name="connsiteY180" fmla="*/ 382298 h 384233"/>
                <a:gd name="connsiteX181" fmla="*/ 623655 w 1695641"/>
                <a:gd name="connsiteY181" fmla="*/ 382298 h 384233"/>
                <a:gd name="connsiteX182" fmla="*/ 617140 w 1695641"/>
                <a:gd name="connsiteY182" fmla="*/ 382298 h 384233"/>
                <a:gd name="connsiteX183" fmla="*/ 557165 w 1695641"/>
                <a:gd name="connsiteY183" fmla="*/ 315451 h 384233"/>
                <a:gd name="connsiteX184" fmla="*/ 607144 w 1695641"/>
                <a:gd name="connsiteY184" fmla="*/ 315451 h 384233"/>
                <a:gd name="connsiteX185" fmla="*/ 607144 w 1695641"/>
                <a:gd name="connsiteY185" fmla="*/ 321341 h 384233"/>
                <a:gd name="connsiteX186" fmla="*/ 607144 w 1695641"/>
                <a:gd name="connsiteY186" fmla="*/ 327321 h 384233"/>
                <a:gd name="connsiteX187" fmla="*/ 588580 w 1695641"/>
                <a:gd name="connsiteY187" fmla="*/ 327321 h 384233"/>
                <a:gd name="connsiteX188" fmla="*/ 588580 w 1695641"/>
                <a:gd name="connsiteY188" fmla="*/ 382298 h 384233"/>
                <a:gd name="connsiteX189" fmla="*/ 582154 w 1695641"/>
                <a:gd name="connsiteY189" fmla="*/ 382298 h 384233"/>
                <a:gd name="connsiteX190" fmla="*/ 575729 w 1695641"/>
                <a:gd name="connsiteY190" fmla="*/ 382298 h 384233"/>
                <a:gd name="connsiteX191" fmla="*/ 575729 w 1695641"/>
                <a:gd name="connsiteY191" fmla="*/ 327321 h 384233"/>
                <a:gd name="connsiteX192" fmla="*/ 557165 w 1695641"/>
                <a:gd name="connsiteY192" fmla="*/ 327321 h 384233"/>
                <a:gd name="connsiteX193" fmla="*/ 557165 w 1695641"/>
                <a:gd name="connsiteY193" fmla="*/ 321431 h 384233"/>
                <a:gd name="connsiteX194" fmla="*/ 435876 w 1695641"/>
                <a:gd name="connsiteY194" fmla="*/ 315451 h 384233"/>
                <a:gd name="connsiteX195" fmla="*/ 442659 w 1695641"/>
                <a:gd name="connsiteY195" fmla="*/ 315451 h 384233"/>
                <a:gd name="connsiteX196" fmla="*/ 449353 w 1695641"/>
                <a:gd name="connsiteY196" fmla="*/ 315451 h 384233"/>
                <a:gd name="connsiteX197" fmla="*/ 474074 w 1695641"/>
                <a:gd name="connsiteY197" fmla="*/ 362396 h 384233"/>
                <a:gd name="connsiteX198" fmla="*/ 474074 w 1695641"/>
                <a:gd name="connsiteY198" fmla="*/ 315451 h 384233"/>
                <a:gd name="connsiteX199" fmla="*/ 480054 w 1695641"/>
                <a:gd name="connsiteY199" fmla="*/ 315451 h 384233"/>
                <a:gd name="connsiteX200" fmla="*/ 486123 w 1695641"/>
                <a:gd name="connsiteY200" fmla="*/ 315451 h 384233"/>
                <a:gd name="connsiteX201" fmla="*/ 486123 w 1695641"/>
                <a:gd name="connsiteY201" fmla="*/ 382298 h 384233"/>
                <a:gd name="connsiteX202" fmla="*/ 479697 w 1695641"/>
                <a:gd name="connsiteY202" fmla="*/ 382298 h 384233"/>
                <a:gd name="connsiteX203" fmla="*/ 473271 w 1695641"/>
                <a:gd name="connsiteY203" fmla="*/ 382298 h 384233"/>
                <a:gd name="connsiteX204" fmla="*/ 447925 w 1695641"/>
                <a:gd name="connsiteY204" fmla="*/ 334104 h 384233"/>
                <a:gd name="connsiteX205" fmla="*/ 447925 w 1695641"/>
                <a:gd name="connsiteY205" fmla="*/ 382298 h 384233"/>
                <a:gd name="connsiteX206" fmla="*/ 441945 w 1695641"/>
                <a:gd name="connsiteY206" fmla="*/ 382298 h 384233"/>
                <a:gd name="connsiteX207" fmla="*/ 435876 w 1695641"/>
                <a:gd name="connsiteY207" fmla="*/ 382298 h 384233"/>
                <a:gd name="connsiteX208" fmla="*/ 408298 w 1695641"/>
                <a:gd name="connsiteY208" fmla="*/ 315451 h 384233"/>
                <a:gd name="connsiteX209" fmla="*/ 414635 w 1695641"/>
                <a:gd name="connsiteY209" fmla="*/ 315451 h 384233"/>
                <a:gd name="connsiteX210" fmla="*/ 421150 w 1695641"/>
                <a:gd name="connsiteY210" fmla="*/ 315451 h 384233"/>
                <a:gd name="connsiteX211" fmla="*/ 421150 w 1695641"/>
                <a:gd name="connsiteY211" fmla="*/ 382298 h 384233"/>
                <a:gd name="connsiteX212" fmla="*/ 414724 w 1695641"/>
                <a:gd name="connsiteY212" fmla="*/ 382298 h 384233"/>
                <a:gd name="connsiteX213" fmla="*/ 408298 w 1695641"/>
                <a:gd name="connsiteY213" fmla="*/ 382298 h 384233"/>
                <a:gd name="connsiteX214" fmla="*/ 246043 w 1695641"/>
                <a:gd name="connsiteY214" fmla="*/ 315451 h 384233"/>
                <a:gd name="connsiteX215" fmla="*/ 252737 w 1695641"/>
                <a:gd name="connsiteY215" fmla="*/ 315451 h 384233"/>
                <a:gd name="connsiteX216" fmla="*/ 259520 w 1695641"/>
                <a:gd name="connsiteY216" fmla="*/ 315451 h 384233"/>
                <a:gd name="connsiteX217" fmla="*/ 284152 w 1695641"/>
                <a:gd name="connsiteY217" fmla="*/ 362396 h 384233"/>
                <a:gd name="connsiteX218" fmla="*/ 284152 w 1695641"/>
                <a:gd name="connsiteY218" fmla="*/ 315451 h 384233"/>
                <a:gd name="connsiteX219" fmla="*/ 290131 w 1695641"/>
                <a:gd name="connsiteY219" fmla="*/ 315451 h 384233"/>
                <a:gd name="connsiteX220" fmla="*/ 296200 w 1695641"/>
                <a:gd name="connsiteY220" fmla="*/ 315451 h 384233"/>
                <a:gd name="connsiteX221" fmla="*/ 296200 w 1695641"/>
                <a:gd name="connsiteY221" fmla="*/ 382298 h 384233"/>
                <a:gd name="connsiteX222" fmla="*/ 289775 w 1695641"/>
                <a:gd name="connsiteY222" fmla="*/ 382298 h 384233"/>
                <a:gd name="connsiteX223" fmla="*/ 283349 w 1695641"/>
                <a:gd name="connsiteY223" fmla="*/ 382298 h 384233"/>
                <a:gd name="connsiteX224" fmla="*/ 258002 w 1695641"/>
                <a:gd name="connsiteY224" fmla="*/ 334104 h 384233"/>
                <a:gd name="connsiteX225" fmla="*/ 258002 w 1695641"/>
                <a:gd name="connsiteY225" fmla="*/ 382298 h 384233"/>
                <a:gd name="connsiteX226" fmla="*/ 252023 w 1695641"/>
                <a:gd name="connsiteY226" fmla="*/ 382298 h 384233"/>
                <a:gd name="connsiteX227" fmla="*/ 246043 w 1695641"/>
                <a:gd name="connsiteY227" fmla="*/ 382298 h 384233"/>
                <a:gd name="connsiteX228" fmla="*/ 218377 w 1695641"/>
                <a:gd name="connsiteY228" fmla="*/ 315451 h 384233"/>
                <a:gd name="connsiteX229" fmla="*/ 224803 w 1695641"/>
                <a:gd name="connsiteY229" fmla="*/ 315451 h 384233"/>
                <a:gd name="connsiteX230" fmla="*/ 231229 w 1695641"/>
                <a:gd name="connsiteY230" fmla="*/ 315451 h 384233"/>
                <a:gd name="connsiteX231" fmla="*/ 231229 w 1695641"/>
                <a:gd name="connsiteY231" fmla="*/ 382298 h 384233"/>
                <a:gd name="connsiteX232" fmla="*/ 224803 w 1695641"/>
                <a:gd name="connsiteY232" fmla="*/ 382298 h 384233"/>
                <a:gd name="connsiteX233" fmla="*/ 218377 w 1695641"/>
                <a:gd name="connsiteY233" fmla="*/ 382298 h 384233"/>
                <a:gd name="connsiteX234" fmla="*/ 140016 w 1695641"/>
                <a:gd name="connsiteY234" fmla="*/ 315451 h 384233"/>
                <a:gd name="connsiteX235" fmla="*/ 146442 w 1695641"/>
                <a:gd name="connsiteY235" fmla="*/ 315451 h 384233"/>
                <a:gd name="connsiteX236" fmla="*/ 152868 w 1695641"/>
                <a:gd name="connsiteY236" fmla="*/ 315451 h 384233"/>
                <a:gd name="connsiteX237" fmla="*/ 152868 w 1695641"/>
                <a:gd name="connsiteY237" fmla="*/ 382298 h 384233"/>
                <a:gd name="connsiteX238" fmla="*/ 146531 w 1695641"/>
                <a:gd name="connsiteY238" fmla="*/ 382298 h 384233"/>
                <a:gd name="connsiteX239" fmla="*/ 140016 w 1695641"/>
                <a:gd name="connsiteY239" fmla="*/ 382298 h 384233"/>
                <a:gd name="connsiteX240" fmla="*/ 80487 w 1695641"/>
                <a:gd name="connsiteY240" fmla="*/ 315451 h 384233"/>
                <a:gd name="connsiteX241" fmla="*/ 125736 w 1695641"/>
                <a:gd name="connsiteY241" fmla="*/ 315451 h 384233"/>
                <a:gd name="connsiteX242" fmla="*/ 125736 w 1695641"/>
                <a:gd name="connsiteY242" fmla="*/ 321341 h 384233"/>
                <a:gd name="connsiteX243" fmla="*/ 125736 w 1695641"/>
                <a:gd name="connsiteY243" fmla="*/ 327321 h 384233"/>
                <a:gd name="connsiteX244" fmla="*/ 93339 w 1695641"/>
                <a:gd name="connsiteY244" fmla="*/ 327321 h 384233"/>
                <a:gd name="connsiteX245" fmla="*/ 93339 w 1695641"/>
                <a:gd name="connsiteY245" fmla="*/ 341512 h 384233"/>
                <a:gd name="connsiteX246" fmla="*/ 123415 w 1695641"/>
                <a:gd name="connsiteY246" fmla="*/ 341512 h 384233"/>
                <a:gd name="connsiteX247" fmla="*/ 123415 w 1695641"/>
                <a:gd name="connsiteY247" fmla="*/ 347224 h 384233"/>
                <a:gd name="connsiteX248" fmla="*/ 123415 w 1695641"/>
                <a:gd name="connsiteY248" fmla="*/ 353024 h 384233"/>
                <a:gd name="connsiteX249" fmla="*/ 93339 w 1695641"/>
                <a:gd name="connsiteY249" fmla="*/ 353024 h 384233"/>
                <a:gd name="connsiteX250" fmla="*/ 93339 w 1695641"/>
                <a:gd name="connsiteY250" fmla="*/ 370428 h 384233"/>
                <a:gd name="connsiteX251" fmla="*/ 127164 w 1695641"/>
                <a:gd name="connsiteY251" fmla="*/ 370428 h 384233"/>
                <a:gd name="connsiteX252" fmla="*/ 127164 w 1695641"/>
                <a:gd name="connsiteY252" fmla="*/ 376408 h 384233"/>
                <a:gd name="connsiteX253" fmla="*/ 127164 w 1695641"/>
                <a:gd name="connsiteY253" fmla="*/ 382298 h 384233"/>
                <a:gd name="connsiteX254" fmla="*/ 80487 w 1695641"/>
                <a:gd name="connsiteY254" fmla="*/ 382298 h 384233"/>
                <a:gd name="connsiteX255" fmla="*/ 190189 w 1695641"/>
                <a:gd name="connsiteY255" fmla="*/ 315324 h 384233"/>
                <a:gd name="connsiteX256" fmla="*/ 202952 w 1695641"/>
                <a:gd name="connsiteY256" fmla="*/ 315324 h 384233"/>
                <a:gd name="connsiteX257" fmla="*/ 202952 w 1695641"/>
                <a:gd name="connsiteY257" fmla="*/ 363429 h 384233"/>
                <a:gd name="connsiteX258" fmla="*/ 197954 w 1695641"/>
                <a:gd name="connsiteY258" fmla="*/ 378779 h 384233"/>
                <a:gd name="connsiteX259" fmla="*/ 183138 w 1695641"/>
                <a:gd name="connsiteY259" fmla="*/ 384045 h 384233"/>
                <a:gd name="connsiteX260" fmla="*/ 167878 w 1695641"/>
                <a:gd name="connsiteY260" fmla="*/ 378243 h 384233"/>
                <a:gd name="connsiteX261" fmla="*/ 163326 w 1695641"/>
                <a:gd name="connsiteY261" fmla="*/ 360394 h 384233"/>
                <a:gd name="connsiteX262" fmla="*/ 163326 w 1695641"/>
                <a:gd name="connsiteY262" fmla="*/ 356914 h 384233"/>
                <a:gd name="connsiteX263" fmla="*/ 175553 w 1695641"/>
                <a:gd name="connsiteY263" fmla="*/ 356914 h 384233"/>
                <a:gd name="connsiteX264" fmla="*/ 175553 w 1695641"/>
                <a:gd name="connsiteY264" fmla="*/ 360930 h 384233"/>
                <a:gd name="connsiteX265" fmla="*/ 177248 w 1695641"/>
                <a:gd name="connsiteY265" fmla="*/ 369854 h 384233"/>
                <a:gd name="connsiteX266" fmla="*/ 183049 w 1695641"/>
                <a:gd name="connsiteY266" fmla="*/ 372799 h 384233"/>
                <a:gd name="connsiteX267" fmla="*/ 188493 w 1695641"/>
                <a:gd name="connsiteY267" fmla="*/ 370657 h 384233"/>
                <a:gd name="connsiteX268" fmla="*/ 190189 w 1695641"/>
                <a:gd name="connsiteY268" fmla="*/ 363697 h 384233"/>
                <a:gd name="connsiteX269" fmla="*/ 14815 w 1695641"/>
                <a:gd name="connsiteY269" fmla="*/ 315323 h 384233"/>
                <a:gd name="connsiteX270" fmla="*/ 44891 w 1695641"/>
                <a:gd name="connsiteY270" fmla="*/ 315323 h 384233"/>
                <a:gd name="connsiteX271" fmla="*/ 58814 w 1695641"/>
                <a:gd name="connsiteY271" fmla="*/ 319785 h 384233"/>
                <a:gd name="connsiteX272" fmla="*/ 63902 w 1695641"/>
                <a:gd name="connsiteY272" fmla="*/ 332280 h 384233"/>
                <a:gd name="connsiteX273" fmla="*/ 58189 w 1695641"/>
                <a:gd name="connsiteY273" fmla="*/ 344864 h 384233"/>
                <a:gd name="connsiteX274" fmla="*/ 56137 w 1695641"/>
                <a:gd name="connsiteY274" fmla="*/ 346203 h 384233"/>
                <a:gd name="connsiteX275" fmla="*/ 60064 w 1695641"/>
                <a:gd name="connsiteY275" fmla="*/ 348434 h 384233"/>
                <a:gd name="connsiteX276" fmla="*/ 65954 w 1695641"/>
                <a:gd name="connsiteY276" fmla="*/ 361285 h 384233"/>
                <a:gd name="connsiteX277" fmla="*/ 60064 w 1695641"/>
                <a:gd name="connsiteY277" fmla="*/ 376815 h 384233"/>
                <a:gd name="connsiteX278" fmla="*/ 43017 w 1695641"/>
                <a:gd name="connsiteY278" fmla="*/ 382170 h 384233"/>
                <a:gd name="connsiteX279" fmla="*/ 15083 w 1695641"/>
                <a:gd name="connsiteY279" fmla="*/ 382170 h 384233"/>
                <a:gd name="connsiteX280" fmla="*/ 700246 w 1695641"/>
                <a:gd name="connsiteY280" fmla="*/ 315235 h 384233"/>
                <a:gd name="connsiteX281" fmla="*/ 713098 w 1695641"/>
                <a:gd name="connsiteY281" fmla="*/ 315235 h 384233"/>
                <a:gd name="connsiteX282" fmla="*/ 713098 w 1695641"/>
                <a:gd name="connsiteY282" fmla="*/ 357360 h 384233"/>
                <a:gd name="connsiteX283" fmla="*/ 716132 w 1695641"/>
                <a:gd name="connsiteY283" fmla="*/ 368159 h 384233"/>
                <a:gd name="connsiteX284" fmla="*/ 725057 w 1695641"/>
                <a:gd name="connsiteY284" fmla="*/ 371729 h 384233"/>
                <a:gd name="connsiteX285" fmla="*/ 733982 w 1695641"/>
                <a:gd name="connsiteY285" fmla="*/ 368427 h 384233"/>
                <a:gd name="connsiteX286" fmla="*/ 736749 w 1695641"/>
                <a:gd name="connsiteY286" fmla="*/ 357360 h 384233"/>
                <a:gd name="connsiteX287" fmla="*/ 736749 w 1695641"/>
                <a:gd name="connsiteY287" fmla="*/ 315235 h 384233"/>
                <a:gd name="connsiteX288" fmla="*/ 749958 w 1695641"/>
                <a:gd name="connsiteY288" fmla="*/ 315235 h 384233"/>
                <a:gd name="connsiteX289" fmla="*/ 749958 w 1695641"/>
                <a:gd name="connsiteY289" fmla="*/ 356914 h 384233"/>
                <a:gd name="connsiteX290" fmla="*/ 744156 w 1695641"/>
                <a:gd name="connsiteY290" fmla="*/ 377620 h 384233"/>
                <a:gd name="connsiteX291" fmla="*/ 725146 w 1695641"/>
                <a:gd name="connsiteY291" fmla="*/ 383956 h 384233"/>
                <a:gd name="connsiteX292" fmla="*/ 706404 w 1695641"/>
                <a:gd name="connsiteY292" fmla="*/ 377352 h 384233"/>
                <a:gd name="connsiteX293" fmla="*/ 700246 w 1695641"/>
                <a:gd name="connsiteY293" fmla="*/ 356914 h 384233"/>
                <a:gd name="connsiteX294" fmla="*/ 1526374 w 1695641"/>
                <a:gd name="connsiteY294" fmla="*/ 313761 h 384233"/>
                <a:gd name="connsiteX295" fmla="*/ 1547261 w 1695641"/>
                <a:gd name="connsiteY295" fmla="*/ 321079 h 384233"/>
                <a:gd name="connsiteX296" fmla="*/ 1549537 w 1695641"/>
                <a:gd name="connsiteY296" fmla="*/ 323355 h 384233"/>
                <a:gd name="connsiteX297" fmla="*/ 1557570 w 1695641"/>
                <a:gd name="connsiteY297" fmla="*/ 349327 h 384233"/>
                <a:gd name="connsiteX298" fmla="*/ 1549537 w 1695641"/>
                <a:gd name="connsiteY298" fmla="*/ 374763 h 384233"/>
                <a:gd name="connsiteX299" fmla="*/ 1508175 w 1695641"/>
                <a:gd name="connsiteY299" fmla="*/ 376508 h 384233"/>
                <a:gd name="connsiteX300" fmla="*/ 1506430 w 1695641"/>
                <a:gd name="connsiteY300" fmla="*/ 374763 h 384233"/>
                <a:gd name="connsiteX301" fmla="*/ 1498397 w 1695641"/>
                <a:gd name="connsiteY301" fmla="*/ 349327 h 384233"/>
                <a:gd name="connsiteX302" fmla="*/ 1506430 w 1695641"/>
                <a:gd name="connsiteY302" fmla="*/ 323355 h 384233"/>
                <a:gd name="connsiteX303" fmla="*/ 1526374 w 1695641"/>
                <a:gd name="connsiteY303" fmla="*/ 313761 h 384233"/>
                <a:gd name="connsiteX304" fmla="*/ 1400517 w 1695641"/>
                <a:gd name="connsiteY304" fmla="*/ 313754 h 384233"/>
                <a:gd name="connsiteX305" fmla="*/ 1421460 w 1695641"/>
                <a:gd name="connsiteY305" fmla="*/ 321118 h 384233"/>
                <a:gd name="connsiteX306" fmla="*/ 1423697 w 1695641"/>
                <a:gd name="connsiteY306" fmla="*/ 323355 h 384233"/>
                <a:gd name="connsiteX307" fmla="*/ 1431641 w 1695641"/>
                <a:gd name="connsiteY307" fmla="*/ 349327 h 384233"/>
                <a:gd name="connsiteX308" fmla="*/ 1423697 w 1695641"/>
                <a:gd name="connsiteY308" fmla="*/ 374763 h 384233"/>
                <a:gd name="connsiteX309" fmla="*/ 1382207 w 1695641"/>
                <a:gd name="connsiteY309" fmla="*/ 376469 h 384233"/>
                <a:gd name="connsiteX310" fmla="*/ 1380501 w 1695641"/>
                <a:gd name="connsiteY310" fmla="*/ 374763 h 384233"/>
                <a:gd name="connsiteX311" fmla="*/ 1380500 w 1695641"/>
                <a:gd name="connsiteY311" fmla="*/ 374763 h 384233"/>
                <a:gd name="connsiteX312" fmla="*/ 1372557 w 1695641"/>
                <a:gd name="connsiteY312" fmla="*/ 349327 h 384233"/>
                <a:gd name="connsiteX313" fmla="*/ 1380500 w 1695641"/>
                <a:gd name="connsiteY313" fmla="*/ 323355 h 384233"/>
                <a:gd name="connsiteX314" fmla="*/ 1400517 w 1695641"/>
                <a:gd name="connsiteY314" fmla="*/ 313754 h 384233"/>
                <a:gd name="connsiteX315" fmla="*/ 935084 w 1695641"/>
                <a:gd name="connsiteY315" fmla="*/ 313754 h 384233"/>
                <a:gd name="connsiteX316" fmla="*/ 956027 w 1695641"/>
                <a:gd name="connsiteY316" fmla="*/ 321118 h 384233"/>
                <a:gd name="connsiteX317" fmla="*/ 958264 w 1695641"/>
                <a:gd name="connsiteY317" fmla="*/ 323355 h 384233"/>
                <a:gd name="connsiteX318" fmla="*/ 966208 w 1695641"/>
                <a:gd name="connsiteY318" fmla="*/ 349327 h 384233"/>
                <a:gd name="connsiteX319" fmla="*/ 958264 w 1695641"/>
                <a:gd name="connsiteY319" fmla="*/ 374763 h 384233"/>
                <a:gd name="connsiteX320" fmla="*/ 916774 w 1695641"/>
                <a:gd name="connsiteY320" fmla="*/ 376469 h 384233"/>
                <a:gd name="connsiteX321" fmla="*/ 915068 w 1695641"/>
                <a:gd name="connsiteY321" fmla="*/ 374763 h 384233"/>
                <a:gd name="connsiteX322" fmla="*/ 915067 w 1695641"/>
                <a:gd name="connsiteY322" fmla="*/ 374763 h 384233"/>
                <a:gd name="connsiteX323" fmla="*/ 907124 w 1695641"/>
                <a:gd name="connsiteY323" fmla="*/ 349327 h 384233"/>
                <a:gd name="connsiteX324" fmla="*/ 915067 w 1695641"/>
                <a:gd name="connsiteY324" fmla="*/ 323355 h 384233"/>
                <a:gd name="connsiteX325" fmla="*/ 935084 w 1695641"/>
                <a:gd name="connsiteY325" fmla="*/ 313754 h 384233"/>
                <a:gd name="connsiteX326" fmla="*/ 1598624 w 1695641"/>
                <a:gd name="connsiteY326" fmla="*/ 313717 h 384233"/>
                <a:gd name="connsiteX327" fmla="*/ 1617099 w 1695641"/>
                <a:gd name="connsiteY327" fmla="*/ 319786 h 384233"/>
                <a:gd name="connsiteX328" fmla="*/ 1625578 w 1695641"/>
                <a:gd name="connsiteY328" fmla="*/ 336207 h 384233"/>
                <a:gd name="connsiteX329" fmla="*/ 1612994 w 1695641"/>
                <a:gd name="connsiteY329" fmla="*/ 336207 h 384233"/>
                <a:gd name="connsiteX330" fmla="*/ 1608442 w 1695641"/>
                <a:gd name="connsiteY330" fmla="*/ 328621 h 384233"/>
                <a:gd name="connsiteX331" fmla="*/ 1599517 w 1695641"/>
                <a:gd name="connsiteY331" fmla="*/ 325319 h 384233"/>
                <a:gd name="connsiteX332" fmla="*/ 1586397 w 1695641"/>
                <a:gd name="connsiteY332" fmla="*/ 331566 h 384233"/>
                <a:gd name="connsiteX333" fmla="*/ 1586397 w 1695641"/>
                <a:gd name="connsiteY333" fmla="*/ 366373 h 384233"/>
                <a:gd name="connsiteX334" fmla="*/ 1599696 w 1695641"/>
                <a:gd name="connsiteY334" fmla="*/ 372353 h 384233"/>
                <a:gd name="connsiteX335" fmla="*/ 1611298 w 1695641"/>
                <a:gd name="connsiteY335" fmla="*/ 366106 h 384233"/>
                <a:gd name="connsiteX336" fmla="*/ 1614689 w 1695641"/>
                <a:gd name="connsiteY336" fmla="*/ 357895 h 384233"/>
                <a:gd name="connsiteX337" fmla="*/ 1600231 w 1695641"/>
                <a:gd name="connsiteY337" fmla="*/ 357895 h 384233"/>
                <a:gd name="connsiteX338" fmla="*/ 1600231 w 1695641"/>
                <a:gd name="connsiteY338" fmla="*/ 346382 h 384233"/>
                <a:gd name="connsiteX339" fmla="*/ 1626024 w 1695641"/>
                <a:gd name="connsiteY339" fmla="*/ 346382 h 384233"/>
                <a:gd name="connsiteX340" fmla="*/ 1626024 w 1695641"/>
                <a:gd name="connsiteY340" fmla="*/ 382081 h 384233"/>
                <a:gd name="connsiteX341" fmla="*/ 1617099 w 1695641"/>
                <a:gd name="connsiteY341" fmla="*/ 382081 h 384233"/>
                <a:gd name="connsiteX342" fmla="*/ 1615850 w 1695641"/>
                <a:gd name="connsiteY342" fmla="*/ 373156 h 384233"/>
                <a:gd name="connsiteX343" fmla="*/ 1615671 w 1695641"/>
                <a:gd name="connsiteY343" fmla="*/ 374762 h 384233"/>
                <a:gd name="connsiteX344" fmla="*/ 1597821 w 1695641"/>
                <a:gd name="connsiteY344" fmla="*/ 384223 h 384233"/>
                <a:gd name="connsiteX345" fmla="*/ 1597821 w 1695641"/>
                <a:gd name="connsiteY345" fmla="*/ 383687 h 384233"/>
                <a:gd name="connsiteX346" fmla="*/ 1576401 w 1695641"/>
                <a:gd name="connsiteY346" fmla="*/ 374762 h 384233"/>
                <a:gd name="connsiteX347" fmla="*/ 1576401 w 1695641"/>
                <a:gd name="connsiteY347" fmla="*/ 323356 h 384233"/>
                <a:gd name="connsiteX348" fmla="*/ 1598624 w 1695641"/>
                <a:gd name="connsiteY348" fmla="*/ 313717 h 384233"/>
                <a:gd name="connsiteX349" fmla="*/ 1205662 w 1695641"/>
                <a:gd name="connsiteY349" fmla="*/ 313538 h 384233"/>
                <a:gd name="connsiteX350" fmla="*/ 1223511 w 1695641"/>
                <a:gd name="connsiteY350" fmla="*/ 319964 h 384233"/>
                <a:gd name="connsiteX351" fmla="*/ 1232436 w 1695641"/>
                <a:gd name="connsiteY351" fmla="*/ 337367 h 384233"/>
                <a:gd name="connsiteX352" fmla="*/ 1219584 w 1695641"/>
                <a:gd name="connsiteY352" fmla="*/ 337367 h 384233"/>
                <a:gd name="connsiteX353" fmla="*/ 1215300 w 1695641"/>
                <a:gd name="connsiteY353" fmla="*/ 328442 h 384233"/>
                <a:gd name="connsiteX354" fmla="*/ 1206376 w 1695641"/>
                <a:gd name="connsiteY354" fmla="*/ 325229 h 384233"/>
                <a:gd name="connsiteX355" fmla="*/ 1195130 w 1695641"/>
                <a:gd name="connsiteY355" fmla="*/ 331477 h 384233"/>
                <a:gd name="connsiteX356" fmla="*/ 1191114 w 1695641"/>
                <a:gd name="connsiteY356" fmla="*/ 348702 h 384233"/>
                <a:gd name="connsiteX357" fmla="*/ 1195130 w 1695641"/>
                <a:gd name="connsiteY357" fmla="*/ 365480 h 384233"/>
                <a:gd name="connsiteX358" fmla="*/ 1214212 w 1695641"/>
                <a:gd name="connsiteY358" fmla="*/ 369182 h 384233"/>
                <a:gd name="connsiteX359" fmla="*/ 1215746 w 1695641"/>
                <a:gd name="connsiteY359" fmla="*/ 367979 h 384233"/>
                <a:gd name="connsiteX360" fmla="*/ 1220030 w 1695641"/>
                <a:gd name="connsiteY360" fmla="*/ 358430 h 384233"/>
                <a:gd name="connsiteX361" fmla="*/ 1231901 w 1695641"/>
                <a:gd name="connsiteY361" fmla="*/ 358787 h 384233"/>
                <a:gd name="connsiteX362" fmla="*/ 1223511 w 1695641"/>
                <a:gd name="connsiteY362" fmla="*/ 377172 h 384233"/>
                <a:gd name="connsiteX363" fmla="*/ 1205662 w 1695641"/>
                <a:gd name="connsiteY363" fmla="*/ 384044 h 384233"/>
                <a:gd name="connsiteX364" fmla="*/ 1185045 w 1695641"/>
                <a:gd name="connsiteY364" fmla="*/ 374584 h 384233"/>
                <a:gd name="connsiteX365" fmla="*/ 1177370 w 1695641"/>
                <a:gd name="connsiteY365" fmla="*/ 349148 h 384233"/>
                <a:gd name="connsiteX366" fmla="*/ 1185045 w 1695641"/>
                <a:gd name="connsiteY366" fmla="*/ 323177 h 384233"/>
                <a:gd name="connsiteX367" fmla="*/ 1205662 w 1695641"/>
                <a:gd name="connsiteY367" fmla="*/ 313538 h 384233"/>
                <a:gd name="connsiteX368" fmla="*/ 523890 w 1695641"/>
                <a:gd name="connsiteY368" fmla="*/ 313538 h 384233"/>
                <a:gd name="connsiteX369" fmla="*/ 540758 w 1695641"/>
                <a:gd name="connsiteY369" fmla="*/ 319428 h 384233"/>
                <a:gd name="connsiteX370" fmla="*/ 547898 w 1695641"/>
                <a:gd name="connsiteY370" fmla="*/ 335404 h 384233"/>
                <a:gd name="connsiteX371" fmla="*/ 534867 w 1695641"/>
                <a:gd name="connsiteY371" fmla="*/ 335404 h 384233"/>
                <a:gd name="connsiteX372" fmla="*/ 531029 w 1695641"/>
                <a:gd name="connsiteY372" fmla="*/ 327817 h 384233"/>
                <a:gd name="connsiteX373" fmla="*/ 522105 w 1695641"/>
                <a:gd name="connsiteY373" fmla="*/ 325051 h 384233"/>
                <a:gd name="connsiteX374" fmla="*/ 514519 w 1695641"/>
                <a:gd name="connsiteY374" fmla="*/ 327371 h 384233"/>
                <a:gd name="connsiteX375" fmla="*/ 511752 w 1695641"/>
                <a:gd name="connsiteY375" fmla="*/ 333886 h 384233"/>
                <a:gd name="connsiteX376" fmla="*/ 514608 w 1695641"/>
                <a:gd name="connsiteY376" fmla="*/ 338527 h 384233"/>
                <a:gd name="connsiteX377" fmla="*/ 526745 w 1695641"/>
                <a:gd name="connsiteY377" fmla="*/ 342365 h 384233"/>
                <a:gd name="connsiteX378" fmla="*/ 544595 w 1695641"/>
                <a:gd name="connsiteY378" fmla="*/ 349951 h 384233"/>
                <a:gd name="connsiteX379" fmla="*/ 549058 w 1695641"/>
                <a:gd name="connsiteY379" fmla="*/ 363517 h 384233"/>
                <a:gd name="connsiteX380" fmla="*/ 542274 w 1695641"/>
                <a:gd name="connsiteY380" fmla="*/ 378510 h 384233"/>
                <a:gd name="connsiteX381" fmla="*/ 523801 w 1695641"/>
                <a:gd name="connsiteY381" fmla="*/ 384044 h 384233"/>
                <a:gd name="connsiteX382" fmla="*/ 505951 w 1695641"/>
                <a:gd name="connsiteY382" fmla="*/ 378153 h 384233"/>
                <a:gd name="connsiteX383" fmla="*/ 498900 w 1695641"/>
                <a:gd name="connsiteY383" fmla="*/ 361464 h 384233"/>
                <a:gd name="connsiteX384" fmla="*/ 511306 w 1695641"/>
                <a:gd name="connsiteY384" fmla="*/ 361465 h 384233"/>
                <a:gd name="connsiteX385" fmla="*/ 514876 w 1695641"/>
                <a:gd name="connsiteY385" fmla="*/ 369675 h 384233"/>
                <a:gd name="connsiteX386" fmla="*/ 523801 w 1695641"/>
                <a:gd name="connsiteY386" fmla="*/ 372531 h 384233"/>
                <a:gd name="connsiteX387" fmla="*/ 533439 w 1695641"/>
                <a:gd name="connsiteY387" fmla="*/ 370389 h 384233"/>
                <a:gd name="connsiteX388" fmla="*/ 536920 w 1695641"/>
                <a:gd name="connsiteY388" fmla="*/ 364410 h 384233"/>
                <a:gd name="connsiteX389" fmla="*/ 534421 w 1695641"/>
                <a:gd name="connsiteY389" fmla="*/ 358787 h 384233"/>
                <a:gd name="connsiteX390" fmla="*/ 523979 w 1695641"/>
                <a:gd name="connsiteY390" fmla="*/ 355128 h 384233"/>
                <a:gd name="connsiteX391" fmla="*/ 504434 w 1695641"/>
                <a:gd name="connsiteY391" fmla="*/ 347452 h 384233"/>
                <a:gd name="connsiteX392" fmla="*/ 499525 w 1695641"/>
                <a:gd name="connsiteY392" fmla="*/ 334690 h 384233"/>
                <a:gd name="connsiteX393" fmla="*/ 506040 w 1695641"/>
                <a:gd name="connsiteY393" fmla="*/ 319249 h 384233"/>
                <a:gd name="connsiteX394" fmla="*/ 523890 w 1695641"/>
                <a:gd name="connsiteY394" fmla="*/ 313538 h 384233"/>
                <a:gd name="connsiteX395" fmla="*/ 336367 w 1695641"/>
                <a:gd name="connsiteY395" fmla="*/ 313293 h 384233"/>
                <a:gd name="connsiteX396" fmla="*/ 357351 w 1695641"/>
                <a:gd name="connsiteY396" fmla="*/ 319250 h 384233"/>
                <a:gd name="connsiteX397" fmla="*/ 365830 w 1695641"/>
                <a:gd name="connsiteY397" fmla="*/ 335672 h 384233"/>
                <a:gd name="connsiteX398" fmla="*/ 352978 w 1695641"/>
                <a:gd name="connsiteY398" fmla="*/ 335672 h 384233"/>
                <a:gd name="connsiteX399" fmla="*/ 348515 w 1695641"/>
                <a:gd name="connsiteY399" fmla="*/ 328086 h 384233"/>
                <a:gd name="connsiteX400" fmla="*/ 339591 w 1695641"/>
                <a:gd name="connsiteY400" fmla="*/ 324783 h 384233"/>
                <a:gd name="connsiteX401" fmla="*/ 326472 w 1695641"/>
                <a:gd name="connsiteY401" fmla="*/ 331031 h 384233"/>
                <a:gd name="connsiteX402" fmla="*/ 321741 w 1695641"/>
                <a:gd name="connsiteY402" fmla="*/ 348881 h 384233"/>
                <a:gd name="connsiteX403" fmla="*/ 326293 w 1695641"/>
                <a:gd name="connsiteY403" fmla="*/ 366195 h 384233"/>
                <a:gd name="connsiteX404" fmla="*/ 339591 w 1695641"/>
                <a:gd name="connsiteY404" fmla="*/ 372175 h 384233"/>
                <a:gd name="connsiteX405" fmla="*/ 351193 w 1695641"/>
                <a:gd name="connsiteY405" fmla="*/ 365928 h 384233"/>
                <a:gd name="connsiteX406" fmla="*/ 354584 w 1695641"/>
                <a:gd name="connsiteY406" fmla="*/ 357717 h 384233"/>
                <a:gd name="connsiteX407" fmla="*/ 340127 w 1695641"/>
                <a:gd name="connsiteY407" fmla="*/ 357717 h 384233"/>
                <a:gd name="connsiteX408" fmla="*/ 340127 w 1695641"/>
                <a:gd name="connsiteY408" fmla="*/ 346203 h 384233"/>
                <a:gd name="connsiteX409" fmla="*/ 366187 w 1695641"/>
                <a:gd name="connsiteY409" fmla="*/ 346203 h 384233"/>
                <a:gd name="connsiteX410" fmla="*/ 366187 w 1695641"/>
                <a:gd name="connsiteY410" fmla="*/ 381903 h 384233"/>
                <a:gd name="connsiteX411" fmla="*/ 357262 w 1695641"/>
                <a:gd name="connsiteY411" fmla="*/ 381903 h 384233"/>
                <a:gd name="connsiteX412" fmla="*/ 356012 w 1695641"/>
                <a:gd name="connsiteY412" fmla="*/ 372978 h 384233"/>
                <a:gd name="connsiteX413" fmla="*/ 355299 w 1695641"/>
                <a:gd name="connsiteY413" fmla="*/ 374049 h 384233"/>
                <a:gd name="connsiteX414" fmla="*/ 337551 w 1695641"/>
                <a:gd name="connsiteY414" fmla="*/ 383456 h 384233"/>
                <a:gd name="connsiteX415" fmla="*/ 316743 w 1695641"/>
                <a:gd name="connsiteY415" fmla="*/ 374228 h 384233"/>
                <a:gd name="connsiteX416" fmla="*/ 316743 w 1695641"/>
                <a:gd name="connsiteY416" fmla="*/ 322820 h 384233"/>
                <a:gd name="connsiteX417" fmla="*/ 336367 w 1695641"/>
                <a:gd name="connsiteY417" fmla="*/ 313293 h 384233"/>
                <a:gd name="connsiteX418" fmla="*/ 381539 w 1695641"/>
                <a:gd name="connsiteY418" fmla="*/ 228751 h 384233"/>
                <a:gd name="connsiteX419" fmla="*/ 381449 w 1695641"/>
                <a:gd name="connsiteY419" fmla="*/ 228930 h 384233"/>
                <a:gd name="connsiteX420" fmla="*/ 381464 w 1695641"/>
                <a:gd name="connsiteY420" fmla="*/ 228833 h 384233"/>
                <a:gd name="connsiteX421" fmla="*/ 350212 w 1695641"/>
                <a:gd name="connsiteY421" fmla="*/ 205101 h 384233"/>
                <a:gd name="connsiteX422" fmla="*/ 359137 w 1695641"/>
                <a:gd name="connsiteY422" fmla="*/ 216256 h 384233"/>
                <a:gd name="connsiteX423" fmla="*/ 368597 w 1695641"/>
                <a:gd name="connsiteY423" fmla="*/ 213936 h 384233"/>
                <a:gd name="connsiteX424" fmla="*/ 379575 w 1695641"/>
                <a:gd name="connsiteY424" fmla="*/ 213936 h 384233"/>
                <a:gd name="connsiteX425" fmla="*/ 383413 w 1695641"/>
                <a:gd name="connsiteY425" fmla="*/ 215721 h 384233"/>
                <a:gd name="connsiteX426" fmla="*/ 382520 w 1695641"/>
                <a:gd name="connsiteY426" fmla="*/ 221968 h 384233"/>
                <a:gd name="connsiteX427" fmla="*/ 381464 w 1695641"/>
                <a:gd name="connsiteY427" fmla="*/ 228833 h 384233"/>
                <a:gd name="connsiteX428" fmla="*/ 376719 w 1695641"/>
                <a:gd name="connsiteY428" fmla="*/ 234017 h 384233"/>
                <a:gd name="connsiteX429" fmla="*/ 371810 w 1695641"/>
                <a:gd name="connsiteY429" fmla="*/ 237676 h 384233"/>
                <a:gd name="connsiteX430" fmla="*/ 368330 w 1695641"/>
                <a:gd name="connsiteY430" fmla="*/ 247583 h 384233"/>
                <a:gd name="connsiteX431" fmla="*/ 361368 w 1695641"/>
                <a:gd name="connsiteY431" fmla="*/ 252313 h 384233"/>
                <a:gd name="connsiteX432" fmla="*/ 353336 w 1695641"/>
                <a:gd name="connsiteY432" fmla="*/ 253027 h 384233"/>
                <a:gd name="connsiteX433" fmla="*/ 342715 w 1695641"/>
                <a:gd name="connsiteY433" fmla="*/ 257490 h 384233"/>
                <a:gd name="connsiteX434" fmla="*/ 330041 w 1695641"/>
                <a:gd name="connsiteY434" fmla="*/ 247048 h 384233"/>
                <a:gd name="connsiteX435" fmla="*/ 331380 w 1695641"/>
                <a:gd name="connsiteY435" fmla="*/ 239193 h 384233"/>
                <a:gd name="connsiteX436" fmla="*/ 329506 w 1695641"/>
                <a:gd name="connsiteY436" fmla="*/ 232946 h 384233"/>
                <a:gd name="connsiteX437" fmla="*/ 333344 w 1695641"/>
                <a:gd name="connsiteY437" fmla="*/ 225627 h 384233"/>
                <a:gd name="connsiteX438" fmla="*/ 343072 w 1695641"/>
                <a:gd name="connsiteY438" fmla="*/ 208939 h 384233"/>
                <a:gd name="connsiteX439" fmla="*/ 350212 w 1695641"/>
                <a:gd name="connsiteY439" fmla="*/ 205101 h 384233"/>
                <a:gd name="connsiteX440" fmla="*/ 469269 w 1695641"/>
                <a:gd name="connsiteY440" fmla="*/ 183145 h 384233"/>
                <a:gd name="connsiteX441" fmla="*/ 476410 w 1695641"/>
                <a:gd name="connsiteY441" fmla="*/ 184752 h 384233"/>
                <a:gd name="connsiteX442" fmla="*/ 483639 w 1695641"/>
                <a:gd name="connsiteY442" fmla="*/ 188500 h 384233"/>
                <a:gd name="connsiteX443" fmla="*/ 490868 w 1695641"/>
                <a:gd name="connsiteY443" fmla="*/ 189125 h 384233"/>
                <a:gd name="connsiteX444" fmla="*/ 498008 w 1695641"/>
                <a:gd name="connsiteY444" fmla="*/ 191356 h 384233"/>
                <a:gd name="connsiteX445" fmla="*/ 504166 w 1695641"/>
                <a:gd name="connsiteY445" fmla="*/ 190375 h 384233"/>
                <a:gd name="connsiteX446" fmla="*/ 518802 w 1695641"/>
                <a:gd name="connsiteY446" fmla="*/ 203316 h 384233"/>
                <a:gd name="connsiteX447" fmla="*/ 517999 w 1695641"/>
                <a:gd name="connsiteY447" fmla="*/ 203494 h 384233"/>
                <a:gd name="connsiteX448" fmla="*/ 521837 w 1695641"/>
                <a:gd name="connsiteY448" fmla="*/ 209117 h 384233"/>
                <a:gd name="connsiteX449" fmla="*/ 521837 w 1695641"/>
                <a:gd name="connsiteY449" fmla="*/ 216435 h 384233"/>
                <a:gd name="connsiteX450" fmla="*/ 516660 w 1695641"/>
                <a:gd name="connsiteY450" fmla="*/ 223219 h 384233"/>
                <a:gd name="connsiteX451" fmla="*/ 512644 w 1695641"/>
                <a:gd name="connsiteY451" fmla="*/ 231430 h 384233"/>
                <a:gd name="connsiteX452" fmla="*/ 507915 w 1695641"/>
                <a:gd name="connsiteY452" fmla="*/ 236963 h 384233"/>
                <a:gd name="connsiteX453" fmla="*/ 499704 w 1695641"/>
                <a:gd name="connsiteY453" fmla="*/ 240265 h 384233"/>
                <a:gd name="connsiteX454" fmla="*/ 492742 w 1695641"/>
                <a:gd name="connsiteY454" fmla="*/ 240265 h 384233"/>
                <a:gd name="connsiteX455" fmla="*/ 485424 w 1695641"/>
                <a:gd name="connsiteY455" fmla="*/ 243746 h 384233"/>
                <a:gd name="connsiteX456" fmla="*/ 479712 w 1695641"/>
                <a:gd name="connsiteY456" fmla="*/ 237677 h 384233"/>
                <a:gd name="connsiteX457" fmla="*/ 479712 w 1695641"/>
                <a:gd name="connsiteY457" fmla="*/ 229645 h 384233"/>
                <a:gd name="connsiteX458" fmla="*/ 473821 w 1695641"/>
                <a:gd name="connsiteY458" fmla="*/ 218845 h 384233"/>
                <a:gd name="connsiteX459" fmla="*/ 469091 w 1695641"/>
                <a:gd name="connsiteY459" fmla="*/ 209474 h 384233"/>
                <a:gd name="connsiteX460" fmla="*/ 466324 w 1695641"/>
                <a:gd name="connsiteY460" fmla="*/ 199032 h 384233"/>
                <a:gd name="connsiteX461" fmla="*/ 466860 w 1695641"/>
                <a:gd name="connsiteY461" fmla="*/ 192606 h 384233"/>
                <a:gd name="connsiteX462" fmla="*/ 469269 w 1695641"/>
                <a:gd name="connsiteY462" fmla="*/ 183145 h 384233"/>
                <a:gd name="connsiteX463" fmla="*/ 443656 w 1695641"/>
                <a:gd name="connsiteY463" fmla="*/ 131382 h 384233"/>
                <a:gd name="connsiteX464" fmla="*/ 437051 w 1695641"/>
                <a:gd name="connsiteY464" fmla="*/ 132274 h 384233"/>
                <a:gd name="connsiteX465" fmla="*/ 430269 w 1695641"/>
                <a:gd name="connsiteY465" fmla="*/ 134505 h 384233"/>
                <a:gd name="connsiteX466" fmla="*/ 425181 w 1695641"/>
                <a:gd name="connsiteY466" fmla="*/ 137718 h 384233"/>
                <a:gd name="connsiteX467" fmla="*/ 411972 w 1695641"/>
                <a:gd name="connsiteY467" fmla="*/ 143429 h 384233"/>
                <a:gd name="connsiteX468" fmla="*/ 407956 w 1695641"/>
                <a:gd name="connsiteY468" fmla="*/ 150212 h 384233"/>
                <a:gd name="connsiteX469" fmla="*/ 413668 w 1695641"/>
                <a:gd name="connsiteY469" fmla="*/ 155924 h 384233"/>
                <a:gd name="connsiteX470" fmla="*/ 423753 w 1695641"/>
                <a:gd name="connsiteY470" fmla="*/ 152801 h 384233"/>
                <a:gd name="connsiteX471" fmla="*/ 433214 w 1695641"/>
                <a:gd name="connsiteY471" fmla="*/ 145482 h 384233"/>
                <a:gd name="connsiteX472" fmla="*/ 441068 w 1695641"/>
                <a:gd name="connsiteY472" fmla="*/ 138521 h 384233"/>
                <a:gd name="connsiteX473" fmla="*/ 443656 w 1695641"/>
                <a:gd name="connsiteY473" fmla="*/ 131382 h 384233"/>
                <a:gd name="connsiteX474" fmla="*/ 757186 w 1695641"/>
                <a:gd name="connsiteY474" fmla="*/ 117012 h 384233"/>
                <a:gd name="connsiteX475" fmla="*/ 746743 w 1695641"/>
                <a:gd name="connsiteY475" fmla="*/ 118797 h 384233"/>
                <a:gd name="connsiteX476" fmla="*/ 744244 w 1695641"/>
                <a:gd name="connsiteY476" fmla="*/ 124330 h 384233"/>
                <a:gd name="connsiteX477" fmla="*/ 745048 w 1695641"/>
                <a:gd name="connsiteY477" fmla="*/ 129507 h 384233"/>
                <a:gd name="connsiteX478" fmla="*/ 753973 w 1695641"/>
                <a:gd name="connsiteY478" fmla="*/ 130488 h 384233"/>
                <a:gd name="connsiteX479" fmla="*/ 754062 w 1695641"/>
                <a:gd name="connsiteY479" fmla="*/ 130488 h 384233"/>
                <a:gd name="connsiteX480" fmla="*/ 760042 w 1695641"/>
                <a:gd name="connsiteY480" fmla="*/ 120135 h 384233"/>
                <a:gd name="connsiteX481" fmla="*/ 760062 w 1695641"/>
                <a:gd name="connsiteY481" fmla="*/ 119664 h 384233"/>
                <a:gd name="connsiteX482" fmla="*/ 757186 w 1695641"/>
                <a:gd name="connsiteY482" fmla="*/ 117012 h 384233"/>
                <a:gd name="connsiteX483" fmla="*/ 788423 w 1695641"/>
                <a:gd name="connsiteY483" fmla="*/ 107730 h 384233"/>
                <a:gd name="connsiteX484" fmla="*/ 780302 w 1695641"/>
                <a:gd name="connsiteY484" fmla="*/ 110407 h 384233"/>
                <a:gd name="connsiteX485" fmla="*/ 779319 w 1695641"/>
                <a:gd name="connsiteY485" fmla="*/ 118529 h 384233"/>
                <a:gd name="connsiteX486" fmla="*/ 784317 w 1695641"/>
                <a:gd name="connsiteY486" fmla="*/ 123080 h 384233"/>
                <a:gd name="connsiteX487" fmla="*/ 793242 w 1695641"/>
                <a:gd name="connsiteY487" fmla="*/ 116387 h 384233"/>
                <a:gd name="connsiteX488" fmla="*/ 793600 w 1695641"/>
                <a:gd name="connsiteY488" fmla="*/ 116387 h 384233"/>
                <a:gd name="connsiteX489" fmla="*/ 793600 w 1695641"/>
                <a:gd name="connsiteY489" fmla="*/ 109604 h 384233"/>
                <a:gd name="connsiteX490" fmla="*/ 788423 w 1695641"/>
                <a:gd name="connsiteY490" fmla="*/ 107730 h 384233"/>
                <a:gd name="connsiteX491" fmla="*/ 462041 w 1695641"/>
                <a:gd name="connsiteY491" fmla="*/ 97466 h 384233"/>
                <a:gd name="connsiteX492" fmla="*/ 469716 w 1695641"/>
                <a:gd name="connsiteY492" fmla="*/ 100412 h 384233"/>
                <a:gd name="connsiteX493" fmla="*/ 478641 w 1695641"/>
                <a:gd name="connsiteY493" fmla="*/ 100412 h 384233"/>
                <a:gd name="connsiteX494" fmla="*/ 491225 w 1695641"/>
                <a:gd name="connsiteY494" fmla="*/ 108623 h 384233"/>
                <a:gd name="connsiteX495" fmla="*/ 494706 w 1695641"/>
                <a:gd name="connsiteY495" fmla="*/ 119065 h 384233"/>
                <a:gd name="connsiteX496" fmla="*/ 494706 w 1695641"/>
                <a:gd name="connsiteY496" fmla="*/ 127187 h 384233"/>
                <a:gd name="connsiteX497" fmla="*/ 484085 w 1695641"/>
                <a:gd name="connsiteY497" fmla="*/ 137985 h 384233"/>
                <a:gd name="connsiteX498" fmla="*/ 483728 w 1695641"/>
                <a:gd name="connsiteY498" fmla="*/ 137985 h 384233"/>
                <a:gd name="connsiteX499" fmla="*/ 478641 w 1695641"/>
                <a:gd name="connsiteY499" fmla="*/ 146910 h 384233"/>
                <a:gd name="connsiteX500" fmla="*/ 461951 w 1695641"/>
                <a:gd name="connsiteY500" fmla="*/ 176006 h 384233"/>
                <a:gd name="connsiteX501" fmla="*/ 454633 w 1695641"/>
                <a:gd name="connsiteY501" fmla="*/ 185377 h 384233"/>
                <a:gd name="connsiteX502" fmla="*/ 449189 w 1695641"/>
                <a:gd name="connsiteY502" fmla="*/ 186091 h 384233"/>
                <a:gd name="connsiteX503" fmla="*/ 444013 w 1695641"/>
                <a:gd name="connsiteY503" fmla="*/ 191892 h 384233"/>
                <a:gd name="connsiteX504" fmla="*/ 445709 w 1695641"/>
                <a:gd name="connsiteY504" fmla="*/ 202513 h 384233"/>
                <a:gd name="connsiteX505" fmla="*/ 445709 w 1695641"/>
                <a:gd name="connsiteY505" fmla="*/ 249725 h 384233"/>
                <a:gd name="connsiteX506" fmla="*/ 436784 w 1695641"/>
                <a:gd name="connsiteY506" fmla="*/ 263113 h 384233"/>
                <a:gd name="connsiteX507" fmla="*/ 427234 w 1695641"/>
                <a:gd name="connsiteY507" fmla="*/ 272662 h 384233"/>
                <a:gd name="connsiteX508" fmla="*/ 418309 w 1695641"/>
                <a:gd name="connsiteY508" fmla="*/ 277214 h 384233"/>
                <a:gd name="connsiteX509" fmla="*/ 414293 w 1695641"/>
                <a:gd name="connsiteY509" fmla="*/ 274447 h 384233"/>
                <a:gd name="connsiteX510" fmla="*/ 408045 w 1695641"/>
                <a:gd name="connsiteY510" fmla="*/ 271681 h 384233"/>
                <a:gd name="connsiteX511" fmla="*/ 403136 w 1695641"/>
                <a:gd name="connsiteY511" fmla="*/ 267843 h 384233"/>
                <a:gd name="connsiteX512" fmla="*/ 394926 w 1695641"/>
                <a:gd name="connsiteY512" fmla="*/ 263827 h 384233"/>
                <a:gd name="connsiteX513" fmla="*/ 390464 w 1695641"/>
                <a:gd name="connsiteY513" fmla="*/ 255437 h 384233"/>
                <a:gd name="connsiteX514" fmla="*/ 377880 w 1695641"/>
                <a:gd name="connsiteY514" fmla="*/ 242585 h 384233"/>
                <a:gd name="connsiteX515" fmla="*/ 385912 w 1695641"/>
                <a:gd name="connsiteY515" fmla="*/ 239283 h 384233"/>
                <a:gd name="connsiteX516" fmla="*/ 397781 w 1695641"/>
                <a:gd name="connsiteY516" fmla="*/ 243388 h 384233"/>
                <a:gd name="connsiteX517" fmla="*/ 407331 w 1695641"/>
                <a:gd name="connsiteY517" fmla="*/ 232232 h 384233"/>
                <a:gd name="connsiteX518" fmla="*/ 407331 w 1695641"/>
                <a:gd name="connsiteY518" fmla="*/ 224467 h 384233"/>
                <a:gd name="connsiteX519" fmla="*/ 407331 w 1695641"/>
                <a:gd name="connsiteY519" fmla="*/ 213847 h 384233"/>
                <a:gd name="connsiteX520" fmla="*/ 409027 w 1695641"/>
                <a:gd name="connsiteY520" fmla="*/ 199657 h 384233"/>
                <a:gd name="connsiteX521" fmla="*/ 406439 w 1695641"/>
                <a:gd name="connsiteY521" fmla="*/ 194837 h 384233"/>
                <a:gd name="connsiteX522" fmla="*/ 398763 w 1695641"/>
                <a:gd name="connsiteY522" fmla="*/ 192695 h 384233"/>
                <a:gd name="connsiteX523" fmla="*/ 392695 w 1695641"/>
                <a:gd name="connsiteY523" fmla="*/ 193766 h 384233"/>
                <a:gd name="connsiteX524" fmla="*/ 382967 w 1695641"/>
                <a:gd name="connsiteY524" fmla="*/ 192874 h 384233"/>
                <a:gd name="connsiteX525" fmla="*/ 379486 w 1695641"/>
                <a:gd name="connsiteY525" fmla="*/ 189750 h 384233"/>
                <a:gd name="connsiteX526" fmla="*/ 377522 w 1695641"/>
                <a:gd name="connsiteY526" fmla="*/ 182610 h 384233"/>
                <a:gd name="connsiteX527" fmla="*/ 375827 w 1695641"/>
                <a:gd name="connsiteY527" fmla="*/ 178772 h 384233"/>
                <a:gd name="connsiteX528" fmla="*/ 374934 w 1695641"/>
                <a:gd name="connsiteY528" fmla="*/ 171275 h 384233"/>
                <a:gd name="connsiteX529" fmla="*/ 372524 w 1695641"/>
                <a:gd name="connsiteY529" fmla="*/ 160298 h 384233"/>
                <a:gd name="connsiteX530" fmla="*/ 370204 w 1695641"/>
                <a:gd name="connsiteY530" fmla="*/ 146196 h 384233"/>
                <a:gd name="connsiteX531" fmla="*/ 369490 w 1695641"/>
                <a:gd name="connsiteY531" fmla="*/ 131917 h 384233"/>
                <a:gd name="connsiteX532" fmla="*/ 378415 w 1695641"/>
                <a:gd name="connsiteY532" fmla="*/ 115763 h 384233"/>
                <a:gd name="connsiteX533" fmla="*/ 386626 w 1695641"/>
                <a:gd name="connsiteY533" fmla="*/ 112104 h 384233"/>
                <a:gd name="connsiteX534" fmla="*/ 393944 w 1695641"/>
                <a:gd name="connsiteY534" fmla="*/ 115941 h 384233"/>
                <a:gd name="connsiteX535" fmla="*/ 397424 w 1695641"/>
                <a:gd name="connsiteY535" fmla="*/ 120582 h 384233"/>
                <a:gd name="connsiteX536" fmla="*/ 412597 w 1695641"/>
                <a:gd name="connsiteY536" fmla="*/ 116120 h 384233"/>
                <a:gd name="connsiteX537" fmla="*/ 423842 w 1695641"/>
                <a:gd name="connsiteY537" fmla="*/ 113085 h 384233"/>
                <a:gd name="connsiteX538" fmla="*/ 432053 w 1695641"/>
                <a:gd name="connsiteY538" fmla="*/ 110140 h 384233"/>
                <a:gd name="connsiteX539" fmla="*/ 438479 w 1695641"/>
                <a:gd name="connsiteY539" fmla="*/ 108266 h 384233"/>
                <a:gd name="connsiteX540" fmla="*/ 447404 w 1695641"/>
                <a:gd name="connsiteY540" fmla="*/ 104785 h 384233"/>
                <a:gd name="connsiteX541" fmla="*/ 452492 w 1695641"/>
                <a:gd name="connsiteY541" fmla="*/ 101483 h 384233"/>
                <a:gd name="connsiteX542" fmla="*/ 456953 w 1695641"/>
                <a:gd name="connsiteY542" fmla="*/ 99162 h 384233"/>
                <a:gd name="connsiteX543" fmla="*/ 462041 w 1695641"/>
                <a:gd name="connsiteY543" fmla="*/ 97466 h 384233"/>
                <a:gd name="connsiteX544" fmla="*/ 754508 w 1695641"/>
                <a:gd name="connsiteY544" fmla="*/ 82830 h 384233"/>
                <a:gd name="connsiteX545" fmla="*/ 745583 w 1695641"/>
                <a:gd name="connsiteY545" fmla="*/ 88988 h 384233"/>
                <a:gd name="connsiteX546" fmla="*/ 746565 w 1695641"/>
                <a:gd name="connsiteY546" fmla="*/ 97913 h 384233"/>
                <a:gd name="connsiteX547" fmla="*/ 750402 w 1695641"/>
                <a:gd name="connsiteY547" fmla="*/ 100234 h 384233"/>
                <a:gd name="connsiteX548" fmla="*/ 760577 w 1695641"/>
                <a:gd name="connsiteY548" fmla="*/ 90595 h 384233"/>
                <a:gd name="connsiteX549" fmla="*/ 761023 w 1695641"/>
                <a:gd name="connsiteY549" fmla="*/ 90327 h 384233"/>
                <a:gd name="connsiteX550" fmla="*/ 754508 w 1695641"/>
                <a:gd name="connsiteY550" fmla="*/ 82830 h 384233"/>
                <a:gd name="connsiteX551" fmla="*/ 802702 w 1695641"/>
                <a:gd name="connsiteY551" fmla="*/ 69710 h 384233"/>
                <a:gd name="connsiteX552" fmla="*/ 782265 w 1695641"/>
                <a:gd name="connsiteY552" fmla="*/ 77742 h 384233"/>
                <a:gd name="connsiteX553" fmla="*/ 785210 w 1695641"/>
                <a:gd name="connsiteY553" fmla="*/ 87381 h 384233"/>
                <a:gd name="connsiteX554" fmla="*/ 796188 w 1695641"/>
                <a:gd name="connsiteY554" fmla="*/ 88006 h 384233"/>
                <a:gd name="connsiteX555" fmla="*/ 803505 w 1695641"/>
                <a:gd name="connsiteY555" fmla="*/ 77564 h 384233"/>
                <a:gd name="connsiteX556" fmla="*/ 802702 w 1695641"/>
                <a:gd name="connsiteY556" fmla="*/ 69710 h 384233"/>
                <a:gd name="connsiteX557" fmla="*/ 1094368 w 1695641"/>
                <a:gd name="connsiteY557" fmla="*/ 67658 h 384233"/>
                <a:gd name="connsiteX558" fmla="*/ 1100348 w 1695641"/>
                <a:gd name="connsiteY558" fmla="*/ 71139 h 384233"/>
                <a:gd name="connsiteX559" fmla="*/ 1109273 w 1695641"/>
                <a:gd name="connsiteY559" fmla="*/ 79438 h 384233"/>
                <a:gd name="connsiteX560" fmla="*/ 1111950 w 1695641"/>
                <a:gd name="connsiteY560" fmla="*/ 87649 h 384233"/>
                <a:gd name="connsiteX561" fmla="*/ 1115430 w 1695641"/>
                <a:gd name="connsiteY561" fmla="*/ 93093 h 384233"/>
                <a:gd name="connsiteX562" fmla="*/ 1101597 w 1695641"/>
                <a:gd name="connsiteY562" fmla="*/ 105945 h 384233"/>
                <a:gd name="connsiteX563" fmla="*/ 1090709 w 1695641"/>
                <a:gd name="connsiteY563" fmla="*/ 114870 h 384233"/>
                <a:gd name="connsiteX564" fmla="*/ 1082319 w 1695641"/>
                <a:gd name="connsiteY564" fmla="*/ 120493 h 384233"/>
                <a:gd name="connsiteX565" fmla="*/ 1065630 w 1695641"/>
                <a:gd name="connsiteY565" fmla="*/ 132185 h 384233"/>
                <a:gd name="connsiteX566" fmla="*/ 1069646 w 1695641"/>
                <a:gd name="connsiteY566" fmla="*/ 146108 h 384233"/>
                <a:gd name="connsiteX567" fmla="*/ 1066879 w 1695641"/>
                <a:gd name="connsiteY567" fmla="*/ 152533 h 384233"/>
                <a:gd name="connsiteX568" fmla="*/ 1064648 w 1695641"/>
                <a:gd name="connsiteY568" fmla="*/ 158423 h 384233"/>
                <a:gd name="connsiteX569" fmla="*/ 1062952 w 1695641"/>
                <a:gd name="connsiteY569" fmla="*/ 164671 h 384233"/>
                <a:gd name="connsiteX570" fmla="*/ 1061792 w 1695641"/>
                <a:gd name="connsiteY570" fmla="*/ 171275 h 384233"/>
                <a:gd name="connsiteX571" fmla="*/ 1062684 w 1695641"/>
                <a:gd name="connsiteY571" fmla="*/ 188411 h 384233"/>
                <a:gd name="connsiteX572" fmla="*/ 1093565 w 1695641"/>
                <a:gd name="connsiteY572" fmla="*/ 187697 h 384233"/>
                <a:gd name="connsiteX573" fmla="*/ 1101598 w 1695641"/>
                <a:gd name="connsiteY573" fmla="*/ 184574 h 384233"/>
                <a:gd name="connsiteX574" fmla="*/ 1109273 w 1695641"/>
                <a:gd name="connsiteY574" fmla="*/ 183770 h 384233"/>
                <a:gd name="connsiteX575" fmla="*/ 1117662 w 1695641"/>
                <a:gd name="connsiteY575" fmla="*/ 186002 h 384233"/>
                <a:gd name="connsiteX576" fmla="*/ 1125872 w 1695641"/>
                <a:gd name="connsiteY576" fmla="*/ 190553 h 384233"/>
                <a:gd name="connsiteX577" fmla="*/ 1136582 w 1695641"/>
                <a:gd name="connsiteY577" fmla="*/ 199478 h 384233"/>
                <a:gd name="connsiteX578" fmla="*/ 1137564 w 1695641"/>
                <a:gd name="connsiteY578" fmla="*/ 206797 h 384233"/>
                <a:gd name="connsiteX579" fmla="*/ 1136046 w 1695641"/>
                <a:gd name="connsiteY579" fmla="*/ 206975 h 384233"/>
                <a:gd name="connsiteX580" fmla="*/ 1137117 w 1695641"/>
                <a:gd name="connsiteY580" fmla="*/ 209653 h 384233"/>
                <a:gd name="connsiteX581" fmla="*/ 1137832 w 1695641"/>
                <a:gd name="connsiteY581" fmla="*/ 213580 h 384233"/>
                <a:gd name="connsiteX582" fmla="*/ 1135154 w 1695641"/>
                <a:gd name="connsiteY582" fmla="*/ 219917 h 384233"/>
                <a:gd name="connsiteX583" fmla="*/ 1129799 w 1695641"/>
                <a:gd name="connsiteY583" fmla="*/ 225360 h 384233"/>
                <a:gd name="connsiteX584" fmla="*/ 1119357 w 1695641"/>
                <a:gd name="connsiteY584" fmla="*/ 225985 h 384233"/>
                <a:gd name="connsiteX585" fmla="*/ 1108023 w 1695641"/>
                <a:gd name="connsiteY585" fmla="*/ 224021 h 384233"/>
                <a:gd name="connsiteX586" fmla="*/ 1096421 w 1695641"/>
                <a:gd name="connsiteY586" fmla="*/ 225003 h 384233"/>
                <a:gd name="connsiteX587" fmla="*/ 1077232 w 1695641"/>
                <a:gd name="connsiteY587" fmla="*/ 223397 h 384233"/>
                <a:gd name="connsiteX588" fmla="*/ 1059382 w 1695641"/>
                <a:gd name="connsiteY588" fmla="*/ 223397 h 384233"/>
                <a:gd name="connsiteX589" fmla="*/ 1041532 w 1695641"/>
                <a:gd name="connsiteY589" fmla="*/ 224824 h 384233"/>
                <a:gd name="connsiteX590" fmla="*/ 1024486 w 1695641"/>
                <a:gd name="connsiteY590" fmla="*/ 227234 h 384233"/>
                <a:gd name="connsiteX591" fmla="*/ 1005119 w 1695641"/>
                <a:gd name="connsiteY591" fmla="*/ 226788 h 384233"/>
                <a:gd name="connsiteX592" fmla="*/ 970758 w 1695641"/>
                <a:gd name="connsiteY592" fmla="*/ 233839 h 384233"/>
                <a:gd name="connsiteX593" fmla="*/ 928633 w 1695641"/>
                <a:gd name="connsiteY593" fmla="*/ 249904 h 384233"/>
                <a:gd name="connsiteX594" fmla="*/ 912568 w 1695641"/>
                <a:gd name="connsiteY594" fmla="*/ 234731 h 384233"/>
                <a:gd name="connsiteX595" fmla="*/ 912568 w 1695641"/>
                <a:gd name="connsiteY595" fmla="*/ 225806 h 384233"/>
                <a:gd name="connsiteX596" fmla="*/ 911586 w 1695641"/>
                <a:gd name="connsiteY596" fmla="*/ 214919 h 384233"/>
                <a:gd name="connsiteX597" fmla="*/ 929436 w 1695641"/>
                <a:gd name="connsiteY597" fmla="*/ 205190 h 384233"/>
                <a:gd name="connsiteX598" fmla="*/ 939789 w 1695641"/>
                <a:gd name="connsiteY598" fmla="*/ 206172 h 384233"/>
                <a:gd name="connsiteX599" fmla="*/ 961208 w 1695641"/>
                <a:gd name="connsiteY599" fmla="*/ 198050 h 384233"/>
                <a:gd name="connsiteX600" fmla="*/ 970133 w 1695641"/>
                <a:gd name="connsiteY600" fmla="*/ 196355 h 384233"/>
                <a:gd name="connsiteX601" fmla="*/ 993606 w 1695641"/>
                <a:gd name="connsiteY601" fmla="*/ 186537 h 384233"/>
                <a:gd name="connsiteX602" fmla="*/ 1011991 w 1695641"/>
                <a:gd name="connsiteY602" fmla="*/ 155121 h 384233"/>
                <a:gd name="connsiteX603" fmla="*/ 1013866 w 1695641"/>
                <a:gd name="connsiteY603" fmla="*/ 144591 h 384233"/>
                <a:gd name="connsiteX604" fmla="*/ 1011991 w 1695641"/>
                <a:gd name="connsiteY604" fmla="*/ 136290 h 384233"/>
                <a:gd name="connsiteX605" fmla="*/ 1003066 w 1695641"/>
                <a:gd name="connsiteY605" fmla="*/ 137718 h 384233"/>
                <a:gd name="connsiteX606" fmla="*/ 991375 w 1695641"/>
                <a:gd name="connsiteY606" fmla="*/ 138522 h 384233"/>
                <a:gd name="connsiteX607" fmla="*/ 987805 w 1695641"/>
                <a:gd name="connsiteY607" fmla="*/ 127901 h 384233"/>
                <a:gd name="connsiteX608" fmla="*/ 980843 w 1695641"/>
                <a:gd name="connsiteY608" fmla="*/ 115138 h 384233"/>
                <a:gd name="connsiteX609" fmla="*/ 979058 w 1695641"/>
                <a:gd name="connsiteY609" fmla="*/ 104874 h 384233"/>
                <a:gd name="connsiteX610" fmla="*/ 978166 w 1695641"/>
                <a:gd name="connsiteY610" fmla="*/ 94968 h 384233"/>
                <a:gd name="connsiteX611" fmla="*/ 987091 w 1695641"/>
                <a:gd name="connsiteY611" fmla="*/ 87560 h 384233"/>
                <a:gd name="connsiteX612" fmla="*/ 1002799 w 1695641"/>
                <a:gd name="connsiteY612" fmla="*/ 91308 h 384233"/>
                <a:gd name="connsiteX613" fmla="*/ 1040283 w 1695641"/>
                <a:gd name="connsiteY613" fmla="*/ 85061 h 384233"/>
                <a:gd name="connsiteX614" fmla="*/ 1046798 w 1695641"/>
                <a:gd name="connsiteY614" fmla="*/ 83276 h 384233"/>
                <a:gd name="connsiteX615" fmla="*/ 1051439 w 1695641"/>
                <a:gd name="connsiteY615" fmla="*/ 81491 h 384233"/>
                <a:gd name="connsiteX616" fmla="*/ 1079553 w 1695641"/>
                <a:gd name="connsiteY616" fmla="*/ 69622 h 384233"/>
                <a:gd name="connsiteX617" fmla="*/ 1087496 w 1695641"/>
                <a:gd name="connsiteY617" fmla="*/ 68640 h 384233"/>
                <a:gd name="connsiteX618" fmla="*/ 1094368 w 1695641"/>
                <a:gd name="connsiteY618" fmla="*/ 67658 h 384233"/>
                <a:gd name="connsiteX619" fmla="*/ 699531 w 1695641"/>
                <a:gd name="connsiteY619" fmla="*/ 57304 h 384233"/>
                <a:gd name="connsiteX620" fmla="*/ 707564 w 1695641"/>
                <a:gd name="connsiteY620" fmla="*/ 67836 h 384233"/>
                <a:gd name="connsiteX621" fmla="*/ 705689 w 1695641"/>
                <a:gd name="connsiteY621" fmla="*/ 78456 h 384233"/>
                <a:gd name="connsiteX622" fmla="*/ 702030 w 1695641"/>
                <a:gd name="connsiteY622" fmla="*/ 90594 h 384233"/>
                <a:gd name="connsiteX623" fmla="*/ 695426 w 1695641"/>
                <a:gd name="connsiteY623" fmla="*/ 99519 h 384233"/>
                <a:gd name="connsiteX624" fmla="*/ 684449 w 1695641"/>
                <a:gd name="connsiteY624" fmla="*/ 111656 h 384233"/>
                <a:gd name="connsiteX625" fmla="*/ 683288 w 1695641"/>
                <a:gd name="connsiteY625" fmla="*/ 125133 h 384233"/>
                <a:gd name="connsiteX626" fmla="*/ 684091 w 1695641"/>
                <a:gd name="connsiteY626" fmla="*/ 134058 h 384233"/>
                <a:gd name="connsiteX627" fmla="*/ 691231 w 1695641"/>
                <a:gd name="connsiteY627" fmla="*/ 134058 h 384233"/>
                <a:gd name="connsiteX628" fmla="*/ 693552 w 1695641"/>
                <a:gd name="connsiteY628" fmla="*/ 140573 h 384233"/>
                <a:gd name="connsiteX629" fmla="*/ 697925 w 1695641"/>
                <a:gd name="connsiteY629" fmla="*/ 151016 h 384233"/>
                <a:gd name="connsiteX630" fmla="*/ 696408 w 1695641"/>
                <a:gd name="connsiteY630" fmla="*/ 155210 h 384233"/>
                <a:gd name="connsiteX631" fmla="*/ 675791 w 1695641"/>
                <a:gd name="connsiteY631" fmla="*/ 175023 h 384233"/>
                <a:gd name="connsiteX632" fmla="*/ 676773 w 1695641"/>
                <a:gd name="connsiteY632" fmla="*/ 183145 h 384233"/>
                <a:gd name="connsiteX633" fmla="*/ 684627 w 1695641"/>
                <a:gd name="connsiteY633" fmla="*/ 183145 h 384233"/>
                <a:gd name="connsiteX634" fmla="*/ 684359 w 1695641"/>
                <a:gd name="connsiteY634" fmla="*/ 183680 h 384233"/>
                <a:gd name="connsiteX635" fmla="*/ 691499 w 1695641"/>
                <a:gd name="connsiteY635" fmla="*/ 188321 h 384233"/>
                <a:gd name="connsiteX636" fmla="*/ 693641 w 1695641"/>
                <a:gd name="connsiteY636" fmla="*/ 195997 h 384233"/>
                <a:gd name="connsiteX637" fmla="*/ 673560 w 1695641"/>
                <a:gd name="connsiteY637" fmla="*/ 220094 h 384233"/>
                <a:gd name="connsiteX638" fmla="*/ 640806 w 1695641"/>
                <a:gd name="connsiteY638" fmla="*/ 236426 h 384233"/>
                <a:gd name="connsiteX639" fmla="*/ 624830 w 1695641"/>
                <a:gd name="connsiteY639" fmla="*/ 250706 h 384233"/>
                <a:gd name="connsiteX640" fmla="*/ 618494 w 1695641"/>
                <a:gd name="connsiteY640" fmla="*/ 250706 h 384233"/>
                <a:gd name="connsiteX641" fmla="*/ 609569 w 1695641"/>
                <a:gd name="connsiteY641" fmla="*/ 248207 h 384233"/>
                <a:gd name="connsiteX642" fmla="*/ 605732 w 1695641"/>
                <a:gd name="connsiteY642" fmla="*/ 240353 h 384233"/>
                <a:gd name="connsiteX643" fmla="*/ 600198 w 1695641"/>
                <a:gd name="connsiteY643" fmla="*/ 232411 h 384233"/>
                <a:gd name="connsiteX644" fmla="*/ 597699 w 1695641"/>
                <a:gd name="connsiteY644" fmla="*/ 217952 h 384233"/>
                <a:gd name="connsiteX645" fmla="*/ 611889 w 1695641"/>
                <a:gd name="connsiteY645" fmla="*/ 204297 h 384233"/>
                <a:gd name="connsiteX646" fmla="*/ 620011 w 1695641"/>
                <a:gd name="connsiteY646" fmla="*/ 198317 h 384233"/>
                <a:gd name="connsiteX647" fmla="*/ 625812 w 1695641"/>
                <a:gd name="connsiteY647" fmla="*/ 192337 h 384233"/>
                <a:gd name="connsiteX648" fmla="*/ 627329 w 1695641"/>
                <a:gd name="connsiteY648" fmla="*/ 186536 h 384233"/>
                <a:gd name="connsiteX649" fmla="*/ 629024 w 1695641"/>
                <a:gd name="connsiteY649" fmla="*/ 179039 h 384233"/>
                <a:gd name="connsiteX650" fmla="*/ 626347 w 1695641"/>
                <a:gd name="connsiteY650" fmla="*/ 173060 h 384233"/>
                <a:gd name="connsiteX651" fmla="*/ 623134 w 1695641"/>
                <a:gd name="connsiteY651" fmla="*/ 167884 h 384233"/>
                <a:gd name="connsiteX652" fmla="*/ 616708 w 1695641"/>
                <a:gd name="connsiteY652" fmla="*/ 156728 h 384233"/>
                <a:gd name="connsiteX653" fmla="*/ 626972 w 1695641"/>
                <a:gd name="connsiteY653" fmla="*/ 146107 h 384233"/>
                <a:gd name="connsiteX654" fmla="*/ 633844 w 1695641"/>
                <a:gd name="connsiteY654" fmla="*/ 146107 h 384233"/>
                <a:gd name="connsiteX655" fmla="*/ 643484 w 1695641"/>
                <a:gd name="connsiteY655" fmla="*/ 138164 h 384233"/>
                <a:gd name="connsiteX656" fmla="*/ 645625 w 1695641"/>
                <a:gd name="connsiteY656" fmla="*/ 123527 h 384233"/>
                <a:gd name="connsiteX657" fmla="*/ 638128 w 1695641"/>
                <a:gd name="connsiteY657" fmla="*/ 116565 h 384233"/>
                <a:gd name="connsiteX658" fmla="*/ 629203 w 1695641"/>
                <a:gd name="connsiteY658" fmla="*/ 113352 h 384233"/>
                <a:gd name="connsiteX659" fmla="*/ 623581 w 1695641"/>
                <a:gd name="connsiteY659" fmla="*/ 107195 h 384233"/>
                <a:gd name="connsiteX660" fmla="*/ 618940 w 1695641"/>
                <a:gd name="connsiteY660" fmla="*/ 104071 h 384233"/>
                <a:gd name="connsiteX661" fmla="*/ 616440 w 1695641"/>
                <a:gd name="connsiteY661" fmla="*/ 93629 h 384233"/>
                <a:gd name="connsiteX662" fmla="*/ 621260 w 1695641"/>
                <a:gd name="connsiteY662" fmla="*/ 90594 h 384233"/>
                <a:gd name="connsiteX663" fmla="*/ 624919 w 1695641"/>
                <a:gd name="connsiteY663" fmla="*/ 84972 h 384233"/>
                <a:gd name="connsiteX664" fmla="*/ 632684 w 1695641"/>
                <a:gd name="connsiteY664" fmla="*/ 80420 h 384233"/>
                <a:gd name="connsiteX665" fmla="*/ 642859 w 1695641"/>
                <a:gd name="connsiteY665" fmla="*/ 79260 h 384233"/>
                <a:gd name="connsiteX666" fmla="*/ 686947 w 1695641"/>
                <a:gd name="connsiteY666" fmla="*/ 58197 h 384233"/>
                <a:gd name="connsiteX667" fmla="*/ 699531 w 1695641"/>
                <a:gd name="connsiteY667" fmla="*/ 57304 h 384233"/>
                <a:gd name="connsiteX668" fmla="*/ 1315527 w 1695641"/>
                <a:gd name="connsiteY668" fmla="*/ 56948 h 384233"/>
                <a:gd name="connsiteX669" fmla="*/ 1328468 w 1695641"/>
                <a:gd name="connsiteY669" fmla="*/ 57483 h 384233"/>
                <a:gd name="connsiteX670" fmla="*/ 1338821 w 1695641"/>
                <a:gd name="connsiteY670" fmla="*/ 65962 h 384233"/>
                <a:gd name="connsiteX671" fmla="*/ 1341231 w 1695641"/>
                <a:gd name="connsiteY671" fmla="*/ 73280 h 384233"/>
                <a:gd name="connsiteX672" fmla="*/ 1342659 w 1695641"/>
                <a:gd name="connsiteY672" fmla="*/ 80330 h 384233"/>
                <a:gd name="connsiteX673" fmla="*/ 1337215 w 1695641"/>
                <a:gd name="connsiteY673" fmla="*/ 93450 h 384233"/>
                <a:gd name="connsiteX674" fmla="*/ 1337215 w 1695641"/>
                <a:gd name="connsiteY674" fmla="*/ 101125 h 384233"/>
                <a:gd name="connsiteX675" fmla="*/ 1342481 w 1695641"/>
                <a:gd name="connsiteY675" fmla="*/ 99787 h 384233"/>
                <a:gd name="connsiteX676" fmla="*/ 1349085 w 1695641"/>
                <a:gd name="connsiteY676" fmla="*/ 96841 h 384233"/>
                <a:gd name="connsiteX677" fmla="*/ 1356849 w 1695641"/>
                <a:gd name="connsiteY677" fmla="*/ 94164 h 384233"/>
                <a:gd name="connsiteX678" fmla="*/ 1365774 w 1695641"/>
                <a:gd name="connsiteY678" fmla="*/ 87738 h 384233"/>
                <a:gd name="connsiteX679" fmla="*/ 1379697 w 1695641"/>
                <a:gd name="connsiteY679" fmla="*/ 87738 h 384233"/>
                <a:gd name="connsiteX680" fmla="*/ 1391835 w 1695641"/>
                <a:gd name="connsiteY680" fmla="*/ 91665 h 384233"/>
                <a:gd name="connsiteX681" fmla="*/ 1400224 w 1695641"/>
                <a:gd name="connsiteY681" fmla="*/ 107641 h 384233"/>
                <a:gd name="connsiteX682" fmla="*/ 1397011 w 1695641"/>
                <a:gd name="connsiteY682" fmla="*/ 111657 h 384233"/>
                <a:gd name="connsiteX683" fmla="*/ 1390318 w 1695641"/>
                <a:gd name="connsiteY683" fmla="*/ 116655 h 384233"/>
                <a:gd name="connsiteX684" fmla="*/ 1374877 w 1695641"/>
                <a:gd name="connsiteY684" fmla="*/ 123259 h 384233"/>
                <a:gd name="connsiteX685" fmla="*/ 1365952 w 1695641"/>
                <a:gd name="connsiteY685" fmla="*/ 127097 h 384233"/>
                <a:gd name="connsiteX686" fmla="*/ 1355600 w 1695641"/>
                <a:gd name="connsiteY686" fmla="*/ 128436 h 384233"/>
                <a:gd name="connsiteX687" fmla="*/ 1339714 w 1695641"/>
                <a:gd name="connsiteY687" fmla="*/ 134505 h 384233"/>
                <a:gd name="connsiteX688" fmla="*/ 1334448 w 1695641"/>
                <a:gd name="connsiteY688" fmla="*/ 142180 h 384233"/>
                <a:gd name="connsiteX689" fmla="*/ 1336322 w 1695641"/>
                <a:gd name="connsiteY689" fmla="*/ 154496 h 384233"/>
                <a:gd name="connsiteX690" fmla="*/ 1362561 w 1695641"/>
                <a:gd name="connsiteY690" fmla="*/ 181271 h 384233"/>
                <a:gd name="connsiteX691" fmla="*/ 1381928 w 1695641"/>
                <a:gd name="connsiteY691" fmla="*/ 203137 h 384233"/>
                <a:gd name="connsiteX692" fmla="*/ 1401831 w 1695641"/>
                <a:gd name="connsiteY692" fmla="*/ 216791 h 384233"/>
                <a:gd name="connsiteX693" fmla="*/ 1413255 w 1695641"/>
                <a:gd name="connsiteY693" fmla="*/ 221254 h 384233"/>
                <a:gd name="connsiteX694" fmla="*/ 1422179 w 1695641"/>
                <a:gd name="connsiteY694" fmla="*/ 226877 h 384233"/>
                <a:gd name="connsiteX695" fmla="*/ 1441903 w 1695641"/>
                <a:gd name="connsiteY695" fmla="*/ 234195 h 384233"/>
                <a:gd name="connsiteX696" fmla="*/ 1448686 w 1695641"/>
                <a:gd name="connsiteY696" fmla="*/ 237319 h 384233"/>
                <a:gd name="connsiteX697" fmla="*/ 1447972 w 1695641"/>
                <a:gd name="connsiteY697" fmla="*/ 238211 h 384233"/>
                <a:gd name="connsiteX698" fmla="*/ 1445830 w 1695641"/>
                <a:gd name="connsiteY698" fmla="*/ 243388 h 384233"/>
                <a:gd name="connsiteX699" fmla="*/ 1444849 w 1695641"/>
                <a:gd name="connsiteY699" fmla="*/ 250706 h 384233"/>
                <a:gd name="connsiteX700" fmla="*/ 1433514 w 1695641"/>
                <a:gd name="connsiteY700" fmla="*/ 256597 h 384233"/>
                <a:gd name="connsiteX701" fmla="*/ 1428873 w 1695641"/>
                <a:gd name="connsiteY701" fmla="*/ 260435 h 384233"/>
                <a:gd name="connsiteX702" fmla="*/ 1424231 w 1695641"/>
                <a:gd name="connsiteY702" fmla="*/ 261416 h 384233"/>
                <a:gd name="connsiteX703" fmla="*/ 1413790 w 1695641"/>
                <a:gd name="connsiteY703" fmla="*/ 260792 h 384233"/>
                <a:gd name="connsiteX704" fmla="*/ 1402991 w 1695641"/>
                <a:gd name="connsiteY704" fmla="*/ 260792 h 384233"/>
                <a:gd name="connsiteX705" fmla="*/ 1393530 w 1695641"/>
                <a:gd name="connsiteY705" fmla="*/ 259007 h 384233"/>
                <a:gd name="connsiteX706" fmla="*/ 1378715 w 1695641"/>
                <a:gd name="connsiteY706" fmla="*/ 256954 h 384233"/>
                <a:gd name="connsiteX707" fmla="*/ 1370326 w 1695641"/>
                <a:gd name="connsiteY707" fmla="*/ 251153 h 384233"/>
                <a:gd name="connsiteX708" fmla="*/ 1357474 w 1695641"/>
                <a:gd name="connsiteY708" fmla="*/ 228215 h 384233"/>
                <a:gd name="connsiteX709" fmla="*/ 1342927 w 1695641"/>
                <a:gd name="connsiteY709" fmla="*/ 209741 h 384233"/>
                <a:gd name="connsiteX710" fmla="*/ 1334002 w 1695641"/>
                <a:gd name="connsiteY710" fmla="*/ 199656 h 384233"/>
                <a:gd name="connsiteX711" fmla="*/ 1313742 w 1695641"/>
                <a:gd name="connsiteY711" fmla="*/ 181806 h 384233"/>
                <a:gd name="connsiteX712" fmla="*/ 1299730 w 1695641"/>
                <a:gd name="connsiteY712" fmla="*/ 203048 h 384233"/>
                <a:gd name="connsiteX713" fmla="*/ 1279470 w 1695641"/>
                <a:gd name="connsiteY713" fmla="*/ 222860 h 384233"/>
                <a:gd name="connsiteX714" fmla="*/ 1258676 w 1695641"/>
                <a:gd name="connsiteY714" fmla="*/ 235534 h 384233"/>
                <a:gd name="connsiteX715" fmla="*/ 1243236 w 1695641"/>
                <a:gd name="connsiteY715" fmla="*/ 243923 h 384233"/>
                <a:gd name="connsiteX716" fmla="*/ 1229045 w 1695641"/>
                <a:gd name="connsiteY716" fmla="*/ 247583 h 384233"/>
                <a:gd name="connsiteX717" fmla="*/ 1221280 w 1695641"/>
                <a:gd name="connsiteY717" fmla="*/ 249011 h 384233"/>
                <a:gd name="connsiteX718" fmla="*/ 1216014 w 1695641"/>
                <a:gd name="connsiteY718" fmla="*/ 244459 h 384233"/>
                <a:gd name="connsiteX719" fmla="*/ 1211998 w 1695641"/>
                <a:gd name="connsiteY719" fmla="*/ 236426 h 384233"/>
                <a:gd name="connsiteX720" fmla="*/ 1205216 w 1695641"/>
                <a:gd name="connsiteY720" fmla="*/ 234106 h 384233"/>
                <a:gd name="connsiteX721" fmla="*/ 1209589 w 1695641"/>
                <a:gd name="connsiteY721" fmla="*/ 229019 h 384233"/>
                <a:gd name="connsiteX722" fmla="*/ 1219584 w 1695641"/>
                <a:gd name="connsiteY722" fmla="*/ 223128 h 384233"/>
                <a:gd name="connsiteX723" fmla="*/ 1226457 w 1695641"/>
                <a:gd name="connsiteY723" fmla="*/ 218041 h 384233"/>
                <a:gd name="connsiteX724" fmla="*/ 1231277 w 1695641"/>
                <a:gd name="connsiteY724" fmla="*/ 215899 h 384233"/>
                <a:gd name="connsiteX725" fmla="*/ 1263406 w 1695641"/>
                <a:gd name="connsiteY725" fmla="*/ 185109 h 384233"/>
                <a:gd name="connsiteX726" fmla="*/ 1275812 w 1695641"/>
                <a:gd name="connsiteY726" fmla="*/ 163332 h 384233"/>
                <a:gd name="connsiteX727" fmla="*/ 1278400 w 1695641"/>
                <a:gd name="connsiteY727" fmla="*/ 154407 h 384233"/>
                <a:gd name="connsiteX728" fmla="*/ 1271974 w 1695641"/>
                <a:gd name="connsiteY728" fmla="*/ 154407 h 384233"/>
                <a:gd name="connsiteX729" fmla="*/ 1267065 w 1695641"/>
                <a:gd name="connsiteY729" fmla="*/ 154407 h 384233"/>
                <a:gd name="connsiteX730" fmla="*/ 1260461 w 1695641"/>
                <a:gd name="connsiteY730" fmla="*/ 156192 h 384233"/>
                <a:gd name="connsiteX731" fmla="*/ 1254124 w 1695641"/>
                <a:gd name="connsiteY731" fmla="*/ 156192 h 384233"/>
                <a:gd name="connsiteX732" fmla="*/ 1244395 w 1695641"/>
                <a:gd name="connsiteY732" fmla="*/ 151640 h 384233"/>
                <a:gd name="connsiteX733" fmla="*/ 1233060 w 1695641"/>
                <a:gd name="connsiteY733" fmla="*/ 137539 h 384233"/>
                <a:gd name="connsiteX734" fmla="*/ 1236095 w 1695641"/>
                <a:gd name="connsiteY734" fmla="*/ 128614 h 384233"/>
                <a:gd name="connsiteX735" fmla="*/ 1241451 w 1695641"/>
                <a:gd name="connsiteY735" fmla="*/ 123081 h 384233"/>
                <a:gd name="connsiteX736" fmla="*/ 1248234 w 1695641"/>
                <a:gd name="connsiteY736" fmla="*/ 120493 h 384233"/>
                <a:gd name="connsiteX737" fmla="*/ 1253945 w 1695641"/>
                <a:gd name="connsiteY737" fmla="*/ 116744 h 384233"/>
                <a:gd name="connsiteX738" fmla="*/ 1267869 w 1695641"/>
                <a:gd name="connsiteY738" fmla="*/ 116744 h 384233"/>
                <a:gd name="connsiteX739" fmla="*/ 1290805 w 1695641"/>
                <a:gd name="connsiteY739" fmla="*/ 108622 h 384233"/>
                <a:gd name="connsiteX740" fmla="*/ 1295178 w 1695641"/>
                <a:gd name="connsiteY740" fmla="*/ 87470 h 384233"/>
                <a:gd name="connsiteX741" fmla="*/ 1296695 w 1695641"/>
                <a:gd name="connsiteY741" fmla="*/ 74084 h 384233"/>
                <a:gd name="connsiteX742" fmla="*/ 1296071 w 1695641"/>
                <a:gd name="connsiteY742" fmla="*/ 62570 h 384233"/>
                <a:gd name="connsiteX743" fmla="*/ 1299641 w 1695641"/>
                <a:gd name="connsiteY743" fmla="*/ 58465 h 384233"/>
                <a:gd name="connsiteX744" fmla="*/ 1308566 w 1695641"/>
                <a:gd name="connsiteY744" fmla="*/ 59179 h 384233"/>
                <a:gd name="connsiteX745" fmla="*/ 1315527 w 1695641"/>
                <a:gd name="connsiteY745" fmla="*/ 56948 h 384233"/>
                <a:gd name="connsiteX746" fmla="*/ 80146 w 1695641"/>
                <a:gd name="connsiteY746" fmla="*/ 54092 h 384233"/>
                <a:gd name="connsiteX747" fmla="*/ 86750 w 1695641"/>
                <a:gd name="connsiteY747" fmla="*/ 57751 h 384233"/>
                <a:gd name="connsiteX748" fmla="*/ 97280 w 1695641"/>
                <a:gd name="connsiteY748" fmla="*/ 58912 h 384233"/>
                <a:gd name="connsiteX749" fmla="*/ 107991 w 1695641"/>
                <a:gd name="connsiteY749" fmla="*/ 58912 h 384233"/>
                <a:gd name="connsiteX750" fmla="*/ 114952 w 1695641"/>
                <a:gd name="connsiteY750" fmla="*/ 60697 h 384233"/>
                <a:gd name="connsiteX751" fmla="*/ 121110 w 1695641"/>
                <a:gd name="connsiteY751" fmla="*/ 63642 h 384233"/>
                <a:gd name="connsiteX752" fmla="*/ 127715 w 1695641"/>
                <a:gd name="connsiteY752" fmla="*/ 73906 h 384233"/>
                <a:gd name="connsiteX753" fmla="*/ 126554 w 1695641"/>
                <a:gd name="connsiteY753" fmla="*/ 74352 h 384233"/>
                <a:gd name="connsiteX754" fmla="*/ 126019 w 1695641"/>
                <a:gd name="connsiteY754" fmla="*/ 81135 h 384233"/>
                <a:gd name="connsiteX755" fmla="*/ 126019 w 1695641"/>
                <a:gd name="connsiteY755" fmla="*/ 91488 h 384233"/>
                <a:gd name="connsiteX756" fmla="*/ 120753 w 1695641"/>
                <a:gd name="connsiteY756" fmla="*/ 102734 h 384233"/>
                <a:gd name="connsiteX757" fmla="*/ 119236 w 1695641"/>
                <a:gd name="connsiteY757" fmla="*/ 114335 h 384233"/>
                <a:gd name="connsiteX758" fmla="*/ 118076 w 1695641"/>
                <a:gd name="connsiteY758" fmla="*/ 135398 h 384233"/>
                <a:gd name="connsiteX759" fmla="*/ 116201 w 1695641"/>
                <a:gd name="connsiteY759" fmla="*/ 148250 h 384233"/>
                <a:gd name="connsiteX760" fmla="*/ 115398 w 1695641"/>
                <a:gd name="connsiteY760" fmla="*/ 159138 h 384233"/>
                <a:gd name="connsiteX761" fmla="*/ 117897 w 1695641"/>
                <a:gd name="connsiteY761" fmla="*/ 166546 h 384233"/>
                <a:gd name="connsiteX762" fmla="*/ 118611 w 1695641"/>
                <a:gd name="connsiteY762" fmla="*/ 170830 h 384233"/>
                <a:gd name="connsiteX763" fmla="*/ 120039 w 1695641"/>
                <a:gd name="connsiteY763" fmla="*/ 177524 h 384233"/>
                <a:gd name="connsiteX764" fmla="*/ 116023 w 1695641"/>
                <a:gd name="connsiteY764" fmla="*/ 191892 h 384233"/>
                <a:gd name="connsiteX765" fmla="*/ 110936 w 1695641"/>
                <a:gd name="connsiteY765" fmla="*/ 199746 h 384233"/>
                <a:gd name="connsiteX766" fmla="*/ 95763 w 1695641"/>
                <a:gd name="connsiteY766" fmla="*/ 208671 h 384233"/>
                <a:gd name="connsiteX767" fmla="*/ 82466 w 1695641"/>
                <a:gd name="connsiteY767" fmla="*/ 221255 h 384233"/>
                <a:gd name="connsiteX768" fmla="*/ 68454 w 1695641"/>
                <a:gd name="connsiteY768" fmla="*/ 227592 h 384233"/>
                <a:gd name="connsiteX769" fmla="*/ 50604 w 1695641"/>
                <a:gd name="connsiteY769" fmla="*/ 238213 h 384233"/>
                <a:gd name="connsiteX770" fmla="*/ 39626 w 1695641"/>
                <a:gd name="connsiteY770" fmla="*/ 242854 h 384233"/>
                <a:gd name="connsiteX771" fmla="*/ 22491 w 1695641"/>
                <a:gd name="connsiteY771" fmla="*/ 255170 h 384233"/>
                <a:gd name="connsiteX772" fmla="*/ 11513 w 1695641"/>
                <a:gd name="connsiteY772" fmla="*/ 245263 h 384233"/>
                <a:gd name="connsiteX773" fmla="*/ 4463 w 1695641"/>
                <a:gd name="connsiteY773" fmla="*/ 239820 h 384233"/>
                <a:gd name="connsiteX774" fmla="*/ 2499 w 1695641"/>
                <a:gd name="connsiteY774" fmla="*/ 230895 h 384233"/>
                <a:gd name="connsiteX775" fmla="*/ 0 w 1695641"/>
                <a:gd name="connsiteY775" fmla="*/ 223130 h 384233"/>
                <a:gd name="connsiteX776" fmla="*/ 4284 w 1695641"/>
                <a:gd name="connsiteY776" fmla="*/ 217239 h 384233"/>
                <a:gd name="connsiteX777" fmla="*/ 10889 w 1695641"/>
                <a:gd name="connsiteY777" fmla="*/ 216614 h 384233"/>
                <a:gd name="connsiteX778" fmla="*/ 21152 w 1695641"/>
                <a:gd name="connsiteY778" fmla="*/ 210545 h 384233"/>
                <a:gd name="connsiteX779" fmla="*/ 32129 w 1695641"/>
                <a:gd name="connsiteY779" fmla="*/ 206351 h 384233"/>
                <a:gd name="connsiteX780" fmla="*/ 51139 w 1695641"/>
                <a:gd name="connsiteY780" fmla="*/ 195819 h 384233"/>
                <a:gd name="connsiteX781" fmla="*/ 60064 w 1695641"/>
                <a:gd name="connsiteY781" fmla="*/ 186894 h 384233"/>
                <a:gd name="connsiteX782" fmla="*/ 59529 w 1695641"/>
                <a:gd name="connsiteY782" fmla="*/ 166725 h 384233"/>
                <a:gd name="connsiteX783" fmla="*/ 54799 w 1695641"/>
                <a:gd name="connsiteY783" fmla="*/ 163869 h 384233"/>
                <a:gd name="connsiteX784" fmla="*/ 45874 w 1695641"/>
                <a:gd name="connsiteY784" fmla="*/ 165029 h 384233"/>
                <a:gd name="connsiteX785" fmla="*/ 37484 w 1695641"/>
                <a:gd name="connsiteY785" fmla="*/ 168063 h 384233"/>
                <a:gd name="connsiteX786" fmla="*/ 31147 w 1695641"/>
                <a:gd name="connsiteY786" fmla="*/ 168867 h 384233"/>
                <a:gd name="connsiteX787" fmla="*/ 27042 w 1695641"/>
                <a:gd name="connsiteY787" fmla="*/ 165386 h 384233"/>
                <a:gd name="connsiteX788" fmla="*/ 25168 w 1695641"/>
                <a:gd name="connsiteY788" fmla="*/ 155033 h 384233"/>
                <a:gd name="connsiteX789" fmla="*/ 23383 w 1695641"/>
                <a:gd name="connsiteY789" fmla="*/ 147804 h 384233"/>
                <a:gd name="connsiteX790" fmla="*/ 24187 w 1695641"/>
                <a:gd name="connsiteY790" fmla="*/ 133167 h 384233"/>
                <a:gd name="connsiteX791" fmla="*/ 33111 w 1695641"/>
                <a:gd name="connsiteY791" fmla="*/ 124688 h 384233"/>
                <a:gd name="connsiteX792" fmla="*/ 44981 w 1695641"/>
                <a:gd name="connsiteY792" fmla="*/ 120940 h 384233"/>
                <a:gd name="connsiteX793" fmla="*/ 53906 w 1695641"/>
                <a:gd name="connsiteY793" fmla="*/ 120315 h 384233"/>
                <a:gd name="connsiteX794" fmla="*/ 65866 w 1695641"/>
                <a:gd name="connsiteY794" fmla="*/ 114871 h 384233"/>
                <a:gd name="connsiteX795" fmla="*/ 71667 w 1695641"/>
                <a:gd name="connsiteY795" fmla="*/ 103983 h 384233"/>
                <a:gd name="connsiteX796" fmla="*/ 75326 w 1695641"/>
                <a:gd name="connsiteY796" fmla="*/ 80510 h 384233"/>
                <a:gd name="connsiteX797" fmla="*/ 69346 w 1695641"/>
                <a:gd name="connsiteY797" fmla="*/ 65338 h 384233"/>
                <a:gd name="connsiteX798" fmla="*/ 69346 w 1695641"/>
                <a:gd name="connsiteY798" fmla="*/ 61054 h 384233"/>
                <a:gd name="connsiteX799" fmla="*/ 76040 w 1695641"/>
                <a:gd name="connsiteY799" fmla="*/ 55877 h 384233"/>
                <a:gd name="connsiteX800" fmla="*/ 80146 w 1695641"/>
                <a:gd name="connsiteY800" fmla="*/ 54092 h 384233"/>
                <a:gd name="connsiteX801" fmla="*/ 206879 w 1695641"/>
                <a:gd name="connsiteY801" fmla="*/ 42222 h 384233"/>
                <a:gd name="connsiteX802" fmla="*/ 213394 w 1695641"/>
                <a:gd name="connsiteY802" fmla="*/ 46059 h 384233"/>
                <a:gd name="connsiteX803" fmla="*/ 218838 w 1695641"/>
                <a:gd name="connsiteY803" fmla="*/ 47308 h 384233"/>
                <a:gd name="connsiteX804" fmla="*/ 223033 w 1695641"/>
                <a:gd name="connsiteY804" fmla="*/ 52038 h 384233"/>
                <a:gd name="connsiteX805" fmla="*/ 226424 w 1695641"/>
                <a:gd name="connsiteY805" fmla="*/ 65158 h 384233"/>
                <a:gd name="connsiteX806" fmla="*/ 216696 w 1695641"/>
                <a:gd name="connsiteY806" fmla="*/ 83008 h 384233"/>
                <a:gd name="connsiteX807" fmla="*/ 214822 w 1695641"/>
                <a:gd name="connsiteY807" fmla="*/ 91933 h 384233"/>
                <a:gd name="connsiteX808" fmla="*/ 222854 w 1695641"/>
                <a:gd name="connsiteY808" fmla="*/ 94700 h 384233"/>
                <a:gd name="connsiteX809" fmla="*/ 230887 w 1695641"/>
                <a:gd name="connsiteY809" fmla="*/ 90148 h 384233"/>
                <a:gd name="connsiteX810" fmla="*/ 243827 w 1695641"/>
                <a:gd name="connsiteY810" fmla="*/ 94700 h 384233"/>
                <a:gd name="connsiteX811" fmla="*/ 251056 w 1695641"/>
                <a:gd name="connsiteY811" fmla="*/ 108177 h 384233"/>
                <a:gd name="connsiteX812" fmla="*/ 252573 w 1695641"/>
                <a:gd name="connsiteY812" fmla="*/ 117815 h 384233"/>
                <a:gd name="connsiteX813" fmla="*/ 248200 w 1695641"/>
                <a:gd name="connsiteY813" fmla="*/ 122813 h 384233"/>
                <a:gd name="connsiteX814" fmla="*/ 239276 w 1695641"/>
                <a:gd name="connsiteY814" fmla="*/ 125133 h 384233"/>
                <a:gd name="connsiteX815" fmla="*/ 231512 w 1695641"/>
                <a:gd name="connsiteY815" fmla="*/ 130577 h 384233"/>
                <a:gd name="connsiteX816" fmla="*/ 220623 w 1695641"/>
                <a:gd name="connsiteY816" fmla="*/ 136646 h 384233"/>
                <a:gd name="connsiteX817" fmla="*/ 203309 w 1695641"/>
                <a:gd name="connsiteY817" fmla="*/ 145036 h 384233"/>
                <a:gd name="connsiteX818" fmla="*/ 197329 w 1695641"/>
                <a:gd name="connsiteY818" fmla="*/ 164135 h 384233"/>
                <a:gd name="connsiteX819" fmla="*/ 197954 w 1695641"/>
                <a:gd name="connsiteY819" fmla="*/ 173060 h 384233"/>
                <a:gd name="connsiteX820" fmla="*/ 202773 w 1695641"/>
                <a:gd name="connsiteY820" fmla="*/ 188857 h 384233"/>
                <a:gd name="connsiteX821" fmla="*/ 215982 w 1695641"/>
                <a:gd name="connsiteY821" fmla="*/ 194747 h 384233"/>
                <a:gd name="connsiteX822" fmla="*/ 225443 w 1695641"/>
                <a:gd name="connsiteY822" fmla="*/ 195997 h 384233"/>
                <a:gd name="connsiteX823" fmla="*/ 232136 w 1695641"/>
                <a:gd name="connsiteY823" fmla="*/ 197425 h 384233"/>
                <a:gd name="connsiteX824" fmla="*/ 238741 w 1695641"/>
                <a:gd name="connsiteY824" fmla="*/ 200013 h 384233"/>
                <a:gd name="connsiteX825" fmla="*/ 249093 w 1695641"/>
                <a:gd name="connsiteY825" fmla="*/ 201084 h 384233"/>
                <a:gd name="connsiteX826" fmla="*/ 249539 w 1695641"/>
                <a:gd name="connsiteY826" fmla="*/ 201262 h 384233"/>
                <a:gd name="connsiteX827" fmla="*/ 255340 w 1695641"/>
                <a:gd name="connsiteY827" fmla="*/ 214561 h 384233"/>
                <a:gd name="connsiteX828" fmla="*/ 250164 w 1695641"/>
                <a:gd name="connsiteY828" fmla="*/ 229376 h 384233"/>
                <a:gd name="connsiteX829" fmla="*/ 245880 w 1695641"/>
                <a:gd name="connsiteY829" fmla="*/ 239105 h 384233"/>
                <a:gd name="connsiteX830" fmla="*/ 234725 w 1695641"/>
                <a:gd name="connsiteY830" fmla="*/ 240800 h 384233"/>
                <a:gd name="connsiteX831" fmla="*/ 223747 w 1695641"/>
                <a:gd name="connsiteY831" fmla="*/ 243388 h 384233"/>
                <a:gd name="connsiteX832" fmla="*/ 216071 w 1695641"/>
                <a:gd name="connsiteY832" fmla="*/ 240086 h 384233"/>
                <a:gd name="connsiteX833" fmla="*/ 204201 w 1695641"/>
                <a:gd name="connsiteY833" fmla="*/ 238926 h 384233"/>
                <a:gd name="connsiteX834" fmla="*/ 192509 w 1695641"/>
                <a:gd name="connsiteY834" fmla="*/ 238926 h 384233"/>
                <a:gd name="connsiteX835" fmla="*/ 182603 w 1695641"/>
                <a:gd name="connsiteY835" fmla="*/ 236070 h 384233"/>
                <a:gd name="connsiteX836" fmla="*/ 168145 w 1695641"/>
                <a:gd name="connsiteY836" fmla="*/ 235267 h 384233"/>
                <a:gd name="connsiteX837" fmla="*/ 160827 w 1695641"/>
                <a:gd name="connsiteY837" fmla="*/ 231250 h 384233"/>
                <a:gd name="connsiteX838" fmla="*/ 154044 w 1695641"/>
                <a:gd name="connsiteY838" fmla="*/ 220362 h 384233"/>
                <a:gd name="connsiteX839" fmla="*/ 153151 w 1695641"/>
                <a:gd name="connsiteY839" fmla="*/ 207688 h 384233"/>
                <a:gd name="connsiteX840" fmla="*/ 150027 w 1695641"/>
                <a:gd name="connsiteY840" fmla="*/ 192605 h 384233"/>
                <a:gd name="connsiteX841" fmla="*/ 149403 w 1695641"/>
                <a:gd name="connsiteY841" fmla="*/ 183145 h 384233"/>
                <a:gd name="connsiteX842" fmla="*/ 148243 w 1695641"/>
                <a:gd name="connsiteY842" fmla="*/ 174221 h 384233"/>
                <a:gd name="connsiteX843" fmla="*/ 146814 w 1695641"/>
                <a:gd name="connsiteY843" fmla="*/ 160209 h 384233"/>
                <a:gd name="connsiteX844" fmla="*/ 150563 w 1695641"/>
                <a:gd name="connsiteY844" fmla="*/ 137628 h 384233"/>
                <a:gd name="connsiteX845" fmla="*/ 153687 w 1695641"/>
                <a:gd name="connsiteY845" fmla="*/ 130577 h 384233"/>
                <a:gd name="connsiteX846" fmla="*/ 156364 w 1695641"/>
                <a:gd name="connsiteY846" fmla="*/ 118975 h 384233"/>
                <a:gd name="connsiteX847" fmla="*/ 158863 w 1695641"/>
                <a:gd name="connsiteY847" fmla="*/ 107106 h 384233"/>
                <a:gd name="connsiteX848" fmla="*/ 159935 w 1695641"/>
                <a:gd name="connsiteY848" fmla="*/ 88631 h 384233"/>
                <a:gd name="connsiteX849" fmla="*/ 162612 w 1695641"/>
                <a:gd name="connsiteY849" fmla="*/ 77385 h 384233"/>
                <a:gd name="connsiteX850" fmla="*/ 166450 w 1695641"/>
                <a:gd name="connsiteY850" fmla="*/ 59535 h 384233"/>
                <a:gd name="connsiteX851" fmla="*/ 166896 w 1695641"/>
                <a:gd name="connsiteY851" fmla="*/ 47308 h 384233"/>
                <a:gd name="connsiteX852" fmla="*/ 173946 w 1695641"/>
                <a:gd name="connsiteY852" fmla="*/ 42311 h 384233"/>
                <a:gd name="connsiteX853" fmla="*/ 182870 w 1695641"/>
                <a:gd name="connsiteY853" fmla="*/ 44185 h 384233"/>
                <a:gd name="connsiteX854" fmla="*/ 190814 w 1695641"/>
                <a:gd name="connsiteY854" fmla="*/ 42490 h 384233"/>
                <a:gd name="connsiteX855" fmla="*/ 197954 w 1695641"/>
                <a:gd name="connsiteY855" fmla="*/ 43917 h 384233"/>
                <a:gd name="connsiteX856" fmla="*/ 206879 w 1695641"/>
                <a:gd name="connsiteY856" fmla="*/ 42222 h 384233"/>
                <a:gd name="connsiteX857" fmla="*/ 815643 w 1695641"/>
                <a:gd name="connsiteY857" fmla="*/ 39723 h 384233"/>
                <a:gd name="connsiteX858" fmla="*/ 824568 w 1695641"/>
                <a:gd name="connsiteY858" fmla="*/ 43203 h 384233"/>
                <a:gd name="connsiteX859" fmla="*/ 842418 w 1695641"/>
                <a:gd name="connsiteY859" fmla="*/ 44541 h 384233"/>
                <a:gd name="connsiteX860" fmla="*/ 843222 w 1695641"/>
                <a:gd name="connsiteY860" fmla="*/ 44988 h 384233"/>
                <a:gd name="connsiteX861" fmla="*/ 846256 w 1695641"/>
                <a:gd name="connsiteY861" fmla="*/ 52306 h 384233"/>
                <a:gd name="connsiteX862" fmla="*/ 852414 w 1695641"/>
                <a:gd name="connsiteY862" fmla="*/ 64801 h 384233"/>
                <a:gd name="connsiteX863" fmla="*/ 847416 w 1695641"/>
                <a:gd name="connsiteY863" fmla="*/ 75422 h 384233"/>
                <a:gd name="connsiteX864" fmla="*/ 845096 w 1695641"/>
                <a:gd name="connsiteY864" fmla="*/ 85239 h 384233"/>
                <a:gd name="connsiteX865" fmla="*/ 836171 w 1695641"/>
                <a:gd name="connsiteY865" fmla="*/ 101037 h 384233"/>
                <a:gd name="connsiteX866" fmla="*/ 828138 w 1695641"/>
                <a:gd name="connsiteY866" fmla="*/ 109961 h 384233"/>
                <a:gd name="connsiteX867" fmla="*/ 810288 w 1695641"/>
                <a:gd name="connsiteY867" fmla="*/ 147267 h 384233"/>
                <a:gd name="connsiteX868" fmla="*/ 804309 w 1695641"/>
                <a:gd name="connsiteY868" fmla="*/ 153247 h 384233"/>
                <a:gd name="connsiteX869" fmla="*/ 796991 w 1695641"/>
                <a:gd name="connsiteY869" fmla="*/ 153247 h 384233"/>
                <a:gd name="connsiteX870" fmla="*/ 789315 w 1695641"/>
                <a:gd name="connsiteY870" fmla="*/ 155746 h 384233"/>
                <a:gd name="connsiteX871" fmla="*/ 777892 w 1695641"/>
                <a:gd name="connsiteY871" fmla="*/ 159227 h 384233"/>
                <a:gd name="connsiteX872" fmla="*/ 777892 w 1695641"/>
                <a:gd name="connsiteY872" fmla="*/ 168152 h 384233"/>
                <a:gd name="connsiteX873" fmla="*/ 786816 w 1695641"/>
                <a:gd name="connsiteY873" fmla="*/ 166545 h 384233"/>
                <a:gd name="connsiteX874" fmla="*/ 793778 w 1695641"/>
                <a:gd name="connsiteY874" fmla="*/ 163332 h 384233"/>
                <a:gd name="connsiteX875" fmla="*/ 803416 w 1695641"/>
                <a:gd name="connsiteY875" fmla="*/ 166367 h 384233"/>
                <a:gd name="connsiteX876" fmla="*/ 807254 w 1695641"/>
                <a:gd name="connsiteY876" fmla="*/ 170829 h 384233"/>
                <a:gd name="connsiteX877" fmla="*/ 809753 w 1695641"/>
                <a:gd name="connsiteY877" fmla="*/ 182966 h 384233"/>
                <a:gd name="connsiteX878" fmla="*/ 808236 w 1695641"/>
                <a:gd name="connsiteY878" fmla="*/ 187964 h 384233"/>
                <a:gd name="connsiteX879" fmla="*/ 799311 w 1695641"/>
                <a:gd name="connsiteY879" fmla="*/ 194122 h 384233"/>
                <a:gd name="connsiteX880" fmla="*/ 789315 w 1695641"/>
                <a:gd name="connsiteY880" fmla="*/ 197782 h 384233"/>
                <a:gd name="connsiteX881" fmla="*/ 786192 w 1695641"/>
                <a:gd name="connsiteY881" fmla="*/ 203583 h 384233"/>
                <a:gd name="connsiteX882" fmla="*/ 791011 w 1695641"/>
                <a:gd name="connsiteY882" fmla="*/ 207421 h 384233"/>
                <a:gd name="connsiteX883" fmla="*/ 804309 w 1695641"/>
                <a:gd name="connsiteY883" fmla="*/ 204922 h 384233"/>
                <a:gd name="connsiteX884" fmla="*/ 814305 w 1695641"/>
                <a:gd name="connsiteY884" fmla="*/ 204922 h 384233"/>
                <a:gd name="connsiteX885" fmla="*/ 826621 w 1695641"/>
                <a:gd name="connsiteY885" fmla="*/ 202423 h 384233"/>
                <a:gd name="connsiteX886" fmla="*/ 837420 w 1695641"/>
                <a:gd name="connsiteY886" fmla="*/ 202423 h 384233"/>
                <a:gd name="connsiteX887" fmla="*/ 846345 w 1695641"/>
                <a:gd name="connsiteY887" fmla="*/ 216435 h 384233"/>
                <a:gd name="connsiteX888" fmla="*/ 830548 w 1695641"/>
                <a:gd name="connsiteY888" fmla="*/ 239193 h 384233"/>
                <a:gd name="connsiteX889" fmla="*/ 816179 w 1695641"/>
                <a:gd name="connsiteY889" fmla="*/ 236694 h 384233"/>
                <a:gd name="connsiteX890" fmla="*/ 792439 w 1695641"/>
                <a:gd name="connsiteY890" fmla="*/ 237676 h 384233"/>
                <a:gd name="connsiteX891" fmla="*/ 779498 w 1695641"/>
                <a:gd name="connsiteY891" fmla="*/ 236873 h 384233"/>
                <a:gd name="connsiteX892" fmla="*/ 768163 w 1695641"/>
                <a:gd name="connsiteY892" fmla="*/ 238033 h 384233"/>
                <a:gd name="connsiteX893" fmla="*/ 755490 w 1695641"/>
                <a:gd name="connsiteY893" fmla="*/ 240175 h 384233"/>
                <a:gd name="connsiteX894" fmla="*/ 740050 w 1695641"/>
                <a:gd name="connsiteY894" fmla="*/ 243209 h 384233"/>
                <a:gd name="connsiteX895" fmla="*/ 724074 w 1695641"/>
                <a:gd name="connsiteY895" fmla="*/ 244815 h 384233"/>
                <a:gd name="connsiteX896" fmla="*/ 707652 w 1695641"/>
                <a:gd name="connsiteY896" fmla="*/ 249813 h 384233"/>
                <a:gd name="connsiteX897" fmla="*/ 697300 w 1695641"/>
                <a:gd name="connsiteY897" fmla="*/ 244369 h 384233"/>
                <a:gd name="connsiteX898" fmla="*/ 694980 w 1695641"/>
                <a:gd name="connsiteY898" fmla="*/ 230536 h 384233"/>
                <a:gd name="connsiteX899" fmla="*/ 695514 w 1695641"/>
                <a:gd name="connsiteY899" fmla="*/ 224200 h 384233"/>
                <a:gd name="connsiteX900" fmla="*/ 698995 w 1695641"/>
                <a:gd name="connsiteY900" fmla="*/ 216881 h 384233"/>
                <a:gd name="connsiteX901" fmla="*/ 702833 w 1695641"/>
                <a:gd name="connsiteY901" fmla="*/ 213758 h 384233"/>
                <a:gd name="connsiteX902" fmla="*/ 707652 w 1695641"/>
                <a:gd name="connsiteY902" fmla="*/ 216078 h 384233"/>
                <a:gd name="connsiteX903" fmla="*/ 721754 w 1695641"/>
                <a:gd name="connsiteY903" fmla="*/ 211259 h 384233"/>
                <a:gd name="connsiteX904" fmla="*/ 739604 w 1695641"/>
                <a:gd name="connsiteY904" fmla="*/ 203405 h 384233"/>
                <a:gd name="connsiteX905" fmla="*/ 736658 w 1695641"/>
                <a:gd name="connsiteY905" fmla="*/ 198407 h 384233"/>
                <a:gd name="connsiteX906" fmla="*/ 729340 w 1695641"/>
                <a:gd name="connsiteY906" fmla="*/ 197425 h 384233"/>
                <a:gd name="connsiteX907" fmla="*/ 723181 w 1695641"/>
                <a:gd name="connsiteY907" fmla="*/ 194301 h 384233"/>
                <a:gd name="connsiteX908" fmla="*/ 723181 w 1695641"/>
                <a:gd name="connsiteY908" fmla="*/ 188321 h 384233"/>
                <a:gd name="connsiteX909" fmla="*/ 723985 w 1695641"/>
                <a:gd name="connsiteY909" fmla="*/ 181003 h 384233"/>
                <a:gd name="connsiteX910" fmla="*/ 728001 w 1695641"/>
                <a:gd name="connsiteY910" fmla="*/ 175648 h 384233"/>
                <a:gd name="connsiteX911" fmla="*/ 732106 w 1695641"/>
                <a:gd name="connsiteY911" fmla="*/ 176986 h 384233"/>
                <a:gd name="connsiteX912" fmla="*/ 736480 w 1695641"/>
                <a:gd name="connsiteY912" fmla="*/ 176183 h 384233"/>
                <a:gd name="connsiteX913" fmla="*/ 740764 w 1695641"/>
                <a:gd name="connsiteY913" fmla="*/ 176183 h 384233"/>
                <a:gd name="connsiteX914" fmla="*/ 744602 w 1695641"/>
                <a:gd name="connsiteY914" fmla="*/ 172703 h 384233"/>
                <a:gd name="connsiteX915" fmla="*/ 745583 w 1695641"/>
                <a:gd name="connsiteY915" fmla="*/ 163778 h 384233"/>
                <a:gd name="connsiteX916" fmla="*/ 740317 w 1695641"/>
                <a:gd name="connsiteY916" fmla="*/ 163064 h 384233"/>
                <a:gd name="connsiteX917" fmla="*/ 733623 w 1695641"/>
                <a:gd name="connsiteY917" fmla="*/ 164939 h 384233"/>
                <a:gd name="connsiteX918" fmla="*/ 727465 w 1695641"/>
                <a:gd name="connsiteY918" fmla="*/ 166277 h 384233"/>
                <a:gd name="connsiteX919" fmla="*/ 722467 w 1695641"/>
                <a:gd name="connsiteY919" fmla="*/ 165563 h 384233"/>
                <a:gd name="connsiteX920" fmla="*/ 719968 w 1695641"/>
                <a:gd name="connsiteY920" fmla="*/ 161636 h 384233"/>
                <a:gd name="connsiteX921" fmla="*/ 718005 w 1695641"/>
                <a:gd name="connsiteY921" fmla="*/ 155924 h 384233"/>
                <a:gd name="connsiteX922" fmla="*/ 713543 w 1695641"/>
                <a:gd name="connsiteY922" fmla="*/ 147624 h 384233"/>
                <a:gd name="connsiteX923" fmla="*/ 711043 w 1695641"/>
                <a:gd name="connsiteY923" fmla="*/ 138699 h 384233"/>
                <a:gd name="connsiteX924" fmla="*/ 715863 w 1695641"/>
                <a:gd name="connsiteY924" fmla="*/ 124687 h 384233"/>
                <a:gd name="connsiteX925" fmla="*/ 713542 w 1695641"/>
                <a:gd name="connsiteY925" fmla="*/ 102108 h 384233"/>
                <a:gd name="connsiteX926" fmla="*/ 710686 w 1695641"/>
                <a:gd name="connsiteY926" fmla="*/ 92469 h 384233"/>
                <a:gd name="connsiteX927" fmla="*/ 711846 w 1695641"/>
                <a:gd name="connsiteY927" fmla="*/ 85150 h 384233"/>
                <a:gd name="connsiteX928" fmla="*/ 714346 w 1695641"/>
                <a:gd name="connsiteY928" fmla="*/ 72655 h 384233"/>
                <a:gd name="connsiteX929" fmla="*/ 720504 w 1695641"/>
                <a:gd name="connsiteY929" fmla="*/ 59982 h 384233"/>
                <a:gd name="connsiteX930" fmla="*/ 728447 w 1695641"/>
                <a:gd name="connsiteY930" fmla="*/ 64801 h 384233"/>
                <a:gd name="connsiteX931" fmla="*/ 735944 w 1695641"/>
                <a:gd name="connsiteY931" fmla="*/ 63998 h 384233"/>
                <a:gd name="connsiteX932" fmla="*/ 745762 w 1695641"/>
                <a:gd name="connsiteY932" fmla="*/ 60874 h 384233"/>
                <a:gd name="connsiteX933" fmla="*/ 762540 w 1695641"/>
                <a:gd name="connsiteY933" fmla="*/ 54002 h 384233"/>
                <a:gd name="connsiteX934" fmla="*/ 775839 w 1695641"/>
                <a:gd name="connsiteY934" fmla="*/ 52663 h 384233"/>
                <a:gd name="connsiteX935" fmla="*/ 815643 w 1695641"/>
                <a:gd name="connsiteY935" fmla="*/ 39723 h 384233"/>
                <a:gd name="connsiteX936" fmla="*/ 439014 w 1695641"/>
                <a:gd name="connsiteY936" fmla="*/ 1614 h 384233"/>
                <a:gd name="connsiteX937" fmla="*/ 445798 w 1695641"/>
                <a:gd name="connsiteY937" fmla="*/ 2328 h 384233"/>
                <a:gd name="connsiteX938" fmla="*/ 454187 w 1695641"/>
                <a:gd name="connsiteY938" fmla="*/ 2328 h 384233"/>
                <a:gd name="connsiteX939" fmla="*/ 458560 w 1695641"/>
                <a:gd name="connsiteY939" fmla="*/ 5808 h 384233"/>
                <a:gd name="connsiteX940" fmla="*/ 466415 w 1695641"/>
                <a:gd name="connsiteY940" fmla="*/ 8217 h 384233"/>
                <a:gd name="connsiteX941" fmla="*/ 469003 w 1695641"/>
                <a:gd name="connsiteY941" fmla="*/ 17142 h 384233"/>
                <a:gd name="connsiteX942" fmla="*/ 475072 w 1695641"/>
                <a:gd name="connsiteY942" fmla="*/ 30530 h 384233"/>
                <a:gd name="connsiteX943" fmla="*/ 467575 w 1695641"/>
                <a:gd name="connsiteY943" fmla="*/ 44275 h 384233"/>
                <a:gd name="connsiteX944" fmla="*/ 469003 w 1695641"/>
                <a:gd name="connsiteY944" fmla="*/ 48826 h 384233"/>
                <a:gd name="connsiteX945" fmla="*/ 495777 w 1695641"/>
                <a:gd name="connsiteY945" fmla="*/ 42579 h 384233"/>
                <a:gd name="connsiteX946" fmla="*/ 511039 w 1695641"/>
                <a:gd name="connsiteY946" fmla="*/ 39098 h 384233"/>
                <a:gd name="connsiteX947" fmla="*/ 517554 w 1695641"/>
                <a:gd name="connsiteY947" fmla="*/ 41865 h 384233"/>
                <a:gd name="connsiteX948" fmla="*/ 524337 w 1695641"/>
                <a:gd name="connsiteY948" fmla="*/ 44096 h 384233"/>
                <a:gd name="connsiteX949" fmla="*/ 532458 w 1695641"/>
                <a:gd name="connsiteY949" fmla="*/ 51236 h 384233"/>
                <a:gd name="connsiteX950" fmla="*/ 532280 w 1695641"/>
                <a:gd name="connsiteY950" fmla="*/ 51236 h 384233"/>
                <a:gd name="connsiteX951" fmla="*/ 535939 w 1695641"/>
                <a:gd name="connsiteY951" fmla="*/ 55252 h 384233"/>
                <a:gd name="connsiteX952" fmla="*/ 535493 w 1695641"/>
                <a:gd name="connsiteY952" fmla="*/ 63463 h 384233"/>
                <a:gd name="connsiteX953" fmla="*/ 520856 w 1695641"/>
                <a:gd name="connsiteY953" fmla="*/ 75868 h 384233"/>
                <a:gd name="connsiteX954" fmla="*/ 513002 w 1695641"/>
                <a:gd name="connsiteY954" fmla="*/ 73548 h 384233"/>
                <a:gd name="connsiteX955" fmla="*/ 499704 w 1695641"/>
                <a:gd name="connsiteY955" fmla="*/ 74440 h 384233"/>
                <a:gd name="connsiteX956" fmla="*/ 489083 w 1695641"/>
                <a:gd name="connsiteY956" fmla="*/ 75690 h 384233"/>
                <a:gd name="connsiteX957" fmla="*/ 479356 w 1695641"/>
                <a:gd name="connsiteY957" fmla="*/ 78635 h 384233"/>
                <a:gd name="connsiteX958" fmla="*/ 469627 w 1695641"/>
                <a:gd name="connsiteY958" fmla="*/ 82116 h 384233"/>
                <a:gd name="connsiteX959" fmla="*/ 460702 w 1695641"/>
                <a:gd name="connsiteY959" fmla="*/ 82116 h 384233"/>
                <a:gd name="connsiteX960" fmla="*/ 447136 w 1695641"/>
                <a:gd name="connsiteY960" fmla="*/ 87827 h 384233"/>
                <a:gd name="connsiteX961" fmla="*/ 415453 w 1695641"/>
                <a:gd name="connsiteY961" fmla="*/ 95681 h 384233"/>
                <a:gd name="connsiteX962" fmla="*/ 406528 w 1695641"/>
                <a:gd name="connsiteY962" fmla="*/ 98002 h 384233"/>
                <a:gd name="connsiteX963" fmla="*/ 397604 w 1695641"/>
                <a:gd name="connsiteY963" fmla="*/ 100233 h 384233"/>
                <a:gd name="connsiteX964" fmla="*/ 389571 w 1695641"/>
                <a:gd name="connsiteY964" fmla="*/ 102286 h 384233"/>
                <a:gd name="connsiteX965" fmla="*/ 382788 w 1695641"/>
                <a:gd name="connsiteY965" fmla="*/ 103178 h 384233"/>
                <a:gd name="connsiteX966" fmla="*/ 375470 w 1695641"/>
                <a:gd name="connsiteY966" fmla="*/ 105142 h 384233"/>
                <a:gd name="connsiteX967" fmla="*/ 369044 w 1695641"/>
                <a:gd name="connsiteY967" fmla="*/ 105142 h 384233"/>
                <a:gd name="connsiteX968" fmla="*/ 363956 w 1695641"/>
                <a:gd name="connsiteY968" fmla="*/ 105142 h 384233"/>
                <a:gd name="connsiteX969" fmla="*/ 355745 w 1695641"/>
                <a:gd name="connsiteY969" fmla="*/ 107373 h 384233"/>
                <a:gd name="connsiteX970" fmla="*/ 348784 w 1695641"/>
                <a:gd name="connsiteY970" fmla="*/ 109783 h 384233"/>
                <a:gd name="connsiteX971" fmla="*/ 342715 w 1695641"/>
                <a:gd name="connsiteY971" fmla="*/ 113264 h 384233"/>
                <a:gd name="connsiteX972" fmla="*/ 337806 w 1695641"/>
                <a:gd name="connsiteY972" fmla="*/ 109783 h 384233"/>
                <a:gd name="connsiteX973" fmla="*/ 328881 w 1695641"/>
                <a:gd name="connsiteY973" fmla="*/ 109248 h 384233"/>
                <a:gd name="connsiteX974" fmla="*/ 326561 w 1695641"/>
                <a:gd name="connsiteY974" fmla="*/ 99698 h 384233"/>
                <a:gd name="connsiteX975" fmla="*/ 326115 w 1695641"/>
                <a:gd name="connsiteY975" fmla="*/ 91844 h 384233"/>
                <a:gd name="connsiteX976" fmla="*/ 327810 w 1695641"/>
                <a:gd name="connsiteY976" fmla="*/ 85596 h 384233"/>
                <a:gd name="connsiteX977" fmla="*/ 345660 w 1695641"/>
                <a:gd name="connsiteY977" fmla="*/ 76671 h 384233"/>
                <a:gd name="connsiteX978" fmla="*/ 350391 w 1695641"/>
                <a:gd name="connsiteY978" fmla="*/ 79349 h 384233"/>
                <a:gd name="connsiteX979" fmla="*/ 360654 w 1695641"/>
                <a:gd name="connsiteY979" fmla="*/ 75868 h 384233"/>
                <a:gd name="connsiteX980" fmla="*/ 385198 w 1695641"/>
                <a:gd name="connsiteY980" fmla="*/ 70959 h 384233"/>
                <a:gd name="connsiteX981" fmla="*/ 395640 w 1695641"/>
                <a:gd name="connsiteY981" fmla="*/ 69531 h 384233"/>
                <a:gd name="connsiteX982" fmla="*/ 414828 w 1695641"/>
                <a:gd name="connsiteY982" fmla="*/ 63641 h 384233"/>
                <a:gd name="connsiteX983" fmla="*/ 422682 w 1695641"/>
                <a:gd name="connsiteY983" fmla="*/ 59090 h 384233"/>
                <a:gd name="connsiteX984" fmla="*/ 421790 w 1695641"/>
                <a:gd name="connsiteY984" fmla="*/ 53735 h 384233"/>
                <a:gd name="connsiteX985" fmla="*/ 416256 w 1695641"/>
                <a:gd name="connsiteY985" fmla="*/ 51950 h 384233"/>
                <a:gd name="connsiteX986" fmla="*/ 410990 w 1695641"/>
                <a:gd name="connsiteY986" fmla="*/ 47934 h 384233"/>
                <a:gd name="connsiteX987" fmla="*/ 412240 w 1695641"/>
                <a:gd name="connsiteY987" fmla="*/ 42400 h 384233"/>
                <a:gd name="connsiteX988" fmla="*/ 414293 w 1695641"/>
                <a:gd name="connsiteY988" fmla="*/ 37134 h 384233"/>
                <a:gd name="connsiteX989" fmla="*/ 416434 w 1695641"/>
                <a:gd name="connsiteY989" fmla="*/ 30530 h 384233"/>
                <a:gd name="connsiteX990" fmla="*/ 409741 w 1695641"/>
                <a:gd name="connsiteY990" fmla="*/ 14019 h 384233"/>
                <a:gd name="connsiteX991" fmla="*/ 411704 w 1695641"/>
                <a:gd name="connsiteY991" fmla="*/ 8396 h 384233"/>
                <a:gd name="connsiteX992" fmla="*/ 421790 w 1695641"/>
                <a:gd name="connsiteY992" fmla="*/ 6700 h 384233"/>
                <a:gd name="connsiteX993" fmla="*/ 427680 w 1695641"/>
                <a:gd name="connsiteY993" fmla="*/ 4380 h 384233"/>
                <a:gd name="connsiteX994" fmla="*/ 433303 w 1695641"/>
                <a:gd name="connsiteY994" fmla="*/ 3755 h 384233"/>
                <a:gd name="connsiteX995" fmla="*/ 439014 w 1695641"/>
                <a:gd name="connsiteY995" fmla="*/ 1614 h 384233"/>
                <a:gd name="connsiteX996" fmla="*/ 1616919 w 1695641"/>
                <a:gd name="connsiteY996" fmla="*/ 7 h 384233"/>
                <a:gd name="connsiteX997" fmla="*/ 1626380 w 1695641"/>
                <a:gd name="connsiteY997" fmla="*/ 7326 h 384233"/>
                <a:gd name="connsiteX998" fmla="*/ 1622363 w 1695641"/>
                <a:gd name="connsiteY998" fmla="*/ 18928 h 384233"/>
                <a:gd name="connsiteX999" fmla="*/ 1614599 w 1695641"/>
                <a:gd name="connsiteY999" fmla="*/ 29103 h 384233"/>
                <a:gd name="connsiteX1000" fmla="*/ 1614599 w 1695641"/>
                <a:gd name="connsiteY1000" fmla="*/ 38027 h 384233"/>
                <a:gd name="connsiteX1001" fmla="*/ 1619418 w 1695641"/>
                <a:gd name="connsiteY1001" fmla="*/ 45256 h 384233"/>
                <a:gd name="connsiteX1002" fmla="*/ 1608886 w 1695641"/>
                <a:gd name="connsiteY1002" fmla="*/ 66587 h 384233"/>
                <a:gd name="connsiteX1003" fmla="*/ 1600943 w 1695641"/>
                <a:gd name="connsiteY1003" fmla="*/ 78100 h 384233"/>
                <a:gd name="connsiteX1004" fmla="*/ 1610582 w 1695641"/>
                <a:gd name="connsiteY1004" fmla="*/ 83187 h 384233"/>
                <a:gd name="connsiteX1005" fmla="*/ 1615313 w 1695641"/>
                <a:gd name="connsiteY1005" fmla="*/ 90773 h 384233"/>
                <a:gd name="connsiteX1006" fmla="*/ 1624238 w 1695641"/>
                <a:gd name="connsiteY1006" fmla="*/ 81848 h 384233"/>
                <a:gd name="connsiteX1007" fmla="*/ 1616473 w 1695641"/>
                <a:gd name="connsiteY1007" fmla="*/ 79260 h 384233"/>
                <a:gd name="connsiteX1008" fmla="*/ 1614688 w 1695641"/>
                <a:gd name="connsiteY1008" fmla="*/ 70335 h 384233"/>
                <a:gd name="connsiteX1009" fmla="*/ 1619775 w 1695641"/>
                <a:gd name="connsiteY1009" fmla="*/ 66319 h 384233"/>
                <a:gd name="connsiteX1010" fmla="*/ 1623880 w 1695641"/>
                <a:gd name="connsiteY1010" fmla="*/ 61499 h 384233"/>
                <a:gd name="connsiteX1011" fmla="*/ 1623167 w 1695641"/>
                <a:gd name="connsiteY1011" fmla="*/ 53021 h 384233"/>
                <a:gd name="connsiteX1012" fmla="*/ 1630396 w 1695641"/>
                <a:gd name="connsiteY1012" fmla="*/ 49361 h 384233"/>
                <a:gd name="connsiteX1013" fmla="*/ 1634501 w 1695641"/>
                <a:gd name="connsiteY1013" fmla="*/ 43203 h 384233"/>
                <a:gd name="connsiteX1014" fmla="*/ 1636376 w 1695641"/>
                <a:gd name="connsiteY1014" fmla="*/ 36420 h 384233"/>
                <a:gd name="connsiteX1015" fmla="*/ 1631199 w 1695641"/>
                <a:gd name="connsiteY1015" fmla="*/ 23926 h 384233"/>
                <a:gd name="connsiteX1016" fmla="*/ 1657171 w 1695641"/>
                <a:gd name="connsiteY1016" fmla="*/ 10182 h 384233"/>
                <a:gd name="connsiteX1017" fmla="*/ 1659492 w 1695641"/>
                <a:gd name="connsiteY1017" fmla="*/ 6880 h 384233"/>
                <a:gd name="connsiteX1018" fmla="*/ 1667256 w 1695641"/>
                <a:gd name="connsiteY1018" fmla="*/ 5987 h 384233"/>
                <a:gd name="connsiteX1019" fmla="*/ 1675646 w 1695641"/>
                <a:gd name="connsiteY1019" fmla="*/ 11253 h 384233"/>
                <a:gd name="connsiteX1020" fmla="*/ 1677788 w 1695641"/>
                <a:gd name="connsiteY1020" fmla="*/ 17411 h 384233"/>
                <a:gd name="connsiteX1021" fmla="*/ 1676806 w 1695641"/>
                <a:gd name="connsiteY1021" fmla="*/ 28210 h 384233"/>
                <a:gd name="connsiteX1022" fmla="*/ 1665382 w 1695641"/>
                <a:gd name="connsiteY1022" fmla="*/ 37134 h 384233"/>
                <a:gd name="connsiteX1023" fmla="*/ 1656457 w 1695641"/>
                <a:gd name="connsiteY1023" fmla="*/ 58733 h 384233"/>
                <a:gd name="connsiteX1024" fmla="*/ 1653779 w 1695641"/>
                <a:gd name="connsiteY1024" fmla="*/ 66230 h 384233"/>
                <a:gd name="connsiteX1025" fmla="*/ 1651548 w 1695641"/>
                <a:gd name="connsiteY1025" fmla="*/ 75155 h 384233"/>
                <a:gd name="connsiteX1026" fmla="*/ 1649763 w 1695641"/>
                <a:gd name="connsiteY1026" fmla="*/ 86400 h 384233"/>
                <a:gd name="connsiteX1027" fmla="*/ 1654939 w 1695641"/>
                <a:gd name="connsiteY1027" fmla="*/ 88007 h 384233"/>
                <a:gd name="connsiteX1028" fmla="*/ 1665025 w 1695641"/>
                <a:gd name="connsiteY1028" fmla="*/ 82473 h 384233"/>
                <a:gd name="connsiteX1029" fmla="*/ 1671986 w 1695641"/>
                <a:gd name="connsiteY1029" fmla="*/ 82473 h 384233"/>
                <a:gd name="connsiteX1030" fmla="*/ 1677609 w 1695641"/>
                <a:gd name="connsiteY1030" fmla="*/ 86579 h 384233"/>
                <a:gd name="connsiteX1031" fmla="*/ 1683946 w 1695641"/>
                <a:gd name="connsiteY1031" fmla="*/ 88453 h 384233"/>
                <a:gd name="connsiteX1032" fmla="*/ 1691174 w 1695641"/>
                <a:gd name="connsiteY1032" fmla="*/ 91041 h 384233"/>
                <a:gd name="connsiteX1033" fmla="*/ 1691710 w 1695641"/>
                <a:gd name="connsiteY1033" fmla="*/ 90952 h 384233"/>
                <a:gd name="connsiteX1034" fmla="*/ 1695548 w 1695641"/>
                <a:gd name="connsiteY1034" fmla="*/ 107462 h 384233"/>
                <a:gd name="connsiteX1035" fmla="*/ 1691442 w 1695641"/>
                <a:gd name="connsiteY1035" fmla="*/ 122367 h 384233"/>
                <a:gd name="connsiteX1036" fmla="*/ 1668952 w 1695641"/>
                <a:gd name="connsiteY1036" fmla="*/ 128347 h 384233"/>
                <a:gd name="connsiteX1037" fmla="*/ 1661990 w 1695641"/>
                <a:gd name="connsiteY1037" fmla="*/ 131292 h 384233"/>
                <a:gd name="connsiteX1038" fmla="*/ 1653065 w 1695641"/>
                <a:gd name="connsiteY1038" fmla="*/ 130489 h 384233"/>
                <a:gd name="connsiteX1039" fmla="*/ 1641909 w 1695641"/>
                <a:gd name="connsiteY1039" fmla="*/ 130489 h 384233"/>
                <a:gd name="connsiteX1040" fmla="*/ 1622720 w 1695641"/>
                <a:gd name="connsiteY1040" fmla="*/ 144144 h 384233"/>
                <a:gd name="connsiteX1041" fmla="*/ 1615670 w 1695641"/>
                <a:gd name="connsiteY1041" fmla="*/ 151641 h 384233"/>
                <a:gd name="connsiteX1042" fmla="*/ 1604424 w 1695641"/>
                <a:gd name="connsiteY1042" fmla="*/ 161994 h 384233"/>
                <a:gd name="connsiteX1043" fmla="*/ 1602639 w 1695641"/>
                <a:gd name="connsiteY1043" fmla="*/ 172614 h 384233"/>
                <a:gd name="connsiteX1044" fmla="*/ 1607994 w 1695641"/>
                <a:gd name="connsiteY1044" fmla="*/ 173685 h 384233"/>
                <a:gd name="connsiteX1045" fmla="*/ 1617633 w 1695641"/>
                <a:gd name="connsiteY1045" fmla="*/ 169847 h 384233"/>
                <a:gd name="connsiteX1046" fmla="*/ 1623970 w 1695641"/>
                <a:gd name="connsiteY1046" fmla="*/ 166456 h 384233"/>
                <a:gd name="connsiteX1047" fmla="*/ 1635037 w 1695641"/>
                <a:gd name="connsiteY1047" fmla="*/ 172078 h 384233"/>
                <a:gd name="connsiteX1048" fmla="*/ 1645836 w 1695641"/>
                <a:gd name="connsiteY1048" fmla="*/ 176541 h 384233"/>
                <a:gd name="connsiteX1049" fmla="*/ 1650031 w 1695641"/>
                <a:gd name="connsiteY1049" fmla="*/ 180825 h 384233"/>
                <a:gd name="connsiteX1050" fmla="*/ 1647264 w 1695641"/>
                <a:gd name="connsiteY1050" fmla="*/ 192070 h 384233"/>
                <a:gd name="connsiteX1051" fmla="*/ 1640838 w 1695641"/>
                <a:gd name="connsiteY1051" fmla="*/ 197604 h 384233"/>
                <a:gd name="connsiteX1052" fmla="*/ 1629503 w 1695641"/>
                <a:gd name="connsiteY1052" fmla="*/ 199746 h 384233"/>
                <a:gd name="connsiteX1053" fmla="*/ 1621828 w 1695641"/>
                <a:gd name="connsiteY1053" fmla="*/ 202334 h 384233"/>
                <a:gd name="connsiteX1054" fmla="*/ 1603978 w 1695641"/>
                <a:gd name="connsiteY1054" fmla="*/ 210366 h 384233"/>
                <a:gd name="connsiteX1055" fmla="*/ 1604781 w 1695641"/>
                <a:gd name="connsiteY1055" fmla="*/ 222683 h 384233"/>
                <a:gd name="connsiteX1056" fmla="*/ 1603442 w 1695641"/>
                <a:gd name="connsiteY1056" fmla="*/ 233214 h 384233"/>
                <a:gd name="connsiteX1057" fmla="*/ 1600943 w 1695641"/>
                <a:gd name="connsiteY1057" fmla="*/ 245262 h 384233"/>
                <a:gd name="connsiteX1058" fmla="*/ 1596303 w 1695641"/>
                <a:gd name="connsiteY1058" fmla="*/ 253295 h 384233"/>
                <a:gd name="connsiteX1059" fmla="*/ 1587378 w 1695641"/>
                <a:gd name="connsiteY1059" fmla="*/ 270609 h 384233"/>
                <a:gd name="connsiteX1060" fmla="*/ 1574348 w 1695641"/>
                <a:gd name="connsiteY1060" fmla="*/ 275250 h 384233"/>
                <a:gd name="connsiteX1061" fmla="*/ 1563906 w 1695641"/>
                <a:gd name="connsiteY1061" fmla="*/ 278106 h 384233"/>
                <a:gd name="connsiteX1062" fmla="*/ 1548198 w 1695641"/>
                <a:gd name="connsiteY1062" fmla="*/ 278106 h 384233"/>
                <a:gd name="connsiteX1063" fmla="*/ 1547216 w 1695641"/>
                <a:gd name="connsiteY1063" fmla="*/ 268646 h 384233"/>
                <a:gd name="connsiteX1064" fmla="*/ 1532043 w 1695641"/>
                <a:gd name="connsiteY1064" fmla="*/ 254276 h 384233"/>
                <a:gd name="connsiteX1065" fmla="*/ 1540165 w 1695641"/>
                <a:gd name="connsiteY1065" fmla="*/ 250260 h 384233"/>
                <a:gd name="connsiteX1066" fmla="*/ 1559800 w 1695641"/>
                <a:gd name="connsiteY1066" fmla="*/ 246690 h 384233"/>
                <a:gd name="connsiteX1067" fmla="*/ 1575240 w 1695641"/>
                <a:gd name="connsiteY1067" fmla="*/ 219916 h 384233"/>
                <a:gd name="connsiteX1068" fmla="*/ 1570956 w 1695641"/>
                <a:gd name="connsiteY1068" fmla="*/ 213847 h 384233"/>
                <a:gd name="connsiteX1069" fmla="*/ 1556498 w 1695641"/>
                <a:gd name="connsiteY1069" fmla="*/ 216436 h 384233"/>
                <a:gd name="connsiteX1070" fmla="*/ 1541593 w 1695641"/>
                <a:gd name="connsiteY1070" fmla="*/ 219024 h 384233"/>
                <a:gd name="connsiteX1071" fmla="*/ 1529366 w 1695641"/>
                <a:gd name="connsiteY1071" fmla="*/ 223397 h 384233"/>
                <a:gd name="connsiteX1072" fmla="*/ 1518388 w 1695641"/>
                <a:gd name="connsiteY1072" fmla="*/ 220720 h 384233"/>
                <a:gd name="connsiteX1073" fmla="*/ 1513390 w 1695641"/>
                <a:gd name="connsiteY1073" fmla="*/ 218488 h 384233"/>
                <a:gd name="connsiteX1074" fmla="*/ 1512230 w 1695641"/>
                <a:gd name="connsiteY1074" fmla="*/ 210456 h 384233"/>
                <a:gd name="connsiteX1075" fmla="*/ 1514461 w 1695641"/>
                <a:gd name="connsiteY1075" fmla="*/ 199389 h 384233"/>
                <a:gd name="connsiteX1076" fmla="*/ 1527848 w 1695641"/>
                <a:gd name="connsiteY1076" fmla="*/ 191088 h 384233"/>
                <a:gd name="connsiteX1077" fmla="*/ 1537577 w 1695641"/>
                <a:gd name="connsiteY1077" fmla="*/ 193587 h 384233"/>
                <a:gd name="connsiteX1078" fmla="*/ 1547037 w 1695641"/>
                <a:gd name="connsiteY1078" fmla="*/ 187697 h 384233"/>
                <a:gd name="connsiteX1079" fmla="*/ 1558729 w 1695641"/>
                <a:gd name="connsiteY1079" fmla="*/ 184573 h 384233"/>
                <a:gd name="connsiteX1080" fmla="*/ 1565780 w 1695641"/>
                <a:gd name="connsiteY1080" fmla="*/ 181003 h 384233"/>
                <a:gd name="connsiteX1081" fmla="*/ 1568279 w 1695641"/>
                <a:gd name="connsiteY1081" fmla="*/ 176898 h 384233"/>
                <a:gd name="connsiteX1082" fmla="*/ 1569528 w 1695641"/>
                <a:gd name="connsiteY1082" fmla="*/ 167973 h 384233"/>
                <a:gd name="connsiteX1083" fmla="*/ 1572831 w 1695641"/>
                <a:gd name="connsiteY1083" fmla="*/ 159049 h 384233"/>
                <a:gd name="connsiteX1084" fmla="*/ 1566048 w 1695641"/>
                <a:gd name="connsiteY1084" fmla="*/ 158424 h 384233"/>
                <a:gd name="connsiteX1085" fmla="*/ 1558550 w 1695641"/>
                <a:gd name="connsiteY1085" fmla="*/ 163333 h 384233"/>
                <a:gd name="connsiteX1086" fmla="*/ 1550071 w 1695641"/>
                <a:gd name="connsiteY1086" fmla="*/ 167706 h 384233"/>
                <a:gd name="connsiteX1087" fmla="*/ 1542932 w 1695641"/>
                <a:gd name="connsiteY1087" fmla="*/ 167706 h 384233"/>
                <a:gd name="connsiteX1088" fmla="*/ 1540255 w 1695641"/>
                <a:gd name="connsiteY1088" fmla="*/ 161191 h 384233"/>
                <a:gd name="connsiteX1089" fmla="*/ 1542218 w 1695641"/>
                <a:gd name="connsiteY1089" fmla="*/ 151462 h 384233"/>
                <a:gd name="connsiteX1090" fmla="*/ 1549715 w 1695641"/>
                <a:gd name="connsiteY1090" fmla="*/ 133612 h 384233"/>
                <a:gd name="connsiteX1091" fmla="*/ 1560246 w 1695641"/>
                <a:gd name="connsiteY1091" fmla="*/ 132898 h 384233"/>
                <a:gd name="connsiteX1092" fmla="*/ 1564173 w 1695641"/>
                <a:gd name="connsiteY1092" fmla="*/ 130310 h 384233"/>
                <a:gd name="connsiteX1093" fmla="*/ 1573902 w 1695641"/>
                <a:gd name="connsiteY1093" fmla="*/ 129418 h 384233"/>
                <a:gd name="connsiteX1094" fmla="*/ 1584969 w 1695641"/>
                <a:gd name="connsiteY1094" fmla="*/ 126651 h 384233"/>
                <a:gd name="connsiteX1095" fmla="*/ 1593269 w 1695641"/>
                <a:gd name="connsiteY1095" fmla="*/ 125223 h 384233"/>
                <a:gd name="connsiteX1096" fmla="*/ 1600230 w 1695641"/>
                <a:gd name="connsiteY1096" fmla="*/ 122724 h 384233"/>
                <a:gd name="connsiteX1097" fmla="*/ 1604335 w 1695641"/>
                <a:gd name="connsiteY1097" fmla="*/ 119779 h 384233"/>
                <a:gd name="connsiteX1098" fmla="*/ 1614063 w 1695641"/>
                <a:gd name="connsiteY1098" fmla="*/ 119779 h 384233"/>
                <a:gd name="connsiteX1099" fmla="*/ 1622007 w 1695641"/>
                <a:gd name="connsiteY1099" fmla="*/ 119779 h 384233"/>
                <a:gd name="connsiteX1100" fmla="*/ 1630217 w 1695641"/>
                <a:gd name="connsiteY1100" fmla="*/ 121742 h 384233"/>
                <a:gd name="connsiteX1101" fmla="*/ 1639142 w 1695641"/>
                <a:gd name="connsiteY1101" fmla="*/ 117369 h 384233"/>
                <a:gd name="connsiteX1102" fmla="*/ 1644140 w 1695641"/>
                <a:gd name="connsiteY1102" fmla="*/ 107819 h 384233"/>
                <a:gd name="connsiteX1103" fmla="*/ 1632270 w 1695641"/>
                <a:gd name="connsiteY1103" fmla="*/ 109158 h 384233"/>
                <a:gd name="connsiteX1104" fmla="*/ 1619775 w 1695641"/>
                <a:gd name="connsiteY1104" fmla="*/ 110943 h 384233"/>
                <a:gd name="connsiteX1105" fmla="*/ 1600140 w 1695641"/>
                <a:gd name="connsiteY1105" fmla="*/ 112996 h 384233"/>
                <a:gd name="connsiteX1106" fmla="*/ 1590234 w 1695641"/>
                <a:gd name="connsiteY1106" fmla="*/ 115316 h 384233"/>
                <a:gd name="connsiteX1107" fmla="*/ 1580327 w 1695641"/>
                <a:gd name="connsiteY1107" fmla="*/ 117369 h 384233"/>
                <a:gd name="connsiteX1108" fmla="*/ 1564262 w 1695641"/>
                <a:gd name="connsiteY1108" fmla="*/ 119422 h 384233"/>
                <a:gd name="connsiteX1109" fmla="*/ 1551946 w 1695641"/>
                <a:gd name="connsiteY1109" fmla="*/ 121921 h 384233"/>
                <a:gd name="connsiteX1110" fmla="*/ 1537398 w 1695641"/>
                <a:gd name="connsiteY1110" fmla="*/ 127811 h 384233"/>
                <a:gd name="connsiteX1111" fmla="*/ 1528473 w 1695641"/>
                <a:gd name="connsiteY1111" fmla="*/ 139681 h 384233"/>
                <a:gd name="connsiteX1112" fmla="*/ 1524189 w 1695641"/>
                <a:gd name="connsiteY1112" fmla="*/ 144769 h 384233"/>
                <a:gd name="connsiteX1113" fmla="*/ 1505626 w 1695641"/>
                <a:gd name="connsiteY1113" fmla="*/ 158960 h 384233"/>
                <a:gd name="connsiteX1114" fmla="*/ 1498397 w 1695641"/>
                <a:gd name="connsiteY1114" fmla="*/ 156014 h 384233"/>
                <a:gd name="connsiteX1115" fmla="*/ 1492953 w 1695641"/>
                <a:gd name="connsiteY1115" fmla="*/ 138967 h 384233"/>
                <a:gd name="connsiteX1116" fmla="*/ 1492953 w 1695641"/>
                <a:gd name="connsiteY1116" fmla="*/ 121831 h 384233"/>
                <a:gd name="connsiteX1117" fmla="*/ 1495630 w 1695641"/>
                <a:gd name="connsiteY1117" fmla="*/ 114870 h 384233"/>
                <a:gd name="connsiteX1118" fmla="*/ 1500539 w 1695641"/>
                <a:gd name="connsiteY1118" fmla="*/ 111657 h 384233"/>
                <a:gd name="connsiteX1119" fmla="*/ 1512498 w 1695641"/>
                <a:gd name="connsiteY1119" fmla="*/ 91844 h 384233"/>
                <a:gd name="connsiteX1120" fmla="*/ 1515889 w 1695641"/>
                <a:gd name="connsiteY1120" fmla="*/ 91844 h 384233"/>
                <a:gd name="connsiteX1121" fmla="*/ 1518299 w 1695641"/>
                <a:gd name="connsiteY1121" fmla="*/ 107194 h 384233"/>
                <a:gd name="connsiteX1122" fmla="*/ 1518530 w 1695641"/>
                <a:gd name="connsiteY1122" fmla="*/ 108779 h 384233"/>
                <a:gd name="connsiteX1123" fmla="*/ 1523564 w 1695641"/>
                <a:gd name="connsiteY1123" fmla="*/ 111121 h 384233"/>
                <a:gd name="connsiteX1124" fmla="*/ 1533828 w 1695641"/>
                <a:gd name="connsiteY1124" fmla="*/ 107105 h 384233"/>
                <a:gd name="connsiteX1125" fmla="*/ 1537309 w 1695641"/>
                <a:gd name="connsiteY1125" fmla="*/ 103625 h 384233"/>
                <a:gd name="connsiteX1126" fmla="*/ 1534631 w 1695641"/>
                <a:gd name="connsiteY1126" fmla="*/ 96486 h 384233"/>
                <a:gd name="connsiteX1127" fmla="*/ 1532846 w 1695641"/>
                <a:gd name="connsiteY1127" fmla="*/ 86132 h 384233"/>
                <a:gd name="connsiteX1128" fmla="*/ 1534453 w 1695641"/>
                <a:gd name="connsiteY1128" fmla="*/ 64891 h 384233"/>
                <a:gd name="connsiteX1129" fmla="*/ 1532936 w 1695641"/>
                <a:gd name="connsiteY1129" fmla="*/ 42400 h 384233"/>
                <a:gd name="connsiteX1130" fmla="*/ 1530883 w 1695641"/>
                <a:gd name="connsiteY1130" fmla="*/ 29549 h 384233"/>
                <a:gd name="connsiteX1131" fmla="*/ 1535167 w 1695641"/>
                <a:gd name="connsiteY1131" fmla="*/ 22141 h 384233"/>
                <a:gd name="connsiteX1132" fmla="*/ 1541325 w 1695641"/>
                <a:gd name="connsiteY1132" fmla="*/ 22141 h 384233"/>
                <a:gd name="connsiteX1133" fmla="*/ 1544449 w 1695641"/>
                <a:gd name="connsiteY1133" fmla="*/ 20088 h 384233"/>
                <a:gd name="connsiteX1134" fmla="*/ 1547127 w 1695641"/>
                <a:gd name="connsiteY1134" fmla="*/ 24105 h 384233"/>
                <a:gd name="connsiteX1135" fmla="*/ 1548198 w 1695641"/>
                <a:gd name="connsiteY1135" fmla="*/ 31423 h 384233"/>
                <a:gd name="connsiteX1136" fmla="*/ 1549001 w 1695641"/>
                <a:gd name="connsiteY1136" fmla="*/ 40347 h 384233"/>
                <a:gd name="connsiteX1137" fmla="*/ 1549001 w 1695641"/>
                <a:gd name="connsiteY1137" fmla="*/ 45970 h 384233"/>
                <a:gd name="connsiteX1138" fmla="*/ 1549001 w 1695641"/>
                <a:gd name="connsiteY1138" fmla="*/ 52128 h 384233"/>
                <a:gd name="connsiteX1139" fmla="*/ 1549001 w 1695641"/>
                <a:gd name="connsiteY1139" fmla="*/ 59893 h 384233"/>
                <a:gd name="connsiteX1140" fmla="*/ 1549893 w 1695641"/>
                <a:gd name="connsiteY1140" fmla="*/ 75065 h 384233"/>
                <a:gd name="connsiteX1141" fmla="*/ 1551857 w 1695641"/>
                <a:gd name="connsiteY1141" fmla="*/ 85240 h 384233"/>
                <a:gd name="connsiteX1142" fmla="*/ 1551857 w 1695641"/>
                <a:gd name="connsiteY1142" fmla="*/ 92737 h 384233"/>
                <a:gd name="connsiteX1143" fmla="*/ 1548822 w 1695641"/>
                <a:gd name="connsiteY1143" fmla="*/ 101662 h 384233"/>
                <a:gd name="connsiteX1144" fmla="*/ 1553106 w 1695641"/>
                <a:gd name="connsiteY1144" fmla="*/ 106034 h 384233"/>
                <a:gd name="connsiteX1145" fmla="*/ 1561584 w 1695641"/>
                <a:gd name="connsiteY1145" fmla="*/ 103714 h 384233"/>
                <a:gd name="connsiteX1146" fmla="*/ 1568903 w 1695641"/>
                <a:gd name="connsiteY1146" fmla="*/ 103268 h 384233"/>
                <a:gd name="connsiteX1147" fmla="*/ 1580863 w 1695641"/>
                <a:gd name="connsiteY1147" fmla="*/ 101126 h 384233"/>
                <a:gd name="connsiteX1148" fmla="*/ 1587378 w 1695641"/>
                <a:gd name="connsiteY1148" fmla="*/ 98895 h 384233"/>
                <a:gd name="connsiteX1149" fmla="*/ 1592465 w 1695641"/>
                <a:gd name="connsiteY1149" fmla="*/ 95504 h 384233"/>
                <a:gd name="connsiteX1150" fmla="*/ 1593179 w 1695641"/>
                <a:gd name="connsiteY1150" fmla="*/ 91666 h 384233"/>
                <a:gd name="connsiteX1151" fmla="*/ 1586039 w 1695641"/>
                <a:gd name="connsiteY1151" fmla="*/ 90952 h 384233"/>
                <a:gd name="connsiteX1152" fmla="*/ 1579524 w 1695641"/>
                <a:gd name="connsiteY1152" fmla="*/ 93629 h 384233"/>
                <a:gd name="connsiteX1153" fmla="*/ 1577650 w 1695641"/>
                <a:gd name="connsiteY1153" fmla="*/ 87650 h 384233"/>
                <a:gd name="connsiteX1154" fmla="*/ 1573723 w 1695641"/>
                <a:gd name="connsiteY1154" fmla="*/ 82741 h 384233"/>
                <a:gd name="connsiteX1155" fmla="*/ 1571135 w 1695641"/>
                <a:gd name="connsiteY1155" fmla="*/ 90060 h 384233"/>
                <a:gd name="connsiteX1156" fmla="*/ 1568011 w 1695641"/>
                <a:gd name="connsiteY1156" fmla="*/ 94433 h 384233"/>
                <a:gd name="connsiteX1157" fmla="*/ 1563638 w 1695641"/>
                <a:gd name="connsiteY1157" fmla="*/ 96753 h 384233"/>
                <a:gd name="connsiteX1158" fmla="*/ 1559175 w 1695641"/>
                <a:gd name="connsiteY1158" fmla="*/ 88364 h 384233"/>
                <a:gd name="connsiteX1159" fmla="*/ 1559800 w 1695641"/>
                <a:gd name="connsiteY1159" fmla="*/ 71049 h 384233"/>
                <a:gd name="connsiteX1160" fmla="*/ 1557837 w 1695641"/>
                <a:gd name="connsiteY1160" fmla="*/ 59268 h 384233"/>
                <a:gd name="connsiteX1161" fmla="*/ 1557837 w 1695641"/>
                <a:gd name="connsiteY1161" fmla="*/ 42579 h 384233"/>
                <a:gd name="connsiteX1162" fmla="*/ 1556587 w 1695641"/>
                <a:gd name="connsiteY1162" fmla="*/ 36956 h 384233"/>
                <a:gd name="connsiteX1163" fmla="*/ 1559979 w 1695641"/>
                <a:gd name="connsiteY1163" fmla="*/ 28835 h 384233"/>
                <a:gd name="connsiteX1164" fmla="*/ 1565691 w 1695641"/>
                <a:gd name="connsiteY1164" fmla="*/ 25622 h 384233"/>
                <a:gd name="connsiteX1165" fmla="*/ 1568457 w 1695641"/>
                <a:gd name="connsiteY1165" fmla="*/ 34546 h 384233"/>
                <a:gd name="connsiteX1166" fmla="*/ 1570331 w 1695641"/>
                <a:gd name="connsiteY1166" fmla="*/ 40169 h 384233"/>
                <a:gd name="connsiteX1167" fmla="*/ 1573009 w 1695641"/>
                <a:gd name="connsiteY1167" fmla="*/ 59000 h 384233"/>
                <a:gd name="connsiteX1168" fmla="*/ 1575508 w 1695641"/>
                <a:gd name="connsiteY1168" fmla="*/ 63374 h 384233"/>
                <a:gd name="connsiteX1169" fmla="*/ 1585237 w 1695641"/>
                <a:gd name="connsiteY1169" fmla="*/ 63374 h 384233"/>
                <a:gd name="connsiteX1170" fmla="*/ 1588896 w 1695641"/>
                <a:gd name="connsiteY1170" fmla="*/ 68015 h 384233"/>
                <a:gd name="connsiteX1171" fmla="*/ 1597820 w 1695641"/>
                <a:gd name="connsiteY1171" fmla="*/ 59714 h 384233"/>
                <a:gd name="connsiteX1172" fmla="*/ 1593090 w 1695641"/>
                <a:gd name="connsiteY1172" fmla="*/ 48469 h 384233"/>
                <a:gd name="connsiteX1173" fmla="*/ 1585237 w 1695641"/>
                <a:gd name="connsiteY1173" fmla="*/ 51503 h 384233"/>
                <a:gd name="connsiteX1174" fmla="*/ 1579703 w 1695641"/>
                <a:gd name="connsiteY1174" fmla="*/ 54092 h 384233"/>
                <a:gd name="connsiteX1175" fmla="*/ 1579703 w 1695641"/>
                <a:gd name="connsiteY1175" fmla="*/ 42936 h 384233"/>
                <a:gd name="connsiteX1176" fmla="*/ 1583094 w 1695641"/>
                <a:gd name="connsiteY1176" fmla="*/ 34011 h 384233"/>
                <a:gd name="connsiteX1177" fmla="*/ 1579346 w 1695641"/>
                <a:gd name="connsiteY1177" fmla="*/ 24105 h 384233"/>
                <a:gd name="connsiteX1178" fmla="*/ 1585593 w 1695641"/>
                <a:gd name="connsiteY1178" fmla="*/ 17857 h 384233"/>
                <a:gd name="connsiteX1179" fmla="*/ 1592466 w 1695641"/>
                <a:gd name="connsiteY1179" fmla="*/ 23480 h 384233"/>
                <a:gd name="connsiteX1180" fmla="*/ 1600765 w 1695641"/>
                <a:gd name="connsiteY1180" fmla="*/ 12502 h 384233"/>
                <a:gd name="connsiteX1181" fmla="*/ 1606923 w 1695641"/>
                <a:gd name="connsiteY1181" fmla="*/ 1078 h 384233"/>
                <a:gd name="connsiteX1182" fmla="*/ 1611921 w 1695641"/>
                <a:gd name="connsiteY1182" fmla="*/ 1078 h 384233"/>
                <a:gd name="connsiteX1183" fmla="*/ 1616919 w 1695641"/>
                <a:gd name="connsiteY1183" fmla="*/ 7 h 3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</a:cxnLst>
              <a:rect l="l" t="t" r="r" b="b"/>
              <a:pathLst>
                <a:path w="1695641" h="384233">
                  <a:moveTo>
                    <a:pt x="337551" y="383456"/>
                  </a:moveTo>
                  <a:lnTo>
                    <a:pt x="338074" y="383688"/>
                  </a:lnTo>
                  <a:lnTo>
                    <a:pt x="337450" y="383510"/>
                  </a:lnTo>
                  <a:close/>
                  <a:moveTo>
                    <a:pt x="27042" y="352807"/>
                  </a:moveTo>
                  <a:lnTo>
                    <a:pt x="27132" y="370567"/>
                  </a:lnTo>
                  <a:lnTo>
                    <a:pt x="42750" y="370567"/>
                  </a:lnTo>
                  <a:cubicBezTo>
                    <a:pt x="45484" y="370803"/>
                    <a:pt x="48202" y="369971"/>
                    <a:pt x="50336" y="368247"/>
                  </a:cubicBezTo>
                  <a:cubicBezTo>
                    <a:pt x="52107" y="366307"/>
                    <a:pt x="53010" y="363728"/>
                    <a:pt x="52835" y="361107"/>
                  </a:cubicBezTo>
                  <a:cubicBezTo>
                    <a:pt x="52999" y="358734"/>
                    <a:pt x="52042" y="356421"/>
                    <a:pt x="50246" y="354859"/>
                  </a:cubicBezTo>
                  <a:cubicBezTo>
                    <a:pt x="47976" y="353295"/>
                    <a:pt x="45231" y="352569"/>
                    <a:pt x="42482" y="352807"/>
                  </a:cubicBezTo>
                  <a:close/>
                  <a:moveTo>
                    <a:pt x="27042" y="326836"/>
                  </a:moveTo>
                  <a:lnTo>
                    <a:pt x="27132" y="341562"/>
                  </a:lnTo>
                  <a:lnTo>
                    <a:pt x="41857" y="341562"/>
                  </a:lnTo>
                  <a:cubicBezTo>
                    <a:pt x="44417" y="341725"/>
                    <a:pt x="46960" y="341034"/>
                    <a:pt x="49086" y="339599"/>
                  </a:cubicBezTo>
                  <a:cubicBezTo>
                    <a:pt x="50717" y="338054"/>
                    <a:pt x="51568" y="335859"/>
                    <a:pt x="51407" y="333619"/>
                  </a:cubicBezTo>
                  <a:cubicBezTo>
                    <a:pt x="51533" y="331601"/>
                    <a:pt x="50583" y="329666"/>
                    <a:pt x="48908" y="328532"/>
                  </a:cubicBezTo>
                  <a:cubicBezTo>
                    <a:pt x="46601" y="327233"/>
                    <a:pt x="43962" y="326644"/>
                    <a:pt x="41322" y="326836"/>
                  </a:cubicBezTo>
                  <a:close/>
                  <a:moveTo>
                    <a:pt x="1530352" y="324967"/>
                  </a:moveTo>
                  <a:cubicBezTo>
                    <a:pt x="1526517" y="324361"/>
                    <a:pt x="1522450" y="325218"/>
                    <a:pt x="1519062" y="327682"/>
                  </a:cubicBezTo>
                  <a:cubicBezTo>
                    <a:pt x="1517776" y="328616"/>
                    <a:pt x="1516646" y="329746"/>
                    <a:pt x="1515712" y="331030"/>
                  </a:cubicBezTo>
                  <a:cubicBezTo>
                    <a:pt x="1512385" y="336364"/>
                    <a:pt x="1510823" y="342610"/>
                    <a:pt x="1511249" y="348880"/>
                  </a:cubicBezTo>
                  <a:cubicBezTo>
                    <a:pt x="1510937" y="354848"/>
                    <a:pt x="1512463" y="360766"/>
                    <a:pt x="1515623" y="365838"/>
                  </a:cubicBezTo>
                  <a:cubicBezTo>
                    <a:pt x="1520683" y="372640"/>
                    <a:pt x="1530299" y="374052"/>
                    <a:pt x="1537102" y="368992"/>
                  </a:cubicBezTo>
                  <a:cubicBezTo>
                    <a:pt x="1538300" y="368099"/>
                    <a:pt x="1539363" y="367037"/>
                    <a:pt x="1540255" y="365838"/>
                  </a:cubicBezTo>
                  <a:lnTo>
                    <a:pt x="1540255" y="365838"/>
                  </a:lnTo>
                  <a:cubicBezTo>
                    <a:pt x="1543483" y="360793"/>
                    <a:pt x="1545045" y="354861"/>
                    <a:pt x="1544717" y="348880"/>
                  </a:cubicBezTo>
                  <a:cubicBezTo>
                    <a:pt x="1545144" y="342610"/>
                    <a:pt x="1543582" y="336364"/>
                    <a:pt x="1540255" y="331030"/>
                  </a:cubicBezTo>
                  <a:cubicBezTo>
                    <a:pt x="1537792" y="327642"/>
                    <a:pt x="1534187" y="325573"/>
                    <a:pt x="1530352" y="324967"/>
                  </a:cubicBezTo>
                  <a:close/>
                  <a:moveTo>
                    <a:pt x="1404435" y="324962"/>
                  </a:moveTo>
                  <a:cubicBezTo>
                    <a:pt x="1400575" y="324364"/>
                    <a:pt x="1396487" y="325238"/>
                    <a:pt x="1393086" y="327727"/>
                  </a:cubicBezTo>
                  <a:cubicBezTo>
                    <a:pt x="1391822" y="328652"/>
                    <a:pt x="1390707" y="329767"/>
                    <a:pt x="1389782" y="331031"/>
                  </a:cubicBezTo>
                  <a:cubicBezTo>
                    <a:pt x="1386487" y="336375"/>
                    <a:pt x="1384956" y="342620"/>
                    <a:pt x="1385409" y="348881"/>
                  </a:cubicBezTo>
                  <a:cubicBezTo>
                    <a:pt x="1385055" y="354852"/>
                    <a:pt x="1386584" y="360783"/>
                    <a:pt x="1389782" y="365838"/>
                  </a:cubicBezTo>
                  <a:cubicBezTo>
                    <a:pt x="1394843" y="372640"/>
                    <a:pt x="1404459" y="374052"/>
                    <a:pt x="1411261" y="368991"/>
                  </a:cubicBezTo>
                  <a:cubicBezTo>
                    <a:pt x="1412460" y="368099"/>
                    <a:pt x="1413523" y="367037"/>
                    <a:pt x="1414415" y="365838"/>
                  </a:cubicBezTo>
                  <a:cubicBezTo>
                    <a:pt x="1417613" y="360783"/>
                    <a:pt x="1419142" y="354851"/>
                    <a:pt x="1418788" y="348881"/>
                  </a:cubicBezTo>
                  <a:cubicBezTo>
                    <a:pt x="1419240" y="342620"/>
                    <a:pt x="1417710" y="336375"/>
                    <a:pt x="1414415" y="331031"/>
                  </a:cubicBezTo>
                  <a:cubicBezTo>
                    <a:pt x="1411926" y="327630"/>
                    <a:pt x="1408295" y="325560"/>
                    <a:pt x="1404435" y="324962"/>
                  </a:cubicBezTo>
                  <a:close/>
                  <a:moveTo>
                    <a:pt x="939002" y="324962"/>
                  </a:moveTo>
                  <a:cubicBezTo>
                    <a:pt x="935142" y="324364"/>
                    <a:pt x="931054" y="325238"/>
                    <a:pt x="927653" y="327727"/>
                  </a:cubicBezTo>
                  <a:cubicBezTo>
                    <a:pt x="926389" y="328652"/>
                    <a:pt x="925274" y="329767"/>
                    <a:pt x="924349" y="331031"/>
                  </a:cubicBezTo>
                  <a:cubicBezTo>
                    <a:pt x="921053" y="336375"/>
                    <a:pt x="919523" y="342620"/>
                    <a:pt x="919976" y="348881"/>
                  </a:cubicBezTo>
                  <a:cubicBezTo>
                    <a:pt x="919622" y="354852"/>
                    <a:pt x="921151" y="360783"/>
                    <a:pt x="924349" y="365838"/>
                  </a:cubicBezTo>
                  <a:cubicBezTo>
                    <a:pt x="929410" y="372640"/>
                    <a:pt x="939026" y="374052"/>
                    <a:pt x="945828" y="368991"/>
                  </a:cubicBezTo>
                  <a:cubicBezTo>
                    <a:pt x="947027" y="368099"/>
                    <a:pt x="948090" y="367037"/>
                    <a:pt x="948982" y="365838"/>
                  </a:cubicBezTo>
                  <a:cubicBezTo>
                    <a:pt x="952180" y="360783"/>
                    <a:pt x="953709" y="354851"/>
                    <a:pt x="953355" y="348881"/>
                  </a:cubicBezTo>
                  <a:cubicBezTo>
                    <a:pt x="953807" y="342620"/>
                    <a:pt x="952277" y="336375"/>
                    <a:pt x="948982" y="331031"/>
                  </a:cubicBezTo>
                  <a:cubicBezTo>
                    <a:pt x="946493" y="327630"/>
                    <a:pt x="942861" y="325560"/>
                    <a:pt x="939002" y="324962"/>
                  </a:cubicBezTo>
                  <a:close/>
                  <a:moveTo>
                    <a:pt x="1636450" y="315451"/>
                  </a:moveTo>
                  <a:lnTo>
                    <a:pt x="1644036" y="315451"/>
                  </a:lnTo>
                  <a:lnTo>
                    <a:pt x="1651712" y="315451"/>
                  </a:lnTo>
                  <a:lnTo>
                    <a:pt x="1664518" y="344353"/>
                  </a:lnTo>
                  <a:lnTo>
                    <a:pt x="1664475" y="344457"/>
                  </a:lnTo>
                  <a:lnTo>
                    <a:pt x="1664564" y="344457"/>
                  </a:lnTo>
                  <a:lnTo>
                    <a:pt x="1664518" y="344353"/>
                  </a:lnTo>
                  <a:lnTo>
                    <a:pt x="1676522" y="315451"/>
                  </a:lnTo>
                  <a:lnTo>
                    <a:pt x="1683841" y="315451"/>
                  </a:lnTo>
                  <a:lnTo>
                    <a:pt x="1691070" y="315451"/>
                  </a:lnTo>
                  <a:lnTo>
                    <a:pt x="1670721" y="356951"/>
                  </a:lnTo>
                  <a:lnTo>
                    <a:pt x="1670721" y="382388"/>
                  </a:lnTo>
                  <a:lnTo>
                    <a:pt x="1664385" y="382388"/>
                  </a:lnTo>
                  <a:lnTo>
                    <a:pt x="1657870" y="382388"/>
                  </a:lnTo>
                  <a:lnTo>
                    <a:pt x="1657870" y="357219"/>
                  </a:lnTo>
                  <a:close/>
                  <a:moveTo>
                    <a:pt x="1445726" y="315451"/>
                  </a:moveTo>
                  <a:lnTo>
                    <a:pt x="1452152" y="315451"/>
                  </a:lnTo>
                  <a:lnTo>
                    <a:pt x="1458578" y="315451"/>
                  </a:lnTo>
                  <a:lnTo>
                    <a:pt x="1458578" y="370428"/>
                  </a:lnTo>
                  <a:lnTo>
                    <a:pt x="1489101" y="370428"/>
                  </a:lnTo>
                  <a:lnTo>
                    <a:pt x="1489101" y="376408"/>
                  </a:lnTo>
                  <a:lnTo>
                    <a:pt x="1489101" y="382298"/>
                  </a:lnTo>
                  <a:lnTo>
                    <a:pt x="1445726" y="382298"/>
                  </a:lnTo>
                  <a:close/>
                  <a:moveTo>
                    <a:pt x="1309711" y="315451"/>
                  </a:moveTo>
                  <a:lnTo>
                    <a:pt x="1316405" y="315451"/>
                  </a:lnTo>
                  <a:lnTo>
                    <a:pt x="1323099" y="315451"/>
                  </a:lnTo>
                  <a:lnTo>
                    <a:pt x="1347820" y="362396"/>
                  </a:lnTo>
                  <a:lnTo>
                    <a:pt x="1347820" y="315451"/>
                  </a:lnTo>
                  <a:lnTo>
                    <a:pt x="1353800" y="315451"/>
                  </a:lnTo>
                  <a:lnTo>
                    <a:pt x="1359868" y="315451"/>
                  </a:lnTo>
                  <a:lnTo>
                    <a:pt x="1359868" y="382298"/>
                  </a:lnTo>
                  <a:lnTo>
                    <a:pt x="1353442" y="382298"/>
                  </a:lnTo>
                  <a:lnTo>
                    <a:pt x="1347016" y="382298"/>
                  </a:lnTo>
                  <a:lnTo>
                    <a:pt x="1321670" y="334104"/>
                  </a:lnTo>
                  <a:lnTo>
                    <a:pt x="1321670" y="382298"/>
                  </a:lnTo>
                  <a:lnTo>
                    <a:pt x="1315691" y="382298"/>
                  </a:lnTo>
                  <a:lnTo>
                    <a:pt x="1309711" y="382298"/>
                  </a:lnTo>
                  <a:close/>
                  <a:moveTo>
                    <a:pt x="1244559" y="315451"/>
                  </a:moveTo>
                  <a:lnTo>
                    <a:pt x="1250896" y="315451"/>
                  </a:lnTo>
                  <a:lnTo>
                    <a:pt x="1257322" y="315451"/>
                  </a:lnTo>
                  <a:lnTo>
                    <a:pt x="1257322" y="340530"/>
                  </a:lnTo>
                  <a:lnTo>
                    <a:pt x="1281418" y="340530"/>
                  </a:lnTo>
                  <a:lnTo>
                    <a:pt x="1281418" y="315451"/>
                  </a:lnTo>
                  <a:lnTo>
                    <a:pt x="1287844" y="315451"/>
                  </a:lnTo>
                  <a:lnTo>
                    <a:pt x="1294270" y="315451"/>
                  </a:lnTo>
                  <a:lnTo>
                    <a:pt x="1294270" y="382298"/>
                  </a:lnTo>
                  <a:lnTo>
                    <a:pt x="1287844" y="382298"/>
                  </a:lnTo>
                  <a:lnTo>
                    <a:pt x="1281418" y="382298"/>
                  </a:lnTo>
                  <a:lnTo>
                    <a:pt x="1281418" y="352043"/>
                  </a:lnTo>
                  <a:lnTo>
                    <a:pt x="1257322" y="352043"/>
                  </a:lnTo>
                  <a:lnTo>
                    <a:pt x="1257322" y="382298"/>
                  </a:lnTo>
                  <a:lnTo>
                    <a:pt x="1250985" y="382298"/>
                  </a:lnTo>
                  <a:lnTo>
                    <a:pt x="1244559" y="382298"/>
                  </a:lnTo>
                  <a:close/>
                  <a:moveTo>
                    <a:pt x="1119075" y="315451"/>
                  </a:moveTo>
                  <a:lnTo>
                    <a:pt x="1164324" y="315451"/>
                  </a:lnTo>
                  <a:lnTo>
                    <a:pt x="1164324" y="321341"/>
                  </a:lnTo>
                  <a:lnTo>
                    <a:pt x="1164324" y="327321"/>
                  </a:lnTo>
                  <a:lnTo>
                    <a:pt x="1131927" y="327321"/>
                  </a:lnTo>
                  <a:lnTo>
                    <a:pt x="1131927" y="341512"/>
                  </a:lnTo>
                  <a:lnTo>
                    <a:pt x="1162003" y="341512"/>
                  </a:lnTo>
                  <a:lnTo>
                    <a:pt x="1162003" y="347224"/>
                  </a:lnTo>
                  <a:lnTo>
                    <a:pt x="1162003" y="353024"/>
                  </a:lnTo>
                  <a:lnTo>
                    <a:pt x="1131927" y="353024"/>
                  </a:lnTo>
                  <a:lnTo>
                    <a:pt x="1131927" y="370428"/>
                  </a:lnTo>
                  <a:lnTo>
                    <a:pt x="1165752" y="370428"/>
                  </a:lnTo>
                  <a:lnTo>
                    <a:pt x="1165752" y="376408"/>
                  </a:lnTo>
                  <a:lnTo>
                    <a:pt x="1165752" y="382298"/>
                  </a:lnTo>
                  <a:lnTo>
                    <a:pt x="1119075" y="382298"/>
                  </a:lnTo>
                  <a:close/>
                  <a:moveTo>
                    <a:pt x="1057939" y="315451"/>
                  </a:moveTo>
                  <a:lnTo>
                    <a:pt x="1108007" y="315451"/>
                  </a:lnTo>
                  <a:lnTo>
                    <a:pt x="1108007" y="321341"/>
                  </a:lnTo>
                  <a:lnTo>
                    <a:pt x="1108007" y="327321"/>
                  </a:lnTo>
                  <a:lnTo>
                    <a:pt x="1089354" y="327321"/>
                  </a:lnTo>
                  <a:lnTo>
                    <a:pt x="1089354" y="382298"/>
                  </a:lnTo>
                  <a:lnTo>
                    <a:pt x="1083017" y="382298"/>
                  </a:lnTo>
                  <a:lnTo>
                    <a:pt x="1076592" y="382298"/>
                  </a:lnTo>
                  <a:lnTo>
                    <a:pt x="1076592" y="327321"/>
                  </a:lnTo>
                  <a:lnTo>
                    <a:pt x="1057939" y="327321"/>
                  </a:lnTo>
                  <a:lnTo>
                    <a:pt x="1057939" y="321431"/>
                  </a:lnTo>
                  <a:close/>
                  <a:moveTo>
                    <a:pt x="980293" y="315451"/>
                  </a:moveTo>
                  <a:lnTo>
                    <a:pt x="1024024" y="315451"/>
                  </a:lnTo>
                  <a:lnTo>
                    <a:pt x="1024024" y="321341"/>
                  </a:lnTo>
                  <a:lnTo>
                    <a:pt x="1024024" y="327321"/>
                  </a:lnTo>
                  <a:lnTo>
                    <a:pt x="993145" y="327321"/>
                  </a:lnTo>
                  <a:lnTo>
                    <a:pt x="993145" y="342494"/>
                  </a:lnTo>
                  <a:lnTo>
                    <a:pt x="1020098" y="342494"/>
                  </a:lnTo>
                  <a:lnTo>
                    <a:pt x="1020098" y="348295"/>
                  </a:lnTo>
                  <a:lnTo>
                    <a:pt x="1020098" y="354006"/>
                  </a:lnTo>
                  <a:lnTo>
                    <a:pt x="993145" y="354006"/>
                  </a:lnTo>
                  <a:lnTo>
                    <a:pt x="993145" y="382298"/>
                  </a:lnTo>
                  <a:lnTo>
                    <a:pt x="986719" y="382298"/>
                  </a:lnTo>
                  <a:lnTo>
                    <a:pt x="980293" y="382298"/>
                  </a:lnTo>
                  <a:close/>
                  <a:moveTo>
                    <a:pt x="822323" y="315451"/>
                  </a:moveTo>
                  <a:lnTo>
                    <a:pt x="867661" y="315451"/>
                  </a:lnTo>
                  <a:lnTo>
                    <a:pt x="867661" y="321341"/>
                  </a:lnTo>
                  <a:lnTo>
                    <a:pt x="867661" y="327321"/>
                  </a:lnTo>
                  <a:lnTo>
                    <a:pt x="835175" y="327321"/>
                  </a:lnTo>
                  <a:lnTo>
                    <a:pt x="835175" y="341512"/>
                  </a:lnTo>
                  <a:lnTo>
                    <a:pt x="865251" y="341512"/>
                  </a:lnTo>
                  <a:lnTo>
                    <a:pt x="865251" y="347224"/>
                  </a:lnTo>
                  <a:lnTo>
                    <a:pt x="865251" y="353024"/>
                  </a:lnTo>
                  <a:lnTo>
                    <a:pt x="835175" y="353024"/>
                  </a:lnTo>
                  <a:lnTo>
                    <a:pt x="835175" y="370428"/>
                  </a:lnTo>
                  <a:lnTo>
                    <a:pt x="869089" y="370428"/>
                  </a:lnTo>
                  <a:lnTo>
                    <a:pt x="869089" y="376408"/>
                  </a:lnTo>
                  <a:lnTo>
                    <a:pt x="869089" y="382298"/>
                  </a:lnTo>
                  <a:lnTo>
                    <a:pt x="822323" y="382298"/>
                  </a:lnTo>
                  <a:close/>
                  <a:moveTo>
                    <a:pt x="761277" y="315451"/>
                  </a:moveTo>
                  <a:lnTo>
                    <a:pt x="811256" y="315451"/>
                  </a:lnTo>
                  <a:lnTo>
                    <a:pt x="811256" y="321341"/>
                  </a:lnTo>
                  <a:lnTo>
                    <a:pt x="811256" y="327321"/>
                  </a:lnTo>
                  <a:lnTo>
                    <a:pt x="792692" y="327321"/>
                  </a:lnTo>
                  <a:lnTo>
                    <a:pt x="792692" y="382298"/>
                  </a:lnTo>
                  <a:lnTo>
                    <a:pt x="786266" y="382298"/>
                  </a:lnTo>
                  <a:lnTo>
                    <a:pt x="779841" y="382298"/>
                  </a:lnTo>
                  <a:lnTo>
                    <a:pt x="779841" y="327321"/>
                  </a:lnTo>
                  <a:lnTo>
                    <a:pt x="761277" y="327321"/>
                  </a:lnTo>
                  <a:lnTo>
                    <a:pt x="761277" y="321431"/>
                  </a:lnTo>
                  <a:close/>
                  <a:moveTo>
                    <a:pt x="640166" y="315451"/>
                  </a:moveTo>
                  <a:lnTo>
                    <a:pt x="690145" y="315451"/>
                  </a:lnTo>
                  <a:lnTo>
                    <a:pt x="690145" y="321341"/>
                  </a:lnTo>
                  <a:lnTo>
                    <a:pt x="690145" y="327321"/>
                  </a:lnTo>
                  <a:lnTo>
                    <a:pt x="671581" y="327321"/>
                  </a:lnTo>
                  <a:lnTo>
                    <a:pt x="671581" y="382298"/>
                  </a:lnTo>
                  <a:lnTo>
                    <a:pt x="665155" y="382298"/>
                  </a:lnTo>
                  <a:lnTo>
                    <a:pt x="658730" y="382298"/>
                  </a:lnTo>
                  <a:lnTo>
                    <a:pt x="658730" y="327321"/>
                  </a:lnTo>
                  <a:lnTo>
                    <a:pt x="640166" y="327321"/>
                  </a:lnTo>
                  <a:lnTo>
                    <a:pt x="640166" y="321431"/>
                  </a:lnTo>
                  <a:close/>
                  <a:moveTo>
                    <a:pt x="617140" y="315451"/>
                  </a:moveTo>
                  <a:lnTo>
                    <a:pt x="623566" y="315451"/>
                  </a:lnTo>
                  <a:lnTo>
                    <a:pt x="629992" y="315451"/>
                  </a:lnTo>
                  <a:lnTo>
                    <a:pt x="629992" y="382298"/>
                  </a:lnTo>
                  <a:lnTo>
                    <a:pt x="623655" y="382298"/>
                  </a:lnTo>
                  <a:lnTo>
                    <a:pt x="617140" y="382298"/>
                  </a:lnTo>
                  <a:close/>
                  <a:moveTo>
                    <a:pt x="557165" y="315451"/>
                  </a:moveTo>
                  <a:lnTo>
                    <a:pt x="607144" y="315451"/>
                  </a:lnTo>
                  <a:lnTo>
                    <a:pt x="607144" y="321341"/>
                  </a:lnTo>
                  <a:lnTo>
                    <a:pt x="607144" y="327321"/>
                  </a:lnTo>
                  <a:lnTo>
                    <a:pt x="588580" y="327321"/>
                  </a:lnTo>
                  <a:lnTo>
                    <a:pt x="588580" y="382298"/>
                  </a:lnTo>
                  <a:lnTo>
                    <a:pt x="582154" y="382298"/>
                  </a:lnTo>
                  <a:lnTo>
                    <a:pt x="575729" y="382298"/>
                  </a:lnTo>
                  <a:lnTo>
                    <a:pt x="575729" y="327321"/>
                  </a:lnTo>
                  <a:lnTo>
                    <a:pt x="557165" y="327321"/>
                  </a:lnTo>
                  <a:lnTo>
                    <a:pt x="557165" y="321431"/>
                  </a:lnTo>
                  <a:close/>
                  <a:moveTo>
                    <a:pt x="435876" y="315451"/>
                  </a:moveTo>
                  <a:lnTo>
                    <a:pt x="442659" y="315451"/>
                  </a:lnTo>
                  <a:lnTo>
                    <a:pt x="449353" y="315451"/>
                  </a:lnTo>
                  <a:lnTo>
                    <a:pt x="474074" y="362396"/>
                  </a:lnTo>
                  <a:lnTo>
                    <a:pt x="474074" y="315451"/>
                  </a:lnTo>
                  <a:lnTo>
                    <a:pt x="480054" y="315451"/>
                  </a:lnTo>
                  <a:lnTo>
                    <a:pt x="486123" y="315451"/>
                  </a:lnTo>
                  <a:lnTo>
                    <a:pt x="486123" y="382298"/>
                  </a:lnTo>
                  <a:lnTo>
                    <a:pt x="479697" y="382298"/>
                  </a:lnTo>
                  <a:lnTo>
                    <a:pt x="473271" y="382298"/>
                  </a:lnTo>
                  <a:lnTo>
                    <a:pt x="447925" y="334104"/>
                  </a:lnTo>
                  <a:lnTo>
                    <a:pt x="447925" y="382298"/>
                  </a:lnTo>
                  <a:lnTo>
                    <a:pt x="441945" y="382298"/>
                  </a:lnTo>
                  <a:lnTo>
                    <a:pt x="435876" y="382298"/>
                  </a:lnTo>
                  <a:close/>
                  <a:moveTo>
                    <a:pt x="408298" y="315451"/>
                  </a:moveTo>
                  <a:lnTo>
                    <a:pt x="414635" y="315451"/>
                  </a:lnTo>
                  <a:lnTo>
                    <a:pt x="421150" y="315451"/>
                  </a:lnTo>
                  <a:lnTo>
                    <a:pt x="421150" y="382298"/>
                  </a:lnTo>
                  <a:lnTo>
                    <a:pt x="414724" y="382298"/>
                  </a:lnTo>
                  <a:lnTo>
                    <a:pt x="408298" y="382298"/>
                  </a:lnTo>
                  <a:close/>
                  <a:moveTo>
                    <a:pt x="246043" y="315451"/>
                  </a:moveTo>
                  <a:lnTo>
                    <a:pt x="252737" y="315451"/>
                  </a:lnTo>
                  <a:lnTo>
                    <a:pt x="259520" y="315451"/>
                  </a:lnTo>
                  <a:lnTo>
                    <a:pt x="284152" y="362396"/>
                  </a:lnTo>
                  <a:lnTo>
                    <a:pt x="284152" y="315451"/>
                  </a:lnTo>
                  <a:lnTo>
                    <a:pt x="290131" y="315451"/>
                  </a:lnTo>
                  <a:lnTo>
                    <a:pt x="296200" y="315451"/>
                  </a:lnTo>
                  <a:lnTo>
                    <a:pt x="296200" y="382298"/>
                  </a:lnTo>
                  <a:lnTo>
                    <a:pt x="289775" y="382298"/>
                  </a:lnTo>
                  <a:lnTo>
                    <a:pt x="283349" y="382298"/>
                  </a:lnTo>
                  <a:lnTo>
                    <a:pt x="258002" y="334104"/>
                  </a:lnTo>
                  <a:lnTo>
                    <a:pt x="258002" y="382298"/>
                  </a:lnTo>
                  <a:lnTo>
                    <a:pt x="252023" y="382298"/>
                  </a:lnTo>
                  <a:lnTo>
                    <a:pt x="246043" y="382298"/>
                  </a:lnTo>
                  <a:close/>
                  <a:moveTo>
                    <a:pt x="218377" y="315451"/>
                  </a:moveTo>
                  <a:lnTo>
                    <a:pt x="224803" y="315451"/>
                  </a:lnTo>
                  <a:lnTo>
                    <a:pt x="231229" y="315451"/>
                  </a:lnTo>
                  <a:lnTo>
                    <a:pt x="231229" y="382298"/>
                  </a:lnTo>
                  <a:lnTo>
                    <a:pt x="224803" y="382298"/>
                  </a:lnTo>
                  <a:lnTo>
                    <a:pt x="218377" y="382298"/>
                  </a:lnTo>
                  <a:close/>
                  <a:moveTo>
                    <a:pt x="140016" y="315451"/>
                  </a:moveTo>
                  <a:lnTo>
                    <a:pt x="146442" y="315451"/>
                  </a:lnTo>
                  <a:lnTo>
                    <a:pt x="152868" y="315451"/>
                  </a:lnTo>
                  <a:lnTo>
                    <a:pt x="152868" y="382298"/>
                  </a:lnTo>
                  <a:lnTo>
                    <a:pt x="146531" y="382298"/>
                  </a:lnTo>
                  <a:lnTo>
                    <a:pt x="140016" y="382298"/>
                  </a:lnTo>
                  <a:close/>
                  <a:moveTo>
                    <a:pt x="80487" y="315451"/>
                  </a:moveTo>
                  <a:lnTo>
                    <a:pt x="125736" y="315451"/>
                  </a:lnTo>
                  <a:lnTo>
                    <a:pt x="125736" y="321341"/>
                  </a:lnTo>
                  <a:lnTo>
                    <a:pt x="125736" y="327321"/>
                  </a:lnTo>
                  <a:lnTo>
                    <a:pt x="93339" y="327321"/>
                  </a:lnTo>
                  <a:lnTo>
                    <a:pt x="93339" y="341512"/>
                  </a:lnTo>
                  <a:lnTo>
                    <a:pt x="123415" y="341512"/>
                  </a:lnTo>
                  <a:lnTo>
                    <a:pt x="123415" y="347224"/>
                  </a:lnTo>
                  <a:lnTo>
                    <a:pt x="123415" y="353024"/>
                  </a:lnTo>
                  <a:lnTo>
                    <a:pt x="93339" y="353024"/>
                  </a:lnTo>
                  <a:lnTo>
                    <a:pt x="93339" y="370428"/>
                  </a:lnTo>
                  <a:lnTo>
                    <a:pt x="127164" y="370428"/>
                  </a:lnTo>
                  <a:lnTo>
                    <a:pt x="127164" y="376408"/>
                  </a:lnTo>
                  <a:lnTo>
                    <a:pt x="127164" y="382298"/>
                  </a:lnTo>
                  <a:lnTo>
                    <a:pt x="80487" y="382298"/>
                  </a:lnTo>
                  <a:close/>
                  <a:moveTo>
                    <a:pt x="190189" y="315324"/>
                  </a:moveTo>
                  <a:lnTo>
                    <a:pt x="202952" y="315324"/>
                  </a:lnTo>
                  <a:lnTo>
                    <a:pt x="202952" y="363429"/>
                  </a:lnTo>
                  <a:cubicBezTo>
                    <a:pt x="203391" y="369006"/>
                    <a:pt x="201593" y="374529"/>
                    <a:pt x="197954" y="378779"/>
                  </a:cubicBezTo>
                  <a:cubicBezTo>
                    <a:pt x="193965" y="382522"/>
                    <a:pt x="188596" y="384430"/>
                    <a:pt x="183138" y="384045"/>
                  </a:cubicBezTo>
                  <a:cubicBezTo>
                    <a:pt x="177434" y="384531"/>
                    <a:pt x="171819" y="382397"/>
                    <a:pt x="167878" y="378243"/>
                  </a:cubicBezTo>
                  <a:cubicBezTo>
                    <a:pt x="164222" y="373053"/>
                    <a:pt x="162602" y="366701"/>
                    <a:pt x="163326" y="360394"/>
                  </a:cubicBezTo>
                  <a:lnTo>
                    <a:pt x="163326" y="356914"/>
                  </a:lnTo>
                  <a:lnTo>
                    <a:pt x="175553" y="356914"/>
                  </a:lnTo>
                  <a:lnTo>
                    <a:pt x="175553" y="360930"/>
                  </a:lnTo>
                  <a:cubicBezTo>
                    <a:pt x="175263" y="364005"/>
                    <a:pt x="175850" y="367100"/>
                    <a:pt x="177248" y="369854"/>
                  </a:cubicBezTo>
                  <a:cubicBezTo>
                    <a:pt x="178479" y="371845"/>
                    <a:pt x="180717" y="372981"/>
                    <a:pt x="183049" y="372799"/>
                  </a:cubicBezTo>
                  <a:cubicBezTo>
                    <a:pt x="185103" y="373001"/>
                    <a:pt x="187128" y="372204"/>
                    <a:pt x="188493" y="370657"/>
                  </a:cubicBezTo>
                  <a:cubicBezTo>
                    <a:pt x="189773" y="368572"/>
                    <a:pt x="190366" y="366136"/>
                    <a:pt x="190189" y="363697"/>
                  </a:cubicBezTo>
                  <a:close/>
                  <a:moveTo>
                    <a:pt x="14815" y="315323"/>
                  </a:moveTo>
                  <a:lnTo>
                    <a:pt x="44891" y="315323"/>
                  </a:lnTo>
                  <a:cubicBezTo>
                    <a:pt x="49926" y="315025"/>
                    <a:pt x="54891" y="316617"/>
                    <a:pt x="58814" y="319785"/>
                  </a:cubicBezTo>
                  <a:cubicBezTo>
                    <a:pt x="62292" y="322980"/>
                    <a:pt x="64159" y="327564"/>
                    <a:pt x="63902" y="332280"/>
                  </a:cubicBezTo>
                  <a:cubicBezTo>
                    <a:pt x="64223" y="337166"/>
                    <a:pt x="62079" y="341889"/>
                    <a:pt x="58189" y="344864"/>
                  </a:cubicBezTo>
                  <a:cubicBezTo>
                    <a:pt x="57592" y="345431"/>
                    <a:pt x="56897" y="345885"/>
                    <a:pt x="56137" y="346203"/>
                  </a:cubicBezTo>
                  <a:cubicBezTo>
                    <a:pt x="57541" y="346765"/>
                    <a:pt x="58862" y="347515"/>
                    <a:pt x="60064" y="348434"/>
                  </a:cubicBezTo>
                  <a:cubicBezTo>
                    <a:pt x="64038" y="351475"/>
                    <a:pt x="66245" y="356290"/>
                    <a:pt x="65954" y="361285"/>
                  </a:cubicBezTo>
                  <a:cubicBezTo>
                    <a:pt x="66360" y="367075"/>
                    <a:pt x="64207" y="372751"/>
                    <a:pt x="60064" y="376815"/>
                  </a:cubicBezTo>
                  <a:cubicBezTo>
                    <a:pt x="55269" y="380702"/>
                    <a:pt x="49174" y="382617"/>
                    <a:pt x="43017" y="382170"/>
                  </a:cubicBezTo>
                  <a:lnTo>
                    <a:pt x="15083" y="382170"/>
                  </a:lnTo>
                  <a:close/>
                  <a:moveTo>
                    <a:pt x="700246" y="315235"/>
                  </a:moveTo>
                  <a:lnTo>
                    <a:pt x="713098" y="315235"/>
                  </a:lnTo>
                  <a:lnTo>
                    <a:pt x="713098" y="357360"/>
                  </a:lnTo>
                  <a:cubicBezTo>
                    <a:pt x="712840" y="361202"/>
                    <a:pt x="713911" y="365014"/>
                    <a:pt x="716132" y="368159"/>
                  </a:cubicBezTo>
                  <a:cubicBezTo>
                    <a:pt x="718400" y="370658"/>
                    <a:pt x="721692" y="371974"/>
                    <a:pt x="725057" y="371729"/>
                  </a:cubicBezTo>
                  <a:cubicBezTo>
                    <a:pt x="728374" y="372003"/>
                    <a:pt x="731642" y="370795"/>
                    <a:pt x="733982" y="368427"/>
                  </a:cubicBezTo>
                  <a:cubicBezTo>
                    <a:pt x="736148" y="365165"/>
                    <a:pt x="737124" y="361257"/>
                    <a:pt x="736749" y="357360"/>
                  </a:cubicBezTo>
                  <a:lnTo>
                    <a:pt x="736749" y="315235"/>
                  </a:lnTo>
                  <a:lnTo>
                    <a:pt x="749958" y="315235"/>
                  </a:lnTo>
                  <a:lnTo>
                    <a:pt x="749958" y="356914"/>
                  </a:lnTo>
                  <a:cubicBezTo>
                    <a:pt x="750641" y="364295"/>
                    <a:pt x="748575" y="371668"/>
                    <a:pt x="744156" y="377620"/>
                  </a:cubicBezTo>
                  <a:cubicBezTo>
                    <a:pt x="738981" y="382290"/>
                    <a:pt x="732089" y="384588"/>
                    <a:pt x="725146" y="383956"/>
                  </a:cubicBezTo>
                  <a:cubicBezTo>
                    <a:pt x="718247" y="384495"/>
                    <a:pt x="711440" y="382097"/>
                    <a:pt x="706404" y="377352"/>
                  </a:cubicBezTo>
                  <a:cubicBezTo>
                    <a:pt x="701929" y="371517"/>
                    <a:pt x="699739" y="364250"/>
                    <a:pt x="700246" y="356914"/>
                  </a:cubicBezTo>
                  <a:close/>
                  <a:moveTo>
                    <a:pt x="1526374" y="313761"/>
                  </a:moveTo>
                  <a:cubicBezTo>
                    <a:pt x="1533763" y="313349"/>
                    <a:pt x="1541309" y="315755"/>
                    <a:pt x="1547261" y="321079"/>
                  </a:cubicBezTo>
                  <a:cubicBezTo>
                    <a:pt x="1548062" y="321795"/>
                    <a:pt x="1548821" y="322555"/>
                    <a:pt x="1549537" y="323355"/>
                  </a:cubicBezTo>
                  <a:cubicBezTo>
                    <a:pt x="1555243" y="330769"/>
                    <a:pt x="1558093" y="339986"/>
                    <a:pt x="1557570" y="349327"/>
                  </a:cubicBezTo>
                  <a:cubicBezTo>
                    <a:pt x="1558076" y="358500"/>
                    <a:pt x="1555221" y="367544"/>
                    <a:pt x="1549537" y="374763"/>
                  </a:cubicBezTo>
                  <a:cubicBezTo>
                    <a:pt x="1538598" y="386667"/>
                    <a:pt x="1520079" y="387448"/>
                    <a:pt x="1508175" y="376508"/>
                  </a:cubicBezTo>
                  <a:cubicBezTo>
                    <a:pt x="1507569" y="375951"/>
                    <a:pt x="1506986" y="375369"/>
                    <a:pt x="1506430" y="374763"/>
                  </a:cubicBezTo>
                  <a:cubicBezTo>
                    <a:pt x="1500747" y="367544"/>
                    <a:pt x="1497891" y="358500"/>
                    <a:pt x="1498397" y="349327"/>
                  </a:cubicBezTo>
                  <a:cubicBezTo>
                    <a:pt x="1497873" y="339986"/>
                    <a:pt x="1500724" y="330769"/>
                    <a:pt x="1506430" y="323355"/>
                  </a:cubicBezTo>
                  <a:cubicBezTo>
                    <a:pt x="1511753" y="317404"/>
                    <a:pt x="1518985" y="314173"/>
                    <a:pt x="1526374" y="313761"/>
                  </a:cubicBezTo>
                  <a:close/>
                  <a:moveTo>
                    <a:pt x="1400517" y="313754"/>
                  </a:moveTo>
                  <a:cubicBezTo>
                    <a:pt x="1407929" y="313349"/>
                    <a:pt x="1415496" y="315772"/>
                    <a:pt x="1421460" y="321118"/>
                  </a:cubicBezTo>
                  <a:cubicBezTo>
                    <a:pt x="1422246" y="321823"/>
                    <a:pt x="1422992" y="322570"/>
                    <a:pt x="1423697" y="323355"/>
                  </a:cubicBezTo>
                  <a:cubicBezTo>
                    <a:pt x="1429378" y="330778"/>
                    <a:pt x="1432198" y="339997"/>
                    <a:pt x="1431641" y="349327"/>
                  </a:cubicBezTo>
                  <a:cubicBezTo>
                    <a:pt x="1432173" y="358490"/>
                    <a:pt x="1429349" y="367532"/>
                    <a:pt x="1423697" y="374763"/>
                  </a:cubicBezTo>
                  <a:cubicBezTo>
                    <a:pt x="1412711" y="386691"/>
                    <a:pt x="1394135" y="387455"/>
                    <a:pt x="1382207" y="376469"/>
                  </a:cubicBezTo>
                  <a:cubicBezTo>
                    <a:pt x="1381615" y="375924"/>
                    <a:pt x="1381046" y="375355"/>
                    <a:pt x="1380501" y="374763"/>
                  </a:cubicBezTo>
                  <a:lnTo>
                    <a:pt x="1380500" y="374763"/>
                  </a:lnTo>
                  <a:cubicBezTo>
                    <a:pt x="1374886" y="367513"/>
                    <a:pt x="1372065" y="358484"/>
                    <a:pt x="1372557" y="349327"/>
                  </a:cubicBezTo>
                  <a:cubicBezTo>
                    <a:pt x="1372047" y="340003"/>
                    <a:pt x="1374862" y="330800"/>
                    <a:pt x="1380500" y="323355"/>
                  </a:cubicBezTo>
                  <a:cubicBezTo>
                    <a:pt x="1385847" y="317391"/>
                    <a:pt x="1393104" y="314159"/>
                    <a:pt x="1400517" y="313754"/>
                  </a:cubicBezTo>
                  <a:close/>
                  <a:moveTo>
                    <a:pt x="935084" y="313754"/>
                  </a:moveTo>
                  <a:cubicBezTo>
                    <a:pt x="942496" y="313349"/>
                    <a:pt x="950063" y="315772"/>
                    <a:pt x="956027" y="321118"/>
                  </a:cubicBezTo>
                  <a:cubicBezTo>
                    <a:pt x="956813" y="321823"/>
                    <a:pt x="957559" y="322570"/>
                    <a:pt x="958264" y="323355"/>
                  </a:cubicBezTo>
                  <a:cubicBezTo>
                    <a:pt x="963945" y="330778"/>
                    <a:pt x="966765" y="339997"/>
                    <a:pt x="966208" y="349327"/>
                  </a:cubicBezTo>
                  <a:cubicBezTo>
                    <a:pt x="966740" y="358490"/>
                    <a:pt x="963916" y="367532"/>
                    <a:pt x="958264" y="374763"/>
                  </a:cubicBezTo>
                  <a:cubicBezTo>
                    <a:pt x="947278" y="386691"/>
                    <a:pt x="928702" y="387455"/>
                    <a:pt x="916774" y="376469"/>
                  </a:cubicBezTo>
                  <a:cubicBezTo>
                    <a:pt x="916182" y="375924"/>
                    <a:pt x="915613" y="375355"/>
                    <a:pt x="915068" y="374763"/>
                  </a:cubicBezTo>
                  <a:lnTo>
                    <a:pt x="915067" y="374763"/>
                  </a:lnTo>
                  <a:cubicBezTo>
                    <a:pt x="909452" y="367513"/>
                    <a:pt x="906632" y="358484"/>
                    <a:pt x="907124" y="349327"/>
                  </a:cubicBezTo>
                  <a:cubicBezTo>
                    <a:pt x="906614" y="340003"/>
                    <a:pt x="909429" y="330800"/>
                    <a:pt x="915067" y="323355"/>
                  </a:cubicBezTo>
                  <a:cubicBezTo>
                    <a:pt x="920413" y="317391"/>
                    <a:pt x="927671" y="314159"/>
                    <a:pt x="935084" y="313754"/>
                  </a:cubicBezTo>
                  <a:close/>
                  <a:moveTo>
                    <a:pt x="1598624" y="313717"/>
                  </a:moveTo>
                  <a:cubicBezTo>
                    <a:pt x="1605317" y="313413"/>
                    <a:pt x="1611889" y="315572"/>
                    <a:pt x="1617099" y="319786"/>
                  </a:cubicBezTo>
                  <a:cubicBezTo>
                    <a:pt x="1621980" y="323927"/>
                    <a:pt x="1625027" y="329829"/>
                    <a:pt x="1625578" y="336207"/>
                  </a:cubicBezTo>
                  <a:lnTo>
                    <a:pt x="1612994" y="336207"/>
                  </a:lnTo>
                  <a:cubicBezTo>
                    <a:pt x="1612548" y="333173"/>
                    <a:pt x="1610909" y="330443"/>
                    <a:pt x="1608442" y="328621"/>
                  </a:cubicBezTo>
                  <a:cubicBezTo>
                    <a:pt x="1605968" y="326472"/>
                    <a:pt x="1602795" y="325298"/>
                    <a:pt x="1599517" y="325319"/>
                  </a:cubicBezTo>
                  <a:cubicBezTo>
                    <a:pt x="1594372" y="325068"/>
                    <a:pt x="1589445" y="327415"/>
                    <a:pt x="1586397" y="331566"/>
                  </a:cubicBezTo>
                  <a:cubicBezTo>
                    <a:pt x="1580217" y="342345"/>
                    <a:pt x="1580217" y="355594"/>
                    <a:pt x="1586397" y="366373"/>
                  </a:cubicBezTo>
                  <a:cubicBezTo>
                    <a:pt x="1589591" y="370415"/>
                    <a:pt x="1594553" y="372647"/>
                    <a:pt x="1599696" y="372353"/>
                  </a:cubicBezTo>
                  <a:cubicBezTo>
                    <a:pt x="1604408" y="372523"/>
                    <a:pt x="1608846" y="370134"/>
                    <a:pt x="1611298" y="366106"/>
                  </a:cubicBezTo>
                  <a:cubicBezTo>
                    <a:pt x="1612941" y="363609"/>
                    <a:pt x="1614092" y="360823"/>
                    <a:pt x="1614689" y="357895"/>
                  </a:cubicBezTo>
                  <a:lnTo>
                    <a:pt x="1600231" y="357895"/>
                  </a:lnTo>
                  <a:lnTo>
                    <a:pt x="1600231" y="346382"/>
                  </a:lnTo>
                  <a:lnTo>
                    <a:pt x="1626024" y="346382"/>
                  </a:lnTo>
                  <a:lnTo>
                    <a:pt x="1626024" y="382081"/>
                  </a:lnTo>
                  <a:lnTo>
                    <a:pt x="1617099" y="382081"/>
                  </a:lnTo>
                  <a:lnTo>
                    <a:pt x="1615850" y="373156"/>
                  </a:lnTo>
                  <a:lnTo>
                    <a:pt x="1615671" y="374762"/>
                  </a:lnTo>
                  <a:cubicBezTo>
                    <a:pt x="1611817" y="380856"/>
                    <a:pt x="1605027" y="384454"/>
                    <a:pt x="1597821" y="384223"/>
                  </a:cubicBezTo>
                  <a:lnTo>
                    <a:pt x="1597821" y="383687"/>
                  </a:lnTo>
                  <a:cubicBezTo>
                    <a:pt x="1589696" y="384122"/>
                    <a:pt x="1581814" y="380838"/>
                    <a:pt x="1576401" y="374762"/>
                  </a:cubicBezTo>
                  <a:cubicBezTo>
                    <a:pt x="1565540" y="359348"/>
                    <a:pt x="1565540" y="338770"/>
                    <a:pt x="1576401" y="323356"/>
                  </a:cubicBezTo>
                  <a:cubicBezTo>
                    <a:pt x="1581942" y="316909"/>
                    <a:pt x="1590131" y="313358"/>
                    <a:pt x="1598624" y="313717"/>
                  </a:cubicBezTo>
                  <a:close/>
                  <a:moveTo>
                    <a:pt x="1205662" y="313538"/>
                  </a:moveTo>
                  <a:cubicBezTo>
                    <a:pt x="1212206" y="313370"/>
                    <a:pt x="1218575" y="315663"/>
                    <a:pt x="1223511" y="319964"/>
                  </a:cubicBezTo>
                  <a:cubicBezTo>
                    <a:pt x="1228575" y="324432"/>
                    <a:pt x="1231762" y="330648"/>
                    <a:pt x="1232436" y="337367"/>
                  </a:cubicBezTo>
                  <a:lnTo>
                    <a:pt x="1219584" y="337367"/>
                  </a:lnTo>
                  <a:cubicBezTo>
                    <a:pt x="1219368" y="333950"/>
                    <a:pt x="1217831" y="330749"/>
                    <a:pt x="1215300" y="328442"/>
                  </a:cubicBezTo>
                  <a:cubicBezTo>
                    <a:pt x="1212801" y="326346"/>
                    <a:pt x="1209638" y="325208"/>
                    <a:pt x="1206376" y="325229"/>
                  </a:cubicBezTo>
                  <a:cubicBezTo>
                    <a:pt x="1201775" y="325133"/>
                    <a:pt x="1197479" y="327519"/>
                    <a:pt x="1195130" y="331477"/>
                  </a:cubicBezTo>
                  <a:cubicBezTo>
                    <a:pt x="1192174" y="336718"/>
                    <a:pt x="1190781" y="342695"/>
                    <a:pt x="1191114" y="348702"/>
                  </a:cubicBezTo>
                  <a:cubicBezTo>
                    <a:pt x="1190786" y="354566"/>
                    <a:pt x="1192182" y="360400"/>
                    <a:pt x="1195130" y="365480"/>
                  </a:cubicBezTo>
                  <a:cubicBezTo>
                    <a:pt x="1199377" y="371772"/>
                    <a:pt x="1207921" y="373429"/>
                    <a:pt x="1214212" y="369182"/>
                  </a:cubicBezTo>
                  <a:cubicBezTo>
                    <a:pt x="1214751" y="368818"/>
                    <a:pt x="1215264" y="368416"/>
                    <a:pt x="1215746" y="367979"/>
                  </a:cubicBezTo>
                  <a:cubicBezTo>
                    <a:pt x="1218269" y="365409"/>
                    <a:pt x="1219789" y="362022"/>
                    <a:pt x="1220030" y="358430"/>
                  </a:cubicBezTo>
                  <a:lnTo>
                    <a:pt x="1231901" y="358787"/>
                  </a:lnTo>
                  <a:cubicBezTo>
                    <a:pt x="1231455" y="365737"/>
                    <a:pt x="1228469" y="372281"/>
                    <a:pt x="1223511" y="377172"/>
                  </a:cubicBezTo>
                  <a:cubicBezTo>
                    <a:pt x="1218688" y="381706"/>
                    <a:pt x="1212280" y="384172"/>
                    <a:pt x="1205662" y="384044"/>
                  </a:cubicBezTo>
                  <a:cubicBezTo>
                    <a:pt x="1197672" y="384371"/>
                    <a:pt x="1190008" y="380854"/>
                    <a:pt x="1185045" y="374584"/>
                  </a:cubicBezTo>
                  <a:cubicBezTo>
                    <a:pt x="1179596" y="367262"/>
                    <a:pt x="1176880" y="358263"/>
                    <a:pt x="1177370" y="349148"/>
                  </a:cubicBezTo>
                  <a:cubicBezTo>
                    <a:pt x="1176859" y="339865"/>
                    <a:pt x="1179571" y="330691"/>
                    <a:pt x="1185045" y="323177"/>
                  </a:cubicBezTo>
                  <a:cubicBezTo>
                    <a:pt x="1189961" y="316827"/>
                    <a:pt x="1197637" y="313239"/>
                    <a:pt x="1205662" y="313538"/>
                  </a:cubicBezTo>
                  <a:close/>
                  <a:moveTo>
                    <a:pt x="523890" y="313538"/>
                  </a:moveTo>
                  <a:cubicBezTo>
                    <a:pt x="530060" y="313268"/>
                    <a:pt x="536098" y="315376"/>
                    <a:pt x="540758" y="319428"/>
                  </a:cubicBezTo>
                  <a:cubicBezTo>
                    <a:pt x="545164" y="323595"/>
                    <a:pt x="547732" y="329342"/>
                    <a:pt x="547898" y="335404"/>
                  </a:cubicBezTo>
                  <a:lnTo>
                    <a:pt x="534867" y="335404"/>
                  </a:lnTo>
                  <a:cubicBezTo>
                    <a:pt x="534768" y="332433"/>
                    <a:pt x="533364" y="329658"/>
                    <a:pt x="531029" y="327817"/>
                  </a:cubicBezTo>
                  <a:cubicBezTo>
                    <a:pt x="528456" y="325908"/>
                    <a:pt x="525308" y="324932"/>
                    <a:pt x="522105" y="325051"/>
                  </a:cubicBezTo>
                  <a:cubicBezTo>
                    <a:pt x="519376" y="324860"/>
                    <a:pt x="516674" y="325687"/>
                    <a:pt x="514519" y="327371"/>
                  </a:cubicBezTo>
                  <a:cubicBezTo>
                    <a:pt x="512626" y="328989"/>
                    <a:pt x="511602" y="331401"/>
                    <a:pt x="511752" y="333886"/>
                  </a:cubicBezTo>
                  <a:cubicBezTo>
                    <a:pt x="511747" y="335850"/>
                    <a:pt x="512853" y="337647"/>
                    <a:pt x="514608" y="338527"/>
                  </a:cubicBezTo>
                  <a:cubicBezTo>
                    <a:pt x="518481" y="340299"/>
                    <a:pt x="522558" y="341588"/>
                    <a:pt x="526745" y="342365"/>
                  </a:cubicBezTo>
                  <a:cubicBezTo>
                    <a:pt x="533196" y="343499"/>
                    <a:pt x="539302" y="346094"/>
                    <a:pt x="544595" y="349951"/>
                  </a:cubicBezTo>
                  <a:cubicBezTo>
                    <a:pt x="547906" y="353655"/>
                    <a:pt x="549523" y="358571"/>
                    <a:pt x="549058" y="363517"/>
                  </a:cubicBezTo>
                  <a:cubicBezTo>
                    <a:pt x="549373" y="369321"/>
                    <a:pt x="546842" y="374915"/>
                    <a:pt x="542274" y="378510"/>
                  </a:cubicBezTo>
                  <a:cubicBezTo>
                    <a:pt x="536941" y="382434"/>
                    <a:pt x="530413" y="384390"/>
                    <a:pt x="523801" y="384044"/>
                  </a:cubicBezTo>
                  <a:cubicBezTo>
                    <a:pt x="517327" y="384352"/>
                    <a:pt x="510968" y="382254"/>
                    <a:pt x="505951" y="378153"/>
                  </a:cubicBezTo>
                  <a:cubicBezTo>
                    <a:pt x="501401" y="373800"/>
                    <a:pt x="498849" y="367761"/>
                    <a:pt x="498900" y="361464"/>
                  </a:cubicBezTo>
                  <a:lnTo>
                    <a:pt x="511306" y="361465"/>
                  </a:lnTo>
                  <a:cubicBezTo>
                    <a:pt x="511240" y="364591"/>
                    <a:pt x="512543" y="367591"/>
                    <a:pt x="514876" y="369675"/>
                  </a:cubicBezTo>
                  <a:cubicBezTo>
                    <a:pt x="517438" y="371617"/>
                    <a:pt x="520587" y="372624"/>
                    <a:pt x="523801" y="372531"/>
                  </a:cubicBezTo>
                  <a:cubicBezTo>
                    <a:pt x="527148" y="372709"/>
                    <a:pt x="530482" y="371968"/>
                    <a:pt x="533439" y="370389"/>
                  </a:cubicBezTo>
                  <a:cubicBezTo>
                    <a:pt x="535592" y="369168"/>
                    <a:pt x="536921" y="366884"/>
                    <a:pt x="536920" y="364410"/>
                  </a:cubicBezTo>
                  <a:cubicBezTo>
                    <a:pt x="537065" y="362238"/>
                    <a:pt x="536130" y="360135"/>
                    <a:pt x="534421" y="358787"/>
                  </a:cubicBezTo>
                  <a:cubicBezTo>
                    <a:pt x="531167" y="356996"/>
                    <a:pt x="527638" y="355759"/>
                    <a:pt x="523979" y="355128"/>
                  </a:cubicBezTo>
                  <a:cubicBezTo>
                    <a:pt x="517004" y="353942"/>
                    <a:pt x="510351" y="351328"/>
                    <a:pt x="504434" y="347452"/>
                  </a:cubicBezTo>
                  <a:cubicBezTo>
                    <a:pt x="500957" y="344156"/>
                    <a:pt x="499153" y="339466"/>
                    <a:pt x="499525" y="334690"/>
                  </a:cubicBezTo>
                  <a:cubicBezTo>
                    <a:pt x="499229" y="328819"/>
                    <a:pt x="501627" y="323134"/>
                    <a:pt x="506040" y="319249"/>
                  </a:cubicBezTo>
                  <a:cubicBezTo>
                    <a:pt x="511041" y="315135"/>
                    <a:pt x="517429" y="313092"/>
                    <a:pt x="523890" y="313538"/>
                  </a:cubicBezTo>
                  <a:close/>
                  <a:moveTo>
                    <a:pt x="336367" y="313293"/>
                  </a:moveTo>
                  <a:cubicBezTo>
                    <a:pt x="343627" y="312654"/>
                    <a:pt x="351114" y="314597"/>
                    <a:pt x="357351" y="319250"/>
                  </a:cubicBezTo>
                  <a:cubicBezTo>
                    <a:pt x="362264" y="323367"/>
                    <a:pt x="365317" y="329284"/>
                    <a:pt x="365830" y="335672"/>
                  </a:cubicBezTo>
                  <a:lnTo>
                    <a:pt x="352978" y="335672"/>
                  </a:lnTo>
                  <a:cubicBezTo>
                    <a:pt x="352614" y="332631"/>
                    <a:pt x="350996" y="329881"/>
                    <a:pt x="348515" y="328086"/>
                  </a:cubicBezTo>
                  <a:cubicBezTo>
                    <a:pt x="346042" y="325937"/>
                    <a:pt x="342868" y="324762"/>
                    <a:pt x="339591" y="324783"/>
                  </a:cubicBezTo>
                  <a:cubicBezTo>
                    <a:pt x="334457" y="324581"/>
                    <a:pt x="329551" y="326917"/>
                    <a:pt x="326472" y="331031"/>
                  </a:cubicBezTo>
                  <a:cubicBezTo>
                    <a:pt x="322986" y="336304"/>
                    <a:pt x="321325" y="342574"/>
                    <a:pt x="321741" y="348881"/>
                  </a:cubicBezTo>
                  <a:cubicBezTo>
                    <a:pt x="321325" y="354995"/>
                    <a:pt x="322923" y="361077"/>
                    <a:pt x="326293" y="366195"/>
                  </a:cubicBezTo>
                  <a:cubicBezTo>
                    <a:pt x="329495" y="370225"/>
                    <a:pt x="334451" y="372454"/>
                    <a:pt x="339591" y="372175"/>
                  </a:cubicBezTo>
                  <a:cubicBezTo>
                    <a:pt x="344295" y="372308"/>
                    <a:pt x="348715" y="369928"/>
                    <a:pt x="351193" y="365928"/>
                  </a:cubicBezTo>
                  <a:cubicBezTo>
                    <a:pt x="352800" y="363413"/>
                    <a:pt x="353948" y="360633"/>
                    <a:pt x="354584" y="357717"/>
                  </a:cubicBezTo>
                  <a:lnTo>
                    <a:pt x="340127" y="357717"/>
                  </a:lnTo>
                  <a:lnTo>
                    <a:pt x="340127" y="346203"/>
                  </a:lnTo>
                  <a:lnTo>
                    <a:pt x="366187" y="346203"/>
                  </a:lnTo>
                  <a:lnTo>
                    <a:pt x="366187" y="381903"/>
                  </a:lnTo>
                  <a:lnTo>
                    <a:pt x="357262" y="381903"/>
                  </a:lnTo>
                  <a:lnTo>
                    <a:pt x="356012" y="372978"/>
                  </a:lnTo>
                  <a:lnTo>
                    <a:pt x="355299" y="374049"/>
                  </a:lnTo>
                  <a:lnTo>
                    <a:pt x="337551" y="383456"/>
                  </a:lnTo>
                  <a:lnTo>
                    <a:pt x="316743" y="374228"/>
                  </a:lnTo>
                  <a:cubicBezTo>
                    <a:pt x="306039" y="358763"/>
                    <a:pt x="306039" y="338284"/>
                    <a:pt x="316743" y="322820"/>
                  </a:cubicBezTo>
                  <a:cubicBezTo>
                    <a:pt x="322074" y="317150"/>
                    <a:pt x="329107" y="313931"/>
                    <a:pt x="336367" y="313293"/>
                  </a:cubicBezTo>
                  <a:close/>
                  <a:moveTo>
                    <a:pt x="381539" y="228751"/>
                  </a:moveTo>
                  <a:lnTo>
                    <a:pt x="381449" y="228930"/>
                  </a:lnTo>
                  <a:lnTo>
                    <a:pt x="381464" y="228833"/>
                  </a:lnTo>
                  <a:close/>
                  <a:moveTo>
                    <a:pt x="350212" y="205101"/>
                  </a:moveTo>
                  <a:cubicBezTo>
                    <a:pt x="356549" y="205101"/>
                    <a:pt x="356906" y="216256"/>
                    <a:pt x="359137" y="216256"/>
                  </a:cubicBezTo>
                  <a:cubicBezTo>
                    <a:pt x="362394" y="215993"/>
                    <a:pt x="365588" y="215210"/>
                    <a:pt x="368597" y="213936"/>
                  </a:cubicBezTo>
                  <a:cubicBezTo>
                    <a:pt x="372253" y="213720"/>
                    <a:pt x="375918" y="213720"/>
                    <a:pt x="379575" y="213936"/>
                  </a:cubicBezTo>
                  <a:cubicBezTo>
                    <a:pt x="381360" y="213936"/>
                    <a:pt x="383413" y="214293"/>
                    <a:pt x="383413" y="215721"/>
                  </a:cubicBezTo>
                  <a:cubicBezTo>
                    <a:pt x="383772" y="217846"/>
                    <a:pt x="383460" y="220030"/>
                    <a:pt x="382520" y="221968"/>
                  </a:cubicBezTo>
                  <a:lnTo>
                    <a:pt x="381464" y="228833"/>
                  </a:lnTo>
                  <a:lnTo>
                    <a:pt x="376719" y="234017"/>
                  </a:lnTo>
                  <a:cubicBezTo>
                    <a:pt x="376005" y="235177"/>
                    <a:pt x="372524" y="235980"/>
                    <a:pt x="371810" y="237676"/>
                  </a:cubicBezTo>
                  <a:cubicBezTo>
                    <a:pt x="370204" y="241692"/>
                    <a:pt x="370204" y="245352"/>
                    <a:pt x="368330" y="247583"/>
                  </a:cubicBezTo>
                  <a:cubicBezTo>
                    <a:pt x="366455" y="249814"/>
                    <a:pt x="364313" y="250439"/>
                    <a:pt x="361368" y="252313"/>
                  </a:cubicBezTo>
                  <a:cubicBezTo>
                    <a:pt x="358423" y="254188"/>
                    <a:pt x="355299" y="252492"/>
                    <a:pt x="353336" y="253027"/>
                  </a:cubicBezTo>
                  <a:cubicBezTo>
                    <a:pt x="350016" y="254992"/>
                    <a:pt x="346442" y="256494"/>
                    <a:pt x="342715" y="257490"/>
                  </a:cubicBezTo>
                  <a:cubicBezTo>
                    <a:pt x="336200" y="257490"/>
                    <a:pt x="330041" y="254544"/>
                    <a:pt x="330041" y="247048"/>
                  </a:cubicBezTo>
                  <a:cubicBezTo>
                    <a:pt x="330041" y="245263"/>
                    <a:pt x="331380" y="240978"/>
                    <a:pt x="331380" y="239193"/>
                  </a:cubicBezTo>
                  <a:cubicBezTo>
                    <a:pt x="331380" y="237408"/>
                    <a:pt x="329506" y="234731"/>
                    <a:pt x="329506" y="232946"/>
                  </a:cubicBezTo>
                  <a:cubicBezTo>
                    <a:pt x="329506" y="231161"/>
                    <a:pt x="332808" y="227769"/>
                    <a:pt x="333344" y="225627"/>
                  </a:cubicBezTo>
                  <a:cubicBezTo>
                    <a:pt x="334396" y="219048"/>
                    <a:pt x="337865" y="213097"/>
                    <a:pt x="343072" y="208939"/>
                  </a:cubicBezTo>
                  <a:cubicBezTo>
                    <a:pt x="345482" y="207689"/>
                    <a:pt x="348427" y="205101"/>
                    <a:pt x="350212" y="205101"/>
                  </a:cubicBezTo>
                  <a:close/>
                  <a:moveTo>
                    <a:pt x="469269" y="183145"/>
                  </a:moveTo>
                  <a:cubicBezTo>
                    <a:pt x="471590" y="182788"/>
                    <a:pt x="472750" y="185377"/>
                    <a:pt x="476410" y="184752"/>
                  </a:cubicBezTo>
                  <a:cubicBezTo>
                    <a:pt x="477570" y="184663"/>
                    <a:pt x="481943" y="188500"/>
                    <a:pt x="483639" y="188500"/>
                  </a:cubicBezTo>
                  <a:cubicBezTo>
                    <a:pt x="485985" y="189175"/>
                    <a:pt x="488440" y="189388"/>
                    <a:pt x="490868" y="189125"/>
                  </a:cubicBezTo>
                  <a:cubicBezTo>
                    <a:pt x="493010" y="188857"/>
                    <a:pt x="496312" y="191356"/>
                    <a:pt x="498008" y="191356"/>
                  </a:cubicBezTo>
                  <a:cubicBezTo>
                    <a:pt x="500084" y="191204"/>
                    <a:pt x="502145" y="190876"/>
                    <a:pt x="504166" y="190375"/>
                  </a:cubicBezTo>
                  <a:cubicBezTo>
                    <a:pt x="507825" y="189660"/>
                    <a:pt x="516036" y="199567"/>
                    <a:pt x="518802" y="203316"/>
                  </a:cubicBezTo>
                  <a:lnTo>
                    <a:pt x="517999" y="203494"/>
                  </a:lnTo>
                  <a:cubicBezTo>
                    <a:pt x="519478" y="205225"/>
                    <a:pt x="520764" y="207110"/>
                    <a:pt x="521837" y="209117"/>
                  </a:cubicBezTo>
                  <a:cubicBezTo>
                    <a:pt x="522358" y="211529"/>
                    <a:pt x="522358" y="214024"/>
                    <a:pt x="521837" y="216435"/>
                  </a:cubicBezTo>
                  <a:cubicBezTo>
                    <a:pt x="520587" y="220363"/>
                    <a:pt x="518267" y="221434"/>
                    <a:pt x="516660" y="223219"/>
                  </a:cubicBezTo>
                  <a:cubicBezTo>
                    <a:pt x="515054" y="225004"/>
                    <a:pt x="514429" y="229288"/>
                    <a:pt x="512644" y="231430"/>
                  </a:cubicBezTo>
                  <a:cubicBezTo>
                    <a:pt x="511269" y="233437"/>
                    <a:pt x="509684" y="235292"/>
                    <a:pt x="507915" y="236963"/>
                  </a:cubicBezTo>
                  <a:cubicBezTo>
                    <a:pt x="505453" y="238652"/>
                    <a:pt x="502650" y="239780"/>
                    <a:pt x="499704" y="240265"/>
                  </a:cubicBezTo>
                  <a:cubicBezTo>
                    <a:pt x="497740" y="240265"/>
                    <a:pt x="494706" y="239730"/>
                    <a:pt x="492742" y="240265"/>
                  </a:cubicBezTo>
                  <a:cubicBezTo>
                    <a:pt x="489351" y="241158"/>
                    <a:pt x="487834" y="243746"/>
                    <a:pt x="485424" y="243746"/>
                  </a:cubicBezTo>
                  <a:cubicBezTo>
                    <a:pt x="483014" y="243746"/>
                    <a:pt x="480604" y="241515"/>
                    <a:pt x="479712" y="237677"/>
                  </a:cubicBezTo>
                  <a:cubicBezTo>
                    <a:pt x="479712" y="235714"/>
                    <a:pt x="480693" y="232054"/>
                    <a:pt x="479712" y="229645"/>
                  </a:cubicBezTo>
                  <a:cubicBezTo>
                    <a:pt x="477548" y="226158"/>
                    <a:pt x="475581" y="222553"/>
                    <a:pt x="473821" y="218845"/>
                  </a:cubicBezTo>
                  <a:cubicBezTo>
                    <a:pt x="473643" y="214472"/>
                    <a:pt x="469091" y="212330"/>
                    <a:pt x="469091" y="209474"/>
                  </a:cubicBezTo>
                  <a:cubicBezTo>
                    <a:pt x="469105" y="205810"/>
                    <a:pt x="468151" y="202209"/>
                    <a:pt x="466324" y="199032"/>
                  </a:cubicBezTo>
                  <a:cubicBezTo>
                    <a:pt x="465696" y="196898"/>
                    <a:pt x="465887" y="194607"/>
                    <a:pt x="466860" y="192606"/>
                  </a:cubicBezTo>
                  <a:cubicBezTo>
                    <a:pt x="468288" y="190642"/>
                    <a:pt x="466324" y="185377"/>
                    <a:pt x="469269" y="183145"/>
                  </a:cubicBezTo>
                  <a:close/>
                  <a:moveTo>
                    <a:pt x="443656" y="131382"/>
                  </a:moveTo>
                  <a:cubicBezTo>
                    <a:pt x="441416" y="131221"/>
                    <a:pt x="439168" y="131525"/>
                    <a:pt x="437051" y="132274"/>
                  </a:cubicBezTo>
                  <a:cubicBezTo>
                    <a:pt x="434463" y="133881"/>
                    <a:pt x="431964" y="132988"/>
                    <a:pt x="430269" y="134505"/>
                  </a:cubicBezTo>
                  <a:cubicBezTo>
                    <a:pt x="428719" y="135792"/>
                    <a:pt x="427009" y="136872"/>
                    <a:pt x="425181" y="137718"/>
                  </a:cubicBezTo>
                  <a:cubicBezTo>
                    <a:pt x="420652" y="139316"/>
                    <a:pt x="416238" y="141225"/>
                    <a:pt x="411972" y="143429"/>
                  </a:cubicBezTo>
                  <a:cubicBezTo>
                    <a:pt x="409426" y="144715"/>
                    <a:pt x="407859" y="147362"/>
                    <a:pt x="407956" y="150212"/>
                  </a:cubicBezTo>
                  <a:cubicBezTo>
                    <a:pt x="408049" y="153328"/>
                    <a:pt x="410553" y="155831"/>
                    <a:pt x="413668" y="155924"/>
                  </a:cubicBezTo>
                  <a:cubicBezTo>
                    <a:pt x="417176" y="155436"/>
                    <a:pt x="420582" y="154381"/>
                    <a:pt x="423753" y="152801"/>
                  </a:cubicBezTo>
                  <a:cubicBezTo>
                    <a:pt x="427144" y="150748"/>
                    <a:pt x="428840" y="148160"/>
                    <a:pt x="433214" y="145482"/>
                  </a:cubicBezTo>
                  <a:cubicBezTo>
                    <a:pt x="436161" y="143562"/>
                    <a:pt x="438807" y="141215"/>
                    <a:pt x="441068" y="138521"/>
                  </a:cubicBezTo>
                  <a:cubicBezTo>
                    <a:pt x="442763" y="135576"/>
                    <a:pt x="444994" y="131382"/>
                    <a:pt x="443656" y="131382"/>
                  </a:cubicBezTo>
                  <a:close/>
                  <a:moveTo>
                    <a:pt x="757186" y="117012"/>
                  </a:moveTo>
                  <a:cubicBezTo>
                    <a:pt x="753664" y="117335"/>
                    <a:pt x="750172" y="117932"/>
                    <a:pt x="746743" y="118797"/>
                  </a:cubicBezTo>
                  <a:cubicBezTo>
                    <a:pt x="745289" y="120293"/>
                    <a:pt x="744405" y="122250"/>
                    <a:pt x="744244" y="124330"/>
                  </a:cubicBezTo>
                  <a:cubicBezTo>
                    <a:pt x="743988" y="126097"/>
                    <a:pt x="744268" y="127900"/>
                    <a:pt x="745048" y="129507"/>
                  </a:cubicBezTo>
                  <a:cubicBezTo>
                    <a:pt x="747993" y="130488"/>
                    <a:pt x="752188" y="131470"/>
                    <a:pt x="753973" y="130488"/>
                  </a:cubicBezTo>
                  <a:lnTo>
                    <a:pt x="754062" y="130488"/>
                  </a:lnTo>
                  <a:cubicBezTo>
                    <a:pt x="757511" y="128113"/>
                    <a:pt x="759707" y="124311"/>
                    <a:pt x="760042" y="120135"/>
                  </a:cubicBezTo>
                  <a:cubicBezTo>
                    <a:pt x="760062" y="119979"/>
                    <a:pt x="760069" y="119821"/>
                    <a:pt x="760062" y="119664"/>
                  </a:cubicBezTo>
                  <a:cubicBezTo>
                    <a:pt x="760000" y="118137"/>
                    <a:pt x="758712" y="116950"/>
                    <a:pt x="757186" y="117012"/>
                  </a:cubicBezTo>
                  <a:close/>
                  <a:moveTo>
                    <a:pt x="788423" y="107730"/>
                  </a:moveTo>
                  <a:cubicBezTo>
                    <a:pt x="785924" y="108444"/>
                    <a:pt x="784139" y="110407"/>
                    <a:pt x="780302" y="110407"/>
                  </a:cubicBezTo>
                  <a:cubicBezTo>
                    <a:pt x="778427" y="112549"/>
                    <a:pt x="779231" y="116654"/>
                    <a:pt x="779319" y="118529"/>
                  </a:cubicBezTo>
                  <a:cubicBezTo>
                    <a:pt x="779409" y="120403"/>
                    <a:pt x="783157" y="123080"/>
                    <a:pt x="784317" y="123080"/>
                  </a:cubicBezTo>
                  <a:cubicBezTo>
                    <a:pt x="788190" y="122402"/>
                    <a:pt x="791506" y="119915"/>
                    <a:pt x="793242" y="116387"/>
                  </a:cubicBezTo>
                  <a:lnTo>
                    <a:pt x="793600" y="116387"/>
                  </a:lnTo>
                  <a:cubicBezTo>
                    <a:pt x="793827" y="114132"/>
                    <a:pt x="793827" y="111859"/>
                    <a:pt x="793600" y="109604"/>
                  </a:cubicBezTo>
                  <a:cubicBezTo>
                    <a:pt x="793242" y="107284"/>
                    <a:pt x="790922" y="107016"/>
                    <a:pt x="788423" y="107730"/>
                  </a:cubicBezTo>
                  <a:close/>
                  <a:moveTo>
                    <a:pt x="462041" y="97466"/>
                  </a:moveTo>
                  <a:cubicBezTo>
                    <a:pt x="464711" y="98128"/>
                    <a:pt x="467289" y="99117"/>
                    <a:pt x="469716" y="100412"/>
                  </a:cubicBezTo>
                  <a:cubicBezTo>
                    <a:pt x="471501" y="100412"/>
                    <a:pt x="476856" y="99252"/>
                    <a:pt x="478641" y="100412"/>
                  </a:cubicBezTo>
                  <a:cubicBezTo>
                    <a:pt x="483100" y="102721"/>
                    <a:pt x="487316" y="105471"/>
                    <a:pt x="491225" y="108623"/>
                  </a:cubicBezTo>
                  <a:cubicBezTo>
                    <a:pt x="492681" y="111998"/>
                    <a:pt x="493845" y="115491"/>
                    <a:pt x="494706" y="119065"/>
                  </a:cubicBezTo>
                  <a:cubicBezTo>
                    <a:pt x="495617" y="121695"/>
                    <a:pt x="495617" y="124556"/>
                    <a:pt x="494706" y="127187"/>
                  </a:cubicBezTo>
                  <a:cubicBezTo>
                    <a:pt x="490970" y="130589"/>
                    <a:pt x="487424" y="134193"/>
                    <a:pt x="484085" y="137985"/>
                  </a:cubicBezTo>
                  <a:lnTo>
                    <a:pt x="483728" y="137985"/>
                  </a:lnTo>
                  <a:cubicBezTo>
                    <a:pt x="482224" y="141066"/>
                    <a:pt x="480525" y="144047"/>
                    <a:pt x="478641" y="146910"/>
                  </a:cubicBezTo>
                  <a:cubicBezTo>
                    <a:pt x="472535" y="156287"/>
                    <a:pt x="466962" y="166001"/>
                    <a:pt x="461951" y="176006"/>
                  </a:cubicBezTo>
                  <a:cubicBezTo>
                    <a:pt x="459705" y="179275"/>
                    <a:pt x="457261" y="182405"/>
                    <a:pt x="454633" y="185377"/>
                  </a:cubicBezTo>
                  <a:cubicBezTo>
                    <a:pt x="453087" y="186598"/>
                    <a:pt x="450997" y="186872"/>
                    <a:pt x="449189" y="186091"/>
                  </a:cubicBezTo>
                  <a:cubicBezTo>
                    <a:pt x="447851" y="185555"/>
                    <a:pt x="444013" y="188233"/>
                    <a:pt x="444013" y="191892"/>
                  </a:cubicBezTo>
                  <a:cubicBezTo>
                    <a:pt x="443853" y="195510"/>
                    <a:pt x="444431" y="199123"/>
                    <a:pt x="445709" y="202513"/>
                  </a:cubicBezTo>
                  <a:cubicBezTo>
                    <a:pt x="446781" y="218232"/>
                    <a:pt x="446781" y="234006"/>
                    <a:pt x="445709" y="249725"/>
                  </a:cubicBezTo>
                  <a:cubicBezTo>
                    <a:pt x="444935" y="255317"/>
                    <a:pt x="441648" y="260247"/>
                    <a:pt x="436784" y="263113"/>
                  </a:cubicBezTo>
                  <a:cubicBezTo>
                    <a:pt x="434195" y="264362"/>
                    <a:pt x="430536" y="271145"/>
                    <a:pt x="427234" y="272662"/>
                  </a:cubicBezTo>
                  <a:cubicBezTo>
                    <a:pt x="423932" y="274180"/>
                    <a:pt x="420094" y="277214"/>
                    <a:pt x="418309" y="277214"/>
                  </a:cubicBezTo>
                  <a:cubicBezTo>
                    <a:pt x="416587" y="277035"/>
                    <a:pt x="415074" y="275993"/>
                    <a:pt x="414293" y="274447"/>
                  </a:cubicBezTo>
                  <a:cubicBezTo>
                    <a:pt x="413489" y="273376"/>
                    <a:pt x="410009" y="272841"/>
                    <a:pt x="408045" y="271681"/>
                  </a:cubicBezTo>
                  <a:cubicBezTo>
                    <a:pt x="406082" y="270520"/>
                    <a:pt x="405189" y="268914"/>
                    <a:pt x="403136" y="267843"/>
                  </a:cubicBezTo>
                  <a:cubicBezTo>
                    <a:pt x="400161" y="267059"/>
                    <a:pt x="397370" y="265694"/>
                    <a:pt x="394926" y="263827"/>
                  </a:cubicBezTo>
                  <a:cubicBezTo>
                    <a:pt x="392873" y="261863"/>
                    <a:pt x="392517" y="259007"/>
                    <a:pt x="390464" y="255437"/>
                  </a:cubicBezTo>
                  <a:cubicBezTo>
                    <a:pt x="387608" y="250350"/>
                    <a:pt x="378058" y="245441"/>
                    <a:pt x="377880" y="242585"/>
                  </a:cubicBezTo>
                  <a:cubicBezTo>
                    <a:pt x="377701" y="239729"/>
                    <a:pt x="385019" y="239283"/>
                    <a:pt x="385912" y="239283"/>
                  </a:cubicBezTo>
                  <a:cubicBezTo>
                    <a:pt x="391981" y="239104"/>
                    <a:pt x="396086" y="243388"/>
                    <a:pt x="397781" y="243388"/>
                  </a:cubicBezTo>
                  <a:cubicBezTo>
                    <a:pt x="403850" y="243388"/>
                    <a:pt x="406795" y="241157"/>
                    <a:pt x="407331" y="232232"/>
                  </a:cubicBezTo>
                  <a:cubicBezTo>
                    <a:pt x="407331" y="230447"/>
                    <a:pt x="407331" y="226252"/>
                    <a:pt x="407331" y="224467"/>
                  </a:cubicBezTo>
                  <a:cubicBezTo>
                    <a:pt x="406969" y="220937"/>
                    <a:pt x="406969" y="217378"/>
                    <a:pt x="407331" y="213847"/>
                  </a:cubicBezTo>
                  <a:cubicBezTo>
                    <a:pt x="407502" y="209078"/>
                    <a:pt x="408069" y="204331"/>
                    <a:pt x="409027" y="199657"/>
                  </a:cubicBezTo>
                  <a:cubicBezTo>
                    <a:pt x="409027" y="198229"/>
                    <a:pt x="407688" y="194837"/>
                    <a:pt x="406439" y="194837"/>
                  </a:cubicBezTo>
                  <a:cubicBezTo>
                    <a:pt x="403493" y="195551"/>
                    <a:pt x="400548" y="192695"/>
                    <a:pt x="398763" y="192695"/>
                  </a:cubicBezTo>
                  <a:cubicBezTo>
                    <a:pt x="396978" y="192695"/>
                    <a:pt x="394480" y="193766"/>
                    <a:pt x="392695" y="193766"/>
                  </a:cubicBezTo>
                  <a:cubicBezTo>
                    <a:pt x="389429" y="193835"/>
                    <a:pt x="386166" y="193536"/>
                    <a:pt x="382967" y="192874"/>
                  </a:cubicBezTo>
                  <a:cubicBezTo>
                    <a:pt x="381611" y="192074"/>
                    <a:pt x="380427" y="191012"/>
                    <a:pt x="379486" y="189750"/>
                  </a:cubicBezTo>
                  <a:cubicBezTo>
                    <a:pt x="378551" y="187456"/>
                    <a:pt x="377891" y="185059"/>
                    <a:pt x="377522" y="182610"/>
                  </a:cubicBezTo>
                  <a:cubicBezTo>
                    <a:pt x="377076" y="181985"/>
                    <a:pt x="376541" y="178772"/>
                    <a:pt x="375827" y="178772"/>
                  </a:cubicBezTo>
                  <a:cubicBezTo>
                    <a:pt x="375648" y="176720"/>
                    <a:pt x="374934" y="173328"/>
                    <a:pt x="374934" y="171275"/>
                  </a:cubicBezTo>
                  <a:cubicBezTo>
                    <a:pt x="374934" y="169223"/>
                    <a:pt x="373149" y="165474"/>
                    <a:pt x="372524" y="160298"/>
                  </a:cubicBezTo>
                  <a:cubicBezTo>
                    <a:pt x="371900" y="155121"/>
                    <a:pt x="370204" y="151819"/>
                    <a:pt x="370204" y="146196"/>
                  </a:cubicBezTo>
                  <a:cubicBezTo>
                    <a:pt x="369490" y="137718"/>
                    <a:pt x="369490" y="133613"/>
                    <a:pt x="369490" y="131917"/>
                  </a:cubicBezTo>
                  <a:cubicBezTo>
                    <a:pt x="370025" y="121832"/>
                    <a:pt x="376005" y="119601"/>
                    <a:pt x="378415" y="115763"/>
                  </a:cubicBezTo>
                  <a:cubicBezTo>
                    <a:pt x="381003" y="114335"/>
                    <a:pt x="383502" y="111747"/>
                    <a:pt x="386626" y="112104"/>
                  </a:cubicBezTo>
                  <a:cubicBezTo>
                    <a:pt x="389750" y="112461"/>
                    <a:pt x="390642" y="113621"/>
                    <a:pt x="393944" y="115941"/>
                  </a:cubicBezTo>
                  <a:cubicBezTo>
                    <a:pt x="395190" y="117422"/>
                    <a:pt x="396352" y="118971"/>
                    <a:pt x="397424" y="120582"/>
                  </a:cubicBezTo>
                  <a:cubicBezTo>
                    <a:pt x="402743" y="120193"/>
                    <a:pt x="407916" y="118672"/>
                    <a:pt x="412597" y="116120"/>
                  </a:cubicBezTo>
                  <a:cubicBezTo>
                    <a:pt x="414917" y="114870"/>
                    <a:pt x="419915" y="114870"/>
                    <a:pt x="423842" y="113085"/>
                  </a:cubicBezTo>
                  <a:cubicBezTo>
                    <a:pt x="426420" y="111705"/>
                    <a:pt x="429187" y="110712"/>
                    <a:pt x="432053" y="110140"/>
                  </a:cubicBezTo>
                  <a:cubicBezTo>
                    <a:pt x="433838" y="110140"/>
                    <a:pt x="434374" y="109426"/>
                    <a:pt x="438479" y="108266"/>
                  </a:cubicBezTo>
                  <a:cubicBezTo>
                    <a:pt x="441676" y="107782"/>
                    <a:pt x="444724" y="106593"/>
                    <a:pt x="447404" y="104785"/>
                  </a:cubicBezTo>
                  <a:cubicBezTo>
                    <a:pt x="449279" y="103446"/>
                    <a:pt x="450974" y="102375"/>
                    <a:pt x="452492" y="101483"/>
                  </a:cubicBezTo>
                  <a:cubicBezTo>
                    <a:pt x="453922" y="100605"/>
                    <a:pt x="455413" y="99830"/>
                    <a:pt x="456953" y="99162"/>
                  </a:cubicBezTo>
                  <a:cubicBezTo>
                    <a:pt x="458322" y="97883"/>
                    <a:pt x="460179" y="97264"/>
                    <a:pt x="462041" y="97466"/>
                  </a:cubicBezTo>
                  <a:close/>
                  <a:moveTo>
                    <a:pt x="754508" y="82830"/>
                  </a:moveTo>
                  <a:cubicBezTo>
                    <a:pt x="752366" y="84972"/>
                    <a:pt x="745583" y="82830"/>
                    <a:pt x="745583" y="88988"/>
                  </a:cubicBezTo>
                  <a:cubicBezTo>
                    <a:pt x="745672" y="92023"/>
                    <a:pt x="744423" y="96039"/>
                    <a:pt x="746565" y="97913"/>
                  </a:cubicBezTo>
                  <a:cubicBezTo>
                    <a:pt x="746565" y="97913"/>
                    <a:pt x="748261" y="101929"/>
                    <a:pt x="750402" y="100234"/>
                  </a:cubicBezTo>
                  <a:cubicBezTo>
                    <a:pt x="754687" y="97021"/>
                    <a:pt x="760042" y="95682"/>
                    <a:pt x="760577" y="90595"/>
                  </a:cubicBezTo>
                  <a:lnTo>
                    <a:pt x="761023" y="90327"/>
                  </a:lnTo>
                  <a:cubicBezTo>
                    <a:pt x="761827" y="83454"/>
                    <a:pt x="760131" y="81491"/>
                    <a:pt x="754508" y="82830"/>
                  </a:cubicBezTo>
                  <a:close/>
                  <a:moveTo>
                    <a:pt x="802702" y="69710"/>
                  </a:moveTo>
                  <a:cubicBezTo>
                    <a:pt x="795117" y="72120"/>
                    <a:pt x="782890" y="71763"/>
                    <a:pt x="782265" y="77742"/>
                  </a:cubicBezTo>
                  <a:cubicBezTo>
                    <a:pt x="781997" y="80866"/>
                    <a:pt x="781997" y="86221"/>
                    <a:pt x="785210" y="87381"/>
                  </a:cubicBezTo>
                  <a:cubicBezTo>
                    <a:pt x="788796" y="88283"/>
                    <a:pt x="792522" y="88495"/>
                    <a:pt x="796188" y="88006"/>
                  </a:cubicBezTo>
                  <a:cubicBezTo>
                    <a:pt x="799655" y="85373"/>
                    <a:pt x="802214" y="81722"/>
                    <a:pt x="803505" y="77564"/>
                  </a:cubicBezTo>
                  <a:cubicBezTo>
                    <a:pt x="803505" y="75690"/>
                    <a:pt x="803595" y="70513"/>
                    <a:pt x="802702" y="69710"/>
                  </a:cubicBezTo>
                  <a:close/>
                  <a:moveTo>
                    <a:pt x="1094368" y="67658"/>
                  </a:moveTo>
                  <a:cubicBezTo>
                    <a:pt x="1096701" y="68098"/>
                    <a:pt x="1098813" y="69326"/>
                    <a:pt x="1100348" y="71139"/>
                  </a:cubicBezTo>
                  <a:cubicBezTo>
                    <a:pt x="1103472" y="74441"/>
                    <a:pt x="1106863" y="76047"/>
                    <a:pt x="1109273" y="79438"/>
                  </a:cubicBezTo>
                  <a:cubicBezTo>
                    <a:pt x="1110654" y="81991"/>
                    <a:pt x="1111561" y="84773"/>
                    <a:pt x="1111950" y="87649"/>
                  </a:cubicBezTo>
                  <a:cubicBezTo>
                    <a:pt x="1112486" y="89613"/>
                    <a:pt x="1115430" y="92022"/>
                    <a:pt x="1115430" y="93093"/>
                  </a:cubicBezTo>
                  <a:cubicBezTo>
                    <a:pt x="1114806" y="100769"/>
                    <a:pt x="1109184" y="100590"/>
                    <a:pt x="1101597" y="105945"/>
                  </a:cubicBezTo>
                  <a:cubicBezTo>
                    <a:pt x="1097439" y="108210"/>
                    <a:pt x="1093745" y="111237"/>
                    <a:pt x="1090709" y="114870"/>
                  </a:cubicBezTo>
                  <a:cubicBezTo>
                    <a:pt x="1088320" y="117292"/>
                    <a:pt x="1085466" y="119205"/>
                    <a:pt x="1082319" y="120493"/>
                  </a:cubicBezTo>
                  <a:cubicBezTo>
                    <a:pt x="1073840" y="124152"/>
                    <a:pt x="1066254" y="123795"/>
                    <a:pt x="1065630" y="132185"/>
                  </a:cubicBezTo>
                  <a:cubicBezTo>
                    <a:pt x="1065005" y="140574"/>
                    <a:pt x="1069646" y="137183"/>
                    <a:pt x="1069646" y="146108"/>
                  </a:cubicBezTo>
                  <a:cubicBezTo>
                    <a:pt x="1069247" y="148439"/>
                    <a:pt x="1068299" y="150641"/>
                    <a:pt x="1066879" y="152533"/>
                  </a:cubicBezTo>
                  <a:cubicBezTo>
                    <a:pt x="1065557" y="154226"/>
                    <a:pt x="1064779" y="156280"/>
                    <a:pt x="1064648" y="158423"/>
                  </a:cubicBezTo>
                  <a:cubicBezTo>
                    <a:pt x="1064626" y="160617"/>
                    <a:pt x="1064041" y="162767"/>
                    <a:pt x="1062952" y="164671"/>
                  </a:cubicBezTo>
                  <a:cubicBezTo>
                    <a:pt x="1061975" y="166727"/>
                    <a:pt x="1061574" y="169010"/>
                    <a:pt x="1061792" y="171275"/>
                  </a:cubicBezTo>
                  <a:cubicBezTo>
                    <a:pt x="1061613" y="179486"/>
                    <a:pt x="1060275" y="186359"/>
                    <a:pt x="1062684" y="188411"/>
                  </a:cubicBezTo>
                  <a:cubicBezTo>
                    <a:pt x="1072955" y="187582"/>
                    <a:pt x="1083266" y="187344"/>
                    <a:pt x="1093565" y="187697"/>
                  </a:cubicBezTo>
                  <a:cubicBezTo>
                    <a:pt x="1097313" y="187697"/>
                    <a:pt x="1098831" y="185198"/>
                    <a:pt x="1101598" y="184574"/>
                  </a:cubicBezTo>
                  <a:cubicBezTo>
                    <a:pt x="1104116" y="184016"/>
                    <a:pt x="1106692" y="183746"/>
                    <a:pt x="1109273" y="183770"/>
                  </a:cubicBezTo>
                  <a:cubicBezTo>
                    <a:pt x="1112131" y="184257"/>
                    <a:pt x="1114940" y="185004"/>
                    <a:pt x="1117662" y="186002"/>
                  </a:cubicBezTo>
                  <a:cubicBezTo>
                    <a:pt x="1120517" y="187296"/>
                    <a:pt x="1123262" y="188819"/>
                    <a:pt x="1125872" y="190553"/>
                  </a:cubicBezTo>
                  <a:cubicBezTo>
                    <a:pt x="1128907" y="192695"/>
                    <a:pt x="1134351" y="193856"/>
                    <a:pt x="1136582" y="199478"/>
                  </a:cubicBezTo>
                  <a:cubicBezTo>
                    <a:pt x="1137264" y="201857"/>
                    <a:pt x="1137595" y="204322"/>
                    <a:pt x="1137564" y="206797"/>
                  </a:cubicBezTo>
                  <a:lnTo>
                    <a:pt x="1136046" y="206975"/>
                  </a:lnTo>
                  <a:cubicBezTo>
                    <a:pt x="1136051" y="207971"/>
                    <a:pt x="1136434" y="208928"/>
                    <a:pt x="1137117" y="209653"/>
                  </a:cubicBezTo>
                  <a:cubicBezTo>
                    <a:pt x="1137779" y="210848"/>
                    <a:pt x="1138030" y="212228"/>
                    <a:pt x="1137832" y="213580"/>
                  </a:cubicBezTo>
                  <a:cubicBezTo>
                    <a:pt x="1137415" y="215863"/>
                    <a:pt x="1136502" y="218026"/>
                    <a:pt x="1135154" y="219917"/>
                  </a:cubicBezTo>
                  <a:cubicBezTo>
                    <a:pt x="1133726" y="222148"/>
                    <a:pt x="1131941" y="225360"/>
                    <a:pt x="1129799" y="225360"/>
                  </a:cubicBezTo>
                  <a:cubicBezTo>
                    <a:pt x="1124087" y="225538"/>
                    <a:pt x="1121231" y="226074"/>
                    <a:pt x="1119357" y="225985"/>
                  </a:cubicBezTo>
                  <a:cubicBezTo>
                    <a:pt x="1117483" y="225895"/>
                    <a:pt x="1111950" y="224021"/>
                    <a:pt x="1108023" y="224021"/>
                  </a:cubicBezTo>
                  <a:cubicBezTo>
                    <a:pt x="1104096" y="224021"/>
                    <a:pt x="1101330" y="225092"/>
                    <a:pt x="1096421" y="225003"/>
                  </a:cubicBezTo>
                  <a:cubicBezTo>
                    <a:pt x="1091512" y="224914"/>
                    <a:pt x="1082677" y="224021"/>
                    <a:pt x="1077232" y="223397"/>
                  </a:cubicBezTo>
                  <a:cubicBezTo>
                    <a:pt x="1073752" y="222951"/>
                    <a:pt x="1062863" y="223843"/>
                    <a:pt x="1059382" y="223397"/>
                  </a:cubicBezTo>
                  <a:cubicBezTo>
                    <a:pt x="1053395" y="222836"/>
                    <a:pt x="1047355" y="223319"/>
                    <a:pt x="1041532" y="224824"/>
                  </a:cubicBezTo>
                  <a:lnTo>
                    <a:pt x="1024486" y="227234"/>
                  </a:lnTo>
                  <a:cubicBezTo>
                    <a:pt x="1018418" y="228127"/>
                    <a:pt x="1010564" y="226788"/>
                    <a:pt x="1005119" y="226788"/>
                  </a:cubicBezTo>
                  <a:cubicBezTo>
                    <a:pt x="993442" y="227877"/>
                    <a:pt x="981920" y="230241"/>
                    <a:pt x="970758" y="233839"/>
                  </a:cubicBezTo>
                  <a:cubicBezTo>
                    <a:pt x="956567" y="238747"/>
                    <a:pt x="931757" y="250261"/>
                    <a:pt x="928633" y="249904"/>
                  </a:cubicBezTo>
                  <a:cubicBezTo>
                    <a:pt x="925509" y="249547"/>
                    <a:pt x="918905" y="240711"/>
                    <a:pt x="912568" y="234731"/>
                  </a:cubicBezTo>
                  <a:cubicBezTo>
                    <a:pt x="912032" y="231781"/>
                    <a:pt x="912032" y="228757"/>
                    <a:pt x="912568" y="225806"/>
                  </a:cubicBezTo>
                  <a:cubicBezTo>
                    <a:pt x="913155" y="222152"/>
                    <a:pt x="912819" y="218408"/>
                    <a:pt x="911586" y="214919"/>
                  </a:cubicBezTo>
                  <a:cubicBezTo>
                    <a:pt x="913996" y="210724"/>
                    <a:pt x="928008" y="205547"/>
                    <a:pt x="929436" y="205190"/>
                  </a:cubicBezTo>
                  <a:cubicBezTo>
                    <a:pt x="930864" y="204833"/>
                    <a:pt x="936398" y="206975"/>
                    <a:pt x="939789" y="206172"/>
                  </a:cubicBezTo>
                  <a:cubicBezTo>
                    <a:pt x="941574" y="205726"/>
                    <a:pt x="954247" y="200549"/>
                    <a:pt x="961208" y="198050"/>
                  </a:cubicBezTo>
                  <a:cubicBezTo>
                    <a:pt x="963975" y="197158"/>
                    <a:pt x="967991" y="196979"/>
                    <a:pt x="970133" y="196355"/>
                  </a:cubicBezTo>
                  <a:cubicBezTo>
                    <a:pt x="976737" y="194302"/>
                    <a:pt x="986466" y="189393"/>
                    <a:pt x="993606" y="186537"/>
                  </a:cubicBezTo>
                  <a:cubicBezTo>
                    <a:pt x="1008868" y="180468"/>
                    <a:pt x="1009671" y="162083"/>
                    <a:pt x="1011991" y="155121"/>
                  </a:cubicBezTo>
                  <a:cubicBezTo>
                    <a:pt x="1013215" y="151744"/>
                    <a:pt x="1013849" y="148182"/>
                    <a:pt x="1013866" y="144591"/>
                  </a:cubicBezTo>
                  <a:cubicBezTo>
                    <a:pt x="1013955" y="141110"/>
                    <a:pt x="1013687" y="136915"/>
                    <a:pt x="1011991" y="136290"/>
                  </a:cubicBezTo>
                  <a:cubicBezTo>
                    <a:pt x="1008985" y="136545"/>
                    <a:pt x="1006001" y="137023"/>
                    <a:pt x="1003066" y="137718"/>
                  </a:cubicBezTo>
                  <a:cubicBezTo>
                    <a:pt x="999308" y="139010"/>
                    <a:pt x="995274" y="139287"/>
                    <a:pt x="991375" y="138522"/>
                  </a:cubicBezTo>
                  <a:cubicBezTo>
                    <a:pt x="987805" y="136826"/>
                    <a:pt x="988340" y="132631"/>
                    <a:pt x="987805" y="127901"/>
                  </a:cubicBezTo>
                  <a:cubicBezTo>
                    <a:pt x="986663" y="123101"/>
                    <a:pt x="984259" y="118696"/>
                    <a:pt x="980843" y="115138"/>
                  </a:cubicBezTo>
                  <a:cubicBezTo>
                    <a:pt x="979504" y="111888"/>
                    <a:pt x="978895" y="108385"/>
                    <a:pt x="979058" y="104874"/>
                  </a:cubicBezTo>
                  <a:cubicBezTo>
                    <a:pt x="979147" y="103000"/>
                    <a:pt x="978166" y="96842"/>
                    <a:pt x="978166" y="94968"/>
                  </a:cubicBezTo>
                  <a:cubicBezTo>
                    <a:pt x="978166" y="90059"/>
                    <a:pt x="982807" y="89702"/>
                    <a:pt x="987091" y="87560"/>
                  </a:cubicBezTo>
                  <a:cubicBezTo>
                    <a:pt x="992398" y="88487"/>
                    <a:pt x="997644" y="89739"/>
                    <a:pt x="1002799" y="91308"/>
                  </a:cubicBezTo>
                  <a:cubicBezTo>
                    <a:pt x="1015402" y="89943"/>
                    <a:pt x="1027918" y="87857"/>
                    <a:pt x="1040283" y="85061"/>
                  </a:cubicBezTo>
                  <a:cubicBezTo>
                    <a:pt x="1043050" y="84436"/>
                    <a:pt x="1046084" y="83454"/>
                    <a:pt x="1046798" y="83276"/>
                  </a:cubicBezTo>
                  <a:cubicBezTo>
                    <a:pt x="1047512" y="83097"/>
                    <a:pt x="1050100" y="81937"/>
                    <a:pt x="1051439" y="81491"/>
                  </a:cubicBezTo>
                  <a:cubicBezTo>
                    <a:pt x="1061232" y="78619"/>
                    <a:pt x="1070665" y="74636"/>
                    <a:pt x="1079553" y="69622"/>
                  </a:cubicBezTo>
                  <a:cubicBezTo>
                    <a:pt x="1082103" y="68745"/>
                    <a:pt x="1084808" y="68410"/>
                    <a:pt x="1087496" y="68640"/>
                  </a:cubicBezTo>
                  <a:cubicBezTo>
                    <a:pt x="1089804" y="68442"/>
                    <a:pt x="1092097" y="68114"/>
                    <a:pt x="1094368" y="67658"/>
                  </a:cubicBezTo>
                  <a:close/>
                  <a:moveTo>
                    <a:pt x="699531" y="57304"/>
                  </a:moveTo>
                  <a:cubicBezTo>
                    <a:pt x="703905" y="54716"/>
                    <a:pt x="706136" y="64355"/>
                    <a:pt x="707564" y="67836"/>
                  </a:cubicBezTo>
                  <a:cubicBezTo>
                    <a:pt x="708367" y="69531"/>
                    <a:pt x="705958" y="76136"/>
                    <a:pt x="705689" y="78456"/>
                  </a:cubicBezTo>
                  <a:cubicBezTo>
                    <a:pt x="705422" y="80777"/>
                    <a:pt x="702030" y="83633"/>
                    <a:pt x="702030" y="90594"/>
                  </a:cubicBezTo>
                  <a:cubicBezTo>
                    <a:pt x="702120" y="93718"/>
                    <a:pt x="699264" y="96039"/>
                    <a:pt x="695426" y="99519"/>
                  </a:cubicBezTo>
                  <a:cubicBezTo>
                    <a:pt x="691500" y="103315"/>
                    <a:pt x="687834" y="107371"/>
                    <a:pt x="684449" y="111656"/>
                  </a:cubicBezTo>
                  <a:cubicBezTo>
                    <a:pt x="682660" y="115916"/>
                    <a:pt x="682254" y="120631"/>
                    <a:pt x="683288" y="125133"/>
                  </a:cubicBezTo>
                  <a:cubicBezTo>
                    <a:pt x="683288" y="126650"/>
                    <a:pt x="681414" y="131470"/>
                    <a:pt x="684091" y="134058"/>
                  </a:cubicBezTo>
                  <a:cubicBezTo>
                    <a:pt x="686769" y="136647"/>
                    <a:pt x="689714" y="133880"/>
                    <a:pt x="691231" y="134058"/>
                  </a:cubicBezTo>
                  <a:cubicBezTo>
                    <a:pt x="692749" y="134237"/>
                    <a:pt x="691767" y="137271"/>
                    <a:pt x="693552" y="140573"/>
                  </a:cubicBezTo>
                  <a:cubicBezTo>
                    <a:pt x="696854" y="146910"/>
                    <a:pt x="697925" y="147892"/>
                    <a:pt x="697925" y="151016"/>
                  </a:cubicBezTo>
                  <a:cubicBezTo>
                    <a:pt x="697835" y="152801"/>
                    <a:pt x="697835" y="154318"/>
                    <a:pt x="696408" y="155210"/>
                  </a:cubicBezTo>
                  <a:cubicBezTo>
                    <a:pt x="688142" y="160192"/>
                    <a:pt x="681098" y="166962"/>
                    <a:pt x="675791" y="175023"/>
                  </a:cubicBezTo>
                  <a:cubicBezTo>
                    <a:pt x="675205" y="177764"/>
                    <a:pt x="675551" y="180623"/>
                    <a:pt x="676773" y="183145"/>
                  </a:cubicBezTo>
                  <a:cubicBezTo>
                    <a:pt x="678468" y="183145"/>
                    <a:pt x="682752" y="183145"/>
                    <a:pt x="684627" y="183145"/>
                  </a:cubicBezTo>
                  <a:lnTo>
                    <a:pt x="684359" y="183680"/>
                  </a:lnTo>
                  <a:cubicBezTo>
                    <a:pt x="687161" y="184454"/>
                    <a:pt x="689654" y="186075"/>
                    <a:pt x="691499" y="188321"/>
                  </a:cubicBezTo>
                  <a:cubicBezTo>
                    <a:pt x="692783" y="190686"/>
                    <a:pt x="693515" y="193310"/>
                    <a:pt x="693641" y="195997"/>
                  </a:cubicBezTo>
                  <a:cubicBezTo>
                    <a:pt x="692302" y="207332"/>
                    <a:pt x="682485" y="214382"/>
                    <a:pt x="673560" y="220094"/>
                  </a:cubicBezTo>
                  <a:cubicBezTo>
                    <a:pt x="664636" y="225806"/>
                    <a:pt x="648481" y="232054"/>
                    <a:pt x="640806" y="236426"/>
                  </a:cubicBezTo>
                  <a:cubicBezTo>
                    <a:pt x="634469" y="240085"/>
                    <a:pt x="628490" y="249189"/>
                    <a:pt x="624830" y="250706"/>
                  </a:cubicBezTo>
                  <a:cubicBezTo>
                    <a:pt x="624830" y="250706"/>
                    <a:pt x="620457" y="252134"/>
                    <a:pt x="618494" y="250706"/>
                  </a:cubicBezTo>
                  <a:cubicBezTo>
                    <a:pt x="615585" y="249656"/>
                    <a:pt x="612601" y="248820"/>
                    <a:pt x="609569" y="248207"/>
                  </a:cubicBezTo>
                  <a:cubicBezTo>
                    <a:pt x="606535" y="247225"/>
                    <a:pt x="607963" y="242941"/>
                    <a:pt x="605732" y="240353"/>
                  </a:cubicBezTo>
                  <a:cubicBezTo>
                    <a:pt x="603399" y="238081"/>
                    <a:pt x="601521" y="235385"/>
                    <a:pt x="600198" y="232411"/>
                  </a:cubicBezTo>
                  <a:cubicBezTo>
                    <a:pt x="598334" y="227827"/>
                    <a:pt x="597481" y="222895"/>
                    <a:pt x="597699" y="217952"/>
                  </a:cubicBezTo>
                  <a:cubicBezTo>
                    <a:pt x="600361" y="211650"/>
                    <a:pt x="605490" y="206714"/>
                    <a:pt x="611889" y="204297"/>
                  </a:cubicBezTo>
                  <a:cubicBezTo>
                    <a:pt x="614707" y="202459"/>
                    <a:pt x="617419" y="200462"/>
                    <a:pt x="620011" y="198317"/>
                  </a:cubicBezTo>
                  <a:cubicBezTo>
                    <a:pt x="622492" y="196941"/>
                    <a:pt x="624512" y="194860"/>
                    <a:pt x="625812" y="192337"/>
                  </a:cubicBezTo>
                  <a:cubicBezTo>
                    <a:pt x="626587" y="190485"/>
                    <a:pt x="627099" y="188532"/>
                    <a:pt x="627329" y="186536"/>
                  </a:cubicBezTo>
                  <a:cubicBezTo>
                    <a:pt x="627508" y="183502"/>
                    <a:pt x="629025" y="181271"/>
                    <a:pt x="629024" y="179039"/>
                  </a:cubicBezTo>
                  <a:cubicBezTo>
                    <a:pt x="628779" y="176816"/>
                    <a:pt x="627843" y="174725"/>
                    <a:pt x="626347" y="173060"/>
                  </a:cubicBezTo>
                  <a:cubicBezTo>
                    <a:pt x="624905" y="171595"/>
                    <a:pt x="623807" y="169826"/>
                    <a:pt x="623134" y="167884"/>
                  </a:cubicBezTo>
                  <a:cubicBezTo>
                    <a:pt x="623134" y="167795"/>
                    <a:pt x="616709" y="160387"/>
                    <a:pt x="616708" y="156728"/>
                  </a:cubicBezTo>
                  <a:cubicBezTo>
                    <a:pt x="616921" y="151088"/>
                    <a:pt x="621344" y="146513"/>
                    <a:pt x="626972" y="146107"/>
                  </a:cubicBezTo>
                  <a:cubicBezTo>
                    <a:pt x="628757" y="145393"/>
                    <a:pt x="632059" y="146107"/>
                    <a:pt x="633844" y="146107"/>
                  </a:cubicBezTo>
                  <a:cubicBezTo>
                    <a:pt x="638128" y="145750"/>
                    <a:pt x="641163" y="141644"/>
                    <a:pt x="643484" y="138164"/>
                  </a:cubicBezTo>
                  <a:cubicBezTo>
                    <a:pt x="644724" y="133376"/>
                    <a:pt x="645441" y="128469"/>
                    <a:pt x="645625" y="123527"/>
                  </a:cubicBezTo>
                  <a:cubicBezTo>
                    <a:pt x="647053" y="118529"/>
                    <a:pt x="641074" y="117725"/>
                    <a:pt x="638128" y="116565"/>
                  </a:cubicBezTo>
                  <a:cubicBezTo>
                    <a:pt x="635296" y="115136"/>
                    <a:pt x="632298" y="114057"/>
                    <a:pt x="629203" y="113352"/>
                  </a:cubicBezTo>
                  <a:cubicBezTo>
                    <a:pt x="626794" y="113174"/>
                    <a:pt x="624741" y="110318"/>
                    <a:pt x="623581" y="107195"/>
                  </a:cubicBezTo>
                  <a:cubicBezTo>
                    <a:pt x="622421" y="104071"/>
                    <a:pt x="621438" y="105053"/>
                    <a:pt x="618940" y="104071"/>
                  </a:cubicBezTo>
                  <a:cubicBezTo>
                    <a:pt x="616440" y="103089"/>
                    <a:pt x="616440" y="94611"/>
                    <a:pt x="616440" y="93629"/>
                  </a:cubicBezTo>
                  <a:cubicBezTo>
                    <a:pt x="616440" y="92647"/>
                    <a:pt x="619029" y="91576"/>
                    <a:pt x="621260" y="90594"/>
                  </a:cubicBezTo>
                  <a:cubicBezTo>
                    <a:pt x="623492" y="89613"/>
                    <a:pt x="623492" y="88006"/>
                    <a:pt x="624919" y="84972"/>
                  </a:cubicBezTo>
                  <a:cubicBezTo>
                    <a:pt x="626348" y="81937"/>
                    <a:pt x="629650" y="81223"/>
                    <a:pt x="632684" y="80420"/>
                  </a:cubicBezTo>
                  <a:cubicBezTo>
                    <a:pt x="636094" y="80219"/>
                    <a:pt x="639491" y="79831"/>
                    <a:pt x="642859" y="79260"/>
                  </a:cubicBezTo>
                  <a:cubicBezTo>
                    <a:pt x="657138" y="73459"/>
                    <a:pt x="673292" y="57483"/>
                    <a:pt x="686947" y="58197"/>
                  </a:cubicBezTo>
                  <a:cubicBezTo>
                    <a:pt x="693908" y="58643"/>
                    <a:pt x="696764" y="58822"/>
                    <a:pt x="699531" y="57304"/>
                  </a:cubicBezTo>
                  <a:close/>
                  <a:moveTo>
                    <a:pt x="1315527" y="56948"/>
                  </a:moveTo>
                  <a:cubicBezTo>
                    <a:pt x="1318829" y="57483"/>
                    <a:pt x="1327665" y="55966"/>
                    <a:pt x="1328468" y="57483"/>
                  </a:cubicBezTo>
                  <a:cubicBezTo>
                    <a:pt x="1331034" y="61243"/>
                    <a:pt x="1334628" y="64186"/>
                    <a:pt x="1338821" y="65962"/>
                  </a:cubicBezTo>
                  <a:cubicBezTo>
                    <a:pt x="1342302" y="67747"/>
                    <a:pt x="1340785" y="70157"/>
                    <a:pt x="1341231" y="73280"/>
                  </a:cubicBezTo>
                  <a:cubicBezTo>
                    <a:pt x="1341677" y="76403"/>
                    <a:pt x="1343641" y="77653"/>
                    <a:pt x="1342659" y="80330"/>
                  </a:cubicBezTo>
                  <a:cubicBezTo>
                    <a:pt x="1341677" y="83008"/>
                    <a:pt x="1339268" y="87738"/>
                    <a:pt x="1337215" y="93450"/>
                  </a:cubicBezTo>
                  <a:cubicBezTo>
                    <a:pt x="1337215" y="94699"/>
                    <a:pt x="1335608" y="101125"/>
                    <a:pt x="1337215" y="101125"/>
                  </a:cubicBezTo>
                  <a:cubicBezTo>
                    <a:pt x="1339066" y="101238"/>
                    <a:pt x="1340907" y="100769"/>
                    <a:pt x="1342481" y="99787"/>
                  </a:cubicBezTo>
                  <a:cubicBezTo>
                    <a:pt x="1343284" y="99430"/>
                    <a:pt x="1346854" y="97645"/>
                    <a:pt x="1349085" y="96841"/>
                  </a:cubicBezTo>
                  <a:cubicBezTo>
                    <a:pt x="1351765" y="96244"/>
                    <a:pt x="1354370" y="95347"/>
                    <a:pt x="1356849" y="94164"/>
                  </a:cubicBezTo>
                  <a:cubicBezTo>
                    <a:pt x="1359884" y="92022"/>
                    <a:pt x="1363899" y="87738"/>
                    <a:pt x="1365774" y="87738"/>
                  </a:cubicBezTo>
                  <a:cubicBezTo>
                    <a:pt x="1365774" y="87738"/>
                    <a:pt x="1377644" y="84257"/>
                    <a:pt x="1379697" y="87738"/>
                  </a:cubicBezTo>
                  <a:cubicBezTo>
                    <a:pt x="1381749" y="91219"/>
                    <a:pt x="1386747" y="90862"/>
                    <a:pt x="1391835" y="91665"/>
                  </a:cubicBezTo>
                  <a:cubicBezTo>
                    <a:pt x="1396922" y="92468"/>
                    <a:pt x="1400224" y="100679"/>
                    <a:pt x="1400224" y="107641"/>
                  </a:cubicBezTo>
                  <a:cubicBezTo>
                    <a:pt x="1400313" y="110497"/>
                    <a:pt x="1400135" y="111657"/>
                    <a:pt x="1397011" y="111657"/>
                  </a:cubicBezTo>
                  <a:cubicBezTo>
                    <a:pt x="1395316" y="111746"/>
                    <a:pt x="1393441" y="114602"/>
                    <a:pt x="1390318" y="116655"/>
                  </a:cubicBezTo>
                  <a:cubicBezTo>
                    <a:pt x="1385448" y="119456"/>
                    <a:pt x="1380266" y="121672"/>
                    <a:pt x="1374877" y="123259"/>
                  </a:cubicBezTo>
                  <a:cubicBezTo>
                    <a:pt x="1372162" y="125072"/>
                    <a:pt x="1369137" y="126372"/>
                    <a:pt x="1365952" y="127097"/>
                  </a:cubicBezTo>
                  <a:cubicBezTo>
                    <a:pt x="1362025" y="127633"/>
                    <a:pt x="1358545" y="127811"/>
                    <a:pt x="1355600" y="128436"/>
                  </a:cubicBezTo>
                  <a:cubicBezTo>
                    <a:pt x="1350073" y="129792"/>
                    <a:pt x="1344737" y="131830"/>
                    <a:pt x="1339714" y="134505"/>
                  </a:cubicBezTo>
                  <a:cubicBezTo>
                    <a:pt x="1337572" y="136775"/>
                    <a:pt x="1335795" y="139365"/>
                    <a:pt x="1334448" y="142180"/>
                  </a:cubicBezTo>
                  <a:cubicBezTo>
                    <a:pt x="1333207" y="146359"/>
                    <a:pt x="1333894" y="150875"/>
                    <a:pt x="1336322" y="154496"/>
                  </a:cubicBezTo>
                  <a:cubicBezTo>
                    <a:pt x="1343755" y="164620"/>
                    <a:pt x="1352590" y="173635"/>
                    <a:pt x="1362561" y="181271"/>
                  </a:cubicBezTo>
                  <a:cubicBezTo>
                    <a:pt x="1367291" y="185287"/>
                    <a:pt x="1373985" y="199121"/>
                    <a:pt x="1381928" y="203137"/>
                  </a:cubicBezTo>
                  <a:cubicBezTo>
                    <a:pt x="1389014" y="206991"/>
                    <a:pt x="1395684" y="211568"/>
                    <a:pt x="1401831" y="216791"/>
                  </a:cubicBezTo>
                  <a:cubicBezTo>
                    <a:pt x="1405455" y="218711"/>
                    <a:pt x="1409288" y="220210"/>
                    <a:pt x="1413255" y="221254"/>
                  </a:cubicBezTo>
                  <a:cubicBezTo>
                    <a:pt x="1416825" y="222771"/>
                    <a:pt x="1419948" y="226073"/>
                    <a:pt x="1422179" y="226877"/>
                  </a:cubicBezTo>
                  <a:cubicBezTo>
                    <a:pt x="1427980" y="228840"/>
                    <a:pt x="1432978" y="230625"/>
                    <a:pt x="1441903" y="234195"/>
                  </a:cubicBezTo>
                  <a:cubicBezTo>
                    <a:pt x="1444045" y="235088"/>
                    <a:pt x="1447615" y="235355"/>
                    <a:pt x="1448686" y="237319"/>
                  </a:cubicBezTo>
                  <a:lnTo>
                    <a:pt x="1447972" y="238211"/>
                  </a:lnTo>
                  <a:cubicBezTo>
                    <a:pt x="1448865" y="239907"/>
                    <a:pt x="1446008" y="241424"/>
                    <a:pt x="1445830" y="243388"/>
                  </a:cubicBezTo>
                  <a:cubicBezTo>
                    <a:pt x="1445652" y="245351"/>
                    <a:pt x="1446544" y="248654"/>
                    <a:pt x="1444849" y="250706"/>
                  </a:cubicBezTo>
                  <a:cubicBezTo>
                    <a:pt x="1442106" y="254223"/>
                    <a:pt x="1437969" y="256373"/>
                    <a:pt x="1433514" y="256597"/>
                  </a:cubicBezTo>
                  <a:cubicBezTo>
                    <a:pt x="1431639" y="256775"/>
                    <a:pt x="1430211" y="259453"/>
                    <a:pt x="1428873" y="260435"/>
                  </a:cubicBezTo>
                  <a:cubicBezTo>
                    <a:pt x="1427534" y="261416"/>
                    <a:pt x="1425570" y="261416"/>
                    <a:pt x="1424231" y="261416"/>
                  </a:cubicBezTo>
                  <a:cubicBezTo>
                    <a:pt x="1420742" y="261430"/>
                    <a:pt x="1417254" y="261221"/>
                    <a:pt x="1413790" y="260792"/>
                  </a:cubicBezTo>
                  <a:cubicBezTo>
                    <a:pt x="1410192" y="260988"/>
                    <a:pt x="1406588" y="260988"/>
                    <a:pt x="1402991" y="260792"/>
                  </a:cubicBezTo>
                  <a:cubicBezTo>
                    <a:pt x="1399756" y="260763"/>
                    <a:pt x="1396553" y="260158"/>
                    <a:pt x="1393530" y="259007"/>
                  </a:cubicBezTo>
                  <a:cubicBezTo>
                    <a:pt x="1387640" y="255615"/>
                    <a:pt x="1383178" y="258114"/>
                    <a:pt x="1378715" y="256954"/>
                  </a:cubicBezTo>
                  <a:cubicBezTo>
                    <a:pt x="1375212" y="256323"/>
                    <a:pt x="1372152" y="254207"/>
                    <a:pt x="1370326" y="251153"/>
                  </a:cubicBezTo>
                  <a:cubicBezTo>
                    <a:pt x="1367470" y="243209"/>
                    <a:pt x="1371307" y="240889"/>
                    <a:pt x="1357474" y="228215"/>
                  </a:cubicBezTo>
                  <a:cubicBezTo>
                    <a:pt x="1352255" y="222358"/>
                    <a:pt x="1347397" y="216188"/>
                    <a:pt x="1342927" y="209741"/>
                  </a:cubicBezTo>
                  <a:cubicBezTo>
                    <a:pt x="1340205" y="206163"/>
                    <a:pt x="1337222" y="202793"/>
                    <a:pt x="1334002" y="199656"/>
                  </a:cubicBezTo>
                  <a:cubicBezTo>
                    <a:pt x="1324898" y="192963"/>
                    <a:pt x="1316777" y="183681"/>
                    <a:pt x="1313742" y="181806"/>
                  </a:cubicBezTo>
                  <a:cubicBezTo>
                    <a:pt x="1312671" y="181182"/>
                    <a:pt x="1306602" y="195640"/>
                    <a:pt x="1299730" y="203048"/>
                  </a:cubicBezTo>
                  <a:cubicBezTo>
                    <a:pt x="1292858" y="210455"/>
                    <a:pt x="1287860" y="213935"/>
                    <a:pt x="1279470" y="222860"/>
                  </a:cubicBezTo>
                  <a:cubicBezTo>
                    <a:pt x="1273347" y="228287"/>
                    <a:pt x="1266306" y="232580"/>
                    <a:pt x="1258676" y="235534"/>
                  </a:cubicBezTo>
                  <a:cubicBezTo>
                    <a:pt x="1255195" y="237854"/>
                    <a:pt x="1247252" y="241424"/>
                    <a:pt x="1243236" y="243923"/>
                  </a:cubicBezTo>
                  <a:cubicBezTo>
                    <a:pt x="1239219" y="246422"/>
                    <a:pt x="1232169" y="246065"/>
                    <a:pt x="1229045" y="247583"/>
                  </a:cubicBezTo>
                  <a:cubicBezTo>
                    <a:pt x="1226572" y="248550"/>
                    <a:pt x="1223936" y="249034"/>
                    <a:pt x="1221280" y="249011"/>
                  </a:cubicBezTo>
                  <a:cubicBezTo>
                    <a:pt x="1219138" y="248654"/>
                    <a:pt x="1217621" y="245619"/>
                    <a:pt x="1216014" y="244459"/>
                  </a:cubicBezTo>
                  <a:cubicBezTo>
                    <a:pt x="1214408" y="243299"/>
                    <a:pt x="1214408" y="237497"/>
                    <a:pt x="1211998" y="236426"/>
                  </a:cubicBezTo>
                  <a:cubicBezTo>
                    <a:pt x="1209673" y="235855"/>
                    <a:pt x="1207403" y="235079"/>
                    <a:pt x="1205216" y="234106"/>
                  </a:cubicBezTo>
                  <a:cubicBezTo>
                    <a:pt x="1203787" y="232767"/>
                    <a:pt x="1204947" y="230536"/>
                    <a:pt x="1209589" y="229019"/>
                  </a:cubicBezTo>
                  <a:cubicBezTo>
                    <a:pt x="1213290" y="227763"/>
                    <a:pt x="1216692" y="225757"/>
                    <a:pt x="1219584" y="223128"/>
                  </a:cubicBezTo>
                  <a:cubicBezTo>
                    <a:pt x="1222038" y="221665"/>
                    <a:pt x="1224341" y="219960"/>
                    <a:pt x="1226457" y="218041"/>
                  </a:cubicBezTo>
                  <a:cubicBezTo>
                    <a:pt x="1227260" y="217059"/>
                    <a:pt x="1230116" y="216613"/>
                    <a:pt x="1231277" y="215899"/>
                  </a:cubicBezTo>
                  <a:cubicBezTo>
                    <a:pt x="1242604" y="206299"/>
                    <a:pt x="1253333" y="196016"/>
                    <a:pt x="1263406" y="185109"/>
                  </a:cubicBezTo>
                  <a:cubicBezTo>
                    <a:pt x="1269165" y="178903"/>
                    <a:pt x="1273411" y="171450"/>
                    <a:pt x="1275812" y="163332"/>
                  </a:cubicBezTo>
                  <a:cubicBezTo>
                    <a:pt x="1277331" y="160588"/>
                    <a:pt x="1278215" y="157538"/>
                    <a:pt x="1278400" y="154407"/>
                  </a:cubicBezTo>
                  <a:cubicBezTo>
                    <a:pt x="1278132" y="152979"/>
                    <a:pt x="1273848" y="154407"/>
                    <a:pt x="1271974" y="154407"/>
                  </a:cubicBezTo>
                  <a:cubicBezTo>
                    <a:pt x="1270100" y="154407"/>
                    <a:pt x="1268940" y="154317"/>
                    <a:pt x="1267065" y="154407"/>
                  </a:cubicBezTo>
                  <a:cubicBezTo>
                    <a:pt x="1265191" y="154496"/>
                    <a:pt x="1262603" y="156192"/>
                    <a:pt x="1260461" y="156192"/>
                  </a:cubicBezTo>
                  <a:cubicBezTo>
                    <a:pt x="1258409" y="156906"/>
                    <a:pt x="1256176" y="156906"/>
                    <a:pt x="1254124" y="156192"/>
                  </a:cubicBezTo>
                  <a:cubicBezTo>
                    <a:pt x="1250732" y="155121"/>
                    <a:pt x="1248947" y="152265"/>
                    <a:pt x="1244395" y="151640"/>
                  </a:cubicBezTo>
                  <a:cubicBezTo>
                    <a:pt x="1238254" y="149462"/>
                    <a:pt x="1233867" y="144005"/>
                    <a:pt x="1233060" y="137539"/>
                  </a:cubicBezTo>
                  <a:cubicBezTo>
                    <a:pt x="1232290" y="134229"/>
                    <a:pt x="1233467" y="130769"/>
                    <a:pt x="1236095" y="128614"/>
                  </a:cubicBezTo>
                  <a:cubicBezTo>
                    <a:pt x="1238416" y="126919"/>
                    <a:pt x="1239576" y="124509"/>
                    <a:pt x="1241451" y="123081"/>
                  </a:cubicBezTo>
                  <a:cubicBezTo>
                    <a:pt x="1243325" y="121653"/>
                    <a:pt x="1246716" y="121474"/>
                    <a:pt x="1248234" y="120493"/>
                  </a:cubicBezTo>
                  <a:cubicBezTo>
                    <a:pt x="1249751" y="119511"/>
                    <a:pt x="1251357" y="117726"/>
                    <a:pt x="1253945" y="116744"/>
                  </a:cubicBezTo>
                  <a:cubicBezTo>
                    <a:pt x="1256534" y="115762"/>
                    <a:pt x="1263138" y="116744"/>
                    <a:pt x="1267869" y="116744"/>
                  </a:cubicBezTo>
                  <a:cubicBezTo>
                    <a:pt x="1275999" y="115676"/>
                    <a:pt x="1283813" y="112909"/>
                    <a:pt x="1290805" y="108622"/>
                  </a:cubicBezTo>
                  <a:cubicBezTo>
                    <a:pt x="1290563" y="101325"/>
                    <a:pt x="1292062" y="94073"/>
                    <a:pt x="1295178" y="87470"/>
                  </a:cubicBezTo>
                  <a:cubicBezTo>
                    <a:pt x="1296233" y="83087"/>
                    <a:pt x="1296744" y="78591"/>
                    <a:pt x="1296695" y="74084"/>
                  </a:cubicBezTo>
                  <a:cubicBezTo>
                    <a:pt x="1297185" y="70239"/>
                    <a:pt x="1296974" y="66338"/>
                    <a:pt x="1296071" y="62570"/>
                  </a:cubicBezTo>
                  <a:cubicBezTo>
                    <a:pt x="1295981" y="59357"/>
                    <a:pt x="1297766" y="59000"/>
                    <a:pt x="1299641" y="58465"/>
                  </a:cubicBezTo>
                  <a:cubicBezTo>
                    <a:pt x="1305531" y="56858"/>
                    <a:pt x="1305442" y="59090"/>
                    <a:pt x="1308566" y="59179"/>
                  </a:cubicBezTo>
                  <a:cubicBezTo>
                    <a:pt x="1311689" y="59268"/>
                    <a:pt x="1312225" y="56412"/>
                    <a:pt x="1315527" y="56948"/>
                  </a:cubicBezTo>
                  <a:close/>
                  <a:moveTo>
                    <a:pt x="80146" y="54092"/>
                  </a:moveTo>
                  <a:cubicBezTo>
                    <a:pt x="81841" y="54271"/>
                    <a:pt x="83805" y="57127"/>
                    <a:pt x="86750" y="57751"/>
                  </a:cubicBezTo>
                  <a:cubicBezTo>
                    <a:pt x="89695" y="58376"/>
                    <a:pt x="93889" y="58287"/>
                    <a:pt x="97280" y="58912"/>
                  </a:cubicBezTo>
                  <a:cubicBezTo>
                    <a:pt x="99066" y="58912"/>
                    <a:pt x="106205" y="58912"/>
                    <a:pt x="107991" y="58912"/>
                  </a:cubicBezTo>
                  <a:cubicBezTo>
                    <a:pt x="110404" y="59059"/>
                    <a:pt x="112766" y="59665"/>
                    <a:pt x="114952" y="60697"/>
                  </a:cubicBezTo>
                  <a:cubicBezTo>
                    <a:pt x="116023" y="61322"/>
                    <a:pt x="119772" y="62125"/>
                    <a:pt x="121110" y="63642"/>
                  </a:cubicBezTo>
                  <a:cubicBezTo>
                    <a:pt x="124141" y="66452"/>
                    <a:pt x="126412" y="69983"/>
                    <a:pt x="127715" y="73906"/>
                  </a:cubicBezTo>
                  <a:lnTo>
                    <a:pt x="126554" y="74352"/>
                  </a:lnTo>
                  <a:cubicBezTo>
                    <a:pt x="127001" y="77565"/>
                    <a:pt x="126019" y="78636"/>
                    <a:pt x="126019" y="81135"/>
                  </a:cubicBezTo>
                  <a:cubicBezTo>
                    <a:pt x="126412" y="84575"/>
                    <a:pt x="126412" y="88048"/>
                    <a:pt x="126019" y="91488"/>
                  </a:cubicBezTo>
                  <a:cubicBezTo>
                    <a:pt x="125573" y="93273"/>
                    <a:pt x="122895" y="97646"/>
                    <a:pt x="120753" y="102734"/>
                  </a:cubicBezTo>
                  <a:cubicBezTo>
                    <a:pt x="119991" y="106563"/>
                    <a:pt x="119485" y="110438"/>
                    <a:pt x="119236" y="114335"/>
                  </a:cubicBezTo>
                  <a:cubicBezTo>
                    <a:pt x="119147" y="119779"/>
                    <a:pt x="118879" y="123796"/>
                    <a:pt x="118076" y="135398"/>
                  </a:cubicBezTo>
                  <a:cubicBezTo>
                    <a:pt x="117897" y="139325"/>
                    <a:pt x="116826" y="142984"/>
                    <a:pt x="116201" y="148250"/>
                  </a:cubicBezTo>
                  <a:cubicBezTo>
                    <a:pt x="115934" y="150213"/>
                    <a:pt x="115398" y="155747"/>
                    <a:pt x="115398" y="159138"/>
                  </a:cubicBezTo>
                  <a:cubicBezTo>
                    <a:pt x="115309" y="164226"/>
                    <a:pt x="117629" y="165208"/>
                    <a:pt x="117897" y="166546"/>
                  </a:cubicBezTo>
                  <a:cubicBezTo>
                    <a:pt x="118165" y="167885"/>
                    <a:pt x="118254" y="168153"/>
                    <a:pt x="118611" y="170830"/>
                  </a:cubicBezTo>
                  <a:cubicBezTo>
                    <a:pt x="118968" y="173508"/>
                    <a:pt x="120486" y="174757"/>
                    <a:pt x="120039" y="177524"/>
                  </a:cubicBezTo>
                  <a:cubicBezTo>
                    <a:pt x="119593" y="180290"/>
                    <a:pt x="117272" y="184931"/>
                    <a:pt x="116023" y="191892"/>
                  </a:cubicBezTo>
                  <a:cubicBezTo>
                    <a:pt x="115375" y="195057"/>
                    <a:pt x="113559" y="197861"/>
                    <a:pt x="110936" y="199746"/>
                  </a:cubicBezTo>
                  <a:cubicBezTo>
                    <a:pt x="106406" y="203538"/>
                    <a:pt x="101279" y="206553"/>
                    <a:pt x="95763" y="208671"/>
                  </a:cubicBezTo>
                  <a:cubicBezTo>
                    <a:pt x="89695" y="210635"/>
                    <a:pt x="85947" y="219024"/>
                    <a:pt x="82466" y="221255"/>
                  </a:cubicBezTo>
                  <a:cubicBezTo>
                    <a:pt x="77924" y="223641"/>
                    <a:pt x="73245" y="225757"/>
                    <a:pt x="68454" y="227592"/>
                  </a:cubicBezTo>
                  <a:cubicBezTo>
                    <a:pt x="62069" y="230345"/>
                    <a:pt x="56070" y="233915"/>
                    <a:pt x="50604" y="238213"/>
                  </a:cubicBezTo>
                  <a:cubicBezTo>
                    <a:pt x="47096" y="240096"/>
                    <a:pt x="43421" y="241650"/>
                    <a:pt x="39626" y="242854"/>
                  </a:cubicBezTo>
                  <a:cubicBezTo>
                    <a:pt x="34255" y="247413"/>
                    <a:pt x="28524" y="251531"/>
                    <a:pt x="22491" y="255170"/>
                  </a:cubicBezTo>
                  <a:cubicBezTo>
                    <a:pt x="19010" y="256687"/>
                    <a:pt x="14816" y="248744"/>
                    <a:pt x="11513" y="245263"/>
                  </a:cubicBezTo>
                  <a:cubicBezTo>
                    <a:pt x="9305" y="243271"/>
                    <a:pt x="6949" y="241451"/>
                    <a:pt x="4463" y="239820"/>
                  </a:cubicBezTo>
                  <a:cubicBezTo>
                    <a:pt x="2499" y="238213"/>
                    <a:pt x="3213" y="233661"/>
                    <a:pt x="2499" y="230895"/>
                  </a:cubicBezTo>
                  <a:cubicBezTo>
                    <a:pt x="1785" y="228128"/>
                    <a:pt x="0" y="224379"/>
                    <a:pt x="0" y="223130"/>
                  </a:cubicBezTo>
                  <a:cubicBezTo>
                    <a:pt x="185" y="220509"/>
                    <a:pt x="1848" y="218223"/>
                    <a:pt x="4284" y="217239"/>
                  </a:cubicBezTo>
                  <a:cubicBezTo>
                    <a:pt x="6248" y="216614"/>
                    <a:pt x="9014" y="217507"/>
                    <a:pt x="10889" y="216614"/>
                  </a:cubicBezTo>
                  <a:cubicBezTo>
                    <a:pt x="14472" y="214879"/>
                    <a:pt x="17904" y="212849"/>
                    <a:pt x="21152" y="210545"/>
                  </a:cubicBezTo>
                  <a:cubicBezTo>
                    <a:pt x="24569" y="208581"/>
                    <a:pt x="28274" y="207166"/>
                    <a:pt x="32129" y="206351"/>
                  </a:cubicBezTo>
                  <a:cubicBezTo>
                    <a:pt x="38706" y="203293"/>
                    <a:pt x="45059" y="199773"/>
                    <a:pt x="51139" y="195819"/>
                  </a:cubicBezTo>
                  <a:cubicBezTo>
                    <a:pt x="54263" y="194123"/>
                    <a:pt x="60064" y="191268"/>
                    <a:pt x="60064" y="186894"/>
                  </a:cubicBezTo>
                  <a:cubicBezTo>
                    <a:pt x="60309" y="180167"/>
                    <a:pt x="60130" y="173430"/>
                    <a:pt x="59529" y="166725"/>
                  </a:cubicBezTo>
                  <a:cubicBezTo>
                    <a:pt x="58547" y="164672"/>
                    <a:pt x="54798" y="163869"/>
                    <a:pt x="54799" y="163869"/>
                  </a:cubicBezTo>
                  <a:cubicBezTo>
                    <a:pt x="51901" y="164711"/>
                    <a:pt x="48891" y="165103"/>
                    <a:pt x="45874" y="165029"/>
                  </a:cubicBezTo>
                  <a:cubicBezTo>
                    <a:pt x="43004" y="165824"/>
                    <a:pt x="40200" y="166839"/>
                    <a:pt x="37484" y="168063"/>
                  </a:cubicBezTo>
                  <a:cubicBezTo>
                    <a:pt x="35788" y="168867"/>
                    <a:pt x="32754" y="169670"/>
                    <a:pt x="31147" y="168867"/>
                  </a:cubicBezTo>
                  <a:cubicBezTo>
                    <a:pt x="29324" y="168385"/>
                    <a:pt x="27816" y="167106"/>
                    <a:pt x="27042" y="165386"/>
                  </a:cubicBezTo>
                  <a:cubicBezTo>
                    <a:pt x="25876" y="162055"/>
                    <a:pt x="25243" y="158561"/>
                    <a:pt x="25168" y="155033"/>
                  </a:cubicBezTo>
                  <a:cubicBezTo>
                    <a:pt x="24100" y="152765"/>
                    <a:pt x="23493" y="150308"/>
                    <a:pt x="23383" y="147804"/>
                  </a:cubicBezTo>
                  <a:cubicBezTo>
                    <a:pt x="24201" y="142971"/>
                    <a:pt x="24470" y="138060"/>
                    <a:pt x="24187" y="133167"/>
                  </a:cubicBezTo>
                  <a:cubicBezTo>
                    <a:pt x="24187" y="127365"/>
                    <a:pt x="29005" y="125402"/>
                    <a:pt x="33111" y="124688"/>
                  </a:cubicBezTo>
                  <a:cubicBezTo>
                    <a:pt x="37216" y="123974"/>
                    <a:pt x="40875" y="120939"/>
                    <a:pt x="44981" y="120940"/>
                  </a:cubicBezTo>
                  <a:cubicBezTo>
                    <a:pt x="47969" y="121031"/>
                    <a:pt x="50960" y="120822"/>
                    <a:pt x="53906" y="120315"/>
                  </a:cubicBezTo>
                  <a:cubicBezTo>
                    <a:pt x="58137" y="119092"/>
                    <a:pt x="62165" y="117258"/>
                    <a:pt x="65866" y="114871"/>
                  </a:cubicBezTo>
                  <a:cubicBezTo>
                    <a:pt x="68186" y="111479"/>
                    <a:pt x="71667" y="109337"/>
                    <a:pt x="71667" y="103983"/>
                  </a:cubicBezTo>
                  <a:cubicBezTo>
                    <a:pt x="72202" y="93898"/>
                    <a:pt x="75326" y="89435"/>
                    <a:pt x="75326" y="80510"/>
                  </a:cubicBezTo>
                  <a:cubicBezTo>
                    <a:pt x="75727" y="74809"/>
                    <a:pt x="73529" y="69232"/>
                    <a:pt x="69346" y="65338"/>
                  </a:cubicBezTo>
                  <a:cubicBezTo>
                    <a:pt x="68499" y="64036"/>
                    <a:pt x="68499" y="62357"/>
                    <a:pt x="69346" y="61054"/>
                  </a:cubicBezTo>
                  <a:cubicBezTo>
                    <a:pt x="71825" y="59675"/>
                    <a:pt x="74081" y="57930"/>
                    <a:pt x="76040" y="55877"/>
                  </a:cubicBezTo>
                  <a:cubicBezTo>
                    <a:pt x="76950" y="54541"/>
                    <a:pt x="78547" y="53847"/>
                    <a:pt x="80146" y="54092"/>
                  </a:cubicBezTo>
                  <a:close/>
                  <a:moveTo>
                    <a:pt x="206879" y="42222"/>
                  </a:moveTo>
                  <a:cubicBezTo>
                    <a:pt x="210984" y="42400"/>
                    <a:pt x="211520" y="44720"/>
                    <a:pt x="213394" y="46059"/>
                  </a:cubicBezTo>
                  <a:cubicBezTo>
                    <a:pt x="215106" y="46839"/>
                    <a:pt x="216957" y="47264"/>
                    <a:pt x="218838" y="47308"/>
                  </a:cubicBezTo>
                  <a:cubicBezTo>
                    <a:pt x="220534" y="47576"/>
                    <a:pt x="222140" y="49986"/>
                    <a:pt x="223033" y="52038"/>
                  </a:cubicBezTo>
                  <a:cubicBezTo>
                    <a:pt x="225018" y="56145"/>
                    <a:pt x="226171" y="60604"/>
                    <a:pt x="226424" y="65158"/>
                  </a:cubicBezTo>
                  <a:cubicBezTo>
                    <a:pt x="226067" y="74886"/>
                    <a:pt x="219195" y="77028"/>
                    <a:pt x="216696" y="83008"/>
                  </a:cubicBezTo>
                  <a:cubicBezTo>
                    <a:pt x="215714" y="85897"/>
                    <a:pt x="215084" y="88893"/>
                    <a:pt x="214822" y="91933"/>
                  </a:cubicBezTo>
                  <a:cubicBezTo>
                    <a:pt x="215714" y="96842"/>
                    <a:pt x="220712" y="98181"/>
                    <a:pt x="222854" y="94700"/>
                  </a:cubicBezTo>
                  <a:cubicBezTo>
                    <a:pt x="226871" y="93808"/>
                    <a:pt x="228120" y="91487"/>
                    <a:pt x="230887" y="90148"/>
                  </a:cubicBezTo>
                  <a:cubicBezTo>
                    <a:pt x="233654" y="88810"/>
                    <a:pt x="237581" y="93272"/>
                    <a:pt x="243827" y="94700"/>
                  </a:cubicBezTo>
                  <a:cubicBezTo>
                    <a:pt x="247308" y="95503"/>
                    <a:pt x="248736" y="104160"/>
                    <a:pt x="251056" y="108177"/>
                  </a:cubicBezTo>
                  <a:cubicBezTo>
                    <a:pt x="252105" y="111280"/>
                    <a:pt x="252617" y="114540"/>
                    <a:pt x="252573" y="117815"/>
                  </a:cubicBezTo>
                  <a:cubicBezTo>
                    <a:pt x="252450" y="120293"/>
                    <a:pt x="250640" y="122362"/>
                    <a:pt x="248200" y="122813"/>
                  </a:cubicBezTo>
                  <a:cubicBezTo>
                    <a:pt x="245077" y="123527"/>
                    <a:pt x="243202" y="123973"/>
                    <a:pt x="239276" y="125133"/>
                  </a:cubicBezTo>
                  <a:cubicBezTo>
                    <a:pt x="236343" y="126399"/>
                    <a:pt x="233700" y="128252"/>
                    <a:pt x="231512" y="130577"/>
                  </a:cubicBezTo>
                  <a:cubicBezTo>
                    <a:pt x="228031" y="133076"/>
                    <a:pt x="224371" y="133612"/>
                    <a:pt x="220623" y="136646"/>
                  </a:cubicBezTo>
                  <a:cubicBezTo>
                    <a:pt x="215467" y="140568"/>
                    <a:pt x="209581" y="143420"/>
                    <a:pt x="203309" y="145036"/>
                  </a:cubicBezTo>
                  <a:cubicBezTo>
                    <a:pt x="200105" y="150958"/>
                    <a:pt x="198074" y="157443"/>
                    <a:pt x="197329" y="164135"/>
                  </a:cubicBezTo>
                  <a:cubicBezTo>
                    <a:pt x="196927" y="167122"/>
                    <a:pt x="197140" y="170159"/>
                    <a:pt x="197954" y="173060"/>
                  </a:cubicBezTo>
                  <a:cubicBezTo>
                    <a:pt x="199471" y="178415"/>
                    <a:pt x="198132" y="183502"/>
                    <a:pt x="202773" y="188857"/>
                  </a:cubicBezTo>
                  <a:cubicBezTo>
                    <a:pt x="206381" y="192262"/>
                    <a:pt x="211038" y="194339"/>
                    <a:pt x="215982" y="194747"/>
                  </a:cubicBezTo>
                  <a:cubicBezTo>
                    <a:pt x="219173" y="194803"/>
                    <a:pt x="222347" y="195222"/>
                    <a:pt x="225443" y="195997"/>
                  </a:cubicBezTo>
                  <a:cubicBezTo>
                    <a:pt x="227615" y="196718"/>
                    <a:pt x="229859" y="197197"/>
                    <a:pt x="232136" y="197425"/>
                  </a:cubicBezTo>
                  <a:cubicBezTo>
                    <a:pt x="234118" y="198766"/>
                    <a:pt x="236375" y="199651"/>
                    <a:pt x="238741" y="200013"/>
                  </a:cubicBezTo>
                  <a:cubicBezTo>
                    <a:pt x="242225" y="199869"/>
                    <a:pt x="245712" y="200230"/>
                    <a:pt x="249093" y="201084"/>
                  </a:cubicBezTo>
                  <a:lnTo>
                    <a:pt x="249539" y="201262"/>
                  </a:lnTo>
                  <a:cubicBezTo>
                    <a:pt x="254091" y="204023"/>
                    <a:pt x="256414" y="209348"/>
                    <a:pt x="255340" y="214561"/>
                  </a:cubicBezTo>
                  <a:cubicBezTo>
                    <a:pt x="253892" y="219592"/>
                    <a:pt x="252163" y="224537"/>
                    <a:pt x="250164" y="229376"/>
                  </a:cubicBezTo>
                  <a:cubicBezTo>
                    <a:pt x="248914" y="233303"/>
                    <a:pt x="248111" y="237409"/>
                    <a:pt x="245880" y="239105"/>
                  </a:cubicBezTo>
                  <a:cubicBezTo>
                    <a:pt x="243649" y="240800"/>
                    <a:pt x="237938" y="239551"/>
                    <a:pt x="234725" y="240800"/>
                  </a:cubicBezTo>
                  <a:cubicBezTo>
                    <a:pt x="231242" y="242290"/>
                    <a:pt x="227528" y="243166"/>
                    <a:pt x="223747" y="243388"/>
                  </a:cubicBezTo>
                  <a:cubicBezTo>
                    <a:pt x="221069" y="243388"/>
                    <a:pt x="217767" y="240800"/>
                    <a:pt x="216071" y="240086"/>
                  </a:cubicBezTo>
                  <a:cubicBezTo>
                    <a:pt x="212225" y="238941"/>
                    <a:pt x="208195" y="238546"/>
                    <a:pt x="204201" y="238926"/>
                  </a:cubicBezTo>
                  <a:cubicBezTo>
                    <a:pt x="200988" y="238926"/>
                    <a:pt x="192509" y="238926"/>
                    <a:pt x="192509" y="238926"/>
                  </a:cubicBezTo>
                  <a:cubicBezTo>
                    <a:pt x="190724" y="238926"/>
                    <a:pt x="186887" y="236873"/>
                    <a:pt x="182603" y="236070"/>
                  </a:cubicBezTo>
                  <a:cubicBezTo>
                    <a:pt x="178319" y="235267"/>
                    <a:pt x="171269" y="236248"/>
                    <a:pt x="168145" y="235267"/>
                  </a:cubicBezTo>
                  <a:cubicBezTo>
                    <a:pt x="165511" y="234318"/>
                    <a:pt x="163041" y="232964"/>
                    <a:pt x="160827" y="231250"/>
                  </a:cubicBezTo>
                  <a:cubicBezTo>
                    <a:pt x="158053" y="227967"/>
                    <a:pt x="155769" y="224299"/>
                    <a:pt x="154044" y="220362"/>
                  </a:cubicBezTo>
                  <a:cubicBezTo>
                    <a:pt x="153394" y="216170"/>
                    <a:pt x="153096" y="211931"/>
                    <a:pt x="153151" y="207688"/>
                  </a:cubicBezTo>
                  <a:cubicBezTo>
                    <a:pt x="152794" y="205279"/>
                    <a:pt x="150027" y="194390"/>
                    <a:pt x="150027" y="192605"/>
                  </a:cubicBezTo>
                  <a:lnTo>
                    <a:pt x="149403" y="183145"/>
                  </a:lnTo>
                  <a:cubicBezTo>
                    <a:pt x="149393" y="180133"/>
                    <a:pt x="149005" y="177135"/>
                    <a:pt x="148243" y="174221"/>
                  </a:cubicBezTo>
                  <a:cubicBezTo>
                    <a:pt x="147133" y="169636"/>
                    <a:pt x="146653" y="164922"/>
                    <a:pt x="146814" y="160209"/>
                  </a:cubicBezTo>
                  <a:cubicBezTo>
                    <a:pt x="146725" y="152890"/>
                    <a:pt x="148867" y="151730"/>
                    <a:pt x="150563" y="137628"/>
                  </a:cubicBezTo>
                  <a:cubicBezTo>
                    <a:pt x="150741" y="136200"/>
                    <a:pt x="153687" y="131916"/>
                    <a:pt x="153687" y="130577"/>
                  </a:cubicBezTo>
                  <a:cubicBezTo>
                    <a:pt x="154222" y="123616"/>
                    <a:pt x="155739" y="123705"/>
                    <a:pt x="156364" y="118975"/>
                  </a:cubicBezTo>
                  <a:cubicBezTo>
                    <a:pt x="156989" y="114246"/>
                    <a:pt x="158863" y="108534"/>
                    <a:pt x="158863" y="107106"/>
                  </a:cubicBezTo>
                  <a:cubicBezTo>
                    <a:pt x="159934" y="99876"/>
                    <a:pt x="159934" y="90505"/>
                    <a:pt x="159935" y="88631"/>
                  </a:cubicBezTo>
                  <a:cubicBezTo>
                    <a:pt x="160293" y="84775"/>
                    <a:pt x="161194" y="80990"/>
                    <a:pt x="162612" y="77385"/>
                  </a:cubicBezTo>
                  <a:cubicBezTo>
                    <a:pt x="164268" y="71523"/>
                    <a:pt x="165549" y="65561"/>
                    <a:pt x="166450" y="59535"/>
                  </a:cubicBezTo>
                  <a:cubicBezTo>
                    <a:pt x="166149" y="55456"/>
                    <a:pt x="166299" y="51355"/>
                    <a:pt x="166896" y="47308"/>
                  </a:cubicBezTo>
                  <a:cubicBezTo>
                    <a:pt x="168145" y="43025"/>
                    <a:pt x="170376" y="42311"/>
                    <a:pt x="173946" y="42311"/>
                  </a:cubicBezTo>
                  <a:cubicBezTo>
                    <a:pt x="175552" y="42222"/>
                    <a:pt x="180282" y="44096"/>
                    <a:pt x="182870" y="44185"/>
                  </a:cubicBezTo>
                  <a:cubicBezTo>
                    <a:pt x="185459" y="44274"/>
                    <a:pt x="189029" y="42490"/>
                    <a:pt x="190814" y="42490"/>
                  </a:cubicBezTo>
                  <a:cubicBezTo>
                    <a:pt x="193221" y="42817"/>
                    <a:pt x="195606" y="43294"/>
                    <a:pt x="197954" y="43917"/>
                  </a:cubicBezTo>
                  <a:cubicBezTo>
                    <a:pt x="200879" y="43118"/>
                    <a:pt x="203864" y="42551"/>
                    <a:pt x="206879" y="42222"/>
                  </a:cubicBezTo>
                  <a:close/>
                  <a:moveTo>
                    <a:pt x="815643" y="39723"/>
                  </a:moveTo>
                  <a:cubicBezTo>
                    <a:pt x="818945" y="39723"/>
                    <a:pt x="821623" y="43203"/>
                    <a:pt x="824568" y="43203"/>
                  </a:cubicBezTo>
                  <a:cubicBezTo>
                    <a:pt x="830552" y="42768"/>
                    <a:pt x="836566" y="43218"/>
                    <a:pt x="842418" y="44541"/>
                  </a:cubicBezTo>
                  <a:lnTo>
                    <a:pt x="843222" y="44988"/>
                  </a:lnTo>
                  <a:cubicBezTo>
                    <a:pt x="844293" y="45880"/>
                    <a:pt x="845007" y="51146"/>
                    <a:pt x="846256" y="52306"/>
                  </a:cubicBezTo>
                  <a:cubicBezTo>
                    <a:pt x="849746" y="55593"/>
                    <a:pt x="851933" y="60031"/>
                    <a:pt x="852414" y="64801"/>
                  </a:cubicBezTo>
                  <a:cubicBezTo>
                    <a:pt x="852147" y="68371"/>
                    <a:pt x="847416" y="74083"/>
                    <a:pt x="847416" y="75422"/>
                  </a:cubicBezTo>
                  <a:cubicBezTo>
                    <a:pt x="847680" y="78856"/>
                    <a:pt x="846869" y="82286"/>
                    <a:pt x="845096" y="85239"/>
                  </a:cubicBezTo>
                  <a:cubicBezTo>
                    <a:pt x="841506" y="90134"/>
                    <a:pt x="838511" y="95436"/>
                    <a:pt x="836171" y="101037"/>
                  </a:cubicBezTo>
                  <a:cubicBezTo>
                    <a:pt x="835189" y="102911"/>
                    <a:pt x="829120" y="107730"/>
                    <a:pt x="828138" y="109961"/>
                  </a:cubicBezTo>
                  <a:cubicBezTo>
                    <a:pt x="822069" y="123795"/>
                    <a:pt x="815286" y="133434"/>
                    <a:pt x="810288" y="147267"/>
                  </a:cubicBezTo>
                  <a:cubicBezTo>
                    <a:pt x="809485" y="149498"/>
                    <a:pt x="806005" y="154050"/>
                    <a:pt x="804309" y="153247"/>
                  </a:cubicBezTo>
                  <a:cubicBezTo>
                    <a:pt x="801982" y="152200"/>
                    <a:pt x="799318" y="152200"/>
                    <a:pt x="796991" y="153247"/>
                  </a:cubicBezTo>
                  <a:cubicBezTo>
                    <a:pt x="795831" y="154229"/>
                    <a:pt x="790922" y="154139"/>
                    <a:pt x="789315" y="155746"/>
                  </a:cubicBezTo>
                  <a:cubicBezTo>
                    <a:pt x="787709" y="157352"/>
                    <a:pt x="779498" y="156103"/>
                    <a:pt x="777892" y="159227"/>
                  </a:cubicBezTo>
                  <a:cubicBezTo>
                    <a:pt x="776731" y="162088"/>
                    <a:pt x="776731" y="165290"/>
                    <a:pt x="777892" y="168152"/>
                  </a:cubicBezTo>
                  <a:cubicBezTo>
                    <a:pt x="780480" y="171186"/>
                    <a:pt x="785746" y="168152"/>
                    <a:pt x="786816" y="166545"/>
                  </a:cubicBezTo>
                  <a:cubicBezTo>
                    <a:pt x="788535" y="164480"/>
                    <a:pt x="791092" y="163301"/>
                    <a:pt x="793778" y="163332"/>
                  </a:cubicBezTo>
                  <a:cubicBezTo>
                    <a:pt x="796873" y="164684"/>
                    <a:pt x="800104" y="165701"/>
                    <a:pt x="803416" y="166367"/>
                  </a:cubicBezTo>
                  <a:cubicBezTo>
                    <a:pt x="805615" y="166715"/>
                    <a:pt x="807238" y="168603"/>
                    <a:pt x="807254" y="170829"/>
                  </a:cubicBezTo>
                  <a:cubicBezTo>
                    <a:pt x="807310" y="174996"/>
                    <a:pt x="808158" y="179116"/>
                    <a:pt x="809753" y="182966"/>
                  </a:cubicBezTo>
                  <a:cubicBezTo>
                    <a:pt x="809826" y="184756"/>
                    <a:pt x="809290" y="186517"/>
                    <a:pt x="808236" y="187964"/>
                  </a:cubicBezTo>
                  <a:cubicBezTo>
                    <a:pt x="805533" y="190386"/>
                    <a:pt x="802535" y="192455"/>
                    <a:pt x="799311" y="194122"/>
                  </a:cubicBezTo>
                  <a:cubicBezTo>
                    <a:pt x="797169" y="195461"/>
                    <a:pt x="792350" y="195818"/>
                    <a:pt x="789315" y="197782"/>
                  </a:cubicBezTo>
                  <a:cubicBezTo>
                    <a:pt x="787473" y="199164"/>
                    <a:pt x="786332" y="201285"/>
                    <a:pt x="786192" y="203583"/>
                  </a:cubicBezTo>
                  <a:cubicBezTo>
                    <a:pt x="786192" y="207421"/>
                    <a:pt x="789137" y="207421"/>
                    <a:pt x="791011" y="207421"/>
                  </a:cubicBezTo>
                  <a:cubicBezTo>
                    <a:pt x="792886" y="207421"/>
                    <a:pt x="800649" y="204922"/>
                    <a:pt x="804309" y="204922"/>
                  </a:cubicBezTo>
                  <a:cubicBezTo>
                    <a:pt x="807639" y="205090"/>
                    <a:pt x="810975" y="205090"/>
                    <a:pt x="814305" y="204922"/>
                  </a:cubicBezTo>
                  <a:cubicBezTo>
                    <a:pt x="818289" y="203576"/>
                    <a:pt x="822427" y="202736"/>
                    <a:pt x="826621" y="202423"/>
                  </a:cubicBezTo>
                  <a:cubicBezTo>
                    <a:pt x="830548" y="203405"/>
                    <a:pt x="834921" y="199745"/>
                    <a:pt x="837420" y="202423"/>
                  </a:cubicBezTo>
                  <a:cubicBezTo>
                    <a:pt x="837420" y="207064"/>
                    <a:pt x="846345" y="209206"/>
                    <a:pt x="846345" y="216435"/>
                  </a:cubicBezTo>
                  <a:cubicBezTo>
                    <a:pt x="846345" y="226788"/>
                    <a:pt x="839473" y="238479"/>
                    <a:pt x="830548" y="239193"/>
                  </a:cubicBezTo>
                  <a:cubicBezTo>
                    <a:pt x="826799" y="239550"/>
                    <a:pt x="829388" y="236694"/>
                    <a:pt x="816179" y="236694"/>
                  </a:cubicBezTo>
                  <a:cubicBezTo>
                    <a:pt x="804398" y="236873"/>
                    <a:pt x="794313" y="237676"/>
                    <a:pt x="792439" y="237676"/>
                  </a:cubicBezTo>
                  <a:cubicBezTo>
                    <a:pt x="788111" y="237730"/>
                    <a:pt x="783785" y="237461"/>
                    <a:pt x="779498" y="236873"/>
                  </a:cubicBezTo>
                  <a:cubicBezTo>
                    <a:pt x="775694" y="236953"/>
                    <a:pt x="771903" y="237341"/>
                    <a:pt x="768163" y="238033"/>
                  </a:cubicBezTo>
                  <a:cubicBezTo>
                    <a:pt x="764006" y="239103"/>
                    <a:pt x="759767" y="239819"/>
                    <a:pt x="755490" y="240175"/>
                  </a:cubicBezTo>
                  <a:cubicBezTo>
                    <a:pt x="750187" y="240099"/>
                    <a:pt x="744928" y="241132"/>
                    <a:pt x="740050" y="243209"/>
                  </a:cubicBezTo>
                  <a:cubicBezTo>
                    <a:pt x="734793" y="244284"/>
                    <a:pt x="729440" y="244822"/>
                    <a:pt x="724074" y="244815"/>
                  </a:cubicBezTo>
                  <a:cubicBezTo>
                    <a:pt x="718794" y="247063"/>
                    <a:pt x="713289" y="248740"/>
                    <a:pt x="707652" y="249813"/>
                  </a:cubicBezTo>
                  <a:cubicBezTo>
                    <a:pt x="704618" y="250170"/>
                    <a:pt x="697568" y="249278"/>
                    <a:pt x="697300" y="244369"/>
                  </a:cubicBezTo>
                  <a:cubicBezTo>
                    <a:pt x="697032" y="239460"/>
                    <a:pt x="694355" y="236873"/>
                    <a:pt x="694980" y="230536"/>
                  </a:cubicBezTo>
                  <a:cubicBezTo>
                    <a:pt x="695515" y="228662"/>
                    <a:pt x="695515" y="225628"/>
                    <a:pt x="695514" y="224200"/>
                  </a:cubicBezTo>
                  <a:cubicBezTo>
                    <a:pt x="695531" y="221364"/>
                    <a:pt x="696806" y="218683"/>
                    <a:pt x="698995" y="216881"/>
                  </a:cubicBezTo>
                  <a:cubicBezTo>
                    <a:pt x="699620" y="216703"/>
                    <a:pt x="701048" y="213579"/>
                    <a:pt x="702833" y="213758"/>
                  </a:cubicBezTo>
                  <a:cubicBezTo>
                    <a:pt x="704618" y="213936"/>
                    <a:pt x="704975" y="216078"/>
                    <a:pt x="707652" y="216078"/>
                  </a:cubicBezTo>
                  <a:cubicBezTo>
                    <a:pt x="712524" y="215024"/>
                    <a:pt x="717256" y="213406"/>
                    <a:pt x="721754" y="211259"/>
                  </a:cubicBezTo>
                  <a:cubicBezTo>
                    <a:pt x="727548" y="208299"/>
                    <a:pt x="733508" y="205677"/>
                    <a:pt x="739604" y="203405"/>
                  </a:cubicBezTo>
                  <a:cubicBezTo>
                    <a:pt x="741924" y="200102"/>
                    <a:pt x="738086" y="198407"/>
                    <a:pt x="736658" y="198407"/>
                  </a:cubicBezTo>
                  <a:cubicBezTo>
                    <a:pt x="734185" y="199074"/>
                    <a:pt x="731549" y="198720"/>
                    <a:pt x="729340" y="197425"/>
                  </a:cubicBezTo>
                  <a:cubicBezTo>
                    <a:pt x="725681" y="196800"/>
                    <a:pt x="724163" y="195908"/>
                    <a:pt x="723181" y="194301"/>
                  </a:cubicBezTo>
                  <a:cubicBezTo>
                    <a:pt x="722200" y="192695"/>
                    <a:pt x="722913" y="190820"/>
                    <a:pt x="723181" y="188321"/>
                  </a:cubicBezTo>
                  <a:cubicBezTo>
                    <a:pt x="723449" y="185822"/>
                    <a:pt x="723627" y="183145"/>
                    <a:pt x="723985" y="181003"/>
                  </a:cubicBezTo>
                  <a:cubicBezTo>
                    <a:pt x="724342" y="178861"/>
                    <a:pt x="724609" y="175648"/>
                    <a:pt x="728001" y="175648"/>
                  </a:cubicBezTo>
                  <a:cubicBezTo>
                    <a:pt x="729875" y="175648"/>
                    <a:pt x="730321" y="176986"/>
                    <a:pt x="732106" y="176986"/>
                  </a:cubicBezTo>
                  <a:cubicBezTo>
                    <a:pt x="733891" y="176986"/>
                    <a:pt x="734694" y="176183"/>
                    <a:pt x="736480" y="176183"/>
                  </a:cubicBezTo>
                  <a:cubicBezTo>
                    <a:pt x="737898" y="176420"/>
                    <a:pt x="739346" y="176420"/>
                    <a:pt x="740764" y="176183"/>
                  </a:cubicBezTo>
                  <a:cubicBezTo>
                    <a:pt x="742345" y="175407"/>
                    <a:pt x="743675" y="174201"/>
                    <a:pt x="744602" y="172703"/>
                  </a:cubicBezTo>
                  <a:cubicBezTo>
                    <a:pt x="745404" y="169800"/>
                    <a:pt x="745737" y="166786"/>
                    <a:pt x="745583" y="163778"/>
                  </a:cubicBezTo>
                  <a:cubicBezTo>
                    <a:pt x="745226" y="161369"/>
                    <a:pt x="743084" y="161726"/>
                    <a:pt x="740317" y="163064"/>
                  </a:cubicBezTo>
                  <a:cubicBezTo>
                    <a:pt x="738138" y="163858"/>
                    <a:pt x="735899" y="164485"/>
                    <a:pt x="733623" y="164939"/>
                  </a:cubicBezTo>
                  <a:cubicBezTo>
                    <a:pt x="731596" y="165492"/>
                    <a:pt x="729541" y="165939"/>
                    <a:pt x="727465" y="166277"/>
                  </a:cubicBezTo>
                  <a:cubicBezTo>
                    <a:pt x="725773" y="166284"/>
                    <a:pt x="724089" y="166044"/>
                    <a:pt x="722467" y="165563"/>
                  </a:cubicBezTo>
                  <a:cubicBezTo>
                    <a:pt x="719968" y="164939"/>
                    <a:pt x="720593" y="163422"/>
                    <a:pt x="719968" y="161636"/>
                  </a:cubicBezTo>
                  <a:cubicBezTo>
                    <a:pt x="718959" y="159873"/>
                    <a:pt x="718293" y="157936"/>
                    <a:pt x="718005" y="155924"/>
                  </a:cubicBezTo>
                  <a:cubicBezTo>
                    <a:pt x="718362" y="150837"/>
                    <a:pt x="714256" y="148963"/>
                    <a:pt x="713543" y="147624"/>
                  </a:cubicBezTo>
                  <a:cubicBezTo>
                    <a:pt x="712198" y="144817"/>
                    <a:pt x="711352" y="141797"/>
                    <a:pt x="711043" y="138699"/>
                  </a:cubicBezTo>
                  <a:cubicBezTo>
                    <a:pt x="711043" y="132898"/>
                    <a:pt x="716488" y="128346"/>
                    <a:pt x="715863" y="124687"/>
                  </a:cubicBezTo>
                  <a:cubicBezTo>
                    <a:pt x="714242" y="117272"/>
                    <a:pt x="713464" y="109697"/>
                    <a:pt x="713542" y="102108"/>
                  </a:cubicBezTo>
                  <a:cubicBezTo>
                    <a:pt x="713810" y="100055"/>
                    <a:pt x="710686" y="96574"/>
                    <a:pt x="710686" y="92469"/>
                  </a:cubicBezTo>
                  <a:cubicBezTo>
                    <a:pt x="710819" y="89995"/>
                    <a:pt x="711207" y="87543"/>
                    <a:pt x="711846" y="85150"/>
                  </a:cubicBezTo>
                  <a:cubicBezTo>
                    <a:pt x="713127" y="81087"/>
                    <a:pt x="713965" y="76898"/>
                    <a:pt x="714346" y="72655"/>
                  </a:cubicBezTo>
                  <a:cubicBezTo>
                    <a:pt x="713810" y="67033"/>
                    <a:pt x="716666" y="59982"/>
                    <a:pt x="720504" y="59982"/>
                  </a:cubicBezTo>
                  <a:cubicBezTo>
                    <a:pt x="724342" y="59982"/>
                    <a:pt x="724252" y="64801"/>
                    <a:pt x="728447" y="64801"/>
                  </a:cubicBezTo>
                  <a:cubicBezTo>
                    <a:pt x="730972" y="64931"/>
                    <a:pt x="733503" y="64661"/>
                    <a:pt x="735944" y="63998"/>
                  </a:cubicBezTo>
                  <a:cubicBezTo>
                    <a:pt x="736837" y="63373"/>
                    <a:pt x="743709" y="61677"/>
                    <a:pt x="745762" y="60874"/>
                  </a:cubicBezTo>
                  <a:cubicBezTo>
                    <a:pt x="751741" y="58732"/>
                    <a:pt x="756025" y="56055"/>
                    <a:pt x="762540" y="54002"/>
                  </a:cubicBezTo>
                  <a:cubicBezTo>
                    <a:pt x="766914" y="52663"/>
                    <a:pt x="772358" y="53823"/>
                    <a:pt x="775839" y="52663"/>
                  </a:cubicBezTo>
                  <a:cubicBezTo>
                    <a:pt x="785478" y="49361"/>
                    <a:pt x="812341" y="39723"/>
                    <a:pt x="815643" y="39723"/>
                  </a:cubicBezTo>
                  <a:close/>
                  <a:moveTo>
                    <a:pt x="439014" y="1614"/>
                  </a:moveTo>
                  <a:cubicBezTo>
                    <a:pt x="441289" y="1698"/>
                    <a:pt x="443556" y="1936"/>
                    <a:pt x="445798" y="2328"/>
                  </a:cubicBezTo>
                  <a:cubicBezTo>
                    <a:pt x="448591" y="2507"/>
                    <a:pt x="451394" y="2507"/>
                    <a:pt x="454187" y="2328"/>
                  </a:cubicBezTo>
                  <a:cubicBezTo>
                    <a:pt x="456329" y="2328"/>
                    <a:pt x="457668" y="5094"/>
                    <a:pt x="458560" y="5808"/>
                  </a:cubicBezTo>
                  <a:cubicBezTo>
                    <a:pt x="459453" y="6522"/>
                    <a:pt x="465076" y="6790"/>
                    <a:pt x="466415" y="8217"/>
                  </a:cubicBezTo>
                  <a:cubicBezTo>
                    <a:pt x="467753" y="9645"/>
                    <a:pt x="467575" y="14197"/>
                    <a:pt x="469003" y="17142"/>
                  </a:cubicBezTo>
                  <a:cubicBezTo>
                    <a:pt x="470431" y="20088"/>
                    <a:pt x="474715" y="21605"/>
                    <a:pt x="475072" y="30530"/>
                  </a:cubicBezTo>
                  <a:cubicBezTo>
                    <a:pt x="475429" y="39455"/>
                    <a:pt x="473019" y="39633"/>
                    <a:pt x="467575" y="44275"/>
                  </a:cubicBezTo>
                  <a:cubicBezTo>
                    <a:pt x="466057" y="46238"/>
                    <a:pt x="466236" y="49362"/>
                    <a:pt x="469003" y="48826"/>
                  </a:cubicBezTo>
                  <a:cubicBezTo>
                    <a:pt x="473912" y="47844"/>
                    <a:pt x="491582" y="43917"/>
                    <a:pt x="495777" y="42579"/>
                  </a:cubicBezTo>
                  <a:cubicBezTo>
                    <a:pt x="500764" y="41016"/>
                    <a:pt x="505867" y="39852"/>
                    <a:pt x="511039" y="39098"/>
                  </a:cubicBezTo>
                  <a:cubicBezTo>
                    <a:pt x="512734" y="38919"/>
                    <a:pt x="515501" y="41329"/>
                    <a:pt x="517554" y="41865"/>
                  </a:cubicBezTo>
                  <a:cubicBezTo>
                    <a:pt x="519606" y="42400"/>
                    <a:pt x="523623" y="42222"/>
                    <a:pt x="524337" y="44096"/>
                  </a:cubicBezTo>
                  <a:cubicBezTo>
                    <a:pt x="525728" y="47651"/>
                    <a:pt x="528754" y="50312"/>
                    <a:pt x="532458" y="51236"/>
                  </a:cubicBezTo>
                  <a:lnTo>
                    <a:pt x="532280" y="51236"/>
                  </a:lnTo>
                  <a:cubicBezTo>
                    <a:pt x="534197" y="51715"/>
                    <a:pt x="535639" y="53299"/>
                    <a:pt x="535939" y="55252"/>
                  </a:cubicBezTo>
                  <a:cubicBezTo>
                    <a:pt x="535939" y="56948"/>
                    <a:pt x="535493" y="59804"/>
                    <a:pt x="535493" y="63463"/>
                  </a:cubicBezTo>
                  <a:cubicBezTo>
                    <a:pt x="534957" y="69174"/>
                    <a:pt x="525140" y="73191"/>
                    <a:pt x="520856" y="75868"/>
                  </a:cubicBezTo>
                  <a:cubicBezTo>
                    <a:pt x="519428" y="76850"/>
                    <a:pt x="518000" y="73548"/>
                    <a:pt x="513002" y="73548"/>
                  </a:cubicBezTo>
                  <a:cubicBezTo>
                    <a:pt x="511306" y="73637"/>
                    <a:pt x="501399" y="74440"/>
                    <a:pt x="499704" y="74440"/>
                  </a:cubicBezTo>
                  <a:lnTo>
                    <a:pt x="489083" y="75690"/>
                  </a:lnTo>
                  <a:cubicBezTo>
                    <a:pt x="486674" y="76225"/>
                    <a:pt x="481676" y="77921"/>
                    <a:pt x="479356" y="78635"/>
                  </a:cubicBezTo>
                  <a:cubicBezTo>
                    <a:pt x="476037" y="79570"/>
                    <a:pt x="472786" y="80734"/>
                    <a:pt x="469627" y="82116"/>
                  </a:cubicBezTo>
                  <a:cubicBezTo>
                    <a:pt x="468199" y="83008"/>
                    <a:pt x="464719" y="81402"/>
                    <a:pt x="460702" y="82116"/>
                  </a:cubicBezTo>
                  <a:cubicBezTo>
                    <a:pt x="458918" y="82473"/>
                    <a:pt x="452581" y="86310"/>
                    <a:pt x="447136" y="87827"/>
                  </a:cubicBezTo>
                  <a:cubicBezTo>
                    <a:pt x="436406" y="89705"/>
                    <a:pt x="425818" y="92329"/>
                    <a:pt x="415453" y="95681"/>
                  </a:cubicBezTo>
                  <a:cubicBezTo>
                    <a:pt x="413132" y="98002"/>
                    <a:pt x="408313" y="97020"/>
                    <a:pt x="406528" y="98002"/>
                  </a:cubicBezTo>
                  <a:cubicBezTo>
                    <a:pt x="404743" y="98984"/>
                    <a:pt x="400014" y="98984"/>
                    <a:pt x="397604" y="100233"/>
                  </a:cubicBezTo>
                  <a:cubicBezTo>
                    <a:pt x="393588" y="102286"/>
                    <a:pt x="391802" y="101126"/>
                    <a:pt x="389571" y="102286"/>
                  </a:cubicBezTo>
                  <a:cubicBezTo>
                    <a:pt x="387406" y="103093"/>
                    <a:pt x="385087" y="103398"/>
                    <a:pt x="382788" y="103178"/>
                  </a:cubicBezTo>
                  <a:cubicBezTo>
                    <a:pt x="380309" y="103673"/>
                    <a:pt x="377864" y="104328"/>
                    <a:pt x="375470" y="105142"/>
                  </a:cubicBezTo>
                  <a:cubicBezTo>
                    <a:pt x="373356" y="105630"/>
                    <a:pt x="371158" y="105630"/>
                    <a:pt x="369044" y="105142"/>
                  </a:cubicBezTo>
                  <a:cubicBezTo>
                    <a:pt x="367357" y="104892"/>
                    <a:pt x="365643" y="104892"/>
                    <a:pt x="363956" y="105142"/>
                  </a:cubicBezTo>
                  <a:cubicBezTo>
                    <a:pt x="362261" y="107373"/>
                    <a:pt x="359048" y="107373"/>
                    <a:pt x="355745" y="107373"/>
                  </a:cubicBezTo>
                  <a:cubicBezTo>
                    <a:pt x="353323" y="107845"/>
                    <a:pt x="350980" y="108656"/>
                    <a:pt x="348784" y="109783"/>
                  </a:cubicBezTo>
                  <a:cubicBezTo>
                    <a:pt x="348248" y="111390"/>
                    <a:pt x="345393" y="112817"/>
                    <a:pt x="342715" y="113264"/>
                  </a:cubicBezTo>
                  <a:cubicBezTo>
                    <a:pt x="340038" y="113710"/>
                    <a:pt x="341644" y="111568"/>
                    <a:pt x="337806" y="109783"/>
                  </a:cubicBezTo>
                  <a:cubicBezTo>
                    <a:pt x="336021" y="109248"/>
                    <a:pt x="332005" y="110765"/>
                    <a:pt x="328881" y="109248"/>
                  </a:cubicBezTo>
                  <a:cubicBezTo>
                    <a:pt x="325758" y="107730"/>
                    <a:pt x="325936" y="103357"/>
                    <a:pt x="326561" y="99698"/>
                  </a:cubicBezTo>
                  <a:cubicBezTo>
                    <a:pt x="326650" y="98894"/>
                    <a:pt x="326115" y="95503"/>
                    <a:pt x="326115" y="91844"/>
                  </a:cubicBezTo>
                  <a:cubicBezTo>
                    <a:pt x="325731" y="89613"/>
                    <a:pt x="326352" y="87327"/>
                    <a:pt x="327810" y="85596"/>
                  </a:cubicBezTo>
                  <a:cubicBezTo>
                    <a:pt x="333196" y="81606"/>
                    <a:pt x="339237" y="78586"/>
                    <a:pt x="345660" y="76671"/>
                  </a:cubicBezTo>
                  <a:cubicBezTo>
                    <a:pt x="347356" y="76314"/>
                    <a:pt x="349052" y="79349"/>
                    <a:pt x="350391" y="79349"/>
                  </a:cubicBezTo>
                  <a:cubicBezTo>
                    <a:pt x="351729" y="79349"/>
                    <a:pt x="357977" y="75868"/>
                    <a:pt x="360654" y="75868"/>
                  </a:cubicBezTo>
                  <a:cubicBezTo>
                    <a:pt x="368950" y="74869"/>
                    <a:pt x="377156" y="73229"/>
                    <a:pt x="385198" y="70959"/>
                  </a:cubicBezTo>
                  <a:cubicBezTo>
                    <a:pt x="389393" y="69531"/>
                    <a:pt x="393230" y="71495"/>
                    <a:pt x="395640" y="69531"/>
                  </a:cubicBezTo>
                  <a:cubicBezTo>
                    <a:pt x="401920" y="67209"/>
                    <a:pt x="408327" y="65242"/>
                    <a:pt x="414828" y="63641"/>
                  </a:cubicBezTo>
                  <a:cubicBezTo>
                    <a:pt x="417148" y="63106"/>
                    <a:pt x="421432" y="61946"/>
                    <a:pt x="422682" y="59090"/>
                  </a:cubicBezTo>
                  <a:cubicBezTo>
                    <a:pt x="422816" y="57259"/>
                    <a:pt x="422510" y="55423"/>
                    <a:pt x="421790" y="53735"/>
                  </a:cubicBezTo>
                  <a:cubicBezTo>
                    <a:pt x="420718" y="50968"/>
                    <a:pt x="418576" y="51950"/>
                    <a:pt x="416256" y="51950"/>
                  </a:cubicBezTo>
                  <a:cubicBezTo>
                    <a:pt x="414051" y="51336"/>
                    <a:pt x="412165" y="49898"/>
                    <a:pt x="410990" y="47934"/>
                  </a:cubicBezTo>
                  <a:cubicBezTo>
                    <a:pt x="410879" y="46008"/>
                    <a:pt x="411312" y="44090"/>
                    <a:pt x="412240" y="42400"/>
                  </a:cubicBezTo>
                  <a:cubicBezTo>
                    <a:pt x="412954" y="40437"/>
                    <a:pt x="413400" y="39633"/>
                    <a:pt x="414293" y="37134"/>
                  </a:cubicBezTo>
                  <a:cubicBezTo>
                    <a:pt x="415124" y="34973"/>
                    <a:pt x="415839" y="32768"/>
                    <a:pt x="416434" y="30530"/>
                  </a:cubicBezTo>
                  <a:cubicBezTo>
                    <a:pt x="417595" y="26871"/>
                    <a:pt x="410633" y="16786"/>
                    <a:pt x="409741" y="14019"/>
                  </a:cubicBezTo>
                  <a:cubicBezTo>
                    <a:pt x="409310" y="11926"/>
                    <a:pt x="410065" y="9766"/>
                    <a:pt x="411704" y="8396"/>
                  </a:cubicBezTo>
                  <a:cubicBezTo>
                    <a:pt x="414739" y="5272"/>
                    <a:pt x="418219" y="6700"/>
                    <a:pt x="421790" y="6700"/>
                  </a:cubicBezTo>
                  <a:cubicBezTo>
                    <a:pt x="423891" y="6335"/>
                    <a:pt x="425894" y="5545"/>
                    <a:pt x="427680" y="4380"/>
                  </a:cubicBezTo>
                  <a:cubicBezTo>
                    <a:pt x="428840" y="3755"/>
                    <a:pt x="430715" y="4648"/>
                    <a:pt x="433303" y="3755"/>
                  </a:cubicBezTo>
                  <a:cubicBezTo>
                    <a:pt x="435891" y="2863"/>
                    <a:pt x="435891" y="1614"/>
                    <a:pt x="439014" y="1614"/>
                  </a:cubicBezTo>
                  <a:close/>
                  <a:moveTo>
                    <a:pt x="1616919" y="7"/>
                  </a:moveTo>
                  <a:cubicBezTo>
                    <a:pt x="1621024" y="275"/>
                    <a:pt x="1623970" y="4113"/>
                    <a:pt x="1626380" y="7326"/>
                  </a:cubicBezTo>
                  <a:cubicBezTo>
                    <a:pt x="1628789" y="10539"/>
                    <a:pt x="1625487" y="16162"/>
                    <a:pt x="1622363" y="18928"/>
                  </a:cubicBezTo>
                  <a:cubicBezTo>
                    <a:pt x="1619035" y="21684"/>
                    <a:pt x="1616379" y="25164"/>
                    <a:pt x="1614599" y="29103"/>
                  </a:cubicBezTo>
                  <a:cubicBezTo>
                    <a:pt x="1614063" y="30263"/>
                    <a:pt x="1614063" y="37580"/>
                    <a:pt x="1614599" y="38027"/>
                  </a:cubicBezTo>
                  <a:cubicBezTo>
                    <a:pt x="1615134" y="38473"/>
                    <a:pt x="1619150" y="41240"/>
                    <a:pt x="1619418" y="45256"/>
                  </a:cubicBezTo>
                  <a:cubicBezTo>
                    <a:pt x="1619686" y="49272"/>
                    <a:pt x="1615848" y="52396"/>
                    <a:pt x="1608886" y="66587"/>
                  </a:cubicBezTo>
                  <a:cubicBezTo>
                    <a:pt x="1609154" y="66765"/>
                    <a:pt x="1602639" y="75690"/>
                    <a:pt x="1600943" y="78100"/>
                  </a:cubicBezTo>
                  <a:cubicBezTo>
                    <a:pt x="1599248" y="80510"/>
                    <a:pt x="1605227" y="84615"/>
                    <a:pt x="1610582" y="83187"/>
                  </a:cubicBezTo>
                  <a:cubicBezTo>
                    <a:pt x="1613438" y="82384"/>
                    <a:pt x="1608886" y="90773"/>
                    <a:pt x="1615313" y="90773"/>
                  </a:cubicBezTo>
                  <a:cubicBezTo>
                    <a:pt x="1620221" y="90773"/>
                    <a:pt x="1626112" y="86400"/>
                    <a:pt x="1624238" y="81848"/>
                  </a:cubicBezTo>
                  <a:cubicBezTo>
                    <a:pt x="1622631" y="80331"/>
                    <a:pt x="1619507" y="81848"/>
                    <a:pt x="1616473" y="79260"/>
                  </a:cubicBezTo>
                  <a:cubicBezTo>
                    <a:pt x="1613438" y="76672"/>
                    <a:pt x="1613528" y="70335"/>
                    <a:pt x="1614688" y="70335"/>
                  </a:cubicBezTo>
                  <a:cubicBezTo>
                    <a:pt x="1616747" y="69534"/>
                    <a:pt x="1618519" y="68136"/>
                    <a:pt x="1619775" y="66319"/>
                  </a:cubicBezTo>
                  <a:cubicBezTo>
                    <a:pt x="1620757" y="65337"/>
                    <a:pt x="1623880" y="63106"/>
                    <a:pt x="1623880" y="61499"/>
                  </a:cubicBezTo>
                  <a:cubicBezTo>
                    <a:pt x="1623880" y="59893"/>
                    <a:pt x="1619240" y="58733"/>
                    <a:pt x="1623167" y="53021"/>
                  </a:cubicBezTo>
                  <a:cubicBezTo>
                    <a:pt x="1625666" y="49361"/>
                    <a:pt x="1628789" y="49718"/>
                    <a:pt x="1630396" y="49361"/>
                  </a:cubicBezTo>
                  <a:cubicBezTo>
                    <a:pt x="1632002" y="49004"/>
                    <a:pt x="1633609" y="45167"/>
                    <a:pt x="1634501" y="43203"/>
                  </a:cubicBezTo>
                  <a:cubicBezTo>
                    <a:pt x="1635521" y="41071"/>
                    <a:pt x="1636155" y="38774"/>
                    <a:pt x="1636376" y="36420"/>
                  </a:cubicBezTo>
                  <a:cubicBezTo>
                    <a:pt x="1636465" y="30799"/>
                    <a:pt x="1630128" y="28299"/>
                    <a:pt x="1631199" y="23926"/>
                  </a:cubicBezTo>
                  <a:cubicBezTo>
                    <a:pt x="1633430" y="15090"/>
                    <a:pt x="1654940" y="11699"/>
                    <a:pt x="1657171" y="10182"/>
                  </a:cubicBezTo>
                  <a:cubicBezTo>
                    <a:pt x="1657795" y="9736"/>
                    <a:pt x="1658331" y="7772"/>
                    <a:pt x="1659492" y="6880"/>
                  </a:cubicBezTo>
                  <a:cubicBezTo>
                    <a:pt x="1661723" y="5188"/>
                    <a:pt x="1664699" y="4846"/>
                    <a:pt x="1667256" y="5987"/>
                  </a:cubicBezTo>
                  <a:cubicBezTo>
                    <a:pt x="1670221" y="7457"/>
                    <a:pt x="1673031" y="9221"/>
                    <a:pt x="1675646" y="11253"/>
                  </a:cubicBezTo>
                  <a:cubicBezTo>
                    <a:pt x="1677350" y="12815"/>
                    <a:pt x="1678155" y="15128"/>
                    <a:pt x="1677788" y="17411"/>
                  </a:cubicBezTo>
                  <a:cubicBezTo>
                    <a:pt x="1677430" y="20088"/>
                    <a:pt x="1676003" y="27586"/>
                    <a:pt x="1676806" y="28210"/>
                  </a:cubicBezTo>
                  <a:cubicBezTo>
                    <a:pt x="1677609" y="28835"/>
                    <a:pt x="1669220" y="33386"/>
                    <a:pt x="1665382" y="37134"/>
                  </a:cubicBezTo>
                  <a:cubicBezTo>
                    <a:pt x="1660510" y="43395"/>
                    <a:pt x="1657427" y="50860"/>
                    <a:pt x="1656457" y="58733"/>
                  </a:cubicBezTo>
                  <a:cubicBezTo>
                    <a:pt x="1656278" y="59447"/>
                    <a:pt x="1654047" y="64802"/>
                    <a:pt x="1653779" y="66230"/>
                  </a:cubicBezTo>
                  <a:cubicBezTo>
                    <a:pt x="1653511" y="67658"/>
                    <a:pt x="1652530" y="71674"/>
                    <a:pt x="1651548" y="75155"/>
                  </a:cubicBezTo>
                  <a:cubicBezTo>
                    <a:pt x="1650325" y="78776"/>
                    <a:pt x="1649722" y="82578"/>
                    <a:pt x="1649763" y="86400"/>
                  </a:cubicBezTo>
                  <a:cubicBezTo>
                    <a:pt x="1650031" y="88631"/>
                    <a:pt x="1653065" y="88007"/>
                    <a:pt x="1654939" y="88007"/>
                  </a:cubicBezTo>
                  <a:cubicBezTo>
                    <a:pt x="1658751" y="87138"/>
                    <a:pt x="1662244" y="85221"/>
                    <a:pt x="1665025" y="82473"/>
                  </a:cubicBezTo>
                  <a:cubicBezTo>
                    <a:pt x="1667329" y="82085"/>
                    <a:pt x="1669682" y="82085"/>
                    <a:pt x="1671986" y="82473"/>
                  </a:cubicBezTo>
                  <a:cubicBezTo>
                    <a:pt x="1673771" y="83009"/>
                    <a:pt x="1675645" y="85954"/>
                    <a:pt x="1677609" y="86579"/>
                  </a:cubicBezTo>
                  <a:cubicBezTo>
                    <a:pt x="1679572" y="87203"/>
                    <a:pt x="1682339" y="87382"/>
                    <a:pt x="1683946" y="88453"/>
                  </a:cubicBezTo>
                  <a:cubicBezTo>
                    <a:pt x="1685552" y="89524"/>
                    <a:pt x="1689032" y="88453"/>
                    <a:pt x="1691174" y="91041"/>
                  </a:cubicBezTo>
                  <a:lnTo>
                    <a:pt x="1691710" y="90952"/>
                  </a:lnTo>
                  <a:cubicBezTo>
                    <a:pt x="1694680" y="95921"/>
                    <a:pt x="1696022" y="101693"/>
                    <a:pt x="1695548" y="107462"/>
                  </a:cubicBezTo>
                  <a:cubicBezTo>
                    <a:pt x="1695402" y="112689"/>
                    <a:pt x="1693994" y="117803"/>
                    <a:pt x="1691442" y="122367"/>
                  </a:cubicBezTo>
                  <a:cubicBezTo>
                    <a:pt x="1684679" y="126488"/>
                    <a:pt x="1676868" y="128564"/>
                    <a:pt x="1668952" y="128347"/>
                  </a:cubicBezTo>
                  <a:cubicBezTo>
                    <a:pt x="1666327" y="128340"/>
                    <a:pt x="1663813" y="129403"/>
                    <a:pt x="1661990" y="131292"/>
                  </a:cubicBezTo>
                  <a:cubicBezTo>
                    <a:pt x="1659028" y="132230"/>
                    <a:pt x="1655812" y="131941"/>
                    <a:pt x="1653065" y="130489"/>
                  </a:cubicBezTo>
                  <a:cubicBezTo>
                    <a:pt x="1649401" y="129592"/>
                    <a:pt x="1645574" y="129592"/>
                    <a:pt x="1641909" y="130489"/>
                  </a:cubicBezTo>
                  <a:cubicBezTo>
                    <a:pt x="1634094" y="132617"/>
                    <a:pt x="1627291" y="137457"/>
                    <a:pt x="1622720" y="144144"/>
                  </a:cubicBezTo>
                  <a:cubicBezTo>
                    <a:pt x="1621023" y="147185"/>
                    <a:pt x="1618601" y="149760"/>
                    <a:pt x="1615670" y="151641"/>
                  </a:cubicBezTo>
                  <a:cubicBezTo>
                    <a:pt x="1611417" y="154501"/>
                    <a:pt x="1607626" y="157993"/>
                    <a:pt x="1604424" y="161994"/>
                  </a:cubicBezTo>
                  <a:cubicBezTo>
                    <a:pt x="1602518" y="165184"/>
                    <a:pt x="1601881" y="168975"/>
                    <a:pt x="1602639" y="172614"/>
                  </a:cubicBezTo>
                  <a:cubicBezTo>
                    <a:pt x="1602996" y="173685"/>
                    <a:pt x="1605406" y="174309"/>
                    <a:pt x="1607994" y="173685"/>
                  </a:cubicBezTo>
                  <a:cubicBezTo>
                    <a:pt x="1611137" y="172237"/>
                    <a:pt x="1614355" y="170956"/>
                    <a:pt x="1617633" y="169847"/>
                  </a:cubicBezTo>
                  <a:cubicBezTo>
                    <a:pt x="1620221" y="169490"/>
                    <a:pt x="1621828" y="166278"/>
                    <a:pt x="1623970" y="166456"/>
                  </a:cubicBezTo>
                  <a:cubicBezTo>
                    <a:pt x="1626112" y="166635"/>
                    <a:pt x="1628968" y="170650"/>
                    <a:pt x="1635037" y="172078"/>
                  </a:cubicBezTo>
                  <a:cubicBezTo>
                    <a:pt x="1636911" y="172614"/>
                    <a:pt x="1640392" y="174845"/>
                    <a:pt x="1645836" y="176541"/>
                  </a:cubicBezTo>
                  <a:cubicBezTo>
                    <a:pt x="1646550" y="176719"/>
                    <a:pt x="1650834" y="177612"/>
                    <a:pt x="1650031" y="180825"/>
                  </a:cubicBezTo>
                  <a:cubicBezTo>
                    <a:pt x="1649891" y="184724"/>
                    <a:pt x="1648950" y="188552"/>
                    <a:pt x="1647264" y="192070"/>
                  </a:cubicBezTo>
                  <a:cubicBezTo>
                    <a:pt x="1645390" y="194301"/>
                    <a:pt x="1643159" y="197068"/>
                    <a:pt x="1640838" y="197604"/>
                  </a:cubicBezTo>
                  <a:cubicBezTo>
                    <a:pt x="1636643" y="198407"/>
                    <a:pt x="1634144" y="198496"/>
                    <a:pt x="1629503" y="199746"/>
                  </a:cubicBezTo>
                  <a:cubicBezTo>
                    <a:pt x="1627183" y="200371"/>
                    <a:pt x="1625487" y="201709"/>
                    <a:pt x="1621828" y="202334"/>
                  </a:cubicBezTo>
                  <a:cubicBezTo>
                    <a:pt x="1618169" y="202959"/>
                    <a:pt x="1603978" y="205636"/>
                    <a:pt x="1603978" y="210366"/>
                  </a:cubicBezTo>
                  <a:cubicBezTo>
                    <a:pt x="1604463" y="214455"/>
                    <a:pt x="1604731" y="218566"/>
                    <a:pt x="1604781" y="222683"/>
                  </a:cubicBezTo>
                  <a:cubicBezTo>
                    <a:pt x="1604577" y="226220"/>
                    <a:pt x="1604129" y="229738"/>
                    <a:pt x="1603442" y="233214"/>
                  </a:cubicBezTo>
                  <a:cubicBezTo>
                    <a:pt x="1601919" y="237055"/>
                    <a:pt x="1601073" y="241132"/>
                    <a:pt x="1600943" y="245262"/>
                  </a:cubicBezTo>
                  <a:cubicBezTo>
                    <a:pt x="1601211" y="249011"/>
                    <a:pt x="1596839" y="252581"/>
                    <a:pt x="1596303" y="253295"/>
                  </a:cubicBezTo>
                  <a:cubicBezTo>
                    <a:pt x="1593447" y="259453"/>
                    <a:pt x="1593894" y="268557"/>
                    <a:pt x="1587378" y="270609"/>
                  </a:cubicBezTo>
                  <a:cubicBezTo>
                    <a:pt x="1583140" y="272438"/>
                    <a:pt x="1578787" y="273989"/>
                    <a:pt x="1574348" y="275250"/>
                  </a:cubicBezTo>
                  <a:cubicBezTo>
                    <a:pt x="1570753" y="275722"/>
                    <a:pt x="1567240" y="276683"/>
                    <a:pt x="1563906" y="278106"/>
                  </a:cubicBezTo>
                  <a:cubicBezTo>
                    <a:pt x="1558776" y="279598"/>
                    <a:pt x="1553327" y="279598"/>
                    <a:pt x="1548198" y="278106"/>
                  </a:cubicBezTo>
                  <a:cubicBezTo>
                    <a:pt x="1546323" y="276589"/>
                    <a:pt x="1547216" y="271591"/>
                    <a:pt x="1547216" y="268646"/>
                  </a:cubicBezTo>
                  <a:cubicBezTo>
                    <a:pt x="1547127" y="263201"/>
                    <a:pt x="1533382" y="257489"/>
                    <a:pt x="1532043" y="254276"/>
                  </a:cubicBezTo>
                  <a:cubicBezTo>
                    <a:pt x="1530704" y="251063"/>
                    <a:pt x="1535435" y="251153"/>
                    <a:pt x="1540165" y="250260"/>
                  </a:cubicBezTo>
                  <a:cubicBezTo>
                    <a:pt x="1548287" y="248832"/>
                    <a:pt x="1555962" y="247940"/>
                    <a:pt x="1559800" y="246690"/>
                  </a:cubicBezTo>
                  <a:cubicBezTo>
                    <a:pt x="1567833" y="243745"/>
                    <a:pt x="1571224" y="227324"/>
                    <a:pt x="1575240" y="219916"/>
                  </a:cubicBezTo>
                  <a:cubicBezTo>
                    <a:pt x="1576490" y="217596"/>
                    <a:pt x="1576133" y="213847"/>
                    <a:pt x="1570956" y="213847"/>
                  </a:cubicBezTo>
                  <a:cubicBezTo>
                    <a:pt x="1566068" y="214260"/>
                    <a:pt x="1561227" y="215127"/>
                    <a:pt x="1556498" y="216436"/>
                  </a:cubicBezTo>
                  <a:cubicBezTo>
                    <a:pt x="1551612" y="217718"/>
                    <a:pt x="1546626" y="218584"/>
                    <a:pt x="1541593" y="219024"/>
                  </a:cubicBezTo>
                  <a:cubicBezTo>
                    <a:pt x="1538291" y="219202"/>
                    <a:pt x="1531329" y="223397"/>
                    <a:pt x="1529366" y="223397"/>
                  </a:cubicBezTo>
                  <a:cubicBezTo>
                    <a:pt x="1525796" y="223486"/>
                    <a:pt x="1522672" y="224914"/>
                    <a:pt x="1518388" y="220720"/>
                  </a:cubicBezTo>
                  <a:cubicBezTo>
                    <a:pt x="1516809" y="219796"/>
                    <a:pt x="1515133" y="219047"/>
                    <a:pt x="1513390" y="218488"/>
                  </a:cubicBezTo>
                  <a:cubicBezTo>
                    <a:pt x="1510981" y="217239"/>
                    <a:pt x="1512230" y="212330"/>
                    <a:pt x="1512230" y="210456"/>
                  </a:cubicBezTo>
                  <a:cubicBezTo>
                    <a:pt x="1512492" y="206685"/>
                    <a:pt x="1513241" y="202966"/>
                    <a:pt x="1514461" y="199389"/>
                  </a:cubicBezTo>
                  <a:cubicBezTo>
                    <a:pt x="1517569" y="194875"/>
                    <a:pt x="1522423" y="191866"/>
                    <a:pt x="1527848" y="191088"/>
                  </a:cubicBezTo>
                  <a:cubicBezTo>
                    <a:pt x="1529723" y="191088"/>
                    <a:pt x="1535614" y="193587"/>
                    <a:pt x="1537577" y="193587"/>
                  </a:cubicBezTo>
                  <a:cubicBezTo>
                    <a:pt x="1539540" y="193587"/>
                    <a:pt x="1543914" y="189393"/>
                    <a:pt x="1547037" y="187697"/>
                  </a:cubicBezTo>
                  <a:cubicBezTo>
                    <a:pt x="1550831" y="186303"/>
                    <a:pt x="1554745" y="185257"/>
                    <a:pt x="1558729" y="184573"/>
                  </a:cubicBezTo>
                  <a:cubicBezTo>
                    <a:pt x="1561265" y="183794"/>
                    <a:pt x="1563649" y="182586"/>
                    <a:pt x="1565780" y="181003"/>
                  </a:cubicBezTo>
                  <a:cubicBezTo>
                    <a:pt x="1567743" y="179843"/>
                    <a:pt x="1567565" y="178861"/>
                    <a:pt x="1568279" y="176898"/>
                  </a:cubicBezTo>
                  <a:cubicBezTo>
                    <a:pt x="1568993" y="174934"/>
                    <a:pt x="1568636" y="169847"/>
                    <a:pt x="1569528" y="167973"/>
                  </a:cubicBezTo>
                  <a:cubicBezTo>
                    <a:pt x="1570964" y="165133"/>
                    <a:pt x="1572072" y="162139"/>
                    <a:pt x="1572831" y="159049"/>
                  </a:cubicBezTo>
                  <a:cubicBezTo>
                    <a:pt x="1573277" y="156550"/>
                    <a:pt x="1567922" y="158424"/>
                    <a:pt x="1566048" y="158424"/>
                  </a:cubicBezTo>
                  <a:cubicBezTo>
                    <a:pt x="1563096" y="159236"/>
                    <a:pt x="1560475" y="160953"/>
                    <a:pt x="1558550" y="163333"/>
                  </a:cubicBezTo>
                  <a:cubicBezTo>
                    <a:pt x="1556144" y="165490"/>
                    <a:pt x="1553225" y="166996"/>
                    <a:pt x="1550071" y="167706"/>
                  </a:cubicBezTo>
                  <a:cubicBezTo>
                    <a:pt x="1547760" y="168508"/>
                    <a:pt x="1545244" y="168508"/>
                    <a:pt x="1542932" y="167706"/>
                  </a:cubicBezTo>
                  <a:cubicBezTo>
                    <a:pt x="1540254" y="166278"/>
                    <a:pt x="1540254" y="164404"/>
                    <a:pt x="1540255" y="161191"/>
                  </a:cubicBezTo>
                  <a:cubicBezTo>
                    <a:pt x="1539977" y="157827"/>
                    <a:pt x="1540657" y="154455"/>
                    <a:pt x="1542218" y="151462"/>
                  </a:cubicBezTo>
                  <a:cubicBezTo>
                    <a:pt x="1543824" y="149588"/>
                    <a:pt x="1543200" y="139592"/>
                    <a:pt x="1549715" y="133612"/>
                  </a:cubicBezTo>
                  <a:cubicBezTo>
                    <a:pt x="1551857" y="131738"/>
                    <a:pt x="1557837" y="134326"/>
                    <a:pt x="1560246" y="132898"/>
                  </a:cubicBezTo>
                  <a:cubicBezTo>
                    <a:pt x="1561510" y="131970"/>
                    <a:pt x="1562821" y="131107"/>
                    <a:pt x="1564173" y="130310"/>
                  </a:cubicBezTo>
                  <a:cubicBezTo>
                    <a:pt x="1566315" y="129418"/>
                    <a:pt x="1571314" y="130042"/>
                    <a:pt x="1573902" y="129418"/>
                  </a:cubicBezTo>
                  <a:cubicBezTo>
                    <a:pt x="1577653" y="128771"/>
                    <a:pt x="1581353" y="127846"/>
                    <a:pt x="1584969" y="126651"/>
                  </a:cubicBezTo>
                  <a:cubicBezTo>
                    <a:pt x="1586308" y="126205"/>
                    <a:pt x="1591662" y="126205"/>
                    <a:pt x="1593269" y="125223"/>
                  </a:cubicBezTo>
                  <a:cubicBezTo>
                    <a:pt x="1594875" y="124241"/>
                    <a:pt x="1594340" y="124509"/>
                    <a:pt x="1600230" y="122724"/>
                  </a:cubicBezTo>
                  <a:cubicBezTo>
                    <a:pt x="1599694" y="122546"/>
                    <a:pt x="1602639" y="120760"/>
                    <a:pt x="1604335" y="119779"/>
                  </a:cubicBezTo>
                  <a:cubicBezTo>
                    <a:pt x="1607560" y="119288"/>
                    <a:pt x="1610839" y="119288"/>
                    <a:pt x="1614063" y="119779"/>
                  </a:cubicBezTo>
                  <a:cubicBezTo>
                    <a:pt x="1617009" y="120403"/>
                    <a:pt x="1620578" y="119779"/>
                    <a:pt x="1622007" y="119779"/>
                  </a:cubicBezTo>
                  <a:cubicBezTo>
                    <a:pt x="1624610" y="120901"/>
                    <a:pt x="1627388" y="121565"/>
                    <a:pt x="1630217" y="121742"/>
                  </a:cubicBezTo>
                  <a:cubicBezTo>
                    <a:pt x="1632092" y="121653"/>
                    <a:pt x="1637179" y="117369"/>
                    <a:pt x="1639142" y="117369"/>
                  </a:cubicBezTo>
                  <a:cubicBezTo>
                    <a:pt x="1642760" y="115665"/>
                    <a:pt x="1644802" y="111763"/>
                    <a:pt x="1644140" y="107819"/>
                  </a:cubicBezTo>
                  <a:cubicBezTo>
                    <a:pt x="1640140" y="107702"/>
                    <a:pt x="1636144" y="108153"/>
                    <a:pt x="1632270" y="109158"/>
                  </a:cubicBezTo>
                  <a:cubicBezTo>
                    <a:pt x="1629593" y="110229"/>
                    <a:pt x="1621560" y="110050"/>
                    <a:pt x="1619775" y="110943"/>
                  </a:cubicBezTo>
                  <a:cubicBezTo>
                    <a:pt x="1613474" y="113125"/>
                    <a:pt x="1606756" y="113827"/>
                    <a:pt x="1600140" y="112996"/>
                  </a:cubicBezTo>
                  <a:cubicBezTo>
                    <a:pt x="1596725" y="113165"/>
                    <a:pt x="1593369" y="113951"/>
                    <a:pt x="1590234" y="115316"/>
                  </a:cubicBezTo>
                  <a:cubicBezTo>
                    <a:pt x="1587006" y="116321"/>
                    <a:pt x="1583688" y="117009"/>
                    <a:pt x="1580327" y="117369"/>
                  </a:cubicBezTo>
                  <a:cubicBezTo>
                    <a:pt x="1574941" y="117780"/>
                    <a:pt x="1569579" y="118465"/>
                    <a:pt x="1564262" y="119422"/>
                  </a:cubicBezTo>
                  <a:cubicBezTo>
                    <a:pt x="1561496" y="120047"/>
                    <a:pt x="1555605" y="120939"/>
                    <a:pt x="1551946" y="121921"/>
                  </a:cubicBezTo>
                  <a:cubicBezTo>
                    <a:pt x="1546839" y="123178"/>
                    <a:pt x="1541940" y="125161"/>
                    <a:pt x="1537398" y="127811"/>
                  </a:cubicBezTo>
                  <a:cubicBezTo>
                    <a:pt x="1533856" y="131307"/>
                    <a:pt x="1530849" y="135307"/>
                    <a:pt x="1528473" y="139681"/>
                  </a:cubicBezTo>
                  <a:cubicBezTo>
                    <a:pt x="1527210" y="141509"/>
                    <a:pt x="1525776" y="143213"/>
                    <a:pt x="1524189" y="144769"/>
                  </a:cubicBezTo>
                  <a:cubicBezTo>
                    <a:pt x="1516960" y="150035"/>
                    <a:pt x="1512498" y="157710"/>
                    <a:pt x="1505626" y="158960"/>
                  </a:cubicBezTo>
                  <a:cubicBezTo>
                    <a:pt x="1502822" y="159825"/>
                    <a:pt x="1499797" y="158592"/>
                    <a:pt x="1498397" y="156014"/>
                  </a:cubicBezTo>
                  <a:cubicBezTo>
                    <a:pt x="1495300" y="150824"/>
                    <a:pt x="1493437" y="144992"/>
                    <a:pt x="1492953" y="138967"/>
                  </a:cubicBezTo>
                  <a:cubicBezTo>
                    <a:pt x="1492953" y="133523"/>
                    <a:pt x="1496076" y="132185"/>
                    <a:pt x="1492953" y="121831"/>
                  </a:cubicBezTo>
                  <a:cubicBezTo>
                    <a:pt x="1492487" y="119195"/>
                    <a:pt x="1493517" y="116516"/>
                    <a:pt x="1495630" y="114870"/>
                  </a:cubicBezTo>
                  <a:cubicBezTo>
                    <a:pt x="1497446" y="114103"/>
                    <a:pt x="1499109" y="113014"/>
                    <a:pt x="1500539" y="111657"/>
                  </a:cubicBezTo>
                  <a:cubicBezTo>
                    <a:pt x="1504881" y="105275"/>
                    <a:pt x="1508873" y="98660"/>
                    <a:pt x="1512498" y="91844"/>
                  </a:cubicBezTo>
                  <a:cubicBezTo>
                    <a:pt x="1512498" y="91844"/>
                    <a:pt x="1514461" y="90684"/>
                    <a:pt x="1515889" y="91844"/>
                  </a:cubicBezTo>
                  <a:cubicBezTo>
                    <a:pt x="1517444" y="96814"/>
                    <a:pt x="1518256" y="101988"/>
                    <a:pt x="1518299" y="107194"/>
                  </a:cubicBezTo>
                  <a:cubicBezTo>
                    <a:pt x="1518267" y="107733"/>
                    <a:pt x="1518345" y="108272"/>
                    <a:pt x="1518530" y="108779"/>
                  </a:cubicBezTo>
                  <a:cubicBezTo>
                    <a:pt x="1519273" y="110816"/>
                    <a:pt x="1521527" y="111865"/>
                    <a:pt x="1523564" y="111121"/>
                  </a:cubicBezTo>
                  <a:cubicBezTo>
                    <a:pt x="1527188" y="110367"/>
                    <a:pt x="1530657" y="109009"/>
                    <a:pt x="1533828" y="107105"/>
                  </a:cubicBezTo>
                  <a:cubicBezTo>
                    <a:pt x="1534453" y="106659"/>
                    <a:pt x="1537309" y="105410"/>
                    <a:pt x="1537309" y="103625"/>
                  </a:cubicBezTo>
                  <a:cubicBezTo>
                    <a:pt x="1536694" y="101150"/>
                    <a:pt x="1535795" y="98754"/>
                    <a:pt x="1534631" y="96486"/>
                  </a:cubicBezTo>
                  <a:cubicBezTo>
                    <a:pt x="1533677" y="93106"/>
                    <a:pt x="1533080" y="89636"/>
                    <a:pt x="1532846" y="86132"/>
                  </a:cubicBezTo>
                  <a:cubicBezTo>
                    <a:pt x="1532846" y="84258"/>
                    <a:pt x="1533650" y="73191"/>
                    <a:pt x="1534453" y="64891"/>
                  </a:cubicBezTo>
                  <a:cubicBezTo>
                    <a:pt x="1534989" y="60250"/>
                    <a:pt x="1532936" y="54716"/>
                    <a:pt x="1532936" y="42400"/>
                  </a:cubicBezTo>
                  <a:cubicBezTo>
                    <a:pt x="1533136" y="38021"/>
                    <a:pt x="1532437" y="33648"/>
                    <a:pt x="1530883" y="29549"/>
                  </a:cubicBezTo>
                  <a:cubicBezTo>
                    <a:pt x="1528652" y="28210"/>
                    <a:pt x="1531687" y="22944"/>
                    <a:pt x="1535167" y="22141"/>
                  </a:cubicBezTo>
                  <a:cubicBezTo>
                    <a:pt x="1537216" y="21964"/>
                    <a:pt x="1539277" y="21964"/>
                    <a:pt x="1541325" y="22141"/>
                  </a:cubicBezTo>
                  <a:cubicBezTo>
                    <a:pt x="1542664" y="22052"/>
                    <a:pt x="1542485" y="19285"/>
                    <a:pt x="1544449" y="20088"/>
                  </a:cubicBezTo>
                  <a:cubicBezTo>
                    <a:pt x="1546412" y="20892"/>
                    <a:pt x="1546056" y="21249"/>
                    <a:pt x="1547127" y="24105"/>
                  </a:cubicBezTo>
                  <a:cubicBezTo>
                    <a:pt x="1548198" y="26961"/>
                    <a:pt x="1547394" y="28478"/>
                    <a:pt x="1548198" y="31423"/>
                  </a:cubicBezTo>
                  <a:cubicBezTo>
                    <a:pt x="1549001" y="34368"/>
                    <a:pt x="1547751" y="38651"/>
                    <a:pt x="1549001" y="40347"/>
                  </a:cubicBezTo>
                  <a:cubicBezTo>
                    <a:pt x="1549781" y="42141"/>
                    <a:pt x="1549781" y="44177"/>
                    <a:pt x="1549001" y="45970"/>
                  </a:cubicBezTo>
                  <a:cubicBezTo>
                    <a:pt x="1548629" y="48006"/>
                    <a:pt x="1548629" y="50092"/>
                    <a:pt x="1549001" y="52128"/>
                  </a:cubicBezTo>
                  <a:cubicBezTo>
                    <a:pt x="1549715" y="54449"/>
                    <a:pt x="1548733" y="56858"/>
                    <a:pt x="1549001" y="59893"/>
                  </a:cubicBezTo>
                  <a:cubicBezTo>
                    <a:pt x="1549269" y="62927"/>
                    <a:pt x="1549893" y="72923"/>
                    <a:pt x="1549893" y="75065"/>
                  </a:cubicBezTo>
                  <a:cubicBezTo>
                    <a:pt x="1549893" y="77207"/>
                    <a:pt x="1552392" y="80599"/>
                    <a:pt x="1551857" y="85240"/>
                  </a:cubicBezTo>
                  <a:cubicBezTo>
                    <a:pt x="1551857" y="87114"/>
                    <a:pt x="1551857" y="90952"/>
                    <a:pt x="1551857" y="92737"/>
                  </a:cubicBezTo>
                  <a:cubicBezTo>
                    <a:pt x="1551321" y="96575"/>
                    <a:pt x="1548019" y="99520"/>
                    <a:pt x="1548822" y="101662"/>
                  </a:cubicBezTo>
                  <a:cubicBezTo>
                    <a:pt x="1549600" y="103639"/>
                    <a:pt x="1551146" y="105216"/>
                    <a:pt x="1553106" y="106034"/>
                  </a:cubicBezTo>
                  <a:cubicBezTo>
                    <a:pt x="1555516" y="106570"/>
                    <a:pt x="1559621" y="103714"/>
                    <a:pt x="1561584" y="103714"/>
                  </a:cubicBezTo>
                  <a:cubicBezTo>
                    <a:pt x="1564032" y="103777"/>
                    <a:pt x="1566481" y="103628"/>
                    <a:pt x="1568903" y="103268"/>
                  </a:cubicBezTo>
                  <a:cubicBezTo>
                    <a:pt x="1572798" y="102113"/>
                    <a:pt x="1576809" y="101395"/>
                    <a:pt x="1580863" y="101126"/>
                  </a:cubicBezTo>
                  <a:cubicBezTo>
                    <a:pt x="1582648" y="101037"/>
                    <a:pt x="1585772" y="98895"/>
                    <a:pt x="1587378" y="98895"/>
                  </a:cubicBezTo>
                  <a:cubicBezTo>
                    <a:pt x="1589266" y="98083"/>
                    <a:pt x="1590990" y="96934"/>
                    <a:pt x="1592465" y="95504"/>
                  </a:cubicBezTo>
                  <a:cubicBezTo>
                    <a:pt x="1593542" y="94532"/>
                    <a:pt x="1593834" y="92960"/>
                    <a:pt x="1593179" y="91666"/>
                  </a:cubicBezTo>
                  <a:cubicBezTo>
                    <a:pt x="1591930" y="88542"/>
                    <a:pt x="1589342" y="89792"/>
                    <a:pt x="1586039" y="90952"/>
                  </a:cubicBezTo>
                  <a:cubicBezTo>
                    <a:pt x="1584254" y="91666"/>
                    <a:pt x="1580685" y="94790"/>
                    <a:pt x="1579524" y="93629"/>
                  </a:cubicBezTo>
                  <a:cubicBezTo>
                    <a:pt x="1577479" y="92395"/>
                    <a:pt x="1576675" y="89830"/>
                    <a:pt x="1577650" y="87650"/>
                  </a:cubicBezTo>
                  <a:cubicBezTo>
                    <a:pt x="1578096" y="85686"/>
                    <a:pt x="1576312" y="81938"/>
                    <a:pt x="1573723" y="82741"/>
                  </a:cubicBezTo>
                  <a:cubicBezTo>
                    <a:pt x="1571135" y="83544"/>
                    <a:pt x="1570956" y="87293"/>
                    <a:pt x="1571135" y="90060"/>
                  </a:cubicBezTo>
                  <a:cubicBezTo>
                    <a:pt x="1571314" y="92826"/>
                    <a:pt x="1569260" y="93451"/>
                    <a:pt x="1568011" y="94433"/>
                  </a:cubicBezTo>
                  <a:cubicBezTo>
                    <a:pt x="1566762" y="95414"/>
                    <a:pt x="1565601" y="97556"/>
                    <a:pt x="1563638" y="96753"/>
                  </a:cubicBezTo>
                  <a:cubicBezTo>
                    <a:pt x="1560661" y="95046"/>
                    <a:pt x="1558927" y="91786"/>
                    <a:pt x="1559175" y="88364"/>
                  </a:cubicBezTo>
                  <a:cubicBezTo>
                    <a:pt x="1559086" y="86489"/>
                    <a:pt x="1559800" y="72834"/>
                    <a:pt x="1559800" y="71049"/>
                  </a:cubicBezTo>
                  <a:cubicBezTo>
                    <a:pt x="1560157" y="67390"/>
                    <a:pt x="1557837" y="62392"/>
                    <a:pt x="1557837" y="59268"/>
                  </a:cubicBezTo>
                  <a:cubicBezTo>
                    <a:pt x="1558130" y="53709"/>
                    <a:pt x="1558130" y="48139"/>
                    <a:pt x="1557837" y="42579"/>
                  </a:cubicBezTo>
                  <a:cubicBezTo>
                    <a:pt x="1557530" y="40682"/>
                    <a:pt x="1557114" y="38804"/>
                    <a:pt x="1556587" y="36956"/>
                  </a:cubicBezTo>
                  <a:cubicBezTo>
                    <a:pt x="1556852" y="33964"/>
                    <a:pt x="1558037" y="31126"/>
                    <a:pt x="1559979" y="28835"/>
                  </a:cubicBezTo>
                  <a:cubicBezTo>
                    <a:pt x="1561439" y="27117"/>
                    <a:pt x="1563465" y="25978"/>
                    <a:pt x="1565691" y="25622"/>
                  </a:cubicBezTo>
                  <a:cubicBezTo>
                    <a:pt x="1567833" y="25176"/>
                    <a:pt x="1568458" y="30709"/>
                    <a:pt x="1568457" y="34546"/>
                  </a:cubicBezTo>
                  <a:cubicBezTo>
                    <a:pt x="1568376" y="36586"/>
                    <a:pt x="1569042" y="38585"/>
                    <a:pt x="1570331" y="40169"/>
                  </a:cubicBezTo>
                  <a:cubicBezTo>
                    <a:pt x="1572019" y="46307"/>
                    <a:pt x="1572919" y="52635"/>
                    <a:pt x="1573009" y="59000"/>
                  </a:cubicBezTo>
                  <a:cubicBezTo>
                    <a:pt x="1572920" y="62481"/>
                    <a:pt x="1573455" y="62035"/>
                    <a:pt x="1575508" y="63374"/>
                  </a:cubicBezTo>
                  <a:cubicBezTo>
                    <a:pt x="1577561" y="64712"/>
                    <a:pt x="1583719" y="62124"/>
                    <a:pt x="1585237" y="63374"/>
                  </a:cubicBezTo>
                  <a:cubicBezTo>
                    <a:pt x="1586754" y="64623"/>
                    <a:pt x="1587468" y="68015"/>
                    <a:pt x="1588896" y="68015"/>
                  </a:cubicBezTo>
                  <a:cubicBezTo>
                    <a:pt x="1593447" y="68639"/>
                    <a:pt x="1596571" y="61499"/>
                    <a:pt x="1597820" y="59714"/>
                  </a:cubicBezTo>
                  <a:cubicBezTo>
                    <a:pt x="1601122" y="55073"/>
                    <a:pt x="1594072" y="48648"/>
                    <a:pt x="1593090" y="48469"/>
                  </a:cubicBezTo>
                  <a:cubicBezTo>
                    <a:pt x="1592108" y="48290"/>
                    <a:pt x="1589252" y="50879"/>
                    <a:pt x="1585237" y="51503"/>
                  </a:cubicBezTo>
                  <a:cubicBezTo>
                    <a:pt x="1581220" y="52128"/>
                    <a:pt x="1582916" y="54984"/>
                    <a:pt x="1579703" y="54092"/>
                  </a:cubicBezTo>
                  <a:cubicBezTo>
                    <a:pt x="1576490" y="53199"/>
                    <a:pt x="1577918" y="46148"/>
                    <a:pt x="1579703" y="42936"/>
                  </a:cubicBezTo>
                  <a:cubicBezTo>
                    <a:pt x="1581521" y="40271"/>
                    <a:pt x="1582683" y="37212"/>
                    <a:pt x="1583094" y="34011"/>
                  </a:cubicBezTo>
                  <a:cubicBezTo>
                    <a:pt x="1582737" y="30174"/>
                    <a:pt x="1579346" y="25533"/>
                    <a:pt x="1579346" y="24105"/>
                  </a:cubicBezTo>
                  <a:cubicBezTo>
                    <a:pt x="1579346" y="22677"/>
                    <a:pt x="1583719" y="17946"/>
                    <a:pt x="1585593" y="17857"/>
                  </a:cubicBezTo>
                  <a:cubicBezTo>
                    <a:pt x="1587468" y="17768"/>
                    <a:pt x="1590681" y="23480"/>
                    <a:pt x="1592466" y="23480"/>
                  </a:cubicBezTo>
                  <a:cubicBezTo>
                    <a:pt x="1594250" y="23480"/>
                    <a:pt x="1598713" y="16518"/>
                    <a:pt x="1600765" y="12502"/>
                  </a:cubicBezTo>
                  <a:cubicBezTo>
                    <a:pt x="1602104" y="10003"/>
                    <a:pt x="1602907" y="2863"/>
                    <a:pt x="1606923" y="1078"/>
                  </a:cubicBezTo>
                  <a:cubicBezTo>
                    <a:pt x="1608530" y="1078"/>
                    <a:pt x="1610761" y="1881"/>
                    <a:pt x="1611921" y="1078"/>
                  </a:cubicBezTo>
                  <a:cubicBezTo>
                    <a:pt x="1613472" y="309"/>
                    <a:pt x="1615190" y="-59"/>
                    <a:pt x="1616919" y="7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120" name="组合 119"/>
            <p:cNvGrpSpPr>
              <a:grpSpLocks noChangeAspect="1"/>
            </p:cNvGrpSpPr>
            <p:nvPr/>
          </p:nvGrpSpPr>
          <p:grpSpPr>
            <a:xfrm>
              <a:off x="468000" y="514800"/>
              <a:ext cx="507600" cy="507600"/>
              <a:chOff x="2216986" y="864164"/>
              <a:chExt cx="5847244" cy="5847244"/>
            </a:xfrm>
          </p:grpSpPr>
          <p:sp>
            <p:nvSpPr>
              <p:cNvPr id="121" name="任意多边形: 形状 120"/>
              <p:cNvSpPr/>
              <p:nvPr/>
            </p:nvSpPr>
            <p:spPr>
              <a:xfrm>
                <a:off x="2953301" y="1600488"/>
                <a:ext cx="4374605" cy="4374605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4 h 404050"/>
                  <a:gd name="connsiteX4" fmla="*/ -365 w 404050"/>
                  <a:gd name="connsiteY4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4"/>
                      <a:pt x="201660" y="403914"/>
                    </a:cubicBezTo>
                    <a:cubicBezTo>
                      <a:pt x="90107" y="403862"/>
                      <a:pt x="-312" y="31344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2" name="任意多边形: 形状 121"/>
              <p:cNvSpPr/>
              <p:nvPr/>
            </p:nvSpPr>
            <p:spPr>
              <a:xfrm>
                <a:off x="4296171" y="5162025"/>
                <a:ext cx="1689209" cy="788797"/>
              </a:xfrm>
              <a:custGeom>
                <a:avLst/>
                <a:gdLst>
                  <a:gd name="connsiteX0" fmla="*/ 884371 w 1689209"/>
                  <a:gd name="connsiteY0" fmla="*/ 777495 h 788797"/>
                  <a:gd name="connsiteX1" fmla="*/ 884308 w 1689209"/>
                  <a:gd name="connsiteY1" fmla="*/ 777576 h 788797"/>
                  <a:gd name="connsiteX2" fmla="*/ 881730 w 1689209"/>
                  <a:gd name="connsiteY2" fmla="*/ 778607 h 788797"/>
                  <a:gd name="connsiteX3" fmla="*/ 1398399 w 1689209"/>
                  <a:gd name="connsiteY3" fmla="*/ 610508 h 788797"/>
                  <a:gd name="connsiteX4" fmla="*/ 1409735 w 1689209"/>
                  <a:gd name="connsiteY4" fmla="*/ 635258 h 788797"/>
                  <a:gd name="connsiteX5" fmla="*/ 1398399 w 1689209"/>
                  <a:gd name="connsiteY5" fmla="*/ 709509 h 788797"/>
                  <a:gd name="connsiteX6" fmla="*/ 1391177 w 1689209"/>
                  <a:gd name="connsiteY6" fmla="*/ 639383 h 788797"/>
                  <a:gd name="connsiteX7" fmla="*/ 1398399 w 1689209"/>
                  <a:gd name="connsiteY7" fmla="*/ 610508 h 788797"/>
                  <a:gd name="connsiteX8" fmla="*/ 900298 w 1689209"/>
                  <a:gd name="connsiteY8" fmla="*/ 610508 h 788797"/>
                  <a:gd name="connsiteX9" fmla="*/ 912673 w 1689209"/>
                  <a:gd name="connsiteY9" fmla="*/ 635258 h 788797"/>
                  <a:gd name="connsiteX10" fmla="*/ 900298 w 1689209"/>
                  <a:gd name="connsiteY10" fmla="*/ 709509 h 788797"/>
                  <a:gd name="connsiteX11" fmla="*/ 893076 w 1689209"/>
                  <a:gd name="connsiteY11" fmla="*/ 639383 h 788797"/>
                  <a:gd name="connsiteX12" fmla="*/ 900298 w 1689209"/>
                  <a:gd name="connsiteY12" fmla="*/ 610508 h 788797"/>
                  <a:gd name="connsiteX13" fmla="*/ 1312802 w 1689209"/>
                  <a:gd name="connsiteY13" fmla="*/ 607412 h 788797"/>
                  <a:gd name="connsiteX14" fmla="*/ 1323120 w 1689209"/>
                  <a:gd name="connsiteY14" fmla="*/ 635259 h 788797"/>
                  <a:gd name="connsiteX15" fmla="*/ 1314860 w 1689209"/>
                  <a:gd name="connsiteY15" fmla="*/ 708481 h 788797"/>
                  <a:gd name="connsiteX16" fmla="*/ 1300427 w 1689209"/>
                  <a:gd name="connsiteY16" fmla="*/ 638344 h 788797"/>
                  <a:gd name="connsiteX17" fmla="*/ 1312802 w 1689209"/>
                  <a:gd name="connsiteY17" fmla="*/ 607412 h 788797"/>
                  <a:gd name="connsiteX18" fmla="*/ 818826 w 1689209"/>
                  <a:gd name="connsiteY18" fmla="*/ 607412 h 788797"/>
                  <a:gd name="connsiteX19" fmla="*/ 829144 w 1689209"/>
                  <a:gd name="connsiteY19" fmla="*/ 635259 h 788797"/>
                  <a:gd name="connsiteX20" fmla="*/ 819866 w 1689209"/>
                  <a:gd name="connsiteY20" fmla="*/ 709510 h 788797"/>
                  <a:gd name="connsiteX21" fmla="*/ 805422 w 1689209"/>
                  <a:gd name="connsiteY21" fmla="*/ 638344 h 788797"/>
                  <a:gd name="connsiteX22" fmla="*/ 818826 w 1689209"/>
                  <a:gd name="connsiteY22" fmla="*/ 607412 h 788797"/>
                  <a:gd name="connsiteX23" fmla="*/ 320211 w 1689209"/>
                  <a:gd name="connsiteY23" fmla="*/ 606386 h 788797"/>
                  <a:gd name="connsiteX24" fmla="*/ 327946 w 1689209"/>
                  <a:gd name="connsiteY24" fmla="*/ 609480 h 788797"/>
                  <a:gd name="connsiteX25" fmla="*/ 327946 w 1689209"/>
                  <a:gd name="connsiteY25" fmla="*/ 705385 h 788797"/>
                  <a:gd name="connsiteX26" fmla="*/ 310418 w 1689209"/>
                  <a:gd name="connsiteY26" fmla="*/ 705385 h 788797"/>
                  <a:gd name="connsiteX27" fmla="*/ 310418 w 1689209"/>
                  <a:gd name="connsiteY27" fmla="*/ 608452 h 788797"/>
                  <a:gd name="connsiteX28" fmla="*/ 312475 w 1689209"/>
                  <a:gd name="connsiteY28" fmla="*/ 609480 h 788797"/>
                  <a:gd name="connsiteX29" fmla="*/ 320211 w 1689209"/>
                  <a:gd name="connsiteY29" fmla="*/ 606386 h 788797"/>
                  <a:gd name="connsiteX30" fmla="*/ 397044 w 1689209"/>
                  <a:gd name="connsiteY30" fmla="*/ 601229 h 788797"/>
                  <a:gd name="connsiteX31" fmla="*/ 405294 w 1689209"/>
                  <a:gd name="connsiteY31" fmla="*/ 635258 h 788797"/>
                  <a:gd name="connsiteX32" fmla="*/ 397044 w 1689209"/>
                  <a:gd name="connsiteY32" fmla="*/ 704356 h 788797"/>
                  <a:gd name="connsiteX33" fmla="*/ 387765 w 1689209"/>
                  <a:gd name="connsiteY33" fmla="*/ 635258 h 788797"/>
                  <a:gd name="connsiteX34" fmla="*/ 397044 w 1689209"/>
                  <a:gd name="connsiteY34" fmla="*/ 601229 h 788797"/>
                  <a:gd name="connsiteX35" fmla="*/ 362834 w 1689209"/>
                  <a:gd name="connsiteY35" fmla="*/ 586035 h 788797"/>
                  <a:gd name="connsiteX36" fmla="*/ 369196 w 1689209"/>
                  <a:gd name="connsiteY36" fmla="*/ 591951 h 788797"/>
                  <a:gd name="connsiteX37" fmla="*/ 369196 w 1689209"/>
                  <a:gd name="connsiteY37" fmla="*/ 711577 h 788797"/>
                  <a:gd name="connsiteX38" fmla="*/ 348571 w 1689209"/>
                  <a:gd name="connsiteY38" fmla="*/ 711577 h 788797"/>
                  <a:gd name="connsiteX39" fmla="*/ 348571 w 1689209"/>
                  <a:gd name="connsiteY39" fmla="*/ 595036 h 788797"/>
                  <a:gd name="connsiteX40" fmla="*/ 348571 w 1689209"/>
                  <a:gd name="connsiteY40" fmla="*/ 591951 h 788797"/>
                  <a:gd name="connsiteX41" fmla="*/ 354158 w 1689209"/>
                  <a:gd name="connsiteY41" fmla="*/ 586364 h 788797"/>
                  <a:gd name="connsiteX42" fmla="*/ 362834 w 1689209"/>
                  <a:gd name="connsiteY42" fmla="*/ 586035 h 788797"/>
                  <a:gd name="connsiteX43" fmla="*/ 1360234 w 1689209"/>
                  <a:gd name="connsiteY43" fmla="*/ 585758 h 788797"/>
                  <a:gd name="connsiteX44" fmla="*/ 1371581 w 1689209"/>
                  <a:gd name="connsiteY44" fmla="*/ 630105 h 788797"/>
                  <a:gd name="connsiteX45" fmla="*/ 1359206 w 1689209"/>
                  <a:gd name="connsiteY45" fmla="*/ 715692 h 788797"/>
                  <a:gd name="connsiteX46" fmla="*/ 1346831 w 1689209"/>
                  <a:gd name="connsiteY46" fmla="*/ 629066 h 788797"/>
                  <a:gd name="connsiteX47" fmla="*/ 1360234 w 1689209"/>
                  <a:gd name="connsiteY47" fmla="*/ 585758 h 788797"/>
                  <a:gd name="connsiteX48" fmla="*/ 863173 w 1689209"/>
                  <a:gd name="connsiteY48" fmla="*/ 585758 h 788797"/>
                  <a:gd name="connsiteX49" fmla="*/ 873481 w 1689209"/>
                  <a:gd name="connsiteY49" fmla="*/ 630105 h 788797"/>
                  <a:gd name="connsiteX50" fmla="*/ 861105 w 1689209"/>
                  <a:gd name="connsiteY50" fmla="*/ 715692 h 788797"/>
                  <a:gd name="connsiteX51" fmla="*/ 848730 w 1689209"/>
                  <a:gd name="connsiteY51" fmla="*/ 629066 h 788797"/>
                  <a:gd name="connsiteX52" fmla="*/ 863173 w 1689209"/>
                  <a:gd name="connsiteY52" fmla="*/ 585758 h 788797"/>
                  <a:gd name="connsiteX53" fmla="*/ 651698 w 1689209"/>
                  <a:gd name="connsiteY53" fmla="*/ 575844 h 788797"/>
                  <a:gd name="connsiteX54" fmla="*/ 788738 w 1689209"/>
                  <a:gd name="connsiteY54" fmla="*/ 678111 h 788797"/>
                  <a:gd name="connsiteX55" fmla="*/ 797172 w 1689209"/>
                  <a:gd name="connsiteY55" fmla="*/ 744567 h 788797"/>
                  <a:gd name="connsiteX56" fmla="*/ 914731 w 1689209"/>
                  <a:gd name="connsiteY56" fmla="*/ 744567 h 788797"/>
                  <a:gd name="connsiteX57" fmla="*/ 959078 w 1689209"/>
                  <a:gd name="connsiteY57" fmla="*/ 641440 h 788797"/>
                  <a:gd name="connsiteX58" fmla="*/ 1084886 w 1689209"/>
                  <a:gd name="connsiteY58" fmla="*/ 590911 h 788797"/>
                  <a:gd name="connsiteX59" fmla="*/ 1260206 w 1689209"/>
                  <a:gd name="connsiteY59" fmla="*/ 637315 h 788797"/>
                  <a:gd name="connsiteX60" fmla="*/ 1294234 w 1689209"/>
                  <a:gd name="connsiteY60" fmla="*/ 750760 h 788797"/>
                  <a:gd name="connsiteX61" fmla="*/ 1412832 w 1689209"/>
                  <a:gd name="connsiteY61" fmla="*/ 750760 h 788797"/>
                  <a:gd name="connsiteX62" fmla="*/ 1480890 w 1689209"/>
                  <a:gd name="connsiteY62" fmla="*/ 614633 h 788797"/>
                  <a:gd name="connsiteX63" fmla="*/ 1603612 w 1689209"/>
                  <a:gd name="connsiteY63" fmla="*/ 586786 h 788797"/>
                  <a:gd name="connsiteX64" fmla="*/ 1603612 w 1689209"/>
                  <a:gd name="connsiteY64" fmla="*/ 630105 h 788797"/>
                  <a:gd name="connsiteX65" fmla="*/ 1481929 w 1689209"/>
                  <a:gd name="connsiteY65" fmla="*/ 647633 h 788797"/>
                  <a:gd name="connsiteX66" fmla="*/ 1431400 w 1689209"/>
                  <a:gd name="connsiteY66" fmla="*/ 750760 h 788797"/>
                  <a:gd name="connsiteX67" fmla="*/ 1426236 w 1689209"/>
                  <a:gd name="connsiteY67" fmla="*/ 766231 h 788797"/>
                  <a:gd name="connsiteX68" fmla="*/ 1362303 w 1689209"/>
                  <a:gd name="connsiteY68" fmla="*/ 778607 h 788797"/>
                  <a:gd name="connsiteX69" fmla="*/ 1363633 w 1689209"/>
                  <a:gd name="connsiteY69" fmla="*/ 776539 h 788797"/>
                  <a:gd name="connsiteX70" fmla="*/ 1363672 w 1689209"/>
                  <a:gd name="connsiteY70" fmla="*/ 776479 h 788797"/>
                  <a:gd name="connsiteX71" fmla="*/ 1394264 w 1689209"/>
                  <a:gd name="connsiteY71" fmla="*/ 763135 h 788797"/>
                  <a:gd name="connsiteX72" fmla="*/ 1331360 w 1689209"/>
                  <a:gd name="connsiteY72" fmla="*/ 776539 h 788797"/>
                  <a:gd name="connsiteX73" fmla="*/ 1309706 w 1689209"/>
                  <a:gd name="connsiteY73" fmla="*/ 776539 h 788797"/>
                  <a:gd name="connsiteX74" fmla="*/ 1327235 w 1689209"/>
                  <a:gd name="connsiteY74" fmla="*/ 771385 h 788797"/>
                  <a:gd name="connsiteX75" fmla="*/ 1224109 w 1689209"/>
                  <a:gd name="connsiteY75" fmla="*/ 771385 h 788797"/>
                  <a:gd name="connsiteX76" fmla="*/ 1166358 w 1689209"/>
                  <a:gd name="connsiteY76" fmla="*/ 638355 h 788797"/>
                  <a:gd name="connsiteX77" fmla="*/ 1015800 w 1689209"/>
                  <a:gd name="connsiteY77" fmla="*/ 631133 h 788797"/>
                  <a:gd name="connsiteX78" fmla="*/ 940520 w 1689209"/>
                  <a:gd name="connsiteY78" fmla="*/ 746635 h 788797"/>
                  <a:gd name="connsiteX79" fmla="*/ 933299 w 1689209"/>
                  <a:gd name="connsiteY79" fmla="*/ 764164 h 788797"/>
                  <a:gd name="connsiteX80" fmla="*/ 931231 w 1689209"/>
                  <a:gd name="connsiteY80" fmla="*/ 741481 h 788797"/>
                  <a:gd name="connsiteX81" fmla="*/ 931231 w 1689209"/>
                  <a:gd name="connsiteY81" fmla="*/ 786857 h 788797"/>
                  <a:gd name="connsiteX82" fmla="*/ 877605 w 1689209"/>
                  <a:gd name="connsiteY82" fmla="*/ 786857 h 788797"/>
                  <a:gd name="connsiteX83" fmla="*/ 900298 w 1689209"/>
                  <a:gd name="connsiteY83" fmla="*/ 778607 h 788797"/>
                  <a:gd name="connsiteX84" fmla="*/ 889082 w 1689209"/>
                  <a:gd name="connsiteY84" fmla="*/ 775513 h 788797"/>
                  <a:gd name="connsiteX85" fmla="*/ 884371 w 1689209"/>
                  <a:gd name="connsiteY85" fmla="*/ 777495 h 788797"/>
                  <a:gd name="connsiteX86" fmla="*/ 889980 w 1689209"/>
                  <a:gd name="connsiteY86" fmla="*/ 770357 h 788797"/>
                  <a:gd name="connsiteX87" fmla="*/ 860077 w 1689209"/>
                  <a:gd name="connsiteY87" fmla="*/ 770357 h 788797"/>
                  <a:gd name="connsiteX88" fmla="*/ 871423 w 1689209"/>
                  <a:gd name="connsiteY88" fmla="*/ 763135 h 788797"/>
                  <a:gd name="connsiteX89" fmla="*/ 820894 w 1689209"/>
                  <a:gd name="connsiteY89" fmla="*/ 763135 h 788797"/>
                  <a:gd name="connsiteX90" fmla="*/ 831201 w 1689209"/>
                  <a:gd name="connsiteY90" fmla="*/ 754885 h 788797"/>
                  <a:gd name="connsiteX91" fmla="*/ 728075 w 1689209"/>
                  <a:gd name="connsiteY91" fmla="*/ 754885 h 788797"/>
                  <a:gd name="connsiteX92" fmla="*/ 670325 w 1689209"/>
                  <a:gd name="connsiteY92" fmla="*/ 621854 h 788797"/>
                  <a:gd name="connsiteX93" fmla="*/ 519755 w 1689209"/>
                  <a:gd name="connsiteY93" fmla="*/ 614633 h 788797"/>
                  <a:gd name="connsiteX94" fmla="*/ 444476 w 1689209"/>
                  <a:gd name="connsiteY94" fmla="*/ 730134 h 788797"/>
                  <a:gd name="connsiteX95" fmla="*/ 431072 w 1689209"/>
                  <a:gd name="connsiteY95" fmla="*/ 730134 h 788797"/>
                  <a:gd name="connsiteX96" fmla="*/ 465101 w 1689209"/>
                  <a:gd name="connsiteY96" fmla="*/ 635258 h 788797"/>
                  <a:gd name="connsiteX97" fmla="*/ 590920 w 1689209"/>
                  <a:gd name="connsiteY97" fmla="*/ 584729 h 788797"/>
                  <a:gd name="connsiteX98" fmla="*/ 651698 w 1689209"/>
                  <a:gd name="connsiteY98" fmla="*/ 575844 h 788797"/>
                  <a:gd name="connsiteX99" fmla="*/ 70137 w 1689209"/>
                  <a:gd name="connsiteY99" fmla="*/ 573383 h 788797"/>
                  <a:gd name="connsiteX100" fmla="*/ 199042 w 1689209"/>
                  <a:gd name="connsiteY100" fmla="*/ 596065 h 788797"/>
                  <a:gd name="connsiteX101" fmla="*/ 281543 w 1689209"/>
                  <a:gd name="connsiteY101" fmla="*/ 723942 h 788797"/>
                  <a:gd name="connsiteX102" fmla="*/ 310418 w 1689209"/>
                  <a:gd name="connsiteY102" fmla="*/ 723942 h 788797"/>
                  <a:gd name="connsiteX103" fmla="*/ 321765 w 1689209"/>
                  <a:gd name="connsiteY103" fmla="*/ 738374 h 788797"/>
                  <a:gd name="connsiteX104" fmla="*/ 424891 w 1689209"/>
                  <a:gd name="connsiteY104" fmla="*/ 738374 h 788797"/>
                  <a:gd name="connsiteX105" fmla="*/ 424891 w 1689209"/>
                  <a:gd name="connsiteY105" fmla="*/ 776539 h 788797"/>
                  <a:gd name="connsiteX106" fmla="*/ 330015 w 1689209"/>
                  <a:gd name="connsiteY106" fmla="*/ 776539 h 788797"/>
                  <a:gd name="connsiteX107" fmla="*/ 383630 w 1689209"/>
                  <a:gd name="connsiteY107" fmla="*/ 770346 h 788797"/>
                  <a:gd name="connsiteX108" fmla="*/ 325890 w 1689209"/>
                  <a:gd name="connsiteY108" fmla="*/ 770346 h 788797"/>
                  <a:gd name="connsiteX109" fmla="*/ 344447 w 1689209"/>
                  <a:gd name="connsiteY109" fmla="*/ 764164 h 788797"/>
                  <a:gd name="connsiteX110" fmla="*/ 286697 w 1689209"/>
                  <a:gd name="connsiteY110" fmla="*/ 764164 h 788797"/>
                  <a:gd name="connsiteX111" fmla="*/ 286697 w 1689209"/>
                  <a:gd name="connsiteY111" fmla="*/ 740442 h 788797"/>
                  <a:gd name="connsiteX112" fmla="*/ 218639 w 1689209"/>
                  <a:gd name="connsiteY112" fmla="*/ 740442 h 788797"/>
                  <a:gd name="connsiteX113" fmla="*/ 165013 w 1689209"/>
                  <a:gd name="connsiteY113" fmla="*/ 619787 h 788797"/>
                  <a:gd name="connsiteX114" fmla="*/ 82512 w 1689209"/>
                  <a:gd name="connsiteY114" fmla="*/ 589883 h 788797"/>
                  <a:gd name="connsiteX115" fmla="*/ 68069 w 1689209"/>
                  <a:gd name="connsiteY115" fmla="*/ 576469 h 788797"/>
                  <a:gd name="connsiteX116" fmla="*/ 833341 w 1689209"/>
                  <a:gd name="connsiteY116" fmla="*/ 5257 h 788797"/>
                  <a:gd name="connsiteX117" fmla="*/ 854912 w 1689209"/>
                  <a:gd name="connsiteY117" fmla="*/ 31973 h 788797"/>
                  <a:gd name="connsiteX118" fmla="*/ 878634 w 1689209"/>
                  <a:gd name="connsiteY118" fmla="*/ 54666 h 788797"/>
                  <a:gd name="connsiteX119" fmla="*/ 872452 w 1689209"/>
                  <a:gd name="connsiteY119" fmla="*/ 61877 h 788797"/>
                  <a:gd name="connsiteX120" fmla="*/ 872441 w 1689209"/>
                  <a:gd name="connsiteY120" fmla="*/ 243379 h 788797"/>
                  <a:gd name="connsiteX121" fmla="*/ 964231 w 1689209"/>
                  <a:gd name="connsiteY121" fmla="*/ 258850 h 788797"/>
                  <a:gd name="connsiteX122" fmla="*/ 1035385 w 1689209"/>
                  <a:gd name="connsiteY122" fmla="*/ 302169 h 788797"/>
                  <a:gd name="connsiteX123" fmla="*/ 1103454 w 1689209"/>
                  <a:gd name="connsiteY123" fmla="*/ 321755 h 788797"/>
                  <a:gd name="connsiteX124" fmla="*/ 1138511 w 1689209"/>
                  <a:gd name="connsiteY124" fmla="*/ 355784 h 788797"/>
                  <a:gd name="connsiteX125" fmla="*/ 1177704 w 1689209"/>
                  <a:gd name="connsiteY125" fmla="*/ 355784 h 788797"/>
                  <a:gd name="connsiteX126" fmla="*/ 1233387 w 1689209"/>
                  <a:gd name="connsiteY126" fmla="*/ 397034 h 788797"/>
                  <a:gd name="connsiteX127" fmla="*/ 1275677 w 1689209"/>
                  <a:gd name="connsiteY127" fmla="*/ 423852 h 788797"/>
                  <a:gd name="connsiteX128" fmla="*/ 1296291 w 1689209"/>
                  <a:gd name="connsiteY128" fmla="*/ 449631 h 788797"/>
                  <a:gd name="connsiteX129" fmla="*/ 1335484 w 1689209"/>
                  <a:gd name="connsiteY129" fmla="*/ 466132 h 788797"/>
                  <a:gd name="connsiteX130" fmla="*/ 1380860 w 1689209"/>
                  <a:gd name="connsiteY130" fmla="*/ 471285 h 788797"/>
                  <a:gd name="connsiteX131" fmla="*/ 1438610 w 1689209"/>
                  <a:gd name="connsiteY131" fmla="*/ 495007 h 788797"/>
                  <a:gd name="connsiteX132" fmla="*/ 1524208 w 1689209"/>
                  <a:gd name="connsiteY132" fmla="*/ 542450 h 788797"/>
                  <a:gd name="connsiteX133" fmla="*/ 1689209 w 1689209"/>
                  <a:gd name="connsiteY133" fmla="*/ 569258 h 788797"/>
                  <a:gd name="connsiteX134" fmla="*/ 0 w 1689209"/>
                  <a:gd name="connsiteY134" fmla="*/ 569258 h 788797"/>
                  <a:gd name="connsiteX135" fmla="*/ 206252 w 1689209"/>
                  <a:gd name="connsiteY135" fmla="*/ 545536 h 788797"/>
                  <a:gd name="connsiteX136" fmla="*/ 294946 w 1689209"/>
                  <a:gd name="connsiteY136" fmla="*/ 498103 h 788797"/>
                  <a:gd name="connsiteX137" fmla="*/ 342379 w 1689209"/>
                  <a:gd name="connsiteY137" fmla="*/ 452728 h 788797"/>
                  <a:gd name="connsiteX138" fmla="*/ 389822 w 1689209"/>
                  <a:gd name="connsiteY138" fmla="*/ 429006 h 788797"/>
                  <a:gd name="connsiteX139" fmla="*/ 432101 w 1689209"/>
                  <a:gd name="connsiteY139" fmla="*/ 405295 h 788797"/>
                  <a:gd name="connsiteX140" fmla="*/ 469226 w 1689209"/>
                  <a:gd name="connsiteY140" fmla="*/ 357852 h 788797"/>
                  <a:gd name="connsiteX141" fmla="*/ 523880 w 1689209"/>
                  <a:gd name="connsiteY141" fmla="*/ 337226 h 788797"/>
                  <a:gd name="connsiteX142" fmla="*/ 577506 w 1689209"/>
                  <a:gd name="connsiteY142" fmla="*/ 300101 h 788797"/>
                  <a:gd name="connsiteX143" fmla="*/ 645574 w 1689209"/>
                  <a:gd name="connsiteY143" fmla="*/ 281533 h 788797"/>
                  <a:gd name="connsiteX144" fmla="*/ 706411 w 1689209"/>
                  <a:gd name="connsiteY144" fmla="*/ 244407 h 788797"/>
                  <a:gd name="connsiteX145" fmla="*/ 802326 w 1689209"/>
                  <a:gd name="connsiteY145" fmla="*/ 239254 h 788797"/>
                  <a:gd name="connsiteX146" fmla="*/ 802326 w 1689209"/>
                  <a:gd name="connsiteY146" fmla="*/ 59819 h 788797"/>
                  <a:gd name="connsiteX147" fmla="*/ 794076 w 1689209"/>
                  <a:gd name="connsiteY147" fmla="*/ 51569 h 788797"/>
                  <a:gd name="connsiteX148" fmla="*/ 816758 w 1689209"/>
                  <a:gd name="connsiteY148" fmla="*/ 26819 h 788797"/>
                  <a:gd name="connsiteX149" fmla="*/ 837383 w 1689209"/>
                  <a:gd name="connsiteY149" fmla="*/ 0 h 788797"/>
                  <a:gd name="connsiteX150" fmla="*/ 833341 w 1689209"/>
                  <a:gd name="connsiteY150" fmla="*/ 5257 h 788797"/>
                  <a:gd name="connsiteX151" fmla="*/ 833258 w 1689209"/>
                  <a:gd name="connsiteY151" fmla="*/ 5154 h 78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</a:cxnLst>
                <a:rect l="l" t="t" r="r" b="b"/>
                <a:pathLst>
                  <a:path w="1689209" h="788797">
                    <a:moveTo>
                      <a:pt x="884371" y="777495"/>
                    </a:moveTo>
                    <a:lnTo>
                      <a:pt x="884308" y="777576"/>
                    </a:lnTo>
                    <a:cubicBezTo>
                      <a:pt x="881987" y="778607"/>
                      <a:pt x="880182" y="778607"/>
                      <a:pt x="881730" y="778607"/>
                    </a:cubicBezTo>
                    <a:close/>
                    <a:moveTo>
                      <a:pt x="1398399" y="610508"/>
                    </a:moveTo>
                    <a:cubicBezTo>
                      <a:pt x="1409735" y="610508"/>
                      <a:pt x="1411803" y="620826"/>
                      <a:pt x="1409735" y="635258"/>
                    </a:cubicBezTo>
                    <a:cubicBezTo>
                      <a:pt x="1407678" y="649701"/>
                      <a:pt x="1405610" y="709509"/>
                      <a:pt x="1398399" y="709509"/>
                    </a:cubicBezTo>
                    <a:cubicBezTo>
                      <a:pt x="1391177" y="709509"/>
                      <a:pt x="1391177" y="661037"/>
                      <a:pt x="1391177" y="639383"/>
                    </a:cubicBezTo>
                    <a:cubicBezTo>
                      <a:pt x="1391177" y="617729"/>
                      <a:pt x="1391177" y="610508"/>
                      <a:pt x="1398399" y="610508"/>
                    </a:cubicBezTo>
                    <a:close/>
                    <a:moveTo>
                      <a:pt x="900298" y="610508"/>
                    </a:moveTo>
                    <a:cubicBezTo>
                      <a:pt x="912673" y="610508"/>
                      <a:pt x="914731" y="620826"/>
                      <a:pt x="912673" y="635258"/>
                    </a:cubicBezTo>
                    <a:cubicBezTo>
                      <a:pt x="910605" y="649701"/>
                      <a:pt x="907520" y="709509"/>
                      <a:pt x="900298" y="709509"/>
                    </a:cubicBezTo>
                    <a:cubicBezTo>
                      <a:pt x="893076" y="709509"/>
                      <a:pt x="893076" y="661037"/>
                      <a:pt x="893076" y="639383"/>
                    </a:cubicBezTo>
                    <a:cubicBezTo>
                      <a:pt x="893076" y="617729"/>
                      <a:pt x="893076" y="610508"/>
                      <a:pt x="900298" y="610508"/>
                    </a:cubicBezTo>
                    <a:close/>
                    <a:moveTo>
                      <a:pt x="1312802" y="607412"/>
                    </a:moveTo>
                    <a:cubicBezTo>
                      <a:pt x="1323120" y="607412"/>
                      <a:pt x="1323120" y="621855"/>
                      <a:pt x="1323120" y="635259"/>
                    </a:cubicBezTo>
                    <a:cubicBezTo>
                      <a:pt x="1323120" y="648662"/>
                      <a:pt x="1329303" y="708481"/>
                      <a:pt x="1314860" y="708481"/>
                    </a:cubicBezTo>
                    <a:cubicBezTo>
                      <a:pt x="1300427" y="708481"/>
                      <a:pt x="1300427" y="660009"/>
                      <a:pt x="1300427" y="638344"/>
                    </a:cubicBezTo>
                    <a:cubicBezTo>
                      <a:pt x="1300427" y="616690"/>
                      <a:pt x="1300427" y="607412"/>
                      <a:pt x="1312802" y="607412"/>
                    </a:cubicBezTo>
                    <a:close/>
                    <a:moveTo>
                      <a:pt x="818826" y="607412"/>
                    </a:moveTo>
                    <a:cubicBezTo>
                      <a:pt x="829144" y="607412"/>
                      <a:pt x="829144" y="621855"/>
                      <a:pt x="829144" y="635259"/>
                    </a:cubicBezTo>
                    <a:cubicBezTo>
                      <a:pt x="829144" y="648662"/>
                      <a:pt x="828116" y="709510"/>
                      <a:pt x="819866" y="709510"/>
                    </a:cubicBezTo>
                    <a:cubicBezTo>
                      <a:pt x="811615" y="709510"/>
                      <a:pt x="805422" y="660009"/>
                      <a:pt x="805422" y="638344"/>
                    </a:cubicBezTo>
                    <a:cubicBezTo>
                      <a:pt x="805422" y="616690"/>
                      <a:pt x="805422" y="607412"/>
                      <a:pt x="818826" y="607412"/>
                    </a:cubicBezTo>
                    <a:close/>
                    <a:moveTo>
                      <a:pt x="320211" y="606386"/>
                    </a:moveTo>
                    <a:cubicBezTo>
                      <a:pt x="324078" y="605355"/>
                      <a:pt x="327946" y="605355"/>
                      <a:pt x="327946" y="609480"/>
                    </a:cubicBezTo>
                    <a:cubicBezTo>
                      <a:pt x="330003" y="641409"/>
                      <a:pt x="330003" y="673445"/>
                      <a:pt x="327946" y="705385"/>
                    </a:cubicBezTo>
                    <a:cubicBezTo>
                      <a:pt x="327946" y="712606"/>
                      <a:pt x="310418" y="715692"/>
                      <a:pt x="310418" y="705385"/>
                    </a:cubicBezTo>
                    <a:cubicBezTo>
                      <a:pt x="308339" y="673110"/>
                      <a:pt x="308339" y="640726"/>
                      <a:pt x="310418" y="608452"/>
                    </a:cubicBezTo>
                    <a:lnTo>
                      <a:pt x="312475" y="609480"/>
                    </a:lnTo>
                    <a:cubicBezTo>
                      <a:pt x="312475" y="609480"/>
                      <a:pt x="316343" y="607418"/>
                      <a:pt x="320211" y="606386"/>
                    </a:cubicBezTo>
                    <a:close/>
                    <a:moveTo>
                      <a:pt x="397044" y="601229"/>
                    </a:moveTo>
                    <a:cubicBezTo>
                      <a:pt x="405294" y="600190"/>
                      <a:pt x="405294" y="627008"/>
                      <a:pt x="405294" y="635258"/>
                    </a:cubicBezTo>
                    <a:cubicBezTo>
                      <a:pt x="405294" y="643508"/>
                      <a:pt x="406322" y="704356"/>
                      <a:pt x="397044" y="704356"/>
                    </a:cubicBezTo>
                    <a:cubicBezTo>
                      <a:pt x="387765" y="704356"/>
                      <a:pt x="387765" y="651758"/>
                      <a:pt x="387765" y="635258"/>
                    </a:cubicBezTo>
                    <a:cubicBezTo>
                      <a:pt x="387765" y="618758"/>
                      <a:pt x="386725" y="601229"/>
                      <a:pt x="397044" y="601229"/>
                    </a:cubicBezTo>
                    <a:close/>
                    <a:moveTo>
                      <a:pt x="362834" y="586035"/>
                    </a:moveTo>
                    <a:cubicBezTo>
                      <a:pt x="365556" y="587046"/>
                      <a:pt x="367892" y="589098"/>
                      <a:pt x="369196" y="591951"/>
                    </a:cubicBezTo>
                    <a:cubicBezTo>
                      <a:pt x="371275" y="631794"/>
                      <a:pt x="371275" y="671723"/>
                      <a:pt x="369196" y="711577"/>
                    </a:cubicBezTo>
                    <a:cubicBezTo>
                      <a:pt x="369196" y="717759"/>
                      <a:pt x="348571" y="716730"/>
                      <a:pt x="348571" y="711577"/>
                    </a:cubicBezTo>
                    <a:cubicBezTo>
                      <a:pt x="344901" y="672817"/>
                      <a:pt x="344901" y="633797"/>
                      <a:pt x="348571" y="595036"/>
                    </a:cubicBezTo>
                    <a:lnTo>
                      <a:pt x="348571" y="591951"/>
                    </a:lnTo>
                    <a:cubicBezTo>
                      <a:pt x="349708" y="589471"/>
                      <a:pt x="351690" y="587490"/>
                      <a:pt x="354158" y="586364"/>
                    </a:cubicBezTo>
                    <a:cubicBezTo>
                      <a:pt x="357006" y="585054"/>
                      <a:pt x="360113" y="585024"/>
                      <a:pt x="362834" y="586035"/>
                    </a:cubicBezTo>
                    <a:close/>
                    <a:moveTo>
                      <a:pt x="1360234" y="585758"/>
                    </a:moveTo>
                    <a:cubicBezTo>
                      <a:pt x="1371581" y="585758"/>
                      <a:pt x="1371581" y="607412"/>
                      <a:pt x="1371581" y="630105"/>
                    </a:cubicBezTo>
                    <a:cubicBezTo>
                      <a:pt x="1371581" y="652787"/>
                      <a:pt x="1371581" y="715692"/>
                      <a:pt x="1359206" y="715692"/>
                    </a:cubicBezTo>
                    <a:cubicBezTo>
                      <a:pt x="1346831" y="715692"/>
                      <a:pt x="1346831" y="649691"/>
                      <a:pt x="1346831" y="629066"/>
                    </a:cubicBezTo>
                    <a:cubicBezTo>
                      <a:pt x="1346831" y="608451"/>
                      <a:pt x="1342706" y="585758"/>
                      <a:pt x="1360234" y="585758"/>
                    </a:cubicBezTo>
                    <a:close/>
                    <a:moveTo>
                      <a:pt x="863173" y="585758"/>
                    </a:moveTo>
                    <a:cubicBezTo>
                      <a:pt x="878645" y="585758"/>
                      <a:pt x="873481" y="607412"/>
                      <a:pt x="873481" y="630105"/>
                    </a:cubicBezTo>
                    <a:cubicBezTo>
                      <a:pt x="873481" y="652787"/>
                      <a:pt x="873481" y="715692"/>
                      <a:pt x="861105" y="715692"/>
                    </a:cubicBezTo>
                    <a:cubicBezTo>
                      <a:pt x="848730" y="715692"/>
                      <a:pt x="848730" y="649691"/>
                      <a:pt x="848730" y="629066"/>
                    </a:cubicBezTo>
                    <a:cubicBezTo>
                      <a:pt x="848730" y="608451"/>
                      <a:pt x="845644" y="585758"/>
                      <a:pt x="863173" y="585758"/>
                    </a:cubicBezTo>
                    <a:close/>
                    <a:moveTo>
                      <a:pt x="651698" y="575844"/>
                    </a:moveTo>
                    <a:cubicBezTo>
                      <a:pt x="711885" y="579205"/>
                      <a:pt x="767114" y="617803"/>
                      <a:pt x="788738" y="678111"/>
                    </a:cubicBezTo>
                    <a:cubicBezTo>
                      <a:pt x="796371" y="699386"/>
                      <a:pt x="799251" y="722068"/>
                      <a:pt x="797172" y="744567"/>
                    </a:cubicBezTo>
                    <a:lnTo>
                      <a:pt x="914731" y="744567"/>
                    </a:lnTo>
                    <a:cubicBezTo>
                      <a:pt x="924215" y="708156"/>
                      <a:pt x="939167" y="673380"/>
                      <a:pt x="959078" y="641440"/>
                    </a:cubicBezTo>
                    <a:cubicBezTo>
                      <a:pt x="992273" y="608007"/>
                      <a:pt x="1037789" y="589720"/>
                      <a:pt x="1084886" y="590911"/>
                    </a:cubicBezTo>
                    <a:cubicBezTo>
                      <a:pt x="1147216" y="581708"/>
                      <a:pt x="1210597" y="598490"/>
                      <a:pt x="1260206" y="637315"/>
                    </a:cubicBezTo>
                    <a:cubicBezTo>
                      <a:pt x="1281773" y="671279"/>
                      <a:pt x="1293552" y="710538"/>
                      <a:pt x="1294234" y="750760"/>
                    </a:cubicBezTo>
                    <a:lnTo>
                      <a:pt x="1412832" y="750760"/>
                    </a:lnTo>
                    <a:cubicBezTo>
                      <a:pt x="1424189" y="700555"/>
                      <a:pt x="1447543" y="653848"/>
                      <a:pt x="1480890" y="614633"/>
                    </a:cubicBezTo>
                    <a:cubicBezTo>
                      <a:pt x="1517907" y="592795"/>
                      <a:pt x="1560803" y="583062"/>
                      <a:pt x="1603612" y="586786"/>
                    </a:cubicBezTo>
                    <a:lnTo>
                      <a:pt x="1603612" y="630105"/>
                    </a:lnTo>
                    <a:cubicBezTo>
                      <a:pt x="1562221" y="625665"/>
                      <a:pt x="1520386" y="631685"/>
                      <a:pt x="1481929" y="647633"/>
                    </a:cubicBezTo>
                    <a:cubicBezTo>
                      <a:pt x="1455208" y="676227"/>
                      <a:pt x="1437626" y="712129"/>
                      <a:pt x="1431400" y="750760"/>
                    </a:cubicBezTo>
                    <a:cubicBezTo>
                      <a:pt x="1431389" y="763135"/>
                      <a:pt x="1438611" y="760038"/>
                      <a:pt x="1426236" y="766231"/>
                    </a:cubicBezTo>
                    <a:cubicBezTo>
                      <a:pt x="1405632" y="773421"/>
                      <a:pt x="1384097" y="777589"/>
                      <a:pt x="1362303" y="778607"/>
                    </a:cubicBezTo>
                    <a:lnTo>
                      <a:pt x="1363633" y="776539"/>
                    </a:lnTo>
                    <a:lnTo>
                      <a:pt x="1363672" y="776479"/>
                    </a:lnTo>
                    <a:cubicBezTo>
                      <a:pt x="1371259" y="772609"/>
                      <a:pt x="1393492" y="764678"/>
                      <a:pt x="1394264" y="763135"/>
                    </a:cubicBezTo>
                    <a:cubicBezTo>
                      <a:pt x="1395303" y="761067"/>
                      <a:pt x="1338581" y="776539"/>
                      <a:pt x="1331360" y="776539"/>
                    </a:cubicBezTo>
                    <a:lnTo>
                      <a:pt x="1309706" y="776539"/>
                    </a:lnTo>
                    <a:lnTo>
                      <a:pt x="1327235" y="771385"/>
                    </a:lnTo>
                    <a:lnTo>
                      <a:pt x="1224109" y="771385"/>
                    </a:lnTo>
                    <a:cubicBezTo>
                      <a:pt x="1224109" y="771385"/>
                      <a:pt x="1229262" y="662066"/>
                      <a:pt x="1166358" y="638355"/>
                    </a:cubicBezTo>
                    <a:cubicBezTo>
                      <a:pt x="1118536" y="618520"/>
                      <a:pt x="1065300" y="615965"/>
                      <a:pt x="1015800" y="631133"/>
                    </a:cubicBezTo>
                    <a:cubicBezTo>
                      <a:pt x="962174" y="649690"/>
                      <a:pt x="948760" y="741481"/>
                      <a:pt x="940520" y="746635"/>
                    </a:cubicBezTo>
                    <a:cubicBezTo>
                      <a:pt x="937500" y="752211"/>
                      <a:pt x="935074" y="758079"/>
                      <a:pt x="933299" y="764164"/>
                    </a:cubicBezTo>
                    <a:lnTo>
                      <a:pt x="931231" y="741481"/>
                    </a:lnTo>
                    <a:cubicBezTo>
                      <a:pt x="926813" y="756282"/>
                      <a:pt x="926813" y="772046"/>
                      <a:pt x="931231" y="786857"/>
                    </a:cubicBezTo>
                    <a:cubicBezTo>
                      <a:pt x="913453" y="789444"/>
                      <a:pt x="895383" y="789444"/>
                      <a:pt x="877605" y="786857"/>
                    </a:cubicBezTo>
                    <a:cubicBezTo>
                      <a:pt x="870384" y="786857"/>
                      <a:pt x="908549" y="786857"/>
                      <a:pt x="900298" y="778607"/>
                    </a:cubicBezTo>
                    <a:cubicBezTo>
                      <a:pt x="896173" y="774482"/>
                      <a:pt x="892305" y="774482"/>
                      <a:pt x="889082" y="775513"/>
                    </a:cubicBezTo>
                    <a:lnTo>
                      <a:pt x="884371" y="777495"/>
                    </a:lnTo>
                    <a:lnTo>
                      <a:pt x="889980" y="770357"/>
                    </a:lnTo>
                    <a:cubicBezTo>
                      <a:pt x="891009" y="762106"/>
                      <a:pt x="864202" y="770357"/>
                      <a:pt x="860077" y="770357"/>
                    </a:cubicBezTo>
                    <a:cubicBezTo>
                      <a:pt x="855952" y="770357"/>
                      <a:pt x="871423" y="763135"/>
                      <a:pt x="871423" y="763135"/>
                    </a:cubicBezTo>
                    <a:lnTo>
                      <a:pt x="820894" y="763135"/>
                    </a:lnTo>
                    <a:lnTo>
                      <a:pt x="831201" y="754885"/>
                    </a:lnTo>
                    <a:lnTo>
                      <a:pt x="728075" y="754885"/>
                    </a:lnTo>
                    <a:cubicBezTo>
                      <a:pt x="728075" y="754885"/>
                      <a:pt x="734268" y="645565"/>
                      <a:pt x="670325" y="621854"/>
                    </a:cubicBezTo>
                    <a:cubicBezTo>
                      <a:pt x="622513" y="601933"/>
                      <a:pt x="569245" y="599378"/>
                      <a:pt x="519755" y="614633"/>
                    </a:cubicBezTo>
                    <a:cubicBezTo>
                      <a:pt x="466130" y="633190"/>
                      <a:pt x="452726" y="724981"/>
                      <a:pt x="444476" y="730134"/>
                    </a:cubicBezTo>
                    <a:cubicBezTo>
                      <a:pt x="436226" y="735288"/>
                      <a:pt x="431072" y="730134"/>
                      <a:pt x="431072" y="730134"/>
                    </a:cubicBezTo>
                    <a:cubicBezTo>
                      <a:pt x="435869" y="696528"/>
                      <a:pt x="447454" y="664253"/>
                      <a:pt x="465101" y="635258"/>
                    </a:cubicBezTo>
                    <a:cubicBezTo>
                      <a:pt x="498091" y="601500"/>
                      <a:pt x="543748" y="583159"/>
                      <a:pt x="590920" y="584729"/>
                    </a:cubicBezTo>
                    <a:cubicBezTo>
                      <a:pt x="611023" y="577518"/>
                      <a:pt x="631636" y="574723"/>
                      <a:pt x="651698" y="575844"/>
                    </a:cubicBezTo>
                    <a:close/>
                    <a:moveTo>
                      <a:pt x="70137" y="573383"/>
                    </a:moveTo>
                    <a:cubicBezTo>
                      <a:pt x="114214" y="571943"/>
                      <a:pt x="158106" y="579663"/>
                      <a:pt x="199042" y="596065"/>
                    </a:cubicBezTo>
                    <a:cubicBezTo>
                      <a:pt x="260918" y="620816"/>
                      <a:pt x="281543" y="723942"/>
                      <a:pt x="281543" y="723942"/>
                    </a:cubicBezTo>
                    <a:lnTo>
                      <a:pt x="310418" y="723942"/>
                    </a:lnTo>
                    <a:cubicBezTo>
                      <a:pt x="321765" y="724971"/>
                      <a:pt x="321765" y="738374"/>
                      <a:pt x="321765" y="738374"/>
                    </a:cubicBezTo>
                    <a:lnTo>
                      <a:pt x="424891" y="738374"/>
                    </a:lnTo>
                    <a:cubicBezTo>
                      <a:pt x="424891" y="738374"/>
                      <a:pt x="433141" y="769318"/>
                      <a:pt x="424891" y="776539"/>
                    </a:cubicBezTo>
                    <a:cubicBezTo>
                      <a:pt x="393363" y="780101"/>
                      <a:pt x="361532" y="780101"/>
                      <a:pt x="330015" y="776539"/>
                    </a:cubicBezTo>
                    <a:cubicBezTo>
                      <a:pt x="315572" y="776539"/>
                      <a:pt x="379515" y="770346"/>
                      <a:pt x="383630" y="770346"/>
                    </a:cubicBezTo>
                    <a:cubicBezTo>
                      <a:pt x="387766" y="770346"/>
                      <a:pt x="342390" y="771386"/>
                      <a:pt x="325890" y="770346"/>
                    </a:cubicBezTo>
                    <a:cubicBezTo>
                      <a:pt x="309379" y="769318"/>
                      <a:pt x="344447" y="764164"/>
                      <a:pt x="344447" y="764164"/>
                    </a:cubicBezTo>
                    <a:lnTo>
                      <a:pt x="286697" y="764164"/>
                    </a:lnTo>
                    <a:lnTo>
                      <a:pt x="286697" y="740442"/>
                    </a:lnTo>
                    <a:lnTo>
                      <a:pt x="218639" y="740442"/>
                    </a:lnTo>
                    <a:cubicBezTo>
                      <a:pt x="218639" y="740442"/>
                      <a:pt x="211417" y="647634"/>
                      <a:pt x="165013" y="619787"/>
                    </a:cubicBezTo>
                    <a:cubicBezTo>
                      <a:pt x="139115" y="605842"/>
                      <a:pt x="111323" y="595773"/>
                      <a:pt x="82512" y="589883"/>
                    </a:cubicBezTo>
                    <a:cubicBezTo>
                      <a:pt x="75107" y="589450"/>
                      <a:pt x="69044" y="583820"/>
                      <a:pt x="68069" y="576469"/>
                    </a:cubicBezTo>
                    <a:close/>
                    <a:moveTo>
                      <a:pt x="833341" y="5257"/>
                    </a:moveTo>
                    <a:lnTo>
                      <a:pt x="854912" y="31973"/>
                    </a:lnTo>
                    <a:cubicBezTo>
                      <a:pt x="864201" y="41251"/>
                      <a:pt x="877605" y="47444"/>
                      <a:pt x="878634" y="54666"/>
                    </a:cubicBezTo>
                    <a:cubicBezTo>
                      <a:pt x="879662" y="61877"/>
                      <a:pt x="872452" y="61877"/>
                      <a:pt x="872452" y="61877"/>
                    </a:cubicBezTo>
                    <a:lnTo>
                      <a:pt x="872441" y="243379"/>
                    </a:lnTo>
                    <a:cubicBezTo>
                      <a:pt x="903785" y="242047"/>
                      <a:pt x="935063" y="247320"/>
                      <a:pt x="964231" y="258850"/>
                    </a:cubicBezTo>
                    <a:cubicBezTo>
                      <a:pt x="985885" y="276379"/>
                      <a:pt x="1026107" y="289794"/>
                      <a:pt x="1035385" y="302169"/>
                    </a:cubicBezTo>
                    <a:cubicBezTo>
                      <a:pt x="1044664" y="314533"/>
                      <a:pt x="1085914" y="317630"/>
                      <a:pt x="1103454" y="321755"/>
                    </a:cubicBezTo>
                    <a:cubicBezTo>
                      <a:pt x="1120982" y="325880"/>
                      <a:pt x="1129232" y="355784"/>
                      <a:pt x="1138511" y="355784"/>
                    </a:cubicBezTo>
                    <a:cubicBezTo>
                      <a:pt x="1147790" y="355784"/>
                      <a:pt x="1163261" y="350630"/>
                      <a:pt x="1177704" y="355784"/>
                    </a:cubicBezTo>
                    <a:cubicBezTo>
                      <a:pt x="1192137" y="360948"/>
                      <a:pt x="1217915" y="388784"/>
                      <a:pt x="1233387" y="397034"/>
                    </a:cubicBezTo>
                    <a:cubicBezTo>
                      <a:pt x="1248859" y="405295"/>
                      <a:pt x="1268455" y="407352"/>
                      <a:pt x="1275677" y="423852"/>
                    </a:cubicBezTo>
                    <a:cubicBezTo>
                      <a:pt x="1282887" y="440353"/>
                      <a:pt x="1278762" y="449631"/>
                      <a:pt x="1296291" y="449631"/>
                    </a:cubicBezTo>
                    <a:cubicBezTo>
                      <a:pt x="1311178" y="448960"/>
                      <a:pt x="1325567" y="455023"/>
                      <a:pt x="1335484" y="466132"/>
                    </a:cubicBezTo>
                    <a:cubicBezTo>
                      <a:pt x="1342706" y="471285"/>
                      <a:pt x="1372610" y="469228"/>
                      <a:pt x="1380860" y="471285"/>
                    </a:cubicBezTo>
                    <a:cubicBezTo>
                      <a:pt x="1389110" y="473353"/>
                      <a:pt x="1420042" y="488825"/>
                      <a:pt x="1438610" y="495007"/>
                    </a:cubicBezTo>
                    <a:cubicBezTo>
                      <a:pt x="1468850" y="507512"/>
                      <a:pt x="1497563" y="523427"/>
                      <a:pt x="1524208" y="542450"/>
                    </a:cubicBezTo>
                    <a:cubicBezTo>
                      <a:pt x="1579966" y="545774"/>
                      <a:pt x="1635248" y="554761"/>
                      <a:pt x="1689209" y="569258"/>
                    </a:cubicBezTo>
                    <a:lnTo>
                      <a:pt x="0" y="569258"/>
                    </a:lnTo>
                    <a:cubicBezTo>
                      <a:pt x="0" y="569258"/>
                      <a:pt x="59819" y="557911"/>
                      <a:pt x="206252" y="545536"/>
                    </a:cubicBezTo>
                    <a:cubicBezTo>
                      <a:pt x="232172" y="523698"/>
                      <a:pt x="262390" y="507534"/>
                      <a:pt x="294946" y="498103"/>
                    </a:cubicBezTo>
                    <a:cubicBezTo>
                      <a:pt x="305253" y="497075"/>
                      <a:pt x="338254" y="458910"/>
                      <a:pt x="342379" y="452728"/>
                    </a:cubicBezTo>
                    <a:cubicBezTo>
                      <a:pt x="346504" y="446535"/>
                      <a:pt x="382600" y="452728"/>
                      <a:pt x="389822" y="429006"/>
                    </a:cubicBezTo>
                    <a:cubicBezTo>
                      <a:pt x="397033" y="405295"/>
                      <a:pt x="419726" y="409409"/>
                      <a:pt x="432101" y="405295"/>
                    </a:cubicBezTo>
                    <a:cubicBezTo>
                      <a:pt x="444476" y="401159"/>
                      <a:pt x="459948" y="363005"/>
                      <a:pt x="469226" y="357852"/>
                    </a:cubicBezTo>
                    <a:cubicBezTo>
                      <a:pt x="478505" y="352698"/>
                      <a:pt x="504284" y="344448"/>
                      <a:pt x="523880" y="337226"/>
                    </a:cubicBezTo>
                    <a:cubicBezTo>
                      <a:pt x="543477" y="330005"/>
                      <a:pt x="563074" y="300101"/>
                      <a:pt x="577506" y="300101"/>
                    </a:cubicBezTo>
                    <a:cubicBezTo>
                      <a:pt x="601206" y="298531"/>
                      <a:pt x="624354" y="292219"/>
                      <a:pt x="645574" y="281533"/>
                    </a:cubicBezTo>
                    <a:cubicBezTo>
                      <a:pt x="665160" y="268129"/>
                      <a:pt x="687853" y="255754"/>
                      <a:pt x="706411" y="244407"/>
                    </a:cubicBezTo>
                    <a:cubicBezTo>
                      <a:pt x="737949" y="237933"/>
                      <a:pt x="770278" y="236201"/>
                      <a:pt x="802326" y="239254"/>
                    </a:cubicBezTo>
                    <a:lnTo>
                      <a:pt x="802326" y="59819"/>
                    </a:lnTo>
                    <a:lnTo>
                      <a:pt x="794076" y="51569"/>
                    </a:lnTo>
                    <a:cubicBezTo>
                      <a:pt x="789951" y="48473"/>
                      <a:pt x="806451" y="38166"/>
                      <a:pt x="816758" y="26819"/>
                    </a:cubicBezTo>
                    <a:close/>
                    <a:moveTo>
                      <a:pt x="837383" y="0"/>
                    </a:moveTo>
                    <a:lnTo>
                      <a:pt x="833341" y="5257"/>
                    </a:lnTo>
                    <a:lnTo>
                      <a:pt x="833258" y="5154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3" name="任意多边形: 形状 122"/>
              <p:cNvSpPr/>
              <p:nvPr/>
            </p:nvSpPr>
            <p:spPr>
              <a:xfrm>
                <a:off x="2252210" y="898783"/>
                <a:ext cx="5775066" cy="5775066"/>
              </a:xfrm>
              <a:custGeom>
                <a:avLst/>
                <a:gdLst>
                  <a:gd name="connsiteX0" fmla="*/ 680730 w 1362920"/>
                  <a:gd name="connsiteY0" fmla="*/ 165255 h 1362920"/>
                  <a:gd name="connsiteX1" fmla="*/ 164524 w 1362920"/>
                  <a:gd name="connsiteY1" fmla="*/ 681460 h 1362920"/>
                  <a:gd name="connsiteX2" fmla="*/ 680730 w 1362920"/>
                  <a:gd name="connsiteY2" fmla="*/ 1197665 h 1362920"/>
                  <a:gd name="connsiteX3" fmla="*/ 1196935 w 1362920"/>
                  <a:gd name="connsiteY3" fmla="*/ 681460 h 1362920"/>
                  <a:gd name="connsiteX4" fmla="*/ 680730 w 1362920"/>
                  <a:gd name="connsiteY4" fmla="*/ 165255 h 1362920"/>
                  <a:gd name="connsiteX5" fmla="*/ 681460 w 1362920"/>
                  <a:gd name="connsiteY5" fmla="*/ 0 h 1362920"/>
                  <a:gd name="connsiteX6" fmla="*/ 1362920 w 1362920"/>
                  <a:gd name="connsiteY6" fmla="*/ 681460 h 1362920"/>
                  <a:gd name="connsiteX7" fmla="*/ 681460 w 1362920"/>
                  <a:gd name="connsiteY7" fmla="*/ 1362920 h 1362920"/>
                  <a:gd name="connsiteX8" fmla="*/ 0 w 1362920"/>
                  <a:gd name="connsiteY8" fmla="*/ 681460 h 1362920"/>
                  <a:gd name="connsiteX9" fmla="*/ 681460 w 1362920"/>
                  <a:gd name="connsiteY9" fmla="*/ 0 h 1362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2920" h="1362920">
                    <a:moveTo>
                      <a:pt x="680730" y="165255"/>
                    </a:moveTo>
                    <a:cubicBezTo>
                      <a:pt x="395638" y="165255"/>
                      <a:pt x="164524" y="396368"/>
                      <a:pt x="164524" y="681460"/>
                    </a:cubicBezTo>
                    <a:cubicBezTo>
                      <a:pt x="164660" y="966497"/>
                      <a:pt x="395694" y="1197532"/>
                      <a:pt x="680730" y="1197665"/>
                    </a:cubicBezTo>
                    <a:cubicBezTo>
                      <a:pt x="965823" y="1197665"/>
                      <a:pt x="1196935" y="966554"/>
                      <a:pt x="1196935" y="681460"/>
                    </a:cubicBezTo>
                    <a:cubicBezTo>
                      <a:pt x="1196935" y="396368"/>
                      <a:pt x="965823" y="165255"/>
                      <a:pt x="680730" y="165255"/>
                    </a:cubicBezTo>
                    <a:close/>
                    <a:moveTo>
                      <a:pt x="681460" y="0"/>
                    </a:moveTo>
                    <a:cubicBezTo>
                      <a:pt x="1057819" y="0"/>
                      <a:pt x="1362920" y="305101"/>
                      <a:pt x="1362920" y="681460"/>
                    </a:cubicBezTo>
                    <a:cubicBezTo>
                      <a:pt x="1362920" y="1057819"/>
                      <a:pt x="1057819" y="1362920"/>
                      <a:pt x="681460" y="1362920"/>
                    </a:cubicBezTo>
                    <a:cubicBezTo>
                      <a:pt x="305101" y="1362920"/>
                      <a:pt x="0" y="1057819"/>
                      <a:pt x="0" y="681460"/>
                    </a:cubicBezTo>
                    <a:cubicBezTo>
                      <a:pt x="0" y="305101"/>
                      <a:pt x="305101" y="0"/>
                      <a:pt x="681460" y="0"/>
                    </a:cubicBezTo>
                    <a:close/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4" name="任意多边形: 形状 123"/>
              <p:cNvSpPr/>
              <p:nvPr/>
            </p:nvSpPr>
            <p:spPr>
              <a:xfrm>
                <a:off x="2216986" y="864164"/>
                <a:ext cx="5847244" cy="5847244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269669 w 540067"/>
                  <a:gd name="connsiteY4" fmla="*/ 539932 h 540067"/>
                  <a:gd name="connsiteX5" fmla="*/ 269669 w 540067"/>
                  <a:gd name="connsiteY5" fmla="*/ 7198 h 540067"/>
                  <a:gd name="connsiteX6" fmla="*/ 6779 w 540067"/>
                  <a:gd name="connsiteY6" fmla="*/ 269898 h 540067"/>
                  <a:gd name="connsiteX7" fmla="*/ 269478 w 540067"/>
                  <a:gd name="connsiteY7" fmla="*/ 532788 h 540067"/>
                  <a:gd name="connsiteX8" fmla="*/ 532368 w 540067"/>
                  <a:gd name="connsiteY8" fmla="*/ 270089 h 540067"/>
                  <a:gd name="connsiteX9" fmla="*/ 532368 w 540067"/>
                  <a:gd name="connsiteY9" fmla="*/ 269898 h 540067"/>
                  <a:gd name="connsiteX10" fmla="*/ 269573 w 540067"/>
                  <a:gd name="connsiteY10" fmla="*/ 7199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4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545" y="418968"/>
                      <a:pt x="418739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46"/>
                      <a:pt x="6831" y="124760"/>
                      <a:pt x="6779" y="269898"/>
                    </a:cubicBezTo>
                    <a:cubicBezTo>
                      <a:pt x="6726" y="415036"/>
                      <a:pt x="124341" y="532735"/>
                      <a:pt x="269478" y="532788"/>
                    </a:cubicBezTo>
                    <a:cubicBezTo>
                      <a:pt x="414616" y="532841"/>
                      <a:pt x="532316" y="415226"/>
                      <a:pt x="532368" y="270089"/>
                    </a:cubicBezTo>
                    <a:cubicBezTo>
                      <a:pt x="532368" y="270025"/>
                      <a:pt x="532368" y="269962"/>
                      <a:pt x="532368" y="269898"/>
                    </a:cubicBezTo>
                    <a:cubicBezTo>
                      <a:pt x="532211" y="124841"/>
                      <a:pt x="414630" y="7304"/>
                      <a:pt x="269573" y="7199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5" name="任意多边形: 形状 124"/>
              <p:cNvSpPr/>
              <p:nvPr/>
            </p:nvSpPr>
            <p:spPr>
              <a:xfrm>
                <a:off x="2925454" y="1572645"/>
                <a:ext cx="4430295" cy="4430295"/>
              </a:xfrm>
              <a:custGeom>
                <a:avLst/>
                <a:gdLst>
                  <a:gd name="connsiteX0" fmla="*/ 204232 w 409194"/>
                  <a:gd name="connsiteY0" fmla="*/ 409058 h 409194"/>
                  <a:gd name="connsiteX1" fmla="*/ -365 w 409194"/>
                  <a:gd name="connsiteY1" fmla="*/ 204461 h 409194"/>
                  <a:gd name="connsiteX2" fmla="*/ 204232 w 409194"/>
                  <a:gd name="connsiteY2" fmla="*/ -136 h 409194"/>
                  <a:gd name="connsiteX3" fmla="*/ 408829 w 409194"/>
                  <a:gd name="connsiteY3" fmla="*/ 204461 h 409194"/>
                  <a:gd name="connsiteX4" fmla="*/ 204232 w 409194"/>
                  <a:gd name="connsiteY4" fmla="*/ 409058 h 409194"/>
                  <a:gd name="connsiteX5" fmla="*/ 204232 w 409194"/>
                  <a:gd name="connsiteY5" fmla="*/ 5008 h 409194"/>
                  <a:gd name="connsiteX6" fmla="*/ 4779 w 409194"/>
                  <a:gd name="connsiteY6" fmla="*/ 204461 h 409194"/>
                  <a:gd name="connsiteX7" fmla="*/ 204232 w 409194"/>
                  <a:gd name="connsiteY7" fmla="*/ 403915 h 409194"/>
                  <a:gd name="connsiteX8" fmla="*/ 403686 w 409194"/>
                  <a:gd name="connsiteY8" fmla="*/ 204461 h 409194"/>
                  <a:gd name="connsiteX9" fmla="*/ 204232 w 409194"/>
                  <a:gd name="connsiteY9" fmla="*/ 5008 h 409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9194" h="409194">
                    <a:moveTo>
                      <a:pt x="204232" y="409058"/>
                    </a:moveTo>
                    <a:cubicBezTo>
                      <a:pt x="91236" y="409058"/>
                      <a:pt x="-365" y="317457"/>
                      <a:pt x="-365" y="204461"/>
                    </a:cubicBezTo>
                    <a:cubicBezTo>
                      <a:pt x="-365" y="91465"/>
                      <a:pt x="91236" y="-136"/>
                      <a:pt x="204232" y="-136"/>
                    </a:cubicBezTo>
                    <a:cubicBezTo>
                      <a:pt x="317228" y="-136"/>
                      <a:pt x="408829" y="91465"/>
                      <a:pt x="408829" y="204461"/>
                    </a:cubicBezTo>
                    <a:cubicBezTo>
                      <a:pt x="408672" y="317392"/>
                      <a:pt x="317163" y="408901"/>
                      <a:pt x="204232" y="409058"/>
                    </a:cubicBezTo>
                    <a:moveTo>
                      <a:pt x="204232" y="5008"/>
                    </a:moveTo>
                    <a:cubicBezTo>
                      <a:pt x="94077" y="5008"/>
                      <a:pt x="4779" y="94306"/>
                      <a:pt x="4779" y="204461"/>
                    </a:cubicBezTo>
                    <a:cubicBezTo>
                      <a:pt x="4779" y="314616"/>
                      <a:pt x="94077" y="403915"/>
                      <a:pt x="204232" y="403915"/>
                    </a:cubicBezTo>
                    <a:cubicBezTo>
                      <a:pt x="314387" y="403915"/>
                      <a:pt x="403686" y="314616"/>
                      <a:pt x="403686" y="204461"/>
                    </a:cubicBezTo>
                    <a:cubicBezTo>
                      <a:pt x="403372" y="94436"/>
                      <a:pt x="314257" y="5322"/>
                      <a:pt x="204232" y="500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6" name="任意多边形: 形状 125"/>
              <p:cNvSpPr/>
              <p:nvPr/>
            </p:nvSpPr>
            <p:spPr>
              <a:xfrm>
                <a:off x="4803560" y="5511495"/>
                <a:ext cx="663105" cy="184906"/>
              </a:xfrm>
              <a:custGeom>
                <a:avLst/>
                <a:gdLst>
                  <a:gd name="connsiteX0" fmla="*/ 430891 w 663105"/>
                  <a:gd name="connsiteY0" fmla="*/ 41814 h 184906"/>
                  <a:gd name="connsiteX1" fmla="*/ 364890 w 663105"/>
                  <a:gd name="connsiteY1" fmla="*/ 121216 h 184906"/>
                  <a:gd name="connsiteX2" fmla="*/ 431919 w 663105"/>
                  <a:gd name="connsiteY2" fmla="*/ 121216 h 184906"/>
                  <a:gd name="connsiteX3" fmla="*/ 431919 w 663105"/>
                  <a:gd name="connsiteY3" fmla="*/ 41814 h 184906"/>
                  <a:gd name="connsiteX4" fmla="*/ 591939 w 663105"/>
                  <a:gd name="connsiteY4" fmla="*/ 25910 h 184906"/>
                  <a:gd name="connsiteX5" fmla="*/ 548632 w 663105"/>
                  <a:gd name="connsiteY5" fmla="*/ 96035 h 184906"/>
                  <a:gd name="connsiteX6" fmla="*/ 591939 w 663105"/>
                  <a:gd name="connsiteY6" fmla="*/ 165132 h 184906"/>
                  <a:gd name="connsiteX7" fmla="*/ 635257 w 663105"/>
                  <a:gd name="connsiteY7" fmla="*/ 96035 h 184906"/>
                  <a:gd name="connsiteX8" fmla="*/ 591939 w 663105"/>
                  <a:gd name="connsiteY8" fmla="*/ 25910 h 184906"/>
                  <a:gd name="connsiteX9" fmla="*/ 226833 w 663105"/>
                  <a:gd name="connsiteY9" fmla="*/ 20253 h 184906"/>
                  <a:gd name="connsiteX10" fmla="*/ 196296 w 663105"/>
                  <a:gd name="connsiteY10" fmla="*/ 31255 h 184906"/>
                  <a:gd name="connsiteX11" fmla="*/ 184471 w 663105"/>
                  <a:gd name="connsiteY11" fmla="*/ 59635 h 184906"/>
                  <a:gd name="connsiteX12" fmla="*/ 196296 w 663105"/>
                  <a:gd name="connsiteY12" fmla="*/ 88078 h 184906"/>
                  <a:gd name="connsiteX13" fmla="*/ 226833 w 663105"/>
                  <a:gd name="connsiteY13" fmla="*/ 99142 h 184906"/>
                  <a:gd name="connsiteX14" fmla="*/ 257369 w 663105"/>
                  <a:gd name="connsiteY14" fmla="*/ 88015 h 184906"/>
                  <a:gd name="connsiteX15" fmla="*/ 269194 w 663105"/>
                  <a:gd name="connsiteY15" fmla="*/ 59635 h 184906"/>
                  <a:gd name="connsiteX16" fmla="*/ 257369 w 663105"/>
                  <a:gd name="connsiteY16" fmla="*/ 31255 h 184906"/>
                  <a:gd name="connsiteX17" fmla="*/ 226833 w 663105"/>
                  <a:gd name="connsiteY17" fmla="*/ 20253 h 184906"/>
                  <a:gd name="connsiteX18" fmla="*/ 436041 w 663105"/>
                  <a:gd name="connsiteY18" fmla="*/ 7784 h 184906"/>
                  <a:gd name="connsiteX19" fmla="*/ 457695 w 663105"/>
                  <a:gd name="connsiteY19" fmla="*/ 7784 h 184906"/>
                  <a:gd name="connsiteX20" fmla="*/ 457695 w 663105"/>
                  <a:gd name="connsiteY20" fmla="*/ 121227 h 184906"/>
                  <a:gd name="connsiteX21" fmla="*/ 488638 w 663105"/>
                  <a:gd name="connsiteY21" fmla="*/ 121227 h 184906"/>
                  <a:gd name="connsiteX22" fmla="*/ 488638 w 663105"/>
                  <a:gd name="connsiteY22" fmla="*/ 139785 h 184906"/>
                  <a:gd name="connsiteX23" fmla="*/ 457695 w 663105"/>
                  <a:gd name="connsiteY23" fmla="*/ 139785 h 184906"/>
                  <a:gd name="connsiteX24" fmla="*/ 457695 w 663105"/>
                  <a:gd name="connsiteY24" fmla="*/ 182063 h 184906"/>
                  <a:gd name="connsiteX25" fmla="*/ 431916 w 663105"/>
                  <a:gd name="connsiteY25" fmla="*/ 182063 h 184906"/>
                  <a:gd name="connsiteX26" fmla="*/ 431916 w 663105"/>
                  <a:gd name="connsiteY26" fmla="*/ 139785 h 184906"/>
                  <a:gd name="connsiteX27" fmla="*/ 341166 w 663105"/>
                  <a:gd name="connsiteY27" fmla="*/ 139785 h 184906"/>
                  <a:gd name="connsiteX28" fmla="*/ 341166 w 663105"/>
                  <a:gd name="connsiteY28" fmla="*/ 118131 h 184906"/>
                  <a:gd name="connsiteX29" fmla="*/ 591940 w 663105"/>
                  <a:gd name="connsiteY29" fmla="*/ 6311 h 184906"/>
                  <a:gd name="connsiteX30" fmla="*/ 663105 w 663105"/>
                  <a:gd name="connsiteY30" fmla="*/ 96034 h 184906"/>
                  <a:gd name="connsiteX31" fmla="*/ 591940 w 663105"/>
                  <a:gd name="connsiteY31" fmla="*/ 184718 h 184906"/>
                  <a:gd name="connsiteX32" fmla="*/ 520785 w 663105"/>
                  <a:gd name="connsiteY32" fmla="*/ 96034 h 184906"/>
                  <a:gd name="connsiteX33" fmla="*/ 591940 w 663105"/>
                  <a:gd name="connsiteY33" fmla="*/ 6311 h 184906"/>
                  <a:gd name="connsiteX34" fmla="*/ 55695 w 663105"/>
                  <a:gd name="connsiteY34" fmla="*/ 6311 h 184906"/>
                  <a:gd name="connsiteX35" fmla="*/ 76309 w 663105"/>
                  <a:gd name="connsiteY35" fmla="*/ 6311 h 184906"/>
                  <a:gd name="connsiteX36" fmla="*/ 76309 w 663105"/>
                  <a:gd name="connsiteY36" fmla="*/ 180591 h 184906"/>
                  <a:gd name="connsiteX37" fmla="*/ 48473 w 663105"/>
                  <a:gd name="connsiteY37" fmla="*/ 180591 h 184906"/>
                  <a:gd name="connsiteX38" fmla="*/ 48473 w 663105"/>
                  <a:gd name="connsiteY38" fmla="*/ 56840 h 184906"/>
                  <a:gd name="connsiteX39" fmla="*/ 0 w 663105"/>
                  <a:gd name="connsiteY39" fmla="*/ 56840 h 184906"/>
                  <a:gd name="connsiteX40" fmla="*/ 0 w 663105"/>
                  <a:gd name="connsiteY40" fmla="*/ 39312 h 184906"/>
                  <a:gd name="connsiteX41" fmla="*/ 55695 w 663105"/>
                  <a:gd name="connsiteY41" fmla="*/ 6311 h 184906"/>
                  <a:gd name="connsiteX42" fmla="*/ 228329 w 663105"/>
                  <a:gd name="connsiteY42" fmla="*/ 0 h 184906"/>
                  <a:gd name="connsiteX43" fmla="*/ 281842 w 663105"/>
                  <a:gd name="connsiteY43" fmla="*/ 20567 h 184906"/>
                  <a:gd name="connsiteX44" fmla="*/ 300627 w 663105"/>
                  <a:gd name="connsiteY44" fmla="*/ 79013 h 184906"/>
                  <a:gd name="connsiteX45" fmla="*/ 280271 w 663105"/>
                  <a:gd name="connsiteY45" fmla="*/ 157402 h 184906"/>
                  <a:gd name="connsiteX46" fmla="*/ 222492 w 663105"/>
                  <a:gd name="connsiteY46" fmla="*/ 184906 h 184906"/>
                  <a:gd name="connsiteX47" fmla="*/ 176912 w 663105"/>
                  <a:gd name="connsiteY47" fmla="*/ 172092 h 184906"/>
                  <a:gd name="connsiteX48" fmla="*/ 158725 w 663105"/>
                  <a:gd name="connsiteY48" fmla="*/ 136773 h 184906"/>
                  <a:gd name="connsiteX49" fmla="*/ 184772 w 663105"/>
                  <a:gd name="connsiteY49" fmla="*/ 136773 h 184906"/>
                  <a:gd name="connsiteX50" fmla="*/ 196223 w 663105"/>
                  <a:gd name="connsiteY50" fmla="*/ 158214 h 184906"/>
                  <a:gd name="connsiteX51" fmla="*/ 222492 w 663105"/>
                  <a:gd name="connsiteY51" fmla="*/ 165778 h 184906"/>
                  <a:gd name="connsiteX52" fmla="*/ 259913 w 663105"/>
                  <a:gd name="connsiteY52" fmla="*/ 143150 h 184906"/>
                  <a:gd name="connsiteX53" fmla="*/ 272337 w 663105"/>
                  <a:gd name="connsiteY53" fmla="*/ 98768 h 184906"/>
                  <a:gd name="connsiteX54" fmla="*/ 222492 w 663105"/>
                  <a:gd name="connsiteY54" fmla="*/ 119396 h 184906"/>
                  <a:gd name="connsiteX55" fmla="*/ 174218 w 663105"/>
                  <a:gd name="connsiteY55" fmla="*/ 102955 h 184906"/>
                  <a:gd name="connsiteX56" fmla="*/ 155882 w 663105"/>
                  <a:gd name="connsiteY56" fmla="*/ 59635 h 184906"/>
                  <a:gd name="connsiteX57" fmla="*/ 175790 w 663105"/>
                  <a:gd name="connsiteY57" fmla="*/ 16378 h 184906"/>
                  <a:gd name="connsiteX58" fmla="*/ 228329 w 663105"/>
                  <a:gd name="connsiteY58" fmla="*/ 0 h 184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663105" h="184906">
                    <a:moveTo>
                      <a:pt x="430891" y="41814"/>
                    </a:moveTo>
                    <a:lnTo>
                      <a:pt x="364890" y="121216"/>
                    </a:lnTo>
                    <a:lnTo>
                      <a:pt x="431919" y="121216"/>
                    </a:lnTo>
                    <a:lnTo>
                      <a:pt x="431919" y="41814"/>
                    </a:lnTo>
                    <a:close/>
                    <a:moveTo>
                      <a:pt x="591939" y="25910"/>
                    </a:moveTo>
                    <a:cubicBezTo>
                      <a:pt x="562036" y="25910"/>
                      <a:pt x="548632" y="52728"/>
                      <a:pt x="548632" y="96035"/>
                    </a:cubicBezTo>
                    <a:cubicBezTo>
                      <a:pt x="548632" y="139353"/>
                      <a:pt x="562036" y="165132"/>
                      <a:pt x="591939" y="165132"/>
                    </a:cubicBezTo>
                    <a:cubicBezTo>
                      <a:pt x="621854" y="165132"/>
                      <a:pt x="635257" y="139353"/>
                      <a:pt x="635257" y="96035"/>
                    </a:cubicBezTo>
                    <a:cubicBezTo>
                      <a:pt x="635257" y="52728"/>
                      <a:pt x="621854" y="25910"/>
                      <a:pt x="591939" y="25910"/>
                    </a:cubicBezTo>
                    <a:close/>
                    <a:moveTo>
                      <a:pt x="226833" y="20253"/>
                    </a:moveTo>
                    <a:cubicBezTo>
                      <a:pt x="214358" y="20253"/>
                      <a:pt x="204180" y="23921"/>
                      <a:pt x="196296" y="31255"/>
                    </a:cubicBezTo>
                    <a:cubicBezTo>
                      <a:pt x="188414" y="38591"/>
                      <a:pt x="184471" y="48050"/>
                      <a:pt x="184471" y="59635"/>
                    </a:cubicBezTo>
                    <a:cubicBezTo>
                      <a:pt x="184471" y="71221"/>
                      <a:pt x="188414" y="80701"/>
                      <a:pt x="196296" y="88078"/>
                    </a:cubicBezTo>
                    <a:cubicBezTo>
                      <a:pt x="204180" y="95454"/>
                      <a:pt x="214358" y="99142"/>
                      <a:pt x="226833" y="99142"/>
                    </a:cubicBezTo>
                    <a:cubicBezTo>
                      <a:pt x="239307" y="99142"/>
                      <a:pt x="249485" y="95433"/>
                      <a:pt x="257369" y="88015"/>
                    </a:cubicBezTo>
                    <a:cubicBezTo>
                      <a:pt x="265251" y="80681"/>
                      <a:pt x="269194" y="71221"/>
                      <a:pt x="269194" y="59635"/>
                    </a:cubicBezTo>
                    <a:cubicBezTo>
                      <a:pt x="269194" y="48050"/>
                      <a:pt x="265251" y="38591"/>
                      <a:pt x="257369" y="31255"/>
                    </a:cubicBezTo>
                    <a:cubicBezTo>
                      <a:pt x="249485" y="23921"/>
                      <a:pt x="239307" y="20253"/>
                      <a:pt x="226833" y="20253"/>
                    </a:cubicBezTo>
                    <a:close/>
                    <a:moveTo>
                      <a:pt x="436041" y="7784"/>
                    </a:moveTo>
                    <a:lnTo>
                      <a:pt x="457695" y="7784"/>
                    </a:lnTo>
                    <a:lnTo>
                      <a:pt x="457695" y="121227"/>
                    </a:lnTo>
                    <a:lnTo>
                      <a:pt x="488638" y="121227"/>
                    </a:lnTo>
                    <a:lnTo>
                      <a:pt x="488638" y="139785"/>
                    </a:lnTo>
                    <a:lnTo>
                      <a:pt x="457695" y="139785"/>
                    </a:lnTo>
                    <a:lnTo>
                      <a:pt x="457695" y="182063"/>
                    </a:lnTo>
                    <a:lnTo>
                      <a:pt x="431916" y="182063"/>
                    </a:lnTo>
                    <a:lnTo>
                      <a:pt x="431916" y="139785"/>
                    </a:lnTo>
                    <a:lnTo>
                      <a:pt x="341166" y="139785"/>
                    </a:lnTo>
                    <a:lnTo>
                      <a:pt x="341166" y="118131"/>
                    </a:lnTo>
                    <a:close/>
                    <a:moveTo>
                      <a:pt x="591940" y="6311"/>
                    </a:moveTo>
                    <a:cubicBezTo>
                      <a:pt x="651759" y="6311"/>
                      <a:pt x="663105" y="59938"/>
                      <a:pt x="663105" y="96034"/>
                    </a:cubicBezTo>
                    <a:cubicBezTo>
                      <a:pt x="663105" y="132131"/>
                      <a:pt x="651759" y="184718"/>
                      <a:pt x="591940" y="184718"/>
                    </a:cubicBezTo>
                    <a:cubicBezTo>
                      <a:pt x="532132" y="184718"/>
                      <a:pt x="520785" y="132131"/>
                      <a:pt x="520785" y="96034"/>
                    </a:cubicBezTo>
                    <a:cubicBezTo>
                      <a:pt x="520785" y="59938"/>
                      <a:pt x="532132" y="6311"/>
                      <a:pt x="591940" y="6311"/>
                    </a:cubicBezTo>
                    <a:close/>
                    <a:moveTo>
                      <a:pt x="55695" y="6311"/>
                    </a:moveTo>
                    <a:lnTo>
                      <a:pt x="76309" y="6311"/>
                    </a:lnTo>
                    <a:lnTo>
                      <a:pt x="76309" y="180591"/>
                    </a:lnTo>
                    <a:lnTo>
                      <a:pt x="48473" y="180591"/>
                    </a:lnTo>
                    <a:lnTo>
                      <a:pt x="48473" y="56840"/>
                    </a:lnTo>
                    <a:lnTo>
                      <a:pt x="0" y="56840"/>
                    </a:lnTo>
                    <a:lnTo>
                      <a:pt x="0" y="39312"/>
                    </a:lnTo>
                    <a:cubicBezTo>
                      <a:pt x="33001" y="37244"/>
                      <a:pt x="47434" y="35187"/>
                      <a:pt x="55695" y="6311"/>
                    </a:cubicBezTo>
                    <a:close/>
                    <a:moveTo>
                      <a:pt x="228329" y="0"/>
                    </a:moveTo>
                    <a:cubicBezTo>
                      <a:pt x="251480" y="0"/>
                      <a:pt x="269319" y="6855"/>
                      <a:pt x="281842" y="20567"/>
                    </a:cubicBezTo>
                    <a:cubicBezTo>
                      <a:pt x="294366" y="34277"/>
                      <a:pt x="300627" y="53759"/>
                      <a:pt x="300627" y="79013"/>
                    </a:cubicBezTo>
                    <a:cubicBezTo>
                      <a:pt x="300627" y="112936"/>
                      <a:pt x="293842" y="139066"/>
                      <a:pt x="280271" y="157402"/>
                    </a:cubicBezTo>
                    <a:cubicBezTo>
                      <a:pt x="266698" y="175739"/>
                      <a:pt x="247440" y="184906"/>
                      <a:pt x="222492" y="184906"/>
                    </a:cubicBezTo>
                    <a:cubicBezTo>
                      <a:pt x="203432" y="184906"/>
                      <a:pt x="188238" y="180635"/>
                      <a:pt x="176912" y="172092"/>
                    </a:cubicBezTo>
                    <a:cubicBezTo>
                      <a:pt x="165586" y="163549"/>
                      <a:pt x="159524" y="151776"/>
                      <a:pt x="158725" y="136773"/>
                    </a:cubicBezTo>
                    <a:lnTo>
                      <a:pt x="184772" y="136773"/>
                    </a:lnTo>
                    <a:cubicBezTo>
                      <a:pt x="185869" y="146025"/>
                      <a:pt x="189685" y="153172"/>
                      <a:pt x="196223" y="158214"/>
                    </a:cubicBezTo>
                    <a:cubicBezTo>
                      <a:pt x="202759" y="163257"/>
                      <a:pt x="211514" y="165778"/>
                      <a:pt x="222492" y="165778"/>
                    </a:cubicBezTo>
                    <a:cubicBezTo>
                      <a:pt x="238658" y="165778"/>
                      <a:pt x="251132" y="158236"/>
                      <a:pt x="259913" y="143150"/>
                    </a:cubicBezTo>
                    <a:cubicBezTo>
                      <a:pt x="266300" y="131898"/>
                      <a:pt x="270441" y="117104"/>
                      <a:pt x="272337" y="98768"/>
                    </a:cubicBezTo>
                    <a:cubicBezTo>
                      <a:pt x="258965" y="112520"/>
                      <a:pt x="242349" y="119396"/>
                      <a:pt x="222492" y="119396"/>
                    </a:cubicBezTo>
                    <a:cubicBezTo>
                      <a:pt x="202533" y="119396"/>
                      <a:pt x="186443" y="113915"/>
                      <a:pt x="174218" y="102955"/>
                    </a:cubicBezTo>
                    <a:cubicBezTo>
                      <a:pt x="161995" y="91995"/>
                      <a:pt x="155882" y="77555"/>
                      <a:pt x="155882" y="59635"/>
                    </a:cubicBezTo>
                    <a:cubicBezTo>
                      <a:pt x="155882" y="41715"/>
                      <a:pt x="162518" y="27296"/>
                      <a:pt x="175790" y="16378"/>
                    </a:cubicBezTo>
                    <a:cubicBezTo>
                      <a:pt x="189062" y="5459"/>
                      <a:pt x="206575" y="0"/>
                      <a:pt x="228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7" name="任意多边形: 形状 126"/>
              <p:cNvSpPr/>
              <p:nvPr/>
            </p:nvSpPr>
            <p:spPr>
              <a:xfrm>
                <a:off x="3373025" y="4211641"/>
                <a:ext cx="3537217" cy="893065"/>
              </a:xfrm>
              <a:custGeom>
                <a:avLst/>
                <a:gdLst>
                  <a:gd name="connsiteX0" fmla="*/ 162894 w 326707"/>
                  <a:gd name="connsiteY0" fmla="*/ 82351 h 82486"/>
                  <a:gd name="connsiteX1" fmla="*/ 135176 w 326707"/>
                  <a:gd name="connsiteY1" fmla="*/ 76350 h 82486"/>
                  <a:gd name="connsiteX2" fmla="*/ 143177 w 326707"/>
                  <a:gd name="connsiteY2" fmla="*/ 44536 h 82486"/>
                  <a:gd name="connsiteX3" fmla="*/ 19352 w 326707"/>
                  <a:gd name="connsiteY3" fmla="*/ 21771 h 82486"/>
                  <a:gd name="connsiteX4" fmla="*/ -365 w 326707"/>
                  <a:gd name="connsiteY4" fmla="*/ -136 h 82486"/>
                  <a:gd name="connsiteX5" fmla="*/ 30877 w 326707"/>
                  <a:gd name="connsiteY5" fmla="*/ 4817 h 82486"/>
                  <a:gd name="connsiteX6" fmla="*/ 133842 w 326707"/>
                  <a:gd name="connsiteY6" fmla="*/ 5674 h 82486"/>
                  <a:gd name="connsiteX7" fmla="*/ 162989 w 326707"/>
                  <a:gd name="connsiteY7" fmla="*/ 5674 h 82486"/>
                  <a:gd name="connsiteX8" fmla="*/ 192135 w 326707"/>
                  <a:gd name="connsiteY8" fmla="*/ 5674 h 82486"/>
                  <a:gd name="connsiteX9" fmla="*/ 295100 w 326707"/>
                  <a:gd name="connsiteY9" fmla="*/ 4817 h 82486"/>
                  <a:gd name="connsiteX10" fmla="*/ 326342 w 326707"/>
                  <a:gd name="connsiteY10" fmla="*/ -136 h 82486"/>
                  <a:gd name="connsiteX11" fmla="*/ 306721 w 326707"/>
                  <a:gd name="connsiteY11" fmla="*/ 21771 h 82486"/>
                  <a:gd name="connsiteX12" fmla="*/ 182896 w 326707"/>
                  <a:gd name="connsiteY12" fmla="*/ 44536 h 82486"/>
                  <a:gd name="connsiteX13" fmla="*/ 190897 w 326707"/>
                  <a:gd name="connsiteY13" fmla="*/ 76350 h 82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26707" h="82486">
                    <a:moveTo>
                      <a:pt x="162894" y="82351"/>
                    </a:moveTo>
                    <a:lnTo>
                      <a:pt x="135176" y="76350"/>
                    </a:lnTo>
                    <a:lnTo>
                      <a:pt x="143177" y="44536"/>
                    </a:lnTo>
                    <a:cubicBezTo>
                      <a:pt x="101245" y="41102"/>
                      <a:pt x="59763" y="33475"/>
                      <a:pt x="19352" y="21771"/>
                    </a:cubicBezTo>
                    <a:cubicBezTo>
                      <a:pt x="11564" y="15662"/>
                      <a:pt x="4893" y="8250"/>
                      <a:pt x="-365" y="-136"/>
                    </a:cubicBezTo>
                    <a:cubicBezTo>
                      <a:pt x="9900" y="2347"/>
                      <a:pt x="20347" y="4003"/>
                      <a:pt x="30877" y="4817"/>
                    </a:cubicBezTo>
                    <a:cubicBezTo>
                      <a:pt x="58785" y="5865"/>
                      <a:pt x="102410" y="2245"/>
                      <a:pt x="133842" y="5674"/>
                    </a:cubicBezTo>
                    <a:lnTo>
                      <a:pt x="162989" y="5674"/>
                    </a:lnTo>
                    <a:lnTo>
                      <a:pt x="192135" y="5674"/>
                    </a:lnTo>
                    <a:cubicBezTo>
                      <a:pt x="223568" y="2245"/>
                      <a:pt x="267288" y="5674"/>
                      <a:pt x="295100" y="4817"/>
                    </a:cubicBezTo>
                    <a:cubicBezTo>
                      <a:pt x="305630" y="4003"/>
                      <a:pt x="316077" y="2347"/>
                      <a:pt x="326342" y="-136"/>
                    </a:cubicBezTo>
                    <a:cubicBezTo>
                      <a:pt x="321105" y="8236"/>
                      <a:pt x="314468" y="15647"/>
                      <a:pt x="306721" y="21771"/>
                    </a:cubicBezTo>
                    <a:cubicBezTo>
                      <a:pt x="266307" y="33462"/>
                      <a:pt x="224826" y="41088"/>
                      <a:pt x="182896" y="44536"/>
                    </a:cubicBezTo>
                    <a:lnTo>
                      <a:pt x="190897" y="76350"/>
                    </a:lnTo>
                    <a:close/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8" name="任意多边形: 形状 127"/>
              <p:cNvSpPr/>
              <p:nvPr/>
            </p:nvSpPr>
            <p:spPr>
              <a:xfrm>
                <a:off x="3518431" y="3788820"/>
                <a:ext cx="3246401" cy="902357"/>
              </a:xfrm>
              <a:custGeom>
                <a:avLst/>
                <a:gdLst>
                  <a:gd name="connsiteX0" fmla="*/ 149463 w 299846"/>
                  <a:gd name="connsiteY0" fmla="*/ 6151 h 83344"/>
                  <a:gd name="connsiteX1" fmla="*/ 191564 w 299846"/>
                  <a:gd name="connsiteY1" fmla="*/ 6151 h 83344"/>
                  <a:gd name="connsiteX2" fmla="*/ 277289 w 299846"/>
                  <a:gd name="connsiteY2" fmla="*/ 2722 h 83344"/>
                  <a:gd name="connsiteX3" fmla="*/ 299482 w 299846"/>
                  <a:gd name="connsiteY3" fmla="*/ -135 h 83344"/>
                  <a:gd name="connsiteX4" fmla="*/ 279289 w 299846"/>
                  <a:gd name="connsiteY4" fmla="*/ 21391 h 83344"/>
                  <a:gd name="connsiteX5" fmla="*/ 254619 w 299846"/>
                  <a:gd name="connsiteY5" fmla="*/ 32631 h 83344"/>
                  <a:gd name="connsiteX6" fmla="*/ 195278 w 299846"/>
                  <a:gd name="connsiteY6" fmla="*/ 45871 h 83344"/>
                  <a:gd name="connsiteX7" fmla="*/ 168799 w 299846"/>
                  <a:gd name="connsiteY7" fmla="*/ 48823 h 83344"/>
                  <a:gd name="connsiteX8" fmla="*/ 176229 w 299846"/>
                  <a:gd name="connsiteY8" fmla="*/ 78636 h 83344"/>
                  <a:gd name="connsiteX9" fmla="*/ 149558 w 299846"/>
                  <a:gd name="connsiteY9" fmla="*/ 83208 h 83344"/>
                  <a:gd name="connsiteX10" fmla="*/ 122889 w 299846"/>
                  <a:gd name="connsiteY10" fmla="*/ 78636 h 83344"/>
                  <a:gd name="connsiteX11" fmla="*/ 130318 w 299846"/>
                  <a:gd name="connsiteY11" fmla="*/ 48823 h 83344"/>
                  <a:gd name="connsiteX12" fmla="*/ 103839 w 299846"/>
                  <a:gd name="connsiteY12" fmla="*/ 45870 h 83344"/>
                  <a:gd name="connsiteX13" fmla="*/ 44498 w 299846"/>
                  <a:gd name="connsiteY13" fmla="*/ 32630 h 83344"/>
                  <a:gd name="connsiteX14" fmla="*/ 19828 w 299846"/>
                  <a:gd name="connsiteY14" fmla="*/ 21391 h 83344"/>
                  <a:gd name="connsiteX15" fmla="*/ -365 w 299846"/>
                  <a:gd name="connsiteY15" fmla="*/ -136 h 83344"/>
                  <a:gd name="connsiteX16" fmla="*/ 21828 w 299846"/>
                  <a:gd name="connsiteY16" fmla="*/ 2721 h 83344"/>
                  <a:gd name="connsiteX17" fmla="*/ 107553 w 299846"/>
                  <a:gd name="connsiteY17" fmla="*/ 6150 h 83344"/>
                  <a:gd name="connsiteX18" fmla="*/ 149654 w 299846"/>
                  <a:gd name="connsiteY18" fmla="*/ 6151 h 8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99846" h="83344">
                    <a:moveTo>
                      <a:pt x="149463" y="6151"/>
                    </a:moveTo>
                    <a:cubicBezTo>
                      <a:pt x="170323" y="6151"/>
                      <a:pt x="191659" y="6151"/>
                      <a:pt x="191564" y="6151"/>
                    </a:cubicBezTo>
                    <a:cubicBezTo>
                      <a:pt x="219999" y="2694"/>
                      <a:pt x="248668" y="1547"/>
                      <a:pt x="277289" y="2722"/>
                    </a:cubicBezTo>
                    <a:cubicBezTo>
                      <a:pt x="284757" y="2441"/>
                      <a:pt x="292185" y="1485"/>
                      <a:pt x="299482" y="-135"/>
                    </a:cubicBezTo>
                    <a:cubicBezTo>
                      <a:pt x="294242" y="8306"/>
                      <a:pt x="287378" y="15623"/>
                      <a:pt x="279289" y="21391"/>
                    </a:cubicBezTo>
                    <a:cubicBezTo>
                      <a:pt x="271430" y="25890"/>
                      <a:pt x="263171" y="29653"/>
                      <a:pt x="254619" y="32631"/>
                    </a:cubicBezTo>
                    <a:cubicBezTo>
                      <a:pt x="235136" y="38283"/>
                      <a:pt x="215317" y="42705"/>
                      <a:pt x="195278" y="45871"/>
                    </a:cubicBezTo>
                    <a:cubicBezTo>
                      <a:pt x="185754" y="47013"/>
                      <a:pt x="176800" y="48156"/>
                      <a:pt x="168799" y="48823"/>
                    </a:cubicBezTo>
                    <a:lnTo>
                      <a:pt x="176229" y="78636"/>
                    </a:lnTo>
                    <a:lnTo>
                      <a:pt x="149558" y="83208"/>
                    </a:lnTo>
                    <a:lnTo>
                      <a:pt x="122889" y="78636"/>
                    </a:lnTo>
                    <a:lnTo>
                      <a:pt x="130318" y="48823"/>
                    </a:lnTo>
                    <a:cubicBezTo>
                      <a:pt x="122317" y="48156"/>
                      <a:pt x="113078" y="47013"/>
                      <a:pt x="103839" y="45870"/>
                    </a:cubicBezTo>
                    <a:cubicBezTo>
                      <a:pt x="83800" y="42705"/>
                      <a:pt x="63981" y="38283"/>
                      <a:pt x="44498" y="32630"/>
                    </a:cubicBezTo>
                    <a:cubicBezTo>
                      <a:pt x="35946" y="29652"/>
                      <a:pt x="27687" y="25889"/>
                      <a:pt x="19828" y="21391"/>
                    </a:cubicBezTo>
                    <a:cubicBezTo>
                      <a:pt x="11739" y="15622"/>
                      <a:pt x="4875" y="8305"/>
                      <a:pt x="-365" y="-136"/>
                    </a:cubicBezTo>
                    <a:cubicBezTo>
                      <a:pt x="6931" y="1484"/>
                      <a:pt x="14359" y="2441"/>
                      <a:pt x="21828" y="2721"/>
                    </a:cubicBezTo>
                    <a:cubicBezTo>
                      <a:pt x="50449" y="1547"/>
                      <a:pt x="79118" y="2694"/>
                      <a:pt x="107553" y="6150"/>
                    </a:cubicBezTo>
                    <a:cubicBezTo>
                      <a:pt x="107553" y="6151"/>
                      <a:pt x="128794" y="6151"/>
                      <a:pt x="149654" y="6151"/>
                    </a:cubicBezTo>
                  </a:path>
                </a:pathLst>
              </a:custGeom>
              <a:solidFill>
                <a:srgbClr val="13AE6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29" name="任意多边形: 形状 128"/>
              <p:cNvSpPr/>
              <p:nvPr/>
            </p:nvSpPr>
            <p:spPr>
              <a:xfrm>
                <a:off x="3703032" y="3358787"/>
                <a:ext cx="2883406" cy="928137"/>
              </a:xfrm>
              <a:custGeom>
                <a:avLst/>
                <a:gdLst>
                  <a:gd name="connsiteX0" fmla="*/ 132699 w 266319"/>
                  <a:gd name="connsiteY0" fmla="*/ 85589 h 85725"/>
                  <a:gd name="connsiteX1" fmla="*/ 132223 w 266319"/>
                  <a:gd name="connsiteY1" fmla="*/ 85589 h 85725"/>
                  <a:gd name="connsiteX2" fmla="*/ 107077 w 266319"/>
                  <a:gd name="connsiteY2" fmla="*/ 82637 h 85725"/>
                  <a:gd name="connsiteX3" fmla="*/ 113840 w 266319"/>
                  <a:gd name="connsiteY3" fmla="*/ 54062 h 85725"/>
                  <a:gd name="connsiteX4" fmla="*/ 91551 w 266319"/>
                  <a:gd name="connsiteY4" fmla="*/ 52728 h 85725"/>
                  <a:gd name="connsiteX5" fmla="*/ 43355 w 266319"/>
                  <a:gd name="connsiteY5" fmla="*/ 38536 h 85725"/>
                  <a:gd name="connsiteX6" fmla="*/ 18685 w 266319"/>
                  <a:gd name="connsiteY6" fmla="*/ 22629 h 85725"/>
                  <a:gd name="connsiteX7" fmla="*/ -365 w 266319"/>
                  <a:gd name="connsiteY7" fmla="*/ -136 h 85725"/>
                  <a:gd name="connsiteX8" fmla="*/ 21352 w 266319"/>
                  <a:gd name="connsiteY8" fmla="*/ 2627 h 85725"/>
                  <a:gd name="connsiteX9" fmla="*/ 91456 w 266319"/>
                  <a:gd name="connsiteY9" fmla="*/ 6818 h 85725"/>
                  <a:gd name="connsiteX10" fmla="*/ 132794 w 266319"/>
                  <a:gd name="connsiteY10" fmla="*/ 6818 h 85725"/>
                  <a:gd name="connsiteX11" fmla="*/ 174133 w 266319"/>
                  <a:gd name="connsiteY11" fmla="*/ 6818 h 85725"/>
                  <a:gd name="connsiteX12" fmla="*/ 244237 w 266319"/>
                  <a:gd name="connsiteY12" fmla="*/ 2627 h 85725"/>
                  <a:gd name="connsiteX13" fmla="*/ 265954 w 266319"/>
                  <a:gd name="connsiteY13" fmla="*/ -136 h 85725"/>
                  <a:gd name="connsiteX14" fmla="*/ 246904 w 266319"/>
                  <a:gd name="connsiteY14" fmla="*/ 22629 h 85725"/>
                  <a:gd name="connsiteX15" fmla="*/ 222234 w 266319"/>
                  <a:gd name="connsiteY15" fmla="*/ 38536 h 85725"/>
                  <a:gd name="connsiteX16" fmla="*/ 174038 w 266319"/>
                  <a:gd name="connsiteY16" fmla="*/ 52728 h 85725"/>
                  <a:gd name="connsiteX17" fmla="*/ 151654 w 266319"/>
                  <a:gd name="connsiteY17" fmla="*/ 54062 h 85725"/>
                  <a:gd name="connsiteX18" fmla="*/ 158417 w 266319"/>
                  <a:gd name="connsiteY18" fmla="*/ 82637 h 8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66319" h="85725">
                    <a:moveTo>
                      <a:pt x="132699" y="85589"/>
                    </a:moveTo>
                    <a:lnTo>
                      <a:pt x="132223" y="85589"/>
                    </a:lnTo>
                    <a:lnTo>
                      <a:pt x="107077" y="82637"/>
                    </a:lnTo>
                    <a:lnTo>
                      <a:pt x="113840" y="54062"/>
                    </a:lnTo>
                    <a:cubicBezTo>
                      <a:pt x="106384" y="54659"/>
                      <a:pt x="98882" y="54210"/>
                      <a:pt x="91551" y="52728"/>
                    </a:cubicBezTo>
                    <a:cubicBezTo>
                      <a:pt x="74928" y="50153"/>
                      <a:pt x="58721" y="45380"/>
                      <a:pt x="43355" y="38536"/>
                    </a:cubicBezTo>
                    <a:cubicBezTo>
                      <a:pt x="34466" y="34344"/>
                      <a:pt x="26171" y="28996"/>
                      <a:pt x="18685" y="22629"/>
                    </a:cubicBezTo>
                    <a:cubicBezTo>
                      <a:pt x="11003" y="16263"/>
                      <a:pt x="4548" y="8548"/>
                      <a:pt x="-365" y="-136"/>
                    </a:cubicBezTo>
                    <a:cubicBezTo>
                      <a:pt x="-365" y="-136"/>
                      <a:pt x="14684" y="2246"/>
                      <a:pt x="21352" y="2627"/>
                    </a:cubicBezTo>
                    <a:cubicBezTo>
                      <a:pt x="34020" y="3198"/>
                      <a:pt x="58404" y="4055"/>
                      <a:pt x="91456" y="6818"/>
                    </a:cubicBezTo>
                    <a:cubicBezTo>
                      <a:pt x="91456" y="6818"/>
                      <a:pt x="112411" y="6818"/>
                      <a:pt x="132794" y="6818"/>
                    </a:cubicBezTo>
                    <a:cubicBezTo>
                      <a:pt x="153178" y="6818"/>
                      <a:pt x="173942" y="6818"/>
                      <a:pt x="174133" y="6818"/>
                    </a:cubicBezTo>
                    <a:cubicBezTo>
                      <a:pt x="207185" y="4055"/>
                      <a:pt x="231283" y="3198"/>
                      <a:pt x="244237" y="2627"/>
                    </a:cubicBezTo>
                    <a:cubicBezTo>
                      <a:pt x="250904" y="2627"/>
                      <a:pt x="266049" y="55"/>
                      <a:pt x="265954" y="-136"/>
                    </a:cubicBezTo>
                    <a:cubicBezTo>
                      <a:pt x="261024" y="8536"/>
                      <a:pt x="254571" y="16248"/>
                      <a:pt x="246904" y="22629"/>
                    </a:cubicBezTo>
                    <a:cubicBezTo>
                      <a:pt x="239402" y="28975"/>
                      <a:pt x="231110" y="34322"/>
                      <a:pt x="222234" y="38536"/>
                    </a:cubicBezTo>
                    <a:cubicBezTo>
                      <a:pt x="206859" y="45355"/>
                      <a:pt x="190655" y="50127"/>
                      <a:pt x="174038" y="52728"/>
                    </a:cubicBezTo>
                    <a:cubicBezTo>
                      <a:pt x="166675" y="54209"/>
                      <a:pt x="159141" y="54658"/>
                      <a:pt x="151654" y="54062"/>
                    </a:cubicBezTo>
                    <a:lnTo>
                      <a:pt x="158417" y="82637"/>
                    </a:lnTo>
                    <a:close/>
                  </a:path>
                </a:pathLst>
              </a:custGeom>
              <a:solidFill>
                <a:srgbClr val="89C997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 dirty="0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0" name="任意多边形: 形状 129"/>
              <p:cNvSpPr/>
              <p:nvPr/>
            </p:nvSpPr>
            <p:spPr>
              <a:xfrm>
                <a:off x="3872159" y="2875128"/>
                <a:ext cx="2534835" cy="962162"/>
              </a:xfrm>
              <a:custGeom>
                <a:avLst/>
                <a:gdLst>
                  <a:gd name="connsiteX0" fmla="*/ 116793 w 234124"/>
                  <a:gd name="connsiteY0" fmla="*/ 88732 h 88868"/>
                  <a:gd name="connsiteX1" fmla="*/ 92790 w 234124"/>
                  <a:gd name="connsiteY1" fmla="*/ 87208 h 88868"/>
                  <a:gd name="connsiteX2" fmla="*/ 99076 w 234124"/>
                  <a:gd name="connsiteY2" fmla="*/ 61300 h 88868"/>
                  <a:gd name="connsiteX3" fmla="*/ 82407 w 234124"/>
                  <a:gd name="connsiteY3" fmla="*/ 61300 h 88868"/>
                  <a:gd name="connsiteX4" fmla="*/ 47736 w 234124"/>
                  <a:gd name="connsiteY4" fmla="*/ 50251 h 88868"/>
                  <a:gd name="connsiteX5" fmla="*/ 15351 w 234124"/>
                  <a:gd name="connsiteY5" fmla="*/ 24534 h 88868"/>
                  <a:gd name="connsiteX6" fmla="*/ -365 w 234124"/>
                  <a:gd name="connsiteY6" fmla="*/ -136 h 88868"/>
                  <a:gd name="connsiteX7" fmla="*/ 12684 w 234124"/>
                  <a:gd name="connsiteY7" fmla="*/ 2817 h 88868"/>
                  <a:gd name="connsiteX8" fmla="*/ 88884 w 234124"/>
                  <a:gd name="connsiteY8" fmla="*/ 12342 h 88868"/>
                  <a:gd name="connsiteX9" fmla="*/ 144510 w 234124"/>
                  <a:gd name="connsiteY9" fmla="*/ 12342 h 88868"/>
                  <a:gd name="connsiteX10" fmla="*/ 220710 w 234124"/>
                  <a:gd name="connsiteY10" fmla="*/ 2817 h 88868"/>
                  <a:gd name="connsiteX11" fmla="*/ 233759 w 234124"/>
                  <a:gd name="connsiteY11" fmla="*/ -136 h 88868"/>
                  <a:gd name="connsiteX12" fmla="*/ 218043 w 234124"/>
                  <a:gd name="connsiteY12" fmla="*/ 24534 h 88868"/>
                  <a:gd name="connsiteX13" fmla="*/ 185753 w 234124"/>
                  <a:gd name="connsiteY13" fmla="*/ 50252 h 88868"/>
                  <a:gd name="connsiteX14" fmla="*/ 150892 w 234124"/>
                  <a:gd name="connsiteY14" fmla="*/ 62063 h 88868"/>
                  <a:gd name="connsiteX15" fmla="*/ 134318 w 234124"/>
                  <a:gd name="connsiteY15" fmla="*/ 62063 h 88868"/>
                  <a:gd name="connsiteX16" fmla="*/ 140510 w 234124"/>
                  <a:gd name="connsiteY16" fmla="*/ 87971 h 88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4124" h="88868">
                    <a:moveTo>
                      <a:pt x="116793" y="88732"/>
                    </a:moveTo>
                    <a:lnTo>
                      <a:pt x="92790" y="87208"/>
                    </a:lnTo>
                    <a:lnTo>
                      <a:pt x="99076" y="61300"/>
                    </a:lnTo>
                    <a:cubicBezTo>
                      <a:pt x="93620" y="62791"/>
                      <a:pt x="87864" y="62791"/>
                      <a:pt x="82407" y="61300"/>
                    </a:cubicBezTo>
                    <a:cubicBezTo>
                      <a:pt x="70332" y="59502"/>
                      <a:pt x="58625" y="55771"/>
                      <a:pt x="47736" y="50251"/>
                    </a:cubicBezTo>
                    <a:cubicBezTo>
                      <a:pt x="35340" y="43915"/>
                      <a:pt x="24330" y="35173"/>
                      <a:pt x="15351" y="24534"/>
                    </a:cubicBezTo>
                    <a:cubicBezTo>
                      <a:pt x="8934" y="17123"/>
                      <a:pt x="3639" y="8812"/>
                      <a:pt x="-365" y="-136"/>
                    </a:cubicBezTo>
                    <a:cubicBezTo>
                      <a:pt x="3925" y="1097"/>
                      <a:pt x="8282" y="2082"/>
                      <a:pt x="12684" y="2817"/>
                    </a:cubicBezTo>
                    <a:cubicBezTo>
                      <a:pt x="37809" y="7902"/>
                      <a:pt x="63281" y="11086"/>
                      <a:pt x="88884" y="12342"/>
                    </a:cubicBezTo>
                    <a:lnTo>
                      <a:pt x="144510" y="12342"/>
                    </a:lnTo>
                    <a:cubicBezTo>
                      <a:pt x="170114" y="11086"/>
                      <a:pt x="195586" y="7902"/>
                      <a:pt x="220710" y="2817"/>
                    </a:cubicBezTo>
                    <a:cubicBezTo>
                      <a:pt x="225113" y="2083"/>
                      <a:pt x="229470" y="1097"/>
                      <a:pt x="233759" y="-136"/>
                    </a:cubicBezTo>
                    <a:cubicBezTo>
                      <a:pt x="229756" y="8812"/>
                      <a:pt x="224460" y="17124"/>
                      <a:pt x="218043" y="24534"/>
                    </a:cubicBezTo>
                    <a:cubicBezTo>
                      <a:pt x="209092" y="35163"/>
                      <a:pt x="198116" y="43905"/>
                      <a:pt x="185753" y="50252"/>
                    </a:cubicBezTo>
                    <a:cubicBezTo>
                      <a:pt x="174841" y="56032"/>
                      <a:pt x="163070" y="60020"/>
                      <a:pt x="150892" y="62063"/>
                    </a:cubicBezTo>
                    <a:cubicBezTo>
                      <a:pt x="145468" y="63555"/>
                      <a:pt x="139742" y="63555"/>
                      <a:pt x="134318" y="62063"/>
                    </a:cubicBezTo>
                    <a:lnTo>
                      <a:pt x="140510" y="87971"/>
                    </a:lnTo>
                    <a:close/>
                  </a:path>
                </a:pathLst>
              </a:custGeom>
              <a:solidFill>
                <a:srgbClr val="CAE5CD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1" name="任意多边形: 形状 130"/>
              <p:cNvSpPr/>
              <p:nvPr/>
            </p:nvSpPr>
            <p:spPr>
              <a:xfrm>
                <a:off x="4050561" y="2168719"/>
                <a:ext cx="2183167" cy="1215848"/>
              </a:xfrm>
              <a:custGeom>
                <a:avLst/>
                <a:gdLst>
                  <a:gd name="connsiteX0" fmla="*/ 78597 w 201643"/>
                  <a:gd name="connsiteY0" fmla="*/ 112164 h 112299"/>
                  <a:gd name="connsiteX1" fmla="*/ 84217 w 201643"/>
                  <a:gd name="connsiteY1" fmla="*/ 89113 h 112299"/>
                  <a:gd name="connsiteX2" fmla="*/ 69072 w 201643"/>
                  <a:gd name="connsiteY2" fmla="*/ 89685 h 112299"/>
                  <a:gd name="connsiteX3" fmla="*/ 56118 w 201643"/>
                  <a:gd name="connsiteY3" fmla="*/ 78731 h 112299"/>
                  <a:gd name="connsiteX4" fmla="*/ 37068 w 201643"/>
                  <a:gd name="connsiteY4" fmla="*/ 73397 h 112299"/>
                  <a:gd name="connsiteX5" fmla="*/ 28972 w 201643"/>
                  <a:gd name="connsiteY5" fmla="*/ 57014 h 112299"/>
                  <a:gd name="connsiteX6" fmla="*/ 7636 w 201643"/>
                  <a:gd name="connsiteY6" fmla="*/ 43679 h 112299"/>
                  <a:gd name="connsiteX7" fmla="*/ -365 w 201643"/>
                  <a:gd name="connsiteY7" fmla="*/ 21105 h 112299"/>
                  <a:gd name="connsiteX8" fmla="*/ 87837 w 201643"/>
                  <a:gd name="connsiteY8" fmla="*/ 34154 h 112299"/>
                  <a:gd name="connsiteX9" fmla="*/ 92599 w 201643"/>
                  <a:gd name="connsiteY9" fmla="*/ 9961 h 112299"/>
                  <a:gd name="connsiteX10" fmla="*/ 100409 w 201643"/>
                  <a:gd name="connsiteY10" fmla="*/ -136 h 112299"/>
                  <a:gd name="connsiteX11" fmla="*/ 100409 w 201643"/>
                  <a:gd name="connsiteY11" fmla="*/ -136 h 112299"/>
                  <a:gd name="connsiteX12" fmla="*/ 108220 w 201643"/>
                  <a:gd name="connsiteY12" fmla="*/ 9961 h 112299"/>
                  <a:gd name="connsiteX13" fmla="*/ 112982 w 201643"/>
                  <a:gd name="connsiteY13" fmla="*/ 34154 h 112299"/>
                  <a:gd name="connsiteX14" fmla="*/ 201279 w 201643"/>
                  <a:gd name="connsiteY14" fmla="*/ 21105 h 112299"/>
                  <a:gd name="connsiteX15" fmla="*/ 193278 w 201643"/>
                  <a:gd name="connsiteY15" fmla="*/ 43679 h 112299"/>
                  <a:gd name="connsiteX16" fmla="*/ 171942 w 201643"/>
                  <a:gd name="connsiteY16" fmla="*/ 57014 h 112299"/>
                  <a:gd name="connsiteX17" fmla="*/ 163751 w 201643"/>
                  <a:gd name="connsiteY17" fmla="*/ 73397 h 112299"/>
                  <a:gd name="connsiteX18" fmla="*/ 144701 w 201643"/>
                  <a:gd name="connsiteY18" fmla="*/ 78731 h 112299"/>
                  <a:gd name="connsiteX19" fmla="*/ 131651 w 201643"/>
                  <a:gd name="connsiteY19" fmla="*/ 89685 h 112299"/>
                  <a:gd name="connsiteX20" fmla="*/ 116507 w 201643"/>
                  <a:gd name="connsiteY20" fmla="*/ 89113 h 112299"/>
                  <a:gd name="connsiteX21" fmla="*/ 122126 w 201643"/>
                  <a:gd name="connsiteY21" fmla="*/ 112164 h 112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01643" h="112299">
                    <a:moveTo>
                      <a:pt x="78597" y="112164"/>
                    </a:moveTo>
                    <a:lnTo>
                      <a:pt x="84217" y="89113"/>
                    </a:lnTo>
                    <a:cubicBezTo>
                      <a:pt x="79371" y="90976"/>
                      <a:pt x="74044" y="91177"/>
                      <a:pt x="69072" y="89685"/>
                    </a:cubicBezTo>
                    <a:cubicBezTo>
                      <a:pt x="63385" y="88055"/>
                      <a:pt x="58670" y="84068"/>
                      <a:pt x="56118" y="78731"/>
                    </a:cubicBezTo>
                    <a:cubicBezTo>
                      <a:pt x="49336" y="79278"/>
                      <a:pt x="42581" y="77387"/>
                      <a:pt x="37068" y="73397"/>
                    </a:cubicBezTo>
                    <a:cubicBezTo>
                      <a:pt x="32448" y="69117"/>
                      <a:pt x="29565" y="63285"/>
                      <a:pt x="28972" y="57014"/>
                    </a:cubicBezTo>
                    <a:cubicBezTo>
                      <a:pt x="20600" y="55005"/>
                      <a:pt x="13110" y="50324"/>
                      <a:pt x="7636" y="43679"/>
                    </a:cubicBezTo>
                    <a:cubicBezTo>
                      <a:pt x="2458" y="37295"/>
                      <a:pt x="-368" y="29325"/>
                      <a:pt x="-365" y="21105"/>
                    </a:cubicBezTo>
                    <a:cubicBezTo>
                      <a:pt x="28175" y="30029"/>
                      <a:pt x="57935" y="34432"/>
                      <a:pt x="87837" y="34154"/>
                    </a:cubicBezTo>
                    <a:lnTo>
                      <a:pt x="92599" y="9961"/>
                    </a:lnTo>
                    <a:cubicBezTo>
                      <a:pt x="93075" y="7389"/>
                      <a:pt x="94218" y="-136"/>
                      <a:pt x="100409" y="-136"/>
                    </a:cubicBezTo>
                    <a:lnTo>
                      <a:pt x="100409" y="-136"/>
                    </a:lnTo>
                    <a:cubicBezTo>
                      <a:pt x="106600" y="-136"/>
                      <a:pt x="107744" y="7389"/>
                      <a:pt x="108220" y="9961"/>
                    </a:cubicBezTo>
                    <a:lnTo>
                      <a:pt x="112982" y="34154"/>
                    </a:lnTo>
                    <a:cubicBezTo>
                      <a:pt x="142914" y="34422"/>
                      <a:pt x="172704" y="30019"/>
                      <a:pt x="201279" y="21105"/>
                    </a:cubicBezTo>
                    <a:cubicBezTo>
                      <a:pt x="201236" y="29317"/>
                      <a:pt x="198416" y="37273"/>
                      <a:pt x="193278" y="43679"/>
                    </a:cubicBezTo>
                    <a:cubicBezTo>
                      <a:pt x="187790" y="50308"/>
                      <a:pt x="180306" y="54986"/>
                      <a:pt x="171942" y="57014"/>
                    </a:cubicBezTo>
                    <a:cubicBezTo>
                      <a:pt x="171289" y="63288"/>
                      <a:pt x="168378" y="69110"/>
                      <a:pt x="163751" y="73397"/>
                    </a:cubicBezTo>
                    <a:cubicBezTo>
                      <a:pt x="158238" y="77387"/>
                      <a:pt x="151483" y="79278"/>
                      <a:pt x="144701" y="78731"/>
                    </a:cubicBezTo>
                    <a:cubicBezTo>
                      <a:pt x="142098" y="84066"/>
                      <a:pt x="137356" y="88046"/>
                      <a:pt x="131651" y="89685"/>
                    </a:cubicBezTo>
                    <a:cubicBezTo>
                      <a:pt x="126679" y="91177"/>
                      <a:pt x="121352" y="90976"/>
                      <a:pt x="116507" y="89113"/>
                    </a:cubicBezTo>
                    <a:lnTo>
                      <a:pt x="122126" y="112164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2" name="任意多边形: 形状 131"/>
              <p:cNvSpPr/>
              <p:nvPr/>
            </p:nvSpPr>
            <p:spPr>
              <a:xfrm>
                <a:off x="4030967" y="2154274"/>
                <a:ext cx="2216175" cy="1248848"/>
              </a:xfrm>
              <a:custGeom>
                <a:avLst/>
                <a:gdLst>
                  <a:gd name="connsiteX0" fmla="*/ 126032 w 204692"/>
                  <a:gd name="connsiteY0" fmla="*/ 115212 h 115347"/>
                  <a:gd name="connsiteX1" fmla="*/ 78407 w 204692"/>
                  <a:gd name="connsiteY1" fmla="*/ 115212 h 115347"/>
                  <a:gd name="connsiteX2" fmla="*/ 83932 w 204692"/>
                  <a:gd name="connsiteY2" fmla="*/ 93019 h 115347"/>
                  <a:gd name="connsiteX3" fmla="*/ 77740 w 204692"/>
                  <a:gd name="connsiteY3" fmla="*/ 93685 h 115347"/>
                  <a:gd name="connsiteX4" fmla="*/ 70597 w 204692"/>
                  <a:gd name="connsiteY4" fmla="*/ 92638 h 115347"/>
                  <a:gd name="connsiteX5" fmla="*/ 57071 w 204692"/>
                  <a:gd name="connsiteY5" fmla="*/ 81874 h 115347"/>
                  <a:gd name="connsiteX6" fmla="*/ 55737 w 204692"/>
                  <a:gd name="connsiteY6" fmla="*/ 81874 h 115347"/>
                  <a:gd name="connsiteX7" fmla="*/ 37735 w 204692"/>
                  <a:gd name="connsiteY7" fmla="*/ 76064 h 115347"/>
                  <a:gd name="connsiteX8" fmla="*/ 29067 w 204692"/>
                  <a:gd name="connsiteY8" fmla="*/ 59777 h 115347"/>
                  <a:gd name="connsiteX9" fmla="*/ 8017 w 204692"/>
                  <a:gd name="connsiteY9" fmla="*/ 46156 h 115347"/>
                  <a:gd name="connsiteX10" fmla="*/ -365 w 204692"/>
                  <a:gd name="connsiteY10" fmla="*/ 22439 h 115347"/>
                  <a:gd name="connsiteX11" fmla="*/ -365 w 204692"/>
                  <a:gd name="connsiteY11" fmla="*/ 20057 h 115347"/>
                  <a:gd name="connsiteX12" fmla="*/ 1826 w 204692"/>
                  <a:gd name="connsiteY12" fmla="*/ 20819 h 115347"/>
                  <a:gd name="connsiteX13" fmla="*/ 88027 w 204692"/>
                  <a:gd name="connsiteY13" fmla="*/ 33773 h 115347"/>
                  <a:gd name="connsiteX14" fmla="*/ 88027 w 204692"/>
                  <a:gd name="connsiteY14" fmla="*/ 33773 h 115347"/>
                  <a:gd name="connsiteX15" fmla="*/ 92409 w 204692"/>
                  <a:gd name="connsiteY15" fmla="*/ 10913 h 115347"/>
                  <a:gd name="connsiteX16" fmla="*/ 92409 w 204692"/>
                  <a:gd name="connsiteY16" fmla="*/ 10913 h 115347"/>
                  <a:gd name="connsiteX17" fmla="*/ 101934 w 204692"/>
                  <a:gd name="connsiteY17" fmla="*/ -136 h 115347"/>
                  <a:gd name="connsiteX18" fmla="*/ 101934 w 204692"/>
                  <a:gd name="connsiteY18" fmla="*/ -136 h 115347"/>
                  <a:gd name="connsiteX19" fmla="*/ 111459 w 204692"/>
                  <a:gd name="connsiteY19" fmla="*/ 10913 h 115347"/>
                  <a:gd name="connsiteX20" fmla="*/ 111459 w 204692"/>
                  <a:gd name="connsiteY20" fmla="*/ 10913 h 115347"/>
                  <a:gd name="connsiteX21" fmla="*/ 115935 w 204692"/>
                  <a:gd name="connsiteY21" fmla="*/ 33773 h 115347"/>
                  <a:gd name="connsiteX22" fmla="*/ 115935 w 204692"/>
                  <a:gd name="connsiteY22" fmla="*/ 33773 h 115347"/>
                  <a:gd name="connsiteX23" fmla="*/ 202137 w 204692"/>
                  <a:gd name="connsiteY23" fmla="*/ 20819 h 115347"/>
                  <a:gd name="connsiteX24" fmla="*/ 204327 w 204692"/>
                  <a:gd name="connsiteY24" fmla="*/ 20057 h 115347"/>
                  <a:gd name="connsiteX25" fmla="*/ 204327 w 204692"/>
                  <a:gd name="connsiteY25" fmla="*/ 22438 h 115347"/>
                  <a:gd name="connsiteX26" fmla="*/ 196041 w 204692"/>
                  <a:gd name="connsiteY26" fmla="*/ 46155 h 115347"/>
                  <a:gd name="connsiteX27" fmla="*/ 174895 w 204692"/>
                  <a:gd name="connsiteY27" fmla="*/ 59776 h 115347"/>
                  <a:gd name="connsiteX28" fmla="*/ 166227 w 204692"/>
                  <a:gd name="connsiteY28" fmla="*/ 76064 h 115347"/>
                  <a:gd name="connsiteX29" fmla="*/ 147177 w 204692"/>
                  <a:gd name="connsiteY29" fmla="*/ 81874 h 115347"/>
                  <a:gd name="connsiteX30" fmla="*/ 133747 w 204692"/>
                  <a:gd name="connsiteY30" fmla="*/ 92637 h 115347"/>
                  <a:gd name="connsiteX31" fmla="*/ 126603 w 204692"/>
                  <a:gd name="connsiteY31" fmla="*/ 93685 h 115347"/>
                  <a:gd name="connsiteX32" fmla="*/ 120412 w 204692"/>
                  <a:gd name="connsiteY32" fmla="*/ 93018 h 115347"/>
                  <a:gd name="connsiteX33" fmla="*/ 82598 w 204692"/>
                  <a:gd name="connsiteY33" fmla="*/ 111783 h 115347"/>
                  <a:gd name="connsiteX34" fmla="*/ 121651 w 204692"/>
                  <a:gd name="connsiteY34" fmla="*/ 111783 h 115347"/>
                  <a:gd name="connsiteX35" fmla="*/ 115745 w 204692"/>
                  <a:gd name="connsiteY35" fmla="*/ 87589 h 115347"/>
                  <a:gd name="connsiteX36" fmla="*/ 118888 w 204692"/>
                  <a:gd name="connsiteY36" fmla="*/ 88923 h 115347"/>
                  <a:gd name="connsiteX37" fmla="*/ 126794 w 204692"/>
                  <a:gd name="connsiteY37" fmla="*/ 90352 h 115347"/>
                  <a:gd name="connsiteX38" fmla="*/ 132890 w 204692"/>
                  <a:gd name="connsiteY38" fmla="*/ 89399 h 115347"/>
                  <a:gd name="connsiteX39" fmla="*/ 144796 w 204692"/>
                  <a:gd name="connsiteY39" fmla="*/ 79874 h 115347"/>
                  <a:gd name="connsiteX40" fmla="*/ 145273 w 204692"/>
                  <a:gd name="connsiteY40" fmla="*/ 78636 h 115347"/>
                  <a:gd name="connsiteX41" fmla="*/ 148702 w 204692"/>
                  <a:gd name="connsiteY41" fmla="*/ 78636 h 115347"/>
                  <a:gd name="connsiteX42" fmla="*/ 164513 w 204692"/>
                  <a:gd name="connsiteY42" fmla="*/ 73683 h 115347"/>
                  <a:gd name="connsiteX43" fmla="*/ 172133 w 204692"/>
                  <a:gd name="connsiteY43" fmla="*/ 58443 h 115347"/>
                  <a:gd name="connsiteX44" fmla="*/ 172133 w 204692"/>
                  <a:gd name="connsiteY44" fmla="*/ 57205 h 115347"/>
                  <a:gd name="connsiteX45" fmla="*/ 173371 w 204692"/>
                  <a:gd name="connsiteY45" fmla="*/ 57205 h 115347"/>
                  <a:gd name="connsiteX46" fmla="*/ 193755 w 204692"/>
                  <a:gd name="connsiteY46" fmla="*/ 44441 h 115347"/>
                  <a:gd name="connsiteX47" fmla="*/ 201280 w 204692"/>
                  <a:gd name="connsiteY47" fmla="*/ 25391 h 115347"/>
                  <a:gd name="connsiteX48" fmla="*/ 116317 w 204692"/>
                  <a:gd name="connsiteY48" fmla="*/ 37774 h 115347"/>
                  <a:gd name="connsiteX49" fmla="*/ 113364 w 204692"/>
                  <a:gd name="connsiteY49" fmla="*/ 37774 h 115347"/>
                  <a:gd name="connsiteX50" fmla="*/ 113364 w 204692"/>
                  <a:gd name="connsiteY50" fmla="*/ 36345 h 115347"/>
                  <a:gd name="connsiteX51" fmla="*/ 108696 w 204692"/>
                  <a:gd name="connsiteY51" fmla="*/ 12151 h 115347"/>
                  <a:gd name="connsiteX52" fmla="*/ 108696 w 204692"/>
                  <a:gd name="connsiteY52" fmla="*/ 12151 h 115347"/>
                  <a:gd name="connsiteX53" fmla="*/ 102601 w 204692"/>
                  <a:gd name="connsiteY53" fmla="*/ 3865 h 115347"/>
                  <a:gd name="connsiteX54" fmla="*/ 102601 w 204692"/>
                  <a:gd name="connsiteY54" fmla="*/ 3865 h 115347"/>
                  <a:gd name="connsiteX55" fmla="*/ 96504 w 204692"/>
                  <a:gd name="connsiteY55" fmla="*/ 12151 h 115347"/>
                  <a:gd name="connsiteX56" fmla="*/ 96504 w 204692"/>
                  <a:gd name="connsiteY56" fmla="*/ 12151 h 115347"/>
                  <a:gd name="connsiteX57" fmla="*/ 91837 w 204692"/>
                  <a:gd name="connsiteY57" fmla="*/ 36345 h 115347"/>
                  <a:gd name="connsiteX58" fmla="*/ 91837 w 204692"/>
                  <a:gd name="connsiteY58" fmla="*/ 37774 h 115347"/>
                  <a:gd name="connsiteX59" fmla="*/ 88885 w 204692"/>
                  <a:gd name="connsiteY59" fmla="*/ 37774 h 115347"/>
                  <a:gd name="connsiteX60" fmla="*/ 3921 w 204692"/>
                  <a:gd name="connsiteY60" fmla="*/ 25391 h 115347"/>
                  <a:gd name="connsiteX61" fmla="*/ 11541 w 204692"/>
                  <a:gd name="connsiteY61" fmla="*/ 44441 h 115347"/>
                  <a:gd name="connsiteX62" fmla="*/ 31830 w 204692"/>
                  <a:gd name="connsiteY62" fmla="*/ 57205 h 115347"/>
                  <a:gd name="connsiteX63" fmla="*/ 33068 w 204692"/>
                  <a:gd name="connsiteY63" fmla="*/ 57205 h 115347"/>
                  <a:gd name="connsiteX64" fmla="*/ 33068 w 204692"/>
                  <a:gd name="connsiteY64" fmla="*/ 58443 h 115347"/>
                  <a:gd name="connsiteX65" fmla="*/ 40688 w 204692"/>
                  <a:gd name="connsiteY65" fmla="*/ 73683 h 115347"/>
                  <a:gd name="connsiteX66" fmla="*/ 56500 w 204692"/>
                  <a:gd name="connsiteY66" fmla="*/ 78636 h 115347"/>
                  <a:gd name="connsiteX67" fmla="*/ 59928 w 204692"/>
                  <a:gd name="connsiteY67" fmla="*/ 78636 h 115347"/>
                  <a:gd name="connsiteX68" fmla="*/ 60405 w 204692"/>
                  <a:gd name="connsiteY68" fmla="*/ 79874 h 115347"/>
                  <a:gd name="connsiteX69" fmla="*/ 72406 w 204692"/>
                  <a:gd name="connsiteY69" fmla="*/ 89399 h 115347"/>
                  <a:gd name="connsiteX70" fmla="*/ 78503 w 204692"/>
                  <a:gd name="connsiteY70" fmla="*/ 90352 h 115347"/>
                  <a:gd name="connsiteX71" fmla="*/ 86313 w 204692"/>
                  <a:gd name="connsiteY71" fmla="*/ 88923 h 115347"/>
                  <a:gd name="connsiteX72" fmla="*/ 89456 w 204692"/>
                  <a:gd name="connsiteY72" fmla="*/ 87685 h 115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204692" h="115347">
                    <a:moveTo>
                      <a:pt x="126032" y="115212"/>
                    </a:moveTo>
                    <a:lnTo>
                      <a:pt x="78407" y="115212"/>
                    </a:lnTo>
                    <a:lnTo>
                      <a:pt x="83932" y="93019"/>
                    </a:lnTo>
                    <a:cubicBezTo>
                      <a:pt x="81899" y="93471"/>
                      <a:pt x="79823" y="93695"/>
                      <a:pt x="77740" y="93685"/>
                    </a:cubicBezTo>
                    <a:cubicBezTo>
                      <a:pt x="75321" y="93686"/>
                      <a:pt x="72914" y="93333"/>
                      <a:pt x="70597" y="92638"/>
                    </a:cubicBezTo>
                    <a:cubicBezTo>
                      <a:pt x="64863" y="90940"/>
                      <a:pt x="60013" y="87081"/>
                      <a:pt x="57071" y="81874"/>
                    </a:cubicBezTo>
                    <a:lnTo>
                      <a:pt x="55737" y="81874"/>
                    </a:lnTo>
                    <a:cubicBezTo>
                      <a:pt x="49259" y="81986"/>
                      <a:pt x="42926" y="79942"/>
                      <a:pt x="37735" y="76064"/>
                    </a:cubicBezTo>
                    <a:cubicBezTo>
                      <a:pt x="33007" y="71834"/>
                      <a:pt x="29935" y="66061"/>
                      <a:pt x="29067" y="59777"/>
                    </a:cubicBezTo>
                    <a:cubicBezTo>
                      <a:pt x="20837" y="57463"/>
                      <a:pt x="13500" y="52715"/>
                      <a:pt x="8017" y="46156"/>
                    </a:cubicBezTo>
                    <a:cubicBezTo>
                      <a:pt x="2619" y="39427"/>
                      <a:pt x="-337" y="31065"/>
                      <a:pt x="-365" y="22439"/>
                    </a:cubicBezTo>
                    <a:lnTo>
                      <a:pt x="-365" y="20057"/>
                    </a:lnTo>
                    <a:lnTo>
                      <a:pt x="1826" y="20819"/>
                    </a:lnTo>
                    <a:cubicBezTo>
                      <a:pt x="29712" y="29590"/>
                      <a:pt x="58795" y="33961"/>
                      <a:pt x="88027" y="33773"/>
                    </a:cubicBezTo>
                    <a:lnTo>
                      <a:pt x="88027" y="33773"/>
                    </a:lnTo>
                    <a:cubicBezTo>
                      <a:pt x="88980" y="28915"/>
                      <a:pt x="92123" y="12532"/>
                      <a:pt x="92409" y="10913"/>
                    </a:cubicBezTo>
                    <a:lnTo>
                      <a:pt x="92409" y="10913"/>
                    </a:lnTo>
                    <a:cubicBezTo>
                      <a:pt x="92980" y="7960"/>
                      <a:pt x="94600" y="-136"/>
                      <a:pt x="101934" y="-136"/>
                    </a:cubicBezTo>
                    <a:lnTo>
                      <a:pt x="101934" y="-136"/>
                    </a:lnTo>
                    <a:cubicBezTo>
                      <a:pt x="109268" y="-136"/>
                      <a:pt x="110792" y="7960"/>
                      <a:pt x="111459" y="10913"/>
                    </a:cubicBezTo>
                    <a:lnTo>
                      <a:pt x="111459" y="10913"/>
                    </a:lnTo>
                    <a:cubicBezTo>
                      <a:pt x="111459" y="12532"/>
                      <a:pt x="114983" y="28915"/>
                      <a:pt x="115935" y="33773"/>
                    </a:cubicBezTo>
                    <a:lnTo>
                      <a:pt x="115935" y="33773"/>
                    </a:lnTo>
                    <a:cubicBezTo>
                      <a:pt x="145168" y="33961"/>
                      <a:pt x="174251" y="29590"/>
                      <a:pt x="202137" y="20819"/>
                    </a:cubicBezTo>
                    <a:lnTo>
                      <a:pt x="204327" y="20057"/>
                    </a:lnTo>
                    <a:lnTo>
                      <a:pt x="204327" y="22438"/>
                    </a:lnTo>
                    <a:cubicBezTo>
                      <a:pt x="204326" y="31053"/>
                      <a:pt x="201405" y="39414"/>
                      <a:pt x="196041" y="46155"/>
                    </a:cubicBezTo>
                    <a:cubicBezTo>
                      <a:pt x="190529" y="52726"/>
                      <a:pt x="183157" y="57474"/>
                      <a:pt x="174895" y="59776"/>
                    </a:cubicBezTo>
                    <a:cubicBezTo>
                      <a:pt x="174028" y="66061"/>
                      <a:pt x="170956" y="71833"/>
                      <a:pt x="166227" y="76064"/>
                    </a:cubicBezTo>
                    <a:cubicBezTo>
                      <a:pt x="160724" y="80113"/>
                      <a:pt x="154004" y="82163"/>
                      <a:pt x="147177" y="81874"/>
                    </a:cubicBezTo>
                    <a:cubicBezTo>
                      <a:pt x="144258" y="87061"/>
                      <a:pt x="139446" y="90918"/>
                      <a:pt x="133747" y="92637"/>
                    </a:cubicBezTo>
                    <a:cubicBezTo>
                      <a:pt x="131428" y="93324"/>
                      <a:pt x="129022" y="93677"/>
                      <a:pt x="126603" y="93685"/>
                    </a:cubicBezTo>
                    <a:cubicBezTo>
                      <a:pt x="124521" y="93699"/>
                      <a:pt x="122444" y="93475"/>
                      <a:pt x="120412" y="93018"/>
                    </a:cubicBezTo>
                    <a:close/>
                    <a:moveTo>
                      <a:pt x="82598" y="111783"/>
                    </a:moveTo>
                    <a:lnTo>
                      <a:pt x="121651" y="111783"/>
                    </a:lnTo>
                    <a:lnTo>
                      <a:pt x="115745" y="87589"/>
                    </a:lnTo>
                    <a:lnTo>
                      <a:pt x="118888" y="88923"/>
                    </a:lnTo>
                    <a:cubicBezTo>
                      <a:pt x="121417" y="89866"/>
                      <a:pt x="124095" y="90350"/>
                      <a:pt x="126794" y="90352"/>
                    </a:cubicBezTo>
                    <a:cubicBezTo>
                      <a:pt x="128861" y="90330"/>
                      <a:pt x="130915" y="90009"/>
                      <a:pt x="132890" y="89399"/>
                    </a:cubicBezTo>
                    <a:cubicBezTo>
                      <a:pt x="138012" y="88020"/>
                      <a:pt x="142327" y="84568"/>
                      <a:pt x="144796" y="79874"/>
                    </a:cubicBezTo>
                    <a:lnTo>
                      <a:pt x="145273" y="78636"/>
                    </a:lnTo>
                    <a:lnTo>
                      <a:pt x="148702" y="78636"/>
                    </a:lnTo>
                    <a:cubicBezTo>
                      <a:pt x="154379" y="78811"/>
                      <a:pt x="159950" y="77066"/>
                      <a:pt x="164513" y="73683"/>
                    </a:cubicBezTo>
                    <a:cubicBezTo>
                      <a:pt x="168817" y="69695"/>
                      <a:pt x="171525" y="64279"/>
                      <a:pt x="172133" y="58443"/>
                    </a:cubicBezTo>
                    <a:lnTo>
                      <a:pt x="172133" y="57205"/>
                    </a:lnTo>
                    <a:lnTo>
                      <a:pt x="173371" y="57205"/>
                    </a:lnTo>
                    <a:cubicBezTo>
                      <a:pt x="181350" y="55225"/>
                      <a:pt x="188489" y="50754"/>
                      <a:pt x="193755" y="44441"/>
                    </a:cubicBezTo>
                    <a:cubicBezTo>
                      <a:pt x="198109" y="38985"/>
                      <a:pt x="200730" y="32350"/>
                      <a:pt x="201280" y="25391"/>
                    </a:cubicBezTo>
                    <a:cubicBezTo>
                      <a:pt x="173736" y="33738"/>
                      <a:pt x="145097" y="37911"/>
                      <a:pt x="116317" y="37774"/>
                    </a:cubicBezTo>
                    <a:lnTo>
                      <a:pt x="113364" y="37774"/>
                    </a:lnTo>
                    <a:lnTo>
                      <a:pt x="113364" y="36345"/>
                    </a:lnTo>
                    <a:lnTo>
                      <a:pt x="108696" y="12151"/>
                    </a:lnTo>
                    <a:lnTo>
                      <a:pt x="108696" y="12151"/>
                    </a:lnTo>
                    <a:cubicBezTo>
                      <a:pt x="107935" y="8056"/>
                      <a:pt x="106601" y="3865"/>
                      <a:pt x="102601" y="3865"/>
                    </a:cubicBezTo>
                    <a:lnTo>
                      <a:pt x="102601" y="3865"/>
                    </a:lnTo>
                    <a:cubicBezTo>
                      <a:pt x="98695" y="3865"/>
                      <a:pt x="97362" y="8056"/>
                      <a:pt x="96504" y="12151"/>
                    </a:cubicBezTo>
                    <a:lnTo>
                      <a:pt x="96504" y="12151"/>
                    </a:lnTo>
                    <a:lnTo>
                      <a:pt x="91837" y="36345"/>
                    </a:lnTo>
                    <a:lnTo>
                      <a:pt x="91837" y="37774"/>
                    </a:lnTo>
                    <a:lnTo>
                      <a:pt x="88885" y="37774"/>
                    </a:lnTo>
                    <a:cubicBezTo>
                      <a:pt x="60105" y="37901"/>
                      <a:pt x="31468" y="33728"/>
                      <a:pt x="3921" y="25391"/>
                    </a:cubicBezTo>
                    <a:cubicBezTo>
                      <a:pt x="4470" y="32367"/>
                      <a:pt x="7127" y="39012"/>
                      <a:pt x="11541" y="44441"/>
                    </a:cubicBezTo>
                    <a:cubicBezTo>
                      <a:pt x="16755" y="50768"/>
                      <a:pt x="23870" y="55244"/>
                      <a:pt x="31830" y="57205"/>
                    </a:cubicBezTo>
                    <a:lnTo>
                      <a:pt x="33068" y="57205"/>
                    </a:lnTo>
                    <a:lnTo>
                      <a:pt x="33068" y="58443"/>
                    </a:lnTo>
                    <a:cubicBezTo>
                      <a:pt x="33726" y="64264"/>
                      <a:pt x="36425" y="69664"/>
                      <a:pt x="40688" y="73683"/>
                    </a:cubicBezTo>
                    <a:cubicBezTo>
                      <a:pt x="45255" y="77059"/>
                      <a:pt x="50823" y="78803"/>
                      <a:pt x="56500" y="78636"/>
                    </a:cubicBezTo>
                    <a:lnTo>
                      <a:pt x="59928" y="78636"/>
                    </a:lnTo>
                    <a:lnTo>
                      <a:pt x="60405" y="79874"/>
                    </a:lnTo>
                    <a:cubicBezTo>
                      <a:pt x="62896" y="84589"/>
                      <a:pt x="67249" y="88044"/>
                      <a:pt x="72406" y="89399"/>
                    </a:cubicBezTo>
                    <a:cubicBezTo>
                      <a:pt x="74380" y="90016"/>
                      <a:pt x="76435" y="90336"/>
                      <a:pt x="78503" y="90352"/>
                    </a:cubicBezTo>
                    <a:cubicBezTo>
                      <a:pt x="81172" y="90357"/>
                      <a:pt x="83819" y="89873"/>
                      <a:pt x="86313" y="88923"/>
                    </a:cubicBezTo>
                    <a:lnTo>
                      <a:pt x="89456" y="87685"/>
                    </a:lnTo>
                    <a:close/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3" name="任意多边形: 形状 132"/>
              <p:cNvSpPr/>
              <p:nvPr/>
            </p:nvSpPr>
            <p:spPr>
              <a:xfrm>
                <a:off x="5089901" y="1768141"/>
                <a:ext cx="765536" cy="591631"/>
              </a:xfrm>
              <a:custGeom>
                <a:avLst/>
                <a:gdLst>
                  <a:gd name="connsiteX0" fmla="*/ 235474 w 765536"/>
                  <a:gd name="connsiteY0" fmla="*/ 492940 h 591631"/>
                  <a:gd name="connsiteX1" fmla="*/ 238582 w 765536"/>
                  <a:gd name="connsiteY1" fmla="*/ 497458 h 591631"/>
                  <a:gd name="connsiteX2" fmla="*/ 235474 w 765536"/>
                  <a:gd name="connsiteY2" fmla="*/ 498104 h 591631"/>
                  <a:gd name="connsiteX3" fmla="*/ 294255 w 765536"/>
                  <a:gd name="connsiteY3" fmla="*/ 485883 h 591631"/>
                  <a:gd name="connsiteX4" fmla="*/ 353043 w 765536"/>
                  <a:gd name="connsiteY4" fmla="*/ 498104 h 591631"/>
                  <a:gd name="connsiteX5" fmla="*/ 467503 w 765536"/>
                  <a:gd name="connsiteY5" fmla="*/ 580604 h 591631"/>
                  <a:gd name="connsiteX6" fmla="*/ 332418 w 765536"/>
                  <a:gd name="connsiteY6" fmla="*/ 580604 h 591631"/>
                  <a:gd name="connsiteX7" fmla="*/ 273540 w 765536"/>
                  <a:gd name="connsiteY7" fmla="*/ 548278 h 591631"/>
                  <a:gd name="connsiteX8" fmla="*/ 238582 w 765536"/>
                  <a:gd name="connsiteY8" fmla="*/ 497458 h 591631"/>
                  <a:gd name="connsiteX9" fmla="*/ 454621 w 765536"/>
                  <a:gd name="connsiteY9" fmla="*/ 406943 h 591631"/>
                  <a:gd name="connsiteX10" fmla="*/ 519074 w 765536"/>
                  <a:gd name="connsiteY10" fmla="*/ 417670 h 591631"/>
                  <a:gd name="connsiteX11" fmla="*/ 636644 w 765536"/>
                  <a:gd name="connsiteY11" fmla="*/ 492952 h 591631"/>
                  <a:gd name="connsiteX12" fmla="*/ 497420 w 765536"/>
                  <a:gd name="connsiteY12" fmla="*/ 501202 h 591631"/>
                  <a:gd name="connsiteX13" fmla="*/ 394293 w 765536"/>
                  <a:gd name="connsiteY13" fmla="*/ 424881 h 591631"/>
                  <a:gd name="connsiteX14" fmla="*/ 390168 w 765536"/>
                  <a:gd name="connsiteY14" fmla="*/ 417670 h 591631"/>
                  <a:gd name="connsiteX15" fmla="*/ 454621 w 765536"/>
                  <a:gd name="connsiteY15" fmla="*/ 406943 h 591631"/>
                  <a:gd name="connsiteX16" fmla="*/ 644882 w 765536"/>
                  <a:gd name="connsiteY16" fmla="*/ 279479 h 591631"/>
                  <a:gd name="connsiteX17" fmla="*/ 765536 w 765536"/>
                  <a:gd name="connsiteY17" fmla="*/ 295979 h 591631"/>
                  <a:gd name="connsiteX18" fmla="*/ 651075 w 765536"/>
                  <a:gd name="connsiteY18" fmla="*/ 359921 h 591631"/>
                  <a:gd name="connsiteX19" fmla="*/ 529380 w 765536"/>
                  <a:gd name="connsiteY19" fmla="*/ 321757 h 591631"/>
                  <a:gd name="connsiteX20" fmla="*/ 644882 w 765536"/>
                  <a:gd name="connsiteY20" fmla="*/ 279479 h 591631"/>
                  <a:gd name="connsiteX21" fmla="*/ 725324 w 765536"/>
                  <a:gd name="connsiteY21" fmla="*/ 0 h 591631"/>
                  <a:gd name="connsiteX22" fmla="*/ 702642 w 765536"/>
                  <a:gd name="connsiteY22" fmla="*/ 135098 h 591631"/>
                  <a:gd name="connsiteX23" fmla="*/ 672700 w 765536"/>
                  <a:gd name="connsiteY23" fmla="*/ 184089 h 591631"/>
                  <a:gd name="connsiteX24" fmla="*/ 622477 w 765536"/>
                  <a:gd name="connsiteY24" fmla="*/ 211255 h 591631"/>
                  <a:gd name="connsiteX25" fmla="*/ 600535 w 765536"/>
                  <a:gd name="connsiteY25" fmla="*/ 244409 h 591631"/>
                  <a:gd name="connsiteX26" fmla="*/ 24068 w 765536"/>
                  <a:gd name="connsiteY26" fmla="*/ 558942 h 591631"/>
                  <a:gd name="connsiteX27" fmla="*/ 520 w 765536"/>
                  <a:gd name="connsiteY27" fmla="*/ 544336 h 591631"/>
                  <a:gd name="connsiteX28" fmla="*/ 15136 w 765536"/>
                  <a:gd name="connsiteY28" fmla="*/ 520788 h 591631"/>
                  <a:gd name="connsiteX29" fmla="*/ 22000 w 765536"/>
                  <a:gd name="connsiteY29" fmla="*/ 520788 h 591631"/>
                  <a:gd name="connsiteX30" fmla="*/ 79751 w 765536"/>
                  <a:gd name="connsiteY30" fmla="*/ 507384 h 591631"/>
                  <a:gd name="connsiteX31" fmla="*/ 222404 w 765536"/>
                  <a:gd name="connsiteY31" fmla="*/ 459271 h 591631"/>
                  <a:gd name="connsiteX32" fmla="*/ 224223 w 765536"/>
                  <a:gd name="connsiteY32" fmla="*/ 458380 h 591631"/>
                  <a:gd name="connsiteX33" fmla="*/ 200027 w 765536"/>
                  <a:gd name="connsiteY33" fmla="*/ 401188 h 591631"/>
                  <a:gd name="connsiteX34" fmla="*/ 196289 w 765536"/>
                  <a:gd name="connsiteY34" fmla="*/ 334133 h 591631"/>
                  <a:gd name="connsiteX35" fmla="*/ 267444 w 765536"/>
                  <a:gd name="connsiteY35" fmla="*/ 210381 h 591631"/>
                  <a:gd name="connsiteX36" fmla="*/ 290126 w 765536"/>
                  <a:gd name="connsiteY36" fmla="*/ 349604 h 591631"/>
                  <a:gd name="connsiteX37" fmla="*/ 258160 w 765536"/>
                  <a:gd name="connsiteY37" fmla="*/ 427978 h 591631"/>
                  <a:gd name="connsiteX38" fmla="*/ 237560 w 765536"/>
                  <a:gd name="connsiteY38" fmla="*/ 451839 h 591631"/>
                  <a:gd name="connsiteX39" fmla="*/ 357006 w 765536"/>
                  <a:gd name="connsiteY39" fmla="*/ 393266 h 591631"/>
                  <a:gd name="connsiteX40" fmla="*/ 374979 w 765536"/>
                  <a:gd name="connsiteY40" fmla="*/ 381329 h 591631"/>
                  <a:gd name="connsiteX41" fmla="*/ 351341 w 765536"/>
                  <a:gd name="connsiteY41" fmla="*/ 323131 h 591631"/>
                  <a:gd name="connsiteX42" fmla="*/ 346848 w 765536"/>
                  <a:gd name="connsiteY42" fmla="*/ 255756 h 591631"/>
                  <a:gd name="connsiteX43" fmla="*/ 411818 w 765536"/>
                  <a:gd name="connsiteY43" fmla="*/ 128907 h 591631"/>
                  <a:gd name="connsiteX44" fmla="*/ 435529 w 765536"/>
                  <a:gd name="connsiteY44" fmla="*/ 269160 h 591631"/>
                  <a:gd name="connsiteX45" fmla="*/ 416846 w 765536"/>
                  <a:gd name="connsiteY45" fmla="*/ 332829 h 591631"/>
                  <a:gd name="connsiteX46" fmla="*/ 385216 w 765536"/>
                  <a:gd name="connsiteY46" fmla="*/ 374530 h 591631"/>
                  <a:gd name="connsiteX47" fmla="*/ 481888 w 765536"/>
                  <a:gd name="connsiteY47" fmla="*/ 310325 h 591631"/>
                  <a:gd name="connsiteX48" fmla="*/ 506039 w 765536"/>
                  <a:gd name="connsiteY48" fmla="*/ 289276 h 591631"/>
                  <a:gd name="connsiteX49" fmla="*/ 484391 w 765536"/>
                  <a:gd name="connsiteY49" fmla="*/ 235880 h 591631"/>
                  <a:gd name="connsiteX50" fmla="*/ 479881 w 765536"/>
                  <a:gd name="connsiteY50" fmla="*/ 171186 h 591631"/>
                  <a:gd name="connsiteX51" fmla="*/ 540727 w 765536"/>
                  <a:gd name="connsiteY51" fmla="*/ 50530 h 591631"/>
                  <a:gd name="connsiteX52" fmla="*/ 563420 w 765536"/>
                  <a:gd name="connsiteY52" fmla="*/ 184590 h 591631"/>
                  <a:gd name="connsiteX53" fmla="*/ 546019 w 765536"/>
                  <a:gd name="connsiteY53" fmla="*/ 245158 h 591631"/>
                  <a:gd name="connsiteX54" fmla="*/ 527169 w 765536"/>
                  <a:gd name="connsiteY54" fmla="*/ 270860 h 591631"/>
                  <a:gd name="connsiteX55" fmla="*/ 595382 w 765536"/>
                  <a:gd name="connsiteY55" fmla="*/ 211408 h 591631"/>
                  <a:gd name="connsiteX56" fmla="*/ 619656 w 765536"/>
                  <a:gd name="connsiteY56" fmla="*/ 180334 h 591631"/>
                  <a:gd name="connsiteX57" fmla="*/ 617073 w 765536"/>
                  <a:gd name="connsiteY57" fmla="*/ 148754 h 591631"/>
                  <a:gd name="connsiteX58" fmla="*/ 635602 w 765536"/>
                  <a:gd name="connsiteY58" fmla="*/ 88684 h 591631"/>
                  <a:gd name="connsiteX59" fmla="*/ 725324 w 765536"/>
                  <a:gd name="connsiteY59" fmla="*/ 0 h 5916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765536" h="591631">
                    <a:moveTo>
                      <a:pt x="235474" y="492940"/>
                    </a:moveTo>
                    <a:lnTo>
                      <a:pt x="238582" y="497458"/>
                    </a:lnTo>
                    <a:lnTo>
                      <a:pt x="235474" y="498104"/>
                    </a:lnTo>
                    <a:close/>
                    <a:moveTo>
                      <a:pt x="294255" y="485883"/>
                    </a:moveTo>
                    <a:cubicBezTo>
                      <a:pt x="314272" y="485883"/>
                      <a:pt x="334291" y="489957"/>
                      <a:pt x="353043" y="498104"/>
                    </a:cubicBezTo>
                    <a:cubicBezTo>
                      <a:pt x="395646" y="518827"/>
                      <a:pt x="434373" y="546727"/>
                      <a:pt x="467503" y="580604"/>
                    </a:cubicBezTo>
                    <a:cubicBezTo>
                      <a:pt x="423677" y="595307"/>
                      <a:pt x="376244" y="595307"/>
                      <a:pt x="332418" y="580604"/>
                    </a:cubicBezTo>
                    <a:cubicBezTo>
                      <a:pt x="310234" y="574487"/>
                      <a:pt x="290153" y="563300"/>
                      <a:pt x="273540" y="548278"/>
                    </a:cubicBezTo>
                    <a:lnTo>
                      <a:pt x="238582" y="497458"/>
                    </a:lnTo>
                    <a:close/>
                    <a:moveTo>
                      <a:pt x="454621" y="406943"/>
                    </a:moveTo>
                    <a:cubicBezTo>
                      <a:pt x="476402" y="406943"/>
                      <a:pt x="498183" y="410519"/>
                      <a:pt x="519074" y="417670"/>
                    </a:cubicBezTo>
                    <a:cubicBezTo>
                      <a:pt x="563757" y="432915"/>
                      <a:pt x="604098" y="458749"/>
                      <a:pt x="636644" y="492952"/>
                    </a:cubicBezTo>
                    <a:cubicBezTo>
                      <a:pt x="590998" y="503291"/>
                      <a:pt x="543965" y="506085"/>
                      <a:pt x="497420" y="501202"/>
                    </a:cubicBezTo>
                    <a:cubicBezTo>
                      <a:pt x="454860" y="489249"/>
                      <a:pt x="418167" y="462094"/>
                      <a:pt x="394293" y="424881"/>
                    </a:cubicBezTo>
                    <a:lnTo>
                      <a:pt x="390168" y="417670"/>
                    </a:lnTo>
                    <a:cubicBezTo>
                      <a:pt x="411059" y="410519"/>
                      <a:pt x="432840" y="406943"/>
                      <a:pt x="454621" y="406943"/>
                    </a:cubicBezTo>
                    <a:close/>
                    <a:moveTo>
                      <a:pt x="644882" y="279479"/>
                    </a:moveTo>
                    <a:cubicBezTo>
                      <a:pt x="685537" y="281092"/>
                      <a:pt x="725943" y="286624"/>
                      <a:pt x="765536" y="295979"/>
                    </a:cubicBezTo>
                    <a:cubicBezTo>
                      <a:pt x="734398" y="327950"/>
                      <a:pt x="694620" y="350167"/>
                      <a:pt x="651075" y="359921"/>
                    </a:cubicBezTo>
                    <a:cubicBezTo>
                      <a:pt x="607345" y="361448"/>
                      <a:pt x="564405" y="347990"/>
                      <a:pt x="529380" y="321757"/>
                    </a:cubicBezTo>
                    <a:cubicBezTo>
                      <a:pt x="561699" y="294495"/>
                      <a:pt x="602603" y="279522"/>
                      <a:pt x="644882" y="279479"/>
                    </a:cubicBezTo>
                    <a:close/>
                    <a:moveTo>
                      <a:pt x="725324" y="0"/>
                    </a:moveTo>
                    <a:cubicBezTo>
                      <a:pt x="724642" y="45917"/>
                      <a:pt x="716988" y="91477"/>
                      <a:pt x="702642" y="135098"/>
                    </a:cubicBezTo>
                    <a:cubicBezTo>
                      <a:pt x="697061" y="154116"/>
                      <a:pt x="686594" y="170908"/>
                      <a:pt x="672700" y="184089"/>
                    </a:cubicBezTo>
                    <a:lnTo>
                      <a:pt x="622477" y="211255"/>
                    </a:lnTo>
                    <a:lnTo>
                      <a:pt x="600535" y="244409"/>
                    </a:lnTo>
                    <a:cubicBezTo>
                      <a:pt x="445321" y="406077"/>
                      <a:pt x="244006" y="515916"/>
                      <a:pt x="24068" y="558942"/>
                    </a:cubicBezTo>
                    <a:cubicBezTo>
                      <a:pt x="13523" y="561411"/>
                      <a:pt x="2988" y="554871"/>
                      <a:pt x="520" y="544336"/>
                    </a:cubicBezTo>
                    <a:cubicBezTo>
                      <a:pt x="-1949" y="533802"/>
                      <a:pt x="4601" y="523256"/>
                      <a:pt x="15136" y="520788"/>
                    </a:cubicBezTo>
                    <a:lnTo>
                      <a:pt x="22000" y="520788"/>
                    </a:lnTo>
                    <a:lnTo>
                      <a:pt x="79751" y="507384"/>
                    </a:lnTo>
                    <a:cubicBezTo>
                      <a:pt x="128458" y="494435"/>
                      <a:pt x="176102" y="478344"/>
                      <a:pt x="222404" y="459271"/>
                    </a:cubicBezTo>
                    <a:lnTo>
                      <a:pt x="224223" y="458380"/>
                    </a:lnTo>
                    <a:lnTo>
                      <a:pt x="200027" y="401188"/>
                    </a:lnTo>
                    <a:cubicBezTo>
                      <a:pt x="194968" y="379378"/>
                      <a:pt x="193647" y="356702"/>
                      <a:pt x="196289" y="334133"/>
                    </a:cubicBezTo>
                    <a:cubicBezTo>
                      <a:pt x="206986" y="286657"/>
                      <a:pt x="231791" y="243512"/>
                      <a:pt x="267444" y="210381"/>
                    </a:cubicBezTo>
                    <a:cubicBezTo>
                      <a:pt x="280534" y="255714"/>
                      <a:pt x="288156" y="302453"/>
                      <a:pt x="290126" y="349604"/>
                    </a:cubicBezTo>
                    <a:cubicBezTo>
                      <a:pt x="290126" y="378480"/>
                      <a:pt x="274143" y="406838"/>
                      <a:pt x="258160" y="427978"/>
                    </a:cubicBezTo>
                    <a:lnTo>
                      <a:pt x="237560" y="451839"/>
                    </a:lnTo>
                    <a:lnTo>
                      <a:pt x="357006" y="393266"/>
                    </a:lnTo>
                    <a:lnTo>
                      <a:pt x="374979" y="381329"/>
                    </a:lnTo>
                    <a:lnTo>
                      <a:pt x="351341" y="323131"/>
                    </a:lnTo>
                    <a:cubicBezTo>
                      <a:pt x="346293" y="301194"/>
                      <a:pt x="344731" y="278455"/>
                      <a:pt x="346848" y="255756"/>
                    </a:cubicBezTo>
                    <a:cubicBezTo>
                      <a:pt x="355596" y="208020"/>
                      <a:pt x="378191" y="163911"/>
                      <a:pt x="411818" y="128907"/>
                    </a:cubicBezTo>
                    <a:cubicBezTo>
                      <a:pt x="424897" y="174630"/>
                      <a:pt x="432854" y="221673"/>
                      <a:pt x="435529" y="269160"/>
                    </a:cubicBezTo>
                    <a:cubicBezTo>
                      <a:pt x="433201" y="291529"/>
                      <a:pt x="426808" y="313080"/>
                      <a:pt x="416846" y="332829"/>
                    </a:cubicBezTo>
                    <a:lnTo>
                      <a:pt x="385216" y="374530"/>
                    </a:lnTo>
                    <a:lnTo>
                      <a:pt x="481888" y="310325"/>
                    </a:lnTo>
                    <a:lnTo>
                      <a:pt x="506039" y="289276"/>
                    </a:lnTo>
                    <a:lnTo>
                      <a:pt x="484391" y="235880"/>
                    </a:lnTo>
                    <a:cubicBezTo>
                      <a:pt x="479518" y="214819"/>
                      <a:pt x="477953" y="192991"/>
                      <a:pt x="479881" y="171186"/>
                    </a:cubicBezTo>
                    <a:cubicBezTo>
                      <a:pt x="488629" y="126124"/>
                      <a:pt x="509698" y="84365"/>
                      <a:pt x="540727" y="50530"/>
                    </a:cubicBezTo>
                    <a:cubicBezTo>
                      <a:pt x="553189" y="94250"/>
                      <a:pt x="560800" y="139214"/>
                      <a:pt x="563420" y="184590"/>
                    </a:cubicBezTo>
                    <a:cubicBezTo>
                      <a:pt x="561217" y="205816"/>
                      <a:pt x="555273" y="226301"/>
                      <a:pt x="546019" y="245158"/>
                    </a:cubicBezTo>
                    <a:lnTo>
                      <a:pt x="527169" y="270860"/>
                    </a:lnTo>
                    <a:lnTo>
                      <a:pt x="595382" y="211408"/>
                    </a:lnTo>
                    <a:lnTo>
                      <a:pt x="619656" y="180334"/>
                    </a:lnTo>
                    <a:lnTo>
                      <a:pt x="617073" y="148754"/>
                    </a:lnTo>
                    <a:cubicBezTo>
                      <a:pt x="619348" y="127920"/>
                      <a:pt x="625565" y="107517"/>
                      <a:pt x="635602" y="88684"/>
                    </a:cubicBezTo>
                    <a:cubicBezTo>
                      <a:pt x="655512" y="50486"/>
                      <a:pt x="686889" y="19467"/>
                      <a:pt x="7253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任意多边形: 形状 133"/>
              <p:cNvSpPr/>
              <p:nvPr/>
            </p:nvSpPr>
            <p:spPr>
              <a:xfrm>
                <a:off x="2452782" y="1084415"/>
                <a:ext cx="5372199" cy="5390836"/>
              </a:xfrm>
              <a:custGeom>
                <a:avLst/>
                <a:gdLst>
                  <a:gd name="connsiteX0" fmla="*/ 3137621 w 5372199"/>
                  <a:gd name="connsiteY0" fmla="*/ 5098566 h 5390836"/>
                  <a:gd name="connsiteX1" fmla="*/ 3090189 w 5372199"/>
                  <a:gd name="connsiteY1" fmla="*/ 5135680 h 5390836"/>
                  <a:gd name="connsiteX2" fmla="*/ 3090189 w 5372199"/>
                  <a:gd name="connsiteY2" fmla="*/ 5214053 h 5390836"/>
                  <a:gd name="connsiteX3" fmla="*/ 3123189 w 5372199"/>
                  <a:gd name="connsiteY3" fmla="*/ 5282125 h 5390836"/>
                  <a:gd name="connsiteX4" fmla="*/ 3179909 w 5372199"/>
                  <a:gd name="connsiteY4" fmla="*/ 5298625 h 5390836"/>
                  <a:gd name="connsiteX5" fmla="*/ 3227342 w 5372199"/>
                  <a:gd name="connsiteY5" fmla="*/ 5262527 h 5390836"/>
                  <a:gd name="connsiteX6" fmla="*/ 3223219 w 5372199"/>
                  <a:gd name="connsiteY6" fmla="*/ 5262527 h 5390836"/>
                  <a:gd name="connsiteX7" fmla="*/ 3228384 w 5372199"/>
                  <a:gd name="connsiteY7" fmla="*/ 5186218 h 5390836"/>
                  <a:gd name="connsiteX8" fmla="*/ 3195371 w 5372199"/>
                  <a:gd name="connsiteY8" fmla="*/ 5115066 h 5390836"/>
                  <a:gd name="connsiteX9" fmla="*/ 3137621 w 5372199"/>
                  <a:gd name="connsiteY9" fmla="*/ 5098566 h 5390836"/>
                  <a:gd name="connsiteX10" fmla="*/ 2793012 w 5372199"/>
                  <a:gd name="connsiteY10" fmla="*/ 5095901 h 5390836"/>
                  <a:gd name="connsiteX11" fmla="*/ 2794038 w 5372199"/>
                  <a:gd name="connsiteY11" fmla="*/ 5121680 h 5390836"/>
                  <a:gd name="connsiteX12" fmla="*/ 2794038 w 5372199"/>
                  <a:gd name="connsiteY12" fmla="*/ 5147468 h 5390836"/>
                  <a:gd name="connsiteX13" fmla="*/ 2652759 w 5372199"/>
                  <a:gd name="connsiteY13" fmla="*/ 5150557 h 5390836"/>
                  <a:gd name="connsiteX14" fmla="*/ 2654818 w 5372199"/>
                  <a:gd name="connsiteY14" fmla="*/ 5212430 h 5390836"/>
                  <a:gd name="connsiteX15" fmla="*/ 2785788 w 5372199"/>
                  <a:gd name="connsiteY15" fmla="*/ 5210375 h 5390836"/>
                  <a:gd name="connsiteX16" fmla="*/ 2785788 w 5372199"/>
                  <a:gd name="connsiteY16" fmla="*/ 5235125 h 5390836"/>
                  <a:gd name="connsiteX17" fmla="*/ 2785788 w 5372199"/>
                  <a:gd name="connsiteY17" fmla="*/ 5259875 h 5390836"/>
                  <a:gd name="connsiteX18" fmla="*/ 2654818 w 5372199"/>
                  <a:gd name="connsiteY18" fmla="*/ 5261930 h 5390836"/>
                  <a:gd name="connsiteX19" fmla="*/ 2656886 w 5372199"/>
                  <a:gd name="connsiteY19" fmla="*/ 5338252 h 5390836"/>
                  <a:gd name="connsiteX20" fmla="*/ 2803317 w 5372199"/>
                  <a:gd name="connsiteY20" fmla="*/ 5335154 h 5390836"/>
                  <a:gd name="connsiteX21" fmla="*/ 2804347 w 5372199"/>
                  <a:gd name="connsiteY21" fmla="*/ 5360934 h 5390836"/>
                  <a:gd name="connsiteX22" fmla="*/ 2804347 w 5372199"/>
                  <a:gd name="connsiteY22" fmla="*/ 5386722 h 5390836"/>
                  <a:gd name="connsiteX23" fmla="*/ 2601191 w 5372199"/>
                  <a:gd name="connsiteY23" fmla="*/ 5390836 h 5390836"/>
                  <a:gd name="connsiteX24" fmla="*/ 2597068 w 5372199"/>
                  <a:gd name="connsiteY24" fmla="*/ 5100028 h 5390836"/>
                  <a:gd name="connsiteX25" fmla="*/ 2311412 w 5372199"/>
                  <a:gd name="connsiteY25" fmla="*/ 5073218 h 5390836"/>
                  <a:gd name="connsiteX26" fmla="*/ 2527979 w 5372199"/>
                  <a:gd name="connsiteY26" fmla="*/ 5100036 h 5390836"/>
                  <a:gd name="connsiteX27" fmla="*/ 2524886 w 5372199"/>
                  <a:gd name="connsiteY27" fmla="*/ 5124786 h 5390836"/>
                  <a:gd name="connsiteX28" fmla="*/ 2521789 w 5372199"/>
                  <a:gd name="connsiteY28" fmla="*/ 5150566 h 5390836"/>
                  <a:gd name="connsiteX29" fmla="*/ 2441357 w 5372199"/>
                  <a:gd name="connsiteY29" fmla="*/ 5141286 h 5390836"/>
                  <a:gd name="connsiteX30" fmla="*/ 2412480 w 5372199"/>
                  <a:gd name="connsiteY30" fmla="*/ 5378472 h 5390836"/>
                  <a:gd name="connsiteX31" fmla="*/ 2384632 w 5372199"/>
                  <a:gd name="connsiteY31" fmla="*/ 5375374 h 5390836"/>
                  <a:gd name="connsiteX32" fmla="*/ 2356798 w 5372199"/>
                  <a:gd name="connsiteY32" fmla="*/ 5372277 h 5390836"/>
                  <a:gd name="connsiteX33" fmla="*/ 2385662 w 5372199"/>
                  <a:gd name="connsiteY33" fmla="*/ 5134066 h 5390836"/>
                  <a:gd name="connsiteX34" fmla="*/ 2305230 w 5372199"/>
                  <a:gd name="connsiteY34" fmla="*/ 5124786 h 5390836"/>
                  <a:gd name="connsiteX35" fmla="*/ 2308328 w 5372199"/>
                  <a:gd name="connsiteY35" fmla="*/ 5098998 h 5390836"/>
                  <a:gd name="connsiteX36" fmla="*/ 3178501 w 5372199"/>
                  <a:gd name="connsiteY36" fmla="*/ 5049077 h 5390836"/>
                  <a:gd name="connsiteX37" fmla="*/ 3227342 w 5372199"/>
                  <a:gd name="connsiteY37" fmla="*/ 5072774 h 5390836"/>
                  <a:gd name="connsiteX38" fmla="*/ 3283036 w 5372199"/>
                  <a:gd name="connsiteY38" fmla="*/ 5175900 h 5390836"/>
                  <a:gd name="connsiteX39" fmla="*/ 3270659 w 5372199"/>
                  <a:gd name="connsiteY39" fmla="*/ 5291404 h 5390836"/>
                  <a:gd name="connsiteX40" fmla="*/ 3094478 w 5372199"/>
                  <a:gd name="connsiteY40" fmla="*/ 5332188 h 5390836"/>
                  <a:gd name="connsiteX41" fmla="*/ 3086062 w 5372199"/>
                  <a:gd name="connsiteY41" fmla="*/ 5326472 h 5390836"/>
                  <a:gd name="connsiteX42" fmla="*/ 3082978 w 5372199"/>
                  <a:gd name="connsiteY42" fmla="*/ 5329557 h 5390836"/>
                  <a:gd name="connsiteX43" fmla="*/ 3027283 w 5372199"/>
                  <a:gd name="connsiteY43" fmla="*/ 5226430 h 5390836"/>
                  <a:gd name="connsiteX44" fmla="*/ 3040690 w 5372199"/>
                  <a:gd name="connsiteY44" fmla="*/ 5108871 h 5390836"/>
                  <a:gd name="connsiteX45" fmla="*/ 3124219 w 5372199"/>
                  <a:gd name="connsiteY45" fmla="*/ 5050083 h 5390836"/>
                  <a:gd name="connsiteX46" fmla="*/ 3178501 w 5372199"/>
                  <a:gd name="connsiteY46" fmla="*/ 5049077 h 5390836"/>
                  <a:gd name="connsiteX47" fmla="*/ 2038303 w 5372199"/>
                  <a:gd name="connsiteY47" fmla="*/ 5009871 h 5390836"/>
                  <a:gd name="connsiteX48" fmla="*/ 2065121 w 5372199"/>
                  <a:gd name="connsiteY48" fmla="*/ 5017092 h 5390836"/>
                  <a:gd name="connsiteX49" fmla="*/ 2092960 w 5372199"/>
                  <a:gd name="connsiteY49" fmla="*/ 5023274 h 5390836"/>
                  <a:gd name="connsiteX50" fmla="*/ 2048621 w 5372199"/>
                  <a:gd name="connsiteY50" fmla="*/ 5201688 h 5390836"/>
                  <a:gd name="connsiteX51" fmla="*/ 2048621 w 5372199"/>
                  <a:gd name="connsiteY51" fmla="*/ 5250150 h 5390836"/>
                  <a:gd name="connsiteX52" fmla="*/ 2082650 w 5372199"/>
                  <a:gd name="connsiteY52" fmla="*/ 5274900 h 5390836"/>
                  <a:gd name="connsiteX53" fmla="*/ 2124930 w 5372199"/>
                  <a:gd name="connsiteY53" fmla="*/ 5274900 h 5390836"/>
                  <a:gd name="connsiteX54" fmla="*/ 2148650 w 5372199"/>
                  <a:gd name="connsiteY54" fmla="*/ 5230565 h 5390836"/>
                  <a:gd name="connsiteX55" fmla="*/ 2192989 w 5372199"/>
                  <a:gd name="connsiteY55" fmla="*/ 5053189 h 5390836"/>
                  <a:gd name="connsiteX56" fmla="*/ 2219807 w 5372199"/>
                  <a:gd name="connsiteY56" fmla="*/ 5059371 h 5390836"/>
                  <a:gd name="connsiteX57" fmla="*/ 2247654 w 5372199"/>
                  <a:gd name="connsiteY57" fmla="*/ 5066591 h 5390836"/>
                  <a:gd name="connsiteX58" fmla="*/ 2200209 w 5372199"/>
                  <a:gd name="connsiteY58" fmla="*/ 5237773 h 5390836"/>
                  <a:gd name="connsiteX59" fmla="*/ 2153807 w 5372199"/>
                  <a:gd name="connsiteY59" fmla="*/ 5319247 h 5390836"/>
                  <a:gd name="connsiteX60" fmla="*/ 2067180 w 5372199"/>
                  <a:gd name="connsiteY60" fmla="*/ 5326468 h 5390836"/>
                  <a:gd name="connsiteX61" fmla="*/ 1994985 w 5372199"/>
                  <a:gd name="connsiteY61" fmla="*/ 5279023 h 5390836"/>
                  <a:gd name="connsiteX62" fmla="*/ 1994985 w 5372199"/>
                  <a:gd name="connsiteY62" fmla="*/ 5186218 h 5390836"/>
                  <a:gd name="connsiteX63" fmla="*/ 3514900 w 5372199"/>
                  <a:gd name="connsiteY63" fmla="*/ 4952554 h 5390836"/>
                  <a:gd name="connsiteX64" fmla="*/ 3523150 w 5372199"/>
                  <a:gd name="connsiteY64" fmla="*/ 4977304 h 5390836"/>
                  <a:gd name="connsiteX65" fmla="*/ 3531400 w 5372199"/>
                  <a:gd name="connsiteY65" fmla="*/ 5002053 h 5390836"/>
                  <a:gd name="connsiteX66" fmla="*/ 3403523 w 5372199"/>
                  <a:gd name="connsiteY66" fmla="*/ 5043303 h 5390836"/>
                  <a:gd name="connsiteX67" fmla="*/ 3424146 w 5372199"/>
                  <a:gd name="connsiteY67" fmla="*/ 5106210 h 5390836"/>
                  <a:gd name="connsiteX68" fmla="*/ 3535523 w 5372199"/>
                  <a:gd name="connsiteY68" fmla="*/ 5070125 h 5390836"/>
                  <a:gd name="connsiteX69" fmla="*/ 3542743 w 5372199"/>
                  <a:gd name="connsiteY69" fmla="*/ 5093833 h 5390836"/>
                  <a:gd name="connsiteX70" fmla="*/ 3550993 w 5372199"/>
                  <a:gd name="connsiteY70" fmla="*/ 5117557 h 5390836"/>
                  <a:gd name="connsiteX71" fmla="*/ 3439621 w 5372199"/>
                  <a:gd name="connsiteY71" fmla="*/ 5153655 h 5390836"/>
                  <a:gd name="connsiteX72" fmla="*/ 3477773 w 5372199"/>
                  <a:gd name="connsiteY72" fmla="*/ 5271222 h 5390836"/>
                  <a:gd name="connsiteX73" fmla="*/ 3450955 w 5372199"/>
                  <a:gd name="connsiteY73" fmla="*/ 5279459 h 5390836"/>
                  <a:gd name="connsiteX74" fmla="*/ 3424146 w 5372199"/>
                  <a:gd name="connsiteY74" fmla="*/ 5288752 h 5390836"/>
                  <a:gd name="connsiteX75" fmla="*/ 3334426 w 5372199"/>
                  <a:gd name="connsiteY75" fmla="*/ 5012371 h 5390836"/>
                  <a:gd name="connsiteX76" fmla="*/ 1772071 w 5372199"/>
                  <a:gd name="connsiteY76" fmla="*/ 4919562 h 5390836"/>
                  <a:gd name="connsiteX77" fmla="*/ 1978320 w 5372199"/>
                  <a:gd name="connsiteY77" fmla="*/ 4990719 h 5390836"/>
                  <a:gd name="connsiteX78" fmla="*/ 1970070 w 5372199"/>
                  <a:gd name="connsiteY78" fmla="*/ 5014439 h 5390836"/>
                  <a:gd name="connsiteX79" fmla="*/ 1960782 w 5372199"/>
                  <a:gd name="connsiteY79" fmla="*/ 5039189 h 5390836"/>
                  <a:gd name="connsiteX80" fmla="*/ 1884473 w 5372199"/>
                  <a:gd name="connsiteY80" fmla="*/ 5013409 h 5390836"/>
                  <a:gd name="connsiteX81" fmla="*/ 1807130 w 5372199"/>
                  <a:gd name="connsiteY81" fmla="*/ 5239260 h 5390836"/>
                  <a:gd name="connsiteX82" fmla="*/ 1780321 w 5372199"/>
                  <a:gd name="connsiteY82" fmla="*/ 5229968 h 5390836"/>
                  <a:gd name="connsiteX83" fmla="*/ 1753503 w 5372199"/>
                  <a:gd name="connsiteY83" fmla="*/ 5220693 h 5390836"/>
                  <a:gd name="connsiteX84" fmla="*/ 1831880 w 5372199"/>
                  <a:gd name="connsiteY84" fmla="*/ 4994842 h 5390836"/>
                  <a:gd name="connsiteX85" fmla="*/ 1755571 w 5372199"/>
                  <a:gd name="connsiteY85" fmla="*/ 4969062 h 5390836"/>
                  <a:gd name="connsiteX86" fmla="*/ 1763821 w 5372199"/>
                  <a:gd name="connsiteY86" fmla="*/ 4944312 h 5390836"/>
                  <a:gd name="connsiteX87" fmla="*/ 1666876 w 5372199"/>
                  <a:gd name="connsiteY87" fmla="*/ 4867995 h 5390836"/>
                  <a:gd name="connsiteX88" fmla="*/ 1691626 w 5372199"/>
                  <a:gd name="connsiteY88" fmla="*/ 4879342 h 5390836"/>
                  <a:gd name="connsiteX89" fmla="*/ 1717406 w 5372199"/>
                  <a:gd name="connsiteY89" fmla="*/ 4891715 h 5390836"/>
                  <a:gd name="connsiteX90" fmla="*/ 1594694 w 5372199"/>
                  <a:gd name="connsiteY90" fmla="*/ 5154680 h 5390836"/>
                  <a:gd name="connsiteX91" fmla="*/ 1568906 w 5372199"/>
                  <a:gd name="connsiteY91" fmla="*/ 5143345 h 5390836"/>
                  <a:gd name="connsiteX92" fmla="*/ 1543127 w 5372199"/>
                  <a:gd name="connsiteY92" fmla="*/ 5130968 h 5390836"/>
                  <a:gd name="connsiteX93" fmla="*/ 3872751 w 5372199"/>
                  <a:gd name="connsiteY93" fmla="*/ 4780342 h 5390836"/>
                  <a:gd name="connsiteX94" fmla="*/ 3884085 w 5372199"/>
                  <a:gd name="connsiteY94" fmla="*/ 4803037 h 5390836"/>
                  <a:gd name="connsiteX95" fmla="*/ 3896462 w 5372199"/>
                  <a:gd name="connsiteY95" fmla="*/ 4825719 h 5390836"/>
                  <a:gd name="connsiteX96" fmla="*/ 3825306 w 5372199"/>
                  <a:gd name="connsiteY96" fmla="*/ 4863872 h 5390836"/>
                  <a:gd name="connsiteX97" fmla="*/ 3937712 w 5372199"/>
                  <a:gd name="connsiteY97" fmla="*/ 5075278 h 5390836"/>
                  <a:gd name="connsiteX98" fmla="*/ 3912962 w 5372199"/>
                  <a:gd name="connsiteY98" fmla="*/ 5088689 h 5390836"/>
                  <a:gd name="connsiteX99" fmla="*/ 3888212 w 5372199"/>
                  <a:gd name="connsiteY99" fmla="*/ 5102096 h 5390836"/>
                  <a:gd name="connsiteX100" fmla="*/ 3775806 w 5372199"/>
                  <a:gd name="connsiteY100" fmla="*/ 4890689 h 5390836"/>
                  <a:gd name="connsiteX101" fmla="*/ 3704649 w 5372199"/>
                  <a:gd name="connsiteY101" fmla="*/ 4927816 h 5390836"/>
                  <a:gd name="connsiteX102" fmla="*/ 3692277 w 5372199"/>
                  <a:gd name="connsiteY102" fmla="*/ 4905122 h 5390836"/>
                  <a:gd name="connsiteX103" fmla="*/ 3680929 w 5372199"/>
                  <a:gd name="connsiteY103" fmla="*/ 4882439 h 5390836"/>
                  <a:gd name="connsiteX104" fmla="*/ 1417309 w 5372199"/>
                  <a:gd name="connsiteY104" fmla="*/ 4732898 h 5390836"/>
                  <a:gd name="connsiteX105" fmla="*/ 1607059 w 5372199"/>
                  <a:gd name="connsiteY105" fmla="*/ 4839122 h 5390836"/>
                  <a:gd name="connsiteX106" fmla="*/ 1594682 w 5372199"/>
                  <a:gd name="connsiteY106" fmla="*/ 4861804 h 5390836"/>
                  <a:gd name="connsiteX107" fmla="*/ 1582309 w 5372199"/>
                  <a:gd name="connsiteY107" fmla="*/ 4883456 h 5390836"/>
                  <a:gd name="connsiteX108" fmla="*/ 1512182 w 5372199"/>
                  <a:gd name="connsiteY108" fmla="*/ 4844274 h 5390836"/>
                  <a:gd name="connsiteX109" fmla="*/ 1395653 w 5372199"/>
                  <a:gd name="connsiteY109" fmla="*/ 5053625 h 5390836"/>
                  <a:gd name="connsiteX110" fmla="*/ 1370903 w 5372199"/>
                  <a:gd name="connsiteY110" fmla="*/ 5040210 h 5390836"/>
                  <a:gd name="connsiteX111" fmla="*/ 1347182 w 5372199"/>
                  <a:gd name="connsiteY111" fmla="*/ 5026808 h 5390836"/>
                  <a:gd name="connsiteX112" fmla="*/ 1462682 w 5372199"/>
                  <a:gd name="connsiteY112" fmla="*/ 4817457 h 5390836"/>
                  <a:gd name="connsiteX113" fmla="*/ 1392555 w 5372199"/>
                  <a:gd name="connsiteY113" fmla="*/ 4778274 h 5390836"/>
                  <a:gd name="connsiteX114" fmla="*/ 1404932 w 5372199"/>
                  <a:gd name="connsiteY114" fmla="*/ 4755592 h 5390836"/>
                  <a:gd name="connsiteX115" fmla="*/ 4097559 w 5372199"/>
                  <a:gd name="connsiteY115" fmla="*/ 4639059 h 5390836"/>
                  <a:gd name="connsiteX116" fmla="*/ 4110962 w 5372199"/>
                  <a:gd name="connsiteY116" fmla="*/ 4660711 h 5390836"/>
                  <a:gd name="connsiteX117" fmla="*/ 4125402 w 5372199"/>
                  <a:gd name="connsiteY117" fmla="*/ 4682368 h 5390836"/>
                  <a:gd name="connsiteX118" fmla="*/ 4006805 w 5372199"/>
                  <a:gd name="connsiteY118" fmla="*/ 4759715 h 5390836"/>
                  <a:gd name="connsiteX119" fmla="*/ 4040835 w 5372199"/>
                  <a:gd name="connsiteY119" fmla="*/ 4811283 h 5390836"/>
                  <a:gd name="connsiteX120" fmla="*/ 4150152 w 5372199"/>
                  <a:gd name="connsiteY120" fmla="*/ 4740118 h 5390836"/>
                  <a:gd name="connsiteX121" fmla="*/ 4164589 w 5372199"/>
                  <a:gd name="connsiteY121" fmla="*/ 4760741 h 5390836"/>
                  <a:gd name="connsiteX122" fmla="*/ 4177991 w 5372199"/>
                  <a:gd name="connsiteY122" fmla="*/ 4782406 h 5390836"/>
                  <a:gd name="connsiteX123" fmla="*/ 4067652 w 5372199"/>
                  <a:gd name="connsiteY123" fmla="*/ 4853562 h 5390836"/>
                  <a:gd name="connsiteX124" fmla="*/ 4108902 w 5372199"/>
                  <a:gd name="connsiteY124" fmla="*/ 4916465 h 5390836"/>
                  <a:gd name="connsiteX125" fmla="*/ 4232656 w 5372199"/>
                  <a:gd name="connsiteY125" fmla="*/ 4837062 h 5390836"/>
                  <a:gd name="connsiteX126" fmla="*/ 4247088 w 5372199"/>
                  <a:gd name="connsiteY126" fmla="*/ 4858715 h 5390836"/>
                  <a:gd name="connsiteX127" fmla="*/ 4261529 w 5372199"/>
                  <a:gd name="connsiteY127" fmla="*/ 4880367 h 5390836"/>
                  <a:gd name="connsiteX128" fmla="*/ 4090335 w 5372199"/>
                  <a:gd name="connsiteY128" fmla="*/ 4990714 h 5390836"/>
                  <a:gd name="connsiteX129" fmla="*/ 3932555 w 5372199"/>
                  <a:gd name="connsiteY129" fmla="*/ 4746308 h 5390836"/>
                  <a:gd name="connsiteX130" fmla="*/ 1204009 w 5372199"/>
                  <a:gd name="connsiteY130" fmla="*/ 4608716 h 5390836"/>
                  <a:gd name="connsiteX131" fmla="*/ 1280327 w 5372199"/>
                  <a:gd name="connsiteY131" fmla="*/ 4633466 h 5390836"/>
                  <a:gd name="connsiteX132" fmla="*/ 1323636 w 5372199"/>
                  <a:gd name="connsiteY132" fmla="*/ 4697398 h 5390836"/>
                  <a:gd name="connsiteX133" fmla="*/ 1308174 w 5372199"/>
                  <a:gd name="connsiteY133" fmla="*/ 4771647 h 5390836"/>
                  <a:gd name="connsiteX134" fmla="*/ 1268992 w 5372199"/>
                  <a:gd name="connsiteY134" fmla="*/ 4739686 h 5390836"/>
                  <a:gd name="connsiteX135" fmla="*/ 1274144 w 5372199"/>
                  <a:gd name="connsiteY135" fmla="*/ 4703593 h 5390836"/>
                  <a:gd name="connsiteX136" fmla="*/ 1249395 w 5372199"/>
                  <a:gd name="connsiteY136" fmla="*/ 4670588 h 5390836"/>
                  <a:gd name="connsiteX137" fmla="*/ 1216395 w 5372199"/>
                  <a:gd name="connsiteY137" fmla="*/ 4659245 h 5390836"/>
                  <a:gd name="connsiteX138" fmla="*/ 1189577 w 5372199"/>
                  <a:gd name="connsiteY138" fmla="*/ 4674715 h 5390836"/>
                  <a:gd name="connsiteX139" fmla="*/ 1189577 w 5372199"/>
                  <a:gd name="connsiteY139" fmla="*/ 4698436 h 5390836"/>
                  <a:gd name="connsiteX140" fmla="*/ 1221547 w 5372199"/>
                  <a:gd name="connsiteY140" fmla="*/ 4742775 h 5390836"/>
                  <a:gd name="connsiteX141" fmla="*/ 1265894 w 5372199"/>
                  <a:gd name="connsiteY141" fmla="*/ 4815995 h 5390836"/>
                  <a:gd name="connsiteX142" fmla="*/ 1247327 w 5372199"/>
                  <a:gd name="connsiteY142" fmla="*/ 4874774 h 5390836"/>
                  <a:gd name="connsiteX143" fmla="*/ 1184424 w 5372199"/>
                  <a:gd name="connsiteY143" fmla="*/ 4909842 h 5390836"/>
                  <a:gd name="connsiteX144" fmla="*/ 1106048 w 5372199"/>
                  <a:gd name="connsiteY144" fmla="*/ 4881999 h 5390836"/>
                  <a:gd name="connsiteX145" fmla="*/ 1056548 w 5372199"/>
                  <a:gd name="connsiteY145" fmla="*/ 4814965 h 5390836"/>
                  <a:gd name="connsiteX146" fmla="*/ 1074073 w 5372199"/>
                  <a:gd name="connsiteY146" fmla="*/ 4738660 h 5390836"/>
                  <a:gd name="connsiteX147" fmla="*/ 1118420 w 5372199"/>
                  <a:gd name="connsiteY147" fmla="*/ 4769592 h 5390836"/>
                  <a:gd name="connsiteX148" fmla="*/ 1109145 w 5372199"/>
                  <a:gd name="connsiteY148" fmla="*/ 4807745 h 5390836"/>
                  <a:gd name="connsiteX149" fmla="*/ 1134920 w 5372199"/>
                  <a:gd name="connsiteY149" fmla="*/ 4841774 h 5390836"/>
                  <a:gd name="connsiteX150" fmla="*/ 1174115 w 5372199"/>
                  <a:gd name="connsiteY150" fmla="*/ 4859312 h 5390836"/>
                  <a:gd name="connsiteX151" fmla="*/ 1201954 w 5372199"/>
                  <a:gd name="connsiteY151" fmla="*/ 4846940 h 5390836"/>
                  <a:gd name="connsiteX152" fmla="*/ 1201954 w 5372199"/>
                  <a:gd name="connsiteY152" fmla="*/ 4821160 h 5390836"/>
                  <a:gd name="connsiteX153" fmla="*/ 1175145 w 5372199"/>
                  <a:gd name="connsiteY153" fmla="*/ 4780940 h 5390836"/>
                  <a:gd name="connsiteX154" fmla="*/ 1125645 w 5372199"/>
                  <a:gd name="connsiteY154" fmla="*/ 4703593 h 5390836"/>
                  <a:gd name="connsiteX155" fmla="*/ 1141102 w 5372199"/>
                  <a:gd name="connsiteY155" fmla="*/ 4646868 h 5390836"/>
                  <a:gd name="connsiteX156" fmla="*/ 1204009 w 5372199"/>
                  <a:gd name="connsiteY156" fmla="*/ 4608716 h 5390836"/>
                  <a:gd name="connsiteX157" fmla="*/ 4318414 w 5372199"/>
                  <a:gd name="connsiteY157" fmla="*/ 4479809 h 5390836"/>
                  <a:gd name="connsiteX158" fmla="*/ 4394732 w 5372199"/>
                  <a:gd name="connsiteY158" fmla="*/ 4513839 h 5390836"/>
                  <a:gd name="connsiteX159" fmla="*/ 4352444 w 5372199"/>
                  <a:gd name="connsiteY159" fmla="*/ 4549936 h 5390836"/>
                  <a:gd name="connsiteX160" fmla="*/ 4314287 w 5372199"/>
                  <a:gd name="connsiteY160" fmla="*/ 4533436 h 5390836"/>
                  <a:gd name="connsiteX161" fmla="*/ 4274067 w 5372199"/>
                  <a:gd name="connsiteY161" fmla="*/ 4548894 h 5390836"/>
                  <a:gd name="connsiteX162" fmla="*/ 4253440 w 5372199"/>
                  <a:gd name="connsiteY162" fmla="*/ 4600466 h 5390836"/>
                  <a:gd name="connsiteX163" fmla="*/ 4288508 w 5372199"/>
                  <a:gd name="connsiteY163" fmla="*/ 4669563 h 5390836"/>
                  <a:gd name="connsiteX164" fmla="*/ 4349347 w 5372199"/>
                  <a:gd name="connsiteY164" fmla="*/ 4714936 h 5390836"/>
                  <a:gd name="connsiteX165" fmla="*/ 4402974 w 5372199"/>
                  <a:gd name="connsiteY165" fmla="*/ 4703593 h 5390836"/>
                  <a:gd name="connsiteX166" fmla="*/ 4424626 w 5372199"/>
                  <a:gd name="connsiteY166" fmla="*/ 4665436 h 5390836"/>
                  <a:gd name="connsiteX167" fmla="*/ 4412262 w 5372199"/>
                  <a:gd name="connsiteY167" fmla="*/ 4621089 h 5390836"/>
                  <a:gd name="connsiteX168" fmla="*/ 4454541 w 5372199"/>
                  <a:gd name="connsiteY168" fmla="*/ 4581898 h 5390836"/>
                  <a:gd name="connsiteX169" fmla="*/ 4478261 w 5372199"/>
                  <a:gd name="connsiteY169" fmla="*/ 4667495 h 5390836"/>
                  <a:gd name="connsiteX170" fmla="*/ 4344389 w 5372199"/>
                  <a:gd name="connsiteY170" fmla="*/ 4770936 h 5390836"/>
                  <a:gd name="connsiteX171" fmla="*/ 4342135 w 5372199"/>
                  <a:gd name="connsiteY171" fmla="*/ 4770622 h 5390836"/>
                  <a:gd name="connsiteX172" fmla="*/ 4245203 w 5372199"/>
                  <a:gd name="connsiteY172" fmla="*/ 4706686 h 5390836"/>
                  <a:gd name="connsiteX173" fmla="*/ 4197758 w 5372199"/>
                  <a:gd name="connsiteY173" fmla="*/ 4598398 h 5390836"/>
                  <a:gd name="connsiteX174" fmla="*/ 4239008 w 5372199"/>
                  <a:gd name="connsiteY174" fmla="*/ 4508686 h 5390836"/>
                  <a:gd name="connsiteX175" fmla="*/ 4318414 w 5372199"/>
                  <a:gd name="connsiteY175" fmla="*/ 4479809 h 5390836"/>
                  <a:gd name="connsiteX176" fmla="*/ 976955 w 5372199"/>
                  <a:gd name="connsiteY176" fmla="*/ 4384335 h 5390836"/>
                  <a:gd name="connsiteX177" fmla="*/ 998607 w 5372199"/>
                  <a:gd name="connsiteY177" fmla="*/ 4403932 h 5390836"/>
                  <a:gd name="connsiteX178" fmla="*/ 1019243 w 5372199"/>
                  <a:gd name="connsiteY178" fmla="*/ 4424560 h 5390836"/>
                  <a:gd name="connsiteX179" fmla="*/ 958400 w 5372199"/>
                  <a:gd name="connsiteY179" fmla="*/ 4647309 h 5390836"/>
                  <a:gd name="connsiteX180" fmla="*/ 1097611 w 5372199"/>
                  <a:gd name="connsiteY180" fmla="*/ 4497780 h 5390836"/>
                  <a:gd name="connsiteX181" fmla="*/ 1117204 w 5372199"/>
                  <a:gd name="connsiteY181" fmla="*/ 4515309 h 5390836"/>
                  <a:gd name="connsiteX182" fmla="*/ 1135772 w 5372199"/>
                  <a:gd name="connsiteY182" fmla="*/ 4532839 h 5390836"/>
                  <a:gd name="connsiteX183" fmla="*/ 937773 w 5372199"/>
                  <a:gd name="connsiteY183" fmla="*/ 4746313 h 5390836"/>
                  <a:gd name="connsiteX184" fmla="*/ 917146 w 5372199"/>
                  <a:gd name="connsiteY184" fmla="*/ 4726715 h 5390836"/>
                  <a:gd name="connsiteX185" fmla="*/ 897552 w 5372199"/>
                  <a:gd name="connsiteY185" fmla="*/ 4708148 h 5390836"/>
                  <a:gd name="connsiteX186" fmla="*/ 959425 w 5372199"/>
                  <a:gd name="connsiteY186" fmla="*/ 4479212 h 5390836"/>
                  <a:gd name="connsiteX187" fmla="*/ 816078 w 5372199"/>
                  <a:gd name="connsiteY187" fmla="*/ 4632868 h 5390836"/>
                  <a:gd name="connsiteX188" fmla="*/ 797523 w 5372199"/>
                  <a:gd name="connsiteY188" fmla="*/ 4615339 h 5390836"/>
                  <a:gd name="connsiteX189" fmla="*/ 777926 w 5372199"/>
                  <a:gd name="connsiteY189" fmla="*/ 4596771 h 5390836"/>
                  <a:gd name="connsiteX190" fmla="*/ 883108 w 5372199"/>
                  <a:gd name="connsiteY190" fmla="*/ 4280170 h 5390836"/>
                  <a:gd name="connsiteX191" fmla="*/ 901675 w 5372199"/>
                  <a:gd name="connsiteY191" fmla="*/ 4301823 h 5390836"/>
                  <a:gd name="connsiteX192" fmla="*/ 920235 w 5372199"/>
                  <a:gd name="connsiteY192" fmla="*/ 4322450 h 5390836"/>
                  <a:gd name="connsiteX193" fmla="*/ 703676 w 5372199"/>
                  <a:gd name="connsiteY193" fmla="*/ 4516326 h 5390836"/>
                  <a:gd name="connsiteX194" fmla="*/ 685104 w 5372199"/>
                  <a:gd name="connsiteY194" fmla="*/ 4495703 h 5390836"/>
                  <a:gd name="connsiteX195" fmla="*/ 666549 w 5372199"/>
                  <a:gd name="connsiteY195" fmla="*/ 4475076 h 5390836"/>
                  <a:gd name="connsiteX196" fmla="*/ 4535842 w 5372199"/>
                  <a:gd name="connsiteY196" fmla="*/ 4224488 h 5390836"/>
                  <a:gd name="connsiteX197" fmla="*/ 4751379 w 5372199"/>
                  <a:gd name="connsiteY197" fmla="*/ 4419394 h 5390836"/>
                  <a:gd name="connsiteX198" fmla="*/ 4732811 w 5372199"/>
                  <a:gd name="connsiteY198" fmla="*/ 4440030 h 5390836"/>
                  <a:gd name="connsiteX199" fmla="*/ 4714244 w 5372199"/>
                  <a:gd name="connsiteY199" fmla="*/ 4460644 h 5390836"/>
                  <a:gd name="connsiteX200" fmla="*/ 4616282 w 5372199"/>
                  <a:gd name="connsiteY200" fmla="*/ 4372992 h 5390836"/>
                  <a:gd name="connsiteX201" fmla="*/ 4546160 w 5372199"/>
                  <a:gd name="connsiteY201" fmla="*/ 4450339 h 5390836"/>
                  <a:gd name="connsiteX202" fmla="*/ 4644121 w 5372199"/>
                  <a:gd name="connsiteY202" fmla="*/ 4539021 h 5390836"/>
                  <a:gd name="connsiteX203" fmla="*/ 4625562 w 5372199"/>
                  <a:gd name="connsiteY203" fmla="*/ 4559648 h 5390836"/>
                  <a:gd name="connsiteX204" fmla="*/ 4606994 w 5372199"/>
                  <a:gd name="connsiteY204" fmla="*/ 4580271 h 5390836"/>
                  <a:gd name="connsiteX205" fmla="*/ 4390435 w 5372199"/>
                  <a:gd name="connsiteY205" fmla="*/ 4385365 h 5390836"/>
                  <a:gd name="connsiteX206" fmla="*/ 4409003 w 5372199"/>
                  <a:gd name="connsiteY206" fmla="*/ 4364742 h 5390836"/>
                  <a:gd name="connsiteX207" fmla="*/ 4428588 w 5372199"/>
                  <a:gd name="connsiteY207" fmla="*/ 4344115 h 5390836"/>
                  <a:gd name="connsiteX208" fmla="*/ 4509033 w 5372199"/>
                  <a:gd name="connsiteY208" fmla="*/ 4417339 h 5390836"/>
                  <a:gd name="connsiteX209" fmla="*/ 4579159 w 5372199"/>
                  <a:gd name="connsiteY209" fmla="*/ 4338962 h 5390836"/>
                  <a:gd name="connsiteX210" fmla="*/ 4497685 w 5372199"/>
                  <a:gd name="connsiteY210" fmla="*/ 4265738 h 5390836"/>
                  <a:gd name="connsiteX211" fmla="*/ 4517282 w 5372199"/>
                  <a:gd name="connsiteY211" fmla="*/ 4245115 h 5390836"/>
                  <a:gd name="connsiteX212" fmla="*/ 4714244 w 5372199"/>
                  <a:gd name="connsiteY212" fmla="*/ 3980082 h 5390836"/>
                  <a:gd name="connsiteX213" fmla="*/ 4952468 w 5372199"/>
                  <a:gd name="connsiteY213" fmla="*/ 4147141 h 5390836"/>
                  <a:gd name="connsiteX214" fmla="*/ 4936997 w 5372199"/>
                  <a:gd name="connsiteY214" fmla="*/ 4169836 h 5390836"/>
                  <a:gd name="connsiteX215" fmla="*/ 4920497 w 5372199"/>
                  <a:gd name="connsiteY215" fmla="*/ 4193556 h 5390836"/>
                  <a:gd name="connsiteX216" fmla="*/ 4685371 w 5372199"/>
                  <a:gd name="connsiteY216" fmla="*/ 4162611 h 5390836"/>
                  <a:gd name="connsiteX217" fmla="*/ 4857595 w 5372199"/>
                  <a:gd name="connsiteY217" fmla="*/ 4283280 h 5390836"/>
                  <a:gd name="connsiteX218" fmla="*/ 4843150 w 5372199"/>
                  <a:gd name="connsiteY218" fmla="*/ 4304933 h 5390836"/>
                  <a:gd name="connsiteX219" fmla="*/ 4827688 w 5372199"/>
                  <a:gd name="connsiteY219" fmla="*/ 4326585 h 5390836"/>
                  <a:gd name="connsiteX220" fmla="*/ 4589464 w 5372199"/>
                  <a:gd name="connsiteY220" fmla="*/ 4159526 h 5390836"/>
                  <a:gd name="connsiteX221" fmla="*/ 4605964 w 5372199"/>
                  <a:gd name="connsiteY221" fmla="*/ 4135806 h 5390836"/>
                  <a:gd name="connsiteX222" fmla="*/ 4622464 w 5372199"/>
                  <a:gd name="connsiteY222" fmla="*/ 4111056 h 5390836"/>
                  <a:gd name="connsiteX223" fmla="*/ 4852438 w 5372199"/>
                  <a:gd name="connsiteY223" fmla="*/ 4140959 h 5390836"/>
                  <a:gd name="connsiteX224" fmla="*/ 4684341 w 5372199"/>
                  <a:gd name="connsiteY224" fmla="*/ 4023400 h 5390836"/>
                  <a:gd name="connsiteX225" fmla="*/ 4699812 w 5372199"/>
                  <a:gd name="connsiteY225" fmla="*/ 4001735 h 5390836"/>
                  <a:gd name="connsiteX226" fmla="*/ 597638 w 5372199"/>
                  <a:gd name="connsiteY226" fmla="*/ 3950764 h 5390836"/>
                  <a:gd name="connsiteX227" fmla="*/ 685290 w 5372199"/>
                  <a:gd name="connsiteY227" fmla="*/ 4008514 h 5390836"/>
                  <a:gd name="connsiteX228" fmla="*/ 706947 w 5372199"/>
                  <a:gd name="connsiteY228" fmla="*/ 4089984 h 5390836"/>
                  <a:gd name="connsiteX229" fmla="*/ 666723 w 5372199"/>
                  <a:gd name="connsiteY229" fmla="*/ 4160111 h 5390836"/>
                  <a:gd name="connsiteX230" fmla="*/ 636820 w 5372199"/>
                  <a:gd name="connsiteY230" fmla="*/ 4113709 h 5390836"/>
                  <a:gd name="connsiteX231" fmla="*/ 653320 w 5372199"/>
                  <a:gd name="connsiteY231" fmla="*/ 4078637 h 5390836"/>
                  <a:gd name="connsiteX232" fmla="*/ 645083 w 5372199"/>
                  <a:gd name="connsiteY232" fmla="*/ 4038417 h 5390836"/>
                  <a:gd name="connsiteX233" fmla="*/ 590418 w 5372199"/>
                  <a:gd name="connsiteY233" fmla="*/ 4005417 h 5390836"/>
                  <a:gd name="connsiteX234" fmla="*/ 516164 w 5372199"/>
                  <a:gd name="connsiteY234" fmla="*/ 4030167 h 5390836"/>
                  <a:gd name="connsiteX235" fmla="*/ 463579 w 5372199"/>
                  <a:gd name="connsiteY235" fmla="*/ 4087917 h 5390836"/>
                  <a:gd name="connsiteX236" fmla="*/ 472859 w 5372199"/>
                  <a:gd name="connsiteY236" fmla="*/ 4149793 h 5390836"/>
                  <a:gd name="connsiteX237" fmla="*/ 523388 w 5372199"/>
                  <a:gd name="connsiteY237" fmla="*/ 4177641 h 5390836"/>
                  <a:gd name="connsiteX238" fmla="*/ 561537 w 5372199"/>
                  <a:gd name="connsiteY238" fmla="*/ 4170421 h 5390836"/>
                  <a:gd name="connsiteX239" fmla="*/ 561541 w 5372199"/>
                  <a:gd name="connsiteY239" fmla="*/ 4170429 h 5390836"/>
                  <a:gd name="connsiteX240" fmla="*/ 561541 w 5372199"/>
                  <a:gd name="connsiteY240" fmla="*/ 4170416 h 5390836"/>
                  <a:gd name="connsiteX241" fmla="*/ 561537 w 5372199"/>
                  <a:gd name="connsiteY241" fmla="*/ 4170421 h 5390836"/>
                  <a:gd name="connsiteX242" fmla="*/ 527511 w 5372199"/>
                  <a:gd name="connsiteY242" fmla="*/ 4117832 h 5390836"/>
                  <a:gd name="connsiteX243" fmla="*/ 569791 w 5372199"/>
                  <a:gd name="connsiteY243" fmla="*/ 4089984 h 5390836"/>
                  <a:gd name="connsiteX244" fmla="*/ 630638 w 5372199"/>
                  <a:gd name="connsiteY244" fmla="*/ 4183831 h 5390836"/>
                  <a:gd name="connsiteX245" fmla="*/ 498638 w 5372199"/>
                  <a:gd name="connsiteY245" fmla="*/ 4269420 h 5390836"/>
                  <a:gd name="connsiteX246" fmla="*/ 478011 w 5372199"/>
                  <a:gd name="connsiteY246" fmla="*/ 4238488 h 5390836"/>
                  <a:gd name="connsiteX247" fmla="*/ 506888 w 5372199"/>
                  <a:gd name="connsiteY247" fmla="*/ 4212709 h 5390836"/>
                  <a:gd name="connsiteX248" fmla="*/ 501732 w 5372199"/>
                  <a:gd name="connsiteY248" fmla="*/ 4212709 h 5390836"/>
                  <a:gd name="connsiteX249" fmla="*/ 425414 w 5372199"/>
                  <a:gd name="connsiteY249" fmla="*/ 4171459 h 5390836"/>
                  <a:gd name="connsiteX250" fmla="*/ 425414 w 5372199"/>
                  <a:gd name="connsiteY250" fmla="*/ 4174543 h 5390836"/>
                  <a:gd name="connsiteX251" fmla="*/ 408914 w 5372199"/>
                  <a:gd name="connsiteY251" fmla="*/ 4071417 h 5390836"/>
                  <a:gd name="connsiteX252" fmla="*/ 597638 w 5372199"/>
                  <a:gd name="connsiteY252" fmla="*/ 3950764 h 5390836"/>
                  <a:gd name="connsiteX253" fmla="*/ 4896947 w 5372199"/>
                  <a:gd name="connsiteY253" fmla="*/ 3786790 h 5390836"/>
                  <a:gd name="connsiteX254" fmla="*/ 4848489 w 5372199"/>
                  <a:gd name="connsiteY254" fmla="*/ 3820820 h 5390836"/>
                  <a:gd name="connsiteX255" fmla="*/ 4848489 w 5372199"/>
                  <a:gd name="connsiteY255" fmla="*/ 3880625 h 5390836"/>
                  <a:gd name="connsiteX256" fmla="*/ 4906239 w 5372199"/>
                  <a:gd name="connsiteY256" fmla="*/ 3933222 h 5390836"/>
                  <a:gd name="connsiteX257" fmla="*/ 4980489 w 5372199"/>
                  <a:gd name="connsiteY257" fmla="*/ 3950764 h 5390836"/>
                  <a:gd name="connsiteX258" fmla="*/ 5028950 w 5372199"/>
                  <a:gd name="connsiteY258" fmla="*/ 3916722 h 5390836"/>
                  <a:gd name="connsiteX259" fmla="*/ 5028950 w 5372199"/>
                  <a:gd name="connsiteY259" fmla="*/ 3856917 h 5390836"/>
                  <a:gd name="connsiteX260" fmla="*/ 4973268 w 5372199"/>
                  <a:gd name="connsiteY260" fmla="*/ 3805345 h 5390836"/>
                  <a:gd name="connsiteX261" fmla="*/ 4896947 w 5372199"/>
                  <a:gd name="connsiteY261" fmla="*/ 3786790 h 5390836"/>
                  <a:gd name="connsiteX262" fmla="*/ 4883544 w 5372199"/>
                  <a:gd name="connsiteY262" fmla="*/ 3732138 h 5390836"/>
                  <a:gd name="connsiteX263" fmla="*/ 5000073 w 5372199"/>
                  <a:gd name="connsiteY263" fmla="*/ 3754820 h 5390836"/>
                  <a:gd name="connsiteX264" fmla="*/ 5081548 w 5372199"/>
                  <a:gd name="connsiteY264" fmla="*/ 3837320 h 5390836"/>
                  <a:gd name="connsiteX265" fmla="*/ 5073298 w 5372199"/>
                  <a:gd name="connsiteY265" fmla="*/ 3940447 h 5390836"/>
                  <a:gd name="connsiteX266" fmla="*/ 4992866 w 5372199"/>
                  <a:gd name="connsiteY266" fmla="*/ 4004387 h 5390836"/>
                  <a:gd name="connsiteX267" fmla="*/ 4992853 w 5372199"/>
                  <a:gd name="connsiteY267" fmla="*/ 4002319 h 5390836"/>
                  <a:gd name="connsiteX268" fmla="*/ 4795892 w 5372199"/>
                  <a:gd name="connsiteY268" fmla="*/ 3899193 h 5390836"/>
                  <a:gd name="connsiteX269" fmla="*/ 4802074 w 5372199"/>
                  <a:gd name="connsiteY269" fmla="*/ 3796070 h 5390836"/>
                  <a:gd name="connsiteX270" fmla="*/ 4883544 w 5372199"/>
                  <a:gd name="connsiteY270" fmla="*/ 3732138 h 5390836"/>
                  <a:gd name="connsiteX271" fmla="*/ 484020 w 5372199"/>
                  <a:gd name="connsiteY271" fmla="*/ 3640799 h 5390836"/>
                  <a:gd name="connsiteX272" fmla="*/ 496393 w 5372199"/>
                  <a:gd name="connsiteY272" fmla="*/ 3667609 h 5390836"/>
                  <a:gd name="connsiteX273" fmla="*/ 508770 w 5372199"/>
                  <a:gd name="connsiteY273" fmla="*/ 3693397 h 5390836"/>
                  <a:gd name="connsiteX274" fmla="*/ 368516 w 5372199"/>
                  <a:gd name="connsiteY274" fmla="*/ 3877985 h 5390836"/>
                  <a:gd name="connsiteX275" fmla="*/ 554147 w 5372199"/>
                  <a:gd name="connsiteY275" fmla="*/ 3791358 h 5390836"/>
                  <a:gd name="connsiteX276" fmla="*/ 564464 w 5372199"/>
                  <a:gd name="connsiteY276" fmla="*/ 3815083 h 5390836"/>
                  <a:gd name="connsiteX277" fmla="*/ 575799 w 5372199"/>
                  <a:gd name="connsiteY277" fmla="*/ 3838803 h 5390836"/>
                  <a:gd name="connsiteX278" fmla="*/ 311796 w 5372199"/>
                  <a:gd name="connsiteY278" fmla="*/ 3961527 h 5390836"/>
                  <a:gd name="connsiteX279" fmla="*/ 300448 w 5372199"/>
                  <a:gd name="connsiteY279" fmla="*/ 3936777 h 5390836"/>
                  <a:gd name="connsiteX280" fmla="*/ 289114 w 5372199"/>
                  <a:gd name="connsiteY280" fmla="*/ 3910985 h 5390836"/>
                  <a:gd name="connsiteX281" fmla="*/ 432461 w 5372199"/>
                  <a:gd name="connsiteY281" fmla="*/ 3722274 h 5390836"/>
                  <a:gd name="connsiteX282" fmla="*/ 241669 w 5372199"/>
                  <a:gd name="connsiteY282" fmla="*/ 3810956 h 5390836"/>
                  <a:gd name="connsiteX283" fmla="*/ 231364 w 5372199"/>
                  <a:gd name="connsiteY283" fmla="*/ 3787235 h 5390836"/>
                  <a:gd name="connsiteX284" fmla="*/ 220016 w 5372199"/>
                  <a:gd name="connsiteY284" fmla="*/ 3763511 h 5390836"/>
                  <a:gd name="connsiteX285" fmla="*/ 5190696 w 5372199"/>
                  <a:gd name="connsiteY285" fmla="*/ 3522202 h 5390836"/>
                  <a:gd name="connsiteX286" fmla="*/ 5214407 w 5372199"/>
                  <a:gd name="connsiteY286" fmla="*/ 3530452 h 5390836"/>
                  <a:gd name="connsiteX287" fmla="*/ 5238128 w 5372199"/>
                  <a:gd name="connsiteY287" fmla="*/ 3540770 h 5390836"/>
                  <a:gd name="connsiteX288" fmla="*/ 5171098 w 5372199"/>
                  <a:gd name="connsiteY288" fmla="*/ 3717108 h 5390836"/>
                  <a:gd name="connsiteX289" fmla="*/ 4898845 w 5372199"/>
                  <a:gd name="connsiteY289" fmla="*/ 3612952 h 5390836"/>
                  <a:gd name="connsiteX290" fmla="*/ 4909150 w 5372199"/>
                  <a:gd name="connsiteY290" fmla="*/ 3586134 h 5390836"/>
                  <a:gd name="connsiteX291" fmla="*/ 4919468 w 5372199"/>
                  <a:gd name="connsiteY291" fmla="*/ 3560359 h 5390836"/>
                  <a:gd name="connsiteX292" fmla="*/ 5142225 w 5372199"/>
                  <a:gd name="connsiteY292" fmla="*/ 3645956 h 5390836"/>
                  <a:gd name="connsiteX293" fmla="*/ 432461 w 5372199"/>
                  <a:gd name="connsiteY293" fmla="*/ 3510855 h 5390836"/>
                  <a:gd name="connsiteX294" fmla="*/ 442766 w 5372199"/>
                  <a:gd name="connsiteY294" fmla="*/ 3537673 h 5390836"/>
                  <a:gd name="connsiteX295" fmla="*/ 453083 w 5372199"/>
                  <a:gd name="connsiteY295" fmla="*/ 3563452 h 5390836"/>
                  <a:gd name="connsiteX296" fmla="*/ 180834 w 5372199"/>
                  <a:gd name="connsiteY296" fmla="*/ 3667609 h 5390836"/>
                  <a:gd name="connsiteX297" fmla="*/ 170517 w 5372199"/>
                  <a:gd name="connsiteY297" fmla="*/ 3641829 h 5390836"/>
                  <a:gd name="connsiteX298" fmla="*/ 161237 w 5372199"/>
                  <a:gd name="connsiteY298" fmla="*/ 3616037 h 5390836"/>
                  <a:gd name="connsiteX299" fmla="*/ 175851 w 5372199"/>
                  <a:gd name="connsiteY299" fmla="*/ 3314478 h 5390836"/>
                  <a:gd name="connsiteX300" fmla="*/ 189254 w 5372199"/>
                  <a:gd name="connsiteY300" fmla="*/ 3366046 h 5390836"/>
                  <a:gd name="connsiteX301" fmla="*/ 172754 w 5372199"/>
                  <a:gd name="connsiteY301" fmla="*/ 3371198 h 5390836"/>
                  <a:gd name="connsiteX302" fmla="*/ 136656 w 5372199"/>
                  <a:gd name="connsiteY302" fmla="*/ 3387698 h 5390836"/>
                  <a:gd name="connsiteX303" fmla="*/ 130474 w 5372199"/>
                  <a:gd name="connsiteY303" fmla="*/ 3415546 h 5390836"/>
                  <a:gd name="connsiteX304" fmla="*/ 145936 w 5372199"/>
                  <a:gd name="connsiteY304" fmla="*/ 3436169 h 5390836"/>
                  <a:gd name="connsiteX305" fmla="*/ 176881 w 5372199"/>
                  <a:gd name="connsiteY305" fmla="*/ 3436169 h 5390836"/>
                  <a:gd name="connsiteX306" fmla="*/ 383130 w 5372199"/>
                  <a:gd name="connsiteY306" fmla="*/ 3378410 h 5390836"/>
                  <a:gd name="connsiteX307" fmla="*/ 390342 w 5372199"/>
                  <a:gd name="connsiteY307" fmla="*/ 3405228 h 5390836"/>
                  <a:gd name="connsiteX308" fmla="*/ 397562 w 5372199"/>
                  <a:gd name="connsiteY308" fmla="*/ 3432046 h 5390836"/>
                  <a:gd name="connsiteX309" fmla="*/ 191313 w 5372199"/>
                  <a:gd name="connsiteY309" fmla="*/ 3485668 h 5390836"/>
                  <a:gd name="connsiteX310" fmla="*/ 121186 w 5372199"/>
                  <a:gd name="connsiteY310" fmla="*/ 3485668 h 5390836"/>
                  <a:gd name="connsiteX311" fmla="*/ 83034 w 5372199"/>
                  <a:gd name="connsiteY311" fmla="*/ 3428948 h 5390836"/>
                  <a:gd name="connsiteX312" fmla="*/ 89224 w 5372199"/>
                  <a:gd name="connsiteY312" fmla="*/ 3358821 h 5390836"/>
                  <a:gd name="connsiteX313" fmla="*/ 159351 w 5372199"/>
                  <a:gd name="connsiteY313" fmla="*/ 3319631 h 5390836"/>
                  <a:gd name="connsiteX314" fmla="*/ 5138274 w 5372199"/>
                  <a:gd name="connsiteY314" fmla="*/ 3210244 h 5390836"/>
                  <a:gd name="connsiteX315" fmla="*/ 5099086 w 5372199"/>
                  <a:gd name="connsiteY315" fmla="*/ 3216504 h 5390836"/>
                  <a:gd name="connsiteX316" fmla="*/ 5059891 w 5372199"/>
                  <a:gd name="connsiteY316" fmla="*/ 3261881 h 5390836"/>
                  <a:gd name="connsiteX317" fmla="*/ 5073306 w 5372199"/>
                  <a:gd name="connsiteY317" fmla="*/ 3320669 h 5390836"/>
                  <a:gd name="connsiteX318" fmla="*/ 5142395 w 5372199"/>
                  <a:gd name="connsiteY318" fmla="*/ 3357783 h 5390836"/>
                  <a:gd name="connsiteX319" fmla="*/ 5218712 w 5372199"/>
                  <a:gd name="connsiteY319" fmla="*/ 3357783 h 5390836"/>
                  <a:gd name="connsiteX320" fmla="*/ 5257895 w 5372199"/>
                  <a:gd name="connsiteY320" fmla="*/ 3312406 h 5390836"/>
                  <a:gd name="connsiteX321" fmla="*/ 5244492 w 5372199"/>
                  <a:gd name="connsiteY321" fmla="*/ 3253631 h 5390836"/>
                  <a:gd name="connsiteX322" fmla="*/ 5244492 w 5372199"/>
                  <a:gd name="connsiteY322" fmla="*/ 3252601 h 5390836"/>
                  <a:gd name="connsiteX323" fmla="*/ 5177463 w 5372199"/>
                  <a:gd name="connsiteY323" fmla="*/ 3216504 h 5390836"/>
                  <a:gd name="connsiteX324" fmla="*/ 5138274 w 5372199"/>
                  <a:gd name="connsiteY324" fmla="*/ 3210244 h 5390836"/>
                  <a:gd name="connsiteX325" fmla="*/ 5126906 w 5372199"/>
                  <a:gd name="connsiteY325" fmla="*/ 3154598 h 5390836"/>
                  <a:gd name="connsiteX326" fmla="*/ 5186742 w 5372199"/>
                  <a:gd name="connsiteY326" fmla="*/ 3161852 h 5390836"/>
                  <a:gd name="connsiteX327" fmla="*/ 5289865 w 5372199"/>
                  <a:gd name="connsiteY327" fmla="*/ 3222699 h 5390836"/>
                  <a:gd name="connsiteX328" fmla="*/ 5249797 w 5372199"/>
                  <a:gd name="connsiteY328" fmla="*/ 3402033 h 5390836"/>
                  <a:gd name="connsiteX329" fmla="*/ 5244492 w 5372199"/>
                  <a:gd name="connsiteY329" fmla="*/ 3405228 h 5390836"/>
                  <a:gd name="connsiteX330" fmla="*/ 5240365 w 5372199"/>
                  <a:gd name="connsiteY330" fmla="*/ 3407296 h 5390836"/>
                  <a:gd name="connsiteX331" fmla="*/ 5022768 w 5372199"/>
                  <a:gd name="connsiteY331" fmla="*/ 3352631 h 5390836"/>
                  <a:gd name="connsiteX332" fmla="*/ 5004209 w 5372199"/>
                  <a:gd name="connsiteY332" fmla="*/ 3249504 h 5390836"/>
                  <a:gd name="connsiteX333" fmla="*/ 5068141 w 5372199"/>
                  <a:gd name="connsiteY333" fmla="*/ 3168042 h 5390836"/>
                  <a:gd name="connsiteX334" fmla="*/ 5126906 w 5372199"/>
                  <a:gd name="connsiteY334" fmla="*/ 3154598 h 5390836"/>
                  <a:gd name="connsiteX335" fmla="*/ 332419 w 5372199"/>
                  <a:gd name="connsiteY335" fmla="*/ 3145784 h 5390836"/>
                  <a:gd name="connsiteX336" fmla="*/ 337575 w 5372199"/>
                  <a:gd name="connsiteY336" fmla="*/ 3173631 h 5390836"/>
                  <a:gd name="connsiteX337" fmla="*/ 342736 w 5372199"/>
                  <a:gd name="connsiteY337" fmla="*/ 3201479 h 5390836"/>
                  <a:gd name="connsiteX338" fmla="*/ 57080 w 5372199"/>
                  <a:gd name="connsiteY338" fmla="*/ 3256135 h 5390836"/>
                  <a:gd name="connsiteX339" fmla="*/ 51915 w 5372199"/>
                  <a:gd name="connsiteY339" fmla="*/ 3229313 h 5390836"/>
                  <a:gd name="connsiteX340" fmla="*/ 46763 w 5372199"/>
                  <a:gd name="connsiteY340" fmla="*/ 3201479 h 5390836"/>
                  <a:gd name="connsiteX341" fmla="*/ 298393 w 5372199"/>
                  <a:gd name="connsiteY341" fmla="*/ 2871475 h 5390836"/>
                  <a:gd name="connsiteX342" fmla="*/ 322114 w 5372199"/>
                  <a:gd name="connsiteY342" fmla="*/ 3066382 h 5390836"/>
                  <a:gd name="connsiteX343" fmla="*/ 296334 w 5372199"/>
                  <a:gd name="connsiteY343" fmla="*/ 3069479 h 5390836"/>
                  <a:gd name="connsiteX344" fmla="*/ 270554 w 5372199"/>
                  <a:gd name="connsiteY344" fmla="*/ 3072576 h 5390836"/>
                  <a:gd name="connsiteX345" fmla="*/ 253016 w 5372199"/>
                  <a:gd name="connsiteY345" fmla="*/ 2933352 h 5390836"/>
                  <a:gd name="connsiteX346" fmla="*/ 192169 w 5372199"/>
                  <a:gd name="connsiteY346" fmla="*/ 2940573 h 5390836"/>
                  <a:gd name="connsiteX347" fmla="*/ 207639 w 5372199"/>
                  <a:gd name="connsiteY347" fmla="*/ 3070509 h 5390836"/>
                  <a:gd name="connsiteX348" fmla="*/ 183932 w 5372199"/>
                  <a:gd name="connsiteY348" fmla="*/ 3073606 h 5390836"/>
                  <a:gd name="connsiteX349" fmla="*/ 158139 w 5372199"/>
                  <a:gd name="connsiteY349" fmla="*/ 3076699 h 5390836"/>
                  <a:gd name="connsiteX350" fmla="*/ 142669 w 5372199"/>
                  <a:gd name="connsiteY350" fmla="*/ 2946755 h 5390836"/>
                  <a:gd name="connsiteX351" fmla="*/ 67390 w 5372199"/>
                  <a:gd name="connsiteY351" fmla="*/ 2956047 h 5390836"/>
                  <a:gd name="connsiteX352" fmla="*/ 84919 w 5372199"/>
                  <a:gd name="connsiteY352" fmla="*/ 3102479 h 5390836"/>
                  <a:gd name="connsiteX353" fmla="*/ 60178 w 5372199"/>
                  <a:gd name="connsiteY353" fmla="*/ 3105576 h 5390836"/>
                  <a:gd name="connsiteX354" fmla="*/ 34390 w 5372199"/>
                  <a:gd name="connsiteY354" fmla="*/ 3108674 h 5390836"/>
                  <a:gd name="connsiteX355" fmla="*/ 8610 w 5372199"/>
                  <a:gd name="connsiteY355" fmla="*/ 2906535 h 5390836"/>
                  <a:gd name="connsiteX356" fmla="*/ 5165090 w 5372199"/>
                  <a:gd name="connsiteY356" fmla="*/ 2814306 h 5390836"/>
                  <a:gd name="connsiteX357" fmla="*/ 5159933 w 5372199"/>
                  <a:gd name="connsiteY357" fmla="*/ 2870001 h 5390836"/>
                  <a:gd name="connsiteX358" fmla="*/ 5124865 w 5372199"/>
                  <a:gd name="connsiteY358" fmla="*/ 2886501 h 5390836"/>
                  <a:gd name="connsiteX359" fmla="*/ 5107340 w 5372199"/>
                  <a:gd name="connsiteY359" fmla="*/ 2924653 h 5390836"/>
                  <a:gd name="connsiteX360" fmla="*/ 5130022 w 5372199"/>
                  <a:gd name="connsiteY360" fmla="*/ 2983433 h 5390836"/>
                  <a:gd name="connsiteX361" fmla="*/ 5203242 w 5372199"/>
                  <a:gd name="connsiteY361" fmla="*/ 3010250 h 5390836"/>
                  <a:gd name="connsiteX362" fmla="*/ 5280589 w 5372199"/>
                  <a:gd name="connsiteY362" fmla="*/ 2997878 h 5390836"/>
                  <a:gd name="connsiteX363" fmla="*/ 5311521 w 5372199"/>
                  <a:gd name="connsiteY363" fmla="*/ 2942183 h 5390836"/>
                  <a:gd name="connsiteX364" fmla="*/ 5311534 w 5372199"/>
                  <a:gd name="connsiteY364" fmla="*/ 2942183 h 5390836"/>
                  <a:gd name="connsiteX365" fmla="*/ 5288839 w 5372199"/>
                  <a:gd name="connsiteY365" fmla="*/ 2889598 h 5390836"/>
                  <a:gd name="connsiteX366" fmla="*/ 5254810 w 5372199"/>
                  <a:gd name="connsiteY366" fmla="*/ 2872056 h 5390836"/>
                  <a:gd name="connsiteX367" fmla="*/ 5254810 w 5372199"/>
                  <a:gd name="connsiteY367" fmla="*/ 2933933 h 5390836"/>
                  <a:gd name="connsiteX368" fmla="*/ 5204272 w 5372199"/>
                  <a:gd name="connsiteY368" fmla="*/ 2933933 h 5390836"/>
                  <a:gd name="connsiteX369" fmla="*/ 5214590 w 5372199"/>
                  <a:gd name="connsiteY369" fmla="*/ 2822556 h 5390836"/>
                  <a:gd name="connsiteX370" fmla="*/ 5370309 w 5372199"/>
                  <a:gd name="connsiteY370" fmla="*/ 2835971 h 5390836"/>
                  <a:gd name="connsiteX371" fmla="*/ 5370309 w 5372199"/>
                  <a:gd name="connsiteY371" fmla="*/ 2873098 h 5390836"/>
                  <a:gd name="connsiteX372" fmla="*/ 5337310 w 5372199"/>
                  <a:gd name="connsiteY372" fmla="*/ 2873098 h 5390836"/>
                  <a:gd name="connsiteX373" fmla="*/ 5371339 w 5372199"/>
                  <a:gd name="connsiteY373" fmla="*/ 2952501 h 5390836"/>
                  <a:gd name="connsiteX374" fmla="*/ 5362059 w 5372199"/>
                  <a:gd name="connsiteY374" fmla="*/ 2957653 h 5390836"/>
                  <a:gd name="connsiteX375" fmla="*/ 5312560 w 5372199"/>
                  <a:gd name="connsiteY375" fmla="*/ 3046335 h 5390836"/>
                  <a:gd name="connsiteX376" fmla="*/ 5199115 w 5372199"/>
                  <a:gd name="connsiteY376" fmla="*/ 3071085 h 5390836"/>
                  <a:gd name="connsiteX377" fmla="*/ 5089810 w 5372199"/>
                  <a:gd name="connsiteY377" fmla="*/ 3025712 h 5390836"/>
                  <a:gd name="connsiteX378" fmla="*/ 5056806 w 5372199"/>
                  <a:gd name="connsiteY378" fmla="*/ 2922585 h 5390836"/>
                  <a:gd name="connsiteX379" fmla="*/ 5089810 w 5372199"/>
                  <a:gd name="connsiteY379" fmla="*/ 2845251 h 5390836"/>
                  <a:gd name="connsiteX380" fmla="*/ 5165090 w 5372199"/>
                  <a:gd name="connsiteY380" fmla="*/ 2814306 h 5390836"/>
                  <a:gd name="connsiteX381" fmla="*/ 176868 w 5372199"/>
                  <a:gd name="connsiteY381" fmla="*/ 2618374 h 5390836"/>
                  <a:gd name="connsiteX382" fmla="*/ 176868 w 5372199"/>
                  <a:gd name="connsiteY382" fmla="*/ 2682319 h 5390836"/>
                  <a:gd name="connsiteX383" fmla="*/ 184089 w 5372199"/>
                  <a:gd name="connsiteY383" fmla="*/ 2713251 h 5390836"/>
                  <a:gd name="connsiteX384" fmla="*/ 209868 w 5372199"/>
                  <a:gd name="connsiteY384" fmla="*/ 2724599 h 5390836"/>
                  <a:gd name="connsiteX385" fmla="*/ 232550 w 5372199"/>
                  <a:gd name="connsiteY385" fmla="*/ 2714281 h 5390836"/>
                  <a:gd name="connsiteX386" fmla="*/ 240800 w 5372199"/>
                  <a:gd name="connsiteY386" fmla="*/ 2681281 h 5390836"/>
                  <a:gd name="connsiteX387" fmla="*/ 240813 w 5372199"/>
                  <a:gd name="connsiteY387" fmla="*/ 2619413 h 5390836"/>
                  <a:gd name="connsiteX388" fmla="*/ 50021 w 5372199"/>
                  <a:gd name="connsiteY388" fmla="*/ 2618374 h 5390836"/>
                  <a:gd name="connsiteX389" fmla="*/ 50021 w 5372199"/>
                  <a:gd name="connsiteY389" fmla="*/ 2686442 h 5390836"/>
                  <a:gd name="connsiteX390" fmla="*/ 59309 w 5372199"/>
                  <a:gd name="connsiteY390" fmla="*/ 2719446 h 5390836"/>
                  <a:gd name="connsiteX391" fmla="*/ 90241 w 5372199"/>
                  <a:gd name="connsiteY391" fmla="*/ 2730781 h 5390836"/>
                  <a:gd name="connsiteX392" fmla="*/ 118089 w 5372199"/>
                  <a:gd name="connsiteY392" fmla="*/ 2719446 h 5390836"/>
                  <a:gd name="connsiteX393" fmla="*/ 127368 w 5372199"/>
                  <a:gd name="connsiteY393" fmla="*/ 2686442 h 5390836"/>
                  <a:gd name="connsiteX394" fmla="*/ 127368 w 5372199"/>
                  <a:gd name="connsiteY394" fmla="*/ 2619413 h 5390836"/>
                  <a:gd name="connsiteX395" fmla="*/ 521 w 5372199"/>
                  <a:gd name="connsiteY395" fmla="*/ 2563722 h 5390836"/>
                  <a:gd name="connsiteX396" fmla="*/ 291342 w 5372199"/>
                  <a:gd name="connsiteY396" fmla="*/ 2568875 h 5390836"/>
                  <a:gd name="connsiteX397" fmla="*/ 291342 w 5372199"/>
                  <a:gd name="connsiteY397" fmla="*/ 2595692 h 5390836"/>
                  <a:gd name="connsiteX398" fmla="*/ 291342 w 5372199"/>
                  <a:gd name="connsiteY398" fmla="*/ 2698819 h 5390836"/>
                  <a:gd name="connsiteX399" fmla="*/ 270715 w 5372199"/>
                  <a:gd name="connsiteY399" fmla="*/ 2758628 h 5390836"/>
                  <a:gd name="connsiteX400" fmla="*/ 216050 w 5372199"/>
                  <a:gd name="connsiteY400" fmla="*/ 2779251 h 5390836"/>
                  <a:gd name="connsiteX401" fmla="*/ 161398 w 5372199"/>
                  <a:gd name="connsiteY401" fmla="*/ 2754501 h 5390836"/>
                  <a:gd name="connsiteX402" fmla="*/ 156245 w 5372199"/>
                  <a:gd name="connsiteY402" fmla="*/ 2745222 h 5390836"/>
                  <a:gd name="connsiteX403" fmla="*/ 145928 w 5372199"/>
                  <a:gd name="connsiteY403" fmla="*/ 2761721 h 5390836"/>
                  <a:gd name="connsiteX404" fmla="*/ 90241 w 5372199"/>
                  <a:gd name="connsiteY404" fmla="*/ 2786476 h 5390836"/>
                  <a:gd name="connsiteX405" fmla="*/ 22174 w 5372199"/>
                  <a:gd name="connsiteY405" fmla="*/ 2759654 h 5390836"/>
                  <a:gd name="connsiteX406" fmla="*/ 521 w 5372199"/>
                  <a:gd name="connsiteY406" fmla="*/ 2685404 h 5390836"/>
                  <a:gd name="connsiteX407" fmla="*/ 521 w 5372199"/>
                  <a:gd name="connsiteY407" fmla="*/ 2590540 h 5390836"/>
                  <a:gd name="connsiteX408" fmla="*/ 5076221 w 5372199"/>
                  <a:gd name="connsiteY408" fmla="*/ 2512595 h 5390836"/>
                  <a:gd name="connsiteX409" fmla="*/ 5259793 w 5372199"/>
                  <a:gd name="connsiteY409" fmla="*/ 2594069 h 5390836"/>
                  <a:gd name="connsiteX410" fmla="*/ 5370131 w 5372199"/>
                  <a:gd name="connsiteY410" fmla="*/ 2589942 h 5390836"/>
                  <a:gd name="connsiteX411" fmla="*/ 5371170 w 5372199"/>
                  <a:gd name="connsiteY411" fmla="*/ 2618819 h 5390836"/>
                  <a:gd name="connsiteX412" fmla="*/ 5372199 w 5372199"/>
                  <a:gd name="connsiteY412" fmla="*/ 2646654 h 5390836"/>
                  <a:gd name="connsiteX413" fmla="*/ 5262878 w 5372199"/>
                  <a:gd name="connsiteY413" fmla="*/ 2649751 h 5390836"/>
                  <a:gd name="connsiteX414" fmla="*/ 5084471 w 5372199"/>
                  <a:gd name="connsiteY414" fmla="*/ 2749781 h 5390836"/>
                  <a:gd name="connsiteX415" fmla="*/ 5083442 w 5372199"/>
                  <a:gd name="connsiteY415" fmla="*/ 2716781 h 5390836"/>
                  <a:gd name="connsiteX416" fmla="*/ 5082416 w 5372199"/>
                  <a:gd name="connsiteY416" fmla="*/ 2683781 h 5390836"/>
                  <a:gd name="connsiteX417" fmla="*/ 5206166 w 5372199"/>
                  <a:gd name="connsiteY417" fmla="*/ 2622942 h 5390836"/>
                  <a:gd name="connsiteX418" fmla="*/ 5207196 w 5372199"/>
                  <a:gd name="connsiteY418" fmla="*/ 2622942 h 5390836"/>
                  <a:gd name="connsiteX419" fmla="*/ 5078289 w 5372199"/>
                  <a:gd name="connsiteY419" fmla="*/ 2575502 h 5390836"/>
                  <a:gd name="connsiteX420" fmla="*/ 5077251 w 5372199"/>
                  <a:gd name="connsiteY420" fmla="*/ 2543527 h 5390836"/>
                  <a:gd name="connsiteX421" fmla="*/ 605887 w 5372199"/>
                  <a:gd name="connsiteY421" fmla="*/ 985886 h 5390836"/>
                  <a:gd name="connsiteX422" fmla="*/ 605887 w 5372199"/>
                  <a:gd name="connsiteY422" fmla="*/ 994136 h 5390836"/>
                  <a:gd name="connsiteX423" fmla="*/ 605887 w 5372199"/>
                  <a:gd name="connsiteY423" fmla="*/ 998261 h 5390836"/>
                  <a:gd name="connsiteX424" fmla="*/ 601762 w 5372199"/>
                  <a:gd name="connsiteY424" fmla="*/ 998261 h 5390836"/>
                  <a:gd name="connsiteX425" fmla="*/ 667763 w 5372199"/>
                  <a:gd name="connsiteY425" fmla="*/ 958039 h 5390836"/>
                  <a:gd name="connsiteX426" fmla="*/ 690446 w 5372199"/>
                  <a:gd name="connsiteY426" fmla="*/ 958039 h 5390836"/>
                  <a:gd name="connsiteX427" fmla="*/ 699735 w 5372199"/>
                  <a:gd name="connsiteY427" fmla="*/ 967329 h 5390836"/>
                  <a:gd name="connsiteX428" fmla="*/ 713139 w 5372199"/>
                  <a:gd name="connsiteY428" fmla="*/ 981761 h 5390836"/>
                  <a:gd name="connsiteX429" fmla="*/ 721389 w 5372199"/>
                  <a:gd name="connsiteY429" fmla="*/ 1003414 h 5390836"/>
                  <a:gd name="connsiteX430" fmla="*/ 735821 w 5372199"/>
                  <a:gd name="connsiteY430" fmla="*/ 1020943 h 5390836"/>
                  <a:gd name="connsiteX431" fmla="*/ 763668 w 5372199"/>
                  <a:gd name="connsiteY431" fmla="*/ 1049818 h 5390836"/>
                  <a:gd name="connsiteX432" fmla="*/ 779140 w 5372199"/>
                  <a:gd name="connsiteY432" fmla="*/ 1068386 h 5390836"/>
                  <a:gd name="connsiteX433" fmla="*/ 793572 w 5372199"/>
                  <a:gd name="connsiteY433" fmla="*/ 1083858 h 5390836"/>
                  <a:gd name="connsiteX434" fmla="*/ 806987 w 5372199"/>
                  <a:gd name="connsiteY434" fmla="*/ 1090040 h 5390836"/>
                  <a:gd name="connsiteX435" fmla="*/ 813169 w 5372199"/>
                  <a:gd name="connsiteY435" fmla="*/ 1090040 h 5390836"/>
                  <a:gd name="connsiteX436" fmla="*/ 824515 w 5372199"/>
                  <a:gd name="connsiteY436" fmla="*/ 1097261 h 5390836"/>
                  <a:gd name="connsiteX437" fmla="*/ 838948 w 5372199"/>
                  <a:gd name="connsiteY437" fmla="*/ 1120983 h 5390836"/>
                  <a:gd name="connsiteX438" fmla="*/ 844112 w 5372199"/>
                  <a:gd name="connsiteY438" fmla="*/ 1138512 h 5390836"/>
                  <a:gd name="connsiteX439" fmla="*/ 836890 w 5372199"/>
                  <a:gd name="connsiteY439" fmla="*/ 1171512 h 5390836"/>
                  <a:gd name="connsiteX440" fmla="*/ 836890 w 5372199"/>
                  <a:gd name="connsiteY440" fmla="*/ 1206570 h 5390836"/>
                  <a:gd name="connsiteX441" fmla="*/ 827612 w 5372199"/>
                  <a:gd name="connsiteY441" fmla="*/ 1233388 h 5390836"/>
                  <a:gd name="connsiteX442" fmla="*/ 819362 w 5372199"/>
                  <a:gd name="connsiteY442" fmla="*/ 1272570 h 5390836"/>
                  <a:gd name="connsiteX443" fmla="*/ 811112 w 5372199"/>
                  <a:gd name="connsiteY443" fmla="*/ 1294235 h 5390836"/>
                  <a:gd name="connsiteX444" fmla="*/ 811112 w 5372199"/>
                  <a:gd name="connsiteY444" fmla="*/ 1333418 h 5390836"/>
                  <a:gd name="connsiteX445" fmla="*/ 782236 w 5372199"/>
                  <a:gd name="connsiteY445" fmla="*/ 1333418 h 5390836"/>
                  <a:gd name="connsiteX446" fmla="*/ 765736 w 5372199"/>
                  <a:gd name="connsiteY446" fmla="*/ 1333418 h 5390836"/>
                  <a:gd name="connsiteX447" fmla="*/ 751293 w 5372199"/>
                  <a:gd name="connsiteY447" fmla="*/ 1325168 h 5390836"/>
                  <a:gd name="connsiteX448" fmla="*/ 736861 w 5372199"/>
                  <a:gd name="connsiteY448" fmla="*/ 1317946 h 5390836"/>
                  <a:gd name="connsiteX449" fmla="*/ 736861 w 5372199"/>
                  <a:gd name="connsiteY449" fmla="*/ 1304542 h 5390836"/>
                  <a:gd name="connsiteX450" fmla="*/ 744071 w 5372199"/>
                  <a:gd name="connsiteY450" fmla="*/ 1294235 h 5390836"/>
                  <a:gd name="connsiteX451" fmla="*/ 749225 w 5372199"/>
                  <a:gd name="connsiteY451" fmla="*/ 1272570 h 5390836"/>
                  <a:gd name="connsiteX452" fmla="*/ 757475 w 5372199"/>
                  <a:gd name="connsiteY452" fmla="*/ 1251945 h 5390836"/>
                  <a:gd name="connsiteX453" fmla="*/ 767793 w 5372199"/>
                  <a:gd name="connsiteY453" fmla="*/ 1211723 h 5390836"/>
                  <a:gd name="connsiteX454" fmla="*/ 767793 w 5372199"/>
                  <a:gd name="connsiteY454" fmla="*/ 1188012 h 5390836"/>
                  <a:gd name="connsiteX455" fmla="*/ 738918 w 5372199"/>
                  <a:gd name="connsiteY455" fmla="*/ 1163262 h 5390836"/>
                  <a:gd name="connsiteX456" fmla="*/ 728610 w 5372199"/>
                  <a:gd name="connsiteY456" fmla="*/ 1163262 h 5390836"/>
                  <a:gd name="connsiteX457" fmla="*/ 719321 w 5372199"/>
                  <a:gd name="connsiteY457" fmla="*/ 1177705 h 5390836"/>
                  <a:gd name="connsiteX458" fmla="*/ 712110 w 5372199"/>
                  <a:gd name="connsiteY458" fmla="*/ 1193166 h 5390836"/>
                  <a:gd name="connsiteX459" fmla="*/ 704889 w 5372199"/>
                  <a:gd name="connsiteY459" fmla="*/ 1203484 h 5390836"/>
                  <a:gd name="connsiteX460" fmla="*/ 695610 w 5372199"/>
                  <a:gd name="connsiteY460" fmla="*/ 1203484 h 5390836"/>
                  <a:gd name="connsiteX461" fmla="*/ 678070 w 5372199"/>
                  <a:gd name="connsiteY461" fmla="*/ 1192138 h 5390836"/>
                  <a:gd name="connsiteX462" fmla="*/ 665695 w 5372199"/>
                  <a:gd name="connsiteY462" fmla="*/ 1185945 h 5390836"/>
                  <a:gd name="connsiteX463" fmla="*/ 647138 w 5372199"/>
                  <a:gd name="connsiteY463" fmla="*/ 1165319 h 5390836"/>
                  <a:gd name="connsiteX464" fmla="*/ 647138 w 5372199"/>
                  <a:gd name="connsiteY464" fmla="*/ 1142637 h 5390836"/>
                  <a:gd name="connsiteX465" fmla="*/ 657445 w 5372199"/>
                  <a:gd name="connsiteY465" fmla="*/ 1120983 h 5390836"/>
                  <a:gd name="connsiteX466" fmla="*/ 667763 w 5372199"/>
                  <a:gd name="connsiteY466" fmla="*/ 1108608 h 5390836"/>
                  <a:gd name="connsiteX467" fmla="*/ 676013 w 5372199"/>
                  <a:gd name="connsiteY467" fmla="*/ 1084886 h 5390836"/>
                  <a:gd name="connsiteX468" fmla="*/ 667763 w 5372199"/>
                  <a:gd name="connsiteY468" fmla="*/ 1063233 h 5390836"/>
                  <a:gd name="connsiteX469" fmla="*/ 639916 w 5372199"/>
                  <a:gd name="connsiteY469" fmla="*/ 1027136 h 5390836"/>
                  <a:gd name="connsiteX470" fmla="*/ 612080 w 5372199"/>
                  <a:gd name="connsiteY470" fmla="*/ 1015789 h 5390836"/>
                  <a:gd name="connsiteX471" fmla="*/ 605887 w 5372199"/>
                  <a:gd name="connsiteY471" fmla="*/ 1010636 h 5390836"/>
                  <a:gd name="connsiteX472" fmla="*/ 605887 w 5372199"/>
                  <a:gd name="connsiteY472" fmla="*/ 998261 h 5390836"/>
                  <a:gd name="connsiteX473" fmla="*/ 607303 w 5372199"/>
                  <a:gd name="connsiteY473" fmla="*/ 998261 h 5390836"/>
                  <a:gd name="connsiteX474" fmla="*/ 615166 w 5372199"/>
                  <a:gd name="connsiteY474" fmla="*/ 998261 h 5390836"/>
                  <a:gd name="connsiteX475" fmla="*/ 630638 w 5372199"/>
                  <a:gd name="connsiteY475" fmla="*/ 984858 h 5390836"/>
                  <a:gd name="connsiteX476" fmla="*/ 644041 w 5372199"/>
                  <a:gd name="connsiteY476" fmla="*/ 970415 h 5390836"/>
                  <a:gd name="connsiteX477" fmla="*/ 655388 w 5372199"/>
                  <a:gd name="connsiteY477" fmla="*/ 963193 h 5390836"/>
                  <a:gd name="connsiteX478" fmla="*/ 667763 w 5372199"/>
                  <a:gd name="connsiteY478" fmla="*/ 958039 h 5390836"/>
                  <a:gd name="connsiteX479" fmla="*/ 4670338 w 5372199"/>
                  <a:gd name="connsiteY479" fmla="*/ 809159 h 5390836"/>
                  <a:gd name="connsiteX480" fmla="*/ 4680391 w 5372199"/>
                  <a:gd name="connsiteY480" fmla="*/ 812634 h 5390836"/>
                  <a:gd name="connsiteX481" fmla="*/ 4688641 w 5372199"/>
                  <a:gd name="connsiteY481" fmla="*/ 820884 h 5390836"/>
                  <a:gd name="connsiteX482" fmla="*/ 4695863 w 5372199"/>
                  <a:gd name="connsiteY482" fmla="*/ 820884 h 5390836"/>
                  <a:gd name="connsiteX483" fmla="*/ 4695863 w 5372199"/>
                  <a:gd name="connsiteY483" fmla="*/ 830174 h 5390836"/>
                  <a:gd name="connsiteX484" fmla="*/ 4687613 w 5372199"/>
                  <a:gd name="connsiteY484" fmla="*/ 841510 h 5390836"/>
                  <a:gd name="connsiteX485" fmla="*/ 4675238 w 5372199"/>
                  <a:gd name="connsiteY485" fmla="*/ 853885 h 5390836"/>
                  <a:gd name="connsiteX486" fmla="*/ 4668016 w 5372199"/>
                  <a:gd name="connsiteY486" fmla="*/ 861106 h 5390836"/>
                  <a:gd name="connsiteX487" fmla="*/ 4658737 w 5372199"/>
                  <a:gd name="connsiteY487" fmla="*/ 868328 h 5390836"/>
                  <a:gd name="connsiteX488" fmla="*/ 4647391 w 5372199"/>
                  <a:gd name="connsiteY488" fmla="*/ 878635 h 5390836"/>
                  <a:gd name="connsiteX489" fmla="*/ 4627794 w 5372199"/>
                  <a:gd name="connsiteY489" fmla="*/ 899260 h 5390836"/>
                  <a:gd name="connsiteX490" fmla="*/ 4616459 w 5372199"/>
                  <a:gd name="connsiteY490" fmla="*/ 914732 h 5390836"/>
                  <a:gd name="connsiteX491" fmla="*/ 4606141 w 5372199"/>
                  <a:gd name="connsiteY491" fmla="*/ 924011 h 5390836"/>
                  <a:gd name="connsiteX492" fmla="*/ 4589640 w 5372199"/>
                  <a:gd name="connsiteY492" fmla="*/ 932261 h 5390836"/>
                  <a:gd name="connsiteX493" fmla="*/ 4589640 w 5372199"/>
                  <a:gd name="connsiteY493" fmla="*/ 943608 h 5390836"/>
                  <a:gd name="connsiteX494" fmla="*/ 4604083 w 5372199"/>
                  <a:gd name="connsiteY494" fmla="*/ 951858 h 5390836"/>
                  <a:gd name="connsiteX495" fmla="*/ 4614391 w 5372199"/>
                  <a:gd name="connsiteY495" fmla="*/ 962176 h 5390836"/>
                  <a:gd name="connsiteX496" fmla="*/ 4632959 w 5372199"/>
                  <a:gd name="connsiteY496" fmla="*/ 975579 h 5390836"/>
                  <a:gd name="connsiteX497" fmla="*/ 4644294 w 5372199"/>
                  <a:gd name="connsiteY497" fmla="*/ 981762 h 5390836"/>
                  <a:gd name="connsiteX498" fmla="*/ 4655641 w 5372199"/>
                  <a:gd name="connsiteY498" fmla="*/ 981762 h 5390836"/>
                  <a:gd name="connsiteX499" fmla="*/ 4661834 w 5372199"/>
                  <a:gd name="connsiteY499" fmla="*/ 981762 h 5390836"/>
                  <a:gd name="connsiteX500" fmla="*/ 4653584 w 5372199"/>
                  <a:gd name="connsiteY500" fmla="*/ 970426 h 5390836"/>
                  <a:gd name="connsiteX501" fmla="*/ 4641209 w 5372199"/>
                  <a:gd name="connsiteY501" fmla="*/ 965261 h 5390836"/>
                  <a:gd name="connsiteX502" fmla="*/ 4647391 w 5372199"/>
                  <a:gd name="connsiteY502" fmla="*/ 954954 h 5390836"/>
                  <a:gd name="connsiteX503" fmla="*/ 4647391 w 5372199"/>
                  <a:gd name="connsiteY503" fmla="*/ 942579 h 5390836"/>
                  <a:gd name="connsiteX504" fmla="*/ 4633987 w 5372199"/>
                  <a:gd name="connsiteY504" fmla="*/ 948761 h 5390836"/>
                  <a:gd name="connsiteX505" fmla="*/ 4625250 w 5372199"/>
                  <a:gd name="connsiteY505" fmla="*/ 949313 h 5390836"/>
                  <a:gd name="connsiteX506" fmla="*/ 4624709 w 5372199"/>
                  <a:gd name="connsiteY506" fmla="*/ 948761 h 5390836"/>
                  <a:gd name="connsiteX507" fmla="*/ 4615419 w 5372199"/>
                  <a:gd name="connsiteY507" fmla="*/ 948761 h 5390836"/>
                  <a:gd name="connsiteX508" fmla="*/ 4621612 w 5372199"/>
                  <a:gd name="connsiteY508" fmla="*/ 932261 h 5390836"/>
                  <a:gd name="connsiteX509" fmla="*/ 4646362 w 5372199"/>
                  <a:gd name="connsiteY509" fmla="*/ 910607 h 5390836"/>
                  <a:gd name="connsiteX510" fmla="*/ 4659766 w 5372199"/>
                  <a:gd name="connsiteY510" fmla="*/ 893078 h 5390836"/>
                  <a:gd name="connsiteX511" fmla="*/ 4682459 w 5372199"/>
                  <a:gd name="connsiteY511" fmla="*/ 870385 h 5390836"/>
                  <a:gd name="connsiteX512" fmla="*/ 4688641 w 5372199"/>
                  <a:gd name="connsiteY512" fmla="*/ 862146 h 5390836"/>
                  <a:gd name="connsiteX513" fmla="*/ 4705141 w 5372199"/>
                  <a:gd name="connsiteY513" fmla="*/ 855953 h 5390836"/>
                  <a:gd name="connsiteX514" fmla="*/ 4716488 w 5372199"/>
                  <a:gd name="connsiteY514" fmla="*/ 855953 h 5390836"/>
                  <a:gd name="connsiteX515" fmla="*/ 4707209 w 5372199"/>
                  <a:gd name="connsiteY515" fmla="*/ 871424 h 5390836"/>
                  <a:gd name="connsiteX516" fmla="*/ 4702056 w 5372199"/>
                  <a:gd name="connsiteY516" fmla="*/ 881732 h 5390836"/>
                  <a:gd name="connsiteX517" fmla="*/ 4679363 w 5372199"/>
                  <a:gd name="connsiteY517" fmla="*/ 909579 h 5390836"/>
                  <a:gd name="connsiteX518" fmla="*/ 4679363 w 5372199"/>
                  <a:gd name="connsiteY518" fmla="*/ 918857 h 5390836"/>
                  <a:gd name="connsiteX519" fmla="*/ 4691738 w 5372199"/>
                  <a:gd name="connsiteY519" fmla="*/ 932261 h 5390836"/>
                  <a:gd name="connsiteX520" fmla="*/ 4691738 w 5372199"/>
                  <a:gd name="connsiteY520" fmla="*/ 943608 h 5390836"/>
                  <a:gd name="connsiteX521" fmla="*/ 4714420 w 5372199"/>
                  <a:gd name="connsiteY521" fmla="*/ 943608 h 5390836"/>
                  <a:gd name="connsiteX522" fmla="*/ 4723709 w 5372199"/>
                  <a:gd name="connsiteY522" fmla="*/ 922982 h 5390836"/>
                  <a:gd name="connsiteX523" fmla="*/ 4709266 w 5372199"/>
                  <a:gd name="connsiteY523" fmla="*/ 915761 h 5390836"/>
                  <a:gd name="connsiteX524" fmla="*/ 4698959 w 5372199"/>
                  <a:gd name="connsiteY524" fmla="*/ 915761 h 5390836"/>
                  <a:gd name="connsiteX525" fmla="*/ 4714420 w 5372199"/>
                  <a:gd name="connsiteY525" fmla="*/ 901328 h 5390836"/>
                  <a:gd name="connsiteX526" fmla="*/ 4731959 w 5372199"/>
                  <a:gd name="connsiteY526" fmla="*/ 893078 h 5390836"/>
                  <a:gd name="connsiteX527" fmla="*/ 4740209 w 5372199"/>
                  <a:gd name="connsiteY527" fmla="*/ 875549 h 5390836"/>
                  <a:gd name="connsiteX528" fmla="*/ 4757738 w 5372199"/>
                  <a:gd name="connsiteY528" fmla="*/ 875549 h 5390836"/>
                  <a:gd name="connsiteX529" fmla="*/ 4757738 w 5372199"/>
                  <a:gd name="connsiteY529" fmla="*/ 893078 h 5390836"/>
                  <a:gd name="connsiteX530" fmla="*/ 4783517 w 5372199"/>
                  <a:gd name="connsiteY530" fmla="*/ 893078 h 5390836"/>
                  <a:gd name="connsiteX531" fmla="*/ 4807239 w 5372199"/>
                  <a:gd name="connsiteY531" fmla="*/ 886885 h 5390836"/>
                  <a:gd name="connsiteX532" fmla="*/ 4814460 w 5372199"/>
                  <a:gd name="connsiteY532" fmla="*/ 893078 h 5390836"/>
                  <a:gd name="connsiteX533" fmla="*/ 4822710 w 5372199"/>
                  <a:gd name="connsiteY533" fmla="*/ 899260 h 5390836"/>
                  <a:gd name="connsiteX534" fmla="*/ 4815489 w 5372199"/>
                  <a:gd name="connsiteY534" fmla="*/ 903386 h 5390836"/>
                  <a:gd name="connsiteX535" fmla="*/ 4815489 w 5372199"/>
                  <a:gd name="connsiteY535" fmla="*/ 926079 h 5390836"/>
                  <a:gd name="connsiteX536" fmla="*/ 4793835 w 5372199"/>
                  <a:gd name="connsiteY536" fmla="*/ 935357 h 5390836"/>
                  <a:gd name="connsiteX537" fmla="*/ 4770113 w 5372199"/>
                  <a:gd name="connsiteY537" fmla="*/ 935357 h 5390836"/>
                  <a:gd name="connsiteX538" fmla="*/ 4756710 w 5372199"/>
                  <a:gd name="connsiteY538" fmla="*/ 946704 h 5390836"/>
                  <a:gd name="connsiteX539" fmla="*/ 4756710 w 5372199"/>
                  <a:gd name="connsiteY539" fmla="*/ 963204 h 5390836"/>
                  <a:gd name="connsiteX540" fmla="*/ 4713391 w 5372199"/>
                  <a:gd name="connsiteY540" fmla="*/ 976608 h 5390836"/>
                  <a:gd name="connsiteX541" fmla="*/ 4686584 w 5372199"/>
                  <a:gd name="connsiteY541" fmla="*/ 976608 h 5390836"/>
                  <a:gd name="connsiteX542" fmla="*/ 4692766 w 5372199"/>
                  <a:gd name="connsiteY542" fmla="*/ 997233 h 5390836"/>
                  <a:gd name="connsiteX543" fmla="*/ 4687613 w 5372199"/>
                  <a:gd name="connsiteY543" fmla="*/ 1013733 h 5390836"/>
                  <a:gd name="connsiteX544" fmla="*/ 4711334 w 5372199"/>
                  <a:gd name="connsiteY544" fmla="*/ 1013733 h 5390836"/>
                  <a:gd name="connsiteX545" fmla="*/ 4705141 w 5372199"/>
                  <a:gd name="connsiteY545" fmla="*/ 999301 h 5390836"/>
                  <a:gd name="connsiteX546" fmla="*/ 4714420 w 5372199"/>
                  <a:gd name="connsiteY546" fmla="*/ 985887 h 5390836"/>
                  <a:gd name="connsiteX547" fmla="*/ 4726795 w 5372199"/>
                  <a:gd name="connsiteY547" fmla="*/ 985887 h 5390836"/>
                  <a:gd name="connsiteX548" fmla="*/ 4739181 w 5372199"/>
                  <a:gd name="connsiteY548" fmla="*/ 985887 h 5390836"/>
                  <a:gd name="connsiteX549" fmla="*/ 4749488 w 5372199"/>
                  <a:gd name="connsiteY549" fmla="*/ 974551 h 5390836"/>
                  <a:gd name="connsiteX550" fmla="*/ 4763920 w 5372199"/>
                  <a:gd name="connsiteY550" fmla="*/ 979704 h 5390836"/>
                  <a:gd name="connsiteX551" fmla="*/ 4778363 w 5372199"/>
                  <a:gd name="connsiteY551" fmla="*/ 979704 h 5390836"/>
                  <a:gd name="connsiteX552" fmla="*/ 4789710 w 5372199"/>
                  <a:gd name="connsiteY552" fmla="*/ 973511 h 5390836"/>
                  <a:gd name="connsiteX553" fmla="*/ 4800017 w 5372199"/>
                  <a:gd name="connsiteY553" fmla="*/ 949800 h 5390836"/>
                  <a:gd name="connsiteX554" fmla="*/ 4852614 w 5372199"/>
                  <a:gd name="connsiteY554" fmla="*/ 968358 h 5390836"/>
                  <a:gd name="connsiteX555" fmla="*/ 4860864 w 5372199"/>
                  <a:gd name="connsiteY555" fmla="*/ 968358 h 5390836"/>
                  <a:gd name="connsiteX556" fmla="*/ 4872210 w 5372199"/>
                  <a:gd name="connsiteY556" fmla="*/ 977637 h 5390836"/>
                  <a:gd name="connsiteX557" fmla="*/ 4872210 w 5372199"/>
                  <a:gd name="connsiteY557" fmla="*/ 996205 h 5390836"/>
                  <a:gd name="connsiteX558" fmla="*/ 4866017 w 5372199"/>
                  <a:gd name="connsiteY558" fmla="*/ 1006512 h 5390836"/>
                  <a:gd name="connsiteX559" fmla="*/ 4850546 w 5372199"/>
                  <a:gd name="connsiteY559" fmla="*/ 1019926 h 5390836"/>
                  <a:gd name="connsiteX560" fmla="*/ 4822710 w 5372199"/>
                  <a:gd name="connsiteY560" fmla="*/ 1019926 h 5390836"/>
                  <a:gd name="connsiteX561" fmla="*/ 4781460 w 5372199"/>
                  <a:gd name="connsiteY561" fmla="*/ 1035387 h 5390836"/>
                  <a:gd name="connsiteX562" fmla="*/ 4767017 w 5372199"/>
                  <a:gd name="connsiteY562" fmla="*/ 1041580 h 5390836"/>
                  <a:gd name="connsiteX563" fmla="*/ 4752585 w 5372199"/>
                  <a:gd name="connsiteY563" fmla="*/ 1049830 h 5390836"/>
                  <a:gd name="connsiteX564" fmla="*/ 4734016 w 5372199"/>
                  <a:gd name="connsiteY564" fmla="*/ 1062205 h 5390836"/>
                  <a:gd name="connsiteX565" fmla="*/ 4739181 w 5372199"/>
                  <a:gd name="connsiteY565" fmla="*/ 1071484 h 5390836"/>
                  <a:gd name="connsiteX566" fmla="*/ 4759806 w 5372199"/>
                  <a:gd name="connsiteY566" fmla="*/ 1077677 h 5390836"/>
                  <a:gd name="connsiteX567" fmla="*/ 4769085 w 5372199"/>
                  <a:gd name="connsiteY567" fmla="*/ 1086956 h 5390836"/>
                  <a:gd name="connsiteX568" fmla="*/ 4769085 w 5372199"/>
                  <a:gd name="connsiteY568" fmla="*/ 1100359 h 5390836"/>
                  <a:gd name="connsiteX569" fmla="*/ 4775267 w 5372199"/>
                  <a:gd name="connsiteY569" fmla="*/ 1111706 h 5390836"/>
                  <a:gd name="connsiteX570" fmla="*/ 4775267 w 5372199"/>
                  <a:gd name="connsiteY570" fmla="*/ 1125110 h 5390836"/>
                  <a:gd name="connsiteX571" fmla="*/ 4757738 w 5372199"/>
                  <a:gd name="connsiteY571" fmla="*/ 1151928 h 5390836"/>
                  <a:gd name="connsiteX572" fmla="*/ 4731959 w 5372199"/>
                  <a:gd name="connsiteY572" fmla="*/ 1165332 h 5390836"/>
                  <a:gd name="connsiteX573" fmla="*/ 4694834 w 5372199"/>
                  <a:gd name="connsiteY573" fmla="*/ 1141610 h 5390836"/>
                  <a:gd name="connsiteX574" fmla="*/ 4681430 w 5372199"/>
                  <a:gd name="connsiteY574" fmla="*/ 1135428 h 5390836"/>
                  <a:gd name="connsiteX575" fmla="*/ 4671112 w 5372199"/>
                  <a:gd name="connsiteY575" fmla="*/ 1123053 h 5390836"/>
                  <a:gd name="connsiteX576" fmla="*/ 4656669 w 5372199"/>
                  <a:gd name="connsiteY576" fmla="*/ 1107581 h 5390836"/>
                  <a:gd name="connsiteX577" fmla="*/ 4612333 w 5372199"/>
                  <a:gd name="connsiteY577" fmla="*/ 1098302 h 5390836"/>
                  <a:gd name="connsiteX578" fmla="*/ 4592737 w 5372199"/>
                  <a:gd name="connsiteY578" fmla="*/ 1098302 h 5390836"/>
                  <a:gd name="connsiteX579" fmla="*/ 4567987 w 5372199"/>
                  <a:gd name="connsiteY579" fmla="*/ 1098302 h 5390836"/>
                  <a:gd name="connsiteX580" fmla="*/ 4550458 w 5372199"/>
                  <a:gd name="connsiteY580" fmla="*/ 1109638 h 5390836"/>
                  <a:gd name="connsiteX581" fmla="*/ 4550458 w 5372199"/>
                  <a:gd name="connsiteY581" fmla="*/ 1118928 h 5390836"/>
                  <a:gd name="connsiteX582" fmla="*/ 4569015 w 5372199"/>
                  <a:gd name="connsiteY582" fmla="*/ 1127178 h 5390836"/>
                  <a:gd name="connsiteX583" fmla="*/ 4581390 w 5372199"/>
                  <a:gd name="connsiteY583" fmla="*/ 1127178 h 5390836"/>
                  <a:gd name="connsiteX584" fmla="*/ 4587583 w 5372199"/>
                  <a:gd name="connsiteY584" fmla="*/ 1149860 h 5390836"/>
                  <a:gd name="connsiteX585" fmla="*/ 4595833 w 5372199"/>
                  <a:gd name="connsiteY585" fmla="*/ 1170485 h 5390836"/>
                  <a:gd name="connsiteX586" fmla="*/ 4595833 w 5372199"/>
                  <a:gd name="connsiteY586" fmla="*/ 1181832 h 5390836"/>
                  <a:gd name="connsiteX587" fmla="*/ 4577265 w 5372199"/>
                  <a:gd name="connsiteY587" fmla="*/ 1192139 h 5390836"/>
                  <a:gd name="connsiteX588" fmla="*/ 4560765 w 5372199"/>
                  <a:gd name="connsiteY588" fmla="*/ 1192139 h 5390836"/>
                  <a:gd name="connsiteX589" fmla="*/ 4543237 w 5372199"/>
                  <a:gd name="connsiteY589" fmla="*/ 1178736 h 5390836"/>
                  <a:gd name="connsiteX590" fmla="*/ 4529833 w 5372199"/>
                  <a:gd name="connsiteY590" fmla="*/ 1171514 h 5390836"/>
                  <a:gd name="connsiteX591" fmla="*/ 4495793 w 5372199"/>
                  <a:gd name="connsiteY591" fmla="*/ 1157082 h 5390836"/>
                  <a:gd name="connsiteX592" fmla="*/ 4480332 w 5372199"/>
                  <a:gd name="connsiteY592" fmla="*/ 1174611 h 5390836"/>
                  <a:gd name="connsiteX593" fmla="*/ 4463832 w 5372199"/>
                  <a:gd name="connsiteY593" fmla="*/ 1185957 h 5390836"/>
                  <a:gd name="connsiteX594" fmla="*/ 4443207 w 5372199"/>
                  <a:gd name="connsiteY594" fmla="*/ 1198332 h 5390836"/>
                  <a:gd name="connsiteX595" fmla="*/ 4426707 w 5372199"/>
                  <a:gd name="connsiteY595" fmla="*/ 1198332 h 5390836"/>
                  <a:gd name="connsiteX596" fmla="*/ 4390610 w 5372199"/>
                  <a:gd name="connsiteY596" fmla="*/ 1208640 h 5390836"/>
                  <a:gd name="connsiteX597" fmla="*/ 4367928 w 5372199"/>
                  <a:gd name="connsiteY597" fmla="*/ 1196264 h 5390836"/>
                  <a:gd name="connsiteX598" fmla="*/ 4350389 w 5372199"/>
                  <a:gd name="connsiteY598" fmla="*/ 1184929 h 5390836"/>
                  <a:gd name="connsiteX599" fmla="*/ 4329763 w 5372199"/>
                  <a:gd name="connsiteY599" fmla="*/ 1163275 h 5390836"/>
                  <a:gd name="connsiteX600" fmla="*/ 4342139 w 5372199"/>
                  <a:gd name="connsiteY600" fmla="*/ 1149860 h 5390836"/>
                  <a:gd name="connsiteX601" fmla="*/ 4342139 w 5372199"/>
                  <a:gd name="connsiteY601" fmla="*/ 1110678 h 5390836"/>
                  <a:gd name="connsiteX602" fmla="*/ 4358639 w 5372199"/>
                  <a:gd name="connsiteY602" fmla="*/ 1116860 h 5390836"/>
                  <a:gd name="connsiteX603" fmla="*/ 4388553 w 5372199"/>
                  <a:gd name="connsiteY603" fmla="*/ 1138514 h 5390836"/>
                  <a:gd name="connsiteX604" fmla="*/ 4445264 w 5372199"/>
                  <a:gd name="connsiteY604" fmla="*/ 1126138 h 5390836"/>
                  <a:gd name="connsiteX605" fmla="*/ 4445264 w 5372199"/>
                  <a:gd name="connsiteY605" fmla="*/ 1112735 h 5390836"/>
                  <a:gd name="connsiteX606" fmla="*/ 4422582 w 5372199"/>
                  <a:gd name="connsiteY606" fmla="*/ 1095206 h 5390836"/>
                  <a:gd name="connsiteX607" fmla="*/ 4399889 w 5372199"/>
                  <a:gd name="connsiteY607" fmla="*/ 1078706 h 5390836"/>
                  <a:gd name="connsiteX608" fmla="*/ 4378235 w 5372199"/>
                  <a:gd name="connsiteY608" fmla="*/ 1067359 h 5390836"/>
                  <a:gd name="connsiteX609" fmla="*/ 4367928 w 5372199"/>
                  <a:gd name="connsiteY609" fmla="*/ 1048802 h 5390836"/>
                  <a:gd name="connsiteX610" fmla="*/ 4367928 w 5372199"/>
                  <a:gd name="connsiteY610" fmla="*/ 1038484 h 5390836"/>
                  <a:gd name="connsiteX611" fmla="*/ 4378235 w 5372199"/>
                  <a:gd name="connsiteY611" fmla="*/ 1026108 h 5390836"/>
                  <a:gd name="connsiteX612" fmla="*/ 4395764 w 5372199"/>
                  <a:gd name="connsiteY612" fmla="*/ 1015790 h 5390836"/>
                  <a:gd name="connsiteX613" fmla="*/ 4424639 w 5372199"/>
                  <a:gd name="connsiteY613" fmla="*/ 1023012 h 5390836"/>
                  <a:gd name="connsiteX614" fmla="*/ 4433929 w 5372199"/>
                  <a:gd name="connsiteY614" fmla="*/ 1039512 h 5390836"/>
                  <a:gd name="connsiteX615" fmla="*/ 4454543 w 5372199"/>
                  <a:gd name="connsiteY615" fmla="*/ 1045705 h 5390836"/>
                  <a:gd name="connsiteX616" fmla="*/ 4474140 w 5372199"/>
                  <a:gd name="connsiteY616" fmla="*/ 1057041 h 5390836"/>
                  <a:gd name="connsiteX617" fmla="*/ 4488583 w 5372199"/>
                  <a:gd name="connsiteY617" fmla="*/ 1062205 h 5390836"/>
                  <a:gd name="connsiteX618" fmla="*/ 4496833 w 5372199"/>
                  <a:gd name="connsiteY618" fmla="*/ 1062205 h 5390836"/>
                  <a:gd name="connsiteX619" fmla="*/ 4510236 w 5372199"/>
                  <a:gd name="connsiteY619" fmla="*/ 1052927 h 5390836"/>
                  <a:gd name="connsiteX620" fmla="*/ 4526736 w 5372199"/>
                  <a:gd name="connsiteY620" fmla="*/ 1045705 h 5390836"/>
                  <a:gd name="connsiteX621" fmla="*/ 4518486 w 5372199"/>
                  <a:gd name="connsiteY621" fmla="*/ 1035387 h 5390836"/>
                  <a:gd name="connsiteX622" fmla="*/ 4501986 w 5372199"/>
                  <a:gd name="connsiteY622" fmla="*/ 1035387 h 5390836"/>
                  <a:gd name="connsiteX623" fmla="*/ 4485486 w 5372199"/>
                  <a:gd name="connsiteY623" fmla="*/ 1030234 h 5390836"/>
                  <a:gd name="connsiteX624" fmla="*/ 4476207 w 5372199"/>
                  <a:gd name="connsiteY624" fmla="*/ 1019926 h 5390836"/>
                  <a:gd name="connsiteX625" fmla="*/ 4476207 w 5372199"/>
                  <a:gd name="connsiteY625" fmla="*/ 1007551 h 5390836"/>
                  <a:gd name="connsiteX626" fmla="*/ 4492708 w 5372199"/>
                  <a:gd name="connsiteY626" fmla="*/ 998262 h 5390836"/>
                  <a:gd name="connsiteX627" fmla="*/ 4526736 w 5372199"/>
                  <a:gd name="connsiteY627" fmla="*/ 984858 h 5390836"/>
                  <a:gd name="connsiteX628" fmla="*/ 4541169 w 5372199"/>
                  <a:gd name="connsiteY628" fmla="*/ 999301 h 5390836"/>
                  <a:gd name="connsiteX629" fmla="*/ 4550458 w 5372199"/>
                  <a:gd name="connsiteY629" fmla="*/ 999301 h 5390836"/>
                  <a:gd name="connsiteX630" fmla="*/ 4563862 w 5372199"/>
                  <a:gd name="connsiteY630" fmla="*/ 1011676 h 5390836"/>
                  <a:gd name="connsiteX631" fmla="*/ 4582419 w 5372199"/>
                  <a:gd name="connsiteY631" fmla="*/ 1023012 h 5390836"/>
                  <a:gd name="connsiteX632" fmla="*/ 4594805 w 5372199"/>
                  <a:gd name="connsiteY632" fmla="*/ 1032291 h 5390836"/>
                  <a:gd name="connsiteX633" fmla="*/ 4607180 w 5372199"/>
                  <a:gd name="connsiteY633" fmla="*/ 1039512 h 5390836"/>
                  <a:gd name="connsiteX634" fmla="*/ 4616459 w 5372199"/>
                  <a:gd name="connsiteY634" fmla="*/ 1039512 h 5390836"/>
                  <a:gd name="connsiteX635" fmla="*/ 4628834 w 5372199"/>
                  <a:gd name="connsiteY635" fmla="*/ 1052927 h 5390836"/>
                  <a:gd name="connsiteX636" fmla="*/ 4640169 w 5372199"/>
                  <a:gd name="connsiteY636" fmla="*/ 1063234 h 5390836"/>
                  <a:gd name="connsiteX637" fmla="*/ 4647391 w 5372199"/>
                  <a:gd name="connsiteY637" fmla="*/ 1076638 h 5390836"/>
                  <a:gd name="connsiteX638" fmla="*/ 4665959 w 5372199"/>
                  <a:gd name="connsiteY638" fmla="*/ 1083859 h 5390836"/>
                  <a:gd name="connsiteX639" fmla="*/ 4685545 w 5372199"/>
                  <a:gd name="connsiteY639" fmla="*/ 1078706 h 5390836"/>
                  <a:gd name="connsiteX640" fmla="*/ 4668016 w 5372199"/>
                  <a:gd name="connsiteY640" fmla="*/ 1064263 h 5390836"/>
                  <a:gd name="connsiteX641" fmla="*/ 4649459 w 5372199"/>
                  <a:gd name="connsiteY641" fmla="*/ 1048802 h 5390836"/>
                  <a:gd name="connsiteX642" fmla="*/ 4620584 w 5372199"/>
                  <a:gd name="connsiteY642" fmla="*/ 1024051 h 5390836"/>
                  <a:gd name="connsiteX643" fmla="*/ 4605112 w 5372199"/>
                  <a:gd name="connsiteY643" fmla="*/ 1013733 h 5390836"/>
                  <a:gd name="connsiteX644" fmla="*/ 4589640 w 5372199"/>
                  <a:gd name="connsiteY644" fmla="*/ 1002387 h 5390836"/>
                  <a:gd name="connsiteX645" fmla="*/ 4565930 w 5372199"/>
                  <a:gd name="connsiteY645" fmla="*/ 982801 h 5390836"/>
                  <a:gd name="connsiteX646" fmla="*/ 4519515 w 5372199"/>
                  <a:gd name="connsiteY646" fmla="*/ 955983 h 5390836"/>
                  <a:gd name="connsiteX647" fmla="*/ 4496833 w 5372199"/>
                  <a:gd name="connsiteY647" fmla="*/ 955983 h 5390836"/>
                  <a:gd name="connsiteX648" fmla="*/ 4453514 w 5372199"/>
                  <a:gd name="connsiteY648" fmla="*/ 947732 h 5390836"/>
                  <a:gd name="connsiteX649" fmla="*/ 4448361 w 5372199"/>
                  <a:gd name="connsiteY649" fmla="*/ 934329 h 5390836"/>
                  <a:gd name="connsiteX650" fmla="*/ 4464861 w 5372199"/>
                  <a:gd name="connsiteY650" fmla="*/ 904425 h 5390836"/>
                  <a:gd name="connsiteX651" fmla="*/ 4488583 w 5372199"/>
                  <a:gd name="connsiteY651" fmla="*/ 882760 h 5390836"/>
                  <a:gd name="connsiteX652" fmla="*/ 4501986 w 5372199"/>
                  <a:gd name="connsiteY652" fmla="*/ 882760 h 5390836"/>
                  <a:gd name="connsiteX653" fmla="*/ 4512304 w 5372199"/>
                  <a:gd name="connsiteY653" fmla="*/ 882760 h 5390836"/>
                  <a:gd name="connsiteX654" fmla="*/ 4555612 w 5372199"/>
                  <a:gd name="connsiteY654" fmla="*/ 873482 h 5390836"/>
                  <a:gd name="connsiteX655" fmla="*/ 4560765 w 5372199"/>
                  <a:gd name="connsiteY655" fmla="*/ 873482 h 5390836"/>
                  <a:gd name="connsiteX656" fmla="*/ 4542208 w 5372199"/>
                  <a:gd name="connsiteY656" fmla="*/ 897203 h 5390836"/>
                  <a:gd name="connsiteX657" fmla="*/ 4541472 w 5372199"/>
                  <a:gd name="connsiteY657" fmla="*/ 908853 h 5390836"/>
                  <a:gd name="connsiteX658" fmla="*/ 4542208 w 5372199"/>
                  <a:gd name="connsiteY658" fmla="*/ 909579 h 5390836"/>
                  <a:gd name="connsiteX659" fmla="*/ 4561805 w 5372199"/>
                  <a:gd name="connsiteY659" fmla="*/ 917829 h 5390836"/>
                  <a:gd name="connsiteX660" fmla="*/ 4571083 w 5372199"/>
                  <a:gd name="connsiteY660" fmla="*/ 917829 h 5390836"/>
                  <a:gd name="connsiteX661" fmla="*/ 4577265 w 5372199"/>
                  <a:gd name="connsiteY661" fmla="*/ 904425 h 5390836"/>
                  <a:gd name="connsiteX662" fmla="*/ 4589640 w 5372199"/>
                  <a:gd name="connsiteY662" fmla="*/ 888953 h 5390836"/>
                  <a:gd name="connsiteX663" fmla="*/ 4620584 w 5372199"/>
                  <a:gd name="connsiteY663" fmla="*/ 863174 h 5390836"/>
                  <a:gd name="connsiteX664" fmla="*/ 4649459 w 5372199"/>
                  <a:gd name="connsiteY664" fmla="*/ 832231 h 5390836"/>
                  <a:gd name="connsiteX665" fmla="*/ 4664930 w 5372199"/>
                  <a:gd name="connsiteY665" fmla="*/ 812634 h 5390836"/>
                  <a:gd name="connsiteX666" fmla="*/ 4670338 w 5372199"/>
                  <a:gd name="connsiteY666" fmla="*/ 809159 h 5390836"/>
                  <a:gd name="connsiteX667" fmla="*/ 770888 w 5372199"/>
                  <a:gd name="connsiteY667" fmla="*/ 804383 h 5390836"/>
                  <a:gd name="connsiteX668" fmla="*/ 782234 w 5372199"/>
                  <a:gd name="connsiteY668" fmla="*/ 804383 h 5390836"/>
                  <a:gd name="connsiteX669" fmla="*/ 804917 w 5372199"/>
                  <a:gd name="connsiteY669" fmla="*/ 816759 h 5390836"/>
                  <a:gd name="connsiteX670" fmla="*/ 817292 w 5372199"/>
                  <a:gd name="connsiteY670" fmla="*/ 853884 h 5390836"/>
                  <a:gd name="connsiteX671" fmla="*/ 827610 w 5372199"/>
                  <a:gd name="connsiteY671" fmla="*/ 868327 h 5390836"/>
                  <a:gd name="connsiteX672" fmla="*/ 842042 w 5372199"/>
                  <a:gd name="connsiteY672" fmla="*/ 861105 h 5390836"/>
                  <a:gd name="connsiteX673" fmla="*/ 842042 w 5372199"/>
                  <a:gd name="connsiteY673" fmla="*/ 843576 h 5390836"/>
                  <a:gd name="connsiteX674" fmla="*/ 864735 w 5372199"/>
                  <a:gd name="connsiteY674" fmla="*/ 832230 h 5390836"/>
                  <a:gd name="connsiteX675" fmla="*/ 893610 w 5372199"/>
                  <a:gd name="connsiteY675" fmla="*/ 839441 h 5390836"/>
                  <a:gd name="connsiteX676" fmla="*/ 909071 w 5372199"/>
                  <a:gd name="connsiteY676" fmla="*/ 849759 h 5390836"/>
                  <a:gd name="connsiteX677" fmla="*/ 909071 w 5372199"/>
                  <a:gd name="connsiteY677" fmla="*/ 862134 h 5390836"/>
                  <a:gd name="connsiteX678" fmla="*/ 899793 w 5372199"/>
                  <a:gd name="connsiteY678" fmla="*/ 877606 h 5390836"/>
                  <a:gd name="connsiteX679" fmla="*/ 899793 w 5372199"/>
                  <a:gd name="connsiteY679" fmla="*/ 895134 h 5390836"/>
                  <a:gd name="connsiteX680" fmla="*/ 899793 w 5372199"/>
                  <a:gd name="connsiteY680" fmla="*/ 918856 h 5390836"/>
                  <a:gd name="connsiteX681" fmla="*/ 888457 w 5372199"/>
                  <a:gd name="connsiteY681" fmla="*/ 952885 h 5390836"/>
                  <a:gd name="connsiteX682" fmla="*/ 907014 w 5372199"/>
                  <a:gd name="connsiteY682" fmla="*/ 985885 h 5390836"/>
                  <a:gd name="connsiteX683" fmla="*/ 920418 w 5372199"/>
                  <a:gd name="connsiteY683" fmla="*/ 997232 h 5390836"/>
                  <a:gd name="connsiteX684" fmla="*/ 949293 w 5372199"/>
                  <a:gd name="connsiteY684" fmla="*/ 1010636 h 5390836"/>
                  <a:gd name="connsiteX685" fmla="*/ 974043 w 5372199"/>
                  <a:gd name="connsiteY685" fmla="*/ 1000318 h 5390836"/>
                  <a:gd name="connsiteX686" fmla="*/ 988486 w 5372199"/>
                  <a:gd name="connsiteY686" fmla="*/ 988982 h 5390836"/>
                  <a:gd name="connsiteX687" fmla="*/ 998794 w 5372199"/>
                  <a:gd name="connsiteY687" fmla="*/ 981760 h 5390836"/>
                  <a:gd name="connsiteX688" fmla="*/ 1011169 w 5372199"/>
                  <a:gd name="connsiteY688" fmla="*/ 975578 h 5390836"/>
                  <a:gd name="connsiteX689" fmla="*/ 1025612 w 5372199"/>
                  <a:gd name="connsiteY689" fmla="*/ 962164 h 5390836"/>
                  <a:gd name="connsiteX690" fmla="*/ 1051391 w 5372199"/>
                  <a:gd name="connsiteY690" fmla="*/ 971442 h 5390836"/>
                  <a:gd name="connsiteX691" fmla="*/ 1065834 w 5372199"/>
                  <a:gd name="connsiteY691" fmla="*/ 998260 h 5390836"/>
                  <a:gd name="connsiteX692" fmla="*/ 1073044 w 5372199"/>
                  <a:gd name="connsiteY692" fmla="*/ 1016828 h 5390836"/>
                  <a:gd name="connsiteX693" fmla="*/ 1061698 w 5372199"/>
                  <a:gd name="connsiteY693" fmla="*/ 1034357 h 5390836"/>
                  <a:gd name="connsiteX694" fmla="*/ 1051391 w 5372199"/>
                  <a:gd name="connsiteY694" fmla="*/ 1052914 h 5390836"/>
                  <a:gd name="connsiteX695" fmla="*/ 1035919 w 5372199"/>
                  <a:gd name="connsiteY695" fmla="*/ 1059107 h 5390836"/>
                  <a:gd name="connsiteX696" fmla="*/ 1019419 w 5372199"/>
                  <a:gd name="connsiteY696" fmla="*/ 1074568 h 5390836"/>
                  <a:gd name="connsiteX697" fmla="*/ 1003947 w 5372199"/>
                  <a:gd name="connsiteY697" fmla="*/ 1090039 h 5390836"/>
                  <a:gd name="connsiteX698" fmla="*/ 987447 w 5372199"/>
                  <a:gd name="connsiteY698" fmla="*/ 1100357 h 5390836"/>
                  <a:gd name="connsiteX699" fmla="*/ 967861 w 5372199"/>
                  <a:gd name="connsiteY699" fmla="*/ 1118915 h 5390836"/>
                  <a:gd name="connsiteX700" fmla="*/ 952390 w 5372199"/>
                  <a:gd name="connsiteY700" fmla="*/ 1124079 h 5390836"/>
                  <a:gd name="connsiteX701" fmla="*/ 928668 w 5372199"/>
                  <a:gd name="connsiteY701" fmla="*/ 1124079 h 5390836"/>
                  <a:gd name="connsiteX702" fmla="*/ 910111 w 5372199"/>
                  <a:gd name="connsiteY702" fmla="*/ 1108607 h 5390836"/>
                  <a:gd name="connsiteX703" fmla="*/ 885360 w 5372199"/>
                  <a:gd name="connsiteY703" fmla="*/ 1093136 h 5390836"/>
                  <a:gd name="connsiteX704" fmla="*/ 870917 w 5372199"/>
                  <a:gd name="connsiteY704" fmla="*/ 1081789 h 5390836"/>
                  <a:gd name="connsiteX705" fmla="*/ 856485 w 5372199"/>
                  <a:gd name="connsiteY705" fmla="*/ 1071482 h 5390836"/>
                  <a:gd name="connsiteX706" fmla="*/ 835849 w 5372199"/>
                  <a:gd name="connsiteY706" fmla="*/ 1056010 h 5390836"/>
                  <a:gd name="connsiteX707" fmla="*/ 809042 w 5372199"/>
                  <a:gd name="connsiteY707" fmla="*/ 1020953 h 5390836"/>
                  <a:gd name="connsiteX708" fmla="*/ 803888 w 5372199"/>
                  <a:gd name="connsiteY708" fmla="*/ 1007539 h 5390836"/>
                  <a:gd name="connsiteX709" fmla="*/ 790484 w 5372199"/>
                  <a:gd name="connsiteY709" fmla="*/ 988982 h 5390836"/>
                  <a:gd name="connsiteX710" fmla="*/ 778109 w 5372199"/>
                  <a:gd name="connsiteY710" fmla="*/ 970414 h 5390836"/>
                  <a:gd name="connsiteX711" fmla="*/ 753359 w 5372199"/>
                  <a:gd name="connsiteY711" fmla="*/ 944635 h 5390836"/>
                  <a:gd name="connsiteX712" fmla="*/ 740984 w 5372199"/>
                  <a:gd name="connsiteY712" fmla="*/ 927106 h 5390836"/>
                  <a:gd name="connsiteX713" fmla="*/ 721387 w 5372199"/>
                  <a:gd name="connsiteY713" fmla="*/ 898231 h 5390836"/>
                  <a:gd name="connsiteX714" fmla="*/ 704887 w 5372199"/>
                  <a:gd name="connsiteY714" fmla="*/ 881731 h 5390836"/>
                  <a:gd name="connsiteX715" fmla="*/ 704887 w 5372199"/>
                  <a:gd name="connsiteY715" fmla="*/ 865230 h 5390836"/>
                  <a:gd name="connsiteX716" fmla="*/ 719319 w 5372199"/>
                  <a:gd name="connsiteY716" fmla="*/ 854912 h 5390836"/>
                  <a:gd name="connsiteX717" fmla="*/ 727580 w 5372199"/>
                  <a:gd name="connsiteY717" fmla="*/ 841508 h 5390836"/>
                  <a:gd name="connsiteX718" fmla="*/ 738916 w 5372199"/>
                  <a:gd name="connsiteY718" fmla="*/ 833259 h 5390836"/>
                  <a:gd name="connsiteX719" fmla="*/ 748194 w 5372199"/>
                  <a:gd name="connsiteY719" fmla="*/ 818815 h 5390836"/>
                  <a:gd name="connsiteX720" fmla="*/ 748194 w 5372199"/>
                  <a:gd name="connsiteY720" fmla="*/ 810576 h 5390836"/>
                  <a:gd name="connsiteX721" fmla="*/ 761609 w 5372199"/>
                  <a:gd name="connsiteY721" fmla="*/ 810576 h 5390836"/>
                  <a:gd name="connsiteX722" fmla="*/ 770888 w 5372199"/>
                  <a:gd name="connsiteY722" fmla="*/ 804383 h 5390836"/>
                  <a:gd name="connsiteX723" fmla="*/ 1449455 w 5372199"/>
                  <a:gd name="connsiteY723" fmla="*/ 662074 h 5390836"/>
                  <a:gd name="connsiteX724" fmla="*/ 1457705 w 5372199"/>
                  <a:gd name="connsiteY724" fmla="*/ 662074 h 5390836"/>
                  <a:gd name="connsiteX725" fmla="*/ 1457705 w 5372199"/>
                  <a:gd name="connsiteY725" fmla="*/ 673421 h 5390836"/>
                  <a:gd name="connsiteX726" fmla="*/ 1462859 w 5372199"/>
                  <a:gd name="connsiteY726" fmla="*/ 685795 h 5390836"/>
                  <a:gd name="connsiteX727" fmla="*/ 1462859 w 5372199"/>
                  <a:gd name="connsiteY727" fmla="*/ 698171 h 5390836"/>
                  <a:gd name="connsiteX728" fmla="*/ 1457705 w 5372199"/>
                  <a:gd name="connsiteY728" fmla="*/ 709517 h 5390836"/>
                  <a:gd name="connsiteX729" fmla="*/ 1457705 w 5372199"/>
                  <a:gd name="connsiteY729" fmla="*/ 729114 h 5390836"/>
                  <a:gd name="connsiteX730" fmla="*/ 1451512 w 5372199"/>
                  <a:gd name="connsiteY730" fmla="*/ 743546 h 5390836"/>
                  <a:gd name="connsiteX731" fmla="*/ 1439137 w 5372199"/>
                  <a:gd name="connsiteY731" fmla="*/ 752825 h 5390836"/>
                  <a:gd name="connsiteX732" fmla="*/ 1425733 w 5372199"/>
                  <a:gd name="connsiteY732" fmla="*/ 770353 h 5390836"/>
                  <a:gd name="connsiteX733" fmla="*/ 1396619 w 5372199"/>
                  <a:gd name="connsiteY733" fmla="*/ 772182 h 5390836"/>
                  <a:gd name="connsiteX734" fmla="*/ 1394800 w 5372199"/>
                  <a:gd name="connsiteY734" fmla="*/ 770353 h 5390836"/>
                  <a:gd name="connsiteX735" fmla="*/ 1389646 w 5372199"/>
                  <a:gd name="connsiteY735" fmla="*/ 755921 h 5390836"/>
                  <a:gd name="connsiteX736" fmla="*/ 1380357 w 5372199"/>
                  <a:gd name="connsiteY736" fmla="*/ 747671 h 5390836"/>
                  <a:gd name="connsiteX737" fmla="*/ 1380357 w 5372199"/>
                  <a:gd name="connsiteY737" fmla="*/ 732199 h 5390836"/>
                  <a:gd name="connsiteX738" fmla="*/ 1380357 w 5372199"/>
                  <a:gd name="connsiteY738" fmla="*/ 696103 h 5390836"/>
                  <a:gd name="connsiteX739" fmla="*/ 1387578 w 5372199"/>
                  <a:gd name="connsiteY739" fmla="*/ 682699 h 5390836"/>
                  <a:gd name="connsiteX740" fmla="*/ 1392732 w 5372199"/>
                  <a:gd name="connsiteY740" fmla="*/ 676517 h 5390836"/>
                  <a:gd name="connsiteX741" fmla="*/ 1418511 w 5372199"/>
                  <a:gd name="connsiteY741" fmla="*/ 685795 h 5390836"/>
                  <a:gd name="connsiteX742" fmla="*/ 1431926 w 5372199"/>
                  <a:gd name="connsiteY742" fmla="*/ 672392 h 5390836"/>
                  <a:gd name="connsiteX743" fmla="*/ 1646166 w 5372199"/>
                  <a:gd name="connsiteY743" fmla="*/ 509318 h 5390836"/>
                  <a:gd name="connsiteX744" fmla="*/ 1664986 w 5372199"/>
                  <a:gd name="connsiteY744" fmla="*/ 516660 h 5390836"/>
                  <a:gd name="connsiteX745" fmla="*/ 1677361 w 5372199"/>
                  <a:gd name="connsiteY745" fmla="*/ 521825 h 5390836"/>
                  <a:gd name="connsiteX746" fmla="*/ 1683554 w 5372199"/>
                  <a:gd name="connsiteY746" fmla="*/ 534200 h 5390836"/>
                  <a:gd name="connsiteX747" fmla="*/ 1683554 w 5372199"/>
                  <a:gd name="connsiteY747" fmla="*/ 550701 h 5390836"/>
                  <a:gd name="connsiteX748" fmla="*/ 1683554 w 5372199"/>
                  <a:gd name="connsiteY748" fmla="*/ 568229 h 5390836"/>
                  <a:gd name="connsiteX749" fmla="*/ 1683554 w 5372199"/>
                  <a:gd name="connsiteY749" fmla="*/ 581633 h 5390836"/>
                  <a:gd name="connsiteX750" fmla="*/ 1674265 w 5372199"/>
                  <a:gd name="connsiteY750" fmla="*/ 595036 h 5390836"/>
                  <a:gd name="connsiteX751" fmla="*/ 1662929 w 5372199"/>
                  <a:gd name="connsiteY751" fmla="*/ 602258 h 5390836"/>
                  <a:gd name="connsiteX752" fmla="*/ 1654678 w 5372199"/>
                  <a:gd name="connsiteY752" fmla="*/ 614633 h 5390836"/>
                  <a:gd name="connsiteX753" fmla="*/ 1639206 w 5372199"/>
                  <a:gd name="connsiteY753" fmla="*/ 614633 h 5390836"/>
                  <a:gd name="connsiteX754" fmla="*/ 1630956 w 5372199"/>
                  <a:gd name="connsiteY754" fmla="*/ 602258 h 5390836"/>
                  <a:gd name="connsiteX755" fmla="*/ 1610331 w 5372199"/>
                  <a:gd name="connsiteY755" fmla="*/ 589883 h 5390836"/>
                  <a:gd name="connsiteX756" fmla="*/ 1593830 w 5372199"/>
                  <a:gd name="connsiteY756" fmla="*/ 579576 h 5390836"/>
                  <a:gd name="connsiteX757" fmla="*/ 1579387 w 5372199"/>
                  <a:gd name="connsiteY757" fmla="*/ 565133 h 5390836"/>
                  <a:gd name="connsiteX758" fmla="*/ 1573204 w 5372199"/>
                  <a:gd name="connsiteY758" fmla="*/ 553797 h 5390836"/>
                  <a:gd name="connsiteX759" fmla="*/ 1568051 w 5372199"/>
                  <a:gd name="connsiteY759" fmla="*/ 536257 h 5390836"/>
                  <a:gd name="connsiteX760" fmla="*/ 1564954 w 5372199"/>
                  <a:gd name="connsiteY760" fmla="*/ 523882 h 5390836"/>
                  <a:gd name="connsiteX761" fmla="*/ 1578358 w 5372199"/>
                  <a:gd name="connsiteY761" fmla="*/ 523882 h 5390836"/>
                  <a:gd name="connsiteX762" fmla="*/ 1593830 w 5372199"/>
                  <a:gd name="connsiteY762" fmla="*/ 523882 h 5390836"/>
                  <a:gd name="connsiteX763" fmla="*/ 1606205 w 5372199"/>
                  <a:gd name="connsiteY763" fmla="*/ 517700 h 5390836"/>
                  <a:gd name="connsiteX764" fmla="*/ 1619609 w 5372199"/>
                  <a:gd name="connsiteY764" fmla="*/ 517700 h 5390836"/>
                  <a:gd name="connsiteX765" fmla="*/ 1628888 w 5372199"/>
                  <a:gd name="connsiteY765" fmla="*/ 510479 h 5390836"/>
                  <a:gd name="connsiteX766" fmla="*/ 1646166 w 5372199"/>
                  <a:gd name="connsiteY766" fmla="*/ 509318 h 5390836"/>
                  <a:gd name="connsiteX767" fmla="*/ 1473177 w 5372199"/>
                  <a:gd name="connsiteY767" fmla="*/ 465101 h 5390836"/>
                  <a:gd name="connsiteX768" fmla="*/ 1463898 w 5372199"/>
                  <a:gd name="connsiteY768" fmla="*/ 472322 h 5390836"/>
                  <a:gd name="connsiteX769" fmla="*/ 1460802 w 5372199"/>
                  <a:gd name="connsiteY769" fmla="*/ 476447 h 5390836"/>
                  <a:gd name="connsiteX770" fmla="*/ 1451512 w 5372199"/>
                  <a:gd name="connsiteY770" fmla="*/ 486753 h 5390836"/>
                  <a:gd name="connsiteX771" fmla="*/ 1446358 w 5372199"/>
                  <a:gd name="connsiteY771" fmla="*/ 497071 h 5390836"/>
                  <a:gd name="connsiteX772" fmla="*/ 1430897 w 5372199"/>
                  <a:gd name="connsiteY772" fmla="*/ 519754 h 5390836"/>
                  <a:gd name="connsiteX773" fmla="*/ 1430897 w 5372199"/>
                  <a:gd name="connsiteY773" fmla="*/ 534197 h 5390836"/>
                  <a:gd name="connsiteX774" fmla="*/ 1445330 w 5372199"/>
                  <a:gd name="connsiteY774" fmla="*/ 534197 h 5390836"/>
                  <a:gd name="connsiteX775" fmla="*/ 1458734 w 5372199"/>
                  <a:gd name="connsiteY775" fmla="*/ 518725 h 5390836"/>
                  <a:gd name="connsiteX776" fmla="*/ 1466984 w 5372199"/>
                  <a:gd name="connsiteY776" fmla="*/ 498100 h 5390836"/>
                  <a:gd name="connsiteX777" fmla="*/ 1473177 w 5372199"/>
                  <a:gd name="connsiteY777" fmla="*/ 478503 h 5390836"/>
                  <a:gd name="connsiteX778" fmla="*/ 1473177 w 5372199"/>
                  <a:gd name="connsiteY778" fmla="*/ 465101 h 5390836"/>
                  <a:gd name="connsiteX779" fmla="*/ 1498954 w 5372199"/>
                  <a:gd name="connsiteY779" fmla="*/ 383631 h 5390836"/>
                  <a:gd name="connsiteX780" fmla="*/ 1527830 w 5372199"/>
                  <a:gd name="connsiteY780" fmla="*/ 383631 h 5390836"/>
                  <a:gd name="connsiteX781" fmla="*/ 1543291 w 5372199"/>
                  <a:gd name="connsiteY781" fmla="*/ 398073 h 5390836"/>
                  <a:gd name="connsiteX782" fmla="*/ 1551541 w 5372199"/>
                  <a:gd name="connsiteY782" fmla="*/ 410449 h 5390836"/>
                  <a:gd name="connsiteX783" fmla="*/ 1545359 w 5372199"/>
                  <a:gd name="connsiteY783" fmla="*/ 438295 h 5390836"/>
                  <a:gd name="connsiteX784" fmla="*/ 1545359 w 5372199"/>
                  <a:gd name="connsiteY784" fmla="*/ 456852 h 5390836"/>
                  <a:gd name="connsiteX785" fmla="*/ 1545359 w 5372199"/>
                  <a:gd name="connsiteY785" fmla="*/ 520796 h 5390836"/>
                  <a:gd name="connsiteX786" fmla="*/ 1545359 w 5372199"/>
                  <a:gd name="connsiteY786" fmla="*/ 543478 h 5390836"/>
                  <a:gd name="connsiteX787" fmla="*/ 1538137 w 5372199"/>
                  <a:gd name="connsiteY787" fmla="*/ 549671 h 5390836"/>
                  <a:gd name="connsiteX788" fmla="*/ 1538137 w 5372199"/>
                  <a:gd name="connsiteY788" fmla="*/ 564104 h 5390836"/>
                  <a:gd name="connsiteX789" fmla="*/ 1551552 w 5372199"/>
                  <a:gd name="connsiteY789" fmla="*/ 579576 h 5390836"/>
                  <a:gd name="connsiteX790" fmla="*/ 1596927 w 5372199"/>
                  <a:gd name="connsiteY790" fmla="*/ 656923 h 5390836"/>
                  <a:gd name="connsiteX791" fmla="*/ 1596927 w 5372199"/>
                  <a:gd name="connsiteY791" fmla="*/ 686827 h 5390836"/>
                  <a:gd name="connsiteX792" fmla="*/ 1590734 w 5372199"/>
                  <a:gd name="connsiteY792" fmla="*/ 711577 h 5390836"/>
                  <a:gd name="connsiteX793" fmla="*/ 1580427 w 5372199"/>
                  <a:gd name="connsiteY793" fmla="*/ 728078 h 5390836"/>
                  <a:gd name="connsiteX794" fmla="*/ 1571138 w 5372199"/>
                  <a:gd name="connsiteY794" fmla="*/ 728078 h 5390836"/>
                  <a:gd name="connsiteX795" fmla="*/ 1558762 w 5372199"/>
                  <a:gd name="connsiteY795" fmla="*/ 728078 h 5390836"/>
                  <a:gd name="connsiteX796" fmla="*/ 1547427 w 5372199"/>
                  <a:gd name="connsiteY796" fmla="*/ 728078 h 5390836"/>
                  <a:gd name="connsiteX797" fmla="*/ 1529887 w 5372199"/>
                  <a:gd name="connsiteY797" fmla="*/ 728078 h 5390836"/>
                  <a:gd name="connsiteX798" fmla="*/ 1514415 w 5372199"/>
                  <a:gd name="connsiteY798" fmla="*/ 718798 h 5390836"/>
                  <a:gd name="connsiteX799" fmla="*/ 1481415 w 5372199"/>
                  <a:gd name="connsiteY799" fmla="*/ 710548 h 5390836"/>
                  <a:gd name="connsiteX800" fmla="*/ 1490704 w 5372199"/>
                  <a:gd name="connsiteY800" fmla="*/ 697135 h 5390836"/>
                  <a:gd name="connsiteX801" fmla="*/ 1506176 w 5372199"/>
                  <a:gd name="connsiteY801" fmla="*/ 688884 h 5390836"/>
                  <a:gd name="connsiteX802" fmla="*/ 1506176 w 5372199"/>
                  <a:gd name="connsiteY802" fmla="*/ 661048 h 5390836"/>
                  <a:gd name="connsiteX803" fmla="*/ 1498954 w 5372199"/>
                  <a:gd name="connsiteY803" fmla="*/ 648674 h 5390836"/>
                  <a:gd name="connsiteX804" fmla="*/ 1488636 w 5372199"/>
                  <a:gd name="connsiteY804" fmla="*/ 631133 h 5390836"/>
                  <a:gd name="connsiteX805" fmla="*/ 1477300 w 5372199"/>
                  <a:gd name="connsiteY805" fmla="*/ 606383 h 5390836"/>
                  <a:gd name="connsiteX806" fmla="*/ 1469050 w 5372199"/>
                  <a:gd name="connsiteY806" fmla="*/ 601230 h 5390836"/>
                  <a:gd name="connsiteX807" fmla="*/ 1454607 w 5372199"/>
                  <a:gd name="connsiteY807" fmla="*/ 601230 h 5390836"/>
                  <a:gd name="connsiteX808" fmla="*/ 1445328 w 5372199"/>
                  <a:gd name="connsiteY808" fmla="*/ 608451 h 5390836"/>
                  <a:gd name="connsiteX809" fmla="*/ 1428828 w 5372199"/>
                  <a:gd name="connsiteY809" fmla="*/ 616702 h 5390836"/>
                  <a:gd name="connsiteX810" fmla="*/ 1420578 w 5372199"/>
                  <a:gd name="connsiteY810" fmla="*/ 616702 h 5390836"/>
                  <a:gd name="connsiteX811" fmla="*/ 1410260 w 5372199"/>
                  <a:gd name="connsiteY811" fmla="*/ 607411 h 5390836"/>
                  <a:gd name="connsiteX812" fmla="*/ 1404078 w 5372199"/>
                  <a:gd name="connsiteY812" fmla="*/ 607411 h 5390836"/>
                  <a:gd name="connsiteX813" fmla="*/ 1394799 w 5372199"/>
                  <a:gd name="connsiteY813" fmla="*/ 596076 h 5390836"/>
                  <a:gd name="connsiteX814" fmla="*/ 1380356 w 5372199"/>
                  <a:gd name="connsiteY814" fmla="*/ 580605 h 5390836"/>
                  <a:gd name="connsiteX815" fmla="*/ 1362827 w 5372199"/>
                  <a:gd name="connsiteY815" fmla="*/ 559979 h 5390836"/>
                  <a:gd name="connsiteX816" fmla="*/ 1347355 w 5372199"/>
                  <a:gd name="connsiteY816" fmla="*/ 537296 h 5390836"/>
                  <a:gd name="connsiteX817" fmla="*/ 1347355 w 5372199"/>
                  <a:gd name="connsiteY817" fmla="*/ 502228 h 5390836"/>
                  <a:gd name="connsiteX818" fmla="*/ 1357673 w 5372199"/>
                  <a:gd name="connsiteY818" fmla="*/ 488825 h 5390836"/>
                  <a:gd name="connsiteX819" fmla="*/ 1373134 w 5372199"/>
                  <a:gd name="connsiteY819" fmla="*/ 488825 h 5390836"/>
                  <a:gd name="connsiteX820" fmla="*/ 1383452 w 5372199"/>
                  <a:gd name="connsiteY820" fmla="*/ 488825 h 5390836"/>
                  <a:gd name="connsiteX821" fmla="*/ 1404078 w 5372199"/>
                  <a:gd name="connsiteY821" fmla="*/ 467171 h 5390836"/>
                  <a:gd name="connsiteX822" fmla="*/ 1418510 w 5372199"/>
                  <a:gd name="connsiteY822" fmla="*/ 450670 h 5390836"/>
                  <a:gd name="connsiteX823" fmla="*/ 1428828 w 5372199"/>
                  <a:gd name="connsiteY823" fmla="*/ 438295 h 5390836"/>
                  <a:gd name="connsiteX824" fmla="*/ 1438107 w 5372199"/>
                  <a:gd name="connsiteY824" fmla="*/ 429006 h 5390836"/>
                  <a:gd name="connsiteX825" fmla="*/ 1448425 w 5372199"/>
                  <a:gd name="connsiteY825" fmla="*/ 414573 h 5390836"/>
                  <a:gd name="connsiteX826" fmla="*/ 1448425 w 5372199"/>
                  <a:gd name="connsiteY826" fmla="*/ 404255 h 5390836"/>
                  <a:gd name="connsiteX827" fmla="*/ 1453579 w 5372199"/>
                  <a:gd name="connsiteY827" fmla="*/ 396005 h 5390836"/>
                  <a:gd name="connsiteX828" fmla="*/ 1459761 w 5372199"/>
                  <a:gd name="connsiteY828" fmla="*/ 388795 h 5390836"/>
                  <a:gd name="connsiteX829" fmla="*/ 1469050 w 5372199"/>
                  <a:gd name="connsiteY829" fmla="*/ 391881 h 5390836"/>
                  <a:gd name="connsiteX830" fmla="*/ 1484511 w 5372199"/>
                  <a:gd name="connsiteY830" fmla="*/ 391881 h 5390836"/>
                  <a:gd name="connsiteX831" fmla="*/ 1498954 w 5372199"/>
                  <a:gd name="connsiteY831" fmla="*/ 383631 h 5390836"/>
                  <a:gd name="connsiteX832" fmla="*/ 4049260 w 5372199"/>
                  <a:gd name="connsiteY832" fmla="*/ 354753 h 5390836"/>
                  <a:gd name="connsiteX833" fmla="*/ 4069885 w 5372199"/>
                  <a:gd name="connsiteY833" fmla="*/ 368156 h 5390836"/>
                  <a:gd name="connsiteX834" fmla="*/ 4079164 w 5372199"/>
                  <a:gd name="connsiteY834" fmla="*/ 390849 h 5390836"/>
                  <a:gd name="connsiteX835" fmla="*/ 4079164 w 5372199"/>
                  <a:gd name="connsiteY835" fmla="*/ 405282 h 5390836"/>
                  <a:gd name="connsiteX836" fmla="*/ 4074010 w 5372199"/>
                  <a:gd name="connsiteY836" fmla="*/ 418685 h 5390836"/>
                  <a:gd name="connsiteX837" fmla="*/ 4053385 w 5372199"/>
                  <a:gd name="connsiteY837" fmla="*/ 435196 h 5390836"/>
                  <a:gd name="connsiteX838" fmla="*/ 4045135 w 5372199"/>
                  <a:gd name="connsiteY838" fmla="*/ 447561 h 5390836"/>
                  <a:gd name="connsiteX839" fmla="*/ 4055442 w 5372199"/>
                  <a:gd name="connsiteY839" fmla="*/ 447561 h 5390836"/>
                  <a:gd name="connsiteX840" fmla="*/ 4068856 w 5372199"/>
                  <a:gd name="connsiteY840" fmla="*/ 447561 h 5390836"/>
                  <a:gd name="connsiteX841" fmla="*/ 4084317 w 5372199"/>
                  <a:gd name="connsiteY841" fmla="*/ 447561 h 5390836"/>
                  <a:gd name="connsiteX842" fmla="*/ 4105971 w 5372199"/>
                  <a:gd name="connsiteY842" fmla="*/ 447561 h 5390836"/>
                  <a:gd name="connsiteX843" fmla="*/ 4128664 w 5372199"/>
                  <a:gd name="connsiteY843" fmla="*/ 460975 h 5390836"/>
                  <a:gd name="connsiteX844" fmla="*/ 4145164 w 5372199"/>
                  <a:gd name="connsiteY844" fmla="*/ 478504 h 5390836"/>
                  <a:gd name="connsiteX845" fmla="*/ 4145164 w 5372199"/>
                  <a:gd name="connsiteY845" fmla="*/ 512533 h 5390836"/>
                  <a:gd name="connsiteX846" fmla="*/ 4135886 w 5372199"/>
                  <a:gd name="connsiteY846" fmla="*/ 512533 h 5390836"/>
                  <a:gd name="connsiteX847" fmla="*/ 4120414 w 5372199"/>
                  <a:gd name="connsiteY847" fmla="*/ 512533 h 5390836"/>
                  <a:gd name="connsiteX848" fmla="*/ 4088442 w 5372199"/>
                  <a:gd name="connsiteY848" fmla="*/ 512533 h 5390836"/>
                  <a:gd name="connsiteX849" fmla="*/ 4069885 w 5372199"/>
                  <a:gd name="connsiteY849" fmla="*/ 512533 h 5390836"/>
                  <a:gd name="connsiteX850" fmla="*/ 4052356 w 5372199"/>
                  <a:gd name="connsiteY850" fmla="*/ 504283 h 5390836"/>
                  <a:gd name="connsiteX851" fmla="*/ 4020384 w 5372199"/>
                  <a:gd name="connsiteY851" fmla="*/ 499129 h 5390836"/>
                  <a:gd name="connsiteX852" fmla="*/ 4004913 w 5372199"/>
                  <a:gd name="connsiteY852" fmla="*/ 507379 h 5390836"/>
                  <a:gd name="connsiteX853" fmla="*/ 3995634 w 5372199"/>
                  <a:gd name="connsiteY853" fmla="*/ 529033 h 5390836"/>
                  <a:gd name="connsiteX854" fmla="*/ 4013163 w 5372199"/>
                  <a:gd name="connsiteY854" fmla="*/ 598130 h 5390836"/>
                  <a:gd name="connsiteX855" fmla="*/ 4024509 w 5372199"/>
                  <a:gd name="connsiteY855" fmla="*/ 651756 h 5390836"/>
                  <a:gd name="connsiteX856" fmla="*/ 4044106 w 5372199"/>
                  <a:gd name="connsiteY856" fmla="*/ 693006 h 5390836"/>
                  <a:gd name="connsiteX857" fmla="*/ 4058538 w 5372199"/>
                  <a:gd name="connsiteY857" fmla="*/ 711564 h 5390836"/>
                  <a:gd name="connsiteX858" fmla="*/ 4067817 w 5372199"/>
                  <a:gd name="connsiteY858" fmla="*/ 729103 h 5390836"/>
                  <a:gd name="connsiteX859" fmla="*/ 4092567 w 5372199"/>
                  <a:gd name="connsiteY859" fmla="*/ 760036 h 5390836"/>
                  <a:gd name="connsiteX860" fmla="*/ 4100817 w 5372199"/>
                  <a:gd name="connsiteY860" fmla="*/ 771382 h 5390836"/>
                  <a:gd name="connsiteX861" fmla="*/ 4092567 w 5372199"/>
                  <a:gd name="connsiteY861" fmla="*/ 777564 h 5390836"/>
                  <a:gd name="connsiteX862" fmla="*/ 4084317 w 5372199"/>
                  <a:gd name="connsiteY862" fmla="*/ 788911 h 5390836"/>
                  <a:gd name="connsiteX863" fmla="*/ 4059567 w 5372199"/>
                  <a:gd name="connsiteY863" fmla="*/ 788911 h 5390836"/>
                  <a:gd name="connsiteX864" fmla="*/ 4049260 w 5372199"/>
                  <a:gd name="connsiteY864" fmla="*/ 788911 h 5390836"/>
                  <a:gd name="connsiteX865" fmla="*/ 4039981 w 5372199"/>
                  <a:gd name="connsiteY865" fmla="*/ 788911 h 5390836"/>
                  <a:gd name="connsiteX866" fmla="*/ 4023481 w 5372199"/>
                  <a:gd name="connsiteY866" fmla="*/ 777564 h 5390836"/>
                  <a:gd name="connsiteX867" fmla="*/ 4005941 w 5372199"/>
                  <a:gd name="connsiteY867" fmla="*/ 768286 h 5390836"/>
                  <a:gd name="connsiteX868" fmla="*/ 3991509 w 5372199"/>
                  <a:gd name="connsiteY868" fmla="*/ 755910 h 5390836"/>
                  <a:gd name="connsiteX869" fmla="*/ 3969855 w 5372199"/>
                  <a:gd name="connsiteY869" fmla="*/ 738382 h 5390836"/>
                  <a:gd name="connsiteX870" fmla="*/ 3961605 w 5372199"/>
                  <a:gd name="connsiteY870" fmla="*/ 720853 h 5390836"/>
                  <a:gd name="connsiteX871" fmla="*/ 3961605 w 5372199"/>
                  <a:gd name="connsiteY871" fmla="*/ 671352 h 5390836"/>
                  <a:gd name="connsiteX872" fmla="*/ 3955412 w 5372199"/>
                  <a:gd name="connsiteY872" fmla="*/ 627006 h 5390836"/>
                  <a:gd name="connsiteX873" fmla="*/ 3949230 w 5372199"/>
                  <a:gd name="connsiteY873" fmla="*/ 601227 h 5390836"/>
                  <a:gd name="connsiteX874" fmla="*/ 3933758 w 5372199"/>
                  <a:gd name="connsiteY874" fmla="*/ 553783 h 5390836"/>
                  <a:gd name="connsiteX875" fmla="*/ 3890440 w 5372199"/>
                  <a:gd name="connsiteY875" fmla="*/ 575437 h 5390836"/>
                  <a:gd name="connsiteX876" fmla="*/ 3837843 w 5372199"/>
                  <a:gd name="connsiteY876" fmla="*/ 587812 h 5390836"/>
                  <a:gd name="connsiteX877" fmla="*/ 3791439 w 5372199"/>
                  <a:gd name="connsiteY877" fmla="*/ 587812 h 5390836"/>
                  <a:gd name="connsiteX878" fmla="*/ 3758439 w 5372199"/>
                  <a:gd name="connsiteY878" fmla="*/ 587812 h 5390836"/>
                  <a:gd name="connsiteX879" fmla="*/ 3731631 w 5372199"/>
                  <a:gd name="connsiteY879" fmla="*/ 579562 h 5390836"/>
                  <a:gd name="connsiteX880" fmla="*/ 3718228 w 5372199"/>
                  <a:gd name="connsiteY880" fmla="*/ 579562 h 5390836"/>
                  <a:gd name="connsiteX881" fmla="*/ 3718228 w 5372199"/>
                  <a:gd name="connsiteY881" fmla="*/ 567198 h 5390836"/>
                  <a:gd name="connsiteX882" fmla="*/ 3718228 w 5372199"/>
                  <a:gd name="connsiteY882" fmla="*/ 549658 h 5390836"/>
                  <a:gd name="connsiteX883" fmla="*/ 3709977 w 5372199"/>
                  <a:gd name="connsiteY883" fmla="*/ 539351 h 5390836"/>
                  <a:gd name="connsiteX884" fmla="*/ 3721313 w 5372199"/>
                  <a:gd name="connsiteY884" fmla="*/ 539351 h 5390836"/>
                  <a:gd name="connsiteX885" fmla="*/ 3744006 w 5372199"/>
                  <a:gd name="connsiteY885" fmla="*/ 539351 h 5390836"/>
                  <a:gd name="connsiteX886" fmla="*/ 3759478 w 5372199"/>
                  <a:gd name="connsiteY886" fmla="*/ 539351 h 5390836"/>
                  <a:gd name="connsiteX887" fmla="*/ 3769785 w 5372199"/>
                  <a:gd name="connsiteY887" fmla="*/ 539351 h 5390836"/>
                  <a:gd name="connsiteX888" fmla="*/ 3851258 w 5372199"/>
                  <a:gd name="connsiteY888" fmla="*/ 519754 h 5390836"/>
                  <a:gd name="connsiteX889" fmla="*/ 3892508 w 5372199"/>
                  <a:gd name="connsiteY889" fmla="*/ 495004 h 5390836"/>
                  <a:gd name="connsiteX890" fmla="*/ 3905912 w 5372199"/>
                  <a:gd name="connsiteY890" fmla="*/ 482629 h 5390836"/>
                  <a:gd name="connsiteX891" fmla="*/ 3894565 w 5372199"/>
                  <a:gd name="connsiteY891" fmla="*/ 477476 h 5390836"/>
                  <a:gd name="connsiteX892" fmla="*/ 3886315 w 5372199"/>
                  <a:gd name="connsiteY892" fmla="*/ 477476 h 5390836"/>
                  <a:gd name="connsiteX893" fmla="*/ 3873940 w 5372199"/>
                  <a:gd name="connsiteY893" fmla="*/ 477476 h 5390836"/>
                  <a:gd name="connsiteX894" fmla="*/ 3863633 w 5372199"/>
                  <a:gd name="connsiteY894" fmla="*/ 471282 h 5390836"/>
                  <a:gd name="connsiteX895" fmla="*/ 3852286 w 5372199"/>
                  <a:gd name="connsiteY895" fmla="*/ 454782 h 5390836"/>
                  <a:gd name="connsiteX896" fmla="*/ 3847132 w 5372199"/>
                  <a:gd name="connsiteY896" fmla="*/ 420753 h 5390836"/>
                  <a:gd name="connsiteX897" fmla="*/ 3860536 w 5372199"/>
                  <a:gd name="connsiteY897" fmla="*/ 409418 h 5390836"/>
                  <a:gd name="connsiteX898" fmla="*/ 3873951 w 5372199"/>
                  <a:gd name="connsiteY898" fmla="*/ 409418 h 5390836"/>
                  <a:gd name="connsiteX899" fmla="*/ 3887354 w 5372199"/>
                  <a:gd name="connsiteY899" fmla="*/ 409407 h 5390836"/>
                  <a:gd name="connsiteX900" fmla="*/ 3900758 w 5372199"/>
                  <a:gd name="connsiteY900" fmla="*/ 409407 h 5390836"/>
                  <a:gd name="connsiteX901" fmla="*/ 3923440 w 5372199"/>
                  <a:gd name="connsiteY901" fmla="*/ 422821 h 5390836"/>
                  <a:gd name="connsiteX902" fmla="*/ 3968816 w 5372199"/>
                  <a:gd name="connsiteY902" fmla="*/ 431061 h 5390836"/>
                  <a:gd name="connsiteX903" fmla="*/ 3995634 w 5372199"/>
                  <a:gd name="connsiteY903" fmla="*/ 401157 h 5390836"/>
                  <a:gd name="connsiteX904" fmla="*/ 4011106 w 5372199"/>
                  <a:gd name="connsiteY904" fmla="*/ 380532 h 5390836"/>
                  <a:gd name="connsiteX905" fmla="*/ 4020384 w 5372199"/>
                  <a:gd name="connsiteY905" fmla="*/ 360935 h 5390836"/>
                  <a:gd name="connsiteX906" fmla="*/ 4030692 w 5372199"/>
                  <a:gd name="connsiteY906" fmla="*/ 360946 h 5390836"/>
                  <a:gd name="connsiteX907" fmla="*/ 4045135 w 5372199"/>
                  <a:gd name="connsiteY907" fmla="*/ 371253 h 5390836"/>
                  <a:gd name="connsiteX908" fmla="*/ 4058538 w 5372199"/>
                  <a:gd name="connsiteY908" fmla="*/ 371253 h 5390836"/>
                  <a:gd name="connsiteX909" fmla="*/ 1383200 w 5372199"/>
                  <a:gd name="connsiteY909" fmla="*/ 242484 h 5390836"/>
                  <a:gd name="connsiteX910" fmla="*/ 1389646 w 5372199"/>
                  <a:gd name="connsiteY910" fmla="*/ 244417 h 5390836"/>
                  <a:gd name="connsiteX911" fmla="*/ 1403049 w 5372199"/>
                  <a:gd name="connsiteY911" fmla="*/ 256792 h 5390836"/>
                  <a:gd name="connsiteX912" fmla="*/ 1425742 w 5372199"/>
                  <a:gd name="connsiteY912" fmla="*/ 272253 h 5390836"/>
                  <a:gd name="connsiteX913" fmla="*/ 1425742 w 5372199"/>
                  <a:gd name="connsiteY913" fmla="*/ 302168 h 5390836"/>
                  <a:gd name="connsiteX914" fmla="*/ 1432953 w 5372199"/>
                  <a:gd name="connsiteY914" fmla="*/ 308350 h 5390836"/>
                  <a:gd name="connsiteX915" fmla="*/ 1470078 w 5372199"/>
                  <a:gd name="connsiteY915" fmla="*/ 272253 h 5390836"/>
                  <a:gd name="connsiteX916" fmla="*/ 1491732 w 5372199"/>
                  <a:gd name="connsiteY916" fmla="*/ 251628 h 5390836"/>
                  <a:gd name="connsiteX917" fmla="*/ 1505146 w 5372199"/>
                  <a:gd name="connsiteY917" fmla="*/ 251628 h 5390836"/>
                  <a:gd name="connsiteX918" fmla="*/ 1517522 w 5372199"/>
                  <a:gd name="connsiteY918" fmla="*/ 251628 h 5390836"/>
                  <a:gd name="connsiteX919" fmla="*/ 1538147 w 5372199"/>
                  <a:gd name="connsiteY919" fmla="*/ 251628 h 5390836"/>
                  <a:gd name="connsiteX920" fmla="*/ 1547425 w 5372199"/>
                  <a:gd name="connsiteY920" fmla="*/ 251628 h 5390836"/>
                  <a:gd name="connsiteX921" fmla="*/ 1555675 w 5372199"/>
                  <a:gd name="connsiteY921" fmla="*/ 266071 h 5390836"/>
                  <a:gd name="connsiteX922" fmla="*/ 1543300 w 5372199"/>
                  <a:gd name="connsiteY922" fmla="*/ 300100 h 5390836"/>
                  <a:gd name="connsiteX923" fmla="*/ 1528868 w 5372199"/>
                  <a:gd name="connsiteY923" fmla="*/ 300100 h 5390836"/>
                  <a:gd name="connsiteX924" fmla="*/ 1507204 w 5372199"/>
                  <a:gd name="connsiteY924" fmla="*/ 314543 h 5390836"/>
                  <a:gd name="connsiteX925" fmla="*/ 1491732 w 5372199"/>
                  <a:gd name="connsiteY925" fmla="*/ 326918 h 5390836"/>
                  <a:gd name="connsiteX926" fmla="*/ 1478328 w 5372199"/>
                  <a:gd name="connsiteY926" fmla="*/ 341350 h 5390836"/>
                  <a:gd name="connsiteX927" fmla="*/ 1465953 w 5372199"/>
                  <a:gd name="connsiteY927" fmla="*/ 356822 h 5390836"/>
                  <a:gd name="connsiteX928" fmla="*/ 1450493 w 5372199"/>
                  <a:gd name="connsiteY928" fmla="*/ 365072 h 5390836"/>
                  <a:gd name="connsiteX929" fmla="*/ 1433982 w 5372199"/>
                  <a:gd name="connsiteY929" fmla="*/ 387754 h 5390836"/>
                  <a:gd name="connsiteX930" fmla="*/ 1390674 w 5372199"/>
                  <a:gd name="connsiteY930" fmla="*/ 431072 h 5390836"/>
                  <a:gd name="connsiteX931" fmla="*/ 1378299 w 5372199"/>
                  <a:gd name="connsiteY931" fmla="*/ 443448 h 5390836"/>
                  <a:gd name="connsiteX932" fmla="*/ 1366953 w 5372199"/>
                  <a:gd name="connsiteY932" fmla="*/ 455823 h 5390836"/>
                  <a:gd name="connsiteX933" fmla="*/ 1355617 w 5372199"/>
                  <a:gd name="connsiteY933" fmla="*/ 466130 h 5390836"/>
                  <a:gd name="connsiteX934" fmla="*/ 1345299 w 5372199"/>
                  <a:gd name="connsiteY934" fmla="*/ 474391 h 5390836"/>
                  <a:gd name="connsiteX935" fmla="*/ 1336020 w 5372199"/>
                  <a:gd name="connsiteY935" fmla="*/ 484698 h 5390836"/>
                  <a:gd name="connsiteX936" fmla="*/ 1325702 w 5372199"/>
                  <a:gd name="connsiteY936" fmla="*/ 491920 h 5390836"/>
                  <a:gd name="connsiteX937" fmla="*/ 1317452 w 5372199"/>
                  <a:gd name="connsiteY937" fmla="*/ 497073 h 5390836"/>
                  <a:gd name="connsiteX938" fmla="*/ 1306117 w 5372199"/>
                  <a:gd name="connsiteY938" fmla="*/ 508420 h 5390836"/>
                  <a:gd name="connsiteX939" fmla="*/ 1296827 w 5372199"/>
                  <a:gd name="connsiteY939" fmla="*/ 519756 h 5390836"/>
                  <a:gd name="connsiteX940" fmla="*/ 1290645 w 5372199"/>
                  <a:gd name="connsiteY940" fmla="*/ 531102 h 5390836"/>
                  <a:gd name="connsiteX941" fmla="*/ 1279299 w 5372199"/>
                  <a:gd name="connsiteY941" fmla="*/ 531102 h 5390836"/>
                  <a:gd name="connsiteX942" fmla="*/ 1263827 w 5372199"/>
                  <a:gd name="connsiteY942" fmla="*/ 539352 h 5390836"/>
                  <a:gd name="connsiteX943" fmla="*/ 1251452 w 5372199"/>
                  <a:gd name="connsiteY943" fmla="*/ 525949 h 5390836"/>
                  <a:gd name="connsiteX944" fmla="*/ 1242173 w 5372199"/>
                  <a:gd name="connsiteY944" fmla="*/ 513574 h 5390836"/>
                  <a:gd name="connsiteX945" fmla="*/ 1242173 w 5372199"/>
                  <a:gd name="connsiteY945" fmla="*/ 501198 h 5390836"/>
                  <a:gd name="connsiteX946" fmla="*/ 1262798 w 5372199"/>
                  <a:gd name="connsiteY946" fmla="*/ 469227 h 5390836"/>
                  <a:gd name="connsiteX947" fmla="*/ 1273106 w 5372199"/>
                  <a:gd name="connsiteY947" fmla="*/ 469227 h 5390836"/>
                  <a:gd name="connsiteX948" fmla="*/ 1286520 w 5372199"/>
                  <a:gd name="connsiteY948" fmla="*/ 453755 h 5390836"/>
                  <a:gd name="connsiteX949" fmla="*/ 1321577 w 5372199"/>
                  <a:gd name="connsiteY949" fmla="*/ 421794 h 5390836"/>
                  <a:gd name="connsiteX950" fmla="*/ 1337049 w 5372199"/>
                  <a:gd name="connsiteY950" fmla="*/ 408380 h 5390836"/>
                  <a:gd name="connsiteX951" fmla="*/ 1362828 w 5372199"/>
                  <a:gd name="connsiteY951" fmla="*/ 380543 h 5390836"/>
                  <a:gd name="connsiteX952" fmla="*/ 1371078 w 5372199"/>
                  <a:gd name="connsiteY952" fmla="*/ 365072 h 5390836"/>
                  <a:gd name="connsiteX953" fmla="*/ 1363867 w 5372199"/>
                  <a:gd name="connsiteY953" fmla="*/ 357851 h 5390836"/>
                  <a:gd name="connsiteX954" fmla="*/ 1353549 w 5372199"/>
                  <a:gd name="connsiteY954" fmla="*/ 357851 h 5390836"/>
                  <a:gd name="connsiteX955" fmla="*/ 1341174 w 5372199"/>
                  <a:gd name="connsiteY955" fmla="*/ 357851 h 5390836"/>
                  <a:gd name="connsiteX956" fmla="*/ 1341174 w 5372199"/>
                  <a:gd name="connsiteY956" fmla="*/ 347543 h 5390836"/>
                  <a:gd name="connsiteX957" fmla="*/ 1341174 w 5372199"/>
                  <a:gd name="connsiteY957" fmla="*/ 337225 h 5390836"/>
                  <a:gd name="connsiteX958" fmla="*/ 1341174 w 5372199"/>
                  <a:gd name="connsiteY958" fmla="*/ 323822 h 5390836"/>
                  <a:gd name="connsiteX959" fmla="*/ 1313327 w 5372199"/>
                  <a:gd name="connsiteY959" fmla="*/ 304225 h 5390836"/>
                  <a:gd name="connsiteX960" fmla="*/ 1313327 w 5372199"/>
                  <a:gd name="connsiteY960" fmla="*/ 292878 h 5390836"/>
                  <a:gd name="connsiteX961" fmla="*/ 1328799 w 5372199"/>
                  <a:gd name="connsiteY961" fmla="*/ 280503 h 5390836"/>
                  <a:gd name="connsiteX962" fmla="*/ 1336020 w 5372199"/>
                  <a:gd name="connsiteY962" fmla="*/ 270196 h 5390836"/>
                  <a:gd name="connsiteX963" fmla="*/ 1344270 w 5372199"/>
                  <a:gd name="connsiteY963" fmla="*/ 264003 h 5390836"/>
                  <a:gd name="connsiteX964" fmla="*/ 1351492 w 5372199"/>
                  <a:gd name="connsiteY964" fmla="*/ 254724 h 5390836"/>
                  <a:gd name="connsiteX965" fmla="*/ 1339117 w 5372199"/>
                  <a:gd name="connsiteY965" fmla="*/ 257821 h 5390836"/>
                  <a:gd name="connsiteX966" fmla="*/ 1350453 w 5372199"/>
                  <a:gd name="connsiteY966" fmla="*/ 252667 h 5390836"/>
                  <a:gd name="connsiteX967" fmla="*/ 1363867 w 5372199"/>
                  <a:gd name="connsiteY967" fmla="*/ 244417 h 5390836"/>
                  <a:gd name="connsiteX968" fmla="*/ 1375203 w 5372199"/>
                  <a:gd name="connsiteY968" fmla="*/ 244417 h 5390836"/>
                  <a:gd name="connsiteX969" fmla="*/ 1383200 w 5372199"/>
                  <a:gd name="connsiteY969" fmla="*/ 242484 h 5390836"/>
                  <a:gd name="connsiteX970" fmla="*/ 2319836 w 5372199"/>
                  <a:gd name="connsiteY970" fmla="*/ 154694 h 5390836"/>
                  <a:gd name="connsiteX971" fmla="*/ 2301267 w 5372199"/>
                  <a:gd name="connsiteY971" fmla="*/ 159847 h 5390836"/>
                  <a:gd name="connsiteX972" fmla="*/ 2301267 w 5372199"/>
                  <a:gd name="connsiteY972" fmla="*/ 171193 h 5390836"/>
                  <a:gd name="connsiteX973" fmla="*/ 2301267 w 5372199"/>
                  <a:gd name="connsiteY973" fmla="*/ 180472 h 5390836"/>
                  <a:gd name="connsiteX974" fmla="*/ 2318808 w 5372199"/>
                  <a:gd name="connsiteY974" fmla="*/ 180472 h 5390836"/>
                  <a:gd name="connsiteX975" fmla="*/ 2327047 w 5372199"/>
                  <a:gd name="connsiteY975" fmla="*/ 158819 h 5390836"/>
                  <a:gd name="connsiteX976" fmla="*/ 2320865 w 5372199"/>
                  <a:gd name="connsiteY976" fmla="*/ 158819 h 5390836"/>
                  <a:gd name="connsiteX977" fmla="*/ 2375531 w 5372199"/>
                  <a:gd name="connsiteY977" fmla="*/ 130974 h 5390836"/>
                  <a:gd name="connsiteX978" fmla="*/ 2361089 w 5372199"/>
                  <a:gd name="connsiteY978" fmla="*/ 138195 h 5390836"/>
                  <a:gd name="connsiteX979" fmla="*/ 2361089 w 5372199"/>
                  <a:gd name="connsiteY979" fmla="*/ 153665 h 5390836"/>
                  <a:gd name="connsiteX980" fmla="*/ 2371407 w 5372199"/>
                  <a:gd name="connsiteY980" fmla="*/ 160876 h 5390836"/>
                  <a:gd name="connsiteX981" fmla="*/ 2386877 w 5372199"/>
                  <a:gd name="connsiteY981" fmla="*/ 146444 h 5390836"/>
                  <a:gd name="connsiteX982" fmla="*/ 2386877 w 5372199"/>
                  <a:gd name="connsiteY982" fmla="*/ 133031 h 5390836"/>
                  <a:gd name="connsiteX983" fmla="*/ 2376560 w 5372199"/>
                  <a:gd name="connsiteY983" fmla="*/ 133031 h 5390836"/>
                  <a:gd name="connsiteX984" fmla="*/ 2306432 w 5372199"/>
                  <a:gd name="connsiteY984" fmla="*/ 95915 h 5390836"/>
                  <a:gd name="connsiteX985" fmla="*/ 2310546 w 5372199"/>
                  <a:gd name="connsiteY985" fmla="*/ 100039 h 5390836"/>
                  <a:gd name="connsiteX986" fmla="*/ 2296113 w 5372199"/>
                  <a:gd name="connsiteY986" fmla="*/ 113442 h 5390836"/>
                  <a:gd name="connsiteX987" fmla="*/ 2296113 w 5372199"/>
                  <a:gd name="connsiteY987" fmla="*/ 128913 h 5390836"/>
                  <a:gd name="connsiteX988" fmla="*/ 2304364 w 5372199"/>
                  <a:gd name="connsiteY988" fmla="*/ 128913 h 5390836"/>
                  <a:gd name="connsiteX989" fmla="*/ 2320865 w 5372199"/>
                  <a:gd name="connsiteY989" fmla="*/ 108289 h 5390836"/>
                  <a:gd name="connsiteX990" fmla="*/ 2306432 w 5372199"/>
                  <a:gd name="connsiteY990" fmla="*/ 95915 h 5390836"/>
                  <a:gd name="connsiteX991" fmla="*/ 3341817 w 5372199"/>
                  <a:gd name="connsiteY991" fmla="*/ 93847 h 5390836"/>
                  <a:gd name="connsiteX992" fmla="*/ 3351096 w 5372199"/>
                  <a:gd name="connsiteY992" fmla="*/ 103125 h 5390836"/>
                  <a:gd name="connsiteX993" fmla="*/ 3363471 w 5372199"/>
                  <a:gd name="connsiteY993" fmla="*/ 121693 h 5390836"/>
                  <a:gd name="connsiteX994" fmla="*/ 3363471 w 5372199"/>
                  <a:gd name="connsiteY994" fmla="*/ 138193 h 5390836"/>
                  <a:gd name="connsiteX995" fmla="*/ 3363482 w 5372199"/>
                  <a:gd name="connsiteY995" fmla="*/ 150569 h 5390836"/>
                  <a:gd name="connsiteX996" fmla="*/ 3332539 w 5372199"/>
                  <a:gd name="connsiteY996" fmla="*/ 167069 h 5390836"/>
                  <a:gd name="connsiteX997" fmla="*/ 3307789 w 5372199"/>
                  <a:gd name="connsiteY997" fmla="*/ 179444 h 5390836"/>
                  <a:gd name="connsiteX998" fmla="*/ 3290260 w 5372199"/>
                  <a:gd name="connsiteY998" fmla="*/ 185626 h 5390836"/>
                  <a:gd name="connsiteX999" fmla="*/ 3254163 w 5372199"/>
                  <a:gd name="connsiteY999" fmla="*/ 200069 h 5390836"/>
                  <a:gd name="connsiteX1000" fmla="*/ 3254163 w 5372199"/>
                  <a:gd name="connsiteY1000" fmla="*/ 226877 h 5390836"/>
                  <a:gd name="connsiteX1001" fmla="*/ 3245913 w 5372199"/>
                  <a:gd name="connsiteY1001" fmla="*/ 238223 h 5390836"/>
                  <a:gd name="connsiteX1002" fmla="*/ 3238692 w 5372199"/>
                  <a:gd name="connsiteY1002" fmla="*/ 247502 h 5390836"/>
                  <a:gd name="connsiteX1003" fmla="*/ 3232510 w 5372199"/>
                  <a:gd name="connsiteY1003" fmla="*/ 257820 h 5390836"/>
                  <a:gd name="connsiteX1004" fmla="*/ 3227356 w 5372199"/>
                  <a:gd name="connsiteY1004" fmla="*/ 270195 h 5390836"/>
                  <a:gd name="connsiteX1005" fmla="*/ 3221163 w 5372199"/>
                  <a:gd name="connsiteY1005" fmla="*/ 302156 h 5390836"/>
                  <a:gd name="connsiteX1006" fmla="*/ 3278913 w 5372199"/>
                  <a:gd name="connsiteY1006" fmla="*/ 314531 h 5390836"/>
                  <a:gd name="connsiteX1007" fmla="*/ 3294385 w 5372199"/>
                  <a:gd name="connsiteY1007" fmla="*/ 314531 h 5390836"/>
                  <a:gd name="connsiteX1008" fmla="*/ 3309846 w 5372199"/>
                  <a:gd name="connsiteY1008" fmla="*/ 314531 h 5390836"/>
                  <a:gd name="connsiteX1009" fmla="*/ 3323260 w 5372199"/>
                  <a:gd name="connsiteY1009" fmla="*/ 322792 h 5390836"/>
                  <a:gd name="connsiteX1010" fmla="*/ 3336664 w 5372199"/>
                  <a:gd name="connsiteY1010" fmla="*/ 335156 h 5390836"/>
                  <a:gd name="connsiteX1011" fmla="*/ 3352135 w 5372199"/>
                  <a:gd name="connsiteY1011" fmla="*/ 355792 h 5390836"/>
                  <a:gd name="connsiteX1012" fmla="*/ 3352135 w 5372199"/>
                  <a:gd name="connsiteY1012" fmla="*/ 369196 h 5390836"/>
                  <a:gd name="connsiteX1013" fmla="*/ 3352135 w 5372199"/>
                  <a:gd name="connsiteY1013" fmla="*/ 374349 h 5390836"/>
                  <a:gd name="connsiteX1014" fmla="*/ 3352135 w 5372199"/>
                  <a:gd name="connsiteY1014" fmla="*/ 382599 h 5390836"/>
                  <a:gd name="connsiteX1015" fmla="*/ 3344914 w 5372199"/>
                  <a:gd name="connsiteY1015" fmla="*/ 392907 h 5390836"/>
                  <a:gd name="connsiteX1016" fmla="*/ 3332539 w 5372199"/>
                  <a:gd name="connsiteY1016" fmla="*/ 400128 h 5390836"/>
                  <a:gd name="connsiteX1017" fmla="*/ 3312942 w 5372199"/>
                  <a:gd name="connsiteY1017" fmla="*/ 400128 h 5390836"/>
                  <a:gd name="connsiteX1018" fmla="*/ 3292317 w 5372199"/>
                  <a:gd name="connsiteY1018" fmla="*/ 390849 h 5390836"/>
                  <a:gd name="connsiteX1019" fmla="*/ 3270663 w 5372199"/>
                  <a:gd name="connsiteY1019" fmla="*/ 390849 h 5390836"/>
                  <a:gd name="connsiteX1020" fmla="*/ 3236635 w 5372199"/>
                  <a:gd name="connsiteY1020" fmla="*/ 378474 h 5390836"/>
                  <a:gd name="connsiteX1021" fmla="*/ 3203634 w 5372199"/>
                  <a:gd name="connsiteY1021" fmla="*/ 371253 h 5390836"/>
                  <a:gd name="connsiteX1022" fmla="*/ 3170634 w 5372199"/>
                  <a:gd name="connsiteY1022" fmla="*/ 365070 h 5390836"/>
                  <a:gd name="connsiteX1023" fmla="*/ 3138662 w 5372199"/>
                  <a:gd name="connsiteY1023" fmla="*/ 365070 h 5390836"/>
                  <a:gd name="connsiteX1024" fmla="*/ 3102566 w 5372199"/>
                  <a:gd name="connsiteY1024" fmla="*/ 355781 h 5390836"/>
                  <a:gd name="connsiteX1025" fmla="*/ 3036565 w 5372199"/>
                  <a:gd name="connsiteY1025" fmla="*/ 355781 h 5390836"/>
                  <a:gd name="connsiteX1026" fmla="*/ 2952008 w 5372199"/>
                  <a:gd name="connsiteY1026" fmla="*/ 366099 h 5390836"/>
                  <a:gd name="connsiteX1027" fmla="*/ 2929314 w 5372199"/>
                  <a:gd name="connsiteY1027" fmla="*/ 331031 h 5390836"/>
                  <a:gd name="connsiteX1028" fmla="*/ 2929314 w 5372199"/>
                  <a:gd name="connsiteY1028" fmla="*/ 314531 h 5390836"/>
                  <a:gd name="connsiteX1029" fmla="*/ 2929314 w 5372199"/>
                  <a:gd name="connsiteY1029" fmla="*/ 293906 h 5390836"/>
                  <a:gd name="connsiteX1030" fmla="*/ 2965411 w 5372199"/>
                  <a:gd name="connsiteY1030" fmla="*/ 283598 h 5390836"/>
                  <a:gd name="connsiteX1031" fmla="*/ 2983968 w 5372199"/>
                  <a:gd name="connsiteY1031" fmla="*/ 290820 h 5390836"/>
                  <a:gd name="connsiteX1032" fmla="*/ 3027287 w 5372199"/>
                  <a:gd name="connsiteY1032" fmla="*/ 290820 h 5390836"/>
                  <a:gd name="connsiteX1033" fmla="*/ 3043787 w 5372199"/>
                  <a:gd name="connsiteY1033" fmla="*/ 290820 h 5390836"/>
                  <a:gd name="connsiteX1034" fmla="*/ 3092259 w 5372199"/>
                  <a:gd name="connsiteY1034" fmla="*/ 283598 h 5390836"/>
                  <a:gd name="connsiteX1035" fmla="*/ 3139691 w 5372199"/>
                  <a:gd name="connsiteY1035" fmla="*/ 234098 h 5390836"/>
                  <a:gd name="connsiteX1036" fmla="*/ 3147941 w 5372199"/>
                  <a:gd name="connsiteY1036" fmla="*/ 216569 h 5390836"/>
                  <a:gd name="connsiteX1037" fmla="*/ 3147941 w 5372199"/>
                  <a:gd name="connsiteY1037" fmla="*/ 200069 h 5390836"/>
                  <a:gd name="connsiteX1038" fmla="*/ 3130412 w 5372199"/>
                  <a:gd name="connsiteY1038" fmla="*/ 200069 h 5390836"/>
                  <a:gd name="connsiteX1039" fmla="*/ 3108759 w 5372199"/>
                  <a:gd name="connsiteY1039" fmla="*/ 200069 h 5390836"/>
                  <a:gd name="connsiteX1040" fmla="*/ 3108759 w 5372199"/>
                  <a:gd name="connsiteY1040" fmla="*/ 178405 h 5390836"/>
                  <a:gd name="connsiteX1041" fmla="*/ 3101537 w 5372199"/>
                  <a:gd name="connsiteY1041" fmla="*/ 151597 h 5390836"/>
                  <a:gd name="connsiteX1042" fmla="*/ 3101537 w 5372199"/>
                  <a:gd name="connsiteY1042" fmla="*/ 132001 h 5390836"/>
                  <a:gd name="connsiteX1043" fmla="*/ 3101537 w 5372199"/>
                  <a:gd name="connsiteY1043" fmla="*/ 113443 h 5390836"/>
                  <a:gd name="connsiteX1044" fmla="*/ 3121134 w 5372199"/>
                  <a:gd name="connsiteY1044" fmla="*/ 104154 h 5390836"/>
                  <a:gd name="connsiteX1045" fmla="*/ 3147941 w 5372199"/>
                  <a:gd name="connsiteY1045" fmla="*/ 117569 h 5390836"/>
                  <a:gd name="connsiteX1046" fmla="*/ 3220134 w 5372199"/>
                  <a:gd name="connsiteY1046" fmla="*/ 123750 h 5390836"/>
                  <a:gd name="connsiteX1047" fmla="*/ 3259317 w 5372199"/>
                  <a:gd name="connsiteY1047" fmla="*/ 123750 h 5390836"/>
                  <a:gd name="connsiteX1048" fmla="*/ 3316039 w 5372199"/>
                  <a:gd name="connsiteY1048" fmla="*/ 114472 h 5390836"/>
                  <a:gd name="connsiteX1049" fmla="*/ 3331510 w 5372199"/>
                  <a:gd name="connsiteY1049" fmla="*/ 114472 h 5390836"/>
                  <a:gd name="connsiteX1050" fmla="*/ 3343885 w 5372199"/>
                  <a:gd name="connsiteY1050" fmla="*/ 114472 h 5390836"/>
                  <a:gd name="connsiteX1051" fmla="*/ 2198081 w 5372199"/>
                  <a:gd name="connsiteY1051" fmla="*/ 79112 h 5390836"/>
                  <a:gd name="connsiteX1052" fmla="*/ 2212588 w 5372199"/>
                  <a:gd name="connsiteY1052" fmla="*/ 96946 h 5390836"/>
                  <a:gd name="connsiteX1053" fmla="*/ 2218770 w 5372199"/>
                  <a:gd name="connsiteY1053" fmla="*/ 79417 h 5390836"/>
                  <a:gd name="connsiteX1054" fmla="*/ 2218770 w 5372199"/>
                  <a:gd name="connsiteY1054" fmla="*/ 100042 h 5390836"/>
                  <a:gd name="connsiteX1055" fmla="*/ 2218770 w 5372199"/>
                  <a:gd name="connsiteY1055" fmla="*/ 123764 h 5390836"/>
                  <a:gd name="connsiteX1056" fmla="*/ 2208463 w 5372199"/>
                  <a:gd name="connsiteY1056" fmla="*/ 142321 h 5390836"/>
                  <a:gd name="connsiteX1057" fmla="*/ 2191952 w 5372199"/>
                  <a:gd name="connsiteY1057" fmla="*/ 168100 h 5390836"/>
                  <a:gd name="connsiteX1058" fmla="*/ 2191952 w 5372199"/>
                  <a:gd name="connsiteY1058" fmla="*/ 192850 h 5390836"/>
                  <a:gd name="connsiteX1059" fmla="*/ 2191952 w 5372199"/>
                  <a:gd name="connsiteY1059" fmla="*/ 210379 h 5390836"/>
                  <a:gd name="connsiteX1060" fmla="*/ 2205367 w 5372199"/>
                  <a:gd name="connsiteY1060" fmla="*/ 210379 h 5390836"/>
                  <a:gd name="connsiteX1061" fmla="*/ 2211549 w 5372199"/>
                  <a:gd name="connsiteY1061" fmla="*/ 221725 h 5390836"/>
                  <a:gd name="connsiteX1062" fmla="*/ 2221867 w 5372199"/>
                  <a:gd name="connsiteY1062" fmla="*/ 240293 h 5390836"/>
                  <a:gd name="connsiteX1063" fmla="*/ 2221867 w 5372199"/>
                  <a:gd name="connsiteY1063" fmla="*/ 248543 h 5390836"/>
                  <a:gd name="connsiteX1064" fmla="*/ 2186798 w 5372199"/>
                  <a:gd name="connsiteY1064" fmla="*/ 291851 h 5390836"/>
                  <a:gd name="connsiteX1065" fmla="*/ 2186798 w 5372199"/>
                  <a:gd name="connsiteY1065" fmla="*/ 306293 h 5390836"/>
                  <a:gd name="connsiteX1066" fmla="*/ 2202270 w 5372199"/>
                  <a:gd name="connsiteY1066" fmla="*/ 306293 h 5390836"/>
                  <a:gd name="connsiteX1067" fmla="*/ 2216713 w 5372199"/>
                  <a:gd name="connsiteY1067" fmla="*/ 313515 h 5390836"/>
                  <a:gd name="connsiteX1068" fmla="*/ 2222895 w 5372199"/>
                  <a:gd name="connsiteY1068" fmla="*/ 326919 h 5390836"/>
                  <a:gd name="connsiteX1069" fmla="*/ 2190923 w 5372199"/>
                  <a:gd name="connsiteY1069" fmla="*/ 377448 h 5390836"/>
                  <a:gd name="connsiteX1070" fmla="*/ 2134201 w 5372199"/>
                  <a:gd name="connsiteY1070" fmla="*/ 416630 h 5390836"/>
                  <a:gd name="connsiteX1071" fmla="*/ 2107393 w 5372199"/>
                  <a:gd name="connsiteY1071" fmla="*/ 447573 h 5390836"/>
                  <a:gd name="connsiteX1072" fmla="*/ 2096047 w 5372199"/>
                  <a:gd name="connsiteY1072" fmla="*/ 447573 h 5390836"/>
                  <a:gd name="connsiteX1073" fmla="*/ 2078518 w 5372199"/>
                  <a:gd name="connsiteY1073" fmla="*/ 447573 h 5390836"/>
                  <a:gd name="connsiteX1074" fmla="*/ 2069239 w 5372199"/>
                  <a:gd name="connsiteY1074" fmla="*/ 434169 h 5390836"/>
                  <a:gd name="connsiteX1075" fmla="*/ 2056864 w 5372199"/>
                  <a:gd name="connsiteY1075" fmla="*/ 420765 h 5390836"/>
                  <a:gd name="connsiteX1076" fmla="*/ 2047585 w 5372199"/>
                  <a:gd name="connsiteY1076" fmla="*/ 393948 h 5390836"/>
                  <a:gd name="connsiteX1077" fmla="*/ 2071296 w 5372199"/>
                  <a:gd name="connsiteY1077" fmla="*/ 365072 h 5390836"/>
                  <a:gd name="connsiteX1078" fmla="*/ 2084700 w 5372199"/>
                  <a:gd name="connsiteY1078" fmla="*/ 351669 h 5390836"/>
                  <a:gd name="connsiteX1079" fmla="*/ 2093989 w 5372199"/>
                  <a:gd name="connsiteY1079" fmla="*/ 338265 h 5390836"/>
                  <a:gd name="connsiteX1080" fmla="*/ 2093989 w 5372199"/>
                  <a:gd name="connsiteY1080" fmla="*/ 326919 h 5390836"/>
                  <a:gd name="connsiteX1081" fmla="*/ 2093989 w 5372199"/>
                  <a:gd name="connsiteY1081" fmla="*/ 312475 h 5390836"/>
                  <a:gd name="connsiteX1082" fmla="*/ 2087796 w 5372199"/>
                  <a:gd name="connsiteY1082" fmla="*/ 302169 h 5390836"/>
                  <a:gd name="connsiteX1083" fmla="*/ 2080575 w 5372199"/>
                  <a:gd name="connsiteY1083" fmla="*/ 292890 h 5390836"/>
                  <a:gd name="connsiteX1084" fmla="*/ 2065114 w 5372199"/>
                  <a:gd name="connsiteY1084" fmla="*/ 274322 h 5390836"/>
                  <a:gd name="connsiteX1085" fmla="*/ 2081614 w 5372199"/>
                  <a:gd name="connsiteY1085" fmla="*/ 251639 h 5390836"/>
                  <a:gd name="connsiteX1086" fmla="*/ 2095018 w 5372199"/>
                  <a:gd name="connsiteY1086" fmla="*/ 251639 h 5390836"/>
                  <a:gd name="connsiteX1087" fmla="*/ 2110490 w 5372199"/>
                  <a:gd name="connsiteY1087" fmla="*/ 234100 h 5390836"/>
                  <a:gd name="connsiteX1088" fmla="*/ 2110490 w 5372199"/>
                  <a:gd name="connsiteY1088" fmla="*/ 206264 h 5390836"/>
                  <a:gd name="connsiteX1089" fmla="*/ 2093989 w 5372199"/>
                  <a:gd name="connsiteY1089" fmla="*/ 194918 h 5390836"/>
                  <a:gd name="connsiteX1090" fmla="*/ 2076461 w 5372199"/>
                  <a:gd name="connsiteY1090" fmla="*/ 194918 h 5390836"/>
                  <a:gd name="connsiteX1091" fmla="*/ 2065114 w 5372199"/>
                  <a:gd name="connsiteY1091" fmla="*/ 184599 h 5390836"/>
                  <a:gd name="connsiteX1092" fmla="*/ 2054796 w 5372199"/>
                  <a:gd name="connsiteY1092" fmla="*/ 184599 h 5390836"/>
                  <a:gd name="connsiteX1093" fmla="*/ 2047585 w 5372199"/>
                  <a:gd name="connsiteY1093" fmla="*/ 166043 h 5390836"/>
                  <a:gd name="connsiteX1094" fmla="*/ 2055824 w 5372199"/>
                  <a:gd name="connsiteY1094" fmla="*/ 158821 h 5390836"/>
                  <a:gd name="connsiteX1095" fmla="*/ 2060989 w 5372199"/>
                  <a:gd name="connsiteY1095" fmla="*/ 147475 h 5390836"/>
                  <a:gd name="connsiteX1096" fmla="*/ 2074393 w 5372199"/>
                  <a:gd name="connsiteY1096" fmla="*/ 136139 h 5390836"/>
                  <a:gd name="connsiteX1097" fmla="*/ 2093989 w 5372199"/>
                  <a:gd name="connsiteY1097" fmla="*/ 136139 h 5390836"/>
                  <a:gd name="connsiteX1098" fmla="*/ 2171337 w 5372199"/>
                  <a:gd name="connsiteY1098" fmla="*/ 84571 h 5390836"/>
                  <a:gd name="connsiteX1099" fmla="*/ 2194020 w 5372199"/>
                  <a:gd name="connsiteY1099" fmla="*/ 79417 h 5390836"/>
                  <a:gd name="connsiteX1100" fmla="*/ 2198081 w 5372199"/>
                  <a:gd name="connsiteY1100" fmla="*/ 79112 h 5390836"/>
                  <a:gd name="connsiteX1101" fmla="*/ 2394088 w 5372199"/>
                  <a:gd name="connsiteY1101" fmla="*/ 55695 h 5390836"/>
                  <a:gd name="connsiteX1102" fmla="*/ 2356963 w 5372199"/>
                  <a:gd name="connsiteY1102" fmla="*/ 76320 h 5390836"/>
                  <a:gd name="connsiteX1103" fmla="*/ 2365213 w 5372199"/>
                  <a:gd name="connsiteY1103" fmla="*/ 93860 h 5390836"/>
                  <a:gd name="connsiteX1104" fmla="*/ 2385838 w 5372199"/>
                  <a:gd name="connsiteY1104" fmla="*/ 93860 h 5390836"/>
                  <a:gd name="connsiteX1105" fmla="*/ 2397185 w 5372199"/>
                  <a:gd name="connsiteY1105" fmla="*/ 73224 h 5390836"/>
                  <a:gd name="connsiteX1106" fmla="*/ 2397185 w 5372199"/>
                  <a:gd name="connsiteY1106" fmla="*/ 57763 h 5390836"/>
                  <a:gd name="connsiteX1107" fmla="*/ 2409561 w 5372199"/>
                  <a:gd name="connsiteY1107" fmla="*/ 1039 h 5390836"/>
                  <a:gd name="connsiteX1108" fmla="*/ 2427090 w 5372199"/>
                  <a:gd name="connsiteY1108" fmla="*/ 1039 h 5390836"/>
                  <a:gd name="connsiteX1109" fmla="*/ 2461119 w 5372199"/>
                  <a:gd name="connsiteY1109" fmla="*/ 1039 h 5390836"/>
                  <a:gd name="connsiteX1110" fmla="*/ 2469369 w 5372199"/>
                  <a:gd name="connsiteY1110" fmla="*/ 14443 h 5390836"/>
                  <a:gd name="connsiteX1111" fmla="*/ 2483812 w 5372199"/>
                  <a:gd name="connsiteY1111" fmla="*/ 36096 h 5390836"/>
                  <a:gd name="connsiteX1112" fmla="*/ 2477630 w 5372199"/>
                  <a:gd name="connsiteY1112" fmla="*/ 57761 h 5390836"/>
                  <a:gd name="connsiteX1113" fmla="*/ 2477630 w 5372199"/>
                  <a:gd name="connsiteY1113" fmla="*/ 76318 h 5390836"/>
                  <a:gd name="connsiteX1114" fmla="*/ 2466283 w 5372199"/>
                  <a:gd name="connsiteY1114" fmla="*/ 108290 h 5390836"/>
                  <a:gd name="connsiteX1115" fmla="*/ 2452879 w 5372199"/>
                  <a:gd name="connsiteY1115" fmla="*/ 127886 h 5390836"/>
                  <a:gd name="connsiteX1116" fmla="*/ 2429158 w 5372199"/>
                  <a:gd name="connsiteY1116" fmla="*/ 203165 h 5390836"/>
                  <a:gd name="connsiteX1117" fmla="*/ 2419868 w 5372199"/>
                  <a:gd name="connsiteY1117" fmla="*/ 215541 h 5390836"/>
                  <a:gd name="connsiteX1118" fmla="*/ 2406464 w 5372199"/>
                  <a:gd name="connsiteY1118" fmla="*/ 215541 h 5390836"/>
                  <a:gd name="connsiteX1119" fmla="*/ 2392032 w 5372199"/>
                  <a:gd name="connsiteY1119" fmla="*/ 222762 h 5390836"/>
                  <a:gd name="connsiteX1120" fmla="*/ 2372435 w 5372199"/>
                  <a:gd name="connsiteY1120" fmla="*/ 232041 h 5390836"/>
                  <a:gd name="connsiteX1121" fmla="*/ 2372435 w 5372199"/>
                  <a:gd name="connsiteY1121" fmla="*/ 248541 h 5390836"/>
                  <a:gd name="connsiteX1122" fmla="*/ 2387907 w 5372199"/>
                  <a:gd name="connsiteY1122" fmla="*/ 243387 h 5390836"/>
                  <a:gd name="connsiteX1123" fmla="*/ 2400282 w 5372199"/>
                  <a:gd name="connsiteY1123" fmla="*/ 235137 h 5390836"/>
                  <a:gd name="connsiteX1124" fmla="*/ 2418840 w 5372199"/>
                  <a:gd name="connsiteY1124" fmla="*/ 235137 h 5390836"/>
                  <a:gd name="connsiteX1125" fmla="*/ 2427090 w 5372199"/>
                  <a:gd name="connsiteY1125" fmla="*/ 242348 h 5390836"/>
                  <a:gd name="connsiteX1126" fmla="*/ 2435340 w 5372199"/>
                  <a:gd name="connsiteY1126" fmla="*/ 265041 h 5390836"/>
                  <a:gd name="connsiteX1127" fmla="*/ 2435340 w 5372199"/>
                  <a:gd name="connsiteY1127" fmla="*/ 274319 h 5390836"/>
                  <a:gd name="connsiteX1128" fmla="*/ 2419868 w 5372199"/>
                  <a:gd name="connsiteY1128" fmla="*/ 288763 h 5390836"/>
                  <a:gd name="connsiteX1129" fmla="*/ 2402339 w 5372199"/>
                  <a:gd name="connsiteY1129" fmla="*/ 298041 h 5390836"/>
                  <a:gd name="connsiteX1130" fmla="*/ 2402339 w 5372199"/>
                  <a:gd name="connsiteY1130" fmla="*/ 309377 h 5390836"/>
                  <a:gd name="connsiteX1131" fmla="*/ 2412657 w 5372199"/>
                  <a:gd name="connsiteY1131" fmla="*/ 315570 h 5390836"/>
                  <a:gd name="connsiteX1132" fmla="*/ 2436368 w 5372199"/>
                  <a:gd name="connsiteY1132" fmla="*/ 307320 h 5390836"/>
                  <a:gd name="connsiteX1133" fmla="*/ 2455965 w 5372199"/>
                  <a:gd name="connsiteY1133" fmla="*/ 307320 h 5390836"/>
                  <a:gd name="connsiteX1134" fmla="*/ 2477630 w 5372199"/>
                  <a:gd name="connsiteY1134" fmla="*/ 300098 h 5390836"/>
                  <a:gd name="connsiteX1135" fmla="*/ 2498244 w 5372199"/>
                  <a:gd name="connsiteY1135" fmla="*/ 300098 h 5390836"/>
                  <a:gd name="connsiteX1136" fmla="*/ 2517841 w 5372199"/>
                  <a:gd name="connsiteY1136" fmla="*/ 323820 h 5390836"/>
                  <a:gd name="connsiteX1137" fmla="*/ 2494119 w 5372199"/>
                  <a:gd name="connsiteY1137" fmla="*/ 370224 h 5390836"/>
                  <a:gd name="connsiteX1138" fmla="*/ 2467312 w 5372199"/>
                  <a:gd name="connsiteY1138" fmla="*/ 370224 h 5390836"/>
                  <a:gd name="connsiteX1139" fmla="*/ 2422965 w 5372199"/>
                  <a:gd name="connsiteY1139" fmla="*/ 377445 h 5390836"/>
                  <a:gd name="connsiteX1140" fmla="*/ 2398214 w 5372199"/>
                  <a:gd name="connsiteY1140" fmla="*/ 377445 h 5390836"/>
                  <a:gd name="connsiteX1141" fmla="*/ 2377589 w 5372199"/>
                  <a:gd name="connsiteY1141" fmla="*/ 382599 h 5390836"/>
                  <a:gd name="connsiteX1142" fmla="*/ 2353878 w 5372199"/>
                  <a:gd name="connsiteY1142" fmla="*/ 389820 h 5390836"/>
                  <a:gd name="connsiteX1143" fmla="*/ 2326031 w 5372199"/>
                  <a:gd name="connsiteY1143" fmla="*/ 400138 h 5390836"/>
                  <a:gd name="connsiteX1144" fmla="*/ 2296127 w 5372199"/>
                  <a:gd name="connsiteY1144" fmla="*/ 407360 h 5390836"/>
                  <a:gd name="connsiteX1145" fmla="*/ 2266212 w 5372199"/>
                  <a:gd name="connsiteY1145" fmla="*/ 420763 h 5390836"/>
                  <a:gd name="connsiteX1146" fmla="*/ 2245587 w 5372199"/>
                  <a:gd name="connsiteY1146" fmla="*/ 413542 h 5390836"/>
                  <a:gd name="connsiteX1147" fmla="*/ 2237348 w 5372199"/>
                  <a:gd name="connsiteY1147" fmla="*/ 387752 h 5390836"/>
                  <a:gd name="connsiteX1148" fmla="*/ 2237337 w 5372199"/>
                  <a:gd name="connsiteY1148" fmla="*/ 379513 h 5390836"/>
                  <a:gd name="connsiteX1149" fmla="*/ 2237337 w 5372199"/>
                  <a:gd name="connsiteY1149" fmla="*/ 364042 h 5390836"/>
                  <a:gd name="connsiteX1150" fmla="*/ 2243530 w 5372199"/>
                  <a:gd name="connsiteY1150" fmla="*/ 357849 h 5390836"/>
                  <a:gd name="connsiteX1151" fmla="*/ 2253837 w 5372199"/>
                  <a:gd name="connsiteY1151" fmla="*/ 357849 h 5390836"/>
                  <a:gd name="connsiteX1152" fmla="*/ 2278588 w 5372199"/>
                  <a:gd name="connsiteY1152" fmla="*/ 344445 h 5390836"/>
                  <a:gd name="connsiteX1153" fmla="*/ 2310560 w 5372199"/>
                  <a:gd name="connsiteY1153" fmla="*/ 324848 h 5390836"/>
                  <a:gd name="connsiteX1154" fmla="*/ 2303338 w 5372199"/>
                  <a:gd name="connsiteY1154" fmla="*/ 316609 h 5390836"/>
                  <a:gd name="connsiteX1155" fmla="*/ 2289934 w 5372199"/>
                  <a:gd name="connsiteY1155" fmla="*/ 316609 h 5390836"/>
                  <a:gd name="connsiteX1156" fmla="*/ 2277559 w 5372199"/>
                  <a:gd name="connsiteY1156" fmla="*/ 316609 h 5390836"/>
                  <a:gd name="connsiteX1157" fmla="*/ 2277559 w 5372199"/>
                  <a:gd name="connsiteY1157" fmla="*/ 305263 h 5390836"/>
                  <a:gd name="connsiteX1158" fmla="*/ 2277559 w 5372199"/>
                  <a:gd name="connsiteY1158" fmla="*/ 291848 h 5390836"/>
                  <a:gd name="connsiteX1159" fmla="*/ 2283752 w 5372199"/>
                  <a:gd name="connsiteY1159" fmla="*/ 280512 h 5390836"/>
                  <a:gd name="connsiteX1160" fmla="*/ 2291991 w 5372199"/>
                  <a:gd name="connsiteY1160" fmla="*/ 280512 h 5390836"/>
                  <a:gd name="connsiteX1161" fmla="*/ 2300252 w 5372199"/>
                  <a:gd name="connsiteY1161" fmla="*/ 280512 h 5390836"/>
                  <a:gd name="connsiteX1162" fmla="*/ 2307463 w 5372199"/>
                  <a:gd name="connsiteY1162" fmla="*/ 280512 h 5390836"/>
                  <a:gd name="connsiteX1163" fmla="*/ 2313656 w 5372199"/>
                  <a:gd name="connsiteY1163" fmla="*/ 273291 h 5390836"/>
                  <a:gd name="connsiteX1164" fmla="*/ 2313656 w 5372199"/>
                  <a:gd name="connsiteY1164" fmla="*/ 256791 h 5390836"/>
                  <a:gd name="connsiteX1165" fmla="*/ 2303338 w 5372199"/>
                  <a:gd name="connsiteY1165" fmla="*/ 256791 h 5390836"/>
                  <a:gd name="connsiteX1166" fmla="*/ 2290963 w 5372199"/>
                  <a:gd name="connsiteY1166" fmla="*/ 261944 h 5390836"/>
                  <a:gd name="connsiteX1167" fmla="*/ 2280656 w 5372199"/>
                  <a:gd name="connsiteY1167" fmla="*/ 261944 h 5390836"/>
                  <a:gd name="connsiteX1168" fmla="*/ 2270338 w 5372199"/>
                  <a:gd name="connsiteY1168" fmla="*/ 261944 h 5390836"/>
                  <a:gd name="connsiteX1169" fmla="*/ 2265184 w 5372199"/>
                  <a:gd name="connsiteY1169" fmla="*/ 255751 h 5390836"/>
                  <a:gd name="connsiteX1170" fmla="*/ 2260030 w 5372199"/>
                  <a:gd name="connsiteY1170" fmla="*/ 245444 h 5390836"/>
                  <a:gd name="connsiteX1171" fmla="*/ 2248684 w 5372199"/>
                  <a:gd name="connsiteY1171" fmla="*/ 231012 h 5390836"/>
                  <a:gd name="connsiteX1172" fmla="*/ 2242502 w 5372199"/>
                  <a:gd name="connsiteY1172" fmla="*/ 213473 h 5390836"/>
                  <a:gd name="connsiteX1173" fmla="*/ 2247655 w 5372199"/>
                  <a:gd name="connsiteY1173" fmla="*/ 186665 h 5390836"/>
                  <a:gd name="connsiteX1174" fmla="*/ 2237337 w 5372199"/>
                  <a:gd name="connsiteY1174" fmla="*/ 144386 h 5390836"/>
                  <a:gd name="connsiteX1175" fmla="*/ 2229086 w 5372199"/>
                  <a:gd name="connsiteY1175" fmla="*/ 126847 h 5390836"/>
                  <a:gd name="connsiteX1176" fmla="*/ 2229086 w 5372199"/>
                  <a:gd name="connsiteY1176" fmla="*/ 113443 h 5390836"/>
                  <a:gd name="connsiteX1177" fmla="*/ 2229086 w 5372199"/>
                  <a:gd name="connsiteY1177" fmla="*/ 88693 h 5390836"/>
                  <a:gd name="connsiteX1178" fmla="*/ 2228058 w 5372199"/>
                  <a:gd name="connsiteY1178" fmla="*/ 86636 h 5390836"/>
                  <a:gd name="connsiteX1179" fmla="*/ 2236309 w 5372199"/>
                  <a:gd name="connsiteY1179" fmla="*/ 61886 h 5390836"/>
                  <a:gd name="connsiteX1180" fmla="*/ 2251780 w 5372199"/>
                  <a:gd name="connsiteY1180" fmla="*/ 68068 h 5390836"/>
                  <a:gd name="connsiteX1181" fmla="*/ 2266223 w 5372199"/>
                  <a:gd name="connsiteY1181" fmla="*/ 68068 h 5390836"/>
                  <a:gd name="connsiteX1182" fmla="*/ 2283752 w 5372199"/>
                  <a:gd name="connsiteY1182" fmla="*/ 59818 h 5390836"/>
                  <a:gd name="connsiteX1183" fmla="*/ 2313656 w 5372199"/>
                  <a:gd name="connsiteY1183" fmla="*/ 42289 h 5390836"/>
                  <a:gd name="connsiteX1184" fmla="*/ 2337367 w 5372199"/>
                  <a:gd name="connsiteY1184" fmla="*/ 36096 h 5390836"/>
                  <a:gd name="connsiteX1185" fmla="*/ 2409561 w 5372199"/>
                  <a:gd name="connsiteY1185" fmla="*/ 1039 h 539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</a:cxnLst>
                <a:rect l="l" t="t" r="r" b="b"/>
                <a:pathLst>
                  <a:path w="5372199" h="5390836">
                    <a:moveTo>
                      <a:pt x="3137621" y="5098566"/>
                    </a:moveTo>
                    <a:cubicBezTo>
                      <a:pt x="3116367" y="5101693"/>
                      <a:pt x="3098342" y="5115799"/>
                      <a:pt x="3090189" y="5135680"/>
                    </a:cubicBezTo>
                    <a:cubicBezTo>
                      <a:pt x="3082122" y="5161189"/>
                      <a:pt x="3082122" y="5188557"/>
                      <a:pt x="3090189" y="5214053"/>
                    </a:cubicBezTo>
                    <a:cubicBezTo>
                      <a:pt x="3092906" y="5239900"/>
                      <a:pt x="3104588" y="5263976"/>
                      <a:pt x="3123189" y="5282125"/>
                    </a:cubicBezTo>
                    <a:cubicBezTo>
                      <a:pt x="3137977" y="5297044"/>
                      <a:pt x="3159427" y="5303290"/>
                      <a:pt x="3179909" y="5298625"/>
                    </a:cubicBezTo>
                    <a:cubicBezTo>
                      <a:pt x="3200859" y="5295506"/>
                      <a:pt x="3218757" y="5281887"/>
                      <a:pt x="3227342" y="5262527"/>
                    </a:cubicBezTo>
                    <a:lnTo>
                      <a:pt x="3223219" y="5262527"/>
                    </a:lnTo>
                    <a:cubicBezTo>
                      <a:pt x="3233028" y="5238286"/>
                      <a:pt x="3234837" y="5211553"/>
                      <a:pt x="3228384" y="5186218"/>
                    </a:cubicBezTo>
                    <a:cubicBezTo>
                      <a:pt x="3224659" y="5159756"/>
                      <a:pt x="3213172" y="5134998"/>
                      <a:pt x="3195371" y="5115066"/>
                    </a:cubicBezTo>
                    <a:cubicBezTo>
                      <a:pt x="3180159" y="5100134"/>
                      <a:pt x="3158431" y="5093918"/>
                      <a:pt x="3137621" y="5098566"/>
                    </a:cubicBezTo>
                    <a:close/>
                    <a:moveTo>
                      <a:pt x="2793012" y="5095901"/>
                    </a:moveTo>
                    <a:lnTo>
                      <a:pt x="2794038" y="5121680"/>
                    </a:lnTo>
                    <a:lnTo>
                      <a:pt x="2794038" y="5147468"/>
                    </a:lnTo>
                    <a:lnTo>
                      <a:pt x="2652759" y="5150557"/>
                    </a:lnTo>
                    <a:lnTo>
                      <a:pt x="2654818" y="5212430"/>
                    </a:lnTo>
                    <a:lnTo>
                      <a:pt x="2785788" y="5210375"/>
                    </a:lnTo>
                    <a:lnTo>
                      <a:pt x="2785788" y="5235125"/>
                    </a:lnTo>
                    <a:lnTo>
                      <a:pt x="2785788" y="5259875"/>
                    </a:lnTo>
                    <a:lnTo>
                      <a:pt x="2654818" y="5261930"/>
                    </a:lnTo>
                    <a:lnTo>
                      <a:pt x="2656886" y="5338252"/>
                    </a:lnTo>
                    <a:lnTo>
                      <a:pt x="2803317" y="5335154"/>
                    </a:lnTo>
                    <a:lnTo>
                      <a:pt x="2804347" y="5360934"/>
                    </a:lnTo>
                    <a:lnTo>
                      <a:pt x="2804347" y="5386722"/>
                    </a:lnTo>
                    <a:lnTo>
                      <a:pt x="2601191" y="5390836"/>
                    </a:lnTo>
                    <a:lnTo>
                      <a:pt x="2597068" y="5100028"/>
                    </a:lnTo>
                    <a:close/>
                    <a:moveTo>
                      <a:pt x="2311412" y="5073218"/>
                    </a:moveTo>
                    <a:lnTo>
                      <a:pt x="2527979" y="5100036"/>
                    </a:lnTo>
                    <a:lnTo>
                      <a:pt x="2524886" y="5124786"/>
                    </a:lnTo>
                    <a:lnTo>
                      <a:pt x="2521789" y="5150566"/>
                    </a:lnTo>
                    <a:lnTo>
                      <a:pt x="2441357" y="5141286"/>
                    </a:lnTo>
                    <a:lnTo>
                      <a:pt x="2412480" y="5378472"/>
                    </a:lnTo>
                    <a:lnTo>
                      <a:pt x="2384632" y="5375374"/>
                    </a:lnTo>
                    <a:lnTo>
                      <a:pt x="2356798" y="5372277"/>
                    </a:lnTo>
                    <a:lnTo>
                      <a:pt x="2385662" y="5134066"/>
                    </a:lnTo>
                    <a:lnTo>
                      <a:pt x="2305230" y="5124786"/>
                    </a:lnTo>
                    <a:lnTo>
                      <a:pt x="2308328" y="5098998"/>
                    </a:lnTo>
                    <a:close/>
                    <a:moveTo>
                      <a:pt x="3178501" y="5049077"/>
                    </a:moveTo>
                    <a:cubicBezTo>
                      <a:pt x="3196181" y="5052967"/>
                      <a:pt x="3212954" y="5060973"/>
                      <a:pt x="3227342" y="5072774"/>
                    </a:cubicBezTo>
                    <a:cubicBezTo>
                      <a:pt x="3257680" y="5099354"/>
                      <a:pt x="3277452" y="5135960"/>
                      <a:pt x="3283036" y="5175900"/>
                    </a:cubicBezTo>
                    <a:cubicBezTo>
                      <a:pt x="3293053" y="5214629"/>
                      <a:pt x="3288655" y="5255671"/>
                      <a:pt x="3270659" y="5291404"/>
                    </a:cubicBezTo>
                    <a:cubicBezTo>
                      <a:pt x="3233278" y="5351319"/>
                      <a:pt x="3154393" y="5369582"/>
                      <a:pt x="3094478" y="5332188"/>
                    </a:cubicBezTo>
                    <a:cubicBezTo>
                      <a:pt x="3091596" y="5330391"/>
                      <a:pt x="3088791" y="5328485"/>
                      <a:pt x="3086062" y="5326472"/>
                    </a:cubicBezTo>
                    <a:lnTo>
                      <a:pt x="3082978" y="5329557"/>
                    </a:lnTo>
                    <a:cubicBezTo>
                      <a:pt x="3052338" y="5303214"/>
                      <a:pt x="3032503" y="5266502"/>
                      <a:pt x="3027283" y="5226430"/>
                    </a:cubicBezTo>
                    <a:cubicBezTo>
                      <a:pt x="3017995" y="5186879"/>
                      <a:pt x="3022736" y="5145316"/>
                      <a:pt x="3040690" y="5108871"/>
                    </a:cubicBezTo>
                    <a:cubicBezTo>
                      <a:pt x="3057762" y="5077244"/>
                      <a:pt x="3088694" y="5055485"/>
                      <a:pt x="3124219" y="5050083"/>
                    </a:cubicBezTo>
                    <a:cubicBezTo>
                      <a:pt x="3142234" y="5045416"/>
                      <a:pt x="3160821" y="5045188"/>
                      <a:pt x="3178501" y="5049077"/>
                    </a:cubicBezTo>
                    <a:close/>
                    <a:moveTo>
                      <a:pt x="2038303" y="5009871"/>
                    </a:moveTo>
                    <a:lnTo>
                      <a:pt x="2065121" y="5017092"/>
                    </a:lnTo>
                    <a:lnTo>
                      <a:pt x="2092960" y="5023274"/>
                    </a:lnTo>
                    <a:lnTo>
                      <a:pt x="2048621" y="5201688"/>
                    </a:lnTo>
                    <a:cubicBezTo>
                      <a:pt x="2042765" y="5217311"/>
                      <a:pt x="2042765" y="5234527"/>
                      <a:pt x="2048621" y="5250150"/>
                    </a:cubicBezTo>
                    <a:cubicBezTo>
                      <a:pt x="2055604" y="5263154"/>
                      <a:pt x="2068133" y="5272269"/>
                      <a:pt x="2082650" y="5274900"/>
                    </a:cubicBezTo>
                    <a:cubicBezTo>
                      <a:pt x="2096066" y="5281082"/>
                      <a:pt x="2111515" y="5281082"/>
                      <a:pt x="2124930" y="5274900"/>
                    </a:cubicBezTo>
                    <a:cubicBezTo>
                      <a:pt x="2137748" y="5263337"/>
                      <a:pt x="2146142" y="5247650"/>
                      <a:pt x="2148650" y="5230565"/>
                    </a:cubicBezTo>
                    <a:lnTo>
                      <a:pt x="2192989" y="5053189"/>
                    </a:lnTo>
                    <a:lnTo>
                      <a:pt x="2219807" y="5059371"/>
                    </a:lnTo>
                    <a:lnTo>
                      <a:pt x="2247654" y="5066591"/>
                    </a:lnTo>
                    <a:lnTo>
                      <a:pt x="2200209" y="5237773"/>
                    </a:lnTo>
                    <a:cubicBezTo>
                      <a:pt x="2195425" y="5269756"/>
                      <a:pt x="2178870" y="5298815"/>
                      <a:pt x="2153807" y="5319247"/>
                    </a:cubicBezTo>
                    <a:cubicBezTo>
                      <a:pt x="2127400" y="5334294"/>
                      <a:pt x="2095710" y="5336938"/>
                      <a:pt x="2067180" y="5326468"/>
                    </a:cubicBezTo>
                    <a:cubicBezTo>
                      <a:pt x="2037328" y="5321976"/>
                      <a:pt x="2010956" y="5304641"/>
                      <a:pt x="1994985" y="5279023"/>
                    </a:cubicBezTo>
                    <a:cubicBezTo>
                      <a:pt x="1983261" y="5249209"/>
                      <a:pt x="1983261" y="5216044"/>
                      <a:pt x="1994985" y="5186218"/>
                    </a:cubicBezTo>
                    <a:close/>
                    <a:moveTo>
                      <a:pt x="3514900" y="4952554"/>
                    </a:moveTo>
                    <a:lnTo>
                      <a:pt x="3523150" y="4977304"/>
                    </a:lnTo>
                    <a:lnTo>
                      <a:pt x="3531400" y="5002053"/>
                    </a:lnTo>
                    <a:lnTo>
                      <a:pt x="3403523" y="5043303"/>
                    </a:lnTo>
                    <a:lnTo>
                      <a:pt x="3424146" y="5106210"/>
                    </a:lnTo>
                    <a:lnTo>
                      <a:pt x="3535523" y="5070125"/>
                    </a:lnTo>
                    <a:lnTo>
                      <a:pt x="3542743" y="5093833"/>
                    </a:lnTo>
                    <a:lnTo>
                      <a:pt x="3550993" y="5117557"/>
                    </a:lnTo>
                    <a:lnTo>
                      <a:pt x="3439621" y="5153655"/>
                    </a:lnTo>
                    <a:lnTo>
                      <a:pt x="3477773" y="5271222"/>
                    </a:lnTo>
                    <a:lnTo>
                      <a:pt x="3450955" y="5279459"/>
                    </a:lnTo>
                    <a:lnTo>
                      <a:pt x="3424146" y="5288752"/>
                    </a:lnTo>
                    <a:lnTo>
                      <a:pt x="3334426" y="5012371"/>
                    </a:lnTo>
                    <a:close/>
                    <a:moveTo>
                      <a:pt x="1772071" y="4919562"/>
                    </a:moveTo>
                    <a:lnTo>
                      <a:pt x="1978320" y="4990719"/>
                    </a:lnTo>
                    <a:lnTo>
                      <a:pt x="1970070" y="5014439"/>
                    </a:lnTo>
                    <a:lnTo>
                      <a:pt x="1960782" y="5039189"/>
                    </a:lnTo>
                    <a:lnTo>
                      <a:pt x="1884473" y="5013409"/>
                    </a:lnTo>
                    <a:lnTo>
                      <a:pt x="1807130" y="5239260"/>
                    </a:lnTo>
                    <a:lnTo>
                      <a:pt x="1780321" y="5229968"/>
                    </a:lnTo>
                    <a:lnTo>
                      <a:pt x="1753503" y="5220693"/>
                    </a:lnTo>
                    <a:lnTo>
                      <a:pt x="1831880" y="4994842"/>
                    </a:lnTo>
                    <a:lnTo>
                      <a:pt x="1755571" y="4969062"/>
                    </a:lnTo>
                    <a:lnTo>
                      <a:pt x="1763821" y="4944312"/>
                    </a:lnTo>
                    <a:close/>
                    <a:moveTo>
                      <a:pt x="1666876" y="4867995"/>
                    </a:moveTo>
                    <a:lnTo>
                      <a:pt x="1691626" y="4879342"/>
                    </a:lnTo>
                    <a:lnTo>
                      <a:pt x="1717406" y="4891715"/>
                    </a:lnTo>
                    <a:lnTo>
                      <a:pt x="1594694" y="5154680"/>
                    </a:lnTo>
                    <a:lnTo>
                      <a:pt x="1568906" y="5143345"/>
                    </a:lnTo>
                    <a:lnTo>
                      <a:pt x="1543127" y="5130968"/>
                    </a:lnTo>
                    <a:close/>
                    <a:moveTo>
                      <a:pt x="3872751" y="4780342"/>
                    </a:moveTo>
                    <a:lnTo>
                      <a:pt x="3884085" y="4803037"/>
                    </a:lnTo>
                    <a:lnTo>
                      <a:pt x="3896462" y="4825719"/>
                    </a:lnTo>
                    <a:lnTo>
                      <a:pt x="3825306" y="4863872"/>
                    </a:lnTo>
                    <a:lnTo>
                      <a:pt x="3937712" y="5075278"/>
                    </a:lnTo>
                    <a:lnTo>
                      <a:pt x="3912962" y="5088689"/>
                    </a:lnTo>
                    <a:lnTo>
                      <a:pt x="3888212" y="5102096"/>
                    </a:lnTo>
                    <a:lnTo>
                      <a:pt x="3775806" y="4890689"/>
                    </a:lnTo>
                    <a:lnTo>
                      <a:pt x="3704649" y="4927816"/>
                    </a:lnTo>
                    <a:lnTo>
                      <a:pt x="3692277" y="4905122"/>
                    </a:lnTo>
                    <a:lnTo>
                      <a:pt x="3680929" y="4882439"/>
                    </a:lnTo>
                    <a:close/>
                    <a:moveTo>
                      <a:pt x="1417309" y="4732898"/>
                    </a:moveTo>
                    <a:lnTo>
                      <a:pt x="1607059" y="4839122"/>
                    </a:lnTo>
                    <a:lnTo>
                      <a:pt x="1594682" y="4861804"/>
                    </a:lnTo>
                    <a:lnTo>
                      <a:pt x="1582309" y="4883456"/>
                    </a:lnTo>
                    <a:lnTo>
                      <a:pt x="1512182" y="4844274"/>
                    </a:lnTo>
                    <a:lnTo>
                      <a:pt x="1395653" y="5053625"/>
                    </a:lnTo>
                    <a:lnTo>
                      <a:pt x="1370903" y="5040210"/>
                    </a:lnTo>
                    <a:lnTo>
                      <a:pt x="1347182" y="5026808"/>
                    </a:lnTo>
                    <a:lnTo>
                      <a:pt x="1462682" y="4817457"/>
                    </a:lnTo>
                    <a:lnTo>
                      <a:pt x="1392555" y="4778274"/>
                    </a:lnTo>
                    <a:lnTo>
                      <a:pt x="1404932" y="4755592"/>
                    </a:lnTo>
                    <a:close/>
                    <a:moveTo>
                      <a:pt x="4097559" y="4639059"/>
                    </a:moveTo>
                    <a:lnTo>
                      <a:pt x="4110962" y="4660711"/>
                    </a:lnTo>
                    <a:lnTo>
                      <a:pt x="4125402" y="4682368"/>
                    </a:lnTo>
                    <a:lnTo>
                      <a:pt x="4006805" y="4759715"/>
                    </a:lnTo>
                    <a:lnTo>
                      <a:pt x="4040835" y="4811283"/>
                    </a:lnTo>
                    <a:lnTo>
                      <a:pt x="4150152" y="4740118"/>
                    </a:lnTo>
                    <a:lnTo>
                      <a:pt x="4164589" y="4760741"/>
                    </a:lnTo>
                    <a:lnTo>
                      <a:pt x="4177991" y="4782406"/>
                    </a:lnTo>
                    <a:lnTo>
                      <a:pt x="4067652" y="4853562"/>
                    </a:lnTo>
                    <a:lnTo>
                      <a:pt x="4108902" y="4916465"/>
                    </a:lnTo>
                    <a:lnTo>
                      <a:pt x="4232656" y="4837062"/>
                    </a:lnTo>
                    <a:lnTo>
                      <a:pt x="4247088" y="4858715"/>
                    </a:lnTo>
                    <a:lnTo>
                      <a:pt x="4261529" y="4880367"/>
                    </a:lnTo>
                    <a:lnTo>
                      <a:pt x="4090335" y="4990714"/>
                    </a:lnTo>
                    <a:lnTo>
                      <a:pt x="3932555" y="4746308"/>
                    </a:lnTo>
                    <a:close/>
                    <a:moveTo>
                      <a:pt x="1204009" y="4608716"/>
                    </a:moveTo>
                    <a:cubicBezTo>
                      <a:pt x="1231598" y="4607576"/>
                      <a:pt x="1258666" y="4616360"/>
                      <a:pt x="1280327" y="4633466"/>
                    </a:cubicBezTo>
                    <a:cubicBezTo>
                      <a:pt x="1302500" y="4648364"/>
                      <a:pt x="1318026" y="4671283"/>
                      <a:pt x="1323636" y="4697398"/>
                    </a:cubicBezTo>
                    <a:cubicBezTo>
                      <a:pt x="1328106" y="4723220"/>
                      <a:pt x="1322576" y="4749766"/>
                      <a:pt x="1308174" y="4771647"/>
                    </a:cubicBezTo>
                    <a:lnTo>
                      <a:pt x="1268992" y="4739686"/>
                    </a:lnTo>
                    <a:cubicBezTo>
                      <a:pt x="1276225" y="4729109"/>
                      <a:pt x="1278132" y="4715770"/>
                      <a:pt x="1274144" y="4703593"/>
                    </a:cubicBezTo>
                    <a:cubicBezTo>
                      <a:pt x="1270238" y="4689915"/>
                      <a:pt x="1261424" y="4678169"/>
                      <a:pt x="1249395" y="4670588"/>
                    </a:cubicBezTo>
                    <a:cubicBezTo>
                      <a:pt x="1240407" y="4662457"/>
                      <a:pt x="1228479" y="4658355"/>
                      <a:pt x="1216395" y="4659245"/>
                    </a:cubicBezTo>
                    <a:cubicBezTo>
                      <a:pt x="1205534" y="4659957"/>
                      <a:pt x="1195640" y="4665673"/>
                      <a:pt x="1189577" y="4674715"/>
                    </a:cubicBezTo>
                    <a:cubicBezTo>
                      <a:pt x="1184865" y="4681915"/>
                      <a:pt x="1184865" y="4691228"/>
                      <a:pt x="1189577" y="4698436"/>
                    </a:cubicBezTo>
                    <a:cubicBezTo>
                      <a:pt x="1198229" y="4714567"/>
                      <a:pt x="1208979" y="4729478"/>
                      <a:pt x="1221547" y="4742775"/>
                    </a:cubicBezTo>
                    <a:cubicBezTo>
                      <a:pt x="1242259" y="4763063"/>
                      <a:pt x="1257505" y="4788245"/>
                      <a:pt x="1265894" y="4815995"/>
                    </a:cubicBezTo>
                    <a:cubicBezTo>
                      <a:pt x="1267878" y="4837291"/>
                      <a:pt x="1261187" y="4858482"/>
                      <a:pt x="1247327" y="4874774"/>
                    </a:cubicBezTo>
                    <a:cubicBezTo>
                      <a:pt x="1233297" y="4895973"/>
                      <a:pt x="1209835" y="4909054"/>
                      <a:pt x="1184424" y="4909842"/>
                    </a:cubicBezTo>
                    <a:cubicBezTo>
                      <a:pt x="1155734" y="4910719"/>
                      <a:pt x="1127768" y="4900783"/>
                      <a:pt x="1106048" y="4881999"/>
                    </a:cubicBezTo>
                    <a:cubicBezTo>
                      <a:pt x="1081501" y="4866906"/>
                      <a:pt x="1063755" y="4842867"/>
                      <a:pt x="1056548" y="4814965"/>
                    </a:cubicBezTo>
                    <a:cubicBezTo>
                      <a:pt x="1051404" y="4788202"/>
                      <a:pt x="1057768" y="4760495"/>
                      <a:pt x="1074073" y="4738660"/>
                    </a:cubicBezTo>
                    <a:lnTo>
                      <a:pt x="1118420" y="4769592"/>
                    </a:lnTo>
                    <a:cubicBezTo>
                      <a:pt x="1110204" y="4780482"/>
                      <a:pt x="1106836" y="4794300"/>
                      <a:pt x="1109145" y="4807745"/>
                    </a:cubicBezTo>
                    <a:cubicBezTo>
                      <a:pt x="1113721" y="4821635"/>
                      <a:pt x="1122797" y="4833601"/>
                      <a:pt x="1134920" y="4841774"/>
                    </a:cubicBezTo>
                    <a:cubicBezTo>
                      <a:pt x="1146280" y="4850859"/>
                      <a:pt x="1159772" y="4856889"/>
                      <a:pt x="1174115" y="4859312"/>
                    </a:cubicBezTo>
                    <a:cubicBezTo>
                      <a:pt x="1184857" y="4859973"/>
                      <a:pt x="1195251" y="4855351"/>
                      <a:pt x="1201954" y="4846940"/>
                    </a:cubicBezTo>
                    <a:cubicBezTo>
                      <a:pt x="1206174" y="4838863"/>
                      <a:pt x="1206174" y="4829228"/>
                      <a:pt x="1201954" y="4821160"/>
                    </a:cubicBezTo>
                    <a:cubicBezTo>
                      <a:pt x="1195488" y="4806253"/>
                      <a:pt x="1186403" y="4792630"/>
                      <a:pt x="1175145" y="4780940"/>
                    </a:cubicBezTo>
                    <a:cubicBezTo>
                      <a:pt x="1153467" y="4758851"/>
                      <a:pt x="1136611" y="4732520"/>
                      <a:pt x="1125645" y="4703593"/>
                    </a:cubicBezTo>
                    <a:cubicBezTo>
                      <a:pt x="1122094" y="4683321"/>
                      <a:pt x="1127768" y="4662533"/>
                      <a:pt x="1141102" y="4646868"/>
                    </a:cubicBezTo>
                    <a:cubicBezTo>
                      <a:pt x="1155158" y="4625216"/>
                      <a:pt x="1178327" y="4611161"/>
                      <a:pt x="1204009" y="4608716"/>
                    </a:cubicBezTo>
                    <a:close/>
                    <a:moveTo>
                      <a:pt x="4318414" y="4479809"/>
                    </a:moveTo>
                    <a:cubicBezTo>
                      <a:pt x="4347236" y="4481131"/>
                      <a:pt x="4374486" y="4493280"/>
                      <a:pt x="4394732" y="4513839"/>
                    </a:cubicBezTo>
                    <a:lnTo>
                      <a:pt x="4352444" y="4549936"/>
                    </a:lnTo>
                    <a:cubicBezTo>
                      <a:pt x="4342224" y="4539890"/>
                      <a:pt x="4328614" y="4534000"/>
                      <a:pt x="4314287" y="4533436"/>
                    </a:cubicBezTo>
                    <a:cubicBezTo>
                      <a:pt x="4299465" y="4533597"/>
                      <a:pt x="4285198" y="4539085"/>
                      <a:pt x="4274067" y="4548894"/>
                    </a:cubicBezTo>
                    <a:cubicBezTo>
                      <a:pt x="4258508" y="4561186"/>
                      <a:pt x="4250648" y="4580826"/>
                      <a:pt x="4253440" y="4600466"/>
                    </a:cubicBezTo>
                    <a:cubicBezTo>
                      <a:pt x="4258521" y="4626296"/>
                      <a:pt x="4270656" y="4650216"/>
                      <a:pt x="4288508" y="4669563"/>
                    </a:cubicBezTo>
                    <a:cubicBezTo>
                      <a:pt x="4303906" y="4690317"/>
                      <a:pt x="4325063" y="4706093"/>
                      <a:pt x="4349347" y="4714936"/>
                    </a:cubicBezTo>
                    <a:cubicBezTo>
                      <a:pt x="4367991" y="4720609"/>
                      <a:pt x="4388236" y="4716334"/>
                      <a:pt x="4402974" y="4703593"/>
                    </a:cubicBezTo>
                    <a:cubicBezTo>
                      <a:pt x="4414851" y="4694139"/>
                      <a:pt x="4422613" y="4680474"/>
                      <a:pt x="4424626" y="4665436"/>
                    </a:cubicBezTo>
                    <a:cubicBezTo>
                      <a:pt x="4425384" y="4649707"/>
                      <a:pt x="4421041" y="4634156"/>
                      <a:pt x="4412262" y="4621089"/>
                    </a:cubicBezTo>
                    <a:lnTo>
                      <a:pt x="4454541" y="4581898"/>
                    </a:lnTo>
                    <a:cubicBezTo>
                      <a:pt x="4472859" y="4606474"/>
                      <a:pt x="4481316" y="4637004"/>
                      <a:pt x="4478261" y="4667495"/>
                    </a:cubicBezTo>
                    <a:cubicBezTo>
                      <a:pt x="4469859" y="4733029"/>
                      <a:pt x="4409923" y="4779334"/>
                      <a:pt x="4344389" y="4770936"/>
                    </a:cubicBezTo>
                    <a:cubicBezTo>
                      <a:pt x="4343639" y="4770838"/>
                      <a:pt x="4342880" y="4770728"/>
                      <a:pt x="4342135" y="4770622"/>
                    </a:cubicBezTo>
                    <a:cubicBezTo>
                      <a:pt x="4303364" y="4761253"/>
                      <a:pt x="4269076" y="4738639"/>
                      <a:pt x="4245203" y="4706686"/>
                    </a:cubicBezTo>
                    <a:cubicBezTo>
                      <a:pt x="4217258" y="4677215"/>
                      <a:pt x="4200474" y="4638923"/>
                      <a:pt x="4197758" y="4598398"/>
                    </a:cubicBezTo>
                    <a:cubicBezTo>
                      <a:pt x="4196449" y="4563631"/>
                      <a:pt x="4211771" y="4530318"/>
                      <a:pt x="4239008" y="4508686"/>
                    </a:cubicBezTo>
                    <a:cubicBezTo>
                      <a:pt x="4260771" y="4489186"/>
                      <a:pt x="4289215" y="4478848"/>
                      <a:pt x="4318414" y="4479809"/>
                    </a:cubicBezTo>
                    <a:close/>
                    <a:moveTo>
                      <a:pt x="976955" y="4384335"/>
                    </a:moveTo>
                    <a:lnTo>
                      <a:pt x="998607" y="4403932"/>
                    </a:lnTo>
                    <a:lnTo>
                      <a:pt x="1019243" y="4424560"/>
                    </a:lnTo>
                    <a:lnTo>
                      <a:pt x="958400" y="4647309"/>
                    </a:lnTo>
                    <a:lnTo>
                      <a:pt x="1097611" y="4497780"/>
                    </a:lnTo>
                    <a:lnTo>
                      <a:pt x="1117204" y="4515309"/>
                    </a:lnTo>
                    <a:lnTo>
                      <a:pt x="1135772" y="4532839"/>
                    </a:lnTo>
                    <a:lnTo>
                      <a:pt x="937773" y="4746313"/>
                    </a:lnTo>
                    <a:lnTo>
                      <a:pt x="917146" y="4726715"/>
                    </a:lnTo>
                    <a:lnTo>
                      <a:pt x="897552" y="4708148"/>
                    </a:lnTo>
                    <a:lnTo>
                      <a:pt x="959425" y="4479212"/>
                    </a:lnTo>
                    <a:lnTo>
                      <a:pt x="816078" y="4632868"/>
                    </a:lnTo>
                    <a:lnTo>
                      <a:pt x="797523" y="4615339"/>
                    </a:lnTo>
                    <a:lnTo>
                      <a:pt x="777926" y="4596771"/>
                    </a:lnTo>
                    <a:close/>
                    <a:moveTo>
                      <a:pt x="883108" y="4280170"/>
                    </a:moveTo>
                    <a:lnTo>
                      <a:pt x="901675" y="4301823"/>
                    </a:lnTo>
                    <a:lnTo>
                      <a:pt x="920235" y="4322450"/>
                    </a:lnTo>
                    <a:lnTo>
                      <a:pt x="703676" y="4516326"/>
                    </a:lnTo>
                    <a:lnTo>
                      <a:pt x="685104" y="4495703"/>
                    </a:lnTo>
                    <a:lnTo>
                      <a:pt x="666549" y="4475076"/>
                    </a:lnTo>
                    <a:close/>
                    <a:moveTo>
                      <a:pt x="4535842" y="4224488"/>
                    </a:moveTo>
                    <a:lnTo>
                      <a:pt x="4751379" y="4419394"/>
                    </a:lnTo>
                    <a:lnTo>
                      <a:pt x="4732811" y="4440030"/>
                    </a:lnTo>
                    <a:lnTo>
                      <a:pt x="4714244" y="4460644"/>
                    </a:lnTo>
                    <a:lnTo>
                      <a:pt x="4616282" y="4372992"/>
                    </a:lnTo>
                    <a:lnTo>
                      <a:pt x="4546160" y="4450339"/>
                    </a:lnTo>
                    <a:lnTo>
                      <a:pt x="4644121" y="4539021"/>
                    </a:lnTo>
                    <a:lnTo>
                      <a:pt x="4625562" y="4559648"/>
                    </a:lnTo>
                    <a:lnTo>
                      <a:pt x="4606994" y="4580271"/>
                    </a:lnTo>
                    <a:lnTo>
                      <a:pt x="4390435" y="4385365"/>
                    </a:lnTo>
                    <a:lnTo>
                      <a:pt x="4409003" y="4364742"/>
                    </a:lnTo>
                    <a:lnTo>
                      <a:pt x="4428588" y="4344115"/>
                    </a:lnTo>
                    <a:lnTo>
                      <a:pt x="4509033" y="4417339"/>
                    </a:lnTo>
                    <a:lnTo>
                      <a:pt x="4579159" y="4338962"/>
                    </a:lnTo>
                    <a:lnTo>
                      <a:pt x="4497685" y="4265738"/>
                    </a:lnTo>
                    <a:lnTo>
                      <a:pt x="4517282" y="4245115"/>
                    </a:lnTo>
                    <a:close/>
                    <a:moveTo>
                      <a:pt x="4714244" y="3980082"/>
                    </a:moveTo>
                    <a:lnTo>
                      <a:pt x="4952468" y="4147141"/>
                    </a:lnTo>
                    <a:lnTo>
                      <a:pt x="4936997" y="4169836"/>
                    </a:lnTo>
                    <a:lnTo>
                      <a:pt x="4920497" y="4193556"/>
                    </a:lnTo>
                    <a:lnTo>
                      <a:pt x="4685371" y="4162611"/>
                    </a:lnTo>
                    <a:lnTo>
                      <a:pt x="4857595" y="4283280"/>
                    </a:lnTo>
                    <a:lnTo>
                      <a:pt x="4843150" y="4304933"/>
                    </a:lnTo>
                    <a:lnTo>
                      <a:pt x="4827688" y="4326585"/>
                    </a:lnTo>
                    <a:lnTo>
                      <a:pt x="4589464" y="4159526"/>
                    </a:lnTo>
                    <a:lnTo>
                      <a:pt x="4605964" y="4135806"/>
                    </a:lnTo>
                    <a:lnTo>
                      <a:pt x="4622464" y="4111056"/>
                    </a:lnTo>
                    <a:lnTo>
                      <a:pt x="4852438" y="4140959"/>
                    </a:lnTo>
                    <a:lnTo>
                      <a:pt x="4684341" y="4023400"/>
                    </a:lnTo>
                    <a:lnTo>
                      <a:pt x="4699812" y="4001735"/>
                    </a:lnTo>
                    <a:close/>
                    <a:moveTo>
                      <a:pt x="597638" y="3950764"/>
                    </a:moveTo>
                    <a:cubicBezTo>
                      <a:pt x="634299" y="3955171"/>
                      <a:pt x="666769" y="3976565"/>
                      <a:pt x="685290" y="4008514"/>
                    </a:cubicBezTo>
                    <a:cubicBezTo>
                      <a:pt x="701824" y="4032298"/>
                      <a:pt x="709489" y="4061133"/>
                      <a:pt x="706947" y="4089984"/>
                    </a:cubicBezTo>
                    <a:cubicBezTo>
                      <a:pt x="703642" y="4117853"/>
                      <a:pt x="689112" y="4143179"/>
                      <a:pt x="666723" y="4160111"/>
                    </a:cubicBezTo>
                    <a:lnTo>
                      <a:pt x="636820" y="4113709"/>
                    </a:lnTo>
                    <a:cubicBezTo>
                      <a:pt x="646858" y="4104743"/>
                      <a:pt x="652824" y="4092086"/>
                      <a:pt x="653320" y="4078637"/>
                    </a:cubicBezTo>
                    <a:cubicBezTo>
                      <a:pt x="655312" y="4064684"/>
                      <a:pt x="652401" y="4050467"/>
                      <a:pt x="645083" y="4038417"/>
                    </a:cubicBezTo>
                    <a:cubicBezTo>
                      <a:pt x="633333" y="4019158"/>
                      <a:pt x="612935" y="4006836"/>
                      <a:pt x="590418" y="4005417"/>
                    </a:cubicBezTo>
                    <a:cubicBezTo>
                      <a:pt x="563672" y="4005633"/>
                      <a:pt x="537689" y="4014294"/>
                      <a:pt x="516164" y="4030167"/>
                    </a:cubicBezTo>
                    <a:cubicBezTo>
                      <a:pt x="492672" y="4042984"/>
                      <a:pt x="474155" y="4063332"/>
                      <a:pt x="463579" y="4087917"/>
                    </a:cubicBezTo>
                    <a:cubicBezTo>
                      <a:pt x="456444" y="4108823"/>
                      <a:pt x="459910" y="4131895"/>
                      <a:pt x="472859" y="4149793"/>
                    </a:cubicBezTo>
                    <a:cubicBezTo>
                      <a:pt x="483524" y="4167429"/>
                      <a:pt x="502782" y="4178039"/>
                      <a:pt x="523388" y="4177641"/>
                    </a:cubicBezTo>
                    <a:lnTo>
                      <a:pt x="561537" y="4170421"/>
                    </a:lnTo>
                    <a:lnTo>
                      <a:pt x="561541" y="4170429"/>
                    </a:lnTo>
                    <a:lnTo>
                      <a:pt x="561541" y="4170416"/>
                    </a:lnTo>
                    <a:lnTo>
                      <a:pt x="561537" y="4170421"/>
                    </a:lnTo>
                    <a:lnTo>
                      <a:pt x="527511" y="4117832"/>
                    </a:lnTo>
                    <a:lnTo>
                      <a:pt x="569791" y="4089984"/>
                    </a:lnTo>
                    <a:lnTo>
                      <a:pt x="630638" y="4183831"/>
                    </a:lnTo>
                    <a:lnTo>
                      <a:pt x="498638" y="4269420"/>
                    </a:lnTo>
                    <a:lnTo>
                      <a:pt x="478011" y="4238488"/>
                    </a:lnTo>
                    <a:lnTo>
                      <a:pt x="506888" y="4212709"/>
                    </a:lnTo>
                    <a:lnTo>
                      <a:pt x="501732" y="4212709"/>
                    </a:lnTo>
                    <a:cubicBezTo>
                      <a:pt x="470791" y="4213391"/>
                      <a:pt x="441787" y="4197713"/>
                      <a:pt x="425414" y="4171459"/>
                    </a:cubicBezTo>
                    <a:lnTo>
                      <a:pt x="425414" y="4174543"/>
                    </a:lnTo>
                    <a:cubicBezTo>
                      <a:pt x="403478" y="4144899"/>
                      <a:pt x="397321" y="4106433"/>
                      <a:pt x="408914" y="4071417"/>
                    </a:cubicBezTo>
                    <a:cubicBezTo>
                      <a:pt x="439867" y="3995252"/>
                      <a:pt x="515507" y="3946900"/>
                      <a:pt x="597638" y="3950764"/>
                    </a:cubicBezTo>
                    <a:close/>
                    <a:moveTo>
                      <a:pt x="4896947" y="3786790"/>
                    </a:moveTo>
                    <a:cubicBezTo>
                      <a:pt x="4875921" y="3788782"/>
                      <a:pt x="4857493" y="3801710"/>
                      <a:pt x="4848489" y="3820820"/>
                    </a:cubicBezTo>
                    <a:cubicBezTo>
                      <a:pt x="4837582" y="3839269"/>
                      <a:pt x="4837582" y="3862188"/>
                      <a:pt x="4848489" y="3880625"/>
                    </a:cubicBezTo>
                    <a:cubicBezTo>
                      <a:pt x="4861425" y="3904036"/>
                      <a:pt x="4881726" y="3922515"/>
                      <a:pt x="4906239" y="3933222"/>
                    </a:cubicBezTo>
                    <a:cubicBezTo>
                      <a:pt x="4928574" y="3946616"/>
                      <a:pt x="4954514" y="3952735"/>
                      <a:pt x="4980489" y="3950764"/>
                    </a:cubicBezTo>
                    <a:cubicBezTo>
                      <a:pt x="5001234" y="3948036"/>
                      <a:pt x="5019344" y="3935324"/>
                      <a:pt x="5028950" y="3916722"/>
                    </a:cubicBezTo>
                    <a:cubicBezTo>
                      <a:pt x="5039226" y="3898112"/>
                      <a:pt x="5039226" y="3875527"/>
                      <a:pt x="5028950" y="3856917"/>
                    </a:cubicBezTo>
                    <a:cubicBezTo>
                      <a:pt x="5016544" y="3834091"/>
                      <a:pt x="4996980" y="3815981"/>
                      <a:pt x="4973268" y="3805345"/>
                    </a:cubicBezTo>
                    <a:cubicBezTo>
                      <a:pt x="4950455" y="3791176"/>
                      <a:pt x="4923722" y="3784680"/>
                      <a:pt x="4896947" y="3786790"/>
                    </a:cubicBezTo>
                    <a:close/>
                    <a:moveTo>
                      <a:pt x="4883544" y="3732138"/>
                    </a:moveTo>
                    <a:cubicBezTo>
                      <a:pt x="4923853" y="3725553"/>
                      <a:pt x="4965179" y="3733596"/>
                      <a:pt x="5000073" y="3754820"/>
                    </a:cubicBezTo>
                    <a:cubicBezTo>
                      <a:pt x="5036268" y="3771634"/>
                      <a:pt x="5065188" y="3800917"/>
                      <a:pt x="5081548" y="3837320"/>
                    </a:cubicBezTo>
                    <a:cubicBezTo>
                      <a:pt x="5095048" y="3871099"/>
                      <a:pt x="5091997" y="3909243"/>
                      <a:pt x="5073298" y="3940447"/>
                    </a:cubicBezTo>
                    <a:cubicBezTo>
                      <a:pt x="5057586" y="3972870"/>
                      <a:pt x="5027997" y="3996396"/>
                      <a:pt x="4992866" y="4004387"/>
                    </a:cubicBezTo>
                    <a:lnTo>
                      <a:pt x="4992853" y="4002319"/>
                    </a:lnTo>
                    <a:cubicBezTo>
                      <a:pt x="4912332" y="4011243"/>
                      <a:pt x="4834434" y="3970455"/>
                      <a:pt x="4795892" y="3899193"/>
                    </a:cubicBezTo>
                    <a:cubicBezTo>
                      <a:pt x="4781608" y="3865760"/>
                      <a:pt x="4783892" y="3827553"/>
                      <a:pt x="4802074" y="3796070"/>
                    </a:cubicBezTo>
                    <a:cubicBezTo>
                      <a:pt x="4817879" y="3763295"/>
                      <a:pt x="4847955" y="3739693"/>
                      <a:pt x="4883544" y="3732138"/>
                    </a:cubicBezTo>
                    <a:close/>
                    <a:moveTo>
                      <a:pt x="484020" y="3640799"/>
                    </a:moveTo>
                    <a:lnTo>
                      <a:pt x="496393" y="3667609"/>
                    </a:lnTo>
                    <a:lnTo>
                      <a:pt x="508770" y="3693397"/>
                    </a:lnTo>
                    <a:lnTo>
                      <a:pt x="368516" y="3877985"/>
                    </a:lnTo>
                    <a:lnTo>
                      <a:pt x="554147" y="3791358"/>
                    </a:lnTo>
                    <a:lnTo>
                      <a:pt x="564464" y="3815083"/>
                    </a:lnTo>
                    <a:lnTo>
                      <a:pt x="575799" y="3838803"/>
                    </a:lnTo>
                    <a:lnTo>
                      <a:pt x="311796" y="3961527"/>
                    </a:lnTo>
                    <a:lnTo>
                      <a:pt x="300448" y="3936777"/>
                    </a:lnTo>
                    <a:lnTo>
                      <a:pt x="289114" y="3910985"/>
                    </a:lnTo>
                    <a:lnTo>
                      <a:pt x="432461" y="3722274"/>
                    </a:lnTo>
                    <a:lnTo>
                      <a:pt x="241669" y="3810956"/>
                    </a:lnTo>
                    <a:lnTo>
                      <a:pt x="231364" y="3787235"/>
                    </a:lnTo>
                    <a:lnTo>
                      <a:pt x="220016" y="3763511"/>
                    </a:lnTo>
                    <a:close/>
                    <a:moveTo>
                      <a:pt x="5190696" y="3522202"/>
                    </a:moveTo>
                    <a:lnTo>
                      <a:pt x="5214407" y="3530452"/>
                    </a:lnTo>
                    <a:lnTo>
                      <a:pt x="5238128" y="3540770"/>
                    </a:lnTo>
                    <a:lnTo>
                      <a:pt x="5171098" y="3717108"/>
                    </a:lnTo>
                    <a:lnTo>
                      <a:pt x="4898845" y="3612952"/>
                    </a:lnTo>
                    <a:lnTo>
                      <a:pt x="4909150" y="3586134"/>
                    </a:lnTo>
                    <a:lnTo>
                      <a:pt x="4919468" y="3560359"/>
                    </a:lnTo>
                    <a:lnTo>
                      <a:pt x="5142225" y="3645956"/>
                    </a:lnTo>
                    <a:close/>
                    <a:moveTo>
                      <a:pt x="432461" y="3510855"/>
                    </a:moveTo>
                    <a:lnTo>
                      <a:pt x="442766" y="3537673"/>
                    </a:lnTo>
                    <a:lnTo>
                      <a:pt x="453083" y="3563452"/>
                    </a:lnTo>
                    <a:lnTo>
                      <a:pt x="180834" y="3667609"/>
                    </a:lnTo>
                    <a:lnTo>
                      <a:pt x="170517" y="3641829"/>
                    </a:lnTo>
                    <a:lnTo>
                      <a:pt x="161237" y="3616037"/>
                    </a:lnTo>
                    <a:close/>
                    <a:moveTo>
                      <a:pt x="175851" y="3314478"/>
                    </a:moveTo>
                    <a:lnTo>
                      <a:pt x="189254" y="3366046"/>
                    </a:lnTo>
                    <a:lnTo>
                      <a:pt x="172754" y="3371198"/>
                    </a:lnTo>
                    <a:cubicBezTo>
                      <a:pt x="159428" y="3373266"/>
                      <a:pt x="146945" y="3378982"/>
                      <a:pt x="136656" y="3387698"/>
                    </a:cubicBezTo>
                    <a:cubicBezTo>
                      <a:pt x="129428" y="3395016"/>
                      <a:pt x="127012" y="3405842"/>
                      <a:pt x="130474" y="3415546"/>
                    </a:cubicBezTo>
                    <a:cubicBezTo>
                      <a:pt x="132250" y="3424402"/>
                      <a:pt x="137936" y="3431978"/>
                      <a:pt x="145936" y="3436169"/>
                    </a:cubicBezTo>
                    <a:cubicBezTo>
                      <a:pt x="155932" y="3439796"/>
                      <a:pt x="166885" y="3439796"/>
                      <a:pt x="176881" y="3436169"/>
                    </a:cubicBezTo>
                    <a:lnTo>
                      <a:pt x="383130" y="3378410"/>
                    </a:lnTo>
                    <a:lnTo>
                      <a:pt x="390342" y="3405228"/>
                    </a:lnTo>
                    <a:lnTo>
                      <a:pt x="397562" y="3432046"/>
                    </a:lnTo>
                    <a:lnTo>
                      <a:pt x="191313" y="3485668"/>
                    </a:lnTo>
                    <a:cubicBezTo>
                      <a:pt x="168911" y="3495177"/>
                      <a:pt x="143597" y="3495177"/>
                      <a:pt x="121186" y="3485668"/>
                    </a:cubicBezTo>
                    <a:cubicBezTo>
                      <a:pt x="101059" y="3472969"/>
                      <a:pt x="87203" y="3452376"/>
                      <a:pt x="83034" y="3428948"/>
                    </a:cubicBezTo>
                    <a:cubicBezTo>
                      <a:pt x="74220" y="3405864"/>
                      <a:pt x="76491" y="3380012"/>
                      <a:pt x="89224" y="3358821"/>
                    </a:cubicBezTo>
                    <a:cubicBezTo>
                      <a:pt x="106907" y="3337495"/>
                      <a:pt x="131906" y="3323516"/>
                      <a:pt x="159351" y="3319631"/>
                    </a:cubicBezTo>
                    <a:close/>
                    <a:moveTo>
                      <a:pt x="5138274" y="3210244"/>
                    </a:moveTo>
                    <a:cubicBezTo>
                      <a:pt x="5125043" y="3210244"/>
                      <a:pt x="5111813" y="3212330"/>
                      <a:pt x="5099086" y="3216504"/>
                    </a:cubicBezTo>
                    <a:cubicBezTo>
                      <a:pt x="5079077" y="3223868"/>
                      <a:pt x="5064268" y="3241017"/>
                      <a:pt x="5059891" y="3261881"/>
                    </a:cubicBezTo>
                    <a:cubicBezTo>
                      <a:pt x="5054264" y="3282483"/>
                      <a:pt x="5059298" y="3304538"/>
                      <a:pt x="5073306" y="3320669"/>
                    </a:cubicBezTo>
                    <a:cubicBezTo>
                      <a:pt x="5092234" y="3339495"/>
                      <a:pt x="5116247" y="3352402"/>
                      <a:pt x="5142395" y="3357783"/>
                    </a:cubicBezTo>
                    <a:cubicBezTo>
                      <a:pt x="5167221" y="3365686"/>
                      <a:pt x="5193886" y="3365686"/>
                      <a:pt x="5218712" y="3357783"/>
                    </a:cubicBezTo>
                    <a:cubicBezTo>
                      <a:pt x="5238386" y="3349957"/>
                      <a:pt x="5253013" y="3333021"/>
                      <a:pt x="5257895" y="3312406"/>
                    </a:cubicBezTo>
                    <a:cubicBezTo>
                      <a:pt x="5263526" y="3291805"/>
                      <a:pt x="5258500" y="3269762"/>
                      <a:pt x="5244492" y="3253631"/>
                    </a:cubicBezTo>
                    <a:lnTo>
                      <a:pt x="5244492" y="3252601"/>
                    </a:lnTo>
                    <a:cubicBezTo>
                      <a:pt x="5226539" y="3233775"/>
                      <a:pt x="5203068" y="3221127"/>
                      <a:pt x="5177463" y="3216504"/>
                    </a:cubicBezTo>
                    <a:cubicBezTo>
                      <a:pt x="5164736" y="3212330"/>
                      <a:pt x="5151505" y="3210244"/>
                      <a:pt x="5138274" y="3210244"/>
                    </a:cubicBezTo>
                    <a:close/>
                    <a:moveTo>
                      <a:pt x="5126906" y="3154598"/>
                    </a:moveTo>
                    <a:cubicBezTo>
                      <a:pt x="5146974" y="3153550"/>
                      <a:pt x="5167221" y="3155951"/>
                      <a:pt x="5186742" y="3161852"/>
                    </a:cubicBezTo>
                    <a:cubicBezTo>
                      <a:pt x="5227289" y="3169148"/>
                      <a:pt x="5263869" y="3190737"/>
                      <a:pt x="5289865" y="3222699"/>
                    </a:cubicBezTo>
                    <a:cubicBezTo>
                      <a:pt x="5328322" y="3283283"/>
                      <a:pt x="5310382" y="3363576"/>
                      <a:pt x="5249797" y="3402033"/>
                    </a:cubicBezTo>
                    <a:cubicBezTo>
                      <a:pt x="5248051" y="3403135"/>
                      <a:pt x="5246289" y="3404207"/>
                      <a:pt x="5244492" y="3405228"/>
                    </a:cubicBezTo>
                    <a:lnTo>
                      <a:pt x="5240365" y="3407296"/>
                    </a:lnTo>
                    <a:cubicBezTo>
                      <a:pt x="5163484" y="3435283"/>
                      <a:pt x="5077302" y="3413639"/>
                      <a:pt x="5022768" y="3352631"/>
                    </a:cubicBezTo>
                    <a:cubicBezTo>
                      <a:pt x="5000455" y="3323203"/>
                      <a:pt x="4993544" y="3284877"/>
                      <a:pt x="5004209" y="3249504"/>
                    </a:cubicBezTo>
                    <a:cubicBezTo>
                      <a:pt x="5012188" y="3214123"/>
                      <a:pt x="5035675" y="3184199"/>
                      <a:pt x="5068141" y="3168042"/>
                    </a:cubicBezTo>
                    <a:cubicBezTo>
                      <a:pt x="5086948" y="3160144"/>
                      <a:pt x="5106838" y="3155646"/>
                      <a:pt x="5126906" y="3154598"/>
                    </a:cubicBezTo>
                    <a:close/>
                    <a:moveTo>
                      <a:pt x="332419" y="3145784"/>
                    </a:moveTo>
                    <a:lnTo>
                      <a:pt x="337575" y="3173631"/>
                    </a:lnTo>
                    <a:lnTo>
                      <a:pt x="342736" y="3201479"/>
                    </a:lnTo>
                    <a:lnTo>
                      <a:pt x="57080" y="3256135"/>
                    </a:lnTo>
                    <a:lnTo>
                      <a:pt x="51915" y="3229313"/>
                    </a:lnTo>
                    <a:lnTo>
                      <a:pt x="46763" y="3201479"/>
                    </a:lnTo>
                    <a:close/>
                    <a:moveTo>
                      <a:pt x="298393" y="2871475"/>
                    </a:moveTo>
                    <a:lnTo>
                      <a:pt x="322114" y="3066382"/>
                    </a:lnTo>
                    <a:lnTo>
                      <a:pt x="296334" y="3069479"/>
                    </a:lnTo>
                    <a:lnTo>
                      <a:pt x="270554" y="3072576"/>
                    </a:lnTo>
                    <a:lnTo>
                      <a:pt x="253016" y="2933352"/>
                    </a:lnTo>
                    <a:lnTo>
                      <a:pt x="192169" y="2940573"/>
                    </a:lnTo>
                    <a:lnTo>
                      <a:pt x="207639" y="3070509"/>
                    </a:lnTo>
                    <a:lnTo>
                      <a:pt x="183932" y="3073606"/>
                    </a:lnTo>
                    <a:lnTo>
                      <a:pt x="158139" y="3076699"/>
                    </a:lnTo>
                    <a:lnTo>
                      <a:pt x="142669" y="2946755"/>
                    </a:lnTo>
                    <a:lnTo>
                      <a:pt x="67390" y="2956047"/>
                    </a:lnTo>
                    <a:lnTo>
                      <a:pt x="84919" y="3102479"/>
                    </a:lnTo>
                    <a:lnTo>
                      <a:pt x="60178" y="3105576"/>
                    </a:lnTo>
                    <a:lnTo>
                      <a:pt x="34390" y="3108674"/>
                    </a:lnTo>
                    <a:lnTo>
                      <a:pt x="8610" y="2906535"/>
                    </a:lnTo>
                    <a:close/>
                    <a:moveTo>
                      <a:pt x="5165090" y="2814306"/>
                    </a:moveTo>
                    <a:lnTo>
                      <a:pt x="5159933" y="2870001"/>
                    </a:lnTo>
                    <a:cubicBezTo>
                      <a:pt x="5146649" y="2871128"/>
                      <a:pt x="5134200" y="2876984"/>
                      <a:pt x="5124865" y="2886501"/>
                    </a:cubicBezTo>
                    <a:cubicBezTo>
                      <a:pt x="5114755" y="2896785"/>
                      <a:pt x="5108552" y="2910285"/>
                      <a:pt x="5107340" y="2924653"/>
                    </a:cubicBezTo>
                    <a:cubicBezTo>
                      <a:pt x="5104459" y="2946827"/>
                      <a:pt x="5112988" y="2968945"/>
                      <a:pt x="5130022" y="2983433"/>
                    </a:cubicBezTo>
                    <a:cubicBezTo>
                      <a:pt x="5150581" y="3000594"/>
                      <a:pt x="5176467" y="3010068"/>
                      <a:pt x="5203242" y="3010250"/>
                    </a:cubicBezTo>
                    <a:cubicBezTo>
                      <a:pt x="5229683" y="3014538"/>
                      <a:pt x="5256801" y="3010195"/>
                      <a:pt x="5280589" y="2997878"/>
                    </a:cubicBezTo>
                    <a:cubicBezTo>
                      <a:pt x="5298852" y="2985000"/>
                      <a:pt x="5310255" y="2964496"/>
                      <a:pt x="5311521" y="2942183"/>
                    </a:cubicBezTo>
                    <a:lnTo>
                      <a:pt x="5311534" y="2942183"/>
                    </a:lnTo>
                    <a:cubicBezTo>
                      <a:pt x="5313394" y="2921937"/>
                      <a:pt x="5304852" y="2902124"/>
                      <a:pt x="5288839" y="2889598"/>
                    </a:cubicBezTo>
                    <a:cubicBezTo>
                      <a:pt x="5278695" y="2881683"/>
                      <a:pt x="5267140" y="2875725"/>
                      <a:pt x="5254810" y="2872056"/>
                    </a:cubicBezTo>
                    <a:lnTo>
                      <a:pt x="5254810" y="2933933"/>
                    </a:lnTo>
                    <a:lnTo>
                      <a:pt x="5204272" y="2933933"/>
                    </a:lnTo>
                    <a:lnTo>
                      <a:pt x="5214590" y="2822556"/>
                    </a:lnTo>
                    <a:lnTo>
                      <a:pt x="5370309" y="2835971"/>
                    </a:lnTo>
                    <a:lnTo>
                      <a:pt x="5370309" y="2873098"/>
                    </a:lnTo>
                    <a:lnTo>
                      <a:pt x="5337310" y="2873098"/>
                    </a:lnTo>
                    <a:cubicBezTo>
                      <a:pt x="5362157" y="2891471"/>
                      <a:pt x="5375161" y="2921827"/>
                      <a:pt x="5371339" y="2952501"/>
                    </a:cubicBezTo>
                    <a:lnTo>
                      <a:pt x="5362059" y="2957653"/>
                    </a:lnTo>
                    <a:cubicBezTo>
                      <a:pt x="5360623" y="2993416"/>
                      <a:pt x="5342237" y="3026339"/>
                      <a:pt x="5312560" y="3046335"/>
                    </a:cubicBezTo>
                    <a:cubicBezTo>
                      <a:pt x="5278996" y="3068064"/>
                      <a:pt x="5238678" y="3076856"/>
                      <a:pt x="5199115" y="3071085"/>
                    </a:cubicBezTo>
                    <a:cubicBezTo>
                      <a:pt x="5158463" y="3069356"/>
                      <a:pt x="5119734" y="3053276"/>
                      <a:pt x="5089810" y="3025712"/>
                    </a:cubicBezTo>
                    <a:cubicBezTo>
                      <a:pt x="5062840" y="2998653"/>
                      <a:pt x="5050552" y="2960276"/>
                      <a:pt x="5056806" y="2922585"/>
                    </a:cubicBezTo>
                    <a:cubicBezTo>
                      <a:pt x="5058268" y="2893700"/>
                      <a:pt x="5069963" y="2866285"/>
                      <a:pt x="5089810" y="2845251"/>
                    </a:cubicBezTo>
                    <a:cubicBezTo>
                      <a:pt x="5109603" y="2825048"/>
                      <a:pt x="5136819" y="2813861"/>
                      <a:pt x="5165090" y="2814306"/>
                    </a:cubicBezTo>
                    <a:close/>
                    <a:moveTo>
                      <a:pt x="176868" y="2618374"/>
                    </a:moveTo>
                    <a:lnTo>
                      <a:pt x="176868" y="2682319"/>
                    </a:lnTo>
                    <a:cubicBezTo>
                      <a:pt x="175377" y="2693167"/>
                      <a:pt x="177940" y="2704188"/>
                      <a:pt x="184089" y="2713251"/>
                    </a:cubicBezTo>
                    <a:cubicBezTo>
                      <a:pt x="190466" y="2720819"/>
                      <a:pt x="199983" y="2725010"/>
                      <a:pt x="209868" y="2724599"/>
                    </a:cubicBezTo>
                    <a:cubicBezTo>
                      <a:pt x="218703" y="2725281"/>
                      <a:pt x="227266" y="2721391"/>
                      <a:pt x="232550" y="2714281"/>
                    </a:cubicBezTo>
                    <a:cubicBezTo>
                      <a:pt x="238097" y="2704167"/>
                      <a:pt x="240944" y="2692811"/>
                      <a:pt x="240800" y="2681281"/>
                    </a:cubicBezTo>
                    <a:lnTo>
                      <a:pt x="240813" y="2619413"/>
                    </a:lnTo>
                    <a:close/>
                    <a:moveTo>
                      <a:pt x="50021" y="2618374"/>
                    </a:moveTo>
                    <a:lnTo>
                      <a:pt x="50021" y="2686442"/>
                    </a:lnTo>
                    <a:cubicBezTo>
                      <a:pt x="49352" y="2698171"/>
                      <a:pt x="52619" y="2709785"/>
                      <a:pt x="59309" y="2719446"/>
                    </a:cubicBezTo>
                    <a:cubicBezTo>
                      <a:pt x="67886" y="2726883"/>
                      <a:pt x="78885" y="2730921"/>
                      <a:pt x="90241" y="2730781"/>
                    </a:cubicBezTo>
                    <a:cubicBezTo>
                      <a:pt x="100758" y="2731374"/>
                      <a:pt x="110979" y="2727217"/>
                      <a:pt x="118089" y="2719446"/>
                    </a:cubicBezTo>
                    <a:cubicBezTo>
                      <a:pt x="124932" y="2709861"/>
                      <a:pt x="128212" y="2698192"/>
                      <a:pt x="127368" y="2686442"/>
                    </a:cubicBezTo>
                    <a:lnTo>
                      <a:pt x="127368" y="2619413"/>
                    </a:lnTo>
                    <a:close/>
                    <a:moveTo>
                      <a:pt x="521" y="2563722"/>
                    </a:moveTo>
                    <a:lnTo>
                      <a:pt x="291342" y="2568875"/>
                    </a:lnTo>
                    <a:lnTo>
                      <a:pt x="291342" y="2595692"/>
                    </a:lnTo>
                    <a:lnTo>
                      <a:pt x="291342" y="2698819"/>
                    </a:lnTo>
                    <a:cubicBezTo>
                      <a:pt x="292465" y="2720667"/>
                      <a:pt x="285071" y="2742116"/>
                      <a:pt x="270715" y="2758628"/>
                    </a:cubicBezTo>
                    <a:cubicBezTo>
                      <a:pt x="256694" y="2773632"/>
                      <a:pt x="236491" y="2781255"/>
                      <a:pt x="216050" y="2779251"/>
                    </a:cubicBezTo>
                    <a:cubicBezTo>
                      <a:pt x="194898" y="2780421"/>
                      <a:pt x="174487" y="2771175"/>
                      <a:pt x="161398" y="2754501"/>
                    </a:cubicBezTo>
                    <a:cubicBezTo>
                      <a:pt x="159296" y="2751645"/>
                      <a:pt x="157563" y="2748527"/>
                      <a:pt x="156245" y="2745222"/>
                    </a:cubicBezTo>
                    <a:cubicBezTo>
                      <a:pt x="153419" y="2751090"/>
                      <a:pt x="149966" y="2756624"/>
                      <a:pt x="145928" y="2761721"/>
                    </a:cubicBezTo>
                    <a:cubicBezTo>
                      <a:pt x="132512" y="2778569"/>
                      <a:pt x="111733" y="2787806"/>
                      <a:pt x="90241" y="2786476"/>
                    </a:cubicBezTo>
                    <a:cubicBezTo>
                      <a:pt x="64780" y="2787611"/>
                      <a:pt x="40030" y="2777865"/>
                      <a:pt x="22174" y="2759654"/>
                    </a:cubicBezTo>
                    <a:cubicBezTo>
                      <a:pt x="5598" y="2738650"/>
                      <a:pt x="-2165" y="2712027"/>
                      <a:pt x="521" y="2685404"/>
                    </a:cubicBezTo>
                    <a:lnTo>
                      <a:pt x="521" y="2590540"/>
                    </a:lnTo>
                    <a:close/>
                    <a:moveTo>
                      <a:pt x="5076221" y="2512595"/>
                    </a:moveTo>
                    <a:lnTo>
                      <a:pt x="5259793" y="2594069"/>
                    </a:lnTo>
                    <a:lnTo>
                      <a:pt x="5370131" y="2589942"/>
                    </a:lnTo>
                    <a:lnTo>
                      <a:pt x="5371170" y="2618819"/>
                    </a:lnTo>
                    <a:lnTo>
                      <a:pt x="5372199" y="2646654"/>
                    </a:lnTo>
                    <a:lnTo>
                      <a:pt x="5262878" y="2649751"/>
                    </a:lnTo>
                    <a:lnTo>
                      <a:pt x="5084471" y="2749781"/>
                    </a:lnTo>
                    <a:lnTo>
                      <a:pt x="5083442" y="2716781"/>
                    </a:lnTo>
                    <a:lnTo>
                      <a:pt x="5082416" y="2683781"/>
                    </a:lnTo>
                    <a:lnTo>
                      <a:pt x="5206166" y="2622942"/>
                    </a:lnTo>
                    <a:lnTo>
                      <a:pt x="5207196" y="2622942"/>
                    </a:lnTo>
                    <a:lnTo>
                      <a:pt x="5078289" y="2575502"/>
                    </a:lnTo>
                    <a:lnTo>
                      <a:pt x="5077251" y="2543527"/>
                    </a:lnTo>
                    <a:close/>
                    <a:moveTo>
                      <a:pt x="605887" y="985886"/>
                    </a:moveTo>
                    <a:cubicBezTo>
                      <a:pt x="604415" y="988441"/>
                      <a:pt x="604415" y="991581"/>
                      <a:pt x="605887" y="994136"/>
                    </a:cubicBezTo>
                    <a:lnTo>
                      <a:pt x="605887" y="998261"/>
                    </a:lnTo>
                    <a:lnTo>
                      <a:pt x="601762" y="998261"/>
                    </a:lnTo>
                    <a:close/>
                    <a:moveTo>
                      <a:pt x="667763" y="958039"/>
                    </a:moveTo>
                    <a:cubicBezTo>
                      <a:pt x="671888" y="958039"/>
                      <a:pt x="685292" y="958039"/>
                      <a:pt x="690446" y="958039"/>
                    </a:cubicBezTo>
                    <a:lnTo>
                      <a:pt x="699735" y="967329"/>
                    </a:lnTo>
                    <a:cubicBezTo>
                      <a:pt x="704705" y="971638"/>
                      <a:pt x="709198" y="976478"/>
                      <a:pt x="713139" y="981761"/>
                    </a:cubicBezTo>
                    <a:cubicBezTo>
                      <a:pt x="713139" y="981761"/>
                      <a:pt x="713139" y="994136"/>
                      <a:pt x="721389" y="1003414"/>
                    </a:cubicBezTo>
                    <a:lnTo>
                      <a:pt x="735821" y="1020943"/>
                    </a:lnTo>
                    <a:lnTo>
                      <a:pt x="763668" y="1049818"/>
                    </a:lnTo>
                    <a:cubicBezTo>
                      <a:pt x="769276" y="1055621"/>
                      <a:pt x="774452" y="1061825"/>
                      <a:pt x="779140" y="1068386"/>
                    </a:cubicBezTo>
                    <a:lnTo>
                      <a:pt x="793572" y="1083858"/>
                    </a:lnTo>
                    <a:cubicBezTo>
                      <a:pt x="799765" y="1090040"/>
                      <a:pt x="804919" y="1083858"/>
                      <a:pt x="806987" y="1090040"/>
                    </a:cubicBezTo>
                    <a:lnTo>
                      <a:pt x="813169" y="1090040"/>
                    </a:lnTo>
                    <a:cubicBezTo>
                      <a:pt x="813169" y="1090040"/>
                      <a:pt x="822447" y="1090040"/>
                      <a:pt x="824515" y="1097261"/>
                    </a:cubicBezTo>
                    <a:cubicBezTo>
                      <a:pt x="826572" y="1104483"/>
                      <a:pt x="831737" y="1110665"/>
                      <a:pt x="838948" y="1120983"/>
                    </a:cubicBezTo>
                    <a:cubicBezTo>
                      <a:pt x="842672" y="1126039"/>
                      <a:pt x="844491" y="1132243"/>
                      <a:pt x="844112" y="1138512"/>
                    </a:cubicBezTo>
                    <a:cubicBezTo>
                      <a:pt x="843527" y="1149837"/>
                      <a:pt x="841091" y="1160989"/>
                      <a:pt x="836890" y="1171512"/>
                    </a:cubicBezTo>
                    <a:cubicBezTo>
                      <a:pt x="831737" y="1182859"/>
                      <a:pt x="836890" y="1198320"/>
                      <a:pt x="836890" y="1206570"/>
                    </a:cubicBezTo>
                    <a:cubicBezTo>
                      <a:pt x="834877" y="1215848"/>
                      <a:pt x="831758" y="1224856"/>
                      <a:pt x="827612" y="1233388"/>
                    </a:cubicBezTo>
                    <a:cubicBezTo>
                      <a:pt x="823389" y="1246099"/>
                      <a:pt x="820618" y="1259243"/>
                      <a:pt x="819362" y="1272570"/>
                    </a:cubicBezTo>
                    <a:cubicBezTo>
                      <a:pt x="819362" y="1279792"/>
                      <a:pt x="813169" y="1287014"/>
                      <a:pt x="811112" y="1294235"/>
                    </a:cubicBezTo>
                    <a:cubicBezTo>
                      <a:pt x="812238" y="1307271"/>
                      <a:pt x="812238" y="1320382"/>
                      <a:pt x="811112" y="1333418"/>
                    </a:cubicBezTo>
                    <a:cubicBezTo>
                      <a:pt x="811112" y="1340639"/>
                      <a:pt x="791515" y="1333418"/>
                      <a:pt x="782236" y="1333418"/>
                    </a:cubicBezTo>
                    <a:lnTo>
                      <a:pt x="765736" y="1333418"/>
                    </a:lnTo>
                    <a:cubicBezTo>
                      <a:pt x="765736" y="1333418"/>
                      <a:pt x="755418" y="1327235"/>
                      <a:pt x="751293" y="1325168"/>
                    </a:cubicBezTo>
                    <a:lnTo>
                      <a:pt x="736861" y="1317946"/>
                    </a:lnTo>
                    <a:cubicBezTo>
                      <a:pt x="733937" y="1313962"/>
                      <a:pt x="733937" y="1308537"/>
                      <a:pt x="736861" y="1304542"/>
                    </a:cubicBezTo>
                    <a:cubicBezTo>
                      <a:pt x="736861" y="1304542"/>
                      <a:pt x="743043" y="1298360"/>
                      <a:pt x="744071" y="1294235"/>
                    </a:cubicBezTo>
                    <a:cubicBezTo>
                      <a:pt x="746388" y="1287165"/>
                      <a:pt x="748121" y="1279922"/>
                      <a:pt x="749225" y="1272570"/>
                    </a:cubicBezTo>
                    <a:cubicBezTo>
                      <a:pt x="750589" y="1265219"/>
                      <a:pt x="753393" y="1258214"/>
                      <a:pt x="757475" y="1251945"/>
                    </a:cubicBezTo>
                    <a:cubicBezTo>
                      <a:pt x="761633" y="1238736"/>
                      <a:pt x="765076" y="1225311"/>
                      <a:pt x="767793" y="1211723"/>
                    </a:cubicBezTo>
                    <a:cubicBezTo>
                      <a:pt x="767793" y="1205541"/>
                      <a:pt x="772958" y="1194195"/>
                      <a:pt x="767793" y="1188012"/>
                    </a:cubicBezTo>
                    <a:cubicBezTo>
                      <a:pt x="758807" y="1179048"/>
                      <a:pt x="749149" y="1170776"/>
                      <a:pt x="738918" y="1163262"/>
                    </a:cubicBezTo>
                    <a:cubicBezTo>
                      <a:pt x="735540" y="1162342"/>
                      <a:pt x="731978" y="1162342"/>
                      <a:pt x="728610" y="1163262"/>
                    </a:cubicBezTo>
                    <a:cubicBezTo>
                      <a:pt x="726510" y="1168643"/>
                      <a:pt x="723349" y="1173559"/>
                      <a:pt x="719321" y="1177705"/>
                    </a:cubicBezTo>
                    <a:cubicBezTo>
                      <a:pt x="719321" y="1177694"/>
                      <a:pt x="719321" y="1189041"/>
                      <a:pt x="712110" y="1193166"/>
                    </a:cubicBezTo>
                    <a:cubicBezTo>
                      <a:pt x="704889" y="1197291"/>
                      <a:pt x="712110" y="1202456"/>
                      <a:pt x="704889" y="1203484"/>
                    </a:cubicBezTo>
                    <a:cubicBezTo>
                      <a:pt x="701890" y="1204588"/>
                      <a:pt x="698609" y="1204588"/>
                      <a:pt x="695610" y="1203484"/>
                    </a:cubicBezTo>
                    <a:cubicBezTo>
                      <a:pt x="687360" y="1203484"/>
                      <a:pt x="684263" y="1196263"/>
                      <a:pt x="678070" y="1192138"/>
                    </a:cubicBezTo>
                    <a:cubicBezTo>
                      <a:pt x="671888" y="1188012"/>
                      <a:pt x="670860" y="1192138"/>
                      <a:pt x="665695" y="1185945"/>
                    </a:cubicBezTo>
                    <a:cubicBezTo>
                      <a:pt x="660336" y="1178377"/>
                      <a:pt x="654100" y="1171458"/>
                      <a:pt x="647138" y="1165319"/>
                    </a:cubicBezTo>
                    <a:cubicBezTo>
                      <a:pt x="637859" y="1158109"/>
                      <a:pt x="647138" y="1147791"/>
                      <a:pt x="647138" y="1142637"/>
                    </a:cubicBezTo>
                    <a:cubicBezTo>
                      <a:pt x="647138" y="1137483"/>
                      <a:pt x="652292" y="1127165"/>
                      <a:pt x="657445" y="1120983"/>
                    </a:cubicBezTo>
                    <a:cubicBezTo>
                      <a:pt x="661473" y="1117389"/>
                      <a:pt x="664959" y="1113220"/>
                      <a:pt x="667763" y="1108608"/>
                    </a:cubicBezTo>
                    <a:cubicBezTo>
                      <a:pt x="671574" y="1101105"/>
                      <a:pt x="674346" y="1093126"/>
                      <a:pt x="676013" y="1084886"/>
                    </a:cubicBezTo>
                    <a:cubicBezTo>
                      <a:pt x="676013" y="1077665"/>
                      <a:pt x="676013" y="1070454"/>
                      <a:pt x="667763" y="1063233"/>
                    </a:cubicBezTo>
                    <a:cubicBezTo>
                      <a:pt x="659513" y="1056011"/>
                      <a:pt x="652292" y="1039511"/>
                      <a:pt x="639916" y="1027136"/>
                    </a:cubicBezTo>
                    <a:cubicBezTo>
                      <a:pt x="632511" y="1019806"/>
                      <a:pt x="622496" y="1015724"/>
                      <a:pt x="612080" y="1015789"/>
                    </a:cubicBezTo>
                    <a:cubicBezTo>
                      <a:pt x="609255" y="1015269"/>
                      <a:pt x="606916" y="1013310"/>
                      <a:pt x="605887" y="1010636"/>
                    </a:cubicBezTo>
                    <a:lnTo>
                      <a:pt x="605887" y="998261"/>
                    </a:lnTo>
                    <a:lnTo>
                      <a:pt x="607303" y="998261"/>
                    </a:lnTo>
                    <a:cubicBezTo>
                      <a:pt x="610267" y="998261"/>
                      <a:pt x="613618" y="998261"/>
                      <a:pt x="615166" y="998261"/>
                    </a:cubicBezTo>
                    <a:cubicBezTo>
                      <a:pt x="620569" y="994093"/>
                      <a:pt x="625733" y="989610"/>
                      <a:pt x="630638" y="984858"/>
                    </a:cubicBezTo>
                    <a:cubicBezTo>
                      <a:pt x="635358" y="980289"/>
                      <a:pt x="639830" y="975460"/>
                      <a:pt x="644041" y="970415"/>
                    </a:cubicBezTo>
                    <a:cubicBezTo>
                      <a:pt x="647051" y="966961"/>
                      <a:pt x="650992" y="964460"/>
                      <a:pt x="655388" y="963193"/>
                    </a:cubicBezTo>
                    <a:cubicBezTo>
                      <a:pt x="655388" y="963193"/>
                      <a:pt x="663638" y="958039"/>
                      <a:pt x="667763" y="958039"/>
                    </a:cubicBezTo>
                    <a:close/>
                    <a:moveTo>
                      <a:pt x="4670338" y="809159"/>
                    </a:moveTo>
                    <a:cubicBezTo>
                      <a:pt x="4673689" y="808515"/>
                      <a:pt x="4677814" y="809029"/>
                      <a:pt x="4680391" y="812634"/>
                    </a:cubicBezTo>
                    <a:cubicBezTo>
                      <a:pt x="4685545" y="819856"/>
                      <a:pt x="4686584" y="818827"/>
                      <a:pt x="4688641" y="820884"/>
                    </a:cubicBezTo>
                    <a:cubicBezTo>
                      <a:pt x="4690709" y="822952"/>
                      <a:pt x="4694834" y="820884"/>
                      <a:pt x="4695863" y="820884"/>
                    </a:cubicBezTo>
                    <a:cubicBezTo>
                      <a:pt x="4697768" y="823689"/>
                      <a:pt x="4697768" y="827370"/>
                      <a:pt x="4695863" y="830174"/>
                    </a:cubicBezTo>
                    <a:cubicBezTo>
                      <a:pt x="4695863" y="835327"/>
                      <a:pt x="4689670" y="836356"/>
                      <a:pt x="4687613" y="841510"/>
                    </a:cubicBezTo>
                    <a:cubicBezTo>
                      <a:pt x="4685545" y="846674"/>
                      <a:pt x="4676266" y="849760"/>
                      <a:pt x="4675238" y="853885"/>
                    </a:cubicBezTo>
                    <a:cubicBezTo>
                      <a:pt x="4674209" y="858021"/>
                      <a:pt x="4675238" y="861106"/>
                      <a:pt x="4668016" y="861106"/>
                    </a:cubicBezTo>
                    <a:cubicBezTo>
                      <a:pt x="4660794" y="861106"/>
                      <a:pt x="4660794" y="867299"/>
                      <a:pt x="4658737" y="868328"/>
                    </a:cubicBezTo>
                    <a:cubicBezTo>
                      <a:pt x="4655197" y="872020"/>
                      <a:pt x="4651408" y="875463"/>
                      <a:pt x="4647391" y="878635"/>
                    </a:cubicBezTo>
                    <a:lnTo>
                      <a:pt x="4627794" y="899260"/>
                    </a:lnTo>
                    <a:cubicBezTo>
                      <a:pt x="4627794" y="899260"/>
                      <a:pt x="4627794" y="909579"/>
                      <a:pt x="4616459" y="914732"/>
                    </a:cubicBezTo>
                    <a:lnTo>
                      <a:pt x="4606141" y="924011"/>
                    </a:lnTo>
                    <a:cubicBezTo>
                      <a:pt x="4599958" y="929164"/>
                      <a:pt x="4591708" y="924011"/>
                      <a:pt x="4589640" y="932261"/>
                    </a:cubicBezTo>
                    <a:cubicBezTo>
                      <a:pt x="4588092" y="935888"/>
                      <a:pt x="4588092" y="939981"/>
                      <a:pt x="4589640" y="943608"/>
                    </a:cubicBezTo>
                    <a:cubicBezTo>
                      <a:pt x="4589640" y="943608"/>
                      <a:pt x="4600987" y="949800"/>
                      <a:pt x="4604083" y="951858"/>
                    </a:cubicBezTo>
                    <a:cubicBezTo>
                      <a:pt x="4606985" y="955799"/>
                      <a:pt x="4610460" y="959274"/>
                      <a:pt x="4614391" y="962176"/>
                    </a:cubicBezTo>
                    <a:lnTo>
                      <a:pt x="4632959" y="975579"/>
                    </a:lnTo>
                    <a:lnTo>
                      <a:pt x="4644294" y="981762"/>
                    </a:lnTo>
                    <a:lnTo>
                      <a:pt x="4655641" y="981762"/>
                    </a:lnTo>
                    <a:cubicBezTo>
                      <a:pt x="4657601" y="982693"/>
                      <a:pt x="4659874" y="982693"/>
                      <a:pt x="4661834" y="981762"/>
                    </a:cubicBezTo>
                    <a:cubicBezTo>
                      <a:pt x="4661834" y="975579"/>
                      <a:pt x="4661834" y="973511"/>
                      <a:pt x="4653584" y="970426"/>
                    </a:cubicBezTo>
                    <a:cubicBezTo>
                      <a:pt x="4645334" y="967329"/>
                      <a:pt x="4641209" y="970426"/>
                      <a:pt x="4641209" y="965261"/>
                    </a:cubicBezTo>
                    <a:cubicBezTo>
                      <a:pt x="4641209" y="960108"/>
                      <a:pt x="4641209" y="957011"/>
                      <a:pt x="4647391" y="954954"/>
                    </a:cubicBezTo>
                    <a:cubicBezTo>
                      <a:pt x="4653584" y="952886"/>
                      <a:pt x="4654612" y="945675"/>
                      <a:pt x="4647391" y="942579"/>
                    </a:cubicBezTo>
                    <a:cubicBezTo>
                      <a:pt x="4640180" y="939482"/>
                      <a:pt x="4637084" y="942579"/>
                      <a:pt x="4633987" y="948761"/>
                    </a:cubicBezTo>
                    <a:cubicBezTo>
                      <a:pt x="4631724" y="951327"/>
                      <a:pt x="4627816" y="951576"/>
                      <a:pt x="4625250" y="949313"/>
                    </a:cubicBezTo>
                    <a:cubicBezTo>
                      <a:pt x="4625055" y="949140"/>
                      <a:pt x="4624871" y="948956"/>
                      <a:pt x="4624709" y="948761"/>
                    </a:cubicBezTo>
                    <a:cubicBezTo>
                      <a:pt x="4624709" y="948761"/>
                      <a:pt x="4616459" y="948761"/>
                      <a:pt x="4615419" y="948761"/>
                    </a:cubicBezTo>
                    <a:cubicBezTo>
                      <a:pt x="4613503" y="942503"/>
                      <a:pt x="4616036" y="935726"/>
                      <a:pt x="4621612" y="932261"/>
                    </a:cubicBezTo>
                    <a:cubicBezTo>
                      <a:pt x="4629375" y="924509"/>
                      <a:pt x="4637647" y="917266"/>
                      <a:pt x="4646362" y="910607"/>
                    </a:cubicBezTo>
                    <a:cubicBezTo>
                      <a:pt x="4651516" y="910607"/>
                      <a:pt x="4655641" y="896175"/>
                      <a:pt x="4659766" y="893078"/>
                    </a:cubicBezTo>
                    <a:cubicBezTo>
                      <a:pt x="4667854" y="886062"/>
                      <a:pt x="4675443" y="878484"/>
                      <a:pt x="4682459" y="870385"/>
                    </a:cubicBezTo>
                    <a:cubicBezTo>
                      <a:pt x="4684689" y="867776"/>
                      <a:pt x="4686757" y="865015"/>
                      <a:pt x="4688641" y="862146"/>
                    </a:cubicBezTo>
                    <a:cubicBezTo>
                      <a:pt x="4693199" y="858129"/>
                      <a:pt x="4699067" y="855920"/>
                      <a:pt x="4705141" y="855953"/>
                    </a:cubicBezTo>
                    <a:cubicBezTo>
                      <a:pt x="4708855" y="854946"/>
                      <a:pt x="4712774" y="854946"/>
                      <a:pt x="4716488" y="855953"/>
                    </a:cubicBezTo>
                    <a:cubicBezTo>
                      <a:pt x="4716488" y="855953"/>
                      <a:pt x="4716488" y="866260"/>
                      <a:pt x="4707209" y="871424"/>
                    </a:cubicBezTo>
                    <a:cubicBezTo>
                      <a:pt x="4704134" y="873990"/>
                      <a:pt x="4702261" y="877726"/>
                      <a:pt x="4702056" y="881732"/>
                    </a:cubicBezTo>
                    <a:cubicBezTo>
                      <a:pt x="4695440" y="891747"/>
                      <a:pt x="4687840" y="901079"/>
                      <a:pt x="4679363" y="909579"/>
                    </a:cubicBezTo>
                    <a:cubicBezTo>
                      <a:pt x="4674209" y="909579"/>
                      <a:pt x="4679363" y="914732"/>
                      <a:pt x="4679363" y="918857"/>
                    </a:cubicBezTo>
                    <a:cubicBezTo>
                      <a:pt x="4679363" y="922982"/>
                      <a:pt x="4690709" y="927107"/>
                      <a:pt x="4691738" y="932261"/>
                    </a:cubicBezTo>
                    <a:cubicBezTo>
                      <a:pt x="4692766" y="937425"/>
                      <a:pt x="4691738" y="941550"/>
                      <a:pt x="4691738" y="943608"/>
                    </a:cubicBezTo>
                    <a:cubicBezTo>
                      <a:pt x="4691738" y="945675"/>
                      <a:pt x="4710306" y="943608"/>
                      <a:pt x="4714420" y="943608"/>
                    </a:cubicBezTo>
                    <a:cubicBezTo>
                      <a:pt x="4718545" y="943608"/>
                      <a:pt x="4725766" y="926079"/>
                      <a:pt x="4723709" y="922982"/>
                    </a:cubicBezTo>
                    <a:cubicBezTo>
                      <a:pt x="4721641" y="919886"/>
                      <a:pt x="4714420" y="922982"/>
                      <a:pt x="4709266" y="915761"/>
                    </a:cubicBezTo>
                    <a:cubicBezTo>
                      <a:pt x="4704113" y="908550"/>
                      <a:pt x="4701016" y="915761"/>
                      <a:pt x="4698959" y="915761"/>
                    </a:cubicBezTo>
                    <a:cubicBezTo>
                      <a:pt x="4696891" y="915761"/>
                      <a:pt x="4707209" y="902357"/>
                      <a:pt x="4714420" y="901328"/>
                    </a:cubicBezTo>
                    <a:cubicBezTo>
                      <a:pt x="4720862" y="900083"/>
                      <a:pt x="4726892" y="897247"/>
                      <a:pt x="4731959" y="893078"/>
                    </a:cubicBezTo>
                    <a:cubicBezTo>
                      <a:pt x="4737113" y="887925"/>
                      <a:pt x="4738142" y="877606"/>
                      <a:pt x="4740209" y="875549"/>
                    </a:cubicBezTo>
                    <a:cubicBezTo>
                      <a:pt x="4745872" y="873492"/>
                      <a:pt x="4752076" y="873492"/>
                      <a:pt x="4757738" y="875549"/>
                    </a:cubicBezTo>
                    <a:cubicBezTo>
                      <a:pt x="4757738" y="875549"/>
                      <a:pt x="4757738" y="888953"/>
                      <a:pt x="4757738" y="893078"/>
                    </a:cubicBezTo>
                    <a:cubicBezTo>
                      <a:pt x="4766183" y="895309"/>
                      <a:pt x="4775072" y="895309"/>
                      <a:pt x="4783517" y="893078"/>
                    </a:cubicBezTo>
                    <a:cubicBezTo>
                      <a:pt x="4788670" y="893078"/>
                      <a:pt x="4800017" y="883800"/>
                      <a:pt x="4807239" y="886885"/>
                    </a:cubicBezTo>
                    <a:cubicBezTo>
                      <a:pt x="4814460" y="889982"/>
                      <a:pt x="4807239" y="893078"/>
                      <a:pt x="4814460" y="893078"/>
                    </a:cubicBezTo>
                    <a:lnTo>
                      <a:pt x="4822710" y="899260"/>
                    </a:lnTo>
                    <a:lnTo>
                      <a:pt x="4815489" y="903386"/>
                    </a:lnTo>
                    <a:cubicBezTo>
                      <a:pt x="4818000" y="910748"/>
                      <a:pt x="4818000" y="918716"/>
                      <a:pt x="4815489" y="926079"/>
                    </a:cubicBezTo>
                    <a:cubicBezTo>
                      <a:pt x="4815489" y="933300"/>
                      <a:pt x="4802085" y="936386"/>
                      <a:pt x="4793835" y="935357"/>
                    </a:cubicBezTo>
                    <a:cubicBezTo>
                      <a:pt x="4786018" y="933625"/>
                      <a:pt x="4777919" y="933625"/>
                      <a:pt x="4770113" y="935357"/>
                    </a:cubicBezTo>
                    <a:cubicBezTo>
                      <a:pt x="4770113" y="935357"/>
                      <a:pt x="4756710" y="943608"/>
                      <a:pt x="4756710" y="946704"/>
                    </a:cubicBezTo>
                    <a:cubicBezTo>
                      <a:pt x="4758442" y="952063"/>
                      <a:pt x="4758442" y="957845"/>
                      <a:pt x="4756710" y="963204"/>
                    </a:cubicBezTo>
                    <a:cubicBezTo>
                      <a:pt x="4751556" y="968358"/>
                      <a:pt x="4741238" y="963204"/>
                      <a:pt x="4713391" y="976608"/>
                    </a:cubicBezTo>
                    <a:lnTo>
                      <a:pt x="4686584" y="976608"/>
                    </a:lnTo>
                    <a:cubicBezTo>
                      <a:pt x="4681430" y="976608"/>
                      <a:pt x="4686584" y="991051"/>
                      <a:pt x="4692766" y="997233"/>
                    </a:cubicBezTo>
                    <a:cubicBezTo>
                      <a:pt x="4698959" y="1003415"/>
                      <a:pt x="4679363" y="1004455"/>
                      <a:pt x="4687613" y="1013733"/>
                    </a:cubicBezTo>
                    <a:cubicBezTo>
                      <a:pt x="4695863" y="1023012"/>
                      <a:pt x="4707209" y="1021983"/>
                      <a:pt x="4711334" y="1013733"/>
                    </a:cubicBezTo>
                    <a:cubicBezTo>
                      <a:pt x="4715459" y="1005483"/>
                      <a:pt x="4705141" y="1003415"/>
                      <a:pt x="4705141" y="999301"/>
                    </a:cubicBezTo>
                    <a:cubicBezTo>
                      <a:pt x="4705141" y="995176"/>
                      <a:pt x="4712363" y="984858"/>
                      <a:pt x="4714420" y="985887"/>
                    </a:cubicBezTo>
                    <a:cubicBezTo>
                      <a:pt x="4718426" y="987305"/>
                      <a:pt x="4722800" y="987305"/>
                      <a:pt x="4726795" y="985887"/>
                    </a:cubicBezTo>
                    <a:cubicBezTo>
                      <a:pt x="4726806" y="985887"/>
                      <a:pt x="4735045" y="985887"/>
                      <a:pt x="4739181" y="985887"/>
                    </a:cubicBezTo>
                    <a:cubicBezTo>
                      <a:pt x="4743306" y="985887"/>
                      <a:pt x="4739181" y="976608"/>
                      <a:pt x="4749488" y="974551"/>
                    </a:cubicBezTo>
                    <a:cubicBezTo>
                      <a:pt x="4759795" y="972483"/>
                      <a:pt x="4760835" y="974551"/>
                      <a:pt x="4763920" y="979704"/>
                    </a:cubicBezTo>
                    <a:cubicBezTo>
                      <a:pt x="4767017" y="984858"/>
                      <a:pt x="4774238" y="979704"/>
                      <a:pt x="4778363" y="979704"/>
                    </a:cubicBezTo>
                    <a:lnTo>
                      <a:pt x="4789710" y="973511"/>
                    </a:lnTo>
                    <a:cubicBezTo>
                      <a:pt x="4797960" y="966301"/>
                      <a:pt x="4789710" y="953926"/>
                      <a:pt x="4800017" y="949800"/>
                    </a:cubicBezTo>
                    <a:cubicBezTo>
                      <a:pt x="4810335" y="945675"/>
                      <a:pt x="4847460" y="967329"/>
                      <a:pt x="4852614" y="968358"/>
                    </a:cubicBezTo>
                    <a:cubicBezTo>
                      <a:pt x="4857767" y="969386"/>
                      <a:pt x="4857767" y="968358"/>
                      <a:pt x="4860864" y="968358"/>
                    </a:cubicBezTo>
                    <a:cubicBezTo>
                      <a:pt x="4866050" y="969159"/>
                      <a:pt x="4870392" y="972710"/>
                      <a:pt x="4872210" y="977637"/>
                    </a:cubicBezTo>
                    <a:cubicBezTo>
                      <a:pt x="4872633" y="983819"/>
                      <a:pt x="4872633" y="990023"/>
                      <a:pt x="4872210" y="996205"/>
                    </a:cubicBezTo>
                    <a:cubicBezTo>
                      <a:pt x="4872286" y="1000535"/>
                      <a:pt x="4869883" y="1004541"/>
                      <a:pt x="4866017" y="1006512"/>
                    </a:cubicBezTo>
                    <a:cubicBezTo>
                      <a:pt x="4866017" y="1006512"/>
                      <a:pt x="4850546" y="1013733"/>
                      <a:pt x="4850546" y="1019926"/>
                    </a:cubicBezTo>
                    <a:cubicBezTo>
                      <a:pt x="4850546" y="1026108"/>
                      <a:pt x="4833017" y="1019926"/>
                      <a:pt x="4822710" y="1019926"/>
                    </a:cubicBezTo>
                    <a:cubicBezTo>
                      <a:pt x="4807747" y="1020966"/>
                      <a:pt x="4793413" y="1026347"/>
                      <a:pt x="4781460" y="1035387"/>
                    </a:cubicBezTo>
                    <a:lnTo>
                      <a:pt x="4767017" y="1041580"/>
                    </a:lnTo>
                    <a:lnTo>
                      <a:pt x="4752585" y="1049830"/>
                    </a:lnTo>
                    <a:cubicBezTo>
                      <a:pt x="4745515" y="1052450"/>
                      <a:pt x="4739159" y="1056695"/>
                      <a:pt x="4734016" y="1062205"/>
                    </a:cubicBezTo>
                    <a:cubicBezTo>
                      <a:pt x="4734016" y="1062205"/>
                      <a:pt x="4734016" y="1068388"/>
                      <a:pt x="4739181" y="1071484"/>
                    </a:cubicBezTo>
                    <a:cubicBezTo>
                      <a:pt x="4745363" y="1075382"/>
                      <a:pt x="4752487" y="1077526"/>
                      <a:pt x="4759806" y="1077677"/>
                    </a:cubicBezTo>
                    <a:lnTo>
                      <a:pt x="4769085" y="1086956"/>
                    </a:lnTo>
                    <a:cubicBezTo>
                      <a:pt x="4769085" y="1086956"/>
                      <a:pt x="4769085" y="1097263"/>
                      <a:pt x="4769085" y="1100359"/>
                    </a:cubicBezTo>
                    <a:cubicBezTo>
                      <a:pt x="4769085" y="1103456"/>
                      <a:pt x="4774238" y="1100359"/>
                      <a:pt x="4775267" y="1111706"/>
                    </a:cubicBezTo>
                    <a:cubicBezTo>
                      <a:pt x="4776295" y="1123053"/>
                      <a:pt x="4781460" y="1118928"/>
                      <a:pt x="4775267" y="1125110"/>
                    </a:cubicBezTo>
                    <a:cubicBezTo>
                      <a:pt x="4772300" y="1135623"/>
                      <a:pt x="4766183" y="1144988"/>
                      <a:pt x="4757738" y="1151928"/>
                    </a:cubicBezTo>
                    <a:cubicBezTo>
                      <a:pt x="4750073" y="1157980"/>
                      <a:pt x="4741325" y="1162528"/>
                      <a:pt x="4731959" y="1165332"/>
                    </a:cubicBezTo>
                    <a:cubicBezTo>
                      <a:pt x="4717700" y="1160850"/>
                      <a:pt x="4704892" y="1152664"/>
                      <a:pt x="4694834" y="1141610"/>
                    </a:cubicBezTo>
                    <a:cubicBezTo>
                      <a:pt x="4691175" y="1138113"/>
                      <a:pt x="4686465" y="1135937"/>
                      <a:pt x="4681430" y="1135428"/>
                    </a:cubicBezTo>
                    <a:cubicBezTo>
                      <a:pt x="4681430" y="1135417"/>
                      <a:pt x="4672141" y="1127178"/>
                      <a:pt x="4671112" y="1123053"/>
                    </a:cubicBezTo>
                    <a:cubicBezTo>
                      <a:pt x="4667767" y="1116697"/>
                      <a:pt x="4662787" y="1111349"/>
                      <a:pt x="4656669" y="1107581"/>
                    </a:cubicBezTo>
                    <a:cubicBezTo>
                      <a:pt x="4643385" y="1099515"/>
                      <a:pt x="4627740" y="1096234"/>
                      <a:pt x="4612333" y="1098302"/>
                    </a:cubicBezTo>
                    <a:cubicBezTo>
                      <a:pt x="4605892" y="1099829"/>
                      <a:pt x="4599179" y="1099829"/>
                      <a:pt x="4592737" y="1098302"/>
                    </a:cubicBezTo>
                    <a:cubicBezTo>
                      <a:pt x="4584519" y="1097198"/>
                      <a:pt x="4576193" y="1097198"/>
                      <a:pt x="4567987" y="1098302"/>
                    </a:cubicBezTo>
                    <a:cubicBezTo>
                      <a:pt x="4561003" y="1099937"/>
                      <a:pt x="4554810" y="1103943"/>
                      <a:pt x="4550458" y="1109638"/>
                    </a:cubicBezTo>
                    <a:cubicBezTo>
                      <a:pt x="4550458" y="1109638"/>
                      <a:pt x="4550458" y="1115831"/>
                      <a:pt x="4550458" y="1118928"/>
                    </a:cubicBezTo>
                    <a:cubicBezTo>
                      <a:pt x="4556922" y="1120996"/>
                      <a:pt x="4563147" y="1123767"/>
                      <a:pt x="4569015" y="1127178"/>
                    </a:cubicBezTo>
                    <a:cubicBezTo>
                      <a:pt x="4569015" y="1127178"/>
                      <a:pt x="4579333" y="1127178"/>
                      <a:pt x="4581390" y="1127178"/>
                    </a:cubicBezTo>
                    <a:cubicBezTo>
                      <a:pt x="4583458" y="1127178"/>
                      <a:pt x="4581390" y="1139553"/>
                      <a:pt x="4587583" y="1149860"/>
                    </a:cubicBezTo>
                    <a:cubicBezTo>
                      <a:pt x="4593765" y="1160178"/>
                      <a:pt x="4587583" y="1161207"/>
                      <a:pt x="4595833" y="1170485"/>
                    </a:cubicBezTo>
                    <a:cubicBezTo>
                      <a:pt x="4604083" y="1179764"/>
                      <a:pt x="4600987" y="1178736"/>
                      <a:pt x="4595833" y="1181832"/>
                    </a:cubicBezTo>
                    <a:cubicBezTo>
                      <a:pt x="4590680" y="1184929"/>
                      <a:pt x="4583458" y="1192139"/>
                      <a:pt x="4577265" y="1192139"/>
                    </a:cubicBezTo>
                    <a:cubicBezTo>
                      <a:pt x="4571874" y="1193688"/>
                      <a:pt x="4566157" y="1193688"/>
                      <a:pt x="4560765" y="1192139"/>
                    </a:cubicBezTo>
                    <a:cubicBezTo>
                      <a:pt x="4555308" y="1187191"/>
                      <a:pt x="4549451" y="1182698"/>
                      <a:pt x="4543237" y="1178736"/>
                    </a:cubicBezTo>
                    <a:lnTo>
                      <a:pt x="4529833" y="1171514"/>
                    </a:lnTo>
                    <a:cubicBezTo>
                      <a:pt x="4524668" y="1171514"/>
                      <a:pt x="4503015" y="1151928"/>
                      <a:pt x="4495793" y="1157082"/>
                    </a:cubicBezTo>
                    <a:cubicBezTo>
                      <a:pt x="4490975" y="1163210"/>
                      <a:pt x="4485811" y="1169067"/>
                      <a:pt x="4480332" y="1174611"/>
                    </a:cubicBezTo>
                    <a:cubicBezTo>
                      <a:pt x="4480332" y="1174611"/>
                      <a:pt x="4470015" y="1182861"/>
                      <a:pt x="4463832" y="1185957"/>
                    </a:cubicBezTo>
                    <a:cubicBezTo>
                      <a:pt x="4456394" y="1189075"/>
                      <a:pt x="4449454" y="1193244"/>
                      <a:pt x="4443207" y="1198332"/>
                    </a:cubicBezTo>
                    <a:cubicBezTo>
                      <a:pt x="4443207" y="1203486"/>
                      <a:pt x="4427736" y="1198332"/>
                      <a:pt x="4426707" y="1198332"/>
                    </a:cubicBezTo>
                    <a:cubicBezTo>
                      <a:pt x="4425668" y="1198332"/>
                      <a:pt x="4401957" y="1214833"/>
                      <a:pt x="4390610" y="1208640"/>
                    </a:cubicBezTo>
                    <a:cubicBezTo>
                      <a:pt x="4379264" y="1202457"/>
                      <a:pt x="4373082" y="1200389"/>
                      <a:pt x="4367928" y="1196264"/>
                    </a:cubicBezTo>
                    <a:cubicBezTo>
                      <a:pt x="4362439" y="1191966"/>
                      <a:pt x="4356571" y="1188166"/>
                      <a:pt x="4350389" y="1184929"/>
                    </a:cubicBezTo>
                    <a:cubicBezTo>
                      <a:pt x="4341532" y="1179905"/>
                      <a:pt x="4334354" y="1172369"/>
                      <a:pt x="4329763" y="1163275"/>
                    </a:cubicBezTo>
                    <a:cubicBezTo>
                      <a:pt x="4329763" y="1163264"/>
                      <a:pt x="4338014" y="1153985"/>
                      <a:pt x="4342139" y="1149860"/>
                    </a:cubicBezTo>
                    <a:cubicBezTo>
                      <a:pt x="4346264" y="1145735"/>
                      <a:pt x="4342139" y="1114803"/>
                      <a:pt x="4342139" y="1110678"/>
                    </a:cubicBezTo>
                    <a:cubicBezTo>
                      <a:pt x="4342139" y="1106542"/>
                      <a:pt x="4351417" y="1110678"/>
                      <a:pt x="4358639" y="1116860"/>
                    </a:cubicBezTo>
                    <a:cubicBezTo>
                      <a:pt x="4368188" y="1124655"/>
                      <a:pt x="4378170" y="1131877"/>
                      <a:pt x="4388553" y="1138514"/>
                    </a:cubicBezTo>
                    <a:cubicBezTo>
                      <a:pt x="4402985" y="1146764"/>
                      <a:pt x="4429804" y="1130263"/>
                      <a:pt x="4445264" y="1126138"/>
                    </a:cubicBezTo>
                    <a:cubicBezTo>
                      <a:pt x="4460736" y="1122013"/>
                      <a:pt x="4454543" y="1119956"/>
                      <a:pt x="4445264" y="1112735"/>
                    </a:cubicBezTo>
                    <a:cubicBezTo>
                      <a:pt x="4438249" y="1106217"/>
                      <a:pt x="4430659" y="1100349"/>
                      <a:pt x="4422582" y="1095206"/>
                    </a:cubicBezTo>
                    <a:lnTo>
                      <a:pt x="4399889" y="1078706"/>
                    </a:lnTo>
                    <a:cubicBezTo>
                      <a:pt x="4399889" y="1073552"/>
                      <a:pt x="4380292" y="1069427"/>
                      <a:pt x="4378235" y="1067359"/>
                    </a:cubicBezTo>
                    <a:cubicBezTo>
                      <a:pt x="4376167" y="1065302"/>
                      <a:pt x="4366889" y="1060137"/>
                      <a:pt x="4367928" y="1048802"/>
                    </a:cubicBezTo>
                    <a:cubicBezTo>
                      <a:pt x="4368957" y="1037455"/>
                      <a:pt x="4367928" y="1041580"/>
                      <a:pt x="4367928" y="1038484"/>
                    </a:cubicBezTo>
                    <a:cubicBezTo>
                      <a:pt x="4367928" y="1035387"/>
                      <a:pt x="4375139" y="1029205"/>
                      <a:pt x="4378235" y="1026108"/>
                    </a:cubicBezTo>
                    <a:cubicBezTo>
                      <a:pt x="4383497" y="1021767"/>
                      <a:pt x="4389419" y="1018291"/>
                      <a:pt x="4395764" y="1015790"/>
                    </a:cubicBezTo>
                    <a:cubicBezTo>
                      <a:pt x="4405984" y="1013939"/>
                      <a:pt x="4416508" y="1016570"/>
                      <a:pt x="4424639" y="1023012"/>
                    </a:cubicBezTo>
                    <a:cubicBezTo>
                      <a:pt x="4424639" y="1023012"/>
                      <a:pt x="4431861" y="1037455"/>
                      <a:pt x="4433929" y="1039512"/>
                    </a:cubicBezTo>
                    <a:cubicBezTo>
                      <a:pt x="4435986" y="1041580"/>
                      <a:pt x="4448361" y="1039512"/>
                      <a:pt x="4454543" y="1045705"/>
                    </a:cubicBezTo>
                    <a:cubicBezTo>
                      <a:pt x="4461418" y="1048867"/>
                      <a:pt x="4467979" y="1052667"/>
                      <a:pt x="4474140" y="1057041"/>
                    </a:cubicBezTo>
                    <a:cubicBezTo>
                      <a:pt x="4478427" y="1059986"/>
                      <a:pt x="4483396" y="1061762"/>
                      <a:pt x="4488583" y="1062205"/>
                    </a:cubicBezTo>
                    <a:cubicBezTo>
                      <a:pt x="4491062" y="1063927"/>
                      <a:pt x="4494353" y="1063927"/>
                      <a:pt x="4496833" y="1062205"/>
                    </a:cubicBezTo>
                    <a:cubicBezTo>
                      <a:pt x="4496833" y="1062205"/>
                      <a:pt x="4507140" y="1053955"/>
                      <a:pt x="4510236" y="1052927"/>
                    </a:cubicBezTo>
                    <a:lnTo>
                      <a:pt x="4526736" y="1045705"/>
                    </a:lnTo>
                    <a:cubicBezTo>
                      <a:pt x="4526736" y="1045705"/>
                      <a:pt x="4526736" y="1038484"/>
                      <a:pt x="4518486" y="1035387"/>
                    </a:cubicBezTo>
                    <a:cubicBezTo>
                      <a:pt x="4513084" y="1033947"/>
                      <a:pt x="4507389" y="1033947"/>
                      <a:pt x="4501986" y="1035387"/>
                    </a:cubicBezTo>
                    <a:cubicBezTo>
                      <a:pt x="4496172" y="1034922"/>
                      <a:pt x="4490531" y="1033157"/>
                      <a:pt x="4485486" y="1030234"/>
                    </a:cubicBezTo>
                    <a:cubicBezTo>
                      <a:pt x="4481394" y="1027852"/>
                      <a:pt x="4478145" y="1024246"/>
                      <a:pt x="4476207" y="1019926"/>
                    </a:cubicBezTo>
                    <a:cubicBezTo>
                      <a:pt x="4476207" y="1013733"/>
                      <a:pt x="4476207" y="1011676"/>
                      <a:pt x="4476207" y="1007551"/>
                    </a:cubicBezTo>
                    <a:cubicBezTo>
                      <a:pt x="4480549" y="1002744"/>
                      <a:pt x="4486341" y="999485"/>
                      <a:pt x="4492708" y="998262"/>
                    </a:cubicBezTo>
                    <a:cubicBezTo>
                      <a:pt x="4492708" y="998262"/>
                      <a:pt x="4510236" y="983830"/>
                      <a:pt x="4526736" y="984858"/>
                    </a:cubicBezTo>
                    <a:cubicBezTo>
                      <a:pt x="4543237" y="985887"/>
                      <a:pt x="4536015" y="997233"/>
                      <a:pt x="4541169" y="999301"/>
                    </a:cubicBezTo>
                    <a:lnTo>
                      <a:pt x="4550458" y="999301"/>
                    </a:lnTo>
                    <a:lnTo>
                      <a:pt x="4563862" y="1011676"/>
                    </a:lnTo>
                    <a:cubicBezTo>
                      <a:pt x="4569762" y="1015910"/>
                      <a:pt x="4575966" y="1019699"/>
                      <a:pt x="4582419" y="1023012"/>
                    </a:cubicBezTo>
                    <a:cubicBezTo>
                      <a:pt x="4582419" y="1023012"/>
                      <a:pt x="4589640" y="1031262"/>
                      <a:pt x="4594805" y="1032291"/>
                    </a:cubicBezTo>
                    <a:lnTo>
                      <a:pt x="4607180" y="1039512"/>
                    </a:lnTo>
                    <a:cubicBezTo>
                      <a:pt x="4607180" y="1039512"/>
                      <a:pt x="4613362" y="1039512"/>
                      <a:pt x="4616459" y="1039512"/>
                    </a:cubicBezTo>
                    <a:cubicBezTo>
                      <a:pt x="4619555" y="1039512"/>
                      <a:pt x="4626766" y="1049830"/>
                      <a:pt x="4628834" y="1052927"/>
                    </a:cubicBezTo>
                    <a:cubicBezTo>
                      <a:pt x="4632818" y="1056121"/>
                      <a:pt x="4636607" y="1059564"/>
                      <a:pt x="4640169" y="1063234"/>
                    </a:cubicBezTo>
                    <a:cubicBezTo>
                      <a:pt x="4641534" y="1068193"/>
                      <a:pt x="4644002" y="1072773"/>
                      <a:pt x="4647391" y="1076638"/>
                    </a:cubicBezTo>
                    <a:cubicBezTo>
                      <a:pt x="4647391" y="1076638"/>
                      <a:pt x="4662862" y="1081802"/>
                      <a:pt x="4665959" y="1083859"/>
                    </a:cubicBezTo>
                    <a:cubicBezTo>
                      <a:pt x="4669055" y="1085927"/>
                      <a:pt x="4683488" y="1083859"/>
                      <a:pt x="4685545" y="1078706"/>
                    </a:cubicBezTo>
                    <a:cubicBezTo>
                      <a:pt x="4680553" y="1072946"/>
                      <a:pt x="4674631" y="1068063"/>
                      <a:pt x="4668016" y="1064263"/>
                    </a:cubicBezTo>
                    <a:cubicBezTo>
                      <a:pt x="4662862" y="1064273"/>
                      <a:pt x="4652555" y="1049830"/>
                      <a:pt x="4649459" y="1048802"/>
                    </a:cubicBezTo>
                    <a:cubicBezTo>
                      <a:pt x="4638101" y="1042814"/>
                      <a:pt x="4628227" y="1034359"/>
                      <a:pt x="4620584" y="1024051"/>
                    </a:cubicBezTo>
                    <a:cubicBezTo>
                      <a:pt x="4616383" y="1019352"/>
                      <a:pt x="4611067" y="1015801"/>
                      <a:pt x="4605112" y="1013733"/>
                    </a:cubicBezTo>
                    <a:cubicBezTo>
                      <a:pt x="4599493" y="1010637"/>
                      <a:pt x="4594285" y="1006826"/>
                      <a:pt x="4589640" y="1002387"/>
                    </a:cubicBezTo>
                    <a:lnTo>
                      <a:pt x="4565930" y="982801"/>
                    </a:lnTo>
                    <a:cubicBezTo>
                      <a:pt x="4551746" y="971790"/>
                      <a:pt x="4536134" y="962760"/>
                      <a:pt x="4519515" y="955983"/>
                    </a:cubicBezTo>
                    <a:lnTo>
                      <a:pt x="4496833" y="955983"/>
                    </a:lnTo>
                    <a:cubicBezTo>
                      <a:pt x="4479293" y="955983"/>
                      <a:pt x="4463832" y="955983"/>
                      <a:pt x="4453514" y="947732"/>
                    </a:cubicBezTo>
                    <a:cubicBezTo>
                      <a:pt x="4448458" y="945394"/>
                      <a:pt x="4446174" y="939461"/>
                      <a:pt x="4448361" y="934329"/>
                    </a:cubicBezTo>
                    <a:cubicBezTo>
                      <a:pt x="4451652" y="923296"/>
                      <a:pt x="4457282" y="913097"/>
                      <a:pt x="4464861" y="904425"/>
                    </a:cubicBezTo>
                    <a:cubicBezTo>
                      <a:pt x="4472082" y="897203"/>
                      <a:pt x="4478265" y="904425"/>
                      <a:pt x="4488583" y="882760"/>
                    </a:cubicBezTo>
                    <a:cubicBezTo>
                      <a:pt x="4492729" y="880367"/>
                      <a:pt x="4497840" y="880367"/>
                      <a:pt x="4501986" y="882760"/>
                    </a:cubicBezTo>
                    <a:cubicBezTo>
                      <a:pt x="4505375" y="883637"/>
                      <a:pt x="4508915" y="883637"/>
                      <a:pt x="4512304" y="882760"/>
                    </a:cubicBezTo>
                    <a:cubicBezTo>
                      <a:pt x="4525708" y="882760"/>
                      <a:pt x="4539111" y="876578"/>
                      <a:pt x="4555612" y="873482"/>
                    </a:cubicBezTo>
                    <a:cubicBezTo>
                      <a:pt x="4555612" y="873482"/>
                      <a:pt x="4555612" y="873482"/>
                      <a:pt x="4560765" y="873482"/>
                    </a:cubicBezTo>
                    <a:cubicBezTo>
                      <a:pt x="4555373" y="881981"/>
                      <a:pt x="4549159" y="889928"/>
                      <a:pt x="4542208" y="897203"/>
                    </a:cubicBezTo>
                    <a:cubicBezTo>
                      <a:pt x="4538787" y="900224"/>
                      <a:pt x="4538462" y="905432"/>
                      <a:pt x="4541472" y="908853"/>
                    </a:cubicBezTo>
                    <a:cubicBezTo>
                      <a:pt x="4541699" y="909102"/>
                      <a:pt x="4541948" y="909351"/>
                      <a:pt x="4542208" y="909579"/>
                    </a:cubicBezTo>
                    <a:cubicBezTo>
                      <a:pt x="4548390" y="913097"/>
                      <a:pt x="4554962" y="915858"/>
                      <a:pt x="4561805" y="917829"/>
                    </a:cubicBezTo>
                    <a:cubicBezTo>
                      <a:pt x="4564674" y="919485"/>
                      <a:pt x="4568214" y="919485"/>
                      <a:pt x="4571083" y="917829"/>
                    </a:cubicBezTo>
                    <a:cubicBezTo>
                      <a:pt x="4571083" y="917829"/>
                      <a:pt x="4571083" y="907511"/>
                      <a:pt x="4577265" y="904425"/>
                    </a:cubicBezTo>
                    <a:cubicBezTo>
                      <a:pt x="4580286" y="898470"/>
                      <a:pt x="4584498" y="893197"/>
                      <a:pt x="4589640" y="888953"/>
                    </a:cubicBezTo>
                    <a:cubicBezTo>
                      <a:pt x="4599320" y="879620"/>
                      <a:pt x="4609659" y="871002"/>
                      <a:pt x="4620584" y="863174"/>
                    </a:cubicBezTo>
                    <a:cubicBezTo>
                      <a:pt x="4628834" y="858021"/>
                      <a:pt x="4631919" y="847703"/>
                      <a:pt x="4649459" y="832231"/>
                    </a:cubicBezTo>
                    <a:cubicBezTo>
                      <a:pt x="4666987" y="816759"/>
                      <a:pt x="4665959" y="814702"/>
                      <a:pt x="4664930" y="812634"/>
                    </a:cubicBezTo>
                    <a:cubicBezTo>
                      <a:pt x="4664411" y="811606"/>
                      <a:pt x="4666987" y="809803"/>
                      <a:pt x="4670338" y="809159"/>
                    </a:cubicBezTo>
                    <a:close/>
                    <a:moveTo>
                      <a:pt x="770888" y="804383"/>
                    </a:moveTo>
                    <a:cubicBezTo>
                      <a:pt x="770888" y="804383"/>
                      <a:pt x="778109" y="804383"/>
                      <a:pt x="782234" y="804383"/>
                    </a:cubicBezTo>
                    <a:cubicBezTo>
                      <a:pt x="790419" y="807242"/>
                      <a:pt x="798085" y="811420"/>
                      <a:pt x="804917" y="816759"/>
                    </a:cubicBezTo>
                    <a:cubicBezTo>
                      <a:pt x="818320" y="830162"/>
                      <a:pt x="812138" y="842537"/>
                      <a:pt x="817292" y="853884"/>
                    </a:cubicBezTo>
                    <a:cubicBezTo>
                      <a:pt x="820172" y="859070"/>
                      <a:pt x="823636" y="863920"/>
                      <a:pt x="827610" y="868327"/>
                    </a:cubicBezTo>
                    <a:cubicBezTo>
                      <a:pt x="835860" y="873481"/>
                      <a:pt x="844110" y="868316"/>
                      <a:pt x="842042" y="861105"/>
                    </a:cubicBezTo>
                    <a:cubicBezTo>
                      <a:pt x="843265" y="855324"/>
                      <a:pt x="843265" y="849358"/>
                      <a:pt x="842042" y="843576"/>
                    </a:cubicBezTo>
                    <a:cubicBezTo>
                      <a:pt x="842042" y="843576"/>
                      <a:pt x="855446" y="843576"/>
                      <a:pt x="864735" y="832230"/>
                    </a:cubicBezTo>
                    <a:cubicBezTo>
                      <a:pt x="874014" y="820884"/>
                      <a:pt x="884321" y="832230"/>
                      <a:pt x="893610" y="839441"/>
                    </a:cubicBezTo>
                    <a:cubicBezTo>
                      <a:pt x="899143" y="842278"/>
                      <a:pt x="904340" y="845731"/>
                      <a:pt x="909071" y="849759"/>
                    </a:cubicBezTo>
                    <a:cubicBezTo>
                      <a:pt x="909071" y="849759"/>
                      <a:pt x="909071" y="858009"/>
                      <a:pt x="909071" y="862134"/>
                    </a:cubicBezTo>
                    <a:lnTo>
                      <a:pt x="899793" y="877606"/>
                    </a:lnTo>
                    <a:cubicBezTo>
                      <a:pt x="899793" y="883788"/>
                      <a:pt x="899793" y="889981"/>
                      <a:pt x="899793" y="895134"/>
                    </a:cubicBezTo>
                    <a:cubicBezTo>
                      <a:pt x="899208" y="903027"/>
                      <a:pt x="899208" y="910963"/>
                      <a:pt x="899793" y="918856"/>
                    </a:cubicBezTo>
                    <a:cubicBezTo>
                      <a:pt x="898212" y="930820"/>
                      <a:pt x="894357" y="942372"/>
                      <a:pt x="888457" y="952885"/>
                    </a:cubicBezTo>
                    <a:cubicBezTo>
                      <a:pt x="892549" y="964935"/>
                      <a:pt x="898840" y="976119"/>
                      <a:pt x="907014" y="985885"/>
                    </a:cubicBezTo>
                    <a:cubicBezTo>
                      <a:pt x="910836" y="990368"/>
                      <a:pt x="915372" y="994201"/>
                      <a:pt x="920418" y="997232"/>
                    </a:cubicBezTo>
                    <a:cubicBezTo>
                      <a:pt x="929696" y="1002386"/>
                      <a:pt x="935889" y="1010636"/>
                      <a:pt x="949293" y="1010636"/>
                    </a:cubicBezTo>
                    <a:cubicBezTo>
                      <a:pt x="958604" y="1010733"/>
                      <a:pt x="967558" y="1007009"/>
                      <a:pt x="974043" y="1000318"/>
                    </a:cubicBezTo>
                    <a:cubicBezTo>
                      <a:pt x="978266" y="995846"/>
                      <a:pt x="983138" y="992024"/>
                      <a:pt x="988486" y="988982"/>
                    </a:cubicBezTo>
                    <a:cubicBezTo>
                      <a:pt x="988486" y="988982"/>
                      <a:pt x="997765" y="981760"/>
                      <a:pt x="998794" y="981760"/>
                    </a:cubicBezTo>
                    <a:cubicBezTo>
                      <a:pt x="1003287" y="980537"/>
                      <a:pt x="1007498" y="978436"/>
                      <a:pt x="1011169" y="975578"/>
                    </a:cubicBezTo>
                    <a:cubicBezTo>
                      <a:pt x="1015489" y="970598"/>
                      <a:pt x="1020328" y="966105"/>
                      <a:pt x="1025612" y="962164"/>
                    </a:cubicBezTo>
                    <a:cubicBezTo>
                      <a:pt x="1035302" y="959479"/>
                      <a:pt x="1045631" y="963203"/>
                      <a:pt x="1051391" y="971442"/>
                    </a:cubicBezTo>
                    <a:cubicBezTo>
                      <a:pt x="1057021" y="979919"/>
                      <a:pt x="1061860" y="988895"/>
                      <a:pt x="1065834" y="998260"/>
                    </a:cubicBezTo>
                    <a:cubicBezTo>
                      <a:pt x="1070446" y="1003349"/>
                      <a:pt x="1073012" y="1009964"/>
                      <a:pt x="1073044" y="1016828"/>
                    </a:cubicBezTo>
                    <a:cubicBezTo>
                      <a:pt x="1073044" y="1021981"/>
                      <a:pt x="1063766" y="1028164"/>
                      <a:pt x="1061698" y="1034357"/>
                    </a:cubicBezTo>
                    <a:cubicBezTo>
                      <a:pt x="1059424" y="1041123"/>
                      <a:pt x="1055927" y="1047403"/>
                      <a:pt x="1051391" y="1052914"/>
                    </a:cubicBezTo>
                    <a:cubicBezTo>
                      <a:pt x="1046551" y="1055686"/>
                      <a:pt x="1041343" y="1057775"/>
                      <a:pt x="1035919" y="1059107"/>
                    </a:cubicBezTo>
                    <a:cubicBezTo>
                      <a:pt x="1029509" y="1063189"/>
                      <a:pt x="1023901" y="1068429"/>
                      <a:pt x="1019419" y="1074568"/>
                    </a:cubicBezTo>
                    <a:lnTo>
                      <a:pt x="1003947" y="1090039"/>
                    </a:lnTo>
                    <a:lnTo>
                      <a:pt x="987447" y="1100357"/>
                    </a:lnTo>
                    <a:cubicBezTo>
                      <a:pt x="981265" y="1105511"/>
                      <a:pt x="973015" y="1115829"/>
                      <a:pt x="967861" y="1118915"/>
                    </a:cubicBezTo>
                    <a:cubicBezTo>
                      <a:pt x="962989" y="1121405"/>
                      <a:pt x="957770" y="1123137"/>
                      <a:pt x="952390" y="1124079"/>
                    </a:cubicBezTo>
                    <a:cubicBezTo>
                      <a:pt x="944508" y="1124989"/>
                      <a:pt x="936550" y="1124989"/>
                      <a:pt x="928668" y="1124079"/>
                    </a:cubicBezTo>
                    <a:cubicBezTo>
                      <a:pt x="922107" y="1119380"/>
                      <a:pt x="915903" y="1114216"/>
                      <a:pt x="910111" y="1108607"/>
                    </a:cubicBezTo>
                    <a:lnTo>
                      <a:pt x="885360" y="1093136"/>
                    </a:lnTo>
                    <a:lnTo>
                      <a:pt x="870917" y="1081789"/>
                    </a:lnTo>
                    <a:cubicBezTo>
                      <a:pt x="866543" y="1077783"/>
                      <a:pt x="861693" y="1074319"/>
                      <a:pt x="856485" y="1071482"/>
                    </a:cubicBezTo>
                    <a:cubicBezTo>
                      <a:pt x="848885" y="1067357"/>
                      <a:pt x="841944" y="1062149"/>
                      <a:pt x="835849" y="1056010"/>
                    </a:cubicBezTo>
                    <a:cubicBezTo>
                      <a:pt x="825542" y="1046732"/>
                      <a:pt x="826570" y="1041578"/>
                      <a:pt x="809042" y="1020953"/>
                    </a:cubicBezTo>
                    <a:lnTo>
                      <a:pt x="803888" y="1007539"/>
                    </a:lnTo>
                    <a:cubicBezTo>
                      <a:pt x="794609" y="998260"/>
                      <a:pt x="797695" y="997232"/>
                      <a:pt x="790484" y="988982"/>
                    </a:cubicBezTo>
                    <a:lnTo>
                      <a:pt x="778109" y="970414"/>
                    </a:lnTo>
                    <a:lnTo>
                      <a:pt x="753359" y="944635"/>
                    </a:lnTo>
                    <a:cubicBezTo>
                      <a:pt x="748422" y="939406"/>
                      <a:pt x="744264" y="933505"/>
                      <a:pt x="740984" y="927106"/>
                    </a:cubicBezTo>
                    <a:cubicBezTo>
                      <a:pt x="735202" y="916994"/>
                      <a:pt x="728652" y="907336"/>
                      <a:pt x="721387" y="898231"/>
                    </a:cubicBezTo>
                    <a:cubicBezTo>
                      <a:pt x="715367" y="893272"/>
                      <a:pt x="709846" y="887750"/>
                      <a:pt x="704887" y="881731"/>
                    </a:cubicBezTo>
                    <a:cubicBezTo>
                      <a:pt x="700686" y="877032"/>
                      <a:pt x="700686" y="869930"/>
                      <a:pt x="704887" y="865230"/>
                    </a:cubicBezTo>
                    <a:cubicBezTo>
                      <a:pt x="704887" y="865230"/>
                      <a:pt x="715194" y="859037"/>
                      <a:pt x="719319" y="854912"/>
                    </a:cubicBezTo>
                    <a:cubicBezTo>
                      <a:pt x="723444" y="850787"/>
                      <a:pt x="725512" y="843576"/>
                      <a:pt x="727580" y="841508"/>
                    </a:cubicBezTo>
                    <a:cubicBezTo>
                      <a:pt x="729637" y="839441"/>
                      <a:pt x="735819" y="841508"/>
                      <a:pt x="738916" y="833259"/>
                    </a:cubicBezTo>
                    <a:cubicBezTo>
                      <a:pt x="741742" y="828278"/>
                      <a:pt x="744838" y="823460"/>
                      <a:pt x="748194" y="818815"/>
                    </a:cubicBezTo>
                    <a:lnTo>
                      <a:pt x="748194" y="810576"/>
                    </a:lnTo>
                    <a:cubicBezTo>
                      <a:pt x="753359" y="805412"/>
                      <a:pt x="757484" y="810576"/>
                      <a:pt x="761609" y="810576"/>
                    </a:cubicBezTo>
                    <a:cubicBezTo>
                      <a:pt x="764922" y="808877"/>
                      <a:pt x="768040" y="806798"/>
                      <a:pt x="770888" y="804383"/>
                    </a:cubicBezTo>
                    <a:close/>
                    <a:moveTo>
                      <a:pt x="1449455" y="662074"/>
                    </a:moveTo>
                    <a:cubicBezTo>
                      <a:pt x="1449455" y="662074"/>
                      <a:pt x="1455637" y="662074"/>
                      <a:pt x="1457705" y="662074"/>
                    </a:cubicBezTo>
                    <a:cubicBezTo>
                      <a:pt x="1459762" y="662074"/>
                      <a:pt x="1457705" y="673421"/>
                      <a:pt x="1457705" y="673421"/>
                    </a:cubicBezTo>
                    <a:cubicBezTo>
                      <a:pt x="1457705" y="673421"/>
                      <a:pt x="1463888" y="682699"/>
                      <a:pt x="1462859" y="685795"/>
                    </a:cubicBezTo>
                    <a:cubicBezTo>
                      <a:pt x="1461830" y="688892"/>
                      <a:pt x="1462859" y="693017"/>
                      <a:pt x="1462859" y="698171"/>
                    </a:cubicBezTo>
                    <a:cubicBezTo>
                      <a:pt x="1462859" y="703324"/>
                      <a:pt x="1457705" y="706421"/>
                      <a:pt x="1457705" y="709517"/>
                    </a:cubicBezTo>
                    <a:cubicBezTo>
                      <a:pt x="1457705" y="712603"/>
                      <a:pt x="1462859" y="721892"/>
                      <a:pt x="1457705" y="729114"/>
                    </a:cubicBezTo>
                    <a:cubicBezTo>
                      <a:pt x="1456146" y="734127"/>
                      <a:pt x="1454078" y="738966"/>
                      <a:pt x="1451512" y="743546"/>
                    </a:cubicBezTo>
                    <a:cubicBezTo>
                      <a:pt x="1451512" y="748699"/>
                      <a:pt x="1441205" y="749728"/>
                      <a:pt x="1439137" y="752825"/>
                    </a:cubicBezTo>
                    <a:cubicBezTo>
                      <a:pt x="1437080" y="755921"/>
                      <a:pt x="1430887" y="767268"/>
                      <a:pt x="1425733" y="770353"/>
                    </a:cubicBezTo>
                    <a:cubicBezTo>
                      <a:pt x="1418197" y="778906"/>
                      <a:pt x="1405161" y="779718"/>
                      <a:pt x="1396619" y="772182"/>
                    </a:cubicBezTo>
                    <a:cubicBezTo>
                      <a:pt x="1395980" y="771609"/>
                      <a:pt x="1395363" y="771002"/>
                      <a:pt x="1394800" y="770353"/>
                    </a:cubicBezTo>
                    <a:cubicBezTo>
                      <a:pt x="1393544" y="765394"/>
                      <a:pt x="1391812" y="760555"/>
                      <a:pt x="1389646" y="755921"/>
                    </a:cubicBezTo>
                    <a:cubicBezTo>
                      <a:pt x="1386301" y="753463"/>
                      <a:pt x="1383193" y="750702"/>
                      <a:pt x="1380357" y="747671"/>
                    </a:cubicBezTo>
                    <a:cubicBezTo>
                      <a:pt x="1380357" y="747671"/>
                      <a:pt x="1380357" y="736324"/>
                      <a:pt x="1380357" y="732199"/>
                    </a:cubicBezTo>
                    <a:cubicBezTo>
                      <a:pt x="1375712" y="720626"/>
                      <a:pt x="1375712" y="707688"/>
                      <a:pt x="1380357" y="696103"/>
                    </a:cubicBezTo>
                    <a:cubicBezTo>
                      <a:pt x="1382089" y="691306"/>
                      <a:pt x="1384525" y="686792"/>
                      <a:pt x="1387578" y="682699"/>
                    </a:cubicBezTo>
                    <a:lnTo>
                      <a:pt x="1392732" y="676517"/>
                    </a:lnTo>
                    <a:cubicBezTo>
                      <a:pt x="1404079" y="670325"/>
                      <a:pt x="1415415" y="687853"/>
                      <a:pt x="1418511" y="685795"/>
                    </a:cubicBezTo>
                    <a:cubicBezTo>
                      <a:pt x="1423730" y="682136"/>
                      <a:pt x="1428266" y="677600"/>
                      <a:pt x="1431926" y="672392"/>
                    </a:cubicBezTo>
                    <a:close/>
                    <a:moveTo>
                      <a:pt x="1646166" y="509318"/>
                    </a:moveTo>
                    <a:cubicBezTo>
                      <a:pt x="1653642" y="510735"/>
                      <a:pt x="1661375" y="513570"/>
                      <a:pt x="1664986" y="516660"/>
                    </a:cubicBezTo>
                    <a:lnTo>
                      <a:pt x="1677361" y="521825"/>
                    </a:lnTo>
                    <a:cubicBezTo>
                      <a:pt x="1680035" y="525614"/>
                      <a:pt x="1682114" y="529794"/>
                      <a:pt x="1683554" y="534200"/>
                    </a:cubicBezTo>
                    <a:cubicBezTo>
                      <a:pt x="1683554" y="542450"/>
                      <a:pt x="1683554" y="544507"/>
                      <a:pt x="1683554" y="550701"/>
                    </a:cubicBezTo>
                    <a:cubicBezTo>
                      <a:pt x="1683099" y="556536"/>
                      <a:pt x="1683099" y="562393"/>
                      <a:pt x="1683554" y="568229"/>
                    </a:cubicBezTo>
                    <a:cubicBezTo>
                      <a:pt x="1683814" y="572701"/>
                      <a:pt x="1683814" y="577172"/>
                      <a:pt x="1683554" y="581633"/>
                    </a:cubicBezTo>
                    <a:cubicBezTo>
                      <a:pt x="1683554" y="586797"/>
                      <a:pt x="1678400" y="589883"/>
                      <a:pt x="1674265" y="595036"/>
                    </a:cubicBezTo>
                    <a:cubicBezTo>
                      <a:pt x="1670139" y="600201"/>
                      <a:pt x="1664986" y="595036"/>
                      <a:pt x="1662929" y="602258"/>
                    </a:cubicBezTo>
                    <a:cubicBezTo>
                      <a:pt x="1660861" y="609480"/>
                      <a:pt x="1656735" y="613605"/>
                      <a:pt x="1654678" y="614633"/>
                    </a:cubicBezTo>
                    <a:cubicBezTo>
                      <a:pt x="1650044" y="617914"/>
                      <a:pt x="1643840" y="617914"/>
                      <a:pt x="1639206" y="614633"/>
                    </a:cubicBezTo>
                    <a:cubicBezTo>
                      <a:pt x="1639206" y="614633"/>
                      <a:pt x="1639206" y="605355"/>
                      <a:pt x="1630956" y="602258"/>
                    </a:cubicBezTo>
                    <a:cubicBezTo>
                      <a:pt x="1622706" y="599173"/>
                      <a:pt x="1612388" y="592980"/>
                      <a:pt x="1610331" y="589883"/>
                    </a:cubicBezTo>
                    <a:cubicBezTo>
                      <a:pt x="1608263" y="586797"/>
                      <a:pt x="1596927" y="583701"/>
                      <a:pt x="1593830" y="579576"/>
                    </a:cubicBezTo>
                    <a:cubicBezTo>
                      <a:pt x="1590235" y="573675"/>
                      <a:pt x="1585288" y="568727"/>
                      <a:pt x="1579387" y="565133"/>
                    </a:cubicBezTo>
                    <a:cubicBezTo>
                      <a:pt x="1575662" y="562534"/>
                      <a:pt x="1573367" y="558333"/>
                      <a:pt x="1573204" y="553797"/>
                    </a:cubicBezTo>
                    <a:cubicBezTo>
                      <a:pt x="1573204" y="553797"/>
                      <a:pt x="1565983" y="542450"/>
                      <a:pt x="1568051" y="536257"/>
                    </a:cubicBezTo>
                    <a:lnTo>
                      <a:pt x="1564954" y="523882"/>
                    </a:lnTo>
                    <a:cubicBezTo>
                      <a:pt x="1564954" y="523882"/>
                      <a:pt x="1573204" y="523882"/>
                      <a:pt x="1578358" y="523882"/>
                    </a:cubicBezTo>
                    <a:lnTo>
                      <a:pt x="1593830" y="523882"/>
                    </a:lnTo>
                    <a:lnTo>
                      <a:pt x="1606205" y="517700"/>
                    </a:lnTo>
                    <a:cubicBezTo>
                      <a:pt x="1606205" y="517700"/>
                      <a:pt x="1617552" y="517700"/>
                      <a:pt x="1619609" y="517700"/>
                    </a:cubicBezTo>
                    <a:lnTo>
                      <a:pt x="1628888" y="510479"/>
                    </a:lnTo>
                    <a:cubicBezTo>
                      <a:pt x="1631470" y="507902"/>
                      <a:pt x="1638689" y="507902"/>
                      <a:pt x="1646166" y="509318"/>
                    </a:cubicBezTo>
                    <a:close/>
                    <a:moveTo>
                      <a:pt x="1473177" y="465101"/>
                    </a:moveTo>
                    <a:cubicBezTo>
                      <a:pt x="1469572" y="466757"/>
                      <a:pt x="1466388" y="469225"/>
                      <a:pt x="1463898" y="472322"/>
                    </a:cubicBezTo>
                    <a:lnTo>
                      <a:pt x="1460802" y="476447"/>
                    </a:lnTo>
                    <a:cubicBezTo>
                      <a:pt x="1457705" y="481601"/>
                      <a:pt x="1451523" y="486753"/>
                      <a:pt x="1451512" y="486753"/>
                    </a:cubicBezTo>
                    <a:cubicBezTo>
                      <a:pt x="1450667" y="490564"/>
                      <a:pt x="1448903" y="494105"/>
                      <a:pt x="1446358" y="497071"/>
                    </a:cubicBezTo>
                    <a:cubicBezTo>
                      <a:pt x="1440750" y="504304"/>
                      <a:pt x="1435574" y="511883"/>
                      <a:pt x="1430897" y="519754"/>
                    </a:cubicBezTo>
                    <a:cubicBezTo>
                      <a:pt x="1427800" y="524074"/>
                      <a:pt x="1427800" y="529877"/>
                      <a:pt x="1430897" y="534197"/>
                    </a:cubicBezTo>
                    <a:cubicBezTo>
                      <a:pt x="1434903" y="538128"/>
                      <a:pt x="1441324" y="538128"/>
                      <a:pt x="1445330" y="534197"/>
                    </a:cubicBezTo>
                    <a:cubicBezTo>
                      <a:pt x="1450851" y="530050"/>
                      <a:pt x="1455421" y="524777"/>
                      <a:pt x="1458734" y="518725"/>
                    </a:cubicBezTo>
                    <a:cubicBezTo>
                      <a:pt x="1461841" y="512002"/>
                      <a:pt x="1464602" y="505116"/>
                      <a:pt x="1466984" y="498100"/>
                    </a:cubicBezTo>
                    <a:cubicBezTo>
                      <a:pt x="1469875" y="491864"/>
                      <a:pt x="1471954" y="485282"/>
                      <a:pt x="1473177" y="478503"/>
                    </a:cubicBezTo>
                    <a:cubicBezTo>
                      <a:pt x="1473177" y="472322"/>
                      <a:pt x="1473177" y="465101"/>
                      <a:pt x="1473177" y="465101"/>
                    </a:cubicBezTo>
                    <a:close/>
                    <a:moveTo>
                      <a:pt x="1498954" y="383631"/>
                    </a:moveTo>
                    <a:cubicBezTo>
                      <a:pt x="1508569" y="383078"/>
                      <a:pt x="1518205" y="383078"/>
                      <a:pt x="1527830" y="383631"/>
                    </a:cubicBezTo>
                    <a:cubicBezTo>
                      <a:pt x="1532983" y="383631"/>
                      <a:pt x="1540205" y="396005"/>
                      <a:pt x="1543291" y="398073"/>
                    </a:cubicBezTo>
                    <a:cubicBezTo>
                      <a:pt x="1547654" y="400866"/>
                      <a:pt x="1550642" y="405349"/>
                      <a:pt x="1551541" y="410449"/>
                    </a:cubicBezTo>
                    <a:cubicBezTo>
                      <a:pt x="1551552" y="423852"/>
                      <a:pt x="1545359" y="432102"/>
                      <a:pt x="1545359" y="438295"/>
                    </a:cubicBezTo>
                    <a:cubicBezTo>
                      <a:pt x="1545922" y="444466"/>
                      <a:pt x="1545922" y="450681"/>
                      <a:pt x="1545359" y="456852"/>
                    </a:cubicBezTo>
                    <a:cubicBezTo>
                      <a:pt x="1545359" y="478506"/>
                      <a:pt x="1545359" y="499132"/>
                      <a:pt x="1545359" y="520796"/>
                    </a:cubicBezTo>
                    <a:cubicBezTo>
                      <a:pt x="1545359" y="526978"/>
                      <a:pt x="1545359" y="535229"/>
                      <a:pt x="1545359" y="543478"/>
                    </a:cubicBezTo>
                    <a:cubicBezTo>
                      <a:pt x="1544276" y="546716"/>
                      <a:pt x="1541504" y="549087"/>
                      <a:pt x="1538137" y="549671"/>
                    </a:cubicBezTo>
                    <a:cubicBezTo>
                      <a:pt x="1538137" y="549671"/>
                      <a:pt x="1531955" y="557922"/>
                      <a:pt x="1538137" y="564104"/>
                    </a:cubicBezTo>
                    <a:cubicBezTo>
                      <a:pt x="1541234" y="570307"/>
                      <a:pt x="1545846" y="575623"/>
                      <a:pt x="1551552" y="579576"/>
                    </a:cubicBezTo>
                    <a:cubicBezTo>
                      <a:pt x="1568767" y="604067"/>
                      <a:pt x="1583946" y="629942"/>
                      <a:pt x="1596927" y="656923"/>
                    </a:cubicBezTo>
                    <a:cubicBezTo>
                      <a:pt x="1601702" y="666320"/>
                      <a:pt x="1601702" y="677429"/>
                      <a:pt x="1596927" y="686827"/>
                    </a:cubicBezTo>
                    <a:cubicBezTo>
                      <a:pt x="1596927" y="691980"/>
                      <a:pt x="1596927" y="704355"/>
                      <a:pt x="1590734" y="711577"/>
                    </a:cubicBezTo>
                    <a:cubicBezTo>
                      <a:pt x="1584552" y="718798"/>
                      <a:pt x="1583513" y="726010"/>
                      <a:pt x="1580427" y="728078"/>
                    </a:cubicBezTo>
                    <a:cubicBezTo>
                      <a:pt x="1577504" y="729550"/>
                      <a:pt x="1574061" y="729550"/>
                      <a:pt x="1571138" y="728078"/>
                    </a:cubicBezTo>
                    <a:cubicBezTo>
                      <a:pt x="1571138" y="728078"/>
                      <a:pt x="1561859" y="728078"/>
                      <a:pt x="1558762" y="728078"/>
                    </a:cubicBezTo>
                    <a:lnTo>
                      <a:pt x="1547427" y="728078"/>
                    </a:lnTo>
                    <a:cubicBezTo>
                      <a:pt x="1541623" y="729138"/>
                      <a:pt x="1535690" y="729138"/>
                      <a:pt x="1529887" y="728078"/>
                    </a:cubicBezTo>
                    <a:cubicBezTo>
                      <a:pt x="1524733" y="728078"/>
                      <a:pt x="1520608" y="721885"/>
                      <a:pt x="1514415" y="718798"/>
                    </a:cubicBezTo>
                    <a:cubicBezTo>
                      <a:pt x="1503697" y="715043"/>
                      <a:pt x="1492653" y="712282"/>
                      <a:pt x="1481415" y="710548"/>
                    </a:cubicBezTo>
                    <a:cubicBezTo>
                      <a:pt x="1481425" y="705384"/>
                      <a:pt x="1489676" y="698173"/>
                      <a:pt x="1490704" y="697135"/>
                    </a:cubicBezTo>
                    <a:cubicBezTo>
                      <a:pt x="1495371" y="693551"/>
                      <a:pt x="1500600" y="690769"/>
                      <a:pt x="1506176" y="688884"/>
                    </a:cubicBezTo>
                    <a:cubicBezTo>
                      <a:pt x="1516483" y="682702"/>
                      <a:pt x="1518551" y="676509"/>
                      <a:pt x="1506176" y="661048"/>
                    </a:cubicBezTo>
                    <a:cubicBezTo>
                      <a:pt x="1504151" y="656706"/>
                      <a:pt x="1501737" y="652560"/>
                      <a:pt x="1498954" y="648674"/>
                    </a:cubicBezTo>
                    <a:cubicBezTo>
                      <a:pt x="1498954" y="648662"/>
                      <a:pt x="1491733" y="637327"/>
                      <a:pt x="1488636" y="631133"/>
                    </a:cubicBezTo>
                    <a:cubicBezTo>
                      <a:pt x="1485540" y="624952"/>
                      <a:pt x="1481425" y="616702"/>
                      <a:pt x="1477300" y="606383"/>
                    </a:cubicBezTo>
                    <a:cubicBezTo>
                      <a:pt x="1473175" y="596076"/>
                      <a:pt x="1471107" y="600202"/>
                      <a:pt x="1469050" y="601230"/>
                    </a:cubicBezTo>
                    <a:cubicBezTo>
                      <a:pt x="1466982" y="602258"/>
                      <a:pt x="1458732" y="601230"/>
                      <a:pt x="1454607" y="601230"/>
                    </a:cubicBezTo>
                    <a:cubicBezTo>
                      <a:pt x="1450482" y="601230"/>
                      <a:pt x="1448425" y="607411"/>
                      <a:pt x="1445328" y="608451"/>
                    </a:cubicBezTo>
                    <a:cubicBezTo>
                      <a:pt x="1440283" y="612025"/>
                      <a:pt x="1434718" y="614806"/>
                      <a:pt x="1428828" y="616702"/>
                    </a:cubicBezTo>
                    <a:cubicBezTo>
                      <a:pt x="1426143" y="617568"/>
                      <a:pt x="1423263" y="617568"/>
                      <a:pt x="1420578" y="616702"/>
                    </a:cubicBezTo>
                    <a:cubicBezTo>
                      <a:pt x="1415424" y="616702"/>
                      <a:pt x="1414385" y="616702"/>
                      <a:pt x="1410260" y="607411"/>
                    </a:cubicBezTo>
                    <a:lnTo>
                      <a:pt x="1404078" y="607411"/>
                    </a:lnTo>
                    <a:lnTo>
                      <a:pt x="1394799" y="596076"/>
                    </a:lnTo>
                    <a:lnTo>
                      <a:pt x="1380356" y="580605"/>
                    </a:lnTo>
                    <a:cubicBezTo>
                      <a:pt x="1373968" y="574217"/>
                      <a:pt x="1368100" y="567319"/>
                      <a:pt x="1362827" y="559979"/>
                    </a:cubicBezTo>
                    <a:lnTo>
                      <a:pt x="1347355" y="537296"/>
                    </a:lnTo>
                    <a:cubicBezTo>
                      <a:pt x="1338076" y="520796"/>
                      <a:pt x="1347355" y="511507"/>
                      <a:pt x="1347355" y="502228"/>
                    </a:cubicBezTo>
                    <a:lnTo>
                      <a:pt x="1357673" y="488825"/>
                    </a:lnTo>
                    <a:cubicBezTo>
                      <a:pt x="1357673" y="488825"/>
                      <a:pt x="1365924" y="488825"/>
                      <a:pt x="1373134" y="488825"/>
                    </a:cubicBezTo>
                    <a:cubicBezTo>
                      <a:pt x="1380356" y="488825"/>
                      <a:pt x="1381384" y="488825"/>
                      <a:pt x="1383452" y="488825"/>
                    </a:cubicBezTo>
                    <a:cubicBezTo>
                      <a:pt x="1391573" y="482903"/>
                      <a:pt x="1398556" y="475561"/>
                      <a:pt x="1404078" y="467171"/>
                    </a:cubicBezTo>
                    <a:cubicBezTo>
                      <a:pt x="1404078" y="462007"/>
                      <a:pt x="1414385" y="457881"/>
                      <a:pt x="1418510" y="450670"/>
                    </a:cubicBezTo>
                    <a:cubicBezTo>
                      <a:pt x="1421477" y="446167"/>
                      <a:pt x="1424930" y="442009"/>
                      <a:pt x="1428828" y="438295"/>
                    </a:cubicBezTo>
                    <a:lnTo>
                      <a:pt x="1438107" y="429006"/>
                    </a:lnTo>
                    <a:cubicBezTo>
                      <a:pt x="1442665" y="425098"/>
                      <a:pt x="1446195" y="420149"/>
                      <a:pt x="1448425" y="414573"/>
                    </a:cubicBezTo>
                    <a:lnTo>
                      <a:pt x="1448425" y="404255"/>
                    </a:lnTo>
                    <a:cubicBezTo>
                      <a:pt x="1449908" y="401364"/>
                      <a:pt x="1451630" y="398605"/>
                      <a:pt x="1453579" y="396005"/>
                    </a:cubicBezTo>
                    <a:cubicBezTo>
                      <a:pt x="1453579" y="396005"/>
                      <a:pt x="1453579" y="396005"/>
                      <a:pt x="1459761" y="388795"/>
                    </a:cubicBezTo>
                    <a:lnTo>
                      <a:pt x="1469050" y="391881"/>
                    </a:lnTo>
                    <a:cubicBezTo>
                      <a:pt x="1474171" y="391090"/>
                      <a:pt x="1479390" y="391090"/>
                      <a:pt x="1484511" y="391881"/>
                    </a:cubicBezTo>
                    <a:cubicBezTo>
                      <a:pt x="1484511" y="391881"/>
                      <a:pt x="1494829" y="383631"/>
                      <a:pt x="1498954" y="383631"/>
                    </a:cubicBezTo>
                    <a:close/>
                    <a:moveTo>
                      <a:pt x="4049260" y="354753"/>
                    </a:moveTo>
                    <a:cubicBezTo>
                      <a:pt x="4049260" y="354753"/>
                      <a:pt x="4069885" y="364031"/>
                      <a:pt x="4069885" y="368156"/>
                    </a:cubicBezTo>
                    <a:cubicBezTo>
                      <a:pt x="4070318" y="376558"/>
                      <a:pt x="4073588" y="384548"/>
                      <a:pt x="4079164" y="390849"/>
                    </a:cubicBezTo>
                    <a:cubicBezTo>
                      <a:pt x="4079164" y="398060"/>
                      <a:pt x="4079164" y="399100"/>
                      <a:pt x="4079164" y="405282"/>
                    </a:cubicBezTo>
                    <a:cubicBezTo>
                      <a:pt x="4079164" y="411475"/>
                      <a:pt x="4079164" y="415600"/>
                      <a:pt x="4074010" y="418685"/>
                    </a:cubicBezTo>
                    <a:lnTo>
                      <a:pt x="4053385" y="435196"/>
                    </a:lnTo>
                    <a:cubicBezTo>
                      <a:pt x="4053385" y="435196"/>
                      <a:pt x="4043067" y="445504"/>
                      <a:pt x="4045135" y="447561"/>
                    </a:cubicBezTo>
                    <a:cubicBezTo>
                      <a:pt x="4048545" y="448167"/>
                      <a:pt x="4052031" y="448167"/>
                      <a:pt x="4055442" y="447561"/>
                    </a:cubicBezTo>
                    <a:lnTo>
                      <a:pt x="4068856" y="447561"/>
                    </a:lnTo>
                    <a:lnTo>
                      <a:pt x="4084317" y="447561"/>
                    </a:lnTo>
                    <a:cubicBezTo>
                      <a:pt x="4091539" y="447561"/>
                      <a:pt x="4102885" y="447561"/>
                      <a:pt x="4105971" y="447561"/>
                    </a:cubicBezTo>
                    <a:cubicBezTo>
                      <a:pt x="4109068" y="447561"/>
                      <a:pt x="4128664" y="454782"/>
                      <a:pt x="4128664" y="460975"/>
                    </a:cubicBezTo>
                    <a:cubicBezTo>
                      <a:pt x="4128664" y="467157"/>
                      <a:pt x="4135886" y="471282"/>
                      <a:pt x="4145164" y="478504"/>
                    </a:cubicBezTo>
                    <a:cubicBezTo>
                      <a:pt x="4154443" y="485725"/>
                      <a:pt x="4145164" y="501186"/>
                      <a:pt x="4145164" y="512533"/>
                    </a:cubicBezTo>
                    <a:cubicBezTo>
                      <a:pt x="4145164" y="523879"/>
                      <a:pt x="4145164" y="519754"/>
                      <a:pt x="4135886" y="512533"/>
                    </a:cubicBezTo>
                    <a:cubicBezTo>
                      <a:pt x="4126607" y="505311"/>
                      <a:pt x="4127636" y="512533"/>
                      <a:pt x="4120414" y="512533"/>
                    </a:cubicBezTo>
                    <a:cubicBezTo>
                      <a:pt x="4109804" y="513886"/>
                      <a:pt x="4099063" y="513886"/>
                      <a:pt x="4088442" y="512533"/>
                    </a:cubicBezTo>
                    <a:cubicBezTo>
                      <a:pt x="4082271" y="513042"/>
                      <a:pt x="4076067" y="513042"/>
                      <a:pt x="4069885" y="512533"/>
                    </a:cubicBezTo>
                    <a:lnTo>
                      <a:pt x="4052356" y="504283"/>
                    </a:lnTo>
                    <a:cubicBezTo>
                      <a:pt x="4041887" y="501565"/>
                      <a:pt x="4031179" y="499833"/>
                      <a:pt x="4020384" y="499129"/>
                    </a:cubicBezTo>
                    <a:cubicBezTo>
                      <a:pt x="4014830" y="501056"/>
                      <a:pt x="4009612" y="503839"/>
                      <a:pt x="4004913" y="507379"/>
                    </a:cubicBezTo>
                    <a:cubicBezTo>
                      <a:pt x="3997691" y="507379"/>
                      <a:pt x="3995634" y="524908"/>
                      <a:pt x="3995634" y="529033"/>
                    </a:cubicBezTo>
                    <a:cubicBezTo>
                      <a:pt x="3998341" y="552755"/>
                      <a:pt x="4004242" y="576000"/>
                      <a:pt x="4013163" y="598130"/>
                    </a:cubicBezTo>
                    <a:cubicBezTo>
                      <a:pt x="4013163" y="608437"/>
                      <a:pt x="4013163" y="638352"/>
                      <a:pt x="4024509" y="651756"/>
                    </a:cubicBezTo>
                    <a:cubicBezTo>
                      <a:pt x="4032337" y="664856"/>
                      <a:pt x="4038898" y="678661"/>
                      <a:pt x="4044106" y="693006"/>
                    </a:cubicBezTo>
                    <a:cubicBezTo>
                      <a:pt x="4044095" y="700228"/>
                      <a:pt x="4055442" y="706410"/>
                      <a:pt x="4058538" y="711564"/>
                    </a:cubicBezTo>
                    <a:cubicBezTo>
                      <a:pt x="4061635" y="716728"/>
                      <a:pt x="4064731" y="726007"/>
                      <a:pt x="4067817" y="729103"/>
                    </a:cubicBezTo>
                    <a:cubicBezTo>
                      <a:pt x="4076641" y="738945"/>
                      <a:pt x="4084902" y="749273"/>
                      <a:pt x="4092567" y="760036"/>
                    </a:cubicBezTo>
                    <a:cubicBezTo>
                      <a:pt x="4092567" y="760036"/>
                      <a:pt x="4100817" y="767257"/>
                      <a:pt x="4100817" y="771382"/>
                    </a:cubicBezTo>
                    <a:cubicBezTo>
                      <a:pt x="4100817" y="775507"/>
                      <a:pt x="4094635" y="771382"/>
                      <a:pt x="4092567" y="777564"/>
                    </a:cubicBezTo>
                    <a:cubicBezTo>
                      <a:pt x="4090510" y="783757"/>
                      <a:pt x="4092567" y="786854"/>
                      <a:pt x="4084317" y="788911"/>
                    </a:cubicBezTo>
                    <a:cubicBezTo>
                      <a:pt x="4076359" y="792018"/>
                      <a:pt x="4067525" y="792018"/>
                      <a:pt x="4059567" y="788911"/>
                    </a:cubicBezTo>
                    <a:cubicBezTo>
                      <a:pt x="4059567" y="788911"/>
                      <a:pt x="4052356" y="788911"/>
                      <a:pt x="4049260" y="788911"/>
                    </a:cubicBezTo>
                    <a:cubicBezTo>
                      <a:pt x="4046196" y="789496"/>
                      <a:pt x="4043045" y="789496"/>
                      <a:pt x="4039981" y="788911"/>
                    </a:cubicBezTo>
                    <a:lnTo>
                      <a:pt x="4023481" y="777564"/>
                    </a:lnTo>
                    <a:cubicBezTo>
                      <a:pt x="4017234" y="775280"/>
                      <a:pt x="4011344" y="772162"/>
                      <a:pt x="4005941" y="768286"/>
                    </a:cubicBezTo>
                    <a:cubicBezTo>
                      <a:pt x="4005941" y="768286"/>
                      <a:pt x="3994606" y="761075"/>
                      <a:pt x="3991509" y="755910"/>
                    </a:cubicBezTo>
                    <a:cubicBezTo>
                      <a:pt x="3988413" y="750757"/>
                      <a:pt x="3976037" y="744575"/>
                      <a:pt x="3969855" y="738382"/>
                    </a:cubicBezTo>
                    <a:cubicBezTo>
                      <a:pt x="3964734" y="733975"/>
                      <a:pt x="3961735" y="727598"/>
                      <a:pt x="3961605" y="720853"/>
                    </a:cubicBezTo>
                    <a:cubicBezTo>
                      <a:pt x="3961605" y="705381"/>
                      <a:pt x="3972941" y="705381"/>
                      <a:pt x="3961605" y="671352"/>
                    </a:cubicBezTo>
                    <a:cubicBezTo>
                      <a:pt x="3958595" y="656715"/>
                      <a:pt x="3956527" y="641903"/>
                      <a:pt x="3955412" y="627006"/>
                    </a:cubicBezTo>
                    <a:cubicBezTo>
                      <a:pt x="3954373" y="618192"/>
                      <a:pt x="3952294" y="609542"/>
                      <a:pt x="3949230" y="601227"/>
                    </a:cubicBezTo>
                    <a:cubicBezTo>
                      <a:pt x="3940969" y="582658"/>
                      <a:pt x="3936855" y="558937"/>
                      <a:pt x="3933758" y="553783"/>
                    </a:cubicBezTo>
                    <a:cubicBezTo>
                      <a:pt x="3930662" y="548630"/>
                      <a:pt x="3906940" y="570283"/>
                      <a:pt x="3890440" y="575437"/>
                    </a:cubicBezTo>
                    <a:cubicBezTo>
                      <a:pt x="3873940" y="580602"/>
                      <a:pt x="3860536" y="580602"/>
                      <a:pt x="3837843" y="587812"/>
                    </a:cubicBezTo>
                    <a:cubicBezTo>
                      <a:pt x="3822469" y="590227"/>
                      <a:pt x="3806813" y="590227"/>
                      <a:pt x="3791439" y="587812"/>
                    </a:cubicBezTo>
                    <a:lnTo>
                      <a:pt x="3758439" y="587812"/>
                    </a:lnTo>
                    <a:cubicBezTo>
                      <a:pt x="3749160" y="587812"/>
                      <a:pt x="3738853" y="580602"/>
                      <a:pt x="3731631" y="579562"/>
                    </a:cubicBezTo>
                    <a:lnTo>
                      <a:pt x="3718228" y="579562"/>
                    </a:lnTo>
                    <a:cubicBezTo>
                      <a:pt x="3718228" y="579562"/>
                      <a:pt x="3718228" y="571312"/>
                      <a:pt x="3718228" y="567198"/>
                    </a:cubicBezTo>
                    <a:cubicBezTo>
                      <a:pt x="3718228" y="563062"/>
                      <a:pt x="3718228" y="553783"/>
                      <a:pt x="3718228" y="549658"/>
                    </a:cubicBezTo>
                    <a:cubicBezTo>
                      <a:pt x="3718228" y="545533"/>
                      <a:pt x="3711006" y="542437"/>
                      <a:pt x="3709977" y="539351"/>
                    </a:cubicBezTo>
                    <a:cubicBezTo>
                      <a:pt x="3708938" y="536254"/>
                      <a:pt x="3709977" y="533158"/>
                      <a:pt x="3721313" y="539351"/>
                    </a:cubicBezTo>
                    <a:cubicBezTo>
                      <a:pt x="3728805" y="540899"/>
                      <a:pt x="3736525" y="540899"/>
                      <a:pt x="3744006" y="539351"/>
                    </a:cubicBezTo>
                    <a:cubicBezTo>
                      <a:pt x="3749127" y="540174"/>
                      <a:pt x="3754346" y="540174"/>
                      <a:pt x="3759478" y="539351"/>
                    </a:cubicBezTo>
                    <a:cubicBezTo>
                      <a:pt x="3759478" y="539351"/>
                      <a:pt x="3766689" y="539351"/>
                      <a:pt x="3769785" y="539351"/>
                    </a:cubicBezTo>
                    <a:cubicBezTo>
                      <a:pt x="3797329" y="534544"/>
                      <a:pt x="3824537" y="527994"/>
                      <a:pt x="3851258" y="519754"/>
                    </a:cubicBezTo>
                    <a:cubicBezTo>
                      <a:pt x="3866762" y="514871"/>
                      <a:pt x="3880902" y="506394"/>
                      <a:pt x="3892508" y="495004"/>
                    </a:cubicBezTo>
                    <a:cubicBezTo>
                      <a:pt x="3897911" y="492027"/>
                      <a:pt x="3902512" y="487772"/>
                      <a:pt x="3905912" y="482629"/>
                    </a:cubicBezTo>
                    <a:cubicBezTo>
                      <a:pt x="3905912" y="482629"/>
                      <a:pt x="3897662" y="482629"/>
                      <a:pt x="3894565" y="477476"/>
                    </a:cubicBezTo>
                    <a:lnTo>
                      <a:pt x="3886315" y="477476"/>
                    </a:lnTo>
                    <a:lnTo>
                      <a:pt x="3873940" y="477476"/>
                    </a:lnTo>
                    <a:cubicBezTo>
                      <a:pt x="3869717" y="477151"/>
                      <a:pt x="3865895" y="474866"/>
                      <a:pt x="3863633" y="471282"/>
                    </a:cubicBezTo>
                    <a:cubicBezTo>
                      <a:pt x="3863633" y="466129"/>
                      <a:pt x="3863633" y="459936"/>
                      <a:pt x="3852286" y="454782"/>
                    </a:cubicBezTo>
                    <a:cubicBezTo>
                      <a:pt x="3843830" y="445536"/>
                      <a:pt x="3841795" y="432089"/>
                      <a:pt x="3847132" y="420753"/>
                    </a:cubicBezTo>
                    <a:cubicBezTo>
                      <a:pt x="3849049" y="414712"/>
                      <a:pt x="3854257" y="410305"/>
                      <a:pt x="3860536" y="409418"/>
                    </a:cubicBezTo>
                    <a:cubicBezTo>
                      <a:pt x="3864975" y="410143"/>
                      <a:pt x="3869501" y="410143"/>
                      <a:pt x="3873951" y="409418"/>
                    </a:cubicBezTo>
                    <a:cubicBezTo>
                      <a:pt x="3873940" y="409407"/>
                      <a:pt x="3882190" y="409407"/>
                      <a:pt x="3887354" y="409407"/>
                    </a:cubicBezTo>
                    <a:cubicBezTo>
                      <a:pt x="3891750" y="408357"/>
                      <a:pt x="3896352" y="408357"/>
                      <a:pt x="3900758" y="409407"/>
                    </a:cubicBezTo>
                    <a:cubicBezTo>
                      <a:pt x="3900758" y="409407"/>
                      <a:pt x="3915190" y="418685"/>
                      <a:pt x="3923440" y="422821"/>
                    </a:cubicBezTo>
                    <a:cubicBezTo>
                      <a:pt x="3937829" y="428700"/>
                      <a:pt x="3953290" y="431515"/>
                      <a:pt x="3968816" y="431061"/>
                    </a:cubicBezTo>
                    <a:cubicBezTo>
                      <a:pt x="3974836" y="418826"/>
                      <a:pt x="3984114" y="408476"/>
                      <a:pt x="3995634" y="401157"/>
                    </a:cubicBezTo>
                    <a:cubicBezTo>
                      <a:pt x="4001275" y="394660"/>
                      <a:pt x="4006450" y="387775"/>
                      <a:pt x="4011106" y="380532"/>
                    </a:cubicBezTo>
                    <a:cubicBezTo>
                      <a:pt x="4015664" y="374804"/>
                      <a:pt x="4018847" y="368102"/>
                      <a:pt x="4020384" y="360935"/>
                    </a:cubicBezTo>
                    <a:cubicBezTo>
                      <a:pt x="4020384" y="355781"/>
                      <a:pt x="4026567" y="360946"/>
                      <a:pt x="4030692" y="360946"/>
                    </a:cubicBezTo>
                    <a:cubicBezTo>
                      <a:pt x="4034817" y="360946"/>
                      <a:pt x="4041010" y="369185"/>
                      <a:pt x="4045135" y="371253"/>
                    </a:cubicBezTo>
                    <a:cubicBezTo>
                      <a:pt x="4049260" y="373310"/>
                      <a:pt x="4055442" y="371253"/>
                      <a:pt x="4058538" y="371253"/>
                    </a:cubicBezTo>
                    <a:close/>
                    <a:moveTo>
                      <a:pt x="1383200" y="242484"/>
                    </a:moveTo>
                    <a:cubicBezTo>
                      <a:pt x="1385778" y="241841"/>
                      <a:pt x="1388098" y="241841"/>
                      <a:pt x="1389646" y="244417"/>
                    </a:cubicBezTo>
                    <a:cubicBezTo>
                      <a:pt x="1392742" y="249571"/>
                      <a:pt x="1399953" y="254724"/>
                      <a:pt x="1403049" y="256792"/>
                    </a:cubicBezTo>
                    <a:cubicBezTo>
                      <a:pt x="1406146" y="258850"/>
                      <a:pt x="1416453" y="256792"/>
                      <a:pt x="1425742" y="272253"/>
                    </a:cubicBezTo>
                    <a:cubicBezTo>
                      <a:pt x="1435021" y="287725"/>
                      <a:pt x="1431925" y="288753"/>
                      <a:pt x="1425742" y="302168"/>
                    </a:cubicBezTo>
                    <a:cubicBezTo>
                      <a:pt x="1419549" y="315572"/>
                      <a:pt x="1425742" y="311447"/>
                      <a:pt x="1432953" y="308350"/>
                    </a:cubicBezTo>
                    <a:lnTo>
                      <a:pt x="1470078" y="272253"/>
                    </a:lnTo>
                    <a:cubicBezTo>
                      <a:pt x="1476488" y="264566"/>
                      <a:pt x="1483753" y="257647"/>
                      <a:pt x="1491732" y="251628"/>
                    </a:cubicBezTo>
                    <a:cubicBezTo>
                      <a:pt x="1491732" y="251628"/>
                      <a:pt x="1499993" y="251628"/>
                      <a:pt x="1505146" y="251628"/>
                    </a:cubicBezTo>
                    <a:cubicBezTo>
                      <a:pt x="1510300" y="251628"/>
                      <a:pt x="1514425" y="246474"/>
                      <a:pt x="1517522" y="251628"/>
                    </a:cubicBezTo>
                    <a:cubicBezTo>
                      <a:pt x="1524115" y="254389"/>
                      <a:pt x="1531542" y="254389"/>
                      <a:pt x="1538147" y="251628"/>
                    </a:cubicBezTo>
                    <a:cubicBezTo>
                      <a:pt x="1538147" y="251628"/>
                      <a:pt x="1546397" y="251628"/>
                      <a:pt x="1547425" y="251628"/>
                    </a:cubicBezTo>
                    <a:lnTo>
                      <a:pt x="1555675" y="266071"/>
                    </a:lnTo>
                    <a:cubicBezTo>
                      <a:pt x="1555675" y="275350"/>
                      <a:pt x="1547425" y="291850"/>
                      <a:pt x="1543300" y="300100"/>
                    </a:cubicBezTo>
                    <a:cubicBezTo>
                      <a:pt x="1539175" y="308350"/>
                      <a:pt x="1536079" y="300100"/>
                      <a:pt x="1528868" y="300100"/>
                    </a:cubicBezTo>
                    <a:lnTo>
                      <a:pt x="1507204" y="314543"/>
                    </a:lnTo>
                    <a:lnTo>
                      <a:pt x="1491732" y="326918"/>
                    </a:lnTo>
                    <a:lnTo>
                      <a:pt x="1478328" y="341350"/>
                    </a:lnTo>
                    <a:lnTo>
                      <a:pt x="1465953" y="356822"/>
                    </a:lnTo>
                    <a:cubicBezTo>
                      <a:pt x="1460616" y="359204"/>
                      <a:pt x="1455440" y="361965"/>
                      <a:pt x="1450493" y="365072"/>
                    </a:cubicBezTo>
                    <a:cubicBezTo>
                      <a:pt x="1445577" y="373040"/>
                      <a:pt x="1440056" y="380631"/>
                      <a:pt x="1433982" y="387754"/>
                    </a:cubicBezTo>
                    <a:cubicBezTo>
                      <a:pt x="1418467" y="401061"/>
                      <a:pt x="1403980" y="415547"/>
                      <a:pt x="1390674" y="431072"/>
                    </a:cubicBezTo>
                    <a:cubicBezTo>
                      <a:pt x="1390674" y="437255"/>
                      <a:pt x="1381396" y="438294"/>
                      <a:pt x="1378299" y="443448"/>
                    </a:cubicBezTo>
                    <a:cubicBezTo>
                      <a:pt x="1375203" y="448601"/>
                      <a:pt x="1369021" y="450669"/>
                      <a:pt x="1366953" y="455823"/>
                    </a:cubicBezTo>
                    <a:cubicBezTo>
                      <a:pt x="1364896" y="460977"/>
                      <a:pt x="1358703" y="463044"/>
                      <a:pt x="1355617" y="466130"/>
                    </a:cubicBezTo>
                    <a:cubicBezTo>
                      <a:pt x="1352521" y="469227"/>
                      <a:pt x="1350453" y="471295"/>
                      <a:pt x="1345299" y="474391"/>
                    </a:cubicBezTo>
                    <a:cubicBezTo>
                      <a:pt x="1340145" y="477477"/>
                      <a:pt x="1340145" y="481602"/>
                      <a:pt x="1336020" y="484698"/>
                    </a:cubicBezTo>
                    <a:cubicBezTo>
                      <a:pt x="1332826" y="487438"/>
                      <a:pt x="1329373" y="489863"/>
                      <a:pt x="1325702" y="491920"/>
                    </a:cubicBezTo>
                    <a:cubicBezTo>
                      <a:pt x="1325702" y="491920"/>
                      <a:pt x="1317452" y="497073"/>
                      <a:pt x="1317452" y="497073"/>
                    </a:cubicBezTo>
                    <a:cubicBezTo>
                      <a:pt x="1317452" y="497073"/>
                      <a:pt x="1311270" y="505323"/>
                      <a:pt x="1306117" y="508420"/>
                    </a:cubicBezTo>
                    <a:cubicBezTo>
                      <a:pt x="1302425" y="511668"/>
                      <a:pt x="1299285" y="515501"/>
                      <a:pt x="1296827" y="519756"/>
                    </a:cubicBezTo>
                    <a:cubicBezTo>
                      <a:pt x="1296827" y="519756"/>
                      <a:pt x="1296827" y="526977"/>
                      <a:pt x="1290645" y="531102"/>
                    </a:cubicBezTo>
                    <a:cubicBezTo>
                      <a:pt x="1284452" y="535227"/>
                      <a:pt x="1290645" y="531102"/>
                      <a:pt x="1279299" y="531102"/>
                    </a:cubicBezTo>
                    <a:cubicBezTo>
                      <a:pt x="1267952" y="531102"/>
                      <a:pt x="1268991" y="538324"/>
                      <a:pt x="1263827" y="539352"/>
                    </a:cubicBezTo>
                    <a:cubicBezTo>
                      <a:pt x="1258673" y="540381"/>
                      <a:pt x="1253520" y="532131"/>
                      <a:pt x="1251452" y="525949"/>
                    </a:cubicBezTo>
                    <a:lnTo>
                      <a:pt x="1242173" y="513574"/>
                    </a:lnTo>
                    <a:cubicBezTo>
                      <a:pt x="1240755" y="509568"/>
                      <a:pt x="1240755" y="505204"/>
                      <a:pt x="1242173" y="501198"/>
                    </a:cubicBezTo>
                    <a:cubicBezTo>
                      <a:pt x="1247316" y="489516"/>
                      <a:pt x="1254278" y="478722"/>
                      <a:pt x="1262798" y="469227"/>
                    </a:cubicBezTo>
                    <a:cubicBezTo>
                      <a:pt x="1262798" y="469227"/>
                      <a:pt x="1270020" y="469227"/>
                      <a:pt x="1273106" y="469227"/>
                    </a:cubicBezTo>
                    <a:cubicBezTo>
                      <a:pt x="1276202" y="469227"/>
                      <a:pt x="1282395" y="456852"/>
                      <a:pt x="1286520" y="453755"/>
                    </a:cubicBezTo>
                    <a:lnTo>
                      <a:pt x="1321577" y="421794"/>
                    </a:lnTo>
                    <a:cubicBezTo>
                      <a:pt x="1326742" y="415601"/>
                      <a:pt x="1334992" y="414573"/>
                      <a:pt x="1337049" y="408380"/>
                    </a:cubicBezTo>
                    <a:cubicBezTo>
                      <a:pt x="1345028" y="398560"/>
                      <a:pt x="1353647" y="389259"/>
                      <a:pt x="1362828" y="380543"/>
                    </a:cubicBezTo>
                    <a:cubicBezTo>
                      <a:pt x="1367375" y="376559"/>
                      <a:pt x="1370309" y="371059"/>
                      <a:pt x="1371078" y="365072"/>
                    </a:cubicBezTo>
                    <a:lnTo>
                      <a:pt x="1363867" y="357851"/>
                    </a:lnTo>
                    <a:cubicBezTo>
                      <a:pt x="1363867" y="357851"/>
                      <a:pt x="1357674" y="357851"/>
                      <a:pt x="1353549" y="357851"/>
                    </a:cubicBezTo>
                    <a:cubicBezTo>
                      <a:pt x="1349424" y="357851"/>
                      <a:pt x="1342203" y="357851"/>
                      <a:pt x="1341174" y="357851"/>
                    </a:cubicBezTo>
                    <a:cubicBezTo>
                      <a:pt x="1340145" y="357851"/>
                      <a:pt x="1341174" y="350629"/>
                      <a:pt x="1341174" y="347543"/>
                    </a:cubicBezTo>
                    <a:cubicBezTo>
                      <a:pt x="1341683" y="344122"/>
                      <a:pt x="1341683" y="340646"/>
                      <a:pt x="1341174" y="337225"/>
                    </a:cubicBezTo>
                    <a:lnTo>
                      <a:pt x="1341174" y="323822"/>
                    </a:lnTo>
                    <a:cubicBezTo>
                      <a:pt x="1341174" y="316600"/>
                      <a:pt x="1318492" y="307321"/>
                      <a:pt x="1313327" y="304225"/>
                    </a:cubicBezTo>
                    <a:cubicBezTo>
                      <a:pt x="1311779" y="300598"/>
                      <a:pt x="1311779" y="296506"/>
                      <a:pt x="1313327" y="292878"/>
                    </a:cubicBezTo>
                    <a:cubicBezTo>
                      <a:pt x="1313327" y="284628"/>
                      <a:pt x="1322617" y="283599"/>
                      <a:pt x="1328799" y="280503"/>
                    </a:cubicBezTo>
                    <a:cubicBezTo>
                      <a:pt x="1334992" y="277418"/>
                      <a:pt x="1328799" y="272253"/>
                      <a:pt x="1336020" y="270196"/>
                    </a:cubicBezTo>
                    <a:cubicBezTo>
                      <a:pt x="1343242" y="268128"/>
                      <a:pt x="1342203" y="270196"/>
                      <a:pt x="1344270" y="264003"/>
                    </a:cubicBezTo>
                    <a:cubicBezTo>
                      <a:pt x="1346328" y="257821"/>
                      <a:pt x="1344270" y="257821"/>
                      <a:pt x="1351492" y="254724"/>
                    </a:cubicBezTo>
                    <a:lnTo>
                      <a:pt x="1339117" y="257821"/>
                    </a:lnTo>
                    <a:lnTo>
                      <a:pt x="1350453" y="252667"/>
                    </a:lnTo>
                    <a:cubicBezTo>
                      <a:pt x="1355325" y="250632"/>
                      <a:pt x="1359850" y="247849"/>
                      <a:pt x="1363867" y="244417"/>
                    </a:cubicBezTo>
                    <a:cubicBezTo>
                      <a:pt x="1363867" y="244417"/>
                      <a:pt x="1370049" y="244417"/>
                      <a:pt x="1375203" y="244417"/>
                    </a:cubicBezTo>
                    <a:cubicBezTo>
                      <a:pt x="1377785" y="244417"/>
                      <a:pt x="1380622" y="243129"/>
                      <a:pt x="1383200" y="242484"/>
                    </a:cubicBezTo>
                    <a:close/>
                    <a:moveTo>
                      <a:pt x="2319836" y="154694"/>
                    </a:moveTo>
                    <a:lnTo>
                      <a:pt x="2301267" y="159847"/>
                    </a:lnTo>
                    <a:cubicBezTo>
                      <a:pt x="2299589" y="163441"/>
                      <a:pt x="2299589" y="167599"/>
                      <a:pt x="2301267" y="171193"/>
                    </a:cubicBezTo>
                    <a:cubicBezTo>
                      <a:pt x="2301267" y="175318"/>
                      <a:pt x="2301267" y="180472"/>
                      <a:pt x="2301267" y="180472"/>
                    </a:cubicBezTo>
                    <a:cubicBezTo>
                      <a:pt x="2307006" y="182052"/>
                      <a:pt x="2313069" y="182052"/>
                      <a:pt x="2318808" y="180472"/>
                    </a:cubicBezTo>
                    <a:cubicBezTo>
                      <a:pt x="2324968" y="175069"/>
                      <a:pt x="2328054" y="166960"/>
                      <a:pt x="2327047" y="158819"/>
                    </a:cubicBezTo>
                    <a:lnTo>
                      <a:pt x="2320865" y="158819"/>
                    </a:lnTo>
                    <a:close/>
                    <a:moveTo>
                      <a:pt x="2375531" y="130974"/>
                    </a:moveTo>
                    <a:cubicBezTo>
                      <a:pt x="2370378" y="133031"/>
                      <a:pt x="2361089" y="133031"/>
                      <a:pt x="2361089" y="138195"/>
                    </a:cubicBezTo>
                    <a:cubicBezTo>
                      <a:pt x="2361089" y="143348"/>
                      <a:pt x="2360061" y="146444"/>
                      <a:pt x="2361089" y="153665"/>
                    </a:cubicBezTo>
                    <a:cubicBezTo>
                      <a:pt x="2362118" y="160876"/>
                      <a:pt x="2371407" y="160876"/>
                      <a:pt x="2371407" y="160876"/>
                    </a:cubicBezTo>
                    <a:cubicBezTo>
                      <a:pt x="2378541" y="158754"/>
                      <a:pt x="2384268" y="153416"/>
                      <a:pt x="2386877" y="146444"/>
                    </a:cubicBezTo>
                    <a:cubicBezTo>
                      <a:pt x="2387212" y="141984"/>
                      <a:pt x="2387212" y="137502"/>
                      <a:pt x="2386877" y="133031"/>
                    </a:cubicBezTo>
                    <a:cubicBezTo>
                      <a:pt x="2384809" y="133031"/>
                      <a:pt x="2376560" y="133031"/>
                      <a:pt x="2376560" y="133031"/>
                    </a:cubicBezTo>
                    <a:close/>
                    <a:moveTo>
                      <a:pt x="2306432" y="95915"/>
                    </a:moveTo>
                    <a:lnTo>
                      <a:pt x="2310546" y="100039"/>
                    </a:lnTo>
                    <a:cubicBezTo>
                      <a:pt x="2307460" y="104164"/>
                      <a:pt x="2296113" y="108289"/>
                      <a:pt x="2296113" y="113442"/>
                    </a:cubicBezTo>
                    <a:cubicBezTo>
                      <a:pt x="2296113" y="118607"/>
                      <a:pt x="2296113" y="128913"/>
                      <a:pt x="2296113" y="128913"/>
                    </a:cubicBezTo>
                    <a:cubicBezTo>
                      <a:pt x="2296113" y="128913"/>
                      <a:pt x="2297142" y="136134"/>
                      <a:pt x="2304364" y="128913"/>
                    </a:cubicBezTo>
                    <a:cubicBezTo>
                      <a:pt x="2311586" y="121692"/>
                      <a:pt x="2320865" y="120664"/>
                      <a:pt x="2320865" y="108289"/>
                    </a:cubicBezTo>
                    <a:cubicBezTo>
                      <a:pt x="2320865" y="95915"/>
                      <a:pt x="2316740" y="95915"/>
                      <a:pt x="2306432" y="95915"/>
                    </a:cubicBezTo>
                    <a:close/>
                    <a:moveTo>
                      <a:pt x="3341817" y="93847"/>
                    </a:moveTo>
                    <a:cubicBezTo>
                      <a:pt x="3346224" y="95276"/>
                      <a:pt x="3349678" y="98730"/>
                      <a:pt x="3351096" y="103125"/>
                    </a:cubicBezTo>
                    <a:cubicBezTo>
                      <a:pt x="3355578" y="109069"/>
                      <a:pt x="3359714" y="115273"/>
                      <a:pt x="3363471" y="121693"/>
                    </a:cubicBezTo>
                    <a:cubicBezTo>
                      <a:pt x="3364532" y="127139"/>
                      <a:pt x="3364532" y="132737"/>
                      <a:pt x="3363471" y="138193"/>
                    </a:cubicBezTo>
                    <a:cubicBezTo>
                      <a:pt x="3363482" y="138193"/>
                      <a:pt x="3368636" y="148501"/>
                      <a:pt x="3363482" y="150569"/>
                    </a:cubicBezTo>
                    <a:cubicBezTo>
                      <a:pt x="3358318" y="152626"/>
                      <a:pt x="3348010" y="160876"/>
                      <a:pt x="3332539" y="167069"/>
                    </a:cubicBezTo>
                    <a:cubicBezTo>
                      <a:pt x="3323542" y="169505"/>
                      <a:pt x="3315129" y="173716"/>
                      <a:pt x="3307789" y="179444"/>
                    </a:cubicBezTo>
                    <a:cubicBezTo>
                      <a:pt x="3302581" y="182995"/>
                      <a:pt x="3296540" y="185128"/>
                      <a:pt x="3290260" y="185626"/>
                    </a:cubicBezTo>
                    <a:cubicBezTo>
                      <a:pt x="3272731" y="185626"/>
                      <a:pt x="3258288" y="185626"/>
                      <a:pt x="3254163" y="200069"/>
                    </a:cubicBezTo>
                    <a:cubicBezTo>
                      <a:pt x="3250038" y="214501"/>
                      <a:pt x="3254163" y="210376"/>
                      <a:pt x="3254163" y="226877"/>
                    </a:cubicBezTo>
                    <a:cubicBezTo>
                      <a:pt x="3252290" y="231229"/>
                      <a:pt x="3249464" y="235094"/>
                      <a:pt x="3245913" y="238223"/>
                    </a:cubicBezTo>
                    <a:cubicBezTo>
                      <a:pt x="3240760" y="238223"/>
                      <a:pt x="3240760" y="244405"/>
                      <a:pt x="3238692" y="247502"/>
                    </a:cubicBezTo>
                    <a:cubicBezTo>
                      <a:pt x="3238378" y="251724"/>
                      <a:pt x="3236082" y="255546"/>
                      <a:pt x="3232510" y="257820"/>
                    </a:cubicBezTo>
                    <a:cubicBezTo>
                      <a:pt x="3232510" y="257820"/>
                      <a:pt x="3232510" y="266070"/>
                      <a:pt x="3227356" y="270195"/>
                    </a:cubicBezTo>
                    <a:cubicBezTo>
                      <a:pt x="3222192" y="274320"/>
                      <a:pt x="3218067" y="297002"/>
                      <a:pt x="3221163" y="302156"/>
                    </a:cubicBezTo>
                    <a:cubicBezTo>
                      <a:pt x="3224259" y="307320"/>
                      <a:pt x="3261385" y="310406"/>
                      <a:pt x="3278913" y="314531"/>
                    </a:cubicBezTo>
                    <a:cubicBezTo>
                      <a:pt x="3296442" y="318656"/>
                      <a:pt x="3289231" y="314531"/>
                      <a:pt x="3294385" y="314531"/>
                    </a:cubicBezTo>
                    <a:lnTo>
                      <a:pt x="3309846" y="314531"/>
                    </a:lnTo>
                    <a:lnTo>
                      <a:pt x="3323260" y="322792"/>
                    </a:lnTo>
                    <a:cubicBezTo>
                      <a:pt x="3328219" y="326332"/>
                      <a:pt x="3332723" y="330490"/>
                      <a:pt x="3336664" y="335156"/>
                    </a:cubicBezTo>
                    <a:cubicBezTo>
                      <a:pt x="3344665" y="339346"/>
                      <a:pt x="3350360" y="346925"/>
                      <a:pt x="3352135" y="355792"/>
                    </a:cubicBezTo>
                    <a:cubicBezTo>
                      <a:pt x="3353142" y="360198"/>
                      <a:pt x="3353142" y="364778"/>
                      <a:pt x="3352135" y="369196"/>
                    </a:cubicBezTo>
                    <a:cubicBezTo>
                      <a:pt x="3352135" y="369196"/>
                      <a:pt x="3352135" y="374349"/>
                      <a:pt x="3352135" y="374349"/>
                    </a:cubicBezTo>
                    <a:cubicBezTo>
                      <a:pt x="3352579" y="377078"/>
                      <a:pt x="3352579" y="379871"/>
                      <a:pt x="3352135" y="382599"/>
                    </a:cubicBezTo>
                    <a:cubicBezTo>
                      <a:pt x="3350078" y="386270"/>
                      <a:pt x="3347653" y="389723"/>
                      <a:pt x="3344914" y="392907"/>
                    </a:cubicBezTo>
                    <a:cubicBezTo>
                      <a:pt x="3344914" y="392907"/>
                      <a:pt x="3335635" y="401157"/>
                      <a:pt x="3332539" y="400128"/>
                    </a:cubicBezTo>
                    <a:lnTo>
                      <a:pt x="3312942" y="400128"/>
                    </a:lnTo>
                    <a:lnTo>
                      <a:pt x="3292317" y="390849"/>
                    </a:lnTo>
                    <a:lnTo>
                      <a:pt x="3270663" y="390849"/>
                    </a:lnTo>
                    <a:lnTo>
                      <a:pt x="3236635" y="378474"/>
                    </a:lnTo>
                    <a:lnTo>
                      <a:pt x="3203634" y="371253"/>
                    </a:lnTo>
                    <a:cubicBezTo>
                      <a:pt x="3193002" y="367572"/>
                      <a:pt x="3181872" y="365482"/>
                      <a:pt x="3170634" y="365070"/>
                    </a:cubicBezTo>
                    <a:lnTo>
                      <a:pt x="3138662" y="365070"/>
                    </a:lnTo>
                    <a:cubicBezTo>
                      <a:pt x="3126287" y="365070"/>
                      <a:pt x="3112884" y="356821"/>
                      <a:pt x="3102566" y="355781"/>
                    </a:cubicBezTo>
                    <a:cubicBezTo>
                      <a:pt x="3080630" y="353432"/>
                      <a:pt x="3058511" y="353432"/>
                      <a:pt x="3036565" y="355781"/>
                    </a:cubicBezTo>
                    <a:cubicBezTo>
                      <a:pt x="3007690" y="355781"/>
                      <a:pt x="2955093" y="367128"/>
                      <a:pt x="2952008" y="366099"/>
                    </a:cubicBezTo>
                    <a:cubicBezTo>
                      <a:pt x="2948911" y="365070"/>
                      <a:pt x="2937564" y="344446"/>
                      <a:pt x="2929314" y="331031"/>
                    </a:cubicBezTo>
                    <a:cubicBezTo>
                      <a:pt x="2928145" y="325596"/>
                      <a:pt x="2928145" y="319977"/>
                      <a:pt x="2929314" y="314531"/>
                    </a:cubicBezTo>
                    <a:cubicBezTo>
                      <a:pt x="2931155" y="307786"/>
                      <a:pt x="2931155" y="300662"/>
                      <a:pt x="2929314" y="293906"/>
                    </a:cubicBezTo>
                    <a:cubicBezTo>
                      <a:pt x="2929314" y="286695"/>
                      <a:pt x="2961286" y="283598"/>
                      <a:pt x="2965411" y="283598"/>
                    </a:cubicBezTo>
                    <a:cubicBezTo>
                      <a:pt x="2969536" y="283598"/>
                      <a:pt x="2977786" y="290820"/>
                      <a:pt x="2983968" y="290820"/>
                    </a:cubicBezTo>
                    <a:lnTo>
                      <a:pt x="3027287" y="290820"/>
                    </a:lnTo>
                    <a:cubicBezTo>
                      <a:pt x="3032440" y="290820"/>
                      <a:pt x="3039662" y="290820"/>
                      <a:pt x="3043787" y="290820"/>
                    </a:cubicBezTo>
                    <a:cubicBezTo>
                      <a:pt x="3060070" y="289348"/>
                      <a:pt x="3076256" y="286933"/>
                      <a:pt x="3092259" y="283598"/>
                    </a:cubicBezTo>
                    <a:cubicBezTo>
                      <a:pt x="3122162" y="283598"/>
                      <a:pt x="3132469" y="246473"/>
                      <a:pt x="3139691" y="234098"/>
                    </a:cubicBezTo>
                    <a:cubicBezTo>
                      <a:pt x="3143448" y="228782"/>
                      <a:pt x="3146241" y="222849"/>
                      <a:pt x="3147941" y="216569"/>
                    </a:cubicBezTo>
                    <a:cubicBezTo>
                      <a:pt x="3147941" y="209348"/>
                      <a:pt x="3147941" y="202126"/>
                      <a:pt x="3147941" y="200069"/>
                    </a:cubicBezTo>
                    <a:cubicBezTo>
                      <a:pt x="3142105" y="199733"/>
                      <a:pt x="3136248" y="199733"/>
                      <a:pt x="3130412" y="200069"/>
                    </a:cubicBezTo>
                    <a:cubicBezTo>
                      <a:pt x="3123277" y="201661"/>
                      <a:pt x="3115883" y="201661"/>
                      <a:pt x="3108759" y="200069"/>
                    </a:cubicBezTo>
                    <a:cubicBezTo>
                      <a:pt x="3102566" y="200069"/>
                      <a:pt x="3108759" y="187694"/>
                      <a:pt x="3108759" y="178405"/>
                    </a:cubicBezTo>
                    <a:cubicBezTo>
                      <a:pt x="3109073" y="168953"/>
                      <a:pt x="3106561" y="159609"/>
                      <a:pt x="3101537" y="151597"/>
                    </a:cubicBezTo>
                    <a:cubicBezTo>
                      <a:pt x="3101537" y="151597"/>
                      <a:pt x="3101537" y="135097"/>
                      <a:pt x="3101537" y="132001"/>
                    </a:cubicBezTo>
                    <a:cubicBezTo>
                      <a:pt x="3102046" y="125829"/>
                      <a:pt x="3102046" y="119615"/>
                      <a:pt x="3101537" y="113443"/>
                    </a:cubicBezTo>
                    <a:cubicBezTo>
                      <a:pt x="3101537" y="104154"/>
                      <a:pt x="3112884" y="106222"/>
                      <a:pt x="3121134" y="104154"/>
                    </a:cubicBezTo>
                    <a:cubicBezTo>
                      <a:pt x="3129384" y="102097"/>
                      <a:pt x="3139691" y="114472"/>
                      <a:pt x="3147941" y="117569"/>
                    </a:cubicBezTo>
                    <a:cubicBezTo>
                      <a:pt x="3171858" y="121076"/>
                      <a:pt x="3195969" y="123144"/>
                      <a:pt x="3220134" y="123750"/>
                    </a:cubicBezTo>
                    <a:lnTo>
                      <a:pt x="3259317" y="123750"/>
                    </a:lnTo>
                    <a:cubicBezTo>
                      <a:pt x="3278480" y="122516"/>
                      <a:pt x="3297481" y="119398"/>
                      <a:pt x="3316039" y="114472"/>
                    </a:cubicBezTo>
                    <a:cubicBezTo>
                      <a:pt x="3321095" y="113064"/>
                      <a:pt x="3326443" y="113064"/>
                      <a:pt x="3331510" y="114472"/>
                    </a:cubicBezTo>
                    <a:lnTo>
                      <a:pt x="3343885" y="114472"/>
                    </a:lnTo>
                    <a:close/>
                    <a:moveTo>
                      <a:pt x="2198081" y="79112"/>
                    </a:moveTo>
                    <a:cubicBezTo>
                      <a:pt x="2202917" y="81869"/>
                      <a:pt x="2209495" y="92309"/>
                      <a:pt x="2212588" y="96946"/>
                    </a:cubicBezTo>
                    <a:lnTo>
                      <a:pt x="2218770" y="79417"/>
                    </a:lnTo>
                    <a:cubicBezTo>
                      <a:pt x="2218770" y="79417"/>
                      <a:pt x="2218770" y="94889"/>
                      <a:pt x="2218770" y="100042"/>
                    </a:cubicBezTo>
                    <a:cubicBezTo>
                      <a:pt x="2216995" y="107848"/>
                      <a:pt x="2216995" y="115957"/>
                      <a:pt x="2218770" y="123764"/>
                    </a:cubicBezTo>
                    <a:cubicBezTo>
                      <a:pt x="2218770" y="128917"/>
                      <a:pt x="2218770" y="134071"/>
                      <a:pt x="2208463" y="142321"/>
                    </a:cubicBezTo>
                    <a:cubicBezTo>
                      <a:pt x="2202108" y="150344"/>
                      <a:pt x="2196575" y="158984"/>
                      <a:pt x="2191952" y="168100"/>
                    </a:cubicBezTo>
                    <a:cubicBezTo>
                      <a:pt x="2188509" y="175992"/>
                      <a:pt x="2188509" y="184968"/>
                      <a:pt x="2191952" y="192850"/>
                    </a:cubicBezTo>
                    <a:cubicBezTo>
                      <a:pt x="2191952" y="192850"/>
                      <a:pt x="2191952" y="207293"/>
                      <a:pt x="2191952" y="210379"/>
                    </a:cubicBezTo>
                    <a:cubicBezTo>
                      <a:pt x="2191952" y="213475"/>
                      <a:pt x="2200213" y="210379"/>
                      <a:pt x="2205367" y="210379"/>
                    </a:cubicBezTo>
                    <a:cubicBezTo>
                      <a:pt x="2210520" y="210379"/>
                      <a:pt x="2205367" y="216572"/>
                      <a:pt x="2211549" y="221725"/>
                    </a:cubicBezTo>
                    <a:cubicBezTo>
                      <a:pt x="2217742" y="226879"/>
                      <a:pt x="2221867" y="234100"/>
                      <a:pt x="2221867" y="240293"/>
                    </a:cubicBezTo>
                    <a:cubicBezTo>
                      <a:pt x="2223339" y="242848"/>
                      <a:pt x="2223339" y="245988"/>
                      <a:pt x="2221867" y="248543"/>
                    </a:cubicBezTo>
                    <a:cubicBezTo>
                      <a:pt x="2206872" y="259954"/>
                      <a:pt x="2194854" y="274809"/>
                      <a:pt x="2186798" y="291851"/>
                    </a:cubicBezTo>
                    <a:cubicBezTo>
                      <a:pt x="2186798" y="291851"/>
                      <a:pt x="2186798" y="305265"/>
                      <a:pt x="2186798" y="306293"/>
                    </a:cubicBezTo>
                    <a:lnTo>
                      <a:pt x="2202270" y="306293"/>
                    </a:lnTo>
                    <a:cubicBezTo>
                      <a:pt x="2207694" y="307224"/>
                      <a:pt x="2212718" y="309736"/>
                      <a:pt x="2216713" y="313515"/>
                    </a:cubicBezTo>
                    <a:cubicBezTo>
                      <a:pt x="2219788" y="317434"/>
                      <a:pt x="2221910" y="322025"/>
                      <a:pt x="2222895" y="326919"/>
                    </a:cubicBezTo>
                    <a:cubicBezTo>
                      <a:pt x="2220611" y="347793"/>
                      <a:pt x="2208810" y="366436"/>
                      <a:pt x="2190923" y="377448"/>
                    </a:cubicBezTo>
                    <a:cubicBezTo>
                      <a:pt x="2175452" y="390851"/>
                      <a:pt x="2147615" y="406323"/>
                      <a:pt x="2134201" y="416630"/>
                    </a:cubicBezTo>
                    <a:cubicBezTo>
                      <a:pt x="2120797" y="426948"/>
                      <a:pt x="2114615" y="444476"/>
                      <a:pt x="2107393" y="447573"/>
                    </a:cubicBezTo>
                    <a:cubicBezTo>
                      <a:pt x="2100172" y="450669"/>
                      <a:pt x="2100172" y="447573"/>
                      <a:pt x="2096047" y="447573"/>
                    </a:cubicBezTo>
                    <a:lnTo>
                      <a:pt x="2078518" y="447573"/>
                    </a:lnTo>
                    <a:cubicBezTo>
                      <a:pt x="2072325" y="447573"/>
                      <a:pt x="2073364" y="438294"/>
                      <a:pt x="2069239" y="434169"/>
                    </a:cubicBezTo>
                    <a:cubicBezTo>
                      <a:pt x="2064085" y="430769"/>
                      <a:pt x="2059841" y="426168"/>
                      <a:pt x="2056864" y="420765"/>
                    </a:cubicBezTo>
                    <a:cubicBezTo>
                      <a:pt x="2052100" y="412494"/>
                      <a:pt x="2048949" y="403388"/>
                      <a:pt x="2047585" y="393948"/>
                    </a:cubicBezTo>
                    <a:cubicBezTo>
                      <a:pt x="2051504" y="381648"/>
                      <a:pt x="2059993" y="371308"/>
                      <a:pt x="2071296" y="365072"/>
                    </a:cubicBezTo>
                    <a:cubicBezTo>
                      <a:pt x="2071296" y="365072"/>
                      <a:pt x="2081614" y="353726"/>
                      <a:pt x="2084700" y="351669"/>
                    </a:cubicBezTo>
                    <a:cubicBezTo>
                      <a:pt x="2088836" y="348020"/>
                      <a:pt x="2092030" y="343419"/>
                      <a:pt x="2093989" y="338265"/>
                    </a:cubicBezTo>
                    <a:cubicBezTo>
                      <a:pt x="2094552" y="334497"/>
                      <a:pt x="2094552" y="330676"/>
                      <a:pt x="2093989" y="326919"/>
                    </a:cubicBezTo>
                    <a:cubicBezTo>
                      <a:pt x="2094455" y="322122"/>
                      <a:pt x="2094455" y="317283"/>
                      <a:pt x="2093989" y="312475"/>
                    </a:cubicBezTo>
                    <a:cubicBezTo>
                      <a:pt x="2092885" y="308546"/>
                      <a:pt x="2090752" y="304983"/>
                      <a:pt x="2087796" y="302169"/>
                    </a:cubicBezTo>
                    <a:cubicBezTo>
                      <a:pt x="2084624" y="299765"/>
                      <a:pt x="2082123" y="296560"/>
                      <a:pt x="2080575" y="292890"/>
                    </a:cubicBezTo>
                    <a:cubicBezTo>
                      <a:pt x="2080586" y="292890"/>
                      <a:pt x="2066142" y="280515"/>
                      <a:pt x="2065114" y="274322"/>
                    </a:cubicBezTo>
                    <a:cubicBezTo>
                      <a:pt x="2064313" y="263744"/>
                      <a:pt x="2071296" y="254130"/>
                      <a:pt x="2081614" y="251639"/>
                    </a:cubicBezTo>
                    <a:lnTo>
                      <a:pt x="2095018" y="251639"/>
                    </a:lnTo>
                    <a:cubicBezTo>
                      <a:pt x="2103268" y="251639"/>
                      <a:pt x="2107393" y="241322"/>
                      <a:pt x="2110490" y="234100"/>
                    </a:cubicBezTo>
                    <a:cubicBezTo>
                      <a:pt x="2113586" y="226879"/>
                      <a:pt x="2110490" y="213475"/>
                      <a:pt x="2110490" y="206264"/>
                    </a:cubicBezTo>
                    <a:cubicBezTo>
                      <a:pt x="2110490" y="199043"/>
                      <a:pt x="2100172" y="195946"/>
                      <a:pt x="2093989" y="194918"/>
                    </a:cubicBezTo>
                    <a:cubicBezTo>
                      <a:pt x="2088154" y="194420"/>
                      <a:pt x="2082285" y="194420"/>
                      <a:pt x="2076461" y="194918"/>
                    </a:cubicBezTo>
                    <a:cubicBezTo>
                      <a:pt x="2076461" y="194918"/>
                      <a:pt x="2066142" y="189764"/>
                      <a:pt x="2065114" y="184599"/>
                    </a:cubicBezTo>
                    <a:cubicBezTo>
                      <a:pt x="2064085" y="179446"/>
                      <a:pt x="2059949" y="184599"/>
                      <a:pt x="2054796" y="184599"/>
                    </a:cubicBezTo>
                    <a:cubicBezTo>
                      <a:pt x="2049642" y="184599"/>
                      <a:pt x="2048614" y="169139"/>
                      <a:pt x="2047585" y="166043"/>
                    </a:cubicBezTo>
                    <a:cubicBezTo>
                      <a:pt x="2046546" y="162946"/>
                      <a:pt x="2047585" y="166043"/>
                      <a:pt x="2055824" y="158821"/>
                    </a:cubicBezTo>
                    <a:cubicBezTo>
                      <a:pt x="2064085" y="151600"/>
                      <a:pt x="2055824" y="151600"/>
                      <a:pt x="2060989" y="147475"/>
                    </a:cubicBezTo>
                    <a:cubicBezTo>
                      <a:pt x="2066142" y="143350"/>
                      <a:pt x="2069239" y="139225"/>
                      <a:pt x="2074393" y="136139"/>
                    </a:cubicBezTo>
                    <a:lnTo>
                      <a:pt x="2093989" y="136139"/>
                    </a:lnTo>
                    <a:cubicBezTo>
                      <a:pt x="2118740" y="121696"/>
                      <a:pt x="2144519" y="86639"/>
                      <a:pt x="2171337" y="84571"/>
                    </a:cubicBezTo>
                    <a:cubicBezTo>
                      <a:pt x="2198145" y="82514"/>
                      <a:pt x="2189895" y="84571"/>
                      <a:pt x="2194020" y="79417"/>
                    </a:cubicBezTo>
                    <a:cubicBezTo>
                      <a:pt x="2195051" y="78129"/>
                      <a:pt x="2196469" y="78194"/>
                      <a:pt x="2198081" y="79112"/>
                    </a:cubicBezTo>
                    <a:close/>
                    <a:moveTo>
                      <a:pt x="2394088" y="55695"/>
                    </a:moveTo>
                    <a:cubicBezTo>
                      <a:pt x="2379656" y="62916"/>
                      <a:pt x="2355934" y="70138"/>
                      <a:pt x="2356963" y="76320"/>
                    </a:cubicBezTo>
                    <a:cubicBezTo>
                      <a:pt x="2357991" y="82513"/>
                      <a:pt x="2359020" y="93860"/>
                      <a:pt x="2365213" y="93860"/>
                    </a:cubicBezTo>
                    <a:cubicBezTo>
                      <a:pt x="2372001" y="95408"/>
                      <a:pt x="2379050" y="95408"/>
                      <a:pt x="2385838" y="93860"/>
                    </a:cubicBezTo>
                    <a:cubicBezTo>
                      <a:pt x="2390992" y="88695"/>
                      <a:pt x="2397185" y="73224"/>
                      <a:pt x="2397185" y="73224"/>
                    </a:cubicBezTo>
                    <a:cubicBezTo>
                      <a:pt x="2397867" y="68092"/>
                      <a:pt x="2397867" y="62895"/>
                      <a:pt x="2397185" y="57763"/>
                    </a:cubicBezTo>
                    <a:close/>
                    <a:moveTo>
                      <a:pt x="2409561" y="1039"/>
                    </a:moveTo>
                    <a:cubicBezTo>
                      <a:pt x="2416782" y="10"/>
                      <a:pt x="2421936" y="6193"/>
                      <a:pt x="2427090" y="1039"/>
                    </a:cubicBezTo>
                    <a:cubicBezTo>
                      <a:pt x="2438393" y="-347"/>
                      <a:pt x="2449815" y="-347"/>
                      <a:pt x="2461119" y="1039"/>
                    </a:cubicBezTo>
                    <a:cubicBezTo>
                      <a:pt x="2461130" y="1039"/>
                      <a:pt x="2461130" y="12386"/>
                      <a:pt x="2469369" y="14443"/>
                    </a:cubicBezTo>
                    <a:cubicBezTo>
                      <a:pt x="2476872" y="19466"/>
                      <a:pt x="2482058" y="27251"/>
                      <a:pt x="2483812" y="36096"/>
                    </a:cubicBezTo>
                    <a:cubicBezTo>
                      <a:pt x="2483812" y="43318"/>
                      <a:pt x="2477630" y="54664"/>
                      <a:pt x="2477630" y="57761"/>
                    </a:cubicBezTo>
                    <a:cubicBezTo>
                      <a:pt x="2479600" y="63791"/>
                      <a:pt x="2479600" y="70288"/>
                      <a:pt x="2477630" y="76318"/>
                    </a:cubicBezTo>
                    <a:cubicBezTo>
                      <a:pt x="2472747" y="86549"/>
                      <a:pt x="2468936" y="97268"/>
                      <a:pt x="2466283" y="108290"/>
                    </a:cubicBezTo>
                    <a:cubicBezTo>
                      <a:pt x="2462169" y="115057"/>
                      <a:pt x="2457697" y="121596"/>
                      <a:pt x="2452879" y="127886"/>
                    </a:cubicBezTo>
                    <a:cubicBezTo>
                      <a:pt x="2445658" y="155722"/>
                      <a:pt x="2435340" y="175319"/>
                      <a:pt x="2429158" y="203165"/>
                    </a:cubicBezTo>
                    <a:cubicBezTo>
                      <a:pt x="2429158" y="203165"/>
                      <a:pt x="2422965" y="216569"/>
                      <a:pt x="2419868" y="215541"/>
                    </a:cubicBezTo>
                    <a:cubicBezTo>
                      <a:pt x="2416782" y="214512"/>
                      <a:pt x="2408532" y="215541"/>
                      <a:pt x="2406464" y="215541"/>
                    </a:cubicBezTo>
                    <a:cubicBezTo>
                      <a:pt x="2404407" y="215541"/>
                      <a:pt x="2396157" y="215541"/>
                      <a:pt x="2392032" y="222762"/>
                    </a:cubicBezTo>
                    <a:cubicBezTo>
                      <a:pt x="2387907" y="229973"/>
                      <a:pt x="2374503" y="222762"/>
                      <a:pt x="2372435" y="232041"/>
                    </a:cubicBezTo>
                    <a:cubicBezTo>
                      <a:pt x="2369859" y="237238"/>
                      <a:pt x="2369859" y="243344"/>
                      <a:pt x="2372435" y="248541"/>
                    </a:cubicBezTo>
                    <a:cubicBezTo>
                      <a:pt x="2377589" y="253694"/>
                      <a:pt x="2386879" y="248541"/>
                      <a:pt x="2387907" y="243387"/>
                    </a:cubicBezTo>
                    <a:cubicBezTo>
                      <a:pt x="2390603" y="238937"/>
                      <a:pt x="2395129" y="235906"/>
                      <a:pt x="2400282" y="235137"/>
                    </a:cubicBezTo>
                    <a:cubicBezTo>
                      <a:pt x="2406432" y="236079"/>
                      <a:pt x="2412690" y="236079"/>
                      <a:pt x="2418840" y="235137"/>
                    </a:cubicBezTo>
                    <a:cubicBezTo>
                      <a:pt x="2422867" y="235484"/>
                      <a:pt x="2426213" y="238407"/>
                      <a:pt x="2427090" y="242348"/>
                    </a:cubicBezTo>
                    <a:cubicBezTo>
                      <a:pt x="2428486" y="250338"/>
                      <a:pt x="2431280" y="258014"/>
                      <a:pt x="2435340" y="265041"/>
                    </a:cubicBezTo>
                    <a:cubicBezTo>
                      <a:pt x="2436444" y="268040"/>
                      <a:pt x="2436444" y="271320"/>
                      <a:pt x="2435340" y="274319"/>
                    </a:cubicBezTo>
                    <a:cubicBezTo>
                      <a:pt x="2430663" y="279625"/>
                      <a:pt x="2425477" y="284453"/>
                      <a:pt x="2419868" y="288763"/>
                    </a:cubicBezTo>
                    <a:cubicBezTo>
                      <a:pt x="2419868" y="288763"/>
                      <a:pt x="2407493" y="288763"/>
                      <a:pt x="2402339" y="298041"/>
                    </a:cubicBezTo>
                    <a:cubicBezTo>
                      <a:pt x="2400791" y="301657"/>
                      <a:pt x="2400791" y="305761"/>
                      <a:pt x="2402339" y="309377"/>
                    </a:cubicBezTo>
                    <a:cubicBezTo>
                      <a:pt x="2402339" y="316609"/>
                      <a:pt x="2408532" y="316609"/>
                      <a:pt x="2412657" y="315570"/>
                    </a:cubicBezTo>
                    <a:cubicBezTo>
                      <a:pt x="2416782" y="314541"/>
                      <a:pt x="2430186" y="308348"/>
                      <a:pt x="2436368" y="307320"/>
                    </a:cubicBezTo>
                    <a:cubicBezTo>
                      <a:pt x="2442886" y="307883"/>
                      <a:pt x="2449447" y="307883"/>
                      <a:pt x="2455965" y="307320"/>
                    </a:cubicBezTo>
                    <a:cubicBezTo>
                      <a:pt x="2455965" y="307320"/>
                      <a:pt x="2471437" y="299070"/>
                      <a:pt x="2477630" y="300098"/>
                    </a:cubicBezTo>
                    <a:cubicBezTo>
                      <a:pt x="2483812" y="301138"/>
                      <a:pt x="2493091" y="291848"/>
                      <a:pt x="2498244" y="300098"/>
                    </a:cubicBezTo>
                    <a:cubicBezTo>
                      <a:pt x="2503409" y="308348"/>
                      <a:pt x="2516812" y="310416"/>
                      <a:pt x="2517841" y="323820"/>
                    </a:cubicBezTo>
                    <a:cubicBezTo>
                      <a:pt x="2518880" y="337223"/>
                      <a:pt x="2511659" y="367138"/>
                      <a:pt x="2494119" y="370224"/>
                    </a:cubicBezTo>
                    <a:cubicBezTo>
                      <a:pt x="2476590" y="373320"/>
                      <a:pt x="2494119" y="370224"/>
                      <a:pt x="2467312" y="370224"/>
                    </a:cubicBezTo>
                    <a:lnTo>
                      <a:pt x="2422965" y="377445"/>
                    </a:lnTo>
                    <a:cubicBezTo>
                      <a:pt x="2414725" y="377997"/>
                      <a:pt x="2406454" y="377997"/>
                      <a:pt x="2398214" y="377445"/>
                    </a:cubicBezTo>
                    <a:cubicBezTo>
                      <a:pt x="2391177" y="378398"/>
                      <a:pt x="2384258" y="380130"/>
                      <a:pt x="2377589" y="382599"/>
                    </a:cubicBezTo>
                    <a:cubicBezTo>
                      <a:pt x="2369934" y="385760"/>
                      <a:pt x="2361987" y="388185"/>
                      <a:pt x="2353878" y="389820"/>
                    </a:cubicBezTo>
                    <a:cubicBezTo>
                      <a:pt x="2343971" y="391260"/>
                      <a:pt x="2334487" y="394779"/>
                      <a:pt x="2326031" y="400138"/>
                    </a:cubicBezTo>
                    <a:cubicBezTo>
                      <a:pt x="2316244" y="403256"/>
                      <a:pt x="2306250" y="405671"/>
                      <a:pt x="2296127" y="407360"/>
                    </a:cubicBezTo>
                    <a:cubicBezTo>
                      <a:pt x="2286578" y="412708"/>
                      <a:pt x="2276563" y="417191"/>
                      <a:pt x="2266212" y="420763"/>
                    </a:cubicBezTo>
                    <a:cubicBezTo>
                      <a:pt x="2261059" y="420763"/>
                      <a:pt x="2246616" y="420763"/>
                      <a:pt x="2245587" y="413542"/>
                    </a:cubicBezTo>
                    <a:cubicBezTo>
                      <a:pt x="2241776" y="405324"/>
                      <a:pt x="2239004" y="396663"/>
                      <a:pt x="2237348" y="387752"/>
                    </a:cubicBezTo>
                    <a:lnTo>
                      <a:pt x="2237337" y="379513"/>
                    </a:lnTo>
                    <a:cubicBezTo>
                      <a:pt x="2237337" y="379513"/>
                      <a:pt x="2237337" y="368167"/>
                      <a:pt x="2237337" y="364042"/>
                    </a:cubicBezTo>
                    <a:cubicBezTo>
                      <a:pt x="2237337" y="359917"/>
                      <a:pt x="2237337" y="357849"/>
                      <a:pt x="2243530" y="357849"/>
                    </a:cubicBezTo>
                    <a:cubicBezTo>
                      <a:pt x="2249712" y="357849"/>
                      <a:pt x="2248684" y="357849"/>
                      <a:pt x="2253837" y="357849"/>
                    </a:cubicBezTo>
                    <a:cubicBezTo>
                      <a:pt x="2262585" y="354362"/>
                      <a:pt x="2270890" y="349869"/>
                      <a:pt x="2278588" y="344445"/>
                    </a:cubicBezTo>
                    <a:lnTo>
                      <a:pt x="2310560" y="324848"/>
                    </a:lnTo>
                    <a:cubicBezTo>
                      <a:pt x="2310560" y="318666"/>
                      <a:pt x="2310560" y="315570"/>
                      <a:pt x="2303338" y="316609"/>
                    </a:cubicBezTo>
                    <a:cubicBezTo>
                      <a:pt x="2296127" y="317638"/>
                      <a:pt x="2293031" y="316609"/>
                      <a:pt x="2289934" y="316609"/>
                    </a:cubicBezTo>
                    <a:cubicBezTo>
                      <a:pt x="2286838" y="316609"/>
                      <a:pt x="2278588" y="316609"/>
                      <a:pt x="2277559" y="316609"/>
                    </a:cubicBezTo>
                    <a:cubicBezTo>
                      <a:pt x="2276531" y="316609"/>
                      <a:pt x="2277559" y="308348"/>
                      <a:pt x="2277559" y="305263"/>
                    </a:cubicBezTo>
                    <a:lnTo>
                      <a:pt x="2277559" y="291848"/>
                    </a:lnTo>
                    <a:cubicBezTo>
                      <a:pt x="2277559" y="291848"/>
                      <a:pt x="2277559" y="281541"/>
                      <a:pt x="2283752" y="280512"/>
                    </a:cubicBezTo>
                    <a:cubicBezTo>
                      <a:pt x="2289934" y="279473"/>
                      <a:pt x="2283752" y="280512"/>
                      <a:pt x="2291991" y="280512"/>
                    </a:cubicBezTo>
                    <a:lnTo>
                      <a:pt x="2300252" y="280512"/>
                    </a:lnTo>
                    <a:lnTo>
                      <a:pt x="2307463" y="280512"/>
                    </a:lnTo>
                    <a:cubicBezTo>
                      <a:pt x="2310289" y="278867"/>
                      <a:pt x="2312465" y="276322"/>
                      <a:pt x="2313656" y="273291"/>
                    </a:cubicBezTo>
                    <a:cubicBezTo>
                      <a:pt x="2314706" y="267845"/>
                      <a:pt x="2314706" y="262237"/>
                      <a:pt x="2313656" y="256791"/>
                    </a:cubicBezTo>
                    <a:cubicBezTo>
                      <a:pt x="2313656" y="256791"/>
                      <a:pt x="2308492" y="256791"/>
                      <a:pt x="2303338" y="256791"/>
                    </a:cubicBezTo>
                    <a:lnTo>
                      <a:pt x="2290963" y="261944"/>
                    </a:lnTo>
                    <a:cubicBezTo>
                      <a:pt x="2287552" y="262518"/>
                      <a:pt x="2284066" y="262518"/>
                      <a:pt x="2280656" y="261944"/>
                    </a:cubicBezTo>
                    <a:cubicBezTo>
                      <a:pt x="2277288" y="262984"/>
                      <a:pt x="2273694" y="262984"/>
                      <a:pt x="2270338" y="261944"/>
                    </a:cubicBezTo>
                    <a:cubicBezTo>
                      <a:pt x="2270338" y="261944"/>
                      <a:pt x="2270338" y="261944"/>
                      <a:pt x="2265184" y="255751"/>
                    </a:cubicBezTo>
                    <a:cubicBezTo>
                      <a:pt x="2262672" y="252774"/>
                      <a:pt x="2260907" y="249245"/>
                      <a:pt x="2260030" y="245444"/>
                    </a:cubicBezTo>
                    <a:cubicBezTo>
                      <a:pt x="2260030" y="235137"/>
                      <a:pt x="2250752" y="233069"/>
                      <a:pt x="2248684" y="231012"/>
                    </a:cubicBezTo>
                    <a:cubicBezTo>
                      <a:pt x="2245576" y="225588"/>
                      <a:pt x="2243476" y="219644"/>
                      <a:pt x="2242502" y="213473"/>
                    </a:cubicBezTo>
                    <a:cubicBezTo>
                      <a:pt x="2242502" y="203165"/>
                      <a:pt x="2249712" y="192847"/>
                      <a:pt x="2247655" y="186665"/>
                    </a:cubicBezTo>
                    <a:cubicBezTo>
                      <a:pt x="2242631" y="173002"/>
                      <a:pt x="2239167" y="158819"/>
                      <a:pt x="2237337" y="144386"/>
                    </a:cubicBezTo>
                    <a:cubicBezTo>
                      <a:pt x="2237337" y="144386"/>
                      <a:pt x="2231154" y="135097"/>
                      <a:pt x="2229086" y="126847"/>
                    </a:cubicBezTo>
                    <a:cubicBezTo>
                      <a:pt x="2227029" y="118597"/>
                      <a:pt x="2229086" y="117568"/>
                      <a:pt x="2229086" y="113443"/>
                    </a:cubicBezTo>
                    <a:cubicBezTo>
                      <a:pt x="2230191" y="105237"/>
                      <a:pt x="2230191" y="96911"/>
                      <a:pt x="2229086" y="88693"/>
                    </a:cubicBezTo>
                    <a:lnTo>
                      <a:pt x="2228058" y="86636"/>
                    </a:lnTo>
                    <a:cubicBezTo>
                      <a:pt x="2228058" y="76318"/>
                      <a:pt x="2228058" y="61886"/>
                      <a:pt x="2236309" y="61886"/>
                    </a:cubicBezTo>
                    <a:cubicBezTo>
                      <a:pt x="2244559" y="61886"/>
                      <a:pt x="2244559" y="69097"/>
                      <a:pt x="2251780" y="68068"/>
                    </a:cubicBezTo>
                    <a:cubicBezTo>
                      <a:pt x="2256533" y="69140"/>
                      <a:pt x="2261459" y="69140"/>
                      <a:pt x="2266223" y="68068"/>
                    </a:cubicBezTo>
                    <a:lnTo>
                      <a:pt x="2283752" y="59818"/>
                    </a:lnTo>
                    <a:cubicBezTo>
                      <a:pt x="2293204" y="53149"/>
                      <a:pt x="2303208" y="47280"/>
                      <a:pt x="2313656" y="42289"/>
                    </a:cubicBezTo>
                    <a:cubicBezTo>
                      <a:pt x="2320867" y="42289"/>
                      <a:pt x="2331185" y="42289"/>
                      <a:pt x="2337367" y="36096"/>
                    </a:cubicBezTo>
                    <a:cubicBezTo>
                      <a:pt x="2343560" y="29914"/>
                      <a:pt x="2402339" y="2068"/>
                      <a:pt x="2409561" y="10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wrap="square" rtlCol="0" anchor="ctr">
                <a:noAutofit/>
              </a:bodyPr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 hasCustomPrompt="1"/>
          </p:nvPr>
        </p:nvSpPr>
        <p:spPr>
          <a:xfrm>
            <a:off x="541539" y="19649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lang="zh-CN" altLang="en-US" sz="2800" b="1"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单击此处输入标题</a:t>
            </a:r>
            <a:endParaRPr lang="zh-CN" altLang="en-US" dirty="0"/>
          </a:p>
        </p:txBody>
      </p:sp>
      <p:sp>
        <p:nvSpPr>
          <p:cNvPr id="11" name="文本框 10"/>
          <p:cNvSpPr txBox="1">
            <a:spLocks noChangeArrowheads="1"/>
          </p:cNvSpPr>
          <p:nvPr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fontAlgn="base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</a:fld>
            <a:endParaRPr lang="zh-CN" altLang="en-US" sz="1600" dirty="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sp>
        <p:nvSpPr>
          <p:cNvPr id="140" name="任意多边形: 形状 139"/>
          <p:cNvSpPr/>
          <p:nvPr userDrawn="1"/>
        </p:nvSpPr>
        <p:spPr>
          <a:xfrm>
            <a:off x="9701576" y="215280"/>
            <a:ext cx="1967341" cy="442564"/>
          </a:xfrm>
          <a:custGeom>
            <a:avLst/>
            <a:gdLst>
              <a:gd name="connsiteX0" fmla="*/ 258875 w 1967341"/>
              <a:gd name="connsiteY0" fmla="*/ 399761 h 442564"/>
              <a:gd name="connsiteX1" fmla="*/ 261340 w 1967341"/>
              <a:gd name="connsiteY1" fmla="*/ 404994 h 442564"/>
              <a:gd name="connsiteX2" fmla="*/ 260991 w 1967341"/>
              <a:gd name="connsiteY2" fmla="*/ 410620 h 442564"/>
              <a:gd name="connsiteX3" fmla="*/ 260227 w 1967341"/>
              <a:gd name="connsiteY3" fmla="*/ 411758 h 442564"/>
              <a:gd name="connsiteX4" fmla="*/ 253206 w 1967341"/>
              <a:gd name="connsiteY4" fmla="*/ 412146 h 442564"/>
              <a:gd name="connsiteX5" fmla="*/ 250764 w 1967341"/>
              <a:gd name="connsiteY5" fmla="*/ 407044 h 442564"/>
              <a:gd name="connsiteX6" fmla="*/ 251113 w 1967341"/>
              <a:gd name="connsiteY6" fmla="*/ 401265 h 442564"/>
              <a:gd name="connsiteX7" fmla="*/ 251972 w 1967341"/>
              <a:gd name="connsiteY7" fmla="*/ 399994 h 442564"/>
              <a:gd name="connsiteX8" fmla="*/ 258875 w 1967341"/>
              <a:gd name="connsiteY8" fmla="*/ 399761 h 442564"/>
              <a:gd name="connsiteX9" fmla="*/ 229220 w 1967341"/>
              <a:gd name="connsiteY9" fmla="*/ 398343 h 442564"/>
              <a:gd name="connsiteX10" fmla="*/ 214632 w 1967341"/>
              <a:gd name="connsiteY10" fmla="*/ 398604 h 442564"/>
              <a:gd name="connsiteX11" fmla="*/ 215024 w 1967341"/>
              <a:gd name="connsiteY11" fmla="*/ 420148 h 442564"/>
              <a:gd name="connsiteX12" fmla="*/ 229678 w 1967341"/>
              <a:gd name="connsiteY12" fmla="*/ 419865 h 442564"/>
              <a:gd name="connsiteX13" fmla="*/ 229678 w 1967341"/>
              <a:gd name="connsiteY13" fmla="*/ 417946 h 442564"/>
              <a:gd name="connsiteX14" fmla="*/ 229678 w 1967341"/>
              <a:gd name="connsiteY14" fmla="*/ 416049 h 442564"/>
              <a:gd name="connsiteX15" fmla="*/ 218775 w 1967341"/>
              <a:gd name="connsiteY15" fmla="*/ 416245 h 442564"/>
              <a:gd name="connsiteX16" fmla="*/ 218775 w 1967341"/>
              <a:gd name="connsiteY16" fmla="*/ 410641 h 442564"/>
              <a:gd name="connsiteX17" fmla="*/ 228457 w 1967341"/>
              <a:gd name="connsiteY17" fmla="*/ 410467 h 442564"/>
              <a:gd name="connsiteX18" fmla="*/ 228457 w 1967341"/>
              <a:gd name="connsiteY18" fmla="*/ 408613 h 442564"/>
              <a:gd name="connsiteX19" fmla="*/ 228457 w 1967341"/>
              <a:gd name="connsiteY19" fmla="*/ 406760 h 442564"/>
              <a:gd name="connsiteX20" fmla="*/ 218775 w 1967341"/>
              <a:gd name="connsiteY20" fmla="*/ 406934 h 442564"/>
              <a:gd name="connsiteX21" fmla="*/ 218775 w 1967341"/>
              <a:gd name="connsiteY21" fmla="*/ 402355 h 442564"/>
              <a:gd name="connsiteX22" fmla="*/ 229220 w 1967341"/>
              <a:gd name="connsiteY22" fmla="*/ 402180 h 442564"/>
              <a:gd name="connsiteX23" fmla="*/ 229220 w 1967341"/>
              <a:gd name="connsiteY23" fmla="*/ 400262 h 442564"/>
              <a:gd name="connsiteX24" fmla="*/ 193459 w 1967341"/>
              <a:gd name="connsiteY24" fmla="*/ 396685 h 442564"/>
              <a:gd name="connsiteX25" fmla="*/ 193219 w 1967341"/>
              <a:gd name="connsiteY25" fmla="*/ 398583 h 442564"/>
              <a:gd name="connsiteX26" fmla="*/ 193001 w 1967341"/>
              <a:gd name="connsiteY26" fmla="*/ 400480 h 442564"/>
              <a:gd name="connsiteX27" fmla="*/ 198932 w 1967341"/>
              <a:gd name="connsiteY27" fmla="*/ 401199 h 442564"/>
              <a:gd name="connsiteX28" fmla="*/ 196751 w 1967341"/>
              <a:gd name="connsiteY28" fmla="*/ 418774 h 442564"/>
              <a:gd name="connsiteX29" fmla="*/ 198932 w 1967341"/>
              <a:gd name="connsiteY29" fmla="*/ 419036 h 442564"/>
              <a:gd name="connsiteX30" fmla="*/ 200960 w 1967341"/>
              <a:gd name="connsiteY30" fmla="*/ 419276 h 442564"/>
              <a:gd name="connsiteX31" fmla="*/ 203140 w 1967341"/>
              <a:gd name="connsiteY31" fmla="*/ 401701 h 442564"/>
              <a:gd name="connsiteX32" fmla="*/ 209093 w 1967341"/>
              <a:gd name="connsiteY32" fmla="*/ 402442 h 442564"/>
              <a:gd name="connsiteX33" fmla="*/ 209311 w 1967341"/>
              <a:gd name="connsiteY33" fmla="*/ 400523 h 442564"/>
              <a:gd name="connsiteX34" fmla="*/ 209442 w 1967341"/>
              <a:gd name="connsiteY34" fmla="*/ 398648 h 442564"/>
              <a:gd name="connsiteX35" fmla="*/ 260567 w 1967341"/>
              <a:gd name="connsiteY35" fmla="*/ 396005 h 442564"/>
              <a:gd name="connsiteX36" fmla="*/ 247733 w 1967341"/>
              <a:gd name="connsiteY36" fmla="*/ 399215 h 442564"/>
              <a:gd name="connsiteX37" fmla="*/ 246795 w 1967341"/>
              <a:gd name="connsiteY37" fmla="*/ 407937 h 442564"/>
              <a:gd name="connsiteX38" fmla="*/ 250894 w 1967341"/>
              <a:gd name="connsiteY38" fmla="*/ 415504 h 442564"/>
              <a:gd name="connsiteX39" fmla="*/ 251520 w 1967341"/>
              <a:gd name="connsiteY39" fmla="*/ 415927 h 442564"/>
              <a:gd name="connsiteX40" fmla="*/ 264545 w 1967341"/>
              <a:gd name="connsiteY40" fmla="*/ 412843 h 442564"/>
              <a:gd name="connsiteX41" fmla="*/ 265482 w 1967341"/>
              <a:gd name="connsiteY41" fmla="*/ 404296 h 442564"/>
              <a:gd name="connsiteX42" fmla="*/ 261383 w 1967341"/>
              <a:gd name="connsiteY42" fmla="*/ 396555 h 442564"/>
              <a:gd name="connsiteX43" fmla="*/ 260567 w 1967341"/>
              <a:gd name="connsiteY43" fmla="*/ 396005 h 442564"/>
              <a:gd name="connsiteX44" fmla="*/ 810540 w 1967341"/>
              <a:gd name="connsiteY44" fmla="*/ 393712 h 442564"/>
              <a:gd name="connsiteX45" fmla="*/ 810985 w 1967341"/>
              <a:gd name="connsiteY45" fmla="*/ 393910 h 442564"/>
              <a:gd name="connsiteX46" fmla="*/ 810453 w 1967341"/>
              <a:gd name="connsiteY46" fmla="*/ 393758 h 442564"/>
              <a:gd name="connsiteX47" fmla="*/ 173310 w 1967341"/>
              <a:gd name="connsiteY47" fmla="*/ 392063 h 442564"/>
              <a:gd name="connsiteX48" fmla="*/ 170061 w 1967341"/>
              <a:gd name="connsiteY48" fmla="*/ 405146 h 442564"/>
              <a:gd name="connsiteX49" fmla="*/ 170389 w 1967341"/>
              <a:gd name="connsiteY49" fmla="*/ 411993 h 442564"/>
              <a:gd name="connsiteX50" fmla="*/ 175731 w 1967341"/>
              <a:gd name="connsiteY50" fmla="*/ 415525 h 442564"/>
              <a:gd name="connsiteX51" fmla="*/ 182163 w 1967341"/>
              <a:gd name="connsiteY51" fmla="*/ 415024 h 442564"/>
              <a:gd name="connsiteX52" fmla="*/ 185587 w 1967341"/>
              <a:gd name="connsiteY52" fmla="*/ 409006 h 442564"/>
              <a:gd name="connsiteX53" fmla="*/ 188749 w 1967341"/>
              <a:gd name="connsiteY53" fmla="*/ 395922 h 442564"/>
              <a:gd name="connsiteX54" fmla="*/ 186743 w 1967341"/>
              <a:gd name="connsiteY54" fmla="*/ 395421 h 442564"/>
              <a:gd name="connsiteX55" fmla="*/ 184737 w 1967341"/>
              <a:gd name="connsiteY55" fmla="*/ 394941 h 442564"/>
              <a:gd name="connsiteX56" fmla="*/ 181444 w 1967341"/>
              <a:gd name="connsiteY56" fmla="*/ 408024 h 442564"/>
              <a:gd name="connsiteX57" fmla="*/ 179721 w 1967341"/>
              <a:gd name="connsiteY57" fmla="*/ 411273 h 442564"/>
              <a:gd name="connsiteX58" fmla="*/ 176581 w 1967341"/>
              <a:gd name="connsiteY58" fmla="*/ 411579 h 442564"/>
              <a:gd name="connsiteX59" fmla="*/ 174052 w 1967341"/>
              <a:gd name="connsiteY59" fmla="*/ 409769 h 442564"/>
              <a:gd name="connsiteX60" fmla="*/ 174052 w 1967341"/>
              <a:gd name="connsiteY60" fmla="*/ 406149 h 442564"/>
              <a:gd name="connsiteX61" fmla="*/ 177323 w 1967341"/>
              <a:gd name="connsiteY61" fmla="*/ 393066 h 442564"/>
              <a:gd name="connsiteX62" fmla="*/ 175317 w 1967341"/>
              <a:gd name="connsiteY62" fmla="*/ 392564 h 442564"/>
              <a:gd name="connsiteX63" fmla="*/ 282730 w 1967341"/>
              <a:gd name="connsiteY63" fmla="*/ 387789 h 442564"/>
              <a:gd name="connsiteX64" fmla="*/ 269320 w 1967341"/>
              <a:gd name="connsiteY64" fmla="*/ 392150 h 442564"/>
              <a:gd name="connsiteX65" fmla="*/ 275862 w 1967341"/>
              <a:gd name="connsiteY65" fmla="*/ 412625 h 442564"/>
              <a:gd name="connsiteX66" fmla="*/ 277846 w 1967341"/>
              <a:gd name="connsiteY66" fmla="*/ 411971 h 442564"/>
              <a:gd name="connsiteX67" fmla="*/ 279808 w 1967341"/>
              <a:gd name="connsiteY67" fmla="*/ 411339 h 442564"/>
              <a:gd name="connsiteX68" fmla="*/ 277083 w 1967341"/>
              <a:gd name="connsiteY68" fmla="*/ 402682 h 442564"/>
              <a:gd name="connsiteX69" fmla="*/ 285347 w 1967341"/>
              <a:gd name="connsiteY69" fmla="*/ 400000 h 442564"/>
              <a:gd name="connsiteX70" fmla="*/ 284780 w 1967341"/>
              <a:gd name="connsiteY70" fmla="*/ 398234 h 442564"/>
              <a:gd name="connsiteX71" fmla="*/ 284191 w 1967341"/>
              <a:gd name="connsiteY71" fmla="*/ 396467 h 442564"/>
              <a:gd name="connsiteX72" fmla="*/ 275949 w 1967341"/>
              <a:gd name="connsiteY72" fmla="*/ 399149 h 442564"/>
              <a:gd name="connsiteX73" fmla="*/ 274444 w 1967341"/>
              <a:gd name="connsiteY73" fmla="*/ 394505 h 442564"/>
              <a:gd name="connsiteX74" fmla="*/ 283908 w 1967341"/>
              <a:gd name="connsiteY74" fmla="*/ 391430 h 442564"/>
              <a:gd name="connsiteX75" fmla="*/ 283319 w 1967341"/>
              <a:gd name="connsiteY75" fmla="*/ 389599 h 442564"/>
              <a:gd name="connsiteX76" fmla="*/ 153533 w 1967341"/>
              <a:gd name="connsiteY76" fmla="*/ 385325 h 442564"/>
              <a:gd name="connsiteX77" fmla="*/ 152901 w 1967341"/>
              <a:gd name="connsiteY77" fmla="*/ 387135 h 442564"/>
              <a:gd name="connsiteX78" fmla="*/ 152290 w 1967341"/>
              <a:gd name="connsiteY78" fmla="*/ 388945 h 442564"/>
              <a:gd name="connsiteX79" fmla="*/ 157938 w 1967341"/>
              <a:gd name="connsiteY79" fmla="*/ 390885 h 442564"/>
              <a:gd name="connsiteX80" fmla="*/ 152181 w 1967341"/>
              <a:gd name="connsiteY80" fmla="*/ 407632 h 442564"/>
              <a:gd name="connsiteX81" fmla="*/ 154143 w 1967341"/>
              <a:gd name="connsiteY81" fmla="*/ 408308 h 442564"/>
              <a:gd name="connsiteX82" fmla="*/ 156084 w 1967341"/>
              <a:gd name="connsiteY82" fmla="*/ 408984 h 442564"/>
              <a:gd name="connsiteX83" fmla="*/ 161841 w 1967341"/>
              <a:gd name="connsiteY83" fmla="*/ 392237 h 442564"/>
              <a:gd name="connsiteX84" fmla="*/ 167510 w 1967341"/>
              <a:gd name="connsiteY84" fmla="*/ 394178 h 442564"/>
              <a:gd name="connsiteX85" fmla="*/ 168143 w 1967341"/>
              <a:gd name="connsiteY85" fmla="*/ 392368 h 442564"/>
              <a:gd name="connsiteX86" fmla="*/ 168797 w 1967341"/>
              <a:gd name="connsiteY86" fmla="*/ 390580 h 442564"/>
              <a:gd name="connsiteX87" fmla="*/ 145705 w 1967341"/>
              <a:gd name="connsiteY87" fmla="*/ 381487 h 442564"/>
              <a:gd name="connsiteX88" fmla="*/ 136612 w 1967341"/>
              <a:gd name="connsiteY88" fmla="*/ 401003 h 442564"/>
              <a:gd name="connsiteX89" fmla="*/ 138487 w 1967341"/>
              <a:gd name="connsiteY89" fmla="*/ 401875 h 442564"/>
              <a:gd name="connsiteX90" fmla="*/ 140341 w 1967341"/>
              <a:gd name="connsiteY90" fmla="*/ 402747 h 442564"/>
              <a:gd name="connsiteX91" fmla="*/ 149455 w 1967341"/>
              <a:gd name="connsiteY91" fmla="*/ 383232 h 442564"/>
              <a:gd name="connsiteX92" fmla="*/ 147558 w 1967341"/>
              <a:gd name="connsiteY92" fmla="*/ 382359 h 442564"/>
              <a:gd name="connsiteX93" fmla="*/ 309049 w 1967341"/>
              <a:gd name="connsiteY93" fmla="*/ 375033 h 442564"/>
              <a:gd name="connsiteX94" fmla="*/ 294832 w 1967341"/>
              <a:gd name="connsiteY94" fmla="*/ 382577 h 442564"/>
              <a:gd name="connsiteX95" fmla="*/ 295726 w 1967341"/>
              <a:gd name="connsiteY95" fmla="*/ 384278 h 442564"/>
              <a:gd name="connsiteX96" fmla="*/ 296620 w 1967341"/>
              <a:gd name="connsiteY96" fmla="*/ 385957 h 442564"/>
              <a:gd name="connsiteX97" fmla="*/ 301897 w 1967341"/>
              <a:gd name="connsiteY97" fmla="*/ 383144 h 442564"/>
              <a:gd name="connsiteX98" fmla="*/ 310227 w 1967341"/>
              <a:gd name="connsiteY98" fmla="*/ 398779 h 442564"/>
              <a:gd name="connsiteX99" fmla="*/ 312059 w 1967341"/>
              <a:gd name="connsiteY99" fmla="*/ 397819 h 442564"/>
              <a:gd name="connsiteX100" fmla="*/ 313869 w 1967341"/>
              <a:gd name="connsiteY100" fmla="*/ 396838 h 442564"/>
              <a:gd name="connsiteX101" fmla="*/ 305561 w 1967341"/>
              <a:gd name="connsiteY101" fmla="*/ 381204 h 442564"/>
              <a:gd name="connsiteX102" fmla="*/ 310838 w 1967341"/>
              <a:gd name="connsiteY102" fmla="*/ 378391 h 442564"/>
              <a:gd name="connsiteX103" fmla="*/ 309944 w 1967341"/>
              <a:gd name="connsiteY103" fmla="*/ 376712 h 442564"/>
              <a:gd name="connsiteX104" fmla="*/ 127170 w 1967341"/>
              <a:gd name="connsiteY104" fmla="*/ 371413 h 442564"/>
              <a:gd name="connsiteX105" fmla="*/ 126320 w 1967341"/>
              <a:gd name="connsiteY105" fmla="*/ 373201 h 442564"/>
              <a:gd name="connsiteX106" fmla="*/ 125404 w 1967341"/>
              <a:gd name="connsiteY106" fmla="*/ 374880 h 442564"/>
              <a:gd name="connsiteX107" fmla="*/ 130637 w 1967341"/>
              <a:gd name="connsiteY107" fmla="*/ 377780 h 442564"/>
              <a:gd name="connsiteX108" fmla="*/ 122046 w 1967341"/>
              <a:gd name="connsiteY108" fmla="*/ 393262 h 442564"/>
              <a:gd name="connsiteX109" fmla="*/ 123856 w 1967341"/>
              <a:gd name="connsiteY109" fmla="*/ 394265 h 442564"/>
              <a:gd name="connsiteX110" fmla="*/ 125666 w 1967341"/>
              <a:gd name="connsiteY110" fmla="*/ 395268 h 442564"/>
              <a:gd name="connsiteX111" fmla="*/ 134170 w 1967341"/>
              <a:gd name="connsiteY111" fmla="*/ 379655 h 442564"/>
              <a:gd name="connsiteX112" fmla="*/ 139403 w 1967341"/>
              <a:gd name="connsiteY112" fmla="*/ 382555 h 442564"/>
              <a:gd name="connsiteX113" fmla="*/ 140319 w 1967341"/>
              <a:gd name="connsiteY113" fmla="*/ 380898 h 442564"/>
              <a:gd name="connsiteX114" fmla="*/ 141257 w 1967341"/>
              <a:gd name="connsiteY114" fmla="*/ 379219 h 442564"/>
              <a:gd name="connsiteX115" fmla="*/ 234017 w 1967341"/>
              <a:gd name="connsiteY115" fmla="*/ 368317 h 442564"/>
              <a:gd name="connsiteX116" fmla="*/ 228456 w 1967341"/>
              <a:gd name="connsiteY116" fmla="*/ 376821 h 442564"/>
              <a:gd name="connsiteX117" fmla="*/ 227954 w 1967341"/>
              <a:gd name="connsiteY117" fmla="*/ 377981 h 442564"/>
              <a:gd name="connsiteX118" fmla="*/ 227955 w 1967341"/>
              <a:gd name="connsiteY118" fmla="*/ 377955 h 442564"/>
              <a:gd name="connsiteX119" fmla="*/ 227889 w 1967341"/>
              <a:gd name="connsiteY119" fmla="*/ 378130 h 442564"/>
              <a:gd name="connsiteX120" fmla="*/ 227954 w 1967341"/>
              <a:gd name="connsiteY120" fmla="*/ 377981 h 442564"/>
              <a:gd name="connsiteX121" fmla="*/ 227846 w 1967341"/>
              <a:gd name="connsiteY121" fmla="*/ 380069 h 442564"/>
              <a:gd name="connsiteX122" fmla="*/ 255970 w 1967341"/>
              <a:gd name="connsiteY122" fmla="*/ 378675 h 442564"/>
              <a:gd name="connsiteX123" fmla="*/ 249498 w 1967341"/>
              <a:gd name="connsiteY123" fmla="*/ 378675 h 442564"/>
              <a:gd name="connsiteX124" fmla="*/ 245137 w 1967341"/>
              <a:gd name="connsiteY124" fmla="*/ 368775 h 442564"/>
              <a:gd name="connsiteX125" fmla="*/ 234017 w 1967341"/>
              <a:gd name="connsiteY125" fmla="*/ 368317 h 442564"/>
              <a:gd name="connsiteX126" fmla="*/ 262560 w 1967341"/>
              <a:gd name="connsiteY126" fmla="*/ 368273 h 442564"/>
              <a:gd name="connsiteX127" fmla="*/ 262560 w 1967341"/>
              <a:gd name="connsiteY127" fmla="*/ 368339 h 442564"/>
              <a:gd name="connsiteX128" fmla="*/ 263411 w 1967341"/>
              <a:gd name="connsiteY128" fmla="*/ 370192 h 442564"/>
              <a:gd name="connsiteX129" fmla="*/ 262539 w 1967341"/>
              <a:gd name="connsiteY129" fmla="*/ 375687 h 442564"/>
              <a:gd name="connsiteX130" fmla="*/ 262015 w 1967341"/>
              <a:gd name="connsiteY130" fmla="*/ 370454 h 442564"/>
              <a:gd name="connsiteX131" fmla="*/ 262560 w 1967341"/>
              <a:gd name="connsiteY131" fmla="*/ 368273 h 442564"/>
              <a:gd name="connsiteX132" fmla="*/ 225731 w 1967341"/>
              <a:gd name="connsiteY132" fmla="*/ 368273 h 442564"/>
              <a:gd name="connsiteX133" fmla="*/ 225731 w 1967341"/>
              <a:gd name="connsiteY133" fmla="*/ 368339 h 442564"/>
              <a:gd name="connsiteX134" fmla="*/ 226582 w 1967341"/>
              <a:gd name="connsiteY134" fmla="*/ 370192 h 442564"/>
              <a:gd name="connsiteX135" fmla="*/ 225710 w 1967341"/>
              <a:gd name="connsiteY135" fmla="*/ 375687 h 442564"/>
              <a:gd name="connsiteX136" fmla="*/ 225186 w 1967341"/>
              <a:gd name="connsiteY136" fmla="*/ 370454 h 442564"/>
              <a:gd name="connsiteX137" fmla="*/ 225731 w 1967341"/>
              <a:gd name="connsiteY137" fmla="*/ 368273 h 442564"/>
              <a:gd name="connsiteX138" fmla="*/ 182032 w 1967341"/>
              <a:gd name="connsiteY138" fmla="*/ 368055 h 442564"/>
              <a:gd name="connsiteX139" fmla="*/ 183210 w 1967341"/>
              <a:gd name="connsiteY139" fmla="*/ 368229 h 442564"/>
              <a:gd name="connsiteX140" fmla="*/ 183363 w 1967341"/>
              <a:gd name="connsiteY140" fmla="*/ 375294 h 442564"/>
              <a:gd name="connsiteX141" fmla="*/ 182032 w 1967341"/>
              <a:gd name="connsiteY141" fmla="*/ 375294 h 442564"/>
              <a:gd name="connsiteX142" fmla="*/ 182032 w 1967341"/>
              <a:gd name="connsiteY142" fmla="*/ 368099 h 442564"/>
              <a:gd name="connsiteX143" fmla="*/ 256455 w 1967341"/>
              <a:gd name="connsiteY143" fmla="*/ 367946 h 442564"/>
              <a:gd name="connsiteX144" fmla="*/ 257262 w 1967341"/>
              <a:gd name="connsiteY144" fmla="*/ 370127 h 442564"/>
              <a:gd name="connsiteX145" fmla="*/ 256564 w 1967341"/>
              <a:gd name="connsiteY145" fmla="*/ 375513 h 442564"/>
              <a:gd name="connsiteX146" fmla="*/ 255539 w 1967341"/>
              <a:gd name="connsiteY146" fmla="*/ 370301 h 442564"/>
              <a:gd name="connsiteX147" fmla="*/ 256455 w 1967341"/>
              <a:gd name="connsiteY147" fmla="*/ 368012 h 442564"/>
              <a:gd name="connsiteX148" fmla="*/ 219625 w 1967341"/>
              <a:gd name="connsiteY148" fmla="*/ 367946 h 442564"/>
              <a:gd name="connsiteX149" fmla="*/ 220432 w 1967341"/>
              <a:gd name="connsiteY149" fmla="*/ 370127 h 442564"/>
              <a:gd name="connsiteX150" fmla="*/ 219756 w 1967341"/>
              <a:gd name="connsiteY150" fmla="*/ 375622 h 442564"/>
              <a:gd name="connsiteX151" fmla="*/ 218709 w 1967341"/>
              <a:gd name="connsiteY151" fmla="*/ 370301 h 442564"/>
              <a:gd name="connsiteX152" fmla="*/ 219625 w 1967341"/>
              <a:gd name="connsiteY152" fmla="*/ 368012 h 442564"/>
              <a:gd name="connsiteX153" fmla="*/ 546053 w 1967341"/>
              <a:gd name="connsiteY153" fmla="*/ 367608 h 442564"/>
              <a:gd name="connsiteX154" fmla="*/ 546130 w 1967341"/>
              <a:gd name="connsiteY154" fmla="*/ 382735 h 442564"/>
              <a:gd name="connsiteX155" fmla="*/ 559433 w 1967341"/>
              <a:gd name="connsiteY155" fmla="*/ 382735 h 442564"/>
              <a:gd name="connsiteX156" fmla="*/ 565896 w 1967341"/>
              <a:gd name="connsiteY156" fmla="*/ 380759 h 442564"/>
              <a:gd name="connsiteX157" fmla="*/ 568024 w 1967341"/>
              <a:gd name="connsiteY157" fmla="*/ 374677 h 442564"/>
              <a:gd name="connsiteX158" fmla="*/ 565819 w 1967341"/>
              <a:gd name="connsiteY158" fmla="*/ 369355 h 442564"/>
              <a:gd name="connsiteX159" fmla="*/ 559206 w 1967341"/>
              <a:gd name="connsiteY159" fmla="*/ 367608 h 442564"/>
              <a:gd name="connsiteX160" fmla="*/ 188444 w 1967341"/>
              <a:gd name="connsiteY160" fmla="*/ 367554 h 442564"/>
              <a:gd name="connsiteX161" fmla="*/ 189054 w 1967341"/>
              <a:gd name="connsiteY161" fmla="*/ 370127 h 442564"/>
              <a:gd name="connsiteX162" fmla="*/ 188444 w 1967341"/>
              <a:gd name="connsiteY162" fmla="*/ 375251 h 442564"/>
              <a:gd name="connsiteX163" fmla="*/ 187790 w 1967341"/>
              <a:gd name="connsiteY163" fmla="*/ 370127 h 442564"/>
              <a:gd name="connsiteX164" fmla="*/ 188444 w 1967341"/>
              <a:gd name="connsiteY164" fmla="*/ 367554 h 442564"/>
              <a:gd name="connsiteX165" fmla="*/ 184867 w 1967341"/>
              <a:gd name="connsiteY165" fmla="*/ 367053 h 442564"/>
              <a:gd name="connsiteX166" fmla="*/ 184872 w 1967341"/>
              <a:gd name="connsiteY166" fmla="*/ 367199 h 442564"/>
              <a:gd name="connsiteX167" fmla="*/ 184867 w 1967341"/>
              <a:gd name="connsiteY167" fmla="*/ 367205 h 442564"/>
              <a:gd name="connsiteX168" fmla="*/ 185225 w 1967341"/>
              <a:gd name="connsiteY168" fmla="*/ 366767 h 442564"/>
              <a:gd name="connsiteX169" fmla="*/ 186394 w 1967341"/>
              <a:gd name="connsiteY169" fmla="*/ 367053 h 442564"/>
              <a:gd name="connsiteX170" fmla="*/ 186656 w 1967341"/>
              <a:gd name="connsiteY170" fmla="*/ 375775 h 442564"/>
              <a:gd name="connsiteX171" fmla="*/ 185151 w 1967341"/>
              <a:gd name="connsiteY171" fmla="*/ 375775 h 442564"/>
              <a:gd name="connsiteX172" fmla="*/ 184872 w 1967341"/>
              <a:gd name="connsiteY172" fmla="*/ 367199 h 442564"/>
              <a:gd name="connsiteX173" fmla="*/ 259769 w 1967341"/>
              <a:gd name="connsiteY173" fmla="*/ 366441 h 442564"/>
              <a:gd name="connsiteX174" fmla="*/ 260554 w 1967341"/>
              <a:gd name="connsiteY174" fmla="*/ 369712 h 442564"/>
              <a:gd name="connsiteX175" fmla="*/ 259638 w 1967341"/>
              <a:gd name="connsiteY175" fmla="*/ 376058 h 442564"/>
              <a:gd name="connsiteX176" fmla="*/ 258700 w 1967341"/>
              <a:gd name="connsiteY176" fmla="*/ 369625 h 442564"/>
              <a:gd name="connsiteX177" fmla="*/ 259769 w 1967341"/>
              <a:gd name="connsiteY177" fmla="*/ 366441 h 442564"/>
              <a:gd name="connsiteX178" fmla="*/ 222940 w 1967341"/>
              <a:gd name="connsiteY178" fmla="*/ 366441 h 442564"/>
              <a:gd name="connsiteX179" fmla="*/ 223725 w 1967341"/>
              <a:gd name="connsiteY179" fmla="*/ 369712 h 442564"/>
              <a:gd name="connsiteX180" fmla="*/ 222809 w 1967341"/>
              <a:gd name="connsiteY180" fmla="*/ 376058 h 442564"/>
              <a:gd name="connsiteX181" fmla="*/ 221871 w 1967341"/>
              <a:gd name="connsiteY181" fmla="*/ 369625 h 442564"/>
              <a:gd name="connsiteX182" fmla="*/ 222940 w 1967341"/>
              <a:gd name="connsiteY182" fmla="*/ 366441 h 442564"/>
              <a:gd name="connsiteX183" fmla="*/ 164087 w 1967341"/>
              <a:gd name="connsiteY183" fmla="*/ 365765 h 442564"/>
              <a:gd name="connsiteX184" fmla="*/ 164219 w 1967341"/>
              <a:gd name="connsiteY184" fmla="*/ 365887 h 442564"/>
              <a:gd name="connsiteX185" fmla="*/ 164021 w 1967341"/>
              <a:gd name="connsiteY185" fmla="*/ 365853 h 442564"/>
              <a:gd name="connsiteX186" fmla="*/ 325644 w 1967341"/>
              <a:gd name="connsiteY186" fmla="*/ 364588 h 442564"/>
              <a:gd name="connsiteX187" fmla="*/ 313411 w 1967341"/>
              <a:gd name="connsiteY187" fmla="*/ 372525 h 442564"/>
              <a:gd name="connsiteX188" fmla="*/ 325142 w 1967341"/>
              <a:gd name="connsiteY188" fmla="*/ 390580 h 442564"/>
              <a:gd name="connsiteX189" fmla="*/ 337702 w 1967341"/>
              <a:gd name="connsiteY189" fmla="*/ 382337 h 442564"/>
              <a:gd name="connsiteX190" fmla="*/ 336655 w 1967341"/>
              <a:gd name="connsiteY190" fmla="*/ 380724 h 442564"/>
              <a:gd name="connsiteX191" fmla="*/ 335630 w 1967341"/>
              <a:gd name="connsiteY191" fmla="*/ 379132 h 442564"/>
              <a:gd name="connsiteX192" fmla="*/ 326494 w 1967341"/>
              <a:gd name="connsiteY192" fmla="*/ 385063 h 442564"/>
              <a:gd name="connsiteX193" fmla="*/ 323419 w 1967341"/>
              <a:gd name="connsiteY193" fmla="*/ 380375 h 442564"/>
              <a:gd name="connsiteX194" fmla="*/ 331618 w 1967341"/>
              <a:gd name="connsiteY194" fmla="*/ 375142 h 442564"/>
              <a:gd name="connsiteX195" fmla="*/ 330615 w 1967341"/>
              <a:gd name="connsiteY195" fmla="*/ 373572 h 442564"/>
              <a:gd name="connsiteX196" fmla="*/ 329612 w 1967341"/>
              <a:gd name="connsiteY196" fmla="*/ 372023 h 442564"/>
              <a:gd name="connsiteX197" fmla="*/ 321479 w 1967341"/>
              <a:gd name="connsiteY197" fmla="*/ 377300 h 442564"/>
              <a:gd name="connsiteX198" fmla="*/ 318993 w 1967341"/>
              <a:gd name="connsiteY198" fmla="*/ 373463 h 442564"/>
              <a:gd name="connsiteX199" fmla="*/ 327715 w 1967341"/>
              <a:gd name="connsiteY199" fmla="*/ 367793 h 442564"/>
              <a:gd name="connsiteX200" fmla="*/ 326690 w 1967341"/>
              <a:gd name="connsiteY200" fmla="*/ 366180 h 442564"/>
              <a:gd name="connsiteX201" fmla="*/ 112015 w 1967341"/>
              <a:gd name="connsiteY201" fmla="*/ 362407 h 442564"/>
              <a:gd name="connsiteX202" fmla="*/ 107414 w 1967341"/>
              <a:gd name="connsiteY202" fmla="*/ 365198 h 442564"/>
              <a:gd name="connsiteX203" fmla="*/ 106259 w 1967341"/>
              <a:gd name="connsiteY203" fmla="*/ 369450 h 442564"/>
              <a:gd name="connsiteX204" fmla="*/ 109900 w 1967341"/>
              <a:gd name="connsiteY204" fmla="*/ 375163 h 442564"/>
              <a:gd name="connsiteX205" fmla="*/ 111906 w 1967341"/>
              <a:gd name="connsiteY205" fmla="*/ 378085 h 442564"/>
              <a:gd name="connsiteX206" fmla="*/ 111514 w 1967341"/>
              <a:gd name="connsiteY206" fmla="*/ 380004 h 442564"/>
              <a:gd name="connsiteX207" fmla="*/ 109486 w 1967341"/>
              <a:gd name="connsiteY207" fmla="*/ 380920 h 442564"/>
              <a:gd name="connsiteX208" fmla="*/ 106564 w 1967341"/>
              <a:gd name="connsiteY208" fmla="*/ 379655 h 442564"/>
              <a:gd name="connsiteX209" fmla="*/ 104689 w 1967341"/>
              <a:gd name="connsiteY209" fmla="*/ 377148 h 442564"/>
              <a:gd name="connsiteX210" fmla="*/ 105299 w 1967341"/>
              <a:gd name="connsiteY210" fmla="*/ 374335 h 442564"/>
              <a:gd name="connsiteX211" fmla="*/ 102072 w 1967341"/>
              <a:gd name="connsiteY211" fmla="*/ 372002 h 442564"/>
              <a:gd name="connsiteX212" fmla="*/ 100742 w 1967341"/>
              <a:gd name="connsiteY212" fmla="*/ 377671 h 442564"/>
              <a:gd name="connsiteX213" fmla="*/ 104383 w 1967341"/>
              <a:gd name="connsiteY213" fmla="*/ 382665 h 442564"/>
              <a:gd name="connsiteX214" fmla="*/ 110249 w 1967341"/>
              <a:gd name="connsiteY214" fmla="*/ 384714 h 442564"/>
              <a:gd name="connsiteX215" fmla="*/ 114850 w 1967341"/>
              <a:gd name="connsiteY215" fmla="*/ 382098 h 442564"/>
              <a:gd name="connsiteX216" fmla="*/ 116246 w 1967341"/>
              <a:gd name="connsiteY216" fmla="*/ 377736 h 442564"/>
              <a:gd name="connsiteX217" fmla="*/ 112997 w 1967341"/>
              <a:gd name="connsiteY217" fmla="*/ 372372 h 442564"/>
              <a:gd name="connsiteX218" fmla="*/ 110576 w 1967341"/>
              <a:gd name="connsiteY218" fmla="*/ 369058 h 442564"/>
              <a:gd name="connsiteX219" fmla="*/ 110707 w 1967341"/>
              <a:gd name="connsiteY219" fmla="*/ 367313 h 442564"/>
              <a:gd name="connsiteX220" fmla="*/ 112648 w 1967341"/>
              <a:gd name="connsiteY220" fmla="*/ 366136 h 442564"/>
              <a:gd name="connsiteX221" fmla="*/ 115090 w 1967341"/>
              <a:gd name="connsiteY221" fmla="*/ 366965 h 442564"/>
              <a:gd name="connsiteX222" fmla="*/ 116943 w 1967341"/>
              <a:gd name="connsiteY222" fmla="*/ 369429 h 442564"/>
              <a:gd name="connsiteX223" fmla="*/ 116529 w 1967341"/>
              <a:gd name="connsiteY223" fmla="*/ 372132 h 442564"/>
              <a:gd name="connsiteX224" fmla="*/ 119778 w 1967341"/>
              <a:gd name="connsiteY224" fmla="*/ 374509 h 442564"/>
              <a:gd name="connsiteX225" fmla="*/ 119778 w 1967341"/>
              <a:gd name="connsiteY225" fmla="*/ 374466 h 442564"/>
              <a:gd name="connsiteX226" fmla="*/ 120934 w 1967341"/>
              <a:gd name="connsiteY226" fmla="*/ 368971 h 442564"/>
              <a:gd name="connsiteX227" fmla="*/ 117663 w 1967341"/>
              <a:gd name="connsiteY227" fmla="*/ 364239 h 442564"/>
              <a:gd name="connsiteX228" fmla="*/ 112015 w 1967341"/>
              <a:gd name="connsiteY228" fmla="*/ 362407 h 442564"/>
              <a:gd name="connsiteX229" fmla="*/ 342237 w 1967341"/>
              <a:gd name="connsiteY229" fmla="*/ 352726 h 442564"/>
              <a:gd name="connsiteX230" fmla="*/ 336437 w 1967341"/>
              <a:gd name="connsiteY230" fmla="*/ 354906 h 442564"/>
              <a:gd name="connsiteX231" fmla="*/ 333341 w 1967341"/>
              <a:gd name="connsiteY231" fmla="*/ 361448 h 442564"/>
              <a:gd name="connsiteX232" fmla="*/ 336830 w 1967341"/>
              <a:gd name="connsiteY232" fmla="*/ 369450 h 442564"/>
              <a:gd name="connsiteX233" fmla="*/ 344004 w 1967341"/>
              <a:gd name="connsiteY233" fmla="*/ 374139 h 442564"/>
              <a:gd name="connsiteX234" fmla="*/ 354121 w 1967341"/>
              <a:gd name="connsiteY234" fmla="*/ 366747 h 442564"/>
              <a:gd name="connsiteX235" fmla="*/ 354078 w 1967341"/>
              <a:gd name="connsiteY235" fmla="*/ 366703 h 442564"/>
              <a:gd name="connsiteX236" fmla="*/ 352268 w 1967341"/>
              <a:gd name="connsiteY236" fmla="*/ 360554 h 442564"/>
              <a:gd name="connsiteX237" fmla="*/ 349084 w 1967341"/>
              <a:gd name="connsiteY237" fmla="*/ 363214 h 442564"/>
              <a:gd name="connsiteX238" fmla="*/ 350022 w 1967341"/>
              <a:gd name="connsiteY238" fmla="*/ 366485 h 442564"/>
              <a:gd name="connsiteX239" fmla="*/ 349865 w 1967341"/>
              <a:gd name="connsiteY239" fmla="*/ 367213 h 442564"/>
              <a:gd name="connsiteX240" fmla="*/ 344418 w 1967341"/>
              <a:gd name="connsiteY240" fmla="*/ 370105 h 442564"/>
              <a:gd name="connsiteX241" fmla="*/ 340057 w 1967341"/>
              <a:gd name="connsiteY241" fmla="*/ 366790 h 442564"/>
              <a:gd name="connsiteX242" fmla="*/ 337484 w 1967341"/>
              <a:gd name="connsiteY242" fmla="*/ 361709 h 442564"/>
              <a:gd name="connsiteX243" fmla="*/ 338967 w 1967341"/>
              <a:gd name="connsiteY243" fmla="*/ 357850 h 442564"/>
              <a:gd name="connsiteX244" fmla="*/ 341932 w 1967341"/>
              <a:gd name="connsiteY244" fmla="*/ 356716 h 442564"/>
              <a:gd name="connsiteX245" fmla="*/ 344767 w 1967341"/>
              <a:gd name="connsiteY245" fmla="*/ 357937 h 442564"/>
              <a:gd name="connsiteX246" fmla="*/ 347950 w 1967341"/>
              <a:gd name="connsiteY246" fmla="*/ 355277 h 442564"/>
              <a:gd name="connsiteX247" fmla="*/ 342237 w 1967341"/>
              <a:gd name="connsiteY247" fmla="*/ 352726 h 442564"/>
              <a:gd name="connsiteX248" fmla="*/ 228692 w 1967341"/>
              <a:gd name="connsiteY248" fmla="*/ 352142 h 442564"/>
              <a:gd name="connsiteX249" fmla="*/ 228736 w 1967341"/>
              <a:gd name="connsiteY249" fmla="*/ 352142 h 442564"/>
              <a:gd name="connsiteX250" fmla="*/ 228736 w 1967341"/>
              <a:gd name="connsiteY250" fmla="*/ 357964 h 442564"/>
              <a:gd name="connsiteX251" fmla="*/ 223786 w 1967341"/>
              <a:gd name="connsiteY251" fmla="*/ 357964 h 442564"/>
              <a:gd name="connsiteX252" fmla="*/ 240427 w 1967341"/>
              <a:gd name="connsiteY252" fmla="*/ 350872 h 442564"/>
              <a:gd name="connsiteX253" fmla="*/ 243655 w 1967341"/>
              <a:gd name="connsiteY253" fmla="*/ 356018 h 442564"/>
              <a:gd name="connsiteX254" fmla="*/ 240427 w 1967341"/>
              <a:gd name="connsiteY254" fmla="*/ 361165 h 442564"/>
              <a:gd name="connsiteX255" fmla="*/ 237200 w 1967341"/>
              <a:gd name="connsiteY255" fmla="*/ 356018 h 442564"/>
              <a:gd name="connsiteX256" fmla="*/ 240427 w 1967341"/>
              <a:gd name="connsiteY256" fmla="*/ 350872 h 442564"/>
              <a:gd name="connsiteX257" fmla="*/ 213585 w 1967341"/>
              <a:gd name="connsiteY257" fmla="*/ 350872 h 442564"/>
              <a:gd name="connsiteX258" fmla="*/ 216703 w 1967341"/>
              <a:gd name="connsiteY258" fmla="*/ 353620 h 442564"/>
              <a:gd name="connsiteX259" fmla="*/ 216699 w 1967341"/>
              <a:gd name="connsiteY259" fmla="*/ 354124 h 442564"/>
              <a:gd name="connsiteX260" fmla="*/ 213738 w 1967341"/>
              <a:gd name="connsiteY260" fmla="*/ 356542 h 442564"/>
              <a:gd name="connsiteX261" fmla="*/ 210620 w 1967341"/>
              <a:gd name="connsiteY261" fmla="*/ 353751 h 442564"/>
              <a:gd name="connsiteX262" fmla="*/ 210624 w 1967341"/>
              <a:gd name="connsiteY262" fmla="*/ 353437 h 442564"/>
              <a:gd name="connsiteX263" fmla="*/ 213585 w 1967341"/>
              <a:gd name="connsiteY263" fmla="*/ 350872 h 442564"/>
              <a:gd name="connsiteX264" fmla="*/ 212979 w 1967341"/>
              <a:gd name="connsiteY264" fmla="*/ 349547 h 442564"/>
              <a:gd name="connsiteX265" fmla="*/ 208657 w 1967341"/>
              <a:gd name="connsiteY265" fmla="*/ 353948 h 442564"/>
              <a:gd name="connsiteX266" fmla="*/ 208679 w 1967341"/>
              <a:gd name="connsiteY266" fmla="*/ 354240 h 442564"/>
              <a:gd name="connsiteX267" fmla="*/ 213498 w 1967341"/>
              <a:gd name="connsiteY267" fmla="*/ 358091 h 442564"/>
              <a:gd name="connsiteX268" fmla="*/ 217031 w 1967341"/>
              <a:gd name="connsiteY268" fmla="*/ 356564 h 442564"/>
              <a:gd name="connsiteX269" fmla="*/ 213324 w 1967341"/>
              <a:gd name="connsiteY269" fmla="*/ 361362 h 442564"/>
              <a:gd name="connsiteX270" fmla="*/ 212870 w 1967341"/>
              <a:gd name="connsiteY270" fmla="*/ 361401 h 442564"/>
              <a:gd name="connsiteX271" fmla="*/ 210729 w 1967341"/>
              <a:gd name="connsiteY271" fmla="*/ 359181 h 442564"/>
              <a:gd name="connsiteX272" fmla="*/ 208788 w 1967341"/>
              <a:gd name="connsiteY272" fmla="*/ 359181 h 442564"/>
              <a:gd name="connsiteX273" fmla="*/ 213367 w 1967341"/>
              <a:gd name="connsiteY273" fmla="*/ 362626 h 442564"/>
              <a:gd name="connsiteX274" fmla="*/ 213367 w 1967341"/>
              <a:gd name="connsiteY274" fmla="*/ 362692 h 442564"/>
              <a:gd name="connsiteX275" fmla="*/ 219015 w 1967341"/>
              <a:gd name="connsiteY275" fmla="*/ 355539 h 442564"/>
              <a:gd name="connsiteX276" fmla="*/ 213607 w 1967341"/>
              <a:gd name="connsiteY276" fmla="*/ 349587 h 442564"/>
              <a:gd name="connsiteX277" fmla="*/ 212979 w 1967341"/>
              <a:gd name="connsiteY277" fmla="*/ 349547 h 442564"/>
              <a:gd name="connsiteX278" fmla="*/ 240428 w 1967341"/>
              <a:gd name="connsiteY278" fmla="*/ 349521 h 442564"/>
              <a:gd name="connsiteX279" fmla="*/ 235151 w 1967341"/>
              <a:gd name="connsiteY279" fmla="*/ 356063 h 442564"/>
              <a:gd name="connsiteX280" fmla="*/ 240428 w 1967341"/>
              <a:gd name="connsiteY280" fmla="*/ 362604 h 442564"/>
              <a:gd name="connsiteX281" fmla="*/ 240428 w 1967341"/>
              <a:gd name="connsiteY281" fmla="*/ 362692 h 442564"/>
              <a:gd name="connsiteX282" fmla="*/ 245705 w 1967341"/>
              <a:gd name="connsiteY282" fmla="*/ 356063 h 442564"/>
              <a:gd name="connsiteX283" fmla="*/ 240428 w 1967341"/>
              <a:gd name="connsiteY283" fmla="*/ 349521 h 442564"/>
              <a:gd name="connsiteX284" fmla="*/ 228675 w 1967341"/>
              <a:gd name="connsiteY284" fmla="*/ 349434 h 442564"/>
              <a:gd name="connsiteX285" fmla="*/ 221632 w 1967341"/>
              <a:gd name="connsiteY285" fmla="*/ 357567 h 442564"/>
              <a:gd name="connsiteX286" fmla="*/ 221632 w 1967341"/>
              <a:gd name="connsiteY286" fmla="*/ 359137 h 442564"/>
              <a:gd name="connsiteX287" fmla="*/ 228348 w 1967341"/>
              <a:gd name="connsiteY287" fmla="*/ 359137 h 442564"/>
              <a:gd name="connsiteX288" fmla="*/ 228348 w 1967341"/>
              <a:gd name="connsiteY288" fmla="*/ 362277 h 442564"/>
              <a:gd name="connsiteX289" fmla="*/ 230288 w 1967341"/>
              <a:gd name="connsiteY289" fmla="*/ 362277 h 442564"/>
              <a:gd name="connsiteX290" fmla="*/ 230288 w 1967341"/>
              <a:gd name="connsiteY290" fmla="*/ 359137 h 442564"/>
              <a:gd name="connsiteX291" fmla="*/ 232469 w 1967341"/>
              <a:gd name="connsiteY291" fmla="*/ 359137 h 442564"/>
              <a:gd name="connsiteX292" fmla="*/ 232469 w 1967341"/>
              <a:gd name="connsiteY292" fmla="*/ 357764 h 442564"/>
              <a:gd name="connsiteX293" fmla="*/ 230288 w 1967341"/>
              <a:gd name="connsiteY293" fmla="*/ 357764 h 442564"/>
              <a:gd name="connsiteX294" fmla="*/ 230288 w 1967341"/>
              <a:gd name="connsiteY294" fmla="*/ 349434 h 442564"/>
              <a:gd name="connsiteX295" fmla="*/ 200742 w 1967341"/>
              <a:gd name="connsiteY295" fmla="*/ 349347 h 442564"/>
              <a:gd name="connsiteX296" fmla="*/ 196599 w 1967341"/>
              <a:gd name="connsiteY296" fmla="*/ 351789 h 442564"/>
              <a:gd name="connsiteX297" fmla="*/ 196599 w 1967341"/>
              <a:gd name="connsiteY297" fmla="*/ 353163 h 442564"/>
              <a:gd name="connsiteX298" fmla="*/ 200197 w 1967341"/>
              <a:gd name="connsiteY298" fmla="*/ 353163 h 442564"/>
              <a:gd name="connsiteX299" fmla="*/ 200197 w 1967341"/>
              <a:gd name="connsiteY299" fmla="*/ 362277 h 442564"/>
              <a:gd name="connsiteX300" fmla="*/ 202246 w 1967341"/>
              <a:gd name="connsiteY300" fmla="*/ 362277 h 442564"/>
              <a:gd name="connsiteX301" fmla="*/ 202246 w 1967341"/>
              <a:gd name="connsiteY301" fmla="*/ 349347 h 442564"/>
              <a:gd name="connsiteX302" fmla="*/ 94658 w 1967341"/>
              <a:gd name="connsiteY302" fmla="*/ 345617 h 442564"/>
              <a:gd name="connsiteX303" fmla="*/ 79961 w 1967341"/>
              <a:gd name="connsiteY303" fmla="*/ 361361 h 442564"/>
              <a:gd name="connsiteX304" fmla="*/ 81379 w 1967341"/>
              <a:gd name="connsiteY304" fmla="*/ 362691 h 442564"/>
              <a:gd name="connsiteX305" fmla="*/ 82796 w 1967341"/>
              <a:gd name="connsiteY305" fmla="*/ 364086 h 442564"/>
              <a:gd name="connsiteX306" fmla="*/ 93372 w 1967341"/>
              <a:gd name="connsiteY306" fmla="*/ 352726 h 442564"/>
              <a:gd name="connsiteX307" fmla="*/ 88771 w 1967341"/>
              <a:gd name="connsiteY307" fmla="*/ 369669 h 442564"/>
              <a:gd name="connsiteX308" fmla="*/ 90275 w 1967341"/>
              <a:gd name="connsiteY308" fmla="*/ 371064 h 442564"/>
              <a:gd name="connsiteX309" fmla="*/ 91780 w 1967341"/>
              <a:gd name="connsiteY309" fmla="*/ 372394 h 442564"/>
              <a:gd name="connsiteX310" fmla="*/ 106455 w 1967341"/>
              <a:gd name="connsiteY310" fmla="*/ 356629 h 442564"/>
              <a:gd name="connsiteX311" fmla="*/ 105038 w 1967341"/>
              <a:gd name="connsiteY311" fmla="*/ 355320 h 442564"/>
              <a:gd name="connsiteX312" fmla="*/ 103642 w 1967341"/>
              <a:gd name="connsiteY312" fmla="*/ 354012 h 442564"/>
              <a:gd name="connsiteX313" fmla="*/ 93328 w 1967341"/>
              <a:gd name="connsiteY313" fmla="*/ 365068 h 442564"/>
              <a:gd name="connsiteX314" fmla="*/ 97820 w 1967341"/>
              <a:gd name="connsiteY314" fmla="*/ 348583 h 442564"/>
              <a:gd name="connsiteX315" fmla="*/ 96228 w 1967341"/>
              <a:gd name="connsiteY315" fmla="*/ 347100 h 442564"/>
              <a:gd name="connsiteX316" fmla="*/ 546053 w 1967341"/>
              <a:gd name="connsiteY316" fmla="*/ 345485 h 442564"/>
              <a:gd name="connsiteX317" fmla="*/ 546130 w 1967341"/>
              <a:gd name="connsiteY317" fmla="*/ 358029 h 442564"/>
              <a:gd name="connsiteX318" fmla="*/ 558673 w 1967341"/>
              <a:gd name="connsiteY318" fmla="*/ 358029 h 442564"/>
              <a:gd name="connsiteX319" fmla="*/ 564831 w 1967341"/>
              <a:gd name="connsiteY319" fmla="*/ 356356 h 442564"/>
              <a:gd name="connsiteX320" fmla="*/ 566808 w 1967341"/>
              <a:gd name="connsiteY320" fmla="*/ 351263 h 442564"/>
              <a:gd name="connsiteX321" fmla="*/ 564679 w 1967341"/>
              <a:gd name="connsiteY321" fmla="*/ 346930 h 442564"/>
              <a:gd name="connsiteX322" fmla="*/ 558217 w 1967341"/>
              <a:gd name="connsiteY322" fmla="*/ 345485 h 442564"/>
              <a:gd name="connsiteX323" fmla="*/ 1826550 w 1967341"/>
              <a:gd name="connsiteY323" fmla="*/ 343893 h 442564"/>
              <a:gd name="connsiteX324" fmla="*/ 1816933 w 1967341"/>
              <a:gd name="connsiteY324" fmla="*/ 346205 h 442564"/>
              <a:gd name="connsiteX325" fmla="*/ 1814080 w 1967341"/>
              <a:gd name="connsiteY325" fmla="*/ 349058 h 442564"/>
              <a:gd name="connsiteX326" fmla="*/ 1810278 w 1967341"/>
              <a:gd name="connsiteY326" fmla="*/ 364262 h 442564"/>
              <a:gd name="connsiteX327" fmla="*/ 1814004 w 1967341"/>
              <a:gd name="connsiteY327" fmla="*/ 378707 h 442564"/>
              <a:gd name="connsiteX328" fmla="*/ 1832299 w 1967341"/>
              <a:gd name="connsiteY328" fmla="*/ 381393 h 442564"/>
              <a:gd name="connsiteX329" fmla="*/ 1834985 w 1967341"/>
              <a:gd name="connsiteY329" fmla="*/ 378707 h 442564"/>
              <a:gd name="connsiteX330" fmla="*/ 1834986 w 1967341"/>
              <a:gd name="connsiteY330" fmla="*/ 378707 h 442564"/>
              <a:gd name="connsiteX331" fmla="*/ 1838786 w 1967341"/>
              <a:gd name="connsiteY331" fmla="*/ 364262 h 442564"/>
              <a:gd name="connsiteX332" fmla="*/ 1834986 w 1967341"/>
              <a:gd name="connsiteY332" fmla="*/ 349058 h 442564"/>
              <a:gd name="connsiteX333" fmla="*/ 1826550 w 1967341"/>
              <a:gd name="connsiteY333" fmla="*/ 343893 h 442564"/>
              <a:gd name="connsiteX334" fmla="*/ 1719295 w 1967341"/>
              <a:gd name="connsiteY334" fmla="*/ 343889 h 442564"/>
              <a:gd name="connsiteX335" fmla="*/ 1709628 w 1967341"/>
              <a:gd name="connsiteY335" fmla="*/ 346244 h 442564"/>
              <a:gd name="connsiteX336" fmla="*/ 1706814 w 1967341"/>
              <a:gd name="connsiteY336" fmla="*/ 349059 h 442564"/>
              <a:gd name="connsiteX337" fmla="*/ 1703089 w 1967341"/>
              <a:gd name="connsiteY337" fmla="*/ 364263 h 442564"/>
              <a:gd name="connsiteX338" fmla="*/ 1706814 w 1967341"/>
              <a:gd name="connsiteY338" fmla="*/ 378707 h 442564"/>
              <a:gd name="connsiteX339" fmla="*/ 1725109 w 1967341"/>
              <a:gd name="connsiteY339" fmla="*/ 381393 h 442564"/>
              <a:gd name="connsiteX340" fmla="*/ 1727796 w 1967341"/>
              <a:gd name="connsiteY340" fmla="*/ 378707 h 442564"/>
              <a:gd name="connsiteX341" fmla="*/ 1731521 w 1967341"/>
              <a:gd name="connsiteY341" fmla="*/ 364263 h 442564"/>
              <a:gd name="connsiteX342" fmla="*/ 1727796 w 1967341"/>
              <a:gd name="connsiteY342" fmla="*/ 349059 h 442564"/>
              <a:gd name="connsiteX343" fmla="*/ 1719295 w 1967341"/>
              <a:gd name="connsiteY343" fmla="*/ 343889 h 442564"/>
              <a:gd name="connsiteX344" fmla="*/ 1322847 w 1967341"/>
              <a:gd name="connsiteY344" fmla="*/ 343889 h 442564"/>
              <a:gd name="connsiteX345" fmla="*/ 1313180 w 1967341"/>
              <a:gd name="connsiteY345" fmla="*/ 346244 h 442564"/>
              <a:gd name="connsiteX346" fmla="*/ 1310366 w 1967341"/>
              <a:gd name="connsiteY346" fmla="*/ 349059 h 442564"/>
              <a:gd name="connsiteX347" fmla="*/ 1306641 w 1967341"/>
              <a:gd name="connsiteY347" fmla="*/ 364263 h 442564"/>
              <a:gd name="connsiteX348" fmla="*/ 1310366 w 1967341"/>
              <a:gd name="connsiteY348" fmla="*/ 378707 h 442564"/>
              <a:gd name="connsiteX349" fmla="*/ 1328661 w 1967341"/>
              <a:gd name="connsiteY349" fmla="*/ 381393 h 442564"/>
              <a:gd name="connsiteX350" fmla="*/ 1331348 w 1967341"/>
              <a:gd name="connsiteY350" fmla="*/ 378707 h 442564"/>
              <a:gd name="connsiteX351" fmla="*/ 1335073 w 1967341"/>
              <a:gd name="connsiteY351" fmla="*/ 364263 h 442564"/>
              <a:gd name="connsiteX352" fmla="*/ 1331348 w 1967341"/>
              <a:gd name="connsiteY352" fmla="*/ 349059 h 442564"/>
              <a:gd name="connsiteX353" fmla="*/ 1322847 w 1967341"/>
              <a:gd name="connsiteY353" fmla="*/ 343889 h 442564"/>
              <a:gd name="connsiteX354" fmla="*/ 87702 w 1967341"/>
              <a:gd name="connsiteY354" fmla="*/ 338029 h 442564"/>
              <a:gd name="connsiteX355" fmla="*/ 71697 w 1967341"/>
              <a:gd name="connsiteY355" fmla="*/ 352442 h 442564"/>
              <a:gd name="connsiteX356" fmla="*/ 73093 w 1967341"/>
              <a:gd name="connsiteY356" fmla="*/ 353969 h 442564"/>
              <a:gd name="connsiteX357" fmla="*/ 74466 w 1967341"/>
              <a:gd name="connsiteY357" fmla="*/ 355517 h 442564"/>
              <a:gd name="connsiteX358" fmla="*/ 90472 w 1967341"/>
              <a:gd name="connsiteY358" fmla="*/ 341103 h 442564"/>
              <a:gd name="connsiteX359" fmla="*/ 89098 w 1967341"/>
              <a:gd name="connsiteY359" fmla="*/ 339555 h 442564"/>
              <a:gd name="connsiteX360" fmla="*/ 1916923 w 1967341"/>
              <a:gd name="connsiteY360" fmla="*/ 335787 h 442564"/>
              <a:gd name="connsiteX361" fmla="*/ 1923385 w 1967341"/>
              <a:gd name="connsiteY361" fmla="*/ 335787 h 442564"/>
              <a:gd name="connsiteX362" fmla="*/ 1929923 w 1967341"/>
              <a:gd name="connsiteY362" fmla="*/ 335787 h 442564"/>
              <a:gd name="connsiteX363" fmla="*/ 1940831 w 1967341"/>
              <a:gd name="connsiteY363" fmla="*/ 360405 h 442564"/>
              <a:gd name="connsiteX364" fmla="*/ 1940794 w 1967341"/>
              <a:gd name="connsiteY364" fmla="*/ 360494 h 442564"/>
              <a:gd name="connsiteX365" fmla="*/ 1940870 w 1967341"/>
              <a:gd name="connsiteY365" fmla="*/ 360494 h 442564"/>
              <a:gd name="connsiteX366" fmla="*/ 1940831 w 1967341"/>
              <a:gd name="connsiteY366" fmla="*/ 360405 h 442564"/>
              <a:gd name="connsiteX367" fmla="*/ 1951056 w 1967341"/>
              <a:gd name="connsiteY367" fmla="*/ 335787 h 442564"/>
              <a:gd name="connsiteX368" fmla="*/ 1957290 w 1967341"/>
              <a:gd name="connsiteY368" fmla="*/ 335787 h 442564"/>
              <a:gd name="connsiteX369" fmla="*/ 1963448 w 1967341"/>
              <a:gd name="connsiteY369" fmla="*/ 335787 h 442564"/>
              <a:gd name="connsiteX370" fmla="*/ 1946115 w 1967341"/>
              <a:gd name="connsiteY370" fmla="*/ 371136 h 442564"/>
              <a:gd name="connsiteX371" fmla="*/ 1946115 w 1967341"/>
              <a:gd name="connsiteY371" fmla="*/ 392803 h 442564"/>
              <a:gd name="connsiteX372" fmla="*/ 1940717 w 1967341"/>
              <a:gd name="connsiteY372" fmla="*/ 392803 h 442564"/>
              <a:gd name="connsiteX373" fmla="*/ 1935168 w 1967341"/>
              <a:gd name="connsiteY373" fmla="*/ 392803 h 442564"/>
              <a:gd name="connsiteX374" fmla="*/ 1935168 w 1967341"/>
              <a:gd name="connsiteY374" fmla="*/ 371365 h 442564"/>
              <a:gd name="connsiteX375" fmla="*/ 1754467 w 1967341"/>
              <a:gd name="connsiteY375" fmla="*/ 335787 h 442564"/>
              <a:gd name="connsiteX376" fmla="*/ 1759941 w 1967341"/>
              <a:gd name="connsiteY376" fmla="*/ 335787 h 442564"/>
              <a:gd name="connsiteX377" fmla="*/ 1765414 w 1967341"/>
              <a:gd name="connsiteY377" fmla="*/ 335787 h 442564"/>
              <a:gd name="connsiteX378" fmla="*/ 1765414 w 1967341"/>
              <a:gd name="connsiteY378" fmla="*/ 382616 h 442564"/>
              <a:gd name="connsiteX379" fmla="*/ 1791414 w 1967341"/>
              <a:gd name="connsiteY379" fmla="*/ 382616 h 442564"/>
              <a:gd name="connsiteX380" fmla="*/ 1791414 w 1967341"/>
              <a:gd name="connsiteY380" fmla="*/ 387709 h 442564"/>
              <a:gd name="connsiteX381" fmla="*/ 1791414 w 1967341"/>
              <a:gd name="connsiteY381" fmla="*/ 392726 h 442564"/>
              <a:gd name="connsiteX382" fmla="*/ 1754467 w 1967341"/>
              <a:gd name="connsiteY382" fmla="*/ 392726 h 442564"/>
              <a:gd name="connsiteX383" fmla="*/ 1638611 w 1967341"/>
              <a:gd name="connsiteY383" fmla="*/ 335787 h 442564"/>
              <a:gd name="connsiteX384" fmla="*/ 1644313 w 1967341"/>
              <a:gd name="connsiteY384" fmla="*/ 335787 h 442564"/>
              <a:gd name="connsiteX385" fmla="*/ 1650014 w 1967341"/>
              <a:gd name="connsiteY385" fmla="*/ 335787 h 442564"/>
              <a:gd name="connsiteX386" fmla="*/ 1671072 w 1967341"/>
              <a:gd name="connsiteY386" fmla="*/ 375774 h 442564"/>
              <a:gd name="connsiteX387" fmla="*/ 1671072 w 1967341"/>
              <a:gd name="connsiteY387" fmla="*/ 335787 h 442564"/>
              <a:gd name="connsiteX388" fmla="*/ 1676165 w 1967341"/>
              <a:gd name="connsiteY388" fmla="*/ 335787 h 442564"/>
              <a:gd name="connsiteX389" fmla="*/ 1681334 w 1967341"/>
              <a:gd name="connsiteY389" fmla="*/ 335787 h 442564"/>
              <a:gd name="connsiteX390" fmla="*/ 1681334 w 1967341"/>
              <a:gd name="connsiteY390" fmla="*/ 392726 h 442564"/>
              <a:gd name="connsiteX391" fmla="*/ 1675861 w 1967341"/>
              <a:gd name="connsiteY391" fmla="*/ 392726 h 442564"/>
              <a:gd name="connsiteX392" fmla="*/ 1670387 w 1967341"/>
              <a:gd name="connsiteY392" fmla="*/ 392726 h 442564"/>
              <a:gd name="connsiteX393" fmla="*/ 1648797 w 1967341"/>
              <a:gd name="connsiteY393" fmla="*/ 351675 h 442564"/>
              <a:gd name="connsiteX394" fmla="*/ 1648797 w 1967341"/>
              <a:gd name="connsiteY394" fmla="*/ 392726 h 442564"/>
              <a:gd name="connsiteX395" fmla="*/ 1643705 w 1967341"/>
              <a:gd name="connsiteY395" fmla="*/ 392726 h 442564"/>
              <a:gd name="connsiteX396" fmla="*/ 1638611 w 1967341"/>
              <a:gd name="connsiteY396" fmla="*/ 392726 h 442564"/>
              <a:gd name="connsiteX397" fmla="*/ 1583115 w 1967341"/>
              <a:gd name="connsiteY397" fmla="*/ 335787 h 442564"/>
              <a:gd name="connsiteX398" fmla="*/ 1588513 w 1967341"/>
              <a:gd name="connsiteY398" fmla="*/ 335787 h 442564"/>
              <a:gd name="connsiteX399" fmla="*/ 1593986 w 1967341"/>
              <a:gd name="connsiteY399" fmla="*/ 335787 h 442564"/>
              <a:gd name="connsiteX400" fmla="*/ 1593986 w 1967341"/>
              <a:gd name="connsiteY400" fmla="*/ 357149 h 442564"/>
              <a:gd name="connsiteX401" fmla="*/ 1614511 w 1967341"/>
              <a:gd name="connsiteY401" fmla="*/ 357149 h 442564"/>
              <a:gd name="connsiteX402" fmla="*/ 1614511 w 1967341"/>
              <a:gd name="connsiteY402" fmla="*/ 335787 h 442564"/>
              <a:gd name="connsiteX403" fmla="*/ 1619985 w 1967341"/>
              <a:gd name="connsiteY403" fmla="*/ 335787 h 442564"/>
              <a:gd name="connsiteX404" fmla="*/ 1625458 w 1967341"/>
              <a:gd name="connsiteY404" fmla="*/ 335787 h 442564"/>
              <a:gd name="connsiteX405" fmla="*/ 1625458 w 1967341"/>
              <a:gd name="connsiteY405" fmla="*/ 392726 h 442564"/>
              <a:gd name="connsiteX406" fmla="*/ 1619985 w 1967341"/>
              <a:gd name="connsiteY406" fmla="*/ 392726 h 442564"/>
              <a:gd name="connsiteX407" fmla="*/ 1614511 w 1967341"/>
              <a:gd name="connsiteY407" fmla="*/ 392726 h 442564"/>
              <a:gd name="connsiteX408" fmla="*/ 1614511 w 1967341"/>
              <a:gd name="connsiteY408" fmla="*/ 366956 h 442564"/>
              <a:gd name="connsiteX409" fmla="*/ 1593986 w 1967341"/>
              <a:gd name="connsiteY409" fmla="*/ 366956 h 442564"/>
              <a:gd name="connsiteX410" fmla="*/ 1593986 w 1967341"/>
              <a:gd name="connsiteY410" fmla="*/ 392726 h 442564"/>
              <a:gd name="connsiteX411" fmla="*/ 1588588 w 1967341"/>
              <a:gd name="connsiteY411" fmla="*/ 392726 h 442564"/>
              <a:gd name="connsiteX412" fmla="*/ 1583115 w 1967341"/>
              <a:gd name="connsiteY412" fmla="*/ 392726 h 442564"/>
              <a:gd name="connsiteX413" fmla="*/ 1476231 w 1967341"/>
              <a:gd name="connsiteY413" fmla="*/ 335787 h 442564"/>
              <a:gd name="connsiteX414" fmla="*/ 1514773 w 1967341"/>
              <a:gd name="connsiteY414" fmla="*/ 335787 h 442564"/>
              <a:gd name="connsiteX415" fmla="*/ 1514773 w 1967341"/>
              <a:gd name="connsiteY415" fmla="*/ 340804 h 442564"/>
              <a:gd name="connsiteX416" fmla="*/ 1514773 w 1967341"/>
              <a:gd name="connsiteY416" fmla="*/ 345898 h 442564"/>
              <a:gd name="connsiteX417" fmla="*/ 1487178 w 1967341"/>
              <a:gd name="connsiteY417" fmla="*/ 345898 h 442564"/>
              <a:gd name="connsiteX418" fmla="*/ 1487178 w 1967341"/>
              <a:gd name="connsiteY418" fmla="*/ 357985 h 442564"/>
              <a:gd name="connsiteX419" fmla="*/ 1512797 w 1967341"/>
              <a:gd name="connsiteY419" fmla="*/ 357985 h 442564"/>
              <a:gd name="connsiteX420" fmla="*/ 1512797 w 1967341"/>
              <a:gd name="connsiteY420" fmla="*/ 362850 h 442564"/>
              <a:gd name="connsiteX421" fmla="*/ 1512797 w 1967341"/>
              <a:gd name="connsiteY421" fmla="*/ 367791 h 442564"/>
              <a:gd name="connsiteX422" fmla="*/ 1487178 w 1967341"/>
              <a:gd name="connsiteY422" fmla="*/ 367791 h 442564"/>
              <a:gd name="connsiteX423" fmla="*/ 1487178 w 1967341"/>
              <a:gd name="connsiteY423" fmla="*/ 382616 h 442564"/>
              <a:gd name="connsiteX424" fmla="*/ 1515990 w 1967341"/>
              <a:gd name="connsiteY424" fmla="*/ 382616 h 442564"/>
              <a:gd name="connsiteX425" fmla="*/ 1515990 w 1967341"/>
              <a:gd name="connsiteY425" fmla="*/ 387709 h 442564"/>
              <a:gd name="connsiteX426" fmla="*/ 1515990 w 1967341"/>
              <a:gd name="connsiteY426" fmla="*/ 392726 h 442564"/>
              <a:gd name="connsiteX427" fmla="*/ 1476231 w 1967341"/>
              <a:gd name="connsiteY427" fmla="*/ 392726 h 442564"/>
              <a:gd name="connsiteX428" fmla="*/ 1424156 w 1967341"/>
              <a:gd name="connsiteY428" fmla="*/ 335787 h 442564"/>
              <a:gd name="connsiteX429" fmla="*/ 1466804 w 1967341"/>
              <a:gd name="connsiteY429" fmla="*/ 335787 h 442564"/>
              <a:gd name="connsiteX430" fmla="*/ 1466804 w 1967341"/>
              <a:gd name="connsiteY430" fmla="*/ 340804 h 442564"/>
              <a:gd name="connsiteX431" fmla="*/ 1466804 w 1967341"/>
              <a:gd name="connsiteY431" fmla="*/ 345898 h 442564"/>
              <a:gd name="connsiteX432" fmla="*/ 1450916 w 1967341"/>
              <a:gd name="connsiteY432" fmla="*/ 345898 h 442564"/>
              <a:gd name="connsiteX433" fmla="*/ 1450916 w 1967341"/>
              <a:gd name="connsiteY433" fmla="*/ 392726 h 442564"/>
              <a:gd name="connsiteX434" fmla="*/ 1445518 w 1967341"/>
              <a:gd name="connsiteY434" fmla="*/ 392726 h 442564"/>
              <a:gd name="connsiteX435" fmla="*/ 1440044 w 1967341"/>
              <a:gd name="connsiteY435" fmla="*/ 392726 h 442564"/>
              <a:gd name="connsiteX436" fmla="*/ 1440044 w 1967341"/>
              <a:gd name="connsiteY436" fmla="*/ 345898 h 442564"/>
              <a:gd name="connsiteX437" fmla="*/ 1424156 w 1967341"/>
              <a:gd name="connsiteY437" fmla="*/ 345898 h 442564"/>
              <a:gd name="connsiteX438" fmla="*/ 1424156 w 1967341"/>
              <a:gd name="connsiteY438" fmla="*/ 340881 h 442564"/>
              <a:gd name="connsiteX439" fmla="*/ 1358018 w 1967341"/>
              <a:gd name="connsiteY439" fmla="*/ 335787 h 442564"/>
              <a:gd name="connsiteX440" fmla="*/ 1395268 w 1967341"/>
              <a:gd name="connsiteY440" fmla="*/ 335787 h 442564"/>
              <a:gd name="connsiteX441" fmla="*/ 1395268 w 1967341"/>
              <a:gd name="connsiteY441" fmla="*/ 340804 h 442564"/>
              <a:gd name="connsiteX442" fmla="*/ 1395268 w 1967341"/>
              <a:gd name="connsiteY442" fmla="*/ 345898 h 442564"/>
              <a:gd name="connsiteX443" fmla="*/ 1368965 w 1967341"/>
              <a:gd name="connsiteY443" fmla="*/ 345898 h 442564"/>
              <a:gd name="connsiteX444" fmla="*/ 1368965 w 1967341"/>
              <a:gd name="connsiteY444" fmla="*/ 358821 h 442564"/>
              <a:gd name="connsiteX445" fmla="*/ 1391924 w 1967341"/>
              <a:gd name="connsiteY445" fmla="*/ 358821 h 442564"/>
              <a:gd name="connsiteX446" fmla="*/ 1391924 w 1967341"/>
              <a:gd name="connsiteY446" fmla="*/ 363763 h 442564"/>
              <a:gd name="connsiteX447" fmla="*/ 1391924 w 1967341"/>
              <a:gd name="connsiteY447" fmla="*/ 368628 h 442564"/>
              <a:gd name="connsiteX448" fmla="*/ 1368965 w 1967341"/>
              <a:gd name="connsiteY448" fmla="*/ 368628 h 442564"/>
              <a:gd name="connsiteX449" fmla="*/ 1368965 w 1967341"/>
              <a:gd name="connsiteY449" fmla="*/ 392726 h 442564"/>
              <a:gd name="connsiteX450" fmla="*/ 1363492 w 1967341"/>
              <a:gd name="connsiteY450" fmla="*/ 392726 h 442564"/>
              <a:gd name="connsiteX451" fmla="*/ 1358018 w 1967341"/>
              <a:gd name="connsiteY451" fmla="*/ 392726 h 442564"/>
              <a:gd name="connsiteX452" fmla="*/ 1223462 w 1967341"/>
              <a:gd name="connsiteY452" fmla="*/ 335787 h 442564"/>
              <a:gd name="connsiteX453" fmla="*/ 1262081 w 1967341"/>
              <a:gd name="connsiteY453" fmla="*/ 335787 h 442564"/>
              <a:gd name="connsiteX454" fmla="*/ 1262081 w 1967341"/>
              <a:gd name="connsiteY454" fmla="*/ 340804 h 442564"/>
              <a:gd name="connsiteX455" fmla="*/ 1262081 w 1967341"/>
              <a:gd name="connsiteY455" fmla="*/ 345898 h 442564"/>
              <a:gd name="connsiteX456" fmla="*/ 1234409 w 1967341"/>
              <a:gd name="connsiteY456" fmla="*/ 345898 h 442564"/>
              <a:gd name="connsiteX457" fmla="*/ 1234409 w 1967341"/>
              <a:gd name="connsiteY457" fmla="*/ 357985 h 442564"/>
              <a:gd name="connsiteX458" fmla="*/ 1260028 w 1967341"/>
              <a:gd name="connsiteY458" fmla="*/ 357985 h 442564"/>
              <a:gd name="connsiteX459" fmla="*/ 1260028 w 1967341"/>
              <a:gd name="connsiteY459" fmla="*/ 362850 h 442564"/>
              <a:gd name="connsiteX460" fmla="*/ 1260028 w 1967341"/>
              <a:gd name="connsiteY460" fmla="*/ 367791 h 442564"/>
              <a:gd name="connsiteX461" fmla="*/ 1234409 w 1967341"/>
              <a:gd name="connsiteY461" fmla="*/ 367791 h 442564"/>
              <a:gd name="connsiteX462" fmla="*/ 1234409 w 1967341"/>
              <a:gd name="connsiteY462" fmla="*/ 382616 h 442564"/>
              <a:gd name="connsiteX463" fmla="*/ 1263297 w 1967341"/>
              <a:gd name="connsiteY463" fmla="*/ 382616 h 442564"/>
              <a:gd name="connsiteX464" fmla="*/ 1263297 w 1967341"/>
              <a:gd name="connsiteY464" fmla="*/ 387709 h 442564"/>
              <a:gd name="connsiteX465" fmla="*/ 1263297 w 1967341"/>
              <a:gd name="connsiteY465" fmla="*/ 392726 h 442564"/>
              <a:gd name="connsiteX466" fmla="*/ 1223462 w 1967341"/>
              <a:gd name="connsiteY466" fmla="*/ 392726 h 442564"/>
              <a:gd name="connsiteX467" fmla="*/ 1171463 w 1967341"/>
              <a:gd name="connsiteY467" fmla="*/ 335787 h 442564"/>
              <a:gd name="connsiteX468" fmla="*/ 1214035 w 1967341"/>
              <a:gd name="connsiteY468" fmla="*/ 335787 h 442564"/>
              <a:gd name="connsiteX469" fmla="*/ 1214035 w 1967341"/>
              <a:gd name="connsiteY469" fmla="*/ 340804 h 442564"/>
              <a:gd name="connsiteX470" fmla="*/ 1214035 w 1967341"/>
              <a:gd name="connsiteY470" fmla="*/ 345898 h 442564"/>
              <a:gd name="connsiteX471" fmla="*/ 1198222 w 1967341"/>
              <a:gd name="connsiteY471" fmla="*/ 345898 h 442564"/>
              <a:gd name="connsiteX472" fmla="*/ 1198222 w 1967341"/>
              <a:gd name="connsiteY472" fmla="*/ 392726 h 442564"/>
              <a:gd name="connsiteX473" fmla="*/ 1192749 w 1967341"/>
              <a:gd name="connsiteY473" fmla="*/ 392726 h 442564"/>
              <a:gd name="connsiteX474" fmla="*/ 1187275 w 1967341"/>
              <a:gd name="connsiteY474" fmla="*/ 392726 h 442564"/>
              <a:gd name="connsiteX475" fmla="*/ 1187275 w 1967341"/>
              <a:gd name="connsiteY475" fmla="*/ 345898 h 442564"/>
              <a:gd name="connsiteX476" fmla="*/ 1171463 w 1967341"/>
              <a:gd name="connsiteY476" fmla="*/ 345898 h 442564"/>
              <a:gd name="connsiteX477" fmla="*/ 1171463 w 1967341"/>
              <a:gd name="connsiteY477" fmla="*/ 340881 h 442564"/>
              <a:gd name="connsiteX478" fmla="*/ 1068303 w 1967341"/>
              <a:gd name="connsiteY478" fmla="*/ 335787 h 442564"/>
              <a:gd name="connsiteX479" fmla="*/ 1110875 w 1967341"/>
              <a:gd name="connsiteY479" fmla="*/ 335787 h 442564"/>
              <a:gd name="connsiteX480" fmla="*/ 1110875 w 1967341"/>
              <a:gd name="connsiteY480" fmla="*/ 340804 h 442564"/>
              <a:gd name="connsiteX481" fmla="*/ 1110875 w 1967341"/>
              <a:gd name="connsiteY481" fmla="*/ 345898 h 442564"/>
              <a:gd name="connsiteX482" fmla="*/ 1095063 w 1967341"/>
              <a:gd name="connsiteY482" fmla="*/ 345898 h 442564"/>
              <a:gd name="connsiteX483" fmla="*/ 1095063 w 1967341"/>
              <a:gd name="connsiteY483" fmla="*/ 392726 h 442564"/>
              <a:gd name="connsiteX484" fmla="*/ 1089589 w 1967341"/>
              <a:gd name="connsiteY484" fmla="*/ 392726 h 442564"/>
              <a:gd name="connsiteX485" fmla="*/ 1084115 w 1967341"/>
              <a:gd name="connsiteY485" fmla="*/ 392726 h 442564"/>
              <a:gd name="connsiteX486" fmla="*/ 1084115 w 1967341"/>
              <a:gd name="connsiteY486" fmla="*/ 345898 h 442564"/>
              <a:gd name="connsiteX487" fmla="*/ 1068303 w 1967341"/>
              <a:gd name="connsiteY487" fmla="*/ 345898 h 442564"/>
              <a:gd name="connsiteX488" fmla="*/ 1068303 w 1967341"/>
              <a:gd name="connsiteY488" fmla="*/ 340881 h 442564"/>
              <a:gd name="connsiteX489" fmla="*/ 1048690 w 1967341"/>
              <a:gd name="connsiteY489" fmla="*/ 335787 h 442564"/>
              <a:gd name="connsiteX490" fmla="*/ 1054164 w 1967341"/>
              <a:gd name="connsiteY490" fmla="*/ 335787 h 442564"/>
              <a:gd name="connsiteX491" fmla="*/ 1059637 w 1967341"/>
              <a:gd name="connsiteY491" fmla="*/ 335787 h 442564"/>
              <a:gd name="connsiteX492" fmla="*/ 1059637 w 1967341"/>
              <a:gd name="connsiteY492" fmla="*/ 392726 h 442564"/>
              <a:gd name="connsiteX493" fmla="*/ 1054239 w 1967341"/>
              <a:gd name="connsiteY493" fmla="*/ 392726 h 442564"/>
              <a:gd name="connsiteX494" fmla="*/ 1048690 w 1967341"/>
              <a:gd name="connsiteY494" fmla="*/ 392726 h 442564"/>
              <a:gd name="connsiteX495" fmla="*/ 997604 w 1967341"/>
              <a:gd name="connsiteY495" fmla="*/ 335787 h 442564"/>
              <a:gd name="connsiteX496" fmla="*/ 1040176 w 1967341"/>
              <a:gd name="connsiteY496" fmla="*/ 335787 h 442564"/>
              <a:gd name="connsiteX497" fmla="*/ 1040176 w 1967341"/>
              <a:gd name="connsiteY497" fmla="*/ 340804 h 442564"/>
              <a:gd name="connsiteX498" fmla="*/ 1040176 w 1967341"/>
              <a:gd name="connsiteY498" fmla="*/ 345898 h 442564"/>
              <a:gd name="connsiteX499" fmla="*/ 1024364 w 1967341"/>
              <a:gd name="connsiteY499" fmla="*/ 345898 h 442564"/>
              <a:gd name="connsiteX500" fmla="*/ 1024364 w 1967341"/>
              <a:gd name="connsiteY500" fmla="*/ 392726 h 442564"/>
              <a:gd name="connsiteX501" fmla="*/ 1018890 w 1967341"/>
              <a:gd name="connsiteY501" fmla="*/ 392726 h 442564"/>
              <a:gd name="connsiteX502" fmla="*/ 1013416 w 1967341"/>
              <a:gd name="connsiteY502" fmla="*/ 392726 h 442564"/>
              <a:gd name="connsiteX503" fmla="*/ 1013416 w 1967341"/>
              <a:gd name="connsiteY503" fmla="*/ 345898 h 442564"/>
              <a:gd name="connsiteX504" fmla="*/ 997604 w 1967341"/>
              <a:gd name="connsiteY504" fmla="*/ 345898 h 442564"/>
              <a:gd name="connsiteX505" fmla="*/ 997604 w 1967341"/>
              <a:gd name="connsiteY505" fmla="*/ 340881 h 442564"/>
              <a:gd name="connsiteX506" fmla="*/ 894291 w 1967341"/>
              <a:gd name="connsiteY506" fmla="*/ 335787 h 442564"/>
              <a:gd name="connsiteX507" fmla="*/ 900069 w 1967341"/>
              <a:gd name="connsiteY507" fmla="*/ 335787 h 442564"/>
              <a:gd name="connsiteX508" fmla="*/ 905770 w 1967341"/>
              <a:gd name="connsiteY508" fmla="*/ 335787 h 442564"/>
              <a:gd name="connsiteX509" fmla="*/ 926828 w 1967341"/>
              <a:gd name="connsiteY509" fmla="*/ 375774 h 442564"/>
              <a:gd name="connsiteX510" fmla="*/ 926828 w 1967341"/>
              <a:gd name="connsiteY510" fmla="*/ 335787 h 442564"/>
              <a:gd name="connsiteX511" fmla="*/ 931921 w 1967341"/>
              <a:gd name="connsiteY511" fmla="*/ 335787 h 442564"/>
              <a:gd name="connsiteX512" fmla="*/ 937091 w 1967341"/>
              <a:gd name="connsiteY512" fmla="*/ 335787 h 442564"/>
              <a:gd name="connsiteX513" fmla="*/ 937091 w 1967341"/>
              <a:gd name="connsiteY513" fmla="*/ 392726 h 442564"/>
              <a:gd name="connsiteX514" fmla="*/ 931617 w 1967341"/>
              <a:gd name="connsiteY514" fmla="*/ 392726 h 442564"/>
              <a:gd name="connsiteX515" fmla="*/ 926144 w 1967341"/>
              <a:gd name="connsiteY515" fmla="*/ 392726 h 442564"/>
              <a:gd name="connsiteX516" fmla="*/ 904554 w 1967341"/>
              <a:gd name="connsiteY516" fmla="*/ 351675 h 442564"/>
              <a:gd name="connsiteX517" fmla="*/ 904554 w 1967341"/>
              <a:gd name="connsiteY517" fmla="*/ 392726 h 442564"/>
              <a:gd name="connsiteX518" fmla="*/ 899460 w 1967341"/>
              <a:gd name="connsiteY518" fmla="*/ 392726 h 442564"/>
              <a:gd name="connsiteX519" fmla="*/ 894291 w 1967341"/>
              <a:gd name="connsiteY519" fmla="*/ 392726 h 442564"/>
              <a:gd name="connsiteX520" fmla="*/ 870801 w 1967341"/>
              <a:gd name="connsiteY520" fmla="*/ 335787 h 442564"/>
              <a:gd name="connsiteX521" fmla="*/ 876199 w 1967341"/>
              <a:gd name="connsiteY521" fmla="*/ 335787 h 442564"/>
              <a:gd name="connsiteX522" fmla="*/ 881748 w 1967341"/>
              <a:gd name="connsiteY522" fmla="*/ 335787 h 442564"/>
              <a:gd name="connsiteX523" fmla="*/ 881748 w 1967341"/>
              <a:gd name="connsiteY523" fmla="*/ 392726 h 442564"/>
              <a:gd name="connsiteX524" fmla="*/ 876274 w 1967341"/>
              <a:gd name="connsiteY524" fmla="*/ 392726 h 442564"/>
              <a:gd name="connsiteX525" fmla="*/ 870801 w 1967341"/>
              <a:gd name="connsiteY525" fmla="*/ 392726 h 442564"/>
              <a:gd name="connsiteX526" fmla="*/ 732595 w 1967341"/>
              <a:gd name="connsiteY526" fmla="*/ 335787 h 442564"/>
              <a:gd name="connsiteX527" fmla="*/ 738297 w 1967341"/>
              <a:gd name="connsiteY527" fmla="*/ 335787 h 442564"/>
              <a:gd name="connsiteX528" fmla="*/ 744074 w 1967341"/>
              <a:gd name="connsiteY528" fmla="*/ 335787 h 442564"/>
              <a:gd name="connsiteX529" fmla="*/ 765056 w 1967341"/>
              <a:gd name="connsiteY529" fmla="*/ 375774 h 442564"/>
              <a:gd name="connsiteX530" fmla="*/ 765056 w 1967341"/>
              <a:gd name="connsiteY530" fmla="*/ 335787 h 442564"/>
              <a:gd name="connsiteX531" fmla="*/ 770149 w 1967341"/>
              <a:gd name="connsiteY531" fmla="*/ 335787 h 442564"/>
              <a:gd name="connsiteX532" fmla="*/ 775318 w 1967341"/>
              <a:gd name="connsiteY532" fmla="*/ 335787 h 442564"/>
              <a:gd name="connsiteX533" fmla="*/ 775318 w 1967341"/>
              <a:gd name="connsiteY533" fmla="*/ 392726 h 442564"/>
              <a:gd name="connsiteX534" fmla="*/ 769845 w 1967341"/>
              <a:gd name="connsiteY534" fmla="*/ 392726 h 442564"/>
              <a:gd name="connsiteX535" fmla="*/ 764372 w 1967341"/>
              <a:gd name="connsiteY535" fmla="*/ 392726 h 442564"/>
              <a:gd name="connsiteX536" fmla="*/ 742781 w 1967341"/>
              <a:gd name="connsiteY536" fmla="*/ 351675 h 442564"/>
              <a:gd name="connsiteX537" fmla="*/ 742781 w 1967341"/>
              <a:gd name="connsiteY537" fmla="*/ 392726 h 442564"/>
              <a:gd name="connsiteX538" fmla="*/ 737689 w 1967341"/>
              <a:gd name="connsiteY538" fmla="*/ 392726 h 442564"/>
              <a:gd name="connsiteX539" fmla="*/ 732595 w 1967341"/>
              <a:gd name="connsiteY539" fmla="*/ 392726 h 442564"/>
              <a:gd name="connsiteX540" fmla="*/ 709029 w 1967341"/>
              <a:gd name="connsiteY540" fmla="*/ 335787 h 442564"/>
              <a:gd name="connsiteX541" fmla="*/ 714502 w 1967341"/>
              <a:gd name="connsiteY541" fmla="*/ 335787 h 442564"/>
              <a:gd name="connsiteX542" fmla="*/ 719976 w 1967341"/>
              <a:gd name="connsiteY542" fmla="*/ 335787 h 442564"/>
              <a:gd name="connsiteX543" fmla="*/ 719976 w 1967341"/>
              <a:gd name="connsiteY543" fmla="*/ 392726 h 442564"/>
              <a:gd name="connsiteX544" fmla="*/ 714502 w 1967341"/>
              <a:gd name="connsiteY544" fmla="*/ 392726 h 442564"/>
              <a:gd name="connsiteX545" fmla="*/ 709029 w 1967341"/>
              <a:gd name="connsiteY545" fmla="*/ 392726 h 442564"/>
              <a:gd name="connsiteX546" fmla="*/ 642282 w 1967341"/>
              <a:gd name="connsiteY546" fmla="*/ 335787 h 442564"/>
              <a:gd name="connsiteX547" fmla="*/ 647756 w 1967341"/>
              <a:gd name="connsiteY547" fmla="*/ 335787 h 442564"/>
              <a:gd name="connsiteX548" fmla="*/ 653229 w 1967341"/>
              <a:gd name="connsiteY548" fmla="*/ 335787 h 442564"/>
              <a:gd name="connsiteX549" fmla="*/ 653229 w 1967341"/>
              <a:gd name="connsiteY549" fmla="*/ 392726 h 442564"/>
              <a:gd name="connsiteX550" fmla="*/ 647831 w 1967341"/>
              <a:gd name="connsiteY550" fmla="*/ 392726 h 442564"/>
              <a:gd name="connsiteX551" fmla="*/ 642282 w 1967341"/>
              <a:gd name="connsiteY551" fmla="*/ 392726 h 442564"/>
              <a:gd name="connsiteX552" fmla="*/ 591576 w 1967341"/>
              <a:gd name="connsiteY552" fmla="*/ 335787 h 442564"/>
              <a:gd name="connsiteX553" fmla="*/ 630118 w 1967341"/>
              <a:gd name="connsiteY553" fmla="*/ 335787 h 442564"/>
              <a:gd name="connsiteX554" fmla="*/ 630118 w 1967341"/>
              <a:gd name="connsiteY554" fmla="*/ 340804 h 442564"/>
              <a:gd name="connsiteX555" fmla="*/ 630118 w 1967341"/>
              <a:gd name="connsiteY555" fmla="*/ 345898 h 442564"/>
              <a:gd name="connsiteX556" fmla="*/ 602523 w 1967341"/>
              <a:gd name="connsiteY556" fmla="*/ 345898 h 442564"/>
              <a:gd name="connsiteX557" fmla="*/ 602523 w 1967341"/>
              <a:gd name="connsiteY557" fmla="*/ 357985 h 442564"/>
              <a:gd name="connsiteX558" fmla="*/ 628142 w 1967341"/>
              <a:gd name="connsiteY558" fmla="*/ 357985 h 442564"/>
              <a:gd name="connsiteX559" fmla="*/ 628142 w 1967341"/>
              <a:gd name="connsiteY559" fmla="*/ 362850 h 442564"/>
              <a:gd name="connsiteX560" fmla="*/ 628142 w 1967341"/>
              <a:gd name="connsiteY560" fmla="*/ 367791 h 442564"/>
              <a:gd name="connsiteX561" fmla="*/ 602523 w 1967341"/>
              <a:gd name="connsiteY561" fmla="*/ 367791 h 442564"/>
              <a:gd name="connsiteX562" fmla="*/ 602523 w 1967341"/>
              <a:gd name="connsiteY562" fmla="*/ 382616 h 442564"/>
              <a:gd name="connsiteX563" fmla="*/ 631335 w 1967341"/>
              <a:gd name="connsiteY563" fmla="*/ 382616 h 442564"/>
              <a:gd name="connsiteX564" fmla="*/ 631335 w 1967341"/>
              <a:gd name="connsiteY564" fmla="*/ 387709 h 442564"/>
              <a:gd name="connsiteX565" fmla="*/ 631335 w 1967341"/>
              <a:gd name="connsiteY565" fmla="*/ 392726 h 442564"/>
              <a:gd name="connsiteX566" fmla="*/ 591576 w 1967341"/>
              <a:gd name="connsiteY566" fmla="*/ 392726 h 442564"/>
              <a:gd name="connsiteX567" fmla="*/ 535639 w 1967341"/>
              <a:gd name="connsiteY567" fmla="*/ 335679 h 442564"/>
              <a:gd name="connsiteX568" fmla="*/ 561258 w 1967341"/>
              <a:gd name="connsiteY568" fmla="*/ 335679 h 442564"/>
              <a:gd name="connsiteX569" fmla="*/ 573117 w 1967341"/>
              <a:gd name="connsiteY569" fmla="*/ 339479 h 442564"/>
              <a:gd name="connsiteX570" fmla="*/ 577451 w 1967341"/>
              <a:gd name="connsiteY570" fmla="*/ 350122 h 442564"/>
              <a:gd name="connsiteX571" fmla="*/ 572585 w 1967341"/>
              <a:gd name="connsiteY571" fmla="*/ 360841 h 442564"/>
              <a:gd name="connsiteX572" fmla="*/ 570837 w 1967341"/>
              <a:gd name="connsiteY572" fmla="*/ 361982 h 442564"/>
              <a:gd name="connsiteX573" fmla="*/ 574182 w 1967341"/>
              <a:gd name="connsiteY573" fmla="*/ 363882 h 442564"/>
              <a:gd name="connsiteX574" fmla="*/ 579199 w 1967341"/>
              <a:gd name="connsiteY574" fmla="*/ 374829 h 442564"/>
              <a:gd name="connsiteX575" fmla="*/ 574182 w 1967341"/>
              <a:gd name="connsiteY575" fmla="*/ 388057 h 442564"/>
              <a:gd name="connsiteX576" fmla="*/ 559662 w 1967341"/>
              <a:gd name="connsiteY576" fmla="*/ 392618 h 442564"/>
              <a:gd name="connsiteX577" fmla="*/ 535867 w 1967341"/>
              <a:gd name="connsiteY577" fmla="*/ 392618 h 442564"/>
              <a:gd name="connsiteX578" fmla="*/ 685019 w 1967341"/>
              <a:gd name="connsiteY578" fmla="*/ 335678 h 442564"/>
              <a:gd name="connsiteX579" fmla="*/ 695891 w 1967341"/>
              <a:gd name="connsiteY579" fmla="*/ 335678 h 442564"/>
              <a:gd name="connsiteX580" fmla="*/ 695891 w 1967341"/>
              <a:gd name="connsiteY580" fmla="*/ 376654 h 442564"/>
              <a:gd name="connsiteX581" fmla="*/ 691633 w 1967341"/>
              <a:gd name="connsiteY581" fmla="*/ 389730 h 442564"/>
              <a:gd name="connsiteX582" fmla="*/ 679014 w 1967341"/>
              <a:gd name="connsiteY582" fmla="*/ 394215 h 442564"/>
              <a:gd name="connsiteX583" fmla="*/ 666015 w 1967341"/>
              <a:gd name="connsiteY583" fmla="*/ 389273 h 442564"/>
              <a:gd name="connsiteX584" fmla="*/ 662137 w 1967341"/>
              <a:gd name="connsiteY584" fmla="*/ 374069 h 442564"/>
              <a:gd name="connsiteX585" fmla="*/ 662137 w 1967341"/>
              <a:gd name="connsiteY585" fmla="*/ 371105 h 442564"/>
              <a:gd name="connsiteX586" fmla="*/ 672552 w 1967341"/>
              <a:gd name="connsiteY586" fmla="*/ 371105 h 442564"/>
              <a:gd name="connsiteX587" fmla="*/ 672552 w 1967341"/>
              <a:gd name="connsiteY587" fmla="*/ 374525 h 442564"/>
              <a:gd name="connsiteX588" fmla="*/ 673997 w 1967341"/>
              <a:gd name="connsiteY588" fmla="*/ 382127 h 442564"/>
              <a:gd name="connsiteX589" fmla="*/ 678938 w 1967341"/>
              <a:gd name="connsiteY589" fmla="*/ 384636 h 442564"/>
              <a:gd name="connsiteX590" fmla="*/ 683575 w 1967341"/>
              <a:gd name="connsiteY590" fmla="*/ 382811 h 442564"/>
              <a:gd name="connsiteX591" fmla="*/ 685019 w 1967341"/>
              <a:gd name="connsiteY591" fmla="*/ 376882 h 442564"/>
              <a:gd name="connsiteX592" fmla="*/ 1119478 w 1967341"/>
              <a:gd name="connsiteY592" fmla="*/ 335602 h 442564"/>
              <a:gd name="connsiteX593" fmla="*/ 1130425 w 1967341"/>
              <a:gd name="connsiteY593" fmla="*/ 335602 h 442564"/>
              <a:gd name="connsiteX594" fmla="*/ 1130425 w 1967341"/>
              <a:gd name="connsiteY594" fmla="*/ 371484 h 442564"/>
              <a:gd name="connsiteX595" fmla="*/ 1133009 w 1967341"/>
              <a:gd name="connsiteY595" fmla="*/ 380682 h 442564"/>
              <a:gd name="connsiteX596" fmla="*/ 1140611 w 1967341"/>
              <a:gd name="connsiteY596" fmla="*/ 383723 h 442564"/>
              <a:gd name="connsiteX597" fmla="*/ 1148213 w 1967341"/>
              <a:gd name="connsiteY597" fmla="*/ 380911 h 442564"/>
              <a:gd name="connsiteX598" fmla="*/ 1150570 w 1967341"/>
              <a:gd name="connsiteY598" fmla="*/ 371484 h 442564"/>
              <a:gd name="connsiteX599" fmla="*/ 1150570 w 1967341"/>
              <a:gd name="connsiteY599" fmla="*/ 335602 h 442564"/>
              <a:gd name="connsiteX600" fmla="*/ 1161821 w 1967341"/>
              <a:gd name="connsiteY600" fmla="*/ 335602 h 442564"/>
              <a:gd name="connsiteX601" fmla="*/ 1161821 w 1967341"/>
              <a:gd name="connsiteY601" fmla="*/ 371104 h 442564"/>
              <a:gd name="connsiteX602" fmla="*/ 1156879 w 1967341"/>
              <a:gd name="connsiteY602" fmla="*/ 388741 h 442564"/>
              <a:gd name="connsiteX603" fmla="*/ 1140687 w 1967341"/>
              <a:gd name="connsiteY603" fmla="*/ 394138 h 442564"/>
              <a:gd name="connsiteX604" fmla="*/ 1124723 w 1967341"/>
              <a:gd name="connsiteY604" fmla="*/ 388513 h 442564"/>
              <a:gd name="connsiteX605" fmla="*/ 1119478 w 1967341"/>
              <a:gd name="connsiteY605" fmla="*/ 371104 h 442564"/>
              <a:gd name="connsiteX606" fmla="*/ 1823162 w 1967341"/>
              <a:gd name="connsiteY606" fmla="*/ 334348 h 442564"/>
              <a:gd name="connsiteX607" fmla="*/ 1840953 w 1967341"/>
              <a:gd name="connsiteY607" fmla="*/ 340581 h 442564"/>
              <a:gd name="connsiteX608" fmla="*/ 1842892 w 1967341"/>
              <a:gd name="connsiteY608" fmla="*/ 342521 h 442564"/>
              <a:gd name="connsiteX609" fmla="*/ 1849734 w 1967341"/>
              <a:gd name="connsiteY609" fmla="*/ 364643 h 442564"/>
              <a:gd name="connsiteX610" fmla="*/ 1842892 w 1967341"/>
              <a:gd name="connsiteY610" fmla="*/ 386309 h 442564"/>
              <a:gd name="connsiteX611" fmla="*/ 1807660 w 1967341"/>
              <a:gd name="connsiteY611" fmla="*/ 387795 h 442564"/>
              <a:gd name="connsiteX612" fmla="*/ 1806174 w 1967341"/>
              <a:gd name="connsiteY612" fmla="*/ 386309 h 442564"/>
              <a:gd name="connsiteX613" fmla="*/ 1799332 w 1967341"/>
              <a:gd name="connsiteY613" fmla="*/ 364643 h 442564"/>
              <a:gd name="connsiteX614" fmla="*/ 1806174 w 1967341"/>
              <a:gd name="connsiteY614" fmla="*/ 342521 h 442564"/>
              <a:gd name="connsiteX615" fmla="*/ 1823162 w 1967341"/>
              <a:gd name="connsiteY615" fmla="*/ 334348 h 442564"/>
              <a:gd name="connsiteX616" fmla="*/ 1715958 w 1967341"/>
              <a:gd name="connsiteY616" fmla="*/ 334342 h 442564"/>
              <a:gd name="connsiteX617" fmla="*/ 1733797 w 1967341"/>
              <a:gd name="connsiteY617" fmla="*/ 340615 h 442564"/>
              <a:gd name="connsiteX618" fmla="*/ 1735702 w 1967341"/>
              <a:gd name="connsiteY618" fmla="*/ 342520 h 442564"/>
              <a:gd name="connsiteX619" fmla="*/ 1742468 w 1967341"/>
              <a:gd name="connsiteY619" fmla="*/ 364643 h 442564"/>
              <a:gd name="connsiteX620" fmla="*/ 1735702 w 1967341"/>
              <a:gd name="connsiteY620" fmla="*/ 386309 h 442564"/>
              <a:gd name="connsiteX621" fmla="*/ 1700362 w 1967341"/>
              <a:gd name="connsiteY621" fmla="*/ 387762 h 442564"/>
              <a:gd name="connsiteX622" fmla="*/ 1698908 w 1967341"/>
              <a:gd name="connsiteY622" fmla="*/ 386309 h 442564"/>
              <a:gd name="connsiteX623" fmla="*/ 1692142 w 1967341"/>
              <a:gd name="connsiteY623" fmla="*/ 364643 h 442564"/>
              <a:gd name="connsiteX624" fmla="*/ 1698908 w 1967341"/>
              <a:gd name="connsiteY624" fmla="*/ 342520 h 442564"/>
              <a:gd name="connsiteX625" fmla="*/ 1715958 w 1967341"/>
              <a:gd name="connsiteY625" fmla="*/ 334342 h 442564"/>
              <a:gd name="connsiteX626" fmla="*/ 1319510 w 1967341"/>
              <a:gd name="connsiteY626" fmla="*/ 334342 h 442564"/>
              <a:gd name="connsiteX627" fmla="*/ 1337349 w 1967341"/>
              <a:gd name="connsiteY627" fmla="*/ 340615 h 442564"/>
              <a:gd name="connsiteX628" fmla="*/ 1339254 w 1967341"/>
              <a:gd name="connsiteY628" fmla="*/ 342520 h 442564"/>
              <a:gd name="connsiteX629" fmla="*/ 1346020 w 1967341"/>
              <a:gd name="connsiteY629" fmla="*/ 364643 h 442564"/>
              <a:gd name="connsiteX630" fmla="*/ 1339254 w 1967341"/>
              <a:gd name="connsiteY630" fmla="*/ 386309 h 442564"/>
              <a:gd name="connsiteX631" fmla="*/ 1303914 w 1967341"/>
              <a:gd name="connsiteY631" fmla="*/ 387762 h 442564"/>
              <a:gd name="connsiteX632" fmla="*/ 1302460 w 1967341"/>
              <a:gd name="connsiteY632" fmla="*/ 386309 h 442564"/>
              <a:gd name="connsiteX633" fmla="*/ 1295694 w 1967341"/>
              <a:gd name="connsiteY633" fmla="*/ 364643 h 442564"/>
              <a:gd name="connsiteX634" fmla="*/ 1302460 w 1967341"/>
              <a:gd name="connsiteY634" fmla="*/ 342520 h 442564"/>
              <a:gd name="connsiteX635" fmla="*/ 1319510 w 1967341"/>
              <a:gd name="connsiteY635" fmla="*/ 334342 h 442564"/>
              <a:gd name="connsiteX636" fmla="*/ 1884703 w 1967341"/>
              <a:gd name="connsiteY636" fmla="*/ 334310 h 442564"/>
              <a:gd name="connsiteX637" fmla="*/ 1900439 w 1967341"/>
              <a:gd name="connsiteY637" fmla="*/ 339480 h 442564"/>
              <a:gd name="connsiteX638" fmla="*/ 1907662 w 1967341"/>
              <a:gd name="connsiteY638" fmla="*/ 353468 h 442564"/>
              <a:gd name="connsiteX639" fmla="*/ 1896943 w 1967341"/>
              <a:gd name="connsiteY639" fmla="*/ 353468 h 442564"/>
              <a:gd name="connsiteX640" fmla="*/ 1893065 w 1967341"/>
              <a:gd name="connsiteY640" fmla="*/ 347006 h 442564"/>
              <a:gd name="connsiteX641" fmla="*/ 1885463 w 1967341"/>
              <a:gd name="connsiteY641" fmla="*/ 344194 h 442564"/>
              <a:gd name="connsiteX642" fmla="*/ 1874288 w 1967341"/>
              <a:gd name="connsiteY642" fmla="*/ 349515 h 442564"/>
              <a:gd name="connsiteX643" fmla="*/ 1874288 w 1967341"/>
              <a:gd name="connsiteY643" fmla="*/ 379162 h 442564"/>
              <a:gd name="connsiteX644" fmla="*/ 1885616 w 1967341"/>
              <a:gd name="connsiteY644" fmla="*/ 384256 h 442564"/>
              <a:gd name="connsiteX645" fmla="*/ 1895498 w 1967341"/>
              <a:gd name="connsiteY645" fmla="*/ 378935 h 442564"/>
              <a:gd name="connsiteX646" fmla="*/ 1898387 w 1967341"/>
              <a:gd name="connsiteY646" fmla="*/ 371941 h 442564"/>
              <a:gd name="connsiteX647" fmla="*/ 1886071 w 1967341"/>
              <a:gd name="connsiteY647" fmla="*/ 371941 h 442564"/>
              <a:gd name="connsiteX648" fmla="*/ 1886071 w 1967341"/>
              <a:gd name="connsiteY648" fmla="*/ 362135 h 442564"/>
              <a:gd name="connsiteX649" fmla="*/ 1908041 w 1967341"/>
              <a:gd name="connsiteY649" fmla="*/ 362135 h 442564"/>
              <a:gd name="connsiteX650" fmla="*/ 1908041 w 1967341"/>
              <a:gd name="connsiteY650" fmla="*/ 392543 h 442564"/>
              <a:gd name="connsiteX651" fmla="*/ 1900439 w 1967341"/>
              <a:gd name="connsiteY651" fmla="*/ 392543 h 442564"/>
              <a:gd name="connsiteX652" fmla="*/ 1899375 w 1967341"/>
              <a:gd name="connsiteY652" fmla="*/ 384941 h 442564"/>
              <a:gd name="connsiteX653" fmla="*/ 1899223 w 1967341"/>
              <a:gd name="connsiteY653" fmla="*/ 386309 h 442564"/>
              <a:gd name="connsiteX654" fmla="*/ 1884019 w 1967341"/>
              <a:gd name="connsiteY654" fmla="*/ 394368 h 442564"/>
              <a:gd name="connsiteX655" fmla="*/ 1884019 w 1967341"/>
              <a:gd name="connsiteY655" fmla="*/ 393911 h 442564"/>
              <a:gd name="connsiteX656" fmla="*/ 1865774 w 1967341"/>
              <a:gd name="connsiteY656" fmla="*/ 386309 h 442564"/>
              <a:gd name="connsiteX657" fmla="*/ 1865774 w 1967341"/>
              <a:gd name="connsiteY657" fmla="*/ 342521 h 442564"/>
              <a:gd name="connsiteX658" fmla="*/ 1884703 w 1967341"/>
              <a:gd name="connsiteY658" fmla="*/ 334310 h 442564"/>
              <a:gd name="connsiteX659" fmla="*/ 1549983 w 1967341"/>
              <a:gd name="connsiteY659" fmla="*/ 334159 h 442564"/>
              <a:gd name="connsiteX660" fmla="*/ 1565187 w 1967341"/>
              <a:gd name="connsiteY660" fmla="*/ 339632 h 442564"/>
              <a:gd name="connsiteX661" fmla="*/ 1572789 w 1967341"/>
              <a:gd name="connsiteY661" fmla="*/ 354456 h 442564"/>
              <a:gd name="connsiteX662" fmla="*/ 1561842 w 1967341"/>
              <a:gd name="connsiteY662" fmla="*/ 354456 h 442564"/>
              <a:gd name="connsiteX663" fmla="*/ 1558193 w 1967341"/>
              <a:gd name="connsiteY663" fmla="*/ 346854 h 442564"/>
              <a:gd name="connsiteX664" fmla="*/ 1550591 w 1967341"/>
              <a:gd name="connsiteY664" fmla="*/ 344117 h 442564"/>
              <a:gd name="connsiteX665" fmla="*/ 1541013 w 1967341"/>
              <a:gd name="connsiteY665" fmla="*/ 349439 h 442564"/>
              <a:gd name="connsiteX666" fmla="*/ 1537591 w 1967341"/>
              <a:gd name="connsiteY666" fmla="*/ 364111 h 442564"/>
              <a:gd name="connsiteX667" fmla="*/ 1541013 w 1967341"/>
              <a:gd name="connsiteY667" fmla="*/ 378403 h 442564"/>
              <a:gd name="connsiteX668" fmla="*/ 1557265 w 1967341"/>
              <a:gd name="connsiteY668" fmla="*/ 381556 h 442564"/>
              <a:gd name="connsiteX669" fmla="*/ 1558573 w 1967341"/>
              <a:gd name="connsiteY669" fmla="*/ 380531 h 442564"/>
              <a:gd name="connsiteX670" fmla="*/ 1562222 w 1967341"/>
              <a:gd name="connsiteY670" fmla="*/ 372397 h 442564"/>
              <a:gd name="connsiteX671" fmla="*/ 1572333 w 1967341"/>
              <a:gd name="connsiteY671" fmla="*/ 372701 h 442564"/>
              <a:gd name="connsiteX672" fmla="*/ 1565187 w 1967341"/>
              <a:gd name="connsiteY672" fmla="*/ 388362 h 442564"/>
              <a:gd name="connsiteX673" fmla="*/ 1549983 w 1967341"/>
              <a:gd name="connsiteY673" fmla="*/ 394215 h 442564"/>
              <a:gd name="connsiteX674" fmla="*/ 1532422 w 1967341"/>
              <a:gd name="connsiteY674" fmla="*/ 386157 h 442564"/>
              <a:gd name="connsiteX675" fmla="*/ 1525885 w 1967341"/>
              <a:gd name="connsiteY675" fmla="*/ 364490 h 442564"/>
              <a:gd name="connsiteX676" fmla="*/ 1532422 w 1967341"/>
              <a:gd name="connsiteY676" fmla="*/ 342369 h 442564"/>
              <a:gd name="connsiteX677" fmla="*/ 1549983 w 1967341"/>
              <a:gd name="connsiteY677" fmla="*/ 334159 h 442564"/>
              <a:gd name="connsiteX678" fmla="*/ 969260 w 1967341"/>
              <a:gd name="connsiteY678" fmla="*/ 334158 h 442564"/>
              <a:gd name="connsiteX679" fmla="*/ 983629 w 1967341"/>
              <a:gd name="connsiteY679" fmla="*/ 339175 h 442564"/>
              <a:gd name="connsiteX680" fmla="*/ 989710 w 1967341"/>
              <a:gd name="connsiteY680" fmla="*/ 352783 h 442564"/>
              <a:gd name="connsiteX681" fmla="*/ 978611 w 1967341"/>
              <a:gd name="connsiteY681" fmla="*/ 352783 h 442564"/>
              <a:gd name="connsiteX682" fmla="*/ 975342 w 1967341"/>
              <a:gd name="connsiteY682" fmla="*/ 346321 h 442564"/>
              <a:gd name="connsiteX683" fmla="*/ 967740 w 1967341"/>
              <a:gd name="connsiteY683" fmla="*/ 343965 h 442564"/>
              <a:gd name="connsiteX684" fmla="*/ 961278 w 1967341"/>
              <a:gd name="connsiteY684" fmla="*/ 345941 h 442564"/>
              <a:gd name="connsiteX685" fmla="*/ 958921 w 1967341"/>
              <a:gd name="connsiteY685" fmla="*/ 351490 h 442564"/>
              <a:gd name="connsiteX686" fmla="*/ 961354 w 1967341"/>
              <a:gd name="connsiteY686" fmla="*/ 355444 h 442564"/>
              <a:gd name="connsiteX687" fmla="*/ 971693 w 1967341"/>
              <a:gd name="connsiteY687" fmla="*/ 358713 h 442564"/>
              <a:gd name="connsiteX688" fmla="*/ 986897 w 1967341"/>
              <a:gd name="connsiteY688" fmla="*/ 365174 h 442564"/>
              <a:gd name="connsiteX689" fmla="*/ 990698 w 1967341"/>
              <a:gd name="connsiteY689" fmla="*/ 376729 h 442564"/>
              <a:gd name="connsiteX690" fmla="*/ 984920 w 1967341"/>
              <a:gd name="connsiteY690" fmla="*/ 389501 h 442564"/>
              <a:gd name="connsiteX691" fmla="*/ 969184 w 1967341"/>
              <a:gd name="connsiteY691" fmla="*/ 394215 h 442564"/>
              <a:gd name="connsiteX692" fmla="*/ 953980 w 1967341"/>
              <a:gd name="connsiteY692" fmla="*/ 389197 h 442564"/>
              <a:gd name="connsiteX693" fmla="*/ 947974 w 1967341"/>
              <a:gd name="connsiteY693" fmla="*/ 374981 h 442564"/>
              <a:gd name="connsiteX694" fmla="*/ 958542 w 1967341"/>
              <a:gd name="connsiteY694" fmla="*/ 374982 h 442564"/>
              <a:gd name="connsiteX695" fmla="*/ 961582 w 1967341"/>
              <a:gd name="connsiteY695" fmla="*/ 381976 h 442564"/>
              <a:gd name="connsiteX696" fmla="*/ 969184 w 1967341"/>
              <a:gd name="connsiteY696" fmla="*/ 384408 h 442564"/>
              <a:gd name="connsiteX697" fmla="*/ 977395 w 1967341"/>
              <a:gd name="connsiteY697" fmla="*/ 382584 h 442564"/>
              <a:gd name="connsiteX698" fmla="*/ 980360 w 1967341"/>
              <a:gd name="connsiteY698" fmla="*/ 377490 h 442564"/>
              <a:gd name="connsiteX699" fmla="*/ 978231 w 1967341"/>
              <a:gd name="connsiteY699" fmla="*/ 372701 h 442564"/>
              <a:gd name="connsiteX700" fmla="*/ 969336 w 1967341"/>
              <a:gd name="connsiteY700" fmla="*/ 369584 h 442564"/>
              <a:gd name="connsiteX701" fmla="*/ 952688 w 1967341"/>
              <a:gd name="connsiteY701" fmla="*/ 363046 h 442564"/>
              <a:gd name="connsiteX702" fmla="*/ 948507 w 1967341"/>
              <a:gd name="connsiteY702" fmla="*/ 352175 h 442564"/>
              <a:gd name="connsiteX703" fmla="*/ 954056 w 1967341"/>
              <a:gd name="connsiteY703" fmla="*/ 339023 h 442564"/>
              <a:gd name="connsiteX704" fmla="*/ 969260 w 1967341"/>
              <a:gd name="connsiteY704" fmla="*/ 334158 h 442564"/>
              <a:gd name="connsiteX705" fmla="*/ 809531 w 1967341"/>
              <a:gd name="connsiteY705" fmla="*/ 333949 h 442564"/>
              <a:gd name="connsiteX706" fmla="*/ 827405 w 1967341"/>
              <a:gd name="connsiteY706" fmla="*/ 339023 h 442564"/>
              <a:gd name="connsiteX707" fmla="*/ 834628 w 1967341"/>
              <a:gd name="connsiteY707" fmla="*/ 353011 h 442564"/>
              <a:gd name="connsiteX708" fmla="*/ 823681 w 1967341"/>
              <a:gd name="connsiteY708" fmla="*/ 353011 h 442564"/>
              <a:gd name="connsiteX709" fmla="*/ 819879 w 1967341"/>
              <a:gd name="connsiteY709" fmla="*/ 346550 h 442564"/>
              <a:gd name="connsiteX710" fmla="*/ 812277 w 1967341"/>
              <a:gd name="connsiteY710" fmla="*/ 343736 h 442564"/>
              <a:gd name="connsiteX711" fmla="*/ 801103 w 1967341"/>
              <a:gd name="connsiteY711" fmla="*/ 349058 h 442564"/>
              <a:gd name="connsiteX712" fmla="*/ 797073 w 1967341"/>
              <a:gd name="connsiteY712" fmla="*/ 364262 h 442564"/>
              <a:gd name="connsiteX713" fmla="*/ 800950 w 1967341"/>
              <a:gd name="connsiteY713" fmla="*/ 379010 h 442564"/>
              <a:gd name="connsiteX714" fmla="*/ 812277 w 1967341"/>
              <a:gd name="connsiteY714" fmla="*/ 384103 h 442564"/>
              <a:gd name="connsiteX715" fmla="*/ 822160 w 1967341"/>
              <a:gd name="connsiteY715" fmla="*/ 378782 h 442564"/>
              <a:gd name="connsiteX716" fmla="*/ 825049 w 1967341"/>
              <a:gd name="connsiteY716" fmla="*/ 371788 h 442564"/>
              <a:gd name="connsiteX717" fmla="*/ 812734 w 1967341"/>
              <a:gd name="connsiteY717" fmla="*/ 371788 h 442564"/>
              <a:gd name="connsiteX718" fmla="*/ 812734 w 1967341"/>
              <a:gd name="connsiteY718" fmla="*/ 361981 h 442564"/>
              <a:gd name="connsiteX719" fmla="*/ 834932 w 1967341"/>
              <a:gd name="connsiteY719" fmla="*/ 361981 h 442564"/>
              <a:gd name="connsiteX720" fmla="*/ 834932 w 1967341"/>
              <a:gd name="connsiteY720" fmla="*/ 392389 h 442564"/>
              <a:gd name="connsiteX721" fmla="*/ 827330 w 1967341"/>
              <a:gd name="connsiteY721" fmla="*/ 392389 h 442564"/>
              <a:gd name="connsiteX722" fmla="*/ 826265 w 1967341"/>
              <a:gd name="connsiteY722" fmla="*/ 384787 h 442564"/>
              <a:gd name="connsiteX723" fmla="*/ 825658 w 1967341"/>
              <a:gd name="connsiteY723" fmla="*/ 385700 h 442564"/>
              <a:gd name="connsiteX724" fmla="*/ 810540 w 1967341"/>
              <a:gd name="connsiteY724" fmla="*/ 393712 h 442564"/>
              <a:gd name="connsiteX725" fmla="*/ 792816 w 1967341"/>
              <a:gd name="connsiteY725" fmla="*/ 385852 h 442564"/>
              <a:gd name="connsiteX726" fmla="*/ 792816 w 1967341"/>
              <a:gd name="connsiteY726" fmla="*/ 342064 h 442564"/>
              <a:gd name="connsiteX727" fmla="*/ 809531 w 1967341"/>
              <a:gd name="connsiteY727" fmla="*/ 333949 h 442564"/>
              <a:gd name="connsiteX728" fmla="*/ 358112 w 1967341"/>
              <a:gd name="connsiteY728" fmla="*/ 333820 h 442564"/>
              <a:gd name="connsiteX729" fmla="*/ 356738 w 1967341"/>
              <a:gd name="connsiteY729" fmla="*/ 335368 h 442564"/>
              <a:gd name="connsiteX730" fmla="*/ 355343 w 1967341"/>
              <a:gd name="connsiteY730" fmla="*/ 336895 h 442564"/>
              <a:gd name="connsiteX731" fmla="*/ 361339 w 1967341"/>
              <a:gd name="connsiteY731" fmla="*/ 342303 h 442564"/>
              <a:gd name="connsiteX732" fmla="*/ 356171 w 1967341"/>
              <a:gd name="connsiteY732" fmla="*/ 348059 h 442564"/>
              <a:gd name="connsiteX733" fmla="*/ 350175 w 1967341"/>
              <a:gd name="connsiteY733" fmla="*/ 342652 h 442564"/>
              <a:gd name="connsiteX734" fmla="*/ 348779 w 1967341"/>
              <a:gd name="connsiteY734" fmla="*/ 344200 h 442564"/>
              <a:gd name="connsiteX735" fmla="*/ 347405 w 1967341"/>
              <a:gd name="connsiteY735" fmla="*/ 345726 h 442564"/>
              <a:gd name="connsiteX736" fmla="*/ 363367 w 1967341"/>
              <a:gd name="connsiteY736" fmla="*/ 360183 h 442564"/>
              <a:gd name="connsiteX737" fmla="*/ 364741 w 1967341"/>
              <a:gd name="connsiteY737" fmla="*/ 358635 h 442564"/>
              <a:gd name="connsiteX738" fmla="*/ 366136 w 1967341"/>
              <a:gd name="connsiteY738" fmla="*/ 357109 h 442564"/>
              <a:gd name="connsiteX739" fmla="*/ 358875 w 1967341"/>
              <a:gd name="connsiteY739" fmla="*/ 350567 h 442564"/>
              <a:gd name="connsiteX740" fmla="*/ 364065 w 1967341"/>
              <a:gd name="connsiteY740" fmla="*/ 344810 h 442564"/>
              <a:gd name="connsiteX741" fmla="*/ 371304 w 1967341"/>
              <a:gd name="connsiteY741" fmla="*/ 351352 h 442564"/>
              <a:gd name="connsiteX742" fmla="*/ 372700 w 1967341"/>
              <a:gd name="connsiteY742" fmla="*/ 349804 h 442564"/>
              <a:gd name="connsiteX743" fmla="*/ 374117 w 1967341"/>
              <a:gd name="connsiteY743" fmla="*/ 348234 h 442564"/>
              <a:gd name="connsiteX744" fmla="*/ 221021 w 1967341"/>
              <a:gd name="connsiteY744" fmla="*/ 323049 h 442564"/>
              <a:gd name="connsiteX745" fmla="*/ 222613 w 1967341"/>
              <a:gd name="connsiteY745" fmla="*/ 325055 h 442564"/>
              <a:gd name="connsiteX746" fmla="*/ 224357 w 1967341"/>
              <a:gd name="connsiteY746" fmla="*/ 326734 h 442564"/>
              <a:gd name="connsiteX747" fmla="*/ 223877 w 1967341"/>
              <a:gd name="connsiteY747" fmla="*/ 327258 h 442564"/>
              <a:gd name="connsiteX748" fmla="*/ 223877 w 1967341"/>
              <a:gd name="connsiteY748" fmla="*/ 340690 h 442564"/>
              <a:gd name="connsiteX749" fmla="*/ 230637 w 1967341"/>
              <a:gd name="connsiteY749" fmla="*/ 341867 h 442564"/>
              <a:gd name="connsiteX750" fmla="*/ 235892 w 1967341"/>
              <a:gd name="connsiteY750" fmla="*/ 345073 h 442564"/>
              <a:gd name="connsiteX751" fmla="*/ 240995 w 1967341"/>
              <a:gd name="connsiteY751" fmla="*/ 346490 h 442564"/>
              <a:gd name="connsiteX752" fmla="*/ 243590 w 1967341"/>
              <a:gd name="connsiteY752" fmla="*/ 349020 h 442564"/>
              <a:gd name="connsiteX753" fmla="*/ 246490 w 1967341"/>
              <a:gd name="connsiteY753" fmla="*/ 349281 h 442564"/>
              <a:gd name="connsiteX754" fmla="*/ 250546 w 1967341"/>
              <a:gd name="connsiteY754" fmla="*/ 352312 h 442564"/>
              <a:gd name="connsiteX755" fmla="*/ 253686 w 1967341"/>
              <a:gd name="connsiteY755" fmla="*/ 354253 h 442564"/>
              <a:gd name="connsiteX756" fmla="*/ 255256 w 1967341"/>
              <a:gd name="connsiteY756" fmla="*/ 356215 h 442564"/>
              <a:gd name="connsiteX757" fmla="*/ 258178 w 1967341"/>
              <a:gd name="connsiteY757" fmla="*/ 357393 h 442564"/>
              <a:gd name="connsiteX758" fmla="*/ 261492 w 1967341"/>
              <a:gd name="connsiteY758" fmla="*/ 357785 h 442564"/>
              <a:gd name="connsiteX759" fmla="*/ 265853 w 1967341"/>
              <a:gd name="connsiteY759" fmla="*/ 359530 h 442564"/>
              <a:gd name="connsiteX760" fmla="*/ 272155 w 1967341"/>
              <a:gd name="connsiteY760" fmla="*/ 363041 h 442564"/>
              <a:gd name="connsiteX761" fmla="*/ 284388 w 1967341"/>
              <a:gd name="connsiteY761" fmla="*/ 365112 h 442564"/>
              <a:gd name="connsiteX762" fmla="*/ 159333 w 1967341"/>
              <a:gd name="connsiteY762" fmla="*/ 365243 h 442564"/>
              <a:gd name="connsiteX763" fmla="*/ 174270 w 1967341"/>
              <a:gd name="connsiteY763" fmla="*/ 363498 h 442564"/>
              <a:gd name="connsiteX764" fmla="*/ 180812 w 1967341"/>
              <a:gd name="connsiteY764" fmla="*/ 359988 h 442564"/>
              <a:gd name="connsiteX765" fmla="*/ 184322 w 1967341"/>
              <a:gd name="connsiteY765" fmla="*/ 356673 h 442564"/>
              <a:gd name="connsiteX766" fmla="*/ 187833 w 1967341"/>
              <a:gd name="connsiteY766" fmla="*/ 354907 h 442564"/>
              <a:gd name="connsiteX767" fmla="*/ 190973 w 1967341"/>
              <a:gd name="connsiteY767" fmla="*/ 353141 h 442564"/>
              <a:gd name="connsiteX768" fmla="*/ 193699 w 1967341"/>
              <a:gd name="connsiteY768" fmla="*/ 349630 h 442564"/>
              <a:gd name="connsiteX769" fmla="*/ 197798 w 1967341"/>
              <a:gd name="connsiteY769" fmla="*/ 348060 h 442564"/>
              <a:gd name="connsiteX770" fmla="*/ 201701 w 1967341"/>
              <a:gd name="connsiteY770" fmla="*/ 345335 h 442564"/>
              <a:gd name="connsiteX771" fmla="*/ 206782 w 1967341"/>
              <a:gd name="connsiteY771" fmla="*/ 343961 h 442564"/>
              <a:gd name="connsiteX772" fmla="*/ 211274 w 1967341"/>
              <a:gd name="connsiteY772" fmla="*/ 341235 h 442564"/>
              <a:gd name="connsiteX773" fmla="*/ 218404 w 1967341"/>
              <a:gd name="connsiteY773" fmla="*/ 340886 h 442564"/>
              <a:gd name="connsiteX774" fmla="*/ 218404 w 1967341"/>
              <a:gd name="connsiteY774" fmla="*/ 327541 h 442564"/>
              <a:gd name="connsiteX775" fmla="*/ 217750 w 1967341"/>
              <a:gd name="connsiteY775" fmla="*/ 326931 h 442564"/>
              <a:gd name="connsiteX776" fmla="*/ 219473 w 1967341"/>
              <a:gd name="connsiteY776" fmla="*/ 325055 h 442564"/>
              <a:gd name="connsiteX777" fmla="*/ 221021 w 1967341"/>
              <a:gd name="connsiteY777" fmla="*/ 323049 h 442564"/>
              <a:gd name="connsiteX778" fmla="*/ 371282 w 1967341"/>
              <a:gd name="connsiteY778" fmla="*/ 315809 h 442564"/>
              <a:gd name="connsiteX779" fmla="*/ 370170 w 1967341"/>
              <a:gd name="connsiteY779" fmla="*/ 317401 h 442564"/>
              <a:gd name="connsiteX780" fmla="*/ 369058 w 1967341"/>
              <a:gd name="connsiteY780" fmla="*/ 318993 h 442564"/>
              <a:gd name="connsiteX781" fmla="*/ 381444 w 1967341"/>
              <a:gd name="connsiteY781" fmla="*/ 327715 h 442564"/>
              <a:gd name="connsiteX782" fmla="*/ 364501 w 1967341"/>
              <a:gd name="connsiteY782" fmla="*/ 325534 h 442564"/>
              <a:gd name="connsiteX783" fmla="*/ 363258 w 1967341"/>
              <a:gd name="connsiteY783" fmla="*/ 327322 h 442564"/>
              <a:gd name="connsiteX784" fmla="*/ 362015 w 1967341"/>
              <a:gd name="connsiteY784" fmla="*/ 329089 h 442564"/>
              <a:gd name="connsiteX785" fmla="*/ 379656 w 1967341"/>
              <a:gd name="connsiteY785" fmla="*/ 341452 h 442564"/>
              <a:gd name="connsiteX786" fmla="*/ 380768 w 1967341"/>
              <a:gd name="connsiteY786" fmla="*/ 339860 h 442564"/>
              <a:gd name="connsiteX787" fmla="*/ 381858 w 1967341"/>
              <a:gd name="connsiteY787" fmla="*/ 338269 h 442564"/>
              <a:gd name="connsiteX788" fmla="*/ 369145 w 1967341"/>
              <a:gd name="connsiteY788" fmla="*/ 329372 h 442564"/>
              <a:gd name="connsiteX789" fmla="*/ 386590 w 1967341"/>
              <a:gd name="connsiteY789" fmla="*/ 331553 h 442564"/>
              <a:gd name="connsiteX790" fmla="*/ 387789 w 1967341"/>
              <a:gd name="connsiteY790" fmla="*/ 329852 h 442564"/>
              <a:gd name="connsiteX791" fmla="*/ 388923 w 1967341"/>
              <a:gd name="connsiteY791" fmla="*/ 328173 h 442564"/>
              <a:gd name="connsiteX792" fmla="*/ 67031 w 1967341"/>
              <a:gd name="connsiteY792" fmla="*/ 313912 h 442564"/>
              <a:gd name="connsiteX793" fmla="*/ 53075 w 1967341"/>
              <a:gd name="connsiteY793" fmla="*/ 322852 h 442564"/>
              <a:gd name="connsiteX794" fmla="*/ 54274 w 1967341"/>
              <a:gd name="connsiteY794" fmla="*/ 330244 h 442564"/>
              <a:gd name="connsiteX795" fmla="*/ 59900 w 1967341"/>
              <a:gd name="connsiteY795" fmla="*/ 333341 h 442564"/>
              <a:gd name="connsiteX796" fmla="*/ 60315 w 1967341"/>
              <a:gd name="connsiteY796" fmla="*/ 333341 h 442564"/>
              <a:gd name="connsiteX797" fmla="*/ 58134 w 1967341"/>
              <a:gd name="connsiteY797" fmla="*/ 335194 h 442564"/>
              <a:gd name="connsiteX798" fmla="*/ 59639 w 1967341"/>
              <a:gd name="connsiteY798" fmla="*/ 337527 h 442564"/>
              <a:gd name="connsiteX799" fmla="*/ 69386 w 1967341"/>
              <a:gd name="connsiteY799" fmla="*/ 331204 h 442564"/>
              <a:gd name="connsiteX800" fmla="*/ 64872 w 1967341"/>
              <a:gd name="connsiteY800" fmla="*/ 324226 h 442564"/>
              <a:gd name="connsiteX801" fmla="*/ 61754 w 1967341"/>
              <a:gd name="connsiteY801" fmla="*/ 326254 h 442564"/>
              <a:gd name="connsiteX802" fmla="*/ 64174 w 1967341"/>
              <a:gd name="connsiteY802" fmla="*/ 330244 h 442564"/>
              <a:gd name="connsiteX803" fmla="*/ 61361 w 1967341"/>
              <a:gd name="connsiteY803" fmla="*/ 330789 h 442564"/>
              <a:gd name="connsiteX804" fmla="*/ 57654 w 1967341"/>
              <a:gd name="connsiteY804" fmla="*/ 328740 h 442564"/>
              <a:gd name="connsiteX805" fmla="*/ 56935 w 1967341"/>
              <a:gd name="connsiteY805" fmla="*/ 324095 h 442564"/>
              <a:gd name="connsiteX806" fmla="*/ 60816 w 1967341"/>
              <a:gd name="connsiteY806" fmla="*/ 319843 h 442564"/>
              <a:gd name="connsiteX807" fmla="*/ 66355 w 1967341"/>
              <a:gd name="connsiteY807" fmla="*/ 318055 h 442564"/>
              <a:gd name="connsiteX808" fmla="*/ 70367 w 1967341"/>
              <a:gd name="connsiteY808" fmla="*/ 320497 h 442564"/>
              <a:gd name="connsiteX809" fmla="*/ 71021 w 1967341"/>
              <a:gd name="connsiteY809" fmla="*/ 323463 h 442564"/>
              <a:gd name="connsiteX810" fmla="*/ 69756 w 1967341"/>
              <a:gd name="connsiteY810" fmla="*/ 326036 h 442564"/>
              <a:gd name="connsiteX811" fmla="*/ 72199 w 1967341"/>
              <a:gd name="connsiteY811" fmla="*/ 329503 h 442564"/>
              <a:gd name="connsiteX812" fmla="*/ 75164 w 1967341"/>
              <a:gd name="connsiteY812" fmla="*/ 324335 h 442564"/>
              <a:gd name="connsiteX813" fmla="*/ 73572 w 1967341"/>
              <a:gd name="connsiteY813" fmla="*/ 318273 h 442564"/>
              <a:gd name="connsiteX814" fmla="*/ 67031 w 1967341"/>
              <a:gd name="connsiteY814" fmla="*/ 313912 h 442564"/>
              <a:gd name="connsiteX815" fmla="*/ 385085 w 1967341"/>
              <a:gd name="connsiteY815" fmla="*/ 301374 h 442564"/>
              <a:gd name="connsiteX816" fmla="*/ 390689 w 1967341"/>
              <a:gd name="connsiteY816" fmla="*/ 302748 h 442564"/>
              <a:gd name="connsiteX817" fmla="*/ 395028 w 1967341"/>
              <a:gd name="connsiteY817" fmla="*/ 306498 h 442564"/>
              <a:gd name="connsiteX818" fmla="*/ 395414 w 1967341"/>
              <a:gd name="connsiteY818" fmla="*/ 307759 h 442564"/>
              <a:gd name="connsiteX819" fmla="*/ 391321 w 1967341"/>
              <a:gd name="connsiteY819" fmla="*/ 313476 h 442564"/>
              <a:gd name="connsiteX820" fmla="*/ 385804 w 1967341"/>
              <a:gd name="connsiteY820" fmla="*/ 312168 h 442564"/>
              <a:gd name="connsiteX821" fmla="*/ 381443 w 1967341"/>
              <a:gd name="connsiteY821" fmla="*/ 308286 h 442564"/>
              <a:gd name="connsiteX822" fmla="*/ 381443 w 1967341"/>
              <a:gd name="connsiteY822" fmla="*/ 303925 h 442564"/>
              <a:gd name="connsiteX823" fmla="*/ 385085 w 1967341"/>
              <a:gd name="connsiteY823" fmla="*/ 301374 h 442564"/>
              <a:gd name="connsiteX824" fmla="*/ 384126 w 1967341"/>
              <a:gd name="connsiteY824" fmla="*/ 297492 h 442564"/>
              <a:gd name="connsiteX825" fmla="*/ 383179 w 1967341"/>
              <a:gd name="connsiteY825" fmla="*/ 297780 h 442564"/>
              <a:gd name="connsiteX826" fmla="*/ 377584 w 1967341"/>
              <a:gd name="connsiteY826" fmla="*/ 309769 h 442564"/>
              <a:gd name="connsiteX827" fmla="*/ 383755 w 1967341"/>
              <a:gd name="connsiteY827" fmla="*/ 315962 h 442564"/>
              <a:gd name="connsiteX828" fmla="*/ 392216 w 1967341"/>
              <a:gd name="connsiteY828" fmla="*/ 317532 h 442564"/>
              <a:gd name="connsiteX829" fmla="*/ 398147 w 1967341"/>
              <a:gd name="connsiteY829" fmla="*/ 312843 h 442564"/>
              <a:gd name="connsiteX830" fmla="*/ 398103 w 1967341"/>
              <a:gd name="connsiteY830" fmla="*/ 312800 h 442564"/>
              <a:gd name="connsiteX831" fmla="*/ 398757 w 1967341"/>
              <a:gd name="connsiteY831" fmla="*/ 305277 h 442564"/>
              <a:gd name="connsiteX832" fmla="*/ 392717 w 1967341"/>
              <a:gd name="connsiteY832" fmla="*/ 299150 h 442564"/>
              <a:gd name="connsiteX833" fmla="*/ 384126 w 1967341"/>
              <a:gd name="connsiteY833" fmla="*/ 297492 h 442564"/>
              <a:gd name="connsiteX834" fmla="*/ 58178 w 1967341"/>
              <a:gd name="connsiteY834" fmla="*/ 290667 h 442564"/>
              <a:gd name="connsiteX835" fmla="*/ 38662 w 1967341"/>
              <a:gd name="connsiteY835" fmla="*/ 299782 h 442564"/>
              <a:gd name="connsiteX836" fmla="*/ 39469 w 1967341"/>
              <a:gd name="connsiteY836" fmla="*/ 301526 h 442564"/>
              <a:gd name="connsiteX837" fmla="*/ 40297 w 1967341"/>
              <a:gd name="connsiteY837" fmla="*/ 303271 h 442564"/>
              <a:gd name="connsiteX838" fmla="*/ 54362 w 1967341"/>
              <a:gd name="connsiteY838" fmla="*/ 296729 h 442564"/>
              <a:gd name="connsiteX839" fmla="*/ 43742 w 1967341"/>
              <a:gd name="connsiteY839" fmla="*/ 310707 h 442564"/>
              <a:gd name="connsiteX840" fmla="*/ 44615 w 1967341"/>
              <a:gd name="connsiteY840" fmla="*/ 312560 h 442564"/>
              <a:gd name="connsiteX841" fmla="*/ 45487 w 1967341"/>
              <a:gd name="connsiteY841" fmla="*/ 314392 h 442564"/>
              <a:gd name="connsiteX842" fmla="*/ 65003 w 1967341"/>
              <a:gd name="connsiteY842" fmla="*/ 305299 h 442564"/>
              <a:gd name="connsiteX843" fmla="*/ 64174 w 1967341"/>
              <a:gd name="connsiteY843" fmla="*/ 303532 h 442564"/>
              <a:gd name="connsiteX844" fmla="*/ 63367 w 1967341"/>
              <a:gd name="connsiteY844" fmla="*/ 301788 h 442564"/>
              <a:gd name="connsiteX845" fmla="*/ 49673 w 1967341"/>
              <a:gd name="connsiteY845" fmla="*/ 308177 h 442564"/>
              <a:gd name="connsiteX846" fmla="*/ 60009 w 1967341"/>
              <a:gd name="connsiteY846" fmla="*/ 294614 h 442564"/>
              <a:gd name="connsiteX847" fmla="*/ 59093 w 1967341"/>
              <a:gd name="connsiteY847" fmla="*/ 292652 h 442564"/>
              <a:gd name="connsiteX848" fmla="*/ 406476 w 1967341"/>
              <a:gd name="connsiteY848" fmla="*/ 281836 h 442564"/>
              <a:gd name="connsiteX849" fmla="*/ 402944 w 1967341"/>
              <a:gd name="connsiteY849" fmla="*/ 291038 h 442564"/>
              <a:gd name="connsiteX850" fmla="*/ 386415 w 1967341"/>
              <a:gd name="connsiteY850" fmla="*/ 284693 h 442564"/>
              <a:gd name="connsiteX851" fmla="*/ 385674 w 1967341"/>
              <a:gd name="connsiteY851" fmla="*/ 286633 h 442564"/>
              <a:gd name="connsiteX852" fmla="*/ 384933 w 1967341"/>
              <a:gd name="connsiteY852" fmla="*/ 288552 h 442564"/>
              <a:gd name="connsiteX853" fmla="*/ 405081 w 1967341"/>
              <a:gd name="connsiteY853" fmla="*/ 296293 h 442564"/>
              <a:gd name="connsiteX854" fmla="*/ 410052 w 1967341"/>
              <a:gd name="connsiteY854" fmla="*/ 283210 h 442564"/>
              <a:gd name="connsiteX855" fmla="*/ 408264 w 1967341"/>
              <a:gd name="connsiteY855" fmla="*/ 282534 h 442564"/>
              <a:gd name="connsiteX856" fmla="*/ 54383 w 1967341"/>
              <a:gd name="connsiteY856" fmla="*/ 281095 h 442564"/>
              <a:gd name="connsiteX857" fmla="*/ 34279 w 1967341"/>
              <a:gd name="connsiteY857" fmla="*/ 288814 h 442564"/>
              <a:gd name="connsiteX858" fmla="*/ 35020 w 1967341"/>
              <a:gd name="connsiteY858" fmla="*/ 290755 h 442564"/>
              <a:gd name="connsiteX859" fmla="*/ 35762 w 1967341"/>
              <a:gd name="connsiteY859" fmla="*/ 292673 h 442564"/>
              <a:gd name="connsiteX860" fmla="*/ 55866 w 1967341"/>
              <a:gd name="connsiteY860" fmla="*/ 284954 h 442564"/>
              <a:gd name="connsiteX861" fmla="*/ 55125 w 1967341"/>
              <a:gd name="connsiteY861" fmla="*/ 283035 h 442564"/>
              <a:gd name="connsiteX862" fmla="*/ 35958 w 1967341"/>
              <a:gd name="connsiteY862" fmla="*/ 266420 h 442564"/>
              <a:gd name="connsiteX863" fmla="*/ 34715 w 1967341"/>
              <a:gd name="connsiteY863" fmla="*/ 266747 h 442564"/>
              <a:gd name="connsiteX864" fmla="*/ 29569 w 1967341"/>
              <a:gd name="connsiteY864" fmla="*/ 269669 h 442564"/>
              <a:gd name="connsiteX865" fmla="*/ 29067 w 1967341"/>
              <a:gd name="connsiteY865" fmla="*/ 274902 h 442564"/>
              <a:gd name="connsiteX866" fmla="*/ 31924 w 1967341"/>
              <a:gd name="connsiteY866" fmla="*/ 279067 h 442564"/>
              <a:gd name="connsiteX867" fmla="*/ 31924 w 1967341"/>
              <a:gd name="connsiteY867" fmla="*/ 279023 h 442564"/>
              <a:gd name="connsiteX868" fmla="*/ 37135 w 1967341"/>
              <a:gd name="connsiteY868" fmla="*/ 279372 h 442564"/>
              <a:gd name="connsiteX869" fmla="*/ 52094 w 1967341"/>
              <a:gd name="connsiteY869" fmla="*/ 275360 h 442564"/>
              <a:gd name="connsiteX870" fmla="*/ 51549 w 1967341"/>
              <a:gd name="connsiteY870" fmla="*/ 273354 h 442564"/>
              <a:gd name="connsiteX871" fmla="*/ 51025 w 1967341"/>
              <a:gd name="connsiteY871" fmla="*/ 271369 h 442564"/>
              <a:gd name="connsiteX872" fmla="*/ 36067 w 1967341"/>
              <a:gd name="connsiteY872" fmla="*/ 275382 h 442564"/>
              <a:gd name="connsiteX873" fmla="*/ 33734 w 1967341"/>
              <a:gd name="connsiteY873" fmla="*/ 275382 h 442564"/>
              <a:gd name="connsiteX874" fmla="*/ 33511 w 1967341"/>
              <a:gd name="connsiteY874" fmla="*/ 275229 h 442564"/>
              <a:gd name="connsiteX875" fmla="*/ 33058 w 1967341"/>
              <a:gd name="connsiteY875" fmla="*/ 271806 h 442564"/>
              <a:gd name="connsiteX876" fmla="*/ 35718 w 1967341"/>
              <a:gd name="connsiteY876" fmla="*/ 270541 h 442564"/>
              <a:gd name="connsiteX877" fmla="*/ 36961 w 1967341"/>
              <a:gd name="connsiteY877" fmla="*/ 270214 h 442564"/>
              <a:gd name="connsiteX878" fmla="*/ 848009 w 1967341"/>
              <a:gd name="connsiteY878" fmla="*/ 261938 h 442564"/>
              <a:gd name="connsiteX879" fmla="*/ 847932 w 1967341"/>
              <a:gd name="connsiteY879" fmla="*/ 262090 h 442564"/>
              <a:gd name="connsiteX880" fmla="*/ 847945 w 1967341"/>
              <a:gd name="connsiteY880" fmla="*/ 262008 h 442564"/>
              <a:gd name="connsiteX881" fmla="*/ 399651 w 1967341"/>
              <a:gd name="connsiteY881" fmla="*/ 259486 h 442564"/>
              <a:gd name="connsiteX882" fmla="*/ 405429 w 1967341"/>
              <a:gd name="connsiteY882" fmla="*/ 259486 h 442564"/>
              <a:gd name="connsiteX883" fmla="*/ 410401 w 1967341"/>
              <a:gd name="connsiteY883" fmla="*/ 262211 h 442564"/>
              <a:gd name="connsiteX884" fmla="*/ 411081 w 1967341"/>
              <a:gd name="connsiteY884" fmla="*/ 263343 h 442564"/>
              <a:gd name="connsiteX885" fmla="*/ 408482 w 1967341"/>
              <a:gd name="connsiteY885" fmla="*/ 269909 h 442564"/>
              <a:gd name="connsiteX886" fmla="*/ 402813 w 1967341"/>
              <a:gd name="connsiteY886" fmla="*/ 269909 h 442564"/>
              <a:gd name="connsiteX887" fmla="*/ 397732 w 1967341"/>
              <a:gd name="connsiteY887" fmla="*/ 267161 h 442564"/>
              <a:gd name="connsiteX888" fmla="*/ 396938 w 1967341"/>
              <a:gd name="connsiteY888" fmla="*/ 265838 h 442564"/>
              <a:gd name="connsiteX889" fmla="*/ 399651 w 1967341"/>
              <a:gd name="connsiteY889" fmla="*/ 259486 h 442564"/>
              <a:gd name="connsiteX890" fmla="*/ 406389 w 1967341"/>
              <a:gd name="connsiteY890" fmla="*/ 255473 h 442564"/>
              <a:gd name="connsiteX891" fmla="*/ 397667 w 1967341"/>
              <a:gd name="connsiteY891" fmla="*/ 255953 h 442564"/>
              <a:gd name="connsiteX892" fmla="*/ 396808 w 1967341"/>
              <a:gd name="connsiteY892" fmla="*/ 256470 h 442564"/>
              <a:gd name="connsiteX893" fmla="*/ 394309 w 1967341"/>
              <a:gd name="connsiteY893" fmla="*/ 269429 h 442564"/>
              <a:gd name="connsiteX894" fmla="*/ 401810 w 1967341"/>
              <a:gd name="connsiteY894" fmla="*/ 273964 h 442564"/>
              <a:gd name="connsiteX895" fmla="*/ 410401 w 1967341"/>
              <a:gd name="connsiteY895" fmla="*/ 273441 h 442564"/>
              <a:gd name="connsiteX896" fmla="*/ 415002 w 1967341"/>
              <a:gd name="connsiteY896" fmla="*/ 267444 h 442564"/>
              <a:gd name="connsiteX897" fmla="*/ 413738 w 1967341"/>
              <a:gd name="connsiteY897" fmla="*/ 259965 h 442564"/>
              <a:gd name="connsiteX898" fmla="*/ 406389 w 1967341"/>
              <a:gd name="connsiteY898" fmla="*/ 255473 h 442564"/>
              <a:gd name="connsiteX899" fmla="*/ 46948 w 1967341"/>
              <a:gd name="connsiteY899" fmla="*/ 254056 h 442564"/>
              <a:gd name="connsiteX900" fmla="*/ 25818 w 1967341"/>
              <a:gd name="connsiteY900" fmla="*/ 258177 h 442564"/>
              <a:gd name="connsiteX901" fmla="*/ 26211 w 1967341"/>
              <a:gd name="connsiteY901" fmla="*/ 260205 h 442564"/>
              <a:gd name="connsiteX902" fmla="*/ 26603 w 1967341"/>
              <a:gd name="connsiteY902" fmla="*/ 262233 h 442564"/>
              <a:gd name="connsiteX903" fmla="*/ 47733 w 1967341"/>
              <a:gd name="connsiteY903" fmla="*/ 258133 h 442564"/>
              <a:gd name="connsiteX904" fmla="*/ 47340 w 1967341"/>
              <a:gd name="connsiteY904" fmla="*/ 256084 h 442564"/>
              <a:gd name="connsiteX905" fmla="*/ 92826 w 1967341"/>
              <a:gd name="connsiteY905" fmla="*/ 253838 h 442564"/>
              <a:gd name="connsiteX906" fmla="*/ 117445 w 1967341"/>
              <a:gd name="connsiteY906" fmla="*/ 257742 h 442564"/>
              <a:gd name="connsiteX907" fmla="*/ 176538 w 1967341"/>
              <a:gd name="connsiteY907" fmla="*/ 257262 h 442564"/>
              <a:gd name="connsiteX908" fmla="*/ 185107 w 1967341"/>
              <a:gd name="connsiteY908" fmla="*/ 258657 h 442564"/>
              <a:gd name="connsiteX909" fmla="*/ 203925 w 1967341"/>
              <a:gd name="connsiteY909" fmla="*/ 260838 h 442564"/>
              <a:gd name="connsiteX910" fmla="*/ 198147 w 1967341"/>
              <a:gd name="connsiteY910" fmla="*/ 284192 h 442564"/>
              <a:gd name="connsiteX911" fmla="*/ 221282 w 1967341"/>
              <a:gd name="connsiteY911" fmla="*/ 288117 h 442564"/>
              <a:gd name="connsiteX912" fmla="*/ 244396 w 1967341"/>
              <a:gd name="connsiteY912" fmla="*/ 284192 h 442564"/>
              <a:gd name="connsiteX913" fmla="*/ 238618 w 1967341"/>
              <a:gd name="connsiteY913" fmla="*/ 260860 h 442564"/>
              <a:gd name="connsiteX914" fmla="*/ 257436 w 1967341"/>
              <a:gd name="connsiteY914" fmla="*/ 258679 h 442564"/>
              <a:gd name="connsiteX915" fmla="*/ 266027 w 1967341"/>
              <a:gd name="connsiteY915" fmla="*/ 257284 h 442564"/>
              <a:gd name="connsiteX916" fmla="*/ 325120 w 1967341"/>
              <a:gd name="connsiteY916" fmla="*/ 257763 h 442564"/>
              <a:gd name="connsiteX917" fmla="*/ 325207 w 1967341"/>
              <a:gd name="connsiteY917" fmla="*/ 257742 h 442564"/>
              <a:gd name="connsiteX918" fmla="*/ 349804 w 1967341"/>
              <a:gd name="connsiteY918" fmla="*/ 253838 h 442564"/>
              <a:gd name="connsiteX919" fmla="*/ 334322 w 1967341"/>
              <a:gd name="connsiteY919" fmla="*/ 271108 h 442564"/>
              <a:gd name="connsiteX920" fmla="*/ 236764 w 1967341"/>
              <a:gd name="connsiteY920" fmla="*/ 288989 h 442564"/>
              <a:gd name="connsiteX921" fmla="*/ 243022 w 1967341"/>
              <a:gd name="connsiteY921" fmla="*/ 314021 h 442564"/>
              <a:gd name="connsiteX922" fmla="*/ 221217 w 1967341"/>
              <a:gd name="connsiteY922" fmla="*/ 318731 h 442564"/>
              <a:gd name="connsiteX923" fmla="*/ 199411 w 1967341"/>
              <a:gd name="connsiteY923" fmla="*/ 314021 h 442564"/>
              <a:gd name="connsiteX924" fmla="*/ 205670 w 1967341"/>
              <a:gd name="connsiteY924" fmla="*/ 288989 h 442564"/>
              <a:gd name="connsiteX925" fmla="*/ 108308 w 1967341"/>
              <a:gd name="connsiteY925" fmla="*/ 271108 h 442564"/>
              <a:gd name="connsiteX926" fmla="*/ 92826 w 1967341"/>
              <a:gd name="connsiteY926" fmla="*/ 253838 h 442564"/>
              <a:gd name="connsiteX927" fmla="*/ 821325 w 1967341"/>
              <a:gd name="connsiteY927" fmla="*/ 241792 h 442564"/>
              <a:gd name="connsiteX928" fmla="*/ 828927 w 1967341"/>
              <a:gd name="connsiteY928" fmla="*/ 251295 h 442564"/>
              <a:gd name="connsiteX929" fmla="*/ 836985 w 1967341"/>
              <a:gd name="connsiteY929" fmla="*/ 249319 h 442564"/>
              <a:gd name="connsiteX930" fmla="*/ 846336 w 1967341"/>
              <a:gd name="connsiteY930" fmla="*/ 249319 h 442564"/>
              <a:gd name="connsiteX931" fmla="*/ 849605 w 1967341"/>
              <a:gd name="connsiteY931" fmla="*/ 250839 h 442564"/>
              <a:gd name="connsiteX932" fmla="*/ 848844 w 1967341"/>
              <a:gd name="connsiteY932" fmla="*/ 256160 h 442564"/>
              <a:gd name="connsiteX933" fmla="*/ 847945 w 1967341"/>
              <a:gd name="connsiteY933" fmla="*/ 262008 h 442564"/>
              <a:gd name="connsiteX934" fmla="*/ 843903 w 1967341"/>
              <a:gd name="connsiteY934" fmla="*/ 266423 h 442564"/>
              <a:gd name="connsiteX935" fmla="*/ 839722 w 1967341"/>
              <a:gd name="connsiteY935" fmla="*/ 269540 h 442564"/>
              <a:gd name="connsiteX936" fmla="*/ 836757 w 1967341"/>
              <a:gd name="connsiteY936" fmla="*/ 277978 h 442564"/>
              <a:gd name="connsiteX937" fmla="*/ 830827 w 1967341"/>
              <a:gd name="connsiteY937" fmla="*/ 282007 h 442564"/>
              <a:gd name="connsiteX938" fmla="*/ 823986 w 1967341"/>
              <a:gd name="connsiteY938" fmla="*/ 282615 h 442564"/>
              <a:gd name="connsiteX939" fmla="*/ 814939 w 1967341"/>
              <a:gd name="connsiteY939" fmla="*/ 286416 h 442564"/>
              <a:gd name="connsiteX940" fmla="*/ 804143 w 1967341"/>
              <a:gd name="connsiteY940" fmla="*/ 277522 h 442564"/>
              <a:gd name="connsiteX941" fmla="*/ 805284 w 1967341"/>
              <a:gd name="connsiteY941" fmla="*/ 270832 h 442564"/>
              <a:gd name="connsiteX942" fmla="*/ 803688 w 1967341"/>
              <a:gd name="connsiteY942" fmla="*/ 265511 h 442564"/>
              <a:gd name="connsiteX943" fmla="*/ 806957 w 1967341"/>
              <a:gd name="connsiteY943" fmla="*/ 259277 h 442564"/>
              <a:gd name="connsiteX944" fmla="*/ 815243 w 1967341"/>
              <a:gd name="connsiteY944" fmla="*/ 245062 h 442564"/>
              <a:gd name="connsiteX945" fmla="*/ 821325 w 1967341"/>
              <a:gd name="connsiteY945" fmla="*/ 241792 h 442564"/>
              <a:gd name="connsiteX946" fmla="*/ 44440 w 1967341"/>
              <a:gd name="connsiteY946" fmla="*/ 233668 h 442564"/>
              <a:gd name="connsiteX947" fmla="*/ 23071 w 1967341"/>
              <a:gd name="connsiteY947" fmla="*/ 236306 h 442564"/>
              <a:gd name="connsiteX948" fmla="*/ 24902 w 1967341"/>
              <a:gd name="connsiteY948" fmla="*/ 251308 h 442564"/>
              <a:gd name="connsiteX949" fmla="*/ 26800 w 1967341"/>
              <a:gd name="connsiteY949" fmla="*/ 251090 h 442564"/>
              <a:gd name="connsiteX950" fmla="*/ 28697 w 1967341"/>
              <a:gd name="connsiteY950" fmla="*/ 250850 h 442564"/>
              <a:gd name="connsiteX951" fmla="*/ 27367 w 1967341"/>
              <a:gd name="connsiteY951" fmla="*/ 239948 h 442564"/>
              <a:gd name="connsiteX952" fmla="*/ 32927 w 1967341"/>
              <a:gd name="connsiteY952" fmla="*/ 239250 h 442564"/>
              <a:gd name="connsiteX953" fmla="*/ 34104 w 1967341"/>
              <a:gd name="connsiteY953" fmla="*/ 248866 h 442564"/>
              <a:gd name="connsiteX954" fmla="*/ 35958 w 1967341"/>
              <a:gd name="connsiteY954" fmla="*/ 248648 h 442564"/>
              <a:gd name="connsiteX955" fmla="*/ 37790 w 1967341"/>
              <a:gd name="connsiteY955" fmla="*/ 248430 h 442564"/>
              <a:gd name="connsiteX956" fmla="*/ 36612 w 1967341"/>
              <a:gd name="connsiteY956" fmla="*/ 238814 h 442564"/>
              <a:gd name="connsiteX957" fmla="*/ 41148 w 1967341"/>
              <a:gd name="connsiteY957" fmla="*/ 238247 h 442564"/>
              <a:gd name="connsiteX958" fmla="*/ 42412 w 1967341"/>
              <a:gd name="connsiteY958" fmla="*/ 248605 h 442564"/>
              <a:gd name="connsiteX959" fmla="*/ 44331 w 1967341"/>
              <a:gd name="connsiteY959" fmla="*/ 248386 h 442564"/>
              <a:gd name="connsiteX960" fmla="*/ 46206 w 1967341"/>
              <a:gd name="connsiteY960" fmla="*/ 248147 h 442564"/>
              <a:gd name="connsiteX961" fmla="*/ 404819 w 1967341"/>
              <a:gd name="connsiteY961" fmla="*/ 230026 h 442564"/>
              <a:gd name="connsiteX962" fmla="*/ 399302 w 1967341"/>
              <a:gd name="connsiteY962" fmla="*/ 232207 h 442564"/>
              <a:gd name="connsiteX963" fmla="*/ 399302 w 1967341"/>
              <a:gd name="connsiteY963" fmla="*/ 245290 h 442564"/>
              <a:gd name="connsiteX964" fmla="*/ 415787 w 1967341"/>
              <a:gd name="connsiteY964" fmla="*/ 246838 h 442564"/>
              <a:gd name="connsiteX965" fmla="*/ 419407 w 1967341"/>
              <a:gd name="connsiteY965" fmla="*/ 240297 h 442564"/>
              <a:gd name="connsiteX966" fmla="*/ 416878 w 1967341"/>
              <a:gd name="connsiteY966" fmla="*/ 234387 h 442564"/>
              <a:gd name="connsiteX967" fmla="*/ 416551 w 1967341"/>
              <a:gd name="connsiteY967" fmla="*/ 234213 h 442564"/>
              <a:gd name="connsiteX968" fmla="*/ 419363 w 1967341"/>
              <a:gd name="connsiteY968" fmla="*/ 234038 h 442564"/>
              <a:gd name="connsiteX969" fmla="*/ 419560 w 1967341"/>
              <a:gd name="connsiteY969" fmla="*/ 231313 h 442564"/>
              <a:gd name="connsiteX970" fmla="*/ 407981 w 1967341"/>
              <a:gd name="connsiteY970" fmla="*/ 230310 h 442564"/>
              <a:gd name="connsiteX971" fmla="*/ 407261 w 1967341"/>
              <a:gd name="connsiteY971" fmla="*/ 238574 h 442564"/>
              <a:gd name="connsiteX972" fmla="*/ 410968 w 1967341"/>
              <a:gd name="connsiteY972" fmla="*/ 238901 h 442564"/>
              <a:gd name="connsiteX973" fmla="*/ 411361 w 1967341"/>
              <a:gd name="connsiteY973" fmla="*/ 234235 h 442564"/>
              <a:gd name="connsiteX974" fmla="*/ 413912 w 1967341"/>
              <a:gd name="connsiteY974" fmla="*/ 235543 h 442564"/>
              <a:gd name="connsiteX975" fmla="*/ 415569 w 1967341"/>
              <a:gd name="connsiteY975" fmla="*/ 239446 h 442564"/>
              <a:gd name="connsiteX976" fmla="*/ 413389 w 1967341"/>
              <a:gd name="connsiteY976" fmla="*/ 243546 h 442564"/>
              <a:gd name="connsiteX977" fmla="*/ 407698 w 1967341"/>
              <a:gd name="connsiteY977" fmla="*/ 244505 h 442564"/>
              <a:gd name="connsiteX978" fmla="*/ 402224 w 1967341"/>
              <a:gd name="connsiteY978" fmla="*/ 242499 h 442564"/>
              <a:gd name="connsiteX979" fmla="*/ 400567 w 1967341"/>
              <a:gd name="connsiteY979" fmla="*/ 238138 h 442564"/>
              <a:gd name="connsiteX980" fmla="*/ 401875 w 1967341"/>
              <a:gd name="connsiteY980" fmla="*/ 235369 h 442564"/>
              <a:gd name="connsiteX981" fmla="*/ 404470 w 1967341"/>
              <a:gd name="connsiteY981" fmla="*/ 234147 h 442564"/>
              <a:gd name="connsiteX982" fmla="*/ 106978 w 1967341"/>
              <a:gd name="connsiteY982" fmla="*/ 223332 h 442564"/>
              <a:gd name="connsiteX983" fmla="*/ 120629 w 1967341"/>
              <a:gd name="connsiteY983" fmla="*/ 224815 h 442564"/>
              <a:gd name="connsiteX984" fmla="*/ 132469 w 1967341"/>
              <a:gd name="connsiteY984" fmla="*/ 224815 h 442564"/>
              <a:gd name="connsiteX985" fmla="*/ 146032 w 1967341"/>
              <a:gd name="connsiteY985" fmla="*/ 224684 h 442564"/>
              <a:gd name="connsiteX986" fmla="*/ 166507 w 1967341"/>
              <a:gd name="connsiteY986" fmla="*/ 225208 h 442564"/>
              <a:gd name="connsiteX987" fmla="*/ 188640 w 1967341"/>
              <a:gd name="connsiteY987" fmla="*/ 230354 h 442564"/>
              <a:gd name="connsiteX988" fmla="*/ 204274 w 1967341"/>
              <a:gd name="connsiteY988" fmla="*/ 231422 h 442564"/>
              <a:gd name="connsiteX989" fmla="*/ 198997 w 1967341"/>
              <a:gd name="connsiteY989" fmla="*/ 253860 h 442564"/>
              <a:gd name="connsiteX990" fmla="*/ 220803 w 1967341"/>
              <a:gd name="connsiteY990" fmla="*/ 256433 h 442564"/>
              <a:gd name="connsiteX991" fmla="*/ 221043 w 1967341"/>
              <a:gd name="connsiteY991" fmla="*/ 256433 h 442564"/>
              <a:gd name="connsiteX992" fmla="*/ 221326 w 1967341"/>
              <a:gd name="connsiteY992" fmla="*/ 256433 h 442564"/>
              <a:gd name="connsiteX993" fmla="*/ 243284 w 1967341"/>
              <a:gd name="connsiteY993" fmla="*/ 253816 h 442564"/>
              <a:gd name="connsiteX994" fmla="*/ 238007 w 1967341"/>
              <a:gd name="connsiteY994" fmla="*/ 231379 h 442564"/>
              <a:gd name="connsiteX995" fmla="*/ 253642 w 1967341"/>
              <a:gd name="connsiteY995" fmla="*/ 230310 h 442564"/>
              <a:gd name="connsiteX996" fmla="*/ 275862 w 1967341"/>
              <a:gd name="connsiteY996" fmla="*/ 225229 h 442564"/>
              <a:gd name="connsiteX997" fmla="*/ 296337 w 1967341"/>
              <a:gd name="connsiteY997" fmla="*/ 224706 h 442564"/>
              <a:gd name="connsiteX998" fmla="*/ 309900 w 1967341"/>
              <a:gd name="connsiteY998" fmla="*/ 224837 h 442564"/>
              <a:gd name="connsiteX999" fmla="*/ 321740 w 1967341"/>
              <a:gd name="connsiteY999" fmla="*/ 224837 h 442564"/>
              <a:gd name="connsiteX1000" fmla="*/ 321740 w 1967341"/>
              <a:gd name="connsiteY1000" fmla="*/ 224815 h 442564"/>
              <a:gd name="connsiteX1001" fmla="*/ 335391 w 1967341"/>
              <a:gd name="connsiteY1001" fmla="*/ 223332 h 442564"/>
              <a:gd name="connsiteX1002" fmla="*/ 322307 w 1967341"/>
              <a:gd name="connsiteY1002" fmla="*/ 236219 h 442564"/>
              <a:gd name="connsiteX1003" fmla="*/ 303271 w 1967341"/>
              <a:gd name="connsiteY1003" fmla="*/ 244942 h 442564"/>
              <a:gd name="connsiteX1004" fmla="*/ 256804 w 1967341"/>
              <a:gd name="connsiteY1004" fmla="*/ 255212 h 442564"/>
              <a:gd name="connsiteX1005" fmla="*/ 236067 w 1967341"/>
              <a:gd name="connsiteY1005" fmla="*/ 257545 h 442564"/>
              <a:gd name="connsiteX1006" fmla="*/ 234061 w 1967341"/>
              <a:gd name="connsiteY1006" fmla="*/ 257741 h 442564"/>
              <a:gd name="connsiteX1007" fmla="*/ 239883 w 1967341"/>
              <a:gd name="connsiteY1007" fmla="*/ 281357 h 442564"/>
              <a:gd name="connsiteX1008" fmla="*/ 221108 w 1967341"/>
              <a:gd name="connsiteY1008" fmla="*/ 284540 h 442564"/>
              <a:gd name="connsiteX1009" fmla="*/ 202312 w 1967341"/>
              <a:gd name="connsiteY1009" fmla="*/ 281357 h 442564"/>
              <a:gd name="connsiteX1010" fmla="*/ 208156 w 1967341"/>
              <a:gd name="connsiteY1010" fmla="*/ 257741 h 442564"/>
              <a:gd name="connsiteX1011" fmla="*/ 206128 w 1967341"/>
              <a:gd name="connsiteY1011" fmla="*/ 257545 h 442564"/>
              <a:gd name="connsiteX1012" fmla="*/ 185391 w 1967341"/>
              <a:gd name="connsiteY1012" fmla="*/ 255212 h 442564"/>
              <a:gd name="connsiteX1013" fmla="*/ 139098 w 1967341"/>
              <a:gd name="connsiteY1013" fmla="*/ 244942 h 442564"/>
              <a:gd name="connsiteX1014" fmla="*/ 120062 w 1967341"/>
              <a:gd name="connsiteY1014" fmla="*/ 236219 h 442564"/>
              <a:gd name="connsiteX1015" fmla="*/ 106978 w 1967341"/>
              <a:gd name="connsiteY1015" fmla="*/ 223332 h 442564"/>
              <a:gd name="connsiteX1016" fmla="*/ 922736 w 1967341"/>
              <a:gd name="connsiteY1016" fmla="*/ 223091 h 442564"/>
              <a:gd name="connsiteX1017" fmla="*/ 928818 w 1967341"/>
              <a:gd name="connsiteY1017" fmla="*/ 224460 h 442564"/>
              <a:gd name="connsiteX1018" fmla="*/ 934976 w 1967341"/>
              <a:gd name="connsiteY1018" fmla="*/ 227652 h 442564"/>
              <a:gd name="connsiteX1019" fmla="*/ 941133 w 1967341"/>
              <a:gd name="connsiteY1019" fmla="*/ 228185 h 442564"/>
              <a:gd name="connsiteX1020" fmla="*/ 947215 w 1967341"/>
              <a:gd name="connsiteY1020" fmla="*/ 230085 h 442564"/>
              <a:gd name="connsiteX1021" fmla="*/ 952460 w 1967341"/>
              <a:gd name="connsiteY1021" fmla="*/ 229249 h 442564"/>
              <a:gd name="connsiteX1022" fmla="*/ 964928 w 1967341"/>
              <a:gd name="connsiteY1022" fmla="*/ 240272 h 442564"/>
              <a:gd name="connsiteX1023" fmla="*/ 964244 w 1967341"/>
              <a:gd name="connsiteY1023" fmla="*/ 240424 h 442564"/>
              <a:gd name="connsiteX1024" fmla="*/ 967513 w 1967341"/>
              <a:gd name="connsiteY1024" fmla="*/ 245213 h 442564"/>
              <a:gd name="connsiteX1025" fmla="*/ 967513 w 1967341"/>
              <a:gd name="connsiteY1025" fmla="*/ 251447 h 442564"/>
              <a:gd name="connsiteX1026" fmla="*/ 963103 w 1967341"/>
              <a:gd name="connsiteY1026" fmla="*/ 257225 h 442564"/>
              <a:gd name="connsiteX1027" fmla="*/ 959682 w 1967341"/>
              <a:gd name="connsiteY1027" fmla="*/ 264219 h 442564"/>
              <a:gd name="connsiteX1028" fmla="*/ 955654 w 1967341"/>
              <a:gd name="connsiteY1028" fmla="*/ 268932 h 442564"/>
              <a:gd name="connsiteX1029" fmla="*/ 948660 w 1967341"/>
              <a:gd name="connsiteY1029" fmla="*/ 271744 h 442564"/>
              <a:gd name="connsiteX1030" fmla="*/ 942730 w 1967341"/>
              <a:gd name="connsiteY1030" fmla="*/ 271744 h 442564"/>
              <a:gd name="connsiteX1031" fmla="*/ 936496 w 1967341"/>
              <a:gd name="connsiteY1031" fmla="*/ 274709 h 442564"/>
              <a:gd name="connsiteX1032" fmla="*/ 931631 w 1967341"/>
              <a:gd name="connsiteY1032" fmla="*/ 269540 h 442564"/>
              <a:gd name="connsiteX1033" fmla="*/ 931631 w 1967341"/>
              <a:gd name="connsiteY1033" fmla="*/ 262699 h 442564"/>
              <a:gd name="connsiteX1034" fmla="*/ 926613 w 1967341"/>
              <a:gd name="connsiteY1034" fmla="*/ 253499 h 442564"/>
              <a:gd name="connsiteX1035" fmla="*/ 922584 w 1967341"/>
              <a:gd name="connsiteY1035" fmla="*/ 245518 h 442564"/>
              <a:gd name="connsiteX1036" fmla="*/ 920227 w 1967341"/>
              <a:gd name="connsiteY1036" fmla="*/ 236623 h 442564"/>
              <a:gd name="connsiteX1037" fmla="*/ 920684 w 1967341"/>
              <a:gd name="connsiteY1037" fmla="*/ 231150 h 442564"/>
              <a:gd name="connsiteX1038" fmla="*/ 922736 w 1967341"/>
              <a:gd name="connsiteY1038" fmla="*/ 223091 h 442564"/>
              <a:gd name="connsiteX1039" fmla="*/ 35630 w 1967341"/>
              <a:gd name="connsiteY1039" fmla="*/ 215351 h 442564"/>
              <a:gd name="connsiteX1040" fmla="*/ 40362 w 1967341"/>
              <a:gd name="connsiteY1040" fmla="*/ 215351 h 442564"/>
              <a:gd name="connsiteX1041" fmla="*/ 40362 w 1967341"/>
              <a:gd name="connsiteY1041" fmla="*/ 219930 h 442564"/>
              <a:gd name="connsiteX1042" fmla="*/ 39773 w 1967341"/>
              <a:gd name="connsiteY1042" fmla="*/ 222351 h 442564"/>
              <a:gd name="connsiteX1043" fmla="*/ 38116 w 1967341"/>
              <a:gd name="connsiteY1043" fmla="*/ 223136 h 442564"/>
              <a:gd name="connsiteX1044" fmla="*/ 36219 w 1967341"/>
              <a:gd name="connsiteY1044" fmla="*/ 222416 h 442564"/>
              <a:gd name="connsiteX1045" fmla="*/ 35630 w 1967341"/>
              <a:gd name="connsiteY1045" fmla="*/ 220083 h 442564"/>
              <a:gd name="connsiteX1046" fmla="*/ 26276 w 1967341"/>
              <a:gd name="connsiteY1046" fmla="*/ 215068 h 442564"/>
              <a:gd name="connsiteX1047" fmla="*/ 32011 w 1967341"/>
              <a:gd name="connsiteY1047" fmla="*/ 215177 h 442564"/>
              <a:gd name="connsiteX1048" fmla="*/ 32011 w 1967341"/>
              <a:gd name="connsiteY1048" fmla="*/ 220105 h 442564"/>
              <a:gd name="connsiteX1049" fmla="*/ 31313 w 1967341"/>
              <a:gd name="connsiteY1049" fmla="*/ 222591 h 442564"/>
              <a:gd name="connsiteX1050" fmla="*/ 29285 w 1967341"/>
              <a:gd name="connsiteY1050" fmla="*/ 223376 h 442564"/>
              <a:gd name="connsiteX1051" fmla="*/ 26996 w 1967341"/>
              <a:gd name="connsiteY1051" fmla="*/ 222526 h 442564"/>
              <a:gd name="connsiteX1052" fmla="*/ 26276 w 1967341"/>
              <a:gd name="connsiteY1052" fmla="*/ 220084 h 442564"/>
              <a:gd name="connsiteX1053" fmla="*/ 22678 w 1967341"/>
              <a:gd name="connsiteY1053" fmla="*/ 211034 h 442564"/>
              <a:gd name="connsiteX1054" fmla="*/ 22678 w 1967341"/>
              <a:gd name="connsiteY1054" fmla="*/ 213018 h 442564"/>
              <a:gd name="connsiteX1055" fmla="*/ 22657 w 1967341"/>
              <a:gd name="connsiteY1055" fmla="*/ 220018 h 442564"/>
              <a:gd name="connsiteX1056" fmla="*/ 24270 w 1967341"/>
              <a:gd name="connsiteY1056" fmla="*/ 225556 h 442564"/>
              <a:gd name="connsiteX1057" fmla="*/ 29264 w 1967341"/>
              <a:gd name="connsiteY1057" fmla="*/ 227519 h 442564"/>
              <a:gd name="connsiteX1058" fmla="*/ 33428 w 1967341"/>
              <a:gd name="connsiteY1058" fmla="*/ 225687 h 442564"/>
              <a:gd name="connsiteX1059" fmla="*/ 34148 w 1967341"/>
              <a:gd name="connsiteY1059" fmla="*/ 224466 h 442564"/>
              <a:gd name="connsiteX1060" fmla="*/ 38509 w 1967341"/>
              <a:gd name="connsiteY1060" fmla="*/ 227017 h 442564"/>
              <a:gd name="connsiteX1061" fmla="*/ 42543 w 1967341"/>
              <a:gd name="connsiteY1061" fmla="*/ 225469 h 442564"/>
              <a:gd name="connsiteX1062" fmla="*/ 44048 w 1967341"/>
              <a:gd name="connsiteY1062" fmla="*/ 220999 h 442564"/>
              <a:gd name="connsiteX1063" fmla="*/ 44200 w 1967341"/>
              <a:gd name="connsiteY1063" fmla="*/ 213389 h 442564"/>
              <a:gd name="connsiteX1064" fmla="*/ 44200 w 1967341"/>
              <a:gd name="connsiteY1064" fmla="*/ 211426 h 442564"/>
              <a:gd name="connsiteX1065" fmla="*/ 398365 w 1967341"/>
              <a:gd name="connsiteY1065" fmla="*/ 207196 h 442564"/>
              <a:gd name="connsiteX1066" fmla="*/ 398365 w 1967341"/>
              <a:gd name="connsiteY1066" fmla="*/ 209551 h 442564"/>
              <a:gd name="connsiteX1067" fmla="*/ 398365 w 1967341"/>
              <a:gd name="connsiteY1067" fmla="*/ 211884 h 442564"/>
              <a:gd name="connsiteX1068" fmla="*/ 407807 w 1967341"/>
              <a:gd name="connsiteY1068" fmla="*/ 215417 h 442564"/>
              <a:gd name="connsiteX1069" fmla="*/ 398626 w 1967341"/>
              <a:gd name="connsiteY1069" fmla="*/ 219778 h 442564"/>
              <a:gd name="connsiteX1070" fmla="*/ 398626 w 1967341"/>
              <a:gd name="connsiteY1070" fmla="*/ 222242 h 442564"/>
              <a:gd name="connsiteX1071" fmla="*/ 398626 w 1967341"/>
              <a:gd name="connsiteY1071" fmla="*/ 224706 h 442564"/>
              <a:gd name="connsiteX1072" fmla="*/ 411710 w 1967341"/>
              <a:gd name="connsiteY1072" fmla="*/ 217314 h 442564"/>
              <a:gd name="connsiteX1073" fmla="*/ 419800 w 1967341"/>
              <a:gd name="connsiteY1073" fmla="*/ 217030 h 442564"/>
              <a:gd name="connsiteX1074" fmla="*/ 419800 w 1967341"/>
              <a:gd name="connsiteY1074" fmla="*/ 214959 h 442564"/>
              <a:gd name="connsiteX1075" fmla="*/ 419800 w 1967341"/>
              <a:gd name="connsiteY1075" fmla="*/ 212909 h 442564"/>
              <a:gd name="connsiteX1076" fmla="*/ 411622 w 1967341"/>
              <a:gd name="connsiteY1076" fmla="*/ 213192 h 442564"/>
              <a:gd name="connsiteX1077" fmla="*/ 322242 w 1967341"/>
              <a:gd name="connsiteY1077" fmla="*/ 189337 h 442564"/>
              <a:gd name="connsiteX1078" fmla="*/ 309355 w 1967341"/>
              <a:gd name="connsiteY1078" fmla="*/ 203489 h 442564"/>
              <a:gd name="connsiteX1079" fmla="*/ 290362 w 1967341"/>
              <a:gd name="connsiteY1079" fmla="*/ 215787 h 442564"/>
              <a:gd name="connsiteX1080" fmla="*/ 252922 w 1967341"/>
              <a:gd name="connsiteY1080" fmla="*/ 226799 h 442564"/>
              <a:gd name="connsiteX1081" fmla="*/ 236765 w 1967341"/>
              <a:gd name="connsiteY1081" fmla="*/ 227824 h 442564"/>
              <a:gd name="connsiteX1082" fmla="*/ 233428 w 1967341"/>
              <a:gd name="connsiteY1082" fmla="*/ 227824 h 442564"/>
              <a:gd name="connsiteX1083" fmla="*/ 238836 w 1967341"/>
              <a:gd name="connsiteY1083" fmla="*/ 250785 h 442564"/>
              <a:gd name="connsiteX1084" fmla="*/ 221392 w 1967341"/>
              <a:gd name="connsiteY1084" fmla="*/ 252966 h 442564"/>
              <a:gd name="connsiteX1085" fmla="*/ 221174 w 1967341"/>
              <a:gd name="connsiteY1085" fmla="*/ 252966 h 442564"/>
              <a:gd name="connsiteX1086" fmla="*/ 220934 w 1967341"/>
              <a:gd name="connsiteY1086" fmla="*/ 252966 h 442564"/>
              <a:gd name="connsiteX1087" fmla="*/ 203489 w 1967341"/>
              <a:gd name="connsiteY1087" fmla="*/ 250785 h 442564"/>
              <a:gd name="connsiteX1088" fmla="*/ 208919 w 1967341"/>
              <a:gd name="connsiteY1088" fmla="*/ 227868 h 442564"/>
              <a:gd name="connsiteX1089" fmla="*/ 205583 w 1967341"/>
              <a:gd name="connsiteY1089" fmla="*/ 227868 h 442564"/>
              <a:gd name="connsiteX1090" fmla="*/ 189425 w 1967341"/>
              <a:gd name="connsiteY1090" fmla="*/ 226843 h 442564"/>
              <a:gd name="connsiteX1091" fmla="*/ 151985 w 1967341"/>
              <a:gd name="connsiteY1091" fmla="*/ 215831 h 442564"/>
              <a:gd name="connsiteX1092" fmla="*/ 132949 w 1967341"/>
              <a:gd name="connsiteY1092" fmla="*/ 203511 h 442564"/>
              <a:gd name="connsiteX1093" fmla="*/ 120105 w 1967341"/>
              <a:gd name="connsiteY1093" fmla="*/ 189381 h 442564"/>
              <a:gd name="connsiteX1094" fmla="*/ 133581 w 1967341"/>
              <a:gd name="connsiteY1094" fmla="*/ 190907 h 442564"/>
              <a:gd name="connsiteX1095" fmla="*/ 138814 w 1967341"/>
              <a:gd name="connsiteY1095" fmla="*/ 191147 h 442564"/>
              <a:gd name="connsiteX1096" fmla="*/ 163411 w 1967341"/>
              <a:gd name="connsiteY1096" fmla="*/ 192434 h 442564"/>
              <a:gd name="connsiteX1097" fmla="*/ 166158 w 1967341"/>
              <a:gd name="connsiteY1097" fmla="*/ 193895 h 442564"/>
              <a:gd name="connsiteX1098" fmla="*/ 193939 w 1967341"/>
              <a:gd name="connsiteY1098" fmla="*/ 202770 h 442564"/>
              <a:gd name="connsiteX1099" fmla="*/ 198910 w 1967341"/>
              <a:gd name="connsiteY1099" fmla="*/ 203097 h 442564"/>
              <a:gd name="connsiteX1100" fmla="*/ 205016 w 1967341"/>
              <a:gd name="connsiteY1100" fmla="*/ 202770 h 442564"/>
              <a:gd name="connsiteX1101" fmla="*/ 200219 w 1967341"/>
              <a:gd name="connsiteY1101" fmla="*/ 222721 h 442564"/>
              <a:gd name="connsiteX1102" fmla="*/ 221283 w 1967341"/>
              <a:gd name="connsiteY1102" fmla="*/ 224052 h 442564"/>
              <a:gd name="connsiteX1103" fmla="*/ 242325 w 1967341"/>
              <a:gd name="connsiteY1103" fmla="*/ 222721 h 442564"/>
              <a:gd name="connsiteX1104" fmla="*/ 237550 w 1967341"/>
              <a:gd name="connsiteY1104" fmla="*/ 202770 h 442564"/>
              <a:gd name="connsiteX1105" fmla="*/ 243633 w 1967341"/>
              <a:gd name="connsiteY1105" fmla="*/ 203097 h 442564"/>
              <a:gd name="connsiteX1106" fmla="*/ 248605 w 1967341"/>
              <a:gd name="connsiteY1106" fmla="*/ 202770 h 442564"/>
              <a:gd name="connsiteX1107" fmla="*/ 276407 w 1967341"/>
              <a:gd name="connsiteY1107" fmla="*/ 193895 h 442564"/>
              <a:gd name="connsiteX1108" fmla="*/ 279154 w 1967341"/>
              <a:gd name="connsiteY1108" fmla="*/ 192434 h 442564"/>
              <a:gd name="connsiteX1109" fmla="*/ 303751 w 1967341"/>
              <a:gd name="connsiteY1109" fmla="*/ 191147 h 442564"/>
              <a:gd name="connsiteX1110" fmla="*/ 308962 w 1967341"/>
              <a:gd name="connsiteY1110" fmla="*/ 190907 h 442564"/>
              <a:gd name="connsiteX1111" fmla="*/ 308744 w 1967341"/>
              <a:gd name="connsiteY1111" fmla="*/ 190864 h 442564"/>
              <a:gd name="connsiteX1112" fmla="*/ 322242 w 1967341"/>
              <a:gd name="connsiteY1112" fmla="*/ 189337 h 442564"/>
              <a:gd name="connsiteX1113" fmla="*/ 900918 w 1967341"/>
              <a:gd name="connsiteY1113" fmla="*/ 179000 h 442564"/>
              <a:gd name="connsiteX1114" fmla="*/ 895292 w 1967341"/>
              <a:gd name="connsiteY1114" fmla="*/ 179760 h 442564"/>
              <a:gd name="connsiteX1115" fmla="*/ 889515 w 1967341"/>
              <a:gd name="connsiteY1115" fmla="*/ 181660 h 442564"/>
              <a:gd name="connsiteX1116" fmla="*/ 885182 w 1967341"/>
              <a:gd name="connsiteY1116" fmla="*/ 184397 h 442564"/>
              <a:gd name="connsiteX1117" fmla="*/ 873931 w 1967341"/>
              <a:gd name="connsiteY1117" fmla="*/ 189262 h 442564"/>
              <a:gd name="connsiteX1118" fmla="*/ 870510 w 1967341"/>
              <a:gd name="connsiteY1118" fmla="*/ 195040 h 442564"/>
              <a:gd name="connsiteX1119" fmla="*/ 875375 w 1967341"/>
              <a:gd name="connsiteY1119" fmla="*/ 199905 h 442564"/>
              <a:gd name="connsiteX1120" fmla="*/ 883965 w 1967341"/>
              <a:gd name="connsiteY1120" fmla="*/ 197245 h 442564"/>
              <a:gd name="connsiteX1121" fmla="*/ 892024 w 1967341"/>
              <a:gd name="connsiteY1121" fmla="*/ 191011 h 442564"/>
              <a:gd name="connsiteX1122" fmla="*/ 898714 w 1967341"/>
              <a:gd name="connsiteY1122" fmla="*/ 185082 h 442564"/>
              <a:gd name="connsiteX1123" fmla="*/ 900918 w 1967341"/>
              <a:gd name="connsiteY1123" fmla="*/ 179000 h 442564"/>
              <a:gd name="connsiteX1124" fmla="*/ 1167978 w 1967341"/>
              <a:gd name="connsiteY1124" fmla="*/ 166761 h 442564"/>
              <a:gd name="connsiteX1125" fmla="*/ 1159083 w 1967341"/>
              <a:gd name="connsiteY1125" fmla="*/ 168281 h 442564"/>
              <a:gd name="connsiteX1126" fmla="*/ 1156955 w 1967341"/>
              <a:gd name="connsiteY1126" fmla="*/ 172994 h 442564"/>
              <a:gd name="connsiteX1127" fmla="*/ 1157640 w 1967341"/>
              <a:gd name="connsiteY1127" fmla="*/ 177404 h 442564"/>
              <a:gd name="connsiteX1128" fmla="*/ 1165242 w 1967341"/>
              <a:gd name="connsiteY1128" fmla="*/ 178239 h 442564"/>
              <a:gd name="connsiteX1129" fmla="*/ 1165317 w 1967341"/>
              <a:gd name="connsiteY1129" fmla="*/ 178239 h 442564"/>
              <a:gd name="connsiteX1130" fmla="*/ 1170411 w 1967341"/>
              <a:gd name="connsiteY1130" fmla="*/ 169421 h 442564"/>
              <a:gd name="connsiteX1131" fmla="*/ 1170429 w 1967341"/>
              <a:gd name="connsiteY1131" fmla="*/ 169019 h 442564"/>
              <a:gd name="connsiteX1132" fmla="*/ 1167978 w 1967341"/>
              <a:gd name="connsiteY1132" fmla="*/ 166761 h 442564"/>
              <a:gd name="connsiteX1133" fmla="*/ 1194585 w 1967341"/>
              <a:gd name="connsiteY1133" fmla="*/ 158854 h 442564"/>
              <a:gd name="connsiteX1134" fmla="*/ 1187668 w 1967341"/>
              <a:gd name="connsiteY1134" fmla="*/ 161135 h 442564"/>
              <a:gd name="connsiteX1135" fmla="*/ 1186831 w 1967341"/>
              <a:gd name="connsiteY1135" fmla="*/ 168053 h 442564"/>
              <a:gd name="connsiteX1136" fmla="*/ 1191088 w 1967341"/>
              <a:gd name="connsiteY1136" fmla="*/ 171929 h 442564"/>
              <a:gd name="connsiteX1137" fmla="*/ 1198690 w 1967341"/>
              <a:gd name="connsiteY1137" fmla="*/ 166228 h 442564"/>
              <a:gd name="connsiteX1138" fmla="*/ 1198995 w 1967341"/>
              <a:gd name="connsiteY1138" fmla="*/ 166228 h 442564"/>
              <a:gd name="connsiteX1139" fmla="*/ 1198995 w 1967341"/>
              <a:gd name="connsiteY1139" fmla="*/ 160451 h 442564"/>
              <a:gd name="connsiteX1140" fmla="*/ 1194585 w 1967341"/>
              <a:gd name="connsiteY1140" fmla="*/ 158854 h 442564"/>
              <a:gd name="connsiteX1141" fmla="*/ 916579 w 1967341"/>
              <a:gd name="connsiteY1141" fmla="*/ 150111 h 442564"/>
              <a:gd name="connsiteX1142" fmla="*/ 923116 w 1967341"/>
              <a:gd name="connsiteY1142" fmla="*/ 152621 h 442564"/>
              <a:gd name="connsiteX1143" fmla="*/ 930718 w 1967341"/>
              <a:gd name="connsiteY1143" fmla="*/ 152621 h 442564"/>
              <a:gd name="connsiteX1144" fmla="*/ 941437 w 1967341"/>
              <a:gd name="connsiteY1144" fmla="*/ 159615 h 442564"/>
              <a:gd name="connsiteX1145" fmla="*/ 944402 w 1967341"/>
              <a:gd name="connsiteY1145" fmla="*/ 168509 h 442564"/>
              <a:gd name="connsiteX1146" fmla="*/ 944402 w 1967341"/>
              <a:gd name="connsiteY1146" fmla="*/ 175427 h 442564"/>
              <a:gd name="connsiteX1147" fmla="*/ 935355 w 1967341"/>
              <a:gd name="connsiteY1147" fmla="*/ 184625 h 442564"/>
              <a:gd name="connsiteX1148" fmla="*/ 935051 w 1967341"/>
              <a:gd name="connsiteY1148" fmla="*/ 184625 h 442564"/>
              <a:gd name="connsiteX1149" fmla="*/ 930718 w 1967341"/>
              <a:gd name="connsiteY1149" fmla="*/ 192227 h 442564"/>
              <a:gd name="connsiteX1150" fmla="*/ 916502 w 1967341"/>
              <a:gd name="connsiteY1150" fmla="*/ 217010 h 442564"/>
              <a:gd name="connsiteX1151" fmla="*/ 910268 w 1967341"/>
              <a:gd name="connsiteY1151" fmla="*/ 224992 h 442564"/>
              <a:gd name="connsiteX1152" fmla="*/ 905631 w 1967341"/>
              <a:gd name="connsiteY1152" fmla="*/ 225600 h 442564"/>
              <a:gd name="connsiteX1153" fmla="*/ 901222 w 1967341"/>
              <a:gd name="connsiteY1153" fmla="*/ 230542 h 442564"/>
              <a:gd name="connsiteX1154" fmla="*/ 902667 w 1967341"/>
              <a:gd name="connsiteY1154" fmla="*/ 239588 h 442564"/>
              <a:gd name="connsiteX1155" fmla="*/ 902667 w 1967341"/>
              <a:gd name="connsiteY1155" fmla="*/ 279803 h 442564"/>
              <a:gd name="connsiteX1156" fmla="*/ 895065 w 1967341"/>
              <a:gd name="connsiteY1156" fmla="*/ 291206 h 442564"/>
              <a:gd name="connsiteX1157" fmla="*/ 886930 w 1967341"/>
              <a:gd name="connsiteY1157" fmla="*/ 299340 h 442564"/>
              <a:gd name="connsiteX1158" fmla="*/ 879328 w 1967341"/>
              <a:gd name="connsiteY1158" fmla="*/ 303217 h 442564"/>
              <a:gd name="connsiteX1159" fmla="*/ 875907 w 1967341"/>
              <a:gd name="connsiteY1159" fmla="*/ 300860 h 442564"/>
              <a:gd name="connsiteX1160" fmla="*/ 870586 w 1967341"/>
              <a:gd name="connsiteY1160" fmla="*/ 298504 h 442564"/>
              <a:gd name="connsiteX1161" fmla="*/ 866404 w 1967341"/>
              <a:gd name="connsiteY1161" fmla="*/ 295235 h 442564"/>
              <a:gd name="connsiteX1162" fmla="*/ 859410 w 1967341"/>
              <a:gd name="connsiteY1162" fmla="*/ 291815 h 442564"/>
              <a:gd name="connsiteX1163" fmla="*/ 855610 w 1967341"/>
              <a:gd name="connsiteY1163" fmla="*/ 284668 h 442564"/>
              <a:gd name="connsiteX1164" fmla="*/ 844891 w 1967341"/>
              <a:gd name="connsiteY1164" fmla="*/ 273721 h 442564"/>
              <a:gd name="connsiteX1165" fmla="*/ 851732 w 1967341"/>
              <a:gd name="connsiteY1165" fmla="*/ 270909 h 442564"/>
              <a:gd name="connsiteX1166" fmla="*/ 861843 w 1967341"/>
              <a:gd name="connsiteY1166" fmla="*/ 274405 h 442564"/>
              <a:gd name="connsiteX1167" fmla="*/ 869977 w 1967341"/>
              <a:gd name="connsiteY1167" fmla="*/ 264903 h 442564"/>
              <a:gd name="connsiteX1168" fmla="*/ 869977 w 1967341"/>
              <a:gd name="connsiteY1168" fmla="*/ 258289 h 442564"/>
              <a:gd name="connsiteX1169" fmla="*/ 869977 w 1967341"/>
              <a:gd name="connsiteY1169" fmla="*/ 249243 h 442564"/>
              <a:gd name="connsiteX1170" fmla="*/ 871422 w 1967341"/>
              <a:gd name="connsiteY1170" fmla="*/ 237156 h 442564"/>
              <a:gd name="connsiteX1171" fmla="*/ 869218 w 1967341"/>
              <a:gd name="connsiteY1171" fmla="*/ 233050 h 442564"/>
              <a:gd name="connsiteX1172" fmla="*/ 862679 w 1967341"/>
              <a:gd name="connsiteY1172" fmla="*/ 231226 h 442564"/>
              <a:gd name="connsiteX1173" fmla="*/ 857510 w 1967341"/>
              <a:gd name="connsiteY1173" fmla="*/ 232138 h 442564"/>
              <a:gd name="connsiteX1174" fmla="*/ 849224 w 1967341"/>
              <a:gd name="connsiteY1174" fmla="*/ 231378 h 442564"/>
              <a:gd name="connsiteX1175" fmla="*/ 846259 w 1967341"/>
              <a:gd name="connsiteY1175" fmla="*/ 228717 h 442564"/>
              <a:gd name="connsiteX1176" fmla="*/ 844586 w 1967341"/>
              <a:gd name="connsiteY1176" fmla="*/ 222635 h 442564"/>
              <a:gd name="connsiteX1177" fmla="*/ 843142 w 1967341"/>
              <a:gd name="connsiteY1177" fmla="*/ 219366 h 442564"/>
              <a:gd name="connsiteX1178" fmla="*/ 842382 w 1967341"/>
              <a:gd name="connsiteY1178" fmla="*/ 212981 h 442564"/>
              <a:gd name="connsiteX1179" fmla="*/ 840329 w 1967341"/>
              <a:gd name="connsiteY1179" fmla="*/ 203631 h 442564"/>
              <a:gd name="connsiteX1180" fmla="*/ 838353 w 1967341"/>
              <a:gd name="connsiteY1180" fmla="*/ 191619 h 442564"/>
              <a:gd name="connsiteX1181" fmla="*/ 837745 w 1967341"/>
              <a:gd name="connsiteY1181" fmla="*/ 179456 h 442564"/>
              <a:gd name="connsiteX1182" fmla="*/ 845347 w 1967341"/>
              <a:gd name="connsiteY1182" fmla="*/ 165696 h 442564"/>
              <a:gd name="connsiteX1183" fmla="*/ 852341 w 1967341"/>
              <a:gd name="connsiteY1183" fmla="*/ 162580 h 442564"/>
              <a:gd name="connsiteX1184" fmla="*/ 858574 w 1967341"/>
              <a:gd name="connsiteY1184" fmla="*/ 165848 h 442564"/>
              <a:gd name="connsiteX1185" fmla="*/ 861539 w 1967341"/>
              <a:gd name="connsiteY1185" fmla="*/ 169801 h 442564"/>
              <a:gd name="connsiteX1186" fmla="*/ 874463 w 1967341"/>
              <a:gd name="connsiteY1186" fmla="*/ 166000 h 442564"/>
              <a:gd name="connsiteX1187" fmla="*/ 884041 w 1967341"/>
              <a:gd name="connsiteY1187" fmla="*/ 163415 h 442564"/>
              <a:gd name="connsiteX1188" fmla="*/ 891035 w 1967341"/>
              <a:gd name="connsiteY1188" fmla="*/ 160907 h 442564"/>
              <a:gd name="connsiteX1189" fmla="*/ 896508 w 1967341"/>
              <a:gd name="connsiteY1189" fmla="*/ 159310 h 442564"/>
              <a:gd name="connsiteX1190" fmla="*/ 904111 w 1967341"/>
              <a:gd name="connsiteY1190" fmla="*/ 156345 h 442564"/>
              <a:gd name="connsiteX1191" fmla="*/ 908444 w 1967341"/>
              <a:gd name="connsiteY1191" fmla="*/ 153533 h 442564"/>
              <a:gd name="connsiteX1192" fmla="*/ 912245 w 1967341"/>
              <a:gd name="connsiteY1192" fmla="*/ 151556 h 442564"/>
              <a:gd name="connsiteX1193" fmla="*/ 916579 w 1967341"/>
              <a:gd name="connsiteY1193" fmla="*/ 150111 h 442564"/>
              <a:gd name="connsiteX1194" fmla="*/ 1165697 w 1967341"/>
              <a:gd name="connsiteY1194" fmla="*/ 137645 h 442564"/>
              <a:gd name="connsiteX1195" fmla="*/ 1158095 w 1967341"/>
              <a:gd name="connsiteY1195" fmla="*/ 142890 h 442564"/>
              <a:gd name="connsiteX1196" fmla="*/ 1158932 w 1967341"/>
              <a:gd name="connsiteY1196" fmla="*/ 150492 h 442564"/>
              <a:gd name="connsiteX1197" fmla="*/ 1162200 w 1967341"/>
              <a:gd name="connsiteY1197" fmla="*/ 152469 h 442564"/>
              <a:gd name="connsiteX1198" fmla="*/ 1170867 w 1967341"/>
              <a:gd name="connsiteY1198" fmla="*/ 144259 h 442564"/>
              <a:gd name="connsiteX1199" fmla="*/ 1171247 w 1967341"/>
              <a:gd name="connsiteY1199" fmla="*/ 144030 h 442564"/>
              <a:gd name="connsiteX1200" fmla="*/ 1165697 w 1967341"/>
              <a:gd name="connsiteY1200" fmla="*/ 137645 h 442564"/>
              <a:gd name="connsiteX1201" fmla="*/ 1206748 w 1967341"/>
              <a:gd name="connsiteY1201" fmla="*/ 126469 h 442564"/>
              <a:gd name="connsiteX1202" fmla="*/ 1189340 w 1967341"/>
              <a:gd name="connsiteY1202" fmla="*/ 133311 h 442564"/>
              <a:gd name="connsiteX1203" fmla="*/ 1191848 w 1967341"/>
              <a:gd name="connsiteY1203" fmla="*/ 141521 h 442564"/>
              <a:gd name="connsiteX1204" fmla="*/ 1201199 w 1967341"/>
              <a:gd name="connsiteY1204" fmla="*/ 142053 h 442564"/>
              <a:gd name="connsiteX1205" fmla="*/ 1207432 w 1967341"/>
              <a:gd name="connsiteY1205" fmla="*/ 133159 h 442564"/>
              <a:gd name="connsiteX1206" fmla="*/ 1206748 w 1967341"/>
              <a:gd name="connsiteY1206" fmla="*/ 126469 h 442564"/>
              <a:gd name="connsiteX1207" fmla="*/ 1455185 w 1967341"/>
              <a:gd name="connsiteY1207" fmla="*/ 124721 h 442564"/>
              <a:gd name="connsiteX1208" fmla="*/ 1460279 w 1967341"/>
              <a:gd name="connsiteY1208" fmla="*/ 127686 h 442564"/>
              <a:gd name="connsiteX1209" fmla="*/ 1467881 w 1967341"/>
              <a:gd name="connsiteY1209" fmla="*/ 134756 h 442564"/>
              <a:gd name="connsiteX1210" fmla="*/ 1470161 w 1967341"/>
              <a:gd name="connsiteY1210" fmla="*/ 141750 h 442564"/>
              <a:gd name="connsiteX1211" fmla="*/ 1473126 w 1967341"/>
              <a:gd name="connsiteY1211" fmla="*/ 146387 h 442564"/>
              <a:gd name="connsiteX1212" fmla="*/ 1461343 w 1967341"/>
              <a:gd name="connsiteY1212" fmla="*/ 157334 h 442564"/>
              <a:gd name="connsiteX1213" fmla="*/ 1452069 w 1967341"/>
              <a:gd name="connsiteY1213" fmla="*/ 164936 h 442564"/>
              <a:gd name="connsiteX1214" fmla="*/ 1444922 w 1967341"/>
              <a:gd name="connsiteY1214" fmla="*/ 169726 h 442564"/>
              <a:gd name="connsiteX1215" fmla="*/ 1430707 w 1967341"/>
              <a:gd name="connsiteY1215" fmla="*/ 179685 h 442564"/>
              <a:gd name="connsiteX1216" fmla="*/ 1434128 w 1967341"/>
              <a:gd name="connsiteY1216" fmla="*/ 191544 h 442564"/>
              <a:gd name="connsiteX1217" fmla="*/ 1431771 w 1967341"/>
              <a:gd name="connsiteY1217" fmla="*/ 197017 h 442564"/>
              <a:gd name="connsiteX1218" fmla="*/ 1429871 w 1967341"/>
              <a:gd name="connsiteY1218" fmla="*/ 202034 h 442564"/>
              <a:gd name="connsiteX1219" fmla="*/ 1428426 w 1967341"/>
              <a:gd name="connsiteY1219" fmla="*/ 207356 h 442564"/>
              <a:gd name="connsiteX1220" fmla="*/ 1427438 w 1967341"/>
              <a:gd name="connsiteY1220" fmla="*/ 212981 h 442564"/>
              <a:gd name="connsiteX1221" fmla="*/ 1428198 w 1967341"/>
              <a:gd name="connsiteY1221" fmla="*/ 227577 h 442564"/>
              <a:gd name="connsiteX1222" fmla="*/ 1454501 w 1967341"/>
              <a:gd name="connsiteY1222" fmla="*/ 226969 h 442564"/>
              <a:gd name="connsiteX1223" fmla="*/ 1461344 w 1967341"/>
              <a:gd name="connsiteY1223" fmla="*/ 224309 h 442564"/>
              <a:gd name="connsiteX1224" fmla="*/ 1467881 w 1967341"/>
              <a:gd name="connsiteY1224" fmla="*/ 223624 h 442564"/>
              <a:gd name="connsiteX1225" fmla="*/ 1475027 w 1967341"/>
              <a:gd name="connsiteY1225" fmla="*/ 225525 h 442564"/>
              <a:gd name="connsiteX1226" fmla="*/ 1482020 w 1967341"/>
              <a:gd name="connsiteY1226" fmla="*/ 229402 h 442564"/>
              <a:gd name="connsiteX1227" fmla="*/ 1491143 w 1967341"/>
              <a:gd name="connsiteY1227" fmla="*/ 237004 h 442564"/>
              <a:gd name="connsiteX1228" fmla="*/ 1491979 w 1967341"/>
              <a:gd name="connsiteY1228" fmla="*/ 243238 h 442564"/>
              <a:gd name="connsiteX1229" fmla="*/ 1490686 w 1967341"/>
              <a:gd name="connsiteY1229" fmla="*/ 243390 h 442564"/>
              <a:gd name="connsiteX1230" fmla="*/ 1491599 w 1967341"/>
              <a:gd name="connsiteY1230" fmla="*/ 245671 h 442564"/>
              <a:gd name="connsiteX1231" fmla="*/ 1492208 w 1967341"/>
              <a:gd name="connsiteY1231" fmla="*/ 249015 h 442564"/>
              <a:gd name="connsiteX1232" fmla="*/ 1489927 w 1967341"/>
              <a:gd name="connsiteY1232" fmla="*/ 254413 h 442564"/>
              <a:gd name="connsiteX1233" fmla="*/ 1485365 w 1967341"/>
              <a:gd name="connsiteY1233" fmla="*/ 259050 h 442564"/>
              <a:gd name="connsiteX1234" fmla="*/ 1476471 w 1967341"/>
              <a:gd name="connsiteY1234" fmla="*/ 259583 h 442564"/>
              <a:gd name="connsiteX1235" fmla="*/ 1466816 w 1967341"/>
              <a:gd name="connsiteY1235" fmla="*/ 257910 h 442564"/>
              <a:gd name="connsiteX1236" fmla="*/ 1456934 w 1967341"/>
              <a:gd name="connsiteY1236" fmla="*/ 258746 h 442564"/>
              <a:gd name="connsiteX1237" fmla="*/ 1440589 w 1967341"/>
              <a:gd name="connsiteY1237" fmla="*/ 257377 h 442564"/>
              <a:gd name="connsiteX1238" fmla="*/ 1425385 w 1967341"/>
              <a:gd name="connsiteY1238" fmla="*/ 257377 h 442564"/>
              <a:gd name="connsiteX1239" fmla="*/ 1410181 w 1967341"/>
              <a:gd name="connsiteY1239" fmla="*/ 258594 h 442564"/>
              <a:gd name="connsiteX1240" fmla="*/ 1395661 w 1967341"/>
              <a:gd name="connsiteY1240" fmla="*/ 260646 h 442564"/>
              <a:gd name="connsiteX1241" fmla="*/ 1379164 w 1967341"/>
              <a:gd name="connsiteY1241" fmla="*/ 260267 h 442564"/>
              <a:gd name="connsiteX1242" fmla="*/ 1349897 w 1967341"/>
              <a:gd name="connsiteY1242" fmla="*/ 266272 h 442564"/>
              <a:gd name="connsiteX1243" fmla="*/ 1314015 w 1967341"/>
              <a:gd name="connsiteY1243" fmla="*/ 279956 h 442564"/>
              <a:gd name="connsiteX1244" fmla="*/ 1300331 w 1967341"/>
              <a:gd name="connsiteY1244" fmla="*/ 267032 h 442564"/>
              <a:gd name="connsiteX1245" fmla="*/ 1300331 w 1967341"/>
              <a:gd name="connsiteY1245" fmla="*/ 259430 h 442564"/>
              <a:gd name="connsiteX1246" fmla="*/ 1299495 w 1967341"/>
              <a:gd name="connsiteY1246" fmla="*/ 250156 h 442564"/>
              <a:gd name="connsiteX1247" fmla="*/ 1314699 w 1967341"/>
              <a:gd name="connsiteY1247" fmla="*/ 241869 h 442564"/>
              <a:gd name="connsiteX1248" fmla="*/ 1323517 w 1967341"/>
              <a:gd name="connsiteY1248" fmla="*/ 242706 h 442564"/>
              <a:gd name="connsiteX1249" fmla="*/ 1341762 w 1967341"/>
              <a:gd name="connsiteY1249" fmla="*/ 235787 h 442564"/>
              <a:gd name="connsiteX1250" fmla="*/ 1349364 w 1967341"/>
              <a:gd name="connsiteY1250" fmla="*/ 234344 h 442564"/>
              <a:gd name="connsiteX1251" fmla="*/ 1369358 w 1967341"/>
              <a:gd name="connsiteY1251" fmla="*/ 225981 h 442564"/>
              <a:gd name="connsiteX1252" fmla="*/ 1385018 w 1967341"/>
              <a:gd name="connsiteY1252" fmla="*/ 199222 h 442564"/>
              <a:gd name="connsiteX1253" fmla="*/ 1386615 w 1967341"/>
              <a:gd name="connsiteY1253" fmla="*/ 190252 h 442564"/>
              <a:gd name="connsiteX1254" fmla="*/ 1385018 w 1967341"/>
              <a:gd name="connsiteY1254" fmla="*/ 183181 h 442564"/>
              <a:gd name="connsiteX1255" fmla="*/ 1377416 w 1967341"/>
              <a:gd name="connsiteY1255" fmla="*/ 184398 h 442564"/>
              <a:gd name="connsiteX1256" fmla="*/ 1367458 w 1967341"/>
              <a:gd name="connsiteY1256" fmla="*/ 185082 h 442564"/>
              <a:gd name="connsiteX1257" fmla="*/ 1364417 w 1967341"/>
              <a:gd name="connsiteY1257" fmla="*/ 176036 h 442564"/>
              <a:gd name="connsiteX1258" fmla="*/ 1358487 w 1967341"/>
              <a:gd name="connsiteY1258" fmla="*/ 165164 h 442564"/>
              <a:gd name="connsiteX1259" fmla="*/ 1356966 w 1967341"/>
              <a:gd name="connsiteY1259" fmla="*/ 156422 h 442564"/>
              <a:gd name="connsiteX1260" fmla="*/ 1356207 w 1967341"/>
              <a:gd name="connsiteY1260" fmla="*/ 147984 h 442564"/>
              <a:gd name="connsiteX1261" fmla="*/ 1363809 w 1967341"/>
              <a:gd name="connsiteY1261" fmla="*/ 141674 h 442564"/>
              <a:gd name="connsiteX1262" fmla="*/ 1377188 w 1967341"/>
              <a:gd name="connsiteY1262" fmla="*/ 144867 h 442564"/>
              <a:gd name="connsiteX1263" fmla="*/ 1409117 w 1967341"/>
              <a:gd name="connsiteY1263" fmla="*/ 139546 h 442564"/>
              <a:gd name="connsiteX1264" fmla="*/ 1414666 w 1967341"/>
              <a:gd name="connsiteY1264" fmla="*/ 138025 h 442564"/>
              <a:gd name="connsiteX1265" fmla="*/ 1418619 w 1967341"/>
              <a:gd name="connsiteY1265" fmla="*/ 136505 h 442564"/>
              <a:gd name="connsiteX1266" fmla="*/ 1442566 w 1967341"/>
              <a:gd name="connsiteY1266" fmla="*/ 126394 h 442564"/>
              <a:gd name="connsiteX1267" fmla="*/ 1449332 w 1967341"/>
              <a:gd name="connsiteY1267" fmla="*/ 125558 h 442564"/>
              <a:gd name="connsiteX1268" fmla="*/ 1455185 w 1967341"/>
              <a:gd name="connsiteY1268" fmla="*/ 124721 h 442564"/>
              <a:gd name="connsiteX1269" fmla="*/ 1118869 w 1967341"/>
              <a:gd name="connsiteY1269" fmla="*/ 115903 h 442564"/>
              <a:gd name="connsiteX1270" fmla="*/ 1125711 w 1967341"/>
              <a:gd name="connsiteY1270" fmla="*/ 124873 h 442564"/>
              <a:gd name="connsiteX1271" fmla="*/ 1124114 w 1967341"/>
              <a:gd name="connsiteY1271" fmla="*/ 133919 h 442564"/>
              <a:gd name="connsiteX1272" fmla="*/ 1120997 w 1967341"/>
              <a:gd name="connsiteY1272" fmla="*/ 144258 h 442564"/>
              <a:gd name="connsiteX1273" fmla="*/ 1115372 w 1967341"/>
              <a:gd name="connsiteY1273" fmla="*/ 151860 h 442564"/>
              <a:gd name="connsiteX1274" fmla="*/ 1106022 w 1967341"/>
              <a:gd name="connsiteY1274" fmla="*/ 162199 h 442564"/>
              <a:gd name="connsiteX1275" fmla="*/ 1105033 w 1967341"/>
              <a:gd name="connsiteY1275" fmla="*/ 173678 h 442564"/>
              <a:gd name="connsiteX1276" fmla="*/ 1105717 w 1967341"/>
              <a:gd name="connsiteY1276" fmla="*/ 181280 h 442564"/>
              <a:gd name="connsiteX1277" fmla="*/ 1111799 w 1967341"/>
              <a:gd name="connsiteY1277" fmla="*/ 181280 h 442564"/>
              <a:gd name="connsiteX1278" fmla="*/ 1113776 w 1967341"/>
              <a:gd name="connsiteY1278" fmla="*/ 186829 h 442564"/>
              <a:gd name="connsiteX1279" fmla="*/ 1117501 w 1967341"/>
              <a:gd name="connsiteY1279" fmla="*/ 195724 h 442564"/>
              <a:gd name="connsiteX1280" fmla="*/ 1116208 w 1967341"/>
              <a:gd name="connsiteY1280" fmla="*/ 199297 h 442564"/>
              <a:gd name="connsiteX1281" fmla="*/ 1098648 w 1967341"/>
              <a:gd name="connsiteY1281" fmla="*/ 216174 h 442564"/>
              <a:gd name="connsiteX1282" fmla="*/ 1099484 w 1967341"/>
              <a:gd name="connsiteY1282" fmla="*/ 223092 h 442564"/>
              <a:gd name="connsiteX1283" fmla="*/ 1106174 w 1967341"/>
              <a:gd name="connsiteY1283" fmla="*/ 223092 h 442564"/>
              <a:gd name="connsiteX1284" fmla="*/ 1105946 w 1967341"/>
              <a:gd name="connsiteY1284" fmla="*/ 223548 h 442564"/>
              <a:gd name="connsiteX1285" fmla="*/ 1112027 w 1967341"/>
              <a:gd name="connsiteY1285" fmla="*/ 227501 h 442564"/>
              <a:gd name="connsiteX1286" fmla="*/ 1113852 w 1967341"/>
              <a:gd name="connsiteY1286" fmla="*/ 234039 h 442564"/>
              <a:gd name="connsiteX1287" fmla="*/ 1096747 w 1967341"/>
              <a:gd name="connsiteY1287" fmla="*/ 254564 h 442564"/>
              <a:gd name="connsiteX1288" fmla="*/ 1068848 w 1967341"/>
              <a:gd name="connsiteY1288" fmla="*/ 268476 h 442564"/>
              <a:gd name="connsiteX1289" fmla="*/ 1055240 w 1967341"/>
              <a:gd name="connsiteY1289" fmla="*/ 280639 h 442564"/>
              <a:gd name="connsiteX1290" fmla="*/ 1049843 w 1967341"/>
              <a:gd name="connsiteY1290" fmla="*/ 280639 h 442564"/>
              <a:gd name="connsiteX1291" fmla="*/ 1042241 w 1967341"/>
              <a:gd name="connsiteY1291" fmla="*/ 278511 h 442564"/>
              <a:gd name="connsiteX1292" fmla="*/ 1038972 w 1967341"/>
              <a:gd name="connsiteY1292" fmla="*/ 271821 h 442564"/>
              <a:gd name="connsiteX1293" fmla="*/ 1034258 w 1967341"/>
              <a:gd name="connsiteY1293" fmla="*/ 265055 h 442564"/>
              <a:gd name="connsiteX1294" fmla="*/ 1032130 w 1967341"/>
              <a:gd name="connsiteY1294" fmla="*/ 252739 h 442564"/>
              <a:gd name="connsiteX1295" fmla="*/ 1044217 w 1967341"/>
              <a:gd name="connsiteY1295" fmla="*/ 241109 h 442564"/>
              <a:gd name="connsiteX1296" fmla="*/ 1051135 w 1967341"/>
              <a:gd name="connsiteY1296" fmla="*/ 236015 h 442564"/>
              <a:gd name="connsiteX1297" fmla="*/ 1056076 w 1967341"/>
              <a:gd name="connsiteY1297" fmla="*/ 230921 h 442564"/>
              <a:gd name="connsiteX1298" fmla="*/ 1057368 w 1967341"/>
              <a:gd name="connsiteY1298" fmla="*/ 225980 h 442564"/>
              <a:gd name="connsiteX1299" fmla="*/ 1058812 w 1967341"/>
              <a:gd name="connsiteY1299" fmla="*/ 219595 h 442564"/>
              <a:gd name="connsiteX1300" fmla="*/ 1056532 w 1967341"/>
              <a:gd name="connsiteY1300" fmla="*/ 214502 h 442564"/>
              <a:gd name="connsiteX1301" fmla="*/ 1053795 w 1967341"/>
              <a:gd name="connsiteY1301" fmla="*/ 210092 h 442564"/>
              <a:gd name="connsiteX1302" fmla="*/ 1048322 w 1967341"/>
              <a:gd name="connsiteY1302" fmla="*/ 200590 h 442564"/>
              <a:gd name="connsiteX1303" fmla="*/ 1057064 w 1967341"/>
              <a:gd name="connsiteY1303" fmla="*/ 191543 h 442564"/>
              <a:gd name="connsiteX1304" fmla="*/ 1062918 w 1967341"/>
              <a:gd name="connsiteY1304" fmla="*/ 191543 h 442564"/>
              <a:gd name="connsiteX1305" fmla="*/ 1071129 w 1967341"/>
              <a:gd name="connsiteY1305" fmla="*/ 184778 h 442564"/>
              <a:gd name="connsiteX1306" fmla="*/ 1072952 w 1967341"/>
              <a:gd name="connsiteY1306" fmla="*/ 172310 h 442564"/>
              <a:gd name="connsiteX1307" fmla="*/ 1066567 w 1967341"/>
              <a:gd name="connsiteY1307" fmla="*/ 166380 h 442564"/>
              <a:gd name="connsiteX1308" fmla="*/ 1058965 w 1967341"/>
              <a:gd name="connsiteY1308" fmla="*/ 163643 h 442564"/>
              <a:gd name="connsiteX1309" fmla="*/ 1054176 w 1967341"/>
              <a:gd name="connsiteY1309" fmla="*/ 158398 h 442564"/>
              <a:gd name="connsiteX1310" fmla="*/ 1050223 w 1967341"/>
              <a:gd name="connsiteY1310" fmla="*/ 155737 h 442564"/>
              <a:gd name="connsiteX1311" fmla="*/ 1048093 w 1967341"/>
              <a:gd name="connsiteY1311" fmla="*/ 146843 h 442564"/>
              <a:gd name="connsiteX1312" fmla="*/ 1052199 w 1967341"/>
              <a:gd name="connsiteY1312" fmla="*/ 144258 h 442564"/>
              <a:gd name="connsiteX1313" fmla="*/ 1055316 w 1967341"/>
              <a:gd name="connsiteY1313" fmla="*/ 139469 h 442564"/>
              <a:gd name="connsiteX1314" fmla="*/ 1061930 w 1967341"/>
              <a:gd name="connsiteY1314" fmla="*/ 135592 h 442564"/>
              <a:gd name="connsiteX1315" fmla="*/ 1070596 w 1967341"/>
              <a:gd name="connsiteY1315" fmla="*/ 134604 h 442564"/>
              <a:gd name="connsiteX1316" fmla="*/ 1108150 w 1967341"/>
              <a:gd name="connsiteY1316" fmla="*/ 116663 h 442564"/>
              <a:gd name="connsiteX1317" fmla="*/ 1118869 w 1967341"/>
              <a:gd name="connsiteY1317" fmla="*/ 115903 h 442564"/>
              <a:gd name="connsiteX1318" fmla="*/ 1643565 w 1967341"/>
              <a:gd name="connsiteY1318" fmla="*/ 115599 h 442564"/>
              <a:gd name="connsiteX1319" fmla="*/ 1654587 w 1967341"/>
              <a:gd name="connsiteY1319" fmla="*/ 116054 h 442564"/>
              <a:gd name="connsiteX1320" fmla="*/ 1663406 w 1967341"/>
              <a:gd name="connsiteY1320" fmla="*/ 123277 h 442564"/>
              <a:gd name="connsiteX1321" fmla="*/ 1665459 w 1967341"/>
              <a:gd name="connsiteY1321" fmla="*/ 129510 h 442564"/>
              <a:gd name="connsiteX1322" fmla="*/ 1666675 w 1967341"/>
              <a:gd name="connsiteY1322" fmla="*/ 135516 h 442564"/>
              <a:gd name="connsiteX1323" fmla="*/ 1662038 w 1967341"/>
              <a:gd name="connsiteY1323" fmla="*/ 146691 h 442564"/>
              <a:gd name="connsiteX1324" fmla="*/ 1662038 w 1967341"/>
              <a:gd name="connsiteY1324" fmla="*/ 153228 h 442564"/>
              <a:gd name="connsiteX1325" fmla="*/ 1666523 w 1967341"/>
              <a:gd name="connsiteY1325" fmla="*/ 152089 h 442564"/>
              <a:gd name="connsiteX1326" fmla="*/ 1672148 w 1967341"/>
              <a:gd name="connsiteY1326" fmla="*/ 149579 h 442564"/>
              <a:gd name="connsiteX1327" fmla="*/ 1678762 w 1967341"/>
              <a:gd name="connsiteY1327" fmla="*/ 147299 h 442564"/>
              <a:gd name="connsiteX1328" fmla="*/ 1686364 w 1967341"/>
              <a:gd name="connsiteY1328" fmla="*/ 141826 h 442564"/>
              <a:gd name="connsiteX1329" fmla="*/ 1698224 w 1967341"/>
              <a:gd name="connsiteY1329" fmla="*/ 141826 h 442564"/>
              <a:gd name="connsiteX1330" fmla="*/ 1708563 w 1967341"/>
              <a:gd name="connsiteY1330" fmla="*/ 145171 h 442564"/>
              <a:gd name="connsiteX1331" fmla="*/ 1715708 w 1967341"/>
              <a:gd name="connsiteY1331" fmla="*/ 158779 h 442564"/>
              <a:gd name="connsiteX1332" fmla="*/ 1712971 w 1967341"/>
              <a:gd name="connsiteY1332" fmla="*/ 162199 h 442564"/>
              <a:gd name="connsiteX1333" fmla="*/ 1707270 w 1967341"/>
              <a:gd name="connsiteY1333" fmla="*/ 166456 h 442564"/>
              <a:gd name="connsiteX1334" fmla="*/ 1694118 w 1967341"/>
              <a:gd name="connsiteY1334" fmla="*/ 172082 h 442564"/>
              <a:gd name="connsiteX1335" fmla="*/ 1686516 w 1967341"/>
              <a:gd name="connsiteY1335" fmla="*/ 175351 h 442564"/>
              <a:gd name="connsiteX1336" fmla="*/ 1677699 w 1967341"/>
              <a:gd name="connsiteY1336" fmla="*/ 176491 h 442564"/>
              <a:gd name="connsiteX1337" fmla="*/ 1664166 w 1967341"/>
              <a:gd name="connsiteY1337" fmla="*/ 181661 h 442564"/>
              <a:gd name="connsiteX1338" fmla="*/ 1659681 w 1967341"/>
              <a:gd name="connsiteY1338" fmla="*/ 188198 h 442564"/>
              <a:gd name="connsiteX1339" fmla="*/ 1661277 w 1967341"/>
              <a:gd name="connsiteY1339" fmla="*/ 198689 h 442564"/>
              <a:gd name="connsiteX1340" fmla="*/ 1683628 w 1967341"/>
              <a:gd name="connsiteY1340" fmla="*/ 221495 h 442564"/>
              <a:gd name="connsiteX1341" fmla="*/ 1700124 w 1967341"/>
              <a:gd name="connsiteY1341" fmla="*/ 240120 h 442564"/>
              <a:gd name="connsiteX1342" fmla="*/ 1717077 w 1967341"/>
              <a:gd name="connsiteY1342" fmla="*/ 251751 h 442564"/>
              <a:gd name="connsiteX1343" fmla="*/ 1726807 w 1967341"/>
              <a:gd name="connsiteY1343" fmla="*/ 255553 h 442564"/>
              <a:gd name="connsiteX1344" fmla="*/ 1734410 w 1967341"/>
              <a:gd name="connsiteY1344" fmla="*/ 260342 h 442564"/>
              <a:gd name="connsiteX1345" fmla="*/ 1751210 w 1967341"/>
              <a:gd name="connsiteY1345" fmla="*/ 266576 h 442564"/>
              <a:gd name="connsiteX1346" fmla="*/ 1756987 w 1967341"/>
              <a:gd name="connsiteY1346" fmla="*/ 269236 h 442564"/>
              <a:gd name="connsiteX1347" fmla="*/ 1756379 w 1967341"/>
              <a:gd name="connsiteY1347" fmla="*/ 269996 h 442564"/>
              <a:gd name="connsiteX1348" fmla="*/ 1754555 w 1967341"/>
              <a:gd name="connsiteY1348" fmla="*/ 274406 h 442564"/>
              <a:gd name="connsiteX1349" fmla="*/ 1753719 w 1967341"/>
              <a:gd name="connsiteY1349" fmla="*/ 280639 h 442564"/>
              <a:gd name="connsiteX1350" fmla="*/ 1744064 w 1967341"/>
              <a:gd name="connsiteY1350" fmla="*/ 285657 h 442564"/>
              <a:gd name="connsiteX1351" fmla="*/ 1740111 w 1967341"/>
              <a:gd name="connsiteY1351" fmla="*/ 288926 h 442564"/>
              <a:gd name="connsiteX1352" fmla="*/ 1736157 w 1967341"/>
              <a:gd name="connsiteY1352" fmla="*/ 289762 h 442564"/>
              <a:gd name="connsiteX1353" fmla="*/ 1727263 w 1967341"/>
              <a:gd name="connsiteY1353" fmla="*/ 289230 h 442564"/>
              <a:gd name="connsiteX1354" fmla="*/ 1718065 w 1967341"/>
              <a:gd name="connsiteY1354" fmla="*/ 289230 h 442564"/>
              <a:gd name="connsiteX1355" fmla="*/ 1710006 w 1967341"/>
              <a:gd name="connsiteY1355" fmla="*/ 287710 h 442564"/>
              <a:gd name="connsiteX1356" fmla="*/ 1697387 w 1967341"/>
              <a:gd name="connsiteY1356" fmla="*/ 285961 h 442564"/>
              <a:gd name="connsiteX1357" fmla="*/ 1690242 w 1967341"/>
              <a:gd name="connsiteY1357" fmla="*/ 281020 h 442564"/>
              <a:gd name="connsiteX1358" fmla="*/ 1679295 w 1967341"/>
              <a:gd name="connsiteY1358" fmla="*/ 261482 h 442564"/>
              <a:gd name="connsiteX1359" fmla="*/ 1666903 w 1967341"/>
              <a:gd name="connsiteY1359" fmla="*/ 245746 h 442564"/>
              <a:gd name="connsiteX1360" fmla="*/ 1659301 w 1967341"/>
              <a:gd name="connsiteY1360" fmla="*/ 237155 h 442564"/>
              <a:gd name="connsiteX1361" fmla="*/ 1642044 w 1967341"/>
              <a:gd name="connsiteY1361" fmla="*/ 221951 h 442564"/>
              <a:gd name="connsiteX1362" fmla="*/ 1630109 w 1967341"/>
              <a:gd name="connsiteY1362" fmla="*/ 240045 h 442564"/>
              <a:gd name="connsiteX1363" fmla="*/ 1612852 w 1967341"/>
              <a:gd name="connsiteY1363" fmla="*/ 256921 h 442564"/>
              <a:gd name="connsiteX1364" fmla="*/ 1595140 w 1967341"/>
              <a:gd name="connsiteY1364" fmla="*/ 267716 h 442564"/>
              <a:gd name="connsiteX1365" fmla="*/ 1581988 w 1967341"/>
              <a:gd name="connsiteY1365" fmla="*/ 274862 h 442564"/>
              <a:gd name="connsiteX1366" fmla="*/ 1569901 w 1967341"/>
              <a:gd name="connsiteY1366" fmla="*/ 277979 h 442564"/>
              <a:gd name="connsiteX1367" fmla="*/ 1563287 w 1967341"/>
              <a:gd name="connsiteY1367" fmla="*/ 279195 h 442564"/>
              <a:gd name="connsiteX1368" fmla="*/ 1558801 w 1967341"/>
              <a:gd name="connsiteY1368" fmla="*/ 275318 h 442564"/>
              <a:gd name="connsiteX1369" fmla="*/ 1555381 w 1967341"/>
              <a:gd name="connsiteY1369" fmla="*/ 268476 h 442564"/>
              <a:gd name="connsiteX1370" fmla="*/ 1549603 w 1967341"/>
              <a:gd name="connsiteY1370" fmla="*/ 266500 h 442564"/>
              <a:gd name="connsiteX1371" fmla="*/ 1553328 w 1967341"/>
              <a:gd name="connsiteY1371" fmla="*/ 262167 h 442564"/>
              <a:gd name="connsiteX1372" fmla="*/ 1561842 w 1967341"/>
              <a:gd name="connsiteY1372" fmla="*/ 257149 h 442564"/>
              <a:gd name="connsiteX1373" fmla="*/ 1567696 w 1967341"/>
              <a:gd name="connsiteY1373" fmla="*/ 252816 h 442564"/>
              <a:gd name="connsiteX1374" fmla="*/ 1571802 w 1967341"/>
              <a:gd name="connsiteY1374" fmla="*/ 250992 h 442564"/>
              <a:gd name="connsiteX1375" fmla="*/ 1599169 w 1967341"/>
              <a:gd name="connsiteY1375" fmla="*/ 224765 h 442564"/>
              <a:gd name="connsiteX1376" fmla="*/ 1609736 w 1967341"/>
              <a:gd name="connsiteY1376" fmla="*/ 206215 h 442564"/>
              <a:gd name="connsiteX1377" fmla="*/ 1611940 w 1967341"/>
              <a:gd name="connsiteY1377" fmla="*/ 198613 h 442564"/>
              <a:gd name="connsiteX1378" fmla="*/ 1606467 w 1967341"/>
              <a:gd name="connsiteY1378" fmla="*/ 198613 h 442564"/>
              <a:gd name="connsiteX1379" fmla="*/ 1602285 w 1967341"/>
              <a:gd name="connsiteY1379" fmla="*/ 198613 h 442564"/>
              <a:gd name="connsiteX1380" fmla="*/ 1596660 w 1967341"/>
              <a:gd name="connsiteY1380" fmla="*/ 200134 h 442564"/>
              <a:gd name="connsiteX1381" fmla="*/ 1591262 w 1967341"/>
              <a:gd name="connsiteY1381" fmla="*/ 200134 h 442564"/>
              <a:gd name="connsiteX1382" fmla="*/ 1582976 w 1967341"/>
              <a:gd name="connsiteY1382" fmla="*/ 196257 h 442564"/>
              <a:gd name="connsiteX1383" fmla="*/ 1573321 w 1967341"/>
              <a:gd name="connsiteY1383" fmla="*/ 184245 h 442564"/>
              <a:gd name="connsiteX1384" fmla="*/ 1575906 w 1967341"/>
              <a:gd name="connsiteY1384" fmla="*/ 176643 h 442564"/>
              <a:gd name="connsiteX1385" fmla="*/ 1580468 w 1967341"/>
              <a:gd name="connsiteY1385" fmla="*/ 171930 h 442564"/>
              <a:gd name="connsiteX1386" fmla="*/ 1586245 w 1967341"/>
              <a:gd name="connsiteY1386" fmla="*/ 169726 h 442564"/>
              <a:gd name="connsiteX1387" fmla="*/ 1591110 w 1967341"/>
              <a:gd name="connsiteY1387" fmla="*/ 166532 h 442564"/>
              <a:gd name="connsiteX1388" fmla="*/ 1602970 w 1967341"/>
              <a:gd name="connsiteY1388" fmla="*/ 166532 h 442564"/>
              <a:gd name="connsiteX1389" fmla="*/ 1622507 w 1967341"/>
              <a:gd name="connsiteY1389" fmla="*/ 159614 h 442564"/>
              <a:gd name="connsiteX1390" fmla="*/ 1626232 w 1967341"/>
              <a:gd name="connsiteY1390" fmla="*/ 141597 h 442564"/>
              <a:gd name="connsiteX1391" fmla="*/ 1627524 w 1967341"/>
              <a:gd name="connsiteY1391" fmla="*/ 130195 h 442564"/>
              <a:gd name="connsiteX1392" fmla="*/ 1626993 w 1967341"/>
              <a:gd name="connsiteY1392" fmla="*/ 120387 h 442564"/>
              <a:gd name="connsiteX1393" fmla="*/ 1630033 w 1967341"/>
              <a:gd name="connsiteY1393" fmla="*/ 116891 h 442564"/>
              <a:gd name="connsiteX1394" fmla="*/ 1637635 w 1967341"/>
              <a:gd name="connsiteY1394" fmla="*/ 117499 h 442564"/>
              <a:gd name="connsiteX1395" fmla="*/ 1643565 w 1967341"/>
              <a:gd name="connsiteY1395" fmla="*/ 115599 h 442564"/>
              <a:gd name="connsiteX1396" fmla="*/ 591286 w 1967341"/>
              <a:gd name="connsiteY1396" fmla="*/ 113166 h 442564"/>
              <a:gd name="connsiteX1397" fmla="*/ 596911 w 1967341"/>
              <a:gd name="connsiteY1397" fmla="*/ 116283 h 442564"/>
              <a:gd name="connsiteX1398" fmla="*/ 605881 w 1967341"/>
              <a:gd name="connsiteY1398" fmla="*/ 117271 h 442564"/>
              <a:gd name="connsiteX1399" fmla="*/ 615004 w 1967341"/>
              <a:gd name="connsiteY1399" fmla="*/ 117271 h 442564"/>
              <a:gd name="connsiteX1400" fmla="*/ 620933 w 1967341"/>
              <a:gd name="connsiteY1400" fmla="*/ 118792 h 442564"/>
              <a:gd name="connsiteX1401" fmla="*/ 626179 w 1967341"/>
              <a:gd name="connsiteY1401" fmla="*/ 121300 h 442564"/>
              <a:gd name="connsiteX1402" fmla="*/ 631804 w 1967341"/>
              <a:gd name="connsiteY1402" fmla="*/ 130043 h 442564"/>
              <a:gd name="connsiteX1403" fmla="*/ 630816 w 1967341"/>
              <a:gd name="connsiteY1403" fmla="*/ 130423 h 442564"/>
              <a:gd name="connsiteX1404" fmla="*/ 630360 w 1967341"/>
              <a:gd name="connsiteY1404" fmla="*/ 136200 h 442564"/>
              <a:gd name="connsiteX1405" fmla="*/ 630360 w 1967341"/>
              <a:gd name="connsiteY1405" fmla="*/ 145019 h 442564"/>
              <a:gd name="connsiteX1406" fmla="*/ 625874 w 1967341"/>
              <a:gd name="connsiteY1406" fmla="*/ 154598 h 442564"/>
              <a:gd name="connsiteX1407" fmla="*/ 624582 w 1967341"/>
              <a:gd name="connsiteY1407" fmla="*/ 164480 h 442564"/>
              <a:gd name="connsiteX1408" fmla="*/ 623594 w 1967341"/>
              <a:gd name="connsiteY1408" fmla="*/ 182421 h 442564"/>
              <a:gd name="connsiteX1409" fmla="*/ 621997 w 1967341"/>
              <a:gd name="connsiteY1409" fmla="*/ 193368 h 442564"/>
              <a:gd name="connsiteX1410" fmla="*/ 621313 w 1967341"/>
              <a:gd name="connsiteY1410" fmla="*/ 202642 h 442564"/>
              <a:gd name="connsiteX1411" fmla="*/ 623442 w 1967341"/>
              <a:gd name="connsiteY1411" fmla="*/ 208952 h 442564"/>
              <a:gd name="connsiteX1412" fmla="*/ 624050 w 1967341"/>
              <a:gd name="connsiteY1412" fmla="*/ 212601 h 442564"/>
              <a:gd name="connsiteX1413" fmla="*/ 625266 w 1967341"/>
              <a:gd name="connsiteY1413" fmla="*/ 218303 h 442564"/>
              <a:gd name="connsiteX1414" fmla="*/ 621846 w 1967341"/>
              <a:gd name="connsiteY1414" fmla="*/ 230542 h 442564"/>
              <a:gd name="connsiteX1415" fmla="*/ 617513 w 1967341"/>
              <a:gd name="connsiteY1415" fmla="*/ 237232 h 442564"/>
              <a:gd name="connsiteX1416" fmla="*/ 604589 w 1967341"/>
              <a:gd name="connsiteY1416" fmla="*/ 244834 h 442564"/>
              <a:gd name="connsiteX1417" fmla="*/ 593262 w 1967341"/>
              <a:gd name="connsiteY1417" fmla="*/ 255553 h 442564"/>
              <a:gd name="connsiteX1418" fmla="*/ 581327 w 1967341"/>
              <a:gd name="connsiteY1418" fmla="*/ 260950 h 442564"/>
              <a:gd name="connsiteX1419" fmla="*/ 566123 w 1967341"/>
              <a:gd name="connsiteY1419" fmla="*/ 269997 h 442564"/>
              <a:gd name="connsiteX1420" fmla="*/ 556772 w 1967341"/>
              <a:gd name="connsiteY1420" fmla="*/ 273950 h 442564"/>
              <a:gd name="connsiteX1421" fmla="*/ 542176 w 1967341"/>
              <a:gd name="connsiteY1421" fmla="*/ 284441 h 442564"/>
              <a:gd name="connsiteX1422" fmla="*/ 532825 w 1967341"/>
              <a:gd name="connsiteY1422" fmla="*/ 276003 h 442564"/>
              <a:gd name="connsiteX1423" fmla="*/ 526820 w 1967341"/>
              <a:gd name="connsiteY1423" fmla="*/ 271366 h 442564"/>
              <a:gd name="connsiteX1424" fmla="*/ 525147 w 1967341"/>
              <a:gd name="connsiteY1424" fmla="*/ 263764 h 442564"/>
              <a:gd name="connsiteX1425" fmla="*/ 523019 w 1967341"/>
              <a:gd name="connsiteY1425" fmla="*/ 257150 h 442564"/>
              <a:gd name="connsiteX1426" fmla="*/ 526668 w 1967341"/>
              <a:gd name="connsiteY1426" fmla="*/ 252132 h 442564"/>
              <a:gd name="connsiteX1427" fmla="*/ 532294 w 1967341"/>
              <a:gd name="connsiteY1427" fmla="*/ 251600 h 442564"/>
              <a:gd name="connsiteX1428" fmla="*/ 541035 w 1967341"/>
              <a:gd name="connsiteY1428" fmla="*/ 246430 h 442564"/>
              <a:gd name="connsiteX1429" fmla="*/ 550386 w 1967341"/>
              <a:gd name="connsiteY1429" fmla="*/ 242858 h 442564"/>
              <a:gd name="connsiteX1430" fmla="*/ 566578 w 1967341"/>
              <a:gd name="connsiteY1430" fmla="*/ 233887 h 442564"/>
              <a:gd name="connsiteX1431" fmla="*/ 574180 w 1967341"/>
              <a:gd name="connsiteY1431" fmla="*/ 226285 h 442564"/>
              <a:gd name="connsiteX1432" fmla="*/ 573725 w 1967341"/>
              <a:gd name="connsiteY1432" fmla="*/ 209105 h 442564"/>
              <a:gd name="connsiteX1433" fmla="*/ 569696 w 1967341"/>
              <a:gd name="connsiteY1433" fmla="*/ 206672 h 442564"/>
              <a:gd name="connsiteX1434" fmla="*/ 562094 w 1967341"/>
              <a:gd name="connsiteY1434" fmla="*/ 207660 h 442564"/>
              <a:gd name="connsiteX1435" fmla="*/ 554947 w 1967341"/>
              <a:gd name="connsiteY1435" fmla="*/ 210244 h 442564"/>
              <a:gd name="connsiteX1436" fmla="*/ 549550 w 1967341"/>
              <a:gd name="connsiteY1436" fmla="*/ 210929 h 442564"/>
              <a:gd name="connsiteX1437" fmla="*/ 546053 w 1967341"/>
              <a:gd name="connsiteY1437" fmla="*/ 207964 h 442564"/>
              <a:gd name="connsiteX1438" fmla="*/ 544457 w 1967341"/>
              <a:gd name="connsiteY1438" fmla="*/ 199146 h 442564"/>
              <a:gd name="connsiteX1439" fmla="*/ 542936 w 1967341"/>
              <a:gd name="connsiteY1439" fmla="*/ 192988 h 442564"/>
              <a:gd name="connsiteX1440" fmla="*/ 543620 w 1967341"/>
              <a:gd name="connsiteY1440" fmla="*/ 180521 h 442564"/>
              <a:gd name="connsiteX1441" fmla="*/ 551223 w 1967341"/>
              <a:gd name="connsiteY1441" fmla="*/ 173299 h 442564"/>
              <a:gd name="connsiteX1442" fmla="*/ 561333 w 1967341"/>
              <a:gd name="connsiteY1442" fmla="*/ 170106 h 442564"/>
              <a:gd name="connsiteX1443" fmla="*/ 568935 w 1967341"/>
              <a:gd name="connsiteY1443" fmla="*/ 169574 h 442564"/>
              <a:gd name="connsiteX1444" fmla="*/ 579122 w 1967341"/>
              <a:gd name="connsiteY1444" fmla="*/ 164937 h 442564"/>
              <a:gd name="connsiteX1445" fmla="*/ 584063 w 1967341"/>
              <a:gd name="connsiteY1445" fmla="*/ 155662 h 442564"/>
              <a:gd name="connsiteX1446" fmla="*/ 587180 w 1967341"/>
              <a:gd name="connsiteY1446" fmla="*/ 135668 h 442564"/>
              <a:gd name="connsiteX1447" fmla="*/ 582087 w 1967341"/>
              <a:gd name="connsiteY1447" fmla="*/ 122745 h 442564"/>
              <a:gd name="connsiteX1448" fmla="*/ 582087 w 1967341"/>
              <a:gd name="connsiteY1448" fmla="*/ 119096 h 442564"/>
              <a:gd name="connsiteX1449" fmla="*/ 587788 w 1967341"/>
              <a:gd name="connsiteY1449" fmla="*/ 114686 h 442564"/>
              <a:gd name="connsiteX1450" fmla="*/ 591286 w 1967341"/>
              <a:gd name="connsiteY1450" fmla="*/ 113166 h 442564"/>
              <a:gd name="connsiteX1451" fmla="*/ 699235 w 1967341"/>
              <a:gd name="connsiteY1451" fmla="*/ 103055 h 442564"/>
              <a:gd name="connsiteX1452" fmla="*/ 704784 w 1967341"/>
              <a:gd name="connsiteY1452" fmla="*/ 106325 h 442564"/>
              <a:gd name="connsiteX1453" fmla="*/ 709421 w 1967341"/>
              <a:gd name="connsiteY1453" fmla="*/ 107388 h 442564"/>
              <a:gd name="connsiteX1454" fmla="*/ 712994 w 1967341"/>
              <a:gd name="connsiteY1454" fmla="*/ 111417 h 442564"/>
              <a:gd name="connsiteX1455" fmla="*/ 715883 w 1967341"/>
              <a:gd name="connsiteY1455" fmla="*/ 122593 h 442564"/>
              <a:gd name="connsiteX1456" fmla="*/ 707597 w 1967341"/>
              <a:gd name="connsiteY1456" fmla="*/ 137797 h 442564"/>
              <a:gd name="connsiteX1457" fmla="*/ 706000 w 1967341"/>
              <a:gd name="connsiteY1457" fmla="*/ 145399 h 442564"/>
              <a:gd name="connsiteX1458" fmla="*/ 712842 w 1967341"/>
              <a:gd name="connsiteY1458" fmla="*/ 147756 h 442564"/>
              <a:gd name="connsiteX1459" fmla="*/ 719684 w 1967341"/>
              <a:gd name="connsiteY1459" fmla="*/ 143878 h 442564"/>
              <a:gd name="connsiteX1460" fmla="*/ 730707 w 1967341"/>
              <a:gd name="connsiteY1460" fmla="*/ 147756 h 442564"/>
              <a:gd name="connsiteX1461" fmla="*/ 736864 w 1967341"/>
              <a:gd name="connsiteY1461" fmla="*/ 159235 h 442564"/>
              <a:gd name="connsiteX1462" fmla="*/ 738157 w 1967341"/>
              <a:gd name="connsiteY1462" fmla="*/ 167445 h 442564"/>
              <a:gd name="connsiteX1463" fmla="*/ 734432 w 1967341"/>
              <a:gd name="connsiteY1463" fmla="*/ 171702 h 442564"/>
              <a:gd name="connsiteX1464" fmla="*/ 726830 w 1967341"/>
              <a:gd name="connsiteY1464" fmla="*/ 173678 h 442564"/>
              <a:gd name="connsiteX1465" fmla="*/ 720216 w 1967341"/>
              <a:gd name="connsiteY1465" fmla="*/ 178315 h 442564"/>
              <a:gd name="connsiteX1466" fmla="*/ 710942 w 1967341"/>
              <a:gd name="connsiteY1466" fmla="*/ 183485 h 442564"/>
              <a:gd name="connsiteX1467" fmla="*/ 696194 w 1967341"/>
              <a:gd name="connsiteY1467" fmla="*/ 190631 h 442564"/>
              <a:gd name="connsiteX1468" fmla="*/ 691100 w 1967341"/>
              <a:gd name="connsiteY1468" fmla="*/ 206899 h 442564"/>
              <a:gd name="connsiteX1469" fmla="*/ 691633 w 1967341"/>
              <a:gd name="connsiteY1469" fmla="*/ 214501 h 442564"/>
              <a:gd name="connsiteX1470" fmla="*/ 695737 w 1967341"/>
              <a:gd name="connsiteY1470" fmla="*/ 227957 h 442564"/>
              <a:gd name="connsiteX1471" fmla="*/ 706988 w 1967341"/>
              <a:gd name="connsiteY1471" fmla="*/ 232974 h 442564"/>
              <a:gd name="connsiteX1472" fmla="*/ 715047 w 1967341"/>
              <a:gd name="connsiteY1472" fmla="*/ 234039 h 442564"/>
              <a:gd name="connsiteX1473" fmla="*/ 720748 w 1967341"/>
              <a:gd name="connsiteY1473" fmla="*/ 235255 h 442564"/>
              <a:gd name="connsiteX1474" fmla="*/ 726374 w 1967341"/>
              <a:gd name="connsiteY1474" fmla="*/ 237460 h 442564"/>
              <a:gd name="connsiteX1475" fmla="*/ 735192 w 1967341"/>
              <a:gd name="connsiteY1475" fmla="*/ 238372 h 442564"/>
              <a:gd name="connsiteX1476" fmla="*/ 735572 w 1967341"/>
              <a:gd name="connsiteY1476" fmla="*/ 238524 h 442564"/>
              <a:gd name="connsiteX1477" fmla="*/ 740513 w 1967341"/>
              <a:gd name="connsiteY1477" fmla="*/ 249851 h 442564"/>
              <a:gd name="connsiteX1478" fmla="*/ 736105 w 1967341"/>
              <a:gd name="connsiteY1478" fmla="*/ 262470 h 442564"/>
              <a:gd name="connsiteX1479" fmla="*/ 732456 w 1967341"/>
              <a:gd name="connsiteY1479" fmla="*/ 270757 h 442564"/>
              <a:gd name="connsiteX1480" fmla="*/ 722953 w 1967341"/>
              <a:gd name="connsiteY1480" fmla="*/ 272201 h 442564"/>
              <a:gd name="connsiteX1481" fmla="*/ 713602 w 1967341"/>
              <a:gd name="connsiteY1481" fmla="*/ 274405 h 442564"/>
              <a:gd name="connsiteX1482" fmla="*/ 707064 w 1967341"/>
              <a:gd name="connsiteY1482" fmla="*/ 271593 h 442564"/>
              <a:gd name="connsiteX1483" fmla="*/ 696954 w 1967341"/>
              <a:gd name="connsiteY1483" fmla="*/ 270605 h 442564"/>
              <a:gd name="connsiteX1484" fmla="*/ 686995 w 1967341"/>
              <a:gd name="connsiteY1484" fmla="*/ 270605 h 442564"/>
              <a:gd name="connsiteX1485" fmla="*/ 678557 w 1967341"/>
              <a:gd name="connsiteY1485" fmla="*/ 268172 h 442564"/>
              <a:gd name="connsiteX1486" fmla="*/ 666241 w 1967341"/>
              <a:gd name="connsiteY1486" fmla="*/ 267488 h 442564"/>
              <a:gd name="connsiteX1487" fmla="*/ 660008 w 1967341"/>
              <a:gd name="connsiteY1487" fmla="*/ 264067 h 442564"/>
              <a:gd name="connsiteX1488" fmla="*/ 654231 w 1967341"/>
              <a:gd name="connsiteY1488" fmla="*/ 254793 h 442564"/>
              <a:gd name="connsiteX1489" fmla="*/ 653470 w 1967341"/>
              <a:gd name="connsiteY1489" fmla="*/ 243997 h 442564"/>
              <a:gd name="connsiteX1490" fmla="*/ 650809 w 1967341"/>
              <a:gd name="connsiteY1490" fmla="*/ 231150 h 442564"/>
              <a:gd name="connsiteX1491" fmla="*/ 650277 w 1967341"/>
              <a:gd name="connsiteY1491" fmla="*/ 223092 h 442564"/>
              <a:gd name="connsiteX1492" fmla="*/ 649289 w 1967341"/>
              <a:gd name="connsiteY1492" fmla="*/ 215490 h 442564"/>
              <a:gd name="connsiteX1493" fmla="*/ 648072 w 1967341"/>
              <a:gd name="connsiteY1493" fmla="*/ 203555 h 442564"/>
              <a:gd name="connsiteX1494" fmla="*/ 651265 w 1967341"/>
              <a:gd name="connsiteY1494" fmla="*/ 184321 h 442564"/>
              <a:gd name="connsiteX1495" fmla="*/ 653926 w 1967341"/>
              <a:gd name="connsiteY1495" fmla="*/ 178315 h 442564"/>
              <a:gd name="connsiteX1496" fmla="*/ 656207 w 1967341"/>
              <a:gd name="connsiteY1496" fmla="*/ 168433 h 442564"/>
              <a:gd name="connsiteX1497" fmla="*/ 658335 w 1967341"/>
              <a:gd name="connsiteY1497" fmla="*/ 158323 h 442564"/>
              <a:gd name="connsiteX1498" fmla="*/ 659248 w 1967341"/>
              <a:gd name="connsiteY1498" fmla="*/ 142586 h 442564"/>
              <a:gd name="connsiteX1499" fmla="*/ 661528 w 1967341"/>
              <a:gd name="connsiteY1499" fmla="*/ 133007 h 442564"/>
              <a:gd name="connsiteX1500" fmla="*/ 664798 w 1967341"/>
              <a:gd name="connsiteY1500" fmla="*/ 117803 h 442564"/>
              <a:gd name="connsiteX1501" fmla="*/ 665177 w 1967341"/>
              <a:gd name="connsiteY1501" fmla="*/ 107388 h 442564"/>
              <a:gd name="connsiteX1502" fmla="*/ 671183 w 1967341"/>
              <a:gd name="connsiteY1502" fmla="*/ 103131 h 442564"/>
              <a:gd name="connsiteX1503" fmla="*/ 678785 w 1967341"/>
              <a:gd name="connsiteY1503" fmla="*/ 104728 h 442564"/>
              <a:gd name="connsiteX1504" fmla="*/ 685551 w 1967341"/>
              <a:gd name="connsiteY1504" fmla="*/ 103284 h 442564"/>
              <a:gd name="connsiteX1505" fmla="*/ 691633 w 1967341"/>
              <a:gd name="connsiteY1505" fmla="*/ 104500 h 442564"/>
              <a:gd name="connsiteX1506" fmla="*/ 699235 w 1967341"/>
              <a:gd name="connsiteY1506" fmla="*/ 103055 h 442564"/>
              <a:gd name="connsiteX1507" fmla="*/ 221064 w 1967341"/>
              <a:gd name="connsiteY1507" fmla="*/ 102617 h 442564"/>
              <a:gd name="connsiteX1508" fmla="*/ 216703 w 1967341"/>
              <a:gd name="connsiteY1508" fmla="*/ 108788 h 442564"/>
              <a:gd name="connsiteX1509" fmla="*/ 216703 w 1967341"/>
              <a:gd name="connsiteY1509" fmla="*/ 109093 h 442564"/>
              <a:gd name="connsiteX1510" fmla="*/ 213018 w 1967341"/>
              <a:gd name="connsiteY1510" fmla="*/ 128129 h 442564"/>
              <a:gd name="connsiteX1511" fmla="*/ 212735 w 1967341"/>
              <a:gd name="connsiteY1511" fmla="*/ 129547 h 442564"/>
              <a:gd name="connsiteX1512" fmla="*/ 210031 w 1967341"/>
              <a:gd name="connsiteY1512" fmla="*/ 129547 h 442564"/>
              <a:gd name="connsiteX1513" fmla="*/ 143699 w 1967341"/>
              <a:gd name="connsiteY1513" fmla="*/ 119974 h 442564"/>
              <a:gd name="connsiteX1514" fmla="*/ 149477 w 1967341"/>
              <a:gd name="connsiteY1514" fmla="*/ 134213 h 442564"/>
              <a:gd name="connsiteX1515" fmla="*/ 165242 w 1967341"/>
              <a:gd name="connsiteY1515" fmla="*/ 144069 h 442564"/>
              <a:gd name="connsiteX1516" fmla="*/ 166551 w 1967341"/>
              <a:gd name="connsiteY1516" fmla="*/ 144331 h 442564"/>
              <a:gd name="connsiteX1517" fmla="*/ 166551 w 1967341"/>
              <a:gd name="connsiteY1517" fmla="*/ 145661 h 442564"/>
              <a:gd name="connsiteX1518" fmla="*/ 166638 w 1967341"/>
              <a:gd name="connsiteY1518" fmla="*/ 145661 h 442564"/>
              <a:gd name="connsiteX1519" fmla="*/ 172416 w 1967341"/>
              <a:gd name="connsiteY1519" fmla="*/ 157305 h 442564"/>
              <a:gd name="connsiteX1520" fmla="*/ 184606 w 1967341"/>
              <a:gd name="connsiteY1520" fmla="*/ 161165 h 442564"/>
              <a:gd name="connsiteX1521" fmla="*/ 186241 w 1967341"/>
              <a:gd name="connsiteY1521" fmla="*/ 161165 h 442564"/>
              <a:gd name="connsiteX1522" fmla="*/ 187615 w 1967341"/>
              <a:gd name="connsiteY1522" fmla="*/ 160990 h 442564"/>
              <a:gd name="connsiteX1523" fmla="*/ 188095 w 1967341"/>
              <a:gd name="connsiteY1523" fmla="*/ 162277 h 442564"/>
              <a:gd name="connsiteX1524" fmla="*/ 197209 w 1967341"/>
              <a:gd name="connsiteY1524" fmla="*/ 169821 h 442564"/>
              <a:gd name="connsiteX1525" fmla="*/ 201876 w 1967341"/>
              <a:gd name="connsiteY1525" fmla="*/ 170519 h 442564"/>
              <a:gd name="connsiteX1526" fmla="*/ 207916 w 1967341"/>
              <a:gd name="connsiteY1526" fmla="*/ 169473 h 442564"/>
              <a:gd name="connsiteX1527" fmla="*/ 211121 w 1967341"/>
              <a:gd name="connsiteY1527" fmla="*/ 168142 h 442564"/>
              <a:gd name="connsiteX1528" fmla="*/ 206411 w 1967341"/>
              <a:gd name="connsiteY1528" fmla="*/ 187397 h 442564"/>
              <a:gd name="connsiteX1529" fmla="*/ 236067 w 1967341"/>
              <a:gd name="connsiteY1529" fmla="*/ 187397 h 442564"/>
              <a:gd name="connsiteX1530" fmla="*/ 231335 w 1967341"/>
              <a:gd name="connsiteY1530" fmla="*/ 168121 h 442564"/>
              <a:gd name="connsiteX1531" fmla="*/ 234562 w 1967341"/>
              <a:gd name="connsiteY1531" fmla="*/ 169473 h 442564"/>
              <a:gd name="connsiteX1532" fmla="*/ 240580 w 1967341"/>
              <a:gd name="connsiteY1532" fmla="*/ 170519 h 442564"/>
              <a:gd name="connsiteX1533" fmla="*/ 245247 w 1967341"/>
              <a:gd name="connsiteY1533" fmla="*/ 169821 h 442564"/>
              <a:gd name="connsiteX1534" fmla="*/ 254361 w 1967341"/>
              <a:gd name="connsiteY1534" fmla="*/ 162277 h 442564"/>
              <a:gd name="connsiteX1535" fmla="*/ 254841 w 1967341"/>
              <a:gd name="connsiteY1535" fmla="*/ 160990 h 442564"/>
              <a:gd name="connsiteX1536" fmla="*/ 256215 w 1967341"/>
              <a:gd name="connsiteY1536" fmla="*/ 161165 h 442564"/>
              <a:gd name="connsiteX1537" fmla="*/ 257850 w 1967341"/>
              <a:gd name="connsiteY1537" fmla="*/ 161165 h 442564"/>
              <a:gd name="connsiteX1538" fmla="*/ 270040 w 1967341"/>
              <a:gd name="connsiteY1538" fmla="*/ 157305 h 442564"/>
              <a:gd name="connsiteX1539" fmla="*/ 275818 w 1967341"/>
              <a:gd name="connsiteY1539" fmla="*/ 145639 h 442564"/>
              <a:gd name="connsiteX1540" fmla="*/ 275818 w 1967341"/>
              <a:gd name="connsiteY1540" fmla="*/ 144331 h 442564"/>
              <a:gd name="connsiteX1541" fmla="*/ 277126 w 1967341"/>
              <a:gd name="connsiteY1541" fmla="*/ 144069 h 442564"/>
              <a:gd name="connsiteX1542" fmla="*/ 292870 w 1967341"/>
              <a:gd name="connsiteY1542" fmla="*/ 134213 h 442564"/>
              <a:gd name="connsiteX1543" fmla="*/ 298648 w 1967341"/>
              <a:gd name="connsiteY1543" fmla="*/ 119974 h 442564"/>
              <a:gd name="connsiteX1544" fmla="*/ 232381 w 1967341"/>
              <a:gd name="connsiteY1544" fmla="*/ 129547 h 442564"/>
              <a:gd name="connsiteX1545" fmla="*/ 229678 w 1967341"/>
              <a:gd name="connsiteY1545" fmla="*/ 129547 h 442564"/>
              <a:gd name="connsiteX1546" fmla="*/ 229394 w 1967341"/>
              <a:gd name="connsiteY1546" fmla="*/ 128129 h 442564"/>
              <a:gd name="connsiteX1547" fmla="*/ 225709 w 1967341"/>
              <a:gd name="connsiteY1547" fmla="*/ 109093 h 442564"/>
              <a:gd name="connsiteX1548" fmla="*/ 225709 w 1967341"/>
              <a:gd name="connsiteY1548" fmla="*/ 108788 h 442564"/>
              <a:gd name="connsiteX1549" fmla="*/ 221348 w 1967341"/>
              <a:gd name="connsiteY1549" fmla="*/ 102617 h 442564"/>
              <a:gd name="connsiteX1550" fmla="*/ 255365 w 1967341"/>
              <a:gd name="connsiteY1550" fmla="*/ 101854 h 442564"/>
              <a:gd name="connsiteX1551" fmla="*/ 263891 w 1967341"/>
              <a:gd name="connsiteY1551" fmla="*/ 107371 h 442564"/>
              <a:gd name="connsiteX1552" fmla="*/ 253773 w 1967341"/>
              <a:gd name="connsiteY1552" fmla="*/ 107916 h 442564"/>
              <a:gd name="connsiteX1553" fmla="*/ 246228 w 1967341"/>
              <a:gd name="connsiteY1553" fmla="*/ 102421 h 442564"/>
              <a:gd name="connsiteX1554" fmla="*/ 255365 w 1967341"/>
              <a:gd name="connsiteY1554" fmla="*/ 101854 h 442564"/>
              <a:gd name="connsiteX1555" fmla="*/ 1217771 w 1967341"/>
              <a:gd name="connsiteY1555" fmla="*/ 100926 h 442564"/>
              <a:gd name="connsiteX1556" fmla="*/ 1225373 w 1967341"/>
              <a:gd name="connsiteY1556" fmla="*/ 103891 h 442564"/>
              <a:gd name="connsiteX1557" fmla="*/ 1240577 w 1967341"/>
              <a:gd name="connsiteY1557" fmla="*/ 105031 h 442564"/>
              <a:gd name="connsiteX1558" fmla="*/ 1241262 w 1967341"/>
              <a:gd name="connsiteY1558" fmla="*/ 105412 h 442564"/>
              <a:gd name="connsiteX1559" fmla="*/ 1243846 w 1967341"/>
              <a:gd name="connsiteY1559" fmla="*/ 111645 h 442564"/>
              <a:gd name="connsiteX1560" fmla="*/ 1249092 w 1967341"/>
              <a:gd name="connsiteY1560" fmla="*/ 122288 h 442564"/>
              <a:gd name="connsiteX1561" fmla="*/ 1244835 w 1967341"/>
              <a:gd name="connsiteY1561" fmla="*/ 131335 h 442564"/>
              <a:gd name="connsiteX1562" fmla="*/ 1242858 w 1967341"/>
              <a:gd name="connsiteY1562" fmla="*/ 139697 h 442564"/>
              <a:gd name="connsiteX1563" fmla="*/ 1235256 w 1967341"/>
              <a:gd name="connsiteY1563" fmla="*/ 153153 h 442564"/>
              <a:gd name="connsiteX1564" fmla="*/ 1228414 w 1967341"/>
              <a:gd name="connsiteY1564" fmla="*/ 160755 h 442564"/>
              <a:gd name="connsiteX1565" fmla="*/ 1213210 w 1967341"/>
              <a:gd name="connsiteY1565" fmla="*/ 192531 h 442564"/>
              <a:gd name="connsiteX1566" fmla="*/ 1208117 w 1967341"/>
              <a:gd name="connsiteY1566" fmla="*/ 197625 h 442564"/>
              <a:gd name="connsiteX1567" fmla="*/ 1201883 w 1967341"/>
              <a:gd name="connsiteY1567" fmla="*/ 197625 h 442564"/>
              <a:gd name="connsiteX1568" fmla="*/ 1195345 w 1967341"/>
              <a:gd name="connsiteY1568" fmla="*/ 199753 h 442564"/>
              <a:gd name="connsiteX1569" fmla="*/ 1185615 w 1967341"/>
              <a:gd name="connsiteY1569" fmla="*/ 202718 h 442564"/>
              <a:gd name="connsiteX1570" fmla="*/ 1185615 w 1967341"/>
              <a:gd name="connsiteY1570" fmla="*/ 210320 h 442564"/>
              <a:gd name="connsiteX1571" fmla="*/ 1193216 w 1967341"/>
              <a:gd name="connsiteY1571" fmla="*/ 208952 h 442564"/>
              <a:gd name="connsiteX1572" fmla="*/ 1199146 w 1967341"/>
              <a:gd name="connsiteY1572" fmla="*/ 206215 h 442564"/>
              <a:gd name="connsiteX1573" fmla="*/ 1207357 w 1967341"/>
              <a:gd name="connsiteY1573" fmla="*/ 208800 h 442564"/>
              <a:gd name="connsiteX1574" fmla="*/ 1210626 w 1967341"/>
              <a:gd name="connsiteY1574" fmla="*/ 212601 h 442564"/>
              <a:gd name="connsiteX1575" fmla="*/ 1212754 w 1967341"/>
              <a:gd name="connsiteY1575" fmla="*/ 222939 h 442564"/>
              <a:gd name="connsiteX1576" fmla="*/ 1211462 w 1967341"/>
              <a:gd name="connsiteY1576" fmla="*/ 227197 h 442564"/>
              <a:gd name="connsiteX1577" fmla="*/ 1203860 w 1967341"/>
              <a:gd name="connsiteY1577" fmla="*/ 232442 h 442564"/>
              <a:gd name="connsiteX1578" fmla="*/ 1195345 w 1967341"/>
              <a:gd name="connsiteY1578" fmla="*/ 235559 h 442564"/>
              <a:gd name="connsiteX1579" fmla="*/ 1192685 w 1967341"/>
              <a:gd name="connsiteY1579" fmla="*/ 240500 h 442564"/>
              <a:gd name="connsiteX1580" fmla="*/ 1196790 w 1967341"/>
              <a:gd name="connsiteY1580" fmla="*/ 243769 h 442564"/>
              <a:gd name="connsiteX1581" fmla="*/ 1208117 w 1967341"/>
              <a:gd name="connsiteY1581" fmla="*/ 241641 h 442564"/>
              <a:gd name="connsiteX1582" fmla="*/ 1216632 w 1967341"/>
              <a:gd name="connsiteY1582" fmla="*/ 241641 h 442564"/>
              <a:gd name="connsiteX1583" fmla="*/ 1227122 w 1967341"/>
              <a:gd name="connsiteY1583" fmla="*/ 239512 h 442564"/>
              <a:gd name="connsiteX1584" fmla="*/ 1236320 w 1967341"/>
              <a:gd name="connsiteY1584" fmla="*/ 239512 h 442564"/>
              <a:gd name="connsiteX1585" fmla="*/ 1243922 w 1967341"/>
              <a:gd name="connsiteY1585" fmla="*/ 251447 h 442564"/>
              <a:gd name="connsiteX1586" fmla="*/ 1230467 w 1967341"/>
              <a:gd name="connsiteY1586" fmla="*/ 270833 h 442564"/>
              <a:gd name="connsiteX1587" fmla="*/ 1218228 w 1967341"/>
              <a:gd name="connsiteY1587" fmla="*/ 268704 h 442564"/>
              <a:gd name="connsiteX1588" fmla="*/ 1198006 w 1967341"/>
              <a:gd name="connsiteY1588" fmla="*/ 269540 h 442564"/>
              <a:gd name="connsiteX1589" fmla="*/ 1186983 w 1967341"/>
              <a:gd name="connsiteY1589" fmla="*/ 268856 h 442564"/>
              <a:gd name="connsiteX1590" fmla="*/ 1177328 w 1967341"/>
              <a:gd name="connsiteY1590" fmla="*/ 269845 h 442564"/>
              <a:gd name="connsiteX1591" fmla="*/ 1166534 w 1967341"/>
              <a:gd name="connsiteY1591" fmla="*/ 271669 h 442564"/>
              <a:gd name="connsiteX1592" fmla="*/ 1153382 w 1967341"/>
              <a:gd name="connsiteY1592" fmla="*/ 274254 h 442564"/>
              <a:gd name="connsiteX1593" fmla="*/ 1139775 w 1967341"/>
              <a:gd name="connsiteY1593" fmla="*/ 275621 h 442564"/>
              <a:gd name="connsiteX1594" fmla="*/ 1125787 w 1967341"/>
              <a:gd name="connsiteY1594" fmla="*/ 279879 h 442564"/>
              <a:gd name="connsiteX1595" fmla="*/ 1116968 w 1967341"/>
              <a:gd name="connsiteY1595" fmla="*/ 275242 h 442564"/>
              <a:gd name="connsiteX1596" fmla="*/ 1114992 w 1967341"/>
              <a:gd name="connsiteY1596" fmla="*/ 263458 h 442564"/>
              <a:gd name="connsiteX1597" fmla="*/ 1115447 w 1967341"/>
              <a:gd name="connsiteY1597" fmla="*/ 258061 h 442564"/>
              <a:gd name="connsiteX1598" fmla="*/ 1118412 w 1967341"/>
              <a:gd name="connsiteY1598" fmla="*/ 251827 h 442564"/>
              <a:gd name="connsiteX1599" fmla="*/ 1121681 w 1967341"/>
              <a:gd name="connsiteY1599" fmla="*/ 249167 h 442564"/>
              <a:gd name="connsiteX1600" fmla="*/ 1125787 w 1967341"/>
              <a:gd name="connsiteY1600" fmla="*/ 251143 h 442564"/>
              <a:gd name="connsiteX1601" fmla="*/ 1137798 w 1967341"/>
              <a:gd name="connsiteY1601" fmla="*/ 247039 h 442564"/>
              <a:gd name="connsiteX1602" fmla="*/ 1153003 w 1967341"/>
              <a:gd name="connsiteY1602" fmla="*/ 240349 h 442564"/>
              <a:gd name="connsiteX1603" fmla="*/ 1150493 w 1967341"/>
              <a:gd name="connsiteY1603" fmla="*/ 236092 h 442564"/>
              <a:gd name="connsiteX1604" fmla="*/ 1144260 w 1967341"/>
              <a:gd name="connsiteY1604" fmla="*/ 235255 h 442564"/>
              <a:gd name="connsiteX1605" fmla="*/ 1139014 w 1967341"/>
              <a:gd name="connsiteY1605" fmla="*/ 232594 h 442564"/>
              <a:gd name="connsiteX1606" fmla="*/ 1139014 w 1967341"/>
              <a:gd name="connsiteY1606" fmla="*/ 227501 h 442564"/>
              <a:gd name="connsiteX1607" fmla="*/ 1139699 w 1967341"/>
              <a:gd name="connsiteY1607" fmla="*/ 221267 h 442564"/>
              <a:gd name="connsiteX1608" fmla="*/ 1143119 w 1967341"/>
              <a:gd name="connsiteY1608" fmla="*/ 216706 h 442564"/>
              <a:gd name="connsiteX1609" fmla="*/ 1146616 w 1967341"/>
              <a:gd name="connsiteY1609" fmla="*/ 217846 h 442564"/>
              <a:gd name="connsiteX1610" fmla="*/ 1150342 w 1967341"/>
              <a:gd name="connsiteY1610" fmla="*/ 217162 h 442564"/>
              <a:gd name="connsiteX1611" fmla="*/ 1153991 w 1967341"/>
              <a:gd name="connsiteY1611" fmla="*/ 217162 h 442564"/>
              <a:gd name="connsiteX1612" fmla="*/ 1157260 w 1967341"/>
              <a:gd name="connsiteY1612" fmla="*/ 214197 h 442564"/>
              <a:gd name="connsiteX1613" fmla="*/ 1158095 w 1967341"/>
              <a:gd name="connsiteY1613" fmla="*/ 206595 h 442564"/>
              <a:gd name="connsiteX1614" fmla="*/ 1153610 w 1967341"/>
              <a:gd name="connsiteY1614" fmla="*/ 205987 h 442564"/>
              <a:gd name="connsiteX1615" fmla="*/ 1147908 w 1967341"/>
              <a:gd name="connsiteY1615" fmla="*/ 207584 h 442564"/>
              <a:gd name="connsiteX1616" fmla="*/ 1142663 w 1967341"/>
              <a:gd name="connsiteY1616" fmla="*/ 208723 h 442564"/>
              <a:gd name="connsiteX1617" fmla="*/ 1138406 w 1967341"/>
              <a:gd name="connsiteY1617" fmla="*/ 208115 h 442564"/>
              <a:gd name="connsiteX1618" fmla="*/ 1136277 w 1967341"/>
              <a:gd name="connsiteY1618" fmla="*/ 204770 h 442564"/>
              <a:gd name="connsiteX1619" fmla="*/ 1134605 w 1967341"/>
              <a:gd name="connsiteY1619" fmla="*/ 199905 h 442564"/>
              <a:gd name="connsiteX1620" fmla="*/ 1130805 w 1967341"/>
              <a:gd name="connsiteY1620" fmla="*/ 192835 h 442564"/>
              <a:gd name="connsiteX1621" fmla="*/ 1128675 w 1967341"/>
              <a:gd name="connsiteY1621" fmla="*/ 185233 h 442564"/>
              <a:gd name="connsiteX1622" fmla="*/ 1132781 w 1967341"/>
              <a:gd name="connsiteY1622" fmla="*/ 173298 h 442564"/>
              <a:gd name="connsiteX1623" fmla="*/ 1130804 w 1967341"/>
              <a:gd name="connsiteY1623" fmla="*/ 154065 h 442564"/>
              <a:gd name="connsiteX1624" fmla="*/ 1128371 w 1967341"/>
              <a:gd name="connsiteY1624" fmla="*/ 145855 h 442564"/>
              <a:gd name="connsiteX1625" fmla="*/ 1129359 w 1967341"/>
              <a:gd name="connsiteY1625" fmla="*/ 139621 h 442564"/>
              <a:gd name="connsiteX1626" fmla="*/ 1131489 w 1967341"/>
              <a:gd name="connsiteY1626" fmla="*/ 128978 h 442564"/>
              <a:gd name="connsiteX1627" fmla="*/ 1136734 w 1967341"/>
              <a:gd name="connsiteY1627" fmla="*/ 118183 h 442564"/>
              <a:gd name="connsiteX1628" fmla="*/ 1143499 w 1967341"/>
              <a:gd name="connsiteY1628" fmla="*/ 122288 h 442564"/>
              <a:gd name="connsiteX1629" fmla="*/ 1149885 w 1967341"/>
              <a:gd name="connsiteY1629" fmla="*/ 121604 h 442564"/>
              <a:gd name="connsiteX1630" fmla="*/ 1158248 w 1967341"/>
              <a:gd name="connsiteY1630" fmla="*/ 118943 h 442564"/>
              <a:gd name="connsiteX1631" fmla="*/ 1172539 w 1967341"/>
              <a:gd name="connsiteY1631" fmla="*/ 113090 h 442564"/>
              <a:gd name="connsiteX1632" fmla="*/ 1183866 w 1967341"/>
              <a:gd name="connsiteY1632" fmla="*/ 111949 h 442564"/>
              <a:gd name="connsiteX1633" fmla="*/ 1217771 w 1967341"/>
              <a:gd name="connsiteY1633" fmla="*/ 100926 h 442564"/>
              <a:gd name="connsiteX1634" fmla="*/ 72089 w 1967341"/>
              <a:gd name="connsiteY1634" fmla="*/ 92216 h 442564"/>
              <a:gd name="connsiteX1635" fmla="*/ 71195 w 1967341"/>
              <a:gd name="connsiteY1635" fmla="*/ 92565 h 442564"/>
              <a:gd name="connsiteX1636" fmla="*/ 70345 w 1967341"/>
              <a:gd name="connsiteY1636" fmla="*/ 93110 h 442564"/>
              <a:gd name="connsiteX1637" fmla="*/ 69342 w 1967341"/>
              <a:gd name="connsiteY1637" fmla="*/ 94244 h 442564"/>
              <a:gd name="connsiteX1638" fmla="*/ 68208 w 1967341"/>
              <a:gd name="connsiteY1638" fmla="*/ 95203 h 442564"/>
              <a:gd name="connsiteX1639" fmla="*/ 67205 w 1967341"/>
              <a:gd name="connsiteY1639" fmla="*/ 95530 h 442564"/>
              <a:gd name="connsiteX1640" fmla="*/ 66987 w 1967341"/>
              <a:gd name="connsiteY1640" fmla="*/ 96119 h 442564"/>
              <a:gd name="connsiteX1641" fmla="*/ 66965 w 1967341"/>
              <a:gd name="connsiteY1641" fmla="*/ 96119 h 442564"/>
              <a:gd name="connsiteX1642" fmla="*/ 66856 w 1967341"/>
              <a:gd name="connsiteY1642" fmla="*/ 97253 h 442564"/>
              <a:gd name="connsiteX1643" fmla="*/ 67292 w 1967341"/>
              <a:gd name="connsiteY1643" fmla="*/ 97689 h 442564"/>
              <a:gd name="connsiteX1644" fmla="*/ 69473 w 1967341"/>
              <a:gd name="connsiteY1644" fmla="*/ 98517 h 442564"/>
              <a:gd name="connsiteX1645" fmla="*/ 71523 w 1967341"/>
              <a:gd name="connsiteY1645" fmla="*/ 101134 h 442564"/>
              <a:gd name="connsiteX1646" fmla="*/ 72089 w 1967341"/>
              <a:gd name="connsiteY1646" fmla="*/ 102770 h 442564"/>
              <a:gd name="connsiteX1647" fmla="*/ 71501 w 1967341"/>
              <a:gd name="connsiteY1647" fmla="*/ 104536 h 442564"/>
              <a:gd name="connsiteX1648" fmla="*/ 70738 w 1967341"/>
              <a:gd name="connsiteY1648" fmla="*/ 105473 h 442564"/>
              <a:gd name="connsiteX1649" fmla="*/ 69974 w 1967341"/>
              <a:gd name="connsiteY1649" fmla="*/ 107065 h 442564"/>
              <a:gd name="connsiteX1650" fmla="*/ 69974 w 1967341"/>
              <a:gd name="connsiteY1650" fmla="*/ 108766 h 442564"/>
              <a:gd name="connsiteX1651" fmla="*/ 71414 w 1967341"/>
              <a:gd name="connsiteY1651" fmla="*/ 110249 h 442564"/>
              <a:gd name="connsiteX1652" fmla="*/ 72308 w 1967341"/>
              <a:gd name="connsiteY1652" fmla="*/ 110750 h 442564"/>
              <a:gd name="connsiteX1653" fmla="*/ 73550 w 1967341"/>
              <a:gd name="connsiteY1653" fmla="*/ 111557 h 442564"/>
              <a:gd name="connsiteX1654" fmla="*/ 74314 w 1967341"/>
              <a:gd name="connsiteY1654" fmla="*/ 111557 h 442564"/>
              <a:gd name="connsiteX1655" fmla="*/ 74837 w 1967341"/>
              <a:gd name="connsiteY1655" fmla="*/ 110816 h 442564"/>
              <a:gd name="connsiteX1656" fmla="*/ 75317 w 1967341"/>
              <a:gd name="connsiteY1656" fmla="*/ 109660 h 442564"/>
              <a:gd name="connsiteX1657" fmla="*/ 76058 w 1967341"/>
              <a:gd name="connsiteY1657" fmla="*/ 108635 h 442564"/>
              <a:gd name="connsiteX1658" fmla="*/ 76799 w 1967341"/>
              <a:gd name="connsiteY1658" fmla="*/ 108417 h 442564"/>
              <a:gd name="connsiteX1659" fmla="*/ 78980 w 1967341"/>
              <a:gd name="connsiteY1659" fmla="*/ 110292 h 442564"/>
              <a:gd name="connsiteX1660" fmla="*/ 78980 w 1967341"/>
              <a:gd name="connsiteY1660" fmla="*/ 112037 h 442564"/>
              <a:gd name="connsiteX1661" fmla="*/ 78260 w 1967341"/>
              <a:gd name="connsiteY1661" fmla="*/ 115002 h 442564"/>
              <a:gd name="connsiteX1662" fmla="*/ 77628 w 1967341"/>
              <a:gd name="connsiteY1662" fmla="*/ 116529 h 442564"/>
              <a:gd name="connsiteX1663" fmla="*/ 77257 w 1967341"/>
              <a:gd name="connsiteY1663" fmla="*/ 118164 h 442564"/>
              <a:gd name="connsiteX1664" fmla="*/ 76690 w 1967341"/>
              <a:gd name="connsiteY1664" fmla="*/ 118906 h 442564"/>
              <a:gd name="connsiteX1665" fmla="*/ 76909 w 1967341"/>
              <a:gd name="connsiteY1665" fmla="*/ 119909 h 442564"/>
              <a:gd name="connsiteX1666" fmla="*/ 77933 w 1967341"/>
              <a:gd name="connsiteY1666" fmla="*/ 120388 h 442564"/>
              <a:gd name="connsiteX1667" fmla="*/ 79024 w 1967341"/>
              <a:gd name="connsiteY1667" fmla="*/ 121043 h 442564"/>
              <a:gd name="connsiteX1668" fmla="*/ 80267 w 1967341"/>
              <a:gd name="connsiteY1668" fmla="*/ 120824 h 442564"/>
              <a:gd name="connsiteX1669" fmla="*/ 82338 w 1967341"/>
              <a:gd name="connsiteY1669" fmla="*/ 120672 h 442564"/>
              <a:gd name="connsiteX1670" fmla="*/ 82709 w 1967341"/>
              <a:gd name="connsiteY1670" fmla="*/ 117728 h 442564"/>
              <a:gd name="connsiteX1671" fmla="*/ 83276 w 1967341"/>
              <a:gd name="connsiteY1671" fmla="*/ 116136 h 442564"/>
              <a:gd name="connsiteX1672" fmla="*/ 83930 w 1967341"/>
              <a:gd name="connsiteY1672" fmla="*/ 113280 h 442564"/>
              <a:gd name="connsiteX1673" fmla="*/ 84606 w 1967341"/>
              <a:gd name="connsiteY1673" fmla="*/ 111230 h 442564"/>
              <a:gd name="connsiteX1674" fmla="*/ 84606 w 1967341"/>
              <a:gd name="connsiteY1674" fmla="*/ 108657 h 442564"/>
              <a:gd name="connsiteX1675" fmla="*/ 85107 w 1967341"/>
              <a:gd name="connsiteY1675" fmla="*/ 106215 h 442564"/>
              <a:gd name="connsiteX1676" fmla="*/ 84780 w 1967341"/>
              <a:gd name="connsiteY1676" fmla="*/ 104950 h 442564"/>
              <a:gd name="connsiteX1677" fmla="*/ 83690 w 1967341"/>
              <a:gd name="connsiteY1677" fmla="*/ 103140 h 442564"/>
              <a:gd name="connsiteX1678" fmla="*/ 82883 w 1967341"/>
              <a:gd name="connsiteY1678" fmla="*/ 102661 h 442564"/>
              <a:gd name="connsiteX1679" fmla="*/ 82360 w 1967341"/>
              <a:gd name="connsiteY1679" fmla="*/ 102312 h 442564"/>
              <a:gd name="connsiteX1680" fmla="*/ 81379 w 1967341"/>
              <a:gd name="connsiteY1680" fmla="*/ 101854 h 442564"/>
              <a:gd name="connsiteX1681" fmla="*/ 80332 w 1967341"/>
              <a:gd name="connsiteY1681" fmla="*/ 100742 h 442564"/>
              <a:gd name="connsiteX1682" fmla="*/ 79198 w 1967341"/>
              <a:gd name="connsiteY1682" fmla="*/ 99324 h 442564"/>
              <a:gd name="connsiteX1683" fmla="*/ 77148 w 1967341"/>
              <a:gd name="connsiteY1683" fmla="*/ 97144 h 442564"/>
              <a:gd name="connsiteX1684" fmla="*/ 76080 w 1967341"/>
              <a:gd name="connsiteY1684" fmla="*/ 95879 h 442564"/>
              <a:gd name="connsiteX1685" fmla="*/ 75448 w 1967341"/>
              <a:gd name="connsiteY1685" fmla="*/ 94265 h 442564"/>
              <a:gd name="connsiteX1686" fmla="*/ 74423 w 1967341"/>
              <a:gd name="connsiteY1686" fmla="*/ 93219 h 442564"/>
              <a:gd name="connsiteX1687" fmla="*/ 73769 w 1967341"/>
              <a:gd name="connsiteY1687" fmla="*/ 92521 h 442564"/>
              <a:gd name="connsiteX1688" fmla="*/ 72089 w 1967341"/>
              <a:gd name="connsiteY1688" fmla="*/ 92216 h 442564"/>
              <a:gd name="connsiteX1689" fmla="*/ 264735 w 1967341"/>
              <a:gd name="connsiteY1689" fmla="*/ 92131 h 442564"/>
              <a:gd name="connsiteX1690" fmla="*/ 273442 w 1967341"/>
              <a:gd name="connsiteY1690" fmla="*/ 93329 h 442564"/>
              <a:gd name="connsiteX1691" fmla="*/ 265155 w 1967341"/>
              <a:gd name="connsiteY1691" fmla="*/ 97995 h 442564"/>
              <a:gd name="connsiteX1692" fmla="*/ 256302 w 1967341"/>
              <a:gd name="connsiteY1692" fmla="*/ 95204 h 442564"/>
              <a:gd name="connsiteX1693" fmla="*/ 264719 w 1967341"/>
              <a:gd name="connsiteY1693" fmla="*/ 92129 h 442564"/>
              <a:gd name="connsiteX1694" fmla="*/ 264741 w 1967341"/>
              <a:gd name="connsiteY1694" fmla="*/ 92129 h 442564"/>
              <a:gd name="connsiteX1695" fmla="*/ 264735 w 1967341"/>
              <a:gd name="connsiteY1695" fmla="*/ 92131 h 442564"/>
              <a:gd name="connsiteX1696" fmla="*/ 368818 w 1967341"/>
              <a:gd name="connsiteY1696" fmla="*/ 81880 h 442564"/>
              <a:gd name="connsiteX1697" fmla="*/ 367641 w 1967341"/>
              <a:gd name="connsiteY1697" fmla="*/ 82142 h 442564"/>
              <a:gd name="connsiteX1698" fmla="*/ 366507 w 1967341"/>
              <a:gd name="connsiteY1698" fmla="*/ 83581 h 442564"/>
              <a:gd name="connsiteX1699" fmla="*/ 364326 w 1967341"/>
              <a:gd name="connsiteY1699" fmla="*/ 85892 h 442564"/>
              <a:gd name="connsiteX1700" fmla="*/ 362015 w 1967341"/>
              <a:gd name="connsiteY1700" fmla="*/ 87767 h 442564"/>
              <a:gd name="connsiteX1701" fmla="*/ 361099 w 1967341"/>
              <a:gd name="connsiteY1701" fmla="*/ 88945 h 442564"/>
              <a:gd name="connsiteX1702" fmla="*/ 360641 w 1967341"/>
              <a:gd name="connsiteY1702" fmla="*/ 89883 h 442564"/>
              <a:gd name="connsiteX1703" fmla="*/ 359943 w 1967341"/>
              <a:gd name="connsiteY1703" fmla="*/ 89883 h 442564"/>
              <a:gd name="connsiteX1704" fmla="*/ 358548 w 1967341"/>
              <a:gd name="connsiteY1704" fmla="*/ 89228 h 442564"/>
              <a:gd name="connsiteX1705" fmla="*/ 358387 w 1967341"/>
              <a:gd name="connsiteY1705" fmla="*/ 89067 h 442564"/>
              <a:gd name="connsiteX1706" fmla="*/ 358548 w 1967341"/>
              <a:gd name="connsiteY1706" fmla="*/ 88313 h 442564"/>
              <a:gd name="connsiteX1707" fmla="*/ 359878 w 1967341"/>
              <a:gd name="connsiteY1707" fmla="*/ 86590 h 442564"/>
              <a:gd name="connsiteX1708" fmla="*/ 359529 w 1967341"/>
              <a:gd name="connsiteY1708" fmla="*/ 86263 h 442564"/>
              <a:gd name="connsiteX1709" fmla="*/ 356346 w 1967341"/>
              <a:gd name="connsiteY1709" fmla="*/ 86939 h 442564"/>
              <a:gd name="connsiteX1710" fmla="*/ 355561 w 1967341"/>
              <a:gd name="connsiteY1710" fmla="*/ 86743 h 442564"/>
              <a:gd name="connsiteX1711" fmla="*/ 354579 w 1967341"/>
              <a:gd name="connsiteY1711" fmla="*/ 87135 h 442564"/>
              <a:gd name="connsiteX1712" fmla="*/ 352791 w 1967341"/>
              <a:gd name="connsiteY1712" fmla="*/ 88749 h 442564"/>
              <a:gd name="connsiteX1713" fmla="*/ 351570 w 1967341"/>
              <a:gd name="connsiteY1713" fmla="*/ 90929 h 442564"/>
              <a:gd name="connsiteX1714" fmla="*/ 351963 w 1967341"/>
              <a:gd name="connsiteY1714" fmla="*/ 91954 h 442564"/>
              <a:gd name="connsiteX1715" fmla="*/ 355190 w 1967341"/>
              <a:gd name="connsiteY1715" fmla="*/ 92499 h 442564"/>
              <a:gd name="connsiteX1716" fmla="*/ 356128 w 1967341"/>
              <a:gd name="connsiteY1716" fmla="*/ 92499 h 442564"/>
              <a:gd name="connsiteX1717" fmla="*/ 358308 w 1967341"/>
              <a:gd name="connsiteY1717" fmla="*/ 92303 h 442564"/>
              <a:gd name="connsiteX1718" fmla="*/ 360205 w 1967341"/>
              <a:gd name="connsiteY1718" fmla="*/ 93328 h 442564"/>
              <a:gd name="connsiteX1719" fmla="*/ 361623 w 1967341"/>
              <a:gd name="connsiteY1719" fmla="*/ 94353 h 442564"/>
              <a:gd name="connsiteX1720" fmla="*/ 363367 w 1967341"/>
              <a:gd name="connsiteY1720" fmla="*/ 95792 h 442564"/>
              <a:gd name="connsiteX1721" fmla="*/ 364544 w 1967341"/>
              <a:gd name="connsiteY1721" fmla="*/ 96620 h 442564"/>
              <a:gd name="connsiteX1722" fmla="*/ 365722 w 1967341"/>
              <a:gd name="connsiteY1722" fmla="*/ 97405 h 442564"/>
              <a:gd name="connsiteX1723" fmla="*/ 367903 w 1967341"/>
              <a:gd name="connsiteY1723" fmla="*/ 99237 h 442564"/>
              <a:gd name="connsiteX1724" fmla="*/ 369276 w 1967341"/>
              <a:gd name="connsiteY1724" fmla="*/ 100349 h 442564"/>
              <a:gd name="connsiteX1725" fmla="*/ 370563 w 1967341"/>
              <a:gd name="connsiteY1725" fmla="*/ 101439 h 442564"/>
              <a:gd name="connsiteX1726" fmla="*/ 369102 w 1967341"/>
              <a:gd name="connsiteY1726" fmla="*/ 101832 h 442564"/>
              <a:gd name="connsiteX1727" fmla="*/ 367772 w 1967341"/>
              <a:gd name="connsiteY1727" fmla="*/ 101330 h 442564"/>
              <a:gd name="connsiteX1728" fmla="*/ 367205 w 1967341"/>
              <a:gd name="connsiteY1728" fmla="*/ 100284 h 442564"/>
              <a:gd name="connsiteX1729" fmla="*/ 366398 w 1967341"/>
              <a:gd name="connsiteY1729" fmla="*/ 99521 h 442564"/>
              <a:gd name="connsiteX1730" fmla="*/ 365482 w 1967341"/>
              <a:gd name="connsiteY1730" fmla="*/ 98517 h 442564"/>
              <a:gd name="connsiteX1731" fmla="*/ 364784 w 1967341"/>
              <a:gd name="connsiteY1731" fmla="*/ 98365 h 442564"/>
              <a:gd name="connsiteX1732" fmla="*/ 363868 w 1967341"/>
              <a:gd name="connsiteY1732" fmla="*/ 97885 h 442564"/>
              <a:gd name="connsiteX1733" fmla="*/ 362909 w 1967341"/>
              <a:gd name="connsiteY1733" fmla="*/ 97187 h 442564"/>
              <a:gd name="connsiteX1734" fmla="*/ 361579 w 1967341"/>
              <a:gd name="connsiteY1734" fmla="*/ 96293 h 442564"/>
              <a:gd name="connsiteX1735" fmla="*/ 360554 w 1967341"/>
              <a:gd name="connsiteY1735" fmla="*/ 95399 h 442564"/>
              <a:gd name="connsiteX1736" fmla="*/ 359922 w 1967341"/>
              <a:gd name="connsiteY1736" fmla="*/ 95247 h 442564"/>
              <a:gd name="connsiteX1737" fmla="*/ 358831 w 1967341"/>
              <a:gd name="connsiteY1737" fmla="*/ 94222 h 442564"/>
              <a:gd name="connsiteX1738" fmla="*/ 356302 w 1967341"/>
              <a:gd name="connsiteY1738" fmla="*/ 95159 h 442564"/>
              <a:gd name="connsiteX1739" fmla="*/ 355124 w 1967341"/>
              <a:gd name="connsiteY1739" fmla="*/ 95879 h 442564"/>
              <a:gd name="connsiteX1740" fmla="*/ 354710 w 1967341"/>
              <a:gd name="connsiteY1740" fmla="*/ 96773 h 442564"/>
              <a:gd name="connsiteX1741" fmla="*/ 355386 w 1967341"/>
              <a:gd name="connsiteY1741" fmla="*/ 97514 h 442564"/>
              <a:gd name="connsiteX1742" fmla="*/ 356651 w 1967341"/>
              <a:gd name="connsiteY1742" fmla="*/ 97972 h 442564"/>
              <a:gd name="connsiteX1743" fmla="*/ 357872 w 1967341"/>
              <a:gd name="connsiteY1743" fmla="*/ 98256 h 442564"/>
              <a:gd name="connsiteX1744" fmla="*/ 358439 w 1967341"/>
              <a:gd name="connsiteY1744" fmla="*/ 99019 h 442564"/>
              <a:gd name="connsiteX1745" fmla="*/ 357261 w 1967341"/>
              <a:gd name="connsiteY1745" fmla="*/ 99499 h 442564"/>
              <a:gd name="connsiteX1746" fmla="*/ 356258 w 1967341"/>
              <a:gd name="connsiteY1746" fmla="*/ 100196 h 442564"/>
              <a:gd name="connsiteX1747" fmla="*/ 355604 w 1967341"/>
              <a:gd name="connsiteY1747" fmla="*/ 100327 h 442564"/>
              <a:gd name="connsiteX1748" fmla="*/ 354558 w 1967341"/>
              <a:gd name="connsiteY1748" fmla="*/ 99957 h 442564"/>
              <a:gd name="connsiteX1749" fmla="*/ 353118 w 1967341"/>
              <a:gd name="connsiteY1749" fmla="*/ 99063 h 442564"/>
              <a:gd name="connsiteX1750" fmla="*/ 351592 w 1967341"/>
              <a:gd name="connsiteY1750" fmla="*/ 98648 h 442564"/>
              <a:gd name="connsiteX1751" fmla="*/ 350916 w 1967341"/>
              <a:gd name="connsiteY1751" fmla="*/ 97405 h 442564"/>
              <a:gd name="connsiteX1752" fmla="*/ 348735 w 1967341"/>
              <a:gd name="connsiteY1752" fmla="*/ 96838 h 442564"/>
              <a:gd name="connsiteX1753" fmla="*/ 347405 w 1967341"/>
              <a:gd name="connsiteY1753" fmla="*/ 97667 h 442564"/>
              <a:gd name="connsiteX1754" fmla="*/ 346686 w 1967341"/>
              <a:gd name="connsiteY1754" fmla="*/ 98539 h 442564"/>
              <a:gd name="connsiteX1755" fmla="*/ 346947 w 1967341"/>
              <a:gd name="connsiteY1755" fmla="*/ 99281 h 442564"/>
              <a:gd name="connsiteX1756" fmla="*/ 347711 w 1967341"/>
              <a:gd name="connsiteY1756" fmla="*/ 100654 h 442564"/>
              <a:gd name="connsiteX1757" fmla="*/ 349346 w 1967341"/>
              <a:gd name="connsiteY1757" fmla="*/ 101483 h 442564"/>
              <a:gd name="connsiteX1758" fmla="*/ 351025 w 1967341"/>
              <a:gd name="connsiteY1758" fmla="*/ 102770 h 442564"/>
              <a:gd name="connsiteX1759" fmla="*/ 352682 w 1967341"/>
              <a:gd name="connsiteY1759" fmla="*/ 104012 h 442564"/>
              <a:gd name="connsiteX1760" fmla="*/ 352464 w 1967341"/>
              <a:gd name="connsiteY1760" fmla="*/ 105037 h 442564"/>
              <a:gd name="connsiteX1761" fmla="*/ 348256 w 1967341"/>
              <a:gd name="connsiteY1761" fmla="*/ 105975 h 442564"/>
              <a:gd name="connsiteX1762" fmla="*/ 346075 w 1967341"/>
              <a:gd name="connsiteY1762" fmla="*/ 104318 h 442564"/>
              <a:gd name="connsiteX1763" fmla="*/ 344898 w 1967341"/>
              <a:gd name="connsiteY1763" fmla="*/ 103860 h 442564"/>
              <a:gd name="connsiteX1764" fmla="*/ 344898 w 1967341"/>
              <a:gd name="connsiteY1764" fmla="*/ 106804 h 442564"/>
              <a:gd name="connsiteX1765" fmla="*/ 343720 w 1967341"/>
              <a:gd name="connsiteY1765" fmla="*/ 107850 h 442564"/>
              <a:gd name="connsiteX1766" fmla="*/ 345225 w 1967341"/>
              <a:gd name="connsiteY1766" fmla="*/ 109486 h 442564"/>
              <a:gd name="connsiteX1767" fmla="*/ 346511 w 1967341"/>
              <a:gd name="connsiteY1767" fmla="*/ 110271 h 442564"/>
              <a:gd name="connsiteX1768" fmla="*/ 348256 w 1967341"/>
              <a:gd name="connsiteY1768" fmla="*/ 111165 h 442564"/>
              <a:gd name="connsiteX1769" fmla="*/ 350872 w 1967341"/>
              <a:gd name="connsiteY1769" fmla="*/ 110423 h 442564"/>
              <a:gd name="connsiteX1770" fmla="*/ 352137 w 1967341"/>
              <a:gd name="connsiteY1770" fmla="*/ 110140 h 442564"/>
              <a:gd name="connsiteX1771" fmla="*/ 353620 w 1967341"/>
              <a:gd name="connsiteY1771" fmla="*/ 109246 h 442564"/>
              <a:gd name="connsiteX1772" fmla="*/ 354819 w 1967341"/>
              <a:gd name="connsiteY1772" fmla="*/ 108374 h 442564"/>
              <a:gd name="connsiteX1773" fmla="*/ 355997 w 1967341"/>
              <a:gd name="connsiteY1773" fmla="*/ 107109 h 442564"/>
              <a:gd name="connsiteX1774" fmla="*/ 358526 w 1967341"/>
              <a:gd name="connsiteY1774" fmla="*/ 108156 h 442564"/>
              <a:gd name="connsiteX1775" fmla="*/ 359529 w 1967341"/>
              <a:gd name="connsiteY1775" fmla="*/ 108701 h 442564"/>
              <a:gd name="connsiteX1776" fmla="*/ 360837 w 1967341"/>
              <a:gd name="connsiteY1776" fmla="*/ 109660 h 442564"/>
              <a:gd name="connsiteX1777" fmla="*/ 362015 w 1967341"/>
              <a:gd name="connsiteY1777" fmla="*/ 109791 h 442564"/>
              <a:gd name="connsiteX1778" fmla="*/ 363432 w 1967341"/>
              <a:gd name="connsiteY1778" fmla="*/ 109006 h 442564"/>
              <a:gd name="connsiteX1779" fmla="*/ 363432 w 1967341"/>
              <a:gd name="connsiteY1779" fmla="*/ 108156 h 442564"/>
              <a:gd name="connsiteX1780" fmla="*/ 362844 w 1967341"/>
              <a:gd name="connsiteY1780" fmla="*/ 106607 h 442564"/>
              <a:gd name="connsiteX1781" fmla="*/ 362364 w 1967341"/>
              <a:gd name="connsiteY1781" fmla="*/ 104950 h 442564"/>
              <a:gd name="connsiteX1782" fmla="*/ 361426 w 1967341"/>
              <a:gd name="connsiteY1782" fmla="*/ 104623 h 442564"/>
              <a:gd name="connsiteX1783" fmla="*/ 360096 w 1967341"/>
              <a:gd name="connsiteY1783" fmla="*/ 103991 h 442564"/>
              <a:gd name="connsiteX1784" fmla="*/ 359682 w 1967341"/>
              <a:gd name="connsiteY1784" fmla="*/ 103336 h 442564"/>
              <a:gd name="connsiteX1785" fmla="*/ 360947 w 1967341"/>
              <a:gd name="connsiteY1785" fmla="*/ 102508 h 442564"/>
              <a:gd name="connsiteX1786" fmla="*/ 362865 w 1967341"/>
              <a:gd name="connsiteY1786" fmla="*/ 102508 h 442564"/>
              <a:gd name="connsiteX1787" fmla="*/ 364283 w 1967341"/>
              <a:gd name="connsiteY1787" fmla="*/ 102508 h 442564"/>
              <a:gd name="connsiteX1788" fmla="*/ 367532 w 1967341"/>
              <a:gd name="connsiteY1788" fmla="*/ 103184 h 442564"/>
              <a:gd name="connsiteX1789" fmla="*/ 368622 w 1967341"/>
              <a:gd name="connsiteY1789" fmla="*/ 104318 h 442564"/>
              <a:gd name="connsiteX1790" fmla="*/ 369363 w 1967341"/>
              <a:gd name="connsiteY1790" fmla="*/ 105277 h 442564"/>
              <a:gd name="connsiteX1791" fmla="*/ 370345 w 1967341"/>
              <a:gd name="connsiteY1791" fmla="*/ 105713 h 442564"/>
              <a:gd name="connsiteX1792" fmla="*/ 373114 w 1967341"/>
              <a:gd name="connsiteY1792" fmla="*/ 107458 h 442564"/>
              <a:gd name="connsiteX1793" fmla="*/ 375033 w 1967341"/>
              <a:gd name="connsiteY1793" fmla="*/ 106455 h 442564"/>
              <a:gd name="connsiteX1794" fmla="*/ 376363 w 1967341"/>
              <a:gd name="connsiteY1794" fmla="*/ 104470 h 442564"/>
              <a:gd name="connsiteX1795" fmla="*/ 375927 w 1967341"/>
              <a:gd name="connsiteY1795" fmla="*/ 103489 h 442564"/>
              <a:gd name="connsiteX1796" fmla="*/ 375513 w 1967341"/>
              <a:gd name="connsiteY1796" fmla="*/ 102661 h 442564"/>
              <a:gd name="connsiteX1797" fmla="*/ 375513 w 1967341"/>
              <a:gd name="connsiteY1797" fmla="*/ 101679 h 442564"/>
              <a:gd name="connsiteX1798" fmla="*/ 374815 w 1967341"/>
              <a:gd name="connsiteY1798" fmla="*/ 101003 h 442564"/>
              <a:gd name="connsiteX1799" fmla="*/ 373267 w 1967341"/>
              <a:gd name="connsiteY1799" fmla="*/ 100502 h 442564"/>
              <a:gd name="connsiteX1800" fmla="*/ 372940 w 1967341"/>
              <a:gd name="connsiteY1800" fmla="*/ 99804 h 442564"/>
              <a:gd name="connsiteX1801" fmla="*/ 374270 w 1967341"/>
              <a:gd name="connsiteY1801" fmla="*/ 98932 h 442564"/>
              <a:gd name="connsiteX1802" fmla="*/ 375382 w 1967341"/>
              <a:gd name="connsiteY1802" fmla="*/ 98321 h 442564"/>
              <a:gd name="connsiteX1803" fmla="*/ 376407 w 1967341"/>
              <a:gd name="connsiteY1803" fmla="*/ 97863 h 442564"/>
              <a:gd name="connsiteX1804" fmla="*/ 379481 w 1967341"/>
              <a:gd name="connsiteY1804" fmla="*/ 96729 h 442564"/>
              <a:gd name="connsiteX1805" fmla="*/ 381531 w 1967341"/>
              <a:gd name="connsiteY1805" fmla="*/ 96991 h 442564"/>
              <a:gd name="connsiteX1806" fmla="*/ 382730 w 1967341"/>
              <a:gd name="connsiteY1806" fmla="*/ 96053 h 442564"/>
              <a:gd name="connsiteX1807" fmla="*/ 383166 w 1967341"/>
              <a:gd name="connsiteY1807" fmla="*/ 95247 h 442564"/>
              <a:gd name="connsiteX1808" fmla="*/ 382883 w 1967341"/>
              <a:gd name="connsiteY1808" fmla="*/ 93895 h 442564"/>
              <a:gd name="connsiteX1809" fmla="*/ 382054 w 1967341"/>
              <a:gd name="connsiteY1809" fmla="*/ 93175 h 442564"/>
              <a:gd name="connsiteX1810" fmla="*/ 381487 w 1967341"/>
              <a:gd name="connsiteY1810" fmla="*/ 93175 h 442564"/>
              <a:gd name="connsiteX1811" fmla="*/ 377606 w 1967341"/>
              <a:gd name="connsiteY1811" fmla="*/ 91823 h 442564"/>
              <a:gd name="connsiteX1812" fmla="*/ 376821 w 1967341"/>
              <a:gd name="connsiteY1812" fmla="*/ 93546 h 442564"/>
              <a:gd name="connsiteX1813" fmla="*/ 375949 w 1967341"/>
              <a:gd name="connsiteY1813" fmla="*/ 94004 h 442564"/>
              <a:gd name="connsiteX1814" fmla="*/ 374924 w 1967341"/>
              <a:gd name="connsiteY1814" fmla="*/ 94178 h 442564"/>
              <a:gd name="connsiteX1815" fmla="*/ 373855 w 1967341"/>
              <a:gd name="connsiteY1815" fmla="*/ 93764 h 442564"/>
              <a:gd name="connsiteX1816" fmla="*/ 373049 w 1967341"/>
              <a:gd name="connsiteY1816" fmla="*/ 94658 h 442564"/>
              <a:gd name="connsiteX1817" fmla="*/ 372155 w 1967341"/>
              <a:gd name="connsiteY1817" fmla="*/ 94658 h 442564"/>
              <a:gd name="connsiteX1818" fmla="*/ 371261 w 1967341"/>
              <a:gd name="connsiteY1818" fmla="*/ 94527 h 442564"/>
              <a:gd name="connsiteX1819" fmla="*/ 370541 w 1967341"/>
              <a:gd name="connsiteY1819" fmla="*/ 95530 h 442564"/>
              <a:gd name="connsiteX1820" fmla="*/ 371021 w 1967341"/>
              <a:gd name="connsiteY1820" fmla="*/ 96577 h 442564"/>
              <a:gd name="connsiteX1821" fmla="*/ 369276 w 1967341"/>
              <a:gd name="connsiteY1821" fmla="*/ 96577 h 442564"/>
              <a:gd name="connsiteX1822" fmla="*/ 369625 w 1967341"/>
              <a:gd name="connsiteY1822" fmla="*/ 95356 h 442564"/>
              <a:gd name="connsiteX1823" fmla="*/ 369211 w 1967341"/>
              <a:gd name="connsiteY1823" fmla="*/ 93895 h 442564"/>
              <a:gd name="connsiteX1824" fmla="*/ 371152 w 1967341"/>
              <a:gd name="connsiteY1824" fmla="*/ 93611 h 442564"/>
              <a:gd name="connsiteX1825" fmla="*/ 374357 w 1967341"/>
              <a:gd name="connsiteY1825" fmla="*/ 92652 h 442564"/>
              <a:gd name="connsiteX1826" fmla="*/ 374619 w 1967341"/>
              <a:gd name="connsiteY1826" fmla="*/ 91453 h 442564"/>
              <a:gd name="connsiteX1827" fmla="*/ 375556 w 1967341"/>
              <a:gd name="connsiteY1827" fmla="*/ 90580 h 442564"/>
              <a:gd name="connsiteX1828" fmla="*/ 377344 w 1967341"/>
              <a:gd name="connsiteY1828" fmla="*/ 90406 h 442564"/>
              <a:gd name="connsiteX1829" fmla="*/ 378914 w 1967341"/>
              <a:gd name="connsiteY1829" fmla="*/ 89708 h 442564"/>
              <a:gd name="connsiteX1830" fmla="*/ 378762 w 1967341"/>
              <a:gd name="connsiteY1830" fmla="*/ 88029 h 442564"/>
              <a:gd name="connsiteX1831" fmla="*/ 378195 w 1967341"/>
              <a:gd name="connsiteY1831" fmla="*/ 87615 h 442564"/>
              <a:gd name="connsiteX1832" fmla="*/ 377671 w 1967341"/>
              <a:gd name="connsiteY1832" fmla="*/ 87157 h 442564"/>
              <a:gd name="connsiteX1833" fmla="*/ 375905 w 1967341"/>
              <a:gd name="connsiteY1833" fmla="*/ 87615 h 442564"/>
              <a:gd name="connsiteX1834" fmla="*/ 373986 w 1967341"/>
              <a:gd name="connsiteY1834" fmla="*/ 87811 h 442564"/>
              <a:gd name="connsiteX1835" fmla="*/ 373986 w 1967341"/>
              <a:gd name="connsiteY1835" fmla="*/ 86568 h 442564"/>
              <a:gd name="connsiteX1836" fmla="*/ 372743 w 1967341"/>
              <a:gd name="connsiteY1836" fmla="*/ 86568 h 442564"/>
              <a:gd name="connsiteX1837" fmla="*/ 372089 w 1967341"/>
              <a:gd name="connsiteY1837" fmla="*/ 87898 h 442564"/>
              <a:gd name="connsiteX1838" fmla="*/ 370803 w 1967341"/>
              <a:gd name="connsiteY1838" fmla="*/ 88443 h 442564"/>
              <a:gd name="connsiteX1839" fmla="*/ 369647 w 1967341"/>
              <a:gd name="connsiteY1839" fmla="*/ 89512 h 442564"/>
              <a:gd name="connsiteX1840" fmla="*/ 370454 w 1967341"/>
              <a:gd name="connsiteY1840" fmla="*/ 89839 h 442564"/>
              <a:gd name="connsiteX1841" fmla="*/ 371522 w 1967341"/>
              <a:gd name="connsiteY1841" fmla="*/ 90362 h 442564"/>
              <a:gd name="connsiteX1842" fmla="*/ 370824 w 1967341"/>
              <a:gd name="connsiteY1842" fmla="*/ 91932 h 442564"/>
              <a:gd name="connsiteX1843" fmla="*/ 369145 w 1967341"/>
              <a:gd name="connsiteY1843" fmla="*/ 91823 h 442564"/>
              <a:gd name="connsiteX1844" fmla="*/ 369254 w 1967341"/>
              <a:gd name="connsiteY1844" fmla="*/ 91016 h 442564"/>
              <a:gd name="connsiteX1845" fmla="*/ 368382 w 1967341"/>
              <a:gd name="connsiteY1845" fmla="*/ 89970 h 442564"/>
              <a:gd name="connsiteX1846" fmla="*/ 368579 w 1967341"/>
              <a:gd name="connsiteY1846" fmla="*/ 89316 h 442564"/>
              <a:gd name="connsiteX1847" fmla="*/ 370257 w 1967341"/>
              <a:gd name="connsiteY1847" fmla="*/ 87135 h 442564"/>
              <a:gd name="connsiteX1848" fmla="*/ 370650 w 1967341"/>
              <a:gd name="connsiteY1848" fmla="*/ 86415 h 442564"/>
              <a:gd name="connsiteX1849" fmla="*/ 371326 w 1967341"/>
              <a:gd name="connsiteY1849" fmla="*/ 85260 h 442564"/>
              <a:gd name="connsiteX1850" fmla="*/ 370454 w 1967341"/>
              <a:gd name="connsiteY1850" fmla="*/ 84976 h 442564"/>
              <a:gd name="connsiteX1851" fmla="*/ 369298 w 1967341"/>
              <a:gd name="connsiteY1851" fmla="*/ 85391 h 442564"/>
              <a:gd name="connsiteX1852" fmla="*/ 368840 w 1967341"/>
              <a:gd name="connsiteY1852" fmla="*/ 86067 h 442564"/>
              <a:gd name="connsiteX1853" fmla="*/ 367139 w 1967341"/>
              <a:gd name="connsiteY1853" fmla="*/ 87680 h 442564"/>
              <a:gd name="connsiteX1854" fmla="*/ 366114 w 1967341"/>
              <a:gd name="connsiteY1854" fmla="*/ 89010 h 442564"/>
              <a:gd name="connsiteX1855" fmla="*/ 364283 w 1967341"/>
              <a:gd name="connsiteY1855" fmla="*/ 90602 h 442564"/>
              <a:gd name="connsiteX1856" fmla="*/ 363847 w 1967341"/>
              <a:gd name="connsiteY1856" fmla="*/ 91867 h 442564"/>
              <a:gd name="connsiteX1857" fmla="*/ 364501 w 1967341"/>
              <a:gd name="connsiteY1857" fmla="*/ 92085 h 442564"/>
              <a:gd name="connsiteX1858" fmla="*/ 365242 w 1967341"/>
              <a:gd name="connsiteY1858" fmla="*/ 91976 h 442564"/>
              <a:gd name="connsiteX1859" fmla="*/ 366245 w 1967341"/>
              <a:gd name="connsiteY1859" fmla="*/ 91540 h 442564"/>
              <a:gd name="connsiteX1860" fmla="*/ 366114 w 1967341"/>
              <a:gd name="connsiteY1860" fmla="*/ 92412 h 442564"/>
              <a:gd name="connsiteX1861" fmla="*/ 365700 w 1967341"/>
              <a:gd name="connsiteY1861" fmla="*/ 93175 h 442564"/>
              <a:gd name="connsiteX1862" fmla="*/ 366572 w 1967341"/>
              <a:gd name="connsiteY1862" fmla="*/ 93589 h 442564"/>
              <a:gd name="connsiteX1863" fmla="*/ 367205 w 1967341"/>
              <a:gd name="connsiteY1863" fmla="*/ 94396 h 442564"/>
              <a:gd name="connsiteX1864" fmla="*/ 366725 w 1967341"/>
              <a:gd name="connsiteY1864" fmla="*/ 94702 h 442564"/>
              <a:gd name="connsiteX1865" fmla="*/ 365896 w 1967341"/>
              <a:gd name="connsiteY1865" fmla="*/ 94483 h 442564"/>
              <a:gd name="connsiteX1866" fmla="*/ 365046 w 1967341"/>
              <a:gd name="connsiteY1866" fmla="*/ 94026 h 442564"/>
              <a:gd name="connsiteX1867" fmla="*/ 363694 w 1967341"/>
              <a:gd name="connsiteY1867" fmla="*/ 93023 h 442564"/>
              <a:gd name="connsiteX1868" fmla="*/ 362931 w 1967341"/>
              <a:gd name="connsiteY1868" fmla="*/ 92325 h 442564"/>
              <a:gd name="connsiteX1869" fmla="*/ 361884 w 1967341"/>
              <a:gd name="connsiteY1869" fmla="*/ 91649 h 442564"/>
              <a:gd name="connsiteX1870" fmla="*/ 361884 w 1967341"/>
              <a:gd name="connsiteY1870" fmla="*/ 90798 h 442564"/>
              <a:gd name="connsiteX1871" fmla="*/ 363083 w 1967341"/>
              <a:gd name="connsiteY1871" fmla="*/ 90253 h 442564"/>
              <a:gd name="connsiteX1872" fmla="*/ 363868 w 1967341"/>
              <a:gd name="connsiteY1872" fmla="*/ 89555 h 442564"/>
              <a:gd name="connsiteX1873" fmla="*/ 364719 w 1967341"/>
              <a:gd name="connsiteY1873" fmla="*/ 88378 h 442564"/>
              <a:gd name="connsiteX1874" fmla="*/ 366202 w 1967341"/>
              <a:gd name="connsiteY1874" fmla="*/ 86830 h 442564"/>
              <a:gd name="connsiteX1875" fmla="*/ 367030 w 1967341"/>
              <a:gd name="connsiteY1875" fmla="*/ 86132 h 442564"/>
              <a:gd name="connsiteX1876" fmla="*/ 367706 w 1967341"/>
              <a:gd name="connsiteY1876" fmla="*/ 85587 h 442564"/>
              <a:gd name="connsiteX1877" fmla="*/ 368251 w 1967341"/>
              <a:gd name="connsiteY1877" fmla="*/ 85042 h 442564"/>
              <a:gd name="connsiteX1878" fmla="*/ 369124 w 1967341"/>
              <a:gd name="connsiteY1878" fmla="*/ 84104 h 442564"/>
              <a:gd name="connsiteX1879" fmla="*/ 369756 w 1967341"/>
              <a:gd name="connsiteY1879" fmla="*/ 83275 h 442564"/>
              <a:gd name="connsiteX1880" fmla="*/ 369909 w 1967341"/>
              <a:gd name="connsiteY1880" fmla="*/ 82621 h 442564"/>
              <a:gd name="connsiteX1881" fmla="*/ 369407 w 1967341"/>
              <a:gd name="connsiteY1881" fmla="*/ 82490 h 442564"/>
              <a:gd name="connsiteX1882" fmla="*/ 368818 w 1967341"/>
              <a:gd name="connsiteY1882" fmla="*/ 81880 h 442564"/>
              <a:gd name="connsiteX1883" fmla="*/ 79700 w 1967341"/>
              <a:gd name="connsiteY1883" fmla="*/ 80528 h 442564"/>
              <a:gd name="connsiteX1884" fmla="*/ 79045 w 1967341"/>
              <a:gd name="connsiteY1884" fmla="*/ 80986 h 442564"/>
              <a:gd name="connsiteX1885" fmla="*/ 78021 w 1967341"/>
              <a:gd name="connsiteY1885" fmla="*/ 81269 h 442564"/>
              <a:gd name="connsiteX1886" fmla="*/ 77323 w 1967341"/>
              <a:gd name="connsiteY1886" fmla="*/ 82381 h 442564"/>
              <a:gd name="connsiteX1887" fmla="*/ 76494 w 1967341"/>
              <a:gd name="connsiteY1887" fmla="*/ 82970 h 442564"/>
              <a:gd name="connsiteX1888" fmla="*/ 75927 w 1967341"/>
              <a:gd name="connsiteY1888" fmla="*/ 83951 h 442564"/>
              <a:gd name="connsiteX1889" fmla="*/ 74837 w 1967341"/>
              <a:gd name="connsiteY1889" fmla="*/ 84736 h 442564"/>
              <a:gd name="connsiteX1890" fmla="*/ 74575 w 1967341"/>
              <a:gd name="connsiteY1890" fmla="*/ 85870 h 442564"/>
              <a:gd name="connsiteX1891" fmla="*/ 75796 w 1967341"/>
              <a:gd name="connsiteY1891" fmla="*/ 87091 h 442564"/>
              <a:gd name="connsiteX1892" fmla="*/ 77279 w 1967341"/>
              <a:gd name="connsiteY1892" fmla="*/ 89272 h 442564"/>
              <a:gd name="connsiteX1893" fmla="*/ 78195 w 1967341"/>
              <a:gd name="connsiteY1893" fmla="*/ 90624 h 442564"/>
              <a:gd name="connsiteX1894" fmla="*/ 79983 w 1967341"/>
              <a:gd name="connsiteY1894" fmla="*/ 92499 h 442564"/>
              <a:gd name="connsiteX1895" fmla="*/ 80964 w 1967341"/>
              <a:gd name="connsiteY1895" fmla="*/ 93873 h 442564"/>
              <a:gd name="connsiteX1896" fmla="*/ 81902 w 1967341"/>
              <a:gd name="connsiteY1896" fmla="*/ 95268 h 442564"/>
              <a:gd name="connsiteX1897" fmla="*/ 82316 w 1967341"/>
              <a:gd name="connsiteY1897" fmla="*/ 96272 h 442564"/>
              <a:gd name="connsiteX1898" fmla="*/ 84279 w 1967341"/>
              <a:gd name="connsiteY1898" fmla="*/ 98801 h 442564"/>
              <a:gd name="connsiteX1899" fmla="*/ 85849 w 1967341"/>
              <a:gd name="connsiteY1899" fmla="*/ 100000 h 442564"/>
              <a:gd name="connsiteX1900" fmla="*/ 86895 w 1967341"/>
              <a:gd name="connsiteY1900" fmla="*/ 100742 h 442564"/>
              <a:gd name="connsiteX1901" fmla="*/ 87920 w 1967341"/>
              <a:gd name="connsiteY1901" fmla="*/ 101592 h 442564"/>
              <a:gd name="connsiteX1902" fmla="*/ 89774 w 1967341"/>
              <a:gd name="connsiteY1902" fmla="*/ 102704 h 442564"/>
              <a:gd name="connsiteX1903" fmla="*/ 91148 w 1967341"/>
              <a:gd name="connsiteY1903" fmla="*/ 103838 h 442564"/>
              <a:gd name="connsiteX1904" fmla="*/ 92914 w 1967341"/>
              <a:gd name="connsiteY1904" fmla="*/ 104165 h 442564"/>
              <a:gd name="connsiteX1905" fmla="*/ 94026 w 1967341"/>
              <a:gd name="connsiteY1905" fmla="*/ 103816 h 442564"/>
              <a:gd name="connsiteX1906" fmla="*/ 95509 w 1967341"/>
              <a:gd name="connsiteY1906" fmla="*/ 102399 h 442564"/>
              <a:gd name="connsiteX1907" fmla="*/ 96730 w 1967341"/>
              <a:gd name="connsiteY1907" fmla="*/ 101657 h 442564"/>
              <a:gd name="connsiteX1908" fmla="*/ 97885 w 1967341"/>
              <a:gd name="connsiteY1908" fmla="*/ 100480 h 442564"/>
              <a:gd name="connsiteX1909" fmla="*/ 99128 w 1967341"/>
              <a:gd name="connsiteY1909" fmla="*/ 99368 h 442564"/>
              <a:gd name="connsiteX1910" fmla="*/ 100197 w 1967341"/>
              <a:gd name="connsiteY1910" fmla="*/ 98910 h 442564"/>
              <a:gd name="connsiteX1911" fmla="*/ 100982 w 1967341"/>
              <a:gd name="connsiteY1911" fmla="*/ 97536 h 442564"/>
              <a:gd name="connsiteX1912" fmla="*/ 101876 w 1967341"/>
              <a:gd name="connsiteY1912" fmla="*/ 96228 h 442564"/>
              <a:gd name="connsiteX1913" fmla="*/ 101287 w 1967341"/>
              <a:gd name="connsiteY1913" fmla="*/ 94854 h 442564"/>
              <a:gd name="connsiteX1914" fmla="*/ 100262 w 1967341"/>
              <a:gd name="connsiteY1914" fmla="*/ 92913 h 442564"/>
              <a:gd name="connsiteX1915" fmla="*/ 98343 w 1967341"/>
              <a:gd name="connsiteY1915" fmla="*/ 92238 h 442564"/>
              <a:gd name="connsiteX1916" fmla="*/ 97253 w 1967341"/>
              <a:gd name="connsiteY1916" fmla="*/ 93175 h 442564"/>
              <a:gd name="connsiteX1917" fmla="*/ 96359 w 1967341"/>
              <a:gd name="connsiteY1917" fmla="*/ 93611 h 442564"/>
              <a:gd name="connsiteX1918" fmla="*/ 95552 w 1967341"/>
              <a:gd name="connsiteY1918" fmla="*/ 94156 h 442564"/>
              <a:gd name="connsiteX1919" fmla="*/ 94527 w 1967341"/>
              <a:gd name="connsiteY1919" fmla="*/ 95007 h 442564"/>
              <a:gd name="connsiteX1920" fmla="*/ 92652 w 1967341"/>
              <a:gd name="connsiteY1920" fmla="*/ 95814 h 442564"/>
              <a:gd name="connsiteX1921" fmla="*/ 90581 w 1967341"/>
              <a:gd name="connsiteY1921" fmla="*/ 94789 h 442564"/>
              <a:gd name="connsiteX1922" fmla="*/ 89578 w 1967341"/>
              <a:gd name="connsiteY1922" fmla="*/ 93960 h 442564"/>
              <a:gd name="connsiteX1923" fmla="*/ 88182 w 1967341"/>
              <a:gd name="connsiteY1923" fmla="*/ 91518 h 442564"/>
              <a:gd name="connsiteX1924" fmla="*/ 88989 w 1967341"/>
              <a:gd name="connsiteY1924" fmla="*/ 88945 h 442564"/>
              <a:gd name="connsiteX1925" fmla="*/ 89403 w 1967341"/>
              <a:gd name="connsiteY1925" fmla="*/ 87266 h 442564"/>
              <a:gd name="connsiteX1926" fmla="*/ 89578 w 1967341"/>
              <a:gd name="connsiteY1926" fmla="*/ 85936 h 442564"/>
              <a:gd name="connsiteX1927" fmla="*/ 90210 w 1967341"/>
              <a:gd name="connsiteY1927" fmla="*/ 84780 h 442564"/>
              <a:gd name="connsiteX1928" fmla="*/ 90210 w 1967341"/>
              <a:gd name="connsiteY1928" fmla="*/ 83842 h 442564"/>
              <a:gd name="connsiteX1929" fmla="*/ 89076 w 1967341"/>
              <a:gd name="connsiteY1929" fmla="*/ 83079 h 442564"/>
              <a:gd name="connsiteX1930" fmla="*/ 87004 w 1967341"/>
              <a:gd name="connsiteY1930" fmla="*/ 82534 h 442564"/>
              <a:gd name="connsiteX1931" fmla="*/ 85282 w 1967341"/>
              <a:gd name="connsiteY1931" fmla="*/ 83428 h 442564"/>
              <a:gd name="connsiteX1932" fmla="*/ 84998 w 1967341"/>
              <a:gd name="connsiteY1932" fmla="*/ 84693 h 442564"/>
              <a:gd name="connsiteX1933" fmla="*/ 83930 w 1967341"/>
              <a:gd name="connsiteY1933" fmla="*/ 85238 h 442564"/>
              <a:gd name="connsiteX1934" fmla="*/ 83167 w 1967341"/>
              <a:gd name="connsiteY1934" fmla="*/ 84169 h 442564"/>
              <a:gd name="connsiteX1935" fmla="*/ 82251 w 1967341"/>
              <a:gd name="connsiteY1935" fmla="*/ 81444 h 442564"/>
              <a:gd name="connsiteX1936" fmla="*/ 80594 w 1967341"/>
              <a:gd name="connsiteY1936" fmla="*/ 80528 h 442564"/>
              <a:gd name="connsiteX1937" fmla="*/ 79700 w 1967341"/>
              <a:gd name="connsiteY1937" fmla="*/ 80528 h 442564"/>
              <a:gd name="connsiteX1938" fmla="*/ 270432 w 1967341"/>
              <a:gd name="connsiteY1938" fmla="*/ 71501 h 442564"/>
              <a:gd name="connsiteX1939" fmla="*/ 268753 w 1967341"/>
              <a:gd name="connsiteY1939" fmla="*/ 81270 h 442564"/>
              <a:gd name="connsiteX1940" fmla="*/ 263629 w 1967341"/>
              <a:gd name="connsiteY1940" fmla="*/ 86613 h 442564"/>
              <a:gd name="connsiteX1941" fmla="*/ 261645 w 1967341"/>
              <a:gd name="connsiteY1941" fmla="*/ 89883 h 442564"/>
              <a:gd name="connsiteX1942" fmla="*/ 235871 w 1967341"/>
              <a:gd name="connsiteY1942" fmla="*/ 107698 h 442564"/>
              <a:gd name="connsiteX1943" fmla="*/ 243503 w 1967341"/>
              <a:gd name="connsiteY1943" fmla="*/ 108200 h 442564"/>
              <a:gd name="connsiteX1944" fmla="*/ 243590 w 1967341"/>
              <a:gd name="connsiteY1944" fmla="*/ 108134 h 442564"/>
              <a:gd name="connsiteX1945" fmla="*/ 251941 w 1967341"/>
              <a:gd name="connsiteY1945" fmla="*/ 114153 h 442564"/>
              <a:gd name="connsiteX1946" fmla="*/ 242085 w 1967341"/>
              <a:gd name="connsiteY1946" fmla="*/ 114327 h 442564"/>
              <a:gd name="connsiteX1947" fmla="*/ 235108 w 1967341"/>
              <a:gd name="connsiteY1947" fmla="*/ 107982 h 442564"/>
              <a:gd name="connsiteX1948" fmla="*/ 229635 w 1967341"/>
              <a:gd name="connsiteY1948" fmla="*/ 109992 h 442564"/>
              <a:gd name="connsiteX1949" fmla="*/ 230806 w 1967341"/>
              <a:gd name="connsiteY1949" fmla="*/ 115997 h 442564"/>
              <a:gd name="connsiteX1950" fmla="*/ 232730 w 1967341"/>
              <a:gd name="connsiteY1950" fmla="*/ 125927 h 442564"/>
              <a:gd name="connsiteX1951" fmla="*/ 300109 w 1967341"/>
              <a:gd name="connsiteY1951" fmla="*/ 115766 h 442564"/>
              <a:gd name="connsiteX1952" fmla="*/ 302442 w 1967341"/>
              <a:gd name="connsiteY1952" fmla="*/ 114981 h 442564"/>
              <a:gd name="connsiteX1953" fmla="*/ 302442 w 1967341"/>
              <a:gd name="connsiteY1953" fmla="*/ 117423 h 442564"/>
              <a:gd name="connsiteX1954" fmla="*/ 295770 w 1967341"/>
              <a:gd name="connsiteY1954" fmla="*/ 136328 h 442564"/>
              <a:gd name="connsiteX1955" fmla="*/ 279198 w 1967341"/>
              <a:gd name="connsiteY1955" fmla="*/ 147122 h 442564"/>
              <a:gd name="connsiteX1956" fmla="*/ 272285 w 1967341"/>
              <a:gd name="connsiteY1956" fmla="*/ 159944 h 442564"/>
              <a:gd name="connsiteX1957" fmla="*/ 269102 w 1967341"/>
              <a:gd name="connsiteY1957" fmla="*/ 162124 h 442564"/>
              <a:gd name="connsiteX1958" fmla="*/ 300938 w 1967341"/>
              <a:gd name="connsiteY1958" fmla="*/ 157262 h 442564"/>
              <a:gd name="connsiteX1959" fmla="*/ 303446 w 1967341"/>
              <a:gd name="connsiteY1959" fmla="*/ 156782 h 442564"/>
              <a:gd name="connsiteX1960" fmla="*/ 303315 w 1967341"/>
              <a:gd name="connsiteY1960" fmla="*/ 156782 h 442564"/>
              <a:gd name="connsiteX1961" fmla="*/ 310140 w 1967341"/>
              <a:gd name="connsiteY1961" fmla="*/ 155364 h 442564"/>
              <a:gd name="connsiteX1962" fmla="*/ 299564 w 1967341"/>
              <a:gd name="connsiteY1962" fmla="*/ 170934 h 442564"/>
              <a:gd name="connsiteX1963" fmla="*/ 274662 w 1967341"/>
              <a:gd name="connsiteY1963" fmla="*/ 190755 h 442564"/>
              <a:gd name="connsiteX1964" fmla="*/ 247951 w 1967341"/>
              <a:gd name="connsiteY1964" fmla="*/ 199281 h 442564"/>
              <a:gd name="connsiteX1965" fmla="*/ 243590 w 1967341"/>
              <a:gd name="connsiteY1965" fmla="*/ 199564 h 442564"/>
              <a:gd name="connsiteX1966" fmla="*/ 235456 w 1967341"/>
              <a:gd name="connsiteY1966" fmla="*/ 198975 h 442564"/>
              <a:gd name="connsiteX1967" fmla="*/ 232883 w 1967341"/>
              <a:gd name="connsiteY1967" fmla="*/ 198605 h 442564"/>
              <a:gd name="connsiteX1968" fmla="*/ 237877 w 1967341"/>
              <a:gd name="connsiteY1968" fmla="*/ 219473 h 442564"/>
              <a:gd name="connsiteX1969" fmla="*/ 221239 w 1967341"/>
              <a:gd name="connsiteY1969" fmla="*/ 220541 h 442564"/>
              <a:gd name="connsiteX1970" fmla="*/ 204580 w 1967341"/>
              <a:gd name="connsiteY1970" fmla="*/ 219473 h 442564"/>
              <a:gd name="connsiteX1971" fmla="*/ 209573 w 1967341"/>
              <a:gd name="connsiteY1971" fmla="*/ 198605 h 442564"/>
              <a:gd name="connsiteX1972" fmla="*/ 207000 w 1967341"/>
              <a:gd name="connsiteY1972" fmla="*/ 198975 h 442564"/>
              <a:gd name="connsiteX1973" fmla="*/ 198866 w 1967341"/>
              <a:gd name="connsiteY1973" fmla="*/ 199564 h 442564"/>
              <a:gd name="connsiteX1974" fmla="*/ 194505 w 1967341"/>
              <a:gd name="connsiteY1974" fmla="*/ 199281 h 442564"/>
              <a:gd name="connsiteX1975" fmla="*/ 167772 w 1967341"/>
              <a:gd name="connsiteY1975" fmla="*/ 190755 h 442564"/>
              <a:gd name="connsiteX1976" fmla="*/ 142870 w 1967341"/>
              <a:gd name="connsiteY1976" fmla="*/ 170934 h 442564"/>
              <a:gd name="connsiteX1977" fmla="*/ 132294 w 1967341"/>
              <a:gd name="connsiteY1977" fmla="*/ 155364 h 442564"/>
              <a:gd name="connsiteX1978" fmla="*/ 139119 w 1967341"/>
              <a:gd name="connsiteY1978" fmla="*/ 156782 h 442564"/>
              <a:gd name="connsiteX1979" fmla="*/ 141649 w 1967341"/>
              <a:gd name="connsiteY1979" fmla="*/ 157262 h 442564"/>
              <a:gd name="connsiteX1980" fmla="*/ 173463 w 1967341"/>
              <a:gd name="connsiteY1980" fmla="*/ 162102 h 442564"/>
              <a:gd name="connsiteX1981" fmla="*/ 170280 w 1967341"/>
              <a:gd name="connsiteY1981" fmla="*/ 160031 h 442564"/>
              <a:gd name="connsiteX1982" fmla="*/ 163367 w 1967341"/>
              <a:gd name="connsiteY1982" fmla="*/ 147209 h 442564"/>
              <a:gd name="connsiteX1983" fmla="*/ 146795 w 1967341"/>
              <a:gd name="connsiteY1983" fmla="*/ 136416 h 442564"/>
              <a:gd name="connsiteX1984" fmla="*/ 140123 w 1967341"/>
              <a:gd name="connsiteY1984" fmla="*/ 117510 h 442564"/>
              <a:gd name="connsiteX1985" fmla="*/ 140123 w 1967341"/>
              <a:gd name="connsiteY1985" fmla="*/ 115068 h 442564"/>
              <a:gd name="connsiteX1986" fmla="*/ 142434 w 1967341"/>
              <a:gd name="connsiteY1986" fmla="*/ 115853 h 442564"/>
              <a:gd name="connsiteX1987" fmla="*/ 209922 w 1967341"/>
              <a:gd name="connsiteY1987" fmla="*/ 125927 h 442564"/>
              <a:gd name="connsiteX1988" fmla="*/ 213345 w 1967341"/>
              <a:gd name="connsiteY1988" fmla="*/ 108308 h 442564"/>
              <a:gd name="connsiteX1989" fmla="*/ 213345 w 1967341"/>
              <a:gd name="connsiteY1989" fmla="*/ 108025 h 442564"/>
              <a:gd name="connsiteX1990" fmla="*/ 221173 w 1967341"/>
              <a:gd name="connsiteY1990" fmla="*/ 98997 h 442564"/>
              <a:gd name="connsiteX1991" fmla="*/ 221457 w 1967341"/>
              <a:gd name="connsiteY1991" fmla="*/ 98997 h 442564"/>
              <a:gd name="connsiteX1992" fmla="*/ 227500 w 1967341"/>
              <a:gd name="connsiteY1992" fmla="*/ 102693 h 442564"/>
              <a:gd name="connsiteX1993" fmla="*/ 229064 w 1967341"/>
              <a:gd name="connsiteY1993" fmla="*/ 107308 h 442564"/>
              <a:gd name="connsiteX1994" fmla="*/ 234323 w 1967341"/>
              <a:gd name="connsiteY1994" fmla="*/ 105387 h 442564"/>
              <a:gd name="connsiteX1995" fmla="*/ 232142 w 1967341"/>
              <a:gd name="connsiteY1995" fmla="*/ 96054 h 442564"/>
              <a:gd name="connsiteX1996" fmla="*/ 237310 w 1967341"/>
              <a:gd name="connsiteY1996" fmla="*/ 87092 h 442564"/>
              <a:gd name="connsiteX1997" fmla="*/ 238989 w 1967341"/>
              <a:gd name="connsiteY1997" fmla="*/ 97145 h 442564"/>
              <a:gd name="connsiteX1998" fmla="*/ 234453 w 1967341"/>
              <a:gd name="connsiteY1998" fmla="*/ 105300 h 442564"/>
              <a:gd name="connsiteX1999" fmla="*/ 245024 w 1967341"/>
              <a:gd name="connsiteY1999" fmla="*/ 99071 h 442564"/>
              <a:gd name="connsiteX2000" fmla="*/ 243022 w 1967341"/>
              <a:gd name="connsiteY2000" fmla="*/ 90406 h 442564"/>
              <a:gd name="connsiteX2001" fmla="*/ 247754 w 1967341"/>
              <a:gd name="connsiteY2001" fmla="*/ 81226 h 442564"/>
              <a:gd name="connsiteX2002" fmla="*/ 249498 w 1967341"/>
              <a:gd name="connsiteY2002" fmla="*/ 91388 h 442564"/>
              <a:gd name="connsiteX2003" fmla="*/ 249564 w 1967341"/>
              <a:gd name="connsiteY2003" fmla="*/ 91388 h 442564"/>
              <a:gd name="connsiteX2004" fmla="*/ 245857 w 1967341"/>
              <a:gd name="connsiteY2004" fmla="*/ 98580 h 442564"/>
              <a:gd name="connsiteX2005" fmla="*/ 254842 w 1967341"/>
              <a:gd name="connsiteY2005" fmla="*/ 93285 h 442564"/>
              <a:gd name="connsiteX2006" fmla="*/ 252792 w 1967341"/>
              <a:gd name="connsiteY2006" fmla="*/ 84214 h 442564"/>
              <a:gd name="connsiteX2007" fmla="*/ 257153 w 1967341"/>
              <a:gd name="connsiteY2007" fmla="*/ 75492 h 442564"/>
              <a:gd name="connsiteX2008" fmla="*/ 258745 w 1967341"/>
              <a:gd name="connsiteY2008" fmla="*/ 85239 h 442564"/>
              <a:gd name="connsiteX2009" fmla="*/ 254907 w 1967341"/>
              <a:gd name="connsiteY2009" fmla="*/ 93263 h 442564"/>
              <a:gd name="connsiteX2010" fmla="*/ 261231 w 1967341"/>
              <a:gd name="connsiteY2010" fmla="*/ 87463 h 442564"/>
              <a:gd name="connsiteX2011" fmla="*/ 262648 w 1967341"/>
              <a:gd name="connsiteY2011" fmla="*/ 85762 h 442564"/>
              <a:gd name="connsiteX2012" fmla="*/ 263891 w 1967341"/>
              <a:gd name="connsiteY2012" fmla="*/ 77934 h 442564"/>
              <a:gd name="connsiteX2013" fmla="*/ 270432 w 1967341"/>
              <a:gd name="connsiteY2013" fmla="*/ 71501 h 442564"/>
              <a:gd name="connsiteX2014" fmla="*/ 130114 w 1967341"/>
              <a:gd name="connsiteY2014" fmla="*/ 70367 h 442564"/>
              <a:gd name="connsiteX2015" fmla="*/ 128806 w 1967341"/>
              <a:gd name="connsiteY2015" fmla="*/ 71173 h 442564"/>
              <a:gd name="connsiteX2016" fmla="*/ 127824 w 1967341"/>
              <a:gd name="connsiteY2016" fmla="*/ 72155 h 442564"/>
              <a:gd name="connsiteX2017" fmla="*/ 125949 w 1967341"/>
              <a:gd name="connsiteY2017" fmla="*/ 71457 h 442564"/>
              <a:gd name="connsiteX2018" fmla="*/ 125360 w 1967341"/>
              <a:gd name="connsiteY2018" fmla="*/ 72438 h 442564"/>
              <a:gd name="connsiteX2019" fmla="*/ 125360 w 1967341"/>
              <a:gd name="connsiteY2019" fmla="*/ 75142 h 442564"/>
              <a:gd name="connsiteX2020" fmla="*/ 125360 w 1967341"/>
              <a:gd name="connsiteY2020" fmla="*/ 76298 h 442564"/>
              <a:gd name="connsiteX2021" fmla="*/ 126036 w 1967341"/>
              <a:gd name="connsiteY2021" fmla="*/ 76930 h 442564"/>
              <a:gd name="connsiteX2022" fmla="*/ 126451 w 1967341"/>
              <a:gd name="connsiteY2022" fmla="*/ 77955 h 442564"/>
              <a:gd name="connsiteX2023" fmla="*/ 128631 w 1967341"/>
              <a:gd name="connsiteY2023" fmla="*/ 78304 h 442564"/>
              <a:gd name="connsiteX2024" fmla="*/ 129590 w 1967341"/>
              <a:gd name="connsiteY2024" fmla="*/ 76995 h 442564"/>
              <a:gd name="connsiteX2025" fmla="*/ 130506 w 1967341"/>
              <a:gd name="connsiteY2025" fmla="*/ 76341 h 442564"/>
              <a:gd name="connsiteX2026" fmla="*/ 131008 w 1967341"/>
              <a:gd name="connsiteY2026" fmla="*/ 75251 h 442564"/>
              <a:gd name="connsiteX2027" fmla="*/ 131008 w 1967341"/>
              <a:gd name="connsiteY2027" fmla="*/ 75164 h 442564"/>
              <a:gd name="connsiteX2028" fmla="*/ 130899 w 1967341"/>
              <a:gd name="connsiteY2028" fmla="*/ 73877 h 442564"/>
              <a:gd name="connsiteX2029" fmla="*/ 131226 w 1967341"/>
              <a:gd name="connsiteY2029" fmla="*/ 73092 h 442564"/>
              <a:gd name="connsiteX2030" fmla="*/ 131422 w 1967341"/>
              <a:gd name="connsiteY2030" fmla="*/ 72111 h 442564"/>
              <a:gd name="connsiteX2031" fmla="*/ 131052 w 1967341"/>
              <a:gd name="connsiteY2031" fmla="*/ 71195 h 442564"/>
              <a:gd name="connsiteX2032" fmla="*/ 130703 w 1967341"/>
              <a:gd name="connsiteY2032" fmla="*/ 70367 h 442564"/>
              <a:gd name="connsiteX2033" fmla="*/ 130114 w 1967341"/>
              <a:gd name="connsiteY2033" fmla="*/ 70367 h 442564"/>
              <a:gd name="connsiteX2034" fmla="*/ 896964 w 1967341"/>
              <a:gd name="connsiteY2034" fmla="*/ 68465 h 442564"/>
              <a:gd name="connsiteX2035" fmla="*/ 902742 w 1967341"/>
              <a:gd name="connsiteY2035" fmla="*/ 69074 h 442564"/>
              <a:gd name="connsiteX2036" fmla="*/ 909888 w 1967341"/>
              <a:gd name="connsiteY2036" fmla="*/ 69074 h 442564"/>
              <a:gd name="connsiteX2037" fmla="*/ 913613 w 1967341"/>
              <a:gd name="connsiteY2037" fmla="*/ 72039 h 442564"/>
              <a:gd name="connsiteX2038" fmla="*/ 920303 w 1967341"/>
              <a:gd name="connsiteY2038" fmla="*/ 74091 h 442564"/>
              <a:gd name="connsiteX2039" fmla="*/ 922508 w 1967341"/>
              <a:gd name="connsiteY2039" fmla="*/ 81693 h 442564"/>
              <a:gd name="connsiteX2040" fmla="*/ 927677 w 1967341"/>
              <a:gd name="connsiteY2040" fmla="*/ 93096 h 442564"/>
              <a:gd name="connsiteX2041" fmla="*/ 921291 w 1967341"/>
              <a:gd name="connsiteY2041" fmla="*/ 104804 h 442564"/>
              <a:gd name="connsiteX2042" fmla="*/ 922508 w 1967341"/>
              <a:gd name="connsiteY2042" fmla="*/ 108680 h 442564"/>
              <a:gd name="connsiteX2043" fmla="*/ 945314 w 1967341"/>
              <a:gd name="connsiteY2043" fmla="*/ 103359 h 442564"/>
              <a:gd name="connsiteX2044" fmla="*/ 958314 w 1967341"/>
              <a:gd name="connsiteY2044" fmla="*/ 100394 h 442564"/>
              <a:gd name="connsiteX2045" fmla="*/ 963863 w 1967341"/>
              <a:gd name="connsiteY2045" fmla="*/ 102751 h 442564"/>
              <a:gd name="connsiteX2046" fmla="*/ 969640 w 1967341"/>
              <a:gd name="connsiteY2046" fmla="*/ 104651 h 442564"/>
              <a:gd name="connsiteX2047" fmla="*/ 976558 w 1967341"/>
              <a:gd name="connsiteY2047" fmla="*/ 110733 h 442564"/>
              <a:gd name="connsiteX2048" fmla="*/ 976406 w 1967341"/>
              <a:gd name="connsiteY2048" fmla="*/ 110733 h 442564"/>
              <a:gd name="connsiteX2049" fmla="*/ 979523 w 1967341"/>
              <a:gd name="connsiteY2049" fmla="*/ 114154 h 442564"/>
              <a:gd name="connsiteX2050" fmla="*/ 979143 w 1967341"/>
              <a:gd name="connsiteY2050" fmla="*/ 121147 h 442564"/>
              <a:gd name="connsiteX2051" fmla="*/ 966675 w 1967341"/>
              <a:gd name="connsiteY2051" fmla="*/ 131714 h 442564"/>
              <a:gd name="connsiteX2052" fmla="*/ 959986 w 1967341"/>
              <a:gd name="connsiteY2052" fmla="*/ 129738 h 442564"/>
              <a:gd name="connsiteX2053" fmla="*/ 948659 w 1967341"/>
              <a:gd name="connsiteY2053" fmla="*/ 130498 h 442564"/>
              <a:gd name="connsiteX2054" fmla="*/ 939612 w 1967341"/>
              <a:gd name="connsiteY2054" fmla="*/ 131563 h 442564"/>
              <a:gd name="connsiteX2055" fmla="*/ 931326 w 1967341"/>
              <a:gd name="connsiteY2055" fmla="*/ 134071 h 442564"/>
              <a:gd name="connsiteX2056" fmla="*/ 923039 w 1967341"/>
              <a:gd name="connsiteY2056" fmla="*/ 137036 h 442564"/>
              <a:gd name="connsiteX2057" fmla="*/ 915437 w 1967341"/>
              <a:gd name="connsiteY2057" fmla="*/ 137036 h 442564"/>
              <a:gd name="connsiteX2058" fmla="*/ 903882 w 1967341"/>
              <a:gd name="connsiteY2058" fmla="*/ 141901 h 442564"/>
              <a:gd name="connsiteX2059" fmla="*/ 876895 w 1967341"/>
              <a:gd name="connsiteY2059" fmla="*/ 148591 h 442564"/>
              <a:gd name="connsiteX2060" fmla="*/ 869293 w 1967341"/>
              <a:gd name="connsiteY2060" fmla="*/ 150568 h 442564"/>
              <a:gd name="connsiteX2061" fmla="*/ 861691 w 1967341"/>
              <a:gd name="connsiteY2061" fmla="*/ 152468 h 442564"/>
              <a:gd name="connsiteX2062" fmla="*/ 854849 w 1967341"/>
              <a:gd name="connsiteY2062" fmla="*/ 154216 h 442564"/>
              <a:gd name="connsiteX2063" fmla="*/ 849071 w 1967341"/>
              <a:gd name="connsiteY2063" fmla="*/ 154976 h 442564"/>
              <a:gd name="connsiteX2064" fmla="*/ 842838 w 1967341"/>
              <a:gd name="connsiteY2064" fmla="*/ 156649 h 442564"/>
              <a:gd name="connsiteX2065" fmla="*/ 837364 w 1967341"/>
              <a:gd name="connsiteY2065" fmla="*/ 156649 h 442564"/>
              <a:gd name="connsiteX2066" fmla="*/ 833031 w 1967341"/>
              <a:gd name="connsiteY2066" fmla="*/ 156649 h 442564"/>
              <a:gd name="connsiteX2067" fmla="*/ 826037 w 1967341"/>
              <a:gd name="connsiteY2067" fmla="*/ 158549 h 442564"/>
              <a:gd name="connsiteX2068" fmla="*/ 820108 w 1967341"/>
              <a:gd name="connsiteY2068" fmla="*/ 160602 h 442564"/>
              <a:gd name="connsiteX2069" fmla="*/ 814938 w 1967341"/>
              <a:gd name="connsiteY2069" fmla="*/ 163567 h 442564"/>
              <a:gd name="connsiteX2070" fmla="*/ 810757 w 1967341"/>
              <a:gd name="connsiteY2070" fmla="*/ 160602 h 442564"/>
              <a:gd name="connsiteX2071" fmla="*/ 803155 w 1967341"/>
              <a:gd name="connsiteY2071" fmla="*/ 160146 h 442564"/>
              <a:gd name="connsiteX2072" fmla="*/ 801179 w 1967341"/>
              <a:gd name="connsiteY2072" fmla="*/ 152012 h 442564"/>
              <a:gd name="connsiteX2073" fmla="*/ 800799 w 1967341"/>
              <a:gd name="connsiteY2073" fmla="*/ 145322 h 442564"/>
              <a:gd name="connsiteX2074" fmla="*/ 802242 w 1967341"/>
              <a:gd name="connsiteY2074" fmla="*/ 140000 h 442564"/>
              <a:gd name="connsiteX2075" fmla="*/ 817447 w 1967341"/>
              <a:gd name="connsiteY2075" fmla="*/ 132398 h 442564"/>
              <a:gd name="connsiteX2076" fmla="*/ 821476 w 1967341"/>
              <a:gd name="connsiteY2076" fmla="*/ 134679 h 442564"/>
              <a:gd name="connsiteX2077" fmla="*/ 830218 w 1967341"/>
              <a:gd name="connsiteY2077" fmla="*/ 131714 h 442564"/>
              <a:gd name="connsiteX2078" fmla="*/ 851124 w 1967341"/>
              <a:gd name="connsiteY2078" fmla="*/ 127533 h 442564"/>
              <a:gd name="connsiteX2079" fmla="*/ 860018 w 1967341"/>
              <a:gd name="connsiteY2079" fmla="*/ 126317 h 442564"/>
              <a:gd name="connsiteX2080" fmla="*/ 876363 w 1967341"/>
              <a:gd name="connsiteY2080" fmla="*/ 121300 h 442564"/>
              <a:gd name="connsiteX2081" fmla="*/ 883053 w 1967341"/>
              <a:gd name="connsiteY2081" fmla="*/ 117423 h 442564"/>
              <a:gd name="connsiteX2082" fmla="*/ 882293 w 1967341"/>
              <a:gd name="connsiteY2082" fmla="*/ 112861 h 442564"/>
              <a:gd name="connsiteX2083" fmla="*/ 877579 w 1967341"/>
              <a:gd name="connsiteY2083" fmla="*/ 111341 h 442564"/>
              <a:gd name="connsiteX2084" fmla="*/ 873094 w 1967341"/>
              <a:gd name="connsiteY2084" fmla="*/ 107920 h 442564"/>
              <a:gd name="connsiteX2085" fmla="*/ 874158 w 1967341"/>
              <a:gd name="connsiteY2085" fmla="*/ 103207 h 442564"/>
              <a:gd name="connsiteX2086" fmla="*/ 875907 w 1967341"/>
              <a:gd name="connsiteY2086" fmla="*/ 98721 h 442564"/>
              <a:gd name="connsiteX2087" fmla="*/ 877731 w 1967341"/>
              <a:gd name="connsiteY2087" fmla="*/ 93096 h 442564"/>
              <a:gd name="connsiteX2088" fmla="*/ 872030 w 1967341"/>
              <a:gd name="connsiteY2088" fmla="*/ 79032 h 442564"/>
              <a:gd name="connsiteX2089" fmla="*/ 873702 w 1967341"/>
              <a:gd name="connsiteY2089" fmla="*/ 74243 h 442564"/>
              <a:gd name="connsiteX2090" fmla="*/ 882293 w 1967341"/>
              <a:gd name="connsiteY2090" fmla="*/ 72798 h 442564"/>
              <a:gd name="connsiteX2091" fmla="*/ 887310 w 1967341"/>
              <a:gd name="connsiteY2091" fmla="*/ 70822 h 442564"/>
              <a:gd name="connsiteX2092" fmla="*/ 892099 w 1967341"/>
              <a:gd name="connsiteY2092" fmla="*/ 70290 h 442564"/>
              <a:gd name="connsiteX2093" fmla="*/ 896964 w 1967341"/>
              <a:gd name="connsiteY2093" fmla="*/ 68465 h 442564"/>
              <a:gd name="connsiteX2094" fmla="*/ 1900287 w 1967341"/>
              <a:gd name="connsiteY2094" fmla="*/ 67097 h 442564"/>
              <a:gd name="connsiteX2095" fmla="*/ 1908345 w 1967341"/>
              <a:gd name="connsiteY2095" fmla="*/ 73331 h 442564"/>
              <a:gd name="connsiteX2096" fmla="*/ 1904924 w 1967341"/>
              <a:gd name="connsiteY2096" fmla="*/ 83213 h 442564"/>
              <a:gd name="connsiteX2097" fmla="*/ 1898311 w 1967341"/>
              <a:gd name="connsiteY2097" fmla="*/ 91880 h 442564"/>
              <a:gd name="connsiteX2098" fmla="*/ 1898311 w 1967341"/>
              <a:gd name="connsiteY2098" fmla="*/ 99482 h 442564"/>
              <a:gd name="connsiteX2099" fmla="*/ 1902415 w 1967341"/>
              <a:gd name="connsiteY2099" fmla="*/ 105640 h 442564"/>
              <a:gd name="connsiteX2100" fmla="*/ 1893444 w 1967341"/>
              <a:gd name="connsiteY2100" fmla="*/ 123809 h 442564"/>
              <a:gd name="connsiteX2101" fmla="*/ 1886679 w 1967341"/>
              <a:gd name="connsiteY2101" fmla="*/ 133615 h 442564"/>
              <a:gd name="connsiteX2102" fmla="*/ 1894889 w 1967341"/>
              <a:gd name="connsiteY2102" fmla="*/ 137948 h 442564"/>
              <a:gd name="connsiteX2103" fmla="*/ 1898919 w 1967341"/>
              <a:gd name="connsiteY2103" fmla="*/ 144410 h 442564"/>
              <a:gd name="connsiteX2104" fmla="*/ 1906521 w 1967341"/>
              <a:gd name="connsiteY2104" fmla="*/ 136808 h 442564"/>
              <a:gd name="connsiteX2105" fmla="*/ 1899907 w 1967341"/>
              <a:gd name="connsiteY2105" fmla="*/ 134603 h 442564"/>
              <a:gd name="connsiteX2106" fmla="*/ 1898386 w 1967341"/>
              <a:gd name="connsiteY2106" fmla="*/ 127001 h 442564"/>
              <a:gd name="connsiteX2107" fmla="*/ 1902719 w 1967341"/>
              <a:gd name="connsiteY2107" fmla="*/ 123580 h 442564"/>
              <a:gd name="connsiteX2108" fmla="*/ 1906216 w 1967341"/>
              <a:gd name="connsiteY2108" fmla="*/ 119475 h 442564"/>
              <a:gd name="connsiteX2109" fmla="*/ 1905609 w 1967341"/>
              <a:gd name="connsiteY2109" fmla="*/ 112254 h 442564"/>
              <a:gd name="connsiteX2110" fmla="*/ 1911766 w 1967341"/>
              <a:gd name="connsiteY2110" fmla="*/ 109136 h 442564"/>
              <a:gd name="connsiteX2111" fmla="*/ 1915263 w 1967341"/>
              <a:gd name="connsiteY2111" fmla="*/ 103891 h 442564"/>
              <a:gd name="connsiteX2112" fmla="*/ 1916860 w 1967341"/>
              <a:gd name="connsiteY2112" fmla="*/ 98113 h 442564"/>
              <a:gd name="connsiteX2113" fmla="*/ 1912450 w 1967341"/>
              <a:gd name="connsiteY2113" fmla="*/ 87470 h 442564"/>
              <a:gd name="connsiteX2114" fmla="*/ 1934572 w 1967341"/>
              <a:gd name="connsiteY2114" fmla="*/ 75764 h 442564"/>
              <a:gd name="connsiteX2115" fmla="*/ 1936549 w 1967341"/>
              <a:gd name="connsiteY2115" fmla="*/ 72951 h 442564"/>
              <a:gd name="connsiteX2116" fmla="*/ 1943162 w 1967341"/>
              <a:gd name="connsiteY2116" fmla="*/ 72190 h 442564"/>
              <a:gd name="connsiteX2117" fmla="*/ 1950309 w 1967341"/>
              <a:gd name="connsiteY2117" fmla="*/ 76676 h 442564"/>
              <a:gd name="connsiteX2118" fmla="*/ 1952133 w 1967341"/>
              <a:gd name="connsiteY2118" fmla="*/ 81921 h 442564"/>
              <a:gd name="connsiteX2119" fmla="*/ 1951297 w 1967341"/>
              <a:gd name="connsiteY2119" fmla="*/ 91119 h 442564"/>
              <a:gd name="connsiteX2120" fmla="*/ 1941566 w 1967341"/>
              <a:gd name="connsiteY2120" fmla="*/ 98721 h 442564"/>
              <a:gd name="connsiteX2121" fmla="*/ 1933964 w 1967341"/>
              <a:gd name="connsiteY2121" fmla="*/ 117119 h 442564"/>
              <a:gd name="connsiteX2122" fmla="*/ 1931683 w 1967341"/>
              <a:gd name="connsiteY2122" fmla="*/ 123505 h 442564"/>
              <a:gd name="connsiteX2123" fmla="*/ 1929783 w 1967341"/>
              <a:gd name="connsiteY2123" fmla="*/ 131107 h 442564"/>
              <a:gd name="connsiteX2124" fmla="*/ 1928262 w 1967341"/>
              <a:gd name="connsiteY2124" fmla="*/ 140685 h 442564"/>
              <a:gd name="connsiteX2125" fmla="*/ 1932671 w 1967341"/>
              <a:gd name="connsiteY2125" fmla="*/ 142054 h 442564"/>
              <a:gd name="connsiteX2126" fmla="*/ 1941262 w 1967341"/>
              <a:gd name="connsiteY2126" fmla="*/ 137340 h 442564"/>
              <a:gd name="connsiteX2127" fmla="*/ 1947191 w 1967341"/>
              <a:gd name="connsiteY2127" fmla="*/ 137340 h 442564"/>
              <a:gd name="connsiteX2128" fmla="*/ 1951981 w 1967341"/>
              <a:gd name="connsiteY2128" fmla="*/ 140837 h 442564"/>
              <a:gd name="connsiteX2129" fmla="*/ 1957379 w 1967341"/>
              <a:gd name="connsiteY2129" fmla="*/ 142434 h 442564"/>
              <a:gd name="connsiteX2130" fmla="*/ 1963536 w 1967341"/>
              <a:gd name="connsiteY2130" fmla="*/ 144638 h 442564"/>
              <a:gd name="connsiteX2131" fmla="*/ 1963993 w 1967341"/>
              <a:gd name="connsiteY2131" fmla="*/ 144562 h 442564"/>
              <a:gd name="connsiteX2132" fmla="*/ 1967262 w 1967341"/>
              <a:gd name="connsiteY2132" fmla="*/ 158626 h 442564"/>
              <a:gd name="connsiteX2133" fmla="*/ 1963764 w 1967341"/>
              <a:gd name="connsiteY2133" fmla="*/ 171322 h 442564"/>
              <a:gd name="connsiteX2134" fmla="*/ 1944607 w 1967341"/>
              <a:gd name="connsiteY2134" fmla="*/ 176415 h 442564"/>
              <a:gd name="connsiteX2135" fmla="*/ 1938677 w 1967341"/>
              <a:gd name="connsiteY2135" fmla="*/ 178924 h 442564"/>
              <a:gd name="connsiteX2136" fmla="*/ 1931075 w 1967341"/>
              <a:gd name="connsiteY2136" fmla="*/ 178240 h 442564"/>
              <a:gd name="connsiteX2137" fmla="*/ 1921573 w 1967341"/>
              <a:gd name="connsiteY2137" fmla="*/ 178240 h 442564"/>
              <a:gd name="connsiteX2138" fmla="*/ 1905228 w 1967341"/>
              <a:gd name="connsiteY2138" fmla="*/ 189871 h 442564"/>
              <a:gd name="connsiteX2139" fmla="*/ 1899223 w 1967341"/>
              <a:gd name="connsiteY2139" fmla="*/ 196256 h 442564"/>
              <a:gd name="connsiteX2140" fmla="*/ 1889644 w 1967341"/>
              <a:gd name="connsiteY2140" fmla="*/ 205075 h 442564"/>
              <a:gd name="connsiteX2141" fmla="*/ 1888123 w 1967341"/>
              <a:gd name="connsiteY2141" fmla="*/ 214121 h 442564"/>
              <a:gd name="connsiteX2142" fmla="*/ 1892685 w 1967341"/>
              <a:gd name="connsiteY2142" fmla="*/ 215034 h 442564"/>
              <a:gd name="connsiteX2143" fmla="*/ 1900895 w 1967341"/>
              <a:gd name="connsiteY2143" fmla="*/ 211765 h 442564"/>
              <a:gd name="connsiteX2144" fmla="*/ 1906293 w 1967341"/>
              <a:gd name="connsiteY2144" fmla="*/ 208875 h 442564"/>
              <a:gd name="connsiteX2145" fmla="*/ 1915719 w 1967341"/>
              <a:gd name="connsiteY2145" fmla="*/ 213665 h 442564"/>
              <a:gd name="connsiteX2146" fmla="*/ 1924917 w 1967341"/>
              <a:gd name="connsiteY2146" fmla="*/ 217466 h 442564"/>
              <a:gd name="connsiteX2147" fmla="*/ 1928491 w 1967341"/>
              <a:gd name="connsiteY2147" fmla="*/ 221115 h 442564"/>
              <a:gd name="connsiteX2148" fmla="*/ 1926134 w 1967341"/>
              <a:gd name="connsiteY2148" fmla="*/ 230694 h 442564"/>
              <a:gd name="connsiteX2149" fmla="*/ 1920660 w 1967341"/>
              <a:gd name="connsiteY2149" fmla="*/ 235407 h 442564"/>
              <a:gd name="connsiteX2150" fmla="*/ 1911005 w 1967341"/>
              <a:gd name="connsiteY2150" fmla="*/ 237232 h 442564"/>
              <a:gd name="connsiteX2151" fmla="*/ 1904468 w 1967341"/>
              <a:gd name="connsiteY2151" fmla="*/ 239436 h 442564"/>
              <a:gd name="connsiteX2152" fmla="*/ 1889264 w 1967341"/>
              <a:gd name="connsiteY2152" fmla="*/ 246278 h 442564"/>
              <a:gd name="connsiteX2153" fmla="*/ 1889948 w 1967341"/>
              <a:gd name="connsiteY2153" fmla="*/ 256769 h 442564"/>
              <a:gd name="connsiteX2154" fmla="*/ 1888807 w 1967341"/>
              <a:gd name="connsiteY2154" fmla="*/ 265739 h 442564"/>
              <a:gd name="connsiteX2155" fmla="*/ 1886679 w 1967341"/>
              <a:gd name="connsiteY2155" fmla="*/ 276002 h 442564"/>
              <a:gd name="connsiteX2156" fmla="*/ 1882726 w 1967341"/>
              <a:gd name="connsiteY2156" fmla="*/ 282844 h 442564"/>
              <a:gd name="connsiteX2157" fmla="*/ 1875124 w 1967341"/>
              <a:gd name="connsiteY2157" fmla="*/ 297592 h 442564"/>
              <a:gd name="connsiteX2158" fmla="*/ 1864025 w 1967341"/>
              <a:gd name="connsiteY2158" fmla="*/ 301545 h 442564"/>
              <a:gd name="connsiteX2159" fmla="*/ 1855131 w 1967341"/>
              <a:gd name="connsiteY2159" fmla="*/ 303978 h 442564"/>
              <a:gd name="connsiteX2160" fmla="*/ 1841751 w 1967341"/>
              <a:gd name="connsiteY2160" fmla="*/ 303978 h 442564"/>
              <a:gd name="connsiteX2161" fmla="*/ 1840915 w 1967341"/>
              <a:gd name="connsiteY2161" fmla="*/ 295920 h 442564"/>
              <a:gd name="connsiteX2162" fmla="*/ 1827991 w 1967341"/>
              <a:gd name="connsiteY2162" fmla="*/ 283680 h 442564"/>
              <a:gd name="connsiteX2163" fmla="*/ 1834909 w 1967341"/>
              <a:gd name="connsiteY2163" fmla="*/ 280259 h 442564"/>
              <a:gd name="connsiteX2164" fmla="*/ 1851633 w 1967341"/>
              <a:gd name="connsiteY2164" fmla="*/ 277218 h 442564"/>
              <a:gd name="connsiteX2165" fmla="*/ 1864785 w 1967341"/>
              <a:gd name="connsiteY2165" fmla="*/ 254412 h 442564"/>
              <a:gd name="connsiteX2166" fmla="*/ 1861136 w 1967341"/>
              <a:gd name="connsiteY2166" fmla="*/ 249243 h 442564"/>
              <a:gd name="connsiteX2167" fmla="*/ 1848821 w 1967341"/>
              <a:gd name="connsiteY2167" fmla="*/ 251448 h 442564"/>
              <a:gd name="connsiteX2168" fmla="*/ 1836125 w 1967341"/>
              <a:gd name="connsiteY2168" fmla="*/ 253652 h 442564"/>
              <a:gd name="connsiteX2169" fmla="*/ 1825710 w 1967341"/>
              <a:gd name="connsiteY2169" fmla="*/ 257377 h 442564"/>
              <a:gd name="connsiteX2170" fmla="*/ 1816360 w 1967341"/>
              <a:gd name="connsiteY2170" fmla="*/ 255097 h 442564"/>
              <a:gd name="connsiteX2171" fmla="*/ 1812102 w 1967341"/>
              <a:gd name="connsiteY2171" fmla="*/ 253196 h 442564"/>
              <a:gd name="connsiteX2172" fmla="*/ 1811114 w 1967341"/>
              <a:gd name="connsiteY2172" fmla="*/ 246354 h 442564"/>
              <a:gd name="connsiteX2173" fmla="*/ 1813015 w 1967341"/>
              <a:gd name="connsiteY2173" fmla="*/ 236928 h 442564"/>
              <a:gd name="connsiteX2174" fmla="*/ 1824417 w 1967341"/>
              <a:gd name="connsiteY2174" fmla="*/ 229857 h 442564"/>
              <a:gd name="connsiteX2175" fmla="*/ 1832704 w 1967341"/>
              <a:gd name="connsiteY2175" fmla="*/ 231986 h 442564"/>
              <a:gd name="connsiteX2176" fmla="*/ 1840762 w 1967341"/>
              <a:gd name="connsiteY2176" fmla="*/ 226969 h 442564"/>
              <a:gd name="connsiteX2177" fmla="*/ 1850721 w 1967341"/>
              <a:gd name="connsiteY2177" fmla="*/ 224308 h 442564"/>
              <a:gd name="connsiteX2178" fmla="*/ 1856727 w 1967341"/>
              <a:gd name="connsiteY2178" fmla="*/ 221267 h 442564"/>
              <a:gd name="connsiteX2179" fmla="*/ 1858855 w 1967341"/>
              <a:gd name="connsiteY2179" fmla="*/ 217770 h 442564"/>
              <a:gd name="connsiteX2180" fmla="*/ 1859919 w 1967341"/>
              <a:gd name="connsiteY2180" fmla="*/ 210168 h 442564"/>
              <a:gd name="connsiteX2181" fmla="*/ 1862733 w 1967341"/>
              <a:gd name="connsiteY2181" fmla="*/ 202566 h 442564"/>
              <a:gd name="connsiteX2182" fmla="*/ 1856955 w 1967341"/>
              <a:gd name="connsiteY2182" fmla="*/ 202034 h 442564"/>
              <a:gd name="connsiteX2183" fmla="*/ 1850569 w 1967341"/>
              <a:gd name="connsiteY2183" fmla="*/ 206215 h 442564"/>
              <a:gd name="connsiteX2184" fmla="*/ 1843346 w 1967341"/>
              <a:gd name="connsiteY2184" fmla="*/ 209940 h 442564"/>
              <a:gd name="connsiteX2185" fmla="*/ 1837266 w 1967341"/>
              <a:gd name="connsiteY2185" fmla="*/ 209940 h 442564"/>
              <a:gd name="connsiteX2186" fmla="*/ 1834985 w 1967341"/>
              <a:gd name="connsiteY2186" fmla="*/ 204391 h 442564"/>
              <a:gd name="connsiteX2187" fmla="*/ 1836657 w 1967341"/>
              <a:gd name="connsiteY2187" fmla="*/ 196104 h 442564"/>
              <a:gd name="connsiteX2188" fmla="*/ 1843043 w 1967341"/>
              <a:gd name="connsiteY2188" fmla="*/ 180900 h 442564"/>
              <a:gd name="connsiteX2189" fmla="*/ 1852013 w 1967341"/>
              <a:gd name="connsiteY2189" fmla="*/ 180292 h 442564"/>
              <a:gd name="connsiteX2190" fmla="*/ 1855358 w 1967341"/>
              <a:gd name="connsiteY2190" fmla="*/ 178087 h 442564"/>
              <a:gd name="connsiteX2191" fmla="*/ 1863645 w 1967341"/>
              <a:gd name="connsiteY2191" fmla="*/ 177327 h 442564"/>
              <a:gd name="connsiteX2192" fmla="*/ 1873072 w 1967341"/>
              <a:gd name="connsiteY2192" fmla="*/ 174971 h 442564"/>
              <a:gd name="connsiteX2193" fmla="*/ 1880141 w 1967341"/>
              <a:gd name="connsiteY2193" fmla="*/ 173754 h 442564"/>
              <a:gd name="connsiteX2194" fmla="*/ 1886071 w 1967341"/>
              <a:gd name="connsiteY2194" fmla="*/ 171626 h 442564"/>
              <a:gd name="connsiteX2195" fmla="*/ 1889568 w 1967341"/>
              <a:gd name="connsiteY2195" fmla="*/ 169117 h 442564"/>
              <a:gd name="connsiteX2196" fmla="*/ 1897854 w 1967341"/>
              <a:gd name="connsiteY2196" fmla="*/ 169117 h 442564"/>
              <a:gd name="connsiteX2197" fmla="*/ 1904620 w 1967341"/>
              <a:gd name="connsiteY2197" fmla="*/ 169117 h 442564"/>
              <a:gd name="connsiteX2198" fmla="*/ 1911614 w 1967341"/>
              <a:gd name="connsiteY2198" fmla="*/ 170789 h 442564"/>
              <a:gd name="connsiteX2199" fmla="*/ 1919216 w 1967341"/>
              <a:gd name="connsiteY2199" fmla="*/ 167064 h 442564"/>
              <a:gd name="connsiteX2200" fmla="*/ 1923473 w 1967341"/>
              <a:gd name="connsiteY2200" fmla="*/ 158930 h 442564"/>
              <a:gd name="connsiteX2201" fmla="*/ 1913362 w 1967341"/>
              <a:gd name="connsiteY2201" fmla="*/ 160070 h 442564"/>
              <a:gd name="connsiteX2202" fmla="*/ 1902719 w 1967341"/>
              <a:gd name="connsiteY2202" fmla="*/ 161591 h 442564"/>
              <a:gd name="connsiteX2203" fmla="*/ 1885995 w 1967341"/>
              <a:gd name="connsiteY2203" fmla="*/ 163340 h 442564"/>
              <a:gd name="connsiteX2204" fmla="*/ 1877556 w 1967341"/>
              <a:gd name="connsiteY2204" fmla="*/ 165316 h 442564"/>
              <a:gd name="connsiteX2205" fmla="*/ 1869118 w 1967341"/>
              <a:gd name="connsiteY2205" fmla="*/ 167064 h 442564"/>
              <a:gd name="connsiteX2206" fmla="*/ 1855434 w 1967341"/>
              <a:gd name="connsiteY2206" fmla="*/ 168813 h 442564"/>
              <a:gd name="connsiteX2207" fmla="*/ 1844943 w 1967341"/>
              <a:gd name="connsiteY2207" fmla="*/ 170942 h 442564"/>
              <a:gd name="connsiteX2208" fmla="*/ 1832552 w 1967341"/>
              <a:gd name="connsiteY2208" fmla="*/ 175959 h 442564"/>
              <a:gd name="connsiteX2209" fmla="*/ 1824950 w 1967341"/>
              <a:gd name="connsiteY2209" fmla="*/ 186069 h 442564"/>
              <a:gd name="connsiteX2210" fmla="*/ 1821301 w 1967341"/>
              <a:gd name="connsiteY2210" fmla="*/ 190403 h 442564"/>
              <a:gd name="connsiteX2211" fmla="*/ 1805488 w 1967341"/>
              <a:gd name="connsiteY2211" fmla="*/ 202490 h 442564"/>
              <a:gd name="connsiteX2212" fmla="*/ 1799331 w 1967341"/>
              <a:gd name="connsiteY2212" fmla="*/ 199981 h 442564"/>
              <a:gd name="connsiteX2213" fmla="*/ 1794694 w 1967341"/>
              <a:gd name="connsiteY2213" fmla="*/ 185461 h 442564"/>
              <a:gd name="connsiteX2214" fmla="*/ 1794694 w 1967341"/>
              <a:gd name="connsiteY2214" fmla="*/ 170865 h 442564"/>
              <a:gd name="connsiteX2215" fmla="*/ 1796974 w 1967341"/>
              <a:gd name="connsiteY2215" fmla="*/ 164936 h 442564"/>
              <a:gd name="connsiteX2216" fmla="*/ 1801155 w 1967341"/>
              <a:gd name="connsiteY2216" fmla="*/ 162199 h 442564"/>
              <a:gd name="connsiteX2217" fmla="*/ 1811343 w 1967341"/>
              <a:gd name="connsiteY2217" fmla="*/ 145322 h 442564"/>
              <a:gd name="connsiteX2218" fmla="*/ 1814231 w 1967341"/>
              <a:gd name="connsiteY2218" fmla="*/ 145322 h 442564"/>
              <a:gd name="connsiteX2219" fmla="*/ 1816284 w 1967341"/>
              <a:gd name="connsiteY2219" fmla="*/ 158398 h 442564"/>
              <a:gd name="connsiteX2220" fmla="*/ 1816480 w 1967341"/>
              <a:gd name="connsiteY2220" fmla="*/ 159747 h 442564"/>
              <a:gd name="connsiteX2221" fmla="*/ 1820768 w 1967341"/>
              <a:gd name="connsiteY2221" fmla="*/ 161742 h 442564"/>
              <a:gd name="connsiteX2222" fmla="*/ 1829511 w 1967341"/>
              <a:gd name="connsiteY2222" fmla="*/ 158322 h 442564"/>
              <a:gd name="connsiteX2223" fmla="*/ 1832476 w 1967341"/>
              <a:gd name="connsiteY2223" fmla="*/ 155358 h 442564"/>
              <a:gd name="connsiteX2224" fmla="*/ 1830195 w 1967341"/>
              <a:gd name="connsiteY2224" fmla="*/ 149276 h 442564"/>
              <a:gd name="connsiteX2225" fmla="*/ 1828675 w 1967341"/>
              <a:gd name="connsiteY2225" fmla="*/ 140457 h 442564"/>
              <a:gd name="connsiteX2226" fmla="*/ 1830043 w 1967341"/>
              <a:gd name="connsiteY2226" fmla="*/ 122364 h 442564"/>
              <a:gd name="connsiteX2227" fmla="*/ 1828751 w 1967341"/>
              <a:gd name="connsiteY2227" fmla="*/ 103207 h 442564"/>
              <a:gd name="connsiteX2228" fmla="*/ 1827003 w 1967341"/>
              <a:gd name="connsiteY2228" fmla="*/ 92260 h 442564"/>
              <a:gd name="connsiteX2229" fmla="*/ 1830652 w 1967341"/>
              <a:gd name="connsiteY2229" fmla="*/ 85950 h 442564"/>
              <a:gd name="connsiteX2230" fmla="*/ 1835897 w 1967341"/>
              <a:gd name="connsiteY2230" fmla="*/ 85950 h 442564"/>
              <a:gd name="connsiteX2231" fmla="*/ 1838558 w 1967341"/>
              <a:gd name="connsiteY2231" fmla="*/ 84201 h 442564"/>
              <a:gd name="connsiteX2232" fmla="*/ 1840839 w 1967341"/>
              <a:gd name="connsiteY2232" fmla="*/ 87623 h 442564"/>
              <a:gd name="connsiteX2233" fmla="*/ 1841751 w 1967341"/>
              <a:gd name="connsiteY2233" fmla="*/ 93856 h 442564"/>
              <a:gd name="connsiteX2234" fmla="*/ 1842435 w 1967341"/>
              <a:gd name="connsiteY2234" fmla="*/ 101458 h 442564"/>
              <a:gd name="connsiteX2235" fmla="*/ 1842435 w 1967341"/>
              <a:gd name="connsiteY2235" fmla="*/ 106248 h 442564"/>
              <a:gd name="connsiteX2236" fmla="*/ 1842435 w 1967341"/>
              <a:gd name="connsiteY2236" fmla="*/ 111493 h 442564"/>
              <a:gd name="connsiteX2237" fmla="*/ 1842435 w 1967341"/>
              <a:gd name="connsiteY2237" fmla="*/ 118107 h 442564"/>
              <a:gd name="connsiteX2238" fmla="*/ 1843195 w 1967341"/>
              <a:gd name="connsiteY2238" fmla="*/ 131030 h 442564"/>
              <a:gd name="connsiteX2239" fmla="*/ 1844868 w 1967341"/>
              <a:gd name="connsiteY2239" fmla="*/ 139697 h 442564"/>
              <a:gd name="connsiteX2240" fmla="*/ 1844868 w 1967341"/>
              <a:gd name="connsiteY2240" fmla="*/ 146083 h 442564"/>
              <a:gd name="connsiteX2241" fmla="*/ 1842283 w 1967341"/>
              <a:gd name="connsiteY2241" fmla="*/ 153685 h 442564"/>
              <a:gd name="connsiteX2242" fmla="*/ 1845932 w 1967341"/>
              <a:gd name="connsiteY2242" fmla="*/ 157410 h 442564"/>
              <a:gd name="connsiteX2243" fmla="*/ 1853153 w 1967341"/>
              <a:gd name="connsiteY2243" fmla="*/ 155433 h 442564"/>
              <a:gd name="connsiteX2244" fmla="*/ 1859387 w 1967341"/>
              <a:gd name="connsiteY2244" fmla="*/ 155053 h 442564"/>
              <a:gd name="connsiteX2245" fmla="*/ 1869574 w 1967341"/>
              <a:gd name="connsiteY2245" fmla="*/ 153228 h 442564"/>
              <a:gd name="connsiteX2246" fmla="*/ 1875124 w 1967341"/>
              <a:gd name="connsiteY2246" fmla="*/ 151328 h 442564"/>
              <a:gd name="connsiteX2247" fmla="*/ 1879457 w 1967341"/>
              <a:gd name="connsiteY2247" fmla="*/ 148439 h 442564"/>
              <a:gd name="connsiteX2248" fmla="*/ 1880065 w 1967341"/>
              <a:gd name="connsiteY2248" fmla="*/ 145170 h 442564"/>
              <a:gd name="connsiteX2249" fmla="*/ 1873983 w 1967341"/>
              <a:gd name="connsiteY2249" fmla="*/ 144562 h 442564"/>
              <a:gd name="connsiteX2250" fmla="*/ 1868434 w 1967341"/>
              <a:gd name="connsiteY2250" fmla="*/ 146842 h 442564"/>
              <a:gd name="connsiteX2251" fmla="*/ 1866837 w 1967341"/>
              <a:gd name="connsiteY2251" fmla="*/ 141750 h 442564"/>
              <a:gd name="connsiteX2252" fmla="*/ 1863493 w 1967341"/>
              <a:gd name="connsiteY2252" fmla="*/ 137568 h 442564"/>
              <a:gd name="connsiteX2253" fmla="*/ 1861288 w 1967341"/>
              <a:gd name="connsiteY2253" fmla="*/ 143802 h 442564"/>
              <a:gd name="connsiteX2254" fmla="*/ 1858627 w 1967341"/>
              <a:gd name="connsiteY2254" fmla="*/ 147527 h 442564"/>
              <a:gd name="connsiteX2255" fmla="*/ 1854902 w 1967341"/>
              <a:gd name="connsiteY2255" fmla="*/ 149503 h 442564"/>
              <a:gd name="connsiteX2256" fmla="*/ 1851101 w 1967341"/>
              <a:gd name="connsiteY2256" fmla="*/ 142358 h 442564"/>
              <a:gd name="connsiteX2257" fmla="*/ 1851633 w 1967341"/>
              <a:gd name="connsiteY2257" fmla="*/ 127609 h 442564"/>
              <a:gd name="connsiteX2258" fmla="*/ 1849961 w 1967341"/>
              <a:gd name="connsiteY2258" fmla="*/ 117575 h 442564"/>
              <a:gd name="connsiteX2259" fmla="*/ 1849961 w 1967341"/>
              <a:gd name="connsiteY2259" fmla="*/ 103359 h 442564"/>
              <a:gd name="connsiteX2260" fmla="*/ 1848897 w 1967341"/>
              <a:gd name="connsiteY2260" fmla="*/ 98570 h 442564"/>
              <a:gd name="connsiteX2261" fmla="*/ 1851786 w 1967341"/>
              <a:gd name="connsiteY2261" fmla="*/ 91652 h 442564"/>
              <a:gd name="connsiteX2262" fmla="*/ 1856651 w 1967341"/>
              <a:gd name="connsiteY2262" fmla="*/ 88915 h 442564"/>
              <a:gd name="connsiteX2263" fmla="*/ 1859007 w 1967341"/>
              <a:gd name="connsiteY2263" fmla="*/ 96517 h 442564"/>
              <a:gd name="connsiteX2264" fmla="*/ 1860603 w 1967341"/>
              <a:gd name="connsiteY2264" fmla="*/ 101307 h 442564"/>
              <a:gd name="connsiteX2265" fmla="*/ 1862884 w 1967341"/>
              <a:gd name="connsiteY2265" fmla="*/ 117346 h 442564"/>
              <a:gd name="connsiteX2266" fmla="*/ 1865013 w 1967341"/>
              <a:gd name="connsiteY2266" fmla="*/ 121072 h 442564"/>
              <a:gd name="connsiteX2267" fmla="*/ 1873300 w 1967341"/>
              <a:gd name="connsiteY2267" fmla="*/ 121072 h 442564"/>
              <a:gd name="connsiteX2268" fmla="*/ 1876417 w 1967341"/>
              <a:gd name="connsiteY2268" fmla="*/ 125025 h 442564"/>
              <a:gd name="connsiteX2269" fmla="*/ 1884019 w 1967341"/>
              <a:gd name="connsiteY2269" fmla="*/ 117955 h 442564"/>
              <a:gd name="connsiteX2270" fmla="*/ 1879989 w 1967341"/>
              <a:gd name="connsiteY2270" fmla="*/ 108376 h 442564"/>
              <a:gd name="connsiteX2271" fmla="*/ 1873300 w 1967341"/>
              <a:gd name="connsiteY2271" fmla="*/ 110961 h 442564"/>
              <a:gd name="connsiteX2272" fmla="*/ 1868586 w 1967341"/>
              <a:gd name="connsiteY2272" fmla="*/ 113166 h 442564"/>
              <a:gd name="connsiteX2273" fmla="*/ 1868586 w 1967341"/>
              <a:gd name="connsiteY2273" fmla="*/ 103663 h 442564"/>
              <a:gd name="connsiteX2274" fmla="*/ 1871475 w 1967341"/>
              <a:gd name="connsiteY2274" fmla="*/ 96061 h 442564"/>
              <a:gd name="connsiteX2275" fmla="*/ 1868282 w 1967341"/>
              <a:gd name="connsiteY2275" fmla="*/ 87623 h 442564"/>
              <a:gd name="connsiteX2276" fmla="*/ 1873603 w 1967341"/>
              <a:gd name="connsiteY2276" fmla="*/ 82301 h 442564"/>
              <a:gd name="connsiteX2277" fmla="*/ 1879457 w 1967341"/>
              <a:gd name="connsiteY2277" fmla="*/ 87090 h 442564"/>
              <a:gd name="connsiteX2278" fmla="*/ 1886527 w 1967341"/>
              <a:gd name="connsiteY2278" fmla="*/ 77740 h 442564"/>
              <a:gd name="connsiteX2279" fmla="*/ 1891772 w 1967341"/>
              <a:gd name="connsiteY2279" fmla="*/ 68009 h 442564"/>
              <a:gd name="connsiteX2280" fmla="*/ 1896030 w 1967341"/>
              <a:gd name="connsiteY2280" fmla="*/ 68009 h 442564"/>
              <a:gd name="connsiteX2281" fmla="*/ 1900287 w 1967341"/>
              <a:gd name="connsiteY2281" fmla="*/ 67097 h 442564"/>
              <a:gd name="connsiteX2282" fmla="*/ 244236 w 1967341"/>
              <a:gd name="connsiteY2282" fmla="*/ 61103 h 442564"/>
              <a:gd name="connsiteX2283" fmla="*/ 124205 w 1967341"/>
              <a:gd name="connsiteY2283" fmla="*/ 91758 h 442564"/>
              <a:gd name="connsiteX2284" fmla="*/ 124183 w 1967341"/>
              <a:gd name="connsiteY2284" fmla="*/ 91758 h 442564"/>
              <a:gd name="connsiteX2285" fmla="*/ 59421 w 1967341"/>
              <a:gd name="connsiteY2285" fmla="*/ 221326 h 442564"/>
              <a:gd name="connsiteX2286" fmla="*/ 61274 w 1967341"/>
              <a:gd name="connsiteY2286" fmla="*/ 245966 h 442564"/>
              <a:gd name="connsiteX2287" fmla="*/ 61645 w 1967341"/>
              <a:gd name="connsiteY2287" fmla="*/ 247972 h 442564"/>
              <a:gd name="connsiteX2288" fmla="*/ 63389 w 1967341"/>
              <a:gd name="connsiteY2288" fmla="*/ 256956 h 442564"/>
              <a:gd name="connsiteX2289" fmla="*/ 66660 w 1967341"/>
              <a:gd name="connsiteY2289" fmla="*/ 269363 h 442564"/>
              <a:gd name="connsiteX2290" fmla="*/ 71414 w 1967341"/>
              <a:gd name="connsiteY2290" fmla="*/ 282447 h 442564"/>
              <a:gd name="connsiteX2291" fmla="*/ 72111 w 1967341"/>
              <a:gd name="connsiteY2291" fmla="*/ 284191 h 442564"/>
              <a:gd name="connsiteX2292" fmla="*/ 91387 w 1967341"/>
              <a:gd name="connsiteY2292" fmla="*/ 317990 h 442564"/>
              <a:gd name="connsiteX2293" fmla="*/ 91496 w 1967341"/>
              <a:gd name="connsiteY2293" fmla="*/ 318120 h 442564"/>
              <a:gd name="connsiteX2294" fmla="*/ 91660 w 1967341"/>
              <a:gd name="connsiteY2294" fmla="*/ 318341 h 442564"/>
              <a:gd name="connsiteX2295" fmla="*/ 139607 w 1967341"/>
              <a:gd name="connsiteY2295" fmla="*/ 361148 h 442564"/>
              <a:gd name="connsiteX2296" fmla="*/ 173816 w 1967341"/>
              <a:gd name="connsiteY2296" fmla="*/ 373050 h 442564"/>
              <a:gd name="connsiteX2297" fmla="*/ 171239 w 1967341"/>
              <a:gd name="connsiteY2297" fmla="*/ 368927 h 442564"/>
              <a:gd name="connsiteX2298" fmla="*/ 165155 w 1967341"/>
              <a:gd name="connsiteY2298" fmla="*/ 366747 h 442564"/>
              <a:gd name="connsiteX2299" fmla="*/ 164219 w 1967341"/>
              <a:gd name="connsiteY2299" fmla="*/ 365887 h 442564"/>
              <a:gd name="connsiteX2300" fmla="*/ 173550 w 1967341"/>
              <a:gd name="connsiteY2300" fmla="*/ 367466 h 442564"/>
              <a:gd name="connsiteX2301" fmla="*/ 178345 w 1967341"/>
              <a:gd name="connsiteY2301" fmla="*/ 372926 h 442564"/>
              <a:gd name="connsiteX2302" fmla="*/ 178973 w 1967341"/>
              <a:gd name="connsiteY2302" fmla="*/ 374845 h 442564"/>
              <a:gd name="connsiteX2303" fmla="*/ 188163 w 1967341"/>
              <a:gd name="connsiteY2303" fmla="*/ 378042 h 442564"/>
              <a:gd name="connsiteX2304" fmla="*/ 190646 w 1967341"/>
              <a:gd name="connsiteY2304" fmla="*/ 378042 h 442564"/>
              <a:gd name="connsiteX2305" fmla="*/ 190600 w 1967341"/>
              <a:gd name="connsiteY2305" fmla="*/ 378890 h 442564"/>
              <a:gd name="connsiteX2306" fmla="*/ 198212 w 1967341"/>
              <a:gd name="connsiteY2306" fmla="*/ 381538 h 442564"/>
              <a:gd name="connsiteX2307" fmla="*/ 224320 w 1967341"/>
              <a:gd name="connsiteY2307" fmla="*/ 380244 h 442564"/>
              <a:gd name="connsiteX2308" fmla="*/ 224706 w 1967341"/>
              <a:gd name="connsiteY2308" fmla="*/ 379831 h 442564"/>
              <a:gd name="connsiteX2309" fmla="*/ 222525 w 1967341"/>
              <a:gd name="connsiteY2309" fmla="*/ 379831 h 442564"/>
              <a:gd name="connsiteX2310" fmla="*/ 223376 w 1967341"/>
              <a:gd name="connsiteY2310" fmla="*/ 379264 h 442564"/>
              <a:gd name="connsiteX2311" fmla="*/ 219625 w 1967341"/>
              <a:gd name="connsiteY2311" fmla="*/ 379264 h 442564"/>
              <a:gd name="connsiteX2312" fmla="*/ 220388 w 1967341"/>
              <a:gd name="connsiteY2312" fmla="*/ 378675 h 442564"/>
              <a:gd name="connsiteX2313" fmla="*/ 212691 w 1967341"/>
              <a:gd name="connsiteY2313" fmla="*/ 378675 h 442564"/>
              <a:gd name="connsiteX2314" fmla="*/ 208330 w 1967341"/>
              <a:gd name="connsiteY2314" fmla="*/ 368775 h 442564"/>
              <a:gd name="connsiteX2315" fmla="*/ 197209 w 1967341"/>
              <a:gd name="connsiteY2315" fmla="*/ 368317 h 442564"/>
              <a:gd name="connsiteX2316" fmla="*/ 191649 w 1967341"/>
              <a:gd name="connsiteY2316" fmla="*/ 376821 h 442564"/>
              <a:gd name="connsiteX2317" fmla="*/ 190667 w 1967341"/>
              <a:gd name="connsiteY2317" fmla="*/ 376516 h 442564"/>
              <a:gd name="connsiteX2318" fmla="*/ 193110 w 1967341"/>
              <a:gd name="connsiteY2318" fmla="*/ 369495 h 442564"/>
              <a:gd name="connsiteX2319" fmla="*/ 202442 w 1967341"/>
              <a:gd name="connsiteY2319" fmla="*/ 365744 h 442564"/>
              <a:gd name="connsiteX2320" fmla="*/ 215526 w 1967341"/>
              <a:gd name="connsiteY2320" fmla="*/ 369168 h 442564"/>
              <a:gd name="connsiteX2321" fmla="*/ 218033 w 1967341"/>
              <a:gd name="connsiteY2321" fmla="*/ 377628 h 442564"/>
              <a:gd name="connsiteX2322" fmla="*/ 226755 w 1967341"/>
              <a:gd name="connsiteY2322" fmla="*/ 377410 h 442564"/>
              <a:gd name="connsiteX2323" fmla="*/ 230026 w 1967341"/>
              <a:gd name="connsiteY2323" fmla="*/ 369495 h 442564"/>
              <a:gd name="connsiteX2324" fmla="*/ 239359 w 1967341"/>
              <a:gd name="connsiteY2324" fmla="*/ 365744 h 442564"/>
              <a:gd name="connsiteX2325" fmla="*/ 252442 w 1967341"/>
              <a:gd name="connsiteY2325" fmla="*/ 369168 h 442564"/>
              <a:gd name="connsiteX2326" fmla="*/ 254950 w 1967341"/>
              <a:gd name="connsiteY2326" fmla="*/ 377628 h 442564"/>
              <a:gd name="connsiteX2327" fmla="*/ 262340 w 1967341"/>
              <a:gd name="connsiteY2327" fmla="*/ 377443 h 442564"/>
              <a:gd name="connsiteX2328" fmla="*/ 263904 w 1967341"/>
              <a:gd name="connsiteY2328" fmla="*/ 376700 h 442564"/>
              <a:gd name="connsiteX2329" fmla="*/ 264997 w 1967341"/>
              <a:gd name="connsiteY2329" fmla="*/ 373352 h 442564"/>
              <a:gd name="connsiteX2330" fmla="*/ 268709 w 1967341"/>
              <a:gd name="connsiteY2330" fmla="*/ 367380 h 442564"/>
              <a:gd name="connsiteX2331" fmla="*/ 277846 w 1967341"/>
              <a:gd name="connsiteY2331" fmla="*/ 365308 h 442564"/>
              <a:gd name="connsiteX2332" fmla="*/ 277846 w 1967341"/>
              <a:gd name="connsiteY2332" fmla="*/ 368535 h 442564"/>
              <a:gd name="connsiteX2333" fmla="*/ 268775 w 1967341"/>
              <a:gd name="connsiteY2333" fmla="*/ 369844 h 442564"/>
              <a:gd name="connsiteX2334" fmla="*/ 266000 w 1967341"/>
              <a:gd name="connsiteY2334" fmla="*/ 375704 h 442564"/>
              <a:gd name="connsiteX2335" fmla="*/ 318243 w 1967341"/>
              <a:gd name="connsiteY2335" fmla="*/ 350883 h 442564"/>
              <a:gd name="connsiteX2336" fmla="*/ 350787 w 1967341"/>
              <a:gd name="connsiteY2336" fmla="*/ 124302 h 442564"/>
              <a:gd name="connsiteX2337" fmla="*/ 244236 w 1967341"/>
              <a:gd name="connsiteY2337" fmla="*/ 61103 h 442564"/>
              <a:gd name="connsiteX2338" fmla="*/ 143263 w 1967341"/>
              <a:gd name="connsiteY2338" fmla="*/ 58635 h 442564"/>
              <a:gd name="connsiteX2339" fmla="*/ 142587 w 1967341"/>
              <a:gd name="connsiteY2339" fmla="*/ 59202 h 442564"/>
              <a:gd name="connsiteX2340" fmla="*/ 141584 w 1967341"/>
              <a:gd name="connsiteY2340" fmla="*/ 59442 h 442564"/>
              <a:gd name="connsiteX2341" fmla="*/ 140646 w 1967341"/>
              <a:gd name="connsiteY2341" fmla="*/ 59878 h 442564"/>
              <a:gd name="connsiteX2342" fmla="*/ 139512 w 1967341"/>
              <a:gd name="connsiteY2342" fmla="*/ 59878 h 442564"/>
              <a:gd name="connsiteX2343" fmla="*/ 138553 w 1967341"/>
              <a:gd name="connsiteY2343" fmla="*/ 60183 h 442564"/>
              <a:gd name="connsiteX2344" fmla="*/ 138487 w 1967341"/>
              <a:gd name="connsiteY2344" fmla="*/ 60096 h 442564"/>
              <a:gd name="connsiteX2345" fmla="*/ 138945 w 1967341"/>
              <a:gd name="connsiteY2345" fmla="*/ 61579 h 442564"/>
              <a:gd name="connsiteX2346" fmla="*/ 139338 w 1967341"/>
              <a:gd name="connsiteY2346" fmla="*/ 62408 h 442564"/>
              <a:gd name="connsiteX2347" fmla="*/ 140428 w 1967341"/>
              <a:gd name="connsiteY2347" fmla="*/ 63454 h 442564"/>
              <a:gd name="connsiteX2348" fmla="*/ 141671 w 1967341"/>
              <a:gd name="connsiteY2348" fmla="*/ 64239 h 442564"/>
              <a:gd name="connsiteX2349" fmla="*/ 143154 w 1967341"/>
              <a:gd name="connsiteY2349" fmla="*/ 65111 h 442564"/>
              <a:gd name="connsiteX2350" fmla="*/ 143786 w 1967341"/>
              <a:gd name="connsiteY2350" fmla="*/ 66049 h 442564"/>
              <a:gd name="connsiteX2351" fmla="*/ 144898 w 1967341"/>
              <a:gd name="connsiteY2351" fmla="*/ 66376 h 442564"/>
              <a:gd name="connsiteX2352" fmla="*/ 145530 w 1967341"/>
              <a:gd name="connsiteY2352" fmla="*/ 65417 h 442564"/>
              <a:gd name="connsiteX2353" fmla="*/ 146359 w 1967341"/>
              <a:gd name="connsiteY2353" fmla="*/ 64893 h 442564"/>
              <a:gd name="connsiteX2354" fmla="*/ 147100 w 1967341"/>
              <a:gd name="connsiteY2354" fmla="*/ 63912 h 442564"/>
              <a:gd name="connsiteX2355" fmla="*/ 147275 w 1967341"/>
              <a:gd name="connsiteY2355" fmla="*/ 62909 h 442564"/>
              <a:gd name="connsiteX2356" fmla="*/ 147166 w 1967341"/>
              <a:gd name="connsiteY2356" fmla="*/ 61623 h 442564"/>
              <a:gd name="connsiteX2357" fmla="*/ 147297 w 1967341"/>
              <a:gd name="connsiteY2357" fmla="*/ 60445 h 442564"/>
              <a:gd name="connsiteX2358" fmla="*/ 146839 w 1967341"/>
              <a:gd name="connsiteY2358" fmla="*/ 59529 h 442564"/>
              <a:gd name="connsiteX2359" fmla="*/ 145945 w 1967341"/>
              <a:gd name="connsiteY2359" fmla="*/ 59115 h 442564"/>
              <a:gd name="connsiteX2360" fmla="*/ 143263 w 1967341"/>
              <a:gd name="connsiteY2360" fmla="*/ 58635 h 442564"/>
              <a:gd name="connsiteX2361" fmla="*/ 131706 w 1967341"/>
              <a:gd name="connsiteY2361" fmla="*/ 55692 h 442564"/>
              <a:gd name="connsiteX2362" fmla="*/ 131902 w 1967341"/>
              <a:gd name="connsiteY2362" fmla="*/ 56739 h 442564"/>
              <a:gd name="connsiteX2363" fmla="*/ 131466 w 1967341"/>
              <a:gd name="connsiteY2363" fmla="*/ 58156 h 442564"/>
              <a:gd name="connsiteX2364" fmla="*/ 130855 w 1967341"/>
              <a:gd name="connsiteY2364" fmla="*/ 59726 h 442564"/>
              <a:gd name="connsiteX2365" fmla="*/ 129852 w 1967341"/>
              <a:gd name="connsiteY2365" fmla="*/ 60817 h 442564"/>
              <a:gd name="connsiteX2366" fmla="*/ 128762 w 1967341"/>
              <a:gd name="connsiteY2366" fmla="*/ 60555 h 442564"/>
              <a:gd name="connsiteX2367" fmla="*/ 128762 w 1967341"/>
              <a:gd name="connsiteY2367" fmla="*/ 59443 h 442564"/>
              <a:gd name="connsiteX2368" fmla="*/ 129939 w 1967341"/>
              <a:gd name="connsiteY2368" fmla="*/ 57808 h 442564"/>
              <a:gd name="connsiteX2369" fmla="*/ 130310 w 1967341"/>
              <a:gd name="connsiteY2369" fmla="*/ 57044 h 442564"/>
              <a:gd name="connsiteX2370" fmla="*/ 130964 w 1967341"/>
              <a:gd name="connsiteY2370" fmla="*/ 56281 h 442564"/>
              <a:gd name="connsiteX2371" fmla="*/ 131706 w 1967341"/>
              <a:gd name="connsiteY2371" fmla="*/ 55692 h 442564"/>
              <a:gd name="connsiteX2372" fmla="*/ 133581 w 1967341"/>
              <a:gd name="connsiteY2372" fmla="*/ 49651 h 442564"/>
              <a:gd name="connsiteX2373" fmla="*/ 132512 w 1967341"/>
              <a:gd name="connsiteY2373" fmla="*/ 50240 h 442564"/>
              <a:gd name="connsiteX2374" fmla="*/ 131379 w 1967341"/>
              <a:gd name="connsiteY2374" fmla="*/ 50436 h 442564"/>
              <a:gd name="connsiteX2375" fmla="*/ 130877 w 1967341"/>
              <a:gd name="connsiteY2375" fmla="*/ 51003 h 442564"/>
              <a:gd name="connsiteX2376" fmla="*/ 130528 w 1967341"/>
              <a:gd name="connsiteY2376" fmla="*/ 51614 h 442564"/>
              <a:gd name="connsiteX2377" fmla="*/ 130157 w 1967341"/>
              <a:gd name="connsiteY2377" fmla="*/ 52377 h 442564"/>
              <a:gd name="connsiteX2378" fmla="*/ 129372 w 1967341"/>
              <a:gd name="connsiteY2378" fmla="*/ 53424 h 442564"/>
              <a:gd name="connsiteX2379" fmla="*/ 128718 w 1967341"/>
              <a:gd name="connsiteY2379" fmla="*/ 54100 h 442564"/>
              <a:gd name="connsiteX2380" fmla="*/ 127955 w 1967341"/>
              <a:gd name="connsiteY2380" fmla="*/ 55059 h 442564"/>
              <a:gd name="connsiteX2381" fmla="*/ 126821 w 1967341"/>
              <a:gd name="connsiteY2381" fmla="*/ 56237 h 442564"/>
              <a:gd name="connsiteX2382" fmla="*/ 125317 w 1967341"/>
              <a:gd name="connsiteY2382" fmla="*/ 57850 h 442564"/>
              <a:gd name="connsiteX2383" fmla="*/ 124575 w 1967341"/>
              <a:gd name="connsiteY2383" fmla="*/ 57567 h 442564"/>
              <a:gd name="connsiteX2384" fmla="*/ 123420 w 1967341"/>
              <a:gd name="connsiteY2384" fmla="*/ 57567 h 442564"/>
              <a:gd name="connsiteX2385" fmla="*/ 122678 w 1967341"/>
              <a:gd name="connsiteY2385" fmla="*/ 58592 h 442564"/>
              <a:gd name="connsiteX2386" fmla="*/ 122809 w 1967341"/>
              <a:gd name="connsiteY2386" fmla="*/ 61143 h 442564"/>
              <a:gd name="connsiteX2387" fmla="*/ 123943 w 1967341"/>
              <a:gd name="connsiteY2387" fmla="*/ 62822 h 442564"/>
              <a:gd name="connsiteX2388" fmla="*/ 125251 w 1967341"/>
              <a:gd name="connsiteY2388" fmla="*/ 64348 h 442564"/>
              <a:gd name="connsiteX2389" fmla="*/ 126320 w 1967341"/>
              <a:gd name="connsiteY2389" fmla="*/ 65482 h 442564"/>
              <a:gd name="connsiteX2390" fmla="*/ 126974 w 1967341"/>
              <a:gd name="connsiteY2390" fmla="*/ 66333 h 442564"/>
              <a:gd name="connsiteX2391" fmla="*/ 127454 w 1967341"/>
              <a:gd name="connsiteY2391" fmla="*/ 66660 h 442564"/>
              <a:gd name="connsiteX2392" fmla="*/ 128217 w 1967341"/>
              <a:gd name="connsiteY2392" fmla="*/ 67379 h 442564"/>
              <a:gd name="connsiteX2393" fmla="*/ 128849 w 1967341"/>
              <a:gd name="connsiteY2393" fmla="*/ 67510 h 442564"/>
              <a:gd name="connsiteX2394" fmla="*/ 130092 w 1967341"/>
              <a:gd name="connsiteY2394" fmla="*/ 66921 h 442564"/>
              <a:gd name="connsiteX2395" fmla="*/ 130724 w 1967341"/>
              <a:gd name="connsiteY2395" fmla="*/ 66354 h 442564"/>
              <a:gd name="connsiteX2396" fmla="*/ 131815 w 1967341"/>
              <a:gd name="connsiteY2396" fmla="*/ 66049 h 442564"/>
              <a:gd name="connsiteX2397" fmla="*/ 132469 w 1967341"/>
              <a:gd name="connsiteY2397" fmla="*/ 66442 h 442564"/>
              <a:gd name="connsiteX2398" fmla="*/ 133297 w 1967341"/>
              <a:gd name="connsiteY2398" fmla="*/ 68273 h 442564"/>
              <a:gd name="connsiteX2399" fmla="*/ 134061 w 1967341"/>
              <a:gd name="connsiteY2399" fmla="*/ 69560 h 442564"/>
              <a:gd name="connsiteX2400" fmla="*/ 134606 w 1967341"/>
              <a:gd name="connsiteY2400" fmla="*/ 70497 h 442564"/>
              <a:gd name="connsiteX2401" fmla="*/ 134235 w 1967341"/>
              <a:gd name="connsiteY2401" fmla="*/ 72482 h 442564"/>
              <a:gd name="connsiteX2402" fmla="*/ 132512 w 1967341"/>
              <a:gd name="connsiteY2402" fmla="*/ 72852 h 442564"/>
              <a:gd name="connsiteX2403" fmla="*/ 131793 w 1967341"/>
              <a:gd name="connsiteY2403" fmla="*/ 73834 h 442564"/>
              <a:gd name="connsiteX2404" fmla="*/ 134235 w 1967341"/>
              <a:gd name="connsiteY2404" fmla="*/ 74466 h 442564"/>
              <a:gd name="connsiteX2405" fmla="*/ 135369 w 1967341"/>
              <a:gd name="connsiteY2405" fmla="*/ 75164 h 442564"/>
              <a:gd name="connsiteX2406" fmla="*/ 136655 w 1967341"/>
              <a:gd name="connsiteY2406" fmla="*/ 75033 h 442564"/>
              <a:gd name="connsiteX2407" fmla="*/ 137528 w 1967341"/>
              <a:gd name="connsiteY2407" fmla="*/ 75142 h 442564"/>
              <a:gd name="connsiteX2408" fmla="*/ 138465 w 1967341"/>
              <a:gd name="connsiteY2408" fmla="*/ 75033 h 442564"/>
              <a:gd name="connsiteX2409" fmla="*/ 139141 w 1967341"/>
              <a:gd name="connsiteY2409" fmla="*/ 75033 h 442564"/>
              <a:gd name="connsiteX2410" fmla="*/ 139883 w 1967341"/>
              <a:gd name="connsiteY2410" fmla="*/ 73834 h 442564"/>
              <a:gd name="connsiteX2411" fmla="*/ 140341 w 1967341"/>
              <a:gd name="connsiteY2411" fmla="*/ 72002 h 442564"/>
              <a:gd name="connsiteX2412" fmla="*/ 140450 w 1967341"/>
              <a:gd name="connsiteY2412" fmla="*/ 69821 h 442564"/>
              <a:gd name="connsiteX2413" fmla="*/ 137026 w 1967341"/>
              <a:gd name="connsiteY2413" fmla="*/ 64130 h 442564"/>
              <a:gd name="connsiteX2414" fmla="*/ 136067 w 1967341"/>
              <a:gd name="connsiteY2414" fmla="*/ 62975 h 442564"/>
              <a:gd name="connsiteX2415" fmla="*/ 136263 w 1967341"/>
              <a:gd name="connsiteY2415" fmla="*/ 61906 h 442564"/>
              <a:gd name="connsiteX2416" fmla="*/ 136874 w 1967341"/>
              <a:gd name="connsiteY2416" fmla="*/ 61426 h 442564"/>
              <a:gd name="connsiteX2417" fmla="*/ 137070 w 1967341"/>
              <a:gd name="connsiteY2417" fmla="*/ 59769 h 442564"/>
              <a:gd name="connsiteX2418" fmla="*/ 137070 w 1967341"/>
              <a:gd name="connsiteY2418" fmla="*/ 55059 h 442564"/>
              <a:gd name="connsiteX2419" fmla="*/ 137070 w 1967341"/>
              <a:gd name="connsiteY2419" fmla="*/ 53664 h 442564"/>
              <a:gd name="connsiteX2420" fmla="*/ 137550 w 1967341"/>
              <a:gd name="connsiteY2420" fmla="*/ 51592 h 442564"/>
              <a:gd name="connsiteX2421" fmla="*/ 136939 w 1967341"/>
              <a:gd name="connsiteY2421" fmla="*/ 50654 h 442564"/>
              <a:gd name="connsiteX2422" fmla="*/ 135761 w 1967341"/>
              <a:gd name="connsiteY2422" fmla="*/ 49651 h 442564"/>
              <a:gd name="connsiteX2423" fmla="*/ 133581 w 1967341"/>
              <a:gd name="connsiteY2423" fmla="*/ 49651 h 442564"/>
              <a:gd name="connsiteX2424" fmla="*/ 320236 w 1967341"/>
              <a:gd name="connsiteY2424" fmla="*/ 46751 h 442564"/>
              <a:gd name="connsiteX2425" fmla="*/ 319516 w 1967341"/>
              <a:gd name="connsiteY2425" fmla="*/ 46991 h 442564"/>
              <a:gd name="connsiteX2426" fmla="*/ 318775 w 1967341"/>
              <a:gd name="connsiteY2426" fmla="*/ 48452 h 442564"/>
              <a:gd name="connsiteX2427" fmla="*/ 317663 w 1967341"/>
              <a:gd name="connsiteY2427" fmla="*/ 49978 h 442564"/>
              <a:gd name="connsiteX2428" fmla="*/ 315635 w 1967341"/>
              <a:gd name="connsiteY2428" fmla="*/ 52159 h 442564"/>
              <a:gd name="connsiteX2429" fmla="*/ 312299 w 1967341"/>
              <a:gd name="connsiteY2429" fmla="*/ 51527 h 442564"/>
              <a:gd name="connsiteX2430" fmla="*/ 310620 w 1967341"/>
              <a:gd name="connsiteY2430" fmla="*/ 50502 h 442564"/>
              <a:gd name="connsiteX2431" fmla="*/ 309660 w 1967341"/>
              <a:gd name="connsiteY2431" fmla="*/ 50502 h 442564"/>
              <a:gd name="connsiteX2432" fmla="*/ 308657 w 1967341"/>
              <a:gd name="connsiteY2432" fmla="*/ 50327 h 442564"/>
              <a:gd name="connsiteX2433" fmla="*/ 307632 w 1967341"/>
              <a:gd name="connsiteY2433" fmla="*/ 50633 h 442564"/>
              <a:gd name="connsiteX2434" fmla="*/ 306651 w 1967341"/>
              <a:gd name="connsiteY2434" fmla="*/ 51483 h 442564"/>
              <a:gd name="connsiteX2435" fmla="*/ 307022 w 1967341"/>
              <a:gd name="connsiteY2435" fmla="*/ 53991 h 442564"/>
              <a:gd name="connsiteX2436" fmla="*/ 307894 w 1967341"/>
              <a:gd name="connsiteY2436" fmla="*/ 55234 h 442564"/>
              <a:gd name="connsiteX2437" fmla="*/ 308657 w 1967341"/>
              <a:gd name="connsiteY2437" fmla="*/ 55670 h 442564"/>
              <a:gd name="connsiteX2438" fmla="*/ 309573 w 1967341"/>
              <a:gd name="connsiteY2438" fmla="*/ 55910 h 442564"/>
              <a:gd name="connsiteX2439" fmla="*/ 310183 w 1967341"/>
              <a:gd name="connsiteY2439" fmla="*/ 56258 h 442564"/>
              <a:gd name="connsiteX2440" fmla="*/ 310990 w 1967341"/>
              <a:gd name="connsiteY2440" fmla="*/ 56673 h 442564"/>
              <a:gd name="connsiteX2441" fmla="*/ 310031 w 1967341"/>
              <a:gd name="connsiteY2441" fmla="*/ 57589 h 442564"/>
              <a:gd name="connsiteX2442" fmla="*/ 307000 w 1967341"/>
              <a:gd name="connsiteY2442" fmla="*/ 59377 h 442564"/>
              <a:gd name="connsiteX2443" fmla="*/ 300938 w 1967341"/>
              <a:gd name="connsiteY2443" fmla="*/ 60859 h 442564"/>
              <a:gd name="connsiteX2444" fmla="*/ 300196 w 1967341"/>
              <a:gd name="connsiteY2444" fmla="*/ 60859 h 442564"/>
              <a:gd name="connsiteX2445" fmla="*/ 298997 w 1967341"/>
              <a:gd name="connsiteY2445" fmla="*/ 61012 h 442564"/>
              <a:gd name="connsiteX2446" fmla="*/ 297384 w 1967341"/>
              <a:gd name="connsiteY2446" fmla="*/ 61012 h 442564"/>
              <a:gd name="connsiteX2447" fmla="*/ 297384 w 1967341"/>
              <a:gd name="connsiteY2447" fmla="*/ 60925 h 442564"/>
              <a:gd name="connsiteX2448" fmla="*/ 296315 w 1967341"/>
              <a:gd name="connsiteY2448" fmla="*/ 61187 h 442564"/>
              <a:gd name="connsiteX2449" fmla="*/ 296969 w 1967341"/>
              <a:gd name="connsiteY2449" fmla="*/ 61950 h 442564"/>
              <a:gd name="connsiteX2450" fmla="*/ 296969 w 1967341"/>
              <a:gd name="connsiteY2450" fmla="*/ 63214 h 442564"/>
              <a:gd name="connsiteX2451" fmla="*/ 297275 w 1967341"/>
              <a:gd name="connsiteY2451" fmla="*/ 64130 h 442564"/>
              <a:gd name="connsiteX2452" fmla="*/ 298343 w 1967341"/>
              <a:gd name="connsiteY2452" fmla="*/ 64501 h 442564"/>
              <a:gd name="connsiteX2453" fmla="*/ 300306 w 1967341"/>
              <a:gd name="connsiteY2453" fmla="*/ 65068 h 442564"/>
              <a:gd name="connsiteX2454" fmla="*/ 302770 w 1967341"/>
              <a:gd name="connsiteY2454" fmla="*/ 65068 h 442564"/>
              <a:gd name="connsiteX2455" fmla="*/ 306193 w 1967341"/>
              <a:gd name="connsiteY2455" fmla="*/ 65068 h 442564"/>
              <a:gd name="connsiteX2456" fmla="*/ 310053 w 1967341"/>
              <a:gd name="connsiteY2456" fmla="*/ 64108 h 442564"/>
              <a:gd name="connsiteX2457" fmla="*/ 313236 w 1967341"/>
              <a:gd name="connsiteY2457" fmla="*/ 62495 h 442564"/>
              <a:gd name="connsiteX2458" fmla="*/ 314457 w 1967341"/>
              <a:gd name="connsiteY2458" fmla="*/ 66071 h 442564"/>
              <a:gd name="connsiteX2459" fmla="*/ 314893 w 1967341"/>
              <a:gd name="connsiteY2459" fmla="*/ 67946 h 442564"/>
              <a:gd name="connsiteX2460" fmla="*/ 315351 w 1967341"/>
              <a:gd name="connsiteY2460" fmla="*/ 71239 h 442564"/>
              <a:gd name="connsiteX2461" fmla="*/ 315351 w 1967341"/>
              <a:gd name="connsiteY2461" fmla="*/ 74902 h 442564"/>
              <a:gd name="connsiteX2462" fmla="*/ 315962 w 1967341"/>
              <a:gd name="connsiteY2462" fmla="*/ 76210 h 442564"/>
              <a:gd name="connsiteX2463" fmla="*/ 317619 w 1967341"/>
              <a:gd name="connsiteY2463" fmla="*/ 77497 h 442564"/>
              <a:gd name="connsiteX2464" fmla="*/ 318644 w 1967341"/>
              <a:gd name="connsiteY2464" fmla="*/ 78369 h 442564"/>
              <a:gd name="connsiteX2465" fmla="*/ 319974 w 1967341"/>
              <a:gd name="connsiteY2465" fmla="*/ 79111 h 442564"/>
              <a:gd name="connsiteX2466" fmla="*/ 321195 w 1967341"/>
              <a:gd name="connsiteY2466" fmla="*/ 79917 h 442564"/>
              <a:gd name="connsiteX2467" fmla="*/ 321828 w 1967341"/>
              <a:gd name="connsiteY2467" fmla="*/ 80135 h 442564"/>
              <a:gd name="connsiteX2468" fmla="*/ 322656 w 1967341"/>
              <a:gd name="connsiteY2468" fmla="*/ 79983 h 442564"/>
              <a:gd name="connsiteX2469" fmla="*/ 324444 w 1967341"/>
              <a:gd name="connsiteY2469" fmla="*/ 79983 h 442564"/>
              <a:gd name="connsiteX2470" fmla="*/ 325077 w 1967341"/>
              <a:gd name="connsiteY2470" fmla="*/ 79154 h 442564"/>
              <a:gd name="connsiteX2471" fmla="*/ 325709 w 1967341"/>
              <a:gd name="connsiteY2471" fmla="*/ 78675 h 442564"/>
              <a:gd name="connsiteX2472" fmla="*/ 325098 w 1967341"/>
              <a:gd name="connsiteY2472" fmla="*/ 77824 h 442564"/>
              <a:gd name="connsiteX2473" fmla="*/ 323223 w 1967341"/>
              <a:gd name="connsiteY2473" fmla="*/ 75644 h 442564"/>
              <a:gd name="connsiteX2474" fmla="*/ 322569 w 1967341"/>
              <a:gd name="connsiteY2474" fmla="*/ 74357 h 442564"/>
              <a:gd name="connsiteX2475" fmla="*/ 321500 w 1967341"/>
              <a:gd name="connsiteY2475" fmla="*/ 73005 h 442564"/>
              <a:gd name="connsiteX2476" fmla="*/ 320040 w 1967341"/>
              <a:gd name="connsiteY2476" fmla="*/ 69952 h 442564"/>
              <a:gd name="connsiteX2477" fmla="*/ 319211 w 1967341"/>
              <a:gd name="connsiteY2477" fmla="*/ 65940 h 442564"/>
              <a:gd name="connsiteX2478" fmla="*/ 317902 w 1967341"/>
              <a:gd name="connsiteY2478" fmla="*/ 60838 h 442564"/>
              <a:gd name="connsiteX2479" fmla="*/ 318557 w 1967341"/>
              <a:gd name="connsiteY2479" fmla="*/ 59224 h 442564"/>
              <a:gd name="connsiteX2480" fmla="*/ 319712 w 1967341"/>
              <a:gd name="connsiteY2480" fmla="*/ 58657 h 442564"/>
              <a:gd name="connsiteX2481" fmla="*/ 322067 w 1967341"/>
              <a:gd name="connsiteY2481" fmla="*/ 59028 h 442564"/>
              <a:gd name="connsiteX2482" fmla="*/ 323419 w 1967341"/>
              <a:gd name="connsiteY2482" fmla="*/ 59595 h 442564"/>
              <a:gd name="connsiteX2483" fmla="*/ 324968 w 1967341"/>
              <a:gd name="connsiteY2483" fmla="*/ 59922 h 442564"/>
              <a:gd name="connsiteX2484" fmla="*/ 327322 w 1967341"/>
              <a:gd name="connsiteY2484" fmla="*/ 60205 h 442564"/>
              <a:gd name="connsiteX2485" fmla="*/ 328478 w 1967341"/>
              <a:gd name="connsiteY2485" fmla="*/ 60074 h 442564"/>
              <a:gd name="connsiteX2486" fmla="*/ 329154 w 1967341"/>
              <a:gd name="connsiteY2486" fmla="*/ 59791 h 442564"/>
              <a:gd name="connsiteX2487" fmla="*/ 329154 w 1967341"/>
              <a:gd name="connsiteY2487" fmla="*/ 57262 h 442564"/>
              <a:gd name="connsiteX2488" fmla="*/ 327955 w 1967341"/>
              <a:gd name="connsiteY2488" fmla="*/ 55953 h 442564"/>
              <a:gd name="connsiteX2489" fmla="*/ 326254 w 1967341"/>
              <a:gd name="connsiteY2489" fmla="*/ 54972 h 442564"/>
              <a:gd name="connsiteX2490" fmla="*/ 324684 w 1967341"/>
              <a:gd name="connsiteY2490" fmla="*/ 55103 h 442564"/>
              <a:gd name="connsiteX2491" fmla="*/ 323550 w 1967341"/>
              <a:gd name="connsiteY2491" fmla="*/ 54885 h 442564"/>
              <a:gd name="connsiteX2492" fmla="*/ 322547 w 1967341"/>
              <a:gd name="connsiteY2492" fmla="*/ 54776 h 442564"/>
              <a:gd name="connsiteX2493" fmla="*/ 321806 w 1967341"/>
              <a:gd name="connsiteY2493" fmla="*/ 54579 h 442564"/>
              <a:gd name="connsiteX2494" fmla="*/ 322373 w 1967341"/>
              <a:gd name="connsiteY2494" fmla="*/ 53664 h 442564"/>
              <a:gd name="connsiteX2495" fmla="*/ 323943 w 1967341"/>
              <a:gd name="connsiteY2495" fmla="*/ 52443 h 442564"/>
              <a:gd name="connsiteX2496" fmla="*/ 324270 w 1967341"/>
              <a:gd name="connsiteY2496" fmla="*/ 51483 h 442564"/>
              <a:gd name="connsiteX2497" fmla="*/ 324488 w 1967341"/>
              <a:gd name="connsiteY2497" fmla="*/ 50436 h 442564"/>
              <a:gd name="connsiteX2498" fmla="*/ 323834 w 1967341"/>
              <a:gd name="connsiteY2498" fmla="*/ 48670 h 442564"/>
              <a:gd name="connsiteX2499" fmla="*/ 322285 w 1967341"/>
              <a:gd name="connsiteY2499" fmla="*/ 47689 h 442564"/>
              <a:gd name="connsiteX2500" fmla="*/ 321282 w 1967341"/>
              <a:gd name="connsiteY2500" fmla="*/ 47471 h 442564"/>
              <a:gd name="connsiteX2501" fmla="*/ 320236 w 1967341"/>
              <a:gd name="connsiteY2501" fmla="*/ 46751 h 442564"/>
              <a:gd name="connsiteX2502" fmla="*/ 177541 w 1967341"/>
              <a:gd name="connsiteY2502" fmla="*/ 43371 h 442564"/>
              <a:gd name="connsiteX2503" fmla="*/ 177606 w 1967341"/>
              <a:gd name="connsiteY2503" fmla="*/ 43459 h 442564"/>
              <a:gd name="connsiteX2504" fmla="*/ 177559 w 1967341"/>
              <a:gd name="connsiteY2504" fmla="*/ 43404 h 442564"/>
              <a:gd name="connsiteX2505" fmla="*/ 125513 w 1967341"/>
              <a:gd name="connsiteY2505" fmla="*/ 39228 h 442564"/>
              <a:gd name="connsiteX2506" fmla="*/ 124401 w 1967341"/>
              <a:gd name="connsiteY2506" fmla="*/ 39512 h 442564"/>
              <a:gd name="connsiteX2507" fmla="*/ 123616 w 1967341"/>
              <a:gd name="connsiteY2507" fmla="*/ 39512 h 442564"/>
              <a:gd name="connsiteX2508" fmla="*/ 122591 w 1967341"/>
              <a:gd name="connsiteY2508" fmla="*/ 40122 h 442564"/>
              <a:gd name="connsiteX2509" fmla="*/ 121741 w 1967341"/>
              <a:gd name="connsiteY2509" fmla="*/ 40537 h 442564"/>
              <a:gd name="connsiteX2510" fmla="*/ 121217 w 1967341"/>
              <a:gd name="connsiteY2510" fmla="*/ 41191 h 442564"/>
              <a:gd name="connsiteX2511" fmla="*/ 120563 w 1967341"/>
              <a:gd name="connsiteY2511" fmla="*/ 41671 h 442564"/>
              <a:gd name="connsiteX2512" fmla="*/ 120040 w 1967341"/>
              <a:gd name="connsiteY2512" fmla="*/ 42390 h 442564"/>
              <a:gd name="connsiteX2513" fmla="*/ 118949 w 1967341"/>
              <a:gd name="connsiteY2513" fmla="*/ 43306 h 442564"/>
              <a:gd name="connsiteX2514" fmla="*/ 119102 w 1967341"/>
              <a:gd name="connsiteY2514" fmla="*/ 44135 h 442564"/>
              <a:gd name="connsiteX2515" fmla="*/ 121108 w 1967341"/>
              <a:gd name="connsiteY2515" fmla="*/ 45639 h 442564"/>
              <a:gd name="connsiteX2516" fmla="*/ 121326 w 1967341"/>
              <a:gd name="connsiteY2516" fmla="*/ 46577 h 442564"/>
              <a:gd name="connsiteX2517" fmla="*/ 121479 w 1967341"/>
              <a:gd name="connsiteY2517" fmla="*/ 47362 h 442564"/>
              <a:gd name="connsiteX2518" fmla="*/ 121719 w 1967341"/>
              <a:gd name="connsiteY2518" fmla="*/ 48125 h 442564"/>
              <a:gd name="connsiteX2519" fmla="*/ 122635 w 1967341"/>
              <a:gd name="connsiteY2519" fmla="*/ 48125 h 442564"/>
              <a:gd name="connsiteX2520" fmla="*/ 123441 w 1967341"/>
              <a:gd name="connsiteY2520" fmla="*/ 47951 h 442564"/>
              <a:gd name="connsiteX2521" fmla="*/ 123921 w 1967341"/>
              <a:gd name="connsiteY2521" fmla="*/ 48518 h 442564"/>
              <a:gd name="connsiteX2522" fmla="*/ 123311 w 1967341"/>
              <a:gd name="connsiteY2522" fmla="*/ 49651 h 442564"/>
              <a:gd name="connsiteX2523" fmla="*/ 121413 w 1967341"/>
              <a:gd name="connsiteY2523" fmla="*/ 51832 h 442564"/>
              <a:gd name="connsiteX2524" fmla="*/ 120280 w 1967341"/>
              <a:gd name="connsiteY2524" fmla="*/ 52748 h 442564"/>
              <a:gd name="connsiteX2525" fmla="*/ 117685 w 1967341"/>
              <a:gd name="connsiteY2525" fmla="*/ 55125 h 442564"/>
              <a:gd name="connsiteX2526" fmla="*/ 116704 w 1967341"/>
              <a:gd name="connsiteY2526" fmla="*/ 56280 h 442564"/>
              <a:gd name="connsiteX2527" fmla="*/ 115940 w 1967341"/>
              <a:gd name="connsiteY2527" fmla="*/ 56280 h 442564"/>
              <a:gd name="connsiteX2528" fmla="*/ 115940 w 1967341"/>
              <a:gd name="connsiteY2528" fmla="*/ 56193 h 442564"/>
              <a:gd name="connsiteX2529" fmla="*/ 114348 w 1967341"/>
              <a:gd name="connsiteY2529" fmla="*/ 58635 h 442564"/>
              <a:gd name="connsiteX2530" fmla="*/ 114588 w 1967341"/>
              <a:gd name="connsiteY2530" fmla="*/ 59486 h 442564"/>
              <a:gd name="connsiteX2531" fmla="*/ 115221 w 1967341"/>
              <a:gd name="connsiteY2531" fmla="*/ 60423 h 442564"/>
              <a:gd name="connsiteX2532" fmla="*/ 116180 w 1967341"/>
              <a:gd name="connsiteY2532" fmla="*/ 61383 h 442564"/>
              <a:gd name="connsiteX2533" fmla="*/ 117314 w 1967341"/>
              <a:gd name="connsiteY2533" fmla="*/ 60816 h 442564"/>
              <a:gd name="connsiteX2534" fmla="*/ 118143 w 1967341"/>
              <a:gd name="connsiteY2534" fmla="*/ 60816 h 442564"/>
              <a:gd name="connsiteX2535" fmla="*/ 118622 w 1967341"/>
              <a:gd name="connsiteY2535" fmla="*/ 59965 h 442564"/>
              <a:gd name="connsiteX2536" fmla="*/ 119298 w 1967341"/>
              <a:gd name="connsiteY2536" fmla="*/ 59180 h 442564"/>
              <a:gd name="connsiteX2537" fmla="*/ 120127 w 1967341"/>
              <a:gd name="connsiteY2537" fmla="*/ 58330 h 442564"/>
              <a:gd name="connsiteX2538" fmla="*/ 120716 w 1967341"/>
              <a:gd name="connsiteY2538" fmla="*/ 57938 h 442564"/>
              <a:gd name="connsiteX2539" fmla="*/ 121479 w 1967341"/>
              <a:gd name="connsiteY2539" fmla="*/ 57436 h 442564"/>
              <a:gd name="connsiteX2540" fmla="*/ 122220 w 1967341"/>
              <a:gd name="connsiteY2540" fmla="*/ 56673 h 442564"/>
              <a:gd name="connsiteX2541" fmla="*/ 122962 w 1967341"/>
              <a:gd name="connsiteY2541" fmla="*/ 56062 h 442564"/>
              <a:gd name="connsiteX2542" fmla="*/ 123790 w 1967341"/>
              <a:gd name="connsiteY2542" fmla="*/ 55255 h 442564"/>
              <a:gd name="connsiteX2543" fmla="*/ 124663 w 1967341"/>
              <a:gd name="connsiteY2543" fmla="*/ 54361 h 442564"/>
              <a:gd name="connsiteX2544" fmla="*/ 125557 w 1967341"/>
              <a:gd name="connsiteY2544" fmla="*/ 53446 h 442564"/>
              <a:gd name="connsiteX2545" fmla="*/ 128784 w 1967341"/>
              <a:gd name="connsiteY2545" fmla="*/ 50197 h 442564"/>
              <a:gd name="connsiteX2546" fmla="*/ 130005 w 1967341"/>
              <a:gd name="connsiteY2546" fmla="*/ 48539 h 442564"/>
              <a:gd name="connsiteX2547" fmla="*/ 131161 w 1967341"/>
              <a:gd name="connsiteY2547" fmla="*/ 47907 h 442564"/>
              <a:gd name="connsiteX2548" fmla="*/ 132076 w 1967341"/>
              <a:gd name="connsiteY2548" fmla="*/ 46795 h 442564"/>
              <a:gd name="connsiteX2549" fmla="*/ 133036 w 1967341"/>
              <a:gd name="connsiteY2549" fmla="*/ 45748 h 442564"/>
              <a:gd name="connsiteX2550" fmla="*/ 134213 w 1967341"/>
              <a:gd name="connsiteY2550" fmla="*/ 44832 h 442564"/>
              <a:gd name="connsiteX2551" fmla="*/ 135740 w 1967341"/>
              <a:gd name="connsiteY2551" fmla="*/ 43742 h 442564"/>
              <a:gd name="connsiteX2552" fmla="*/ 136874 w 1967341"/>
              <a:gd name="connsiteY2552" fmla="*/ 43459 h 442564"/>
              <a:gd name="connsiteX2553" fmla="*/ 137724 w 1967341"/>
              <a:gd name="connsiteY2553" fmla="*/ 40907 h 442564"/>
              <a:gd name="connsiteX2554" fmla="*/ 137179 w 1967341"/>
              <a:gd name="connsiteY2554" fmla="*/ 39883 h 442564"/>
              <a:gd name="connsiteX2555" fmla="*/ 136459 w 1967341"/>
              <a:gd name="connsiteY2555" fmla="*/ 39665 h 442564"/>
              <a:gd name="connsiteX2556" fmla="*/ 134955 w 1967341"/>
              <a:gd name="connsiteY2556" fmla="*/ 39403 h 442564"/>
              <a:gd name="connsiteX2557" fmla="*/ 133995 w 1967341"/>
              <a:gd name="connsiteY2557" fmla="*/ 39621 h 442564"/>
              <a:gd name="connsiteX2558" fmla="*/ 132992 w 1967341"/>
              <a:gd name="connsiteY2558" fmla="*/ 39774 h 442564"/>
              <a:gd name="connsiteX2559" fmla="*/ 131422 w 1967341"/>
              <a:gd name="connsiteY2559" fmla="*/ 41278 h 442564"/>
              <a:gd name="connsiteX2560" fmla="*/ 128675 w 1967341"/>
              <a:gd name="connsiteY2560" fmla="*/ 43938 h 442564"/>
              <a:gd name="connsiteX2561" fmla="*/ 128173 w 1967341"/>
              <a:gd name="connsiteY2561" fmla="*/ 43502 h 442564"/>
              <a:gd name="connsiteX2562" fmla="*/ 128173 w 1967341"/>
              <a:gd name="connsiteY2562" fmla="*/ 41322 h 442564"/>
              <a:gd name="connsiteX2563" fmla="*/ 126472 w 1967341"/>
              <a:gd name="connsiteY2563" fmla="*/ 40144 h 442564"/>
              <a:gd name="connsiteX2564" fmla="*/ 125513 w 1967341"/>
              <a:gd name="connsiteY2564" fmla="*/ 39228 h 442564"/>
              <a:gd name="connsiteX2565" fmla="*/ 194516 w 1967341"/>
              <a:gd name="connsiteY2565" fmla="*/ 33069 h 442564"/>
              <a:gd name="connsiteX2566" fmla="*/ 194876 w 1967341"/>
              <a:gd name="connsiteY2566" fmla="*/ 33451 h 442564"/>
              <a:gd name="connsiteX2567" fmla="*/ 194265 w 1967341"/>
              <a:gd name="connsiteY2567" fmla="*/ 34999 h 442564"/>
              <a:gd name="connsiteX2568" fmla="*/ 192979 w 1967341"/>
              <a:gd name="connsiteY2568" fmla="*/ 34999 h 442564"/>
              <a:gd name="connsiteX2569" fmla="*/ 192782 w 1967341"/>
              <a:gd name="connsiteY2569" fmla="*/ 34301 h 442564"/>
              <a:gd name="connsiteX2570" fmla="*/ 193022 w 1967341"/>
              <a:gd name="connsiteY2570" fmla="*/ 33516 h 442564"/>
              <a:gd name="connsiteX2571" fmla="*/ 194418 w 1967341"/>
              <a:gd name="connsiteY2571" fmla="*/ 33080 h 442564"/>
              <a:gd name="connsiteX2572" fmla="*/ 194516 w 1967341"/>
              <a:gd name="connsiteY2572" fmla="*/ 33069 h 442564"/>
              <a:gd name="connsiteX2573" fmla="*/ 198496 w 1967341"/>
              <a:gd name="connsiteY2573" fmla="*/ 31248 h 442564"/>
              <a:gd name="connsiteX2574" fmla="*/ 199238 w 1967341"/>
              <a:gd name="connsiteY2574" fmla="*/ 31401 h 442564"/>
              <a:gd name="connsiteX2575" fmla="*/ 199347 w 1967341"/>
              <a:gd name="connsiteY2575" fmla="*/ 32338 h 442564"/>
              <a:gd name="connsiteX2576" fmla="*/ 198213 w 1967341"/>
              <a:gd name="connsiteY2576" fmla="*/ 33451 h 442564"/>
              <a:gd name="connsiteX2577" fmla="*/ 197428 w 1967341"/>
              <a:gd name="connsiteY2577" fmla="*/ 32905 h 442564"/>
              <a:gd name="connsiteX2578" fmla="*/ 197428 w 1967341"/>
              <a:gd name="connsiteY2578" fmla="*/ 31772 h 442564"/>
              <a:gd name="connsiteX2579" fmla="*/ 198496 w 1967341"/>
              <a:gd name="connsiteY2579" fmla="*/ 31248 h 442564"/>
              <a:gd name="connsiteX2580" fmla="*/ 193328 w 1967341"/>
              <a:gd name="connsiteY2580" fmla="*/ 28370 h 442564"/>
              <a:gd name="connsiteX2581" fmla="*/ 194396 w 1967341"/>
              <a:gd name="connsiteY2581" fmla="*/ 29286 h 442564"/>
              <a:gd name="connsiteX2582" fmla="*/ 193153 w 1967341"/>
              <a:gd name="connsiteY2582" fmla="*/ 30834 h 442564"/>
              <a:gd name="connsiteX2583" fmla="*/ 192586 w 1967341"/>
              <a:gd name="connsiteY2583" fmla="*/ 30594 h 442564"/>
              <a:gd name="connsiteX2584" fmla="*/ 192281 w 1967341"/>
              <a:gd name="connsiteY2584" fmla="*/ 29395 h 442564"/>
              <a:gd name="connsiteX2585" fmla="*/ 193328 w 1967341"/>
              <a:gd name="connsiteY2585" fmla="*/ 28370 h 442564"/>
              <a:gd name="connsiteX2586" fmla="*/ 254601 w 1967341"/>
              <a:gd name="connsiteY2586" fmla="*/ 27475 h 442564"/>
              <a:gd name="connsiteX2587" fmla="*/ 253162 w 1967341"/>
              <a:gd name="connsiteY2587" fmla="*/ 28195 h 442564"/>
              <a:gd name="connsiteX2588" fmla="*/ 252944 w 1967341"/>
              <a:gd name="connsiteY2588" fmla="*/ 29569 h 442564"/>
              <a:gd name="connsiteX2589" fmla="*/ 252944 w 1967341"/>
              <a:gd name="connsiteY2589" fmla="*/ 31030 h 442564"/>
              <a:gd name="connsiteX2590" fmla="*/ 253467 w 1967341"/>
              <a:gd name="connsiteY2590" fmla="*/ 32992 h 442564"/>
              <a:gd name="connsiteX2591" fmla="*/ 253576 w 1967341"/>
              <a:gd name="connsiteY2591" fmla="*/ 34562 h 442564"/>
              <a:gd name="connsiteX2592" fmla="*/ 255190 w 1967341"/>
              <a:gd name="connsiteY2592" fmla="*/ 34845 h 442564"/>
              <a:gd name="connsiteX2593" fmla="*/ 256477 w 1967341"/>
              <a:gd name="connsiteY2593" fmla="*/ 34845 h 442564"/>
              <a:gd name="connsiteX2594" fmla="*/ 256477 w 1967341"/>
              <a:gd name="connsiteY2594" fmla="*/ 36045 h 442564"/>
              <a:gd name="connsiteX2595" fmla="*/ 255866 w 1967341"/>
              <a:gd name="connsiteY2595" fmla="*/ 37419 h 442564"/>
              <a:gd name="connsiteX2596" fmla="*/ 252312 w 1967341"/>
              <a:gd name="connsiteY2596" fmla="*/ 41082 h 442564"/>
              <a:gd name="connsiteX2597" fmla="*/ 248779 w 1967341"/>
              <a:gd name="connsiteY2597" fmla="*/ 41605 h 442564"/>
              <a:gd name="connsiteX2598" fmla="*/ 247558 w 1967341"/>
              <a:gd name="connsiteY2598" fmla="*/ 41605 h 442564"/>
              <a:gd name="connsiteX2599" fmla="*/ 244353 w 1967341"/>
              <a:gd name="connsiteY2599" fmla="*/ 41976 h 442564"/>
              <a:gd name="connsiteX2600" fmla="*/ 242979 w 1967341"/>
              <a:gd name="connsiteY2600" fmla="*/ 41496 h 442564"/>
              <a:gd name="connsiteX2601" fmla="*/ 240275 w 1967341"/>
              <a:gd name="connsiteY2601" fmla="*/ 42216 h 442564"/>
              <a:gd name="connsiteX2602" fmla="*/ 240035 w 1967341"/>
              <a:gd name="connsiteY2602" fmla="*/ 43742 h 442564"/>
              <a:gd name="connsiteX2603" fmla="*/ 240035 w 1967341"/>
              <a:gd name="connsiteY2603" fmla="*/ 43655 h 442564"/>
              <a:gd name="connsiteX2604" fmla="*/ 239599 w 1967341"/>
              <a:gd name="connsiteY2604" fmla="*/ 45007 h 442564"/>
              <a:gd name="connsiteX2605" fmla="*/ 241278 w 1967341"/>
              <a:gd name="connsiteY2605" fmla="*/ 47624 h 442564"/>
              <a:gd name="connsiteX2606" fmla="*/ 247536 w 1967341"/>
              <a:gd name="connsiteY2606" fmla="*/ 46882 h 442564"/>
              <a:gd name="connsiteX2607" fmla="*/ 252464 w 1967341"/>
              <a:gd name="connsiteY2607" fmla="*/ 47078 h 442564"/>
              <a:gd name="connsiteX2608" fmla="*/ 255103 w 1967341"/>
              <a:gd name="connsiteY2608" fmla="*/ 47798 h 442564"/>
              <a:gd name="connsiteX2609" fmla="*/ 257501 w 1967341"/>
              <a:gd name="connsiteY2609" fmla="*/ 48038 h 442564"/>
              <a:gd name="connsiteX2610" fmla="*/ 259965 w 1967341"/>
              <a:gd name="connsiteY2610" fmla="*/ 48452 h 442564"/>
              <a:gd name="connsiteX2611" fmla="*/ 262342 w 1967341"/>
              <a:gd name="connsiteY2611" fmla="*/ 49041 h 442564"/>
              <a:gd name="connsiteX2612" fmla="*/ 264893 w 1967341"/>
              <a:gd name="connsiteY2612" fmla="*/ 49913 h 442564"/>
              <a:gd name="connsiteX2613" fmla="*/ 266507 w 1967341"/>
              <a:gd name="connsiteY2613" fmla="*/ 50175 h 442564"/>
              <a:gd name="connsiteX2614" fmla="*/ 267990 w 1967341"/>
              <a:gd name="connsiteY2614" fmla="*/ 50829 h 442564"/>
              <a:gd name="connsiteX2615" fmla="*/ 269429 w 1967341"/>
              <a:gd name="connsiteY2615" fmla="*/ 51091 h 442564"/>
              <a:gd name="connsiteX2616" fmla="*/ 270345 w 1967341"/>
              <a:gd name="connsiteY2616" fmla="*/ 50524 h 442564"/>
              <a:gd name="connsiteX2617" fmla="*/ 270934 w 1967341"/>
              <a:gd name="connsiteY2617" fmla="*/ 49760 h 442564"/>
              <a:gd name="connsiteX2618" fmla="*/ 270934 w 1967341"/>
              <a:gd name="connsiteY2618" fmla="*/ 49193 h 442564"/>
              <a:gd name="connsiteX2619" fmla="*/ 270934 w 1967341"/>
              <a:gd name="connsiteY2619" fmla="*/ 48801 h 442564"/>
              <a:gd name="connsiteX2620" fmla="*/ 270934 w 1967341"/>
              <a:gd name="connsiteY2620" fmla="*/ 47776 h 442564"/>
              <a:gd name="connsiteX2621" fmla="*/ 269756 w 1967341"/>
              <a:gd name="connsiteY2621" fmla="*/ 46228 h 442564"/>
              <a:gd name="connsiteX2622" fmla="*/ 268797 w 1967341"/>
              <a:gd name="connsiteY2622" fmla="*/ 45334 h 442564"/>
              <a:gd name="connsiteX2623" fmla="*/ 267728 w 1967341"/>
              <a:gd name="connsiteY2623" fmla="*/ 44745 h 442564"/>
              <a:gd name="connsiteX2624" fmla="*/ 266660 w 1967341"/>
              <a:gd name="connsiteY2624" fmla="*/ 44593 h 442564"/>
              <a:gd name="connsiteX2625" fmla="*/ 265460 w 1967341"/>
              <a:gd name="connsiteY2625" fmla="*/ 44745 h 442564"/>
              <a:gd name="connsiteX2626" fmla="*/ 261230 w 1967341"/>
              <a:gd name="connsiteY2626" fmla="*/ 43808 h 442564"/>
              <a:gd name="connsiteX2627" fmla="*/ 261688 w 1967341"/>
              <a:gd name="connsiteY2627" fmla="*/ 41431 h 442564"/>
              <a:gd name="connsiteX2628" fmla="*/ 262081 w 1967341"/>
              <a:gd name="connsiteY2628" fmla="*/ 40580 h 442564"/>
              <a:gd name="connsiteX2629" fmla="*/ 262517 w 1967341"/>
              <a:gd name="connsiteY2629" fmla="*/ 39795 h 442564"/>
              <a:gd name="connsiteX2630" fmla="*/ 263040 w 1967341"/>
              <a:gd name="connsiteY2630" fmla="*/ 39054 h 442564"/>
              <a:gd name="connsiteX2631" fmla="*/ 263607 w 1967341"/>
              <a:gd name="connsiteY2631" fmla="*/ 38291 h 442564"/>
              <a:gd name="connsiteX2632" fmla="*/ 263607 w 1967341"/>
              <a:gd name="connsiteY2632" fmla="*/ 36241 h 442564"/>
              <a:gd name="connsiteX2633" fmla="*/ 266289 w 1967341"/>
              <a:gd name="connsiteY2633" fmla="*/ 35216 h 442564"/>
              <a:gd name="connsiteX2634" fmla="*/ 267619 w 1967341"/>
              <a:gd name="connsiteY2634" fmla="*/ 34736 h 442564"/>
              <a:gd name="connsiteX2635" fmla="*/ 269407 w 1967341"/>
              <a:gd name="connsiteY2635" fmla="*/ 33842 h 442564"/>
              <a:gd name="connsiteX2636" fmla="*/ 271719 w 1967341"/>
              <a:gd name="connsiteY2636" fmla="*/ 32578 h 442564"/>
              <a:gd name="connsiteX2637" fmla="*/ 271457 w 1967341"/>
              <a:gd name="connsiteY2637" fmla="*/ 31706 h 442564"/>
              <a:gd name="connsiteX2638" fmla="*/ 271457 w 1967341"/>
              <a:gd name="connsiteY2638" fmla="*/ 30506 h 442564"/>
              <a:gd name="connsiteX2639" fmla="*/ 270585 w 1967341"/>
              <a:gd name="connsiteY2639" fmla="*/ 29067 h 442564"/>
              <a:gd name="connsiteX2640" fmla="*/ 269887 w 1967341"/>
              <a:gd name="connsiteY2640" fmla="*/ 28413 h 442564"/>
              <a:gd name="connsiteX2641" fmla="*/ 268906 w 1967341"/>
              <a:gd name="connsiteY2641" fmla="*/ 28413 h 442564"/>
              <a:gd name="connsiteX2642" fmla="*/ 267794 w 1967341"/>
              <a:gd name="connsiteY2642" fmla="*/ 28282 h 442564"/>
              <a:gd name="connsiteX2643" fmla="*/ 263563 w 1967341"/>
              <a:gd name="connsiteY2643" fmla="*/ 28936 h 442564"/>
              <a:gd name="connsiteX2644" fmla="*/ 262887 w 1967341"/>
              <a:gd name="connsiteY2644" fmla="*/ 28936 h 442564"/>
              <a:gd name="connsiteX2645" fmla="*/ 261928 w 1967341"/>
              <a:gd name="connsiteY2645" fmla="*/ 28936 h 442564"/>
              <a:gd name="connsiteX2646" fmla="*/ 256607 w 1967341"/>
              <a:gd name="connsiteY2646" fmla="*/ 28522 h 442564"/>
              <a:gd name="connsiteX2647" fmla="*/ 254601 w 1967341"/>
              <a:gd name="connsiteY2647" fmla="*/ 27475 h 442564"/>
              <a:gd name="connsiteX2648" fmla="*/ 185522 w 1967341"/>
              <a:gd name="connsiteY2648" fmla="*/ 25971 h 442564"/>
              <a:gd name="connsiteX2649" fmla="*/ 183799 w 1967341"/>
              <a:gd name="connsiteY2649" fmla="*/ 26341 h 442564"/>
              <a:gd name="connsiteX2650" fmla="*/ 178086 w 1967341"/>
              <a:gd name="connsiteY2650" fmla="*/ 30136 h 442564"/>
              <a:gd name="connsiteX2651" fmla="*/ 176690 w 1967341"/>
              <a:gd name="connsiteY2651" fmla="*/ 30484 h 442564"/>
              <a:gd name="connsiteX2652" fmla="*/ 175709 w 1967341"/>
              <a:gd name="connsiteY2652" fmla="*/ 31291 h 442564"/>
              <a:gd name="connsiteX2653" fmla="*/ 175317 w 1967341"/>
              <a:gd name="connsiteY2653" fmla="*/ 32142 h 442564"/>
              <a:gd name="connsiteX2654" fmla="*/ 174706 w 1967341"/>
              <a:gd name="connsiteY2654" fmla="*/ 32643 h 442564"/>
              <a:gd name="connsiteX2655" fmla="*/ 175251 w 1967341"/>
              <a:gd name="connsiteY2655" fmla="*/ 34060 h 442564"/>
              <a:gd name="connsiteX2656" fmla="*/ 175949 w 1967341"/>
              <a:gd name="connsiteY2656" fmla="*/ 34388 h 442564"/>
              <a:gd name="connsiteX2657" fmla="*/ 176843 w 1967341"/>
              <a:gd name="connsiteY2657" fmla="*/ 35129 h 442564"/>
              <a:gd name="connsiteX2658" fmla="*/ 178129 w 1967341"/>
              <a:gd name="connsiteY2658" fmla="*/ 35412 h 442564"/>
              <a:gd name="connsiteX2659" fmla="*/ 179307 w 1967341"/>
              <a:gd name="connsiteY2659" fmla="*/ 36241 h 442564"/>
              <a:gd name="connsiteX2660" fmla="*/ 179307 w 1967341"/>
              <a:gd name="connsiteY2660" fmla="*/ 38422 h 442564"/>
              <a:gd name="connsiteX2661" fmla="*/ 178129 w 1967341"/>
              <a:gd name="connsiteY2661" fmla="*/ 39708 h 442564"/>
              <a:gd name="connsiteX2662" fmla="*/ 177148 w 1967341"/>
              <a:gd name="connsiteY2662" fmla="*/ 39708 h 442564"/>
              <a:gd name="connsiteX2663" fmla="*/ 175949 w 1967341"/>
              <a:gd name="connsiteY2663" fmla="*/ 41365 h 442564"/>
              <a:gd name="connsiteX2664" fmla="*/ 177039 w 1967341"/>
              <a:gd name="connsiteY2664" fmla="*/ 42805 h 442564"/>
              <a:gd name="connsiteX2665" fmla="*/ 177559 w 1967341"/>
              <a:gd name="connsiteY2665" fmla="*/ 43404 h 442564"/>
              <a:gd name="connsiteX2666" fmla="*/ 177933 w 1967341"/>
              <a:gd name="connsiteY2666" fmla="*/ 44113 h 442564"/>
              <a:gd name="connsiteX2667" fmla="*/ 177933 w 1967341"/>
              <a:gd name="connsiteY2667" fmla="*/ 45181 h 442564"/>
              <a:gd name="connsiteX2668" fmla="*/ 177933 w 1967341"/>
              <a:gd name="connsiteY2668" fmla="*/ 46010 h 442564"/>
              <a:gd name="connsiteX2669" fmla="*/ 177257 w 1967341"/>
              <a:gd name="connsiteY2669" fmla="*/ 46969 h 442564"/>
              <a:gd name="connsiteX2670" fmla="*/ 176254 w 1967341"/>
              <a:gd name="connsiteY2670" fmla="*/ 47951 h 442564"/>
              <a:gd name="connsiteX2671" fmla="*/ 174532 w 1967341"/>
              <a:gd name="connsiteY2671" fmla="*/ 50131 h 442564"/>
              <a:gd name="connsiteX2672" fmla="*/ 175164 w 1967341"/>
              <a:gd name="connsiteY2672" fmla="*/ 52094 h 442564"/>
              <a:gd name="connsiteX2673" fmla="*/ 176102 w 1967341"/>
              <a:gd name="connsiteY2673" fmla="*/ 53075 h 442564"/>
              <a:gd name="connsiteX2674" fmla="*/ 176778 w 1967341"/>
              <a:gd name="connsiteY2674" fmla="*/ 54100 h 442564"/>
              <a:gd name="connsiteX2675" fmla="*/ 178086 w 1967341"/>
              <a:gd name="connsiteY2675" fmla="*/ 54274 h 442564"/>
              <a:gd name="connsiteX2676" fmla="*/ 178980 w 1967341"/>
              <a:gd name="connsiteY2676" fmla="*/ 54122 h 442564"/>
              <a:gd name="connsiteX2677" fmla="*/ 180921 w 1967341"/>
              <a:gd name="connsiteY2677" fmla="*/ 51941 h 442564"/>
              <a:gd name="connsiteX2678" fmla="*/ 185151 w 1967341"/>
              <a:gd name="connsiteY2678" fmla="*/ 49019 h 442564"/>
              <a:gd name="connsiteX2679" fmla="*/ 187462 w 1967341"/>
              <a:gd name="connsiteY2679" fmla="*/ 45290 h 442564"/>
              <a:gd name="connsiteX2680" fmla="*/ 187004 w 1967341"/>
              <a:gd name="connsiteY2680" fmla="*/ 44244 h 442564"/>
              <a:gd name="connsiteX2681" fmla="*/ 185936 w 1967341"/>
              <a:gd name="connsiteY2681" fmla="*/ 43742 h 442564"/>
              <a:gd name="connsiteX2682" fmla="*/ 184846 w 1967341"/>
              <a:gd name="connsiteY2682" fmla="*/ 43895 h 442564"/>
              <a:gd name="connsiteX2683" fmla="*/ 184540 w 1967341"/>
              <a:gd name="connsiteY2683" fmla="*/ 42805 h 442564"/>
              <a:gd name="connsiteX2684" fmla="*/ 187070 w 1967341"/>
              <a:gd name="connsiteY2684" fmla="*/ 39621 h 442564"/>
              <a:gd name="connsiteX2685" fmla="*/ 187201 w 1967341"/>
              <a:gd name="connsiteY2685" fmla="*/ 39010 h 442564"/>
              <a:gd name="connsiteX2686" fmla="*/ 186394 w 1967341"/>
              <a:gd name="connsiteY2686" fmla="*/ 37658 h 442564"/>
              <a:gd name="connsiteX2687" fmla="*/ 185936 w 1967341"/>
              <a:gd name="connsiteY2687" fmla="*/ 36786 h 442564"/>
              <a:gd name="connsiteX2688" fmla="*/ 184955 w 1967341"/>
              <a:gd name="connsiteY2688" fmla="*/ 36961 h 442564"/>
              <a:gd name="connsiteX2689" fmla="*/ 184671 w 1967341"/>
              <a:gd name="connsiteY2689" fmla="*/ 35674 h 442564"/>
              <a:gd name="connsiteX2690" fmla="*/ 184562 w 1967341"/>
              <a:gd name="connsiteY2690" fmla="*/ 33777 h 442564"/>
              <a:gd name="connsiteX2691" fmla="*/ 185849 w 1967341"/>
              <a:gd name="connsiteY2691" fmla="*/ 31880 h 442564"/>
              <a:gd name="connsiteX2692" fmla="*/ 186590 w 1967341"/>
              <a:gd name="connsiteY2692" fmla="*/ 30550 h 442564"/>
              <a:gd name="connsiteX2693" fmla="*/ 186852 w 1967341"/>
              <a:gd name="connsiteY2693" fmla="*/ 28805 h 442564"/>
              <a:gd name="connsiteX2694" fmla="*/ 186852 w 1967341"/>
              <a:gd name="connsiteY2694" fmla="*/ 27279 h 442564"/>
              <a:gd name="connsiteX2695" fmla="*/ 185522 w 1967341"/>
              <a:gd name="connsiteY2695" fmla="*/ 25971 h 442564"/>
              <a:gd name="connsiteX2696" fmla="*/ 200022 w 1967341"/>
              <a:gd name="connsiteY2696" fmla="*/ 25622 h 442564"/>
              <a:gd name="connsiteX2697" fmla="*/ 200284 w 1967341"/>
              <a:gd name="connsiteY2697" fmla="*/ 26691 h 442564"/>
              <a:gd name="connsiteX2698" fmla="*/ 199455 w 1967341"/>
              <a:gd name="connsiteY2698" fmla="*/ 28283 h 442564"/>
              <a:gd name="connsiteX2699" fmla="*/ 197929 w 1967341"/>
              <a:gd name="connsiteY2699" fmla="*/ 28413 h 442564"/>
              <a:gd name="connsiteX2700" fmla="*/ 197340 w 1967341"/>
              <a:gd name="connsiteY2700" fmla="*/ 27127 h 442564"/>
              <a:gd name="connsiteX2701" fmla="*/ 200022 w 1967341"/>
              <a:gd name="connsiteY2701" fmla="*/ 25622 h 442564"/>
              <a:gd name="connsiteX2702" fmla="*/ 201134 w 1967341"/>
              <a:gd name="connsiteY2702" fmla="*/ 21282 h 442564"/>
              <a:gd name="connsiteX2703" fmla="*/ 195836 w 1967341"/>
              <a:gd name="connsiteY2703" fmla="*/ 23856 h 442564"/>
              <a:gd name="connsiteX2704" fmla="*/ 194026 w 1967341"/>
              <a:gd name="connsiteY2704" fmla="*/ 24292 h 442564"/>
              <a:gd name="connsiteX2705" fmla="*/ 191845 w 1967341"/>
              <a:gd name="connsiteY2705" fmla="*/ 25578 h 442564"/>
              <a:gd name="connsiteX2706" fmla="*/ 190537 w 1967341"/>
              <a:gd name="connsiteY2706" fmla="*/ 26211 h 442564"/>
              <a:gd name="connsiteX2707" fmla="*/ 189512 w 1967341"/>
              <a:gd name="connsiteY2707" fmla="*/ 26472 h 442564"/>
              <a:gd name="connsiteX2708" fmla="*/ 188313 w 1967341"/>
              <a:gd name="connsiteY2708" fmla="*/ 25949 h 442564"/>
              <a:gd name="connsiteX2709" fmla="*/ 187702 w 1967341"/>
              <a:gd name="connsiteY2709" fmla="*/ 27824 h 442564"/>
              <a:gd name="connsiteX2710" fmla="*/ 187702 w 1967341"/>
              <a:gd name="connsiteY2710" fmla="*/ 29634 h 442564"/>
              <a:gd name="connsiteX2711" fmla="*/ 187637 w 1967341"/>
              <a:gd name="connsiteY2711" fmla="*/ 29547 h 442564"/>
              <a:gd name="connsiteX2712" fmla="*/ 187702 w 1967341"/>
              <a:gd name="connsiteY2712" fmla="*/ 30746 h 442564"/>
              <a:gd name="connsiteX2713" fmla="*/ 188291 w 1967341"/>
              <a:gd name="connsiteY2713" fmla="*/ 32033 h 442564"/>
              <a:gd name="connsiteX2714" fmla="*/ 189054 w 1967341"/>
              <a:gd name="connsiteY2714" fmla="*/ 35129 h 442564"/>
              <a:gd name="connsiteX2715" fmla="*/ 188662 w 1967341"/>
              <a:gd name="connsiteY2715" fmla="*/ 37157 h 442564"/>
              <a:gd name="connsiteX2716" fmla="*/ 189185 w 1967341"/>
              <a:gd name="connsiteY2716" fmla="*/ 38400 h 442564"/>
              <a:gd name="connsiteX2717" fmla="*/ 189970 w 1967341"/>
              <a:gd name="connsiteY2717" fmla="*/ 39468 h 442564"/>
              <a:gd name="connsiteX2718" fmla="*/ 190340 w 1967341"/>
              <a:gd name="connsiteY2718" fmla="*/ 40231 h 442564"/>
              <a:gd name="connsiteX2719" fmla="*/ 190755 w 1967341"/>
              <a:gd name="connsiteY2719" fmla="*/ 40711 h 442564"/>
              <a:gd name="connsiteX2720" fmla="*/ 191474 w 1967341"/>
              <a:gd name="connsiteY2720" fmla="*/ 40711 h 442564"/>
              <a:gd name="connsiteX2721" fmla="*/ 192303 w 1967341"/>
              <a:gd name="connsiteY2721" fmla="*/ 40406 h 442564"/>
              <a:gd name="connsiteX2722" fmla="*/ 193197 w 1967341"/>
              <a:gd name="connsiteY2722" fmla="*/ 39992 h 442564"/>
              <a:gd name="connsiteX2723" fmla="*/ 193938 w 1967341"/>
              <a:gd name="connsiteY2723" fmla="*/ 39992 h 442564"/>
              <a:gd name="connsiteX2724" fmla="*/ 193938 w 1967341"/>
              <a:gd name="connsiteY2724" fmla="*/ 41213 h 442564"/>
              <a:gd name="connsiteX2725" fmla="*/ 193459 w 1967341"/>
              <a:gd name="connsiteY2725" fmla="*/ 41758 h 442564"/>
              <a:gd name="connsiteX2726" fmla="*/ 192892 w 1967341"/>
              <a:gd name="connsiteY2726" fmla="*/ 41867 h 442564"/>
              <a:gd name="connsiteX2727" fmla="*/ 192281 w 1967341"/>
              <a:gd name="connsiteY2727" fmla="*/ 42063 h 442564"/>
              <a:gd name="connsiteX2728" fmla="*/ 191693 w 1967341"/>
              <a:gd name="connsiteY2728" fmla="*/ 41954 h 442564"/>
              <a:gd name="connsiteX2729" fmla="*/ 191235 w 1967341"/>
              <a:gd name="connsiteY2729" fmla="*/ 42783 h 442564"/>
              <a:gd name="connsiteX2730" fmla="*/ 191235 w 1967341"/>
              <a:gd name="connsiteY2730" fmla="*/ 43808 h 442564"/>
              <a:gd name="connsiteX2731" fmla="*/ 191235 w 1967341"/>
              <a:gd name="connsiteY2731" fmla="*/ 44658 h 442564"/>
              <a:gd name="connsiteX2732" fmla="*/ 192150 w 1967341"/>
              <a:gd name="connsiteY2732" fmla="*/ 44963 h 442564"/>
              <a:gd name="connsiteX2733" fmla="*/ 193175 w 1967341"/>
              <a:gd name="connsiteY2733" fmla="*/ 44963 h 442564"/>
              <a:gd name="connsiteX2734" fmla="*/ 193677 w 1967341"/>
              <a:gd name="connsiteY2734" fmla="*/ 45617 h 442564"/>
              <a:gd name="connsiteX2735" fmla="*/ 191344 w 1967341"/>
              <a:gd name="connsiteY2735" fmla="*/ 47057 h 442564"/>
              <a:gd name="connsiteX2736" fmla="*/ 189490 w 1967341"/>
              <a:gd name="connsiteY2736" fmla="*/ 47994 h 442564"/>
              <a:gd name="connsiteX2737" fmla="*/ 188771 w 1967341"/>
              <a:gd name="connsiteY2737" fmla="*/ 47776 h 442564"/>
              <a:gd name="connsiteX2738" fmla="*/ 188291 w 1967341"/>
              <a:gd name="connsiteY2738" fmla="*/ 48278 h 442564"/>
              <a:gd name="connsiteX2739" fmla="*/ 187964 w 1967341"/>
              <a:gd name="connsiteY2739" fmla="*/ 49368 h 442564"/>
              <a:gd name="connsiteX2740" fmla="*/ 187964 w 1967341"/>
              <a:gd name="connsiteY2740" fmla="*/ 50262 h 442564"/>
              <a:gd name="connsiteX2741" fmla="*/ 188553 w 1967341"/>
              <a:gd name="connsiteY2741" fmla="*/ 52137 h 442564"/>
              <a:gd name="connsiteX2742" fmla="*/ 190101 w 1967341"/>
              <a:gd name="connsiteY2742" fmla="*/ 52682 h 442564"/>
              <a:gd name="connsiteX2743" fmla="*/ 192281 w 1967341"/>
              <a:gd name="connsiteY2743" fmla="*/ 51679 h 442564"/>
              <a:gd name="connsiteX2744" fmla="*/ 194462 w 1967341"/>
              <a:gd name="connsiteY2744" fmla="*/ 51134 h 442564"/>
              <a:gd name="connsiteX2745" fmla="*/ 196642 w 1967341"/>
              <a:gd name="connsiteY2745" fmla="*/ 50415 h 442564"/>
              <a:gd name="connsiteX2746" fmla="*/ 198365 w 1967341"/>
              <a:gd name="connsiteY2746" fmla="*/ 49869 h 442564"/>
              <a:gd name="connsiteX2747" fmla="*/ 199913 w 1967341"/>
              <a:gd name="connsiteY2747" fmla="*/ 49499 h 442564"/>
              <a:gd name="connsiteX2748" fmla="*/ 201723 w 1967341"/>
              <a:gd name="connsiteY2748" fmla="*/ 49346 h 442564"/>
              <a:gd name="connsiteX2749" fmla="*/ 204994 w 1967341"/>
              <a:gd name="connsiteY2749" fmla="*/ 48757 h 442564"/>
              <a:gd name="connsiteX2750" fmla="*/ 207065 w 1967341"/>
              <a:gd name="connsiteY2750" fmla="*/ 48757 h 442564"/>
              <a:gd name="connsiteX2751" fmla="*/ 208810 w 1967341"/>
              <a:gd name="connsiteY2751" fmla="*/ 45290 h 442564"/>
              <a:gd name="connsiteX2752" fmla="*/ 207327 w 1967341"/>
              <a:gd name="connsiteY2752" fmla="*/ 43502 h 442564"/>
              <a:gd name="connsiteX2753" fmla="*/ 205844 w 1967341"/>
              <a:gd name="connsiteY2753" fmla="*/ 43742 h 442564"/>
              <a:gd name="connsiteX2754" fmla="*/ 204165 w 1967341"/>
              <a:gd name="connsiteY2754" fmla="*/ 44331 h 442564"/>
              <a:gd name="connsiteX2755" fmla="*/ 202770 w 1967341"/>
              <a:gd name="connsiteY2755" fmla="*/ 44462 h 442564"/>
              <a:gd name="connsiteX2756" fmla="*/ 200982 w 1967341"/>
              <a:gd name="connsiteY2756" fmla="*/ 45072 h 442564"/>
              <a:gd name="connsiteX2757" fmla="*/ 200240 w 1967341"/>
              <a:gd name="connsiteY2757" fmla="*/ 44636 h 442564"/>
              <a:gd name="connsiteX2758" fmla="*/ 200546 w 1967341"/>
              <a:gd name="connsiteY2758" fmla="*/ 43764 h 442564"/>
              <a:gd name="connsiteX2759" fmla="*/ 201876 w 1967341"/>
              <a:gd name="connsiteY2759" fmla="*/ 43066 h 442564"/>
              <a:gd name="connsiteX2760" fmla="*/ 202944 w 1967341"/>
              <a:gd name="connsiteY2760" fmla="*/ 42041 h 442564"/>
              <a:gd name="connsiteX2761" fmla="*/ 203075 w 1967341"/>
              <a:gd name="connsiteY2761" fmla="*/ 41322 h 442564"/>
              <a:gd name="connsiteX2762" fmla="*/ 202486 w 1967341"/>
              <a:gd name="connsiteY2762" fmla="*/ 39665 h 442564"/>
              <a:gd name="connsiteX2763" fmla="*/ 201854 w 1967341"/>
              <a:gd name="connsiteY2763" fmla="*/ 39141 h 442564"/>
              <a:gd name="connsiteX2764" fmla="*/ 200458 w 1967341"/>
              <a:gd name="connsiteY2764" fmla="*/ 38901 h 442564"/>
              <a:gd name="connsiteX2765" fmla="*/ 199564 w 1967341"/>
              <a:gd name="connsiteY2765" fmla="*/ 39490 h 442564"/>
              <a:gd name="connsiteX2766" fmla="*/ 198387 w 1967341"/>
              <a:gd name="connsiteY2766" fmla="*/ 39861 h 442564"/>
              <a:gd name="connsiteX2767" fmla="*/ 198212 w 1967341"/>
              <a:gd name="connsiteY2767" fmla="*/ 38640 h 442564"/>
              <a:gd name="connsiteX2768" fmla="*/ 199717 w 1967341"/>
              <a:gd name="connsiteY2768" fmla="*/ 37942 h 442564"/>
              <a:gd name="connsiteX2769" fmla="*/ 200742 w 1967341"/>
              <a:gd name="connsiteY2769" fmla="*/ 37440 h 442564"/>
              <a:gd name="connsiteX2770" fmla="*/ 201767 w 1967341"/>
              <a:gd name="connsiteY2770" fmla="*/ 37266 h 442564"/>
              <a:gd name="connsiteX2771" fmla="*/ 202464 w 1967341"/>
              <a:gd name="connsiteY2771" fmla="*/ 36328 h 442564"/>
              <a:gd name="connsiteX2772" fmla="*/ 204231 w 1967341"/>
              <a:gd name="connsiteY2772" fmla="*/ 30768 h 442564"/>
              <a:gd name="connsiteX2773" fmla="*/ 205168 w 1967341"/>
              <a:gd name="connsiteY2773" fmla="*/ 29329 h 442564"/>
              <a:gd name="connsiteX2774" fmla="*/ 206040 w 1967341"/>
              <a:gd name="connsiteY2774" fmla="*/ 26974 h 442564"/>
              <a:gd name="connsiteX2775" fmla="*/ 206171 w 1967341"/>
              <a:gd name="connsiteY2775" fmla="*/ 25556 h 442564"/>
              <a:gd name="connsiteX2776" fmla="*/ 206673 w 1967341"/>
              <a:gd name="connsiteY2776" fmla="*/ 23986 h 442564"/>
              <a:gd name="connsiteX2777" fmla="*/ 205561 w 1967341"/>
              <a:gd name="connsiteY2777" fmla="*/ 22373 h 442564"/>
              <a:gd name="connsiteX2778" fmla="*/ 204994 w 1967341"/>
              <a:gd name="connsiteY2778" fmla="*/ 21413 h 442564"/>
              <a:gd name="connsiteX2779" fmla="*/ 202486 w 1967341"/>
              <a:gd name="connsiteY2779" fmla="*/ 21588 h 442564"/>
              <a:gd name="connsiteX2780" fmla="*/ 201134 w 1967341"/>
              <a:gd name="connsiteY2780" fmla="*/ 21282 h 442564"/>
              <a:gd name="connsiteX2781" fmla="*/ 221282 w 1967341"/>
              <a:gd name="connsiteY2781" fmla="*/ 7850 h 442564"/>
              <a:gd name="connsiteX2782" fmla="*/ 434627 w 1967341"/>
              <a:gd name="connsiteY2782" fmla="*/ 221282 h 442564"/>
              <a:gd name="connsiteX2783" fmla="*/ 434627 w 1967341"/>
              <a:gd name="connsiteY2783" fmla="*/ 221369 h 442564"/>
              <a:gd name="connsiteX2784" fmla="*/ 221108 w 1967341"/>
              <a:gd name="connsiteY2784" fmla="*/ 434714 h 442564"/>
              <a:gd name="connsiteX2785" fmla="*/ 7763 w 1967341"/>
              <a:gd name="connsiteY2785" fmla="*/ 221195 h 442564"/>
              <a:gd name="connsiteX2786" fmla="*/ 221282 w 1967341"/>
              <a:gd name="connsiteY2786" fmla="*/ 7850 h 442564"/>
              <a:gd name="connsiteX2787" fmla="*/ 221282 w 1967341"/>
              <a:gd name="connsiteY2787" fmla="*/ 4950 h 442564"/>
              <a:gd name="connsiteX2788" fmla="*/ 4950 w 1967341"/>
              <a:gd name="connsiteY2788" fmla="*/ 221282 h 442564"/>
              <a:gd name="connsiteX2789" fmla="*/ 221282 w 1967341"/>
              <a:gd name="connsiteY2789" fmla="*/ 437614 h 442564"/>
              <a:gd name="connsiteX2790" fmla="*/ 437614 w 1967341"/>
              <a:gd name="connsiteY2790" fmla="*/ 221282 h 442564"/>
              <a:gd name="connsiteX2791" fmla="*/ 221282 w 1967341"/>
              <a:gd name="connsiteY2791" fmla="*/ 4950 h 442564"/>
              <a:gd name="connsiteX2792" fmla="*/ 221282 w 1967341"/>
              <a:gd name="connsiteY2792" fmla="*/ 0 h 442564"/>
              <a:gd name="connsiteX2793" fmla="*/ 442564 w 1967341"/>
              <a:gd name="connsiteY2793" fmla="*/ 221282 h 442564"/>
              <a:gd name="connsiteX2794" fmla="*/ 221282 w 1967341"/>
              <a:gd name="connsiteY2794" fmla="*/ 442564 h 442564"/>
              <a:gd name="connsiteX2795" fmla="*/ 0 w 1967341"/>
              <a:gd name="connsiteY2795" fmla="*/ 221282 h 442564"/>
              <a:gd name="connsiteX2796" fmla="*/ 221282 w 1967341"/>
              <a:gd name="connsiteY2796" fmla="*/ 0 h 44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</a:cxnLst>
            <a:rect l="l" t="t" r="r" b="b"/>
            <a:pathLst>
              <a:path w="1967341" h="442564">
                <a:moveTo>
                  <a:pt x="258875" y="399761"/>
                </a:moveTo>
                <a:cubicBezTo>
                  <a:pt x="260214" y="401211"/>
                  <a:pt x="261073" y="403038"/>
                  <a:pt x="261340" y="404994"/>
                </a:cubicBezTo>
                <a:cubicBezTo>
                  <a:pt x="261813" y="406861"/>
                  <a:pt x="261690" y="408827"/>
                  <a:pt x="260991" y="410620"/>
                </a:cubicBezTo>
                <a:cubicBezTo>
                  <a:pt x="260790" y="411032"/>
                  <a:pt x="260533" y="411416"/>
                  <a:pt x="260227" y="411758"/>
                </a:cubicBezTo>
                <a:cubicBezTo>
                  <a:pt x="258396" y="413803"/>
                  <a:pt x="255251" y="413978"/>
                  <a:pt x="253206" y="412146"/>
                </a:cubicBezTo>
                <a:cubicBezTo>
                  <a:pt x="251885" y="410738"/>
                  <a:pt x="251032" y="408956"/>
                  <a:pt x="250764" y="407044"/>
                </a:cubicBezTo>
                <a:cubicBezTo>
                  <a:pt x="250282" y="405127"/>
                  <a:pt x="250404" y="403110"/>
                  <a:pt x="251113" y="401265"/>
                </a:cubicBezTo>
                <a:cubicBezTo>
                  <a:pt x="251331" y="400799"/>
                  <a:pt x="251621" y="400369"/>
                  <a:pt x="251972" y="399994"/>
                </a:cubicBezTo>
                <a:cubicBezTo>
                  <a:pt x="253814" y="398023"/>
                  <a:pt x="256904" y="397918"/>
                  <a:pt x="258875" y="399761"/>
                </a:cubicBezTo>
                <a:close/>
                <a:moveTo>
                  <a:pt x="229220" y="398343"/>
                </a:moveTo>
                <a:lnTo>
                  <a:pt x="214632" y="398604"/>
                </a:lnTo>
                <a:lnTo>
                  <a:pt x="215024" y="420148"/>
                </a:lnTo>
                <a:lnTo>
                  <a:pt x="229678" y="419865"/>
                </a:lnTo>
                <a:lnTo>
                  <a:pt x="229678" y="417946"/>
                </a:lnTo>
                <a:lnTo>
                  <a:pt x="229678" y="416049"/>
                </a:lnTo>
                <a:lnTo>
                  <a:pt x="218775" y="416245"/>
                </a:lnTo>
                <a:lnTo>
                  <a:pt x="218775" y="410641"/>
                </a:lnTo>
                <a:lnTo>
                  <a:pt x="228457" y="410467"/>
                </a:lnTo>
                <a:lnTo>
                  <a:pt x="228457" y="408613"/>
                </a:lnTo>
                <a:lnTo>
                  <a:pt x="228457" y="406760"/>
                </a:lnTo>
                <a:lnTo>
                  <a:pt x="218775" y="406934"/>
                </a:lnTo>
                <a:lnTo>
                  <a:pt x="218775" y="402355"/>
                </a:lnTo>
                <a:lnTo>
                  <a:pt x="229220" y="402180"/>
                </a:lnTo>
                <a:lnTo>
                  <a:pt x="229220" y="400262"/>
                </a:lnTo>
                <a:close/>
                <a:moveTo>
                  <a:pt x="193459" y="396685"/>
                </a:moveTo>
                <a:lnTo>
                  <a:pt x="193219" y="398583"/>
                </a:lnTo>
                <a:lnTo>
                  <a:pt x="193001" y="400480"/>
                </a:lnTo>
                <a:lnTo>
                  <a:pt x="198932" y="401199"/>
                </a:lnTo>
                <a:lnTo>
                  <a:pt x="196751" y="418774"/>
                </a:lnTo>
                <a:lnTo>
                  <a:pt x="198932" y="419036"/>
                </a:lnTo>
                <a:lnTo>
                  <a:pt x="200960" y="419276"/>
                </a:lnTo>
                <a:lnTo>
                  <a:pt x="203140" y="401701"/>
                </a:lnTo>
                <a:lnTo>
                  <a:pt x="209093" y="402442"/>
                </a:lnTo>
                <a:lnTo>
                  <a:pt x="209311" y="400523"/>
                </a:lnTo>
                <a:lnTo>
                  <a:pt x="209442" y="398648"/>
                </a:lnTo>
                <a:close/>
                <a:moveTo>
                  <a:pt x="260567" y="396005"/>
                </a:moveTo>
                <a:cubicBezTo>
                  <a:pt x="256136" y="393347"/>
                  <a:pt x="250391" y="394784"/>
                  <a:pt x="247733" y="399215"/>
                </a:cubicBezTo>
                <a:cubicBezTo>
                  <a:pt x="246402" y="401921"/>
                  <a:pt x="246071" y="405011"/>
                  <a:pt x="246795" y="407937"/>
                </a:cubicBezTo>
                <a:cubicBezTo>
                  <a:pt x="247207" y="410870"/>
                  <a:pt x="248664" y="413556"/>
                  <a:pt x="250894" y="415504"/>
                </a:cubicBezTo>
                <a:cubicBezTo>
                  <a:pt x="251097" y="415652"/>
                  <a:pt x="251307" y="415794"/>
                  <a:pt x="251520" y="415927"/>
                </a:cubicBezTo>
                <a:cubicBezTo>
                  <a:pt x="255969" y="418672"/>
                  <a:pt x="261799" y="417292"/>
                  <a:pt x="264545" y="412843"/>
                </a:cubicBezTo>
                <a:cubicBezTo>
                  <a:pt x="265886" y="410203"/>
                  <a:pt x="266219" y="407165"/>
                  <a:pt x="265482" y="404296"/>
                </a:cubicBezTo>
                <a:cubicBezTo>
                  <a:pt x="265083" y="401308"/>
                  <a:pt x="263629" y="398563"/>
                  <a:pt x="261383" y="396555"/>
                </a:cubicBezTo>
                <a:cubicBezTo>
                  <a:pt x="261121" y="396356"/>
                  <a:pt x="260849" y="396173"/>
                  <a:pt x="260567" y="396005"/>
                </a:cubicBezTo>
                <a:close/>
                <a:moveTo>
                  <a:pt x="810540" y="393712"/>
                </a:moveTo>
                <a:lnTo>
                  <a:pt x="810985" y="393910"/>
                </a:lnTo>
                <a:lnTo>
                  <a:pt x="810453" y="393758"/>
                </a:lnTo>
                <a:close/>
                <a:moveTo>
                  <a:pt x="173310" y="392063"/>
                </a:moveTo>
                <a:lnTo>
                  <a:pt x="170061" y="405146"/>
                </a:lnTo>
                <a:cubicBezTo>
                  <a:pt x="169322" y="407390"/>
                  <a:pt x="169438" y="409830"/>
                  <a:pt x="170389" y="411993"/>
                </a:cubicBezTo>
                <a:cubicBezTo>
                  <a:pt x="171583" y="413879"/>
                  <a:pt x="173529" y="415163"/>
                  <a:pt x="175731" y="415525"/>
                </a:cubicBezTo>
                <a:cubicBezTo>
                  <a:pt x="177850" y="416271"/>
                  <a:pt x="180186" y="416088"/>
                  <a:pt x="182163" y="415024"/>
                </a:cubicBezTo>
                <a:cubicBezTo>
                  <a:pt x="184006" y="413506"/>
                  <a:pt x="185225" y="411365"/>
                  <a:pt x="185587" y="409006"/>
                </a:cubicBezTo>
                <a:lnTo>
                  <a:pt x="188749" y="395922"/>
                </a:lnTo>
                <a:lnTo>
                  <a:pt x="186743" y="395421"/>
                </a:lnTo>
                <a:lnTo>
                  <a:pt x="184737" y="394941"/>
                </a:lnTo>
                <a:lnTo>
                  <a:pt x="181444" y="408024"/>
                </a:lnTo>
                <a:cubicBezTo>
                  <a:pt x="181252" y="409272"/>
                  <a:pt x="180646" y="410416"/>
                  <a:pt x="179721" y="411273"/>
                </a:cubicBezTo>
                <a:cubicBezTo>
                  <a:pt x="178777" y="411849"/>
                  <a:pt x="177619" y="411962"/>
                  <a:pt x="176581" y="411579"/>
                </a:cubicBezTo>
                <a:cubicBezTo>
                  <a:pt x="175504" y="411395"/>
                  <a:pt x="174573" y="410728"/>
                  <a:pt x="174052" y="409769"/>
                </a:cubicBezTo>
                <a:cubicBezTo>
                  <a:pt x="173635" y="408598"/>
                  <a:pt x="173635" y="407320"/>
                  <a:pt x="174052" y="406149"/>
                </a:cubicBezTo>
                <a:lnTo>
                  <a:pt x="177323" y="393066"/>
                </a:lnTo>
                <a:lnTo>
                  <a:pt x="175317" y="392564"/>
                </a:lnTo>
                <a:close/>
                <a:moveTo>
                  <a:pt x="282730" y="387789"/>
                </a:moveTo>
                <a:lnTo>
                  <a:pt x="269320" y="392150"/>
                </a:lnTo>
                <a:lnTo>
                  <a:pt x="275862" y="412625"/>
                </a:lnTo>
                <a:lnTo>
                  <a:pt x="277846" y="411971"/>
                </a:lnTo>
                <a:lnTo>
                  <a:pt x="279808" y="411339"/>
                </a:lnTo>
                <a:lnTo>
                  <a:pt x="277083" y="402682"/>
                </a:lnTo>
                <a:lnTo>
                  <a:pt x="285347" y="400000"/>
                </a:lnTo>
                <a:lnTo>
                  <a:pt x="284780" y="398234"/>
                </a:lnTo>
                <a:lnTo>
                  <a:pt x="284191" y="396467"/>
                </a:lnTo>
                <a:lnTo>
                  <a:pt x="275949" y="399149"/>
                </a:lnTo>
                <a:lnTo>
                  <a:pt x="274444" y="394505"/>
                </a:lnTo>
                <a:lnTo>
                  <a:pt x="283908" y="391430"/>
                </a:lnTo>
                <a:lnTo>
                  <a:pt x="283319" y="389599"/>
                </a:lnTo>
                <a:close/>
                <a:moveTo>
                  <a:pt x="153533" y="385325"/>
                </a:moveTo>
                <a:lnTo>
                  <a:pt x="152901" y="387135"/>
                </a:lnTo>
                <a:lnTo>
                  <a:pt x="152290" y="388945"/>
                </a:lnTo>
                <a:lnTo>
                  <a:pt x="157938" y="390885"/>
                </a:lnTo>
                <a:lnTo>
                  <a:pt x="152181" y="407632"/>
                </a:lnTo>
                <a:lnTo>
                  <a:pt x="154143" y="408308"/>
                </a:lnTo>
                <a:lnTo>
                  <a:pt x="156084" y="408984"/>
                </a:lnTo>
                <a:lnTo>
                  <a:pt x="161841" y="392237"/>
                </a:lnTo>
                <a:lnTo>
                  <a:pt x="167510" y="394178"/>
                </a:lnTo>
                <a:lnTo>
                  <a:pt x="168143" y="392368"/>
                </a:lnTo>
                <a:lnTo>
                  <a:pt x="168797" y="390580"/>
                </a:lnTo>
                <a:close/>
                <a:moveTo>
                  <a:pt x="145705" y="381487"/>
                </a:moveTo>
                <a:lnTo>
                  <a:pt x="136612" y="401003"/>
                </a:lnTo>
                <a:lnTo>
                  <a:pt x="138487" y="401875"/>
                </a:lnTo>
                <a:lnTo>
                  <a:pt x="140341" y="402747"/>
                </a:lnTo>
                <a:lnTo>
                  <a:pt x="149455" y="383232"/>
                </a:lnTo>
                <a:lnTo>
                  <a:pt x="147558" y="382359"/>
                </a:lnTo>
                <a:close/>
                <a:moveTo>
                  <a:pt x="309049" y="375033"/>
                </a:moveTo>
                <a:lnTo>
                  <a:pt x="294832" y="382577"/>
                </a:lnTo>
                <a:lnTo>
                  <a:pt x="295726" y="384278"/>
                </a:lnTo>
                <a:lnTo>
                  <a:pt x="296620" y="385957"/>
                </a:lnTo>
                <a:lnTo>
                  <a:pt x="301897" y="383144"/>
                </a:lnTo>
                <a:lnTo>
                  <a:pt x="310227" y="398779"/>
                </a:lnTo>
                <a:lnTo>
                  <a:pt x="312059" y="397819"/>
                </a:lnTo>
                <a:lnTo>
                  <a:pt x="313869" y="396838"/>
                </a:lnTo>
                <a:lnTo>
                  <a:pt x="305561" y="381204"/>
                </a:lnTo>
                <a:lnTo>
                  <a:pt x="310838" y="378391"/>
                </a:lnTo>
                <a:lnTo>
                  <a:pt x="309944" y="376712"/>
                </a:lnTo>
                <a:close/>
                <a:moveTo>
                  <a:pt x="127170" y="371413"/>
                </a:moveTo>
                <a:lnTo>
                  <a:pt x="126320" y="373201"/>
                </a:lnTo>
                <a:lnTo>
                  <a:pt x="125404" y="374880"/>
                </a:lnTo>
                <a:lnTo>
                  <a:pt x="130637" y="377780"/>
                </a:lnTo>
                <a:lnTo>
                  <a:pt x="122046" y="393262"/>
                </a:lnTo>
                <a:lnTo>
                  <a:pt x="123856" y="394265"/>
                </a:lnTo>
                <a:lnTo>
                  <a:pt x="125666" y="395268"/>
                </a:lnTo>
                <a:lnTo>
                  <a:pt x="134170" y="379655"/>
                </a:lnTo>
                <a:lnTo>
                  <a:pt x="139403" y="382555"/>
                </a:lnTo>
                <a:lnTo>
                  <a:pt x="140319" y="380898"/>
                </a:lnTo>
                <a:lnTo>
                  <a:pt x="141257" y="379219"/>
                </a:lnTo>
                <a:close/>
                <a:moveTo>
                  <a:pt x="234017" y="368317"/>
                </a:moveTo>
                <a:cubicBezTo>
                  <a:pt x="230048" y="369669"/>
                  <a:pt x="229045" y="376429"/>
                  <a:pt x="228456" y="376821"/>
                </a:cubicBezTo>
                <a:lnTo>
                  <a:pt x="227954" y="377981"/>
                </a:lnTo>
                <a:lnTo>
                  <a:pt x="227955" y="377955"/>
                </a:lnTo>
                <a:lnTo>
                  <a:pt x="227889" y="378130"/>
                </a:lnTo>
                <a:lnTo>
                  <a:pt x="227954" y="377981"/>
                </a:lnTo>
                <a:lnTo>
                  <a:pt x="227846" y="380069"/>
                </a:lnTo>
                <a:lnTo>
                  <a:pt x="255970" y="378675"/>
                </a:lnTo>
                <a:lnTo>
                  <a:pt x="249498" y="378675"/>
                </a:lnTo>
                <a:cubicBezTo>
                  <a:pt x="249498" y="378675"/>
                  <a:pt x="249891" y="370607"/>
                  <a:pt x="245137" y="368775"/>
                </a:cubicBezTo>
                <a:cubicBezTo>
                  <a:pt x="241596" y="367332"/>
                  <a:pt x="237662" y="367168"/>
                  <a:pt x="234017" y="368317"/>
                </a:cubicBezTo>
                <a:close/>
                <a:moveTo>
                  <a:pt x="262560" y="368273"/>
                </a:moveTo>
                <a:lnTo>
                  <a:pt x="262560" y="368339"/>
                </a:lnTo>
                <a:cubicBezTo>
                  <a:pt x="263411" y="368339"/>
                  <a:pt x="263542" y="369167"/>
                  <a:pt x="263411" y="370192"/>
                </a:cubicBezTo>
                <a:cubicBezTo>
                  <a:pt x="263280" y="371217"/>
                  <a:pt x="263324" y="375687"/>
                  <a:pt x="262539" y="375687"/>
                </a:cubicBezTo>
                <a:cubicBezTo>
                  <a:pt x="261753" y="375687"/>
                  <a:pt x="262015" y="372133"/>
                  <a:pt x="262015" y="370454"/>
                </a:cubicBezTo>
                <a:cubicBezTo>
                  <a:pt x="262015" y="368775"/>
                  <a:pt x="262015" y="368273"/>
                  <a:pt x="262560" y="368273"/>
                </a:cubicBezTo>
                <a:close/>
                <a:moveTo>
                  <a:pt x="225731" y="368273"/>
                </a:moveTo>
                <a:lnTo>
                  <a:pt x="225731" y="368339"/>
                </a:lnTo>
                <a:cubicBezTo>
                  <a:pt x="226582" y="368339"/>
                  <a:pt x="226713" y="369167"/>
                  <a:pt x="226582" y="370192"/>
                </a:cubicBezTo>
                <a:cubicBezTo>
                  <a:pt x="226451" y="371217"/>
                  <a:pt x="226494" y="375687"/>
                  <a:pt x="225710" y="375687"/>
                </a:cubicBezTo>
                <a:cubicBezTo>
                  <a:pt x="224925" y="375687"/>
                  <a:pt x="225186" y="372133"/>
                  <a:pt x="225186" y="370454"/>
                </a:cubicBezTo>
                <a:cubicBezTo>
                  <a:pt x="225186" y="368775"/>
                  <a:pt x="225186" y="368273"/>
                  <a:pt x="225731" y="368273"/>
                </a:cubicBezTo>
                <a:close/>
                <a:moveTo>
                  <a:pt x="182032" y="368055"/>
                </a:moveTo>
                <a:cubicBezTo>
                  <a:pt x="182032" y="368055"/>
                  <a:pt x="182948" y="367641"/>
                  <a:pt x="183210" y="368229"/>
                </a:cubicBezTo>
                <a:cubicBezTo>
                  <a:pt x="183402" y="370580"/>
                  <a:pt x="183452" y="372939"/>
                  <a:pt x="183363" y="375294"/>
                </a:cubicBezTo>
                <a:cubicBezTo>
                  <a:pt x="183363" y="375839"/>
                  <a:pt x="182294" y="376058"/>
                  <a:pt x="182032" y="375294"/>
                </a:cubicBezTo>
                <a:cubicBezTo>
                  <a:pt x="181902" y="372898"/>
                  <a:pt x="181902" y="370495"/>
                  <a:pt x="182032" y="368099"/>
                </a:cubicBezTo>
                <a:close/>
                <a:moveTo>
                  <a:pt x="256455" y="367946"/>
                </a:moveTo>
                <a:cubicBezTo>
                  <a:pt x="257000" y="367946"/>
                  <a:pt x="257262" y="369102"/>
                  <a:pt x="257262" y="370127"/>
                </a:cubicBezTo>
                <a:cubicBezTo>
                  <a:pt x="257262" y="371152"/>
                  <a:pt x="257218" y="375513"/>
                  <a:pt x="256564" y="375513"/>
                </a:cubicBezTo>
                <a:cubicBezTo>
                  <a:pt x="255910" y="375513"/>
                  <a:pt x="255539" y="371915"/>
                  <a:pt x="255539" y="370301"/>
                </a:cubicBezTo>
                <a:cubicBezTo>
                  <a:pt x="255539" y="368688"/>
                  <a:pt x="255539" y="368012"/>
                  <a:pt x="256455" y="368012"/>
                </a:cubicBezTo>
                <a:close/>
                <a:moveTo>
                  <a:pt x="219625" y="367946"/>
                </a:moveTo>
                <a:cubicBezTo>
                  <a:pt x="220170" y="367946"/>
                  <a:pt x="220432" y="369189"/>
                  <a:pt x="220432" y="370127"/>
                </a:cubicBezTo>
                <a:cubicBezTo>
                  <a:pt x="220432" y="371064"/>
                  <a:pt x="220410" y="375622"/>
                  <a:pt x="219756" y="375622"/>
                </a:cubicBezTo>
                <a:cubicBezTo>
                  <a:pt x="219102" y="375622"/>
                  <a:pt x="218709" y="371915"/>
                  <a:pt x="218709" y="370301"/>
                </a:cubicBezTo>
                <a:cubicBezTo>
                  <a:pt x="218709" y="368688"/>
                  <a:pt x="218709" y="368012"/>
                  <a:pt x="219625" y="368012"/>
                </a:cubicBezTo>
                <a:close/>
                <a:moveTo>
                  <a:pt x="546053" y="367608"/>
                </a:moveTo>
                <a:lnTo>
                  <a:pt x="546130" y="382735"/>
                </a:lnTo>
                <a:lnTo>
                  <a:pt x="559433" y="382735"/>
                </a:lnTo>
                <a:cubicBezTo>
                  <a:pt x="561762" y="382936"/>
                  <a:pt x="564078" y="382228"/>
                  <a:pt x="565896" y="380759"/>
                </a:cubicBezTo>
                <a:cubicBezTo>
                  <a:pt x="567404" y="379106"/>
                  <a:pt x="568173" y="376910"/>
                  <a:pt x="568024" y="374677"/>
                </a:cubicBezTo>
                <a:cubicBezTo>
                  <a:pt x="568164" y="372656"/>
                  <a:pt x="567348" y="370686"/>
                  <a:pt x="565819" y="369355"/>
                </a:cubicBezTo>
                <a:cubicBezTo>
                  <a:pt x="563885" y="368023"/>
                  <a:pt x="561547" y="367404"/>
                  <a:pt x="559206" y="367608"/>
                </a:cubicBezTo>
                <a:close/>
                <a:moveTo>
                  <a:pt x="188444" y="367554"/>
                </a:moveTo>
                <a:cubicBezTo>
                  <a:pt x="189250" y="367467"/>
                  <a:pt x="189054" y="369538"/>
                  <a:pt x="189054" y="370127"/>
                </a:cubicBezTo>
                <a:cubicBezTo>
                  <a:pt x="189054" y="370716"/>
                  <a:pt x="189098" y="375251"/>
                  <a:pt x="188444" y="375251"/>
                </a:cubicBezTo>
                <a:cubicBezTo>
                  <a:pt x="187790" y="375251"/>
                  <a:pt x="187790" y="371392"/>
                  <a:pt x="187790" y="370127"/>
                </a:cubicBezTo>
                <a:cubicBezTo>
                  <a:pt x="187790" y="368862"/>
                  <a:pt x="187659" y="367554"/>
                  <a:pt x="188444" y="367554"/>
                </a:cubicBezTo>
                <a:close/>
                <a:moveTo>
                  <a:pt x="184867" y="367053"/>
                </a:moveTo>
                <a:lnTo>
                  <a:pt x="184872" y="367199"/>
                </a:lnTo>
                <a:lnTo>
                  <a:pt x="184867" y="367205"/>
                </a:lnTo>
                <a:close/>
                <a:moveTo>
                  <a:pt x="185225" y="366767"/>
                </a:moveTo>
                <a:cubicBezTo>
                  <a:pt x="185626" y="366523"/>
                  <a:pt x="186150" y="366652"/>
                  <a:pt x="186394" y="367053"/>
                </a:cubicBezTo>
                <a:cubicBezTo>
                  <a:pt x="186656" y="367402"/>
                  <a:pt x="186656" y="375273"/>
                  <a:pt x="186656" y="375775"/>
                </a:cubicBezTo>
                <a:cubicBezTo>
                  <a:pt x="186656" y="376276"/>
                  <a:pt x="185413" y="376189"/>
                  <a:pt x="185151" y="375775"/>
                </a:cubicBezTo>
                <a:lnTo>
                  <a:pt x="184872" y="367199"/>
                </a:lnTo>
                <a:close/>
                <a:moveTo>
                  <a:pt x="259769" y="366441"/>
                </a:moveTo>
                <a:cubicBezTo>
                  <a:pt x="260881" y="366441"/>
                  <a:pt x="260554" y="368033"/>
                  <a:pt x="260554" y="369712"/>
                </a:cubicBezTo>
                <a:cubicBezTo>
                  <a:pt x="260554" y="371391"/>
                  <a:pt x="260837" y="376058"/>
                  <a:pt x="259638" y="376058"/>
                </a:cubicBezTo>
                <a:cubicBezTo>
                  <a:pt x="258439" y="376058"/>
                  <a:pt x="258700" y="371151"/>
                  <a:pt x="258700" y="369625"/>
                </a:cubicBezTo>
                <a:cubicBezTo>
                  <a:pt x="258700" y="368099"/>
                  <a:pt x="258439" y="366441"/>
                  <a:pt x="259769" y="366441"/>
                </a:cubicBezTo>
                <a:close/>
                <a:moveTo>
                  <a:pt x="222940" y="366441"/>
                </a:moveTo>
                <a:cubicBezTo>
                  <a:pt x="224074" y="366441"/>
                  <a:pt x="223725" y="368033"/>
                  <a:pt x="223725" y="369712"/>
                </a:cubicBezTo>
                <a:cubicBezTo>
                  <a:pt x="223725" y="371391"/>
                  <a:pt x="224008" y="376058"/>
                  <a:pt x="222809" y="376058"/>
                </a:cubicBezTo>
                <a:cubicBezTo>
                  <a:pt x="221610" y="376058"/>
                  <a:pt x="221871" y="371151"/>
                  <a:pt x="221871" y="369625"/>
                </a:cubicBezTo>
                <a:cubicBezTo>
                  <a:pt x="221871" y="368099"/>
                  <a:pt x="221610" y="366441"/>
                  <a:pt x="222940" y="366441"/>
                </a:cubicBezTo>
                <a:close/>
                <a:moveTo>
                  <a:pt x="164087" y="365765"/>
                </a:moveTo>
                <a:lnTo>
                  <a:pt x="164219" y="365887"/>
                </a:lnTo>
                <a:lnTo>
                  <a:pt x="164021" y="365853"/>
                </a:lnTo>
                <a:close/>
                <a:moveTo>
                  <a:pt x="325644" y="364588"/>
                </a:moveTo>
                <a:lnTo>
                  <a:pt x="313411" y="372525"/>
                </a:lnTo>
                <a:lnTo>
                  <a:pt x="325142" y="390580"/>
                </a:lnTo>
                <a:lnTo>
                  <a:pt x="337702" y="382337"/>
                </a:lnTo>
                <a:lnTo>
                  <a:pt x="336655" y="380724"/>
                </a:lnTo>
                <a:lnTo>
                  <a:pt x="335630" y="379132"/>
                </a:lnTo>
                <a:lnTo>
                  <a:pt x="326494" y="385063"/>
                </a:lnTo>
                <a:lnTo>
                  <a:pt x="323419" y="380375"/>
                </a:lnTo>
                <a:lnTo>
                  <a:pt x="331618" y="375142"/>
                </a:lnTo>
                <a:lnTo>
                  <a:pt x="330615" y="373572"/>
                </a:lnTo>
                <a:lnTo>
                  <a:pt x="329612" y="372023"/>
                </a:lnTo>
                <a:lnTo>
                  <a:pt x="321479" y="377300"/>
                </a:lnTo>
                <a:lnTo>
                  <a:pt x="318993" y="373463"/>
                </a:lnTo>
                <a:lnTo>
                  <a:pt x="327715" y="367793"/>
                </a:lnTo>
                <a:lnTo>
                  <a:pt x="326690" y="366180"/>
                </a:lnTo>
                <a:close/>
                <a:moveTo>
                  <a:pt x="112015" y="362407"/>
                </a:moveTo>
                <a:cubicBezTo>
                  <a:pt x="110140" y="362599"/>
                  <a:pt x="108452" y="363624"/>
                  <a:pt x="107414" y="365198"/>
                </a:cubicBezTo>
                <a:cubicBezTo>
                  <a:pt x="106396" y="366363"/>
                  <a:pt x="105971" y="367931"/>
                  <a:pt x="106259" y="369450"/>
                </a:cubicBezTo>
                <a:cubicBezTo>
                  <a:pt x="107076" y="371581"/>
                  <a:pt x="108315" y="373524"/>
                  <a:pt x="109900" y="375163"/>
                </a:cubicBezTo>
                <a:cubicBezTo>
                  <a:pt x="110731" y="376014"/>
                  <a:pt x="111411" y="377004"/>
                  <a:pt x="111906" y="378085"/>
                </a:cubicBezTo>
                <a:cubicBezTo>
                  <a:pt x="112118" y="378750"/>
                  <a:pt x="111970" y="379477"/>
                  <a:pt x="111514" y="380004"/>
                </a:cubicBezTo>
                <a:cubicBezTo>
                  <a:pt x="111056" y="380658"/>
                  <a:pt x="110277" y="381010"/>
                  <a:pt x="109486" y="380920"/>
                </a:cubicBezTo>
                <a:cubicBezTo>
                  <a:pt x="108413" y="380776"/>
                  <a:pt x="107401" y="380340"/>
                  <a:pt x="106564" y="379655"/>
                </a:cubicBezTo>
                <a:cubicBezTo>
                  <a:pt x="105650" y="379080"/>
                  <a:pt x="104981" y="378188"/>
                  <a:pt x="104689" y="377148"/>
                </a:cubicBezTo>
                <a:cubicBezTo>
                  <a:pt x="104468" y="376166"/>
                  <a:pt x="104693" y="375137"/>
                  <a:pt x="105299" y="374335"/>
                </a:cubicBezTo>
                <a:lnTo>
                  <a:pt x="102072" y="372002"/>
                </a:lnTo>
                <a:cubicBezTo>
                  <a:pt x="100860" y="373624"/>
                  <a:pt x="100378" y="375678"/>
                  <a:pt x="100742" y="377671"/>
                </a:cubicBezTo>
                <a:cubicBezTo>
                  <a:pt x="101294" y="379730"/>
                  <a:pt x="102593" y="381509"/>
                  <a:pt x="104383" y="382665"/>
                </a:cubicBezTo>
                <a:cubicBezTo>
                  <a:pt x="106045" y="384001"/>
                  <a:pt x="108116" y="384725"/>
                  <a:pt x="110249" y="384714"/>
                </a:cubicBezTo>
                <a:cubicBezTo>
                  <a:pt x="112109" y="384612"/>
                  <a:pt x="113812" y="383644"/>
                  <a:pt x="114850" y="382098"/>
                </a:cubicBezTo>
                <a:cubicBezTo>
                  <a:pt x="115895" y="380896"/>
                  <a:pt x="116398" y="379320"/>
                  <a:pt x="116246" y="377736"/>
                </a:cubicBezTo>
                <a:cubicBezTo>
                  <a:pt x="115605" y="375715"/>
                  <a:pt x="114492" y="373875"/>
                  <a:pt x="112997" y="372372"/>
                </a:cubicBezTo>
                <a:cubicBezTo>
                  <a:pt x="112061" y="371367"/>
                  <a:pt x="111250" y="370255"/>
                  <a:pt x="110576" y="369058"/>
                </a:cubicBezTo>
                <a:cubicBezTo>
                  <a:pt x="110262" y="368504"/>
                  <a:pt x="110314" y="367815"/>
                  <a:pt x="110707" y="367313"/>
                </a:cubicBezTo>
                <a:cubicBezTo>
                  <a:pt x="111143" y="366648"/>
                  <a:pt x="111856" y="366217"/>
                  <a:pt x="112648" y="366136"/>
                </a:cubicBezTo>
                <a:cubicBezTo>
                  <a:pt x="113535" y="366110"/>
                  <a:pt x="114403" y="366404"/>
                  <a:pt x="115090" y="366965"/>
                </a:cubicBezTo>
                <a:cubicBezTo>
                  <a:pt x="115973" y="367547"/>
                  <a:pt x="116629" y="368417"/>
                  <a:pt x="116943" y="369429"/>
                </a:cubicBezTo>
                <a:cubicBezTo>
                  <a:pt x="117209" y="370347"/>
                  <a:pt x="117059" y="371337"/>
                  <a:pt x="116529" y="372132"/>
                </a:cubicBezTo>
                <a:lnTo>
                  <a:pt x="119778" y="374509"/>
                </a:lnTo>
                <a:lnTo>
                  <a:pt x="119778" y="374466"/>
                </a:lnTo>
                <a:cubicBezTo>
                  <a:pt x="120875" y="372859"/>
                  <a:pt x="121291" y="370883"/>
                  <a:pt x="120934" y="368971"/>
                </a:cubicBezTo>
                <a:cubicBezTo>
                  <a:pt x="120482" y="367034"/>
                  <a:pt x="119314" y="365344"/>
                  <a:pt x="117663" y="364239"/>
                </a:cubicBezTo>
                <a:cubicBezTo>
                  <a:pt x="116073" y="362946"/>
                  <a:pt x="114061" y="362294"/>
                  <a:pt x="112015" y="362407"/>
                </a:cubicBezTo>
                <a:close/>
                <a:moveTo>
                  <a:pt x="342237" y="352726"/>
                </a:moveTo>
                <a:cubicBezTo>
                  <a:pt x="340096" y="352684"/>
                  <a:pt x="338020" y="353465"/>
                  <a:pt x="336437" y="354906"/>
                </a:cubicBezTo>
                <a:cubicBezTo>
                  <a:pt x="334425" y="356472"/>
                  <a:pt x="333275" y="358899"/>
                  <a:pt x="333341" y="361448"/>
                </a:cubicBezTo>
                <a:cubicBezTo>
                  <a:pt x="333552" y="364435"/>
                  <a:pt x="334784" y="367261"/>
                  <a:pt x="336830" y="369450"/>
                </a:cubicBezTo>
                <a:cubicBezTo>
                  <a:pt x="338600" y="371801"/>
                  <a:pt x="341138" y="373460"/>
                  <a:pt x="344004" y="374139"/>
                </a:cubicBezTo>
                <a:cubicBezTo>
                  <a:pt x="348836" y="374882"/>
                  <a:pt x="353360" y="371576"/>
                  <a:pt x="354121" y="366747"/>
                </a:cubicBezTo>
                <a:lnTo>
                  <a:pt x="354078" y="366703"/>
                </a:lnTo>
                <a:cubicBezTo>
                  <a:pt x="354230" y="364503"/>
                  <a:pt x="353589" y="362320"/>
                  <a:pt x="352268" y="360554"/>
                </a:cubicBezTo>
                <a:lnTo>
                  <a:pt x="349084" y="363214"/>
                </a:lnTo>
                <a:cubicBezTo>
                  <a:pt x="349780" y="364156"/>
                  <a:pt x="350114" y="365316"/>
                  <a:pt x="350022" y="366485"/>
                </a:cubicBezTo>
                <a:cubicBezTo>
                  <a:pt x="349991" y="366731"/>
                  <a:pt x="349939" y="366976"/>
                  <a:pt x="349865" y="367213"/>
                </a:cubicBezTo>
                <a:cubicBezTo>
                  <a:pt x="349161" y="369516"/>
                  <a:pt x="346721" y="370811"/>
                  <a:pt x="344418" y="370105"/>
                </a:cubicBezTo>
                <a:cubicBezTo>
                  <a:pt x="342674" y="369444"/>
                  <a:pt x="341160" y="368293"/>
                  <a:pt x="340057" y="366790"/>
                </a:cubicBezTo>
                <a:cubicBezTo>
                  <a:pt x="338727" y="365382"/>
                  <a:pt x="337833" y="363615"/>
                  <a:pt x="337484" y="361709"/>
                </a:cubicBezTo>
                <a:cubicBezTo>
                  <a:pt x="337259" y="360251"/>
                  <a:pt x="337824" y="358783"/>
                  <a:pt x="338967" y="357850"/>
                </a:cubicBezTo>
                <a:cubicBezTo>
                  <a:pt x="339778" y="357113"/>
                  <a:pt x="340835" y="356707"/>
                  <a:pt x="341932" y="356716"/>
                </a:cubicBezTo>
                <a:cubicBezTo>
                  <a:pt x="342998" y="356740"/>
                  <a:pt x="344017" y="357178"/>
                  <a:pt x="344767" y="357937"/>
                </a:cubicBezTo>
                <a:lnTo>
                  <a:pt x="347950" y="355277"/>
                </a:lnTo>
                <a:cubicBezTo>
                  <a:pt x="346439" y="353733"/>
                  <a:pt x="344396" y="352822"/>
                  <a:pt x="342237" y="352726"/>
                </a:cubicBezTo>
                <a:close/>
                <a:moveTo>
                  <a:pt x="228692" y="352142"/>
                </a:moveTo>
                <a:lnTo>
                  <a:pt x="228736" y="352142"/>
                </a:lnTo>
                <a:lnTo>
                  <a:pt x="228736" y="357964"/>
                </a:lnTo>
                <a:lnTo>
                  <a:pt x="223786" y="357964"/>
                </a:lnTo>
                <a:close/>
                <a:moveTo>
                  <a:pt x="240427" y="350872"/>
                </a:moveTo>
                <a:cubicBezTo>
                  <a:pt x="242739" y="350872"/>
                  <a:pt x="243655" y="352791"/>
                  <a:pt x="243655" y="356018"/>
                </a:cubicBezTo>
                <a:cubicBezTo>
                  <a:pt x="243655" y="359246"/>
                  <a:pt x="242652" y="361165"/>
                  <a:pt x="240427" y="361165"/>
                </a:cubicBezTo>
                <a:cubicBezTo>
                  <a:pt x="238203" y="361165"/>
                  <a:pt x="237200" y="359224"/>
                  <a:pt x="237200" y="356018"/>
                </a:cubicBezTo>
                <a:cubicBezTo>
                  <a:pt x="237200" y="352813"/>
                  <a:pt x="238247" y="350872"/>
                  <a:pt x="240427" y="350872"/>
                </a:cubicBezTo>
                <a:close/>
                <a:moveTo>
                  <a:pt x="213585" y="350872"/>
                </a:moveTo>
                <a:cubicBezTo>
                  <a:pt x="215809" y="350872"/>
                  <a:pt x="216703" y="352159"/>
                  <a:pt x="216703" y="353620"/>
                </a:cubicBezTo>
                <a:cubicBezTo>
                  <a:pt x="216719" y="353788"/>
                  <a:pt x="216716" y="353956"/>
                  <a:pt x="216699" y="354124"/>
                </a:cubicBezTo>
                <a:cubicBezTo>
                  <a:pt x="216551" y="355609"/>
                  <a:pt x="215223" y="356692"/>
                  <a:pt x="213738" y="356542"/>
                </a:cubicBezTo>
                <a:cubicBezTo>
                  <a:pt x="212451" y="356542"/>
                  <a:pt x="210620" y="356237"/>
                  <a:pt x="210620" y="353751"/>
                </a:cubicBezTo>
                <a:cubicBezTo>
                  <a:pt x="210615" y="353646"/>
                  <a:pt x="210617" y="353541"/>
                  <a:pt x="210624" y="353437"/>
                </a:cubicBezTo>
                <a:cubicBezTo>
                  <a:pt x="210735" y="351910"/>
                  <a:pt x="212059" y="350763"/>
                  <a:pt x="213585" y="350872"/>
                </a:cubicBezTo>
                <a:close/>
                <a:moveTo>
                  <a:pt x="212979" y="349547"/>
                </a:moveTo>
                <a:cubicBezTo>
                  <a:pt x="210570" y="349569"/>
                  <a:pt x="208635" y="351538"/>
                  <a:pt x="208657" y="353948"/>
                </a:cubicBezTo>
                <a:cubicBezTo>
                  <a:pt x="208662" y="354046"/>
                  <a:pt x="208668" y="354144"/>
                  <a:pt x="208679" y="354240"/>
                </a:cubicBezTo>
                <a:cubicBezTo>
                  <a:pt x="208947" y="356634"/>
                  <a:pt x="211104" y="358359"/>
                  <a:pt x="213498" y="358091"/>
                </a:cubicBezTo>
                <a:cubicBezTo>
                  <a:pt x="214854" y="358189"/>
                  <a:pt x="216174" y="357620"/>
                  <a:pt x="217031" y="356564"/>
                </a:cubicBezTo>
                <a:cubicBezTo>
                  <a:pt x="216551" y="359901"/>
                  <a:pt x="215504" y="361362"/>
                  <a:pt x="213324" y="361362"/>
                </a:cubicBezTo>
                <a:cubicBezTo>
                  <a:pt x="213173" y="361390"/>
                  <a:pt x="213021" y="361403"/>
                  <a:pt x="212870" y="361401"/>
                </a:cubicBezTo>
                <a:cubicBezTo>
                  <a:pt x="211664" y="361379"/>
                  <a:pt x="210707" y="360385"/>
                  <a:pt x="210729" y="359181"/>
                </a:cubicBezTo>
                <a:lnTo>
                  <a:pt x="208788" y="359181"/>
                </a:lnTo>
                <a:cubicBezTo>
                  <a:pt x="208788" y="360446"/>
                  <a:pt x="209769" y="362626"/>
                  <a:pt x="213367" y="362626"/>
                </a:cubicBezTo>
                <a:lnTo>
                  <a:pt x="213367" y="362692"/>
                </a:lnTo>
                <a:cubicBezTo>
                  <a:pt x="218753" y="362692"/>
                  <a:pt x="218971" y="356761"/>
                  <a:pt x="219015" y="355539"/>
                </a:cubicBezTo>
                <a:cubicBezTo>
                  <a:pt x="219015" y="353468"/>
                  <a:pt x="218513" y="349587"/>
                  <a:pt x="213607" y="349587"/>
                </a:cubicBezTo>
                <a:cubicBezTo>
                  <a:pt x="213398" y="349558"/>
                  <a:pt x="213188" y="349545"/>
                  <a:pt x="212979" y="349547"/>
                </a:cubicBezTo>
                <a:close/>
                <a:moveTo>
                  <a:pt x="240428" y="349521"/>
                </a:moveTo>
                <a:cubicBezTo>
                  <a:pt x="236001" y="349521"/>
                  <a:pt x="235151" y="353446"/>
                  <a:pt x="235151" y="356063"/>
                </a:cubicBezTo>
                <a:cubicBezTo>
                  <a:pt x="235151" y="358679"/>
                  <a:pt x="236067" y="362604"/>
                  <a:pt x="240428" y="362604"/>
                </a:cubicBezTo>
                <a:lnTo>
                  <a:pt x="240428" y="362692"/>
                </a:lnTo>
                <a:cubicBezTo>
                  <a:pt x="244920" y="362692"/>
                  <a:pt x="245705" y="358679"/>
                  <a:pt x="245705" y="356063"/>
                </a:cubicBezTo>
                <a:cubicBezTo>
                  <a:pt x="245705" y="353446"/>
                  <a:pt x="244854" y="349521"/>
                  <a:pt x="240428" y="349521"/>
                </a:cubicBezTo>
                <a:close/>
                <a:moveTo>
                  <a:pt x="228675" y="349434"/>
                </a:moveTo>
                <a:lnTo>
                  <a:pt x="221632" y="357567"/>
                </a:lnTo>
                <a:lnTo>
                  <a:pt x="221632" y="359137"/>
                </a:lnTo>
                <a:lnTo>
                  <a:pt x="228348" y="359137"/>
                </a:lnTo>
                <a:lnTo>
                  <a:pt x="228348" y="362277"/>
                </a:lnTo>
                <a:lnTo>
                  <a:pt x="230288" y="362277"/>
                </a:lnTo>
                <a:lnTo>
                  <a:pt x="230288" y="359137"/>
                </a:lnTo>
                <a:lnTo>
                  <a:pt x="232469" y="359137"/>
                </a:lnTo>
                <a:lnTo>
                  <a:pt x="232469" y="357764"/>
                </a:lnTo>
                <a:lnTo>
                  <a:pt x="230288" y="357764"/>
                </a:lnTo>
                <a:lnTo>
                  <a:pt x="230288" y="349434"/>
                </a:lnTo>
                <a:close/>
                <a:moveTo>
                  <a:pt x="200742" y="349347"/>
                </a:moveTo>
                <a:cubicBezTo>
                  <a:pt x="200131" y="351440"/>
                  <a:pt x="199085" y="351658"/>
                  <a:pt x="196599" y="351789"/>
                </a:cubicBezTo>
                <a:lnTo>
                  <a:pt x="196599" y="353163"/>
                </a:lnTo>
                <a:lnTo>
                  <a:pt x="200197" y="353163"/>
                </a:lnTo>
                <a:lnTo>
                  <a:pt x="200197" y="362277"/>
                </a:lnTo>
                <a:lnTo>
                  <a:pt x="202246" y="362277"/>
                </a:lnTo>
                <a:lnTo>
                  <a:pt x="202246" y="349347"/>
                </a:lnTo>
                <a:close/>
                <a:moveTo>
                  <a:pt x="94658" y="345617"/>
                </a:moveTo>
                <a:lnTo>
                  <a:pt x="79961" y="361361"/>
                </a:lnTo>
                <a:lnTo>
                  <a:pt x="81379" y="362691"/>
                </a:lnTo>
                <a:lnTo>
                  <a:pt x="82796" y="364086"/>
                </a:lnTo>
                <a:lnTo>
                  <a:pt x="93372" y="352726"/>
                </a:lnTo>
                <a:lnTo>
                  <a:pt x="88771" y="369669"/>
                </a:lnTo>
                <a:lnTo>
                  <a:pt x="90275" y="371064"/>
                </a:lnTo>
                <a:lnTo>
                  <a:pt x="91780" y="372394"/>
                </a:lnTo>
                <a:lnTo>
                  <a:pt x="106455" y="356629"/>
                </a:lnTo>
                <a:lnTo>
                  <a:pt x="105038" y="355320"/>
                </a:lnTo>
                <a:lnTo>
                  <a:pt x="103642" y="354012"/>
                </a:lnTo>
                <a:lnTo>
                  <a:pt x="93328" y="365068"/>
                </a:lnTo>
                <a:lnTo>
                  <a:pt x="97820" y="348583"/>
                </a:lnTo>
                <a:lnTo>
                  <a:pt x="96228" y="347100"/>
                </a:lnTo>
                <a:close/>
                <a:moveTo>
                  <a:pt x="546053" y="345485"/>
                </a:moveTo>
                <a:lnTo>
                  <a:pt x="546130" y="358029"/>
                </a:lnTo>
                <a:lnTo>
                  <a:pt x="558673" y="358029"/>
                </a:lnTo>
                <a:cubicBezTo>
                  <a:pt x="560854" y="358167"/>
                  <a:pt x="563020" y="357579"/>
                  <a:pt x="564831" y="356356"/>
                </a:cubicBezTo>
                <a:cubicBezTo>
                  <a:pt x="566220" y="355040"/>
                  <a:pt x="566945" y="353171"/>
                  <a:pt x="566808" y="351263"/>
                </a:cubicBezTo>
                <a:cubicBezTo>
                  <a:pt x="566915" y="349544"/>
                  <a:pt x="566106" y="347896"/>
                  <a:pt x="564679" y="346930"/>
                </a:cubicBezTo>
                <a:cubicBezTo>
                  <a:pt x="562714" y="345824"/>
                  <a:pt x="560466" y="345322"/>
                  <a:pt x="558217" y="345485"/>
                </a:cubicBezTo>
                <a:close/>
                <a:moveTo>
                  <a:pt x="1826550" y="343893"/>
                </a:moveTo>
                <a:cubicBezTo>
                  <a:pt x="1823283" y="343377"/>
                  <a:pt x="1819819" y="344107"/>
                  <a:pt x="1816933" y="346205"/>
                </a:cubicBezTo>
                <a:cubicBezTo>
                  <a:pt x="1815838" y="347001"/>
                  <a:pt x="1814876" y="347964"/>
                  <a:pt x="1814080" y="349058"/>
                </a:cubicBezTo>
                <a:cubicBezTo>
                  <a:pt x="1811247" y="353601"/>
                  <a:pt x="1809916" y="358921"/>
                  <a:pt x="1810278" y="364262"/>
                </a:cubicBezTo>
                <a:cubicBezTo>
                  <a:pt x="1810013" y="369345"/>
                  <a:pt x="1811313" y="374386"/>
                  <a:pt x="1814004" y="378707"/>
                </a:cubicBezTo>
                <a:cubicBezTo>
                  <a:pt x="1818314" y="384500"/>
                  <a:pt x="1826505" y="385703"/>
                  <a:pt x="1832299" y="381393"/>
                </a:cubicBezTo>
                <a:cubicBezTo>
                  <a:pt x="1833320" y="380632"/>
                  <a:pt x="1834225" y="379728"/>
                  <a:pt x="1834985" y="378707"/>
                </a:cubicBezTo>
                <a:lnTo>
                  <a:pt x="1834986" y="378707"/>
                </a:lnTo>
                <a:cubicBezTo>
                  <a:pt x="1837735" y="374409"/>
                  <a:pt x="1839065" y="369357"/>
                  <a:pt x="1838786" y="364262"/>
                </a:cubicBezTo>
                <a:cubicBezTo>
                  <a:pt x="1839149" y="358921"/>
                  <a:pt x="1837819" y="353601"/>
                  <a:pt x="1834986" y="349058"/>
                </a:cubicBezTo>
                <a:cubicBezTo>
                  <a:pt x="1832887" y="346172"/>
                  <a:pt x="1829817" y="344409"/>
                  <a:pt x="1826550" y="343893"/>
                </a:cubicBezTo>
                <a:close/>
                <a:moveTo>
                  <a:pt x="1719295" y="343889"/>
                </a:moveTo>
                <a:cubicBezTo>
                  <a:pt x="1716007" y="343380"/>
                  <a:pt x="1712525" y="344125"/>
                  <a:pt x="1709628" y="346244"/>
                </a:cubicBezTo>
                <a:cubicBezTo>
                  <a:pt x="1708551" y="347032"/>
                  <a:pt x="1707602" y="347982"/>
                  <a:pt x="1706814" y="349059"/>
                </a:cubicBezTo>
                <a:cubicBezTo>
                  <a:pt x="1704007" y="353610"/>
                  <a:pt x="1702704" y="358930"/>
                  <a:pt x="1703089" y="364263"/>
                </a:cubicBezTo>
                <a:cubicBezTo>
                  <a:pt x="1702787" y="369349"/>
                  <a:pt x="1704090" y="374401"/>
                  <a:pt x="1706814" y="378707"/>
                </a:cubicBezTo>
                <a:cubicBezTo>
                  <a:pt x="1711125" y="384500"/>
                  <a:pt x="1719316" y="385703"/>
                  <a:pt x="1725109" y="381393"/>
                </a:cubicBezTo>
                <a:cubicBezTo>
                  <a:pt x="1726131" y="380633"/>
                  <a:pt x="1727036" y="379728"/>
                  <a:pt x="1727796" y="378707"/>
                </a:cubicBezTo>
                <a:cubicBezTo>
                  <a:pt x="1730520" y="374401"/>
                  <a:pt x="1731822" y="369348"/>
                  <a:pt x="1731521" y="364263"/>
                </a:cubicBezTo>
                <a:cubicBezTo>
                  <a:pt x="1731906" y="358930"/>
                  <a:pt x="1730603" y="353610"/>
                  <a:pt x="1727796" y="349059"/>
                </a:cubicBezTo>
                <a:cubicBezTo>
                  <a:pt x="1725676" y="346162"/>
                  <a:pt x="1722582" y="344398"/>
                  <a:pt x="1719295" y="343889"/>
                </a:cubicBezTo>
                <a:close/>
                <a:moveTo>
                  <a:pt x="1322847" y="343889"/>
                </a:moveTo>
                <a:cubicBezTo>
                  <a:pt x="1319559" y="343380"/>
                  <a:pt x="1316077" y="344125"/>
                  <a:pt x="1313180" y="346244"/>
                </a:cubicBezTo>
                <a:cubicBezTo>
                  <a:pt x="1312103" y="347032"/>
                  <a:pt x="1311154" y="347982"/>
                  <a:pt x="1310366" y="349059"/>
                </a:cubicBezTo>
                <a:cubicBezTo>
                  <a:pt x="1307559" y="353610"/>
                  <a:pt x="1306256" y="358930"/>
                  <a:pt x="1306641" y="364263"/>
                </a:cubicBezTo>
                <a:cubicBezTo>
                  <a:pt x="1306339" y="369349"/>
                  <a:pt x="1307642" y="374401"/>
                  <a:pt x="1310366" y="378707"/>
                </a:cubicBezTo>
                <a:cubicBezTo>
                  <a:pt x="1314677" y="384500"/>
                  <a:pt x="1322868" y="385703"/>
                  <a:pt x="1328661" y="381393"/>
                </a:cubicBezTo>
                <a:cubicBezTo>
                  <a:pt x="1329683" y="380633"/>
                  <a:pt x="1330588" y="379728"/>
                  <a:pt x="1331348" y="378707"/>
                </a:cubicBezTo>
                <a:cubicBezTo>
                  <a:pt x="1334072" y="374401"/>
                  <a:pt x="1335374" y="369348"/>
                  <a:pt x="1335073" y="364263"/>
                </a:cubicBezTo>
                <a:cubicBezTo>
                  <a:pt x="1335458" y="358930"/>
                  <a:pt x="1334155" y="353610"/>
                  <a:pt x="1331348" y="349059"/>
                </a:cubicBezTo>
                <a:cubicBezTo>
                  <a:pt x="1329228" y="346162"/>
                  <a:pt x="1326135" y="344398"/>
                  <a:pt x="1322847" y="343889"/>
                </a:cubicBezTo>
                <a:close/>
                <a:moveTo>
                  <a:pt x="87702" y="338029"/>
                </a:moveTo>
                <a:lnTo>
                  <a:pt x="71697" y="352442"/>
                </a:lnTo>
                <a:lnTo>
                  <a:pt x="73093" y="353969"/>
                </a:lnTo>
                <a:lnTo>
                  <a:pt x="74466" y="355517"/>
                </a:lnTo>
                <a:lnTo>
                  <a:pt x="90472" y="341103"/>
                </a:lnTo>
                <a:lnTo>
                  <a:pt x="89098" y="339555"/>
                </a:lnTo>
                <a:close/>
                <a:moveTo>
                  <a:pt x="1916923" y="335787"/>
                </a:moveTo>
                <a:lnTo>
                  <a:pt x="1923385" y="335787"/>
                </a:lnTo>
                <a:lnTo>
                  <a:pt x="1929923" y="335787"/>
                </a:lnTo>
                <a:lnTo>
                  <a:pt x="1940831" y="360405"/>
                </a:lnTo>
                <a:lnTo>
                  <a:pt x="1940794" y="360494"/>
                </a:lnTo>
                <a:lnTo>
                  <a:pt x="1940870" y="360494"/>
                </a:lnTo>
                <a:lnTo>
                  <a:pt x="1940831" y="360405"/>
                </a:lnTo>
                <a:lnTo>
                  <a:pt x="1951056" y="335787"/>
                </a:lnTo>
                <a:lnTo>
                  <a:pt x="1957290" y="335787"/>
                </a:lnTo>
                <a:lnTo>
                  <a:pt x="1963448" y="335787"/>
                </a:lnTo>
                <a:lnTo>
                  <a:pt x="1946115" y="371136"/>
                </a:lnTo>
                <a:lnTo>
                  <a:pt x="1946115" y="392803"/>
                </a:lnTo>
                <a:lnTo>
                  <a:pt x="1940717" y="392803"/>
                </a:lnTo>
                <a:lnTo>
                  <a:pt x="1935168" y="392803"/>
                </a:lnTo>
                <a:lnTo>
                  <a:pt x="1935168" y="371365"/>
                </a:lnTo>
                <a:close/>
                <a:moveTo>
                  <a:pt x="1754467" y="335787"/>
                </a:moveTo>
                <a:lnTo>
                  <a:pt x="1759941" y="335787"/>
                </a:lnTo>
                <a:lnTo>
                  <a:pt x="1765414" y="335787"/>
                </a:lnTo>
                <a:lnTo>
                  <a:pt x="1765414" y="382616"/>
                </a:lnTo>
                <a:lnTo>
                  <a:pt x="1791414" y="382616"/>
                </a:lnTo>
                <a:lnTo>
                  <a:pt x="1791414" y="387709"/>
                </a:lnTo>
                <a:lnTo>
                  <a:pt x="1791414" y="392726"/>
                </a:lnTo>
                <a:lnTo>
                  <a:pt x="1754467" y="392726"/>
                </a:lnTo>
                <a:close/>
                <a:moveTo>
                  <a:pt x="1638611" y="335787"/>
                </a:moveTo>
                <a:lnTo>
                  <a:pt x="1644313" y="335787"/>
                </a:lnTo>
                <a:lnTo>
                  <a:pt x="1650014" y="335787"/>
                </a:lnTo>
                <a:lnTo>
                  <a:pt x="1671072" y="375774"/>
                </a:lnTo>
                <a:lnTo>
                  <a:pt x="1671072" y="335787"/>
                </a:lnTo>
                <a:lnTo>
                  <a:pt x="1676165" y="335787"/>
                </a:lnTo>
                <a:lnTo>
                  <a:pt x="1681334" y="335787"/>
                </a:lnTo>
                <a:lnTo>
                  <a:pt x="1681334" y="392726"/>
                </a:lnTo>
                <a:lnTo>
                  <a:pt x="1675861" y="392726"/>
                </a:lnTo>
                <a:lnTo>
                  <a:pt x="1670387" y="392726"/>
                </a:lnTo>
                <a:lnTo>
                  <a:pt x="1648797" y="351675"/>
                </a:lnTo>
                <a:lnTo>
                  <a:pt x="1648797" y="392726"/>
                </a:lnTo>
                <a:lnTo>
                  <a:pt x="1643705" y="392726"/>
                </a:lnTo>
                <a:lnTo>
                  <a:pt x="1638611" y="392726"/>
                </a:lnTo>
                <a:close/>
                <a:moveTo>
                  <a:pt x="1583115" y="335787"/>
                </a:moveTo>
                <a:lnTo>
                  <a:pt x="1588513" y="335787"/>
                </a:lnTo>
                <a:lnTo>
                  <a:pt x="1593986" y="335787"/>
                </a:lnTo>
                <a:lnTo>
                  <a:pt x="1593986" y="357149"/>
                </a:lnTo>
                <a:lnTo>
                  <a:pt x="1614511" y="357149"/>
                </a:lnTo>
                <a:lnTo>
                  <a:pt x="1614511" y="335787"/>
                </a:lnTo>
                <a:lnTo>
                  <a:pt x="1619985" y="335787"/>
                </a:lnTo>
                <a:lnTo>
                  <a:pt x="1625458" y="335787"/>
                </a:lnTo>
                <a:lnTo>
                  <a:pt x="1625458" y="392726"/>
                </a:lnTo>
                <a:lnTo>
                  <a:pt x="1619985" y="392726"/>
                </a:lnTo>
                <a:lnTo>
                  <a:pt x="1614511" y="392726"/>
                </a:lnTo>
                <a:lnTo>
                  <a:pt x="1614511" y="366956"/>
                </a:lnTo>
                <a:lnTo>
                  <a:pt x="1593986" y="366956"/>
                </a:lnTo>
                <a:lnTo>
                  <a:pt x="1593986" y="392726"/>
                </a:lnTo>
                <a:lnTo>
                  <a:pt x="1588588" y="392726"/>
                </a:lnTo>
                <a:lnTo>
                  <a:pt x="1583115" y="392726"/>
                </a:lnTo>
                <a:close/>
                <a:moveTo>
                  <a:pt x="1476231" y="335787"/>
                </a:moveTo>
                <a:lnTo>
                  <a:pt x="1514773" y="335787"/>
                </a:lnTo>
                <a:lnTo>
                  <a:pt x="1514773" y="340804"/>
                </a:lnTo>
                <a:lnTo>
                  <a:pt x="1514773" y="345898"/>
                </a:lnTo>
                <a:lnTo>
                  <a:pt x="1487178" y="345898"/>
                </a:lnTo>
                <a:lnTo>
                  <a:pt x="1487178" y="357985"/>
                </a:lnTo>
                <a:lnTo>
                  <a:pt x="1512797" y="357985"/>
                </a:lnTo>
                <a:lnTo>
                  <a:pt x="1512797" y="362850"/>
                </a:lnTo>
                <a:lnTo>
                  <a:pt x="1512797" y="367791"/>
                </a:lnTo>
                <a:lnTo>
                  <a:pt x="1487178" y="367791"/>
                </a:lnTo>
                <a:lnTo>
                  <a:pt x="1487178" y="382616"/>
                </a:lnTo>
                <a:lnTo>
                  <a:pt x="1515990" y="382616"/>
                </a:lnTo>
                <a:lnTo>
                  <a:pt x="1515990" y="387709"/>
                </a:lnTo>
                <a:lnTo>
                  <a:pt x="1515990" y="392726"/>
                </a:lnTo>
                <a:lnTo>
                  <a:pt x="1476231" y="392726"/>
                </a:lnTo>
                <a:close/>
                <a:moveTo>
                  <a:pt x="1424156" y="335787"/>
                </a:moveTo>
                <a:lnTo>
                  <a:pt x="1466804" y="335787"/>
                </a:lnTo>
                <a:lnTo>
                  <a:pt x="1466804" y="340804"/>
                </a:lnTo>
                <a:lnTo>
                  <a:pt x="1466804" y="345898"/>
                </a:lnTo>
                <a:lnTo>
                  <a:pt x="1450916" y="345898"/>
                </a:lnTo>
                <a:lnTo>
                  <a:pt x="1450916" y="392726"/>
                </a:lnTo>
                <a:lnTo>
                  <a:pt x="1445518" y="392726"/>
                </a:lnTo>
                <a:lnTo>
                  <a:pt x="1440044" y="392726"/>
                </a:lnTo>
                <a:lnTo>
                  <a:pt x="1440044" y="345898"/>
                </a:lnTo>
                <a:lnTo>
                  <a:pt x="1424156" y="345898"/>
                </a:lnTo>
                <a:lnTo>
                  <a:pt x="1424156" y="340881"/>
                </a:lnTo>
                <a:close/>
                <a:moveTo>
                  <a:pt x="1358018" y="335787"/>
                </a:moveTo>
                <a:lnTo>
                  <a:pt x="1395268" y="335787"/>
                </a:lnTo>
                <a:lnTo>
                  <a:pt x="1395268" y="340804"/>
                </a:lnTo>
                <a:lnTo>
                  <a:pt x="1395268" y="345898"/>
                </a:lnTo>
                <a:lnTo>
                  <a:pt x="1368965" y="345898"/>
                </a:lnTo>
                <a:lnTo>
                  <a:pt x="1368965" y="358821"/>
                </a:lnTo>
                <a:lnTo>
                  <a:pt x="1391924" y="358821"/>
                </a:lnTo>
                <a:lnTo>
                  <a:pt x="1391924" y="363763"/>
                </a:lnTo>
                <a:lnTo>
                  <a:pt x="1391924" y="368628"/>
                </a:lnTo>
                <a:lnTo>
                  <a:pt x="1368965" y="368628"/>
                </a:lnTo>
                <a:lnTo>
                  <a:pt x="1368965" y="392726"/>
                </a:lnTo>
                <a:lnTo>
                  <a:pt x="1363492" y="392726"/>
                </a:lnTo>
                <a:lnTo>
                  <a:pt x="1358018" y="392726"/>
                </a:lnTo>
                <a:close/>
                <a:moveTo>
                  <a:pt x="1223462" y="335787"/>
                </a:moveTo>
                <a:lnTo>
                  <a:pt x="1262081" y="335787"/>
                </a:lnTo>
                <a:lnTo>
                  <a:pt x="1262081" y="340804"/>
                </a:lnTo>
                <a:lnTo>
                  <a:pt x="1262081" y="345898"/>
                </a:lnTo>
                <a:lnTo>
                  <a:pt x="1234409" y="345898"/>
                </a:lnTo>
                <a:lnTo>
                  <a:pt x="1234409" y="357985"/>
                </a:lnTo>
                <a:lnTo>
                  <a:pt x="1260028" y="357985"/>
                </a:lnTo>
                <a:lnTo>
                  <a:pt x="1260028" y="362850"/>
                </a:lnTo>
                <a:lnTo>
                  <a:pt x="1260028" y="367791"/>
                </a:lnTo>
                <a:lnTo>
                  <a:pt x="1234409" y="367791"/>
                </a:lnTo>
                <a:lnTo>
                  <a:pt x="1234409" y="382616"/>
                </a:lnTo>
                <a:lnTo>
                  <a:pt x="1263297" y="382616"/>
                </a:lnTo>
                <a:lnTo>
                  <a:pt x="1263297" y="387709"/>
                </a:lnTo>
                <a:lnTo>
                  <a:pt x="1263297" y="392726"/>
                </a:lnTo>
                <a:lnTo>
                  <a:pt x="1223462" y="392726"/>
                </a:lnTo>
                <a:close/>
                <a:moveTo>
                  <a:pt x="1171463" y="335787"/>
                </a:moveTo>
                <a:lnTo>
                  <a:pt x="1214035" y="335787"/>
                </a:lnTo>
                <a:lnTo>
                  <a:pt x="1214035" y="340804"/>
                </a:lnTo>
                <a:lnTo>
                  <a:pt x="1214035" y="345898"/>
                </a:lnTo>
                <a:lnTo>
                  <a:pt x="1198222" y="345898"/>
                </a:lnTo>
                <a:lnTo>
                  <a:pt x="1198222" y="392726"/>
                </a:lnTo>
                <a:lnTo>
                  <a:pt x="1192749" y="392726"/>
                </a:lnTo>
                <a:lnTo>
                  <a:pt x="1187275" y="392726"/>
                </a:lnTo>
                <a:lnTo>
                  <a:pt x="1187275" y="345898"/>
                </a:lnTo>
                <a:lnTo>
                  <a:pt x="1171463" y="345898"/>
                </a:lnTo>
                <a:lnTo>
                  <a:pt x="1171463" y="340881"/>
                </a:lnTo>
                <a:close/>
                <a:moveTo>
                  <a:pt x="1068303" y="335787"/>
                </a:moveTo>
                <a:lnTo>
                  <a:pt x="1110875" y="335787"/>
                </a:lnTo>
                <a:lnTo>
                  <a:pt x="1110875" y="340804"/>
                </a:lnTo>
                <a:lnTo>
                  <a:pt x="1110875" y="345898"/>
                </a:lnTo>
                <a:lnTo>
                  <a:pt x="1095063" y="345898"/>
                </a:lnTo>
                <a:lnTo>
                  <a:pt x="1095063" y="392726"/>
                </a:lnTo>
                <a:lnTo>
                  <a:pt x="1089589" y="392726"/>
                </a:lnTo>
                <a:lnTo>
                  <a:pt x="1084115" y="392726"/>
                </a:lnTo>
                <a:lnTo>
                  <a:pt x="1084115" y="345898"/>
                </a:lnTo>
                <a:lnTo>
                  <a:pt x="1068303" y="345898"/>
                </a:lnTo>
                <a:lnTo>
                  <a:pt x="1068303" y="340881"/>
                </a:lnTo>
                <a:close/>
                <a:moveTo>
                  <a:pt x="1048690" y="335787"/>
                </a:moveTo>
                <a:lnTo>
                  <a:pt x="1054164" y="335787"/>
                </a:lnTo>
                <a:lnTo>
                  <a:pt x="1059637" y="335787"/>
                </a:lnTo>
                <a:lnTo>
                  <a:pt x="1059637" y="392726"/>
                </a:lnTo>
                <a:lnTo>
                  <a:pt x="1054239" y="392726"/>
                </a:lnTo>
                <a:lnTo>
                  <a:pt x="1048690" y="392726"/>
                </a:lnTo>
                <a:close/>
                <a:moveTo>
                  <a:pt x="997604" y="335787"/>
                </a:moveTo>
                <a:lnTo>
                  <a:pt x="1040176" y="335787"/>
                </a:lnTo>
                <a:lnTo>
                  <a:pt x="1040176" y="340804"/>
                </a:lnTo>
                <a:lnTo>
                  <a:pt x="1040176" y="345898"/>
                </a:lnTo>
                <a:lnTo>
                  <a:pt x="1024364" y="345898"/>
                </a:lnTo>
                <a:lnTo>
                  <a:pt x="1024364" y="392726"/>
                </a:lnTo>
                <a:lnTo>
                  <a:pt x="1018890" y="392726"/>
                </a:lnTo>
                <a:lnTo>
                  <a:pt x="1013416" y="392726"/>
                </a:lnTo>
                <a:lnTo>
                  <a:pt x="1013416" y="345898"/>
                </a:lnTo>
                <a:lnTo>
                  <a:pt x="997604" y="345898"/>
                </a:lnTo>
                <a:lnTo>
                  <a:pt x="997604" y="340881"/>
                </a:lnTo>
                <a:close/>
                <a:moveTo>
                  <a:pt x="894291" y="335787"/>
                </a:moveTo>
                <a:lnTo>
                  <a:pt x="900069" y="335787"/>
                </a:lnTo>
                <a:lnTo>
                  <a:pt x="905770" y="335787"/>
                </a:lnTo>
                <a:lnTo>
                  <a:pt x="926828" y="375774"/>
                </a:lnTo>
                <a:lnTo>
                  <a:pt x="926828" y="335787"/>
                </a:lnTo>
                <a:lnTo>
                  <a:pt x="931921" y="335787"/>
                </a:lnTo>
                <a:lnTo>
                  <a:pt x="937091" y="335787"/>
                </a:lnTo>
                <a:lnTo>
                  <a:pt x="937091" y="392726"/>
                </a:lnTo>
                <a:lnTo>
                  <a:pt x="931617" y="392726"/>
                </a:lnTo>
                <a:lnTo>
                  <a:pt x="926144" y="392726"/>
                </a:lnTo>
                <a:lnTo>
                  <a:pt x="904554" y="351675"/>
                </a:lnTo>
                <a:lnTo>
                  <a:pt x="904554" y="392726"/>
                </a:lnTo>
                <a:lnTo>
                  <a:pt x="899460" y="392726"/>
                </a:lnTo>
                <a:lnTo>
                  <a:pt x="894291" y="392726"/>
                </a:lnTo>
                <a:close/>
                <a:moveTo>
                  <a:pt x="870801" y="335787"/>
                </a:moveTo>
                <a:lnTo>
                  <a:pt x="876199" y="335787"/>
                </a:lnTo>
                <a:lnTo>
                  <a:pt x="881748" y="335787"/>
                </a:lnTo>
                <a:lnTo>
                  <a:pt x="881748" y="392726"/>
                </a:lnTo>
                <a:lnTo>
                  <a:pt x="876274" y="392726"/>
                </a:lnTo>
                <a:lnTo>
                  <a:pt x="870801" y="392726"/>
                </a:lnTo>
                <a:close/>
                <a:moveTo>
                  <a:pt x="732595" y="335787"/>
                </a:moveTo>
                <a:lnTo>
                  <a:pt x="738297" y="335787"/>
                </a:lnTo>
                <a:lnTo>
                  <a:pt x="744074" y="335787"/>
                </a:lnTo>
                <a:lnTo>
                  <a:pt x="765056" y="375774"/>
                </a:lnTo>
                <a:lnTo>
                  <a:pt x="765056" y="335787"/>
                </a:lnTo>
                <a:lnTo>
                  <a:pt x="770149" y="335787"/>
                </a:lnTo>
                <a:lnTo>
                  <a:pt x="775318" y="335787"/>
                </a:lnTo>
                <a:lnTo>
                  <a:pt x="775318" y="392726"/>
                </a:lnTo>
                <a:lnTo>
                  <a:pt x="769845" y="392726"/>
                </a:lnTo>
                <a:lnTo>
                  <a:pt x="764372" y="392726"/>
                </a:lnTo>
                <a:lnTo>
                  <a:pt x="742781" y="351675"/>
                </a:lnTo>
                <a:lnTo>
                  <a:pt x="742781" y="392726"/>
                </a:lnTo>
                <a:lnTo>
                  <a:pt x="737689" y="392726"/>
                </a:lnTo>
                <a:lnTo>
                  <a:pt x="732595" y="392726"/>
                </a:lnTo>
                <a:close/>
                <a:moveTo>
                  <a:pt x="709029" y="335787"/>
                </a:moveTo>
                <a:lnTo>
                  <a:pt x="714502" y="335787"/>
                </a:lnTo>
                <a:lnTo>
                  <a:pt x="719976" y="335787"/>
                </a:lnTo>
                <a:lnTo>
                  <a:pt x="719976" y="392726"/>
                </a:lnTo>
                <a:lnTo>
                  <a:pt x="714502" y="392726"/>
                </a:lnTo>
                <a:lnTo>
                  <a:pt x="709029" y="392726"/>
                </a:lnTo>
                <a:close/>
                <a:moveTo>
                  <a:pt x="642282" y="335787"/>
                </a:moveTo>
                <a:lnTo>
                  <a:pt x="647756" y="335787"/>
                </a:lnTo>
                <a:lnTo>
                  <a:pt x="653229" y="335787"/>
                </a:lnTo>
                <a:lnTo>
                  <a:pt x="653229" y="392726"/>
                </a:lnTo>
                <a:lnTo>
                  <a:pt x="647831" y="392726"/>
                </a:lnTo>
                <a:lnTo>
                  <a:pt x="642282" y="392726"/>
                </a:lnTo>
                <a:close/>
                <a:moveTo>
                  <a:pt x="591576" y="335787"/>
                </a:moveTo>
                <a:lnTo>
                  <a:pt x="630118" y="335787"/>
                </a:lnTo>
                <a:lnTo>
                  <a:pt x="630118" y="340804"/>
                </a:lnTo>
                <a:lnTo>
                  <a:pt x="630118" y="345898"/>
                </a:lnTo>
                <a:lnTo>
                  <a:pt x="602523" y="345898"/>
                </a:lnTo>
                <a:lnTo>
                  <a:pt x="602523" y="357985"/>
                </a:lnTo>
                <a:lnTo>
                  <a:pt x="628142" y="357985"/>
                </a:lnTo>
                <a:lnTo>
                  <a:pt x="628142" y="362850"/>
                </a:lnTo>
                <a:lnTo>
                  <a:pt x="628142" y="367791"/>
                </a:lnTo>
                <a:lnTo>
                  <a:pt x="602523" y="367791"/>
                </a:lnTo>
                <a:lnTo>
                  <a:pt x="602523" y="382616"/>
                </a:lnTo>
                <a:lnTo>
                  <a:pt x="631335" y="382616"/>
                </a:lnTo>
                <a:lnTo>
                  <a:pt x="631335" y="387709"/>
                </a:lnTo>
                <a:lnTo>
                  <a:pt x="631335" y="392726"/>
                </a:lnTo>
                <a:lnTo>
                  <a:pt x="591576" y="392726"/>
                </a:lnTo>
                <a:close/>
                <a:moveTo>
                  <a:pt x="535639" y="335679"/>
                </a:moveTo>
                <a:lnTo>
                  <a:pt x="561258" y="335679"/>
                </a:lnTo>
                <a:cubicBezTo>
                  <a:pt x="565546" y="335425"/>
                  <a:pt x="569775" y="336781"/>
                  <a:pt x="573117" y="339479"/>
                </a:cubicBezTo>
                <a:cubicBezTo>
                  <a:pt x="576080" y="342201"/>
                  <a:pt x="577670" y="346105"/>
                  <a:pt x="577451" y="350122"/>
                </a:cubicBezTo>
                <a:cubicBezTo>
                  <a:pt x="577724" y="354285"/>
                  <a:pt x="575898" y="358307"/>
                  <a:pt x="572585" y="360841"/>
                </a:cubicBezTo>
                <a:cubicBezTo>
                  <a:pt x="572076" y="361325"/>
                  <a:pt x="571484" y="361711"/>
                  <a:pt x="570837" y="361982"/>
                </a:cubicBezTo>
                <a:cubicBezTo>
                  <a:pt x="572033" y="362460"/>
                  <a:pt x="573158" y="363100"/>
                  <a:pt x="574182" y="363882"/>
                </a:cubicBezTo>
                <a:cubicBezTo>
                  <a:pt x="577567" y="366473"/>
                  <a:pt x="579446" y="370574"/>
                  <a:pt x="579199" y="374829"/>
                </a:cubicBezTo>
                <a:cubicBezTo>
                  <a:pt x="579545" y="379761"/>
                  <a:pt x="577710" y="384596"/>
                  <a:pt x="574182" y="388057"/>
                </a:cubicBezTo>
                <a:cubicBezTo>
                  <a:pt x="570097" y="391368"/>
                  <a:pt x="564905" y="392999"/>
                  <a:pt x="559662" y="392618"/>
                </a:cubicBezTo>
                <a:lnTo>
                  <a:pt x="535867" y="392618"/>
                </a:lnTo>
                <a:close/>
                <a:moveTo>
                  <a:pt x="685019" y="335678"/>
                </a:moveTo>
                <a:lnTo>
                  <a:pt x="695891" y="335678"/>
                </a:lnTo>
                <a:lnTo>
                  <a:pt x="695891" y="376654"/>
                </a:lnTo>
                <a:cubicBezTo>
                  <a:pt x="696264" y="381404"/>
                  <a:pt x="694733" y="386109"/>
                  <a:pt x="691633" y="389730"/>
                </a:cubicBezTo>
                <a:cubicBezTo>
                  <a:pt x="688235" y="392917"/>
                  <a:pt x="683662" y="394543"/>
                  <a:pt x="679014" y="394215"/>
                </a:cubicBezTo>
                <a:cubicBezTo>
                  <a:pt x="674155" y="394629"/>
                  <a:pt x="669372" y="392811"/>
                  <a:pt x="666015" y="389273"/>
                </a:cubicBezTo>
                <a:cubicBezTo>
                  <a:pt x="662901" y="384852"/>
                  <a:pt x="661521" y="379441"/>
                  <a:pt x="662137" y="374069"/>
                </a:cubicBezTo>
                <a:lnTo>
                  <a:pt x="662137" y="371105"/>
                </a:lnTo>
                <a:lnTo>
                  <a:pt x="672552" y="371105"/>
                </a:lnTo>
                <a:lnTo>
                  <a:pt x="672552" y="374525"/>
                </a:lnTo>
                <a:cubicBezTo>
                  <a:pt x="672305" y="377145"/>
                  <a:pt x="672806" y="379781"/>
                  <a:pt x="673997" y="382127"/>
                </a:cubicBezTo>
                <a:cubicBezTo>
                  <a:pt x="675045" y="383823"/>
                  <a:pt x="676951" y="384791"/>
                  <a:pt x="678938" y="384636"/>
                </a:cubicBezTo>
                <a:cubicBezTo>
                  <a:pt x="680687" y="384808"/>
                  <a:pt x="682412" y="384129"/>
                  <a:pt x="683575" y="382811"/>
                </a:cubicBezTo>
                <a:cubicBezTo>
                  <a:pt x="684665" y="381035"/>
                  <a:pt x="685170" y="378961"/>
                  <a:pt x="685019" y="376882"/>
                </a:cubicBezTo>
                <a:close/>
                <a:moveTo>
                  <a:pt x="1119478" y="335602"/>
                </a:moveTo>
                <a:lnTo>
                  <a:pt x="1130425" y="335602"/>
                </a:lnTo>
                <a:lnTo>
                  <a:pt x="1130425" y="371484"/>
                </a:lnTo>
                <a:cubicBezTo>
                  <a:pt x="1130206" y="374756"/>
                  <a:pt x="1131118" y="378004"/>
                  <a:pt x="1133009" y="380682"/>
                </a:cubicBezTo>
                <a:cubicBezTo>
                  <a:pt x="1134942" y="382811"/>
                  <a:pt x="1137745" y="383932"/>
                  <a:pt x="1140611" y="383723"/>
                </a:cubicBezTo>
                <a:cubicBezTo>
                  <a:pt x="1143437" y="383957"/>
                  <a:pt x="1146220" y="382927"/>
                  <a:pt x="1148213" y="380911"/>
                </a:cubicBezTo>
                <a:cubicBezTo>
                  <a:pt x="1150059" y="378132"/>
                  <a:pt x="1150890" y="374803"/>
                  <a:pt x="1150570" y="371484"/>
                </a:cubicBezTo>
                <a:lnTo>
                  <a:pt x="1150570" y="335602"/>
                </a:lnTo>
                <a:lnTo>
                  <a:pt x="1161821" y="335602"/>
                </a:lnTo>
                <a:lnTo>
                  <a:pt x="1161821" y="371104"/>
                </a:lnTo>
                <a:cubicBezTo>
                  <a:pt x="1162403" y="377391"/>
                  <a:pt x="1160644" y="383671"/>
                  <a:pt x="1156879" y="388741"/>
                </a:cubicBezTo>
                <a:cubicBezTo>
                  <a:pt x="1152471" y="392719"/>
                  <a:pt x="1146601" y="394676"/>
                  <a:pt x="1140687" y="394138"/>
                </a:cubicBezTo>
                <a:cubicBezTo>
                  <a:pt x="1134811" y="394597"/>
                  <a:pt x="1129013" y="392554"/>
                  <a:pt x="1124723" y="388513"/>
                </a:cubicBezTo>
                <a:cubicBezTo>
                  <a:pt x="1120912" y="383543"/>
                  <a:pt x="1119046" y="377353"/>
                  <a:pt x="1119478" y="371104"/>
                </a:cubicBezTo>
                <a:close/>
                <a:moveTo>
                  <a:pt x="1823162" y="334348"/>
                </a:moveTo>
                <a:cubicBezTo>
                  <a:pt x="1829456" y="333997"/>
                  <a:pt x="1835883" y="336047"/>
                  <a:pt x="1840953" y="340581"/>
                </a:cubicBezTo>
                <a:cubicBezTo>
                  <a:pt x="1841635" y="341192"/>
                  <a:pt x="1842282" y="341839"/>
                  <a:pt x="1842892" y="342521"/>
                </a:cubicBezTo>
                <a:cubicBezTo>
                  <a:pt x="1847751" y="348835"/>
                  <a:pt x="1850179" y="356686"/>
                  <a:pt x="1849734" y="364643"/>
                </a:cubicBezTo>
                <a:cubicBezTo>
                  <a:pt x="1850165" y="372456"/>
                  <a:pt x="1847733" y="380160"/>
                  <a:pt x="1842892" y="386309"/>
                </a:cubicBezTo>
                <a:cubicBezTo>
                  <a:pt x="1833574" y="396448"/>
                  <a:pt x="1817800" y="397114"/>
                  <a:pt x="1807660" y="387795"/>
                </a:cubicBezTo>
                <a:cubicBezTo>
                  <a:pt x="1807144" y="387321"/>
                  <a:pt x="1806648" y="386825"/>
                  <a:pt x="1806174" y="386309"/>
                </a:cubicBezTo>
                <a:cubicBezTo>
                  <a:pt x="1801333" y="380160"/>
                  <a:pt x="1798901" y="372456"/>
                  <a:pt x="1799332" y="364643"/>
                </a:cubicBezTo>
                <a:cubicBezTo>
                  <a:pt x="1798885" y="356686"/>
                  <a:pt x="1801313" y="348835"/>
                  <a:pt x="1806174" y="342521"/>
                </a:cubicBezTo>
                <a:cubicBezTo>
                  <a:pt x="1810709" y="337451"/>
                  <a:pt x="1816868" y="334699"/>
                  <a:pt x="1823162" y="334348"/>
                </a:cubicBezTo>
                <a:close/>
                <a:moveTo>
                  <a:pt x="1715958" y="334342"/>
                </a:moveTo>
                <a:cubicBezTo>
                  <a:pt x="1722271" y="333998"/>
                  <a:pt x="1728716" y="336061"/>
                  <a:pt x="1733797" y="340615"/>
                </a:cubicBezTo>
                <a:cubicBezTo>
                  <a:pt x="1734466" y="341216"/>
                  <a:pt x="1735102" y="341852"/>
                  <a:pt x="1735702" y="342520"/>
                </a:cubicBezTo>
                <a:cubicBezTo>
                  <a:pt x="1740541" y="348843"/>
                  <a:pt x="1742943" y="356696"/>
                  <a:pt x="1742468" y="364643"/>
                </a:cubicBezTo>
                <a:cubicBezTo>
                  <a:pt x="1742922" y="372447"/>
                  <a:pt x="1740516" y="380149"/>
                  <a:pt x="1735702" y="386309"/>
                </a:cubicBezTo>
                <a:cubicBezTo>
                  <a:pt x="1726345" y="396469"/>
                  <a:pt x="1710522" y="397119"/>
                  <a:pt x="1700362" y="387762"/>
                </a:cubicBezTo>
                <a:cubicBezTo>
                  <a:pt x="1699857" y="387298"/>
                  <a:pt x="1699373" y="386813"/>
                  <a:pt x="1698908" y="386309"/>
                </a:cubicBezTo>
                <a:cubicBezTo>
                  <a:pt x="1694125" y="380133"/>
                  <a:pt x="1691723" y="372443"/>
                  <a:pt x="1692142" y="364643"/>
                </a:cubicBezTo>
                <a:cubicBezTo>
                  <a:pt x="1691708" y="356701"/>
                  <a:pt x="1694105" y="348861"/>
                  <a:pt x="1698908" y="342520"/>
                </a:cubicBezTo>
                <a:cubicBezTo>
                  <a:pt x="1703462" y="337440"/>
                  <a:pt x="1709644" y="334687"/>
                  <a:pt x="1715958" y="334342"/>
                </a:cubicBezTo>
                <a:close/>
                <a:moveTo>
                  <a:pt x="1319510" y="334342"/>
                </a:moveTo>
                <a:cubicBezTo>
                  <a:pt x="1325823" y="333998"/>
                  <a:pt x="1332268" y="336061"/>
                  <a:pt x="1337349" y="340615"/>
                </a:cubicBezTo>
                <a:cubicBezTo>
                  <a:pt x="1338018" y="341216"/>
                  <a:pt x="1338654" y="341852"/>
                  <a:pt x="1339254" y="342520"/>
                </a:cubicBezTo>
                <a:cubicBezTo>
                  <a:pt x="1344093" y="348843"/>
                  <a:pt x="1346495" y="356696"/>
                  <a:pt x="1346020" y="364643"/>
                </a:cubicBezTo>
                <a:cubicBezTo>
                  <a:pt x="1346474" y="372447"/>
                  <a:pt x="1344068" y="380149"/>
                  <a:pt x="1339254" y="386309"/>
                </a:cubicBezTo>
                <a:cubicBezTo>
                  <a:pt x="1329897" y="396469"/>
                  <a:pt x="1314074" y="397119"/>
                  <a:pt x="1303914" y="387762"/>
                </a:cubicBezTo>
                <a:cubicBezTo>
                  <a:pt x="1303409" y="387298"/>
                  <a:pt x="1302925" y="386813"/>
                  <a:pt x="1302460" y="386309"/>
                </a:cubicBezTo>
                <a:cubicBezTo>
                  <a:pt x="1297677" y="380133"/>
                  <a:pt x="1295275" y="372443"/>
                  <a:pt x="1295694" y="364643"/>
                </a:cubicBezTo>
                <a:cubicBezTo>
                  <a:pt x="1295260" y="356701"/>
                  <a:pt x="1297657" y="348861"/>
                  <a:pt x="1302460" y="342520"/>
                </a:cubicBezTo>
                <a:cubicBezTo>
                  <a:pt x="1307014" y="337440"/>
                  <a:pt x="1313196" y="334687"/>
                  <a:pt x="1319510" y="334342"/>
                </a:cubicBezTo>
                <a:close/>
                <a:moveTo>
                  <a:pt x="1884703" y="334310"/>
                </a:moveTo>
                <a:cubicBezTo>
                  <a:pt x="1890404" y="334052"/>
                  <a:pt x="1896002" y="335891"/>
                  <a:pt x="1900439" y="339480"/>
                </a:cubicBezTo>
                <a:cubicBezTo>
                  <a:pt x="1904597" y="343008"/>
                  <a:pt x="1907192" y="348035"/>
                  <a:pt x="1907662" y="353468"/>
                </a:cubicBezTo>
                <a:lnTo>
                  <a:pt x="1896943" y="353468"/>
                </a:lnTo>
                <a:cubicBezTo>
                  <a:pt x="1896563" y="350883"/>
                  <a:pt x="1895167" y="348558"/>
                  <a:pt x="1893065" y="347006"/>
                </a:cubicBezTo>
                <a:cubicBezTo>
                  <a:pt x="1890958" y="345175"/>
                  <a:pt x="1888255" y="344175"/>
                  <a:pt x="1885463" y="344194"/>
                </a:cubicBezTo>
                <a:cubicBezTo>
                  <a:pt x="1881081" y="343980"/>
                  <a:pt x="1876884" y="345978"/>
                  <a:pt x="1874288" y="349515"/>
                </a:cubicBezTo>
                <a:cubicBezTo>
                  <a:pt x="1869024" y="358696"/>
                  <a:pt x="1869024" y="369982"/>
                  <a:pt x="1874288" y="379162"/>
                </a:cubicBezTo>
                <a:cubicBezTo>
                  <a:pt x="1877008" y="382606"/>
                  <a:pt x="1881235" y="384507"/>
                  <a:pt x="1885616" y="384256"/>
                </a:cubicBezTo>
                <a:cubicBezTo>
                  <a:pt x="1889630" y="384401"/>
                  <a:pt x="1893409" y="382366"/>
                  <a:pt x="1895498" y="378935"/>
                </a:cubicBezTo>
                <a:cubicBezTo>
                  <a:pt x="1896897" y="376809"/>
                  <a:pt x="1897878" y="374435"/>
                  <a:pt x="1898387" y="371941"/>
                </a:cubicBezTo>
                <a:lnTo>
                  <a:pt x="1886071" y="371941"/>
                </a:lnTo>
                <a:lnTo>
                  <a:pt x="1886071" y="362135"/>
                </a:lnTo>
                <a:lnTo>
                  <a:pt x="1908041" y="362135"/>
                </a:lnTo>
                <a:lnTo>
                  <a:pt x="1908041" y="392543"/>
                </a:lnTo>
                <a:lnTo>
                  <a:pt x="1900439" y="392543"/>
                </a:lnTo>
                <a:lnTo>
                  <a:pt x="1899375" y="384941"/>
                </a:lnTo>
                <a:lnTo>
                  <a:pt x="1899223" y="386309"/>
                </a:lnTo>
                <a:cubicBezTo>
                  <a:pt x="1895940" y="391499"/>
                  <a:pt x="1890156" y="394564"/>
                  <a:pt x="1884019" y="394368"/>
                </a:cubicBezTo>
                <a:lnTo>
                  <a:pt x="1884019" y="393911"/>
                </a:lnTo>
                <a:cubicBezTo>
                  <a:pt x="1877097" y="394281"/>
                  <a:pt x="1870384" y="391484"/>
                  <a:pt x="1865774" y="386309"/>
                </a:cubicBezTo>
                <a:cubicBezTo>
                  <a:pt x="1856522" y="373179"/>
                  <a:pt x="1856522" y="355651"/>
                  <a:pt x="1865774" y="342521"/>
                </a:cubicBezTo>
                <a:cubicBezTo>
                  <a:pt x="1870493" y="337030"/>
                  <a:pt x="1877469" y="334005"/>
                  <a:pt x="1884703" y="334310"/>
                </a:cubicBezTo>
                <a:close/>
                <a:moveTo>
                  <a:pt x="1549983" y="334159"/>
                </a:moveTo>
                <a:cubicBezTo>
                  <a:pt x="1555557" y="334015"/>
                  <a:pt x="1560982" y="335969"/>
                  <a:pt x="1565187" y="339632"/>
                </a:cubicBezTo>
                <a:cubicBezTo>
                  <a:pt x="1569500" y="343438"/>
                  <a:pt x="1572215" y="348732"/>
                  <a:pt x="1572789" y="354456"/>
                </a:cubicBezTo>
                <a:lnTo>
                  <a:pt x="1561842" y="354456"/>
                </a:lnTo>
                <a:cubicBezTo>
                  <a:pt x="1561657" y="351545"/>
                  <a:pt x="1560349" y="348819"/>
                  <a:pt x="1558193" y="346854"/>
                </a:cubicBezTo>
                <a:cubicBezTo>
                  <a:pt x="1556064" y="345068"/>
                  <a:pt x="1553370" y="344098"/>
                  <a:pt x="1550591" y="344117"/>
                </a:cubicBezTo>
                <a:cubicBezTo>
                  <a:pt x="1546672" y="344035"/>
                  <a:pt x="1543013" y="346067"/>
                  <a:pt x="1541013" y="349439"/>
                </a:cubicBezTo>
                <a:cubicBezTo>
                  <a:pt x="1538495" y="353903"/>
                  <a:pt x="1537308" y="358994"/>
                  <a:pt x="1537591" y="364111"/>
                </a:cubicBezTo>
                <a:cubicBezTo>
                  <a:pt x="1537312" y="369106"/>
                  <a:pt x="1538501" y="374075"/>
                  <a:pt x="1541013" y="378403"/>
                </a:cubicBezTo>
                <a:cubicBezTo>
                  <a:pt x="1544630" y="383762"/>
                  <a:pt x="1551907" y="385173"/>
                  <a:pt x="1557265" y="381556"/>
                </a:cubicBezTo>
                <a:cubicBezTo>
                  <a:pt x="1557725" y="381245"/>
                  <a:pt x="1558162" y="380903"/>
                  <a:pt x="1558573" y="380531"/>
                </a:cubicBezTo>
                <a:cubicBezTo>
                  <a:pt x="1560721" y="378342"/>
                  <a:pt x="1562016" y="375457"/>
                  <a:pt x="1562222" y="372397"/>
                </a:cubicBezTo>
                <a:lnTo>
                  <a:pt x="1572333" y="372701"/>
                </a:lnTo>
                <a:cubicBezTo>
                  <a:pt x="1571953" y="378621"/>
                  <a:pt x="1569409" y="384195"/>
                  <a:pt x="1565187" y="388362"/>
                </a:cubicBezTo>
                <a:cubicBezTo>
                  <a:pt x="1561078" y="392224"/>
                  <a:pt x="1555621" y="394324"/>
                  <a:pt x="1549983" y="394215"/>
                </a:cubicBezTo>
                <a:cubicBezTo>
                  <a:pt x="1543177" y="394493"/>
                  <a:pt x="1536649" y="391498"/>
                  <a:pt x="1532422" y="386157"/>
                </a:cubicBezTo>
                <a:cubicBezTo>
                  <a:pt x="1527781" y="379920"/>
                  <a:pt x="1525467" y="372255"/>
                  <a:pt x="1525885" y="364490"/>
                </a:cubicBezTo>
                <a:cubicBezTo>
                  <a:pt x="1525450" y="356583"/>
                  <a:pt x="1527759" y="348769"/>
                  <a:pt x="1532422" y="342369"/>
                </a:cubicBezTo>
                <a:cubicBezTo>
                  <a:pt x="1536610" y="336960"/>
                  <a:pt x="1543148" y="333903"/>
                  <a:pt x="1549983" y="334159"/>
                </a:cubicBezTo>
                <a:close/>
                <a:moveTo>
                  <a:pt x="969260" y="334158"/>
                </a:moveTo>
                <a:cubicBezTo>
                  <a:pt x="974516" y="333928"/>
                  <a:pt x="979659" y="335723"/>
                  <a:pt x="983629" y="339175"/>
                </a:cubicBezTo>
                <a:cubicBezTo>
                  <a:pt x="987381" y="342725"/>
                  <a:pt x="989569" y="347620"/>
                  <a:pt x="989710" y="352783"/>
                </a:cubicBezTo>
                <a:lnTo>
                  <a:pt x="978611" y="352783"/>
                </a:lnTo>
                <a:cubicBezTo>
                  <a:pt x="978526" y="350253"/>
                  <a:pt x="977331" y="347888"/>
                  <a:pt x="975342" y="346321"/>
                </a:cubicBezTo>
                <a:cubicBezTo>
                  <a:pt x="973149" y="344694"/>
                  <a:pt x="970469" y="343864"/>
                  <a:pt x="967740" y="343965"/>
                </a:cubicBezTo>
                <a:cubicBezTo>
                  <a:pt x="965416" y="343802"/>
                  <a:pt x="963114" y="344506"/>
                  <a:pt x="961278" y="345941"/>
                </a:cubicBezTo>
                <a:cubicBezTo>
                  <a:pt x="959666" y="347319"/>
                  <a:pt x="958794" y="349374"/>
                  <a:pt x="958921" y="351490"/>
                </a:cubicBezTo>
                <a:cubicBezTo>
                  <a:pt x="958917" y="353163"/>
                  <a:pt x="959859" y="354694"/>
                  <a:pt x="961354" y="355444"/>
                </a:cubicBezTo>
                <a:cubicBezTo>
                  <a:pt x="964654" y="356953"/>
                  <a:pt x="968126" y="358051"/>
                  <a:pt x="971693" y="358713"/>
                </a:cubicBezTo>
                <a:cubicBezTo>
                  <a:pt x="977187" y="359678"/>
                  <a:pt x="982388" y="361889"/>
                  <a:pt x="986897" y="365174"/>
                </a:cubicBezTo>
                <a:cubicBezTo>
                  <a:pt x="989717" y="368329"/>
                  <a:pt x="991094" y="372517"/>
                  <a:pt x="990698" y="376729"/>
                </a:cubicBezTo>
                <a:cubicBezTo>
                  <a:pt x="990967" y="381674"/>
                  <a:pt x="988811" y="386439"/>
                  <a:pt x="984920" y="389501"/>
                </a:cubicBezTo>
                <a:cubicBezTo>
                  <a:pt x="980377" y="392844"/>
                  <a:pt x="974817" y="394509"/>
                  <a:pt x="969184" y="394215"/>
                </a:cubicBezTo>
                <a:cubicBezTo>
                  <a:pt x="963670" y="394477"/>
                  <a:pt x="958254" y="392690"/>
                  <a:pt x="953980" y="389197"/>
                </a:cubicBezTo>
                <a:cubicBezTo>
                  <a:pt x="950105" y="385489"/>
                  <a:pt x="947931" y="380345"/>
                  <a:pt x="947974" y="374981"/>
                </a:cubicBezTo>
                <a:lnTo>
                  <a:pt x="958542" y="374982"/>
                </a:lnTo>
                <a:cubicBezTo>
                  <a:pt x="958486" y="377645"/>
                  <a:pt x="959596" y="380200"/>
                  <a:pt x="961582" y="381976"/>
                </a:cubicBezTo>
                <a:cubicBezTo>
                  <a:pt x="963765" y="383629"/>
                  <a:pt x="966447" y="384487"/>
                  <a:pt x="969184" y="384408"/>
                </a:cubicBezTo>
                <a:cubicBezTo>
                  <a:pt x="972036" y="384560"/>
                  <a:pt x="974876" y="383929"/>
                  <a:pt x="977395" y="382584"/>
                </a:cubicBezTo>
                <a:cubicBezTo>
                  <a:pt x="979228" y="381543"/>
                  <a:pt x="980360" y="379598"/>
                  <a:pt x="980360" y="377490"/>
                </a:cubicBezTo>
                <a:cubicBezTo>
                  <a:pt x="980483" y="375640"/>
                  <a:pt x="979686" y="373849"/>
                  <a:pt x="978231" y="372701"/>
                </a:cubicBezTo>
                <a:cubicBezTo>
                  <a:pt x="975459" y="371175"/>
                  <a:pt x="972454" y="370122"/>
                  <a:pt x="969336" y="369584"/>
                </a:cubicBezTo>
                <a:cubicBezTo>
                  <a:pt x="963396" y="368573"/>
                  <a:pt x="957728" y="366347"/>
                  <a:pt x="952688" y="363046"/>
                </a:cubicBezTo>
                <a:cubicBezTo>
                  <a:pt x="949726" y="360238"/>
                  <a:pt x="948190" y="356243"/>
                  <a:pt x="948507" y="352175"/>
                </a:cubicBezTo>
                <a:cubicBezTo>
                  <a:pt x="948255" y="347174"/>
                  <a:pt x="950298" y="342332"/>
                  <a:pt x="954056" y="339023"/>
                </a:cubicBezTo>
                <a:cubicBezTo>
                  <a:pt x="958316" y="335518"/>
                  <a:pt x="963757" y="333778"/>
                  <a:pt x="969260" y="334158"/>
                </a:cubicBezTo>
                <a:close/>
                <a:moveTo>
                  <a:pt x="809531" y="333949"/>
                </a:moveTo>
                <a:cubicBezTo>
                  <a:pt x="815715" y="333405"/>
                  <a:pt x="822092" y="335060"/>
                  <a:pt x="827405" y="339023"/>
                </a:cubicBezTo>
                <a:cubicBezTo>
                  <a:pt x="831590" y="342530"/>
                  <a:pt x="834191" y="347570"/>
                  <a:pt x="834628" y="353011"/>
                </a:cubicBezTo>
                <a:lnTo>
                  <a:pt x="823681" y="353011"/>
                </a:lnTo>
                <a:cubicBezTo>
                  <a:pt x="823370" y="350421"/>
                  <a:pt x="821993" y="348079"/>
                  <a:pt x="819879" y="346550"/>
                </a:cubicBezTo>
                <a:cubicBezTo>
                  <a:pt x="817772" y="344719"/>
                  <a:pt x="815069" y="343719"/>
                  <a:pt x="812277" y="343736"/>
                </a:cubicBezTo>
                <a:cubicBezTo>
                  <a:pt x="807904" y="343564"/>
                  <a:pt x="803725" y="345554"/>
                  <a:pt x="801103" y="349058"/>
                </a:cubicBezTo>
                <a:cubicBezTo>
                  <a:pt x="798134" y="353549"/>
                  <a:pt x="796719" y="358890"/>
                  <a:pt x="797073" y="364262"/>
                </a:cubicBezTo>
                <a:cubicBezTo>
                  <a:pt x="796719" y="369470"/>
                  <a:pt x="798080" y="374650"/>
                  <a:pt x="800950" y="379010"/>
                </a:cubicBezTo>
                <a:cubicBezTo>
                  <a:pt x="803678" y="382442"/>
                  <a:pt x="807900" y="384341"/>
                  <a:pt x="812277" y="384103"/>
                </a:cubicBezTo>
                <a:cubicBezTo>
                  <a:pt x="816285" y="384217"/>
                  <a:pt x="820049" y="382189"/>
                  <a:pt x="822160" y="378782"/>
                </a:cubicBezTo>
                <a:cubicBezTo>
                  <a:pt x="823529" y="376640"/>
                  <a:pt x="824507" y="374272"/>
                  <a:pt x="825049" y="371788"/>
                </a:cubicBezTo>
                <a:lnTo>
                  <a:pt x="812734" y="371788"/>
                </a:lnTo>
                <a:lnTo>
                  <a:pt x="812734" y="361981"/>
                </a:lnTo>
                <a:lnTo>
                  <a:pt x="834932" y="361981"/>
                </a:lnTo>
                <a:lnTo>
                  <a:pt x="834932" y="392389"/>
                </a:lnTo>
                <a:lnTo>
                  <a:pt x="827330" y="392389"/>
                </a:lnTo>
                <a:lnTo>
                  <a:pt x="826265" y="384787"/>
                </a:lnTo>
                <a:lnTo>
                  <a:pt x="825658" y="385700"/>
                </a:lnTo>
                <a:lnTo>
                  <a:pt x="810540" y="393712"/>
                </a:lnTo>
                <a:lnTo>
                  <a:pt x="792816" y="385852"/>
                </a:lnTo>
                <a:cubicBezTo>
                  <a:pt x="783698" y="372680"/>
                  <a:pt x="783698" y="355236"/>
                  <a:pt x="792816" y="342064"/>
                </a:cubicBezTo>
                <a:cubicBezTo>
                  <a:pt x="797356" y="337234"/>
                  <a:pt x="803347" y="334493"/>
                  <a:pt x="809531" y="333949"/>
                </a:cubicBezTo>
                <a:close/>
                <a:moveTo>
                  <a:pt x="358112" y="333820"/>
                </a:moveTo>
                <a:lnTo>
                  <a:pt x="356738" y="335368"/>
                </a:lnTo>
                <a:lnTo>
                  <a:pt x="355343" y="336895"/>
                </a:lnTo>
                <a:lnTo>
                  <a:pt x="361339" y="342303"/>
                </a:lnTo>
                <a:lnTo>
                  <a:pt x="356171" y="348059"/>
                </a:lnTo>
                <a:lnTo>
                  <a:pt x="350175" y="342652"/>
                </a:lnTo>
                <a:lnTo>
                  <a:pt x="348779" y="344200"/>
                </a:lnTo>
                <a:lnTo>
                  <a:pt x="347405" y="345726"/>
                </a:lnTo>
                <a:lnTo>
                  <a:pt x="363367" y="360183"/>
                </a:lnTo>
                <a:lnTo>
                  <a:pt x="364741" y="358635"/>
                </a:lnTo>
                <a:lnTo>
                  <a:pt x="366136" y="357109"/>
                </a:lnTo>
                <a:lnTo>
                  <a:pt x="358875" y="350567"/>
                </a:lnTo>
                <a:lnTo>
                  <a:pt x="364065" y="344810"/>
                </a:lnTo>
                <a:lnTo>
                  <a:pt x="371304" y="351352"/>
                </a:lnTo>
                <a:lnTo>
                  <a:pt x="372700" y="349804"/>
                </a:lnTo>
                <a:lnTo>
                  <a:pt x="374117" y="348234"/>
                </a:lnTo>
                <a:close/>
                <a:moveTo>
                  <a:pt x="221021" y="323049"/>
                </a:moveTo>
                <a:cubicBezTo>
                  <a:pt x="221498" y="323758"/>
                  <a:pt x="222031" y="324430"/>
                  <a:pt x="222613" y="325055"/>
                </a:cubicBezTo>
                <a:cubicBezTo>
                  <a:pt x="223289" y="325731"/>
                  <a:pt x="224292" y="326342"/>
                  <a:pt x="224357" y="326734"/>
                </a:cubicBezTo>
                <a:cubicBezTo>
                  <a:pt x="224423" y="327127"/>
                  <a:pt x="223877" y="327258"/>
                  <a:pt x="223877" y="327258"/>
                </a:cubicBezTo>
                <a:lnTo>
                  <a:pt x="223877" y="340690"/>
                </a:lnTo>
                <a:cubicBezTo>
                  <a:pt x="223877" y="340690"/>
                  <a:pt x="228980" y="340603"/>
                  <a:pt x="230637" y="341867"/>
                </a:cubicBezTo>
                <a:cubicBezTo>
                  <a:pt x="232294" y="343132"/>
                  <a:pt x="235151" y="344201"/>
                  <a:pt x="235892" y="345073"/>
                </a:cubicBezTo>
                <a:cubicBezTo>
                  <a:pt x="236634" y="345945"/>
                  <a:pt x="239730" y="346141"/>
                  <a:pt x="240995" y="346490"/>
                </a:cubicBezTo>
                <a:cubicBezTo>
                  <a:pt x="242260" y="346839"/>
                  <a:pt x="242870" y="348475"/>
                  <a:pt x="243590" y="349020"/>
                </a:cubicBezTo>
                <a:cubicBezTo>
                  <a:pt x="244309" y="349565"/>
                  <a:pt x="245421" y="348954"/>
                  <a:pt x="246490" y="349281"/>
                </a:cubicBezTo>
                <a:cubicBezTo>
                  <a:pt x="247558" y="349608"/>
                  <a:pt x="249368" y="351745"/>
                  <a:pt x="250546" y="352312"/>
                </a:cubicBezTo>
                <a:cubicBezTo>
                  <a:pt x="251723" y="352879"/>
                  <a:pt x="253162" y="352988"/>
                  <a:pt x="253686" y="354253"/>
                </a:cubicBezTo>
                <a:cubicBezTo>
                  <a:pt x="254209" y="355518"/>
                  <a:pt x="253904" y="356215"/>
                  <a:pt x="255256" y="356215"/>
                </a:cubicBezTo>
                <a:cubicBezTo>
                  <a:pt x="256355" y="356170"/>
                  <a:pt x="257419" y="356597"/>
                  <a:pt x="258178" y="357393"/>
                </a:cubicBezTo>
                <a:cubicBezTo>
                  <a:pt x="258635" y="357785"/>
                  <a:pt x="260118" y="357306"/>
                  <a:pt x="261492" y="357785"/>
                </a:cubicBezTo>
                <a:cubicBezTo>
                  <a:pt x="262190" y="357982"/>
                  <a:pt x="264458" y="359137"/>
                  <a:pt x="265853" y="359530"/>
                </a:cubicBezTo>
                <a:cubicBezTo>
                  <a:pt x="268066" y="360483"/>
                  <a:pt x="270179" y="361660"/>
                  <a:pt x="272155" y="363041"/>
                </a:cubicBezTo>
                <a:cubicBezTo>
                  <a:pt x="276291" y="363324"/>
                  <a:pt x="280389" y="364017"/>
                  <a:pt x="284388" y="365112"/>
                </a:cubicBezTo>
                <a:lnTo>
                  <a:pt x="159333" y="365243"/>
                </a:lnTo>
                <a:cubicBezTo>
                  <a:pt x="159333" y="365243"/>
                  <a:pt x="163367" y="364436"/>
                  <a:pt x="174270" y="363498"/>
                </a:cubicBezTo>
                <a:cubicBezTo>
                  <a:pt x="176191" y="361900"/>
                  <a:pt x="178418" y="360705"/>
                  <a:pt x="180812" y="359988"/>
                </a:cubicBezTo>
                <a:cubicBezTo>
                  <a:pt x="181597" y="359922"/>
                  <a:pt x="184017" y="357131"/>
                  <a:pt x="184322" y="356673"/>
                </a:cubicBezTo>
                <a:cubicBezTo>
                  <a:pt x="184628" y="356215"/>
                  <a:pt x="187244" y="356564"/>
                  <a:pt x="187833" y="354907"/>
                </a:cubicBezTo>
                <a:cubicBezTo>
                  <a:pt x="188422" y="353250"/>
                  <a:pt x="190057" y="353468"/>
                  <a:pt x="190973" y="353141"/>
                </a:cubicBezTo>
                <a:cubicBezTo>
                  <a:pt x="191889" y="352814"/>
                  <a:pt x="192020" y="350502"/>
                  <a:pt x="193699" y="349630"/>
                </a:cubicBezTo>
                <a:cubicBezTo>
                  <a:pt x="194462" y="349238"/>
                  <a:pt x="196403" y="348605"/>
                  <a:pt x="197798" y="348060"/>
                </a:cubicBezTo>
                <a:cubicBezTo>
                  <a:pt x="199194" y="347515"/>
                  <a:pt x="200677" y="345487"/>
                  <a:pt x="201701" y="345335"/>
                </a:cubicBezTo>
                <a:cubicBezTo>
                  <a:pt x="203474" y="345247"/>
                  <a:pt x="205208" y="344778"/>
                  <a:pt x="206782" y="343961"/>
                </a:cubicBezTo>
                <a:cubicBezTo>
                  <a:pt x="208265" y="342958"/>
                  <a:pt x="209987" y="341976"/>
                  <a:pt x="211274" y="341235"/>
                </a:cubicBezTo>
                <a:cubicBezTo>
                  <a:pt x="212560" y="340494"/>
                  <a:pt x="218404" y="340886"/>
                  <a:pt x="218404" y="340886"/>
                </a:cubicBezTo>
                <a:lnTo>
                  <a:pt x="218404" y="327541"/>
                </a:lnTo>
                <a:lnTo>
                  <a:pt x="217750" y="326931"/>
                </a:lnTo>
                <a:cubicBezTo>
                  <a:pt x="217467" y="326669"/>
                  <a:pt x="218666" y="325862"/>
                  <a:pt x="219473" y="325055"/>
                </a:cubicBezTo>
                <a:cubicBezTo>
                  <a:pt x="220057" y="324443"/>
                  <a:pt x="220576" y="323771"/>
                  <a:pt x="221021" y="323049"/>
                </a:cubicBezTo>
                <a:close/>
                <a:moveTo>
                  <a:pt x="371282" y="315809"/>
                </a:moveTo>
                <a:lnTo>
                  <a:pt x="370170" y="317401"/>
                </a:lnTo>
                <a:lnTo>
                  <a:pt x="369058" y="318993"/>
                </a:lnTo>
                <a:lnTo>
                  <a:pt x="381444" y="327715"/>
                </a:lnTo>
                <a:lnTo>
                  <a:pt x="364501" y="325534"/>
                </a:lnTo>
                <a:lnTo>
                  <a:pt x="363258" y="327322"/>
                </a:lnTo>
                <a:lnTo>
                  <a:pt x="362015" y="329089"/>
                </a:lnTo>
                <a:lnTo>
                  <a:pt x="379656" y="341452"/>
                </a:lnTo>
                <a:lnTo>
                  <a:pt x="380768" y="339860"/>
                </a:lnTo>
                <a:lnTo>
                  <a:pt x="381858" y="338269"/>
                </a:lnTo>
                <a:lnTo>
                  <a:pt x="369145" y="329372"/>
                </a:lnTo>
                <a:lnTo>
                  <a:pt x="386590" y="331553"/>
                </a:lnTo>
                <a:lnTo>
                  <a:pt x="387789" y="329852"/>
                </a:lnTo>
                <a:lnTo>
                  <a:pt x="388923" y="328173"/>
                </a:lnTo>
                <a:close/>
                <a:moveTo>
                  <a:pt x="67031" y="313912"/>
                </a:moveTo>
                <a:cubicBezTo>
                  <a:pt x="60967" y="313679"/>
                  <a:pt x="55397" y="317246"/>
                  <a:pt x="53075" y="322852"/>
                </a:cubicBezTo>
                <a:cubicBezTo>
                  <a:pt x="52310" y="325369"/>
                  <a:pt x="52752" y="328099"/>
                  <a:pt x="54274" y="330244"/>
                </a:cubicBezTo>
                <a:cubicBezTo>
                  <a:pt x="55480" y="332189"/>
                  <a:pt x="57613" y="333362"/>
                  <a:pt x="59900" y="333341"/>
                </a:cubicBezTo>
                <a:lnTo>
                  <a:pt x="60315" y="333341"/>
                </a:lnTo>
                <a:lnTo>
                  <a:pt x="58134" y="335194"/>
                </a:lnTo>
                <a:lnTo>
                  <a:pt x="59639" y="337527"/>
                </a:lnTo>
                <a:lnTo>
                  <a:pt x="69386" y="331204"/>
                </a:lnTo>
                <a:lnTo>
                  <a:pt x="64872" y="324226"/>
                </a:lnTo>
                <a:lnTo>
                  <a:pt x="61754" y="326254"/>
                </a:lnTo>
                <a:lnTo>
                  <a:pt x="64174" y="330244"/>
                </a:lnTo>
                <a:cubicBezTo>
                  <a:pt x="63278" y="330595"/>
                  <a:pt x="62325" y="330781"/>
                  <a:pt x="61361" y="330789"/>
                </a:cubicBezTo>
                <a:cubicBezTo>
                  <a:pt x="59854" y="330792"/>
                  <a:pt x="58452" y="330017"/>
                  <a:pt x="57654" y="328740"/>
                </a:cubicBezTo>
                <a:cubicBezTo>
                  <a:pt x="56662" y="327405"/>
                  <a:pt x="56394" y="325667"/>
                  <a:pt x="56935" y="324095"/>
                </a:cubicBezTo>
                <a:cubicBezTo>
                  <a:pt x="57726" y="322290"/>
                  <a:pt x="59091" y="320796"/>
                  <a:pt x="60816" y="319843"/>
                </a:cubicBezTo>
                <a:cubicBezTo>
                  <a:pt x="62421" y="318663"/>
                  <a:pt x="64364" y="318035"/>
                  <a:pt x="66355" y="318055"/>
                </a:cubicBezTo>
                <a:cubicBezTo>
                  <a:pt x="68018" y="318138"/>
                  <a:pt x="69527" y="319058"/>
                  <a:pt x="70367" y="320497"/>
                </a:cubicBezTo>
                <a:cubicBezTo>
                  <a:pt x="70934" y="321376"/>
                  <a:pt x="71165" y="322427"/>
                  <a:pt x="71021" y="323463"/>
                </a:cubicBezTo>
                <a:cubicBezTo>
                  <a:pt x="70962" y="324455"/>
                  <a:pt x="70506" y="325382"/>
                  <a:pt x="69756" y="326036"/>
                </a:cubicBezTo>
                <a:lnTo>
                  <a:pt x="72199" y="329503"/>
                </a:lnTo>
                <a:cubicBezTo>
                  <a:pt x="73823" y="328232"/>
                  <a:pt x="74887" y="326378"/>
                  <a:pt x="75164" y="324335"/>
                </a:cubicBezTo>
                <a:cubicBezTo>
                  <a:pt x="75378" y="322189"/>
                  <a:pt x="74813" y="320037"/>
                  <a:pt x="73572" y="318273"/>
                </a:cubicBezTo>
                <a:cubicBezTo>
                  <a:pt x="72192" y="315877"/>
                  <a:pt x="69772" y="314265"/>
                  <a:pt x="67031" y="313912"/>
                </a:cubicBezTo>
                <a:close/>
                <a:moveTo>
                  <a:pt x="385085" y="301374"/>
                </a:moveTo>
                <a:cubicBezTo>
                  <a:pt x="387050" y="301252"/>
                  <a:pt x="389003" y="301732"/>
                  <a:pt x="390689" y="302748"/>
                </a:cubicBezTo>
                <a:cubicBezTo>
                  <a:pt x="392501" y="303500"/>
                  <a:pt x="394023" y="304815"/>
                  <a:pt x="395028" y="306498"/>
                </a:cubicBezTo>
                <a:cubicBezTo>
                  <a:pt x="395211" y="306899"/>
                  <a:pt x="395342" y="307325"/>
                  <a:pt x="395414" y="307759"/>
                </a:cubicBezTo>
                <a:cubicBezTo>
                  <a:pt x="395863" y="310469"/>
                  <a:pt x="394030" y="313027"/>
                  <a:pt x="391321" y="313476"/>
                </a:cubicBezTo>
                <a:cubicBezTo>
                  <a:pt x="389391" y="313624"/>
                  <a:pt x="387462" y="313166"/>
                  <a:pt x="385804" y="312168"/>
                </a:cubicBezTo>
                <a:cubicBezTo>
                  <a:pt x="383984" y="311357"/>
                  <a:pt x="382462" y="310000"/>
                  <a:pt x="381443" y="308286"/>
                </a:cubicBezTo>
                <a:cubicBezTo>
                  <a:pt x="380702" y="306928"/>
                  <a:pt x="380702" y="305284"/>
                  <a:pt x="381443" y="303925"/>
                </a:cubicBezTo>
                <a:cubicBezTo>
                  <a:pt x="382139" y="302506"/>
                  <a:pt x="383513" y="301542"/>
                  <a:pt x="385085" y="301374"/>
                </a:cubicBezTo>
                <a:close/>
                <a:moveTo>
                  <a:pt x="384126" y="297492"/>
                </a:moveTo>
                <a:cubicBezTo>
                  <a:pt x="383805" y="297571"/>
                  <a:pt x="383489" y="297669"/>
                  <a:pt x="383179" y="297780"/>
                </a:cubicBezTo>
                <a:cubicBezTo>
                  <a:pt x="378323" y="299546"/>
                  <a:pt x="375818" y="304913"/>
                  <a:pt x="377584" y="309769"/>
                </a:cubicBezTo>
                <a:cubicBezTo>
                  <a:pt x="378847" y="312497"/>
                  <a:pt x="381032" y="314690"/>
                  <a:pt x="383755" y="315962"/>
                </a:cubicBezTo>
                <a:cubicBezTo>
                  <a:pt x="386293" y="317486"/>
                  <a:pt x="389298" y="318044"/>
                  <a:pt x="392216" y="317532"/>
                </a:cubicBezTo>
                <a:cubicBezTo>
                  <a:pt x="394813" y="316973"/>
                  <a:pt x="397004" y="315242"/>
                  <a:pt x="398147" y="312843"/>
                </a:cubicBezTo>
                <a:lnTo>
                  <a:pt x="398103" y="312800"/>
                </a:lnTo>
                <a:cubicBezTo>
                  <a:pt x="399451" y="310521"/>
                  <a:pt x="399693" y="307754"/>
                  <a:pt x="398757" y="305277"/>
                </a:cubicBezTo>
                <a:cubicBezTo>
                  <a:pt x="397551" y="302571"/>
                  <a:pt x="395406" y="300392"/>
                  <a:pt x="392717" y="299150"/>
                </a:cubicBezTo>
                <a:cubicBezTo>
                  <a:pt x="390142" y="297590"/>
                  <a:pt x="387096" y="297004"/>
                  <a:pt x="384126" y="297492"/>
                </a:cubicBezTo>
                <a:close/>
                <a:moveTo>
                  <a:pt x="58178" y="290667"/>
                </a:moveTo>
                <a:lnTo>
                  <a:pt x="38662" y="299782"/>
                </a:lnTo>
                <a:lnTo>
                  <a:pt x="39469" y="301526"/>
                </a:lnTo>
                <a:lnTo>
                  <a:pt x="40297" y="303271"/>
                </a:lnTo>
                <a:lnTo>
                  <a:pt x="54362" y="296729"/>
                </a:lnTo>
                <a:lnTo>
                  <a:pt x="43742" y="310707"/>
                </a:lnTo>
                <a:lnTo>
                  <a:pt x="44615" y="312560"/>
                </a:lnTo>
                <a:lnTo>
                  <a:pt x="45487" y="314392"/>
                </a:lnTo>
                <a:lnTo>
                  <a:pt x="65003" y="305299"/>
                </a:lnTo>
                <a:lnTo>
                  <a:pt x="64174" y="303532"/>
                </a:lnTo>
                <a:lnTo>
                  <a:pt x="63367" y="301788"/>
                </a:lnTo>
                <a:lnTo>
                  <a:pt x="49673" y="308177"/>
                </a:lnTo>
                <a:lnTo>
                  <a:pt x="60009" y="294614"/>
                </a:lnTo>
                <a:lnTo>
                  <a:pt x="59093" y="292652"/>
                </a:lnTo>
                <a:close/>
                <a:moveTo>
                  <a:pt x="406476" y="281836"/>
                </a:moveTo>
                <a:lnTo>
                  <a:pt x="402944" y="291038"/>
                </a:lnTo>
                <a:lnTo>
                  <a:pt x="386415" y="284693"/>
                </a:lnTo>
                <a:lnTo>
                  <a:pt x="385674" y="286633"/>
                </a:lnTo>
                <a:lnTo>
                  <a:pt x="384933" y="288552"/>
                </a:lnTo>
                <a:lnTo>
                  <a:pt x="405081" y="296293"/>
                </a:lnTo>
                <a:lnTo>
                  <a:pt x="410052" y="283210"/>
                </a:lnTo>
                <a:lnTo>
                  <a:pt x="408264" y="282534"/>
                </a:lnTo>
                <a:close/>
                <a:moveTo>
                  <a:pt x="54383" y="281095"/>
                </a:moveTo>
                <a:lnTo>
                  <a:pt x="34279" y="288814"/>
                </a:lnTo>
                <a:lnTo>
                  <a:pt x="35020" y="290755"/>
                </a:lnTo>
                <a:lnTo>
                  <a:pt x="35762" y="292673"/>
                </a:lnTo>
                <a:lnTo>
                  <a:pt x="55866" y="284954"/>
                </a:lnTo>
                <a:lnTo>
                  <a:pt x="55125" y="283035"/>
                </a:lnTo>
                <a:close/>
                <a:moveTo>
                  <a:pt x="35958" y="266420"/>
                </a:moveTo>
                <a:lnTo>
                  <a:pt x="34715" y="266747"/>
                </a:lnTo>
                <a:cubicBezTo>
                  <a:pt x="32700" y="267058"/>
                  <a:pt x="30868" y="268099"/>
                  <a:pt x="29569" y="269669"/>
                </a:cubicBezTo>
                <a:cubicBezTo>
                  <a:pt x="28629" y="271252"/>
                  <a:pt x="28446" y="273171"/>
                  <a:pt x="29067" y="274902"/>
                </a:cubicBezTo>
                <a:cubicBezTo>
                  <a:pt x="29399" y="276627"/>
                  <a:pt x="30435" y="278136"/>
                  <a:pt x="31924" y="279067"/>
                </a:cubicBezTo>
                <a:lnTo>
                  <a:pt x="31924" y="279023"/>
                </a:lnTo>
                <a:cubicBezTo>
                  <a:pt x="33546" y="279826"/>
                  <a:pt x="35421" y="279952"/>
                  <a:pt x="37135" y="279372"/>
                </a:cubicBezTo>
                <a:lnTo>
                  <a:pt x="52094" y="275360"/>
                </a:lnTo>
                <a:lnTo>
                  <a:pt x="51549" y="273354"/>
                </a:lnTo>
                <a:lnTo>
                  <a:pt x="51025" y="271369"/>
                </a:lnTo>
                <a:lnTo>
                  <a:pt x="36067" y="275382"/>
                </a:lnTo>
                <a:cubicBezTo>
                  <a:pt x="35308" y="275622"/>
                  <a:pt x="34492" y="275622"/>
                  <a:pt x="33734" y="275382"/>
                </a:cubicBezTo>
                <a:cubicBezTo>
                  <a:pt x="33657" y="275336"/>
                  <a:pt x="33583" y="275284"/>
                  <a:pt x="33511" y="275229"/>
                </a:cubicBezTo>
                <a:cubicBezTo>
                  <a:pt x="32441" y="274409"/>
                  <a:pt x="32238" y="272876"/>
                  <a:pt x="33058" y="271806"/>
                </a:cubicBezTo>
                <a:cubicBezTo>
                  <a:pt x="33812" y="271149"/>
                  <a:pt x="34732" y="270713"/>
                  <a:pt x="35718" y="270541"/>
                </a:cubicBezTo>
                <a:lnTo>
                  <a:pt x="36961" y="270214"/>
                </a:lnTo>
                <a:close/>
                <a:moveTo>
                  <a:pt x="848009" y="261938"/>
                </a:moveTo>
                <a:lnTo>
                  <a:pt x="847932" y="262090"/>
                </a:lnTo>
                <a:lnTo>
                  <a:pt x="847945" y="262008"/>
                </a:lnTo>
                <a:close/>
                <a:moveTo>
                  <a:pt x="399651" y="259486"/>
                </a:moveTo>
                <a:cubicBezTo>
                  <a:pt x="401533" y="258901"/>
                  <a:pt x="403548" y="258901"/>
                  <a:pt x="405429" y="259486"/>
                </a:cubicBezTo>
                <a:cubicBezTo>
                  <a:pt x="407333" y="259848"/>
                  <a:pt x="409071" y="260803"/>
                  <a:pt x="410401" y="262211"/>
                </a:cubicBezTo>
                <a:cubicBezTo>
                  <a:pt x="410676" y="262556"/>
                  <a:pt x="410905" y="262937"/>
                  <a:pt x="411081" y="263343"/>
                </a:cubicBezTo>
                <a:cubicBezTo>
                  <a:pt x="412176" y="265872"/>
                  <a:pt x="411014" y="268814"/>
                  <a:pt x="408482" y="269909"/>
                </a:cubicBezTo>
                <a:cubicBezTo>
                  <a:pt x="406637" y="270495"/>
                  <a:pt x="404657" y="270495"/>
                  <a:pt x="402813" y="269909"/>
                </a:cubicBezTo>
                <a:cubicBezTo>
                  <a:pt x="400876" y="269540"/>
                  <a:pt x="399102" y="268581"/>
                  <a:pt x="397732" y="267161"/>
                </a:cubicBezTo>
                <a:cubicBezTo>
                  <a:pt x="397398" y="266764"/>
                  <a:pt x="397130" y="266319"/>
                  <a:pt x="396938" y="265838"/>
                </a:cubicBezTo>
                <a:cubicBezTo>
                  <a:pt x="395933" y="263334"/>
                  <a:pt x="397148" y="260491"/>
                  <a:pt x="399651" y="259486"/>
                </a:cubicBezTo>
                <a:close/>
                <a:moveTo>
                  <a:pt x="406389" y="255473"/>
                </a:moveTo>
                <a:cubicBezTo>
                  <a:pt x="403517" y="254590"/>
                  <a:pt x="400425" y="254760"/>
                  <a:pt x="397667" y="255953"/>
                </a:cubicBezTo>
                <a:cubicBezTo>
                  <a:pt x="397373" y="256110"/>
                  <a:pt x="397085" y="256282"/>
                  <a:pt x="396808" y="256470"/>
                </a:cubicBezTo>
                <a:cubicBezTo>
                  <a:pt x="392538" y="259357"/>
                  <a:pt x="391420" y="265159"/>
                  <a:pt x="394309" y="269429"/>
                </a:cubicBezTo>
                <a:cubicBezTo>
                  <a:pt x="396202" y="271771"/>
                  <a:pt x="398858" y="273376"/>
                  <a:pt x="401810" y="273964"/>
                </a:cubicBezTo>
                <a:cubicBezTo>
                  <a:pt x="404645" y="274828"/>
                  <a:pt x="407693" y="274642"/>
                  <a:pt x="410401" y="273441"/>
                </a:cubicBezTo>
                <a:cubicBezTo>
                  <a:pt x="412767" y="272246"/>
                  <a:pt x="414459" y="270039"/>
                  <a:pt x="415002" y="267444"/>
                </a:cubicBezTo>
                <a:cubicBezTo>
                  <a:pt x="415763" y="264891"/>
                  <a:pt x="415297" y="262126"/>
                  <a:pt x="413738" y="259965"/>
                </a:cubicBezTo>
                <a:cubicBezTo>
                  <a:pt x="411912" y="257628"/>
                  <a:pt x="409302" y="256029"/>
                  <a:pt x="406389" y="255473"/>
                </a:cubicBezTo>
                <a:close/>
                <a:moveTo>
                  <a:pt x="46948" y="254056"/>
                </a:moveTo>
                <a:lnTo>
                  <a:pt x="25818" y="258177"/>
                </a:lnTo>
                <a:lnTo>
                  <a:pt x="26211" y="260205"/>
                </a:lnTo>
                <a:lnTo>
                  <a:pt x="26603" y="262233"/>
                </a:lnTo>
                <a:lnTo>
                  <a:pt x="47733" y="258133"/>
                </a:lnTo>
                <a:lnTo>
                  <a:pt x="47340" y="256084"/>
                </a:lnTo>
                <a:close/>
                <a:moveTo>
                  <a:pt x="92826" y="253838"/>
                </a:moveTo>
                <a:cubicBezTo>
                  <a:pt x="100910" y="255816"/>
                  <a:pt x="109146" y="257122"/>
                  <a:pt x="117445" y="257742"/>
                </a:cubicBezTo>
                <a:cubicBezTo>
                  <a:pt x="133363" y="258374"/>
                  <a:pt x="155910" y="257022"/>
                  <a:pt x="176538" y="257262"/>
                </a:cubicBezTo>
                <a:cubicBezTo>
                  <a:pt x="179830" y="257872"/>
                  <a:pt x="182796" y="258374"/>
                  <a:pt x="185107" y="258657"/>
                </a:cubicBezTo>
                <a:cubicBezTo>
                  <a:pt x="190646" y="259421"/>
                  <a:pt x="199869" y="260402"/>
                  <a:pt x="203925" y="260838"/>
                </a:cubicBezTo>
                <a:lnTo>
                  <a:pt x="198147" y="284192"/>
                </a:lnTo>
                <a:lnTo>
                  <a:pt x="221282" y="288117"/>
                </a:lnTo>
                <a:lnTo>
                  <a:pt x="244396" y="284192"/>
                </a:lnTo>
                <a:lnTo>
                  <a:pt x="238618" y="260860"/>
                </a:lnTo>
                <a:cubicBezTo>
                  <a:pt x="242673" y="260380"/>
                  <a:pt x="251897" y="259399"/>
                  <a:pt x="257436" y="258679"/>
                </a:cubicBezTo>
                <a:cubicBezTo>
                  <a:pt x="259747" y="258396"/>
                  <a:pt x="262713" y="257894"/>
                  <a:pt x="266027" y="257284"/>
                </a:cubicBezTo>
                <a:cubicBezTo>
                  <a:pt x="286655" y="257044"/>
                  <a:pt x="309180" y="258396"/>
                  <a:pt x="325120" y="257763"/>
                </a:cubicBezTo>
                <a:lnTo>
                  <a:pt x="325207" y="257742"/>
                </a:lnTo>
                <a:cubicBezTo>
                  <a:pt x="333500" y="257120"/>
                  <a:pt x="341727" y="255816"/>
                  <a:pt x="349804" y="253838"/>
                </a:cubicBezTo>
                <a:cubicBezTo>
                  <a:pt x="349804" y="253838"/>
                  <a:pt x="342586" y="265439"/>
                  <a:pt x="334322" y="271108"/>
                </a:cubicBezTo>
                <a:cubicBezTo>
                  <a:pt x="302482" y="280312"/>
                  <a:pt x="269799" y="286302"/>
                  <a:pt x="236764" y="288989"/>
                </a:cubicBezTo>
                <a:lnTo>
                  <a:pt x="243022" y="314021"/>
                </a:lnTo>
                <a:lnTo>
                  <a:pt x="221217" y="318731"/>
                </a:lnTo>
                <a:lnTo>
                  <a:pt x="199411" y="314021"/>
                </a:lnTo>
                <a:lnTo>
                  <a:pt x="205670" y="288989"/>
                </a:lnTo>
                <a:cubicBezTo>
                  <a:pt x="172700" y="286289"/>
                  <a:pt x="140085" y="280299"/>
                  <a:pt x="108308" y="271108"/>
                </a:cubicBezTo>
                <a:cubicBezTo>
                  <a:pt x="100044" y="265439"/>
                  <a:pt x="92826" y="253838"/>
                  <a:pt x="92826" y="253838"/>
                </a:cubicBezTo>
                <a:close/>
                <a:moveTo>
                  <a:pt x="821325" y="241792"/>
                </a:moveTo>
                <a:cubicBezTo>
                  <a:pt x="826722" y="241792"/>
                  <a:pt x="827027" y="251295"/>
                  <a:pt x="828927" y="251295"/>
                </a:cubicBezTo>
                <a:cubicBezTo>
                  <a:pt x="831701" y="251070"/>
                  <a:pt x="834422" y="250403"/>
                  <a:pt x="836985" y="249319"/>
                </a:cubicBezTo>
                <a:cubicBezTo>
                  <a:pt x="840099" y="249134"/>
                  <a:pt x="843221" y="249134"/>
                  <a:pt x="846336" y="249319"/>
                </a:cubicBezTo>
                <a:cubicBezTo>
                  <a:pt x="847856" y="249319"/>
                  <a:pt x="849605" y="249623"/>
                  <a:pt x="849605" y="250839"/>
                </a:cubicBezTo>
                <a:cubicBezTo>
                  <a:pt x="849911" y="252648"/>
                  <a:pt x="849645" y="254509"/>
                  <a:pt x="848844" y="256160"/>
                </a:cubicBezTo>
                <a:lnTo>
                  <a:pt x="847945" y="262008"/>
                </a:lnTo>
                <a:lnTo>
                  <a:pt x="843903" y="266423"/>
                </a:lnTo>
                <a:cubicBezTo>
                  <a:pt x="843295" y="267411"/>
                  <a:pt x="840330" y="268095"/>
                  <a:pt x="839722" y="269540"/>
                </a:cubicBezTo>
                <a:cubicBezTo>
                  <a:pt x="838354" y="272960"/>
                  <a:pt x="838354" y="276078"/>
                  <a:pt x="836757" y="277978"/>
                </a:cubicBezTo>
                <a:cubicBezTo>
                  <a:pt x="835160" y="279878"/>
                  <a:pt x="833336" y="280411"/>
                  <a:pt x="830827" y="282007"/>
                </a:cubicBezTo>
                <a:cubicBezTo>
                  <a:pt x="828319" y="283604"/>
                  <a:pt x="825658" y="282159"/>
                  <a:pt x="823986" y="282615"/>
                </a:cubicBezTo>
                <a:cubicBezTo>
                  <a:pt x="821158" y="284289"/>
                  <a:pt x="818114" y="285569"/>
                  <a:pt x="814939" y="286416"/>
                </a:cubicBezTo>
                <a:cubicBezTo>
                  <a:pt x="809390" y="286416"/>
                  <a:pt x="804143" y="283907"/>
                  <a:pt x="804143" y="277522"/>
                </a:cubicBezTo>
                <a:cubicBezTo>
                  <a:pt x="804143" y="276002"/>
                  <a:pt x="805284" y="272352"/>
                  <a:pt x="805284" y="270832"/>
                </a:cubicBezTo>
                <a:cubicBezTo>
                  <a:pt x="805284" y="269311"/>
                  <a:pt x="803688" y="267031"/>
                  <a:pt x="803688" y="265511"/>
                </a:cubicBezTo>
                <a:cubicBezTo>
                  <a:pt x="803688" y="263990"/>
                  <a:pt x="806500" y="261101"/>
                  <a:pt x="806957" y="259277"/>
                </a:cubicBezTo>
                <a:cubicBezTo>
                  <a:pt x="807853" y="253672"/>
                  <a:pt x="810808" y="248604"/>
                  <a:pt x="815243" y="245062"/>
                </a:cubicBezTo>
                <a:cubicBezTo>
                  <a:pt x="817296" y="243997"/>
                  <a:pt x="819804" y="241792"/>
                  <a:pt x="821325" y="241792"/>
                </a:cubicBezTo>
                <a:close/>
                <a:moveTo>
                  <a:pt x="44440" y="233668"/>
                </a:moveTo>
                <a:lnTo>
                  <a:pt x="23071" y="236306"/>
                </a:lnTo>
                <a:lnTo>
                  <a:pt x="24902" y="251308"/>
                </a:lnTo>
                <a:lnTo>
                  <a:pt x="26800" y="251090"/>
                </a:lnTo>
                <a:lnTo>
                  <a:pt x="28697" y="250850"/>
                </a:lnTo>
                <a:lnTo>
                  <a:pt x="27367" y="239948"/>
                </a:lnTo>
                <a:lnTo>
                  <a:pt x="32927" y="239250"/>
                </a:lnTo>
                <a:lnTo>
                  <a:pt x="34104" y="248866"/>
                </a:lnTo>
                <a:lnTo>
                  <a:pt x="35958" y="248648"/>
                </a:lnTo>
                <a:lnTo>
                  <a:pt x="37790" y="248430"/>
                </a:lnTo>
                <a:lnTo>
                  <a:pt x="36612" y="238814"/>
                </a:lnTo>
                <a:lnTo>
                  <a:pt x="41148" y="238247"/>
                </a:lnTo>
                <a:lnTo>
                  <a:pt x="42412" y="248605"/>
                </a:lnTo>
                <a:lnTo>
                  <a:pt x="44331" y="248386"/>
                </a:lnTo>
                <a:lnTo>
                  <a:pt x="46206" y="248147"/>
                </a:lnTo>
                <a:close/>
                <a:moveTo>
                  <a:pt x="404819" y="230026"/>
                </a:moveTo>
                <a:cubicBezTo>
                  <a:pt x="402765" y="229996"/>
                  <a:pt x="400781" y="230781"/>
                  <a:pt x="399302" y="232207"/>
                </a:cubicBezTo>
                <a:cubicBezTo>
                  <a:pt x="396010" y="235946"/>
                  <a:pt x="396010" y="241550"/>
                  <a:pt x="399302" y="245290"/>
                </a:cubicBezTo>
                <a:cubicBezTo>
                  <a:pt x="403938" y="249189"/>
                  <a:pt x="410506" y="249806"/>
                  <a:pt x="415787" y="246838"/>
                </a:cubicBezTo>
                <a:cubicBezTo>
                  <a:pt x="417946" y="245340"/>
                  <a:pt x="419285" y="242922"/>
                  <a:pt x="419407" y="240297"/>
                </a:cubicBezTo>
                <a:cubicBezTo>
                  <a:pt x="419656" y="238020"/>
                  <a:pt x="418696" y="235779"/>
                  <a:pt x="416878" y="234387"/>
                </a:cubicBezTo>
                <a:lnTo>
                  <a:pt x="416551" y="234213"/>
                </a:lnTo>
                <a:lnTo>
                  <a:pt x="419363" y="234038"/>
                </a:lnTo>
                <a:lnTo>
                  <a:pt x="419560" y="231313"/>
                </a:lnTo>
                <a:lnTo>
                  <a:pt x="407981" y="230310"/>
                </a:lnTo>
                <a:lnTo>
                  <a:pt x="407261" y="238574"/>
                </a:lnTo>
                <a:lnTo>
                  <a:pt x="410968" y="238901"/>
                </a:lnTo>
                <a:lnTo>
                  <a:pt x="411361" y="234235"/>
                </a:lnTo>
                <a:cubicBezTo>
                  <a:pt x="412285" y="234509"/>
                  <a:pt x="413149" y="234954"/>
                  <a:pt x="413912" y="235543"/>
                </a:cubicBezTo>
                <a:cubicBezTo>
                  <a:pt x="415103" y="236470"/>
                  <a:pt x="415728" y="237946"/>
                  <a:pt x="415569" y="239446"/>
                </a:cubicBezTo>
                <a:cubicBezTo>
                  <a:pt x="415545" y="241084"/>
                  <a:pt x="414734" y="242610"/>
                  <a:pt x="413389" y="243546"/>
                </a:cubicBezTo>
                <a:cubicBezTo>
                  <a:pt x="411646" y="244472"/>
                  <a:pt x="409649" y="244810"/>
                  <a:pt x="407698" y="244505"/>
                </a:cubicBezTo>
                <a:cubicBezTo>
                  <a:pt x="405705" y="244446"/>
                  <a:pt x="403783" y="243742"/>
                  <a:pt x="402224" y="242499"/>
                </a:cubicBezTo>
                <a:cubicBezTo>
                  <a:pt x="400986" y="241409"/>
                  <a:pt x="400364" y="239776"/>
                  <a:pt x="400567" y="238138"/>
                </a:cubicBezTo>
                <a:cubicBezTo>
                  <a:pt x="400654" y="237087"/>
                  <a:pt x="401119" y="236103"/>
                  <a:pt x="401875" y="235369"/>
                </a:cubicBezTo>
                <a:cubicBezTo>
                  <a:pt x="402543" y="234632"/>
                  <a:pt x="403478" y="234193"/>
                  <a:pt x="404470" y="234147"/>
                </a:cubicBezTo>
                <a:close/>
                <a:moveTo>
                  <a:pt x="106978" y="223332"/>
                </a:moveTo>
                <a:cubicBezTo>
                  <a:pt x="111483" y="224172"/>
                  <a:pt x="116047" y="224667"/>
                  <a:pt x="120629" y="224815"/>
                </a:cubicBezTo>
                <a:cubicBezTo>
                  <a:pt x="123878" y="224946"/>
                  <a:pt x="127890" y="224815"/>
                  <a:pt x="132469" y="224815"/>
                </a:cubicBezTo>
                <a:cubicBezTo>
                  <a:pt x="136547" y="224684"/>
                  <a:pt x="141169" y="224684"/>
                  <a:pt x="146032" y="224684"/>
                </a:cubicBezTo>
                <a:cubicBezTo>
                  <a:pt x="151680" y="224684"/>
                  <a:pt x="158810" y="224750"/>
                  <a:pt x="166507" y="225208"/>
                </a:cubicBezTo>
                <a:cubicBezTo>
                  <a:pt x="173773" y="227377"/>
                  <a:pt x="181163" y="229096"/>
                  <a:pt x="188640" y="230354"/>
                </a:cubicBezTo>
                <a:cubicBezTo>
                  <a:pt x="193819" y="231089"/>
                  <a:pt x="199043" y="231446"/>
                  <a:pt x="204274" y="231422"/>
                </a:cubicBezTo>
                <a:lnTo>
                  <a:pt x="198997" y="253860"/>
                </a:lnTo>
                <a:lnTo>
                  <a:pt x="220803" y="256433"/>
                </a:lnTo>
                <a:lnTo>
                  <a:pt x="221043" y="256433"/>
                </a:lnTo>
                <a:lnTo>
                  <a:pt x="221326" y="256433"/>
                </a:lnTo>
                <a:lnTo>
                  <a:pt x="243284" y="253816"/>
                </a:lnTo>
                <a:lnTo>
                  <a:pt x="238007" y="231379"/>
                </a:lnTo>
                <a:cubicBezTo>
                  <a:pt x="243239" y="231403"/>
                  <a:pt x="248463" y="231045"/>
                  <a:pt x="253642" y="230310"/>
                </a:cubicBezTo>
                <a:cubicBezTo>
                  <a:pt x="261147" y="229078"/>
                  <a:pt x="268568" y="227379"/>
                  <a:pt x="275862" y="225229"/>
                </a:cubicBezTo>
                <a:cubicBezTo>
                  <a:pt x="283559" y="224706"/>
                  <a:pt x="290689" y="224706"/>
                  <a:pt x="296337" y="224706"/>
                </a:cubicBezTo>
                <a:cubicBezTo>
                  <a:pt x="301178" y="224706"/>
                  <a:pt x="305822" y="224837"/>
                  <a:pt x="309900" y="224837"/>
                </a:cubicBezTo>
                <a:cubicBezTo>
                  <a:pt x="314501" y="224837"/>
                  <a:pt x="318513" y="224837"/>
                  <a:pt x="321740" y="224837"/>
                </a:cubicBezTo>
                <a:lnTo>
                  <a:pt x="321740" y="224815"/>
                </a:lnTo>
                <a:cubicBezTo>
                  <a:pt x="326322" y="224667"/>
                  <a:pt x="330886" y="224172"/>
                  <a:pt x="335391" y="223332"/>
                </a:cubicBezTo>
                <a:cubicBezTo>
                  <a:pt x="331692" y="228252"/>
                  <a:pt x="327283" y="232595"/>
                  <a:pt x="322307" y="236219"/>
                </a:cubicBezTo>
                <a:cubicBezTo>
                  <a:pt x="316230" y="239682"/>
                  <a:pt x="309861" y="242600"/>
                  <a:pt x="303271" y="244942"/>
                </a:cubicBezTo>
                <a:cubicBezTo>
                  <a:pt x="288016" y="249348"/>
                  <a:pt x="272495" y="252778"/>
                  <a:pt x="256804" y="255212"/>
                </a:cubicBezTo>
                <a:cubicBezTo>
                  <a:pt x="249651" y="256128"/>
                  <a:pt x="236198" y="257545"/>
                  <a:pt x="236067" y="257545"/>
                </a:cubicBezTo>
                <a:lnTo>
                  <a:pt x="234061" y="257741"/>
                </a:lnTo>
                <a:lnTo>
                  <a:pt x="239883" y="281357"/>
                </a:lnTo>
                <a:lnTo>
                  <a:pt x="221108" y="284540"/>
                </a:lnTo>
                <a:lnTo>
                  <a:pt x="202312" y="281357"/>
                </a:lnTo>
                <a:lnTo>
                  <a:pt x="208156" y="257741"/>
                </a:lnTo>
                <a:lnTo>
                  <a:pt x="206128" y="257545"/>
                </a:lnTo>
                <a:cubicBezTo>
                  <a:pt x="205997" y="257523"/>
                  <a:pt x="192543" y="256128"/>
                  <a:pt x="185391" y="255212"/>
                </a:cubicBezTo>
                <a:cubicBezTo>
                  <a:pt x="169758" y="252768"/>
                  <a:pt x="154296" y="249338"/>
                  <a:pt x="139098" y="244942"/>
                </a:cubicBezTo>
                <a:cubicBezTo>
                  <a:pt x="132508" y="242600"/>
                  <a:pt x="126139" y="239682"/>
                  <a:pt x="120062" y="236219"/>
                </a:cubicBezTo>
                <a:cubicBezTo>
                  <a:pt x="115086" y="232595"/>
                  <a:pt x="110677" y="228252"/>
                  <a:pt x="106978" y="223332"/>
                </a:cubicBezTo>
                <a:close/>
                <a:moveTo>
                  <a:pt x="922736" y="223091"/>
                </a:moveTo>
                <a:cubicBezTo>
                  <a:pt x="924713" y="222787"/>
                  <a:pt x="925701" y="224992"/>
                  <a:pt x="928818" y="224460"/>
                </a:cubicBezTo>
                <a:cubicBezTo>
                  <a:pt x="929806" y="224384"/>
                  <a:pt x="933531" y="227652"/>
                  <a:pt x="934976" y="227652"/>
                </a:cubicBezTo>
                <a:cubicBezTo>
                  <a:pt x="936974" y="228227"/>
                  <a:pt x="939065" y="228408"/>
                  <a:pt x="941133" y="228185"/>
                </a:cubicBezTo>
                <a:cubicBezTo>
                  <a:pt x="942958" y="227957"/>
                  <a:pt x="945770" y="230085"/>
                  <a:pt x="947215" y="230085"/>
                </a:cubicBezTo>
                <a:cubicBezTo>
                  <a:pt x="948984" y="229955"/>
                  <a:pt x="950739" y="229676"/>
                  <a:pt x="952460" y="229249"/>
                </a:cubicBezTo>
                <a:cubicBezTo>
                  <a:pt x="955577" y="228641"/>
                  <a:pt x="962572" y="237079"/>
                  <a:pt x="964928" y="240272"/>
                </a:cubicBezTo>
                <a:lnTo>
                  <a:pt x="964244" y="240424"/>
                </a:lnTo>
                <a:cubicBezTo>
                  <a:pt x="965503" y="241898"/>
                  <a:pt x="966599" y="243504"/>
                  <a:pt x="967513" y="245213"/>
                </a:cubicBezTo>
                <a:cubicBezTo>
                  <a:pt x="967957" y="247268"/>
                  <a:pt x="967957" y="249393"/>
                  <a:pt x="967513" y="251447"/>
                </a:cubicBezTo>
                <a:cubicBezTo>
                  <a:pt x="966448" y="254792"/>
                  <a:pt x="964472" y="255705"/>
                  <a:pt x="963103" y="257225"/>
                </a:cubicBezTo>
                <a:cubicBezTo>
                  <a:pt x="961735" y="258746"/>
                  <a:pt x="961203" y="262395"/>
                  <a:pt x="959682" y="264219"/>
                </a:cubicBezTo>
                <a:cubicBezTo>
                  <a:pt x="958511" y="265929"/>
                  <a:pt x="957160" y="267509"/>
                  <a:pt x="955654" y="268932"/>
                </a:cubicBezTo>
                <a:cubicBezTo>
                  <a:pt x="953557" y="270371"/>
                  <a:pt x="951169" y="271332"/>
                  <a:pt x="948660" y="271744"/>
                </a:cubicBezTo>
                <a:cubicBezTo>
                  <a:pt x="946987" y="271744"/>
                  <a:pt x="944402" y="271289"/>
                  <a:pt x="942730" y="271744"/>
                </a:cubicBezTo>
                <a:cubicBezTo>
                  <a:pt x="939841" y="272505"/>
                  <a:pt x="938549" y="274709"/>
                  <a:pt x="936496" y="274709"/>
                </a:cubicBezTo>
                <a:cubicBezTo>
                  <a:pt x="934443" y="274709"/>
                  <a:pt x="932391" y="272809"/>
                  <a:pt x="931631" y="269540"/>
                </a:cubicBezTo>
                <a:cubicBezTo>
                  <a:pt x="931631" y="267868"/>
                  <a:pt x="932467" y="264751"/>
                  <a:pt x="931631" y="262699"/>
                </a:cubicBezTo>
                <a:cubicBezTo>
                  <a:pt x="929787" y="259729"/>
                  <a:pt x="928112" y="256658"/>
                  <a:pt x="926613" y="253499"/>
                </a:cubicBezTo>
                <a:cubicBezTo>
                  <a:pt x="926461" y="249775"/>
                  <a:pt x="922584" y="247950"/>
                  <a:pt x="922584" y="245518"/>
                </a:cubicBezTo>
                <a:cubicBezTo>
                  <a:pt x="922595" y="242397"/>
                  <a:pt x="921783" y="239329"/>
                  <a:pt x="920227" y="236623"/>
                </a:cubicBezTo>
                <a:cubicBezTo>
                  <a:pt x="919692" y="234805"/>
                  <a:pt x="919855" y="232854"/>
                  <a:pt x="920684" y="231150"/>
                </a:cubicBezTo>
                <a:cubicBezTo>
                  <a:pt x="921900" y="229477"/>
                  <a:pt x="920227" y="224992"/>
                  <a:pt x="922736" y="223091"/>
                </a:cubicBezTo>
                <a:close/>
                <a:moveTo>
                  <a:pt x="35630" y="215351"/>
                </a:moveTo>
                <a:lnTo>
                  <a:pt x="40362" y="215351"/>
                </a:lnTo>
                <a:lnTo>
                  <a:pt x="40362" y="219930"/>
                </a:lnTo>
                <a:cubicBezTo>
                  <a:pt x="40406" y="220777"/>
                  <a:pt x="40201" y="221618"/>
                  <a:pt x="39773" y="222351"/>
                </a:cubicBezTo>
                <a:cubicBezTo>
                  <a:pt x="39401" y="222889"/>
                  <a:pt x="38770" y="223190"/>
                  <a:pt x="38116" y="223136"/>
                </a:cubicBezTo>
                <a:cubicBezTo>
                  <a:pt x="37408" y="223195"/>
                  <a:pt x="36710" y="222931"/>
                  <a:pt x="36219" y="222416"/>
                </a:cubicBezTo>
                <a:cubicBezTo>
                  <a:pt x="35757" y="221732"/>
                  <a:pt x="35550" y="220905"/>
                  <a:pt x="35630" y="220083"/>
                </a:cubicBezTo>
                <a:close/>
                <a:moveTo>
                  <a:pt x="26276" y="215068"/>
                </a:moveTo>
                <a:lnTo>
                  <a:pt x="32011" y="215177"/>
                </a:lnTo>
                <a:lnTo>
                  <a:pt x="32011" y="220105"/>
                </a:lnTo>
                <a:cubicBezTo>
                  <a:pt x="32054" y="220989"/>
                  <a:pt x="31808" y="221861"/>
                  <a:pt x="31313" y="222591"/>
                </a:cubicBezTo>
                <a:cubicBezTo>
                  <a:pt x="30798" y="223158"/>
                  <a:pt x="30046" y="223450"/>
                  <a:pt x="29285" y="223376"/>
                </a:cubicBezTo>
                <a:cubicBezTo>
                  <a:pt x="28437" y="223424"/>
                  <a:pt x="27606" y="223115"/>
                  <a:pt x="26996" y="222526"/>
                </a:cubicBezTo>
                <a:cubicBezTo>
                  <a:pt x="26446" y="221837"/>
                  <a:pt x="26189" y="220960"/>
                  <a:pt x="26276" y="220084"/>
                </a:cubicBezTo>
                <a:close/>
                <a:moveTo>
                  <a:pt x="22678" y="211034"/>
                </a:moveTo>
                <a:lnTo>
                  <a:pt x="22678" y="213018"/>
                </a:lnTo>
                <a:lnTo>
                  <a:pt x="22657" y="220018"/>
                </a:lnTo>
                <a:cubicBezTo>
                  <a:pt x="22473" y="222002"/>
                  <a:pt x="23051" y="223980"/>
                  <a:pt x="24270" y="225556"/>
                </a:cubicBezTo>
                <a:cubicBezTo>
                  <a:pt x="25578" y="226895"/>
                  <a:pt x="27395" y="227608"/>
                  <a:pt x="29264" y="227519"/>
                </a:cubicBezTo>
                <a:cubicBezTo>
                  <a:pt x="30868" y="227634"/>
                  <a:pt x="32430" y="226949"/>
                  <a:pt x="33428" y="225687"/>
                </a:cubicBezTo>
                <a:cubicBezTo>
                  <a:pt x="33723" y="225314"/>
                  <a:pt x="33965" y="224904"/>
                  <a:pt x="34148" y="224466"/>
                </a:cubicBezTo>
                <a:cubicBezTo>
                  <a:pt x="34996" y="226079"/>
                  <a:pt x="36688" y="227067"/>
                  <a:pt x="38509" y="227017"/>
                </a:cubicBezTo>
                <a:cubicBezTo>
                  <a:pt x="40016" y="227124"/>
                  <a:pt x="41494" y="226557"/>
                  <a:pt x="42543" y="225469"/>
                </a:cubicBezTo>
                <a:cubicBezTo>
                  <a:pt x="43583" y="224217"/>
                  <a:pt x="44120" y="222623"/>
                  <a:pt x="44048" y="220999"/>
                </a:cubicBezTo>
                <a:lnTo>
                  <a:pt x="44200" y="213389"/>
                </a:lnTo>
                <a:lnTo>
                  <a:pt x="44200" y="211426"/>
                </a:lnTo>
                <a:close/>
                <a:moveTo>
                  <a:pt x="398365" y="207196"/>
                </a:moveTo>
                <a:lnTo>
                  <a:pt x="398365" y="209551"/>
                </a:lnTo>
                <a:lnTo>
                  <a:pt x="398365" y="211884"/>
                </a:lnTo>
                <a:lnTo>
                  <a:pt x="407807" y="215417"/>
                </a:lnTo>
                <a:lnTo>
                  <a:pt x="398626" y="219778"/>
                </a:lnTo>
                <a:lnTo>
                  <a:pt x="398626" y="222242"/>
                </a:lnTo>
                <a:lnTo>
                  <a:pt x="398626" y="224706"/>
                </a:lnTo>
                <a:lnTo>
                  <a:pt x="411710" y="217314"/>
                </a:lnTo>
                <a:lnTo>
                  <a:pt x="419800" y="217030"/>
                </a:lnTo>
                <a:lnTo>
                  <a:pt x="419800" y="214959"/>
                </a:lnTo>
                <a:lnTo>
                  <a:pt x="419800" y="212909"/>
                </a:lnTo>
                <a:lnTo>
                  <a:pt x="411622" y="213192"/>
                </a:lnTo>
                <a:close/>
                <a:moveTo>
                  <a:pt x="322242" y="189337"/>
                </a:moveTo>
                <a:cubicBezTo>
                  <a:pt x="318664" y="194660"/>
                  <a:pt x="314322" y="199429"/>
                  <a:pt x="309355" y="203489"/>
                </a:cubicBezTo>
                <a:cubicBezTo>
                  <a:pt x="303590" y="208402"/>
                  <a:pt x="297203" y="212536"/>
                  <a:pt x="290362" y="215787"/>
                </a:cubicBezTo>
                <a:cubicBezTo>
                  <a:pt x="278426" y="221106"/>
                  <a:pt x="265836" y="224808"/>
                  <a:pt x="252922" y="226799"/>
                </a:cubicBezTo>
                <a:cubicBezTo>
                  <a:pt x="247569" y="227530"/>
                  <a:pt x="242168" y="227872"/>
                  <a:pt x="236765" y="227824"/>
                </a:cubicBezTo>
                <a:lnTo>
                  <a:pt x="233428" y="227824"/>
                </a:lnTo>
                <a:lnTo>
                  <a:pt x="238836" y="250785"/>
                </a:lnTo>
                <a:lnTo>
                  <a:pt x="221392" y="252966"/>
                </a:lnTo>
                <a:lnTo>
                  <a:pt x="221174" y="252966"/>
                </a:lnTo>
                <a:lnTo>
                  <a:pt x="220934" y="252966"/>
                </a:lnTo>
                <a:lnTo>
                  <a:pt x="203489" y="250785"/>
                </a:lnTo>
                <a:lnTo>
                  <a:pt x="208919" y="227868"/>
                </a:lnTo>
                <a:lnTo>
                  <a:pt x="205583" y="227868"/>
                </a:lnTo>
                <a:cubicBezTo>
                  <a:pt x="200179" y="227918"/>
                  <a:pt x="194778" y="227575"/>
                  <a:pt x="189425" y="226843"/>
                </a:cubicBezTo>
                <a:cubicBezTo>
                  <a:pt x="176510" y="224858"/>
                  <a:pt x="163919" y="221154"/>
                  <a:pt x="151985" y="215831"/>
                </a:cubicBezTo>
                <a:cubicBezTo>
                  <a:pt x="145125" y="212580"/>
                  <a:pt x="138725" y="208437"/>
                  <a:pt x="132949" y="203511"/>
                </a:cubicBezTo>
                <a:cubicBezTo>
                  <a:pt x="127990" y="199464"/>
                  <a:pt x="123662" y="194701"/>
                  <a:pt x="120105" y="189381"/>
                </a:cubicBezTo>
                <a:cubicBezTo>
                  <a:pt x="124859" y="190101"/>
                  <a:pt x="131859" y="190907"/>
                  <a:pt x="133581" y="190907"/>
                </a:cubicBezTo>
                <a:lnTo>
                  <a:pt x="138814" y="191147"/>
                </a:lnTo>
                <a:cubicBezTo>
                  <a:pt x="145160" y="191431"/>
                  <a:pt x="153402" y="191823"/>
                  <a:pt x="163411" y="192434"/>
                </a:cubicBezTo>
                <a:cubicBezTo>
                  <a:pt x="164305" y="192935"/>
                  <a:pt x="165221" y="193415"/>
                  <a:pt x="166158" y="193895"/>
                </a:cubicBezTo>
                <a:cubicBezTo>
                  <a:pt x="174887" y="198315"/>
                  <a:pt x="184266" y="201311"/>
                  <a:pt x="193939" y="202770"/>
                </a:cubicBezTo>
                <a:cubicBezTo>
                  <a:pt x="195585" y="203001"/>
                  <a:pt x="197247" y="203110"/>
                  <a:pt x="198910" y="203097"/>
                </a:cubicBezTo>
                <a:cubicBezTo>
                  <a:pt x="201200" y="203097"/>
                  <a:pt x="203402" y="202922"/>
                  <a:pt x="205016" y="202770"/>
                </a:cubicBezTo>
                <a:lnTo>
                  <a:pt x="200219" y="222721"/>
                </a:lnTo>
                <a:lnTo>
                  <a:pt x="221283" y="224052"/>
                </a:lnTo>
                <a:lnTo>
                  <a:pt x="242325" y="222721"/>
                </a:lnTo>
                <a:lnTo>
                  <a:pt x="237550" y="202770"/>
                </a:lnTo>
                <a:cubicBezTo>
                  <a:pt x="239141" y="202922"/>
                  <a:pt x="241453" y="203097"/>
                  <a:pt x="243633" y="203097"/>
                </a:cubicBezTo>
                <a:cubicBezTo>
                  <a:pt x="245297" y="203112"/>
                  <a:pt x="246959" y="203003"/>
                  <a:pt x="248605" y="202770"/>
                </a:cubicBezTo>
                <a:cubicBezTo>
                  <a:pt x="258284" y="201306"/>
                  <a:pt x="267669" y="198310"/>
                  <a:pt x="276407" y="193895"/>
                </a:cubicBezTo>
                <a:lnTo>
                  <a:pt x="279154" y="192434"/>
                </a:lnTo>
                <a:cubicBezTo>
                  <a:pt x="289163" y="191823"/>
                  <a:pt x="297384" y="191431"/>
                  <a:pt x="303751" y="191147"/>
                </a:cubicBezTo>
                <a:lnTo>
                  <a:pt x="308962" y="190907"/>
                </a:lnTo>
                <a:lnTo>
                  <a:pt x="308744" y="190864"/>
                </a:lnTo>
                <a:cubicBezTo>
                  <a:pt x="310489" y="190776"/>
                  <a:pt x="317467" y="190057"/>
                  <a:pt x="322242" y="189337"/>
                </a:cubicBezTo>
                <a:close/>
                <a:moveTo>
                  <a:pt x="900918" y="179000"/>
                </a:moveTo>
                <a:cubicBezTo>
                  <a:pt x="899011" y="178864"/>
                  <a:pt x="897095" y="179122"/>
                  <a:pt x="895292" y="179760"/>
                </a:cubicBezTo>
                <a:cubicBezTo>
                  <a:pt x="893088" y="181129"/>
                  <a:pt x="890959" y="180368"/>
                  <a:pt x="889515" y="181660"/>
                </a:cubicBezTo>
                <a:cubicBezTo>
                  <a:pt x="888195" y="182757"/>
                  <a:pt x="886739" y="183677"/>
                  <a:pt x="885182" y="184397"/>
                </a:cubicBezTo>
                <a:cubicBezTo>
                  <a:pt x="881323" y="185758"/>
                  <a:pt x="877564" y="187384"/>
                  <a:pt x="873931" y="189262"/>
                </a:cubicBezTo>
                <a:cubicBezTo>
                  <a:pt x="871762" y="190357"/>
                  <a:pt x="870427" y="192612"/>
                  <a:pt x="870510" y="195040"/>
                </a:cubicBezTo>
                <a:cubicBezTo>
                  <a:pt x="870589" y="197694"/>
                  <a:pt x="872721" y="199826"/>
                  <a:pt x="875375" y="199905"/>
                </a:cubicBezTo>
                <a:cubicBezTo>
                  <a:pt x="878363" y="199489"/>
                  <a:pt x="881264" y="198591"/>
                  <a:pt x="883965" y="197245"/>
                </a:cubicBezTo>
                <a:cubicBezTo>
                  <a:pt x="886854" y="195496"/>
                  <a:pt x="888298" y="193292"/>
                  <a:pt x="892024" y="191011"/>
                </a:cubicBezTo>
                <a:cubicBezTo>
                  <a:pt x="894534" y="189375"/>
                  <a:pt x="896788" y="187376"/>
                  <a:pt x="898714" y="185082"/>
                </a:cubicBezTo>
                <a:cubicBezTo>
                  <a:pt x="900157" y="182572"/>
                  <a:pt x="902058" y="179000"/>
                  <a:pt x="900918" y="179000"/>
                </a:cubicBezTo>
                <a:close/>
                <a:moveTo>
                  <a:pt x="1167978" y="166761"/>
                </a:moveTo>
                <a:cubicBezTo>
                  <a:pt x="1164978" y="167035"/>
                  <a:pt x="1162004" y="167544"/>
                  <a:pt x="1159083" y="168281"/>
                </a:cubicBezTo>
                <a:cubicBezTo>
                  <a:pt x="1157845" y="169555"/>
                  <a:pt x="1157092" y="171222"/>
                  <a:pt x="1156955" y="172994"/>
                </a:cubicBezTo>
                <a:cubicBezTo>
                  <a:pt x="1156737" y="174499"/>
                  <a:pt x="1156976" y="176035"/>
                  <a:pt x="1157640" y="177404"/>
                </a:cubicBezTo>
                <a:cubicBezTo>
                  <a:pt x="1160148" y="178239"/>
                  <a:pt x="1163721" y="179076"/>
                  <a:pt x="1165242" y="178239"/>
                </a:cubicBezTo>
                <a:lnTo>
                  <a:pt x="1165317" y="178239"/>
                </a:lnTo>
                <a:cubicBezTo>
                  <a:pt x="1168255" y="176216"/>
                  <a:pt x="1170126" y="172977"/>
                  <a:pt x="1170411" y="169421"/>
                </a:cubicBezTo>
                <a:cubicBezTo>
                  <a:pt x="1170429" y="169288"/>
                  <a:pt x="1170434" y="169153"/>
                  <a:pt x="1170429" y="169019"/>
                </a:cubicBezTo>
                <a:cubicBezTo>
                  <a:pt x="1170375" y="167718"/>
                  <a:pt x="1169279" y="166707"/>
                  <a:pt x="1167978" y="166761"/>
                </a:cubicBezTo>
                <a:close/>
                <a:moveTo>
                  <a:pt x="1194585" y="158854"/>
                </a:moveTo>
                <a:cubicBezTo>
                  <a:pt x="1192457" y="159463"/>
                  <a:pt x="1190936" y="161135"/>
                  <a:pt x="1187668" y="161135"/>
                </a:cubicBezTo>
                <a:cubicBezTo>
                  <a:pt x="1186071" y="162959"/>
                  <a:pt x="1186756" y="166456"/>
                  <a:pt x="1186831" y="168053"/>
                </a:cubicBezTo>
                <a:cubicBezTo>
                  <a:pt x="1186907" y="169649"/>
                  <a:pt x="1190100" y="171929"/>
                  <a:pt x="1191088" y="171929"/>
                </a:cubicBezTo>
                <a:cubicBezTo>
                  <a:pt x="1194387" y="171351"/>
                  <a:pt x="1197212" y="169233"/>
                  <a:pt x="1198690" y="166228"/>
                </a:cubicBezTo>
                <a:lnTo>
                  <a:pt x="1198995" y="166228"/>
                </a:lnTo>
                <a:cubicBezTo>
                  <a:pt x="1199189" y="164307"/>
                  <a:pt x="1199189" y="162371"/>
                  <a:pt x="1198995" y="160451"/>
                </a:cubicBezTo>
                <a:cubicBezTo>
                  <a:pt x="1198690" y="158474"/>
                  <a:pt x="1196714" y="158246"/>
                  <a:pt x="1194585" y="158854"/>
                </a:cubicBezTo>
                <a:close/>
                <a:moveTo>
                  <a:pt x="916579" y="150111"/>
                </a:moveTo>
                <a:cubicBezTo>
                  <a:pt x="918853" y="150675"/>
                  <a:pt x="921049" y="151518"/>
                  <a:pt x="923116" y="152621"/>
                </a:cubicBezTo>
                <a:cubicBezTo>
                  <a:pt x="924636" y="152621"/>
                  <a:pt x="929198" y="151633"/>
                  <a:pt x="930718" y="152621"/>
                </a:cubicBezTo>
                <a:cubicBezTo>
                  <a:pt x="934516" y="154587"/>
                  <a:pt x="938107" y="156930"/>
                  <a:pt x="941437" y="159615"/>
                </a:cubicBezTo>
                <a:cubicBezTo>
                  <a:pt x="942677" y="162489"/>
                  <a:pt x="943668" y="165465"/>
                  <a:pt x="944402" y="168509"/>
                </a:cubicBezTo>
                <a:cubicBezTo>
                  <a:pt x="945178" y="170749"/>
                  <a:pt x="945178" y="173186"/>
                  <a:pt x="944402" y="175427"/>
                </a:cubicBezTo>
                <a:cubicBezTo>
                  <a:pt x="941220" y="178325"/>
                  <a:pt x="938200" y="181395"/>
                  <a:pt x="935355" y="184625"/>
                </a:cubicBezTo>
                <a:lnTo>
                  <a:pt x="935051" y="184625"/>
                </a:lnTo>
                <a:cubicBezTo>
                  <a:pt x="933770" y="187249"/>
                  <a:pt x="932323" y="189788"/>
                  <a:pt x="930718" y="192227"/>
                </a:cubicBezTo>
                <a:cubicBezTo>
                  <a:pt x="925517" y="200214"/>
                  <a:pt x="920770" y="208488"/>
                  <a:pt x="916502" y="217010"/>
                </a:cubicBezTo>
                <a:cubicBezTo>
                  <a:pt x="914589" y="219795"/>
                  <a:pt x="912507" y="222461"/>
                  <a:pt x="910268" y="224992"/>
                </a:cubicBezTo>
                <a:cubicBezTo>
                  <a:pt x="908952" y="226032"/>
                  <a:pt x="907171" y="226266"/>
                  <a:pt x="905631" y="225600"/>
                </a:cubicBezTo>
                <a:cubicBezTo>
                  <a:pt x="904491" y="225144"/>
                  <a:pt x="901222" y="227425"/>
                  <a:pt x="901222" y="230542"/>
                </a:cubicBezTo>
                <a:cubicBezTo>
                  <a:pt x="901086" y="233624"/>
                  <a:pt x="901578" y="236701"/>
                  <a:pt x="902667" y="239588"/>
                </a:cubicBezTo>
                <a:cubicBezTo>
                  <a:pt x="903580" y="252977"/>
                  <a:pt x="903580" y="266414"/>
                  <a:pt x="902667" y="279803"/>
                </a:cubicBezTo>
                <a:cubicBezTo>
                  <a:pt x="902007" y="284566"/>
                  <a:pt x="899208" y="288766"/>
                  <a:pt x="895065" y="291206"/>
                </a:cubicBezTo>
                <a:cubicBezTo>
                  <a:pt x="892859" y="292270"/>
                  <a:pt x="889743" y="298048"/>
                  <a:pt x="886930" y="299340"/>
                </a:cubicBezTo>
                <a:cubicBezTo>
                  <a:pt x="884118" y="300633"/>
                  <a:pt x="880849" y="303217"/>
                  <a:pt x="879328" y="303217"/>
                </a:cubicBezTo>
                <a:cubicBezTo>
                  <a:pt x="877861" y="303065"/>
                  <a:pt x="876572" y="302177"/>
                  <a:pt x="875907" y="300860"/>
                </a:cubicBezTo>
                <a:cubicBezTo>
                  <a:pt x="875223" y="299948"/>
                  <a:pt x="872258" y="299492"/>
                  <a:pt x="870586" y="298504"/>
                </a:cubicBezTo>
                <a:cubicBezTo>
                  <a:pt x="868914" y="297516"/>
                  <a:pt x="868153" y="296148"/>
                  <a:pt x="866404" y="295235"/>
                </a:cubicBezTo>
                <a:cubicBezTo>
                  <a:pt x="863870" y="294568"/>
                  <a:pt x="861493" y="293405"/>
                  <a:pt x="859410" y="291815"/>
                </a:cubicBezTo>
                <a:cubicBezTo>
                  <a:pt x="857662" y="290142"/>
                  <a:pt x="857358" y="287709"/>
                  <a:pt x="855610" y="284668"/>
                </a:cubicBezTo>
                <a:cubicBezTo>
                  <a:pt x="853177" y="280335"/>
                  <a:pt x="845043" y="276154"/>
                  <a:pt x="844891" y="273721"/>
                </a:cubicBezTo>
                <a:cubicBezTo>
                  <a:pt x="844739" y="271289"/>
                  <a:pt x="850972" y="270909"/>
                  <a:pt x="851732" y="270909"/>
                </a:cubicBezTo>
                <a:cubicBezTo>
                  <a:pt x="856902" y="270756"/>
                  <a:pt x="860399" y="274405"/>
                  <a:pt x="861843" y="274405"/>
                </a:cubicBezTo>
                <a:cubicBezTo>
                  <a:pt x="867012" y="274405"/>
                  <a:pt x="869521" y="272505"/>
                  <a:pt x="869977" y="264903"/>
                </a:cubicBezTo>
                <a:cubicBezTo>
                  <a:pt x="869977" y="263382"/>
                  <a:pt x="869977" y="259809"/>
                  <a:pt x="869977" y="258289"/>
                </a:cubicBezTo>
                <a:cubicBezTo>
                  <a:pt x="869669" y="255282"/>
                  <a:pt x="869669" y="252250"/>
                  <a:pt x="869977" y="249243"/>
                </a:cubicBezTo>
                <a:cubicBezTo>
                  <a:pt x="870123" y="245181"/>
                  <a:pt x="870606" y="241137"/>
                  <a:pt x="871422" y="237156"/>
                </a:cubicBezTo>
                <a:cubicBezTo>
                  <a:pt x="871422" y="235939"/>
                  <a:pt x="870282" y="233050"/>
                  <a:pt x="869218" y="233050"/>
                </a:cubicBezTo>
                <a:cubicBezTo>
                  <a:pt x="866708" y="233658"/>
                  <a:pt x="864200" y="231226"/>
                  <a:pt x="862679" y="231226"/>
                </a:cubicBezTo>
                <a:cubicBezTo>
                  <a:pt x="861159" y="231226"/>
                  <a:pt x="859030" y="232138"/>
                  <a:pt x="857510" y="232138"/>
                </a:cubicBezTo>
                <a:cubicBezTo>
                  <a:pt x="854729" y="232197"/>
                  <a:pt x="851949" y="231942"/>
                  <a:pt x="849224" y="231378"/>
                </a:cubicBezTo>
                <a:cubicBezTo>
                  <a:pt x="848069" y="230696"/>
                  <a:pt x="847061" y="229792"/>
                  <a:pt x="846259" y="228717"/>
                </a:cubicBezTo>
                <a:cubicBezTo>
                  <a:pt x="845462" y="226763"/>
                  <a:pt x="844901" y="224722"/>
                  <a:pt x="844586" y="222635"/>
                </a:cubicBezTo>
                <a:cubicBezTo>
                  <a:pt x="844206" y="222103"/>
                  <a:pt x="843751" y="219366"/>
                  <a:pt x="843142" y="219366"/>
                </a:cubicBezTo>
                <a:cubicBezTo>
                  <a:pt x="842990" y="217618"/>
                  <a:pt x="842382" y="214729"/>
                  <a:pt x="842382" y="212981"/>
                </a:cubicBezTo>
                <a:cubicBezTo>
                  <a:pt x="842382" y="211233"/>
                  <a:pt x="840861" y="208039"/>
                  <a:pt x="840329" y="203631"/>
                </a:cubicBezTo>
                <a:cubicBezTo>
                  <a:pt x="839797" y="199221"/>
                  <a:pt x="838353" y="196409"/>
                  <a:pt x="838353" y="191619"/>
                </a:cubicBezTo>
                <a:cubicBezTo>
                  <a:pt x="837745" y="184397"/>
                  <a:pt x="837745" y="180900"/>
                  <a:pt x="837745" y="179456"/>
                </a:cubicBezTo>
                <a:cubicBezTo>
                  <a:pt x="838200" y="170866"/>
                  <a:pt x="843294" y="168965"/>
                  <a:pt x="845347" y="165696"/>
                </a:cubicBezTo>
                <a:cubicBezTo>
                  <a:pt x="847551" y="164480"/>
                  <a:pt x="849680" y="162275"/>
                  <a:pt x="852341" y="162580"/>
                </a:cubicBezTo>
                <a:cubicBezTo>
                  <a:pt x="855002" y="162884"/>
                  <a:pt x="855761" y="163872"/>
                  <a:pt x="858574" y="165848"/>
                </a:cubicBezTo>
                <a:cubicBezTo>
                  <a:pt x="859635" y="167110"/>
                  <a:pt x="860625" y="168429"/>
                  <a:pt x="861539" y="169801"/>
                </a:cubicBezTo>
                <a:cubicBezTo>
                  <a:pt x="866069" y="169470"/>
                  <a:pt x="870475" y="168174"/>
                  <a:pt x="874463" y="166000"/>
                </a:cubicBezTo>
                <a:cubicBezTo>
                  <a:pt x="876439" y="164936"/>
                  <a:pt x="880696" y="164936"/>
                  <a:pt x="884041" y="163415"/>
                </a:cubicBezTo>
                <a:cubicBezTo>
                  <a:pt x="886237" y="162240"/>
                  <a:pt x="888594" y="161394"/>
                  <a:pt x="891035" y="160907"/>
                </a:cubicBezTo>
                <a:cubicBezTo>
                  <a:pt x="892555" y="160907"/>
                  <a:pt x="893012" y="160299"/>
                  <a:pt x="896508" y="159310"/>
                </a:cubicBezTo>
                <a:cubicBezTo>
                  <a:pt x="899232" y="158899"/>
                  <a:pt x="901828" y="157886"/>
                  <a:pt x="904111" y="156345"/>
                </a:cubicBezTo>
                <a:cubicBezTo>
                  <a:pt x="905708" y="155205"/>
                  <a:pt x="907151" y="154293"/>
                  <a:pt x="908444" y="153533"/>
                </a:cubicBezTo>
                <a:cubicBezTo>
                  <a:pt x="909663" y="152785"/>
                  <a:pt x="910933" y="152125"/>
                  <a:pt x="912245" y="151556"/>
                </a:cubicBezTo>
                <a:cubicBezTo>
                  <a:pt x="913410" y="150467"/>
                  <a:pt x="914992" y="149939"/>
                  <a:pt x="916579" y="150111"/>
                </a:cubicBezTo>
                <a:close/>
                <a:moveTo>
                  <a:pt x="1165697" y="137645"/>
                </a:moveTo>
                <a:cubicBezTo>
                  <a:pt x="1163873" y="139469"/>
                  <a:pt x="1158095" y="137645"/>
                  <a:pt x="1158095" y="142890"/>
                </a:cubicBezTo>
                <a:cubicBezTo>
                  <a:pt x="1158171" y="145475"/>
                  <a:pt x="1157107" y="148896"/>
                  <a:pt x="1158932" y="150492"/>
                </a:cubicBezTo>
                <a:cubicBezTo>
                  <a:pt x="1158932" y="150492"/>
                  <a:pt x="1160376" y="153913"/>
                  <a:pt x="1162200" y="152469"/>
                </a:cubicBezTo>
                <a:cubicBezTo>
                  <a:pt x="1165850" y="149732"/>
                  <a:pt x="1170411" y="148592"/>
                  <a:pt x="1170867" y="144259"/>
                </a:cubicBezTo>
                <a:lnTo>
                  <a:pt x="1171247" y="144030"/>
                </a:lnTo>
                <a:cubicBezTo>
                  <a:pt x="1171931" y="138176"/>
                  <a:pt x="1170487" y="136504"/>
                  <a:pt x="1165697" y="137645"/>
                </a:cubicBezTo>
                <a:close/>
                <a:moveTo>
                  <a:pt x="1206748" y="126469"/>
                </a:moveTo>
                <a:cubicBezTo>
                  <a:pt x="1200287" y="128522"/>
                  <a:pt x="1189872" y="128218"/>
                  <a:pt x="1189340" y="133311"/>
                </a:cubicBezTo>
                <a:cubicBezTo>
                  <a:pt x="1189112" y="135972"/>
                  <a:pt x="1189112" y="140533"/>
                  <a:pt x="1191848" y="141521"/>
                </a:cubicBezTo>
                <a:cubicBezTo>
                  <a:pt x="1194904" y="142290"/>
                  <a:pt x="1198077" y="142470"/>
                  <a:pt x="1201199" y="142053"/>
                </a:cubicBezTo>
                <a:cubicBezTo>
                  <a:pt x="1204153" y="139811"/>
                  <a:pt x="1206333" y="136701"/>
                  <a:pt x="1207432" y="133159"/>
                </a:cubicBezTo>
                <a:cubicBezTo>
                  <a:pt x="1207432" y="131563"/>
                  <a:pt x="1207509" y="127153"/>
                  <a:pt x="1206748" y="126469"/>
                </a:cubicBezTo>
                <a:close/>
                <a:moveTo>
                  <a:pt x="1455185" y="124721"/>
                </a:moveTo>
                <a:cubicBezTo>
                  <a:pt x="1457173" y="125097"/>
                  <a:pt x="1458972" y="126143"/>
                  <a:pt x="1460279" y="127686"/>
                </a:cubicBezTo>
                <a:cubicBezTo>
                  <a:pt x="1462940" y="130499"/>
                  <a:pt x="1465828" y="131868"/>
                  <a:pt x="1467881" y="134756"/>
                </a:cubicBezTo>
                <a:cubicBezTo>
                  <a:pt x="1469057" y="136930"/>
                  <a:pt x="1469830" y="139300"/>
                  <a:pt x="1470161" y="141750"/>
                </a:cubicBezTo>
                <a:cubicBezTo>
                  <a:pt x="1470618" y="143423"/>
                  <a:pt x="1473126" y="145475"/>
                  <a:pt x="1473126" y="146387"/>
                </a:cubicBezTo>
                <a:cubicBezTo>
                  <a:pt x="1472594" y="152925"/>
                  <a:pt x="1467805" y="152773"/>
                  <a:pt x="1461343" y="157334"/>
                </a:cubicBezTo>
                <a:cubicBezTo>
                  <a:pt x="1457802" y="159263"/>
                  <a:pt x="1454655" y="161842"/>
                  <a:pt x="1452069" y="164936"/>
                </a:cubicBezTo>
                <a:cubicBezTo>
                  <a:pt x="1450034" y="166999"/>
                  <a:pt x="1447603" y="168628"/>
                  <a:pt x="1444922" y="169726"/>
                </a:cubicBezTo>
                <a:cubicBezTo>
                  <a:pt x="1437700" y="172842"/>
                  <a:pt x="1431239" y="172538"/>
                  <a:pt x="1430707" y="179685"/>
                </a:cubicBezTo>
                <a:cubicBezTo>
                  <a:pt x="1430175" y="186830"/>
                  <a:pt x="1434128" y="183942"/>
                  <a:pt x="1434128" y="191544"/>
                </a:cubicBezTo>
                <a:cubicBezTo>
                  <a:pt x="1433788" y="193530"/>
                  <a:pt x="1432980" y="195405"/>
                  <a:pt x="1431771" y="197017"/>
                </a:cubicBezTo>
                <a:cubicBezTo>
                  <a:pt x="1430645" y="198459"/>
                  <a:pt x="1429982" y="200208"/>
                  <a:pt x="1429871" y="202034"/>
                </a:cubicBezTo>
                <a:cubicBezTo>
                  <a:pt x="1429851" y="203903"/>
                  <a:pt x="1429353" y="205734"/>
                  <a:pt x="1428426" y="207356"/>
                </a:cubicBezTo>
                <a:cubicBezTo>
                  <a:pt x="1427594" y="209107"/>
                  <a:pt x="1427252" y="211051"/>
                  <a:pt x="1427438" y="212981"/>
                </a:cubicBezTo>
                <a:cubicBezTo>
                  <a:pt x="1427285" y="219975"/>
                  <a:pt x="1426146" y="225829"/>
                  <a:pt x="1428198" y="227577"/>
                </a:cubicBezTo>
                <a:cubicBezTo>
                  <a:pt x="1436947" y="226871"/>
                  <a:pt x="1445729" y="226668"/>
                  <a:pt x="1454501" y="226969"/>
                </a:cubicBezTo>
                <a:cubicBezTo>
                  <a:pt x="1457694" y="226969"/>
                  <a:pt x="1458987" y="224841"/>
                  <a:pt x="1461344" y="224309"/>
                </a:cubicBezTo>
                <a:cubicBezTo>
                  <a:pt x="1463489" y="223833"/>
                  <a:pt x="1465683" y="223603"/>
                  <a:pt x="1467881" y="223624"/>
                </a:cubicBezTo>
                <a:cubicBezTo>
                  <a:pt x="1470316" y="224039"/>
                  <a:pt x="1472708" y="224675"/>
                  <a:pt x="1475027" y="225525"/>
                </a:cubicBezTo>
                <a:cubicBezTo>
                  <a:pt x="1477458" y="226627"/>
                  <a:pt x="1479797" y="227924"/>
                  <a:pt x="1482020" y="229402"/>
                </a:cubicBezTo>
                <a:cubicBezTo>
                  <a:pt x="1484606" y="231226"/>
                  <a:pt x="1489243" y="232215"/>
                  <a:pt x="1491143" y="237004"/>
                </a:cubicBezTo>
                <a:cubicBezTo>
                  <a:pt x="1491724" y="239030"/>
                  <a:pt x="1492006" y="241130"/>
                  <a:pt x="1491979" y="243238"/>
                </a:cubicBezTo>
                <a:lnTo>
                  <a:pt x="1490686" y="243390"/>
                </a:lnTo>
                <a:cubicBezTo>
                  <a:pt x="1490690" y="244238"/>
                  <a:pt x="1491017" y="245054"/>
                  <a:pt x="1491599" y="245671"/>
                </a:cubicBezTo>
                <a:cubicBezTo>
                  <a:pt x="1492162" y="246689"/>
                  <a:pt x="1492376" y="247864"/>
                  <a:pt x="1492208" y="249015"/>
                </a:cubicBezTo>
                <a:cubicBezTo>
                  <a:pt x="1491852" y="250960"/>
                  <a:pt x="1491074" y="252803"/>
                  <a:pt x="1489927" y="254413"/>
                </a:cubicBezTo>
                <a:cubicBezTo>
                  <a:pt x="1488710" y="256313"/>
                  <a:pt x="1487190" y="259050"/>
                  <a:pt x="1485365" y="259050"/>
                </a:cubicBezTo>
                <a:cubicBezTo>
                  <a:pt x="1480500" y="259202"/>
                  <a:pt x="1478067" y="259658"/>
                  <a:pt x="1476471" y="259583"/>
                </a:cubicBezTo>
                <a:cubicBezTo>
                  <a:pt x="1474875" y="259506"/>
                  <a:pt x="1470161" y="257910"/>
                  <a:pt x="1466816" y="257910"/>
                </a:cubicBezTo>
                <a:cubicBezTo>
                  <a:pt x="1463471" y="257910"/>
                  <a:pt x="1461115" y="258822"/>
                  <a:pt x="1456934" y="258746"/>
                </a:cubicBezTo>
                <a:cubicBezTo>
                  <a:pt x="1452753" y="258670"/>
                  <a:pt x="1445227" y="257910"/>
                  <a:pt x="1440589" y="257377"/>
                </a:cubicBezTo>
                <a:cubicBezTo>
                  <a:pt x="1437625" y="256997"/>
                  <a:pt x="1428350" y="257758"/>
                  <a:pt x="1425385" y="257377"/>
                </a:cubicBezTo>
                <a:cubicBezTo>
                  <a:pt x="1420285" y="256900"/>
                  <a:pt x="1415140" y="257311"/>
                  <a:pt x="1410181" y="258594"/>
                </a:cubicBezTo>
                <a:lnTo>
                  <a:pt x="1395661" y="260646"/>
                </a:lnTo>
                <a:cubicBezTo>
                  <a:pt x="1390492" y="261407"/>
                  <a:pt x="1383802" y="260267"/>
                  <a:pt x="1379164" y="260267"/>
                </a:cubicBezTo>
                <a:cubicBezTo>
                  <a:pt x="1369218" y="261194"/>
                  <a:pt x="1359404" y="263208"/>
                  <a:pt x="1349897" y="266272"/>
                </a:cubicBezTo>
                <a:cubicBezTo>
                  <a:pt x="1337809" y="270453"/>
                  <a:pt x="1316676" y="280260"/>
                  <a:pt x="1314015" y="279956"/>
                </a:cubicBezTo>
                <a:cubicBezTo>
                  <a:pt x="1311354" y="279652"/>
                  <a:pt x="1305729" y="272126"/>
                  <a:pt x="1300331" y="267032"/>
                </a:cubicBezTo>
                <a:cubicBezTo>
                  <a:pt x="1299875" y="264519"/>
                  <a:pt x="1299875" y="261943"/>
                  <a:pt x="1300331" y="259430"/>
                </a:cubicBezTo>
                <a:cubicBezTo>
                  <a:pt x="1300832" y="256317"/>
                  <a:pt x="1300545" y="253128"/>
                  <a:pt x="1299495" y="250156"/>
                </a:cubicBezTo>
                <a:cubicBezTo>
                  <a:pt x="1301547" y="246583"/>
                  <a:pt x="1313483" y="242173"/>
                  <a:pt x="1314699" y="241869"/>
                </a:cubicBezTo>
                <a:cubicBezTo>
                  <a:pt x="1315915" y="241565"/>
                  <a:pt x="1320629" y="243390"/>
                  <a:pt x="1323517" y="242706"/>
                </a:cubicBezTo>
                <a:cubicBezTo>
                  <a:pt x="1325038" y="242326"/>
                  <a:pt x="1335833" y="237916"/>
                  <a:pt x="1341762" y="235787"/>
                </a:cubicBezTo>
                <a:cubicBezTo>
                  <a:pt x="1344119" y="235028"/>
                  <a:pt x="1347540" y="234875"/>
                  <a:pt x="1349364" y="234344"/>
                </a:cubicBezTo>
                <a:cubicBezTo>
                  <a:pt x="1354989" y="232595"/>
                  <a:pt x="1363276" y="228414"/>
                  <a:pt x="1369358" y="225981"/>
                </a:cubicBezTo>
                <a:cubicBezTo>
                  <a:pt x="1382358" y="220812"/>
                  <a:pt x="1383042" y="205152"/>
                  <a:pt x="1385018" y="199222"/>
                </a:cubicBezTo>
                <a:cubicBezTo>
                  <a:pt x="1386061" y="196345"/>
                  <a:pt x="1386601" y="193311"/>
                  <a:pt x="1386615" y="190252"/>
                </a:cubicBezTo>
                <a:cubicBezTo>
                  <a:pt x="1386691" y="187287"/>
                  <a:pt x="1386462" y="183714"/>
                  <a:pt x="1385018" y="183181"/>
                </a:cubicBezTo>
                <a:cubicBezTo>
                  <a:pt x="1382458" y="183399"/>
                  <a:pt x="1379916" y="183806"/>
                  <a:pt x="1377416" y="184398"/>
                </a:cubicBezTo>
                <a:cubicBezTo>
                  <a:pt x="1374215" y="185498"/>
                  <a:pt x="1370779" y="185734"/>
                  <a:pt x="1367458" y="185082"/>
                </a:cubicBezTo>
                <a:cubicBezTo>
                  <a:pt x="1364417" y="183638"/>
                  <a:pt x="1364873" y="180065"/>
                  <a:pt x="1364417" y="176036"/>
                </a:cubicBezTo>
                <a:cubicBezTo>
                  <a:pt x="1363444" y="171948"/>
                  <a:pt x="1361397" y="168195"/>
                  <a:pt x="1358487" y="165164"/>
                </a:cubicBezTo>
                <a:cubicBezTo>
                  <a:pt x="1357346" y="162397"/>
                  <a:pt x="1356828" y="159412"/>
                  <a:pt x="1356966" y="156422"/>
                </a:cubicBezTo>
                <a:cubicBezTo>
                  <a:pt x="1357042" y="154826"/>
                  <a:pt x="1356207" y="149580"/>
                  <a:pt x="1356207" y="147984"/>
                </a:cubicBezTo>
                <a:cubicBezTo>
                  <a:pt x="1356207" y="143803"/>
                  <a:pt x="1360160" y="143499"/>
                  <a:pt x="1363809" y="141674"/>
                </a:cubicBezTo>
                <a:cubicBezTo>
                  <a:pt x="1368329" y="142464"/>
                  <a:pt x="1372798" y="143530"/>
                  <a:pt x="1377188" y="144867"/>
                </a:cubicBezTo>
                <a:cubicBezTo>
                  <a:pt x="1387924" y="143704"/>
                  <a:pt x="1398584" y="141927"/>
                  <a:pt x="1409117" y="139546"/>
                </a:cubicBezTo>
                <a:cubicBezTo>
                  <a:pt x="1411474" y="139013"/>
                  <a:pt x="1414058" y="138177"/>
                  <a:pt x="1414666" y="138025"/>
                </a:cubicBezTo>
                <a:cubicBezTo>
                  <a:pt x="1415275" y="137873"/>
                  <a:pt x="1417479" y="136885"/>
                  <a:pt x="1418619" y="136505"/>
                </a:cubicBezTo>
                <a:cubicBezTo>
                  <a:pt x="1426961" y="134058"/>
                  <a:pt x="1434995" y="130666"/>
                  <a:pt x="1442566" y="126394"/>
                </a:cubicBezTo>
                <a:cubicBezTo>
                  <a:pt x="1444739" y="125647"/>
                  <a:pt x="1447043" y="125362"/>
                  <a:pt x="1449332" y="125558"/>
                </a:cubicBezTo>
                <a:cubicBezTo>
                  <a:pt x="1451298" y="125389"/>
                  <a:pt x="1453251" y="125110"/>
                  <a:pt x="1455185" y="124721"/>
                </a:cubicBezTo>
                <a:close/>
                <a:moveTo>
                  <a:pt x="1118869" y="115903"/>
                </a:moveTo>
                <a:cubicBezTo>
                  <a:pt x="1122594" y="113698"/>
                  <a:pt x="1124494" y="121908"/>
                  <a:pt x="1125711" y="124873"/>
                </a:cubicBezTo>
                <a:cubicBezTo>
                  <a:pt x="1126395" y="126317"/>
                  <a:pt x="1124343" y="131943"/>
                  <a:pt x="1124114" y="133919"/>
                </a:cubicBezTo>
                <a:cubicBezTo>
                  <a:pt x="1123886" y="135896"/>
                  <a:pt x="1120997" y="138329"/>
                  <a:pt x="1120997" y="144258"/>
                </a:cubicBezTo>
                <a:cubicBezTo>
                  <a:pt x="1121074" y="146919"/>
                  <a:pt x="1118641" y="148896"/>
                  <a:pt x="1115372" y="151860"/>
                </a:cubicBezTo>
                <a:cubicBezTo>
                  <a:pt x="1112028" y="155094"/>
                  <a:pt x="1108905" y="158548"/>
                  <a:pt x="1106022" y="162199"/>
                </a:cubicBezTo>
                <a:cubicBezTo>
                  <a:pt x="1104498" y="165827"/>
                  <a:pt x="1104152" y="169843"/>
                  <a:pt x="1105033" y="173678"/>
                </a:cubicBezTo>
                <a:cubicBezTo>
                  <a:pt x="1105033" y="174970"/>
                  <a:pt x="1103437" y="179076"/>
                  <a:pt x="1105717" y="181280"/>
                </a:cubicBezTo>
                <a:cubicBezTo>
                  <a:pt x="1107998" y="183485"/>
                  <a:pt x="1110507" y="181129"/>
                  <a:pt x="1111799" y="181280"/>
                </a:cubicBezTo>
                <a:cubicBezTo>
                  <a:pt x="1113092" y="181433"/>
                  <a:pt x="1112255" y="184017"/>
                  <a:pt x="1113776" y="186829"/>
                </a:cubicBezTo>
                <a:cubicBezTo>
                  <a:pt x="1116588" y="192227"/>
                  <a:pt x="1117501" y="193064"/>
                  <a:pt x="1117501" y="195724"/>
                </a:cubicBezTo>
                <a:cubicBezTo>
                  <a:pt x="1117424" y="197245"/>
                  <a:pt x="1117424" y="198537"/>
                  <a:pt x="1116208" y="199297"/>
                </a:cubicBezTo>
                <a:cubicBezTo>
                  <a:pt x="1109168" y="203540"/>
                  <a:pt x="1103167" y="209308"/>
                  <a:pt x="1098648" y="216174"/>
                </a:cubicBezTo>
                <a:cubicBezTo>
                  <a:pt x="1098148" y="218508"/>
                  <a:pt x="1098442" y="220943"/>
                  <a:pt x="1099484" y="223092"/>
                </a:cubicBezTo>
                <a:cubicBezTo>
                  <a:pt x="1100928" y="223092"/>
                  <a:pt x="1104577" y="223092"/>
                  <a:pt x="1106174" y="223092"/>
                </a:cubicBezTo>
                <a:lnTo>
                  <a:pt x="1105946" y="223548"/>
                </a:lnTo>
                <a:cubicBezTo>
                  <a:pt x="1108332" y="224207"/>
                  <a:pt x="1110456" y="225588"/>
                  <a:pt x="1112027" y="227501"/>
                </a:cubicBezTo>
                <a:cubicBezTo>
                  <a:pt x="1113121" y="229515"/>
                  <a:pt x="1113744" y="231750"/>
                  <a:pt x="1113852" y="234039"/>
                </a:cubicBezTo>
                <a:cubicBezTo>
                  <a:pt x="1112711" y="243694"/>
                  <a:pt x="1104349" y="249699"/>
                  <a:pt x="1096747" y="254564"/>
                </a:cubicBezTo>
                <a:cubicBezTo>
                  <a:pt x="1089145" y="259429"/>
                  <a:pt x="1075385" y="264751"/>
                  <a:pt x="1068848" y="268476"/>
                </a:cubicBezTo>
                <a:cubicBezTo>
                  <a:pt x="1063450" y="271593"/>
                  <a:pt x="1058357" y="279347"/>
                  <a:pt x="1055240" y="280639"/>
                </a:cubicBezTo>
                <a:cubicBezTo>
                  <a:pt x="1055240" y="280639"/>
                  <a:pt x="1051515" y="281855"/>
                  <a:pt x="1049843" y="280639"/>
                </a:cubicBezTo>
                <a:cubicBezTo>
                  <a:pt x="1047365" y="279744"/>
                  <a:pt x="1044823" y="279033"/>
                  <a:pt x="1042241" y="278511"/>
                </a:cubicBezTo>
                <a:cubicBezTo>
                  <a:pt x="1039656" y="277674"/>
                  <a:pt x="1040872" y="274025"/>
                  <a:pt x="1038972" y="271821"/>
                </a:cubicBezTo>
                <a:cubicBezTo>
                  <a:pt x="1036985" y="269885"/>
                  <a:pt x="1035385" y="267589"/>
                  <a:pt x="1034258" y="265055"/>
                </a:cubicBezTo>
                <a:cubicBezTo>
                  <a:pt x="1032671" y="261151"/>
                  <a:pt x="1031944" y="256950"/>
                  <a:pt x="1032130" y="252739"/>
                </a:cubicBezTo>
                <a:cubicBezTo>
                  <a:pt x="1034397" y="247371"/>
                  <a:pt x="1038766" y="243168"/>
                  <a:pt x="1044217" y="241109"/>
                </a:cubicBezTo>
                <a:cubicBezTo>
                  <a:pt x="1046617" y="239543"/>
                  <a:pt x="1048927" y="237842"/>
                  <a:pt x="1051135" y="236015"/>
                </a:cubicBezTo>
                <a:cubicBezTo>
                  <a:pt x="1053249" y="234843"/>
                  <a:pt x="1054968" y="233070"/>
                  <a:pt x="1056076" y="230921"/>
                </a:cubicBezTo>
                <a:cubicBezTo>
                  <a:pt x="1056736" y="229343"/>
                  <a:pt x="1057172" y="227680"/>
                  <a:pt x="1057368" y="225980"/>
                </a:cubicBezTo>
                <a:cubicBezTo>
                  <a:pt x="1057521" y="223396"/>
                  <a:pt x="1058813" y="221496"/>
                  <a:pt x="1058812" y="219595"/>
                </a:cubicBezTo>
                <a:cubicBezTo>
                  <a:pt x="1058603" y="217701"/>
                  <a:pt x="1057806" y="215919"/>
                  <a:pt x="1056532" y="214502"/>
                </a:cubicBezTo>
                <a:cubicBezTo>
                  <a:pt x="1055304" y="213253"/>
                  <a:pt x="1054368" y="211747"/>
                  <a:pt x="1053795" y="210092"/>
                </a:cubicBezTo>
                <a:cubicBezTo>
                  <a:pt x="1053795" y="210016"/>
                  <a:pt x="1048323" y="203706"/>
                  <a:pt x="1048322" y="200590"/>
                </a:cubicBezTo>
                <a:cubicBezTo>
                  <a:pt x="1048503" y="195786"/>
                  <a:pt x="1052270" y="191889"/>
                  <a:pt x="1057064" y="191543"/>
                </a:cubicBezTo>
                <a:cubicBezTo>
                  <a:pt x="1058585" y="190935"/>
                  <a:pt x="1061397" y="191543"/>
                  <a:pt x="1062918" y="191543"/>
                </a:cubicBezTo>
                <a:cubicBezTo>
                  <a:pt x="1066567" y="191239"/>
                  <a:pt x="1069152" y="187742"/>
                  <a:pt x="1071129" y="184778"/>
                </a:cubicBezTo>
                <a:cubicBezTo>
                  <a:pt x="1072185" y="180699"/>
                  <a:pt x="1072796" y="176519"/>
                  <a:pt x="1072952" y="172310"/>
                </a:cubicBezTo>
                <a:cubicBezTo>
                  <a:pt x="1074169" y="168053"/>
                  <a:pt x="1069076" y="167368"/>
                  <a:pt x="1066567" y="166380"/>
                </a:cubicBezTo>
                <a:cubicBezTo>
                  <a:pt x="1064154" y="165162"/>
                  <a:pt x="1061601" y="164244"/>
                  <a:pt x="1058965" y="163643"/>
                </a:cubicBezTo>
                <a:cubicBezTo>
                  <a:pt x="1056913" y="163492"/>
                  <a:pt x="1055164" y="161059"/>
                  <a:pt x="1054176" y="158398"/>
                </a:cubicBezTo>
                <a:cubicBezTo>
                  <a:pt x="1053188" y="155737"/>
                  <a:pt x="1052351" y="156574"/>
                  <a:pt x="1050223" y="155737"/>
                </a:cubicBezTo>
                <a:cubicBezTo>
                  <a:pt x="1048093" y="154901"/>
                  <a:pt x="1048093" y="147680"/>
                  <a:pt x="1048093" y="146843"/>
                </a:cubicBezTo>
                <a:cubicBezTo>
                  <a:pt x="1048093" y="146007"/>
                  <a:pt x="1050299" y="145094"/>
                  <a:pt x="1052199" y="144258"/>
                </a:cubicBezTo>
                <a:cubicBezTo>
                  <a:pt x="1054100" y="143422"/>
                  <a:pt x="1054100" y="142054"/>
                  <a:pt x="1055316" y="139469"/>
                </a:cubicBezTo>
                <a:cubicBezTo>
                  <a:pt x="1056533" y="136884"/>
                  <a:pt x="1059345" y="136276"/>
                  <a:pt x="1061930" y="135592"/>
                </a:cubicBezTo>
                <a:cubicBezTo>
                  <a:pt x="1064834" y="135421"/>
                  <a:pt x="1067728" y="135091"/>
                  <a:pt x="1070596" y="134604"/>
                </a:cubicBezTo>
                <a:cubicBezTo>
                  <a:pt x="1082759" y="129663"/>
                  <a:pt x="1096519" y="116055"/>
                  <a:pt x="1108150" y="116663"/>
                </a:cubicBezTo>
                <a:cubicBezTo>
                  <a:pt x="1114079" y="117043"/>
                  <a:pt x="1116512" y="117196"/>
                  <a:pt x="1118869" y="115903"/>
                </a:cubicBezTo>
                <a:close/>
                <a:moveTo>
                  <a:pt x="1643565" y="115599"/>
                </a:moveTo>
                <a:cubicBezTo>
                  <a:pt x="1646377" y="116054"/>
                  <a:pt x="1653903" y="114762"/>
                  <a:pt x="1654587" y="116054"/>
                </a:cubicBezTo>
                <a:cubicBezTo>
                  <a:pt x="1656774" y="119257"/>
                  <a:pt x="1659834" y="121764"/>
                  <a:pt x="1663406" y="123277"/>
                </a:cubicBezTo>
                <a:cubicBezTo>
                  <a:pt x="1666371" y="124797"/>
                  <a:pt x="1665079" y="126850"/>
                  <a:pt x="1665459" y="129510"/>
                </a:cubicBezTo>
                <a:cubicBezTo>
                  <a:pt x="1665839" y="132171"/>
                  <a:pt x="1667511" y="133236"/>
                  <a:pt x="1666675" y="135516"/>
                </a:cubicBezTo>
                <a:cubicBezTo>
                  <a:pt x="1665839" y="137797"/>
                  <a:pt x="1663787" y="141826"/>
                  <a:pt x="1662038" y="146691"/>
                </a:cubicBezTo>
                <a:cubicBezTo>
                  <a:pt x="1662038" y="147755"/>
                  <a:pt x="1660669" y="153228"/>
                  <a:pt x="1662038" y="153228"/>
                </a:cubicBezTo>
                <a:cubicBezTo>
                  <a:pt x="1663615" y="153324"/>
                  <a:pt x="1665183" y="152925"/>
                  <a:pt x="1666523" y="152089"/>
                </a:cubicBezTo>
                <a:cubicBezTo>
                  <a:pt x="1667207" y="151785"/>
                  <a:pt x="1670248" y="150264"/>
                  <a:pt x="1672148" y="149579"/>
                </a:cubicBezTo>
                <a:cubicBezTo>
                  <a:pt x="1674432" y="149071"/>
                  <a:pt x="1676651" y="148306"/>
                  <a:pt x="1678762" y="147299"/>
                </a:cubicBezTo>
                <a:cubicBezTo>
                  <a:pt x="1681348" y="145475"/>
                  <a:pt x="1684767" y="141826"/>
                  <a:pt x="1686364" y="141826"/>
                </a:cubicBezTo>
                <a:cubicBezTo>
                  <a:pt x="1686364" y="141826"/>
                  <a:pt x="1696475" y="138861"/>
                  <a:pt x="1698224" y="141826"/>
                </a:cubicBezTo>
                <a:cubicBezTo>
                  <a:pt x="1699972" y="144791"/>
                  <a:pt x="1704229" y="144487"/>
                  <a:pt x="1708563" y="145171"/>
                </a:cubicBezTo>
                <a:cubicBezTo>
                  <a:pt x="1712896" y="145855"/>
                  <a:pt x="1715708" y="152849"/>
                  <a:pt x="1715708" y="158779"/>
                </a:cubicBezTo>
                <a:cubicBezTo>
                  <a:pt x="1715784" y="161211"/>
                  <a:pt x="1715632" y="162199"/>
                  <a:pt x="1712971" y="162199"/>
                </a:cubicBezTo>
                <a:cubicBezTo>
                  <a:pt x="1711528" y="162275"/>
                  <a:pt x="1709930" y="164708"/>
                  <a:pt x="1707270" y="166456"/>
                </a:cubicBezTo>
                <a:cubicBezTo>
                  <a:pt x="1703123" y="168842"/>
                  <a:pt x="1698708" y="170730"/>
                  <a:pt x="1694118" y="172082"/>
                </a:cubicBezTo>
                <a:cubicBezTo>
                  <a:pt x="1691805" y="173626"/>
                  <a:pt x="1689229" y="174734"/>
                  <a:pt x="1686516" y="175351"/>
                </a:cubicBezTo>
                <a:cubicBezTo>
                  <a:pt x="1683171" y="175807"/>
                  <a:pt x="1680207" y="175959"/>
                  <a:pt x="1677699" y="176491"/>
                </a:cubicBezTo>
                <a:cubicBezTo>
                  <a:pt x="1672990" y="177647"/>
                  <a:pt x="1668445" y="179383"/>
                  <a:pt x="1664166" y="181661"/>
                </a:cubicBezTo>
                <a:cubicBezTo>
                  <a:pt x="1662342" y="183594"/>
                  <a:pt x="1660829" y="185800"/>
                  <a:pt x="1659681" y="188198"/>
                </a:cubicBezTo>
                <a:cubicBezTo>
                  <a:pt x="1658624" y="191758"/>
                  <a:pt x="1659209" y="195604"/>
                  <a:pt x="1661277" y="198689"/>
                </a:cubicBezTo>
                <a:cubicBezTo>
                  <a:pt x="1667609" y="207312"/>
                  <a:pt x="1675134" y="214992"/>
                  <a:pt x="1683628" y="221495"/>
                </a:cubicBezTo>
                <a:cubicBezTo>
                  <a:pt x="1687657" y="224916"/>
                  <a:pt x="1693358" y="236700"/>
                  <a:pt x="1700124" y="240120"/>
                </a:cubicBezTo>
                <a:cubicBezTo>
                  <a:pt x="1706159" y="243404"/>
                  <a:pt x="1711841" y="247302"/>
                  <a:pt x="1717077" y="251751"/>
                </a:cubicBezTo>
                <a:cubicBezTo>
                  <a:pt x="1720164" y="253387"/>
                  <a:pt x="1723429" y="254663"/>
                  <a:pt x="1726807" y="255553"/>
                </a:cubicBezTo>
                <a:cubicBezTo>
                  <a:pt x="1729848" y="256845"/>
                  <a:pt x="1732509" y="259657"/>
                  <a:pt x="1734410" y="260342"/>
                </a:cubicBezTo>
                <a:cubicBezTo>
                  <a:pt x="1739351" y="262014"/>
                  <a:pt x="1743608" y="263535"/>
                  <a:pt x="1751210" y="266576"/>
                </a:cubicBezTo>
                <a:cubicBezTo>
                  <a:pt x="1753034" y="267336"/>
                  <a:pt x="1756075" y="267564"/>
                  <a:pt x="1756987" y="269236"/>
                </a:cubicBezTo>
                <a:lnTo>
                  <a:pt x="1756379" y="269996"/>
                </a:lnTo>
                <a:cubicBezTo>
                  <a:pt x="1757140" y="271441"/>
                  <a:pt x="1754706" y="272733"/>
                  <a:pt x="1754555" y="274406"/>
                </a:cubicBezTo>
                <a:cubicBezTo>
                  <a:pt x="1754403" y="276078"/>
                  <a:pt x="1755163" y="278891"/>
                  <a:pt x="1753719" y="280639"/>
                </a:cubicBezTo>
                <a:cubicBezTo>
                  <a:pt x="1751382" y="283635"/>
                  <a:pt x="1747859" y="285466"/>
                  <a:pt x="1744064" y="285657"/>
                </a:cubicBezTo>
                <a:cubicBezTo>
                  <a:pt x="1742467" y="285809"/>
                  <a:pt x="1741251" y="288090"/>
                  <a:pt x="1740111" y="288926"/>
                </a:cubicBezTo>
                <a:cubicBezTo>
                  <a:pt x="1738971" y="289762"/>
                  <a:pt x="1737298" y="289762"/>
                  <a:pt x="1736157" y="289762"/>
                </a:cubicBezTo>
                <a:cubicBezTo>
                  <a:pt x="1733185" y="289774"/>
                  <a:pt x="1730214" y="289596"/>
                  <a:pt x="1727263" y="289230"/>
                </a:cubicBezTo>
                <a:cubicBezTo>
                  <a:pt x="1724199" y="289398"/>
                  <a:pt x="1721129" y="289398"/>
                  <a:pt x="1718065" y="289230"/>
                </a:cubicBezTo>
                <a:cubicBezTo>
                  <a:pt x="1715310" y="289205"/>
                  <a:pt x="1712581" y="288691"/>
                  <a:pt x="1710006" y="287710"/>
                </a:cubicBezTo>
                <a:cubicBezTo>
                  <a:pt x="1704989" y="284821"/>
                  <a:pt x="1701189" y="286949"/>
                  <a:pt x="1697387" y="285961"/>
                </a:cubicBezTo>
                <a:cubicBezTo>
                  <a:pt x="1694403" y="285424"/>
                  <a:pt x="1691797" y="283622"/>
                  <a:pt x="1690242" y="281020"/>
                </a:cubicBezTo>
                <a:cubicBezTo>
                  <a:pt x="1687809" y="274253"/>
                  <a:pt x="1691077" y="272277"/>
                  <a:pt x="1679295" y="261482"/>
                </a:cubicBezTo>
                <a:cubicBezTo>
                  <a:pt x="1674849" y="256493"/>
                  <a:pt x="1670711" y="251237"/>
                  <a:pt x="1666903" y="245746"/>
                </a:cubicBezTo>
                <a:cubicBezTo>
                  <a:pt x="1664585" y="242698"/>
                  <a:pt x="1662044" y="239827"/>
                  <a:pt x="1659301" y="237155"/>
                </a:cubicBezTo>
                <a:cubicBezTo>
                  <a:pt x="1651547" y="231454"/>
                  <a:pt x="1644629" y="223548"/>
                  <a:pt x="1642044" y="221951"/>
                </a:cubicBezTo>
                <a:cubicBezTo>
                  <a:pt x="1641132" y="221420"/>
                  <a:pt x="1635963" y="233735"/>
                  <a:pt x="1630109" y="240045"/>
                </a:cubicBezTo>
                <a:cubicBezTo>
                  <a:pt x="1624256" y="246354"/>
                  <a:pt x="1619999" y="249319"/>
                  <a:pt x="1612852" y="256921"/>
                </a:cubicBezTo>
                <a:cubicBezTo>
                  <a:pt x="1607637" y="261543"/>
                  <a:pt x="1601639" y="265200"/>
                  <a:pt x="1595140" y="267716"/>
                </a:cubicBezTo>
                <a:cubicBezTo>
                  <a:pt x="1592175" y="269692"/>
                  <a:pt x="1585409" y="272733"/>
                  <a:pt x="1581988" y="274862"/>
                </a:cubicBezTo>
                <a:cubicBezTo>
                  <a:pt x="1578567" y="276990"/>
                  <a:pt x="1572562" y="276686"/>
                  <a:pt x="1569901" y="277979"/>
                </a:cubicBezTo>
                <a:cubicBezTo>
                  <a:pt x="1567794" y="278803"/>
                  <a:pt x="1565549" y="279215"/>
                  <a:pt x="1563287" y="279195"/>
                </a:cubicBezTo>
                <a:cubicBezTo>
                  <a:pt x="1561462" y="278891"/>
                  <a:pt x="1560170" y="276306"/>
                  <a:pt x="1558801" y="275318"/>
                </a:cubicBezTo>
                <a:cubicBezTo>
                  <a:pt x="1557433" y="274330"/>
                  <a:pt x="1557433" y="269388"/>
                  <a:pt x="1555381" y="268476"/>
                </a:cubicBezTo>
                <a:cubicBezTo>
                  <a:pt x="1553400" y="267990"/>
                  <a:pt x="1551467" y="267328"/>
                  <a:pt x="1549603" y="266500"/>
                </a:cubicBezTo>
                <a:cubicBezTo>
                  <a:pt x="1548387" y="265359"/>
                  <a:pt x="1549375" y="263459"/>
                  <a:pt x="1553328" y="262167"/>
                </a:cubicBezTo>
                <a:cubicBezTo>
                  <a:pt x="1556481" y="261096"/>
                  <a:pt x="1559378" y="259389"/>
                  <a:pt x="1561842" y="257149"/>
                </a:cubicBezTo>
                <a:cubicBezTo>
                  <a:pt x="1563933" y="255902"/>
                  <a:pt x="1565894" y="254451"/>
                  <a:pt x="1567696" y="252816"/>
                </a:cubicBezTo>
                <a:cubicBezTo>
                  <a:pt x="1568380" y="251980"/>
                  <a:pt x="1570813" y="251600"/>
                  <a:pt x="1571802" y="250992"/>
                </a:cubicBezTo>
                <a:cubicBezTo>
                  <a:pt x="1581450" y="242814"/>
                  <a:pt x="1590589" y="234055"/>
                  <a:pt x="1599169" y="224765"/>
                </a:cubicBezTo>
                <a:cubicBezTo>
                  <a:pt x="1604075" y="219479"/>
                  <a:pt x="1607691" y="213130"/>
                  <a:pt x="1609736" y="206215"/>
                </a:cubicBezTo>
                <a:cubicBezTo>
                  <a:pt x="1611030" y="203878"/>
                  <a:pt x="1611783" y="201280"/>
                  <a:pt x="1611940" y="198613"/>
                </a:cubicBezTo>
                <a:cubicBezTo>
                  <a:pt x="1611712" y="197397"/>
                  <a:pt x="1608063" y="198613"/>
                  <a:pt x="1606467" y="198613"/>
                </a:cubicBezTo>
                <a:cubicBezTo>
                  <a:pt x="1604870" y="198613"/>
                  <a:pt x="1603882" y="198537"/>
                  <a:pt x="1602285" y="198613"/>
                </a:cubicBezTo>
                <a:cubicBezTo>
                  <a:pt x="1600689" y="198689"/>
                  <a:pt x="1598485" y="200134"/>
                  <a:pt x="1596660" y="200134"/>
                </a:cubicBezTo>
                <a:cubicBezTo>
                  <a:pt x="1594912" y="200742"/>
                  <a:pt x="1593010" y="200742"/>
                  <a:pt x="1591262" y="200134"/>
                </a:cubicBezTo>
                <a:cubicBezTo>
                  <a:pt x="1588373" y="199222"/>
                  <a:pt x="1586853" y="196789"/>
                  <a:pt x="1582976" y="196257"/>
                </a:cubicBezTo>
                <a:cubicBezTo>
                  <a:pt x="1577745" y="194401"/>
                  <a:pt x="1574008" y="189753"/>
                  <a:pt x="1573321" y="184245"/>
                </a:cubicBezTo>
                <a:cubicBezTo>
                  <a:pt x="1572665" y="181426"/>
                  <a:pt x="1573667" y="178478"/>
                  <a:pt x="1575906" y="176643"/>
                </a:cubicBezTo>
                <a:cubicBezTo>
                  <a:pt x="1577883" y="175199"/>
                  <a:pt x="1578871" y="173146"/>
                  <a:pt x="1580468" y="171930"/>
                </a:cubicBezTo>
                <a:cubicBezTo>
                  <a:pt x="1582064" y="170714"/>
                  <a:pt x="1584953" y="170561"/>
                  <a:pt x="1586245" y="169726"/>
                </a:cubicBezTo>
                <a:cubicBezTo>
                  <a:pt x="1587538" y="168889"/>
                  <a:pt x="1588906" y="167369"/>
                  <a:pt x="1591110" y="166532"/>
                </a:cubicBezTo>
                <a:cubicBezTo>
                  <a:pt x="1593315" y="165696"/>
                  <a:pt x="1598940" y="166532"/>
                  <a:pt x="1602970" y="166532"/>
                </a:cubicBezTo>
                <a:cubicBezTo>
                  <a:pt x="1609895" y="165622"/>
                  <a:pt x="1616552" y="163266"/>
                  <a:pt x="1622507" y="159614"/>
                </a:cubicBezTo>
                <a:cubicBezTo>
                  <a:pt x="1622300" y="153398"/>
                  <a:pt x="1623577" y="147222"/>
                  <a:pt x="1626232" y="141597"/>
                </a:cubicBezTo>
                <a:cubicBezTo>
                  <a:pt x="1627131" y="137864"/>
                  <a:pt x="1627566" y="134034"/>
                  <a:pt x="1627524" y="130195"/>
                </a:cubicBezTo>
                <a:cubicBezTo>
                  <a:pt x="1627942" y="126920"/>
                  <a:pt x="1627761" y="123597"/>
                  <a:pt x="1626993" y="120387"/>
                </a:cubicBezTo>
                <a:cubicBezTo>
                  <a:pt x="1626916" y="117651"/>
                  <a:pt x="1628436" y="117347"/>
                  <a:pt x="1630033" y="116891"/>
                </a:cubicBezTo>
                <a:cubicBezTo>
                  <a:pt x="1635050" y="115522"/>
                  <a:pt x="1634975" y="117423"/>
                  <a:pt x="1637635" y="117499"/>
                </a:cubicBezTo>
                <a:cubicBezTo>
                  <a:pt x="1640296" y="117575"/>
                  <a:pt x="1640752" y="115142"/>
                  <a:pt x="1643565" y="115599"/>
                </a:cubicBezTo>
                <a:close/>
                <a:moveTo>
                  <a:pt x="591286" y="113166"/>
                </a:moveTo>
                <a:cubicBezTo>
                  <a:pt x="592729" y="113318"/>
                  <a:pt x="594402" y="115751"/>
                  <a:pt x="596911" y="116283"/>
                </a:cubicBezTo>
                <a:cubicBezTo>
                  <a:pt x="599419" y="116815"/>
                  <a:pt x="602992" y="116739"/>
                  <a:pt x="605881" y="117271"/>
                </a:cubicBezTo>
                <a:cubicBezTo>
                  <a:pt x="607402" y="117271"/>
                  <a:pt x="613483" y="117271"/>
                  <a:pt x="615004" y="117271"/>
                </a:cubicBezTo>
                <a:cubicBezTo>
                  <a:pt x="617059" y="117397"/>
                  <a:pt x="619071" y="117912"/>
                  <a:pt x="620933" y="118792"/>
                </a:cubicBezTo>
                <a:cubicBezTo>
                  <a:pt x="621846" y="119324"/>
                  <a:pt x="625039" y="120008"/>
                  <a:pt x="626179" y="121300"/>
                </a:cubicBezTo>
                <a:cubicBezTo>
                  <a:pt x="628760" y="123694"/>
                  <a:pt x="630695" y="126701"/>
                  <a:pt x="631804" y="130043"/>
                </a:cubicBezTo>
                <a:lnTo>
                  <a:pt x="630816" y="130423"/>
                </a:lnTo>
                <a:cubicBezTo>
                  <a:pt x="631196" y="133160"/>
                  <a:pt x="630360" y="134072"/>
                  <a:pt x="630360" y="136200"/>
                </a:cubicBezTo>
                <a:cubicBezTo>
                  <a:pt x="630695" y="139130"/>
                  <a:pt x="630695" y="142089"/>
                  <a:pt x="630360" y="145019"/>
                </a:cubicBezTo>
                <a:cubicBezTo>
                  <a:pt x="629980" y="146539"/>
                  <a:pt x="627699" y="150264"/>
                  <a:pt x="625874" y="154598"/>
                </a:cubicBezTo>
                <a:cubicBezTo>
                  <a:pt x="625226" y="157860"/>
                  <a:pt x="624795" y="161161"/>
                  <a:pt x="624582" y="164480"/>
                </a:cubicBezTo>
                <a:cubicBezTo>
                  <a:pt x="624506" y="169117"/>
                  <a:pt x="624278" y="172539"/>
                  <a:pt x="623594" y="182421"/>
                </a:cubicBezTo>
                <a:cubicBezTo>
                  <a:pt x="623442" y="185766"/>
                  <a:pt x="622530" y="188883"/>
                  <a:pt x="621997" y="193368"/>
                </a:cubicBezTo>
                <a:cubicBezTo>
                  <a:pt x="621770" y="195040"/>
                  <a:pt x="621313" y="199754"/>
                  <a:pt x="621313" y="202642"/>
                </a:cubicBezTo>
                <a:cubicBezTo>
                  <a:pt x="621237" y="206976"/>
                  <a:pt x="623214" y="207812"/>
                  <a:pt x="623442" y="208952"/>
                </a:cubicBezTo>
                <a:cubicBezTo>
                  <a:pt x="623670" y="210093"/>
                  <a:pt x="623746" y="210321"/>
                  <a:pt x="624050" y="212601"/>
                </a:cubicBezTo>
                <a:cubicBezTo>
                  <a:pt x="624354" y="214882"/>
                  <a:pt x="625647" y="215946"/>
                  <a:pt x="625266" y="218303"/>
                </a:cubicBezTo>
                <a:cubicBezTo>
                  <a:pt x="624886" y="220660"/>
                  <a:pt x="622909" y="224613"/>
                  <a:pt x="621846" y="230542"/>
                </a:cubicBezTo>
                <a:cubicBezTo>
                  <a:pt x="621293" y="233237"/>
                  <a:pt x="619747" y="235626"/>
                  <a:pt x="617513" y="237232"/>
                </a:cubicBezTo>
                <a:cubicBezTo>
                  <a:pt x="613654" y="240462"/>
                  <a:pt x="609286" y="243030"/>
                  <a:pt x="604589" y="244834"/>
                </a:cubicBezTo>
                <a:cubicBezTo>
                  <a:pt x="599419" y="246507"/>
                  <a:pt x="596227" y="253652"/>
                  <a:pt x="593262" y="255553"/>
                </a:cubicBezTo>
                <a:cubicBezTo>
                  <a:pt x="589393" y="257585"/>
                  <a:pt x="585408" y="259388"/>
                  <a:pt x="581327" y="260950"/>
                </a:cubicBezTo>
                <a:cubicBezTo>
                  <a:pt x="575888" y="263295"/>
                  <a:pt x="570778" y="266336"/>
                  <a:pt x="566123" y="269997"/>
                </a:cubicBezTo>
                <a:cubicBezTo>
                  <a:pt x="563134" y="271601"/>
                  <a:pt x="560004" y="272924"/>
                  <a:pt x="556772" y="273950"/>
                </a:cubicBezTo>
                <a:cubicBezTo>
                  <a:pt x="552196" y="277834"/>
                  <a:pt x="547315" y="281341"/>
                  <a:pt x="542176" y="284441"/>
                </a:cubicBezTo>
                <a:cubicBezTo>
                  <a:pt x="539211" y="285733"/>
                  <a:pt x="535639" y="278968"/>
                  <a:pt x="532825" y="276003"/>
                </a:cubicBezTo>
                <a:cubicBezTo>
                  <a:pt x="530945" y="274305"/>
                  <a:pt x="528938" y="272755"/>
                  <a:pt x="526820" y="271366"/>
                </a:cubicBezTo>
                <a:cubicBezTo>
                  <a:pt x="525147" y="269997"/>
                  <a:pt x="525755" y="266120"/>
                  <a:pt x="525147" y="263764"/>
                </a:cubicBezTo>
                <a:cubicBezTo>
                  <a:pt x="524539" y="261407"/>
                  <a:pt x="523019" y="258214"/>
                  <a:pt x="523019" y="257150"/>
                </a:cubicBezTo>
                <a:cubicBezTo>
                  <a:pt x="523176" y="254917"/>
                  <a:pt x="524593" y="252970"/>
                  <a:pt x="526668" y="252132"/>
                </a:cubicBezTo>
                <a:cubicBezTo>
                  <a:pt x="528341" y="251600"/>
                  <a:pt x="530697" y="252360"/>
                  <a:pt x="532294" y="251600"/>
                </a:cubicBezTo>
                <a:cubicBezTo>
                  <a:pt x="535346" y="250121"/>
                  <a:pt x="538269" y="248393"/>
                  <a:pt x="541035" y="246430"/>
                </a:cubicBezTo>
                <a:cubicBezTo>
                  <a:pt x="543946" y="244757"/>
                  <a:pt x="547102" y="243552"/>
                  <a:pt x="550386" y="242858"/>
                </a:cubicBezTo>
                <a:cubicBezTo>
                  <a:pt x="555988" y="240253"/>
                  <a:pt x="561399" y="237255"/>
                  <a:pt x="566578" y="233887"/>
                </a:cubicBezTo>
                <a:cubicBezTo>
                  <a:pt x="569239" y="232442"/>
                  <a:pt x="574180" y="230010"/>
                  <a:pt x="574180" y="226285"/>
                </a:cubicBezTo>
                <a:cubicBezTo>
                  <a:pt x="574389" y="220554"/>
                  <a:pt x="574236" y="214816"/>
                  <a:pt x="573725" y="209105"/>
                </a:cubicBezTo>
                <a:cubicBezTo>
                  <a:pt x="572888" y="207356"/>
                  <a:pt x="569695" y="206672"/>
                  <a:pt x="569696" y="206672"/>
                </a:cubicBezTo>
                <a:cubicBezTo>
                  <a:pt x="567227" y="207389"/>
                  <a:pt x="564664" y="207723"/>
                  <a:pt x="562094" y="207660"/>
                </a:cubicBezTo>
                <a:cubicBezTo>
                  <a:pt x="559649" y="208338"/>
                  <a:pt x="557260" y="209202"/>
                  <a:pt x="554947" y="210244"/>
                </a:cubicBezTo>
                <a:cubicBezTo>
                  <a:pt x="553503" y="210929"/>
                  <a:pt x="550918" y="211613"/>
                  <a:pt x="549550" y="210929"/>
                </a:cubicBezTo>
                <a:cubicBezTo>
                  <a:pt x="547997" y="210519"/>
                  <a:pt x="546712" y="209429"/>
                  <a:pt x="546053" y="207964"/>
                </a:cubicBezTo>
                <a:cubicBezTo>
                  <a:pt x="545059" y="205127"/>
                  <a:pt x="544521" y="202151"/>
                  <a:pt x="544457" y="199146"/>
                </a:cubicBezTo>
                <a:cubicBezTo>
                  <a:pt x="543547" y="197214"/>
                  <a:pt x="543030" y="195121"/>
                  <a:pt x="542936" y="192988"/>
                </a:cubicBezTo>
                <a:cubicBezTo>
                  <a:pt x="543632" y="188871"/>
                  <a:pt x="543862" y="184689"/>
                  <a:pt x="543620" y="180521"/>
                </a:cubicBezTo>
                <a:cubicBezTo>
                  <a:pt x="543620" y="175579"/>
                  <a:pt x="547725" y="173907"/>
                  <a:pt x="551223" y="173299"/>
                </a:cubicBezTo>
                <a:cubicBezTo>
                  <a:pt x="554719" y="172690"/>
                  <a:pt x="557836" y="170105"/>
                  <a:pt x="561333" y="170106"/>
                </a:cubicBezTo>
                <a:cubicBezTo>
                  <a:pt x="563878" y="170184"/>
                  <a:pt x="566426" y="170006"/>
                  <a:pt x="568935" y="169574"/>
                </a:cubicBezTo>
                <a:cubicBezTo>
                  <a:pt x="572539" y="168531"/>
                  <a:pt x="575970" y="166969"/>
                  <a:pt x="579122" y="164937"/>
                </a:cubicBezTo>
                <a:cubicBezTo>
                  <a:pt x="581098" y="162047"/>
                  <a:pt x="584063" y="160223"/>
                  <a:pt x="584063" y="155662"/>
                </a:cubicBezTo>
                <a:cubicBezTo>
                  <a:pt x="584519" y="147072"/>
                  <a:pt x="587180" y="143270"/>
                  <a:pt x="587180" y="135668"/>
                </a:cubicBezTo>
                <a:cubicBezTo>
                  <a:pt x="587522" y="130812"/>
                  <a:pt x="585649" y="126062"/>
                  <a:pt x="582087" y="122745"/>
                </a:cubicBezTo>
                <a:cubicBezTo>
                  <a:pt x="581365" y="121636"/>
                  <a:pt x="581365" y="120205"/>
                  <a:pt x="582087" y="119096"/>
                </a:cubicBezTo>
                <a:cubicBezTo>
                  <a:pt x="584198" y="117921"/>
                  <a:pt x="586120" y="116435"/>
                  <a:pt x="587788" y="114686"/>
                </a:cubicBezTo>
                <a:cubicBezTo>
                  <a:pt x="588563" y="113548"/>
                  <a:pt x="589924" y="112957"/>
                  <a:pt x="591286" y="113166"/>
                </a:cubicBezTo>
                <a:close/>
                <a:moveTo>
                  <a:pt x="699235" y="103055"/>
                </a:moveTo>
                <a:cubicBezTo>
                  <a:pt x="702731" y="103207"/>
                  <a:pt x="703188" y="105184"/>
                  <a:pt x="704784" y="106325"/>
                </a:cubicBezTo>
                <a:cubicBezTo>
                  <a:pt x="706242" y="106989"/>
                  <a:pt x="707819" y="107351"/>
                  <a:pt x="709421" y="107388"/>
                </a:cubicBezTo>
                <a:cubicBezTo>
                  <a:pt x="710866" y="107617"/>
                  <a:pt x="712234" y="109669"/>
                  <a:pt x="712994" y="111417"/>
                </a:cubicBezTo>
                <a:cubicBezTo>
                  <a:pt x="714686" y="114915"/>
                  <a:pt x="715667" y="118714"/>
                  <a:pt x="715883" y="122593"/>
                </a:cubicBezTo>
                <a:cubicBezTo>
                  <a:pt x="715579" y="130879"/>
                  <a:pt x="709725" y="132703"/>
                  <a:pt x="707597" y="137797"/>
                </a:cubicBezTo>
                <a:cubicBezTo>
                  <a:pt x="706760" y="140257"/>
                  <a:pt x="706224" y="142810"/>
                  <a:pt x="706000" y="145399"/>
                </a:cubicBezTo>
                <a:cubicBezTo>
                  <a:pt x="706760" y="149580"/>
                  <a:pt x="711017" y="150721"/>
                  <a:pt x="712842" y="147756"/>
                </a:cubicBezTo>
                <a:cubicBezTo>
                  <a:pt x="716263" y="146996"/>
                  <a:pt x="717327" y="145019"/>
                  <a:pt x="719684" y="143878"/>
                </a:cubicBezTo>
                <a:cubicBezTo>
                  <a:pt x="722041" y="142739"/>
                  <a:pt x="725386" y="146539"/>
                  <a:pt x="730707" y="147756"/>
                </a:cubicBezTo>
                <a:cubicBezTo>
                  <a:pt x="733672" y="148440"/>
                  <a:pt x="734888" y="155813"/>
                  <a:pt x="736864" y="159235"/>
                </a:cubicBezTo>
                <a:cubicBezTo>
                  <a:pt x="737758" y="161878"/>
                  <a:pt x="738194" y="164655"/>
                  <a:pt x="738157" y="167445"/>
                </a:cubicBezTo>
                <a:cubicBezTo>
                  <a:pt x="738051" y="169555"/>
                  <a:pt x="736510" y="171318"/>
                  <a:pt x="734432" y="171702"/>
                </a:cubicBezTo>
                <a:cubicBezTo>
                  <a:pt x="731772" y="172310"/>
                  <a:pt x="730175" y="172690"/>
                  <a:pt x="726830" y="173678"/>
                </a:cubicBezTo>
                <a:cubicBezTo>
                  <a:pt x="724332" y="174757"/>
                  <a:pt x="722081" y="176335"/>
                  <a:pt x="720216" y="178315"/>
                </a:cubicBezTo>
                <a:cubicBezTo>
                  <a:pt x="717251" y="180444"/>
                  <a:pt x="714134" y="180901"/>
                  <a:pt x="710942" y="183485"/>
                </a:cubicBezTo>
                <a:cubicBezTo>
                  <a:pt x="706550" y="186825"/>
                  <a:pt x="701537" y="189254"/>
                  <a:pt x="696194" y="190631"/>
                </a:cubicBezTo>
                <a:cubicBezTo>
                  <a:pt x="693464" y="195675"/>
                  <a:pt x="691735" y="201199"/>
                  <a:pt x="691100" y="206899"/>
                </a:cubicBezTo>
                <a:cubicBezTo>
                  <a:pt x="690758" y="209444"/>
                  <a:pt x="690939" y="212030"/>
                  <a:pt x="691633" y="214501"/>
                </a:cubicBezTo>
                <a:cubicBezTo>
                  <a:pt x="692925" y="219062"/>
                  <a:pt x="691784" y="223396"/>
                  <a:pt x="695737" y="227957"/>
                </a:cubicBezTo>
                <a:cubicBezTo>
                  <a:pt x="698810" y="230858"/>
                  <a:pt x="702778" y="232626"/>
                  <a:pt x="706988" y="232974"/>
                </a:cubicBezTo>
                <a:cubicBezTo>
                  <a:pt x="709707" y="233022"/>
                  <a:pt x="712410" y="233379"/>
                  <a:pt x="715047" y="234039"/>
                </a:cubicBezTo>
                <a:cubicBezTo>
                  <a:pt x="716897" y="234653"/>
                  <a:pt x="718809" y="235061"/>
                  <a:pt x="720748" y="235255"/>
                </a:cubicBezTo>
                <a:cubicBezTo>
                  <a:pt x="722437" y="236398"/>
                  <a:pt x="724359" y="237151"/>
                  <a:pt x="726374" y="237460"/>
                </a:cubicBezTo>
                <a:cubicBezTo>
                  <a:pt x="729342" y="237337"/>
                  <a:pt x="732312" y="237644"/>
                  <a:pt x="735192" y="238372"/>
                </a:cubicBezTo>
                <a:lnTo>
                  <a:pt x="735572" y="238524"/>
                </a:lnTo>
                <a:cubicBezTo>
                  <a:pt x="739450" y="240875"/>
                  <a:pt x="741428" y="245411"/>
                  <a:pt x="740513" y="249851"/>
                </a:cubicBezTo>
                <a:cubicBezTo>
                  <a:pt x="739280" y="254137"/>
                  <a:pt x="737807" y="258349"/>
                  <a:pt x="736105" y="262470"/>
                </a:cubicBezTo>
                <a:cubicBezTo>
                  <a:pt x="735040" y="265815"/>
                  <a:pt x="734356" y="269313"/>
                  <a:pt x="732456" y="270757"/>
                </a:cubicBezTo>
                <a:cubicBezTo>
                  <a:pt x="730554" y="272201"/>
                  <a:pt x="725690" y="271137"/>
                  <a:pt x="722953" y="272201"/>
                </a:cubicBezTo>
                <a:cubicBezTo>
                  <a:pt x="719987" y="273471"/>
                  <a:pt x="716823" y="274217"/>
                  <a:pt x="713602" y="274405"/>
                </a:cubicBezTo>
                <a:cubicBezTo>
                  <a:pt x="711321" y="274405"/>
                  <a:pt x="708509" y="272201"/>
                  <a:pt x="707064" y="271593"/>
                </a:cubicBezTo>
                <a:cubicBezTo>
                  <a:pt x="703789" y="270618"/>
                  <a:pt x="700356" y="270282"/>
                  <a:pt x="696954" y="270605"/>
                </a:cubicBezTo>
                <a:cubicBezTo>
                  <a:pt x="694217" y="270605"/>
                  <a:pt x="686995" y="270605"/>
                  <a:pt x="686995" y="270605"/>
                </a:cubicBezTo>
                <a:cubicBezTo>
                  <a:pt x="685474" y="270605"/>
                  <a:pt x="682206" y="268856"/>
                  <a:pt x="678557" y="268172"/>
                </a:cubicBezTo>
                <a:cubicBezTo>
                  <a:pt x="674908" y="267488"/>
                  <a:pt x="668902" y="268324"/>
                  <a:pt x="666241" y="267488"/>
                </a:cubicBezTo>
                <a:cubicBezTo>
                  <a:pt x="663998" y="266681"/>
                  <a:pt x="661894" y="265526"/>
                  <a:pt x="660008" y="264067"/>
                </a:cubicBezTo>
                <a:cubicBezTo>
                  <a:pt x="657646" y="261270"/>
                  <a:pt x="655700" y="258146"/>
                  <a:pt x="654231" y="254793"/>
                </a:cubicBezTo>
                <a:cubicBezTo>
                  <a:pt x="653677" y="251222"/>
                  <a:pt x="653423" y="247611"/>
                  <a:pt x="653470" y="243997"/>
                </a:cubicBezTo>
                <a:cubicBezTo>
                  <a:pt x="653166" y="241945"/>
                  <a:pt x="650809" y="232670"/>
                  <a:pt x="650809" y="231150"/>
                </a:cubicBezTo>
                <a:lnTo>
                  <a:pt x="650277" y="223092"/>
                </a:lnTo>
                <a:cubicBezTo>
                  <a:pt x="650269" y="220526"/>
                  <a:pt x="649938" y="217972"/>
                  <a:pt x="649289" y="215490"/>
                </a:cubicBezTo>
                <a:cubicBezTo>
                  <a:pt x="648344" y="211585"/>
                  <a:pt x="647935" y="207570"/>
                  <a:pt x="648072" y="203555"/>
                </a:cubicBezTo>
                <a:cubicBezTo>
                  <a:pt x="647996" y="197321"/>
                  <a:pt x="649821" y="196333"/>
                  <a:pt x="651265" y="184321"/>
                </a:cubicBezTo>
                <a:cubicBezTo>
                  <a:pt x="651417" y="183105"/>
                  <a:pt x="653926" y="179456"/>
                  <a:pt x="653926" y="178315"/>
                </a:cubicBezTo>
                <a:cubicBezTo>
                  <a:pt x="654382" y="172386"/>
                  <a:pt x="655674" y="172462"/>
                  <a:pt x="656207" y="168433"/>
                </a:cubicBezTo>
                <a:cubicBezTo>
                  <a:pt x="656739" y="164404"/>
                  <a:pt x="658335" y="159539"/>
                  <a:pt x="658335" y="158323"/>
                </a:cubicBezTo>
                <a:cubicBezTo>
                  <a:pt x="659247" y="152164"/>
                  <a:pt x="659247" y="144182"/>
                  <a:pt x="659248" y="142586"/>
                </a:cubicBezTo>
                <a:cubicBezTo>
                  <a:pt x="659553" y="139302"/>
                  <a:pt x="660321" y="136078"/>
                  <a:pt x="661528" y="133007"/>
                </a:cubicBezTo>
                <a:cubicBezTo>
                  <a:pt x="662940" y="128014"/>
                  <a:pt x="664031" y="122936"/>
                  <a:pt x="664798" y="117803"/>
                </a:cubicBezTo>
                <a:cubicBezTo>
                  <a:pt x="664541" y="114328"/>
                  <a:pt x="664669" y="110836"/>
                  <a:pt x="665177" y="107388"/>
                </a:cubicBezTo>
                <a:cubicBezTo>
                  <a:pt x="666241" y="103739"/>
                  <a:pt x="668142" y="103131"/>
                  <a:pt x="671183" y="103131"/>
                </a:cubicBezTo>
                <a:cubicBezTo>
                  <a:pt x="672551" y="103055"/>
                  <a:pt x="676580" y="104652"/>
                  <a:pt x="678785" y="104728"/>
                </a:cubicBezTo>
                <a:cubicBezTo>
                  <a:pt x="680990" y="104804"/>
                  <a:pt x="684031" y="103284"/>
                  <a:pt x="685551" y="103284"/>
                </a:cubicBezTo>
                <a:cubicBezTo>
                  <a:pt x="687601" y="103563"/>
                  <a:pt x="689633" y="103969"/>
                  <a:pt x="691633" y="104500"/>
                </a:cubicBezTo>
                <a:cubicBezTo>
                  <a:pt x="694124" y="103819"/>
                  <a:pt x="696666" y="103336"/>
                  <a:pt x="699235" y="103055"/>
                </a:cubicBezTo>
                <a:close/>
                <a:moveTo>
                  <a:pt x="221064" y="102617"/>
                </a:moveTo>
                <a:cubicBezTo>
                  <a:pt x="218295" y="102617"/>
                  <a:pt x="217292" y="105735"/>
                  <a:pt x="216703" y="108788"/>
                </a:cubicBezTo>
                <a:lnTo>
                  <a:pt x="216703" y="109093"/>
                </a:lnTo>
                <a:cubicBezTo>
                  <a:pt x="216420" y="110685"/>
                  <a:pt x="213018" y="128129"/>
                  <a:pt x="213018" y="128129"/>
                </a:cubicBezTo>
                <a:lnTo>
                  <a:pt x="212735" y="129547"/>
                </a:lnTo>
                <a:lnTo>
                  <a:pt x="210031" y="129547"/>
                </a:lnTo>
                <a:cubicBezTo>
                  <a:pt x="187569" y="129638"/>
                  <a:pt x="165218" y="126413"/>
                  <a:pt x="143699" y="119974"/>
                </a:cubicBezTo>
                <a:cubicBezTo>
                  <a:pt x="144194" y="125184"/>
                  <a:pt x="146202" y="130133"/>
                  <a:pt x="149477" y="134213"/>
                </a:cubicBezTo>
                <a:cubicBezTo>
                  <a:pt x="153559" y="139082"/>
                  <a:pt x="159078" y="142532"/>
                  <a:pt x="165242" y="144069"/>
                </a:cubicBezTo>
                <a:lnTo>
                  <a:pt x="166551" y="144331"/>
                </a:lnTo>
                <a:lnTo>
                  <a:pt x="166551" y="145661"/>
                </a:lnTo>
                <a:lnTo>
                  <a:pt x="166638" y="145661"/>
                </a:lnTo>
                <a:cubicBezTo>
                  <a:pt x="167120" y="150105"/>
                  <a:pt x="169167" y="154233"/>
                  <a:pt x="172416" y="157305"/>
                </a:cubicBezTo>
                <a:cubicBezTo>
                  <a:pt x="175940" y="159907"/>
                  <a:pt x="180227" y="161263"/>
                  <a:pt x="184606" y="161165"/>
                </a:cubicBezTo>
                <a:cubicBezTo>
                  <a:pt x="185609" y="161165"/>
                  <a:pt x="186241" y="161165"/>
                  <a:pt x="186241" y="161165"/>
                </a:cubicBezTo>
                <a:lnTo>
                  <a:pt x="187615" y="160990"/>
                </a:lnTo>
                <a:lnTo>
                  <a:pt x="188095" y="162277"/>
                </a:lnTo>
                <a:cubicBezTo>
                  <a:pt x="189913" y="165979"/>
                  <a:pt x="193232" y="168727"/>
                  <a:pt x="197209" y="169821"/>
                </a:cubicBezTo>
                <a:cubicBezTo>
                  <a:pt x="198720" y="170290"/>
                  <a:pt x="200295" y="170526"/>
                  <a:pt x="201876" y="170519"/>
                </a:cubicBezTo>
                <a:cubicBezTo>
                  <a:pt x="203934" y="170517"/>
                  <a:pt x="205977" y="170162"/>
                  <a:pt x="207916" y="169473"/>
                </a:cubicBezTo>
                <a:lnTo>
                  <a:pt x="211121" y="168142"/>
                </a:lnTo>
                <a:lnTo>
                  <a:pt x="206411" y="187397"/>
                </a:lnTo>
                <a:lnTo>
                  <a:pt x="236067" y="187397"/>
                </a:lnTo>
                <a:lnTo>
                  <a:pt x="231335" y="168121"/>
                </a:lnTo>
                <a:lnTo>
                  <a:pt x="234562" y="169473"/>
                </a:lnTo>
                <a:cubicBezTo>
                  <a:pt x="236494" y="170164"/>
                  <a:pt x="238528" y="170519"/>
                  <a:pt x="240580" y="170519"/>
                </a:cubicBezTo>
                <a:cubicBezTo>
                  <a:pt x="242161" y="170524"/>
                  <a:pt x="243736" y="170290"/>
                  <a:pt x="245247" y="169821"/>
                </a:cubicBezTo>
                <a:cubicBezTo>
                  <a:pt x="249226" y="168729"/>
                  <a:pt x="252545" y="165982"/>
                  <a:pt x="254361" y="162277"/>
                </a:cubicBezTo>
                <a:lnTo>
                  <a:pt x="254841" y="160990"/>
                </a:lnTo>
                <a:lnTo>
                  <a:pt x="256215" y="161165"/>
                </a:lnTo>
                <a:cubicBezTo>
                  <a:pt x="256215" y="161165"/>
                  <a:pt x="256847" y="161165"/>
                  <a:pt x="257850" y="161165"/>
                </a:cubicBezTo>
                <a:cubicBezTo>
                  <a:pt x="262229" y="161263"/>
                  <a:pt x="266516" y="159907"/>
                  <a:pt x="270040" y="157305"/>
                </a:cubicBezTo>
                <a:cubicBezTo>
                  <a:pt x="273310" y="154241"/>
                  <a:pt x="275364" y="150098"/>
                  <a:pt x="275818" y="145639"/>
                </a:cubicBezTo>
                <a:lnTo>
                  <a:pt x="275818" y="144331"/>
                </a:lnTo>
                <a:lnTo>
                  <a:pt x="277126" y="144069"/>
                </a:lnTo>
                <a:cubicBezTo>
                  <a:pt x="283273" y="142508"/>
                  <a:pt x="288779" y="139060"/>
                  <a:pt x="292870" y="134213"/>
                </a:cubicBezTo>
                <a:cubicBezTo>
                  <a:pt x="296145" y="130133"/>
                  <a:pt x="298153" y="125184"/>
                  <a:pt x="298648" y="119974"/>
                </a:cubicBezTo>
                <a:cubicBezTo>
                  <a:pt x="277150" y="126407"/>
                  <a:pt x="254822" y="129632"/>
                  <a:pt x="232381" y="129547"/>
                </a:cubicBezTo>
                <a:lnTo>
                  <a:pt x="229678" y="129547"/>
                </a:lnTo>
                <a:lnTo>
                  <a:pt x="229394" y="128129"/>
                </a:lnTo>
                <a:cubicBezTo>
                  <a:pt x="229394" y="128129"/>
                  <a:pt x="226014" y="110598"/>
                  <a:pt x="225709" y="109093"/>
                </a:cubicBezTo>
                <a:lnTo>
                  <a:pt x="225709" y="108788"/>
                </a:lnTo>
                <a:cubicBezTo>
                  <a:pt x="225142" y="105735"/>
                  <a:pt x="224161" y="102617"/>
                  <a:pt x="221348" y="102617"/>
                </a:cubicBezTo>
                <a:close/>
                <a:moveTo>
                  <a:pt x="255365" y="101854"/>
                </a:moveTo>
                <a:cubicBezTo>
                  <a:pt x="258610" y="102981"/>
                  <a:pt x="261534" y="104874"/>
                  <a:pt x="263891" y="107371"/>
                </a:cubicBezTo>
                <a:cubicBezTo>
                  <a:pt x="260570" y="108090"/>
                  <a:pt x="257153" y="108276"/>
                  <a:pt x="253773" y="107916"/>
                </a:cubicBezTo>
                <a:cubicBezTo>
                  <a:pt x="249586" y="107480"/>
                  <a:pt x="246228" y="102421"/>
                  <a:pt x="246228" y="102421"/>
                </a:cubicBezTo>
                <a:cubicBezTo>
                  <a:pt x="249128" y="101237"/>
                  <a:pt x="252340" y="101036"/>
                  <a:pt x="255365" y="101854"/>
                </a:cubicBezTo>
                <a:close/>
                <a:moveTo>
                  <a:pt x="1217771" y="100926"/>
                </a:moveTo>
                <a:cubicBezTo>
                  <a:pt x="1220584" y="100926"/>
                  <a:pt x="1222865" y="103891"/>
                  <a:pt x="1225373" y="103891"/>
                </a:cubicBezTo>
                <a:cubicBezTo>
                  <a:pt x="1230470" y="103520"/>
                  <a:pt x="1235593" y="103904"/>
                  <a:pt x="1240577" y="105031"/>
                </a:cubicBezTo>
                <a:lnTo>
                  <a:pt x="1241262" y="105412"/>
                </a:lnTo>
                <a:cubicBezTo>
                  <a:pt x="1242174" y="106172"/>
                  <a:pt x="1242783" y="110657"/>
                  <a:pt x="1243846" y="111645"/>
                </a:cubicBezTo>
                <a:cubicBezTo>
                  <a:pt x="1246819" y="114445"/>
                  <a:pt x="1248682" y="118225"/>
                  <a:pt x="1249092" y="122288"/>
                </a:cubicBezTo>
                <a:cubicBezTo>
                  <a:pt x="1248864" y="125329"/>
                  <a:pt x="1244835" y="130194"/>
                  <a:pt x="1244835" y="131335"/>
                </a:cubicBezTo>
                <a:cubicBezTo>
                  <a:pt x="1245060" y="134260"/>
                  <a:pt x="1244368" y="137182"/>
                  <a:pt x="1242858" y="139697"/>
                </a:cubicBezTo>
                <a:cubicBezTo>
                  <a:pt x="1239801" y="143866"/>
                  <a:pt x="1237249" y="148382"/>
                  <a:pt x="1235256" y="153153"/>
                </a:cubicBezTo>
                <a:cubicBezTo>
                  <a:pt x="1234420" y="154749"/>
                  <a:pt x="1229251" y="158854"/>
                  <a:pt x="1228414" y="160755"/>
                </a:cubicBezTo>
                <a:cubicBezTo>
                  <a:pt x="1223245" y="172538"/>
                  <a:pt x="1217467" y="180749"/>
                  <a:pt x="1213210" y="192531"/>
                </a:cubicBezTo>
                <a:cubicBezTo>
                  <a:pt x="1212526" y="194431"/>
                  <a:pt x="1209562" y="198309"/>
                  <a:pt x="1208117" y="197625"/>
                </a:cubicBezTo>
                <a:cubicBezTo>
                  <a:pt x="1206135" y="196733"/>
                  <a:pt x="1203866" y="196733"/>
                  <a:pt x="1201883" y="197625"/>
                </a:cubicBezTo>
                <a:cubicBezTo>
                  <a:pt x="1200895" y="198461"/>
                  <a:pt x="1196714" y="198385"/>
                  <a:pt x="1195345" y="199753"/>
                </a:cubicBezTo>
                <a:cubicBezTo>
                  <a:pt x="1193977" y="201121"/>
                  <a:pt x="1186983" y="200057"/>
                  <a:pt x="1185615" y="202718"/>
                </a:cubicBezTo>
                <a:cubicBezTo>
                  <a:pt x="1184626" y="205156"/>
                  <a:pt x="1184626" y="207883"/>
                  <a:pt x="1185615" y="210320"/>
                </a:cubicBezTo>
                <a:cubicBezTo>
                  <a:pt x="1187820" y="212905"/>
                  <a:pt x="1192305" y="210320"/>
                  <a:pt x="1193216" y="208952"/>
                </a:cubicBezTo>
                <a:cubicBezTo>
                  <a:pt x="1194681" y="207193"/>
                  <a:pt x="1196859" y="206188"/>
                  <a:pt x="1199146" y="206215"/>
                </a:cubicBezTo>
                <a:cubicBezTo>
                  <a:pt x="1201783" y="207367"/>
                  <a:pt x="1204535" y="208233"/>
                  <a:pt x="1207357" y="208800"/>
                </a:cubicBezTo>
                <a:cubicBezTo>
                  <a:pt x="1209229" y="209097"/>
                  <a:pt x="1210611" y="210705"/>
                  <a:pt x="1210626" y="212601"/>
                </a:cubicBezTo>
                <a:cubicBezTo>
                  <a:pt x="1210673" y="216151"/>
                  <a:pt x="1211395" y="219660"/>
                  <a:pt x="1212754" y="222939"/>
                </a:cubicBezTo>
                <a:cubicBezTo>
                  <a:pt x="1212816" y="224464"/>
                  <a:pt x="1212360" y="225963"/>
                  <a:pt x="1211462" y="227197"/>
                </a:cubicBezTo>
                <a:cubicBezTo>
                  <a:pt x="1209160" y="229260"/>
                  <a:pt x="1206606" y="231022"/>
                  <a:pt x="1203860" y="232442"/>
                </a:cubicBezTo>
                <a:cubicBezTo>
                  <a:pt x="1202035" y="233582"/>
                  <a:pt x="1197930" y="233886"/>
                  <a:pt x="1195345" y="235559"/>
                </a:cubicBezTo>
                <a:cubicBezTo>
                  <a:pt x="1193777" y="236736"/>
                  <a:pt x="1192805" y="238543"/>
                  <a:pt x="1192685" y="240500"/>
                </a:cubicBezTo>
                <a:cubicBezTo>
                  <a:pt x="1192685" y="243769"/>
                  <a:pt x="1195193" y="243769"/>
                  <a:pt x="1196790" y="243769"/>
                </a:cubicBezTo>
                <a:cubicBezTo>
                  <a:pt x="1198387" y="243769"/>
                  <a:pt x="1205000" y="241641"/>
                  <a:pt x="1208117" y="241641"/>
                </a:cubicBezTo>
                <a:cubicBezTo>
                  <a:pt x="1210954" y="241784"/>
                  <a:pt x="1213795" y="241784"/>
                  <a:pt x="1216632" y="241641"/>
                </a:cubicBezTo>
                <a:cubicBezTo>
                  <a:pt x="1220025" y="240494"/>
                  <a:pt x="1223550" y="239779"/>
                  <a:pt x="1227122" y="239512"/>
                </a:cubicBezTo>
                <a:cubicBezTo>
                  <a:pt x="1230467" y="240349"/>
                  <a:pt x="1234192" y="237231"/>
                  <a:pt x="1236320" y="239512"/>
                </a:cubicBezTo>
                <a:cubicBezTo>
                  <a:pt x="1236320" y="243465"/>
                  <a:pt x="1243922" y="245290"/>
                  <a:pt x="1243922" y="251447"/>
                </a:cubicBezTo>
                <a:cubicBezTo>
                  <a:pt x="1243922" y="260266"/>
                  <a:pt x="1238069" y="270225"/>
                  <a:pt x="1230467" y="270833"/>
                </a:cubicBezTo>
                <a:cubicBezTo>
                  <a:pt x="1227274" y="271137"/>
                  <a:pt x="1229479" y="268704"/>
                  <a:pt x="1218228" y="268704"/>
                </a:cubicBezTo>
                <a:cubicBezTo>
                  <a:pt x="1208193" y="268856"/>
                  <a:pt x="1199602" y="269540"/>
                  <a:pt x="1198006" y="269540"/>
                </a:cubicBezTo>
                <a:cubicBezTo>
                  <a:pt x="1194319" y="269586"/>
                  <a:pt x="1190635" y="269357"/>
                  <a:pt x="1186983" y="268856"/>
                </a:cubicBezTo>
                <a:cubicBezTo>
                  <a:pt x="1183744" y="268924"/>
                  <a:pt x="1180514" y="269255"/>
                  <a:pt x="1177328" y="269845"/>
                </a:cubicBezTo>
                <a:cubicBezTo>
                  <a:pt x="1173788" y="270755"/>
                  <a:pt x="1170177" y="271366"/>
                  <a:pt x="1166534" y="271669"/>
                </a:cubicBezTo>
                <a:cubicBezTo>
                  <a:pt x="1162017" y="271604"/>
                  <a:pt x="1157537" y="272484"/>
                  <a:pt x="1153382" y="274254"/>
                </a:cubicBezTo>
                <a:cubicBezTo>
                  <a:pt x="1148904" y="275169"/>
                  <a:pt x="1144345" y="275627"/>
                  <a:pt x="1139775" y="275621"/>
                </a:cubicBezTo>
                <a:cubicBezTo>
                  <a:pt x="1135277" y="277536"/>
                  <a:pt x="1130588" y="278964"/>
                  <a:pt x="1125787" y="279879"/>
                </a:cubicBezTo>
                <a:cubicBezTo>
                  <a:pt x="1123202" y="280183"/>
                  <a:pt x="1117197" y="279423"/>
                  <a:pt x="1116968" y="275242"/>
                </a:cubicBezTo>
                <a:cubicBezTo>
                  <a:pt x="1116740" y="271060"/>
                  <a:pt x="1114460" y="268856"/>
                  <a:pt x="1114992" y="263458"/>
                </a:cubicBezTo>
                <a:cubicBezTo>
                  <a:pt x="1115448" y="261862"/>
                  <a:pt x="1115448" y="259278"/>
                  <a:pt x="1115447" y="258061"/>
                </a:cubicBezTo>
                <a:cubicBezTo>
                  <a:pt x="1115462" y="255646"/>
                  <a:pt x="1116548" y="253362"/>
                  <a:pt x="1118412" y="251827"/>
                </a:cubicBezTo>
                <a:cubicBezTo>
                  <a:pt x="1118945" y="251676"/>
                  <a:pt x="1120161" y="249015"/>
                  <a:pt x="1121681" y="249167"/>
                </a:cubicBezTo>
                <a:cubicBezTo>
                  <a:pt x="1123202" y="249319"/>
                  <a:pt x="1123507" y="251143"/>
                  <a:pt x="1125787" y="251143"/>
                </a:cubicBezTo>
                <a:cubicBezTo>
                  <a:pt x="1129936" y="250245"/>
                  <a:pt x="1133967" y="248868"/>
                  <a:pt x="1137798" y="247039"/>
                </a:cubicBezTo>
                <a:cubicBezTo>
                  <a:pt x="1142733" y="244517"/>
                  <a:pt x="1147810" y="242284"/>
                  <a:pt x="1153003" y="240349"/>
                </a:cubicBezTo>
                <a:cubicBezTo>
                  <a:pt x="1154979" y="237535"/>
                  <a:pt x="1151710" y="236092"/>
                  <a:pt x="1150493" y="236092"/>
                </a:cubicBezTo>
                <a:cubicBezTo>
                  <a:pt x="1148387" y="236660"/>
                  <a:pt x="1146141" y="236358"/>
                  <a:pt x="1144260" y="235255"/>
                </a:cubicBezTo>
                <a:cubicBezTo>
                  <a:pt x="1141143" y="234723"/>
                  <a:pt x="1139850" y="233963"/>
                  <a:pt x="1139014" y="232594"/>
                </a:cubicBezTo>
                <a:cubicBezTo>
                  <a:pt x="1138178" y="231226"/>
                  <a:pt x="1138786" y="229629"/>
                  <a:pt x="1139014" y="227501"/>
                </a:cubicBezTo>
                <a:cubicBezTo>
                  <a:pt x="1139242" y="225372"/>
                  <a:pt x="1139394" y="223092"/>
                  <a:pt x="1139699" y="221267"/>
                </a:cubicBezTo>
                <a:cubicBezTo>
                  <a:pt x="1140003" y="219443"/>
                  <a:pt x="1140230" y="216706"/>
                  <a:pt x="1143119" y="216706"/>
                </a:cubicBezTo>
                <a:cubicBezTo>
                  <a:pt x="1144716" y="216706"/>
                  <a:pt x="1145096" y="217846"/>
                  <a:pt x="1146616" y="217846"/>
                </a:cubicBezTo>
                <a:cubicBezTo>
                  <a:pt x="1148136" y="217846"/>
                  <a:pt x="1148820" y="217162"/>
                  <a:pt x="1150342" y="217162"/>
                </a:cubicBezTo>
                <a:cubicBezTo>
                  <a:pt x="1151549" y="217363"/>
                  <a:pt x="1152783" y="217363"/>
                  <a:pt x="1153991" y="217162"/>
                </a:cubicBezTo>
                <a:cubicBezTo>
                  <a:pt x="1155337" y="216500"/>
                  <a:pt x="1156470" y="215473"/>
                  <a:pt x="1157260" y="214197"/>
                </a:cubicBezTo>
                <a:cubicBezTo>
                  <a:pt x="1157943" y="211724"/>
                  <a:pt x="1158226" y="209157"/>
                  <a:pt x="1158095" y="206595"/>
                </a:cubicBezTo>
                <a:cubicBezTo>
                  <a:pt x="1157791" y="204543"/>
                  <a:pt x="1155967" y="204847"/>
                  <a:pt x="1153610" y="205987"/>
                </a:cubicBezTo>
                <a:cubicBezTo>
                  <a:pt x="1151754" y="206663"/>
                  <a:pt x="1149847" y="207197"/>
                  <a:pt x="1147908" y="207584"/>
                </a:cubicBezTo>
                <a:cubicBezTo>
                  <a:pt x="1146181" y="208055"/>
                  <a:pt x="1144431" y="208436"/>
                  <a:pt x="1142663" y="208723"/>
                </a:cubicBezTo>
                <a:cubicBezTo>
                  <a:pt x="1141222" y="208730"/>
                  <a:pt x="1139787" y="208525"/>
                  <a:pt x="1138406" y="208115"/>
                </a:cubicBezTo>
                <a:cubicBezTo>
                  <a:pt x="1136277" y="207584"/>
                  <a:pt x="1136810" y="206291"/>
                  <a:pt x="1136277" y="204770"/>
                </a:cubicBezTo>
                <a:cubicBezTo>
                  <a:pt x="1135418" y="203269"/>
                  <a:pt x="1134850" y="201618"/>
                  <a:pt x="1134605" y="199905"/>
                </a:cubicBezTo>
                <a:cubicBezTo>
                  <a:pt x="1134909" y="195572"/>
                  <a:pt x="1131412" y="193976"/>
                  <a:pt x="1130805" y="192835"/>
                </a:cubicBezTo>
                <a:cubicBezTo>
                  <a:pt x="1129658" y="190444"/>
                  <a:pt x="1128938" y="187872"/>
                  <a:pt x="1128675" y="185233"/>
                </a:cubicBezTo>
                <a:cubicBezTo>
                  <a:pt x="1128675" y="180292"/>
                  <a:pt x="1133313" y="176415"/>
                  <a:pt x="1132781" y="173298"/>
                </a:cubicBezTo>
                <a:cubicBezTo>
                  <a:pt x="1131400" y="166982"/>
                  <a:pt x="1130737" y="160530"/>
                  <a:pt x="1130804" y="154065"/>
                </a:cubicBezTo>
                <a:cubicBezTo>
                  <a:pt x="1131032" y="152316"/>
                  <a:pt x="1128371" y="149351"/>
                  <a:pt x="1128371" y="145855"/>
                </a:cubicBezTo>
                <a:cubicBezTo>
                  <a:pt x="1128484" y="143748"/>
                  <a:pt x="1128815" y="141659"/>
                  <a:pt x="1129359" y="139621"/>
                </a:cubicBezTo>
                <a:cubicBezTo>
                  <a:pt x="1130450" y="136160"/>
                  <a:pt x="1131164" y="132592"/>
                  <a:pt x="1131489" y="128978"/>
                </a:cubicBezTo>
                <a:cubicBezTo>
                  <a:pt x="1131032" y="124189"/>
                  <a:pt x="1133465" y="118183"/>
                  <a:pt x="1136734" y="118183"/>
                </a:cubicBezTo>
                <a:cubicBezTo>
                  <a:pt x="1140003" y="118183"/>
                  <a:pt x="1139926" y="122288"/>
                  <a:pt x="1143499" y="122288"/>
                </a:cubicBezTo>
                <a:cubicBezTo>
                  <a:pt x="1145650" y="122399"/>
                  <a:pt x="1147806" y="122168"/>
                  <a:pt x="1149885" y="121604"/>
                </a:cubicBezTo>
                <a:cubicBezTo>
                  <a:pt x="1150646" y="121072"/>
                  <a:pt x="1156499" y="119627"/>
                  <a:pt x="1158248" y="118943"/>
                </a:cubicBezTo>
                <a:cubicBezTo>
                  <a:pt x="1163341" y="117119"/>
                  <a:pt x="1166990" y="114838"/>
                  <a:pt x="1172539" y="113090"/>
                </a:cubicBezTo>
                <a:cubicBezTo>
                  <a:pt x="1176264" y="111949"/>
                  <a:pt x="1180901" y="112937"/>
                  <a:pt x="1183866" y="111949"/>
                </a:cubicBezTo>
                <a:cubicBezTo>
                  <a:pt x="1192077" y="109137"/>
                  <a:pt x="1214959" y="100926"/>
                  <a:pt x="1217771" y="100926"/>
                </a:cubicBezTo>
                <a:close/>
                <a:moveTo>
                  <a:pt x="72089" y="92216"/>
                </a:moveTo>
                <a:cubicBezTo>
                  <a:pt x="71806" y="92216"/>
                  <a:pt x="71370" y="92565"/>
                  <a:pt x="71195" y="92565"/>
                </a:cubicBezTo>
                <a:cubicBezTo>
                  <a:pt x="70881" y="92695"/>
                  <a:pt x="70594" y="92879"/>
                  <a:pt x="70345" y="93110"/>
                </a:cubicBezTo>
                <a:cubicBezTo>
                  <a:pt x="70171" y="93306"/>
                  <a:pt x="69735" y="93960"/>
                  <a:pt x="69342" y="94244"/>
                </a:cubicBezTo>
                <a:cubicBezTo>
                  <a:pt x="68949" y="94527"/>
                  <a:pt x="68470" y="95007"/>
                  <a:pt x="68208" y="95203"/>
                </a:cubicBezTo>
                <a:cubicBezTo>
                  <a:pt x="67946" y="95399"/>
                  <a:pt x="67379" y="95377"/>
                  <a:pt x="67205" y="95530"/>
                </a:cubicBezTo>
                <a:cubicBezTo>
                  <a:pt x="67028" y="95672"/>
                  <a:pt x="66946" y="95896"/>
                  <a:pt x="66987" y="96119"/>
                </a:cubicBezTo>
                <a:lnTo>
                  <a:pt x="66965" y="96119"/>
                </a:lnTo>
                <a:cubicBezTo>
                  <a:pt x="66985" y="96500"/>
                  <a:pt x="66948" y="96882"/>
                  <a:pt x="66856" y="97253"/>
                </a:cubicBezTo>
                <a:cubicBezTo>
                  <a:pt x="66909" y="97469"/>
                  <a:pt x="67076" y="97637"/>
                  <a:pt x="67292" y="97689"/>
                </a:cubicBezTo>
                <a:cubicBezTo>
                  <a:pt x="68108" y="97608"/>
                  <a:pt x="68917" y="97916"/>
                  <a:pt x="69473" y="98517"/>
                </a:cubicBezTo>
                <a:cubicBezTo>
                  <a:pt x="70323" y="99390"/>
                  <a:pt x="70541" y="100109"/>
                  <a:pt x="71523" y="101134"/>
                </a:cubicBezTo>
                <a:cubicBezTo>
                  <a:pt x="72089" y="101679"/>
                  <a:pt x="71959" y="102224"/>
                  <a:pt x="72089" y="102770"/>
                </a:cubicBezTo>
                <a:cubicBezTo>
                  <a:pt x="71970" y="103380"/>
                  <a:pt x="71771" y="103975"/>
                  <a:pt x="71501" y="104536"/>
                </a:cubicBezTo>
                <a:cubicBezTo>
                  <a:pt x="71267" y="104865"/>
                  <a:pt x="71012" y="105179"/>
                  <a:pt x="70738" y="105473"/>
                </a:cubicBezTo>
                <a:cubicBezTo>
                  <a:pt x="70345" y="105910"/>
                  <a:pt x="70301" y="106564"/>
                  <a:pt x="69974" y="107065"/>
                </a:cubicBezTo>
                <a:cubicBezTo>
                  <a:pt x="69525" y="107543"/>
                  <a:pt x="69525" y="108288"/>
                  <a:pt x="69974" y="108766"/>
                </a:cubicBezTo>
                <a:cubicBezTo>
                  <a:pt x="70504" y="109209"/>
                  <a:pt x="70988" y="109706"/>
                  <a:pt x="71414" y="110249"/>
                </a:cubicBezTo>
                <a:cubicBezTo>
                  <a:pt x="71784" y="110619"/>
                  <a:pt x="71871" y="110489"/>
                  <a:pt x="72308" y="110750"/>
                </a:cubicBezTo>
                <a:cubicBezTo>
                  <a:pt x="72744" y="111012"/>
                  <a:pt x="72984" y="111383"/>
                  <a:pt x="73550" y="111557"/>
                </a:cubicBezTo>
                <a:cubicBezTo>
                  <a:pt x="73793" y="111668"/>
                  <a:pt x="74072" y="111668"/>
                  <a:pt x="74314" y="111557"/>
                </a:cubicBezTo>
                <a:cubicBezTo>
                  <a:pt x="74554" y="111448"/>
                  <a:pt x="74706" y="111034"/>
                  <a:pt x="74837" y="110816"/>
                </a:cubicBezTo>
                <a:cubicBezTo>
                  <a:pt x="74970" y="110419"/>
                  <a:pt x="75129" y="110033"/>
                  <a:pt x="75317" y="109660"/>
                </a:cubicBezTo>
                <a:cubicBezTo>
                  <a:pt x="75622" y="109364"/>
                  <a:pt x="75873" y="109017"/>
                  <a:pt x="76058" y="108635"/>
                </a:cubicBezTo>
                <a:cubicBezTo>
                  <a:pt x="76058" y="108635"/>
                  <a:pt x="76494" y="108417"/>
                  <a:pt x="76799" y="108417"/>
                </a:cubicBezTo>
                <a:cubicBezTo>
                  <a:pt x="77560" y="109002"/>
                  <a:pt x="78289" y="109627"/>
                  <a:pt x="78980" y="110292"/>
                </a:cubicBezTo>
                <a:cubicBezTo>
                  <a:pt x="79351" y="110729"/>
                  <a:pt x="79111" y="111601"/>
                  <a:pt x="78980" y="112037"/>
                </a:cubicBezTo>
                <a:cubicBezTo>
                  <a:pt x="78817" y="113042"/>
                  <a:pt x="78574" y="114034"/>
                  <a:pt x="78260" y="115002"/>
                </a:cubicBezTo>
                <a:cubicBezTo>
                  <a:pt x="77964" y="115471"/>
                  <a:pt x="77750" y="115988"/>
                  <a:pt x="77628" y="116529"/>
                </a:cubicBezTo>
                <a:cubicBezTo>
                  <a:pt x="77552" y="117083"/>
                  <a:pt x="77427" y="117630"/>
                  <a:pt x="77257" y="118164"/>
                </a:cubicBezTo>
                <a:cubicBezTo>
                  <a:pt x="77170" y="118448"/>
                  <a:pt x="76821" y="118622"/>
                  <a:pt x="76690" y="118906"/>
                </a:cubicBezTo>
                <a:cubicBezTo>
                  <a:pt x="76568" y="119254"/>
                  <a:pt x="76653" y="119643"/>
                  <a:pt x="76909" y="119909"/>
                </a:cubicBezTo>
                <a:cubicBezTo>
                  <a:pt x="77018" y="120018"/>
                  <a:pt x="77628" y="120214"/>
                  <a:pt x="77933" y="120388"/>
                </a:cubicBezTo>
                <a:cubicBezTo>
                  <a:pt x="78239" y="120563"/>
                  <a:pt x="78675" y="121043"/>
                  <a:pt x="79024" y="121043"/>
                </a:cubicBezTo>
                <a:cubicBezTo>
                  <a:pt x="79434" y="120944"/>
                  <a:pt x="79848" y="120870"/>
                  <a:pt x="80267" y="120824"/>
                </a:cubicBezTo>
                <a:cubicBezTo>
                  <a:pt x="80942" y="120824"/>
                  <a:pt x="82164" y="121152"/>
                  <a:pt x="82338" y="120672"/>
                </a:cubicBezTo>
                <a:cubicBezTo>
                  <a:pt x="82541" y="119701"/>
                  <a:pt x="82665" y="118718"/>
                  <a:pt x="82709" y="117728"/>
                </a:cubicBezTo>
                <a:cubicBezTo>
                  <a:pt x="82946" y="117216"/>
                  <a:pt x="83136" y="116684"/>
                  <a:pt x="83276" y="116136"/>
                </a:cubicBezTo>
                <a:cubicBezTo>
                  <a:pt x="83372" y="115159"/>
                  <a:pt x="83592" y="114200"/>
                  <a:pt x="83930" y="113280"/>
                </a:cubicBezTo>
                <a:cubicBezTo>
                  <a:pt x="84200" y="112613"/>
                  <a:pt x="84427" y="111928"/>
                  <a:pt x="84606" y="111230"/>
                </a:cubicBezTo>
                <a:cubicBezTo>
                  <a:pt x="84737" y="110663"/>
                  <a:pt x="84235" y="109486"/>
                  <a:pt x="84606" y="108657"/>
                </a:cubicBezTo>
                <a:cubicBezTo>
                  <a:pt x="84913" y="107879"/>
                  <a:pt x="85083" y="107052"/>
                  <a:pt x="85107" y="106215"/>
                </a:cubicBezTo>
                <a:cubicBezTo>
                  <a:pt x="85171" y="105766"/>
                  <a:pt x="85053" y="105312"/>
                  <a:pt x="84780" y="104950"/>
                </a:cubicBezTo>
                <a:cubicBezTo>
                  <a:pt x="84192" y="104143"/>
                  <a:pt x="83843" y="103336"/>
                  <a:pt x="83690" y="103140"/>
                </a:cubicBezTo>
                <a:cubicBezTo>
                  <a:pt x="83537" y="102944"/>
                  <a:pt x="83188" y="102879"/>
                  <a:pt x="82883" y="102661"/>
                </a:cubicBezTo>
                <a:lnTo>
                  <a:pt x="82360" y="102312"/>
                </a:lnTo>
                <a:cubicBezTo>
                  <a:pt x="82207" y="102203"/>
                  <a:pt x="81880" y="102355"/>
                  <a:pt x="81379" y="101854"/>
                </a:cubicBezTo>
                <a:cubicBezTo>
                  <a:pt x="81010" y="101503"/>
                  <a:pt x="80661" y="101130"/>
                  <a:pt x="80332" y="100742"/>
                </a:cubicBezTo>
                <a:cubicBezTo>
                  <a:pt x="79852" y="100175"/>
                  <a:pt x="79547" y="99695"/>
                  <a:pt x="79198" y="99324"/>
                </a:cubicBezTo>
                <a:cubicBezTo>
                  <a:pt x="78064" y="98081"/>
                  <a:pt x="77694" y="97667"/>
                  <a:pt x="77148" y="97144"/>
                </a:cubicBezTo>
                <a:cubicBezTo>
                  <a:pt x="76767" y="96745"/>
                  <a:pt x="76409" y="96322"/>
                  <a:pt x="76080" y="95879"/>
                </a:cubicBezTo>
                <a:cubicBezTo>
                  <a:pt x="75775" y="95159"/>
                  <a:pt x="75578" y="94483"/>
                  <a:pt x="75448" y="94265"/>
                </a:cubicBezTo>
                <a:cubicBezTo>
                  <a:pt x="75140" y="93886"/>
                  <a:pt x="74796" y="93535"/>
                  <a:pt x="74423" y="93219"/>
                </a:cubicBezTo>
                <a:cubicBezTo>
                  <a:pt x="74139" y="93001"/>
                  <a:pt x="74139" y="92783"/>
                  <a:pt x="73769" y="92521"/>
                </a:cubicBezTo>
                <a:cubicBezTo>
                  <a:pt x="73241" y="92288"/>
                  <a:pt x="72665" y="92183"/>
                  <a:pt x="72089" y="92216"/>
                </a:cubicBezTo>
                <a:close/>
                <a:moveTo>
                  <a:pt x="264735" y="92131"/>
                </a:moveTo>
                <a:lnTo>
                  <a:pt x="273442" y="93329"/>
                </a:lnTo>
                <a:cubicBezTo>
                  <a:pt x="271189" y="95653"/>
                  <a:pt x="268311" y="97273"/>
                  <a:pt x="265155" y="97995"/>
                </a:cubicBezTo>
                <a:cubicBezTo>
                  <a:pt x="261274" y="98824"/>
                  <a:pt x="256302" y="95204"/>
                  <a:pt x="256302" y="95204"/>
                </a:cubicBezTo>
                <a:close/>
                <a:moveTo>
                  <a:pt x="264719" y="92129"/>
                </a:moveTo>
                <a:lnTo>
                  <a:pt x="264741" y="92129"/>
                </a:lnTo>
                <a:lnTo>
                  <a:pt x="264735" y="92131"/>
                </a:lnTo>
                <a:close/>
                <a:moveTo>
                  <a:pt x="368818" y="81880"/>
                </a:moveTo>
                <a:cubicBezTo>
                  <a:pt x="368404" y="81596"/>
                  <a:pt x="367597" y="81967"/>
                  <a:pt x="367641" y="82142"/>
                </a:cubicBezTo>
                <a:cubicBezTo>
                  <a:pt x="367684" y="82316"/>
                  <a:pt x="366899" y="83232"/>
                  <a:pt x="366507" y="83581"/>
                </a:cubicBezTo>
                <a:cubicBezTo>
                  <a:pt x="365199" y="84715"/>
                  <a:pt x="364893" y="85478"/>
                  <a:pt x="364326" y="85892"/>
                </a:cubicBezTo>
                <a:cubicBezTo>
                  <a:pt x="363411" y="86612"/>
                  <a:pt x="362190" y="87571"/>
                  <a:pt x="362015" y="87767"/>
                </a:cubicBezTo>
                <a:cubicBezTo>
                  <a:pt x="361664" y="88121"/>
                  <a:pt x="361357" y="88518"/>
                  <a:pt x="361099" y="88945"/>
                </a:cubicBezTo>
                <a:cubicBezTo>
                  <a:pt x="360986" y="89276"/>
                  <a:pt x="360833" y="89590"/>
                  <a:pt x="360641" y="89883"/>
                </a:cubicBezTo>
                <a:cubicBezTo>
                  <a:pt x="360467" y="90101"/>
                  <a:pt x="359943" y="89883"/>
                  <a:pt x="359943" y="89883"/>
                </a:cubicBezTo>
                <a:cubicBezTo>
                  <a:pt x="359444" y="89745"/>
                  <a:pt x="358973" y="89525"/>
                  <a:pt x="358548" y="89228"/>
                </a:cubicBezTo>
                <a:cubicBezTo>
                  <a:pt x="358483" y="89187"/>
                  <a:pt x="358428" y="89130"/>
                  <a:pt x="358387" y="89067"/>
                </a:cubicBezTo>
                <a:cubicBezTo>
                  <a:pt x="358223" y="88814"/>
                  <a:pt x="358295" y="88476"/>
                  <a:pt x="358548" y="88313"/>
                </a:cubicBezTo>
                <a:cubicBezTo>
                  <a:pt x="359065" y="87798"/>
                  <a:pt x="359512" y="87220"/>
                  <a:pt x="359878" y="86590"/>
                </a:cubicBezTo>
                <a:cubicBezTo>
                  <a:pt x="359856" y="86263"/>
                  <a:pt x="359529" y="86263"/>
                  <a:pt x="359529" y="86263"/>
                </a:cubicBezTo>
                <a:cubicBezTo>
                  <a:pt x="358483" y="86551"/>
                  <a:pt x="357418" y="86777"/>
                  <a:pt x="356346" y="86939"/>
                </a:cubicBezTo>
                <a:cubicBezTo>
                  <a:pt x="356073" y="86924"/>
                  <a:pt x="355807" y="86856"/>
                  <a:pt x="355561" y="86743"/>
                </a:cubicBezTo>
                <a:cubicBezTo>
                  <a:pt x="355186" y="86686"/>
                  <a:pt x="354810" y="86836"/>
                  <a:pt x="354579" y="87135"/>
                </a:cubicBezTo>
                <a:cubicBezTo>
                  <a:pt x="353816" y="88443"/>
                  <a:pt x="353358" y="88203"/>
                  <a:pt x="352791" y="88749"/>
                </a:cubicBezTo>
                <a:cubicBezTo>
                  <a:pt x="352220" y="89370"/>
                  <a:pt x="351804" y="90118"/>
                  <a:pt x="351570" y="90929"/>
                </a:cubicBezTo>
                <a:cubicBezTo>
                  <a:pt x="351433" y="91322"/>
                  <a:pt x="351598" y="91753"/>
                  <a:pt x="351963" y="91954"/>
                </a:cubicBezTo>
                <a:cubicBezTo>
                  <a:pt x="352748" y="92499"/>
                  <a:pt x="353903" y="92303"/>
                  <a:pt x="355190" y="92499"/>
                </a:cubicBezTo>
                <a:cubicBezTo>
                  <a:pt x="355502" y="92532"/>
                  <a:pt x="355816" y="92532"/>
                  <a:pt x="356128" y="92499"/>
                </a:cubicBezTo>
                <a:cubicBezTo>
                  <a:pt x="356841" y="92323"/>
                  <a:pt x="357575" y="92257"/>
                  <a:pt x="358308" y="92303"/>
                </a:cubicBezTo>
                <a:cubicBezTo>
                  <a:pt x="358986" y="92551"/>
                  <a:pt x="359625" y="92896"/>
                  <a:pt x="360205" y="93328"/>
                </a:cubicBezTo>
                <a:cubicBezTo>
                  <a:pt x="360641" y="93611"/>
                  <a:pt x="361295" y="94113"/>
                  <a:pt x="361623" y="94353"/>
                </a:cubicBezTo>
                <a:cubicBezTo>
                  <a:pt x="362231" y="94797"/>
                  <a:pt x="362815" y="95277"/>
                  <a:pt x="363367" y="95792"/>
                </a:cubicBezTo>
                <a:cubicBezTo>
                  <a:pt x="363733" y="96104"/>
                  <a:pt x="364128" y="96381"/>
                  <a:pt x="364544" y="96620"/>
                </a:cubicBezTo>
                <a:cubicBezTo>
                  <a:pt x="364983" y="96806"/>
                  <a:pt x="365382" y="97074"/>
                  <a:pt x="365722" y="97405"/>
                </a:cubicBezTo>
                <a:cubicBezTo>
                  <a:pt x="366289" y="98184"/>
                  <a:pt x="367037" y="98814"/>
                  <a:pt x="367903" y="99237"/>
                </a:cubicBezTo>
                <a:cubicBezTo>
                  <a:pt x="368164" y="99324"/>
                  <a:pt x="368906" y="100175"/>
                  <a:pt x="369276" y="100349"/>
                </a:cubicBezTo>
                <a:cubicBezTo>
                  <a:pt x="369758" y="100646"/>
                  <a:pt x="370192" y="101012"/>
                  <a:pt x="370563" y="101439"/>
                </a:cubicBezTo>
                <a:cubicBezTo>
                  <a:pt x="370216" y="101880"/>
                  <a:pt x="369623" y="102039"/>
                  <a:pt x="369102" y="101832"/>
                </a:cubicBezTo>
                <a:cubicBezTo>
                  <a:pt x="368862" y="101679"/>
                  <a:pt x="367968" y="101527"/>
                  <a:pt x="367772" y="101330"/>
                </a:cubicBezTo>
                <a:cubicBezTo>
                  <a:pt x="367534" y="101010"/>
                  <a:pt x="367342" y="100659"/>
                  <a:pt x="367205" y="100284"/>
                </a:cubicBezTo>
                <a:cubicBezTo>
                  <a:pt x="367096" y="100109"/>
                  <a:pt x="366660" y="99848"/>
                  <a:pt x="366398" y="99521"/>
                </a:cubicBezTo>
                <a:cubicBezTo>
                  <a:pt x="366156" y="99132"/>
                  <a:pt x="365846" y="98792"/>
                  <a:pt x="365482" y="98517"/>
                </a:cubicBezTo>
                <a:cubicBezTo>
                  <a:pt x="365220" y="98365"/>
                  <a:pt x="364784" y="98365"/>
                  <a:pt x="364784" y="98365"/>
                </a:cubicBezTo>
                <a:cubicBezTo>
                  <a:pt x="364043" y="97885"/>
                  <a:pt x="364217" y="97972"/>
                  <a:pt x="363868" y="97885"/>
                </a:cubicBezTo>
                <a:cubicBezTo>
                  <a:pt x="363520" y="97798"/>
                  <a:pt x="363083" y="97187"/>
                  <a:pt x="362909" y="97187"/>
                </a:cubicBezTo>
                <a:cubicBezTo>
                  <a:pt x="362445" y="96921"/>
                  <a:pt x="362000" y="96623"/>
                  <a:pt x="361579" y="96293"/>
                </a:cubicBezTo>
                <a:cubicBezTo>
                  <a:pt x="361274" y="96097"/>
                  <a:pt x="360816" y="95552"/>
                  <a:pt x="360554" y="95399"/>
                </a:cubicBezTo>
                <a:cubicBezTo>
                  <a:pt x="360347" y="95334"/>
                  <a:pt x="360135" y="95282"/>
                  <a:pt x="359922" y="95247"/>
                </a:cubicBezTo>
                <a:cubicBezTo>
                  <a:pt x="359551" y="95138"/>
                  <a:pt x="359246" y="94222"/>
                  <a:pt x="358831" y="94222"/>
                </a:cubicBezTo>
                <a:cubicBezTo>
                  <a:pt x="357610" y="94135"/>
                  <a:pt x="356629" y="95159"/>
                  <a:pt x="356302" y="95159"/>
                </a:cubicBezTo>
                <a:cubicBezTo>
                  <a:pt x="355846" y="95277"/>
                  <a:pt x="355436" y="95528"/>
                  <a:pt x="355124" y="95879"/>
                </a:cubicBezTo>
                <a:cubicBezTo>
                  <a:pt x="354710" y="96184"/>
                  <a:pt x="354558" y="96337"/>
                  <a:pt x="354710" y="96773"/>
                </a:cubicBezTo>
                <a:cubicBezTo>
                  <a:pt x="354843" y="97089"/>
                  <a:pt x="355083" y="97351"/>
                  <a:pt x="355386" y="97514"/>
                </a:cubicBezTo>
                <a:cubicBezTo>
                  <a:pt x="355763" y="97770"/>
                  <a:pt x="356197" y="97929"/>
                  <a:pt x="356651" y="97972"/>
                </a:cubicBezTo>
                <a:cubicBezTo>
                  <a:pt x="357076" y="97946"/>
                  <a:pt x="357501" y="98044"/>
                  <a:pt x="357872" y="98256"/>
                </a:cubicBezTo>
                <a:cubicBezTo>
                  <a:pt x="358046" y="98452"/>
                  <a:pt x="358744" y="98823"/>
                  <a:pt x="358439" y="99019"/>
                </a:cubicBezTo>
                <a:cubicBezTo>
                  <a:pt x="358064" y="99220"/>
                  <a:pt x="357669" y="99381"/>
                  <a:pt x="357261" y="99499"/>
                </a:cubicBezTo>
                <a:cubicBezTo>
                  <a:pt x="356978" y="99586"/>
                  <a:pt x="356455" y="100066"/>
                  <a:pt x="356258" y="100196"/>
                </a:cubicBezTo>
                <a:cubicBezTo>
                  <a:pt x="356062" y="100327"/>
                  <a:pt x="355910" y="100327"/>
                  <a:pt x="355604" y="100327"/>
                </a:cubicBezTo>
                <a:cubicBezTo>
                  <a:pt x="355238" y="100264"/>
                  <a:pt x="354882" y="100138"/>
                  <a:pt x="354558" y="99957"/>
                </a:cubicBezTo>
                <a:cubicBezTo>
                  <a:pt x="354104" y="99619"/>
                  <a:pt x="353622" y="99320"/>
                  <a:pt x="353118" y="99063"/>
                </a:cubicBezTo>
                <a:cubicBezTo>
                  <a:pt x="352639" y="98888"/>
                  <a:pt x="351766" y="98845"/>
                  <a:pt x="351592" y="98648"/>
                </a:cubicBezTo>
                <a:cubicBezTo>
                  <a:pt x="351418" y="98452"/>
                  <a:pt x="351112" y="97602"/>
                  <a:pt x="350916" y="97405"/>
                </a:cubicBezTo>
                <a:cubicBezTo>
                  <a:pt x="350303" y="96913"/>
                  <a:pt x="349510" y="96708"/>
                  <a:pt x="348735" y="96838"/>
                </a:cubicBezTo>
                <a:cubicBezTo>
                  <a:pt x="348254" y="97048"/>
                  <a:pt x="347807" y="97327"/>
                  <a:pt x="347405" y="97667"/>
                </a:cubicBezTo>
                <a:cubicBezTo>
                  <a:pt x="347209" y="97841"/>
                  <a:pt x="346642" y="98321"/>
                  <a:pt x="346686" y="98539"/>
                </a:cubicBezTo>
                <a:cubicBezTo>
                  <a:pt x="346729" y="98757"/>
                  <a:pt x="346947" y="99063"/>
                  <a:pt x="346947" y="99281"/>
                </a:cubicBezTo>
                <a:cubicBezTo>
                  <a:pt x="346926" y="100109"/>
                  <a:pt x="347514" y="100458"/>
                  <a:pt x="347711" y="100654"/>
                </a:cubicBezTo>
                <a:cubicBezTo>
                  <a:pt x="347907" y="100851"/>
                  <a:pt x="348997" y="101156"/>
                  <a:pt x="349346" y="101483"/>
                </a:cubicBezTo>
                <a:cubicBezTo>
                  <a:pt x="349863" y="101965"/>
                  <a:pt x="350425" y="102397"/>
                  <a:pt x="351025" y="102770"/>
                </a:cubicBezTo>
                <a:cubicBezTo>
                  <a:pt x="351616" y="103129"/>
                  <a:pt x="352170" y="103546"/>
                  <a:pt x="352682" y="104012"/>
                </a:cubicBezTo>
                <a:cubicBezTo>
                  <a:pt x="353118" y="104579"/>
                  <a:pt x="352813" y="104928"/>
                  <a:pt x="352464" y="105037"/>
                </a:cubicBezTo>
                <a:cubicBezTo>
                  <a:pt x="351308" y="105321"/>
                  <a:pt x="349302" y="106564"/>
                  <a:pt x="348256" y="105975"/>
                </a:cubicBezTo>
                <a:cubicBezTo>
                  <a:pt x="347841" y="105713"/>
                  <a:pt x="347013" y="104994"/>
                  <a:pt x="346075" y="104318"/>
                </a:cubicBezTo>
                <a:cubicBezTo>
                  <a:pt x="345552" y="103860"/>
                  <a:pt x="345028" y="103511"/>
                  <a:pt x="344898" y="103860"/>
                </a:cubicBezTo>
                <a:cubicBezTo>
                  <a:pt x="344767" y="104209"/>
                  <a:pt x="345486" y="106215"/>
                  <a:pt x="344898" y="106804"/>
                </a:cubicBezTo>
                <a:cubicBezTo>
                  <a:pt x="344592" y="107087"/>
                  <a:pt x="344004" y="107567"/>
                  <a:pt x="343720" y="107850"/>
                </a:cubicBezTo>
                <a:cubicBezTo>
                  <a:pt x="344058" y="108526"/>
                  <a:pt x="344579" y="109093"/>
                  <a:pt x="345225" y="109486"/>
                </a:cubicBezTo>
                <a:cubicBezTo>
                  <a:pt x="345694" y="109678"/>
                  <a:pt x="346128" y="109944"/>
                  <a:pt x="346511" y="110271"/>
                </a:cubicBezTo>
                <a:cubicBezTo>
                  <a:pt x="347070" y="110613"/>
                  <a:pt x="347652" y="110912"/>
                  <a:pt x="348256" y="111165"/>
                </a:cubicBezTo>
                <a:cubicBezTo>
                  <a:pt x="349084" y="111644"/>
                  <a:pt x="349957" y="110729"/>
                  <a:pt x="350872" y="110423"/>
                </a:cubicBezTo>
                <a:cubicBezTo>
                  <a:pt x="351003" y="110401"/>
                  <a:pt x="351766" y="110510"/>
                  <a:pt x="352137" y="110140"/>
                </a:cubicBezTo>
                <a:cubicBezTo>
                  <a:pt x="352567" y="109745"/>
                  <a:pt x="353070" y="109442"/>
                  <a:pt x="353620" y="109246"/>
                </a:cubicBezTo>
                <a:cubicBezTo>
                  <a:pt x="354078" y="108984"/>
                  <a:pt x="354405" y="108679"/>
                  <a:pt x="354819" y="108374"/>
                </a:cubicBezTo>
                <a:cubicBezTo>
                  <a:pt x="355234" y="108068"/>
                  <a:pt x="355473" y="107545"/>
                  <a:pt x="355997" y="107109"/>
                </a:cubicBezTo>
                <a:cubicBezTo>
                  <a:pt x="356520" y="106673"/>
                  <a:pt x="358264" y="107959"/>
                  <a:pt x="358526" y="108156"/>
                </a:cubicBezTo>
                <a:cubicBezTo>
                  <a:pt x="358788" y="108352"/>
                  <a:pt x="358962" y="108352"/>
                  <a:pt x="359529" y="108701"/>
                </a:cubicBezTo>
                <a:cubicBezTo>
                  <a:pt x="360096" y="109050"/>
                  <a:pt x="360336" y="109311"/>
                  <a:pt x="360837" y="109660"/>
                </a:cubicBezTo>
                <a:cubicBezTo>
                  <a:pt x="361208" y="109819"/>
                  <a:pt x="361618" y="109865"/>
                  <a:pt x="362015" y="109791"/>
                </a:cubicBezTo>
                <a:cubicBezTo>
                  <a:pt x="362473" y="109769"/>
                  <a:pt x="363062" y="109246"/>
                  <a:pt x="363432" y="109006"/>
                </a:cubicBezTo>
                <a:cubicBezTo>
                  <a:pt x="363803" y="108766"/>
                  <a:pt x="363432" y="108156"/>
                  <a:pt x="363432" y="108156"/>
                </a:cubicBezTo>
                <a:cubicBezTo>
                  <a:pt x="363083" y="107436"/>
                  <a:pt x="362996" y="106891"/>
                  <a:pt x="362844" y="106607"/>
                </a:cubicBezTo>
                <a:cubicBezTo>
                  <a:pt x="362364" y="105866"/>
                  <a:pt x="362538" y="105146"/>
                  <a:pt x="362364" y="104950"/>
                </a:cubicBezTo>
                <a:cubicBezTo>
                  <a:pt x="362190" y="104754"/>
                  <a:pt x="361775" y="104906"/>
                  <a:pt x="361426" y="104623"/>
                </a:cubicBezTo>
                <a:cubicBezTo>
                  <a:pt x="361077" y="104340"/>
                  <a:pt x="360401" y="104187"/>
                  <a:pt x="360096" y="103991"/>
                </a:cubicBezTo>
                <a:cubicBezTo>
                  <a:pt x="359791" y="103794"/>
                  <a:pt x="359682" y="103511"/>
                  <a:pt x="359682" y="103336"/>
                </a:cubicBezTo>
                <a:cubicBezTo>
                  <a:pt x="359991" y="102918"/>
                  <a:pt x="360438" y="102623"/>
                  <a:pt x="360947" y="102508"/>
                </a:cubicBezTo>
                <a:cubicBezTo>
                  <a:pt x="361583" y="102438"/>
                  <a:pt x="362227" y="102438"/>
                  <a:pt x="362865" y="102508"/>
                </a:cubicBezTo>
                <a:cubicBezTo>
                  <a:pt x="363330" y="102628"/>
                  <a:pt x="363818" y="102628"/>
                  <a:pt x="364283" y="102508"/>
                </a:cubicBezTo>
                <a:cubicBezTo>
                  <a:pt x="365412" y="102349"/>
                  <a:pt x="366559" y="102589"/>
                  <a:pt x="367532" y="103184"/>
                </a:cubicBezTo>
                <a:cubicBezTo>
                  <a:pt x="367990" y="103533"/>
                  <a:pt x="368579" y="103947"/>
                  <a:pt x="368622" y="104318"/>
                </a:cubicBezTo>
                <a:cubicBezTo>
                  <a:pt x="368666" y="104688"/>
                  <a:pt x="369211" y="105277"/>
                  <a:pt x="369363" y="105277"/>
                </a:cubicBezTo>
                <a:cubicBezTo>
                  <a:pt x="369734" y="105292"/>
                  <a:pt x="370085" y="105449"/>
                  <a:pt x="370345" y="105713"/>
                </a:cubicBezTo>
                <a:cubicBezTo>
                  <a:pt x="371086" y="106544"/>
                  <a:pt x="372046" y="107148"/>
                  <a:pt x="373114" y="107458"/>
                </a:cubicBezTo>
                <a:cubicBezTo>
                  <a:pt x="373821" y="107268"/>
                  <a:pt x="374475" y="106926"/>
                  <a:pt x="375033" y="106455"/>
                </a:cubicBezTo>
                <a:cubicBezTo>
                  <a:pt x="375667" y="105944"/>
                  <a:pt x="376132" y="105251"/>
                  <a:pt x="376363" y="104470"/>
                </a:cubicBezTo>
                <a:cubicBezTo>
                  <a:pt x="376407" y="104012"/>
                  <a:pt x="375992" y="103991"/>
                  <a:pt x="375927" y="103489"/>
                </a:cubicBezTo>
                <a:cubicBezTo>
                  <a:pt x="375861" y="102988"/>
                  <a:pt x="375513" y="102879"/>
                  <a:pt x="375513" y="102661"/>
                </a:cubicBezTo>
                <a:cubicBezTo>
                  <a:pt x="375513" y="102442"/>
                  <a:pt x="375513" y="101919"/>
                  <a:pt x="375513" y="101679"/>
                </a:cubicBezTo>
                <a:cubicBezTo>
                  <a:pt x="375314" y="101422"/>
                  <a:pt x="375079" y="101195"/>
                  <a:pt x="374815" y="101003"/>
                </a:cubicBezTo>
                <a:cubicBezTo>
                  <a:pt x="374263" y="100977"/>
                  <a:pt x="373729" y="100805"/>
                  <a:pt x="373267" y="100502"/>
                </a:cubicBezTo>
                <a:cubicBezTo>
                  <a:pt x="373092" y="100306"/>
                  <a:pt x="372721" y="100066"/>
                  <a:pt x="372940" y="99804"/>
                </a:cubicBezTo>
                <a:cubicBezTo>
                  <a:pt x="373332" y="99442"/>
                  <a:pt x="373781" y="99148"/>
                  <a:pt x="374270" y="98932"/>
                </a:cubicBezTo>
                <a:lnTo>
                  <a:pt x="375382" y="98321"/>
                </a:lnTo>
                <a:cubicBezTo>
                  <a:pt x="375556" y="98212"/>
                  <a:pt x="376407" y="97863"/>
                  <a:pt x="376407" y="97863"/>
                </a:cubicBezTo>
                <a:cubicBezTo>
                  <a:pt x="377307" y="97209"/>
                  <a:pt x="378371" y="96817"/>
                  <a:pt x="379481" y="96729"/>
                </a:cubicBezTo>
                <a:cubicBezTo>
                  <a:pt x="380223" y="96751"/>
                  <a:pt x="381465" y="97405"/>
                  <a:pt x="381531" y="96991"/>
                </a:cubicBezTo>
                <a:cubicBezTo>
                  <a:pt x="381596" y="96577"/>
                  <a:pt x="382425" y="96272"/>
                  <a:pt x="382730" y="96053"/>
                </a:cubicBezTo>
                <a:cubicBezTo>
                  <a:pt x="383007" y="95879"/>
                  <a:pt x="383171" y="95574"/>
                  <a:pt x="383166" y="95247"/>
                </a:cubicBezTo>
                <a:cubicBezTo>
                  <a:pt x="383123" y="94787"/>
                  <a:pt x="383027" y="94333"/>
                  <a:pt x="382883" y="93895"/>
                </a:cubicBezTo>
                <a:cubicBezTo>
                  <a:pt x="382752" y="93526"/>
                  <a:pt x="382438" y="93251"/>
                  <a:pt x="382054" y="93175"/>
                </a:cubicBezTo>
                <a:cubicBezTo>
                  <a:pt x="381858" y="93066"/>
                  <a:pt x="381858" y="93262"/>
                  <a:pt x="381487" y="93175"/>
                </a:cubicBezTo>
                <a:cubicBezTo>
                  <a:pt x="381117" y="93088"/>
                  <a:pt x="378718" y="91191"/>
                  <a:pt x="377606" y="91823"/>
                </a:cubicBezTo>
                <a:cubicBezTo>
                  <a:pt x="377061" y="92128"/>
                  <a:pt x="377410" y="93023"/>
                  <a:pt x="376821" y="93546"/>
                </a:cubicBezTo>
                <a:cubicBezTo>
                  <a:pt x="376561" y="93751"/>
                  <a:pt x="376265" y="93906"/>
                  <a:pt x="375949" y="94004"/>
                </a:cubicBezTo>
                <a:cubicBezTo>
                  <a:pt x="375643" y="94178"/>
                  <a:pt x="375164" y="94331"/>
                  <a:pt x="374924" y="94178"/>
                </a:cubicBezTo>
                <a:cubicBezTo>
                  <a:pt x="374684" y="94026"/>
                  <a:pt x="374466" y="93764"/>
                  <a:pt x="373855" y="93764"/>
                </a:cubicBezTo>
                <a:cubicBezTo>
                  <a:pt x="372896" y="93917"/>
                  <a:pt x="373310" y="94440"/>
                  <a:pt x="373049" y="94658"/>
                </a:cubicBezTo>
                <a:cubicBezTo>
                  <a:pt x="372787" y="94876"/>
                  <a:pt x="372351" y="94658"/>
                  <a:pt x="372155" y="94658"/>
                </a:cubicBezTo>
                <a:cubicBezTo>
                  <a:pt x="371849" y="94704"/>
                  <a:pt x="371540" y="94658"/>
                  <a:pt x="371261" y="94527"/>
                </a:cubicBezTo>
                <a:cubicBezTo>
                  <a:pt x="371130" y="94418"/>
                  <a:pt x="370497" y="95225"/>
                  <a:pt x="370541" y="95530"/>
                </a:cubicBezTo>
                <a:cubicBezTo>
                  <a:pt x="370585" y="95835"/>
                  <a:pt x="371304" y="95923"/>
                  <a:pt x="371021" y="96577"/>
                </a:cubicBezTo>
                <a:cubicBezTo>
                  <a:pt x="370737" y="97231"/>
                  <a:pt x="369887" y="97231"/>
                  <a:pt x="369276" y="96577"/>
                </a:cubicBezTo>
                <a:cubicBezTo>
                  <a:pt x="368666" y="95923"/>
                  <a:pt x="370301" y="95770"/>
                  <a:pt x="369625" y="95356"/>
                </a:cubicBezTo>
                <a:cubicBezTo>
                  <a:pt x="368949" y="94941"/>
                  <a:pt x="368971" y="93938"/>
                  <a:pt x="369211" y="93895"/>
                </a:cubicBezTo>
                <a:cubicBezTo>
                  <a:pt x="369451" y="93851"/>
                  <a:pt x="371152" y="93611"/>
                  <a:pt x="371152" y="93611"/>
                </a:cubicBezTo>
                <a:cubicBezTo>
                  <a:pt x="373267" y="92957"/>
                  <a:pt x="373964" y="93066"/>
                  <a:pt x="374357" y="92652"/>
                </a:cubicBezTo>
                <a:cubicBezTo>
                  <a:pt x="374595" y="92301"/>
                  <a:pt x="374688" y="91871"/>
                  <a:pt x="374619" y="91453"/>
                </a:cubicBezTo>
                <a:cubicBezTo>
                  <a:pt x="374619" y="91147"/>
                  <a:pt x="375382" y="90580"/>
                  <a:pt x="375556" y="90580"/>
                </a:cubicBezTo>
                <a:cubicBezTo>
                  <a:pt x="376132" y="90391"/>
                  <a:pt x="376742" y="90332"/>
                  <a:pt x="377344" y="90406"/>
                </a:cubicBezTo>
                <a:cubicBezTo>
                  <a:pt x="377933" y="90471"/>
                  <a:pt x="378914" y="90253"/>
                  <a:pt x="378914" y="89708"/>
                </a:cubicBezTo>
                <a:cubicBezTo>
                  <a:pt x="379091" y="89150"/>
                  <a:pt x="379036" y="88546"/>
                  <a:pt x="378762" y="88029"/>
                </a:cubicBezTo>
                <a:cubicBezTo>
                  <a:pt x="378611" y="87846"/>
                  <a:pt x="378415" y="87704"/>
                  <a:pt x="378195" y="87615"/>
                </a:cubicBezTo>
                <a:cubicBezTo>
                  <a:pt x="377998" y="87571"/>
                  <a:pt x="377889" y="87157"/>
                  <a:pt x="377671" y="87157"/>
                </a:cubicBezTo>
                <a:cubicBezTo>
                  <a:pt x="377083" y="86917"/>
                  <a:pt x="376537" y="87418"/>
                  <a:pt x="375905" y="87615"/>
                </a:cubicBezTo>
                <a:cubicBezTo>
                  <a:pt x="375273" y="87811"/>
                  <a:pt x="373986" y="88073"/>
                  <a:pt x="373986" y="87811"/>
                </a:cubicBezTo>
                <a:cubicBezTo>
                  <a:pt x="373986" y="87549"/>
                  <a:pt x="374183" y="86764"/>
                  <a:pt x="373986" y="86568"/>
                </a:cubicBezTo>
                <a:cubicBezTo>
                  <a:pt x="373587" y="86405"/>
                  <a:pt x="373142" y="86405"/>
                  <a:pt x="372743" y="86568"/>
                </a:cubicBezTo>
                <a:cubicBezTo>
                  <a:pt x="372569" y="86743"/>
                  <a:pt x="372438" y="87506"/>
                  <a:pt x="372089" y="87898"/>
                </a:cubicBezTo>
                <a:cubicBezTo>
                  <a:pt x="371719" y="88195"/>
                  <a:pt x="371274" y="88382"/>
                  <a:pt x="370803" y="88443"/>
                </a:cubicBezTo>
                <a:cubicBezTo>
                  <a:pt x="370301" y="88574"/>
                  <a:pt x="369472" y="89185"/>
                  <a:pt x="369647" y="89512"/>
                </a:cubicBezTo>
                <a:cubicBezTo>
                  <a:pt x="369821" y="89839"/>
                  <a:pt x="370083" y="89555"/>
                  <a:pt x="370454" y="89839"/>
                </a:cubicBezTo>
                <a:cubicBezTo>
                  <a:pt x="370824" y="90122"/>
                  <a:pt x="371370" y="90122"/>
                  <a:pt x="371522" y="90362"/>
                </a:cubicBezTo>
                <a:cubicBezTo>
                  <a:pt x="371675" y="90602"/>
                  <a:pt x="371609" y="91823"/>
                  <a:pt x="370824" y="91932"/>
                </a:cubicBezTo>
                <a:cubicBezTo>
                  <a:pt x="370519" y="91976"/>
                  <a:pt x="369451" y="92347"/>
                  <a:pt x="369145" y="91823"/>
                </a:cubicBezTo>
                <a:cubicBezTo>
                  <a:pt x="369036" y="91649"/>
                  <a:pt x="369276" y="91409"/>
                  <a:pt x="369254" y="91016"/>
                </a:cubicBezTo>
                <a:cubicBezTo>
                  <a:pt x="369233" y="90624"/>
                  <a:pt x="368404" y="90210"/>
                  <a:pt x="368382" y="89970"/>
                </a:cubicBezTo>
                <a:cubicBezTo>
                  <a:pt x="368360" y="89730"/>
                  <a:pt x="368230" y="89621"/>
                  <a:pt x="368579" y="89316"/>
                </a:cubicBezTo>
                <a:cubicBezTo>
                  <a:pt x="369237" y="88670"/>
                  <a:pt x="369802" y="87935"/>
                  <a:pt x="370257" y="87135"/>
                </a:cubicBezTo>
                <a:cubicBezTo>
                  <a:pt x="370295" y="86854"/>
                  <a:pt x="370434" y="86599"/>
                  <a:pt x="370650" y="86415"/>
                </a:cubicBezTo>
                <a:cubicBezTo>
                  <a:pt x="371064" y="86045"/>
                  <a:pt x="371566" y="85456"/>
                  <a:pt x="371326" y="85260"/>
                </a:cubicBezTo>
                <a:cubicBezTo>
                  <a:pt x="371086" y="85048"/>
                  <a:pt x="370772" y="84946"/>
                  <a:pt x="370454" y="84976"/>
                </a:cubicBezTo>
                <a:cubicBezTo>
                  <a:pt x="370037" y="85000"/>
                  <a:pt x="369636" y="85144"/>
                  <a:pt x="369298" y="85391"/>
                </a:cubicBezTo>
                <a:cubicBezTo>
                  <a:pt x="369165" y="85628"/>
                  <a:pt x="369012" y="85855"/>
                  <a:pt x="368840" y="86067"/>
                </a:cubicBezTo>
                <a:cubicBezTo>
                  <a:pt x="368302" y="86633"/>
                  <a:pt x="367732" y="87172"/>
                  <a:pt x="367139" y="87680"/>
                </a:cubicBezTo>
                <a:cubicBezTo>
                  <a:pt x="366812" y="87964"/>
                  <a:pt x="366311" y="88858"/>
                  <a:pt x="366114" y="89010"/>
                </a:cubicBezTo>
                <a:cubicBezTo>
                  <a:pt x="365918" y="89163"/>
                  <a:pt x="364457" y="90406"/>
                  <a:pt x="364283" y="90602"/>
                </a:cubicBezTo>
                <a:cubicBezTo>
                  <a:pt x="363895" y="90896"/>
                  <a:pt x="363722" y="91396"/>
                  <a:pt x="363847" y="91867"/>
                </a:cubicBezTo>
                <a:cubicBezTo>
                  <a:pt x="363956" y="92085"/>
                  <a:pt x="364283" y="92063"/>
                  <a:pt x="364501" y="92085"/>
                </a:cubicBezTo>
                <a:cubicBezTo>
                  <a:pt x="364719" y="92107"/>
                  <a:pt x="365046" y="92194"/>
                  <a:pt x="365242" y="91976"/>
                </a:cubicBezTo>
                <a:cubicBezTo>
                  <a:pt x="365439" y="91758"/>
                  <a:pt x="365831" y="91322"/>
                  <a:pt x="366245" y="91540"/>
                </a:cubicBezTo>
                <a:cubicBezTo>
                  <a:pt x="366660" y="91758"/>
                  <a:pt x="366529" y="92194"/>
                  <a:pt x="366114" y="92412"/>
                </a:cubicBezTo>
                <a:cubicBezTo>
                  <a:pt x="365700" y="92630"/>
                  <a:pt x="365722" y="92935"/>
                  <a:pt x="365700" y="93175"/>
                </a:cubicBezTo>
                <a:cubicBezTo>
                  <a:pt x="365678" y="93415"/>
                  <a:pt x="366114" y="93350"/>
                  <a:pt x="366572" y="93589"/>
                </a:cubicBezTo>
                <a:cubicBezTo>
                  <a:pt x="367030" y="93829"/>
                  <a:pt x="367401" y="93982"/>
                  <a:pt x="367205" y="94396"/>
                </a:cubicBezTo>
                <a:cubicBezTo>
                  <a:pt x="367128" y="94593"/>
                  <a:pt x="366934" y="94717"/>
                  <a:pt x="366725" y="94702"/>
                </a:cubicBezTo>
                <a:cubicBezTo>
                  <a:pt x="366439" y="94673"/>
                  <a:pt x="366160" y="94599"/>
                  <a:pt x="365896" y="94483"/>
                </a:cubicBezTo>
                <a:cubicBezTo>
                  <a:pt x="365602" y="94353"/>
                  <a:pt x="365319" y="94200"/>
                  <a:pt x="365046" y="94026"/>
                </a:cubicBezTo>
                <a:cubicBezTo>
                  <a:pt x="364629" y="93646"/>
                  <a:pt x="364178" y="93310"/>
                  <a:pt x="363694" y="93023"/>
                </a:cubicBezTo>
                <a:cubicBezTo>
                  <a:pt x="363426" y="92807"/>
                  <a:pt x="363171" y="92573"/>
                  <a:pt x="362931" y="92325"/>
                </a:cubicBezTo>
                <a:cubicBezTo>
                  <a:pt x="362713" y="92128"/>
                  <a:pt x="362059" y="91954"/>
                  <a:pt x="361884" y="91649"/>
                </a:cubicBezTo>
                <a:cubicBezTo>
                  <a:pt x="361777" y="91376"/>
                  <a:pt x="361777" y="91071"/>
                  <a:pt x="361884" y="90798"/>
                </a:cubicBezTo>
                <a:cubicBezTo>
                  <a:pt x="362015" y="90515"/>
                  <a:pt x="362865" y="90384"/>
                  <a:pt x="363083" y="90253"/>
                </a:cubicBezTo>
                <a:cubicBezTo>
                  <a:pt x="363301" y="90122"/>
                  <a:pt x="363345" y="89948"/>
                  <a:pt x="363868" y="89555"/>
                </a:cubicBezTo>
                <a:cubicBezTo>
                  <a:pt x="364392" y="89163"/>
                  <a:pt x="364501" y="88596"/>
                  <a:pt x="364719" y="88378"/>
                </a:cubicBezTo>
                <a:cubicBezTo>
                  <a:pt x="364937" y="88160"/>
                  <a:pt x="365918" y="87135"/>
                  <a:pt x="366202" y="86830"/>
                </a:cubicBezTo>
                <a:cubicBezTo>
                  <a:pt x="366485" y="86524"/>
                  <a:pt x="366899" y="86263"/>
                  <a:pt x="367030" y="86132"/>
                </a:cubicBezTo>
                <a:cubicBezTo>
                  <a:pt x="367161" y="86001"/>
                  <a:pt x="367554" y="85587"/>
                  <a:pt x="367706" y="85587"/>
                </a:cubicBezTo>
                <a:cubicBezTo>
                  <a:pt x="367957" y="85491"/>
                  <a:pt x="368155" y="85292"/>
                  <a:pt x="368251" y="85042"/>
                </a:cubicBezTo>
                <a:cubicBezTo>
                  <a:pt x="368317" y="84736"/>
                  <a:pt x="368906" y="84475"/>
                  <a:pt x="369124" y="84104"/>
                </a:cubicBezTo>
                <a:cubicBezTo>
                  <a:pt x="369342" y="83733"/>
                  <a:pt x="369603" y="83603"/>
                  <a:pt x="369756" y="83275"/>
                </a:cubicBezTo>
                <a:cubicBezTo>
                  <a:pt x="369909" y="82948"/>
                  <a:pt x="369996" y="82752"/>
                  <a:pt x="369909" y="82621"/>
                </a:cubicBezTo>
                <a:cubicBezTo>
                  <a:pt x="369821" y="82490"/>
                  <a:pt x="369538" y="82643"/>
                  <a:pt x="369407" y="82490"/>
                </a:cubicBezTo>
                <a:cubicBezTo>
                  <a:pt x="369222" y="82277"/>
                  <a:pt x="369025" y="82072"/>
                  <a:pt x="368818" y="81880"/>
                </a:cubicBezTo>
                <a:close/>
                <a:moveTo>
                  <a:pt x="79700" y="80528"/>
                </a:moveTo>
                <a:cubicBezTo>
                  <a:pt x="79516" y="80726"/>
                  <a:pt x="79294" y="80881"/>
                  <a:pt x="79045" y="80986"/>
                </a:cubicBezTo>
                <a:cubicBezTo>
                  <a:pt x="78718" y="81051"/>
                  <a:pt x="78435" y="80877"/>
                  <a:pt x="78021" y="81269"/>
                </a:cubicBezTo>
                <a:cubicBezTo>
                  <a:pt x="77765" y="81625"/>
                  <a:pt x="77532" y="81998"/>
                  <a:pt x="77323" y="82381"/>
                </a:cubicBezTo>
                <a:cubicBezTo>
                  <a:pt x="77148" y="82556"/>
                  <a:pt x="76669" y="82774"/>
                  <a:pt x="76494" y="82970"/>
                </a:cubicBezTo>
                <a:cubicBezTo>
                  <a:pt x="76320" y="83166"/>
                  <a:pt x="76233" y="83668"/>
                  <a:pt x="75927" y="83951"/>
                </a:cubicBezTo>
                <a:cubicBezTo>
                  <a:pt x="75622" y="84235"/>
                  <a:pt x="75011" y="84518"/>
                  <a:pt x="74837" y="84736"/>
                </a:cubicBezTo>
                <a:cubicBezTo>
                  <a:pt x="74488" y="85129"/>
                  <a:pt x="74314" y="85391"/>
                  <a:pt x="74575" y="85870"/>
                </a:cubicBezTo>
                <a:cubicBezTo>
                  <a:pt x="74942" y="86317"/>
                  <a:pt x="75352" y="86725"/>
                  <a:pt x="75796" y="87091"/>
                </a:cubicBezTo>
                <a:cubicBezTo>
                  <a:pt x="76339" y="87783"/>
                  <a:pt x="76837" y="88511"/>
                  <a:pt x="77279" y="89272"/>
                </a:cubicBezTo>
                <a:cubicBezTo>
                  <a:pt x="77521" y="89763"/>
                  <a:pt x="77829" y="90218"/>
                  <a:pt x="78195" y="90624"/>
                </a:cubicBezTo>
                <a:cubicBezTo>
                  <a:pt x="78369" y="90798"/>
                  <a:pt x="79307" y="91736"/>
                  <a:pt x="79983" y="92499"/>
                </a:cubicBezTo>
                <a:cubicBezTo>
                  <a:pt x="80114" y="92652"/>
                  <a:pt x="80485" y="93284"/>
                  <a:pt x="80964" y="93873"/>
                </a:cubicBezTo>
                <a:cubicBezTo>
                  <a:pt x="81444" y="94462"/>
                  <a:pt x="81226" y="94549"/>
                  <a:pt x="81902" y="95268"/>
                </a:cubicBezTo>
                <a:cubicBezTo>
                  <a:pt x="82033" y="95399"/>
                  <a:pt x="82185" y="96097"/>
                  <a:pt x="82316" y="96272"/>
                </a:cubicBezTo>
                <a:cubicBezTo>
                  <a:pt x="83603" y="97798"/>
                  <a:pt x="83516" y="98103"/>
                  <a:pt x="84279" y="98801"/>
                </a:cubicBezTo>
                <a:cubicBezTo>
                  <a:pt x="84743" y="99272"/>
                  <a:pt x="85271" y="99678"/>
                  <a:pt x="85849" y="100000"/>
                </a:cubicBezTo>
                <a:cubicBezTo>
                  <a:pt x="86222" y="100210"/>
                  <a:pt x="86573" y="100458"/>
                  <a:pt x="86895" y="100742"/>
                </a:cubicBezTo>
                <a:lnTo>
                  <a:pt x="87920" y="101592"/>
                </a:lnTo>
                <a:cubicBezTo>
                  <a:pt x="88095" y="101766"/>
                  <a:pt x="89490" y="102508"/>
                  <a:pt x="89774" y="102704"/>
                </a:cubicBezTo>
                <a:cubicBezTo>
                  <a:pt x="90192" y="103127"/>
                  <a:pt x="90652" y="103507"/>
                  <a:pt x="91148" y="103838"/>
                </a:cubicBezTo>
                <a:cubicBezTo>
                  <a:pt x="91717" y="104036"/>
                  <a:pt x="92312" y="104145"/>
                  <a:pt x="92914" y="104165"/>
                </a:cubicBezTo>
                <a:cubicBezTo>
                  <a:pt x="93302" y="104113"/>
                  <a:pt x="93677" y="103995"/>
                  <a:pt x="94026" y="103816"/>
                </a:cubicBezTo>
                <a:cubicBezTo>
                  <a:pt x="94440" y="103576"/>
                  <a:pt x="95094" y="102704"/>
                  <a:pt x="95509" y="102399"/>
                </a:cubicBezTo>
                <a:cubicBezTo>
                  <a:pt x="95923" y="102094"/>
                  <a:pt x="96730" y="101657"/>
                  <a:pt x="96730" y="101657"/>
                </a:cubicBezTo>
                <a:cubicBezTo>
                  <a:pt x="96730" y="101657"/>
                  <a:pt x="97580" y="100829"/>
                  <a:pt x="97885" y="100480"/>
                </a:cubicBezTo>
                <a:cubicBezTo>
                  <a:pt x="98223" y="100033"/>
                  <a:pt x="98646" y="99656"/>
                  <a:pt x="99128" y="99368"/>
                </a:cubicBezTo>
                <a:cubicBezTo>
                  <a:pt x="99368" y="99259"/>
                  <a:pt x="99957" y="99172"/>
                  <a:pt x="100197" y="98910"/>
                </a:cubicBezTo>
                <a:cubicBezTo>
                  <a:pt x="100533" y="98498"/>
                  <a:pt x="100796" y="98033"/>
                  <a:pt x="100982" y="97536"/>
                </a:cubicBezTo>
                <a:cubicBezTo>
                  <a:pt x="101156" y="97078"/>
                  <a:pt x="101832" y="96708"/>
                  <a:pt x="101876" y="96228"/>
                </a:cubicBezTo>
                <a:cubicBezTo>
                  <a:pt x="101919" y="95748"/>
                  <a:pt x="101592" y="95356"/>
                  <a:pt x="101287" y="94854"/>
                </a:cubicBezTo>
                <a:cubicBezTo>
                  <a:pt x="100995" y="94183"/>
                  <a:pt x="100652" y="93533"/>
                  <a:pt x="100262" y="92913"/>
                </a:cubicBezTo>
                <a:cubicBezTo>
                  <a:pt x="99843" y="92288"/>
                  <a:pt x="99063" y="92013"/>
                  <a:pt x="98343" y="92238"/>
                </a:cubicBezTo>
                <a:cubicBezTo>
                  <a:pt x="97931" y="92488"/>
                  <a:pt x="97563" y="92804"/>
                  <a:pt x="97253" y="93175"/>
                </a:cubicBezTo>
                <a:cubicBezTo>
                  <a:pt x="96994" y="93387"/>
                  <a:pt x="96686" y="93537"/>
                  <a:pt x="96359" y="93611"/>
                </a:cubicBezTo>
                <a:cubicBezTo>
                  <a:pt x="96250" y="93633"/>
                  <a:pt x="95879" y="94156"/>
                  <a:pt x="95552" y="94156"/>
                </a:cubicBezTo>
                <a:cubicBezTo>
                  <a:pt x="95186" y="94409"/>
                  <a:pt x="94843" y="94693"/>
                  <a:pt x="94527" y="95007"/>
                </a:cubicBezTo>
                <a:cubicBezTo>
                  <a:pt x="94015" y="95484"/>
                  <a:pt x="93352" y="95770"/>
                  <a:pt x="92652" y="95814"/>
                </a:cubicBezTo>
                <a:cubicBezTo>
                  <a:pt x="91649" y="95770"/>
                  <a:pt x="91278" y="95138"/>
                  <a:pt x="90581" y="94789"/>
                </a:cubicBezTo>
                <a:cubicBezTo>
                  <a:pt x="90192" y="94586"/>
                  <a:pt x="89850" y="94302"/>
                  <a:pt x="89578" y="93960"/>
                </a:cubicBezTo>
                <a:cubicBezTo>
                  <a:pt x="88960" y="93243"/>
                  <a:pt x="88485" y="92414"/>
                  <a:pt x="88182" y="91518"/>
                </a:cubicBezTo>
                <a:cubicBezTo>
                  <a:pt x="88627" y="90726"/>
                  <a:pt x="88902" y="89850"/>
                  <a:pt x="88989" y="88945"/>
                </a:cubicBezTo>
                <a:cubicBezTo>
                  <a:pt x="89096" y="88378"/>
                  <a:pt x="89235" y="87818"/>
                  <a:pt x="89403" y="87266"/>
                </a:cubicBezTo>
                <a:cubicBezTo>
                  <a:pt x="89370" y="86814"/>
                  <a:pt x="89429" y="86363"/>
                  <a:pt x="89578" y="85936"/>
                </a:cubicBezTo>
                <a:cubicBezTo>
                  <a:pt x="89839" y="85434"/>
                  <a:pt x="89970" y="85194"/>
                  <a:pt x="90210" y="84780"/>
                </a:cubicBezTo>
                <a:cubicBezTo>
                  <a:pt x="90441" y="84510"/>
                  <a:pt x="90441" y="84113"/>
                  <a:pt x="90210" y="83842"/>
                </a:cubicBezTo>
                <a:cubicBezTo>
                  <a:pt x="89874" y="83531"/>
                  <a:pt x="89492" y="83273"/>
                  <a:pt x="89076" y="83079"/>
                </a:cubicBezTo>
                <a:cubicBezTo>
                  <a:pt x="88444" y="82948"/>
                  <a:pt x="87746" y="82033"/>
                  <a:pt x="87004" y="82534"/>
                </a:cubicBezTo>
                <a:cubicBezTo>
                  <a:pt x="86263" y="83036"/>
                  <a:pt x="85413" y="83014"/>
                  <a:pt x="85282" y="83428"/>
                </a:cubicBezTo>
                <a:cubicBezTo>
                  <a:pt x="85267" y="83864"/>
                  <a:pt x="85171" y="84292"/>
                  <a:pt x="84998" y="84693"/>
                </a:cubicBezTo>
                <a:cubicBezTo>
                  <a:pt x="85151" y="85238"/>
                  <a:pt x="84519" y="85630"/>
                  <a:pt x="83930" y="85238"/>
                </a:cubicBezTo>
                <a:cubicBezTo>
                  <a:pt x="83631" y="84915"/>
                  <a:pt x="83376" y="84555"/>
                  <a:pt x="83167" y="84169"/>
                </a:cubicBezTo>
                <a:cubicBezTo>
                  <a:pt x="82796" y="83341"/>
                  <a:pt x="83232" y="82447"/>
                  <a:pt x="82251" y="81444"/>
                </a:cubicBezTo>
                <a:cubicBezTo>
                  <a:pt x="81758" y="81040"/>
                  <a:pt x="81198" y="80729"/>
                  <a:pt x="80594" y="80528"/>
                </a:cubicBezTo>
                <a:cubicBezTo>
                  <a:pt x="80288" y="80528"/>
                  <a:pt x="79874" y="80397"/>
                  <a:pt x="79700" y="80528"/>
                </a:cubicBezTo>
                <a:close/>
                <a:moveTo>
                  <a:pt x="270432" y="71501"/>
                </a:moveTo>
                <a:cubicBezTo>
                  <a:pt x="270367" y="74824"/>
                  <a:pt x="269800" y="78117"/>
                  <a:pt x="268753" y="81270"/>
                </a:cubicBezTo>
                <a:cubicBezTo>
                  <a:pt x="267992" y="83765"/>
                  <a:pt x="266089" y="85749"/>
                  <a:pt x="263629" y="86613"/>
                </a:cubicBezTo>
                <a:cubicBezTo>
                  <a:pt x="263163" y="87810"/>
                  <a:pt x="262491" y="88915"/>
                  <a:pt x="261645" y="89883"/>
                </a:cubicBezTo>
                <a:cubicBezTo>
                  <a:pt x="256368" y="96163"/>
                  <a:pt x="246773" y="102988"/>
                  <a:pt x="235871" y="107698"/>
                </a:cubicBezTo>
                <a:cubicBezTo>
                  <a:pt x="238391" y="106940"/>
                  <a:pt x="241102" y="107116"/>
                  <a:pt x="243503" y="108200"/>
                </a:cubicBezTo>
                <a:lnTo>
                  <a:pt x="243590" y="108134"/>
                </a:lnTo>
                <a:cubicBezTo>
                  <a:pt x="246695" y="109654"/>
                  <a:pt x="249519" y="111689"/>
                  <a:pt x="251941" y="114153"/>
                </a:cubicBezTo>
                <a:cubicBezTo>
                  <a:pt x="251941" y="114153"/>
                  <a:pt x="248758" y="115832"/>
                  <a:pt x="242085" y="114327"/>
                </a:cubicBezTo>
                <a:cubicBezTo>
                  <a:pt x="238878" y="113453"/>
                  <a:pt x="236283" y="111094"/>
                  <a:pt x="235108" y="107982"/>
                </a:cubicBezTo>
                <a:lnTo>
                  <a:pt x="229635" y="109992"/>
                </a:lnTo>
                <a:lnTo>
                  <a:pt x="230806" y="115997"/>
                </a:lnTo>
                <a:cubicBezTo>
                  <a:pt x="231531" y="119724"/>
                  <a:pt x="232327" y="123823"/>
                  <a:pt x="232730" y="125927"/>
                </a:cubicBezTo>
                <a:cubicBezTo>
                  <a:pt x="255580" y="126056"/>
                  <a:pt x="278313" y="122628"/>
                  <a:pt x="300109" y="115766"/>
                </a:cubicBezTo>
                <a:lnTo>
                  <a:pt x="302442" y="114981"/>
                </a:lnTo>
                <a:lnTo>
                  <a:pt x="302442" y="117423"/>
                </a:lnTo>
                <a:cubicBezTo>
                  <a:pt x="302427" y="124298"/>
                  <a:pt x="300074" y="130966"/>
                  <a:pt x="295770" y="136328"/>
                </a:cubicBezTo>
                <a:cubicBezTo>
                  <a:pt x="291461" y="141514"/>
                  <a:pt x="285683" y="145277"/>
                  <a:pt x="279198" y="147122"/>
                </a:cubicBezTo>
                <a:cubicBezTo>
                  <a:pt x="278489" y="152081"/>
                  <a:pt x="276040" y="156627"/>
                  <a:pt x="272285" y="159944"/>
                </a:cubicBezTo>
                <a:cubicBezTo>
                  <a:pt x="271300" y="160777"/>
                  <a:pt x="270234" y="161507"/>
                  <a:pt x="269102" y="162124"/>
                </a:cubicBezTo>
                <a:cubicBezTo>
                  <a:pt x="284082" y="160423"/>
                  <a:pt x="295487" y="158286"/>
                  <a:pt x="300938" y="157262"/>
                </a:cubicBezTo>
                <a:lnTo>
                  <a:pt x="303446" y="156782"/>
                </a:lnTo>
                <a:lnTo>
                  <a:pt x="303315" y="156782"/>
                </a:lnTo>
                <a:cubicBezTo>
                  <a:pt x="305779" y="156368"/>
                  <a:pt x="308177" y="155844"/>
                  <a:pt x="310140" y="155364"/>
                </a:cubicBezTo>
                <a:cubicBezTo>
                  <a:pt x="307196" y="160927"/>
                  <a:pt x="303651" y="166147"/>
                  <a:pt x="299564" y="170934"/>
                </a:cubicBezTo>
                <a:cubicBezTo>
                  <a:pt x="292667" y="179135"/>
                  <a:pt x="284200" y="185873"/>
                  <a:pt x="274662" y="190755"/>
                </a:cubicBezTo>
                <a:cubicBezTo>
                  <a:pt x="266269" y="195002"/>
                  <a:pt x="257253" y="197881"/>
                  <a:pt x="247951" y="199281"/>
                </a:cubicBezTo>
                <a:cubicBezTo>
                  <a:pt x="246505" y="199483"/>
                  <a:pt x="245048" y="199577"/>
                  <a:pt x="243590" y="199564"/>
                </a:cubicBezTo>
                <a:cubicBezTo>
                  <a:pt x="240868" y="199553"/>
                  <a:pt x="238151" y="199357"/>
                  <a:pt x="235456" y="198975"/>
                </a:cubicBezTo>
                <a:lnTo>
                  <a:pt x="232883" y="198605"/>
                </a:lnTo>
                <a:lnTo>
                  <a:pt x="237877" y="219473"/>
                </a:lnTo>
                <a:lnTo>
                  <a:pt x="221239" y="220541"/>
                </a:lnTo>
                <a:lnTo>
                  <a:pt x="204580" y="219473"/>
                </a:lnTo>
                <a:lnTo>
                  <a:pt x="209573" y="198605"/>
                </a:lnTo>
                <a:lnTo>
                  <a:pt x="207000" y="198975"/>
                </a:lnTo>
                <a:cubicBezTo>
                  <a:pt x="204305" y="199357"/>
                  <a:pt x="201588" y="199553"/>
                  <a:pt x="198866" y="199564"/>
                </a:cubicBezTo>
                <a:cubicBezTo>
                  <a:pt x="197408" y="199579"/>
                  <a:pt x="195949" y="199483"/>
                  <a:pt x="194505" y="199281"/>
                </a:cubicBezTo>
                <a:cubicBezTo>
                  <a:pt x="185197" y="197885"/>
                  <a:pt x="176171" y="195007"/>
                  <a:pt x="167772" y="190755"/>
                </a:cubicBezTo>
                <a:cubicBezTo>
                  <a:pt x="158232" y="185875"/>
                  <a:pt x="149767" y="179135"/>
                  <a:pt x="142870" y="170934"/>
                </a:cubicBezTo>
                <a:cubicBezTo>
                  <a:pt x="138784" y="166147"/>
                  <a:pt x="135238" y="160927"/>
                  <a:pt x="132294" y="155364"/>
                </a:cubicBezTo>
                <a:cubicBezTo>
                  <a:pt x="134279" y="155844"/>
                  <a:pt x="136721" y="156368"/>
                  <a:pt x="139119" y="156782"/>
                </a:cubicBezTo>
                <a:lnTo>
                  <a:pt x="141649" y="157262"/>
                </a:lnTo>
                <a:cubicBezTo>
                  <a:pt x="147079" y="158286"/>
                  <a:pt x="158461" y="160423"/>
                  <a:pt x="173463" y="162102"/>
                </a:cubicBezTo>
                <a:cubicBezTo>
                  <a:pt x="172331" y="161529"/>
                  <a:pt x="171263" y="160833"/>
                  <a:pt x="170280" y="160031"/>
                </a:cubicBezTo>
                <a:cubicBezTo>
                  <a:pt x="166535" y="156708"/>
                  <a:pt x="164087" y="152166"/>
                  <a:pt x="163367" y="147209"/>
                </a:cubicBezTo>
                <a:cubicBezTo>
                  <a:pt x="156884" y="145358"/>
                  <a:pt x="151108" y="141596"/>
                  <a:pt x="146795" y="136416"/>
                </a:cubicBezTo>
                <a:cubicBezTo>
                  <a:pt x="142506" y="131045"/>
                  <a:pt x="140155" y="124383"/>
                  <a:pt x="140123" y="117510"/>
                </a:cubicBezTo>
                <a:lnTo>
                  <a:pt x="140123" y="115068"/>
                </a:lnTo>
                <a:lnTo>
                  <a:pt x="142434" y="115853"/>
                </a:lnTo>
                <a:cubicBezTo>
                  <a:pt x="164270" y="122698"/>
                  <a:pt x="187039" y="126095"/>
                  <a:pt x="209922" y="125927"/>
                </a:cubicBezTo>
                <a:cubicBezTo>
                  <a:pt x="210729" y="121719"/>
                  <a:pt x="213105" y="109529"/>
                  <a:pt x="213345" y="108308"/>
                </a:cubicBezTo>
                <a:lnTo>
                  <a:pt x="213345" y="108025"/>
                </a:lnTo>
                <a:cubicBezTo>
                  <a:pt x="213781" y="105779"/>
                  <a:pt x="215090" y="98997"/>
                  <a:pt x="221173" y="98997"/>
                </a:cubicBezTo>
                <a:lnTo>
                  <a:pt x="221457" y="98997"/>
                </a:lnTo>
                <a:cubicBezTo>
                  <a:pt x="224499" y="98997"/>
                  <a:pt x="226353" y="100709"/>
                  <a:pt x="227500" y="102693"/>
                </a:cubicBezTo>
                <a:lnTo>
                  <a:pt x="229064" y="107308"/>
                </a:lnTo>
                <a:lnTo>
                  <a:pt x="234323" y="105387"/>
                </a:lnTo>
                <a:cubicBezTo>
                  <a:pt x="232559" y="102613"/>
                  <a:pt x="231791" y="99323"/>
                  <a:pt x="232142" y="96054"/>
                </a:cubicBezTo>
                <a:cubicBezTo>
                  <a:pt x="232938" y="92622"/>
                  <a:pt x="234737" y="89502"/>
                  <a:pt x="237310" y="87092"/>
                </a:cubicBezTo>
                <a:cubicBezTo>
                  <a:pt x="238293" y="90359"/>
                  <a:pt x="238858" y="93736"/>
                  <a:pt x="238989" y="97145"/>
                </a:cubicBezTo>
                <a:cubicBezTo>
                  <a:pt x="239120" y="100939"/>
                  <a:pt x="235217" y="104624"/>
                  <a:pt x="234453" y="105300"/>
                </a:cubicBezTo>
                <a:lnTo>
                  <a:pt x="245024" y="99071"/>
                </a:lnTo>
                <a:lnTo>
                  <a:pt x="243022" y="90406"/>
                </a:lnTo>
                <a:cubicBezTo>
                  <a:pt x="243685" y="86955"/>
                  <a:pt x="245327" y="83769"/>
                  <a:pt x="247754" y="81226"/>
                </a:cubicBezTo>
                <a:cubicBezTo>
                  <a:pt x="248731" y="84534"/>
                  <a:pt x="249315" y="87945"/>
                  <a:pt x="249498" y="91388"/>
                </a:cubicBezTo>
                <a:lnTo>
                  <a:pt x="249564" y="91388"/>
                </a:lnTo>
                <a:lnTo>
                  <a:pt x="245857" y="98580"/>
                </a:lnTo>
                <a:lnTo>
                  <a:pt x="254842" y="93285"/>
                </a:lnTo>
                <a:cubicBezTo>
                  <a:pt x="253232" y="90548"/>
                  <a:pt x="252515" y="87378"/>
                  <a:pt x="252792" y="84214"/>
                </a:cubicBezTo>
                <a:cubicBezTo>
                  <a:pt x="253398" y="80954"/>
                  <a:pt x="254909" y="77932"/>
                  <a:pt x="257153" y="75492"/>
                </a:cubicBezTo>
                <a:cubicBezTo>
                  <a:pt x="258058" y="78669"/>
                  <a:pt x="258592" y="81940"/>
                  <a:pt x="258745" y="85239"/>
                </a:cubicBezTo>
                <a:cubicBezTo>
                  <a:pt x="258941" y="88902"/>
                  <a:pt x="255496" y="92653"/>
                  <a:pt x="254907" y="93263"/>
                </a:cubicBezTo>
                <a:cubicBezTo>
                  <a:pt x="257148" y="91479"/>
                  <a:pt x="259262" y="89543"/>
                  <a:pt x="261231" y="87463"/>
                </a:cubicBezTo>
                <a:cubicBezTo>
                  <a:pt x="261710" y="86940"/>
                  <a:pt x="262255" y="86264"/>
                  <a:pt x="262648" y="85762"/>
                </a:cubicBezTo>
                <a:cubicBezTo>
                  <a:pt x="262122" y="83089"/>
                  <a:pt x="262563" y="80313"/>
                  <a:pt x="263891" y="77934"/>
                </a:cubicBezTo>
                <a:cubicBezTo>
                  <a:pt x="265361" y="75169"/>
                  <a:pt x="267644" y="72923"/>
                  <a:pt x="270432" y="71501"/>
                </a:cubicBezTo>
                <a:close/>
                <a:moveTo>
                  <a:pt x="130114" y="70367"/>
                </a:moveTo>
                <a:cubicBezTo>
                  <a:pt x="130114" y="70367"/>
                  <a:pt x="128806" y="71173"/>
                  <a:pt x="128806" y="71173"/>
                </a:cubicBezTo>
                <a:cubicBezTo>
                  <a:pt x="128535" y="71553"/>
                  <a:pt x="128204" y="71884"/>
                  <a:pt x="127824" y="72155"/>
                </a:cubicBezTo>
                <a:cubicBezTo>
                  <a:pt x="127563" y="72307"/>
                  <a:pt x="126712" y="70999"/>
                  <a:pt x="125949" y="71457"/>
                </a:cubicBezTo>
                <a:cubicBezTo>
                  <a:pt x="125731" y="71588"/>
                  <a:pt x="125557" y="72111"/>
                  <a:pt x="125360" y="72438"/>
                </a:cubicBezTo>
                <a:cubicBezTo>
                  <a:pt x="125022" y="73308"/>
                  <a:pt x="125022" y="74272"/>
                  <a:pt x="125360" y="75142"/>
                </a:cubicBezTo>
                <a:cubicBezTo>
                  <a:pt x="125360" y="75447"/>
                  <a:pt x="125229" y="76080"/>
                  <a:pt x="125360" y="76298"/>
                </a:cubicBezTo>
                <a:cubicBezTo>
                  <a:pt x="125491" y="76516"/>
                  <a:pt x="125927" y="76734"/>
                  <a:pt x="126036" y="76930"/>
                </a:cubicBezTo>
                <a:cubicBezTo>
                  <a:pt x="126145" y="77126"/>
                  <a:pt x="126320" y="77737"/>
                  <a:pt x="126451" y="77955"/>
                </a:cubicBezTo>
                <a:cubicBezTo>
                  <a:pt x="126908" y="78871"/>
                  <a:pt x="127846" y="78762"/>
                  <a:pt x="128631" y="78304"/>
                </a:cubicBezTo>
                <a:cubicBezTo>
                  <a:pt x="129002" y="78064"/>
                  <a:pt x="129394" y="77192"/>
                  <a:pt x="129590" y="76995"/>
                </a:cubicBezTo>
                <a:cubicBezTo>
                  <a:pt x="129787" y="76799"/>
                  <a:pt x="130288" y="76777"/>
                  <a:pt x="130506" y="76341"/>
                </a:cubicBezTo>
                <a:cubicBezTo>
                  <a:pt x="130733" y="76008"/>
                  <a:pt x="130903" y="75639"/>
                  <a:pt x="131008" y="75251"/>
                </a:cubicBezTo>
                <a:lnTo>
                  <a:pt x="131008" y="75164"/>
                </a:lnTo>
                <a:cubicBezTo>
                  <a:pt x="131073" y="74640"/>
                  <a:pt x="130790" y="74335"/>
                  <a:pt x="130899" y="73877"/>
                </a:cubicBezTo>
                <a:cubicBezTo>
                  <a:pt x="130855" y="73637"/>
                  <a:pt x="131226" y="73267"/>
                  <a:pt x="131226" y="73092"/>
                </a:cubicBezTo>
                <a:cubicBezTo>
                  <a:pt x="131265" y="72761"/>
                  <a:pt x="131333" y="72432"/>
                  <a:pt x="131422" y="72111"/>
                </a:cubicBezTo>
                <a:cubicBezTo>
                  <a:pt x="131366" y="71782"/>
                  <a:pt x="131239" y="71470"/>
                  <a:pt x="131052" y="71195"/>
                </a:cubicBezTo>
                <a:cubicBezTo>
                  <a:pt x="131014" y="70892"/>
                  <a:pt x="130895" y="70604"/>
                  <a:pt x="130703" y="70367"/>
                </a:cubicBezTo>
                <a:cubicBezTo>
                  <a:pt x="130550" y="70170"/>
                  <a:pt x="130114" y="70367"/>
                  <a:pt x="130114" y="70367"/>
                </a:cubicBezTo>
                <a:close/>
                <a:moveTo>
                  <a:pt x="896964" y="68465"/>
                </a:moveTo>
                <a:cubicBezTo>
                  <a:pt x="898902" y="68537"/>
                  <a:pt x="900832" y="68740"/>
                  <a:pt x="902742" y="69074"/>
                </a:cubicBezTo>
                <a:cubicBezTo>
                  <a:pt x="905121" y="69227"/>
                  <a:pt x="907509" y="69227"/>
                  <a:pt x="909888" y="69074"/>
                </a:cubicBezTo>
                <a:cubicBezTo>
                  <a:pt x="911712" y="69074"/>
                  <a:pt x="912853" y="71430"/>
                  <a:pt x="913613" y="72039"/>
                </a:cubicBezTo>
                <a:cubicBezTo>
                  <a:pt x="914373" y="72647"/>
                  <a:pt x="919163" y="72875"/>
                  <a:pt x="920303" y="74091"/>
                </a:cubicBezTo>
                <a:cubicBezTo>
                  <a:pt x="921443" y="75307"/>
                  <a:pt x="921291" y="79184"/>
                  <a:pt x="922508" y="81693"/>
                </a:cubicBezTo>
                <a:cubicBezTo>
                  <a:pt x="923724" y="84202"/>
                  <a:pt x="927373" y="85494"/>
                  <a:pt x="927677" y="93096"/>
                </a:cubicBezTo>
                <a:cubicBezTo>
                  <a:pt x="927981" y="100698"/>
                  <a:pt x="925928" y="100850"/>
                  <a:pt x="921291" y="104804"/>
                </a:cubicBezTo>
                <a:cubicBezTo>
                  <a:pt x="919998" y="106476"/>
                  <a:pt x="920151" y="109137"/>
                  <a:pt x="922508" y="108680"/>
                </a:cubicBezTo>
                <a:cubicBezTo>
                  <a:pt x="926689" y="107844"/>
                  <a:pt x="941741" y="104499"/>
                  <a:pt x="945314" y="103359"/>
                </a:cubicBezTo>
                <a:cubicBezTo>
                  <a:pt x="949561" y="102028"/>
                  <a:pt x="953908" y="101037"/>
                  <a:pt x="958314" y="100394"/>
                </a:cubicBezTo>
                <a:cubicBezTo>
                  <a:pt x="959757" y="100242"/>
                  <a:pt x="962114" y="102294"/>
                  <a:pt x="963863" y="102751"/>
                </a:cubicBezTo>
                <a:cubicBezTo>
                  <a:pt x="965611" y="103207"/>
                  <a:pt x="969032" y="103055"/>
                  <a:pt x="969640" y="104651"/>
                </a:cubicBezTo>
                <a:cubicBezTo>
                  <a:pt x="970825" y="107679"/>
                  <a:pt x="973403" y="109946"/>
                  <a:pt x="976558" y="110733"/>
                </a:cubicBezTo>
                <a:lnTo>
                  <a:pt x="976406" y="110733"/>
                </a:lnTo>
                <a:cubicBezTo>
                  <a:pt x="978039" y="111141"/>
                  <a:pt x="979267" y="112490"/>
                  <a:pt x="979523" y="114154"/>
                </a:cubicBezTo>
                <a:cubicBezTo>
                  <a:pt x="979523" y="115598"/>
                  <a:pt x="979143" y="118031"/>
                  <a:pt x="979143" y="121147"/>
                </a:cubicBezTo>
                <a:cubicBezTo>
                  <a:pt x="978686" y="126013"/>
                  <a:pt x="970324" y="129434"/>
                  <a:pt x="966675" y="131714"/>
                </a:cubicBezTo>
                <a:cubicBezTo>
                  <a:pt x="965459" y="132551"/>
                  <a:pt x="964243" y="129738"/>
                  <a:pt x="959986" y="129738"/>
                </a:cubicBezTo>
                <a:cubicBezTo>
                  <a:pt x="958541" y="129814"/>
                  <a:pt x="950102" y="130498"/>
                  <a:pt x="948659" y="130498"/>
                </a:cubicBezTo>
                <a:lnTo>
                  <a:pt x="939612" y="131563"/>
                </a:lnTo>
                <a:cubicBezTo>
                  <a:pt x="937559" y="132019"/>
                  <a:pt x="933302" y="133463"/>
                  <a:pt x="931326" y="134071"/>
                </a:cubicBezTo>
                <a:cubicBezTo>
                  <a:pt x="928499" y="134868"/>
                  <a:pt x="925730" y="135859"/>
                  <a:pt x="923039" y="137036"/>
                </a:cubicBezTo>
                <a:cubicBezTo>
                  <a:pt x="921823" y="137796"/>
                  <a:pt x="918859" y="136428"/>
                  <a:pt x="915437" y="137036"/>
                </a:cubicBezTo>
                <a:cubicBezTo>
                  <a:pt x="913917" y="137340"/>
                  <a:pt x="908520" y="140609"/>
                  <a:pt x="903882" y="141901"/>
                </a:cubicBezTo>
                <a:cubicBezTo>
                  <a:pt x="894742" y="143500"/>
                  <a:pt x="885724" y="145736"/>
                  <a:pt x="876895" y="148591"/>
                </a:cubicBezTo>
                <a:cubicBezTo>
                  <a:pt x="874918" y="150568"/>
                  <a:pt x="870814" y="149731"/>
                  <a:pt x="869293" y="150568"/>
                </a:cubicBezTo>
                <a:cubicBezTo>
                  <a:pt x="867773" y="151404"/>
                  <a:pt x="863744" y="151404"/>
                  <a:pt x="861691" y="152468"/>
                </a:cubicBezTo>
                <a:cubicBezTo>
                  <a:pt x="858270" y="154216"/>
                  <a:pt x="856749" y="153228"/>
                  <a:pt x="854849" y="154216"/>
                </a:cubicBezTo>
                <a:cubicBezTo>
                  <a:pt x="853005" y="154904"/>
                  <a:pt x="851030" y="155164"/>
                  <a:pt x="849071" y="154976"/>
                </a:cubicBezTo>
                <a:cubicBezTo>
                  <a:pt x="846959" y="155398"/>
                  <a:pt x="844877" y="155956"/>
                  <a:pt x="842838" y="156649"/>
                </a:cubicBezTo>
                <a:cubicBezTo>
                  <a:pt x="841037" y="157065"/>
                  <a:pt x="839165" y="157065"/>
                  <a:pt x="837364" y="156649"/>
                </a:cubicBezTo>
                <a:cubicBezTo>
                  <a:pt x="835928" y="156436"/>
                  <a:pt x="834467" y="156436"/>
                  <a:pt x="833031" y="156649"/>
                </a:cubicBezTo>
                <a:cubicBezTo>
                  <a:pt x="831587" y="158549"/>
                  <a:pt x="828850" y="158549"/>
                  <a:pt x="826037" y="158549"/>
                </a:cubicBezTo>
                <a:cubicBezTo>
                  <a:pt x="823974" y="158952"/>
                  <a:pt x="821978" y="159643"/>
                  <a:pt x="820108" y="160602"/>
                </a:cubicBezTo>
                <a:cubicBezTo>
                  <a:pt x="819651" y="161971"/>
                  <a:pt x="817219" y="163186"/>
                  <a:pt x="814938" y="163567"/>
                </a:cubicBezTo>
                <a:cubicBezTo>
                  <a:pt x="812658" y="163947"/>
                  <a:pt x="814026" y="162123"/>
                  <a:pt x="810757" y="160602"/>
                </a:cubicBezTo>
                <a:cubicBezTo>
                  <a:pt x="809236" y="160146"/>
                  <a:pt x="805816" y="161439"/>
                  <a:pt x="803155" y="160146"/>
                </a:cubicBezTo>
                <a:cubicBezTo>
                  <a:pt x="800494" y="158854"/>
                  <a:pt x="800646" y="155129"/>
                  <a:pt x="801179" y="152012"/>
                </a:cubicBezTo>
                <a:cubicBezTo>
                  <a:pt x="801254" y="151327"/>
                  <a:pt x="800799" y="148439"/>
                  <a:pt x="800799" y="145322"/>
                </a:cubicBezTo>
                <a:cubicBezTo>
                  <a:pt x="800471" y="143422"/>
                  <a:pt x="801000" y="141475"/>
                  <a:pt x="802242" y="140000"/>
                </a:cubicBezTo>
                <a:cubicBezTo>
                  <a:pt x="806830" y="136602"/>
                  <a:pt x="811975" y="134030"/>
                  <a:pt x="817447" y="132398"/>
                </a:cubicBezTo>
                <a:cubicBezTo>
                  <a:pt x="818891" y="132094"/>
                  <a:pt x="820336" y="134679"/>
                  <a:pt x="821476" y="134679"/>
                </a:cubicBezTo>
                <a:cubicBezTo>
                  <a:pt x="822616" y="134679"/>
                  <a:pt x="827938" y="131714"/>
                  <a:pt x="830218" y="131714"/>
                </a:cubicBezTo>
                <a:cubicBezTo>
                  <a:pt x="837285" y="130864"/>
                  <a:pt x="844274" y="129466"/>
                  <a:pt x="851124" y="127533"/>
                </a:cubicBezTo>
                <a:cubicBezTo>
                  <a:pt x="854697" y="126317"/>
                  <a:pt x="857965" y="127990"/>
                  <a:pt x="860018" y="126317"/>
                </a:cubicBezTo>
                <a:cubicBezTo>
                  <a:pt x="865368" y="124338"/>
                  <a:pt x="870825" y="122663"/>
                  <a:pt x="876363" y="121300"/>
                </a:cubicBezTo>
                <a:cubicBezTo>
                  <a:pt x="878339" y="120843"/>
                  <a:pt x="881988" y="119855"/>
                  <a:pt x="883053" y="117423"/>
                </a:cubicBezTo>
                <a:cubicBezTo>
                  <a:pt x="883167" y="115863"/>
                  <a:pt x="882906" y="114300"/>
                  <a:pt x="882293" y="112861"/>
                </a:cubicBezTo>
                <a:cubicBezTo>
                  <a:pt x="881380" y="110505"/>
                  <a:pt x="879555" y="111341"/>
                  <a:pt x="877579" y="111341"/>
                </a:cubicBezTo>
                <a:cubicBezTo>
                  <a:pt x="875700" y="110818"/>
                  <a:pt x="874095" y="109593"/>
                  <a:pt x="873094" y="107920"/>
                </a:cubicBezTo>
                <a:cubicBezTo>
                  <a:pt x="872999" y="106280"/>
                  <a:pt x="873367" y="104646"/>
                  <a:pt x="874158" y="103207"/>
                </a:cubicBezTo>
                <a:cubicBezTo>
                  <a:pt x="874767" y="101535"/>
                  <a:pt x="875146" y="100850"/>
                  <a:pt x="875907" y="98721"/>
                </a:cubicBezTo>
                <a:cubicBezTo>
                  <a:pt x="876615" y="96881"/>
                  <a:pt x="877224" y="95003"/>
                  <a:pt x="877731" y="93096"/>
                </a:cubicBezTo>
                <a:cubicBezTo>
                  <a:pt x="878720" y="89979"/>
                  <a:pt x="872790" y="81389"/>
                  <a:pt x="872030" y="79032"/>
                </a:cubicBezTo>
                <a:cubicBezTo>
                  <a:pt x="871663" y="77249"/>
                  <a:pt x="872305" y="75410"/>
                  <a:pt x="873702" y="74243"/>
                </a:cubicBezTo>
                <a:cubicBezTo>
                  <a:pt x="876287" y="71582"/>
                  <a:pt x="879251" y="72798"/>
                  <a:pt x="882293" y="72798"/>
                </a:cubicBezTo>
                <a:cubicBezTo>
                  <a:pt x="884082" y="72487"/>
                  <a:pt x="885789" y="71814"/>
                  <a:pt x="887310" y="70822"/>
                </a:cubicBezTo>
                <a:cubicBezTo>
                  <a:pt x="888298" y="70290"/>
                  <a:pt x="889895" y="71050"/>
                  <a:pt x="892099" y="70290"/>
                </a:cubicBezTo>
                <a:cubicBezTo>
                  <a:pt x="894304" y="69530"/>
                  <a:pt x="894304" y="68465"/>
                  <a:pt x="896964" y="68465"/>
                </a:cubicBezTo>
                <a:close/>
                <a:moveTo>
                  <a:pt x="1900287" y="67097"/>
                </a:moveTo>
                <a:cubicBezTo>
                  <a:pt x="1903783" y="67325"/>
                  <a:pt x="1906293" y="70594"/>
                  <a:pt x="1908345" y="73331"/>
                </a:cubicBezTo>
                <a:cubicBezTo>
                  <a:pt x="1910397" y="76068"/>
                  <a:pt x="1907585" y="80857"/>
                  <a:pt x="1904924" y="83213"/>
                </a:cubicBezTo>
                <a:cubicBezTo>
                  <a:pt x="1902089" y="85561"/>
                  <a:pt x="1899826" y="88525"/>
                  <a:pt x="1898311" y="91880"/>
                </a:cubicBezTo>
                <a:cubicBezTo>
                  <a:pt x="1897854" y="92868"/>
                  <a:pt x="1897854" y="99101"/>
                  <a:pt x="1898311" y="99482"/>
                </a:cubicBezTo>
                <a:cubicBezTo>
                  <a:pt x="1898766" y="99862"/>
                  <a:pt x="1902187" y="102219"/>
                  <a:pt x="1902415" y="105640"/>
                </a:cubicBezTo>
                <a:cubicBezTo>
                  <a:pt x="1902644" y="109060"/>
                  <a:pt x="1899374" y="111721"/>
                  <a:pt x="1893444" y="123809"/>
                </a:cubicBezTo>
                <a:cubicBezTo>
                  <a:pt x="1893673" y="123960"/>
                  <a:pt x="1888123" y="131562"/>
                  <a:pt x="1886679" y="133615"/>
                </a:cubicBezTo>
                <a:cubicBezTo>
                  <a:pt x="1885234" y="135668"/>
                  <a:pt x="1890328" y="139165"/>
                  <a:pt x="1894889" y="137948"/>
                </a:cubicBezTo>
                <a:cubicBezTo>
                  <a:pt x="1897322" y="137264"/>
                  <a:pt x="1893444" y="144410"/>
                  <a:pt x="1898919" y="144410"/>
                </a:cubicBezTo>
                <a:cubicBezTo>
                  <a:pt x="1903099" y="144410"/>
                  <a:pt x="1908117" y="140685"/>
                  <a:pt x="1906521" y="136808"/>
                </a:cubicBezTo>
                <a:cubicBezTo>
                  <a:pt x="1905152" y="135516"/>
                  <a:pt x="1902491" y="136808"/>
                  <a:pt x="1899907" y="134603"/>
                </a:cubicBezTo>
                <a:cubicBezTo>
                  <a:pt x="1897322" y="132399"/>
                  <a:pt x="1897398" y="127001"/>
                  <a:pt x="1898386" y="127001"/>
                </a:cubicBezTo>
                <a:cubicBezTo>
                  <a:pt x="1900140" y="126319"/>
                  <a:pt x="1901649" y="125128"/>
                  <a:pt x="1902719" y="123580"/>
                </a:cubicBezTo>
                <a:cubicBezTo>
                  <a:pt x="1903556" y="122744"/>
                  <a:pt x="1906216" y="120844"/>
                  <a:pt x="1906216" y="119475"/>
                </a:cubicBezTo>
                <a:cubicBezTo>
                  <a:pt x="1906216" y="118107"/>
                  <a:pt x="1902264" y="117119"/>
                  <a:pt x="1905609" y="112254"/>
                </a:cubicBezTo>
                <a:cubicBezTo>
                  <a:pt x="1907737" y="109136"/>
                  <a:pt x="1910397" y="109440"/>
                  <a:pt x="1911766" y="109136"/>
                </a:cubicBezTo>
                <a:cubicBezTo>
                  <a:pt x="1913134" y="108832"/>
                  <a:pt x="1914503" y="105564"/>
                  <a:pt x="1915263" y="103891"/>
                </a:cubicBezTo>
                <a:cubicBezTo>
                  <a:pt x="1916131" y="102074"/>
                  <a:pt x="1916671" y="100118"/>
                  <a:pt x="1916860" y="98113"/>
                </a:cubicBezTo>
                <a:cubicBezTo>
                  <a:pt x="1916935" y="93325"/>
                  <a:pt x="1911538" y="91195"/>
                  <a:pt x="1912450" y="87470"/>
                </a:cubicBezTo>
                <a:cubicBezTo>
                  <a:pt x="1914350" y="79944"/>
                  <a:pt x="1932672" y="77056"/>
                  <a:pt x="1934572" y="75764"/>
                </a:cubicBezTo>
                <a:cubicBezTo>
                  <a:pt x="1935104" y="75384"/>
                  <a:pt x="1935560" y="73711"/>
                  <a:pt x="1936549" y="72951"/>
                </a:cubicBezTo>
                <a:cubicBezTo>
                  <a:pt x="1938450" y="71510"/>
                  <a:pt x="1940984" y="71218"/>
                  <a:pt x="1943162" y="72190"/>
                </a:cubicBezTo>
                <a:cubicBezTo>
                  <a:pt x="1945688" y="73443"/>
                  <a:pt x="1948082" y="74946"/>
                  <a:pt x="1950309" y="76676"/>
                </a:cubicBezTo>
                <a:cubicBezTo>
                  <a:pt x="1951761" y="78006"/>
                  <a:pt x="1952446" y="79977"/>
                  <a:pt x="1952133" y="81921"/>
                </a:cubicBezTo>
                <a:cubicBezTo>
                  <a:pt x="1951828" y="84201"/>
                  <a:pt x="1950613" y="90588"/>
                  <a:pt x="1951297" y="91119"/>
                </a:cubicBezTo>
                <a:cubicBezTo>
                  <a:pt x="1951981" y="91652"/>
                  <a:pt x="1944835" y="95529"/>
                  <a:pt x="1941566" y="98721"/>
                </a:cubicBezTo>
                <a:cubicBezTo>
                  <a:pt x="1937417" y="104055"/>
                  <a:pt x="1934790" y="110412"/>
                  <a:pt x="1933964" y="117119"/>
                </a:cubicBezTo>
                <a:cubicBezTo>
                  <a:pt x="1933812" y="117727"/>
                  <a:pt x="1931911" y="122288"/>
                  <a:pt x="1931683" y="123505"/>
                </a:cubicBezTo>
                <a:cubicBezTo>
                  <a:pt x="1931455" y="124721"/>
                  <a:pt x="1930619" y="128142"/>
                  <a:pt x="1929783" y="131107"/>
                </a:cubicBezTo>
                <a:cubicBezTo>
                  <a:pt x="1928741" y="134191"/>
                  <a:pt x="1928227" y="137429"/>
                  <a:pt x="1928262" y="140685"/>
                </a:cubicBezTo>
                <a:cubicBezTo>
                  <a:pt x="1928491" y="142585"/>
                  <a:pt x="1931075" y="142054"/>
                  <a:pt x="1932671" y="142054"/>
                </a:cubicBezTo>
                <a:cubicBezTo>
                  <a:pt x="1935918" y="141314"/>
                  <a:pt x="1938893" y="139681"/>
                  <a:pt x="1941262" y="137340"/>
                </a:cubicBezTo>
                <a:cubicBezTo>
                  <a:pt x="1943225" y="137010"/>
                  <a:pt x="1945229" y="137010"/>
                  <a:pt x="1947191" y="137340"/>
                </a:cubicBezTo>
                <a:cubicBezTo>
                  <a:pt x="1948712" y="137797"/>
                  <a:pt x="1950308" y="140305"/>
                  <a:pt x="1951981" y="140837"/>
                </a:cubicBezTo>
                <a:cubicBezTo>
                  <a:pt x="1953653" y="141369"/>
                  <a:pt x="1956010" y="141521"/>
                  <a:pt x="1957379" y="142434"/>
                </a:cubicBezTo>
                <a:cubicBezTo>
                  <a:pt x="1958747" y="143346"/>
                  <a:pt x="1961712" y="142434"/>
                  <a:pt x="1963536" y="144638"/>
                </a:cubicBezTo>
                <a:lnTo>
                  <a:pt x="1963993" y="144562"/>
                </a:lnTo>
                <a:cubicBezTo>
                  <a:pt x="1966522" y="148795"/>
                  <a:pt x="1967666" y="153712"/>
                  <a:pt x="1967262" y="158626"/>
                </a:cubicBezTo>
                <a:cubicBezTo>
                  <a:pt x="1967137" y="163078"/>
                  <a:pt x="1965938" y="167434"/>
                  <a:pt x="1963764" y="171322"/>
                </a:cubicBezTo>
                <a:cubicBezTo>
                  <a:pt x="1958003" y="174832"/>
                  <a:pt x="1951350" y="176600"/>
                  <a:pt x="1944607" y="176415"/>
                </a:cubicBezTo>
                <a:cubicBezTo>
                  <a:pt x="1942372" y="176409"/>
                  <a:pt x="1940230" y="177315"/>
                  <a:pt x="1938677" y="178924"/>
                </a:cubicBezTo>
                <a:cubicBezTo>
                  <a:pt x="1936154" y="179723"/>
                  <a:pt x="1933415" y="179477"/>
                  <a:pt x="1931075" y="178240"/>
                </a:cubicBezTo>
                <a:cubicBezTo>
                  <a:pt x="1927954" y="177476"/>
                  <a:pt x="1924694" y="177476"/>
                  <a:pt x="1921573" y="178240"/>
                </a:cubicBezTo>
                <a:cubicBezTo>
                  <a:pt x="1914915" y="180052"/>
                  <a:pt x="1909121" y="184175"/>
                  <a:pt x="1905228" y="189871"/>
                </a:cubicBezTo>
                <a:cubicBezTo>
                  <a:pt x="1903782" y="192461"/>
                  <a:pt x="1901719" y="194654"/>
                  <a:pt x="1899223" y="196256"/>
                </a:cubicBezTo>
                <a:cubicBezTo>
                  <a:pt x="1895600" y="198693"/>
                  <a:pt x="1892371" y="201667"/>
                  <a:pt x="1889644" y="205075"/>
                </a:cubicBezTo>
                <a:cubicBezTo>
                  <a:pt x="1888020" y="207792"/>
                  <a:pt x="1887478" y="211022"/>
                  <a:pt x="1888123" y="214121"/>
                </a:cubicBezTo>
                <a:cubicBezTo>
                  <a:pt x="1888427" y="215034"/>
                  <a:pt x="1890480" y="215565"/>
                  <a:pt x="1892685" y="215034"/>
                </a:cubicBezTo>
                <a:cubicBezTo>
                  <a:pt x="1895361" y="213800"/>
                  <a:pt x="1898102" y="212709"/>
                  <a:pt x="1900895" y="211765"/>
                </a:cubicBezTo>
                <a:cubicBezTo>
                  <a:pt x="1903099" y="211460"/>
                  <a:pt x="1904468" y="208724"/>
                  <a:pt x="1906293" y="208875"/>
                </a:cubicBezTo>
                <a:cubicBezTo>
                  <a:pt x="1908117" y="209028"/>
                  <a:pt x="1910550" y="212449"/>
                  <a:pt x="1915719" y="213665"/>
                </a:cubicBezTo>
                <a:cubicBezTo>
                  <a:pt x="1917315" y="214121"/>
                  <a:pt x="1920280" y="216022"/>
                  <a:pt x="1924917" y="217466"/>
                </a:cubicBezTo>
                <a:cubicBezTo>
                  <a:pt x="1925526" y="217618"/>
                  <a:pt x="1929175" y="218379"/>
                  <a:pt x="1928491" y="221115"/>
                </a:cubicBezTo>
                <a:cubicBezTo>
                  <a:pt x="1928372" y="224436"/>
                  <a:pt x="1927570" y="227697"/>
                  <a:pt x="1926134" y="230694"/>
                </a:cubicBezTo>
                <a:cubicBezTo>
                  <a:pt x="1924538" y="232594"/>
                  <a:pt x="1922637" y="234951"/>
                  <a:pt x="1920660" y="235407"/>
                </a:cubicBezTo>
                <a:cubicBezTo>
                  <a:pt x="1917087" y="236091"/>
                  <a:pt x="1914959" y="236167"/>
                  <a:pt x="1911005" y="237232"/>
                </a:cubicBezTo>
                <a:cubicBezTo>
                  <a:pt x="1909029" y="237764"/>
                  <a:pt x="1907585" y="238904"/>
                  <a:pt x="1904468" y="239436"/>
                </a:cubicBezTo>
                <a:cubicBezTo>
                  <a:pt x="1901351" y="239968"/>
                  <a:pt x="1889264" y="242249"/>
                  <a:pt x="1889264" y="246278"/>
                </a:cubicBezTo>
                <a:cubicBezTo>
                  <a:pt x="1889676" y="249761"/>
                  <a:pt x="1889905" y="253263"/>
                  <a:pt x="1889948" y="256769"/>
                </a:cubicBezTo>
                <a:cubicBezTo>
                  <a:pt x="1889774" y="259782"/>
                  <a:pt x="1889392" y="262779"/>
                  <a:pt x="1888807" y="265739"/>
                </a:cubicBezTo>
                <a:cubicBezTo>
                  <a:pt x="1887510" y="269011"/>
                  <a:pt x="1886789" y="272484"/>
                  <a:pt x="1886679" y="276002"/>
                </a:cubicBezTo>
                <a:cubicBezTo>
                  <a:pt x="1886907" y="279195"/>
                  <a:pt x="1883182" y="282236"/>
                  <a:pt x="1882726" y="282844"/>
                </a:cubicBezTo>
                <a:cubicBezTo>
                  <a:pt x="1880293" y="288089"/>
                  <a:pt x="1880674" y="295844"/>
                  <a:pt x="1875124" y="297592"/>
                </a:cubicBezTo>
                <a:cubicBezTo>
                  <a:pt x="1871514" y="299150"/>
                  <a:pt x="1867806" y="300471"/>
                  <a:pt x="1864025" y="301545"/>
                </a:cubicBezTo>
                <a:cubicBezTo>
                  <a:pt x="1860963" y="301947"/>
                  <a:pt x="1857970" y="302765"/>
                  <a:pt x="1855131" y="303978"/>
                </a:cubicBezTo>
                <a:cubicBezTo>
                  <a:pt x="1850761" y="305249"/>
                  <a:pt x="1846120" y="305249"/>
                  <a:pt x="1841751" y="303978"/>
                </a:cubicBezTo>
                <a:cubicBezTo>
                  <a:pt x="1840154" y="302685"/>
                  <a:pt x="1840915" y="298428"/>
                  <a:pt x="1840915" y="295920"/>
                </a:cubicBezTo>
                <a:cubicBezTo>
                  <a:pt x="1840839" y="291282"/>
                  <a:pt x="1829131" y="286417"/>
                  <a:pt x="1827991" y="283680"/>
                </a:cubicBezTo>
                <a:cubicBezTo>
                  <a:pt x="1826850" y="280943"/>
                  <a:pt x="1830880" y="281020"/>
                  <a:pt x="1834909" y="280259"/>
                </a:cubicBezTo>
                <a:cubicBezTo>
                  <a:pt x="1841827" y="279043"/>
                  <a:pt x="1848364" y="278283"/>
                  <a:pt x="1851633" y="277218"/>
                </a:cubicBezTo>
                <a:cubicBezTo>
                  <a:pt x="1858476" y="274710"/>
                  <a:pt x="1861364" y="260722"/>
                  <a:pt x="1864785" y="254412"/>
                </a:cubicBezTo>
                <a:cubicBezTo>
                  <a:pt x="1865849" y="252436"/>
                  <a:pt x="1865545" y="249243"/>
                  <a:pt x="1861136" y="249243"/>
                </a:cubicBezTo>
                <a:cubicBezTo>
                  <a:pt x="1856972" y="249595"/>
                  <a:pt x="1852849" y="250333"/>
                  <a:pt x="1848821" y="251448"/>
                </a:cubicBezTo>
                <a:cubicBezTo>
                  <a:pt x="1844659" y="252540"/>
                  <a:pt x="1840412" y="253278"/>
                  <a:pt x="1836125" y="253652"/>
                </a:cubicBezTo>
                <a:cubicBezTo>
                  <a:pt x="1833312" y="253804"/>
                  <a:pt x="1827382" y="257377"/>
                  <a:pt x="1825710" y="257377"/>
                </a:cubicBezTo>
                <a:cubicBezTo>
                  <a:pt x="1822670" y="257453"/>
                  <a:pt x="1820009" y="258669"/>
                  <a:pt x="1816360" y="255097"/>
                </a:cubicBezTo>
                <a:cubicBezTo>
                  <a:pt x="1815014" y="254310"/>
                  <a:pt x="1813587" y="253672"/>
                  <a:pt x="1812102" y="253196"/>
                </a:cubicBezTo>
                <a:cubicBezTo>
                  <a:pt x="1810050" y="252132"/>
                  <a:pt x="1811114" y="247950"/>
                  <a:pt x="1811114" y="246354"/>
                </a:cubicBezTo>
                <a:cubicBezTo>
                  <a:pt x="1811337" y="243143"/>
                  <a:pt x="1811976" y="239974"/>
                  <a:pt x="1813015" y="236928"/>
                </a:cubicBezTo>
                <a:cubicBezTo>
                  <a:pt x="1815662" y="233082"/>
                  <a:pt x="1819796" y="230520"/>
                  <a:pt x="1824417" y="229857"/>
                </a:cubicBezTo>
                <a:cubicBezTo>
                  <a:pt x="1826014" y="229857"/>
                  <a:pt x="1831032" y="231986"/>
                  <a:pt x="1832704" y="231986"/>
                </a:cubicBezTo>
                <a:cubicBezTo>
                  <a:pt x="1834376" y="231986"/>
                  <a:pt x="1838102" y="228413"/>
                  <a:pt x="1840762" y="226969"/>
                </a:cubicBezTo>
                <a:cubicBezTo>
                  <a:pt x="1843994" y="225781"/>
                  <a:pt x="1847327" y="224890"/>
                  <a:pt x="1850721" y="224308"/>
                </a:cubicBezTo>
                <a:cubicBezTo>
                  <a:pt x="1852882" y="223644"/>
                  <a:pt x="1854912" y="222615"/>
                  <a:pt x="1856727" y="221267"/>
                </a:cubicBezTo>
                <a:cubicBezTo>
                  <a:pt x="1858399" y="220279"/>
                  <a:pt x="1858247" y="219442"/>
                  <a:pt x="1858855" y="217770"/>
                </a:cubicBezTo>
                <a:cubicBezTo>
                  <a:pt x="1859464" y="216098"/>
                  <a:pt x="1859160" y="211765"/>
                  <a:pt x="1859919" y="210168"/>
                </a:cubicBezTo>
                <a:cubicBezTo>
                  <a:pt x="1861143" y="207749"/>
                  <a:pt x="1862086" y="205198"/>
                  <a:pt x="1862733" y="202566"/>
                </a:cubicBezTo>
                <a:cubicBezTo>
                  <a:pt x="1863113" y="200438"/>
                  <a:pt x="1858551" y="202034"/>
                  <a:pt x="1856955" y="202034"/>
                </a:cubicBezTo>
                <a:cubicBezTo>
                  <a:pt x="1854441" y="202726"/>
                  <a:pt x="1852208" y="204188"/>
                  <a:pt x="1850569" y="206215"/>
                </a:cubicBezTo>
                <a:cubicBezTo>
                  <a:pt x="1848519" y="208053"/>
                  <a:pt x="1846033" y="209336"/>
                  <a:pt x="1843346" y="209940"/>
                </a:cubicBezTo>
                <a:cubicBezTo>
                  <a:pt x="1841377" y="210623"/>
                  <a:pt x="1839235" y="210623"/>
                  <a:pt x="1837266" y="209940"/>
                </a:cubicBezTo>
                <a:cubicBezTo>
                  <a:pt x="1834985" y="208724"/>
                  <a:pt x="1834985" y="207127"/>
                  <a:pt x="1834985" y="204391"/>
                </a:cubicBezTo>
                <a:cubicBezTo>
                  <a:pt x="1834748" y="201525"/>
                  <a:pt x="1835328" y="198653"/>
                  <a:pt x="1836657" y="196104"/>
                </a:cubicBezTo>
                <a:cubicBezTo>
                  <a:pt x="1838025" y="194508"/>
                  <a:pt x="1837494" y="185993"/>
                  <a:pt x="1843043" y="180900"/>
                </a:cubicBezTo>
                <a:cubicBezTo>
                  <a:pt x="1844868" y="179303"/>
                  <a:pt x="1849961" y="181508"/>
                  <a:pt x="1852013" y="180292"/>
                </a:cubicBezTo>
                <a:cubicBezTo>
                  <a:pt x="1853090" y="179501"/>
                  <a:pt x="1854206" y="178766"/>
                  <a:pt x="1855358" y="178087"/>
                </a:cubicBezTo>
                <a:cubicBezTo>
                  <a:pt x="1857183" y="177327"/>
                  <a:pt x="1861441" y="177859"/>
                  <a:pt x="1863645" y="177327"/>
                </a:cubicBezTo>
                <a:cubicBezTo>
                  <a:pt x="1866841" y="176776"/>
                  <a:pt x="1869992" y="175988"/>
                  <a:pt x="1873072" y="174971"/>
                </a:cubicBezTo>
                <a:cubicBezTo>
                  <a:pt x="1874212" y="174591"/>
                  <a:pt x="1878773" y="174591"/>
                  <a:pt x="1880141" y="173754"/>
                </a:cubicBezTo>
                <a:cubicBezTo>
                  <a:pt x="1881509" y="172918"/>
                  <a:pt x="1881054" y="173146"/>
                  <a:pt x="1886071" y="171626"/>
                </a:cubicBezTo>
                <a:cubicBezTo>
                  <a:pt x="1885615" y="171474"/>
                  <a:pt x="1888123" y="169953"/>
                  <a:pt x="1889568" y="169117"/>
                </a:cubicBezTo>
                <a:cubicBezTo>
                  <a:pt x="1892314" y="168699"/>
                  <a:pt x="1895108" y="168699"/>
                  <a:pt x="1897854" y="169117"/>
                </a:cubicBezTo>
                <a:cubicBezTo>
                  <a:pt x="1900363" y="169649"/>
                  <a:pt x="1903403" y="169117"/>
                  <a:pt x="1904620" y="169117"/>
                </a:cubicBezTo>
                <a:cubicBezTo>
                  <a:pt x="1906838" y="170072"/>
                  <a:pt x="1909204" y="170638"/>
                  <a:pt x="1911614" y="170789"/>
                </a:cubicBezTo>
                <a:cubicBezTo>
                  <a:pt x="1913211" y="170713"/>
                  <a:pt x="1917544" y="167064"/>
                  <a:pt x="1919216" y="167064"/>
                </a:cubicBezTo>
                <a:cubicBezTo>
                  <a:pt x="1922297" y="165613"/>
                  <a:pt x="1924036" y="162289"/>
                  <a:pt x="1923473" y="158930"/>
                </a:cubicBezTo>
                <a:cubicBezTo>
                  <a:pt x="1920066" y="158830"/>
                  <a:pt x="1916662" y="159214"/>
                  <a:pt x="1913362" y="160070"/>
                </a:cubicBezTo>
                <a:cubicBezTo>
                  <a:pt x="1911082" y="160983"/>
                  <a:pt x="1904240" y="160830"/>
                  <a:pt x="1902719" y="161591"/>
                </a:cubicBezTo>
                <a:cubicBezTo>
                  <a:pt x="1897352" y="163449"/>
                  <a:pt x="1891629" y="164047"/>
                  <a:pt x="1885995" y="163340"/>
                </a:cubicBezTo>
                <a:cubicBezTo>
                  <a:pt x="1883086" y="163483"/>
                  <a:pt x="1880227" y="164153"/>
                  <a:pt x="1877556" y="165316"/>
                </a:cubicBezTo>
                <a:cubicBezTo>
                  <a:pt x="1874807" y="166171"/>
                  <a:pt x="1871981" y="166757"/>
                  <a:pt x="1869118" y="167064"/>
                </a:cubicBezTo>
                <a:cubicBezTo>
                  <a:pt x="1864530" y="167414"/>
                  <a:pt x="1859963" y="167997"/>
                  <a:pt x="1855434" y="168813"/>
                </a:cubicBezTo>
                <a:cubicBezTo>
                  <a:pt x="1853078" y="169345"/>
                  <a:pt x="1848060" y="170105"/>
                  <a:pt x="1844943" y="170942"/>
                </a:cubicBezTo>
                <a:cubicBezTo>
                  <a:pt x="1840594" y="172012"/>
                  <a:pt x="1836420" y="173701"/>
                  <a:pt x="1832552" y="175959"/>
                </a:cubicBezTo>
                <a:cubicBezTo>
                  <a:pt x="1829535" y="178936"/>
                  <a:pt x="1826973" y="182344"/>
                  <a:pt x="1824950" y="186069"/>
                </a:cubicBezTo>
                <a:cubicBezTo>
                  <a:pt x="1823874" y="187626"/>
                  <a:pt x="1822652" y="189077"/>
                  <a:pt x="1821301" y="190403"/>
                </a:cubicBezTo>
                <a:cubicBezTo>
                  <a:pt x="1815143" y="194888"/>
                  <a:pt x="1811343" y="201426"/>
                  <a:pt x="1805488" y="202490"/>
                </a:cubicBezTo>
                <a:cubicBezTo>
                  <a:pt x="1803100" y="203228"/>
                  <a:pt x="1800524" y="202178"/>
                  <a:pt x="1799331" y="199981"/>
                </a:cubicBezTo>
                <a:cubicBezTo>
                  <a:pt x="1796693" y="195560"/>
                  <a:pt x="1795106" y="190593"/>
                  <a:pt x="1794694" y="185461"/>
                </a:cubicBezTo>
                <a:cubicBezTo>
                  <a:pt x="1794694" y="180824"/>
                  <a:pt x="1797354" y="179684"/>
                  <a:pt x="1794694" y="170865"/>
                </a:cubicBezTo>
                <a:cubicBezTo>
                  <a:pt x="1794297" y="168619"/>
                  <a:pt x="1795174" y="166337"/>
                  <a:pt x="1796974" y="164936"/>
                </a:cubicBezTo>
                <a:cubicBezTo>
                  <a:pt x="1798521" y="164282"/>
                  <a:pt x="1799938" y="163355"/>
                  <a:pt x="1801155" y="162199"/>
                </a:cubicBezTo>
                <a:cubicBezTo>
                  <a:pt x="1804854" y="156762"/>
                  <a:pt x="1808255" y="151128"/>
                  <a:pt x="1811343" y="145322"/>
                </a:cubicBezTo>
                <a:cubicBezTo>
                  <a:pt x="1811343" y="145322"/>
                  <a:pt x="1813015" y="144334"/>
                  <a:pt x="1814231" y="145322"/>
                </a:cubicBezTo>
                <a:cubicBezTo>
                  <a:pt x="1815555" y="149556"/>
                  <a:pt x="1816247" y="153962"/>
                  <a:pt x="1816284" y="158398"/>
                </a:cubicBezTo>
                <a:cubicBezTo>
                  <a:pt x="1816256" y="158857"/>
                  <a:pt x="1816323" y="159315"/>
                  <a:pt x="1816480" y="159747"/>
                </a:cubicBezTo>
                <a:cubicBezTo>
                  <a:pt x="1817113" y="161482"/>
                  <a:pt x="1819033" y="162376"/>
                  <a:pt x="1820768" y="161742"/>
                </a:cubicBezTo>
                <a:cubicBezTo>
                  <a:pt x="1823855" y="161100"/>
                  <a:pt x="1826809" y="159944"/>
                  <a:pt x="1829511" y="158322"/>
                </a:cubicBezTo>
                <a:cubicBezTo>
                  <a:pt x="1830043" y="157942"/>
                  <a:pt x="1832476" y="156878"/>
                  <a:pt x="1832476" y="155358"/>
                </a:cubicBezTo>
                <a:cubicBezTo>
                  <a:pt x="1831952" y="153249"/>
                  <a:pt x="1831186" y="151208"/>
                  <a:pt x="1830195" y="149276"/>
                </a:cubicBezTo>
                <a:cubicBezTo>
                  <a:pt x="1829383" y="146397"/>
                  <a:pt x="1828873" y="143442"/>
                  <a:pt x="1828675" y="140457"/>
                </a:cubicBezTo>
                <a:cubicBezTo>
                  <a:pt x="1828675" y="138860"/>
                  <a:pt x="1829359" y="129434"/>
                  <a:pt x="1830043" y="122364"/>
                </a:cubicBezTo>
                <a:cubicBezTo>
                  <a:pt x="1830500" y="118411"/>
                  <a:pt x="1828751" y="113697"/>
                  <a:pt x="1828751" y="103207"/>
                </a:cubicBezTo>
                <a:cubicBezTo>
                  <a:pt x="1828921" y="99477"/>
                  <a:pt x="1828326" y="95752"/>
                  <a:pt x="1827003" y="92260"/>
                </a:cubicBezTo>
                <a:cubicBezTo>
                  <a:pt x="1825102" y="91119"/>
                  <a:pt x="1827687" y="86634"/>
                  <a:pt x="1830652" y="85950"/>
                </a:cubicBezTo>
                <a:cubicBezTo>
                  <a:pt x="1832396" y="85799"/>
                  <a:pt x="1834152" y="85799"/>
                  <a:pt x="1835897" y="85950"/>
                </a:cubicBezTo>
                <a:cubicBezTo>
                  <a:pt x="1837037" y="85874"/>
                  <a:pt x="1836885" y="83517"/>
                  <a:pt x="1838558" y="84201"/>
                </a:cubicBezTo>
                <a:cubicBezTo>
                  <a:pt x="1840230" y="84886"/>
                  <a:pt x="1839926" y="85190"/>
                  <a:pt x="1840839" y="87623"/>
                </a:cubicBezTo>
                <a:cubicBezTo>
                  <a:pt x="1841751" y="90055"/>
                  <a:pt x="1841066" y="91348"/>
                  <a:pt x="1841751" y="93856"/>
                </a:cubicBezTo>
                <a:cubicBezTo>
                  <a:pt x="1842435" y="96365"/>
                  <a:pt x="1841370" y="100014"/>
                  <a:pt x="1842435" y="101458"/>
                </a:cubicBezTo>
                <a:cubicBezTo>
                  <a:pt x="1843099" y="102986"/>
                  <a:pt x="1843099" y="104720"/>
                  <a:pt x="1842435" y="106248"/>
                </a:cubicBezTo>
                <a:cubicBezTo>
                  <a:pt x="1842118" y="107982"/>
                  <a:pt x="1842118" y="109759"/>
                  <a:pt x="1842435" y="111493"/>
                </a:cubicBezTo>
                <a:cubicBezTo>
                  <a:pt x="1843043" y="113470"/>
                  <a:pt x="1842207" y="115522"/>
                  <a:pt x="1842435" y="118107"/>
                </a:cubicBezTo>
                <a:cubicBezTo>
                  <a:pt x="1842663" y="120691"/>
                  <a:pt x="1843195" y="129206"/>
                  <a:pt x="1843195" y="131030"/>
                </a:cubicBezTo>
                <a:cubicBezTo>
                  <a:pt x="1843195" y="132855"/>
                  <a:pt x="1845323" y="135744"/>
                  <a:pt x="1844868" y="139697"/>
                </a:cubicBezTo>
                <a:cubicBezTo>
                  <a:pt x="1844868" y="141293"/>
                  <a:pt x="1844868" y="144562"/>
                  <a:pt x="1844868" y="146083"/>
                </a:cubicBezTo>
                <a:cubicBezTo>
                  <a:pt x="1844411" y="149352"/>
                  <a:pt x="1841599" y="151860"/>
                  <a:pt x="1842283" y="153685"/>
                </a:cubicBezTo>
                <a:cubicBezTo>
                  <a:pt x="1842945" y="155369"/>
                  <a:pt x="1844262" y="156713"/>
                  <a:pt x="1845932" y="157410"/>
                </a:cubicBezTo>
                <a:cubicBezTo>
                  <a:pt x="1847984" y="157866"/>
                  <a:pt x="1851481" y="155433"/>
                  <a:pt x="1853153" y="155433"/>
                </a:cubicBezTo>
                <a:cubicBezTo>
                  <a:pt x="1855238" y="155487"/>
                  <a:pt x="1857324" y="155360"/>
                  <a:pt x="1859387" y="155053"/>
                </a:cubicBezTo>
                <a:cubicBezTo>
                  <a:pt x="1862705" y="154069"/>
                  <a:pt x="1866122" y="153458"/>
                  <a:pt x="1869574" y="153228"/>
                </a:cubicBezTo>
                <a:cubicBezTo>
                  <a:pt x="1871095" y="153152"/>
                  <a:pt x="1873756" y="151328"/>
                  <a:pt x="1875124" y="151328"/>
                </a:cubicBezTo>
                <a:cubicBezTo>
                  <a:pt x="1876732" y="150637"/>
                  <a:pt x="1878200" y="149658"/>
                  <a:pt x="1879457" y="148439"/>
                </a:cubicBezTo>
                <a:cubicBezTo>
                  <a:pt x="1880374" y="147612"/>
                  <a:pt x="1880623" y="146273"/>
                  <a:pt x="1880065" y="145170"/>
                </a:cubicBezTo>
                <a:cubicBezTo>
                  <a:pt x="1879001" y="142509"/>
                  <a:pt x="1876796" y="143574"/>
                  <a:pt x="1873983" y="144562"/>
                </a:cubicBezTo>
                <a:cubicBezTo>
                  <a:pt x="1872463" y="145170"/>
                  <a:pt x="1869423" y="147831"/>
                  <a:pt x="1868434" y="146842"/>
                </a:cubicBezTo>
                <a:cubicBezTo>
                  <a:pt x="1866692" y="145791"/>
                  <a:pt x="1866007" y="143607"/>
                  <a:pt x="1866837" y="141750"/>
                </a:cubicBezTo>
                <a:cubicBezTo>
                  <a:pt x="1867217" y="140077"/>
                  <a:pt x="1865698" y="136884"/>
                  <a:pt x="1863493" y="137568"/>
                </a:cubicBezTo>
                <a:cubicBezTo>
                  <a:pt x="1861288" y="138252"/>
                  <a:pt x="1861136" y="141446"/>
                  <a:pt x="1861288" y="143802"/>
                </a:cubicBezTo>
                <a:cubicBezTo>
                  <a:pt x="1861441" y="146158"/>
                  <a:pt x="1859691" y="146691"/>
                  <a:pt x="1858627" y="147527"/>
                </a:cubicBezTo>
                <a:cubicBezTo>
                  <a:pt x="1857563" y="148363"/>
                  <a:pt x="1856574" y="150187"/>
                  <a:pt x="1854902" y="149503"/>
                </a:cubicBezTo>
                <a:cubicBezTo>
                  <a:pt x="1852367" y="148050"/>
                  <a:pt x="1850889" y="145273"/>
                  <a:pt x="1851101" y="142358"/>
                </a:cubicBezTo>
                <a:cubicBezTo>
                  <a:pt x="1851025" y="140761"/>
                  <a:pt x="1851633" y="129130"/>
                  <a:pt x="1851633" y="127609"/>
                </a:cubicBezTo>
                <a:cubicBezTo>
                  <a:pt x="1851937" y="124493"/>
                  <a:pt x="1849961" y="120236"/>
                  <a:pt x="1849961" y="117575"/>
                </a:cubicBezTo>
                <a:cubicBezTo>
                  <a:pt x="1850211" y="112839"/>
                  <a:pt x="1850211" y="108095"/>
                  <a:pt x="1849961" y="103359"/>
                </a:cubicBezTo>
                <a:cubicBezTo>
                  <a:pt x="1849699" y="101743"/>
                  <a:pt x="1849345" y="100144"/>
                  <a:pt x="1848897" y="98570"/>
                </a:cubicBezTo>
                <a:cubicBezTo>
                  <a:pt x="1849122" y="96021"/>
                  <a:pt x="1850131" y="93604"/>
                  <a:pt x="1851786" y="91652"/>
                </a:cubicBezTo>
                <a:cubicBezTo>
                  <a:pt x="1853029" y="90189"/>
                  <a:pt x="1854755" y="89218"/>
                  <a:pt x="1856651" y="88915"/>
                </a:cubicBezTo>
                <a:cubicBezTo>
                  <a:pt x="1858476" y="88535"/>
                  <a:pt x="1859008" y="93248"/>
                  <a:pt x="1859007" y="96517"/>
                </a:cubicBezTo>
                <a:cubicBezTo>
                  <a:pt x="1858938" y="98255"/>
                  <a:pt x="1859506" y="99957"/>
                  <a:pt x="1860603" y="101307"/>
                </a:cubicBezTo>
                <a:cubicBezTo>
                  <a:pt x="1862042" y="106534"/>
                  <a:pt x="1862808" y="111925"/>
                  <a:pt x="1862884" y="117346"/>
                </a:cubicBezTo>
                <a:cubicBezTo>
                  <a:pt x="1862809" y="120311"/>
                  <a:pt x="1863264" y="119931"/>
                  <a:pt x="1865013" y="121072"/>
                </a:cubicBezTo>
                <a:cubicBezTo>
                  <a:pt x="1866762" y="122212"/>
                  <a:pt x="1872007" y="120007"/>
                  <a:pt x="1873300" y="121072"/>
                </a:cubicBezTo>
                <a:cubicBezTo>
                  <a:pt x="1874592" y="122136"/>
                  <a:pt x="1875200" y="125025"/>
                  <a:pt x="1876417" y="125025"/>
                </a:cubicBezTo>
                <a:cubicBezTo>
                  <a:pt x="1880293" y="125557"/>
                  <a:pt x="1882954" y="119475"/>
                  <a:pt x="1884019" y="117955"/>
                </a:cubicBezTo>
                <a:cubicBezTo>
                  <a:pt x="1886831" y="114001"/>
                  <a:pt x="1880825" y="108529"/>
                  <a:pt x="1879989" y="108376"/>
                </a:cubicBezTo>
                <a:cubicBezTo>
                  <a:pt x="1879152" y="108224"/>
                  <a:pt x="1876720" y="110429"/>
                  <a:pt x="1873300" y="110961"/>
                </a:cubicBezTo>
                <a:cubicBezTo>
                  <a:pt x="1869878" y="111493"/>
                  <a:pt x="1871323" y="113926"/>
                  <a:pt x="1868586" y="113166"/>
                </a:cubicBezTo>
                <a:cubicBezTo>
                  <a:pt x="1865849" y="112405"/>
                  <a:pt x="1867066" y="106399"/>
                  <a:pt x="1868586" y="103663"/>
                </a:cubicBezTo>
                <a:cubicBezTo>
                  <a:pt x="1870135" y="101393"/>
                  <a:pt x="1871125" y="98788"/>
                  <a:pt x="1871475" y="96061"/>
                </a:cubicBezTo>
                <a:cubicBezTo>
                  <a:pt x="1871170" y="92792"/>
                  <a:pt x="1868282" y="88839"/>
                  <a:pt x="1868282" y="87623"/>
                </a:cubicBezTo>
                <a:cubicBezTo>
                  <a:pt x="1868282" y="86406"/>
                  <a:pt x="1872007" y="82377"/>
                  <a:pt x="1873603" y="82301"/>
                </a:cubicBezTo>
                <a:cubicBezTo>
                  <a:pt x="1875200" y="82225"/>
                  <a:pt x="1877937" y="87090"/>
                  <a:pt x="1879457" y="87090"/>
                </a:cubicBezTo>
                <a:cubicBezTo>
                  <a:pt x="1880977" y="87090"/>
                  <a:pt x="1884778" y="81160"/>
                  <a:pt x="1886527" y="77740"/>
                </a:cubicBezTo>
                <a:cubicBezTo>
                  <a:pt x="1887667" y="75611"/>
                  <a:pt x="1888352" y="69529"/>
                  <a:pt x="1891772" y="68009"/>
                </a:cubicBezTo>
                <a:cubicBezTo>
                  <a:pt x="1893141" y="68009"/>
                  <a:pt x="1895041" y="68693"/>
                  <a:pt x="1896030" y="68009"/>
                </a:cubicBezTo>
                <a:cubicBezTo>
                  <a:pt x="1897350" y="67354"/>
                  <a:pt x="1898813" y="67040"/>
                  <a:pt x="1900287" y="67097"/>
                </a:cubicBezTo>
                <a:close/>
                <a:moveTo>
                  <a:pt x="244236" y="61103"/>
                </a:moveTo>
                <a:cubicBezTo>
                  <a:pt x="203233" y="55213"/>
                  <a:pt x="159983" y="64966"/>
                  <a:pt x="124205" y="91758"/>
                </a:cubicBezTo>
                <a:lnTo>
                  <a:pt x="124183" y="91758"/>
                </a:lnTo>
                <a:cubicBezTo>
                  <a:pt x="83363" y="122312"/>
                  <a:pt x="59359" y="170338"/>
                  <a:pt x="59421" y="221326"/>
                </a:cubicBezTo>
                <a:cubicBezTo>
                  <a:pt x="59416" y="229575"/>
                  <a:pt x="60038" y="237811"/>
                  <a:pt x="61274" y="245966"/>
                </a:cubicBezTo>
                <a:cubicBezTo>
                  <a:pt x="61383" y="246642"/>
                  <a:pt x="61536" y="247296"/>
                  <a:pt x="61645" y="247972"/>
                </a:cubicBezTo>
                <a:cubicBezTo>
                  <a:pt x="62146" y="251003"/>
                  <a:pt x="62735" y="253990"/>
                  <a:pt x="63389" y="256956"/>
                </a:cubicBezTo>
                <a:cubicBezTo>
                  <a:pt x="64349" y="261143"/>
                  <a:pt x="65395" y="265307"/>
                  <a:pt x="66660" y="269363"/>
                </a:cubicBezTo>
                <a:cubicBezTo>
                  <a:pt x="68056" y="273724"/>
                  <a:pt x="69669" y="278086"/>
                  <a:pt x="71414" y="282447"/>
                </a:cubicBezTo>
                <a:cubicBezTo>
                  <a:pt x="71653" y="283014"/>
                  <a:pt x="71871" y="283624"/>
                  <a:pt x="72111" y="284191"/>
                </a:cubicBezTo>
                <a:cubicBezTo>
                  <a:pt x="77157" y="296191"/>
                  <a:pt x="83629" y="307538"/>
                  <a:pt x="91387" y="317990"/>
                </a:cubicBezTo>
                <a:lnTo>
                  <a:pt x="91496" y="318120"/>
                </a:lnTo>
                <a:cubicBezTo>
                  <a:pt x="91551" y="318194"/>
                  <a:pt x="91605" y="318266"/>
                  <a:pt x="91660" y="318341"/>
                </a:cubicBezTo>
                <a:cubicBezTo>
                  <a:pt x="105056" y="336230"/>
                  <a:pt x="121443" y="350557"/>
                  <a:pt x="139607" y="361148"/>
                </a:cubicBezTo>
                <a:lnTo>
                  <a:pt x="173816" y="373050"/>
                </a:lnTo>
                <a:lnTo>
                  <a:pt x="171239" y="368927"/>
                </a:lnTo>
                <a:cubicBezTo>
                  <a:pt x="169324" y="367913"/>
                  <a:pt x="167277" y="367180"/>
                  <a:pt x="165155" y="366747"/>
                </a:cubicBezTo>
                <a:lnTo>
                  <a:pt x="164219" y="365887"/>
                </a:lnTo>
                <a:lnTo>
                  <a:pt x="173550" y="367466"/>
                </a:lnTo>
                <a:cubicBezTo>
                  <a:pt x="175873" y="368437"/>
                  <a:pt x="177399" y="370803"/>
                  <a:pt x="178345" y="372926"/>
                </a:cubicBezTo>
                <a:lnTo>
                  <a:pt x="178973" y="374845"/>
                </a:lnTo>
                <a:lnTo>
                  <a:pt x="188163" y="378042"/>
                </a:lnTo>
                <a:lnTo>
                  <a:pt x="190646" y="378042"/>
                </a:lnTo>
                <a:lnTo>
                  <a:pt x="190600" y="378890"/>
                </a:lnTo>
                <a:lnTo>
                  <a:pt x="198212" y="381538"/>
                </a:lnTo>
                <a:lnTo>
                  <a:pt x="224320" y="380244"/>
                </a:lnTo>
                <a:lnTo>
                  <a:pt x="224706" y="379831"/>
                </a:lnTo>
                <a:cubicBezTo>
                  <a:pt x="224749" y="379482"/>
                  <a:pt x="222787" y="379831"/>
                  <a:pt x="222525" y="379831"/>
                </a:cubicBezTo>
                <a:cubicBezTo>
                  <a:pt x="222263" y="379831"/>
                  <a:pt x="223376" y="379264"/>
                  <a:pt x="223376" y="379264"/>
                </a:cubicBezTo>
                <a:lnTo>
                  <a:pt x="219625" y="379264"/>
                </a:lnTo>
                <a:lnTo>
                  <a:pt x="220388" y="378675"/>
                </a:lnTo>
                <a:lnTo>
                  <a:pt x="212691" y="378675"/>
                </a:lnTo>
                <a:cubicBezTo>
                  <a:pt x="212691" y="378675"/>
                  <a:pt x="213105" y="370607"/>
                  <a:pt x="208330" y="368775"/>
                </a:cubicBezTo>
                <a:cubicBezTo>
                  <a:pt x="204789" y="367332"/>
                  <a:pt x="200855" y="367168"/>
                  <a:pt x="197209" y="368317"/>
                </a:cubicBezTo>
                <a:cubicBezTo>
                  <a:pt x="193240" y="369669"/>
                  <a:pt x="192237" y="376429"/>
                  <a:pt x="191649" y="376821"/>
                </a:cubicBezTo>
                <a:cubicBezTo>
                  <a:pt x="191060" y="377214"/>
                  <a:pt x="190667" y="376516"/>
                  <a:pt x="190667" y="376516"/>
                </a:cubicBezTo>
                <a:cubicBezTo>
                  <a:pt x="190667" y="376516"/>
                  <a:pt x="191518" y="371108"/>
                  <a:pt x="193110" y="369495"/>
                </a:cubicBezTo>
                <a:cubicBezTo>
                  <a:pt x="195567" y="367009"/>
                  <a:pt x="198947" y="365650"/>
                  <a:pt x="202442" y="365744"/>
                </a:cubicBezTo>
                <a:cubicBezTo>
                  <a:pt x="208068" y="365352"/>
                  <a:pt x="213171" y="366791"/>
                  <a:pt x="215526" y="369168"/>
                </a:cubicBezTo>
                <a:cubicBezTo>
                  <a:pt x="217881" y="371544"/>
                  <a:pt x="218033" y="377628"/>
                  <a:pt x="218033" y="377628"/>
                </a:cubicBezTo>
                <a:lnTo>
                  <a:pt x="226755" y="377410"/>
                </a:lnTo>
                <a:cubicBezTo>
                  <a:pt x="226755" y="377410"/>
                  <a:pt x="228434" y="371108"/>
                  <a:pt x="230026" y="369495"/>
                </a:cubicBezTo>
                <a:cubicBezTo>
                  <a:pt x="232482" y="367005"/>
                  <a:pt x="235861" y="365646"/>
                  <a:pt x="239359" y="365744"/>
                </a:cubicBezTo>
                <a:cubicBezTo>
                  <a:pt x="244985" y="365352"/>
                  <a:pt x="250087" y="366791"/>
                  <a:pt x="252442" y="369168"/>
                </a:cubicBezTo>
                <a:cubicBezTo>
                  <a:pt x="254797" y="371544"/>
                  <a:pt x="254950" y="377628"/>
                  <a:pt x="254950" y="377628"/>
                </a:cubicBezTo>
                <a:lnTo>
                  <a:pt x="262340" y="377443"/>
                </a:lnTo>
                <a:lnTo>
                  <a:pt x="263904" y="376700"/>
                </a:lnTo>
                <a:lnTo>
                  <a:pt x="264997" y="373352"/>
                </a:lnTo>
                <a:cubicBezTo>
                  <a:pt x="265858" y="371163"/>
                  <a:pt x="267118" y="368656"/>
                  <a:pt x="268709" y="367380"/>
                </a:cubicBezTo>
                <a:cubicBezTo>
                  <a:pt x="271893" y="364828"/>
                  <a:pt x="277846" y="365308"/>
                  <a:pt x="277846" y="365308"/>
                </a:cubicBezTo>
                <a:lnTo>
                  <a:pt x="277846" y="368535"/>
                </a:lnTo>
                <a:cubicBezTo>
                  <a:pt x="277846" y="368535"/>
                  <a:pt x="271304" y="367990"/>
                  <a:pt x="268775" y="369844"/>
                </a:cubicBezTo>
                <a:lnTo>
                  <a:pt x="266000" y="375704"/>
                </a:lnTo>
                <a:lnTo>
                  <a:pt x="318243" y="350883"/>
                </a:lnTo>
                <a:cubicBezTo>
                  <a:pt x="389800" y="297303"/>
                  <a:pt x="404370" y="195857"/>
                  <a:pt x="350787" y="124302"/>
                </a:cubicBezTo>
                <a:cubicBezTo>
                  <a:pt x="323996" y="88524"/>
                  <a:pt x="285240" y="66992"/>
                  <a:pt x="244236" y="61103"/>
                </a:cubicBezTo>
                <a:close/>
                <a:moveTo>
                  <a:pt x="143263" y="58635"/>
                </a:moveTo>
                <a:cubicBezTo>
                  <a:pt x="143051" y="58840"/>
                  <a:pt x="142826" y="59030"/>
                  <a:pt x="142587" y="59202"/>
                </a:cubicBezTo>
                <a:cubicBezTo>
                  <a:pt x="142390" y="59311"/>
                  <a:pt x="141802" y="59246"/>
                  <a:pt x="141584" y="59442"/>
                </a:cubicBezTo>
                <a:cubicBezTo>
                  <a:pt x="141298" y="59638"/>
                  <a:pt x="140980" y="59787"/>
                  <a:pt x="140646" y="59878"/>
                </a:cubicBezTo>
                <a:cubicBezTo>
                  <a:pt x="140406" y="59878"/>
                  <a:pt x="139905" y="59573"/>
                  <a:pt x="139512" y="59878"/>
                </a:cubicBezTo>
                <a:cubicBezTo>
                  <a:pt x="139119" y="60183"/>
                  <a:pt x="138792" y="59987"/>
                  <a:pt x="138553" y="60183"/>
                </a:cubicBezTo>
                <a:lnTo>
                  <a:pt x="138487" y="60096"/>
                </a:lnTo>
                <a:cubicBezTo>
                  <a:pt x="138291" y="60576"/>
                  <a:pt x="138901" y="61077"/>
                  <a:pt x="138945" y="61579"/>
                </a:cubicBezTo>
                <a:cubicBezTo>
                  <a:pt x="138954" y="61897"/>
                  <a:pt x="139096" y="62198"/>
                  <a:pt x="139338" y="62408"/>
                </a:cubicBezTo>
                <a:cubicBezTo>
                  <a:pt x="139787" y="62654"/>
                  <a:pt x="140164" y="63014"/>
                  <a:pt x="140428" y="63454"/>
                </a:cubicBezTo>
                <a:cubicBezTo>
                  <a:pt x="140646" y="63781"/>
                  <a:pt x="141540" y="64021"/>
                  <a:pt x="141671" y="64239"/>
                </a:cubicBezTo>
                <a:cubicBezTo>
                  <a:pt x="141802" y="64457"/>
                  <a:pt x="142848" y="64893"/>
                  <a:pt x="143154" y="65111"/>
                </a:cubicBezTo>
                <a:cubicBezTo>
                  <a:pt x="143459" y="65330"/>
                  <a:pt x="143590" y="65853"/>
                  <a:pt x="143786" y="66049"/>
                </a:cubicBezTo>
                <a:cubicBezTo>
                  <a:pt x="144032" y="66409"/>
                  <a:pt x="144497" y="66546"/>
                  <a:pt x="144898" y="66376"/>
                </a:cubicBezTo>
                <a:cubicBezTo>
                  <a:pt x="145116" y="66245"/>
                  <a:pt x="145334" y="65613"/>
                  <a:pt x="145530" y="65417"/>
                </a:cubicBezTo>
                <a:cubicBezTo>
                  <a:pt x="145727" y="65221"/>
                  <a:pt x="146141" y="65090"/>
                  <a:pt x="146359" y="64893"/>
                </a:cubicBezTo>
                <a:cubicBezTo>
                  <a:pt x="146677" y="64627"/>
                  <a:pt x="146930" y="64292"/>
                  <a:pt x="147100" y="63912"/>
                </a:cubicBezTo>
                <a:cubicBezTo>
                  <a:pt x="147192" y="63585"/>
                  <a:pt x="147251" y="63249"/>
                  <a:pt x="147275" y="62909"/>
                </a:cubicBezTo>
                <a:cubicBezTo>
                  <a:pt x="147340" y="62517"/>
                  <a:pt x="147166" y="61972"/>
                  <a:pt x="147166" y="61623"/>
                </a:cubicBezTo>
                <a:cubicBezTo>
                  <a:pt x="147316" y="61250"/>
                  <a:pt x="147362" y="60842"/>
                  <a:pt x="147297" y="60445"/>
                </a:cubicBezTo>
                <a:cubicBezTo>
                  <a:pt x="147218" y="60107"/>
                  <a:pt x="147061" y="59793"/>
                  <a:pt x="146839" y="59529"/>
                </a:cubicBezTo>
                <a:cubicBezTo>
                  <a:pt x="146555" y="59361"/>
                  <a:pt x="146256" y="59224"/>
                  <a:pt x="145945" y="59115"/>
                </a:cubicBezTo>
                <a:cubicBezTo>
                  <a:pt x="145443" y="58875"/>
                  <a:pt x="143655" y="58286"/>
                  <a:pt x="143263" y="58635"/>
                </a:cubicBezTo>
                <a:close/>
                <a:moveTo>
                  <a:pt x="131706" y="55692"/>
                </a:moveTo>
                <a:cubicBezTo>
                  <a:pt x="131880" y="55649"/>
                  <a:pt x="131880" y="56281"/>
                  <a:pt x="131902" y="56739"/>
                </a:cubicBezTo>
                <a:cubicBezTo>
                  <a:pt x="131821" y="57230"/>
                  <a:pt x="131675" y="57705"/>
                  <a:pt x="131466" y="58156"/>
                </a:cubicBezTo>
                <a:cubicBezTo>
                  <a:pt x="131139" y="58789"/>
                  <a:pt x="131117" y="59225"/>
                  <a:pt x="130855" y="59726"/>
                </a:cubicBezTo>
                <a:cubicBezTo>
                  <a:pt x="130585" y="60145"/>
                  <a:pt x="130247" y="60514"/>
                  <a:pt x="129852" y="60817"/>
                </a:cubicBezTo>
                <a:cubicBezTo>
                  <a:pt x="129477" y="61037"/>
                  <a:pt x="128995" y="60921"/>
                  <a:pt x="128762" y="60555"/>
                </a:cubicBezTo>
                <a:cubicBezTo>
                  <a:pt x="128544" y="60217"/>
                  <a:pt x="128544" y="59781"/>
                  <a:pt x="128762" y="59443"/>
                </a:cubicBezTo>
                <a:cubicBezTo>
                  <a:pt x="129113" y="58870"/>
                  <a:pt x="129508" y="58322"/>
                  <a:pt x="129939" y="57808"/>
                </a:cubicBezTo>
                <a:cubicBezTo>
                  <a:pt x="130101" y="57574"/>
                  <a:pt x="130227" y="57317"/>
                  <a:pt x="130310" y="57044"/>
                </a:cubicBezTo>
                <a:cubicBezTo>
                  <a:pt x="130397" y="56739"/>
                  <a:pt x="130768" y="56652"/>
                  <a:pt x="130964" y="56281"/>
                </a:cubicBezTo>
                <a:cubicBezTo>
                  <a:pt x="131169" y="56037"/>
                  <a:pt x="131422" y="55839"/>
                  <a:pt x="131706" y="55692"/>
                </a:cubicBezTo>
                <a:close/>
                <a:moveTo>
                  <a:pt x="133581" y="49651"/>
                </a:moveTo>
                <a:cubicBezTo>
                  <a:pt x="133276" y="49651"/>
                  <a:pt x="132730" y="50240"/>
                  <a:pt x="132512" y="50240"/>
                </a:cubicBezTo>
                <a:cubicBezTo>
                  <a:pt x="132129" y="50264"/>
                  <a:pt x="131749" y="50332"/>
                  <a:pt x="131379" y="50436"/>
                </a:cubicBezTo>
                <a:cubicBezTo>
                  <a:pt x="131141" y="50548"/>
                  <a:pt x="130960" y="50753"/>
                  <a:pt x="130877" y="51003"/>
                </a:cubicBezTo>
                <a:cubicBezTo>
                  <a:pt x="130746" y="51200"/>
                  <a:pt x="130631" y="51402"/>
                  <a:pt x="130528" y="51614"/>
                </a:cubicBezTo>
                <a:cubicBezTo>
                  <a:pt x="130382" y="51858"/>
                  <a:pt x="130260" y="52113"/>
                  <a:pt x="130157" y="52377"/>
                </a:cubicBezTo>
                <a:cubicBezTo>
                  <a:pt x="129966" y="52774"/>
                  <a:pt x="129699" y="53129"/>
                  <a:pt x="129372" y="53424"/>
                </a:cubicBezTo>
                <a:cubicBezTo>
                  <a:pt x="128958" y="53838"/>
                  <a:pt x="128936" y="53969"/>
                  <a:pt x="128718" y="54100"/>
                </a:cubicBezTo>
                <a:cubicBezTo>
                  <a:pt x="128424" y="54385"/>
                  <a:pt x="128167" y="54708"/>
                  <a:pt x="127955" y="55059"/>
                </a:cubicBezTo>
                <a:cubicBezTo>
                  <a:pt x="127606" y="55561"/>
                  <a:pt x="127039" y="55910"/>
                  <a:pt x="126821" y="56237"/>
                </a:cubicBezTo>
                <a:cubicBezTo>
                  <a:pt x="126448" y="56880"/>
                  <a:pt x="125934" y="57432"/>
                  <a:pt x="125317" y="57850"/>
                </a:cubicBezTo>
                <a:cubicBezTo>
                  <a:pt x="125077" y="57739"/>
                  <a:pt x="124828" y="57643"/>
                  <a:pt x="124575" y="57567"/>
                </a:cubicBezTo>
                <a:cubicBezTo>
                  <a:pt x="124008" y="57458"/>
                  <a:pt x="123812" y="57371"/>
                  <a:pt x="123420" y="57567"/>
                </a:cubicBezTo>
                <a:cubicBezTo>
                  <a:pt x="123154" y="57894"/>
                  <a:pt x="122907" y="58236"/>
                  <a:pt x="122678" y="58592"/>
                </a:cubicBezTo>
                <a:cubicBezTo>
                  <a:pt x="122678" y="59224"/>
                  <a:pt x="122111" y="59922"/>
                  <a:pt x="122809" y="61143"/>
                </a:cubicBezTo>
                <a:cubicBezTo>
                  <a:pt x="122940" y="61361"/>
                  <a:pt x="123289" y="61819"/>
                  <a:pt x="123943" y="62822"/>
                </a:cubicBezTo>
                <a:cubicBezTo>
                  <a:pt x="124351" y="63354"/>
                  <a:pt x="124789" y="63862"/>
                  <a:pt x="125251" y="64348"/>
                </a:cubicBezTo>
                <a:cubicBezTo>
                  <a:pt x="125622" y="64806"/>
                  <a:pt x="126189" y="65264"/>
                  <a:pt x="126320" y="65482"/>
                </a:cubicBezTo>
                <a:cubicBezTo>
                  <a:pt x="126451" y="65700"/>
                  <a:pt x="126865" y="66333"/>
                  <a:pt x="126974" y="66333"/>
                </a:cubicBezTo>
                <a:cubicBezTo>
                  <a:pt x="127083" y="66333"/>
                  <a:pt x="127148" y="66398"/>
                  <a:pt x="127454" y="66660"/>
                </a:cubicBezTo>
                <a:cubicBezTo>
                  <a:pt x="127759" y="66921"/>
                  <a:pt x="127846" y="67183"/>
                  <a:pt x="128217" y="67379"/>
                </a:cubicBezTo>
                <a:cubicBezTo>
                  <a:pt x="128415" y="67469"/>
                  <a:pt x="128631" y="67514"/>
                  <a:pt x="128849" y="67510"/>
                </a:cubicBezTo>
                <a:cubicBezTo>
                  <a:pt x="129281" y="67353"/>
                  <a:pt x="129697" y="67155"/>
                  <a:pt x="130092" y="66921"/>
                </a:cubicBezTo>
                <a:cubicBezTo>
                  <a:pt x="130288" y="66791"/>
                  <a:pt x="130419" y="66551"/>
                  <a:pt x="130724" y="66354"/>
                </a:cubicBezTo>
                <a:cubicBezTo>
                  <a:pt x="131030" y="66158"/>
                  <a:pt x="131640" y="66093"/>
                  <a:pt x="131815" y="66049"/>
                </a:cubicBezTo>
                <a:cubicBezTo>
                  <a:pt x="131989" y="66006"/>
                  <a:pt x="132469" y="66267"/>
                  <a:pt x="132469" y="66442"/>
                </a:cubicBezTo>
                <a:cubicBezTo>
                  <a:pt x="132707" y="67070"/>
                  <a:pt x="132983" y="67680"/>
                  <a:pt x="133297" y="68273"/>
                </a:cubicBezTo>
                <a:cubicBezTo>
                  <a:pt x="133509" y="68727"/>
                  <a:pt x="133764" y="69156"/>
                  <a:pt x="134061" y="69560"/>
                </a:cubicBezTo>
                <a:cubicBezTo>
                  <a:pt x="134191" y="69756"/>
                  <a:pt x="134606" y="70279"/>
                  <a:pt x="134606" y="70497"/>
                </a:cubicBezTo>
                <a:cubicBezTo>
                  <a:pt x="135173" y="71501"/>
                  <a:pt x="134998" y="72002"/>
                  <a:pt x="134235" y="72482"/>
                </a:cubicBezTo>
                <a:cubicBezTo>
                  <a:pt x="134017" y="72613"/>
                  <a:pt x="133232" y="72395"/>
                  <a:pt x="132512" y="72852"/>
                </a:cubicBezTo>
                <a:cubicBezTo>
                  <a:pt x="132403" y="72918"/>
                  <a:pt x="131531" y="73616"/>
                  <a:pt x="131793" y="73834"/>
                </a:cubicBezTo>
                <a:cubicBezTo>
                  <a:pt x="132055" y="74052"/>
                  <a:pt x="133734" y="74183"/>
                  <a:pt x="134235" y="74466"/>
                </a:cubicBezTo>
                <a:cubicBezTo>
                  <a:pt x="134737" y="74750"/>
                  <a:pt x="134977" y="75055"/>
                  <a:pt x="135369" y="75164"/>
                </a:cubicBezTo>
                <a:cubicBezTo>
                  <a:pt x="135803" y="75201"/>
                  <a:pt x="136239" y="75157"/>
                  <a:pt x="136655" y="75033"/>
                </a:cubicBezTo>
                <a:cubicBezTo>
                  <a:pt x="136983" y="75011"/>
                  <a:pt x="137310" y="75142"/>
                  <a:pt x="137528" y="75142"/>
                </a:cubicBezTo>
                <a:cubicBezTo>
                  <a:pt x="137746" y="75142"/>
                  <a:pt x="138291" y="75033"/>
                  <a:pt x="138465" y="75033"/>
                </a:cubicBezTo>
                <a:cubicBezTo>
                  <a:pt x="138681" y="75129"/>
                  <a:pt x="138925" y="75129"/>
                  <a:pt x="139141" y="75033"/>
                </a:cubicBezTo>
                <a:cubicBezTo>
                  <a:pt x="139359" y="74902"/>
                  <a:pt x="139425" y="74401"/>
                  <a:pt x="139883" y="73834"/>
                </a:cubicBezTo>
                <a:cubicBezTo>
                  <a:pt x="140341" y="73267"/>
                  <a:pt x="140101" y="72329"/>
                  <a:pt x="140341" y="72002"/>
                </a:cubicBezTo>
                <a:cubicBezTo>
                  <a:pt x="140690" y="71326"/>
                  <a:pt x="140731" y="70530"/>
                  <a:pt x="140450" y="69821"/>
                </a:cubicBezTo>
                <a:cubicBezTo>
                  <a:pt x="139447" y="67844"/>
                  <a:pt x="138302" y="65942"/>
                  <a:pt x="137026" y="64130"/>
                </a:cubicBezTo>
                <a:cubicBezTo>
                  <a:pt x="136631" y="63814"/>
                  <a:pt x="136304" y="63422"/>
                  <a:pt x="136067" y="62975"/>
                </a:cubicBezTo>
                <a:cubicBezTo>
                  <a:pt x="135805" y="62538"/>
                  <a:pt x="136067" y="61906"/>
                  <a:pt x="136263" y="61906"/>
                </a:cubicBezTo>
                <a:cubicBezTo>
                  <a:pt x="136536" y="61860"/>
                  <a:pt x="136765" y="61679"/>
                  <a:pt x="136874" y="61426"/>
                </a:cubicBezTo>
                <a:cubicBezTo>
                  <a:pt x="136976" y="60879"/>
                  <a:pt x="137041" y="60325"/>
                  <a:pt x="137070" y="59769"/>
                </a:cubicBezTo>
                <a:cubicBezTo>
                  <a:pt x="136983" y="58201"/>
                  <a:pt x="136983" y="56627"/>
                  <a:pt x="137070" y="55059"/>
                </a:cubicBezTo>
                <a:cubicBezTo>
                  <a:pt x="137094" y="54595"/>
                  <a:pt x="137094" y="54128"/>
                  <a:pt x="137070" y="53664"/>
                </a:cubicBezTo>
                <a:cubicBezTo>
                  <a:pt x="137179" y="52961"/>
                  <a:pt x="137340" y="52270"/>
                  <a:pt x="137550" y="51592"/>
                </a:cubicBezTo>
                <a:cubicBezTo>
                  <a:pt x="137460" y="51219"/>
                  <a:pt x="137244" y="50888"/>
                  <a:pt x="136939" y="50654"/>
                </a:cubicBezTo>
                <a:cubicBezTo>
                  <a:pt x="136721" y="50524"/>
                  <a:pt x="136198" y="49848"/>
                  <a:pt x="135761" y="49651"/>
                </a:cubicBezTo>
                <a:cubicBezTo>
                  <a:pt x="135035" y="49579"/>
                  <a:pt x="134307" y="49579"/>
                  <a:pt x="133581" y="49651"/>
                </a:cubicBezTo>
                <a:close/>
                <a:moveTo>
                  <a:pt x="320236" y="46751"/>
                </a:moveTo>
                <a:cubicBezTo>
                  <a:pt x="319974" y="46686"/>
                  <a:pt x="319712" y="46620"/>
                  <a:pt x="319516" y="46991"/>
                </a:cubicBezTo>
                <a:cubicBezTo>
                  <a:pt x="319355" y="47517"/>
                  <a:pt x="319104" y="48012"/>
                  <a:pt x="318775" y="48452"/>
                </a:cubicBezTo>
                <a:cubicBezTo>
                  <a:pt x="318467" y="49004"/>
                  <a:pt x="318092" y="49516"/>
                  <a:pt x="317663" y="49978"/>
                </a:cubicBezTo>
                <a:cubicBezTo>
                  <a:pt x="316817" y="50526"/>
                  <a:pt x="316121" y="51276"/>
                  <a:pt x="315635" y="52159"/>
                </a:cubicBezTo>
                <a:cubicBezTo>
                  <a:pt x="314490" y="52183"/>
                  <a:pt x="313354" y="51967"/>
                  <a:pt x="312299" y="51527"/>
                </a:cubicBezTo>
                <a:cubicBezTo>
                  <a:pt x="311688" y="51221"/>
                  <a:pt x="310968" y="50502"/>
                  <a:pt x="310620" y="50502"/>
                </a:cubicBezTo>
                <a:cubicBezTo>
                  <a:pt x="310303" y="50430"/>
                  <a:pt x="309976" y="50430"/>
                  <a:pt x="309660" y="50502"/>
                </a:cubicBezTo>
                <a:cubicBezTo>
                  <a:pt x="309289" y="50524"/>
                  <a:pt x="308984" y="50327"/>
                  <a:pt x="308657" y="50327"/>
                </a:cubicBezTo>
                <a:cubicBezTo>
                  <a:pt x="308321" y="50447"/>
                  <a:pt x="307979" y="50550"/>
                  <a:pt x="307632" y="50633"/>
                </a:cubicBezTo>
                <a:cubicBezTo>
                  <a:pt x="307159" y="50683"/>
                  <a:pt x="306766" y="51021"/>
                  <a:pt x="306651" y="51483"/>
                </a:cubicBezTo>
                <a:cubicBezTo>
                  <a:pt x="306280" y="52320"/>
                  <a:pt x="306426" y="53295"/>
                  <a:pt x="307022" y="53991"/>
                </a:cubicBezTo>
                <a:cubicBezTo>
                  <a:pt x="307523" y="54383"/>
                  <a:pt x="307545" y="54841"/>
                  <a:pt x="307894" y="55234"/>
                </a:cubicBezTo>
                <a:cubicBezTo>
                  <a:pt x="308094" y="55458"/>
                  <a:pt x="308363" y="55611"/>
                  <a:pt x="308657" y="55670"/>
                </a:cubicBezTo>
                <a:cubicBezTo>
                  <a:pt x="308967" y="55731"/>
                  <a:pt x="309272" y="55811"/>
                  <a:pt x="309573" y="55910"/>
                </a:cubicBezTo>
                <a:lnTo>
                  <a:pt x="310183" y="56258"/>
                </a:lnTo>
                <a:cubicBezTo>
                  <a:pt x="310402" y="56389"/>
                  <a:pt x="311078" y="56389"/>
                  <a:pt x="310990" y="56673"/>
                </a:cubicBezTo>
                <a:cubicBezTo>
                  <a:pt x="310903" y="56956"/>
                  <a:pt x="310314" y="57392"/>
                  <a:pt x="310031" y="57589"/>
                </a:cubicBezTo>
                <a:cubicBezTo>
                  <a:pt x="309172" y="58411"/>
                  <a:pt x="308136" y="59023"/>
                  <a:pt x="307000" y="59377"/>
                </a:cubicBezTo>
                <a:cubicBezTo>
                  <a:pt x="305007" y="59978"/>
                  <a:pt x="302983" y="60473"/>
                  <a:pt x="300938" y="60859"/>
                </a:cubicBezTo>
                <a:cubicBezTo>
                  <a:pt x="300742" y="60859"/>
                  <a:pt x="300371" y="60859"/>
                  <a:pt x="300196" y="60859"/>
                </a:cubicBezTo>
                <a:cubicBezTo>
                  <a:pt x="299800" y="60934"/>
                  <a:pt x="299398" y="60984"/>
                  <a:pt x="298997" y="61012"/>
                </a:cubicBezTo>
                <a:cubicBezTo>
                  <a:pt x="298465" y="61121"/>
                  <a:pt x="297916" y="61121"/>
                  <a:pt x="297384" y="61012"/>
                </a:cubicBezTo>
                <a:lnTo>
                  <a:pt x="297384" y="60925"/>
                </a:lnTo>
                <a:cubicBezTo>
                  <a:pt x="296708" y="60794"/>
                  <a:pt x="296250" y="60990"/>
                  <a:pt x="296315" y="61187"/>
                </a:cubicBezTo>
                <a:cubicBezTo>
                  <a:pt x="296381" y="61383"/>
                  <a:pt x="296686" y="61644"/>
                  <a:pt x="296969" y="61950"/>
                </a:cubicBezTo>
                <a:cubicBezTo>
                  <a:pt x="297253" y="62255"/>
                  <a:pt x="296838" y="62887"/>
                  <a:pt x="296969" y="63214"/>
                </a:cubicBezTo>
                <a:cubicBezTo>
                  <a:pt x="297100" y="63542"/>
                  <a:pt x="297056" y="63934"/>
                  <a:pt x="297275" y="64130"/>
                </a:cubicBezTo>
                <a:cubicBezTo>
                  <a:pt x="297604" y="64318"/>
                  <a:pt x="297968" y="64444"/>
                  <a:pt x="298343" y="64501"/>
                </a:cubicBezTo>
                <a:cubicBezTo>
                  <a:pt x="298984" y="64734"/>
                  <a:pt x="299640" y="64924"/>
                  <a:pt x="300306" y="65068"/>
                </a:cubicBezTo>
                <a:cubicBezTo>
                  <a:pt x="300829" y="65068"/>
                  <a:pt x="302203" y="65068"/>
                  <a:pt x="302770" y="65068"/>
                </a:cubicBezTo>
                <a:cubicBezTo>
                  <a:pt x="303901" y="65282"/>
                  <a:pt x="305061" y="65282"/>
                  <a:pt x="306193" y="65068"/>
                </a:cubicBezTo>
                <a:cubicBezTo>
                  <a:pt x="307872" y="64545"/>
                  <a:pt x="308853" y="64479"/>
                  <a:pt x="310053" y="64108"/>
                </a:cubicBezTo>
                <a:cubicBezTo>
                  <a:pt x="311252" y="63738"/>
                  <a:pt x="312996" y="62059"/>
                  <a:pt x="313236" y="62495"/>
                </a:cubicBezTo>
                <a:cubicBezTo>
                  <a:pt x="313476" y="62931"/>
                  <a:pt x="313803" y="64632"/>
                  <a:pt x="314457" y="66071"/>
                </a:cubicBezTo>
                <a:cubicBezTo>
                  <a:pt x="314640" y="66686"/>
                  <a:pt x="314787" y="67314"/>
                  <a:pt x="314893" y="67946"/>
                </a:cubicBezTo>
                <a:cubicBezTo>
                  <a:pt x="314976" y="69052"/>
                  <a:pt x="315129" y="70153"/>
                  <a:pt x="315351" y="71239"/>
                </a:cubicBezTo>
                <a:cubicBezTo>
                  <a:pt x="315890" y="72401"/>
                  <a:pt x="315890" y="73740"/>
                  <a:pt x="315351" y="74902"/>
                </a:cubicBezTo>
                <a:cubicBezTo>
                  <a:pt x="315360" y="75406"/>
                  <a:pt x="315580" y="75881"/>
                  <a:pt x="315962" y="76210"/>
                </a:cubicBezTo>
                <a:cubicBezTo>
                  <a:pt x="316420" y="76668"/>
                  <a:pt x="317183" y="76690"/>
                  <a:pt x="317619" y="77497"/>
                </a:cubicBezTo>
                <a:cubicBezTo>
                  <a:pt x="317905" y="77848"/>
                  <a:pt x="318251" y="78142"/>
                  <a:pt x="318644" y="78369"/>
                </a:cubicBezTo>
                <a:cubicBezTo>
                  <a:pt x="319124" y="78740"/>
                  <a:pt x="319691" y="78893"/>
                  <a:pt x="319974" y="79111"/>
                </a:cubicBezTo>
                <a:cubicBezTo>
                  <a:pt x="320364" y="79405"/>
                  <a:pt x="320772" y="79675"/>
                  <a:pt x="321195" y="79917"/>
                </a:cubicBezTo>
                <a:cubicBezTo>
                  <a:pt x="321370" y="79983"/>
                  <a:pt x="321588" y="80179"/>
                  <a:pt x="321828" y="80135"/>
                </a:cubicBezTo>
                <a:cubicBezTo>
                  <a:pt x="322067" y="80092"/>
                  <a:pt x="322416" y="79983"/>
                  <a:pt x="322656" y="79983"/>
                </a:cubicBezTo>
                <a:cubicBezTo>
                  <a:pt x="323225" y="80238"/>
                  <a:pt x="323875" y="80238"/>
                  <a:pt x="324444" y="79983"/>
                </a:cubicBezTo>
                <a:cubicBezTo>
                  <a:pt x="324793" y="79852"/>
                  <a:pt x="324946" y="79350"/>
                  <a:pt x="325077" y="79154"/>
                </a:cubicBezTo>
                <a:cubicBezTo>
                  <a:pt x="325207" y="78958"/>
                  <a:pt x="325709" y="78980"/>
                  <a:pt x="325709" y="78675"/>
                </a:cubicBezTo>
                <a:cubicBezTo>
                  <a:pt x="325709" y="78369"/>
                  <a:pt x="325295" y="78086"/>
                  <a:pt x="325098" y="77824"/>
                </a:cubicBezTo>
                <a:cubicBezTo>
                  <a:pt x="324292" y="76865"/>
                  <a:pt x="323790" y="76276"/>
                  <a:pt x="323223" y="75644"/>
                </a:cubicBezTo>
                <a:cubicBezTo>
                  <a:pt x="323005" y="75382"/>
                  <a:pt x="322852" y="74750"/>
                  <a:pt x="322569" y="74357"/>
                </a:cubicBezTo>
                <a:cubicBezTo>
                  <a:pt x="322168" y="73943"/>
                  <a:pt x="321810" y="73491"/>
                  <a:pt x="321500" y="73005"/>
                </a:cubicBezTo>
                <a:cubicBezTo>
                  <a:pt x="321110" y="71943"/>
                  <a:pt x="320622" y="70920"/>
                  <a:pt x="320040" y="69952"/>
                </a:cubicBezTo>
                <a:cubicBezTo>
                  <a:pt x="319342" y="68906"/>
                  <a:pt x="319516" y="66725"/>
                  <a:pt x="319211" y="65940"/>
                </a:cubicBezTo>
                <a:cubicBezTo>
                  <a:pt x="318537" y="64309"/>
                  <a:pt x="318097" y="62591"/>
                  <a:pt x="317902" y="60838"/>
                </a:cubicBezTo>
                <a:cubicBezTo>
                  <a:pt x="317868" y="60229"/>
                  <a:pt x="318108" y="59636"/>
                  <a:pt x="318557" y="59224"/>
                </a:cubicBezTo>
                <a:cubicBezTo>
                  <a:pt x="318906" y="58969"/>
                  <a:pt x="319298" y="58777"/>
                  <a:pt x="319712" y="58657"/>
                </a:cubicBezTo>
                <a:cubicBezTo>
                  <a:pt x="320511" y="58679"/>
                  <a:pt x="321302" y="58803"/>
                  <a:pt x="322067" y="59028"/>
                </a:cubicBezTo>
                <a:cubicBezTo>
                  <a:pt x="322482" y="59159"/>
                  <a:pt x="322918" y="59377"/>
                  <a:pt x="323419" y="59595"/>
                </a:cubicBezTo>
                <a:cubicBezTo>
                  <a:pt x="323906" y="59815"/>
                  <a:pt x="324433" y="59926"/>
                  <a:pt x="324968" y="59922"/>
                </a:cubicBezTo>
                <a:cubicBezTo>
                  <a:pt x="325739" y="60098"/>
                  <a:pt x="326529" y="60194"/>
                  <a:pt x="327322" y="60205"/>
                </a:cubicBezTo>
                <a:cubicBezTo>
                  <a:pt x="327846" y="60074"/>
                  <a:pt x="328086" y="59878"/>
                  <a:pt x="328478" y="60074"/>
                </a:cubicBezTo>
                <a:cubicBezTo>
                  <a:pt x="328871" y="60271"/>
                  <a:pt x="328958" y="60140"/>
                  <a:pt x="329154" y="59791"/>
                </a:cubicBezTo>
                <a:cubicBezTo>
                  <a:pt x="329503" y="58941"/>
                  <a:pt x="329786" y="57763"/>
                  <a:pt x="329154" y="57262"/>
                </a:cubicBezTo>
                <a:cubicBezTo>
                  <a:pt x="328522" y="56760"/>
                  <a:pt x="327977" y="56389"/>
                  <a:pt x="327955" y="55953"/>
                </a:cubicBezTo>
                <a:cubicBezTo>
                  <a:pt x="327933" y="55517"/>
                  <a:pt x="326494" y="55103"/>
                  <a:pt x="326254" y="54972"/>
                </a:cubicBezTo>
                <a:cubicBezTo>
                  <a:pt x="326014" y="54841"/>
                  <a:pt x="325229" y="55103"/>
                  <a:pt x="324684" y="55103"/>
                </a:cubicBezTo>
                <a:cubicBezTo>
                  <a:pt x="324298" y="55077"/>
                  <a:pt x="323919" y="55002"/>
                  <a:pt x="323550" y="54885"/>
                </a:cubicBezTo>
                <a:cubicBezTo>
                  <a:pt x="323223" y="54776"/>
                  <a:pt x="322547" y="54776"/>
                  <a:pt x="322547" y="54776"/>
                </a:cubicBezTo>
                <a:cubicBezTo>
                  <a:pt x="322285" y="54791"/>
                  <a:pt x="322026" y="54721"/>
                  <a:pt x="321806" y="54579"/>
                </a:cubicBezTo>
                <a:cubicBezTo>
                  <a:pt x="321631" y="54427"/>
                  <a:pt x="322373" y="53794"/>
                  <a:pt x="322373" y="53664"/>
                </a:cubicBezTo>
                <a:cubicBezTo>
                  <a:pt x="323027" y="53118"/>
                  <a:pt x="323616" y="52682"/>
                  <a:pt x="323943" y="52443"/>
                </a:cubicBezTo>
                <a:cubicBezTo>
                  <a:pt x="324270" y="52203"/>
                  <a:pt x="324052" y="51941"/>
                  <a:pt x="324270" y="51483"/>
                </a:cubicBezTo>
                <a:cubicBezTo>
                  <a:pt x="324488" y="51025"/>
                  <a:pt x="324793" y="50894"/>
                  <a:pt x="324488" y="50436"/>
                </a:cubicBezTo>
                <a:cubicBezTo>
                  <a:pt x="324102" y="49924"/>
                  <a:pt x="323873" y="49311"/>
                  <a:pt x="323834" y="48670"/>
                </a:cubicBezTo>
                <a:cubicBezTo>
                  <a:pt x="323834" y="48430"/>
                  <a:pt x="322504" y="47907"/>
                  <a:pt x="322285" y="47689"/>
                </a:cubicBezTo>
                <a:cubicBezTo>
                  <a:pt x="322067" y="47471"/>
                  <a:pt x="321544" y="47624"/>
                  <a:pt x="321282" y="47471"/>
                </a:cubicBezTo>
                <a:cubicBezTo>
                  <a:pt x="321021" y="47318"/>
                  <a:pt x="321086" y="46991"/>
                  <a:pt x="320236" y="46751"/>
                </a:cubicBezTo>
                <a:close/>
                <a:moveTo>
                  <a:pt x="177541" y="43371"/>
                </a:moveTo>
                <a:lnTo>
                  <a:pt x="177606" y="43459"/>
                </a:lnTo>
                <a:lnTo>
                  <a:pt x="177559" y="43404"/>
                </a:lnTo>
                <a:close/>
                <a:moveTo>
                  <a:pt x="125513" y="39228"/>
                </a:moveTo>
                <a:cubicBezTo>
                  <a:pt x="125229" y="39119"/>
                  <a:pt x="124793" y="39512"/>
                  <a:pt x="124401" y="39512"/>
                </a:cubicBezTo>
                <a:cubicBezTo>
                  <a:pt x="124008" y="39512"/>
                  <a:pt x="123877" y="39359"/>
                  <a:pt x="123616" y="39512"/>
                </a:cubicBezTo>
                <a:cubicBezTo>
                  <a:pt x="123291" y="39741"/>
                  <a:pt x="122949" y="39946"/>
                  <a:pt x="122591" y="40122"/>
                </a:cubicBezTo>
                <a:cubicBezTo>
                  <a:pt x="122297" y="40238"/>
                  <a:pt x="122013" y="40378"/>
                  <a:pt x="121741" y="40537"/>
                </a:cubicBezTo>
                <a:cubicBezTo>
                  <a:pt x="121370" y="40777"/>
                  <a:pt x="121370" y="41016"/>
                  <a:pt x="121217" y="41191"/>
                </a:cubicBezTo>
                <a:cubicBezTo>
                  <a:pt x="121065" y="41365"/>
                  <a:pt x="120672" y="41540"/>
                  <a:pt x="120563" y="41671"/>
                </a:cubicBezTo>
                <a:cubicBezTo>
                  <a:pt x="120454" y="41801"/>
                  <a:pt x="120454" y="42129"/>
                  <a:pt x="120040" y="42390"/>
                </a:cubicBezTo>
                <a:cubicBezTo>
                  <a:pt x="119625" y="42652"/>
                  <a:pt x="119080" y="42717"/>
                  <a:pt x="118949" y="43306"/>
                </a:cubicBezTo>
                <a:cubicBezTo>
                  <a:pt x="118856" y="43590"/>
                  <a:pt x="118912" y="43904"/>
                  <a:pt x="119102" y="44135"/>
                </a:cubicBezTo>
                <a:cubicBezTo>
                  <a:pt x="119429" y="44396"/>
                  <a:pt x="120977" y="45116"/>
                  <a:pt x="121108" y="45639"/>
                </a:cubicBezTo>
                <a:cubicBezTo>
                  <a:pt x="121206" y="45945"/>
                  <a:pt x="121278" y="46258"/>
                  <a:pt x="121326" y="46577"/>
                </a:cubicBezTo>
                <a:cubicBezTo>
                  <a:pt x="121479" y="46948"/>
                  <a:pt x="121479" y="47078"/>
                  <a:pt x="121479" y="47362"/>
                </a:cubicBezTo>
                <a:cubicBezTo>
                  <a:pt x="121468" y="47637"/>
                  <a:pt x="121553" y="47907"/>
                  <a:pt x="121719" y="48125"/>
                </a:cubicBezTo>
                <a:cubicBezTo>
                  <a:pt x="122009" y="48262"/>
                  <a:pt x="122345" y="48262"/>
                  <a:pt x="122635" y="48125"/>
                </a:cubicBezTo>
                <a:cubicBezTo>
                  <a:pt x="122940" y="47951"/>
                  <a:pt x="123311" y="47842"/>
                  <a:pt x="123441" y="47951"/>
                </a:cubicBezTo>
                <a:cubicBezTo>
                  <a:pt x="123572" y="48060"/>
                  <a:pt x="123856" y="48060"/>
                  <a:pt x="123921" y="48518"/>
                </a:cubicBezTo>
                <a:cubicBezTo>
                  <a:pt x="123987" y="48975"/>
                  <a:pt x="123703" y="49172"/>
                  <a:pt x="123311" y="49651"/>
                </a:cubicBezTo>
                <a:cubicBezTo>
                  <a:pt x="122918" y="50131"/>
                  <a:pt x="121544" y="51418"/>
                  <a:pt x="121413" y="51832"/>
                </a:cubicBezTo>
                <a:cubicBezTo>
                  <a:pt x="121283" y="52246"/>
                  <a:pt x="120694" y="52312"/>
                  <a:pt x="120280" y="52748"/>
                </a:cubicBezTo>
                <a:cubicBezTo>
                  <a:pt x="119473" y="53603"/>
                  <a:pt x="118607" y="54396"/>
                  <a:pt x="117685" y="55125"/>
                </a:cubicBezTo>
                <a:cubicBezTo>
                  <a:pt x="117379" y="55343"/>
                  <a:pt x="116922" y="56171"/>
                  <a:pt x="116704" y="56280"/>
                </a:cubicBezTo>
                <a:cubicBezTo>
                  <a:pt x="116485" y="56389"/>
                  <a:pt x="116115" y="56106"/>
                  <a:pt x="115940" y="56280"/>
                </a:cubicBezTo>
                <a:lnTo>
                  <a:pt x="115940" y="56193"/>
                </a:lnTo>
                <a:cubicBezTo>
                  <a:pt x="115260" y="56900"/>
                  <a:pt x="114719" y="57728"/>
                  <a:pt x="114348" y="58635"/>
                </a:cubicBezTo>
                <a:cubicBezTo>
                  <a:pt x="114303" y="58941"/>
                  <a:pt x="114390" y="59250"/>
                  <a:pt x="114588" y="59486"/>
                </a:cubicBezTo>
                <a:cubicBezTo>
                  <a:pt x="114894" y="59922"/>
                  <a:pt x="115221" y="60314"/>
                  <a:pt x="115221" y="60423"/>
                </a:cubicBezTo>
                <a:cubicBezTo>
                  <a:pt x="115417" y="60903"/>
                  <a:pt x="115788" y="61426"/>
                  <a:pt x="116180" y="61383"/>
                </a:cubicBezTo>
                <a:cubicBezTo>
                  <a:pt x="116573" y="61339"/>
                  <a:pt x="116725" y="60925"/>
                  <a:pt x="117314" y="60816"/>
                </a:cubicBezTo>
                <a:cubicBezTo>
                  <a:pt x="117903" y="60707"/>
                  <a:pt x="117816" y="61077"/>
                  <a:pt x="118143" y="60816"/>
                </a:cubicBezTo>
                <a:cubicBezTo>
                  <a:pt x="118470" y="60554"/>
                  <a:pt x="118622" y="60205"/>
                  <a:pt x="118622" y="59965"/>
                </a:cubicBezTo>
                <a:cubicBezTo>
                  <a:pt x="118808" y="59671"/>
                  <a:pt x="119035" y="59407"/>
                  <a:pt x="119298" y="59180"/>
                </a:cubicBezTo>
                <a:cubicBezTo>
                  <a:pt x="119669" y="58919"/>
                  <a:pt x="120127" y="58679"/>
                  <a:pt x="120127" y="58330"/>
                </a:cubicBezTo>
                <a:cubicBezTo>
                  <a:pt x="120301" y="58169"/>
                  <a:pt x="120500" y="58036"/>
                  <a:pt x="120716" y="57938"/>
                </a:cubicBezTo>
                <a:cubicBezTo>
                  <a:pt x="121004" y="57826"/>
                  <a:pt x="121263" y="57656"/>
                  <a:pt x="121479" y="57436"/>
                </a:cubicBezTo>
                <a:cubicBezTo>
                  <a:pt x="121710" y="57166"/>
                  <a:pt x="121956" y="56910"/>
                  <a:pt x="122220" y="56673"/>
                </a:cubicBezTo>
                <a:cubicBezTo>
                  <a:pt x="122515" y="56533"/>
                  <a:pt x="122770" y="56324"/>
                  <a:pt x="122962" y="56062"/>
                </a:cubicBezTo>
                <a:cubicBezTo>
                  <a:pt x="123158" y="55779"/>
                  <a:pt x="123594" y="55583"/>
                  <a:pt x="123790" y="55255"/>
                </a:cubicBezTo>
                <a:cubicBezTo>
                  <a:pt x="123987" y="54928"/>
                  <a:pt x="124444" y="54776"/>
                  <a:pt x="124663" y="54361"/>
                </a:cubicBezTo>
                <a:cubicBezTo>
                  <a:pt x="124881" y="53947"/>
                  <a:pt x="125557" y="53903"/>
                  <a:pt x="125557" y="53446"/>
                </a:cubicBezTo>
                <a:cubicBezTo>
                  <a:pt x="126557" y="52290"/>
                  <a:pt x="127637" y="51206"/>
                  <a:pt x="128784" y="50197"/>
                </a:cubicBezTo>
                <a:cubicBezTo>
                  <a:pt x="129224" y="49671"/>
                  <a:pt x="129634" y="49117"/>
                  <a:pt x="130005" y="48539"/>
                </a:cubicBezTo>
                <a:cubicBezTo>
                  <a:pt x="130441" y="48169"/>
                  <a:pt x="130964" y="48103"/>
                  <a:pt x="131161" y="47907"/>
                </a:cubicBezTo>
                <a:cubicBezTo>
                  <a:pt x="131431" y="47508"/>
                  <a:pt x="131738" y="47137"/>
                  <a:pt x="132076" y="46795"/>
                </a:cubicBezTo>
                <a:cubicBezTo>
                  <a:pt x="132294" y="46533"/>
                  <a:pt x="132774" y="45988"/>
                  <a:pt x="133036" y="45748"/>
                </a:cubicBezTo>
                <a:lnTo>
                  <a:pt x="134213" y="44832"/>
                </a:lnTo>
                <a:cubicBezTo>
                  <a:pt x="134431" y="44702"/>
                  <a:pt x="135543" y="43895"/>
                  <a:pt x="135740" y="43742"/>
                </a:cubicBezTo>
                <a:cubicBezTo>
                  <a:pt x="136328" y="43459"/>
                  <a:pt x="136874" y="43677"/>
                  <a:pt x="136874" y="43459"/>
                </a:cubicBezTo>
                <a:cubicBezTo>
                  <a:pt x="137179" y="42826"/>
                  <a:pt x="137942" y="41365"/>
                  <a:pt x="137724" y="40907"/>
                </a:cubicBezTo>
                <a:cubicBezTo>
                  <a:pt x="137506" y="40450"/>
                  <a:pt x="137310" y="40101"/>
                  <a:pt x="137179" y="39883"/>
                </a:cubicBezTo>
                <a:cubicBezTo>
                  <a:pt x="136993" y="39689"/>
                  <a:pt x="136721" y="39606"/>
                  <a:pt x="136459" y="39665"/>
                </a:cubicBezTo>
                <a:cubicBezTo>
                  <a:pt x="135945" y="39830"/>
                  <a:pt x="135382" y="39734"/>
                  <a:pt x="134955" y="39403"/>
                </a:cubicBezTo>
                <a:cubicBezTo>
                  <a:pt x="134737" y="39228"/>
                  <a:pt x="134366" y="39468"/>
                  <a:pt x="133995" y="39621"/>
                </a:cubicBezTo>
                <a:cubicBezTo>
                  <a:pt x="133625" y="39774"/>
                  <a:pt x="133188" y="39621"/>
                  <a:pt x="132992" y="39774"/>
                </a:cubicBezTo>
                <a:cubicBezTo>
                  <a:pt x="132430" y="40234"/>
                  <a:pt x="131904" y="40735"/>
                  <a:pt x="131422" y="41278"/>
                </a:cubicBezTo>
                <a:cubicBezTo>
                  <a:pt x="131008" y="41758"/>
                  <a:pt x="128958" y="43655"/>
                  <a:pt x="128675" y="43938"/>
                </a:cubicBezTo>
                <a:cubicBezTo>
                  <a:pt x="128391" y="44222"/>
                  <a:pt x="128173" y="43851"/>
                  <a:pt x="128173" y="43502"/>
                </a:cubicBezTo>
                <a:cubicBezTo>
                  <a:pt x="128588" y="42565"/>
                  <a:pt x="128871" y="42499"/>
                  <a:pt x="128173" y="41322"/>
                </a:cubicBezTo>
                <a:cubicBezTo>
                  <a:pt x="127475" y="40144"/>
                  <a:pt x="126712" y="40297"/>
                  <a:pt x="126472" y="40144"/>
                </a:cubicBezTo>
                <a:cubicBezTo>
                  <a:pt x="126232" y="39992"/>
                  <a:pt x="125796" y="39337"/>
                  <a:pt x="125513" y="39228"/>
                </a:cubicBezTo>
                <a:close/>
                <a:moveTo>
                  <a:pt x="194516" y="33069"/>
                </a:moveTo>
                <a:cubicBezTo>
                  <a:pt x="194721" y="33076"/>
                  <a:pt x="194882" y="33246"/>
                  <a:pt x="194876" y="33451"/>
                </a:cubicBezTo>
                <a:cubicBezTo>
                  <a:pt x="194921" y="34033"/>
                  <a:pt x="194697" y="34604"/>
                  <a:pt x="194265" y="34999"/>
                </a:cubicBezTo>
                <a:cubicBezTo>
                  <a:pt x="193847" y="35128"/>
                  <a:pt x="193397" y="35128"/>
                  <a:pt x="192979" y="34999"/>
                </a:cubicBezTo>
                <a:cubicBezTo>
                  <a:pt x="192835" y="34796"/>
                  <a:pt x="192767" y="34550"/>
                  <a:pt x="192782" y="34301"/>
                </a:cubicBezTo>
                <a:cubicBezTo>
                  <a:pt x="192769" y="34020"/>
                  <a:pt x="192854" y="33743"/>
                  <a:pt x="193022" y="33516"/>
                </a:cubicBezTo>
                <a:cubicBezTo>
                  <a:pt x="193478" y="33340"/>
                  <a:pt x="193942" y="33194"/>
                  <a:pt x="194418" y="33080"/>
                </a:cubicBezTo>
                <a:cubicBezTo>
                  <a:pt x="194450" y="33071"/>
                  <a:pt x="194483" y="33069"/>
                  <a:pt x="194516" y="33069"/>
                </a:cubicBezTo>
                <a:close/>
                <a:moveTo>
                  <a:pt x="198496" y="31248"/>
                </a:moveTo>
                <a:cubicBezTo>
                  <a:pt x="198692" y="31096"/>
                  <a:pt x="199129" y="31008"/>
                  <a:pt x="199238" y="31401"/>
                </a:cubicBezTo>
                <a:cubicBezTo>
                  <a:pt x="199310" y="31708"/>
                  <a:pt x="199347" y="32022"/>
                  <a:pt x="199347" y="32338"/>
                </a:cubicBezTo>
                <a:cubicBezTo>
                  <a:pt x="199170" y="32871"/>
                  <a:pt x="198747" y="33283"/>
                  <a:pt x="198213" y="33451"/>
                </a:cubicBezTo>
                <a:cubicBezTo>
                  <a:pt x="198060" y="33516"/>
                  <a:pt x="197428" y="33145"/>
                  <a:pt x="197428" y="32905"/>
                </a:cubicBezTo>
                <a:cubicBezTo>
                  <a:pt x="197428" y="32666"/>
                  <a:pt x="196882" y="31793"/>
                  <a:pt x="197428" y="31772"/>
                </a:cubicBezTo>
                <a:cubicBezTo>
                  <a:pt x="197973" y="31750"/>
                  <a:pt x="198169" y="31401"/>
                  <a:pt x="198496" y="31248"/>
                </a:cubicBezTo>
                <a:close/>
                <a:moveTo>
                  <a:pt x="193328" y="28370"/>
                </a:moveTo>
                <a:cubicBezTo>
                  <a:pt x="194091" y="28087"/>
                  <a:pt x="194374" y="28566"/>
                  <a:pt x="194396" y="29286"/>
                </a:cubicBezTo>
                <a:cubicBezTo>
                  <a:pt x="194418" y="30005"/>
                  <a:pt x="193677" y="30289"/>
                  <a:pt x="193153" y="30834"/>
                </a:cubicBezTo>
                <a:cubicBezTo>
                  <a:pt x="192892" y="31096"/>
                  <a:pt x="192892" y="30834"/>
                  <a:pt x="192586" y="30594"/>
                </a:cubicBezTo>
                <a:cubicBezTo>
                  <a:pt x="192281" y="30354"/>
                  <a:pt x="192281" y="29766"/>
                  <a:pt x="192281" y="29395"/>
                </a:cubicBezTo>
                <a:cubicBezTo>
                  <a:pt x="192128" y="28544"/>
                  <a:pt x="193132" y="28719"/>
                  <a:pt x="193328" y="28370"/>
                </a:cubicBezTo>
                <a:close/>
                <a:moveTo>
                  <a:pt x="254601" y="27475"/>
                </a:moveTo>
                <a:cubicBezTo>
                  <a:pt x="253947" y="27628"/>
                  <a:pt x="253358" y="27519"/>
                  <a:pt x="253162" y="28195"/>
                </a:cubicBezTo>
                <a:cubicBezTo>
                  <a:pt x="253097" y="28435"/>
                  <a:pt x="252944" y="29307"/>
                  <a:pt x="252944" y="29569"/>
                </a:cubicBezTo>
                <a:cubicBezTo>
                  <a:pt x="252846" y="30050"/>
                  <a:pt x="252846" y="30548"/>
                  <a:pt x="252944" y="31030"/>
                </a:cubicBezTo>
                <a:cubicBezTo>
                  <a:pt x="253286" y="31627"/>
                  <a:pt x="253465" y="32303"/>
                  <a:pt x="253467" y="32992"/>
                </a:cubicBezTo>
                <a:cubicBezTo>
                  <a:pt x="253380" y="33668"/>
                  <a:pt x="253140" y="34257"/>
                  <a:pt x="253576" y="34562"/>
                </a:cubicBezTo>
                <a:cubicBezTo>
                  <a:pt x="254080" y="34798"/>
                  <a:pt x="254636" y="34896"/>
                  <a:pt x="255190" y="34845"/>
                </a:cubicBezTo>
                <a:cubicBezTo>
                  <a:pt x="255617" y="34819"/>
                  <a:pt x="256049" y="34819"/>
                  <a:pt x="256477" y="34845"/>
                </a:cubicBezTo>
                <a:cubicBezTo>
                  <a:pt x="256716" y="34998"/>
                  <a:pt x="256607" y="35565"/>
                  <a:pt x="256477" y="36045"/>
                </a:cubicBezTo>
                <a:cubicBezTo>
                  <a:pt x="256361" y="36538"/>
                  <a:pt x="256154" y="37004"/>
                  <a:pt x="255866" y="37419"/>
                </a:cubicBezTo>
                <a:cubicBezTo>
                  <a:pt x="255321" y="38291"/>
                  <a:pt x="254492" y="40777"/>
                  <a:pt x="252312" y="41082"/>
                </a:cubicBezTo>
                <a:cubicBezTo>
                  <a:pt x="251221" y="41213"/>
                  <a:pt x="249739" y="41605"/>
                  <a:pt x="248779" y="41605"/>
                </a:cubicBezTo>
                <a:cubicBezTo>
                  <a:pt x="248452" y="41605"/>
                  <a:pt x="247907" y="41605"/>
                  <a:pt x="247558" y="41605"/>
                </a:cubicBezTo>
                <a:cubicBezTo>
                  <a:pt x="246533" y="41692"/>
                  <a:pt x="244832" y="41976"/>
                  <a:pt x="244353" y="41976"/>
                </a:cubicBezTo>
                <a:cubicBezTo>
                  <a:pt x="243873" y="41976"/>
                  <a:pt x="243241" y="41496"/>
                  <a:pt x="242979" y="41496"/>
                </a:cubicBezTo>
                <a:cubicBezTo>
                  <a:pt x="242030" y="41494"/>
                  <a:pt x="241097" y="41743"/>
                  <a:pt x="240275" y="42216"/>
                </a:cubicBezTo>
                <a:cubicBezTo>
                  <a:pt x="240325" y="42737"/>
                  <a:pt x="240242" y="43262"/>
                  <a:pt x="240035" y="43742"/>
                </a:cubicBezTo>
                <a:lnTo>
                  <a:pt x="240035" y="43655"/>
                </a:lnTo>
                <a:cubicBezTo>
                  <a:pt x="239795" y="44069"/>
                  <a:pt x="239647" y="44529"/>
                  <a:pt x="239599" y="45007"/>
                </a:cubicBezTo>
                <a:cubicBezTo>
                  <a:pt x="240253" y="46054"/>
                  <a:pt x="241038" y="47515"/>
                  <a:pt x="241278" y="47624"/>
                </a:cubicBezTo>
                <a:cubicBezTo>
                  <a:pt x="241518" y="47733"/>
                  <a:pt x="245356" y="47057"/>
                  <a:pt x="247536" y="46882"/>
                </a:cubicBezTo>
                <a:cubicBezTo>
                  <a:pt x="249180" y="46764"/>
                  <a:pt x="250833" y="46830"/>
                  <a:pt x="252464" y="47078"/>
                </a:cubicBezTo>
                <a:cubicBezTo>
                  <a:pt x="253228" y="47209"/>
                  <a:pt x="254383" y="47711"/>
                  <a:pt x="255103" y="47798"/>
                </a:cubicBezTo>
                <a:cubicBezTo>
                  <a:pt x="255822" y="47885"/>
                  <a:pt x="257043" y="48038"/>
                  <a:pt x="257501" y="48038"/>
                </a:cubicBezTo>
                <a:cubicBezTo>
                  <a:pt x="258339" y="48044"/>
                  <a:pt x="259172" y="48184"/>
                  <a:pt x="259965" y="48452"/>
                </a:cubicBezTo>
                <a:cubicBezTo>
                  <a:pt x="260423" y="48627"/>
                  <a:pt x="261623" y="48757"/>
                  <a:pt x="262342" y="49041"/>
                </a:cubicBezTo>
                <a:cubicBezTo>
                  <a:pt x="263062" y="49324"/>
                  <a:pt x="264305" y="49760"/>
                  <a:pt x="264893" y="49913"/>
                </a:cubicBezTo>
                <a:cubicBezTo>
                  <a:pt x="265482" y="50066"/>
                  <a:pt x="265984" y="50044"/>
                  <a:pt x="266507" y="50175"/>
                </a:cubicBezTo>
                <a:cubicBezTo>
                  <a:pt x="267013" y="50364"/>
                  <a:pt x="267508" y="50585"/>
                  <a:pt x="267990" y="50829"/>
                </a:cubicBezTo>
                <a:cubicBezTo>
                  <a:pt x="268230" y="50894"/>
                  <a:pt x="268644" y="50916"/>
                  <a:pt x="269429" y="51091"/>
                </a:cubicBezTo>
                <a:cubicBezTo>
                  <a:pt x="269734" y="51156"/>
                  <a:pt x="270083" y="50785"/>
                  <a:pt x="270345" y="50524"/>
                </a:cubicBezTo>
                <a:cubicBezTo>
                  <a:pt x="270596" y="50316"/>
                  <a:pt x="270796" y="50055"/>
                  <a:pt x="270934" y="49760"/>
                </a:cubicBezTo>
                <a:cubicBezTo>
                  <a:pt x="270986" y="49575"/>
                  <a:pt x="270986" y="49379"/>
                  <a:pt x="270934" y="49193"/>
                </a:cubicBezTo>
                <a:cubicBezTo>
                  <a:pt x="270934" y="49150"/>
                  <a:pt x="270934" y="48910"/>
                  <a:pt x="270934" y="48801"/>
                </a:cubicBezTo>
                <a:cubicBezTo>
                  <a:pt x="270988" y="48461"/>
                  <a:pt x="270988" y="48116"/>
                  <a:pt x="270934" y="47776"/>
                </a:cubicBezTo>
                <a:cubicBezTo>
                  <a:pt x="270825" y="46926"/>
                  <a:pt x="270127" y="46577"/>
                  <a:pt x="269756" y="46228"/>
                </a:cubicBezTo>
                <a:cubicBezTo>
                  <a:pt x="269457" y="45907"/>
                  <a:pt x="269137" y="45609"/>
                  <a:pt x="268797" y="45334"/>
                </a:cubicBezTo>
                <a:cubicBezTo>
                  <a:pt x="268459" y="45107"/>
                  <a:pt x="268101" y="44909"/>
                  <a:pt x="267728" y="44745"/>
                </a:cubicBezTo>
                <a:cubicBezTo>
                  <a:pt x="267377" y="44667"/>
                  <a:pt x="267020" y="44617"/>
                  <a:pt x="266660" y="44593"/>
                </a:cubicBezTo>
                <a:cubicBezTo>
                  <a:pt x="266267" y="44593"/>
                  <a:pt x="265984" y="44876"/>
                  <a:pt x="265460" y="44745"/>
                </a:cubicBezTo>
                <a:cubicBezTo>
                  <a:pt x="264069" y="44348"/>
                  <a:pt x="262658" y="44037"/>
                  <a:pt x="261230" y="43808"/>
                </a:cubicBezTo>
                <a:cubicBezTo>
                  <a:pt x="260968" y="43437"/>
                  <a:pt x="261405" y="42521"/>
                  <a:pt x="261688" y="41431"/>
                </a:cubicBezTo>
                <a:cubicBezTo>
                  <a:pt x="261797" y="41125"/>
                  <a:pt x="261863" y="40733"/>
                  <a:pt x="262081" y="40580"/>
                </a:cubicBezTo>
                <a:cubicBezTo>
                  <a:pt x="262296" y="40364"/>
                  <a:pt x="262447" y="40092"/>
                  <a:pt x="262517" y="39795"/>
                </a:cubicBezTo>
                <a:cubicBezTo>
                  <a:pt x="262617" y="39503"/>
                  <a:pt x="262798" y="39246"/>
                  <a:pt x="263040" y="39054"/>
                </a:cubicBezTo>
                <a:cubicBezTo>
                  <a:pt x="263293" y="38856"/>
                  <a:pt x="263489" y="38592"/>
                  <a:pt x="263607" y="38291"/>
                </a:cubicBezTo>
                <a:cubicBezTo>
                  <a:pt x="263934" y="37070"/>
                  <a:pt x="263258" y="37266"/>
                  <a:pt x="263607" y="36241"/>
                </a:cubicBezTo>
                <a:cubicBezTo>
                  <a:pt x="263956" y="35216"/>
                  <a:pt x="265003" y="35434"/>
                  <a:pt x="266289" y="35216"/>
                </a:cubicBezTo>
                <a:cubicBezTo>
                  <a:pt x="266762" y="35157"/>
                  <a:pt x="267216" y="34994"/>
                  <a:pt x="267619" y="34736"/>
                </a:cubicBezTo>
                <a:cubicBezTo>
                  <a:pt x="268153" y="34329"/>
                  <a:pt x="268760" y="34023"/>
                  <a:pt x="269407" y="33842"/>
                </a:cubicBezTo>
                <a:cubicBezTo>
                  <a:pt x="270628" y="33385"/>
                  <a:pt x="271392" y="33581"/>
                  <a:pt x="271719" y="32578"/>
                </a:cubicBezTo>
                <a:cubicBezTo>
                  <a:pt x="271784" y="32425"/>
                  <a:pt x="271457" y="31989"/>
                  <a:pt x="271457" y="31706"/>
                </a:cubicBezTo>
                <a:cubicBezTo>
                  <a:pt x="271529" y="31309"/>
                  <a:pt x="271529" y="30903"/>
                  <a:pt x="271457" y="30506"/>
                </a:cubicBezTo>
                <a:cubicBezTo>
                  <a:pt x="271261" y="29961"/>
                  <a:pt x="270846" y="29612"/>
                  <a:pt x="270585" y="29067"/>
                </a:cubicBezTo>
                <a:cubicBezTo>
                  <a:pt x="270439" y="28771"/>
                  <a:pt x="270192" y="28539"/>
                  <a:pt x="269887" y="28413"/>
                </a:cubicBezTo>
                <a:cubicBezTo>
                  <a:pt x="269625" y="28413"/>
                  <a:pt x="269407" y="28566"/>
                  <a:pt x="268906" y="28413"/>
                </a:cubicBezTo>
                <a:cubicBezTo>
                  <a:pt x="268550" y="28280"/>
                  <a:pt x="268169" y="28234"/>
                  <a:pt x="267794" y="28282"/>
                </a:cubicBezTo>
                <a:cubicBezTo>
                  <a:pt x="266413" y="28659"/>
                  <a:pt x="264994" y="28880"/>
                  <a:pt x="263563" y="28936"/>
                </a:cubicBezTo>
                <a:lnTo>
                  <a:pt x="262887" y="28936"/>
                </a:lnTo>
                <a:lnTo>
                  <a:pt x="261928" y="28936"/>
                </a:lnTo>
                <a:cubicBezTo>
                  <a:pt x="260096" y="28893"/>
                  <a:pt x="256847" y="28522"/>
                  <a:pt x="256607" y="28522"/>
                </a:cubicBezTo>
                <a:cubicBezTo>
                  <a:pt x="255975" y="28260"/>
                  <a:pt x="254863" y="27475"/>
                  <a:pt x="254601" y="27475"/>
                </a:cubicBezTo>
                <a:close/>
                <a:moveTo>
                  <a:pt x="185522" y="25971"/>
                </a:moveTo>
                <a:cubicBezTo>
                  <a:pt x="185173" y="26232"/>
                  <a:pt x="184780" y="26341"/>
                  <a:pt x="183799" y="26341"/>
                </a:cubicBezTo>
                <a:cubicBezTo>
                  <a:pt x="181880" y="26516"/>
                  <a:pt x="179961" y="29045"/>
                  <a:pt x="178086" y="30136"/>
                </a:cubicBezTo>
                <a:cubicBezTo>
                  <a:pt x="177630" y="30286"/>
                  <a:pt x="177164" y="30402"/>
                  <a:pt x="176690" y="30484"/>
                </a:cubicBezTo>
                <a:cubicBezTo>
                  <a:pt x="176298" y="30659"/>
                  <a:pt x="175796" y="30986"/>
                  <a:pt x="175709" y="31291"/>
                </a:cubicBezTo>
                <a:cubicBezTo>
                  <a:pt x="175622" y="31597"/>
                  <a:pt x="175665" y="31945"/>
                  <a:pt x="175317" y="32142"/>
                </a:cubicBezTo>
                <a:cubicBezTo>
                  <a:pt x="174968" y="32338"/>
                  <a:pt x="174684" y="32382"/>
                  <a:pt x="174706" y="32643"/>
                </a:cubicBezTo>
                <a:cubicBezTo>
                  <a:pt x="174728" y="32905"/>
                  <a:pt x="174924" y="33995"/>
                  <a:pt x="175251" y="34060"/>
                </a:cubicBezTo>
                <a:cubicBezTo>
                  <a:pt x="175578" y="34126"/>
                  <a:pt x="175818" y="34060"/>
                  <a:pt x="175949" y="34388"/>
                </a:cubicBezTo>
                <a:cubicBezTo>
                  <a:pt x="176080" y="34715"/>
                  <a:pt x="176516" y="35129"/>
                  <a:pt x="176843" y="35129"/>
                </a:cubicBezTo>
                <a:cubicBezTo>
                  <a:pt x="177281" y="35168"/>
                  <a:pt x="177715" y="35264"/>
                  <a:pt x="178129" y="35412"/>
                </a:cubicBezTo>
                <a:cubicBezTo>
                  <a:pt x="178544" y="35521"/>
                  <a:pt x="179307" y="35565"/>
                  <a:pt x="179307" y="36241"/>
                </a:cubicBezTo>
                <a:cubicBezTo>
                  <a:pt x="179307" y="36917"/>
                  <a:pt x="179547" y="37898"/>
                  <a:pt x="179307" y="38422"/>
                </a:cubicBezTo>
                <a:cubicBezTo>
                  <a:pt x="179067" y="38945"/>
                  <a:pt x="178391" y="39708"/>
                  <a:pt x="178129" y="39708"/>
                </a:cubicBezTo>
                <a:cubicBezTo>
                  <a:pt x="177868" y="39708"/>
                  <a:pt x="177410" y="39708"/>
                  <a:pt x="177148" y="39708"/>
                </a:cubicBezTo>
                <a:cubicBezTo>
                  <a:pt x="176383" y="39872"/>
                  <a:pt x="175864" y="40587"/>
                  <a:pt x="175949" y="41365"/>
                </a:cubicBezTo>
                <a:cubicBezTo>
                  <a:pt x="176014" y="41889"/>
                  <a:pt x="177039" y="42805"/>
                  <a:pt x="177039" y="42805"/>
                </a:cubicBezTo>
                <a:lnTo>
                  <a:pt x="177559" y="43404"/>
                </a:lnTo>
                <a:lnTo>
                  <a:pt x="177933" y="44113"/>
                </a:lnTo>
                <a:cubicBezTo>
                  <a:pt x="178064" y="44418"/>
                  <a:pt x="177933" y="44745"/>
                  <a:pt x="177933" y="45181"/>
                </a:cubicBezTo>
                <a:cubicBezTo>
                  <a:pt x="177977" y="45456"/>
                  <a:pt x="177977" y="45735"/>
                  <a:pt x="177933" y="46010"/>
                </a:cubicBezTo>
                <a:cubicBezTo>
                  <a:pt x="177809" y="46392"/>
                  <a:pt x="177573" y="46725"/>
                  <a:pt x="177257" y="46969"/>
                </a:cubicBezTo>
                <a:cubicBezTo>
                  <a:pt x="177039" y="47144"/>
                  <a:pt x="176472" y="47842"/>
                  <a:pt x="176254" y="47951"/>
                </a:cubicBezTo>
                <a:cubicBezTo>
                  <a:pt x="175410" y="48415"/>
                  <a:pt x="174789" y="49202"/>
                  <a:pt x="174532" y="50131"/>
                </a:cubicBezTo>
                <a:cubicBezTo>
                  <a:pt x="174612" y="50820"/>
                  <a:pt x="174826" y="51487"/>
                  <a:pt x="175164" y="52094"/>
                </a:cubicBezTo>
                <a:cubicBezTo>
                  <a:pt x="175413" y="52477"/>
                  <a:pt x="175731" y="52809"/>
                  <a:pt x="176102" y="53075"/>
                </a:cubicBezTo>
                <a:cubicBezTo>
                  <a:pt x="176450" y="53380"/>
                  <a:pt x="176341" y="54100"/>
                  <a:pt x="176778" y="54100"/>
                </a:cubicBezTo>
                <a:cubicBezTo>
                  <a:pt x="177218" y="54119"/>
                  <a:pt x="177656" y="54178"/>
                  <a:pt x="178086" y="54274"/>
                </a:cubicBezTo>
                <a:cubicBezTo>
                  <a:pt x="178391" y="54427"/>
                  <a:pt x="178980" y="54122"/>
                  <a:pt x="178980" y="54122"/>
                </a:cubicBezTo>
                <a:cubicBezTo>
                  <a:pt x="179460" y="53947"/>
                  <a:pt x="179961" y="52682"/>
                  <a:pt x="180921" y="51941"/>
                </a:cubicBezTo>
                <a:cubicBezTo>
                  <a:pt x="181880" y="51200"/>
                  <a:pt x="184017" y="49978"/>
                  <a:pt x="185151" y="49019"/>
                </a:cubicBezTo>
                <a:cubicBezTo>
                  <a:pt x="186446" y="48190"/>
                  <a:pt x="187296" y="46819"/>
                  <a:pt x="187462" y="45290"/>
                </a:cubicBezTo>
                <a:cubicBezTo>
                  <a:pt x="187397" y="44909"/>
                  <a:pt x="187240" y="44551"/>
                  <a:pt x="187004" y="44244"/>
                </a:cubicBezTo>
                <a:cubicBezTo>
                  <a:pt x="186701" y="43982"/>
                  <a:pt x="186330" y="43808"/>
                  <a:pt x="185936" y="43742"/>
                </a:cubicBezTo>
                <a:lnTo>
                  <a:pt x="184846" y="43895"/>
                </a:lnTo>
                <a:cubicBezTo>
                  <a:pt x="184693" y="43851"/>
                  <a:pt x="184540" y="43044"/>
                  <a:pt x="184540" y="42805"/>
                </a:cubicBezTo>
                <a:cubicBezTo>
                  <a:pt x="185144" y="41572"/>
                  <a:pt x="186006" y="40487"/>
                  <a:pt x="187070" y="39621"/>
                </a:cubicBezTo>
                <a:cubicBezTo>
                  <a:pt x="187201" y="39490"/>
                  <a:pt x="187222" y="39446"/>
                  <a:pt x="187201" y="39010"/>
                </a:cubicBezTo>
                <a:cubicBezTo>
                  <a:pt x="187179" y="38574"/>
                  <a:pt x="186983" y="38465"/>
                  <a:pt x="186394" y="37658"/>
                </a:cubicBezTo>
                <a:cubicBezTo>
                  <a:pt x="186089" y="37222"/>
                  <a:pt x="186263" y="36786"/>
                  <a:pt x="185936" y="36786"/>
                </a:cubicBezTo>
                <a:cubicBezTo>
                  <a:pt x="185609" y="36786"/>
                  <a:pt x="185238" y="37222"/>
                  <a:pt x="184955" y="36961"/>
                </a:cubicBezTo>
                <a:cubicBezTo>
                  <a:pt x="184671" y="36699"/>
                  <a:pt x="184671" y="35936"/>
                  <a:pt x="184671" y="35674"/>
                </a:cubicBezTo>
                <a:cubicBezTo>
                  <a:pt x="184423" y="35072"/>
                  <a:pt x="184383" y="34403"/>
                  <a:pt x="184562" y="33777"/>
                </a:cubicBezTo>
                <a:cubicBezTo>
                  <a:pt x="184944" y="33114"/>
                  <a:pt x="185373" y="32480"/>
                  <a:pt x="185849" y="31880"/>
                </a:cubicBezTo>
                <a:cubicBezTo>
                  <a:pt x="186307" y="31335"/>
                  <a:pt x="186590" y="30964"/>
                  <a:pt x="186590" y="30550"/>
                </a:cubicBezTo>
                <a:cubicBezTo>
                  <a:pt x="186437" y="29590"/>
                  <a:pt x="186852" y="29242"/>
                  <a:pt x="186852" y="28805"/>
                </a:cubicBezTo>
                <a:cubicBezTo>
                  <a:pt x="186852" y="28369"/>
                  <a:pt x="187113" y="27737"/>
                  <a:pt x="186852" y="27279"/>
                </a:cubicBezTo>
                <a:cubicBezTo>
                  <a:pt x="186590" y="26821"/>
                  <a:pt x="185870" y="25709"/>
                  <a:pt x="185522" y="25971"/>
                </a:cubicBezTo>
                <a:close/>
                <a:moveTo>
                  <a:pt x="200022" y="25622"/>
                </a:moveTo>
                <a:cubicBezTo>
                  <a:pt x="200153" y="25710"/>
                  <a:pt x="200284" y="26429"/>
                  <a:pt x="200284" y="26691"/>
                </a:cubicBezTo>
                <a:cubicBezTo>
                  <a:pt x="200188" y="27297"/>
                  <a:pt x="199896" y="27855"/>
                  <a:pt x="199455" y="28283"/>
                </a:cubicBezTo>
                <a:cubicBezTo>
                  <a:pt x="198960" y="28424"/>
                  <a:pt x="198441" y="28468"/>
                  <a:pt x="197929" y="28413"/>
                </a:cubicBezTo>
                <a:cubicBezTo>
                  <a:pt x="197471" y="28304"/>
                  <a:pt x="197362" y="27563"/>
                  <a:pt x="197340" y="27127"/>
                </a:cubicBezTo>
                <a:cubicBezTo>
                  <a:pt x="197297" y="26298"/>
                  <a:pt x="198997" y="26102"/>
                  <a:pt x="200022" y="25622"/>
                </a:cubicBezTo>
                <a:close/>
                <a:moveTo>
                  <a:pt x="201134" y="21282"/>
                </a:moveTo>
                <a:cubicBezTo>
                  <a:pt x="199327" y="22050"/>
                  <a:pt x="197558" y="22909"/>
                  <a:pt x="195836" y="23856"/>
                </a:cubicBezTo>
                <a:cubicBezTo>
                  <a:pt x="195378" y="24074"/>
                  <a:pt x="194876" y="23877"/>
                  <a:pt x="194026" y="24292"/>
                </a:cubicBezTo>
                <a:cubicBezTo>
                  <a:pt x="193175" y="24706"/>
                  <a:pt x="192630" y="25164"/>
                  <a:pt x="191845" y="25578"/>
                </a:cubicBezTo>
                <a:cubicBezTo>
                  <a:pt x="191583" y="25731"/>
                  <a:pt x="190711" y="26102"/>
                  <a:pt x="190537" y="26211"/>
                </a:cubicBezTo>
                <a:cubicBezTo>
                  <a:pt x="190212" y="26354"/>
                  <a:pt x="189865" y="26442"/>
                  <a:pt x="189512" y="26472"/>
                </a:cubicBezTo>
                <a:cubicBezTo>
                  <a:pt x="188923" y="26538"/>
                  <a:pt x="188727" y="25883"/>
                  <a:pt x="188313" y="25949"/>
                </a:cubicBezTo>
                <a:cubicBezTo>
                  <a:pt x="187898" y="26014"/>
                  <a:pt x="187528" y="27061"/>
                  <a:pt x="187702" y="27824"/>
                </a:cubicBezTo>
                <a:cubicBezTo>
                  <a:pt x="187761" y="28426"/>
                  <a:pt x="187761" y="29032"/>
                  <a:pt x="187702" y="29634"/>
                </a:cubicBezTo>
                <a:lnTo>
                  <a:pt x="187637" y="29547"/>
                </a:lnTo>
                <a:cubicBezTo>
                  <a:pt x="187611" y="29948"/>
                  <a:pt x="187632" y="30351"/>
                  <a:pt x="187702" y="30746"/>
                </a:cubicBezTo>
                <a:cubicBezTo>
                  <a:pt x="187811" y="31313"/>
                  <a:pt x="188291" y="31727"/>
                  <a:pt x="188291" y="32033"/>
                </a:cubicBezTo>
                <a:cubicBezTo>
                  <a:pt x="188419" y="33092"/>
                  <a:pt x="188675" y="34132"/>
                  <a:pt x="189054" y="35129"/>
                </a:cubicBezTo>
                <a:cubicBezTo>
                  <a:pt x="189207" y="35609"/>
                  <a:pt x="188662" y="36350"/>
                  <a:pt x="188662" y="37157"/>
                </a:cubicBezTo>
                <a:cubicBezTo>
                  <a:pt x="188749" y="37602"/>
                  <a:pt x="188928" y="38025"/>
                  <a:pt x="189185" y="38400"/>
                </a:cubicBezTo>
                <a:cubicBezTo>
                  <a:pt x="189294" y="38574"/>
                  <a:pt x="189970" y="38749"/>
                  <a:pt x="189970" y="39468"/>
                </a:cubicBezTo>
                <a:cubicBezTo>
                  <a:pt x="189970" y="39730"/>
                  <a:pt x="190210" y="40013"/>
                  <a:pt x="190340" y="40231"/>
                </a:cubicBezTo>
                <a:cubicBezTo>
                  <a:pt x="190471" y="40450"/>
                  <a:pt x="190450" y="40711"/>
                  <a:pt x="190755" y="40711"/>
                </a:cubicBezTo>
                <a:cubicBezTo>
                  <a:pt x="190995" y="40744"/>
                  <a:pt x="191235" y="40744"/>
                  <a:pt x="191474" y="40711"/>
                </a:cubicBezTo>
                <a:cubicBezTo>
                  <a:pt x="191736" y="40668"/>
                  <a:pt x="192129" y="40406"/>
                  <a:pt x="192303" y="40406"/>
                </a:cubicBezTo>
                <a:cubicBezTo>
                  <a:pt x="192610" y="40288"/>
                  <a:pt x="192909" y="40151"/>
                  <a:pt x="193197" y="39992"/>
                </a:cubicBezTo>
                <a:cubicBezTo>
                  <a:pt x="193546" y="39730"/>
                  <a:pt x="193938" y="39665"/>
                  <a:pt x="193938" y="39992"/>
                </a:cubicBezTo>
                <a:cubicBezTo>
                  <a:pt x="194000" y="40397"/>
                  <a:pt x="194000" y="40807"/>
                  <a:pt x="193938" y="41213"/>
                </a:cubicBezTo>
                <a:cubicBezTo>
                  <a:pt x="193834" y="41435"/>
                  <a:pt x="193666" y="41625"/>
                  <a:pt x="193459" y="41758"/>
                </a:cubicBezTo>
                <a:cubicBezTo>
                  <a:pt x="193280" y="41834"/>
                  <a:pt x="193086" y="41871"/>
                  <a:pt x="192892" y="41867"/>
                </a:cubicBezTo>
                <a:cubicBezTo>
                  <a:pt x="192630" y="41910"/>
                  <a:pt x="192543" y="42020"/>
                  <a:pt x="192281" y="42063"/>
                </a:cubicBezTo>
                <a:cubicBezTo>
                  <a:pt x="192020" y="42107"/>
                  <a:pt x="192150" y="41889"/>
                  <a:pt x="191693" y="41954"/>
                </a:cubicBezTo>
                <a:cubicBezTo>
                  <a:pt x="191235" y="42020"/>
                  <a:pt x="191235" y="42281"/>
                  <a:pt x="191235" y="42783"/>
                </a:cubicBezTo>
                <a:cubicBezTo>
                  <a:pt x="191235" y="43284"/>
                  <a:pt x="191235" y="43611"/>
                  <a:pt x="191235" y="43808"/>
                </a:cubicBezTo>
                <a:cubicBezTo>
                  <a:pt x="191235" y="44004"/>
                  <a:pt x="191104" y="44353"/>
                  <a:pt x="191235" y="44658"/>
                </a:cubicBezTo>
                <a:cubicBezTo>
                  <a:pt x="191365" y="44963"/>
                  <a:pt x="191627" y="44963"/>
                  <a:pt x="192150" y="44963"/>
                </a:cubicBezTo>
                <a:cubicBezTo>
                  <a:pt x="192478" y="45105"/>
                  <a:pt x="192848" y="45105"/>
                  <a:pt x="193175" y="44963"/>
                </a:cubicBezTo>
                <a:cubicBezTo>
                  <a:pt x="193371" y="44920"/>
                  <a:pt x="193938" y="45116"/>
                  <a:pt x="193677" y="45617"/>
                </a:cubicBezTo>
                <a:cubicBezTo>
                  <a:pt x="192868" y="46047"/>
                  <a:pt x="192089" y="46527"/>
                  <a:pt x="191344" y="47057"/>
                </a:cubicBezTo>
                <a:cubicBezTo>
                  <a:pt x="190766" y="47443"/>
                  <a:pt x="190142" y="47757"/>
                  <a:pt x="189490" y="47994"/>
                </a:cubicBezTo>
                <a:cubicBezTo>
                  <a:pt x="189119" y="48103"/>
                  <a:pt x="189032" y="47776"/>
                  <a:pt x="188771" y="47776"/>
                </a:cubicBezTo>
                <a:cubicBezTo>
                  <a:pt x="188509" y="47776"/>
                  <a:pt x="188291" y="48278"/>
                  <a:pt x="188291" y="48278"/>
                </a:cubicBezTo>
                <a:cubicBezTo>
                  <a:pt x="188034" y="48579"/>
                  <a:pt x="187916" y="48975"/>
                  <a:pt x="187964" y="49368"/>
                </a:cubicBezTo>
                <a:cubicBezTo>
                  <a:pt x="187964" y="49564"/>
                  <a:pt x="187964" y="50000"/>
                  <a:pt x="187964" y="50262"/>
                </a:cubicBezTo>
                <a:cubicBezTo>
                  <a:pt x="188007" y="51156"/>
                  <a:pt x="188465" y="51592"/>
                  <a:pt x="188553" y="52137"/>
                </a:cubicBezTo>
                <a:cubicBezTo>
                  <a:pt x="188640" y="52682"/>
                  <a:pt x="189686" y="52791"/>
                  <a:pt x="190101" y="52682"/>
                </a:cubicBezTo>
                <a:cubicBezTo>
                  <a:pt x="190857" y="52416"/>
                  <a:pt x="191588" y="52081"/>
                  <a:pt x="192281" y="51679"/>
                </a:cubicBezTo>
                <a:cubicBezTo>
                  <a:pt x="193025" y="51570"/>
                  <a:pt x="193755" y="51387"/>
                  <a:pt x="194462" y="51134"/>
                </a:cubicBezTo>
                <a:cubicBezTo>
                  <a:pt x="195127" y="50737"/>
                  <a:pt x="195873" y="50493"/>
                  <a:pt x="196642" y="50415"/>
                </a:cubicBezTo>
                <a:cubicBezTo>
                  <a:pt x="197233" y="50288"/>
                  <a:pt x="197809" y="50105"/>
                  <a:pt x="198365" y="49869"/>
                </a:cubicBezTo>
                <a:cubicBezTo>
                  <a:pt x="198867" y="49695"/>
                  <a:pt x="199385" y="49571"/>
                  <a:pt x="199913" y="49499"/>
                </a:cubicBezTo>
                <a:cubicBezTo>
                  <a:pt x="200519" y="49499"/>
                  <a:pt x="201126" y="49449"/>
                  <a:pt x="201723" y="49346"/>
                </a:cubicBezTo>
                <a:cubicBezTo>
                  <a:pt x="201985" y="49259"/>
                  <a:pt x="203140" y="49128"/>
                  <a:pt x="204994" y="48757"/>
                </a:cubicBezTo>
                <a:cubicBezTo>
                  <a:pt x="206847" y="48387"/>
                  <a:pt x="206542" y="48757"/>
                  <a:pt x="207065" y="48757"/>
                </a:cubicBezTo>
                <a:cubicBezTo>
                  <a:pt x="208308" y="48474"/>
                  <a:pt x="209006" y="46730"/>
                  <a:pt x="208810" y="45290"/>
                </a:cubicBezTo>
                <a:cubicBezTo>
                  <a:pt x="208657" y="44265"/>
                  <a:pt x="207720" y="43829"/>
                  <a:pt x="207327" y="43502"/>
                </a:cubicBezTo>
                <a:cubicBezTo>
                  <a:pt x="206935" y="43175"/>
                  <a:pt x="206324" y="43786"/>
                  <a:pt x="205844" y="43742"/>
                </a:cubicBezTo>
                <a:cubicBezTo>
                  <a:pt x="205364" y="43699"/>
                  <a:pt x="204492" y="44331"/>
                  <a:pt x="204165" y="44331"/>
                </a:cubicBezTo>
                <a:cubicBezTo>
                  <a:pt x="203703" y="44401"/>
                  <a:pt x="203236" y="44444"/>
                  <a:pt x="202770" y="44462"/>
                </a:cubicBezTo>
                <a:cubicBezTo>
                  <a:pt x="202164" y="44634"/>
                  <a:pt x="201566" y="44839"/>
                  <a:pt x="200982" y="45072"/>
                </a:cubicBezTo>
                <a:cubicBezTo>
                  <a:pt x="200720" y="45116"/>
                  <a:pt x="200240" y="45116"/>
                  <a:pt x="200240" y="44636"/>
                </a:cubicBezTo>
                <a:cubicBezTo>
                  <a:pt x="200214" y="44316"/>
                  <a:pt x="200325" y="43997"/>
                  <a:pt x="200546" y="43764"/>
                </a:cubicBezTo>
                <a:cubicBezTo>
                  <a:pt x="200938" y="43437"/>
                  <a:pt x="201592" y="43284"/>
                  <a:pt x="201876" y="43066"/>
                </a:cubicBezTo>
                <a:cubicBezTo>
                  <a:pt x="202273" y="42770"/>
                  <a:pt x="202630" y="42425"/>
                  <a:pt x="202944" y="42041"/>
                </a:cubicBezTo>
                <a:cubicBezTo>
                  <a:pt x="203064" y="41821"/>
                  <a:pt x="203110" y="41570"/>
                  <a:pt x="203075" y="41322"/>
                </a:cubicBezTo>
                <a:cubicBezTo>
                  <a:pt x="202768" y="40816"/>
                  <a:pt x="202567" y="40251"/>
                  <a:pt x="202486" y="39665"/>
                </a:cubicBezTo>
                <a:cubicBezTo>
                  <a:pt x="202432" y="39359"/>
                  <a:pt x="202166" y="39137"/>
                  <a:pt x="201854" y="39141"/>
                </a:cubicBezTo>
                <a:cubicBezTo>
                  <a:pt x="201381" y="39111"/>
                  <a:pt x="200914" y="39030"/>
                  <a:pt x="200458" y="38901"/>
                </a:cubicBezTo>
                <a:cubicBezTo>
                  <a:pt x="200109" y="38858"/>
                  <a:pt x="199695" y="39250"/>
                  <a:pt x="199564" y="39490"/>
                </a:cubicBezTo>
                <a:cubicBezTo>
                  <a:pt x="199433" y="39730"/>
                  <a:pt x="198779" y="40253"/>
                  <a:pt x="198387" y="39861"/>
                </a:cubicBezTo>
                <a:cubicBezTo>
                  <a:pt x="198167" y="39494"/>
                  <a:pt x="198103" y="39054"/>
                  <a:pt x="198212" y="38640"/>
                </a:cubicBezTo>
                <a:cubicBezTo>
                  <a:pt x="198365" y="38160"/>
                  <a:pt x="199455" y="38291"/>
                  <a:pt x="199717" y="37942"/>
                </a:cubicBezTo>
                <a:cubicBezTo>
                  <a:pt x="199979" y="37593"/>
                  <a:pt x="200611" y="37593"/>
                  <a:pt x="200742" y="37440"/>
                </a:cubicBezTo>
                <a:cubicBezTo>
                  <a:pt x="201036" y="37222"/>
                  <a:pt x="201416" y="37159"/>
                  <a:pt x="201767" y="37266"/>
                </a:cubicBezTo>
                <a:cubicBezTo>
                  <a:pt x="202007" y="37353"/>
                  <a:pt x="202464" y="36634"/>
                  <a:pt x="202464" y="36328"/>
                </a:cubicBezTo>
                <a:cubicBezTo>
                  <a:pt x="202900" y="34300"/>
                  <a:pt x="203642" y="32818"/>
                  <a:pt x="204231" y="30768"/>
                </a:cubicBezTo>
                <a:cubicBezTo>
                  <a:pt x="204318" y="30463"/>
                  <a:pt x="205168" y="29656"/>
                  <a:pt x="205168" y="29329"/>
                </a:cubicBezTo>
                <a:cubicBezTo>
                  <a:pt x="205367" y="28513"/>
                  <a:pt x="205659" y="27722"/>
                  <a:pt x="206040" y="26974"/>
                </a:cubicBezTo>
                <a:cubicBezTo>
                  <a:pt x="206241" y="26529"/>
                  <a:pt x="206287" y="26030"/>
                  <a:pt x="206171" y="25556"/>
                </a:cubicBezTo>
                <a:cubicBezTo>
                  <a:pt x="206149" y="25382"/>
                  <a:pt x="206673" y="24488"/>
                  <a:pt x="206673" y="23986"/>
                </a:cubicBezTo>
                <a:cubicBezTo>
                  <a:pt x="206498" y="23337"/>
                  <a:pt x="206106" y="22767"/>
                  <a:pt x="205561" y="22373"/>
                </a:cubicBezTo>
                <a:cubicBezTo>
                  <a:pt x="205364" y="22242"/>
                  <a:pt x="205168" y="21522"/>
                  <a:pt x="204994" y="21413"/>
                </a:cubicBezTo>
                <a:cubicBezTo>
                  <a:pt x="204154" y="21341"/>
                  <a:pt x="203308" y="21400"/>
                  <a:pt x="202486" y="21588"/>
                </a:cubicBezTo>
                <a:cubicBezTo>
                  <a:pt x="202072" y="21631"/>
                  <a:pt x="201636" y="21282"/>
                  <a:pt x="201134" y="21282"/>
                </a:cubicBezTo>
                <a:close/>
                <a:moveTo>
                  <a:pt x="221282" y="7850"/>
                </a:moveTo>
                <a:cubicBezTo>
                  <a:pt x="339124" y="7898"/>
                  <a:pt x="434627" y="103441"/>
                  <a:pt x="434627" y="221282"/>
                </a:cubicBezTo>
                <a:cubicBezTo>
                  <a:pt x="434627" y="221311"/>
                  <a:pt x="434627" y="221341"/>
                  <a:pt x="434627" y="221369"/>
                </a:cubicBezTo>
                <a:cubicBezTo>
                  <a:pt x="434579" y="339245"/>
                  <a:pt x="338984" y="434762"/>
                  <a:pt x="221108" y="434714"/>
                </a:cubicBezTo>
                <a:cubicBezTo>
                  <a:pt x="103232" y="434666"/>
                  <a:pt x="7715" y="339071"/>
                  <a:pt x="7763" y="221195"/>
                </a:cubicBezTo>
                <a:cubicBezTo>
                  <a:pt x="7811" y="103319"/>
                  <a:pt x="103406" y="7802"/>
                  <a:pt x="221282" y="7850"/>
                </a:cubicBezTo>
                <a:close/>
                <a:moveTo>
                  <a:pt x="221282" y="4950"/>
                </a:moveTo>
                <a:cubicBezTo>
                  <a:pt x="101806" y="4950"/>
                  <a:pt x="4950" y="101806"/>
                  <a:pt x="4950" y="221282"/>
                </a:cubicBezTo>
                <a:cubicBezTo>
                  <a:pt x="4950" y="340759"/>
                  <a:pt x="101806" y="437614"/>
                  <a:pt x="221282" y="437614"/>
                </a:cubicBezTo>
                <a:cubicBezTo>
                  <a:pt x="340700" y="437470"/>
                  <a:pt x="437470" y="340700"/>
                  <a:pt x="437614" y="221282"/>
                </a:cubicBezTo>
                <a:cubicBezTo>
                  <a:pt x="437614" y="101806"/>
                  <a:pt x="340759" y="4950"/>
                  <a:pt x="221282" y="4950"/>
                </a:cubicBezTo>
                <a:close/>
                <a:moveTo>
                  <a:pt x="221282" y="0"/>
                </a:moveTo>
                <a:cubicBezTo>
                  <a:pt x="343432" y="144"/>
                  <a:pt x="442420" y="99132"/>
                  <a:pt x="442564" y="221282"/>
                </a:cubicBezTo>
                <a:cubicBezTo>
                  <a:pt x="442564" y="343493"/>
                  <a:pt x="343493" y="442564"/>
                  <a:pt x="221282" y="442564"/>
                </a:cubicBezTo>
                <a:cubicBezTo>
                  <a:pt x="99071" y="442564"/>
                  <a:pt x="0" y="343493"/>
                  <a:pt x="0" y="221282"/>
                </a:cubicBezTo>
                <a:cubicBezTo>
                  <a:pt x="0" y="99071"/>
                  <a:pt x="99071" y="0"/>
                  <a:pt x="221282" y="0"/>
                </a:cubicBezTo>
                <a:close/>
              </a:path>
            </a:pathLst>
          </a:custGeom>
          <a:solidFill>
            <a:schemeClr val="bg1"/>
          </a:solidFill>
          <a:ln w="2158" cap="flat">
            <a:noFill/>
            <a:prstDash val="solid"/>
            <a:miter/>
          </a:ln>
        </p:spPr>
        <p:txBody>
          <a:bodyPr rtlCol="0" anchor="ctr"/>
          <a:lstStyle/>
          <a:p>
            <a:pPr eaLnBrk="0" fontAlgn="base" hangingPunct="0"/>
            <a:endParaRPr lang="zh-CN" altLang="en-US">
              <a:latin typeface="Century Gothic" panose="020B0502020202020204" pitchFamily="34" charset="0"/>
              <a:ea typeface="微软雅黑" panose="020B0503020204020204" charset="-122"/>
            </a:endParaRPr>
          </a:p>
        </p:txBody>
      </p:sp>
      <p:grpSp>
        <p:nvGrpSpPr>
          <p:cNvPr id="72" name="组合 71"/>
          <p:cNvGrpSpPr/>
          <p:nvPr/>
        </p:nvGrpSpPr>
        <p:grpSpPr>
          <a:xfrm>
            <a:off x="571944" y="6385053"/>
            <a:ext cx="2494917" cy="307427"/>
            <a:chOff x="650975" y="5882279"/>
            <a:chExt cx="3328166" cy="410101"/>
          </a:xfrm>
          <a:solidFill>
            <a:schemeClr val="bg1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581367" y="5885220"/>
              <a:ext cx="322098" cy="404221"/>
              <a:chOff x="2450389" y="5885095"/>
              <a:chExt cx="371863" cy="466673"/>
            </a:xfrm>
            <a:grpFill/>
          </p:grpSpPr>
          <p:sp>
            <p:nvSpPr>
              <p:cNvPr id="94" name="任意多边形: 形状 93"/>
              <p:cNvSpPr/>
              <p:nvPr/>
            </p:nvSpPr>
            <p:spPr>
              <a:xfrm>
                <a:off x="2450389" y="5885095"/>
                <a:ext cx="371863" cy="306919"/>
              </a:xfrm>
              <a:custGeom>
                <a:avLst/>
                <a:gdLst>
                  <a:gd name="connsiteX0" fmla="*/ 97477 w 371863"/>
                  <a:gd name="connsiteY0" fmla="*/ 42876 h 306919"/>
                  <a:gd name="connsiteX1" fmla="*/ 100327 w 371863"/>
                  <a:gd name="connsiteY1" fmla="*/ 31744 h 306919"/>
                  <a:gd name="connsiteX2" fmla="*/ 115644 w 371863"/>
                  <a:gd name="connsiteY2" fmla="*/ 30052 h 306919"/>
                  <a:gd name="connsiteX3" fmla="*/ 130962 w 371863"/>
                  <a:gd name="connsiteY3" fmla="*/ 47863 h 306919"/>
                  <a:gd name="connsiteX4" fmla="*/ 145478 w 371863"/>
                  <a:gd name="connsiteY4" fmla="*/ 37889 h 306919"/>
                  <a:gd name="connsiteX5" fmla="*/ 176915 w 371863"/>
                  <a:gd name="connsiteY5" fmla="*/ 41808 h 306919"/>
                  <a:gd name="connsiteX6" fmla="*/ 203632 w 371863"/>
                  <a:gd name="connsiteY6" fmla="*/ 16783 h 306919"/>
                  <a:gd name="connsiteX7" fmla="*/ 231862 w 371863"/>
                  <a:gd name="connsiteY7" fmla="*/ 664 h 306919"/>
                  <a:gd name="connsiteX8" fmla="*/ 260805 w 371863"/>
                  <a:gd name="connsiteY8" fmla="*/ 664 h 306919"/>
                  <a:gd name="connsiteX9" fmla="*/ 278617 w 371863"/>
                  <a:gd name="connsiteY9" fmla="*/ 10994 h 306919"/>
                  <a:gd name="connsiteX10" fmla="*/ 289303 w 371863"/>
                  <a:gd name="connsiteY10" fmla="*/ 30854 h 306919"/>
                  <a:gd name="connsiteX11" fmla="*/ 288146 w 371863"/>
                  <a:gd name="connsiteY11" fmla="*/ 49110 h 306919"/>
                  <a:gd name="connsiteX12" fmla="*/ 262853 w 371863"/>
                  <a:gd name="connsiteY12" fmla="*/ 84287 h 306919"/>
                  <a:gd name="connsiteX13" fmla="*/ 250029 w 371863"/>
                  <a:gd name="connsiteY13" fmla="*/ 118217 h 306919"/>
                  <a:gd name="connsiteX14" fmla="*/ 257866 w 371863"/>
                  <a:gd name="connsiteY14" fmla="*/ 126054 h 306919"/>
                  <a:gd name="connsiteX15" fmla="*/ 293489 w 371863"/>
                  <a:gd name="connsiteY15" fmla="*/ 131843 h 306919"/>
                  <a:gd name="connsiteX16" fmla="*/ 341490 w 371863"/>
                  <a:gd name="connsiteY16" fmla="*/ 154285 h 306919"/>
                  <a:gd name="connsiteX17" fmla="*/ 368207 w 371863"/>
                  <a:gd name="connsiteY17" fmla="*/ 186167 h 306919"/>
                  <a:gd name="connsiteX18" fmla="*/ 368207 w 371863"/>
                  <a:gd name="connsiteY18" fmla="*/ 201484 h 306919"/>
                  <a:gd name="connsiteX19" fmla="*/ 338017 w 371863"/>
                  <a:gd name="connsiteY19" fmla="*/ 220453 h 306919"/>
                  <a:gd name="connsiteX20" fmla="*/ 303641 w 371863"/>
                  <a:gd name="connsiteY20" fmla="*/ 221700 h 306919"/>
                  <a:gd name="connsiteX21" fmla="*/ 292420 w 371863"/>
                  <a:gd name="connsiteY21" fmla="*/ 215911 h 306919"/>
                  <a:gd name="connsiteX22" fmla="*/ 279596 w 371863"/>
                  <a:gd name="connsiteY22" fmla="*/ 205136 h 306919"/>
                  <a:gd name="connsiteX23" fmla="*/ 294557 w 371863"/>
                  <a:gd name="connsiteY23" fmla="*/ 177439 h 306919"/>
                  <a:gd name="connsiteX24" fmla="*/ 290372 w 371863"/>
                  <a:gd name="connsiteY24" fmla="*/ 163725 h 306919"/>
                  <a:gd name="connsiteX25" fmla="*/ 232842 w 371863"/>
                  <a:gd name="connsiteY25" fmla="*/ 157135 h 306919"/>
                  <a:gd name="connsiteX26" fmla="*/ 207995 w 371863"/>
                  <a:gd name="connsiteY26" fmla="*/ 170404 h 306919"/>
                  <a:gd name="connsiteX27" fmla="*/ 178963 w 371863"/>
                  <a:gd name="connsiteY27" fmla="*/ 167287 h 306919"/>
                  <a:gd name="connsiteX28" fmla="*/ 148773 w 371863"/>
                  <a:gd name="connsiteY28" fmla="*/ 174411 h 306919"/>
                  <a:gd name="connsiteX29" fmla="*/ 99525 w 371863"/>
                  <a:gd name="connsiteY29" fmla="*/ 194004 h 306919"/>
                  <a:gd name="connsiteX30" fmla="*/ 87325 w 371863"/>
                  <a:gd name="connsiteY30" fmla="*/ 201662 h 306919"/>
                  <a:gd name="connsiteX31" fmla="*/ 77974 w 371863"/>
                  <a:gd name="connsiteY31" fmla="*/ 220097 h 306919"/>
                  <a:gd name="connsiteX32" fmla="*/ 72185 w 371863"/>
                  <a:gd name="connsiteY32" fmla="*/ 235771 h 306919"/>
                  <a:gd name="connsiteX33" fmla="*/ 64704 w 371863"/>
                  <a:gd name="connsiteY33" fmla="*/ 249842 h 306919"/>
                  <a:gd name="connsiteX34" fmla="*/ 59450 w 371863"/>
                  <a:gd name="connsiteY34" fmla="*/ 263378 h 306919"/>
                  <a:gd name="connsiteX35" fmla="*/ 55176 w 371863"/>
                  <a:gd name="connsiteY35" fmla="*/ 277182 h 306919"/>
                  <a:gd name="connsiteX36" fmla="*/ 50990 w 371863"/>
                  <a:gd name="connsiteY36" fmla="*/ 289560 h 306919"/>
                  <a:gd name="connsiteX37" fmla="*/ 49387 w 371863"/>
                  <a:gd name="connsiteY37" fmla="*/ 302295 h 306919"/>
                  <a:gd name="connsiteX38" fmla="*/ 43420 w 371863"/>
                  <a:gd name="connsiteY38" fmla="*/ 306481 h 306919"/>
                  <a:gd name="connsiteX39" fmla="*/ 29172 w 371863"/>
                  <a:gd name="connsiteY39" fmla="*/ 303988 h 306919"/>
                  <a:gd name="connsiteX40" fmla="*/ 18841 w 371863"/>
                  <a:gd name="connsiteY40" fmla="*/ 299446 h 306919"/>
                  <a:gd name="connsiteX41" fmla="*/ 8778 w 371863"/>
                  <a:gd name="connsiteY41" fmla="*/ 293835 h 306919"/>
                  <a:gd name="connsiteX42" fmla="*/ 3612 w 371863"/>
                  <a:gd name="connsiteY42" fmla="*/ 288937 h 306919"/>
                  <a:gd name="connsiteX43" fmla="*/ -306 w 371863"/>
                  <a:gd name="connsiteY43" fmla="*/ 280477 h 306919"/>
                  <a:gd name="connsiteX44" fmla="*/ 5393 w 371863"/>
                  <a:gd name="connsiteY44" fmla="*/ 266406 h 306919"/>
                  <a:gd name="connsiteX45" fmla="*/ 10559 w 371863"/>
                  <a:gd name="connsiteY45" fmla="*/ 251801 h 306919"/>
                  <a:gd name="connsiteX46" fmla="*/ 17861 w 371863"/>
                  <a:gd name="connsiteY46" fmla="*/ 235325 h 306919"/>
                  <a:gd name="connsiteX47" fmla="*/ 34693 w 371863"/>
                  <a:gd name="connsiteY47" fmla="*/ 198991 h 306919"/>
                  <a:gd name="connsiteX48" fmla="*/ 44043 w 371863"/>
                  <a:gd name="connsiteY48" fmla="*/ 179399 h 306919"/>
                  <a:gd name="connsiteX49" fmla="*/ 49565 w 371863"/>
                  <a:gd name="connsiteY49" fmla="*/ 168890 h 306919"/>
                  <a:gd name="connsiteX50" fmla="*/ 51257 w 371863"/>
                  <a:gd name="connsiteY50" fmla="*/ 157313 h 306919"/>
                  <a:gd name="connsiteX51" fmla="*/ 60163 w 371863"/>
                  <a:gd name="connsiteY51" fmla="*/ 150545 h 306919"/>
                  <a:gd name="connsiteX52" fmla="*/ 83941 w 371863"/>
                  <a:gd name="connsiteY52" fmla="*/ 150545 h 306919"/>
                  <a:gd name="connsiteX53" fmla="*/ 93647 w 371863"/>
                  <a:gd name="connsiteY53" fmla="*/ 156155 h 306919"/>
                  <a:gd name="connsiteX54" fmla="*/ 100861 w 371863"/>
                  <a:gd name="connsiteY54" fmla="*/ 163547 h 306919"/>
                  <a:gd name="connsiteX55" fmla="*/ 117959 w 371863"/>
                  <a:gd name="connsiteY55" fmla="*/ 159183 h 306919"/>
                  <a:gd name="connsiteX56" fmla="*/ 150554 w 371863"/>
                  <a:gd name="connsiteY56" fmla="*/ 147250 h 306919"/>
                  <a:gd name="connsiteX57" fmla="*/ 167652 w 371863"/>
                  <a:gd name="connsiteY57" fmla="*/ 133624 h 306919"/>
                  <a:gd name="connsiteX58" fmla="*/ 184128 w 371863"/>
                  <a:gd name="connsiteY58" fmla="*/ 115813 h 306919"/>
                  <a:gd name="connsiteX59" fmla="*/ 195706 w 371863"/>
                  <a:gd name="connsiteY59" fmla="*/ 96577 h 306919"/>
                  <a:gd name="connsiteX60" fmla="*/ 204611 w 371863"/>
                  <a:gd name="connsiteY60" fmla="*/ 80458 h 306919"/>
                  <a:gd name="connsiteX61" fmla="*/ 212092 w 371863"/>
                  <a:gd name="connsiteY61" fmla="*/ 59352 h 306919"/>
                  <a:gd name="connsiteX62" fmla="*/ 221621 w 371863"/>
                  <a:gd name="connsiteY62" fmla="*/ 35752 h 306919"/>
                  <a:gd name="connsiteX63" fmla="*/ 216087 w 371863"/>
                  <a:gd name="connsiteY63" fmla="*/ 31179 h 306919"/>
                  <a:gd name="connsiteX64" fmla="*/ 215833 w 371863"/>
                  <a:gd name="connsiteY64" fmla="*/ 31210 h 306919"/>
                  <a:gd name="connsiteX65" fmla="*/ 200069 w 371863"/>
                  <a:gd name="connsiteY65" fmla="*/ 39492 h 306919"/>
                  <a:gd name="connsiteX66" fmla="*/ 200693 w 371863"/>
                  <a:gd name="connsiteY66" fmla="*/ 58639 h 306919"/>
                  <a:gd name="connsiteX67" fmla="*/ 200693 w 371863"/>
                  <a:gd name="connsiteY67" fmla="*/ 76450 h 306919"/>
                  <a:gd name="connsiteX68" fmla="*/ 193479 w 371863"/>
                  <a:gd name="connsiteY68" fmla="*/ 84643 h 306919"/>
                  <a:gd name="connsiteX69" fmla="*/ 172373 w 371863"/>
                  <a:gd name="connsiteY69" fmla="*/ 86336 h 306919"/>
                  <a:gd name="connsiteX70" fmla="*/ 151534 w 371863"/>
                  <a:gd name="connsiteY70" fmla="*/ 77430 h 306919"/>
                  <a:gd name="connsiteX71" fmla="*/ 140402 w 371863"/>
                  <a:gd name="connsiteY71" fmla="*/ 68524 h 306919"/>
                  <a:gd name="connsiteX72" fmla="*/ 138354 w 371863"/>
                  <a:gd name="connsiteY72" fmla="*/ 77964 h 306919"/>
                  <a:gd name="connsiteX73" fmla="*/ 138354 w 371863"/>
                  <a:gd name="connsiteY73" fmla="*/ 115724 h 306919"/>
                  <a:gd name="connsiteX74" fmla="*/ 125174 w 371863"/>
                  <a:gd name="connsiteY74" fmla="*/ 130596 h 306919"/>
                  <a:gd name="connsiteX75" fmla="*/ 102197 w 371863"/>
                  <a:gd name="connsiteY75" fmla="*/ 126589 h 306919"/>
                  <a:gd name="connsiteX76" fmla="*/ 81180 w 371863"/>
                  <a:gd name="connsiteY76" fmla="*/ 90966 h 306919"/>
                  <a:gd name="connsiteX77" fmla="*/ 81180 w 371863"/>
                  <a:gd name="connsiteY77" fmla="*/ 74669 h 306919"/>
                  <a:gd name="connsiteX78" fmla="*/ 88571 w 371863"/>
                  <a:gd name="connsiteY78" fmla="*/ 66387 h 306919"/>
                  <a:gd name="connsiteX79" fmla="*/ 91510 w 371863"/>
                  <a:gd name="connsiteY79" fmla="*/ 56056 h 306919"/>
                  <a:gd name="connsiteX80" fmla="*/ 97477 w 371863"/>
                  <a:gd name="connsiteY80" fmla="*/ 42876 h 306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</a:cxnLst>
                <a:rect l="l" t="t" r="r" b="b"/>
                <a:pathLst>
                  <a:path w="371863" h="306919">
                    <a:moveTo>
                      <a:pt x="97477" y="42876"/>
                    </a:moveTo>
                    <a:cubicBezTo>
                      <a:pt x="97523" y="38991"/>
                      <a:pt x="98501" y="35174"/>
                      <a:pt x="100327" y="31744"/>
                    </a:cubicBezTo>
                    <a:cubicBezTo>
                      <a:pt x="103266" y="27202"/>
                      <a:pt x="104067" y="23818"/>
                      <a:pt x="115644" y="30052"/>
                    </a:cubicBezTo>
                    <a:cubicBezTo>
                      <a:pt x="127222" y="36286"/>
                      <a:pt x="127667" y="47863"/>
                      <a:pt x="130962" y="47863"/>
                    </a:cubicBezTo>
                    <a:cubicBezTo>
                      <a:pt x="134257" y="47863"/>
                      <a:pt x="138443" y="38958"/>
                      <a:pt x="145478" y="37889"/>
                    </a:cubicBezTo>
                    <a:cubicBezTo>
                      <a:pt x="158925" y="33169"/>
                      <a:pt x="170681" y="45548"/>
                      <a:pt x="176915" y="41808"/>
                    </a:cubicBezTo>
                    <a:cubicBezTo>
                      <a:pt x="183149" y="38067"/>
                      <a:pt x="195973" y="20880"/>
                      <a:pt x="203632" y="16783"/>
                    </a:cubicBezTo>
                    <a:cubicBezTo>
                      <a:pt x="211290" y="12686"/>
                      <a:pt x="221888" y="1020"/>
                      <a:pt x="231862" y="664"/>
                    </a:cubicBezTo>
                    <a:cubicBezTo>
                      <a:pt x="241454" y="-806"/>
                      <a:pt x="251214" y="-806"/>
                      <a:pt x="260805" y="664"/>
                    </a:cubicBezTo>
                    <a:cubicBezTo>
                      <a:pt x="271136" y="3158"/>
                      <a:pt x="276568" y="6453"/>
                      <a:pt x="278617" y="10994"/>
                    </a:cubicBezTo>
                    <a:cubicBezTo>
                      <a:pt x="282652" y="17348"/>
                      <a:pt x="286224" y="23985"/>
                      <a:pt x="289303" y="30854"/>
                    </a:cubicBezTo>
                    <a:cubicBezTo>
                      <a:pt x="291408" y="36845"/>
                      <a:pt x="290990" y="43433"/>
                      <a:pt x="288146" y="49110"/>
                    </a:cubicBezTo>
                    <a:cubicBezTo>
                      <a:pt x="279107" y="60387"/>
                      <a:pt x="270665" y="72128"/>
                      <a:pt x="262853" y="84287"/>
                    </a:cubicBezTo>
                    <a:cubicBezTo>
                      <a:pt x="258312" y="94172"/>
                      <a:pt x="254571" y="111983"/>
                      <a:pt x="250029" y="118217"/>
                    </a:cubicBezTo>
                    <a:cubicBezTo>
                      <a:pt x="245488" y="124451"/>
                      <a:pt x="249139" y="126054"/>
                      <a:pt x="257866" y="126054"/>
                    </a:cubicBezTo>
                    <a:cubicBezTo>
                      <a:pt x="266594" y="126054"/>
                      <a:pt x="286899" y="131843"/>
                      <a:pt x="293489" y="131843"/>
                    </a:cubicBezTo>
                    <a:cubicBezTo>
                      <a:pt x="310932" y="135739"/>
                      <a:pt x="327315" y="143398"/>
                      <a:pt x="341490" y="154285"/>
                    </a:cubicBezTo>
                    <a:cubicBezTo>
                      <a:pt x="351464" y="164170"/>
                      <a:pt x="365980" y="177796"/>
                      <a:pt x="368207" y="186167"/>
                    </a:cubicBezTo>
                    <a:cubicBezTo>
                      <a:pt x="370433" y="194538"/>
                      <a:pt x="374441" y="194004"/>
                      <a:pt x="368207" y="201484"/>
                    </a:cubicBezTo>
                    <a:cubicBezTo>
                      <a:pt x="360204" y="210612"/>
                      <a:pt x="349712" y="217205"/>
                      <a:pt x="338017" y="220453"/>
                    </a:cubicBezTo>
                    <a:cubicBezTo>
                      <a:pt x="328488" y="222145"/>
                      <a:pt x="310231" y="224639"/>
                      <a:pt x="303641" y="221700"/>
                    </a:cubicBezTo>
                    <a:cubicBezTo>
                      <a:pt x="297051" y="218761"/>
                      <a:pt x="295359" y="219652"/>
                      <a:pt x="292420" y="215911"/>
                    </a:cubicBezTo>
                    <a:cubicBezTo>
                      <a:pt x="289482" y="212171"/>
                      <a:pt x="280041" y="210123"/>
                      <a:pt x="279596" y="205136"/>
                    </a:cubicBezTo>
                    <a:cubicBezTo>
                      <a:pt x="279151" y="200149"/>
                      <a:pt x="293311" y="185722"/>
                      <a:pt x="294557" y="177439"/>
                    </a:cubicBezTo>
                    <a:cubicBezTo>
                      <a:pt x="295804" y="169157"/>
                      <a:pt x="299456" y="166664"/>
                      <a:pt x="290372" y="163725"/>
                    </a:cubicBezTo>
                    <a:cubicBezTo>
                      <a:pt x="281288" y="160786"/>
                      <a:pt x="258490" y="148407"/>
                      <a:pt x="232842" y="157135"/>
                    </a:cubicBezTo>
                    <a:cubicBezTo>
                      <a:pt x="207194" y="165862"/>
                      <a:pt x="218326" y="171651"/>
                      <a:pt x="207995" y="170404"/>
                    </a:cubicBezTo>
                    <a:cubicBezTo>
                      <a:pt x="198465" y="168280"/>
                      <a:pt x="188727" y="167234"/>
                      <a:pt x="178963" y="167287"/>
                    </a:cubicBezTo>
                    <a:cubicBezTo>
                      <a:pt x="171571" y="168534"/>
                      <a:pt x="159282" y="171384"/>
                      <a:pt x="148773" y="174411"/>
                    </a:cubicBezTo>
                    <a:cubicBezTo>
                      <a:pt x="132037" y="180107"/>
                      <a:pt x="115600" y="186646"/>
                      <a:pt x="99525" y="194004"/>
                    </a:cubicBezTo>
                    <a:cubicBezTo>
                      <a:pt x="95607" y="196497"/>
                      <a:pt x="91421" y="194449"/>
                      <a:pt x="87325" y="201662"/>
                    </a:cubicBezTo>
                    <a:cubicBezTo>
                      <a:pt x="83228" y="208876"/>
                      <a:pt x="81714" y="212616"/>
                      <a:pt x="77974" y="220097"/>
                    </a:cubicBezTo>
                    <a:cubicBezTo>
                      <a:pt x="74233" y="227578"/>
                      <a:pt x="75480" y="230873"/>
                      <a:pt x="72185" y="235771"/>
                    </a:cubicBezTo>
                    <a:cubicBezTo>
                      <a:pt x="68708" y="239868"/>
                      <a:pt x="66156" y="244668"/>
                      <a:pt x="64704" y="249842"/>
                    </a:cubicBezTo>
                    <a:cubicBezTo>
                      <a:pt x="61854" y="258747"/>
                      <a:pt x="60697" y="258747"/>
                      <a:pt x="59450" y="263378"/>
                    </a:cubicBezTo>
                    <a:cubicBezTo>
                      <a:pt x="58314" y="268064"/>
                      <a:pt x="56886" y="272674"/>
                      <a:pt x="55176" y="277182"/>
                    </a:cubicBezTo>
                    <a:cubicBezTo>
                      <a:pt x="53489" y="281203"/>
                      <a:pt x="52090" y="285340"/>
                      <a:pt x="50990" y="289560"/>
                    </a:cubicBezTo>
                    <a:cubicBezTo>
                      <a:pt x="50166" y="293764"/>
                      <a:pt x="49631" y="298019"/>
                      <a:pt x="49387" y="302295"/>
                    </a:cubicBezTo>
                    <a:cubicBezTo>
                      <a:pt x="49387" y="305234"/>
                      <a:pt x="48585" y="306214"/>
                      <a:pt x="43420" y="306481"/>
                    </a:cubicBezTo>
                    <a:cubicBezTo>
                      <a:pt x="38590" y="306206"/>
                      <a:pt x="33808" y="305369"/>
                      <a:pt x="29172" y="303988"/>
                    </a:cubicBezTo>
                    <a:cubicBezTo>
                      <a:pt x="25876" y="303364"/>
                      <a:pt x="22314" y="300514"/>
                      <a:pt x="18841" y="299446"/>
                    </a:cubicBezTo>
                    <a:cubicBezTo>
                      <a:pt x="15305" y="297921"/>
                      <a:pt x="11933" y="296041"/>
                      <a:pt x="8778" y="293835"/>
                    </a:cubicBezTo>
                    <a:cubicBezTo>
                      <a:pt x="6771" y="292531"/>
                      <a:pt x="5020" y="290871"/>
                      <a:pt x="3612" y="288937"/>
                    </a:cubicBezTo>
                    <a:cubicBezTo>
                      <a:pt x="974" y="286949"/>
                      <a:pt x="-496" y="283775"/>
                      <a:pt x="-306" y="280477"/>
                    </a:cubicBezTo>
                    <a:cubicBezTo>
                      <a:pt x="157" y="275325"/>
                      <a:pt x="2141" y="270428"/>
                      <a:pt x="5393" y="266406"/>
                    </a:cubicBezTo>
                    <a:cubicBezTo>
                      <a:pt x="7895" y="261850"/>
                      <a:pt x="9639" y="256917"/>
                      <a:pt x="10559" y="251801"/>
                    </a:cubicBezTo>
                    <a:cubicBezTo>
                      <a:pt x="12605" y="246145"/>
                      <a:pt x="15046" y="240640"/>
                      <a:pt x="17861" y="235325"/>
                    </a:cubicBezTo>
                    <a:cubicBezTo>
                      <a:pt x="19909" y="231763"/>
                      <a:pt x="31665" y="204779"/>
                      <a:pt x="34693" y="198991"/>
                    </a:cubicBezTo>
                    <a:cubicBezTo>
                      <a:pt x="37721" y="193202"/>
                      <a:pt x="42173" y="182872"/>
                      <a:pt x="44043" y="179399"/>
                    </a:cubicBezTo>
                    <a:cubicBezTo>
                      <a:pt x="45914" y="175926"/>
                      <a:pt x="49565" y="171740"/>
                      <a:pt x="49565" y="168890"/>
                    </a:cubicBezTo>
                    <a:cubicBezTo>
                      <a:pt x="49320" y="164955"/>
                      <a:pt x="49896" y="161013"/>
                      <a:pt x="51257" y="157313"/>
                    </a:cubicBezTo>
                    <a:cubicBezTo>
                      <a:pt x="52956" y="153749"/>
                      <a:pt x="56274" y="151227"/>
                      <a:pt x="60163" y="150545"/>
                    </a:cubicBezTo>
                    <a:cubicBezTo>
                      <a:pt x="68076" y="149924"/>
                      <a:pt x="76027" y="149924"/>
                      <a:pt x="83941" y="150545"/>
                    </a:cubicBezTo>
                    <a:cubicBezTo>
                      <a:pt x="88660" y="151346"/>
                      <a:pt x="92134" y="155532"/>
                      <a:pt x="93647" y="156155"/>
                    </a:cubicBezTo>
                    <a:cubicBezTo>
                      <a:pt x="95162" y="156779"/>
                      <a:pt x="97299" y="163101"/>
                      <a:pt x="100861" y="163547"/>
                    </a:cubicBezTo>
                    <a:cubicBezTo>
                      <a:pt x="106737" y="162901"/>
                      <a:pt x="112493" y="161432"/>
                      <a:pt x="117959" y="159183"/>
                    </a:cubicBezTo>
                    <a:cubicBezTo>
                      <a:pt x="129072" y="155917"/>
                      <a:pt x="139960" y="151931"/>
                      <a:pt x="150554" y="147250"/>
                    </a:cubicBezTo>
                    <a:cubicBezTo>
                      <a:pt x="156517" y="143049"/>
                      <a:pt x="162226" y="138499"/>
                      <a:pt x="167652" y="133624"/>
                    </a:cubicBezTo>
                    <a:cubicBezTo>
                      <a:pt x="170948" y="130774"/>
                      <a:pt x="180655" y="119642"/>
                      <a:pt x="184128" y="115813"/>
                    </a:cubicBezTo>
                    <a:cubicBezTo>
                      <a:pt x="187602" y="111983"/>
                      <a:pt x="192232" y="101742"/>
                      <a:pt x="195706" y="96577"/>
                    </a:cubicBezTo>
                    <a:cubicBezTo>
                      <a:pt x="199179" y="91412"/>
                      <a:pt x="201405" y="85445"/>
                      <a:pt x="204611" y="80458"/>
                    </a:cubicBezTo>
                    <a:cubicBezTo>
                      <a:pt x="207817" y="75471"/>
                      <a:pt x="208708" y="65140"/>
                      <a:pt x="212092" y="59352"/>
                    </a:cubicBezTo>
                    <a:cubicBezTo>
                      <a:pt x="215694" y="51664"/>
                      <a:pt x="218875" y="43785"/>
                      <a:pt x="221621" y="35752"/>
                    </a:cubicBezTo>
                    <a:cubicBezTo>
                      <a:pt x="221355" y="32961"/>
                      <a:pt x="218878" y="30914"/>
                      <a:pt x="216087" y="31179"/>
                    </a:cubicBezTo>
                    <a:cubicBezTo>
                      <a:pt x="216002" y="31188"/>
                      <a:pt x="215917" y="31198"/>
                      <a:pt x="215833" y="31210"/>
                    </a:cubicBezTo>
                    <a:cubicBezTo>
                      <a:pt x="210400" y="31210"/>
                      <a:pt x="201672" y="31210"/>
                      <a:pt x="200069" y="39492"/>
                    </a:cubicBezTo>
                    <a:cubicBezTo>
                      <a:pt x="198993" y="45852"/>
                      <a:pt x="199205" y="52363"/>
                      <a:pt x="200693" y="58639"/>
                    </a:cubicBezTo>
                    <a:cubicBezTo>
                      <a:pt x="201821" y="64523"/>
                      <a:pt x="201821" y="70567"/>
                      <a:pt x="200693" y="76450"/>
                    </a:cubicBezTo>
                    <a:cubicBezTo>
                      <a:pt x="199179" y="79924"/>
                      <a:pt x="199624" y="83397"/>
                      <a:pt x="193479" y="84643"/>
                    </a:cubicBezTo>
                    <a:cubicBezTo>
                      <a:pt x="186712" y="87039"/>
                      <a:pt x="179435" y="87622"/>
                      <a:pt x="172373" y="86336"/>
                    </a:cubicBezTo>
                    <a:cubicBezTo>
                      <a:pt x="165051" y="84337"/>
                      <a:pt x="158039" y="81340"/>
                      <a:pt x="151534" y="77430"/>
                    </a:cubicBezTo>
                    <a:cubicBezTo>
                      <a:pt x="146369" y="72888"/>
                      <a:pt x="143341" y="67901"/>
                      <a:pt x="140402" y="68524"/>
                    </a:cubicBezTo>
                    <a:cubicBezTo>
                      <a:pt x="137463" y="69148"/>
                      <a:pt x="137908" y="73690"/>
                      <a:pt x="138354" y="77964"/>
                    </a:cubicBezTo>
                    <a:cubicBezTo>
                      <a:pt x="139111" y="90539"/>
                      <a:pt x="139111" y="103149"/>
                      <a:pt x="138354" y="115724"/>
                    </a:cubicBezTo>
                    <a:cubicBezTo>
                      <a:pt x="137391" y="122899"/>
                      <a:pt x="132181" y="128778"/>
                      <a:pt x="125174" y="130596"/>
                    </a:cubicBezTo>
                    <a:cubicBezTo>
                      <a:pt x="117324" y="133145"/>
                      <a:pt x="108721" y="131645"/>
                      <a:pt x="102197" y="126589"/>
                    </a:cubicBezTo>
                    <a:cubicBezTo>
                      <a:pt x="96408" y="120978"/>
                      <a:pt x="88126" y="117060"/>
                      <a:pt x="81180" y="90966"/>
                    </a:cubicBezTo>
                    <a:cubicBezTo>
                      <a:pt x="79826" y="85618"/>
                      <a:pt x="79826" y="80017"/>
                      <a:pt x="81180" y="74669"/>
                    </a:cubicBezTo>
                    <a:cubicBezTo>
                      <a:pt x="82159" y="72621"/>
                      <a:pt x="88126" y="69237"/>
                      <a:pt x="88571" y="66387"/>
                    </a:cubicBezTo>
                    <a:cubicBezTo>
                      <a:pt x="88643" y="62748"/>
                      <a:pt x="89656" y="59189"/>
                      <a:pt x="91510" y="56056"/>
                    </a:cubicBezTo>
                    <a:cubicBezTo>
                      <a:pt x="93930" y="51871"/>
                      <a:pt x="95928" y="47456"/>
                      <a:pt x="97477" y="42876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5" name="任意多边形: 形状 94"/>
              <p:cNvSpPr/>
              <p:nvPr/>
            </p:nvSpPr>
            <p:spPr>
              <a:xfrm>
                <a:off x="2536547" y="6071524"/>
                <a:ext cx="228254" cy="280244"/>
              </a:xfrm>
              <a:custGeom>
                <a:avLst/>
                <a:gdLst>
                  <a:gd name="connsiteX0" fmla="*/ 1612 w 228254"/>
                  <a:gd name="connsiteY0" fmla="*/ 55932 h 280244"/>
                  <a:gd name="connsiteX1" fmla="*/ 1064 w 228254"/>
                  <a:gd name="connsiteY1" fmla="*/ 51178 h 280244"/>
                  <a:gd name="connsiteX2" fmla="*/ 3037 w 228254"/>
                  <a:gd name="connsiteY2" fmla="*/ 49965 h 280244"/>
                  <a:gd name="connsiteX3" fmla="*/ 15861 w 228254"/>
                  <a:gd name="connsiteY3" fmla="*/ 45869 h 280244"/>
                  <a:gd name="connsiteX4" fmla="*/ 105719 w 228254"/>
                  <a:gd name="connsiteY4" fmla="*/ 5170 h 280244"/>
                  <a:gd name="connsiteX5" fmla="*/ 162002 w 228254"/>
                  <a:gd name="connsiteY5" fmla="*/ 985 h 280244"/>
                  <a:gd name="connsiteX6" fmla="*/ 176340 w 228254"/>
                  <a:gd name="connsiteY6" fmla="*/ 20310 h 280244"/>
                  <a:gd name="connsiteX7" fmla="*/ 175538 w 228254"/>
                  <a:gd name="connsiteY7" fmla="*/ 35182 h 280244"/>
                  <a:gd name="connsiteX8" fmla="*/ 142766 w 228254"/>
                  <a:gd name="connsiteY8" fmla="*/ 69201 h 280244"/>
                  <a:gd name="connsiteX9" fmla="*/ 139115 w 228254"/>
                  <a:gd name="connsiteY9" fmla="*/ 78107 h 280244"/>
                  <a:gd name="connsiteX10" fmla="*/ 133504 w 228254"/>
                  <a:gd name="connsiteY10" fmla="*/ 82204 h 280244"/>
                  <a:gd name="connsiteX11" fmla="*/ 138759 w 228254"/>
                  <a:gd name="connsiteY11" fmla="*/ 87814 h 280244"/>
                  <a:gd name="connsiteX12" fmla="*/ 182218 w 228254"/>
                  <a:gd name="connsiteY12" fmla="*/ 88972 h 280244"/>
                  <a:gd name="connsiteX13" fmla="*/ 192459 w 228254"/>
                  <a:gd name="connsiteY13" fmla="*/ 84519 h 280244"/>
                  <a:gd name="connsiteX14" fmla="*/ 221758 w 228254"/>
                  <a:gd name="connsiteY14" fmla="*/ 99213 h 280244"/>
                  <a:gd name="connsiteX15" fmla="*/ 225231 w 228254"/>
                  <a:gd name="connsiteY15" fmla="*/ 112482 h 280244"/>
                  <a:gd name="connsiteX16" fmla="*/ 227903 w 228254"/>
                  <a:gd name="connsiteY16" fmla="*/ 117024 h 280244"/>
                  <a:gd name="connsiteX17" fmla="*/ 223984 w 228254"/>
                  <a:gd name="connsiteY17" fmla="*/ 126909 h 280244"/>
                  <a:gd name="connsiteX18" fmla="*/ 161645 w 228254"/>
                  <a:gd name="connsiteY18" fmla="*/ 126909 h 280244"/>
                  <a:gd name="connsiteX19" fmla="*/ 147218 w 228254"/>
                  <a:gd name="connsiteY19" fmla="*/ 134568 h 280244"/>
                  <a:gd name="connsiteX20" fmla="*/ 141697 w 228254"/>
                  <a:gd name="connsiteY20" fmla="*/ 236003 h 280244"/>
                  <a:gd name="connsiteX21" fmla="*/ 130120 w 228254"/>
                  <a:gd name="connsiteY21" fmla="*/ 276523 h 280244"/>
                  <a:gd name="connsiteX22" fmla="*/ 94497 w 228254"/>
                  <a:gd name="connsiteY22" fmla="*/ 276523 h 280244"/>
                  <a:gd name="connsiteX23" fmla="*/ 57183 w 228254"/>
                  <a:gd name="connsiteY23" fmla="*/ 248292 h 280244"/>
                  <a:gd name="connsiteX24" fmla="*/ 53086 w 228254"/>
                  <a:gd name="connsiteY24" fmla="*/ 212670 h 280244"/>
                  <a:gd name="connsiteX25" fmla="*/ 58697 w 228254"/>
                  <a:gd name="connsiteY25" fmla="*/ 194859 h 280244"/>
                  <a:gd name="connsiteX26" fmla="*/ 59499 w 228254"/>
                  <a:gd name="connsiteY26" fmla="*/ 181679 h 280244"/>
                  <a:gd name="connsiteX27" fmla="*/ 65287 w 228254"/>
                  <a:gd name="connsiteY27" fmla="*/ 191564 h 280244"/>
                  <a:gd name="connsiteX28" fmla="*/ 86127 w 228254"/>
                  <a:gd name="connsiteY28" fmla="*/ 217568 h 280244"/>
                  <a:gd name="connsiteX29" fmla="*/ 108390 w 228254"/>
                  <a:gd name="connsiteY29" fmla="*/ 218191 h 280244"/>
                  <a:gd name="connsiteX30" fmla="*/ 118097 w 228254"/>
                  <a:gd name="connsiteY30" fmla="*/ 188269 h 280244"/>
                  <a:gd name="connsiteX31" fmla="*/ 119967 w 228254"/>
                  <a:gd name="connsiteY31" fmla="*/ 137774 h 280244"/>
                  <a:gd name="connsiteX32" fmla="*/ 114001 w 228254"/>
                  <a:gd name="connsiteY32" fmla="*/ 134034 h 280244"/>
                  <a:gd name="connsiteX33" fmla="*/ 94231 w 228254"/>
                  <a:gd name="connsiteY33" fmla="*/ 139199 h 280244"/>
                  <a:gd name="connsiteX34" fmla="*/ 73124 w 228254"/>
                  <a:gd name="connsiteY34" fmla="*/ 148906 h 280244"/>
                  <a:gd name="connsiteX35" fmla="*/ 52107 w 228254"/>
                  <a:gd name="connsiteY35" fmla="*/ 162532 h 280244"/>
                  <a:gd name="connsiteX36" fmla="*/ 28418 w 228254"/>
                  <a:gd name="connsiteY36" fmla="*/ 167697 h 280244"/>
                  <a:gd name="connsiteX37" fmla="*/ 8826 w 228254"/>
                  <a:gd name="connsiteY37" fmla="*/ 154695 h 280244"/>
                  <a:gd name="connsiteX38" fmla="*/ 2592 w 228254"/>
                  <a:gd name="connsiteY38" fmla="*/ 139823 h 280244"/>
                  <a:gd name="connsiteX39" fmla="*/ -258 w 228254"/>
                  <a:gd name="connsiteY39" fmla="*/ 128067 h 280244"/>
                  <a:gd name="connsiteX40" fmla="*/ 4640 w 228254"/>
                  <a:gd name="connsiteY40" fmla="*/ 112571 h 280244"/>
                  <a:gd name="connsiteX41" fmla="*/ 21204 w 228254"/>
                  <a:gd name="connsiteY41" fmla="*/ 111770 h 280244"/>
                  <a:gd name="connsiteX42" fmla="*/ 50058 w 228254"/>
                  <a:gd name="connsiteY42" fmla="*/ 107673 h 280244"/>
                  <a:gd name="connsiteX43" fmla="*/ 86305 w 228254"/>
                  <a:gd name="connsiteY43" fmla="*/ 98144 h 280244"/>
                  <a:gd name="connsiteX44" fmla="*/ 92093 w 228254"/>
                  <a:gd name="connsiteY44" fmla="*/ 92534 h 280244"/>
                  <a:gd name="connsiteX45" fmla="*/ 87551 w 228254"/>
                  <a:gd name="connsiteY45" fmla="*/ 79175 h 280244"/>
                  <a:gd name="connsiteX46" fmla="*/ 92539 w 228254"/>
                  <a:gd name="connsiteY46" fmla="*/ 69468 h 280244"/>
                  <a:gd name="connsiteX47" fmla="*/ 128161 w 228254"/>
                  <a:gd name="connsiteY47" fmla="*/ 36696 h 280244"/>
                  <a:gd name="connsiteX48" fmla="*/ 125934 w 228254"/>
                  <a:gd name="connsiteY48" fmla="*/ 32956 h 280244"/>
                  <a:gd name="connsiteX49" fmla="*/ 94765 w 228254"/>
                  <a:gd name="connsiteY49" fmla="*/ 43286 h 280244"/>
                  <a:gd name="connsiteX50" fmla="*/ 73302 w 228254"/>
                  <a:gd name="connsiteY50" fmla="*/ 52192 h 280244"/>
                  <a:gd name="connsiteX51" fmla="*/ 47120 w 228254"/>
                  <a:gd name="connsiteY51" fmla="*/ 66619 h 280244"/>
                  <a:gd name="connsiteX52" fmla="*/ 29309 w 228254"/>
                  <a:gd name="connsiteY52" fmla="*/ 75524 h 280244"/>
                  <a:gd name="connsiteX53" fmla="*/ 20403 w 228254"/>
                  <a:gd name="connsiteY53" fmla="*/ 77840 h 280244"/>
                  <a:gd name="connsiteX54" fmla="*/ 11497 w 228254"/>
                  <a:gd name="connsiteY54" fmla="*/ 68489 h 280244"/>
                  <a:gd name="connsiteX55" fmla="*/ 6689 w 228254"/>
                  <a:gd name="connsiteY55" fmla="*/ 63769 h 280244"/>
                  <a:gd name="connsiteX56" fmla="*/ 1791 w 228254"/>
                  <a:gd name="connsiteY56" fmla="*/ 56734 h 280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228254" h="280244">
                    <a:moveTo>
                      <a:pt x="1612" y="55932"/>
                    </a:moveTo>
                    <a:cubicBezTo>
                      <a:pt x="148" y="54770"/>
                      <a:pt x="-97" y="52642"/>
                      <a:pt x="1064" y="51178"/>
                    </a:cubicBezTo>
                    <a:cubicBezTo>
                      <a:pt x="1559" y="50554"/>
                      <a:pt x="2257" y="50125"/>
                      <a:pt x="3037" y="49965"/>
                    </a:cubicBezTo>
                    <a:cubicBezTo>
                      <a:pt x="8381" y="47917"/>
                      <a:pt x="9182" y="49965"/>
                      <a:pt x="15861" y="45869"/>
                    </a:cubicBezTo>
                    <a:cubicBezTo>
                      <a:pt x="22540" y="41772"/>
                      <a:pt x="72946" y="8911"/>
                      <a:pt x="105719" y="5170"/>
                    </a:cubicBezTo>
                    <a:cubicBezTo>
                      <a:pt x="138491" y="1430"/>
                      <a:pt x="152028" y="-2666"/>
                      <a:pt x="162002" y="985"/>
                    </a:cubicBezTo>
                    <a:cubicBezTo>
                      <a:pt x="169790" y="4528"/>
                      <a:pt x="175206" y="11829"/>
                      <a:pt x="176340" y="20310"/>
                    </a:cubicBezTo>
                    <a:cubicBezTo>
                      <a:pt x="177825" y="25208"/>
                      <a:pt x="177542" y="30472"/>
                      <a:pt x="175538" y="35182"/>
                    </a:cubicBezTo>
                    <a:cubicBezTo>
                      <a:pt x="173490" y="37676"/>
                      <a:pt x="146061" y="61899"/>
                      <a:pt x="142766" y="69201"/>
                    </a:cubicBezTo>
                    <a:cubicBezTo>
                      <a:pt x="139471" y="76504"/>
                      <a:pt x="140807" y="76771"/>
                      <a:pt x="139115" y="78107"/>
                    </a:cubicBezTo>
                    <a:cubicBezTo>
                      <a:pt x="137422" y="79443"/>
                      <a:pt x="133237" y="79710"/>
                      <a:pt x="133504" y="82204"/>
                    </a:cubicBezTo>
                    <a:cubicBezTo>
                      <a:pt x="133771" y="84697"/>
                      <a:pt x="134483" y="86478"/>
                      <a:pt x="138759" y="87814"/>
                    </a:cubicBezTo>
                    <a:cubicBezTo>
                      <a:pt x="153182" y="89481"/>
                      <a:pt x="167726" y="89869"/>
                      <a:pt x="182218" y="88972"/>
                    </a:cubicBezTo>
                    <a:cubicBezTo>
                      <a:pt x="185869" y="87636"/>
                      <a:pt x="189075" y="83361"/>
                      <a:pt x="192459" y="84519"/>
                    </a:cubicBezTo>
                    <a:cubicBezTo>
                      <a:pt x="195843" y="85677"/>
                      <a:pt x="219176" y="94938"/>
                      <a:pt x="221758" y="99213"/>
                    </a:cubicBezTo>
                    <a:cubicBezTo>
                      <a:pt x="224180" y="103205"/>
                      <a:pt x="225386" y="107816"/>
                      <a:pt x="225231" y="112482"/>
                    </a:cubicBezTo>
                    <a:cubicBezTo>
                      <a:pt x="225231" y="117826"/>
                      <a:pt x="227903" y="115154"/>
                      <a:pt x="227903" y="117024"/>
                    </a:cubicBezTo>
                    <a:cubicBezTo>
                      <a:pt x="227903" y="118894"/>
                      <a:pt x="228526" y="125217"/>
                      <a:pt x="223984" y="126909"/>
                    </a:cubicBezTo>
                    <a:cubicBezTo>
                      <a:pt x="219443" y="128601"/>
                      <a:pt x="163961" y="126909"/>
                      <a:pt x="161645" y="126909"/>
                    </a:cubicBezTo>
                    <a:cubicBezTo>
                      <a:pt x="159330" y="126909"/>
                      <a:pt x="147486" y="128780"/>
                      <a:pt x="147218" y="134568"/>
                    </a:cubicBezTo>
                    <a:cubicBezTo>
                      <a:pt x="146951" y="140357"/>
                      <a:pt x="142944" y="228077"/>
                      <a:pt x="141697" y="236003"/>
                    </a:cubicBezTo>
                    <a:cubicBezTo>
                      <a:pt x="140450" y="243928"/>
                      <a:pt x="141697" y="271180"/>
                      <a:pt x="130120" y="276523"/>
                    </a:cubicBezTo>
                    <a:cubicBezTo>
                      <a:pt x="118543" y="281866"/>
                      <a:pt x="109459" y="279818"/>
                      <a:pt x="94497" y="276523"/>
                    </a:cubicBezTo>
                    <a:cubicBezTo>
                      <a:pt x="78923" y="272197"/>
                      <a:pt x="65581" y="262103"/>
                      <a:pt x="57183" y="248292"/>
                    </a:cubicBezTo>
                    <a:cubicBezTo>
                      <a:pt x="52169" y="237127"/>
                      <a:pt x="50738" y="224682"/>
                      <a:pt x="53086" y="212670"/>
                    </a:cubicBezTo>
                    <a:cubicBezTo>
                      <a:pt x="55936" y="205189"/>
                      <a:pt x="59143" y="201004"/>
                      <a:pt x="58697" y="194859"/>
                    </a:cubicBezTo>
                    <a:cubicBezTo>
                      <a:pt x="58252" y="188714"/>
                      <a:pt x="56649" y="179987"/>
                      <a:pt x="59499" y="181679"/>
                    </a:cubicBezTo>
                    <a:cubicBezTo>
                      <a:pt x="62348" y="183371"/>
                      <a:pt x="63417" y="185597"/>
                      <a:pt x="65287" y="191564"/>
                    </a:cubicBezTo>
                    <a:cubicBezTo>
                      <a:pt x="68905" y="202442"/>
                      <a:pt x="76298" y="211667"/>
                      <a:pt x="86127" y="217568"/>
                    </a:cubicBezTo>
                    <a:cubicBezTo>
                      <a:pt x="97080" y="222288"/>
                      <a:pt x="106164" y="221308"/>
                      <a:pt x="108390" y="218191"/>
                    </a:cubicBezTo>
                    <a:cubicBezTo>
                      <a:pt x="110617" y="215074"/>
                      <a:pt x="116495" y="209731"/>
                      <a:pt x="118097" y="188269"/>
                    </a:cubicBezTo>
                    <a:cubicBezTo>
                      <a:pt x="119700" y="166806"/>
                      <a:pt x="122016" y="140446"/>
                      <a:pt x="119967" y="137774"/>
                    </a:cubicBezTo>
                    <a:cubicBezTo>
                      <a:pt x="117919" y="135103"/>
                      <a:pt x="117919" y="133411"/>
                      <a:pt x="114001" y="134034"/>
                    </a:cubicBezTo>
                    <a:cubicBezTo>
                      <a:pt x="107294" y="135275"/>
                      <a:pt x="100687" y="137001"/>
                      <a:pt x="94231" y="139199"/>
                    </a:cubicBezTo>
                    <a:cubicBezTo>
                      <a:pt x="87036" y="142077"/>
                      <a:pt x="79992" y="145317"/>
                      <a:pt x="73124" y="148906"/>
                    </a:cubicBezTo>
                    <a:cubicBezTo>
                      <a:pt x="67602" y="151934"/>
                      <a:pt x="58875" y="158791"/>
                      <a:pt x="52107" y="162532"/>
                    </a:cubicBezTo>
                    <a:cubicBezTo>
                      <a:pt x="45140" y="167168"/>
                      <a:pt x="36683" y="169012"/>
                      <a:pt x="28418" y="167697"/>
                    </a:cubicBezTo>
                    <a:cubicBezTo>
                      <a:pt x="20649" y="165605"/>
                      <a:pt x="13772" y="161041"/>
                      <a:pt x="8826" y="154695"/>
                    </a:cubicBezTo>
                    <a:cubicBezTo>
                      <a:pt x="5263" y="150331"/>
                      <a:pt x="5531" y="144543"/>
                      <a:pt x="2592" y="139823"/>
                    </a:cubicBezTo>
                    <a:cubicBezTo>
                      <a:pt x="402" y="136313"/>
                      <a:pt x="-597" y="132190"/>
                      <a:pt x="-258" y="128067"/>
                    </a:cubicBezTo>
                    <a:cubicBezTo>
                      <a:pt x="-258" y="124149"/>
                      <a:pt x="365" y="114887"/>
                      <a:pt x="4640" y="112571"/>
                    </a:cubicBezTo>
                    <a:cubicBezTo>
                      <a:pt x="9810" y="110013"/>
                      <a:pt x="15812" y="109723"/>
                      <a:pt x="21204" y="111770"/>
                    </a:cubicBezTo>
                    <a:cubicBezTo>
                      <a:pt x="31015" y="113319"/>
                      <a:pt x="41066" y="111892"/>
                      <a:pt x="50058" y="107673"/>
                    </a:cubicBezTo>
                    <a:cubicBezTo>
                      <a:pt x="61191" y="103310"/>
                      <a:pt x="82475" y="99748"/>
                      <a:pt x="86305" y="98144"/>
                    </a:cubicBezTo>
                    <a:cubicBezTo>
                      <a:pt x="90134" y="96541"/>
                      <a:pt x="94587" y="95028"/>
                      <a:pt x="92093" y="92534"/>
                    </a:cubicBezTo>
                    <a:cubicBezTo>
                      <a:pt x="89600" y="90040"/>
                      <a:pt x="86126" y="82025"/>
                      <a:pt x="87551" y="79175"/>
                    </a:cubicBezTo>
                    <a:cubicBezTo>
                      <a:pt x="88976" y="76326"/>
                      <a:pt x="89065" y="70715"/>
                      <a:pt x="92539" y="69468"/>
                    </a:cubicBezTo>
                    <a:cubicBezTo>
                      <a:pt x="96011" y="68222"/>
                      <a:pt x="125934" y="44533"/>
                      <a:pt x="128161" y="36696"/>
                    </a:cubicBezTo>
                    <a:cubicBezTo>
                      <a:pt x="131278" y="32154"/>
                      <a:pt x="127537" y="32956"/>
                      <a:pt x="125934" y="32956"/>
                    </a:cubicBezTo>
                    <a:cubicBezTo>
                      <a:pt x="115302" y="35618"/>
                      <a:pt x="104883" y="39071"/>
                      <a:pt x="94765" y="43286"/>
                    </a:cubicBezTo>
                    <a:cubicBezTo>
                      <a:pt x="88798" y="46403"/>
                      <a:pt x="81763" y="48006"/>
                      <a:pt x="73302" y="52192"/>
                    </a:cubicBezTo>
                    <a:cubicBezTo>
                      <a:pt x="64842" y="56377"/>
                      <a:pt x="53532" y="62878"/>
                      <a:pt x="47120" y="66619"/>
                    </a:cubicBezTo>
                    <a:cubicBezTo>
                      <a:pt x="40708" y="70359"/>
                      <a:pt x="33049" y="72407"/>
                      <a:pt x="29309" y="75524"/>
                    </a:cubicBezTo>
                    <a:cubicBezTo>
                      <a:pt x="25568" y="78641"/>
                      <a:pt x="24500" y="80066"/>
                      <a:pt x="20403" y="77840"/>
                    </a:cubicBezTo>
                    <a:cubicBezTo>
                      <a:pt x="16726" y="75484"/>
                      <a:pt x="13671" y="72276"/>
                      <a:pt x="11497" y="68489"/>
                    </a:cubicBezTo>
                    <a:cubicBezTo>
                      <a:pt x="10298" y="66551"/>
                      <a:pt x="8648" y="64932"/>
                      <a:pt x="6689" y="63769"/>
                    </a:cubicBezTo>
                    <a:cubicBezTo>
                      <a:pt x="4695" y="61697"/>
                      <a:pt x="3042" y="59322"/>
                      <a:pt x="1791" y="5673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4" name="组合 73"/>
            <p:cNvGrpSpPr/>
            <p:nvPr/>
          </p:nvGrpSpPr>
          <p:grpSpPr>
            <a:xfrm>
              <a:off x="3002748" y="5975592"/>
              <a:ext cx="220072" cy="223475"/>
              <a:chOff x="2902072" y="6015506"/>
              <a:chExt cx="254073" cy="258002"/>
            </a:xfrm>
            <a:grpFill/>
          </p:grpSpPr>
          <p:sp>
            <p:nvSpPr>
              <p:cNvPr id="91" name="任意多边形: 形状 90"/>
              <p:cNvSpPr/>
              <p:nvPr/>
            </p:nvSpPr>
            <p:spPr>
              <a:xfrm>
                <a:off x="2970314" y="6015506"/>
                <a:ext cx="70364" cy="55672"/>
              </a:xfrm>
              <a:custGeom>
                <a:avLst/>
                <a:gdLst>
                  <a:gd name="connsiteX0" fmla="*/ -323 w 70364"/>
                  <a:gd name="connsiteY0" fmla="*/ 96 h 55672"/>
                  <a:gd name="connsiteX1" fmla="*/ 27730 w 70364"/>
                  <a:gd name="connsiteY1" fmla="*/ 5261 h 55672"/>
                  <a:gd name="connsiteX2" fmla="*/ 56852 w 70364"/>
                  <a:gd name="connsiteY2" fmla="*/ 5261 h 55672"/>
                  <a:gd name="connsiteX3" fmla="*/ 69408 w 70364"/>
                  <a:gd name="connsiteY3" fmla="*/ 11940 h 55672"/>
                  <a:gd name="connsiteX4" fmla="*/ 69408 w 70364"/>
                  <a:gd name="connsiteY4" fmla="*/ 22627 h 55672"/>
                  <a:gd name="connsiteX5" fmla="*/ 69408 w 70364"/>
                  <a:gd name="connsiteY5" fmla="*/ 31533 h 55672"/>
                  <a:gd name="connsiteX6" fmla="*/ 54447 w 70364"/>
                  <a:gd name="connsiteY6" fmla="*/ 49344 h 55672"/>
                  <a:gd name="connsiteX7" fmla="*/ 31114 w 70364"/>
                  <a:gd name="connsiteY7" fmla="*/ 54509 h 55672"/>
                  <a:gd name="connsiteX8" fmla="*/ -144 w 70364"/>
                  <a:gd name="connsiteY8" fmla="*/ -438 h 55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364" h="55672">
                    <a:moveTo>
                      <a:pt x="-323" y="96"/>
                    </a:moveTo>
                    <a:cubicBezTo>
                      <a:pt x="-323" y="96"/>
                      <a:pt x="22387" y="4104"/>
                      <a:pt x="27730" y="5261"/>
                    </a:cubicBezTo>
                    <a:cubicBezTo>
                      <a:pt x="37408" y="6333"/>
                      <a:pt x="47174" y="6333"/>
                      <a:pt x="56852" y="5261"/>
                    </a:cubicBezTo>
                    <a:cubicBezTo>
                      <a:pt x="62083" y="4283"/>
                      <a:pt x="67295" y="7055"/>
                      <a:pt x="69408" y="11940"/>
                    </a:cubicBezTo>
                    <a:cubicBezTo>
                      <a:pt x="69988" y="15479"/>
                      <a:pt x="69988" y="19088"/>
                      <a:pt x="69408" y="22627"/>
                    </a:cubicBezTo>
                    <a:cubicBezTo>
                      <a:pt x="69408" y="25299"/>
                      <a:pt x="70833" y="27347"/>
                      <a:pt x="69408" y="31533"/>
                    </a:cubicBezTo>
                    <a:cubicBezTo>
                      <a:pt x="66156" y="38734"/>
                      <a:pt x="60978" y="44897"/>
                      <a:pt x="54447" y="49344"/>
                    </a:cubicBezTo>
                    <a:cubicBezTo>
                      <a:pt x="47856" y="54517"/>
                      <a:pt x="39273" y="56417"/>
                      <a:pt x="31114" y="54509"/>
                    </a:cubicBezTo>
                    <a:cubicBezTo>
                      <a:pt x="19091" y="51214"/>
                      <a:pt x="2349" y="37767"/>
                      <a:pt x="-144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2" name="任意多边形: 形状 91"/>
              <p:cNvSpPr/>
              <p:nvPr/>
            </p:nvSpPr>
            <p:spPr>
              <a:xfrm>
                <a:off x="2902072" y="6084961"/>
                <a:ext cx="108227" cy="171886"/>
              </a:xfrm>
              <a:custGeom>
                <a:avLst/>
                <a:gdLst>
                  <a:gd name="connsiteX0" fmla="*/ 11012 w 108227"/>
                  <a:gd name="connsiteY0" fmla="*/ 10079 h 171886"/>
                  <a:gd name="connsiteX1" fmla="*/ 18048 w 108227"/>
                  <a:gd name="connsiteY1" fmla="*/ -430 h 171886"/>
                  <a:gd name="connsiteX2" fmla="*/ 35859 w 108227"/>
                  <a:gd name="connsiteY2" fmla="*/ 1886 h 171886"/>
                  <a:gd name="connsiteX3" fmla="*/ 42894 w 108227"/>
                  <a:gd name="connsiteY3" fmla="*/ 10079 h 171886"/>
                  <a:gd name="connsiteX4" fmla="*/ 43339 w 108227"/>
                  <a:gd name="connsiteY4" fmla="*/ 42673 h 171886"/>
                  <a:gd name="connsiteX5" fmla="*/ 40222 w 108227"/>
                  <a:gd name="connsiteY5" fmla="*/ 83461 h 171886"/>
                  <a:gd name="connsiteX6" fmla="*/ 51978 w 108227"/>
                  <a:gd name="connsiteY6" fmla="*/ 70369 h 171886"/>
                  <a:gd name="connsiteX7" fmla="*/ 66049 w 108227"/>
                  <a:gd name="connsiteY7" fmla="*/ 45167 h 171886"/>
                  <a:gd name="connsiteX8" fmla="*/ 73440 w 108227"/>
                  <a:gd name="connsiteY8" fmla="*/ 29493 h 171886"/>
                  <a:gd name="connsiteX9" fmla="*/ 77804 w 108227"/>
                  <a:gd name="connsiteY9" fmla="*/ 21211 h 171886"/>
                  <a:gd name="connsiteX10" fmla="*/ 80030 w 108227"/>
                  <a:gd name="connsiteY10" fmla="*/ 10079 h 171886"/>
                  <a:gd name="connsiteX11" fmla="*/ 83503 w 108227"/>
                  <a:gd name="connsiteY11" fmla="*/ 5181 h 171886"/>
                  <a:gd name="connsiteX12" fmla="*/ 84127 w 108227"/>
                  <a:gd name="connsiteY12" fmla="*/ 9455 h 171886"/>
                  <a:gd name="connsiteX13" fmla="*/ 88045 w 108227"/>
                  <a:gd name="connsiteY13" fmla="*/ 4290 h 171886"/>
                  <a:gd name="connsiteX14" fmla="*/ 92409 w 108227"/>
                  <a:gd name="connsiteY14" fmla="*/ 2242 h 171886"/>
                  <a:gd name="connsiteX15" fmla="*/ 93834 w 108227"/>
                  <a:gd name="connsiteY15" fmla="*/ 11147 h 171886"/>
                  <a:gd name="connsiteX16" fmla="*/ 102739 w 108227"/>
                  <a:gd name="connsiteY16" fmla="*/ 26198 h 171886"/>
                  <a:gd name="connsiteX17" fmla="*/ 107905 w 108227"/>
                  <a:gd name="connsiteY17" fmla="*/ 44811 h 171886"/>
                  <a:gd name="connsiteX18" fmla="*/ 107905 w 108227"/>
                  <a:gd name="connsiteY18" fmla="*/ 60930 h 171886"/>
                  <a:gd name="connsiteX19" fmla="*/ 97218 w 108227"/>
                  <a:gd name="connsiteY19" fmla="*/ 82926 h 171886"/>
                  <a:gd name="connsiteX20" fmla="*/ 90183 w 108227"/>
                  <a:gd name="connsiteY20" fmla="*/ 98600 h 171886"/>
                  <a:gd name="connsiteX21" fmla="*/ 80208 w 108227"/>
                  <a:gd name="connsiteY21" fmla="*/ 113116 h 171886"/>
                  <a:gd name="connsiteX22" fmla="*/ 72728 w 108227"/>
                  <a:gd name="connsiteY22" fmla="*/ 125139 h 171886"/>
                  <a:gd name="connsiteX23" fmla="*/ 62842 w 108227"/>
                  <a:gd name="connsiteY23" fmla="*/ 144197 h 171886"/>
                  <a:gd name="connsiteX24" fmla="*/ 50375 w 108227"/>
                  <a:gd name="connsiteY24" fmla="*/ 157466 h 171886"/>
                  <a:gd name="connsiteX25" fmla="*/ 38352 w 108227"/>
                  <a:gd name="connsiteY25" fmla="*/ 168598 h 171886"/>
                  <a:gd name="connsiteX26" fmla="*/ 24281 w 108227"/>
                  <a:gd name="connsiteY26" fmla="*/ 165659 h 171886"/>
                  <a:gd name="connsiteX27" fmla="*/ 1127 w 108227"/>
                  <a:gd name="connsiteY27" fmla="*/ 145800 h 171886"/>
                  <a:gd name="connsiteX28" fmla="*/ 1929 w 108227"/>
                  <a:gd name="connsiteY28" fmla="*/ 126386 h 171886"/>
                  <a:gd name="connsiteX29" fmla="*/ 10834 w 108227"/>
                  <a:gd name="connsiteY29" fmla="*/ 9901 h 171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08227" h="171886">
                    <a:moveTo>
                      <a:pt x="11012" y="10079"/>
                    </a:moveTo>
                    <a:cubicBezTo>
                      <a:pt x="11012" y="10079"/>
                      <a:pt x="11012" y="-430"/>
                      <a:pt x="18048" y="-430"/>
                    </a:cubicBezTo>
                    <a:cubicBezTo>
                      <a:pt x="24066" y="-529"/>
                      <a:pt x="30066" y="251"/>
                      <a:pt x="35859" y="1886"/>
                    </a:cubicBezTo>
                    <a:cubicBezTo>
                      <a:pt x="39595" y="3021"/>
                      <a:pt x="42337" y="6214"/>
                      <a:pt x="42894" y="10079"/>
                    </a:cubicBezTo>
                    <a:cubicBezTo>
                      <a:pt x="44306" y="20890"/>
                      <a:pt x="44455" y="31828"/>
                      <a:pt x="43339" y="42673"/>
                    </a:cubicBezTo>
                    <a:cubicBezTo>
                      <a:pt x="41291" y="50688"/>
                      <a:pt x="36927" y="82214"/>
                      <a:pt x="40222" y="83461"/>
                    </a:cubicBezTo>
                    <a:cubicBezTo>
                      <a:pt x="43517" y="84707"/>
                      <a:pt x="49128" y="73842"/>
                      <a:pt x="51978" y="70369"/>
                    </a:cubicBezTo>
                    <a:cubicBezTo>
                      <a:pt x="57209" y="62282"/>
                      <a:pt x="61909" y="53863"/>
                      <a:pt x="66049" y="45167"/>
                    </a:cubicBezTo>
                    <a:cubicBezTo>
                      <a:pt x="68097" y="40001"/>
                      <a:pt x="72371" y="33411"/>
                      <a:pt x="73440" y="29493"/>
                    </a:cubicBezTo>
                    <a:cubicBezTo>
                      <a:pt x="74509" y="25574"/>
                      <a:pt x="76913" y="23882"/>
                      <a:pt x="77804" y="21211"/>
                    </a:cubicBezTo>
                    <a:cubicBezTo>
                      <a:pt x="78695" y="18539"/>
                      <a:pt x="78784" y="13196"/>
                      <a:pt x="80030" y="10079"/>
                    </a:cubicBezTo>
                    <a:cubicBezTo>
                      <a:pt x="80787" y="8196"/>
                      <a:pt x="81977" y="6518"/>
                      <a:pt x="83503" y="5181"/>
                    </a:cubicBezTo>
                    <a:lnTo>
                      <a:pt x="84127" y="9455"/>
                    </a:lnTo>
                    <a:cubicBezTo>
                      <a:pt x="85692" y="7947"/>
                      <a:pt x="87014" y="6204"/>
                      <a:pt x="88045" y="4290"/>
                    </a:cubicBezTo>
                    <a:cubicBezTo>
                      <a:pt x="89114" y="2064"/>
                      <a:pt x="92409" y="-430"/>
                      <a:pt x="92409" y="2242"/>
                    </a:cubicBezTo>
                    <a:cubicBezTo>
                      <a:pt x="92037" y="5285"/>
                      <a:pt x="92531" y="8372"/>
                      <a:pt x="93834" y="11147"/>
                    </a:cubicBezTo>
                    <a:cubicBezTo>
                      <a:pt x="97178" y="15933"/>
                      <a:pt x="100155" y="20964"/>
                      <a:pt x="102739" y="26198"/>
                    </a:cubicBezTo>
                    <a:cubicBezTo>
                      <a:pt x="105096" y="32209"/>
                      <a:pt x="106826" y="38446"/>
                      <a:pt x="107905" y="44811"/>
                    </a:cubicBezTo>
                    <a:cubicBezTo>
                      <a:pt x="107905" y="48907"/>
                      <a:pt x="107905" y="58080"/>
                      <a:pt x="107905" y="60930"/>
                    </a:cubicBezTo>
                    <a:cubicBezTo>
                      <a:pt x="107905" y="63779"/>
                      <a:pt x="98999" y="77138"/>
                      <a:pt x="97218" y="82926"/>
                    </a:cubicBezTo>
                    <a:cubicBezTo>
                      <a:pt x="95155" y="88273"/>
                      <a:pt x="92806" y="93505"/>
                      <a:pt x="90183" y="98600"/>
                    </a:cubicBezTo>
                    <a:cubicBezTo>
                      <a:pt x="88045" y="102786"/>
                      <a:pt x="81277" y="109821"/>
                      <a:pt x="80208" y="113116"/>
                    </a:cubicBezTo>
                    <a:cubicBezTo>
                      <a:pt x="79140" y="116411"/>
                      <a:pt x="73529" y="120597"/>
                      <a:pt x="72728" y="125139"/>
                    </a:cubicBezTo>
                    <a:cubicBezTo>
                      <a:pt x="69991" y="131766"/>
                      <a:pt x="66683" y="138142"/>
                      <a:pt x="62842" y="144197"/>
                    </a:cubicBezTo>
                    <a:cubicBezTo>
                      <a:pt x="59458" y="150787"/>
                      <a:pt x="54560" y="152479"/>
                      <a:pt x="50375" y="157466"/>
                    </a:cubicBezTo>
                    <a:cubicBezTo>
                      <a:pt x="46189" y="162453"/>
                      <a:pt x="42538" y="163254"/>
                      <a:pt x="38352" y="168598"/>
                    </a:cubicBezTo>
                    <a:cubicBezTo>
                      <a:pt x="34167" y="173941"/>
                      <a:pt x="32118" y="171091"/>
                      <a:pt x="24281" y="165659"/>
                    </a:cubicBezTo>
                    <a:cubicBezTo>
                      <a:pt x="16445" y="160227"/>
                      <a:pt x="3175" y="152835"/>
                      <a:pt x="1127" y="145800"/>
                    </a:cubicBezTo>
                    <a:cubicBezTo>
                      <a:pt x="-1052" y="139457"/>
                      <a:pt x="-766" y="132527"/>
                      <a:pt x="1929" y="126386"/>
                    </a:cubicBezTo>
                    <a:cubicBezTo>
                      <a:pt x="4867" y="119706"/>
                      <a:pt x="10834" y="9901"/>
                      <a:pt x="10834" y="9901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3" name="任意多边形: 形状 92"/>
              <p:cNvSpPr/>
              <p:nvPr/>
            </p:nvSpPr>
            <p:spPr>
              <a:xfrm>
                <a:off x="3024281" y="6019252"/>
                <a:ext cx="131864" cy="254256"/>
              </a:xfrm>
              <a:custGeom>
                <a:avLst/>
                <a:gdLst>
                  <a:gd name="connsiteX0" fmla="*/ 93186 w 131864"/>
                  <a:gd name="connsiteY0" fmla="*/ 8550 h 254256"/>
                  <a:gd name="connsiteX1" fmla="*/ 90693 w 131864"/>
                  <a:gd name="connsiteY1" fmla="*/ 1515 h 254256"/>
                  <a:gd name="connsiteX2" fmla="*/ 98797 w 131864"/>
                  <a:gd name="connsiteY2" fmla="*/ 357 h 254256"/>
                  <a:gd name="connsiteX3" fmla="*/ 114826 w 131864"/>
                  <a:gd name="connsiteY3" fmla="*/ 11044 h 254256"/>
                  <a:gd name="connsiteX4" fmla="*/ 128274 w 131864"/>
                  <a:gd name="connsiteY4" fmla="*/ 34377 h 254256"/>
                  <a:gd name="connsiteX5" fmla="*/ 131302 w 131864"/>
                  <a:gd name="connsiteY5" fmla="*/ 59134 h 254256"/>
                  <a:gd name="connsiteX6" fmla="*/ 124979 w 131864"/>
                  <a:gd name="connsiteY6" fmla="*/ 72582 h 254256"/>
                  <a:gd name="connsiteX7" fmla="*/ 117765 w 131864"/>
                  <a:gd name="connsiteY7" fmla="*/ 85138 h 254256"/>
                  <a:gd name="connsiteX8" fmla="*/ 111621 w 131864"/>
                  <a:gd name="connsiteY8" fmla="*/ 98586 h 254256"/>
                  <a:gd name="connsiteX9" fmla="*/ 101468 w 131864"/>
                  <a:gd name="connsiteY9" fmla="*/ 114081 h 254256"/>
                  <a:gd name="connsiteX10" fmla="*/ 92563 w 131864"/>
                  <a:gd name="connsiteY10" fmla="*/ 127083 h 254256"/>
                  <a:gd name="connsiteX11" fmla="*/ 79026 w 131864"/>
                  <a:gd name="connsiteY11" fmla="*/ 142935 h 254256"/>
                  <a:gd name="connsiteX12" fmla="*/ 84103 w 131864"/>
                  <a:gd name="connsiteY12" fmla="*/ 151841 h 254256"/>
                  <a:gd name="connsiteX13" fmla="*/ 97995 w 131864"/>
                  <a:gd name="connsiteY13" fmla="*/ 162349 h 254256"/>
                  <a:gd name="connsiteX14" fmla="*/ 106900 w 131864"/>
                  <a:gd name="connsiteY14" fmla="*/ 180873 h 254256"/>
                  <a:gd name="connsiteX15" fmla="*/ 114114 w 131864"/>
                  <a:gd name="connsiteY15" fmla="*/ 210795 h 254256"/>
                  <a:gd name="connsiteX16" fmla="*/ 116786 w 131864"/>
                  <a:gd name="connsiteY16" fmla="*/ 249179 h 254256"/>
                  <a:gd name="connsiteX17" fmla="*/ 109394 w 131864"/>
                  <a:gd name="connsiteY17" fmla="*/ 252919 h 254256"/>
                  <a:gd name="connsiteX18" fmla="*/ 90870 w 131864"/>
                  <a:gd name="connsiteY18" fmla="*/ 236622 h 254256"/>
                  <a:gd name="connsiteX19" fmla="*/ 88377 w 131864"/>
                  <a:gd name="connsiteY19" fmla="*/ 212488 h 254256"/>
                  <a:gd name="connsiteX20" fmla="*/ 83835 w 131864"/>
                  <a:gd name="connsiteY20" fmla="*/ 182565 h 254256"/>
                  <a:gd name="connsiteX21" fmla="*/ 71635 w 131864"/>
                  <a:gd name="connsiteY21" fmla="*/ 162171 h 254256"/>
                  <a:gd name="connsiteX22" fmla="*/ 63619 w 131864"/>
                  <a:gd name="connsiteY22" fmla="*/ 167960 h 254256"/>
                  <a:gd name="connsiteX23" fmla="*/ 26483 w 131864"/>
                  <a:gd name="connsiteY23" fmla="*/ 208569 h 254256"/>
                  <a:gd name="connsiteX24" fmla="*/ 18468 w 131864"/>
                  <a:gd name="connsiteY24" fmla="*/ 208569 h 254256"/>
                  <a:gd name="connsiteX25" fmla="*/ 8138 w 131864"/>
                  <a:gd name="connsiteY25" fmla="*/ 196636 h 254256"/>
                  <a:gd name="connsiteX26" fmla="*/ -323 w 131864"/>
                  <a:gd name="connsiteY26" fmla="*/ 180517 h 254256"/>
                  <a:gd name="connsiteX27" fmla="*/ 7336 w 131864"/>
                  <a:gd name="connsiteY27" fmla="*/ 165645 h 254256"/>
                  <a:gd name="connsiteX28" fmla="*/ 29778 w 131864"/>
                  <a:gd name="connsiteY28" fmla="*/ 142401 h 254256"/>
                  <a:gd name="connsiteX29" fmla="*/ 49638 w 131864"/>
                  <a:gd name="connsiteY29" fmla="*/ 116397 h 254256"/>
                  <a:gd name="connsiteX30" fmla="*/ 68696 w 131864"/>
                  <a:gd name="connsiteY30" fmla="*/ 93687 h 254256"/>
                  <a:gd name="connsiteX31" fmla="*/ 80273 w 131864"/>
                  <a:gd name="connsiteY31" fmla="*/ 77479 h 254256"/>
                  <a:gd name="connsiteX32" fmla="*/ 96838 w 131864"/>
                  <a:gd name="connsiteY32" fmla="*/ 46488 h 254256"/>
                  <a:gd name="connsiteX33" fmla="*/ 93097 w 131864"/>
                  <a:gd name="connsiteY33" fmla="*/ 8907 h 254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31864" h="254256">
                    <a:moveTo>
                      <a:pt x="93186" y="8550"/>
                    </a:moveTo>
                    <a:cubicBezTo>
                      <a:pt x="93186" y="8550"/>
                      <a:pt x="89267" y="4276"/>
                      <a:pt x="90693" y="1515"/>
                    </a:cubicBezTo>
                    <a:cubicBezTo>
                      <a:pt x="92117" y="-1246"/>
                      <a:pt x="96036" y="-533"/>
                      <a:pt x="98797" y="357"/>
                    </a:cubicBezTo>
                    <a:cubicBezTo>
                      <a:pt x="104727" y="2949"/>
                      <a:pt x="110153" y="6567"/>
                      <a:pt x="114826" y="11044"/>
                    </a:cubicBezTo>
                    <a:cubicBezTo>
                      <a:pt x="120752" y="17896"/>
                      <a:pt x="125315" y="25815"/>
                      <a:pt x="128274" y="34377"/>
                    </a:cubicBezTo>
                    <a:cubicBezTo>
                      <a:pt x="131024" y="42322"/>
                      <a:pt x="132056" y="50760"/>
                      <a:pt x="131302" y="59134"/>
                    </a:cubicBezTo>
                    <a:cubicBezTo>
                      <a:pt x="129963" y="63939"/>
                      <a:pt x="127825" y="68485"/>
                      <a:pt x="124979" y="72582"/>
                    </a:cubicBezTo>
                    <a:cubicBezTo>
                      <a:pt x="122337" y="76626"/>
                      <a:pt x="119929" y="80819"/>
                      <a:pt x="117765" y="85138"/>
                    </a:cubicBezTo>
                    <a:cubicBezTo>
                      <a:pt x="116086" y="89781"/>
                      <a:pt x="114031" y="94278"/>
                      <a:pt x="111621" y="98586"/>
                    </a:cubicBezTo>
                    <a:cubicBezTo>
                      <a:pt x="108682" y="103573"/>
                      <a:pt x="104763" y="109272"/>
                      <a:pt x="101468" y="114081"/>
                    </a:cubicBezTo>
                    <a:cubicBezTo>
                      <a:pt x="98173" y="118890"/>
                      <a:pt x="98173" y="119425"/>
                      <a:pt x="92563" y="127083"/>
                    </a:cubicBezTo>
                    <a:cubicBezTo>
                      <a:pt x="86952" y="134742"/>
                      <a:pt x="79382" y="138572"/>
                      <a:pt x="79026" y="142935"/>
                    </a:cubicBezTo>
                    <a:cubicBezTo>
                      <a:pt x="78927" y="146618"/>
                      <a:pt x="80883" y="150050"/>
                      <a:pt x="84103" y="151841"/>
                    </a:cubicBezTo>
                    <a:cubicBezTo>
                      <a:pt x="86863" y="153711"/>
                      <a:pt x="95056" y="157006"/>
                      <a:pt x="97995" y="162349"/>
                    </a:cubicBezTo>
                    <a:cubicBezTo>
                      <a:pt x="101921" y="168016"/>
                      <a:pt x="104927" y="174267"/>
                      <a:pt x="106900" y="180873"/>
                    </a:cubicBezTo>
                    <a:cubicBezTo>
                      <a:pt x="109915" y="190690"/>
                      <a:pt x="112324" y="200683"/>
                      <a:pt x="114114" y="210795"/>
                    </a:cubicBezTo>
                    <a:cubicBezTo>
                      <a:pt x="115005" y="218455"/>
                      <a:pt x="118923" y="243657"/>
                      <a:pt x="116786" y="249179"/>
                    </a:cubicBezTo>
                    <a:cubicBezTo>
                      <a:pt x="114649" y="254700"/>
                      <a:pt x="112868" y="254344"/>
                      <a:pt x="109394" y="252919"/>
                    </a:cubicBezTo>
                    <a:cubicBezTo>
                      <a:pt x="102493" y="248373"/>
                      <a:pt x="96259" y="242888"/>
                      <a:pt x="90870" y="236622"/>
                    </a:cubicBezTo>
                    <a:cubicBezTo>
                      <a:pt x="87932" y="232704"/>
                      <a:pt x="88377" y="227716"/>
                      <a:pt x="88377" y="212488"/>
                    </a:cubicBezTo>
                    <a:cubicBezTo>
                      <a:pt x="88191" y="202357"/>
                      <a:pt x="86664" y="192295"/>
                      <a:pt x="83835" y="182565"/>
                    </a:cubicBezTo>
                    <a:cubicBezTo>
                      <a:pt x="83033" y="178469"/>
                      <a:pt x="74930" y="161548"/>
                      <a:pt x="71635" y="162171"/>
                    </a:cubicBezTo>
                    <a:cubicBezTo>
                      <a:pt x="68340" y="162795"/>
                      <a:pt x="65045" y="162171"/>
                      <a:pt x="63619" y="167960"/>
                    </a:cubicBezTo>
                    <a:cubicBezTo>
                      <a:pt x="62195" y="173748"/>
                      <a:pt x="31649" y="205274"/>
                      <a:pt x="26483" y="208569"/>
                    </a:cubicBezTo>
                    <a:cubicBezTo>
                      <a:pt x="21318" y="211865"/>
                      <a:pt x="21496" y="213735"/>
                      <a:pt x="18468" y="208569"/>
                    </a:cubicBezTo>
                    <a:cubicBezTo>
                      <a:pt x="15440" y="203404"/>
                      <a:pt x="11611" y="197616"/>
                      <a:pt x="8138" y="196636"/>
                    </a:cubicBezTo>
                    <a:cubicBezTo>
                      <a:pt x="4664" y="195656"/>
                      <a:pt x="-323" y="185237"/>
                      <a:pt x="-323" y="180517"/>
                    </a:cubicBezTo>
                    <a:cubicBezTo>
                      <a:pt x="-323" y="175797"/>
                      <a:pt x="5021" y="170186"/>
                      <a:pt x="7336" y="165645"/>
                    </a:cubicBezTo>
                    <a:cubicBezTo>
                      <a:pt x="9652" y="161103"/>
                      <a:pt x="27908" y="145073"/>
                      <a:pt x="29778" y="142401"/>
                    </a:cubicBezTo>
                    <a:cubicBezTo>
                      <a:pt x="31649" y="139729"/>
                      <a:pt x="46343" y="121829"/>
                      <a:pt x="49638" y="116397"/>
                    </a:cubicBezTo>
                    <a:cubicBezTo>
                      <a:pt x="52933" y="110964"/>
                      <a:pt x="65757" y="99476"/>
                      <a:pt x="68696" y="93687"/>
                    </a:cubicBezTo>
                    <a:cubicBezTo>
                      <a:pt x="71635" y="87899"/>
                      <a:pt x="77601" y="84158"/>
                      <a:pt x="80273" y="77479"/>
                    </a:cubicBezTo>
                    <a:cubicBezTo>
                      <a:pt x="82945" y="70800"/>
                      <a:pt x="94789" y="57264"/>
                      <a:pt x="96838" y="46488"/>
                    </a:cubicBezTo>
                    <a:cubicBezTo>
                      <a:pt x="98886" y="35712"/>
                      <a:pt x="105743" y="33842"/>
                      <a:pt x="93097" y="8907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75" name="任意多边形: 形状 74"/>
            <p:cNvSpPr/>
            <p:nvPr/>
          </p:nvSpPr>
          <p:spPr>
            <a:xfrm>
              <a:off x="3357179" y="5904858"/>
              <a:ext cx="311430" cy="364943"/>
            </a:xfrm>
            <a:custGeom>
              <a:avLst/>
              <a:gdLst>
                <a:gd name="connsiteX0" fmla="*/ 70502 w 359546"/>
                <a:gd name="connsiteY0" fmla="*/ 61296 h 421327"/>
                <a:gd name="connsiteX1" fmla="*/ 85908 w 359546"/>
                <a:gd name="connsiteY1" fmla="*/ 62543 h 421327"/>
                <a:gd name="connsiteX2" fmla="*/ 92766 w 359546"/>
                <a:gd name="connsiteY2" fmla="*/ 71448 h 421327"/>
                <a:gd name="connsiteX3" fmla="*/ 90272 w 359546"/>
                <a:gd name="connsiteY3" fmla="*/ 78662 h 421327"/>
                <a:gd name="connsiteX4" fmla="*/ 83058 w 359546"/>
                <a:gd name="connsiteY4" fmla="*/ 86054 h 421327"/>
                <a:gd name="connsiteX5" fmla="*/ 79497 w 359546"/>
                <a:gd name="connsiteY5" fmla="*/ 100748 h 421327"/>
                <a:gd name="connsiteX6" fmla="*/ 111111 w 359546"/>
                <a:gd name="connsiteY6" fmla="*/ 77860 h 421327"/>
                <a:gd name="connsiteX7" fmla="*/ 117701 w 359546"/>
                <a:gd name="connsiteY7" fmla="*/ 49986 h 421327"/>
                <a:gd name="connsiteX8" fmla="*/ 125538 w 359546"/>
                <a:gd name="connsiteY8" fmla="*/ 28168 h 421327"/>
                <a:gd name="connsiteX9" fmla="*/ 132573 w 359546"/>
                <a:gd name="connsiteY9" fmla="*/ 12494 h 421327"/>
                <a:gd name="connsiteX10" fmla="*/ 153769 w 359546"/>
                <a:gd name="connsiteY10" fmla="*/ 18193 h 421327"/>
                <a:gd name="connsiteX11" fmla="*/ 168196 w 359546"/>
                <a:gd name="connsiteY11" fmla="*/ 36004 h 421327"/>
                <a:gd name="connsiteX12" fmla="*/ 170066 w 359546"/>
                <a:gd name="connsiteY12" fmla="*/ 56042 h 421327"/>
                <a:gd name="connsiteX13" fmla="*/ 190549 w 359546"/>
                <a:gd name="connsiteY13" fmla="*/ 68153 h 421327"/>
                <a:gd name="connsiteX14" fmla="*/ 200167 w 359546"/>
                <a:gd name="connsiteY14" fmla="*/ 85965 h 421327"/>
                <a:gd name="connsiteX15" fmla="*/ 193220 w 359546"/>
                <a:gd name="connsiteY15" fmla="*/ 100748 h 421327"/>
                <a:gd name="connsiteX16" fmla="*/ 167395 w 359546"/>
                <a:gd name="connsiteY16" fmla="*/ 91842 h 421327"/>
                <a:gd name="connsiteX17" fmla="*/ 143884 w 359546"/>
                <a:gd name="connsiteY17" fmla="*/ 96384 h 421327"/>
                <a:gd name="connsiteX18" fmla="*/ 136136 w 359546"/>
                <a:gd name="connsiteY18" fmla="*/ 152578 h 421327"/>
                <a:gd name="connsiteX19" fmla="*/ 137472 w 359546"/>
                <a:gd name="connsiteY19" fmla="*/ 168608 h 421327"/>
                <a:gd name="connsiteX20" fmla="*/ 145308 w 359546"/>
                <a:gd name="connsiteY20" fmla="*/ 187399 h 421327"/>
                <a:gd name="connsiteX21" fmla="*/ 146555 w 359546"/>
                <a:gd name="connsiteY21" fmla="*/ 197462 h 421327"/>
                <a:gd name="connsiteX22" fmla="*/ 155461 w 359546"/>
                <a:gd name="connsiteY22" fmla="*/ 189626 h 421327"/>
                <a:gd name="connsiteX23" fmla="*/ 160181 w 359546"/>
                <a:gd name="connsiteY23" fmla="*/ 181789 h 421327"/>
                <a:gd name="connsiteX24" fmla="*/ 166860 w 359546"/>
                <a:gd name="connsiteY24" fmla="*/ 175020 h 421327"/>
                <a:gd name="connsiteX25" fmla="*/ 173450 w 359546"/>
                <a:gd name="connsiteY25" fmla="*/ 187132 h 421327"/>
                <a:gd name="connsiteX26" fmla="*/ 177101 w 359546"/>
                <a:gd name="connsiteY26" fmla="*/ 181789 h 421327"/>
                <a:gd name="connsiteX27" fmla="*/ 182890 w 359546"/>
                <a:gd name="connsiteY27" fmla="*/ 201025 h 421327"/>
                <a:gd name="connsiteX28" fmla="*/ 188056 w 359546"/>
                <a:gd name="connsiteY28" fmla="*/ 202628 h 421327"/>
                <a:gd name="connsiteX29" fmla="*/ 200880 w 359546"/>
                <a:gd name="connsiteY29" fmla="*/ 189447 h 421327"/>
                <a:gd name="connsiteX30" fmla="*/ 218691 w 359546"/>
                <a:gd name="connsiteY30" fmla="*/ 174397 h 421327"/>
                <a:gd name="connsiteX31" fmla="*/ 220115 w 359546"/>
                <a:gd name="connsiteY31" fmla="*/ 166560 h 421327"/>
                <a:gd name="connsiteX32" fmla="*/ 203373 w 359546"/>
                <a:gd name="connsiteY32" fmla="*/ 154538 h 421327"/>
                <a:gd name="connsiteX33" fmla="*/ 206935 w 359546"/>
                <a:gd name="connsiteY33" fmla="*/ 145632 h 421327"/>
                <a:gd name="connsiteX34" fmla="*/ 217622 w 359546"/>
                <a:gd name="connsiteY34" fmla="*/ 139220 h 421327"/>
                <a:gd name="connsiteX35" fmla="*/ 231069 w 359546"/>
                <a:gd name="connsiteY35" fmla="*/ 140645 h 421327"/>
                <a:gd name="connsiteX36" fmla="*/ 238016 w 359546"/>
                <a:gd name="connsiteY36" fmla="*/ 110722 h 421327"/>
                <a:gd name="connsiteX37" fmla="*/ 221540 w 359546"/>
                <a:gd name="connsiteY37" fmla="*/ 112860 h 421327"/>
                <a:gd name="connsiteX38" fmla="*/ 182534 w 359546"/>
                <a:gd name="connsiteY38" fmla="*/ 130671 h 421327"/>
                <a:gd name="connsiteX39" fmla="*/ 170155 w 359546"/>
                <a:gd name="connsiteY39" fmla="*/ 129068 h 421327"/>
                <a:gd name="connsiteX40" fmla="*/ 162942 w 359546"/>
                <a:gd name="connsiteY40" fmla="*/ 121587 h 421327"/>
                <a:gd name="connsiteX41" fmla="*/ 184404 w 359546"/>
                <a:gd name="connsiteY41" fmla="*/ 109030 h 421327"/>
                <a:gd name="connsiteX42" fmla="*/ 205243 w 359546"/>
                <a:gd name="connsiteY42" fmla="*/ 103063 h 421327"/>
                <a:gd name="connsiteX43" fmla="*/ 235968 w 359546"/>
                <a:gd name="connsiteY43" fmla="*/ 91753 h 421327"/>
                <a:gd name="connsiteX44" fmla="*/ 244873 w 359546"/>
                <a:gd name="connsiteY44" fmla="*/ 84540 h 421327"/>
                <a:gd name="connsiteX45" fmla="*/ 248703 w 359546"/>
                <a:gd name="connsiteY45" fmla="*/ 57823 h 421327"/>
                <a:gd name="connsiteX46" fmla="*/ 259478 w 359546"/>
                <a:gd name="connsiteY46" fmla="*/ 20153 h 421327"/>
                <a:gd name="connsiteX47" fmla="*/ 269809 w 359546"/>
                <a:gd name="connsiteY47" fmla="*/ 6438 h 421327"/>
                <a:gd name="connsiteX48" fmla="*/ 283879 w 359546"/>
                <a:gd name="connsiteY48" fmla="*/ 649 h 421327"/>
                <a:gd name="connsiteX49" fmla="*/ 286996 w 359546"/>
                <a:gd name="connsiteY49" fmla="*/ 15165 h 421327"/>
                <a:gd name="connsiteX50" fmla="*/ 275864 w 359546"/>
                <a:gd name="connsiteY50" fmla="*/ 32977 h 421327"/>
                <a:gd name="connsiteX51" fmla="*/ 270699 w 359546"/>
                <a:gd name="connsiteY51" fmla="*/ 59159 h 421327"/>
                <a:gd name="connsiteX52" fmla="*/ 265534 w 359546"/>
                <a:gd name="connsiteY52" fmla="*/ 81512 h 421327"/>
                <a:gd name="connsiteX53" fmla="*/ 273371 w 359546"/>
                <a:gd name="connsiteY53" fmla="*/ 87657 h 421327"/>
                <a:gd name="connsiteX54" fmla="*/ 299108 w 359546"/>
                <a:gd name="connsiteY54" fmla="*/ 84184 h 421327"/>
                <a:gd name="connsiteX55" fmla="*/ 316296 w 359546"/>
                <a:gd name="connsiteY55" fmla="*/ 85609 h 421327"/>
                <a:gd name="connsiteX56" fmla="*/ 318344 w 359546"/>
                <a:gd name="connsiteY56" fmla="*/ 94514 h 421327"/>
                <a:gd name="connsiteX57" fmla="*/ 310863 w 359546"/>
                <a:gd name="connsiteY57" fmla="*/ 104399 h 421327"/>
                <a:gd name="connsiteX58" fmla="*/ 297505 w 359546"/>
                <a:gd name="connsiteY58" fmla="*/ 104399 h 421327"/>
                <a:gd name="connsiteX59" fmla="*/ 270254 w 359546"/>
                <a:gd name="connsiteY59" fmla="*/ 105468 h 421327"/>
                <a:gd name="connsiteX60" fmla="*/ 263486 w 359546"/>
                <a:gd name="connsiteY60" fmla="*/ 109832 h 421327"/>
                <a:gd name="connsiteX61" fmla="*/ 259923 w 359546"/>
                <a:gd name="connsiteY61" fmla="*/ 147948 h 421327"/>
                <a:gd name="connsiteX62" fmla="*/ 269452 w 359546"/>
                <a:gd name="connsiteY62" fmla="*/ 160326 h 421327"/>
                <a:gd name="connsiteX63" fmla="*/ 270521 w 359546"/>
                <a:gd name="connsiteY63" fmla="*/ 177425 h 421327"/>
                <a:gd name="connsiteX64" fmla="*/ 313980 w 359546"/>
                <a:gd name="connsiteY64" fmla="*/ 169855 h 421327"/>
                <a:gd name="connsiteX65" fmla="*/ 325558 w 359546"/>
                <a:gd name="connsiteY65" fmla="*/ 167183 h 421327"/>
                <a:gd name="connsiteX66" fmla="*/ 348445 w 359546"/>
                <a:gd name="connsiteY66" fmla="*/ 175198 h 421327"/>
                <a:gd name="connsiteX67" fmla="*/ 358954 w 359546"/>
                <a:gd name="connsiteY67" fmla="*/ 187132 h 421327"/>
                <a:gd name="connsiteX68" fmla="*/ 357351 w 359546"/>
                <a:gd name="connsiteY68" fmla="*/ 196037 h 421327"/>
                <a:gd name="connsiteX69" fmla="*/ 335265 w 359546"/>
                <a:gd name="connsiteY69" fmla="*/ 207614 h 421327"/>
                <a:gd name="connsiteX70" fmla="*/ 326359 w 359546"/>
                <a:gd name="connsiteY70" fmla="*/ 210910 h 421327"/>
                <a:gd name="connsiteX71" fmla="*/ 315227 w 359546"/>
                <a:gd name="connsiteY71" fmla="*/ 210108 h 421327"/>
                <a:gd name="connsiteX72" fmla="*/ 299464 w 359546"/>
                <a:gd name="connsiteY72" fmla="*/ 210108 h 421327"/>
                <a:gd name="connsiteX73" fmla="*/ 287086 w 359546"/>
                <a:gd name="connsiteY73" fmla="*/ 221686 h 421327"/>
                <a:gd name="connsiteX74" fmla="*/ 274974 w 359546"/>
                <a:gd name="connsiteY74" fmla="*/ 236113 h 421327"/>
                <a:gd name="connsiteX75" fmla="*/ 289579 w 359546"/>
                <a:gd name="connsiteY75" fmla="*/ 237537 h 421327"/>
                <a:gd name="connsiteX76" fmla="*/ 305074 w 359546"/>
                <a:gd name="connsiteY76" fmla="*/ 243950 h 421327"/>
                <a:gd name="connsiteX77" fmla="*/ 314693 w 359546"/>
                <a:gd name="connsiteY77" fmla="*/ 258287 h 421327"/>
                <a:gd name="connsiteX78" fmla="*/ 319680 w 359546"/>
                <a:gd name="connsiteY78" fmla="*/ 299698 h 421327"/>
                <a:gd name="connsiteX79" fmla="*/ 320125 w 359546"/>
                <a:gd name="connsiteY79" fmla="*/ 362037 h 421327"/>
                <a:gd name="connsiteX80" fmla="*/ 322530 w 359546"/>
                <a:gd name="connsiteY80" fmla="*/ 380650 h 421327"/>
                <a:gd name="connsiteX81" fmla="*/ 321372 w 359546"/>
                <a:gd name="connsiteY81" fmla="*/ 411285 h 421327"/>
                <a:gd name="connsiteX82" fmla="*/ 314693 w 359546"/>
                <a:gd name="connsiteY82" fmla="*/ 420814 h 421327"/>
                <a:gd name="connsiteX83" fmla="*/ 301779 w 359546"/>
                <a:gd name="connsiteY83" fmla="*/ 417430 h 421327"/>
                <a:gd name="connsiteX84" fmla="*/ 289223 w 359546"/>
                <a:gd name="connsiteY84" fmla="*/ 410483 h 421327"/>
                <a:gd name="connsiteX85" fmla="*/ 276220 w 359546"/>
                <a:gd name="connsiteY85" fmla="*/ 396056 h 421327"/>
                <a:gd name="connsiteX86" fmla="*/ 261793 w 359546"/>
                <a:gd name="connsiteY86" fmla="*/ 380294 h 421327"/>
                <a:gd name="connsiteX87" fmla="*/ 254580 w 359546"/>
                <a:gd name="connsiteY87" fmla="*/ 365867 h 421327"/>
                <a:gd name="connsiteX88" fmla="*/ 255203 w 359546"/>
                <a:gd name="connsiteY88" fmla="*/ 356961 h 421327"/>
                <a:gd name="connsiteX89" fmla="*/ 260547 w 359546"/>
                <a:gd name="connsiteY89" fmla="*/ 363818 h 421327"/>
                <a:gd name="connsiteX90" fmla="*/ 271679 w 359546"/>
                <a:gd name="connsiteY90" fmla="*/ 373882 h 421327"/>
                <a:gd name="connsiteX91" fmla="*/ 288154 w 359546"/>
                <a:gd name="connsiteY91" fmla="*/ 380917 h 421327"/>
                <a:gd name="connsiteX92" fmla="*/ 292874 w 359546"/>
                <a:gd name="connsiteY92" fmla="*/ 376375 h 421327"/>
                <a:gd name="connsiteX93" fmla="*/ 292250 w 359546"/>
                <a:gd name="connsiteY93" fmla="*/ 353666 h 421327"/>
                <a:gd name="connsiteX94" fmla="*/ 292250 w 359546"/>
                <a:gd name="connsiteY94" fmla="*/ 294889 h 421327"/>
                <a:gd name="connsiteX95" fmla="*/ 286907 w 359546"/>
                <a:gd name="connsiteY95" fmla="*/ 261404 h 421327"/>
                <a:gd name="connsiteX96" fmla="*/ 278002 w 359546"/>
                <a:gd name="connsiteY96" fmla="*/ 255259 h 421327"/>
                <a:gd name="connsiteX97" fmla="*/ 269096 w 359546"/>
                <a:gd name="connsiteY97" fmla="*/ 260247 h 421327"/>
                <a:gd name="connsiteX98" fmla="*/ 262239 w 359546"/>
                <a:gd name="connsiteY98" fmla="*/ 260247 h 421327"/>
                <a:gd name="connsiteX99" fmla="*/ 258766 w 359546"/>
                <a:gd name="connsiteY99" fmla="*/ 267549 h 421327"/>
                <a:gd name="connsiteX100" fmla="*/ 272569 w 359546"/>
                <a:gd name="connsiteY100" fmla="*/ 276455 h 421327"/>
                <a:gd name="connsiteX101" fmla="*/ 281475 w 359546"/>
                <a:gd name="connsiteY101" fmla="*/ 286162 h 421327"/>
                <a:gd name="connsiteX102" fmla="*/ 275686 w 359546"/>
                <a:gd name="connsiteY102" fmla="*/ 292930 h 421327"/>
                <a:gd name="connsiteX103" fmla="*/ 268117 w 359546"/>
                <a:gd name="connsiteY103" fmla="*/ 292930 h 421327"/>
                <a:gd name="connsiteX104" fmla="*/ 254313 w 359546"/>
                <a:gd name="connsiteY104" fmla="*/ 281353 h 421327"/>
                <a:gd name="connsiteX105" fmla="*/ 247901 w 359546"/>
                <a:gd name="connsiteY105" fmla="*/ 290882 h 421327"/>
                <a:gd name="connsiteX106" fmla="*/ 248703 w 359546"/>
                <a:gd name="connsiteY106" fmla="*/ 301569 h 421327"/>
                <a:gd name="connsiteX107" fmla="*/ 260458 w 359546"/>
                <a:gd name="connsiteY107" fmla="*/ 307001 h 421327"/>
                <a:gd name="connsiteX108" fmla="*/ 275330 w 359546"/>
                <a:gd name="connsiteY108" fmla="*/ 318756 h 421327"/>
                <a:gd name="connsiteX109" fmla="*/ 279426 w 359546"/>
                <a:gd name="connsiteY109" fmla="*/ 333985 h 421327"/>
                <a:gd name="connsiteX110" fmla="*/ 265445 w 359546"/>
                <a:gd name="connsiteY110" fmla="*/ 335232 h 421327"/>
                <a:gd name="connsiteX111" fmla="*/ 244160 w 359546"/>
                <a:gd name="connsiteY111" fmla="*/ 322853 h 421327"/>
                <a:gd name="connsiteX112" fmla="*/ 238995 w 359546"/>
                <a:gd name="connsiteY112" fmla="*/ 323654 h 421327"/>
                <a:gd name="connsiteX113" fmla="*/ 234276 w 359546"/>
                <a:gd name="connsiteY113" fmla="*/ 351529 h 421327"/>
                <a:gd name="connsiteX114" fmla="*/ 228932 w 359546"/>
                <a:gd name="connsiteY114" fmla="*/ 355892 h 421327"/>
                <a:gd name="connsiteX115" fmla="*/ 211121 w 359546"/>
                <a:gd name="connsiteY115" fmla="*/ 340218 h 421327"/>
                <a:gd name="connsiteX116" fmla="*/ 209874 w 359546"/>
                <a:gd name="connsiteY116" fmla="*/ 324723 h 421327"/>
                <a:gd name="connsiteX117" fmla="*/ 220828 w 359546"/>
                <a:gd name="connsiteY117" fmla="*/ 287141 h 421327"/>
                <a:gd name="connsiteX118" fmla="*/ 232405 w 359546"/>
                <a:gd name="connsiteY118" fmla="*/ 253211 h 421327"/>
                <a:gd name="connsiteX119" fmla="*/ 245764 w 359546"/>
                <a:gd name="connsiteY119" fmla="*/ 230680 h 421327"/>
                <a:gd name="connsiteX120" fmla="*/ 257341 w 359546"/>
                <a:gd name="connsiteY120" fmla="*/ 214561 h 421327"/>
                <a:gd name="connsiteX121" fmla="*/ 255470 w 359546"/>
                <a:gd name="connsiteY121" fmla="*/ 211889 h 421327"/>
                <a:gd name="connsiteX122" fmla="*/ 221273 w 359546"/>
                <a:gd name="connsiteY122" fmla="*/ 229701 h 421327"/>
                <a:gd name="connsiteX123" fmla="*/ 204709 w 359546"/>
                <a:gd name="connsiteY123" fmla="*/ 239586 h 421327"/>
                <a:gd name="connsiteX124" fmla="*/ 194022 w 359546"/>
                <a:gd name="connsiteY124" fmla="*/ 246799 h 421327"/>
                <a:gd name="connsiteX125" fmla="*/ 180396 w 359546"/>
                <a:gd name="connsiteY125" fmla="*/ 252142 h 421327"/>
                <a:gd name="connsiteX126" fmla="*/ 168997 w 359546"/>
                <a:gd name="connsiteY126" fmla="*/ 259712 h 421327"/>
                <a:gd name="connsiteX127" fmla="*/ 158132 w 359546"/>
                <a:gd name="connsiteY127" fmla="*/ 259712 h 421327"/>
                <a:gd name="connsiteX128" fmla="*/ 147179 w 359546"/>
                <a:gd name="connsiteY128" fmla="*/ 270221 h 421327"/>
                <a:gd name="connsiteX129" fmla="*/ 140767 w 359546"/>
                <a:gd name="connsiteY129" fmla="*/ 287141 h 421327"/>
                <a:gd name="connsiteX130" fmla="*/ 145932 w 359546"/>
                <a:gd name="connsiteY130" fmla="*/ 382253 h 421327"/>
                <a:gd name="connsiteX131" fmla="*/ 143260 w 359546"/>
                <a:gd name="connsiteY131" fmla="*/ 404784 h 421327"/>
                <a:gd name="connsiteX132" fmla="*/ 132752 w 359546"/>
                <a:gd name="connsiteY132" fmla="*/ 403537 h 421327"/>
                <a:gd name="connsiteX133" fmla="*/ 122421 w 359546"/>
                <a:gd name="connsiteY133" fmla="*/ 397927 h 421327"/>
                <a:gd name="connsiteX134" fmla="*/ 114585 w 359546"/>
                <a:gd name="connsiteY134" fmla="*/ 392405 h 421327"/>
                <a:gd name="connsiteX135" fmla="*/ 107193 w 359546"/>
                <a:gd name="connsiteY135" fmla="*/ 382431 h 421327"/>
                <a:gd name="connsiteX136" fmla="*/ 109419 w 359546"/>
                <a:gd name="connsiteY136" fmla="*/ 372368 h 421327"/>
                <a:gd name="connsiteX137" fmla="*/ 107816 w 359546"/>
                <a:gd name="connsiteY137" fmla="*/ 315817 h 421327"/>
                <a:gd name="connsiteX138" fmla="*/ 102651 w 359546"/>
                <a:gd name="connsiteY138" fmla="*/ 318934 h 421327"/>
                <a:gd name="connsiteX139" fmla="*/ 92943 w 359546"/>
                <a:gd name="connsiteY139" fmla="*/ 334608 h 421327"/>
                <a:gd name="connsiteX140" fmla="*/ 86175 w 359546"/>
                <a:gd name="connsiteY140" fmla="*/ 349481 h 421327"/>
                <a:gd name="connsiteX141" fmla="*/ 72728 w 359546"/>
                <a:gd name="connsiteY141" fmla="*/ 357941 h 421327"/>
                <a:gd name="connsiteX142" fmla="*/ 56074 w 359546"/>
                <a:gd name="connsiteY142" fmla="*/ 356872 h 421327"/>
                <a:gd name="connsiteX143" fmla="*/ 43874 w 359546"/>
                <a:gd name="connsiteY143" fmla="*/ 344137 h 421327"/>
                <a:gd name="connsiteX144" fmla="*/ 42004 w 359546"/>
                <a:gd name="connsiteY144" fmla="*/ 329443 h 421327"/>
                <a:gd name="connsiteX145" fmla="*/ 49039 w 359546"/>
                <a:gd name="connsiteY145" fmla="*/ 317064 h 421327"/>
                <a:gd name="connsiteX146" fmla="*/ 53581 w 359546"/>
                <a:gd name="connsiteY146" fmla="*/ 298540 h 421327"/>
                <a:gd name="connsiteX147" fmla="*/ 59904 w 359546"/>
                <a:gd name="connsiteY147" fmla="*/ 278681 h 421327"/>
                <a:gd name="connsiteX148" fmla="*/ 68810 w 359546"/>
                <a:gd name="connsiteY148" fmla="*/ 259089 h 421327"/>
                <a:gd name="connsiteX149" fmla="*/ 72906 w 359546"/>
                <a:gd name="connsiteY149" fmla="*/ 246087 h 421327"/>
                <a:gd name="connsiteX150" fmla="*/ 71036 w 359546"/>
                <a:gd name="connsiteY150" fmla="*/ 243682 h 421327"/>
                <a:gd name="connsiteX151" fmla="*/ 56609 w 359546"/>
                <a:gd name="connsiteY151" fmla="*/ 255170 h 421327"/>
                <a:gd name="connsiteX152" fmla="*/ 41737 w 359546"/>
                <a:gd name="connsiteY152" fmla="*/ 257308 h 421327"/>
                <a:gd name="connsiteX153" fmla="*/ 27755 w 359546"/>
                <a:gd name="connsiteY153" fmla="*/ 250094 h 421327"/>
                <a:gd name="connsiteX154" fmla="*/ 13951 w 359546"/>
                <a:gd name="connsiteY154" fmla="*/ 243237 h 421327"/>
                <a:gd name="connsiteX155" fmla="*/ 1750 w 359546"/>
                <a:gd name="connsiteY155" fmla="*/ 234331 h 421327"/>
                <a:gd name="connsiteX156" fmla="*/ 2819 w 359546"/>
                <a:gd name="connsiteY156" fmla="*/ 225426 h 421327"/>
                <a:gd name="connsiteX157" fmla="*/ 28378 w 359546"/>
                <a:gd name="connsiteY157" fmla="*/ 210732 h 421327"/>
                <a:gd name="connsiteX158" fmla="*/ 68008 w 359546"/>
                <a:gd name="connsiteY158" fmla="*/ 184015 h 421327"/>
                <a:gd name="connsiteX159" fmla="*/ 103630 w 359546"/>
                <a:gd name="connsiteY159" fmla="*/ 162642 h 421327"/>
                <a:gd name="connsiteX160" fmla="*/ 104877 w 359546"/>
                <a:gd name="connsiteY160" fmla="*/ 135123 h 421327"/>
                <a:gd name="connsiteX161" fmla="*/ 109241 w 359546"/>
                <a:gd name="connsiteY161" fmla="*/ 99056 h 421327"/>
                <a:gd name="connsiteX162" fmla="*/ 103274 w 359546"/>
                <a:gd name="connsiteY162" fmla="*/ 102173 h 421327"/>
                <a:gd name="connsiteX163" fmla="*/ 87957 w 359546"/>
                <a:gd name="connsiteY163" fmla="*/ 122745 h 421327"/>
                <a:gd name="connsiteX164" fmla="*/ 74420 w 359546"/>
                <a:gd name="connsiteY164" fmla="*/ 142960 h 421327"/>
                <a:gd name="connsiteX165" fmla="*/ 64713 w 359546"/>
                <a:gd name="connsiteY165" fmla="*/ 157031 h 421327"/>
                <a:gd name="connsiteX166" fmla="*/ 63288 w 359546"/>
                <a:gd name="connsiteY166" fmla="*/ 168965 h 421327"/>
                <a:gd name="connsiteX167" fmla="*/ 46546 w 359546"/>
                <a:gd name="connsiteY167" fmla="*/ 166916 h 421327"/>
                <a:gd name="connsiteX168" fmla="*/ 28735 w 359546"/>
                <a:gd name="connsiteY168" fmla="*/ 159525 h 421327"/>
                <a:gd name="connsiteX169" fmla="*/ 20898 w 359546"/>
                <a:gd name="connsiteY169" fmla="*/ 140912 h 421327"/>
                <a:gd name="connsiteX170" fmla="*/ 27309 w 359546"/>
                <a:gd name="connsiteY170" fmla="*/ 112860 h 421327"/>
                <a:gd name="connsiteX171" fmla="*/ 36749 w 359546"/>
                <a:gd name="connsiteY171" fmla="*/ 89349 h 421327"/>
                <a:gd name="connsiteX172" fmla="*/ 70234 w 359546"/>
                <a:gd name="connsiteY172" fmla="*/ 62632 h 42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</a:cxnLst>
              <a:rect l="l" t="t" r="r" b="b"/>
              <a:pathLst>
                <a:path w="359546" h="421327">
                  <a:moveTo>
                    <a:pt x="70502" y="61296"/>
                  </a:moveTo>
                  <a:cubicBezTo>
                    <a:pt x="75441" y="58671"/>
                    <a:pt x="81455" y="59158"/>
                    <a:pt x="85908" y="62543"/>
                  </a:cubicBezTo>
                  <a:cubicBezTo>
                    <a:pt x="93745" y="68332"/>
                    <a:pt x="92766" y="69757"/>
                    <a:pt x="92766" y="71448"/>
                  </a:cubicBezTo>
                  <a:cubicBezTo>
                    <a:pt x="93277" y="74125"/>
                    <a:pt x="92328" y="76872"/>
                    <a:pt x="90272" y="78662"/>
                  </a:cubicBezTo>
                  <a:cubicBezTo>
                    <a:pt x="87422" y="80710"/>
                    <a:pt x="84305" y="80889"/>
                    <a:pt x="83058" y="86054"/>
                  </a:cubicBezTo>
                  <a:cubicBezTo>
                    <a:pt x="81812" y="91219"/>
                    <a:pt x="77270" y="100748"/>
                    <a:pt x="79497" y="100748"/>
                  </a:cubicBezTo>
                  <a:cubicBezTo>
                    <a:pt x="91099" y="94708"/>
                    <a:pt x="101751" y="86996"/>
                    <a:pt x="111111" y="77860"/>
                  </a:cubicBezTo>
                  <a:cubicBezTo>
                    <a:pt x="116009" y="71270"/>
                    <a:pt x="115030" y="57378"/>
                    <a:pt x="117701" y="49986"/>
                  </a:cubicBezTo>
                  <a:cubicBezTo>
                    <a:pt x="120756" y="42880"/>
                    <a:pt x="123373" y="35594"/>
                    <a:pt x="125538" y="28168"/>
                  </a:cubicBezTo>
                  <a:cubicBezTo>
                    <a:pt x="127230" y="20954"/>
                    <a:pt x="125538" y="14720"/>
                    <a:pt x="132573" y="12494"/>
                  </a:cubicBezTo>
                  <a:cubicBezTo>
                    <a:pt x="140139" y="11029"/>
                    <a:pt x="147958" y="13131"/>
                    <a:pt x="153769" y="18193"/>
                  </a:cubicBezTo>
                  <a:cubicBezTo>
                    <a:pt x="159717" y="23110"/>
                    <a:pt x="164622" y="29165"/>
                    <a:pt x="168196" y="36004"/>
                  </a:cubicBezTo>
                  <a:cubicBezTo>
                    <a:pt x="168819" y="40101"/>
                    <a:pt x="167216" y="54528"/>
                    <a:pt x="170066" y="56042"/>
                  </a:cubicBezTo>
                  <a:cubicBezTo>
                    <a:pt x="177541" y="58869"/>
                    <a:pt x="184470" y="62967"/>
                    <a:pt x="190549" y="68153"/>
                  </a:cubicBezTo>
                  <a:cubicBezTo>
                    <a:pt x="195207" y="73183"/>
                    <a:pt x="198516" y="79311"/>
                    <a:pt x="200167" y="85965"/>
                  </a:cubicBezTo>
                  <a:cubicBezTo>
                    <a:pt x="200167" y="91130"/>
                    <a:pt x="202304" y="97720"/>
                    <a:pt x="193220" y="100748"/>
                  </a:cubicBezTo>
                  <a:cubicBezTo>
                    <a:pt x="184137" y="103776"/>
                    <a:pt x="184315" y="96028"/>
                    <a:pt x="167395" y="91842"/>
                  </a:cubicBezTo>
                  <a:cubicBezTo>
                    <a:pt x="150474" y="87657"/>
                    <a:pt x="146823" y="86321"/>
                    <a:pt x="143884" y="96384"/>
                  </a:cubicBezTo>
                  <a:cubicBezTo>
                    <a:pt x="140945" y="106448"/>
                    <a:pt x="136581" y="146790"/>
                    <a:pt x="136136" y="152578"/>
                  </a:cubicBezTo>
                  <a:cubicBezTo>
                    <a:pt x="135708" y="157959"/>
                    <a:pt x="136159" y="163373"/>
                    <a:pt x="137472" y="168608"/>
                  </a:cubicBezTo>
                  <a:cubicBezTo>
                    <a:pt x="138718" y="172705"/>
                    <a:pt x="144685" y="183481"/>
                    <a:pt x="145308" y="187399"/>
                  </a:cubicBezTo>
                  <a:cubicBezTo>
                    <a:pt x="145932" y="191318"/>
                    <a:pt x="144329" y="197462"/>
                    <a:pt x="146555" y="197462"/>
                  </a:cubicBezTo>
                  <a:cubicBezTo>
                    <a:pt x="148782" y="197462"/>
                    <a:pt x="153591" y="193099"/>
                    <a:pt x="155461" y="189626"/>
                  </a:cubicBezTo>
                  <a:cubicBezTo>
                    <a:pt x="157331" y="186152"/>
                    <a:pt x="158400" y="184282"/>
                    <a:pt x="160181" y="181789"/>
                  </a:cubicBezTo>
                  <a:cubicBezTo>
                    <a:pt x="161962" y="179295"/>
                    <a:pt x="165969" y="177425"/>
                    <a:pt x="166860" y="175020"/>
                  </a:cubicBezTo>
                  <a:cubicBezTo>
                    <a:pt x="167751" y="172616"/>
                    <a:pt x="171402" y="187132"/>
                    <a:pt x="173450" y="187132"/>
                  </a:cubicBezTo>
                  <a:cubicBezTo>
                    <a:pt x="175498" y="187132"/>
                    <a:pt x="176122" y="180186"/>
                    <a:pt x="177101" y="181789"/>
                  </a:cubicBezTo>
                  <a:cubicBezTo>
                    <a:pt x="178081" y="183392"/>
                    <a:pt x="180842" y="196839"/>
                    <a:pt x="182890" y="201025"/>
                  </a:cubicBezTo>
                  <a:cubicBezTo>
                    <a:pt x="184938" y="205210"/>
                    <a:pt x="184582" y="205745"/>
                    <a:pt x="188056" y="202628"/>
                  </a:cubicBezTo>
                  <a:cubicBezTo>
                    <a:pt x="191528" y="199511"/>
                    <a:pt x="197762" y="191496"/>
                    <a:pt x="200880" y="189447"/>
                  </a:cubicBezTo>
                  <a:cubicBezTo>
                    <a:pt x="207395" y="185158"/>
                    <a:pt x="213374" y="180105"/>
                    <a:pt x="218691" y="174397"/>
                  </a:cubicBezTo>
                  <a:cubicBezTo>
                    <a:pt x="220471" y="170835"/>
                    <a:pt x="223589" y="169232"/>
                    <a:pt x="220115" y="166560"/>
                  </a:cubicBezTo>
                  <a:cubicBezTo>
                    <a:pt x="216642" y="163888"/>
                    <a:pt x="204442" y="158278"/>
                    <a:pt x="203373" y="154538"/>
                  </a:cubicBezTo>
                  <a:cubicBezTo>
                    <a:pt x="202304" y="150797"/>
                    <a:pt x="201948" y="149818"/>
                    <a:pt x="206935" y="145632"/>
                  </a:cubicBezTo>
                  <a:cubicBezTo>
                    <a:pt x="211922" y="141446"/>
                    <a:pt x="213525" y="139042"/>
                    <a:pt x="217622" y="139220"/>
                  </a:cubicBezTo>
                  <a:cubicBezTo>
                    <a:pt x="221718" y="139398"/>
                    <a:pt x="228131" y="142337"/>
                    <a:pt x="231069" y="140645"/>
                  </a:cubicBezTo>
                  <a:cubicBezTo>
                    <a:pt x="234008" y="138953"/>
                    <a:pt x="237837" y="135302"/>
                    <a:pt x="238016" y="110722"/>
                  </a:cubicBezTo>
                  <a:cubicBezTo>
                    <a:pt x="232049" y="109475"/>
                    <a:pt x="238016" y="108674"/>
                    <a:pt x="221540" y="112860"/>
                  </a:cubicBezTo>
                  <a:cubicBezTo>
                    <a:pt x="205065" y="117045"/>
                    <a:pt x="187076" y="129513"/>
                    <a:pt x="182534" y="130671"/>
                  </a:cubicBezTo>
                  <a:cubicBezTo>
                    <a:pt x="178372" y="131965"/>
                    <a:pt x="173851" y="131380"/>
                    <a:pt x="170155" y="129068"/>
                  </a:cubicBezTo>
                  <a:cubicBezTo>
                    <a:pt x="164990" y="126129"/>
                    <a:pt x="161250" y="125149"/>
                    <a:pt x="162942" y="121587"/>
                  </a:cubicBezTo>
                  <a:cubicBezTo>
                    <a:pt x="169093" y="115884"/>
                    <a:pt x="176419" y="111598"/>
                    <a:pt x="184404" y="109030"/>
                  </a:cubicBezTo>
                  <a:cubicBezTo>
                    <a:pt x="191452" y="107414"/>
                    <a:pt x="198408" y="105422"/>
                    <a:pt x="205243" y="103063"/>
                  </a:cubicBezTo>
                  <a:cubicBezTo>
                    <a:pt x="215016" y="98125"/>
                    <a:pt x="225325" y="94330"/>
                    <a:pt x="235968" y="91753"/>
                  </a:cubicBezTo>
                  <a:cubicBezTo>
                    <a:pt x="243448" y="91308"/>
                    <a:pt x="244873" y="87835"/>
                    <a:pt x="244873" y="84540"/>
                  </a:cubicBezTo>
                  <a:cubicBezTo>
                    <a:pt x="245414" y="75544"/>
                    <a:pt x="246695" y="66608"/>
                    <a:pt x="248703" y="57823"/>
                  </a:cubicBezTo>
                  <a:cubicBezTo>
                    <a:pt x="251196" y="51589"/>
                    <a:pt x="258677" y="23893"/>
                    <a:pt x="259478" y="20153"/>
                  </a:cubicBezTo>
                  <a:cubicBezTo>
                    <a:pt x="260280" y="16412"/>
                    <a:pt x="266514" y="11247"/>
                    <a:pt x="269809" y="6438"/>
                  </a:cubicBezTo>
                  <a:cubicBezTo>
                    <a:pt x="273104" y="1629"/>
                    <a:pt x="279783" y="-2468"/>
                    <a:pt x="283879" y="649"/>
                  </a:cubicBezTo>
                  <a:cubicBezTo>
                    <a:pt x="287923" y="4319"/>
                    <a:pt x="289177" y="10159"/>
                    <a:pt x="286996" y="15165"/>
                  </a:cubicBezTo>
                  <a:cubicBezTo>
                    <a:pt x="282741" y="20745"/>
                    <a:pt x="279014" y="26707"/>
                    <a:pt x="275864" y="32977"/>
                  </a:cubicBezTo>
                  <a:cubicBezTo>
                    <a:pt x="273527" y="41572"/>
                    <a:pt x="271801" y="50321"/>
                    <a:pt x="270699" y="59159"/>
                  </a:cubicBezTo>
                  <a:cubicBezTo>
                    <a:pt x="269898" y="64769"/>
                    <a:pt x="265356" y="76970"/>
                    <a:pt x="265534" y="81512"/>
                  </a:cubicBezTo>
                  <a:cubicBezTo>
                    <a:pt x="265712" y="86054"/>
                    <a:pt x="263486" y="88458"/>
                    <a:pt x="273371" y="87657"/>
                  </a:cubicBezTo>
                  <a:cubicBezTo>
                    <a:pt x="283256" y="86855"/>
                    <a:pt x="293408" y="84362"/>
                    <a:pt x="299108" y="84184"/>
                  </a:cubicBezTo>
                  <a:cubicBezTo>
                    <a:pt x="304808" y="84005"/>
                    <a:pt x="312734" y="82313"/>
                    <a:pt x="316296" y="85609"/>
                  </a:cubicBezTo>
                  <a:cubicBezTo>
                    <a:pt x="319858" y="88904"/>
                    <a:pt x="321639" y="89527"/>
                    <a:pt x="318344" y="94514"/>
                  </a:cubicBezTo>
                  <a:cubicBezTo>
                    <a:pt x="315049" y="99501"/>
                    <a:pt x="314247" y="103420"/>
                    <a:pt x="310863" y="104399"/>
                  </a:cubicBezTo>
                  <a:cubicBezTo>
                    <a:pt x="306431" y="104994"/>
                    <a:pt x="301938" y="104994"/>
                    <a:pt x="297505" y="104399"/>
                  </a:cubicBezTo>
                  <a:cubicBezTo>
                    <a:pt x="288413" y="103599"/>
                    <a:pt x="279256" y="103958"/>
                    <a:pt x="270254" y="105468"/>
                  </a:cubicBezTo>
                  <a:cubicBezTo>
                    <a:pt x="266157" y="107516"/>
                    <a:pt x="264465" y="105468"/>
                    <a:pt x="263486" y="109832"/>
                  </a:cubicBezTo>
                  <a:cubicBezTo>
                    <a:pt x="261233" y="122415"/>
                    <a:pt x="260042" y="135165"/>
                    <a:pt x="259923" y="147948"/>
                  </a:cubicBezTo>
                  <a:cubicBezTo>
                    <a:pt x="261170" y="150441"/>
                    <a:pt x="267404" y="154805"/>
                    <a:pt x="269452" y="160326"/>
                  </a:cubicBezTo>
                  <a:cubicBezTo>
                    <a:pt x="271501" y="165848"/>
                    <a:pt x="268384" y="177247"/>
                    <a:pt x="270521" y="177425"/>
                  </a:cubicBezTo>
                  <a:cubicBezTo>
                    <a:pt x="272659" y="177603"/>
                    <a:pt x="307835" y="168519"/>
                    <a:pt x="313980" y="169855"/>
                  </a:cubicBezTo>
                  <a:cubicBezTo>
                    <a:pt x="320125" y="171191"/>
                    <a:pt x="317721" y="165937"/>
                    <a:pt x="325558" y="167183"/>
                  </a:cubicBezTo>
                  <a:cubicBezTo>
                    <a:pt x="333400" y="169203"/>
                    <a:pt x="341056" y="171885"/>
                    <a:pt x="348445" y="175198"/>
                  </a:cubicBezTo>
                  <a:cubicBezTo>
                    <a:pt x="353187" y="177886"/>
                    <a:pt x="356888" y="182089"/>
                    <a:pt x="358954" y="187132"/>
                  </a:cubicBezTo>
                  <a:cubicBezTo>
                    <a:pt x="359619" y="190195"/>
                    <a:pt x="359043" y="193398"/>
                    <a:pt x="357351" y="196037"/>
                  </a:cubicBezTo>
                  <a:cubicBezTo>
                    <a:pt x="350260" y="200392"/>
                    <a:pt x="342881" y="204260"/>
                    <a:pt x="335265" y="207614"/>
                  </a:cubicBezTo>
                  <a:cubicBezTo>
                    <a:pt x="329298" y="209841"/>
                    <a:pt x="329921" y="210910"/>
                    <a:pt x="326359" y="210910"/>
                  </a:cubicBezTo>
                  <a:cubicBezTo>
                    <a:pt x="322797" y="210910"/>
                    <a:pt x="320748" y="210286"/>
                    <a:pt x="315227" y="210108"/>
                  </a:cubicBezTo>
                  <a:cubicBezTo>
                    <a:pt x="309706" y="209930"/>
                    <a:pt x="303026" y="206991"/>
                    <a:pt x="299464" y="210108"/>
                  </a:cubicBezTo>
                  <a:cubicBezTo>
                    <a:pt x="295902" y="213225"/>
                    <a:pt x="289579" y="219637"/>
                    <a:pt x="287086" y="221686"/>
                  </a:cubicBezTo>
                  <a:cubicBezTo>
                    <a:pt x="284592" y="223734"/>
                    <a:pt x="274974" y="233441"/>
                    <a:pt x="274974" y="236113"/>
                  </a:cubicBezTo>
                  <a:cubicBezTo>
                    <a:pt x="274974" y="238784"/>
                    <a:pt x="282811" y="236736"/>
                    <a:pt x="289579" y="237537"/>
                  </a:cubicBezTo>
                  <a:cubicBezTo>
                    <a:pt x="295261" y="238109"/>
                    <a:pt x="300650" y="240339"/>
                    <a:pt x="305074" y="243950"/>
                  </a:cubicBezTo>
                  <a:cubicBezTo>
                    <a:pt x="308192" y="246888"/>
                    <a:pt x="315138" y="252855"/>
                    <a:pt x="314693" y="258287"/>
                  </a:cubicBezTo>
                  <a:cubicBezTo>
                    <a:pt x="314247" y="263720"/>
                    <a:pt x="319680" y="292663"/>
                    <a:pt x="319680" y="299698"/>
                  </a:cubicBezTo>
                  <a:cubicBezTo>
                    <a:pt x="319680" y="306734"/>
                    <a:pt x="320125" y="362037"/>
                    <a:pt x="320125" y="362037"/>
                  </a:cubicBezTo>
                  <a:cubicBezTo>
                    <a:pt x="321340" y="368181"/>
                    <a:pt x="322144" y="374399"/>
                    <a:pt x="322530" y="380650"/>
                  </a:cubicBezTo>
                  <a:cubicBezTo>
                    <a:pt x="322755" y="390875"/>
                    <a:pt x="322368" y="401105"/>
                    <a:pt x="321372" y="411285"/>
                  </a:cubicBezTo>
                  <a:cubicBezTo>
                    <a:pt x="320125" y="415827"/>
                    <a:pt x="318879" y="421615"/>
                    <a:pt x="314693" y="420814"/>
                  </a:cubicBezTo>
                  <a:cubicBezTo>
                    <a:pt x="310257" y="420262"/>
                    <a:pt x="305915" y="419124"/>
                    <a:pt x="301779" y="417430"/>
                  </a:cubicBezTo>
                  <a:cubicBezTo>
                    <a:pt x="297211" y="415885"/>
                    <a:pt x="292958" y="413532"/>
                    <a:pt x="289223" y="410483"/>
                  </a:cubicBezTo>
                  <a:cubicBezTo>
                    <a:pt x="284619" y="405924"/>
                    <a:pt x="280278" y="401107"/>
                    <a:pt x="276220" y="396056"/>
                  </a:cubicBezTo>
                  <a:cubicBezTo>
                    <a:pt x="272925" y="391693"/>
                    <a:pt x="263842" y="383232"/>
                    <a:pt x="261793" y="380294"/>
                  </a:cubicBezTo>
                  <a:cubicBezTo>
                    <a:pt x="258231" y="376156"/>
                    <a:pt x="255752" y="371199"/>
                    <a:pt x="254580" y="365867"/>
                  </a:cubicBezTo>
                  <a:cubicBezTo>
                    <a:pt x="254580" y="361325"/>
                    <a:pt x="253690" y="356961"/>
                    <a:pt x="255203" y="356961"/>
                  </a:cubicBezTo>
                  <a:cubicBezTo>
                    <a:pt x="256717" y="356961"/>
                    <a:pt x="259033" y="360523"/>
                    <a:pt x="260547" y="363818"/>
                  </a:cubicBezTo>
                  <a:cubicBezTo>
                    <a:pt x="263089" y="368274"/>
                    <a:pt x="266989" y="371801"/>
                    <a:pt x="271679" y="373882"/>
                  </a:cubicBezTo>
                  <a:cubicBezTo>
                    <a:pt x="277200" y="376731"/>
                    <a:pt x="286551" y="381897"/>
                    <a:pt x="288154" y="380917"/>
                  </a:cubicBezTo>
                  <a:cubicBezTo>
                    <a:pt x="289757" y="379937"/>
                    <a:pt x="292874" y="379225"/>
                    <a:pt x="292874" y="376375"/>
                  </a:cubicBezTo>
                  <a:cubicBezTo>
                    <a:pt x="292874" y="373525"/>
                    <a:pt x="292250" y="357763"/>
                    <a:pt x="292250" y="353666"/>
                  </a:cubicBezTo>
                  <a:cubicBezTo>
                    <a:pt x="292250" y="349569"/>
                    <a:pt x="292250" y="294889"/>
                    <a:pt x="292250" y="294889"/>
                  </a:cubicBezTo>
                  <a:cubicBezTo>
                    <a:pt x="292250" y="294889"/>
                    <a:pt x="292250" y="268173"/>
                    <a:pt x="286907" y="261404"/>
                  </a:cubicBezTo>
                  <a:cubicBezTo>
                    <a:pt x="281564" y="254636"/>
                    <a:pt x="280852" y="254458"/>
                    <a:pt x="278002" y="255259"/>
                  </a:cubicBezTo>
                  <a:cubicBezTo>
                    <a:pt x="275152" y="256061"/>
                    <a:pt x="272213" y="260247"/>
                    <a:pt x="269096" y="260247"/>
                  </a:cubicBezTo>
                  <a:cubicBezTo>
                    <a:pt x="265979" y="260247"/>
                    <a:pt x="264287" y="258822"/>
                    <a:pt x="262239" y="260247"/>
                  </a:cubicBezTo>
                  <a:cubicBezTo>
                    <a:pt x="260191" y="261672"/>
                    <a:pt x="256450" y="266302"/>
                    <a:pt x="258766" y="267549"/>
                  </a:cubicBezTo>
                  <a:cubicBezTo>
                    <a:pt x="261081" y="268796"/>
                    <a:pt x="269452" y="274139"/>
                    <a:pt x="272569" y="276455"/>
                  </a:cubicBezTo>
                  <a:cubicBezTo>
                    <a:pt x="275686" y="278770"/>
                    <a:pt x="281475" y="283223"/>
                    <a:pt x="281475" y="286162"/>
                  </a:cubicBezTo>
                  <a:cubicBezTo>
                    <a:pt x="285839" y="293197"/>
                    <a:pt x="278447" y="292930"/>
                    <a:pt x="275686" y="292930"/>
                  </a:cubicBezTo>
                  <a:cubicBezTo>
                    <a:pt x="272925" y="292930"/>
                    <a:pt x="272213" y="295424"/>
                    <a:pt x="268117" y="292930"/>
                  </a:cubicBezTo>
                  <a:cubicBezTo>
                    <a:pt x="264020" y="290437"/>
                    <a:pt x="257162" y="280818"/>
                    <a:pt x="254313" y="281353"/>
                  </a:cubicBezTo>
                  <a:cubicBezTo>
                    <a:pt x="251463" y="281887"/>
                    <a:pt x="249148" y="286518"/>
                    <a:pt x="247901" y="290882"/>
                  </a:cubicBezTo>
                  <a:cubicBezTo>
                    <a:pt x="246654" y="295245"/>
                    <a:pt x="245408" y="300411"/>
                    <a:pt x="248703" y="301569"/>
                  </a:cubicBezTo>
                  <a:cubicBezTo>
                    <a:pt x="251998" y="302726"/>
                    <a:pt x="255738" y="304685"/>
                    <a:pt x="260458" y="307001"/>
                  </a:cubicBezTo>
                  <a:cubicBezTo>
                    <a:pt x="266225" y="309770"/>
                    <a:pt x="271305" y="313785"/>
                    <a:pt x="275330" y="318756"/>
                  </a:cubicBezTo>
                  <a:cubicBezTo>
                    <a:pt x="278002" y="322853"/>
                    <a:pt x="282098" y="326771"/>
                    <a:pt x="279426" y="333985"/>
                  </a:cubicBezTo>
                  <a:cubicBezTo>
                    <a:pt x="275591" y="337530"/>
                    <a:pt x="269847" y="338043"/>
                    <a:pt x="265445" y="335232"/>
                  </a:cubicBezTo>
                  <a:cubicBezTo>
                    <a:pt x="257719" y="332300"/>
                    <a:pt x="250528" y="328118"/>
                    <a:pt x="244160" y="322853"/>
                  </a:cubicBezTo>
                  <a:cubicBezTo>
                    <a:pt x="240242" y="317866"/>
                    <a:pt x="239440" y="320804"/>
                    <a:pt x="238995" y="323654"/>
                  </a:cubicBezTo>
                  <a:cubicBezTo>
                    <a:pt x="238550" y="326504"/>
                    <a:pt x="234453" y="349124"/>
                    <a:pt x="234276" y="351529"/>
                  </a:cubicBezTo>
                  <a:cubicBezTo>
                    <a:pt x="234097" y="353933"/>
                    <a:pt x="234276" y="357139"/>
                    <a:pt x="228932" y="355892"/>
                  </a:cubicBezTo>
                  <a:cubicBezTo>
                    <a:pt x="221852" y="352131"/>
                    <a:pt x="215751" y="346763"/>
                    <a:pt x="211121" y="340218"/>
                  </a:cubicBezTo>
                  <a:cubicBezTo>
                    <a:pt x="209020" y="335329"/>
                    <a:pt x="208582" y="329885"/>
                    <a:pt x="209874" y="324723"/>
                  </a:cubicBezTo>
                  <a:cubicBezTo>
                    <a:pt x="211922" y="320181"/>
                    <a:pt x="217978" y="297116"/>
                    <a:pt x="220828" y="287141"/>
                  </a:cubicBezTo>
                  <a:cubicBezTo>
                    <a:pt x="223654" y="275505"/>
                    <a:pt x="227529" y="264148"/>
                    <a:pt x="232405" y="253211"/>
                  </a:cubicBezTo>
                  <a:cubicBezTo>
                    <a:pt x="237242" y="245935"/>
                    <a:pt x="241700" y="238415"/>
                    <a:pt x="245764" y="230680"/>
                  </a:cubicBezTo>
                  <a:cubicBezTo>
                    <a:pt x="248257" y="225248"/>
                    <a:pt x="256896" y="216609"/>
                    <a:pt x="257341" y="214561"/>
                  </a:cubicBezTo>
                  <a:cubicBezTo>
                    <a:pt x="257786" y="212513"/>
                    <a:pt x="258588" y="210465"/>
                    <a:pt x="255470" y="211889"/>
                  </a:cubicBezTo>
                  <a:cubicBezTo>
                    <a:pt x="252354" y="213314"/>
                    <a:pt x="227863" y="225248"/>
                    <a:pt x="221273" y="229701"/>
                  </a:cubicBezTo>
                  <a:cubicBezTo>
                    <a:pt x="215571" y="232683"/>
                    <a:pt x="210041" y="235984"/>
                    <a:pt x="204709" y="239586"/>
                  </a:cubicBezTo>
                  <a:cubicBezTo>
                    <a:pt x="201236" y="242703"/>
                    <a:pt x="199365" y="245730"/>
                    <a:pt x="194022" y="246799"/>
                  </a:cubicBezTo>
                  <a:cubicBezTo>
                    <a:pt x="189220" y="247827"/>
                    <a:pt x="184618" y="249632"/>
                    <a:pt x="180396" y="252142"/>
                  </a:cubicBezTo>
                  <a:cubicBezTo>
                    <a:pt x="177547" y="254013"/>
                    <a:pt x="174786" y="258644"/>
                    <a:pt x="168997" y="259712"/>
                  </a:cubicBezTo>
                  <a:cubicBezTo>
                    <a:pt x="163209" y="260781"/>
                    <a:pt x="162497" y="258555"/>
                    <a:pt x="158132" y="259712"/>
                  </a:cubicBezTo>
                  <a:cubicBezTo>
                    <a:pt x="153769" y="260870"/>
                    <a:pt x="150474" y="263898"/>
                    <a:pt x="147179" y="270221"/>
                  </a:cubicBezTo>
                  <a:cubicBezTo>
                    <a:pt x="144147" y="275480"/>
                    <a:pt x="141982" y="281193"/>
                    <a:pt x="140767" y="287141"/>
                  </a:cubicBezTo>
                  <a:cubicBezTo>
                    <a:pt x="137294" y="298719"/>
                    <a:pt x="141657" y="365956"/>
                    <a:pt x="145932" y="382253"/>
                  </a:cubicBezTo>
                  <a:cubicBezTo>
                    <a:pt x="150207" y="398550"/>
                    <a:pt x="145131" y="403715"/>
                    <a:pt x="143260" y="404784"/>
                  </a:cubicBezTo>
                  <a:cubicBezTo>
                    <a:pt x="139724" y="405697"/>
                    <a:pt x="135976" y="405252"/>
                    <a:pt x="132752" y="403537"/>
                  </a:cubicBezTo>
                  <a:cubicBezTo>
                    <a:pt x="129425" y="401460"/>
                    <a:pt x="125975" y="399586"/>
                    <a:pt x="122421" y="397927"/>
                  </a:cubicBezTo>
                  <a:cubicBezTo>
                    <a:pt x="119322" y="396899"/>
                    <a:pt x="116596" y="394978"/>
                    <a:pt x="114585" y="392405"/>
                  </a:cubicBezTo>
                  <a:cubicBezTo>
                    <a:pt x="111735" y="389466"/>
                    <a:pt x="109063" y="384568"/>
                    <a:pt x="107193" y="382431"/>
                  </a:cubicBezTo>
                  <a:cubicBezTo>
                    <a:pt x="105322" y="380294"/>
                    <a:pt x="107816" y="375841"/>
                    <a:pt x="109419" y="372368"/>
                  </a:cubicBezTo>
                  <a:cubicBezTo>
                    <a:pt x="110625" y="353508"/>
                    <a:pt x="110088" y="334578"/>
                    <a:pt x="107816" y="315817"/>
                  </a:cubicBezTo>
                  <a:cubicBezTo>
                    <a:pt x="105946" y="309227"/>
                    <a:pt x="105322" y="315817"/>
                    <a:pt x="102651" y="318934"/>
                  </a:cubicBezTo>
                  <a:cubicBezTo>
                    <a:pt x="98614" y="323618"/>
                    <a:pt x="95339" y="328907"/>
                    <a:pt x="92943" y="334608"/>
                  </a:cubicBezTo>
                  <a:cubicBezTo>
                    <a:pt x="91784" y="339995"/>
                    <a:pt x="89475" y="345068"/>
                    <a:pt x="86175" y="349481"/>
                  </a:cubicBezTo>
                  <a:cubicBezTo>
                    <a:pt x="82714" y="353667"/>
                    <a:pt x="78000" y="356633"/>
                    <a:pt x="72728" y="357941"/>
                  </a:cubicBezTo>
                  <a:cubicBezTo>
                    <a:pt x="67261" y="359856"/>
                    <a:pt x="61251" y="359470"/>
                    <a:pt x="56074" y="356872"/>
                  </a:cubicBezTo>
                  <a:cubicBezTo>
                    <a:pt x="52067" y="354022"/>
                    <a:pt x="44498" y="348679"/>
                    <a:pt x="43874" y="344137"/>
                  </a:cubicBezTo>
                  <a:cubicBezTo>
                    <a:pt x="42395" y="339386"/>
                    <a:pt x="41762" y="334413"/>
                    <a:pt x="42004" y="329443"/>
                  </a:cubicBezTo>
                  <a:cubicBezTo>
                    <a:pt x="43072" y="324545"/>
                    <a:pt x="48149" y="320537"/>
                    <a:pt x="49039" y="317064"/>
                  </a:cubicBezTo>
                  <a:cubicBezTo>
                    <a:pt x="49930" y="313591"/>
                    <a:pt x="52334" y="302459"/>
                    <a:pt x="53581" y="298540"/>
                  </a:cubicBezTo>
                  <a:cubicBezTo>
                    <a:pt x="54828" y="294622"/>
                    <a:pt x="58123" y="283045"/>
                    <a:pt x="59904" y="278681"/>
                  </a:cubicBezTo>
                  <a:cubicBezTo>
                    <a:pt x="63552" y="272481"/>
                    <a:pt x="66538" y="265914"/>
                    <a:pt x="68810" y="259089"/>
                  </a:cubicBezTo>
                  <a:cubicBezTo>
                    <a:pt x="69433" y="254013"/>
                    <a:pt x="72906" y="248402"/>
                    <a:pt x="72906" y="246087"/>
                  </a:cubicBezTo>
                  <a:cubicBezTo>
                    <a:pt x="72906" y="243771"/>
                    <a:pt x="74153" y="242435"/>
                    <a:pt x="71036" y="243682"/>
                  </a:cubicBezTo>
                  <a:cubicBezTo>
                    <a:pt x="67919" y="244929"/>
                    <a:pt x="62131" y="253567"/>
                    <a:pt x="56609" y="255170"/>
                  </a:cubicBezTo>
                  <a:cubicBezTo>
                    <a:pt x="51910" y="257121"/>
                    <a:pt x="46795" y="257856"/>
                    <a:pt x="41737" y="257308"/>
                  </a:cubicBezTo>
                  <a:cubicBezTo>
                    <a:pt x="37336" y="254431"/>
                    <a:pt x="32650" y="252013"/>
                    <a:pt x="27755" y="250094"/>
                  </a:cubicBezTo>
                  <a:cubicBezTo>
                    <a:pt x="24193" y="250094"/>
                    <a:pt x="16979" y="243415"/>
                    <a:pt x="13951" y="243237"/>
                  </a:cubicBezTo>
                  <a:cubicBezTo>
                    <a:pt x="10923" y="243059"/>
                    <a:pt x="5847" y="238072"/>
                    <a:pt x="1750" y="234331"/>
                  </a:cubicBezTo>
                  <a:cubicBezTo>
                    <a:pt x="-2346" y="230591"/>
                    <a:pt x="504" y="227919"/>
                    <a:pt x="2819" y="225426"/>
                  </a:cubicBezTo>
                  <a:cubicBezTo>
                    <a:pt x="11088" y="220103"/>
                    <a:pt x="19618" y="215199"/>
                    <a:pt x="28378" y="210732"/>
                  </a:cubicBezTo>
                  <a:cubicBezTo>
                    <a:pt x="32030" y="208060"/>
                    <a:pt x="61596" y="188290"/>
                    <a:pt x="68008" y="184015"/>
                  </a:cubicBezTo>
                  <a:cubicBezTo>
                    <a:pt x="74420" y="179740"/>
                    <a:pt x="103007" y="165670"/>
                    <a:pt x="103630" y="162642"/>
                  </a:cubicBezTo>
                  <a:cubicBezTo>
                    <a:pt x="104254" y="159614"/>
                    <a:pt x="104254" y="141536"/>
                    <a:pt x="104877" y="135123"/>
                  </a:cubicBezTo>
                  <a:cubicBezTo>
                    <a:pt x="105501" y="128711"/>
                    <a:pt x="111467" y="100926"/>
                    <a:pt x="109241" y="99056"/>
                  </a:cubicBezTo>
                  <a:cubicBezTo>
                    <a:pt x="107014" y="97186"/>
                    <a:pt x="105768" y="99679"/>
                    <a:pt x="103274" y="102173"/>
                  </a:cubicBezTo>
                  <a:cubicBezTo>
                    <a:pt x="97430" y="108448"/>
                    <a:pt x="92293" y="115347"/>
                    <a:pt x="87957" y="122745"/>
                  </a:cubicBezTo>
                  <a:cubicBezTo>
                    <a:pt x="84082" y="129889"/>
                    <a:pt x="79550" y="136657"/>
                    <a:pt x="74420" y="142960"/>
                  </a:cubicBezTo>
                  <a:cubicBezTo>
                    <a:pt x="69611" y="149194"/>
                    <a:pt x="64446" y="150797"/>
                    <a:pt x="64713" y="157031"/>
                  </a:cubicBezTo>
                  <a:cubicBezTo>
                    <a:pt x="64980" y="163265"/>
                    <a:pt x="67385" y="169410"/>
                    <a:pt x="63288" y="168965"/>
                  </a:cubicBezTo>
                  <a:cubicBezTo>
                    <a:pt x="59192" y="168519"/>
                    <a:pt x="52067" y="167540"/>
                    <a:pt x="46546" y="166916"/>
                  </a:cubicBezTo>
                  <a:cubicBezTo>
                    <a:pt x="39869" y="166882"/>
                    <a:pt x="33473" y="164227"/>
                    <a:pt x="28735" y="159525"/>
                  </a:cubicBezTo>
                  <a:cubicBezTo>
                    <a:pt x="23391" y="153291"/>
                    <a:pt x="18226" y="150619"/>
                    <a:pt x="20898" y="140912"/>
                  </a:cubicBezTo>
                  <a:cubicBezTo>
                    <a:pt x="23569" y="131205"/>
                    <a:pt x="24994" y="122567"/>
                    <a:pt x="27309" y="112860"/>
                  </a:cubicBezTo>
                  <a:cubicBezTo>
                    <a:pt x="29083" y="104539"/>
                    <a:pt x="32276" y="96586"/>
                    <a:pt x="36749" y="89349"/>
                  </a:cubicBezTo>
                  <a:cubicBezTo>
                    <a:pt x="45611" y="77891"/>
                    <a:pt x="57095" y="68729"/>
                    <a:pt x="70234" y="62632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6" name="任意多边形: 形状 75"/>
            <p:cNvSpPr/>
            <p:nvPr/>
          </p:nvSpPr>
          <p:spPr>
            <a:xfrm>
              <a:off x="3803783" y="5953870"/>
              <a:ext cx="175358" cy="266919"/>
            </a:xfrm>
            <a:custGeom>
              <a:avLst/>
              <a:gdLst>
                <a:gd name="connsiteX0" fmla="*/ 32735 w 202451"/>
                <a:gd name="connsiteY0" fmla="*/ 34958 h 308158"/>
                <a:gd name="connsiteX1" fmla="*/ 31489 w 202451"/>
                <a:gd name="connsiteY1" fmla="*/ 23559 h 308158"/>
                <a:gd name="connsiteX2" fmla="*/ 41196 w 202451"/>
                <a:gd name="connsiteY2" fmla="*/ 19463 h 308158"/>
                <a:gd name="connsiteX3" fmla="*/ 58473 w 202451"/>
                <a:gd name="connsiteY3" fmla="*/ 18839 h 308158"/>
                <a:gd name="connsiteX4" fmla="*/ 98726 w 202451"/>
                <a:gd name="connsiteY4" fmla="*/ 1028 h 308158"/>
                <a:gd name="connsiteX5" fmla="*/ 133190 w 202451"/>
                <a:gd name="connsiteY5" fmla="*/ 1028 h 308158"/>
                <a:gd name="connsiteX6" fmla="*/ 159907 w 202451"/>
                <a:gd name="connsiteY6" fmla="*/ 12427 h 308158"/>
                <a:gd name="connsiteX7" fmla="*/ 177006 w 202451"/>
                <a:gd name="connsiteY7" fmla="*/ 46447 h 308158"/>
                <a:gd name="connsiteX8" fmla="*/ 171217 w 202451"/>
                <a:gd name="connsiteY8" fmla="*/ 65682 h 308158"/>
                <a:gd name="connsiteX9" fmla="*/ 157146 w 202451"/>
                <a:gd name="connsiteY9" fmla="*/ 86254 h 308158"/>
                <a:gd name="connsiteX10" fmla="*/ 144411 w 202451"/>
                <a:gd name="connsiteY10" fmla="*/ 112971 h 308158"/>
                <a:gd name="connsiteX11" fmla="*/ 134259 w 202451"/>
                <a:gd name="connsiteY11" fmla="*/ 132118 h 308158"/>
                <a:gd name="connsiteX12" fmla="*/ 126689 w 202451"/>
                <a:gd name="connsiteY12" fmla="*/ 147169 h 308158"/>
                <a:gd name="connsiteX13" fmla="*/ 111639 w 202451"/>
                <a:gd name="connsiteY13" fmla="*/ 173885 h 308158"/>
                <a:gd name="connsiteX14" fmla="*/ 101309 w 202451"/>
                <a:gd name="connsiteY14" fmla="*/ 194991 h 308158"/>
                <a:gd name="connsiteX15" fmla="*/ 96767 w 202451"/>
                <a:gd name="connsiteY15" fmla="*/ 209775 h 308158"/>
                <a:gd name="connsiteX16" fmla="*/ 133636 w 202451"/>
                <a:gd name="connsiteY16" fmla="*/ 200869 h 308158"/>
                <a:gd name="connsiteX17" fmla="*/ 181280 w 202451"/>
                <a:gd name="connsiteY17" fmla="*/ 201492 h 308158"/>
                <a:gd name="connsiteX18" fmla="*/ 201763 w 202451"/>
                <a:gd name="connsiteY18" fmla="*/ 241300 h 308158"/>
                <a:gd name="connsiteX19" fmla="*/ 198468 w 202451"/>
                <a:gd name="connsiteY19" fmla="*/ 264188 h 308158"/>
                <a:gd name="connsiteX20" fmla="*/ 190364 w 202451"/>
                <a:gd name="connsiteY20" fmla="*/ 264989 h 308158"/>
                <a:gd name="connsiteX21" fmla="*/ 162935 w 202451"/>
                <a:gd name="connsiteY21" fmla="*/ 264188 h 308158"/>
                <a:gd name="connsiteX22" fmla="*/ 122504 w 202451"/>
                <a:gd name="connsiteY22" fmla="*/ 279238 h 308158"/>
                <a:gd name="connsiteX23" fmla="*/ 92581 w 202451"/>
                <a:gd name="connsiteY23" fmla="*/ 292596 h 308158"/>
                <a:gd name="connsiteX24" fmla="*/ 80826 w 202451"/>
                <a:gd name="connsiteY24" fmla="*/ 301502 h 308158"/>
                <a:gd name="connsiteX25" fmla="*/ 66043 w 202451"/>
                <a:gd name="connsiteY25" fmla="*/ 306489 h 308158"/>
                <a:gd name="connsiteX26" fmla="*/ 56157 w 202451"/>
                <a:gd name="connsiteY26" fmla="*/ 306489 h 308158"/>
                <a:gd name="connsiteX27" fmla="*/ 41285 w 202451"/>
                <a:gd name="connsiteY27" fmla="*/ 296159 h 308158"/>
                <a:gd name="connsiteX28" fmla="*/ 27659 w 202451"/>
                <a:gd name="connsiteY28" fmla="*/ 283513 h 308158"/>
                <a:gd name="connsiteX29" fmla="*/ 15904 w 202451"/>
                <a:gd name="connsiteY29" fmla="*/ 267305 h 308158"/>
                <a:gd name="connsiteX30" fmla="*/ 6998 w 202451"/>
                <a:gd name="connsiteY30" fmla="*/ 243171 h 308158"/>
                <a:gd name="connsiteX31" fmla="*/ 52 w 202451"/>
                <a:gd name="connsiteY31" fmla="*/ 215474 h 308158"/>
                <a:gd name="connsiteX32" fmla="*/ 14212 w 202451"/>
                <a:gd name="connsiteY32" fmla="*/ 185997 h 308158"/>
                <a:gd name="connsiteX33" fmla="*/ 36120 w 202451"/>
                <a:gd name="connsiteY33" fmla="*/ 142449 h 308158"/>
                <a:gd name="connsiteX34" fmla="*/ 57582 w 202451"/>
                <a:gd name="connsiteY34" fmla="*/ 98366 h 308158"/>
                <a:gd name="connsiteX35" fmla="*/ 69070 w 202451"/>
                <a:gd name="connsiteY35" fmla="*/ 73341 h 308158"/>
                <a:gd name="connsiteX36" fmla="*/ 60165 w 202451"/>
                <a:gd name="connsiteY36" fmla="*/ 64970 h 308158"/>
                <a:gd name="connsiteX37" fmla="*/ 45203 w 202451"/>
                <a:gd name="connsiteY37" fmla="*/ 50454 h 308158"/>
                <a:gd name="connsiteX38" fmla="*/ 32825 w 202451"/>
                <a:gd name="connsiteY38" fmla="*/ 35047 h 3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2451" h="308158">
                  <a:moveTo>
                    <a:pt x="32735" y="34958"/>
                  </a:moveTo>
                  <a:cubicBezTo>
                    <a:pt x="31696" y="31253"/>
                    <a:pt x="31275" y="27402"/>
                    <a:pt x="31489" y="23559"/>
                  </a:cubicBezTo>
                  <a:cubicBezTo>
                    <a:pt x="32112" y="20709"/>
                    <a:pt x="36030" y="19463"/>
                    <a:pt x="41196" y="19463"/>
                  </a:cubicBezTo>
                  <a:cubicBezTo>
                    <a:pt x="46949" y="20215"/>
                    <a:pt x="52788" y="20005"/>
                    <a:pt x="58473" y="18839"/>
                  </a:cubicBezTo>
                  <a:cubicBezTo>
                    <a:pt x="62391" y="16969"/>
                    <a:pt x="93382" y="3611"/>
                    <a:pt x="98726" y="1028"/>
                  </a:cubicBezTo>
                  <a:cubicBezTo>
                    <a:pt x="110130" y="-927"/>
                    <a:pt x="121785" y="-927"/>
                    <a:pt x="133190" y="1028"/>
                  </a:cubicBezTo>
                  <a:cubicBezTo>
                    <a:pt x="136663" y="2631"/>
                    <a:pt x="156879" y="10379"/>
                    <a:pt x="159907" y="12427"/>
                  </a:cubicBezTo>
                  <a:cubicBezTo>
                    <a:pt x="162935" y="14475"/>
                    <a:pt x="177006" y="34335"/>
                    <a:pt x="177006" y="46447"/>
                  </a:cubicBezTo>
                  <a:cubicBezTo>
                    <a:pt x="177006" y="58558"/>
                    <a:pt x="175937" y="61497"/>
                    <a:pt x="171217" y="65682"/>
                  </a:cubicBezTo>
                  <a:cubicBezTo>
                    <a:pt x="165847" y="72049"/>
                    <a:pt x="161133" y="78941"/>
                    <a:pt x="157146" y="86254"/>
                  </a:cubicBezTo>
                  <a:cubicBezTo>
                    <a:pt x="154119" y="90885"/>
                    <a:pt x="147261" y="107361"/>
                    <a:pt x="144411" y="112971"/>
                  </a:cubicBezTo>
                  <a:cubicBezTo>
                    <a:pt x="140360" y="118976"/>
                    <a:pt x="136956" y="125395"/>
                    <a:pt x="134259" y="132118"/>
                  </a:cubicBezTo>
                  <a:cubicBezTo>
                    <a:pt x="132339" y="137417"/>
                    <a:pt x="129798" y="142469"/>
                    <a:pt x="126689" y="147169"/>
                  </a:cubicBezTo>
                  <a:cubicBezTo>
                    <a:pt x="124018" y="152779"/>
                    <a:pt x="114667" y="168275"/>
                    <a:pt x="111639" y="173885"/>
                  </a:cubicBezTo>
                  <a:cubicBezTo>
                    <a:pt x="108611" y="179496"/>
                    <a:pt x="104336" y="189203"/>
                    <a:pt x="101309" y="194991"/>
                  </a:cubicBezTo>
                  <a:cubicBezTo>
                    <a:pt x="98280" y="200780"/>
                    <a:pt x="93026" y="207726"/>
                    <a:pt x="96767" y="209775"/>
                  </a:cubicBezTo>
                  <a:cubicBezTo>
                    <a:pt x="100507" y="211823"/>
                    <a:pt x="121079" y="203452"/>
                    <a:pt x="133636" y="200869"/>
                  </a:cubicBezTo>
                  <a:cubicBezTo>
                    <a:pt x="146192" y="198286"/>
                    <a:pt x="165607" y="190093"/>
                    <a:pt x="181280" y="201492"/>
                  </a:cubicBezTo>
                  <a:cubicBezTo>
                    <a:pt x="193606" y="211124"/>
                    <a:pt x="201091" y="225673"/>
                    <a:pt x="201763" y="241300"/>
                  </a:cubicBezTo>
                  <a:cubicBezTo>
                    <a:pt x="202788" y="249087"/>
                    <a:pt x="201648" y="257006"/>
                    <a:pt x="198468" y="264188"/>
                  </a:cubicBezTo>
                  <a:cubicBezTo>
                    <a:pt x="196153" y="266414"/>
                    <a:pt x="194906" y="267037"/>
                    <a:pt x="190364" y="264989"/>
                  </a:cubicBezTo>
                  <a:cubicBezTo>
                    <a:pt x="181487" y="262099"/>
                    <a:pt x="171966" y="261821"/>
                    <a:pt x="162935" y="264188"/>
                  </a:cubicBezTo>
                  <a:cubicBezTo>
                    <a:pt x="155989" y="267305"/>
                    <a:pt x="132389" y="273627"/>
                    <a:pt x="122504" y="279238"/>
                  </a:cubicBezTo>
                  <a:cubicBezTo>
                    <a:pt x="112619" y="284849"/>
                    <a:pt x="95787" y="289925"/>
                    <a:pt x="92581" y="292596"/>
                  </a:cubicBezTo>
                  <a:cubicBezTo>
                    <a:pt x="89002" y="295989"/>
                    <a:pt x="85060" y="298975"/>
                    <a:pt x="80826" y="301502"/>
                  </a:cubicBezTo>
                  <a:cubicBezTo>
                    <a:pt x="76235" y="304034"/>
                    <a:pt x="71228" y="305723"/>
                    <a:pt x="66043" y="306489"/>
                  </a:cubicBezTo>
                  <a:cubicBezTo>
                    <a:pt x="62925" y="307291"/>
                    <a:pt x="59808" y="308805"/>
                    <a:pt x="56157" y="306489"/>
                  </a:cubicBezTo>
                  <a:cubicBezTo>
                    <a:pt x="51381" y="302792"/>
                    <a:pt x="46417" y="299344"/>
                    <a:pt x="41285" y="296159"/>
                  </a:cubicBezTo>
                  <a:cubicBezTo>
                    <a:pt x="36304" y="292443"/>
                    <a:pt x="31736" y="288203"/>
                    <a:pt x="27659" y="283513"/>
                  </a:cubicBezTo>
                  <a:cubicBezTo>
                    <a:pt x="23117" y="279683"/>
                    <a:pt x="15904" y="271847"/>
                    <a:pt x="15904" y="267305"/>
                  </a:cubicBezTo>
                  <a:cubicBezTo>
                    <a:pt x="13865" y="258947"/>
                    <a:pt x="10877" y="250849"/>
                    <a:pt x="6998" y="243171"/>
                  </a:cubicBezTo>
                  <a:cubicBezTo>
                    <a:pt x="4327" y="236937"/>
                    <a:pt x="-1907" y="225359"/>
                    <a:pt x="52" y="215474"/>
                  </a:cubicBezTo>
                  <a:cubicBezTo>
                    <a:pt x="2011" y="205589"/>
                    <a:pt x="10917" y="196505"/>
                    <a:pt x="14212" y="185997"/>
                  </a:cubicBezTo>
                  <a:cubicBezTo>
                    <a:pt x="17507" y="175488"/>
                    <a:pt x="32023" y="154026"/>
                    <a:pt x="36120" y="142449"/>
                  </a:cubicBezTo>
                  <a:cubicBezTo>
                    <a:pt x="40216" y="130871"/>
                    <a:pt x="53931" y="106826"/>
                    <a:pt x="57582" y="98366"/>
                  </a:cubicBezTo>
                  <a:cubicBezTo>
                    <a:pt x="61233" y="89906"/>
                    <a:pt x="70139" y="77260"/>
                    <a:pt x="69070" y="73341"/>
                  </a:cubicBezTo>
                  <a:cubicBezTo>
                    <a:pt x="68002" y="69423"/>
                    <a:pt x="64350" y="67909"/>
                    <a:pt x="60165" y="64970"/>
                  </a:cubicBezTo>
                  <a:cubicBezTo>
                    <a:pt x="54799" y="60537"/>
                    <a:pt x="49796" y="55683"/>
                    <a:pt x="45203" y="50454"/>
                  </a:cubicBezTo>
                  <a:cubicBezTo>
                    <a:pt x="40769" y="45574"/>
                    <a:pt x="36635" y="40429"/>
                    <a:pt x="32825" y="35047"/>
                  </a:cubicBezTo>
                </a:path>
              </a:pathLst>
            </a:custGeom>
            <a:grpFill/>
            <a:ln w="88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eaLnBrk="0" fontAlgn="base" hangingPunct="0"/>
              <a:endParaRPr lang="zh-CN" altLang="en-US">
                <a:latin typeface="Century Gothic" panose="020B0502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7" name="组合 76"/>
            <p:cNvGrpSpPr/>
            <p:nvPr/>
          </p:nvGrpSpPr>
          <p:grpSpPr>
            <a:xfrm>
              <a:off x="1100231" y="5991688"/>
              <a:ext cx="214467" cy="191283"/>
              <a:chOff x="1123240" y="6067950"/>
              <a:chExt cx="247602" cy="220836"/>
            </a:xfrm>
            <a:grpFill/>
          </p:grpSpPr>
          <p:sp>
            <p:nvSpPr>
              <p:cNvPr id="88" name="任意多边形: 形状 87"/>
              <p:cNvSpPr/>
              <p:nvPr/>
            </p:nvSpPr>
            <p:spPr>
              <a:xfrm>
                <a:off x="1168543" y="6071886"/>
                <a:ext cx="83898" cy="45679"/>
              </a:xfrm>
              <a:custGeom>
                <a:avLst/>
                <a:gdLst>
                  <a:gd name="connsiteX0" fmla="*/ 2017 w 83898"/>
                  <a:gd name="connsiteY0" fmla="*/ 17010 h 45679"/>
                  <a:gd name="connsiteX1" fmla="*/ 5312 w 83898"/>
                  <a:gd name="connsiteY1" fmla="*/ 7481 h 45679"/>
                  <a:gd name="connsiteX2" fmla="*/ 44674 w 83898"/>
                  <a:gd name="connsiteY2" fmla="*/ 4185 h 45679"/>
                  <a:gd name="connsiteX3" fmla="*/ 77358 w 83898"/>
                  <a:gd name="connsiteY3" fmla="*/ -356 h 45679"/>
                  <a:gd name="connsiteX4" fmla="*/ 82345 w 83898"/>
                  <a:gd name="connsiteY4" fmla="*/ 5432 h 45679"/>
                  <a:gd name="connsiteX5" fmla="*/ 75844 w 83898"/>
                  <a:gd name="connsiteY5" fmla="*/ 10776 h 45679"/>
                  <a:gd name="connsiteX6" fmla="*/ 70500 w 83898"/>
                  <a:gd name="connsiteY6" fmla="*/ 17633 h 45679"/>
                  <a:gd name="connsiteX7" fmla="*/ 63732 w 83898"/>
                  <a:gd name="connsiteY7" fmla="*/ 22531 h 45679"/>
                  <a:gd name="connsiteX8" fmla="*/ 56964 w 83898"/>
                  <a:gd name="connsiteY8" fmla="*/ 32238 h 45679"/>
                  <a:gd name="connsiteX9" fmla="*/ 51442 w 83898"/>
                  <a:gd name="connsiteY9" fmla="*/ 40431 h 45679"/>
                  <a:gd name="connsiteX10" fmla="*/ 44585 w 83898"/>
                  <a:gd name="connsiteY10" fmla="*/ 44528 h 45679"/>
                  <a:gd name="connsiteX11" fmla="*/ 33186 w 83898"/>
                  <a:gd name="connsiteY11" fmla="*/ 45151 h 45679"/>
                  <a:gd name="connsiteX12" fmla="*/ 23746 w 83898"/>
                  <a:gd name="connsiteY12" fmla="*/ 41144 h 45679"/>
                  <a:gd name="connsiteX13" fmla="*/ 15999 w 83898"/>
                  <a:gd name="connsiteY13" fmla="*/ 36156 h 45679"/>
                  <a:gd name="connsiteX14" fmla="*/ 9230 w 83898"/>
                  <a:gd name="connsiteY14" fmla="*/ 28052 h 45679"/>
                  <a:gd name="connsiteX15" fmla="*/ 2017 w 83898"/>
                  <a:gd name="connsiteY15" fmla="*/ 17010 h 45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3898" h="45679">
                    <a:moveTo>
                      <a:pt x="2017" y="17010"/>
                    </a:moveTo>
                    <a:cubicBezTo>
                      <a:pt x="2017" y="17010"/>
                      <a:pt x="-5019" y="8727"/>
                      <a:pt x="5312" y="7481"/>
                    </a:cubicBezTo>
                    <a:cubicBezTo>
                      <a:pt x="15642" y="6234"/>
                      <a:pt x="38441" y="4185"/>
                      <a:pt x="44674" y="4185"/>
                    </a:cubicBezTo>
                    <a:cubicBezTo>
                      <a:pt x="50908" y="4185"/>
                      <a:pt x="72015" y="-1158"/>
                      <a:pt x="77358" y="-356"/>
                    </a:cubicBezTo>
                    <a:cubicBezTo>
                      <a:pt x="82701" y="445"/>
                      <a:pt x="85284" y="1692"/>
                      <a:pt x="82345" y="5432"/>
                    </a:cubicBezTo>
                    <a:cubicBezTo>
                      <a:pt x="79406" y="9173"/>
                      <a:pt x="76289" y="8638"/>
                      <a:pt x="75844" y="10776"/>
                    </a:cubicBezTo>
                    <a:cubicBezTo>
                      <a:pt x="74790" y="13545"/>
                      <a:pt x="72929" y="15934"/>
                      <a:pt x="70500" y="17633"/>
                    </a:cubicBezTo>
                    <a:cubicBezTo>
                      <a:pt x="68001" y="18900"/>
                      <a:pt x="65717" y="20553"/>
                      <a:pt x="63732" y="22531"/>
                    </a:cubicBezTo>
                    <a:cubicBezTo>
                      <a:pt x="61298" y="25639"/>
                      <a:pt x="59039" y="28880"/>
                      <a:pt x="56964" y="32238"/>
                    </a:cubicBezTo>
                    <a:cubicBezTo>
                      <a:pt x="55706" y="35319"/>
                      <a:pt x="53826" y="38108"/>
                      <a:pt x="51442" y="40431"/>
                    </a:cubicBezTo>
                    <a:cubicBezTo>
                      <a:pt x="49127" y="42034"/>
                      <a:pt x="46723" y="44439"/>
                      <a:pt x="44585" y="44528"/>
                    </a:cubicBezTo>
                    <a:cubicBezTo>
                      <a:pt x="40822" y="45171"/>
                      <a:pt x="36997" y="45380"/>
                      <a:pt x="33186" y="45151"/>
                    </a:cubicBezTo>
                    <a:cubicBezTo>
                      <a:pt x="29797" y="44481"/>
                      <a:pt x="26583" y="43117"/>
                      <a:pt x="23746" y="41144"/>
                    </a:cubicBezTo>
                    <a:cubicBezTo>
                      <a:pt x="21035" y="39691"/>
                      <a:pt x="18444" y="38023"/>
                      <a:pt x="15999" y="36156"/>
                    </a:cubicBezTo>
                    <a:cubicBezTo>
                      <a:pt x="13861" y="33841"/>
                      <a:pt x="13149" y="32950"/>
                      <a:pt x="9230" y="28052"/>
                    </a:cubicBezTo>
                    <a:cubicBezTo>
                      <a:pt x="6563" y="24550"/>
                      <a:pt x="4152" y="20859"/>
                      <a:pt x="2017" y="17010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9" name="任意多边形: 形状 88"/>
              <p:cNvSpPr/>
              <p:nvPr/>
            </p:nvSpPr>
            <p:spPr>
              <a:xfrm>
                <a:off x="1123240" y="6126452"/>
                <a:ext cx="77719" cy="159372"/>
              </a:xfrm>
              <a:custGeom>
                <a:avLst/>
                <a:gdLst>
                  <a:gd name="connsiteX0" fmla="*/ 4752 w 77719"/>
                  <a:gd name="connsiteY0" fmla="*/ 15788 h 159372"/>
                  <a:gd name="connsiteX1" fmla="*/ 7067 w 77719"/>
                  <a:gd name="connsiteY1" fmla="*/ 9999 h 159372"/>
                  <a:gd name="connsiteX2" fmla="*/ 17754 w 77719"/>
                  <a:gd name="connsiteY2" fmla="*/ 11068 h 159372"/>
                  <a:gd name="connsiteX3" fmla="*/ 28351 w 77719"/>
                  <a:gd name="connsiteY3" fmla="*/ 29769 h 159372"/>
                  <a:gd name="connsiteX4" fmla="*/ 28351 w 77719"/>
                  <a:gd name="connsiteY4" fmla="*/ 58980 h 159372"/>
                  <a:gd name="connsiteX5" fmla="*/ 28351 w 77719"/>
                  <a:gd name="connsiteY5" fmla="*/ 88724 h 159372"/>
                  <a:gd name="connsiteX6" fmla="*/ 43313 w 77719"/>
                  <a:gd name="connsiteY6" fmla="*/ 60137 h 159372"/>
                  <a:gd name="connsiteX7" fmla="*/ 53643 w 77719"/>
                  <a:gd name="connsiteY7" fmla="*/ 27098 h 159372"/>
                  <a:gd name="connsiteX8" fmla="*/ 63172 w 77719"/>
                  <a:gd name="connsiteY8" fmla="*/ 2607 h 159372"/>
                  <a:gd name="connsiteX9" fmla="*/ 73146 w 77719"/>
                  <a:gd name="connsiteY9" fmla="*/ 470 h 159372"/>
                  <a:gd name="connsiteX10" fmla="*/ 77065 w 77719"/>
                  <a:gd name="connsiteY10" fmla="*/ 14095 h 159372"/>
                  <a:gd name="connsiteX11" fmla="*/ 68694 w 77719"/>
                  <a:gd name="connsiteY11" fmla="*/ 45265 h 159372"/>
                  <a:gd name="connsiteX12" fmla="*/ 59788 w 77719"/>
                  <a:gd name="connsiteY12" fmla="*/ 78839 h 159372"/>
                  <a:gd name="connsiteX13" fmla="*/ 42600 w 77719"/>
                  <a:gd name="connsiteY13" fmla="*/ 115619 h 159372"/>
                  <a:gd name="connsiteX14" fmla="*/ 40196 w 77719"/>
                  <a:gd name="connsiteY14" fmla="*/ 139753 h 159372"/>
                  <a:gd name="connsiteX15" fmla="*/ 30667 w 77719"/>
                  <a:gd name="connsiteY15" fmla="*/ 158277 h 159372"/>
                  <a:gd name="connsiteX16" fmla="*/ 20960 w 77719"/>
                  <a:gd name="connsiteY16" fmla="*/ 156407 h 159372"/>
                  <a:gd name="connsiteX17" fmla="*/ 922 w 77719"/>
                  <a:gd name="connsiteY17" fmla="*/ 142425 h 159372"/>
                  <a:gd name="connsiteX18" fmla="*/ 922 w 77719"/>
                  <a:gd name="connsiteY18" fmla="*/ 126306 h 159372"/>
                  <a:gd name="connsiteX19" fmla="*/ 6711 w 77719"/>
                  <a:gd name="connsiteY19" fmla="*/ 108495 h 159372"/>
                  <a:gd name="connsiteX20" fmla="*/ 5553 w 77719"/>
                  <a:gd name="connsiteY20" fmla="*/ 65926 h 159372"/>
                  <a:gd name="connsiteX21" fmla="*/ 7512 w 77719"/>
                  <a:gd name="connsiteY21" fmla="*/ 29769 h 159372"/>
                  <a:gd name="connsiteX22" fmla="*/ 3950 w 77719"/>
                  <a:gd name="connsiteY22" fmla="*/ 16144 h 159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7719" h="159372">
                    <a:moveTo>
                      <a:pt x="4752" y="15788"/>
                    </a:moveTo>
                    <a:cubicBezTo>
                      <a:pt x="4752" y="15788"/>
                      <a:pt x="4217" y="9999"/>
                      <a:pt x="7067" y="9999"/>
                    </a:cubicBezTo>
                    <a:cubicBezTo>
                      <a:pt x="9917" y="9999"/>
                      <a:pt x="12232" y="5902"/>
                      <a:pt x="17754" y="11068"/>
                    </a:cubicBezTo>
                    <a:cubicBezTo>
                      <a:pt x="22844" y="16280"/>
                      <a:pt x="26496" y="22724"/>
                      <a:pt x="28351" y="29769"/>
                    </a:cubicBezTo>
                    <a:cubicBezTo>
                      <a:pt x="29157" y="39489"/>
                      <a:pt x="29157" y="49260"/>
                      <a:pt x="28351" y="58980"/>
                    </a:cubicBezTo>
                    <a:cubicBezTo>
                      <a:pt x="26659" y="62275"/>
                      <a:pt x="25056" y="91663"/>
                      <a:pt x="28351" y="88724"/>
                    </a:cubicBezTo>
                    <a:cubicBezTo>
                      <a:pt x="34426" y="79805"/>
                      <a:pt x="39446" y="70212"/>
                      <a:pt x="43313" y="60137"/>
                    </a:cubicBezTo>
                    <a:cubicBezTo>
                      <a:pt x="47834" y="49491"/>
                      <a:pt x="51294" y="38424"/>
                      <a:pt x="53643" y="27098"/>
                    </a:cubicBezTo>
                    <a:cubicBezTo>
                      <a:pt x="54884" y="18308"/>
                      <a:pt x="58146" y="9925"/>
                      <a:pt x="63172" y="2607"/>
                    </a:cubicBezTo>
                    <a:cubicBezTo>
                      <a:pt x="66111" y="559"/>
                      <a:pt x="71365" y="-1756"/>
                      <a:pt x="73146" y="470"/>
                    </a:cubicBezTo>
                    <a:cubicBezTo>
                      <a:pt x="76644" y="4074"/>
                      <a:pt x="78114" y="9184"/>
                      <a:pt x="77065" y="14095"/>
                    </a:cubicBezTo>
                    <a:cubicBezTo>
                      <a:pt x="75284" y="20329"/>
                      <a:pt x="70475" y="38853"/>
                      <a:pt x="68694" y="45265"/>
                    </a:cubicBezTo>
                    <a:cubicBezTo>
                      <a:pt x="66565" y="56662"/>
                      <a:pt x="63588" y="67885"/>
                      <a:pt x="59788" y="78839"/>
                    </a:cubicBezTo>
                    <a:cubicBezTo>
                      <a:pt x="56226" y="84628"/>
                      <a:pt x="43847" y="112057"/>
                      <a:pt x="42600" y="115619"/>
                    </a:cubicBezTo>
                    <a:cubicBezTo>
                      <a:pt x="41353" y="119181"/>
                      <a:pt x="41353" y="134588"/>
                      <a:pt x="40196" y="139753"/>
                    </a:cubicBezTo>
                    <a:cubicBezTo>
                      <a:pt x="39038" y="144918"/>
                      <a:pt x="34140" y="156674"/>
                      <a:pt x="30667" y="158277"/>
                    </a:cubicBezTo>
                    <a:cubicBezTo>
                      <a:pt x="27194" y="159880"/>
                      <a:pt x="24255" y="158277"/>
                      <a:pt x="20960" y="156407"/>
                    </a:cubicBezTo>
                    <a:cubicBezTo>
                      <a:pt x="17665" y="154536"/>
                      <a:pt x="1367" y="145096"/>
                      <a:pt x="922" y="142425"/>
                    </a:cubicBezTo>
                    <a:cubicBezTo>
                      <a:pt x="-737" y="137180"/>
                      <a:pt x="-737" y="131550"/>
                      <a:pt x="922" y="126306"/>
                    </a:cubicBezTo>
                    <a:cubicBezTo>
                      <a:pt x="3358" y="120545"/>
                      <a:pt x="5295" y="114586"/>
                      <a:pt x="6711" y="108495"/>
                    </a:cubicBezTo>
                    <a:cubicBezTo>
                      <a:pt x="7690" y="103775"/>
                      <a:pt x="4306" y="76256"/>
                      <a:pt x="5553" y="65926"/>
                    </a:cubicBezTo>
                    <a:cubicBezTo>
                      <a:pt x="6972" y="53928"/>
                      <a:pt x="7626" y="41851"/>
                      <a:pt x="7512" y="29769"/>
                    </a:cubicBezTo>
                    <a:cubicBezTo>
                      <a:pt x="6734" y="25130"/>
                      <a:pt x="5542" y="20570"/>
                      <a:pt x="3950" y="16144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90" name="任意多边形: 形状 89"/>
              <p:cNvSpPr/>
              <p:nvPr/>
            </p:nvSpPr>
            <p:spPr>
              <a:xfrm>
                <a:off x="1208555" y="6067950"/>
                <a:ext cx="162287" cy="220836"/>
              </a:xfrm>
              <a:custGeom>
                <a:avLst/>
                <a:gdLst>
                  <a:gd name="connsiteX0" fmla="*/ 113934 w 162287"/>
                  <a:gd name="connsiteY0" fmla="*/ 27980 h 220836"/>
                  <a:gd name="connsiteX1" fmla="*/ 116873 w 162287"/>
                  <a:gd name="connsiteY1" fmla="*/ 19075 h 220836"/>
                  <a:gd name="connsiteX2" fmla="*/ 118921 w 162287"/>
                  <a:gd name="connsiteY2" fmla="*/ 5805 h 220836"/>
                  <a:gd name="connsiteX3" fmla="*/ 134239 w 162287"/>
                  <a:gd name="connsiteY3" fmla="*/ -429 h 220836"/>
                  <a:gd name="connsiteX4" fmla="*/ 153297 w 162287"/>
                  <a:gd name="connsiteY4" fmla="*/ 9100 h 220836"/>
                  <a:gd name="connsiteX5" fmla="*/ 161579 w 162287"/>
                  <a:gd name="connsiteY5" fmla="*/ 31454 h 220836"/>
                  <a:gd name="connsiteX6" fmla="*/ 157037 w 162287"/>
                  <a:gd name="connsiteY6" fmla="*/ 54697 h 220836"/>
                  <a:gd name="connsiteX7" fmla="*/ 142075 w 162287"/>
                  <a:gd name="connsiteY7" fmla="*/ 70015 h 220836"/>
                  <a:gd name="connsiteX8" fmla="*/ 128895 w 162287"/>
                  <a:gd name="connsiteY8" fmla="*/ 82393 h 220836"/>
                  <a:gd name="connsiteX9" fmla="*/ 119990 w 162287"/>
                  <a:gd name="connsiteY9" fmla="*/ 93970 h 220836"/>
                  <a:gd name="connsiteX10" fmla="*/ 112153 w 162287"/>
                  <a:gd name="connsiteY10" fmla="*/ 107685 h 220836"/>
                  <a:gd name="connsiteX11" fmla="*/ 107165 w 162287"/>
                  <a:gd name="connsiteY11" fmla="*/ 114275 h 220836"/>
                  <a:gd name="connsiteX12" fmla="*/ 139493 w 162287"/>
                  <a:gd name="connsiteY12" fmla="*/ 192110 h 220836"/>
                  <a:gd name="connsiteX13" fmla="*/ 138157 w 162287"/>
                  <a:gd name="connsiteY13" fmla="*/ 220251 h 220836"/>
                  <a:gd name="connsiteX14" fmla="*/ 129251 w 162287"/>
                  <a:gd name="connsiteY14" fmla="*/ 218381 h 220836"/>
                  <a:gd name="connsiteX15" fmla="*/ 120346 w 162287"/>
                  <a:gd name="connsiteY15" fmla="*/ 213216 h 220836"/>
                  <a:gd name="connsiteX16" fmla="*/ 113934 w 162287"/>
                  <a:gd name="connsiteY16" fmla="*/ 206626 h 220836"/>
                  <a:gd name="connsiteX17" fmla="*/ 112242 w 162287"/>
                  <a:gd name="connsiteY17" fmla="*/ 185074 h 220836"/>
                  <a:gd name="connsiteX18" fmla="*/ 105652 w 162287"/>
                  <a:gd name="connsiteY18" fmla="*/ 161920 h 220836"/>
                  <a:gd name="connsiteX19" fmla="*/ 86594 w 162287"/>
                  <a:gd name="connsiteY19" fmla="*/ 132086 h 220836"/>
                  <a:gd name="connsiteX20" fmla="*/ 72879 w 162287"/>
                  <a:gd name="connsiteY20" fmla="*/ 139567 h 220836"/>
                  <a:gd name="connsiteX21" fmla="*/ 58007 w 162287"/>
                  <a:gd name="connsiteY21" fmla="*/ 153638 h 220836"/>
                  <a:gd name="connsiteX22" fmla="*/ 43936 w 162287"/>
                  <a:gd name="connsiteY22" fmla="*/ 167263 h 220836"/>
                  <a:gd name="connsiteX23" fmla="*/ 24878 w 162287"/>
                  <a:gd name="connsiteY23" fmla="*/ 181334 h 220836"/>
                  <a:gd name="connsiteX24" fmla="*/ 15349 w 162287"/>
                  <a:gd name="connsiteY24" fmla="*/ 179731 h 220836"/>
                  <a:gd name="connsiteX25" fmla="*/ 2525 w 162287"/>
                  <a:gd name="connsiteY25" fmla="*/ 160673 h 220836"/>
                  <a:gd name="connsiteX26" fmla="*/ 477 w 162287"/>
                  <a:gd name="connsiteY26" fmla="*/ 147404 h 220836"/>
                  <a:gd name="connsiteX27" fmla="*/ 14904 w 162287"/>
                  <a:gd name="connsiteY27" fmla="*/ 135827 h 220836"/>
                  <a:gd name="connsiteX28" fmla="*/ 39750 w 162287"/>
                  <a:gd name="connsiteY28" fmla="*/ 113919 h 220836"/>
                  <a:gd name="connsiteX29" fmla="*/ 53465 w 162287"/>
                  <a:gd name="connsiteY29" fmla="*/ 98958 h 220836"/>
                  <a:gd name="connsiteX30" fmla="*/ 74126 w 162287"/>
                  <a:gd name="connsiteY30" fmla="*/ 79900 h 220836"/>
                  <a:gd name="connsiteX31" fmla="*/ 93629 w 162287"/>
                  <a:gd name="connsiteY31" fmla="*/ 60931 h 220836"/>
                  <a:gd name="connsiteX32" fmla="*/ 106898 w 162287"/>
                  <a:gd name="connsiteY32" fmla="*/ 42674 h 220836"/>
                  <a:gd name="connsiteX33" fmla="*/ 114290 w 162287"/>
                  <a:gd name="connsiteY33" fmla="*/ 28159 h 220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62287" h="220836">
                    <a:moveTo>
                      <a:pt x="113934" y="27980"/>
                    </a:moveTo>
                    <a:cubicBezTo>
                      <a:pt x="115351" y="25174"/>
                      <a:pt x="116341" y="22173"/>
                      <a:pt x="116873" y="19075"/>
                    </a:cubicBezTo>
                    <a:cubicBezTo>
                      <a:pt x="116873" y="14978"/>
                      <a:pt x="114379" y="10169"/>
                      <a:pt x="118921" y="5805"/>
                    </a:cubicBezTo>
                    <a:cubicBezTo>
                      <a:pt x="122917" y="1658"/>
                      <a:pt x="128481" y="-607"/>
                      <a:pt x="134239" y="-429"/>
                    </a:cubicBezTo>
                    <a:cubicBezTo>
                      <a:pt x="141749" y="-478"/>
                      <a:pt x="148831" y="3062"/>
                      <a:pt x="153297" y="9100"/>
                    </a:cubicBezTo>
                    <a:cubicBezTo>
                      <a:pt x="157037" y="15780"/>
                      <a:pt x="163627" y="18006"/>
                      <a:pt x="161579" y="31454"/>
                    </a:cubicBezTo>
                    <a:cubicBezTo>
                      <a:pt x="159530" y="44901"/>
                      <a:pt x="159887" y="51402"/>
                      <a:pt x="157037" y="54697"/>
                    </a:cubicBezTo>
                    <a:cubicBezTo>
                      <a:pt x="154187" y="57992"/>
                      <a:pt x="148755" y="62979"/>
                      <a:pt x="142075" y="70015"/>
                    </a:cubicBezTo>
                    <a:cubicBezTo>
                      <a:pt x="135396" y="77050"/>
                      <a:pt x="132190" y="76605"/>
                      <a:pt x="128895" y="82393"/>
                    </a:cubicBezTo>
                    <a:cubicBezTo>
                      <a:pt x="125600" y="88182"/>
                      <a:pt x="120969" y="91299"/>
                      <a:pt x="119990" y="93970"/>
                    </a:cubicBezTo>
                    <a:cubicBezTo>
                      <a:pt x="119010" y="96642"/>
                      <a:pt x="116338" y="104746"/>
                      <a:pt x="112153" y="107685"/>
                    </a:cubicBezTo>
                    <a:cubicBezTo>
                      <a:pt x="107967" y="110624"/>
                      <a:pt x="106809" y="111782"/>
                      <a:pt x="107165" y="114275"/>
                    </a:cubicBezTo>
                    <a:cubicBezTo>
                      <a:pt x="124137" y="137190"/>
                      <a:pt x="135237" y="163914"/>
                      <a:pt x="139493" y="192110"/>
                    </a:cubicBezTo>
                    <a:cubicBezTo>
                      <a:pt x="145281" y="223012"/>
                      <a:pt x="140205" y="218827"/>
                      <a:pt x="138157" y="220251"/>
                    </a:cubicBezTo>
                    <a:cubicBezTo>
                      <a:pt x="135060" y="220721"/>
                      <a:pt x="131898" y="220057"/>
                      <a:pt x="129251" y="218381"/>
                    </a:cubicBezTo>
                    <a:cubicBezTo>
                      <a:pt x="126405" y="216457"/>
                      <a:pt x="123430" y="214731"/>
                      <a:pt x="120346" y="213216"/>
                    </a:cubicBezTo>
                    <a:cubicBezTo>
                      <a:pt x="116784" y="211791"/>
                      <a:pt x="113934" y="209565"/>
                      <a:pt x="113934" y="206626"/>
                    </a:cubicBezTo>
                    <a:cubicBezTo>
                      <a:pt x="114076" y="199404"/>
                      <a:pt x="113509" y="192186"/>
                      <a:pt x="112242" y="185074"/>
                    </a:cubicBezTo>
                    <a:cubicBezTo>
                      <a:pt x="111005" y="177114"/>
                      <a:pt x="108792" y="169338"/>
                      <a:pt x="105652" y="161920"/>
                    </a:cubicBezTo>
                    <a:cubicBezTo>
                      <a:pt x="102268" y="156933"/>
                      <a:pt x="93629" y="131285"/>
                      <a:pt x="86594" y="132086"/>
                    </a:cubicBezTo>
                    <a:cubicBezTo>
                      <a:pt x="79558" y="132888"/>
                      <a:pt x="78312" y="136272"/>
                      <a:pt x="72879" y="139567"/>
                    </a:cubicBezTo>
                    <a:cubicBezTo>
                      <a:pt x="67157" y="143376"/>
                      <a:pt x="62127" y="148135"/>
                      <a:pt x="58007" y="153638"/>
                    </a:cubicBezTo>
                    <a:cubicBezTo>
                      <a:pt x="53851" y="158701"/>
                      <a:pt x="49130" y="163272"/>
                      <a:pt x="43936" y="167263"/>
                    </a:cubicBezTo>
                    <a:cubicBezTo>
                      <a:pt x="37968" y="172454"/>
                      <a:pt x="31595" y="177159"/>
                      <a:pt x="24878" y="181334"/>
                    </a:cubicBezTo>
                    <a:cubicBezTo>
                      <a:pt x="21760" y="183320"/>
                      <a:pt x="17645" y="182628"/>
                      <a:pt x="15349" y="179731"/>
                    </a:cubicBezTo>
                    <a:cubicBezTo>
                      <a:pt x="10440" y="173828"/>
                      <a:pt x="6144" y="167443"/>
                      <a:pt x="2525" y="160673"/>
                    </a:cubicBezTo>
                    <a:cubicBezTo>
                      <a:pt x="2080" y="158180"/>
                      <a:pt x="-2017" y="152836"/>
                      <a:pt x="477" y="147404"/>
                    </a:cubicBezTo>
                    <a:cubicBezTo>
                      <a:pt x="2970" y="141972"/>
                      <a:pt x="12054" y="139567"/>
                      <a:pt x="14904" y="135827"/>
                    </a:cubicBezTo>
                    <a:cubicBezTo>
                      <a:pt x="17753" y="132086"/>
                      <a:pt x="37346" y="117214"/>
                      <a:pt x="39750" y="113919"/>
                    </a:cubicBezTo>
                    <a:cubicBezTo>
                      <a:pt x="42155" y="110624"/>
                      <a:pt x="50526" y="102253"/>
                      <a:pt x="53465" y="98958"/>
                    </a:cubicBezTo>
                    <a:cubicBezTo>
                      <a:pt x="56404" y="95663"/>
                      <a:pt x="69228" y="85332"/>
                      <a:pt x="74126" y="79900"/>
                    </a:cubicBezTo>
                    <a:cubicBezTo>
                      <a:pt x="79024" y="74467"/>
                      <a:pt x="89443" y="68322"/>
                      <a:pt x="93629" y="60931"/>
                    </a:cubicBezTo>
                    <a:cubicBezTo>
                      <a:pt x="97815" y="53539"/>
                      <a:pt x="104405" y="48018"/>
                      <a:pt x="106898" y="42674"/>
                    </a:cubicBezTo>
                    <a:cubicBezTo>
                      <a:pt x="109392" y="37331"/>
                      <a:pt x="115359" y="25754"/>
                      <a:pt x="114290" y="2815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8" name="组合 77"/>
            <p:cNvGrpSpPr/>
            <p:nvPr/>
          </p:nvGrpSpPr>
          <p:grpSpPr>
            <a:xfrm>
              <a:off x="1881495" y="5959214"/>
              <a:ext cx="256860" cy="256232"/>
              <a:chOff x="1909201" y="6025900"/>
              <a:chExt cx="296545" cy="295820"/>
            </a:xfrm>
            <a:grpFill/>
          </p:grpSpPr>
          <p:sp>
            <p:nvSpPr>
              <p:cNvPr id="86" name="任意多边形: 形状 85"/>
              <p:cNvSpPr/>
              <p:nvPr/>
            </p:nvSpPr>
            <p:spPr>
              <a:xfrm>
                <a:off x="1909201" y="6034133"/>
                <a:ext cx="112020" cy="287587"/>
              </a:xfrm>
              <a:custGeom>
                <a:avLst/>
                <a:gdLst>
                  <a:gd name="connsiteX0" fmla="*/ -55 w 112020"/>
                  <a:gd name="connsiteY0" fmla="*/ 39890 h 287587"/>
                  <a:gd name="connsiteX1" fmla="*/ 7425 w 112020"/>
                  <a:gd name="connsiteY1" fmla="*/ 28669 h 287587"/>
                  <a:gd name="connsiteX2" fmla="*/ 42157 w 112020"/>
                  <a:gd name="connsiteY2" fmla="*/ 22524 h 287587"/>
                  <a:gd name="connsiteX3" fmla="*/ 68874 w 112020"/>
                  <a:gd name="connsiteY3" fmla="*/ 11748 h 287587"/>
                  <a:gd name="connsiteX4" fmla="*/ 82054 w 112020"/>
                  <a:gd name="connsiteY4" fmla="*/ 1418 h 287587"/>
                  <a:gd name="connsiteX5" fmla="*/ 96570 w 112020"/>
                  <a:gd name="connsiteY5" fmla="*/ 2219 h 287587"/>
                  <a:gd name="connsiteX6" fmla="*/ 105475 w 112020"/>
                  <a:gd name="connsiteY6" fmla="*/ 14598 h 287587"/>
                  <a:gd name="connsiteX7" fmla="*/ 103783 w 112020"/>
                  <a:gd name="connsiteY7" fmla="*/ 27867 h 287587"/>
                  <a:gd name="connsiteX8" fmla="*/ 87664 w 112020"/>
                  <a:gd name="connsiteY8" fmla="*/ 48973 h 287587"/>
                  <a:gd name="connsiteX9" fmla="*/ 83033 w 112020"/>
                  <a:gd name="connsiteY9" fmla="*/ 75067 h 287587"/>
                  <a:gd name="connsiteX10" fmla="*/ 78492 w 112020"/>
                  <a:gd name="connsiteY10" fmla="*/ 111936 h 287587"/>
                  <a:gd name="connsiteX11" fmla="*/ 84280 w 112020"/>
                  <a:gd name="connsiteY11" fmla="*/ 129747 h 287587"/>
                  <a:gd name="connsiteX12" fmla="*/ 89446 w 112020"/>
                  <a:gd name="connsiteY12" fmla="*/ 127075 h 287587"/>
                  <a:gd name="connsiteX13" fmla="*/ 105743 w 112020"/>
                  <a:gd name="connsiteY13" fmla="*/ 100359 h 287587"/>
                  <a:gd name="connsiteX14" fmla="*/ 107257 w 112020"/>
                  <a:gd name="connsiteY14" fmla="*/ 104544 h 287587"/>
                  <a:gd name="connsiteX15" fmla="*/ 107791 w 112020"/>
                  <a:gd name="connsiteY15" fmla="*/ 107839 h 287587"/>
                  <a:gd name="connsiteX16" fmla="*/ 109661 w 112020"/>
                  <a:gd name="connsiteY16" fmla="*/ 122890 h 287587"/>
                  <a:gd name="connsiteX17" fmla="*/ 111353 w 112020"/>
                  <a:gd name="connsiteY17" fmla="*/ 139988 h 287587"/>
                  <a:gd name="connsiteX18" fmla="*/ 101735 w 112020"/>
                  <a:gd name="connsiteY18" fmla="*/ 162430 h 287587"/>
                  <a:gd name="connsiteX19" fmla="*/ 92830 w 112020"/>
                  <a:gd name="connsiteY19" fmla="*/ 192175 h 287587"/>
                  <a:gd name="connsiteX20" fmla="*/ 89178 w 112020"/>
                  <a:gd name="connsiteY20" fmla="*/ 207671 h 287587"/>
                  <a:gd name="connsiteX21" fmla="*/ 80273 w 112020"/>
                  <a:gd name="connsiteY21" fmla="*/ 226817 h 287587"/>
                  <a:gd name="connsiteX22" fmla="*/ 71991 w 112020"/>
                  <a:gd name="connsiteY22" fmla="*/ 244629 h 287587"/>
                  <a:gd name="connsiteX23" fmla="*/ 69497 w 112020"/>
                  <a:gd name="connsiteY23" fmla="*/ 258254 h 287587"/>
                  <a:gd name="connsiteX24" fmla="*/ 68072 w 112020"/>
                  <a:gd name="connsiteY24" fmla="*/ 267961 h 287587"/>
                  <a:gd name="connsiteX25" fmla="*/ 66469 w 112020"/>
                  <a:gd name="connsiteY25" fmla="*/ 275531 h 287587"/>
                  <a:gd name="connsiteX26" fmla="*/ 64599 w 112020"/>
                  <a:gd name="connsiteY26" fmla="*/ 282388 h 287587"/>
                  <a:gd name="connsiteX27" fmla="*/ 58632 w 112020"/>
                  <a:gd name="connsiteY27" fmla="*/ 286307 h 287587"/>
                  <a:gd name="connsiteX28" fmla="*/ 49727 w 112020"/>
                  <a:gd name="connsiteY28" fmla="*/ 283813 h 287587"/>
                  <a:gd name="connsiteX29" fmla="*/ 30758 w 112020"/>
                  <a:gd name="connsiteY29" fmla="*/ 279717 h 287587"/>
                  <a:gd name="connsiteX30" fmla="*/ 16776 w 112020"/>
                  <a:gd name="connsiteY30" fmla="*/ 263776 h 287587"/>
                  <a:gd name="connsiteX31" fmla="*/ 14104 w 112020"/>
                  <a:gd name="connsiteY31" fmla="*/ 245965 h 287587"/>
                  <a:gd name="connsiteX32" fmla="*/ 21318 w 112020"/>
                  <a:gd name="connsiteY32" fmla="*/ 219248 h 287587"/>
                  <a:gd name="connsiteX33" fmla="*/ 32628 w 112020"/>
                  <a:gd name="connsiteY33" fmla="*/ 186119 h 287587"/>
                  <a:gd name="connsiteX34" fmla="*/ 36992 w 112020"/>
                  <a:gd name="connsiteY34" fmla="*/ 154059 h 287587"/>
                  <a:gd name="connsiteX35" fmla="*/ 34320 w 112020"/>
                  <a:gd name="connsiteY35" fmla="*/ 138029 h 287587"/>
                  <a:gd name="connsiteX36" fmla="*/ 24969 w 112020"/>
                  <a:gd name="connsiteY36" fmla="*/ 122177 h 287587"/>
                  <a:gd name="connsiteX37" fmla="*/ 28264 w 112020"/>
                  <a:gd name="connsiteY37" fmla="*/ 113271 h 287587"/>
                  <a:gd name="connsiteX38" fmla="*/ 49994 w 112020"/>
                  <a:gd name="connsiteY38" fmla="*/ 112826 h 287587"/>
                  <a:gd name="connsiteX39" fmla="*/ 55426 w 112020"/>
                  <a:gd name="connsiteY39" fmla="*/ 81924 h 287587"/>
                  <a:gd name="connsiteX40" fmla="*/ 67805 w 112020"/>
                  <a:gd name="connsiteY40" fmla="*/ 36416 h 287587"/>
                  <a:gd name="connsiteX41" fmla="*/ 41088 w 112020"/>
                  <a:gd name="connsiteY41" fmla="*/ 45322 h 287587"/>
                  <a:gd name="connsiteX42" fmla="*/ 14995 w 112020"/>
                  <a:gd name="connsiteY42" fmla="*/ 50309 h 287587"/>
                  <a:gd name="connsiteX43" fmla="*/ -323 w 112020"/>
                  <a:gd name="connsiteY43" fmla="*/ 39979 h 287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112020" h="287587">
                    <a:moveTo>
                      <a:pt x="-55" y="39890"/>
                    </a:moveTo>
                    <a:cubicBezTo>
                      <a:pt x="-55" y="34457"/>
                      <a:pt x="390" y="29915"/>
                      <a:pt x="7425" y="28669"/>
                    </a:cubicBezTo>
                    <a:cubicBezTo>
                      <a:pt x="14460" y="27422"/>
                      <a:pt x="33073" y="25017"/>
                      <a:pt x="42157" y="22524"/>
                    </a:cubicBezTo>
                    <a:cubicBezTo>
                      <a:pt x="51238" y="19382"/>
                      <a:pt x="60154" y="15785"/>
                      <a:pt x="68874" y="11748"/>
                    </a:cubicBezTo>
                    <a:cubicBezTo>
                      <a:pt x="74217" y="9700"/>
                      <a:pt x="77156" y="4713"/>
                      <a:pt x="82054" y="1418"/>
                    </a:cubicBezTo>
                    <a:cubicBezTo>
                      <a:pt x="86598" y="-1323"/>
                      <a:pt x="92355" y="-1005"/>
                      <a:pt x="96570" y="2219"/>
                    </a:cubicBezTo>
                    <a:cubicBezTo>
                      <a:pt x="100595" y="5472"/>
                      <a:pt x="103671" y="9747"/>
                      <a:pt x="105475" y="14598"/>
                    </a:cubicBezTo>
                    <a:cubicBezTo>
                      <a:pt x="106419" y="19085"/>
                      <a:pt x="105823" y="23760"/>
                      <a:pt x="103783" y="27867"/>
                    </a:cubicBezTo>
                    <a:cubicBezTo>
                      <a:pt x="102091" y="31162"/>
                      <a:pt x="89713" y="41938"/>
                      <a:pt x="87664" y="48973"/>
                    </a:cubicBezTo>
                    <a:cubicBezTo>
                      <a:pt x="85616" y="56009"/>
                      <a:pt x="84280" y="70525"/>
                      <a:pt x="83033" y="75067"/>
                    </a:cubicBezTo>
                    <a:cubicBezTo>
                      <a:pt x="79283" y="86976"/>
                      <a:pt x="77743" y="99472"/>
                      <a:pt x="78492" y="111936"/>
                    </a:cubicBezTo>
                    <a:cubicBezTo>
                      <a:pt x="80985" y="122711"/>
                      <a:pt x="79827" y="128678"/>
                      <a:pt x="84280" y="129747"/>
                    </a:cubicBezTo>
                    <a:cubicBezTo>
                      <a:pt x="88733" y="130815"/>
                      <a:pt x="87575" y="129747"/>
                      <a:pt x="89446" y="127075"/>
                    </a:cubicBezTo>
                    <a:cubicBezTo>
                      <a:pt x="91316" y="124403"/>
                      <a:pt x="104318" y="101694"/>
                      <a:pt x="105743" y="100359"/>
                    </a:cubicBezTo>
                    <a:cubicBezTo>
                      <a:pt x="107168" y="99023"/>
                      <a:pt x="107613" y="102674"/>
                      <a:pt x="107257" y="104544"/>
                    </a:cubicBezTo>
                    <a:cubicBezTo>
                      <a:pt x="106900" y="106414"/>
                      <a:pt x="107257" y="106147"/>
                      <a:pt x="107791" y="107839"/>
                    </a:cubicBezTo>
                    <a:cubicBezTo>
                      <a:pt x="108325" y="109531"/>
                      <a:pt x="109038" y="120574"/>
                      <a:pt x="109661" y="122890"/>
                    </a:cubicBezTo>
                    <a:cubicBezTo>
                      <a:pt x="111567" y="128376"/>
                      <a:pt x="112147" y="134235"/>
                      <a:pt x="111353" y="139988"/>
                    </a:cubicBezTo>
                    <a:cubicBezTo>
                      <a:pt x="109928" y="147647"/>
                      <a:pt x="105475" y="151298"/>
                      <a:pt x="101735" y="162430"/>
                    </a:cubicBezTo>
                    <a:cubicBezTo>
                      <a:pt x="97995" y="173562"/>
                      <a:pt x="93987" y="186564"/>
                      <a:pt x="92830" y="192175"/>
                    </a:cubicBezTo>
                    <a:cubicBezTo>
                      <a:pt x="91939" y="197412"/>
                      <a:pt x="90720" y="202587"/>
                      <a:pt x="89178" y="207671"/>
                    </a:cubicBezTo>
                    <a:cubicBezTo>
                      <a:pt x="87308" y="213014"/>
                      <a:pt x="82143" y="221029"/>
                      <a:pt x="80273" y="226817"/>
                    </a:cubicBezTo>
                    <a:cubicBezTo>
                      <a:pt x="77194" y="232601"/>
                      <a:pt x="74429" y="238547"/>
                      <a:pt x="71991" y="244629"/>
                    </a:cubicBezTo>
                    <a:cubicBezTo>
                      <a:pt x="70757" y="249088"/>
                      <a:pt x="69923" y="253647"/>
                      <a:pt x="69497" y="258254"/>
                    </a:cubicBezTo>
                    <a:cubicBezTo>
                      <a:pt x="69497" y="263152"/>
                      <a:pt x="68250" y="264399"/>
                      <a:pt x="68072" y="267961"/>
                    </a:cubicBezTo>
                    <a:cubicBezTo>
                      <a:pt x="67894" y="271524"/>
                      <a:pt x="66647" y="272058"/>
                      <a:pt x="66469" y="275531"/>
                    </a:cubicBezTo>
                    <a:cubicBezTo>
                      <a:pt x="66476" y="277944"/>
                      <a:pt x="65830" y="280313"/>
                      <a:pt x="64599" y="282388"/>
                    </a:cubicBezTo>
                    <a:cubicBezTo>
                      <a:pt x="63174" y="285238"/>
                      <a:pt x="62284" y="288800"/>
                      <a:pt x="58632" y="286307"/>
                    </a:cubicBezTo>
                    <a:cubicBezTo>
                      <a:pt x="56177" y="284202"/>
                      <a:pt x="52918" y="283289"/>
                      <a:pt x="49727" y="283813"/>
                    </a:cubicBezTo>
                    <a:cubicBezTo>
                      <a:pt x="43118" y="284748"/>
                      <a:pt x="36392" y="283296"/>
                      <a:pt x="30758" y="279717"/>
                    </a:cubicBezTo>
                    <a:cubicBezTo>
                      <a:pt x="24790" y="275710"/>
                      <a:pt x="19971" y="270215"/>
                      <a:pt x="16776" y="263776"/>
                    </a:cubicBezTo>
                    <a:cubicBezTo>
                      <a:pt x="13714" y="258373"/>
                      <a:pt x="12762" y="252028"/>
                      <a:pt x="14104" y="245965"/>
                    </a:cubicBezTo>
                    <a:cubicBezTo>
                      <a:pt x="16331" y="237682"/>
                      <a:pt x="19448" y="224502"/>
                      <a:pt x="21318" y="219248"/>
                    </a:cubicBezTo>
                    <a:cubicBezTo>
                      <a:pt x="23188" y="213993"/>
                      <a:pt x="31381" y="191284"/>
                      <a:pt x="32628" y="186119"/>
                    </a:cubicBezTo>
                    <a:cubicBezTo>
                      <a:pt x="35315" y="175637"/>
                      <a:pt x="36780" y="164879"/>
                      <a:pt x="36992" y="154059"/>
                    </a:cubicBezTo>
                    <a:cubicBezTo>
                      <a:pt x="36101" y="145688"/>
                      <a:pt x="38595" y="145154"/>
                      <a:pt x="34320" y="138029"/>
                    </a:cubicBezTo>
                    <a:cubicBezTo>
                      <a:pt x="30811" y="132986"/>
                      <a:pt x="27685" y="127687"/>
                      <a:pt x="24969" y="122177"/>
                    </a:cubicBezTo>
                    <a:cubicBezTo>
                      <a:pt x="23366" y="117991"/>
                      <a:pt x="23366" y="113271"/>
                      <a:pt x="28264" y="113271"/>
                    </a:cubicBezTo>
                    <a:cubicBezTo>
                      <a:pt x="33162" y="113271"/>
                      <a:pt x="48925" y="114696"/>
                      <a:pt x="49994" y="112826"/>
                    </a:cubicBezTo>
                    <a:cubicBezTo>
                      <a:pt x="51062" y="110956"/>
                      <a:pt x="52933" y="89048"/>
                      <a:pt x="55426" y="81924"/>
                    </a:cubicBezTo>
                    <a:cubicBezTo>
                      <a:pt x="57920" y="74800"/>
                      <a:pt x="70299" y="37396"/>
                      <a:pt x="67805" y="36416"/>
                    </a:cubicBezTo>
                    <a:cubicBezTo>
                      <a:pt x="58565" y="38267"/>
                      <a:pt x="49591" y="41259"/>
                      <a:pt x="41088" y="45322"/>
                    </a:cubicBezTo>
                    <a:cubicBezTo>
                      <a:pt x="33000" y="49309"/>
                      <a:pt x="23983" y="51032"/>
                      <a:pt x="14995" y="50309"/>
                    </a:cubicBezTo>
                    <a:cubicBezTo>
                      <a:pt x="9166" y="48082"/>
                      <a:pt x="3926" y="44548"/>
                      <a:pt x="-323" y="39979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7" name="任意多边形: 形状 86"/>
              <p:cNvSpPr/>
              <p:nvPr/>
            </p:nvSpPr>
            <p:spPr>
              <a:xfrm>
                <a:off x="2003184" y="6025900"/>
                <a:ext cx="202562" cy="293802"/>
              </a:xfrm>
              <a:custGeom>
                <a:avLst/>
                <a:gdLst>
                  <a:gd name="connsiteX0" fmla="*/ 63323 w 202562"/>
                  <a:gd name="connsiteY0" fmla="*/ 97459 h 293802"/>
                  <a:gd name="connsiteX1" fmla="*/ 89417 w 202562"/>
                  <a:gd name="connsiteY1" fmla="*/ 82943 h 293802"/>
                  <a:gd name="connsiteX2" fmla="*/ 97343 w 202562"/>
                  <a:gd name="connsiteY2" fmla="*/ 87485 h 293802"/>
                  <a:gd name="connsiteX3" fmla="*/ 90307 w 202562"/>
                  <a:gd name="connsiteY3" fmla="*/ 108502 h 293802"/>
                  <a:gd name="connsiteX4" fmla="*/ 82470 w 202562"/>
                  <a:gd name="connsiteY4" fmla="*/ 122128 h 293802"/>
                  <a:gd name="connsiteX5" fmla="*/ 70091 w 202562"/>
                  <a:gd name="connsiteY5" fmla="*/ 117586 h 293802"/>
                  <a:gd name="connsiteX6" fmla="*/ 63323 w 202562"/>
                  <a:gd name="connsiteY6" fmla="*/ 97459 h 293802"/>
                  <a:gd name="connsiteX7" fmla="*/ 25564 w 202562"/>
                  <a:gd name="connsiteY7" fmla="*/ 59432 h 293802"/>
                  <a:gd name="connsiteX8" fmla="*/ 25564 w 202562"/>
                  <a:gd name="connsiteY8" fmla="*/ 49903 h 293802"/>
                  <a:gd name="connsiteX9" fmla="*/ 36072 w 202562"/>
                  <a:gd name="connsiteY9" fmla="*/ 39216 h 293802"/>
                  <a:gd name="connsiteX10" fmla="*/ 47471 w 202562"/>
                  <a:gd name="connsiteY10" fmla="*/ 42868 h 293802"/>
                  <a:gd name="connsiteX11" fmla="*/ 53616 w 202562"/>
                  <a:gd name="connsiteY11" fmla="*/ 53644 h 293802"/>
                  <a:gd name="connsiteX12" fmla="*/ 57357 w 202562"/>
                  <a:gd name="connsiteY12" fmla="*/ 70921 h 293802"/>
                  <a:gd name="connsiteX13" fmla="*/ 65550 w 202562"/>
                  <a:gd name="connsiteY13" fmla="*/ 72613 h 293802"/>
                  <a:gd name="connsiteX14" fmla="*/ 102330 w 202562"/>
                  <a:gd name="connsiteY14" fmla="*/ 63707 h 293802"/>
                  <a:gd name="connsiteX15" fmla="*/ 116579 w 202562"/>
                  <a:gd name="connsiteY15" fmla="*/ 38593 h 293802"/>
                  <a:gd name="connsiteX16" fmla="*/ 122100 w 202562"/>
                  <a:gd name="connsiteY16" fmla="*/ 36456 h 293802"/>
                  <a:gd name="connsiteX17" fmla="*/ 129314 w 202562"/>
                  <a:gd name="connsiteY17" fmla="*/ 42067 h 293802"/>
                  <a:gd name="connsiteX18" fmla="*/ 127889 w 202562"/>
                  <a:gd name="connsiteY18" fmla="*/ 50972 h 293802"/>
                  <a:gd name="connsiteX19" fmla="*/ 121922 w 202562"/>
                  <a:gd name="connsiteY19" fmla="*/ 64331 h 293802"/>
                  <a:gd name="connsiteX20" fmla="*/ 126820 w 202562"/>
                  <a:gd name="connsiteY20" fmla="*/ 74394 h 293802"/>
                  <a:gd name="connsiteX21" fmla="*/ 126019 w 202562"/>
                  <a:gd name="connsiteY21" fmla="*/ 81696 h 293802"/>
                  <a:gd name="connsiteX22" fmla="*/ 115510 w 202562"/>
                  <a:gd name="connsiteY22" fmla="*/ 83121 h 293802"/>
                  <a:gd name="connsiteX23" fmla="*/ 104556 w 202562"/>
                  <a:gd name="connsiteY23" fmla="*/ 111797 h 293802"/>
                  <a:gd name="connsiteX24" fmla="*/ 104556 w 202562"/>
                  <a:gd name="connsiteY24" fmla="*/ 118565 h 293802"/>
                  <a:gd name="connsiteX25" fmla="*/ 116133 w 202562"/>
                  <a:gd name="connsiteY25" fmla="*/ 117764 h 293802"/>
                  <a:gd name="connsiteX26" fmla="*/ 125039 w 202562"/>
                  <a:gd name="connsiteY26" fmla="*/ 109749 h 293802"/>
                  <a:gd name="connsiteX27" fmla="*/ 138308 w 202562"/>
                  <a:gd name="connsiteY27" fmla="*/ 89889 h 293802"/>
                  <a:gd name="connsiteX28" fmla="*/ 152913 w 202562"/>
                  <a:gd name="connsiteY28" fmla="*/ 70119 h 293802"/>
                  <a:gd name="connsiteX29" fmla="*/ 164045 w 202562"/>
                  <a:gd name="connsiteY29" fmla="*/ 47410 h 293802"/>
                  <a:gd name="connsiteX30" fmla="*/ 163066 w 202562"/>
                  <a:gd name="connsiteY30" fmla="*/ 35031 h 293802"/>
                  <a:gd name="connsiteX31" fmla="*/ 146501 w 202562"/>
                  <a:gd name="connsiteY31" fmla="*/ 23276 h 293802"/>
                  <a:gd name="connsiteX32" fmla="*/ 112927 w 202562"/>
                  <a:gd name="connsiteY32" fmla="*/ 24523 h 293802"/>
                  <a:gd name="connsiteX33" fmla="*/ 86923 w 202562"/>
                  <a:gd name="connsiteY33" fmla="*/ 32003 h 293802"/>
                  <a:gd name="connsiteX34" fmla="*/ 75969 w 202562"/>
                  <a:gd name="connsiteY34" fmla="*/ 38148 h 293802"/>
                  <a:gd name="connsiteX35" fmla="*/ 65906 w 202562"/>
                  <a:gd name="connsiteY35" fmla="*/ 41621 h 293802"/>
                  <a:gd name="connsiteX36" fmla="*/ 53705 w 202562"/>
                  <a:gd name="connsiteY36" fmla="*/ 32716 h 293802"/>
                  <a:gd name="connsiteX37" fmla="*/ 49787 w 202562"/>
                  <a:gd name="connsiteY37" fmla="*/ 21762 h 293802"/>
                  <a:gd name="connsiteX38" fmla="*/ 62967 w 202562"/>
                  <a:gd name="connsiteY38" fmla="*/ 13569 h 293802"/>
                  <a:gd name="connsiteX39" fmla="*/ 116400 w 202562"/>
                  <a:gd name="connsiteY39" fmla="*/ 121 h 293802"/>
                  <a:gd name="connsiteX40" fmla="*/ 154783 w 202562"/>
                  <a:gd name="connsiteY40" fmla="*/ 1190 h 293802"/>
                  <a:gd name="connsiteX41" fmla="*/ 170635 w 202562"/>
                  <a:gd name="connsiteY41" fmla="*/ 8403 h 293802"/>
                  <a:gd name="connsiteX42" fmla="*/ 188447 w 202562"/>
                  <a:gd name="connsiteY42" fmla="*/ 21584 h 293802"/>
                  <a:gd name="connsiteX43" fmla="*/ 201983 w 202562"/>
                  <a:gd name="connsiteY43" fmla="*/ 39395 h 293802"/>
                  <a:gd name="connsiteX44" fmla="*/ 197530 w 202562"/>
                  <a:gd name="connsiteY44" fmla="*/ 61570 h 293802"/>
                  <a:gd name="connsiteX45" fmla="*/ 180788 w 202562"/>
                  <a:gd name="connsiteY45" fmla="*/ 80717 h 293802"/>
                  <a:gd name="connsiteX46" fmla="*/ 168053 w 202562"/>
                  <a:gd name="connsiteY46" fmla="*/ 98528 h 293802"/>
                  <a:gd name="connsiteX47" fmla="*/ 155229 w 202562"/>
                  <a:gd name="connsiteY47" fmla="*/ 114291 h 293802"/>
                  <a:gd name="connsiteX48" fmla="*/ 142761 w 202562"/>
                  <a:gd name="connsiteY48" fmla="*/ 132547 h 293802"/>
                  <a:gd name="connsiteX49" fmla="*/ 132876 w 202562"/>
                  <a:gd name="connsiteY49" fmla="*/ 147419 h 293802"/>
                  <a:gd name="connsiteX50" fmla="*/ 115065 w 202562"/>
                  <a:gd name="connsiteY50" fmla="*/ 137089 h 293802"/>
                  <a:gd name="connsiteX51" fmla="*/ 101350 w 202562"/>
                  <a:gd name="connsiteY51" fmla="*/ 139137 h 293802"/>
                  <a:gd name="connsiteX52" fmla="*/ 99302 w 202562"/>
                  <a:gd name="connsiteY52" fmla="*/ 165230 h 293802"/>
                  <a:gd name="connsiteX53" fmla="*/ 105090 w 202562"/>
                  <a:gd name="connsiteY53" fmla="*/ 168525 h 293802"/>
                  <a:gd name="connsiteX54" fmla="*/ 125395 w 202562"/>
                  <a:gd name="connsiteY54" fmla="*/ 164785 h 293802"/>
                  <a:gd name="connsiteX55" fmla="*/ 145700 w 202562"/>
                  <a:gd name="connsiteY55" fmla="*/ 163182 h 293802"/>
                  <a:gd name="connsiteX56" fmla="*/ 156030 w 202562"/>
                  <a:gd name="connsiteY56" fmla="*/ 174759 h 293802"/>
                  <a:gd name="connsiteX57" fmla="*/ 153181 w 202562"/>
                  <a:gd name="connsiteY57" fmla="*/ 189632 h 293802"/>
                  <a:gd name="connsiteX58" fmla="*/ 143295 w 202562"/>
                  <a:gd name="connsiteY58" fmla="*/ 201209 h 293802"/>
                  <a:gd name="connsiteX59" fmla="*/ 124683 w 202562"/>
                  <a:gd name="connsiteY59" fmla="*/ 212074 h 293802"/>
                  <a:gd name="connsiteX60" fmla="*/ 108653 w 202562"/>
                  <a:gd name="connsiteY60" fmla="*/ 226323 h 293802"/>
                  <a:gd name="connsiteX61" fmla="*/ 111948 w 202562"/>
                  <a:gd name="connsiteY61" fmla="*/ 233981 h 293802"/>
                  <a:gd name="connsiteX62" fmla="*/ 142939 w 202562"/>
                  <a:gd name="connsiteY62" fmla="*/ 235139 h 293802"/>
                  <a:gd name="connsiteX63" fmla="*/ 159415 w 202562"/>
                  <a:gd name="connsiteY63" fmla="*/ 246716 h 293802"/>
                  <a:gd name="connsiteX64" fmla="*/ 166628 w 202562"/>
                  <a:gd name="connsiteY64" fmla="*/ 260253 h 293802"/>
                  <a:gd name="connsiteX65" fmla="*/ 163333 w 202562"/>
                  <a:gd name="connsiteY65" fmla="*/ 273255 h 293802"/>
                  <a:gd name="connsiteX66" fmla="*/ 153626 w 202562"/>
                  <a:gd name="connsiteY66" fmla="*/ 283408 h 293802"/>
                  <a:gd name="connsiteX67" fmla="*/ 79621 w 202562"/>
                  <a:gd name="connsiteY67" fmla="*/ 292313 h 293802"/>
                  <a:gd name="connsiteX68" fmla="*/ 57713 w 202562"/>
                  <a:gd name="connsiteY68" fmla="*/ 290087 h 293802"/>
                  <a:gd name="connsiteX69" fmla="*/ 35894 w 202562"/>
                  <a:gd name="connsiteY69" fmla="*/ 257047 h 293802"/>
                  <a:gd name="connsiteX70" fmla="*/ 48629 w 202562"/>
                  <a:gd name="connsiteY70" fmla="*/ 226145 h 293802"/>
                  <a:gd name="connsiteX71" fmla="*/ 78552 w 202562"/>
                  <a:gd name="connsiteY71" fmla="*/ 199428 h 293802"/>
                  <a:gd name="connsiteX72" fmla="*/ 66173 w 202562"/>
                  <a:gd name="connsiteY72" fmla="*/ 199428 h 293802"/>
                  <a:gd name="connsiteX73" fmla="*/ 23248 w 202562"/>
                  <a:gd name="connsiteY73" fmla="*/ 219020 h 293802"/>
                  <a:gd name="connsiteX74" fmla="*/ 450 w 202562"/>
                  <a:gd name="connsiteY74" fmla="*/ 210204 h 293802"/>
                  <a:gd name="connsiteX75" fmla="*/ 6595 w 202562"/>
                  <a:gd name="connsiteY75" fmla="*/ 200051 h 293802"/>
                  <a:gd name="connsiteX76" fmla="*/ 27612 w 202562"/>
                  <a:gd name="connsiteY76" fmla="*/ 191680 h 293802"/>
                  <a:gd name="connsiteX77" fmla="*/ 70092 w 202562"/>
                  <a:gd name="connsiteY77" fmla="*/ 174314 h 293802"/>
                  <a:gd name="connsiteX78" fmla="*/ 80689 w 202562"/>
                  <a:gd name="connsiteY78" fmla="*/ 169149 h 293802"/>
                  <a:gd name="connsiteX79" fmla="*/ 81669 w 202562"/>
                  <a:gd name="connsiteY79" fmla="*/ 141720 h 293802"/>
                  <a:gd name="connsiteX80" fmla="*/ 74900 w 202562"/>
                  <a:gd name="connsiteY80" fmla="*/ 142967 h 293802"/>
                  <a:gd name="connsiteX81" fmla="*/ 57802 w 202562"/>
                  <a:gd name="connsiteY81" fmla="*/ 147508 h 293802"/>
                  <a:gd name="connsiteX82" fmla="*/ 41861 w 202562"/>
                  <a:gd name="connsiteY82" fmla="*/ 123552 h 293802"/>
                  <a:gd name="connsiteX83" fmla="*/ 31530 w 202562"/>
                  <a:gd name="connsiteY83" fmla="*/ 83834 h 293802"/>
                  <a:gd name="connsiteX84" fmla="*/ 25563 w 202562"/>
                  <a:gd name="connsiteY84" fmla="*/ 59433 h 293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02562" h="293802">
                    <a:moveTo>
                      <a:pt x="63323" y="97459"/>
                    </a:moveTo>
                    <a:cubicBezTo>
                      <a:pt x="70309" y="90037"/>
                      <a:pt x="79426" y="84965"/>
                      <a:pt x="89417" y="82943"/>
                    </a:cubicBezTo>
                    <a:cubicBezTo>
                      <a:pt x="103042" y="81696"/>
                      <a:pt x="98946" y="80895"/>
                      <a:pt x="97343" y="87485"/>
                    </a:cubicBezTo>
                    <a:cubicBezTo>
                      <a:pt x="95740" y="94075"/>
                      <a:pt x="92534" y="101289"/>
                      <a:pt x="90307" y="108502"/>
                    </a:cubicBezTo>
                    <a:cubicBezTo>
                      <a:pt x="88081" y="115716"/>
                      <a:pt x="86567" y="121504"/>
                      <a:pt x="82470" y="122128"/>
                    </a:cubicBezTo>
                    <a:cubicBezTo>
                      <a:pt x="77844" y="122777"/>
                      <a:pt x="73200" y="121073"/>
                      <a:pt x="70091" y="117586"/>
                    </a:cubicBezTo>
                    <a:cubicBezTo>
                      <a:pt x="66797" y="113845"/>
                      <a:pt x="60206" y="103515"/>
                      <a:pt x="63323" y="97459"/>
                    </a:cubicBezTo>
                    <a:moveTo>
                      <a:pt x="25564" y="59432"/>
                    </a:moveTo>
                    <a:cubicBezTo>
                      <a:pt x="24433" y="56357"/>
                      <a:pt x="24433" y="52979"/>
                      <a:pt x="25564" y="49903"/>
                    </a:cubicBezTo>
                    <a:cubicBezTo>
                      <a:pt x="27688" y="45208"/>
                      <a:pt x="31413" y="41420"/>
                      <a:pt x="36072" y="39216"/>
                    </a:cubicBezTo>
                    <a:cubicBezTo>
                      <a:pt x="40261" y="38017"/>
                      <a:pt x="44759" y="39458"/>
                      <a:pt x="47471" y="42868"/>
                    </a:cubicBezTo>
                    <a:cubicBezTo>
                      <a:pt x="50945" y="47410"/>
                      <a:pt x="53616" y="48657"/>
                      <a:pt x="53616" y="53644"/>
                    </a:cubicBezTo>
                    <a:cubicBezTo>
                      <a:pt x="53436" y="59621"/>
                      <a:pt x="54720" y="65552"/>
                      <a:pt x="57357" y="70921"/>
                    </a:cubicBezTo>
                    <a:cubicBezTo>
                      <a:pt x="59850" y="73860"/>
                      <a:pt x="57357" y="75641"/>
                      <a:pt x="65550" y="72613"/>
                    </a:cubicBezTo>
                    <a:cubicBezTo>
                      <a:pt x="76662" y="66078"/>
                      <a:pt x="89459" y="62979"/>
                      <a:pt x="102330" y="63707"/>
                    </a:cubicBezTo>
                    <a:cubicBezTo>
                      <a:pt x="107673" y="53822"/>
                      <a:pt x="115332" y="41443"/>
                      <a:pt x="116579" y="38593"/>
                    </a:cubicBezTo>
                    <a:cubicBezTo>
                      <a:pt x="117825" y="35743"/>
                      <a:pt x="119428" y="35655"/>
                      <a:pt x="122100" y="36456"/>
                    </a:cubicBezTo>
                    <a:cubicBezTo>
                      <a:pt x="124772" y="37258"/>
                      <a:pt x="129314" y="38950"/>
                      <a:pt x="129314" y="42067"/>
                    </a:cubicBezTo>
                    <a:cubicBezTo>
                      <a:pt x="129878" y="45111"/>
                      <a:pt x="129375" y="48256"/>
                      <a:pt x="127889" y="50972"/>
                    </a:cubicBezTo>
                    <a:cubicBezTo>
                      <a:pt x="125307" y="55136"/>
                      <a:pt x="123299" y="59629"/>
                      <a:pt x="121922" y="64331"/>
                    </a:cubicBezTo>
                    <a:cubicBezTo>
                      <a:pt x="121299" y="67626"/>
                      <a:pt x="125395" y="73236"/>
                      <a:pt x="126820" y="74394"/>
                    </a:cubicBezTo>
                    <a:cubicBezTo>
                      <a:pt x="128245" y="75551"/>
                      <a:pt x="128334" y="80806"/>
                      <a:pt x="126019" y="81696"/>
                    </a:cubicBezTo>
                    <a:cubicBezTo>
                      <a:pt x="123703" y="82587"/>
                      <a:pt x="117113" y="81073"/>
                      <a:pt x="115510" y="83121"/>
                    </a:cubicBezTo>
                    <a:cubicBezTo>
                      <a:pt x="113907" y="85170"/>
                      <a:pt x="105625" y="109126"/>
                      <a:pt x="104556" y="111797"/>
                    </a:cubicBezTo>
                    <a:cubicBezTo>
                      <a:pt x="103488" y="114469"/>
                      <a:pt x="102686" y="118387"/>
                      <a:pt x="104556" y="118565"/>
                    </a:cubicBezTo>
                    <a:cubicBezTo>
                      <a:pt x="108427" y="119150"/>
                      <a:pt x="112380" y="118876"/>
                      <a:pt x="116133" y="117764"/>
                    </a:cubicBezTo>
                    <a:cubicBezTo>
                      <a:pt x="119389" y="115429"/>
                      <a:pt x="122375" y="112741"/>
                      <a:pt x="125039" y="109749"/>
                    </a:cubicBezTo>
                    <a:cubicBezTo>
                      <a:pt x="126909" y="107433"/>
                      <a:pt x="133944" y="95500"/>
                      <a:pt x="138308" y="89889"/>
                    </a:cubicBezTo>
                    <a:cubicBezTo>
                      <a:pt x="142672" y="84279"/>
                      <a:pt x="149440" y="75017"/>
                      <a:pt x="152913" y="70119"/>
                    </a:cubicBezTo>
                    <a:cubicBezTo>
                      <a:pt x="157480" y="63000"/>
                      <a:pt x="161215" y="55380"/>
                      <a:pt x="164045" y="47410"/>
                    </a:cubicBezTo>
                    <a:cubicBezTo>
                      <a:pt x="165114" y="43313"/>
                      <a:pt x="166984" y="38504"/>
                      <a:pt x="163066" y="35031"/>
                    </a:cubicBezTo>
                    <a:cubicBezTo>
                      <a:pt x="159147" y="31558"/>
                      <a:pt x="154962" y="24077"/>
                      <a:pt x="146501" y="23276"/>
                    </a:cubicBezTo>
                    <a:cubicBezTo>
                      <a:pt x="135296" y="22643"/>
                      <a:pt x="124055" y="23060"/>
                      <a:pt x="112927" y="24523"/>
                    </a:cubicBezTo>
                    <a:cubicBezTo>
                      <a:pt x="103908" y="25574"/>
                      <a:pt x="95123" y="28101"/>
                      <a:pt x="86923" y="32003"/>
                    </a:cubicBezTo>
                    <a:cubicBezTo>
                      <a:pt x="82990" y="33502"/>
                      <a:pt x="79299" y="35573"/>
                      <a:pt x="75969" y="38148"/>
                    </a:cubicBezTo>
                    <a:cubicBezTo>
                      <a:pt x="73482" y="41029"/>
                      <a:pt x="69640" y="42355"/>
                      <a:pt x="65906" y="41621"/>
                    </a:cubicBezTo>
                    <a:cubicBezTo>
                      <a:pt x="60996" y="40024"/>
                      <a:pt x="56723" y="36904"/>
                      <a:pt x="53705" y="32716"/>
                    </a:cubicBezTo>
                    <a:cubicBezTo>
                      <a:pt x="50410" y="28352"/>
                      <a:pt x="47917" y="25057"/>
                      <a:pt x="49787" y="21762"/>
                    </a:cubicBezTo>
                    <a:cubicBezTo>
                      <a:pt x="51657" y="18467"/>
                      <a:pt x="50410" y="16864"/>
                      <a:pt x="62967" y="13569"/>
                    </a:cubicBezTo>
                    <a:cubicBezTo>
                      <a:pt x="80540" y="8189"/>
                      <a:pt x="98374" y="3701"/>
                      <a:pt x="116400" y="121"/>
                    </a:cubicBezTo>
                    <a:cubicBezTo>
                      <a:pt x="129197" y="-889"/>
                      <a:pt x="142064" y="-531"/>
                      <a:pt x="154783" y="1190"/>
                    </a:cubicBezTo>
                    <a:cubicBezTo>
                      <a:pt x="160515" y="2456"/>
                      <a:pt x="165916" y="4914"/>
                      <a:pt x="170635" y="8403"/>
                    </a:cubicBezTo>
                    <a:cubicBezTo>
                      <a:pt x="175177" y="11877"/>
                      <a:pt x="185330" y="19357"/>
                      <a:pt x="188447" y="21584"/>
                    </a:cubicBezTo>
                    <a:cubicBezTo>
                      <a:pt x="191564" y="23810"/>
                      <a:pt x="201983" y="29510"/>
                      <a:pt x="201983" y="39395"/>
                    </a:cubicBezTo>
                    <a:cubicBezTo>
                      <a:pt x="202902" y="47072"/>
                      <a:pt x="201342" y="54842"/>
                      <a:pt x="197530" y="61570"/>
                    </a:cubicBezTo>
                    <a:cubicBezTo>
                      <a:pt x="193790" y="65666"/>
                      <a:pt x="185775" y="74928"/>
                      <a:pt x="180788" y="80717"/>
                    </a:cubicBezTo>
                    <a:cubicBezTo>
                      <a:pt x="175801" y="86505"/>
                      <a:pt x="171882" y="93630"/>
                      <a:pt x="168053" y="98528"/>
                    </a:cubicBezTo>
                    <a:cubicBezTo>
                      <a:pt x="163471" y="103524"/>
                      <a:pt x="159188" y="108788"/>
                      <a:pt x="155229" y="114291"/>
                    </a:cubicBezTo>
                    <a:cubicBezTo>
                      <a:pt x="150478" y="119948"/>
                      <a:pt x="146302" y="126063"/>
                      <a:pt x="142761" y="132547"/>
                    </a:cubicBezTo>
                    <a:cubicBezTo>
                      <a:pt x="140268" y="138336"/>
                      <a:pt x="137774" y="147419"/>
                      <a:pt x="132876" y="147419"/>
                    </a:cubicBezTo>
                    <a:cubicBezTo>
                      <a:pt x="127978" y="147419"/>
                      <a:pt x="119161" y="138514"/>
                      <a:pt x="115065" y="137089"/>
                    </a:cubicBezTo>
                    <a:cubicBezTo>
                      <a:pt x="110544" y="134656"/>
                      <a:pt x="104962" y="135489"/>
                      <a:pt x="101350" y="139137"/>
                    </a:cubicBezTo>
                    <a:cubicBezTo>
                      <a:pt x="96808" y="144124"/>
                      <a:pt x="99302" y="165230"/>
                      <a:pt x="99302" y="165230"/>
                    </a:cubicBezTo>
                    <a:cubicBezTo>
                      <a:pt x="99302" y="165230"/>
                      <a:pt x="99302" y="168525"/>
                      <a:pt x="105090" y="168525"/>
                    </a:cubicBezTo>
                    <a:cubicBezTo>
                      <a:pt x="111976" y="168031"/>
                      <a:pt x="118785" y="166776"/>
                      <a:pt x="125395" y="164785"/>
                    </a:cubicBezTo>
                    <a:cubicBezTo>
                      <a:pt x="131955" y="162723"/>
                      <a:pt x="138898" y="162175"/>
                      <a:pt x="145700" y="163182"/>
                    </a:cubicBezTo>
                    <a:cubicBezTo>
                      <a:pt x="149440" y="164785"/>
                      <a:pt x="156030" y="170218"/>
                      <a:pt x="156030" y="174759"/>
                    </a:cubicBezTo>
                    <a:cubicBezTo>
                      <a:pt x="157254" y="179896"/>
                      <a:pt x="156217" y="185311"/>
                      <a:pt x="153181" y="189632"/>
                    </a:cubicBezTo>
                    <a:cubicBezTo>
                      <a:pt x="148461" y="196222"/>
                      <a:pt x="147570" y="198537"/>
                      <a:pt x="143295" y="201209"/>
                    </a:cubicBezTo>
                    <a:cubicBezTo>
                      <a:pt x="136468" y="203639"/>
                      <a:pt x="130156" y="207324"/>
                      <a:pt x="124683" y="212074"/>
                    </a:cubicBezTo>
                    <a:cubicBezTo>
                      <a:pt x="116668" y="219554"/>
                      <a:pt x="110078" y="219732"/>
                      <a:pt x="108653" y="226323"/>
                    </a:cubicBezTo>
                    <a:cubicBezTo>
                      <a:pt x="107228" y="232913"/>
                      <a:pt x="106961" y="233981"/>
                      <a:pt x="111948" y="233981"/>
                    </a:cubicBezTo>
                    <a:cubicBezTo>
                      <a:pt x="122287" y="233139"/>
                      <a:pt x="132691" y="233528"/>
                      <a:pt x="142939" y="235139"/>
                    </a:cubicBezTo>
                    <a:cubicBezTo>
                      <a:pt x="149361" y="237467"/>
                      <a:pt x="155048" y="241463"/>
                      <a:pt x="159415" y="246716"/>
                    </a:cubicBezTo>
                    <a:cubicBezTo>
                      <a:pt x="162264" y="252060"/>
                      <a:pt x="166895" y="255622"/>
                      <a:pt x="166628" y="260253"/>
                    </a:cubicBezTo>
                    <a:cubicBezTo>
                      <a:pt x="167078" y="264839"/>
                      <a:pt x="165913" y="269437"/>
                      <a:pt x="163333" y="273255"/>
                    </a:cubicBezTo>
                    <a:cubicBezTo>
                      <a:pt x="160038" y="277174"/>
                      <a:pt x="158613" y="282784"/>
                      <a:pt x="153626" y="283408"/>
                    </a:cubicBezTo>
                    <a:cubicBezTo>
                      <a:pt x="148639" y="284031"/>
                      <a:pt x="91287" y="290799"/>
                      <a:pt x="79621" y="292313"/>
                    </a:cubicBezTo>
                    <a:cubicBezTo>
                      <a:pt x="67954" y="293827"/>
                      <a:pt x="63323" y="294183"/>
                      <a:pt x="57713" y="290087"/>
                    </a:cubicBezTo>
                    <a:cubicBezTo>
                      <a:pt x="52102" y="285990"/>
                      <a:pt x="48273" y="286346"/>
                      <a:pt x="35894" y="257047"/>
                    </a:cubicBezTo>
                    <a:cubicBezTo>
                      <a:pt x="27790" y="242175"/>
                      <a:pt x="41059" y="231221"/>
                      <a:pt x="48629" y="226145"/>
                    </a:cubicBezTo>
                    <a:cubicBezTo>
                      <a:pt x="56199" y="221069"/>
                      <a:pt x="79621" y="202189"/>
                      <a:pt x="78552" y="199428"/>
                    </a:cubicBezTo>
                    <a:cubicBezTo>
                      <a:pt x="77483" y="196667"/>
                      <a:pt x="74812" y="196756"/>
                      <a:pt x="66173" y="199428"/>
                    </a:cubicBezTo>
                    <a:cubicBezTo>
                      <a:pt x="57535" y="202100"/>
                      <a:pt x="31709" y="217239"/>
                      <a:pt x="23248" y="219020"/>
                    </a:cubicBezTo>
                    <a:cubicBezTo>
                      <a:pt x="14649" y="220108"/>
                      <a:pt x="6080" y="216794"/>
                      <a:pt x="450" y="210204"/>
                    </a:cubicBezTo>
                    <a:cubicBezTo>
                      <a:pt x="-2133" y="205662"/>
                      <a:pt x="2231" y="201298"/>
                      <a:pt x="6595" y="200051"/>
                    </a:cubicBezTo>
                    <a:cubicBezTo>
                      <a:pt x="13742" y="197630"/>
                      <a:pt x="20757" y="194836"/>
                      <a:pt x="27612" y="191680"/>
                    </a:cubicBezTo>
                    <a:cubicBezTo>
                      <a:pt x="34647" y="188919"/>
                      <a:pt x="63234" y="174670"/>
                      <a:pt x="70092" y="174314"/>
                    </a:cubicBezTo>
                    <a:cubicBezTo>
                      <a:pt x="76949" y="173958"/>
                      <a:pt x="80867" y="171999"/>
                      <a:pt x="80689" y="169149"/>
                    </a:cubicBezTo>
                    <a:cubicBezTo>
                      <a:pt x="80511" y="166299"/>
                      <a:pt x="83539" y="143145"/>
                      <a:pt x="81669" y="141720"/>
                    </a:cubicBezTo>
                    <a:cubicBezTo>
                      <a:pt x="79799" y="140295"/>
                      <a:pt x="79442" y="140918"/>
                      <a:pt x="74900" y="142967"/>
                    </a:cubicBezTo>
                    <a:cubicBezTo>
                      <a:pt x="70359" y="145015"/>
                      <a:pt x="59405" y="149111"/>
                      <a:pt x="57802" y="147508"/>
                    </a:cubicBezTo>
                    <a:cubicBezTo>
                      <a:pt x="49356" y="142120"/>
                      <a:pt x="43569" y="133424"/>
                      <a:pt x="41861" y="123552"/>
                    </a:cubicBezTo>
                    <a:cubicBezTo>
                      <a:pt x="36072" y="104049"/>
                      <a:pt x="30640" y="97904"/>
                      <a:pt x="31530" y="83834"/>
                    </a:cubicBezTo>
                    <a:cubicBezTo>
                      <a:pt x="32064" y="75283"/>
                      <a:pt x="29983" y="66772"/>
                      <a:pt x="25563" y="59433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79" name="组合 78"/>
            <p:cNvGrpSpPr/>
            <p:nvPr/>
          </p:nvGrpSpPr>
          <p:grpSpPr>
            <a:xfrm>
              <a:off x="1442035" y="5934218"/>
              <a:ext cx="281030" cy="306223"/>
              <a:chOff x="1459851" y="5996894"/>
              <a:chExt cx="324450" cy="353535"/>
            </a:xfrm>
            <a:grpFill/>
          </p:grpSpPr>
          <p:sp>
            <p:nvSpPr>
              <p:cNvPr id="84" name="任意多边形: 形状 83"/>
              <p:cNvSpPr/>
              <p:nvPr/>
            </p:nvSpPr>
            <p:spPr>
              <a:xfrm>
                <a:off x="1631034" y="5996894"/>
                <a:ext cx="153267" cy="353535"/>
              </a:xfrm>
              <a:custGeom>
                <a:avLst/>
                <a:gdLst>
                  <a:gd name="connsiteX0" fmla="*/ 56495 w 153267"/>
                  <a:gd name="connsiteY0" fmla="*/ 162979 h 353535"/>
                  <a:gd name="connsiteX1" fmla="*/ 61482 w 153267"/>
                  <a:gd name="connsiteY1" fmla="*/ 154073 h 353535"/>
                  <a:gd name="connsiteX2" fmla="*/ 66024 w 153267"/>
                  <a:gd name="connsiteY2" fmla="*/ 158170 h 353535"/>
                  <a:gd name="connsiteX3" fmla="*/ 85438 w 153267"/>
                  <a:gd name="connsiteY3" fmla="*/ 179810 h 353535"/>
                  <a:gd name="connsiteX4" fmla="*/ 99064 w 153267"/>
                  <a:gd name="connsiteY4" fmla="*/ 185866 h 353535"/>
                  <a:gd name="connsiteX5" fmla="*/ 92474 w 153267"/>
                  <a:gd name="connsiteY5" fmla="*/ 199046 h 353535"/>
                  <a:gd name="connsiteX6" fmla="*/ 67271 w 153267"/>
                  <a:gd name="connsiteY6" fmla="*/ 214898 h 353535"/>
                  <a:gd name="connsiteX7" fmla="*/ 76978 w 153267"/>
                  <a:gd name="connsiteY7" fmla="*/ 221132 h 353535"/>
                  <a:gd name="connsiteX8" fmla="*/ 88644 w 153267"/>
                  <a:gd name="connsiteY8" fmla="*/ 218549 h 353535"/>
                  <a:gd name="connsiteX9" fmla="*/ 97550 w 153267"/>
                  <a:gd name="connsiteY9" fmla="*/ 218549 h 353535"/>
                  <a:gd name="connsiteX10" fmla="*/ 99954 w 153267"/>
                  <a:gd name="connsiteY10" fmla="*/ 228524 h 353535"/>
                  <a:gd name="connsiteX11" fmla="*/ 98529 w 153267"/>
                  <a:gd name="connsiteY11" fmla="*/ 277949 h 353535"/>
                  <a:gd name="connsiteX12" fmla="*/ 96392 w 153267"/>
                  <a:gd name="connsiteY12" fmla="*/ 301549 h 353535"/>
                  <a:gd name="connsiteX13" fmla="*/ 94255 w 153267"/>
                  <a:gd name="connsiteY13" fmla="*/ 310455 h 353535"/>
                  <a:gd name="connsiteX14" fmla="*/ 83924 w 153267"/>
                  <a:gd name="connsiteY14" fmla="*/ 305468 h 353535"/>
                  <a:gd name="connsiteX15" fmla="*/ 68607 w 153267"/>
                  <a:gd name="connsiteY15" fmla="*/ 286054 h 353535"/>
                  <a:gd name="connsiteX16" fmla="*/ 57297 w 153267"/>
                  <a:gd name="connsiteY16" fmla="*/ 273319 h 353535"/>
                  <a:gd name="connsiteX17" fmla="*/ 44116 w 153267"/>
                  <a:gd name="connsiteY17" fmla="*/ 223804 h 353535"/>
                  <a:gd name="connsiteX18" fmla="*/ 56228 w 153267"/>
                  <a:gd name="connsiteY18" fmla="*/ 162801 h 353535"/>
                  <a:gd name="connsiteX19" fmla="*/ 23277 w 153267"/>
                  <a:gd name="connsiteY19" fmla="*/ 25388 h 353535"/>
                  <a:gd name="connsiteX20" fmla="*/ 33340 w 153267"/>
                  <a:gd name="connsiteY20" fmla="*/ 18976 h 353535"/>
                  <a:gd name="connsiteX21" fmla="*/ 63531 w 153267"/>
                  <a:gd name="connsiteY21" fmla="*/ 3124 h 353535"/>
                  <a:gd name="connsiteX22" fmla="*/ 97728 w 153267"/>
                  <a:gd name="connsiteY22" fmla="*/ -438 h 353535"/>
                  <a:gd name="connsiteX23" fmla="*/ 131747 w 153267"/>
                  <a:gd name="connsiteY23" fmla="*/ 25388 h 353535"/>
                  <a:gd name="connsiteX24" fmla="*/ 128897 w 153267"/>
                  <a:gd name="connsiteY24" fmla="*/ 149353 h 353535"/>
                  <a:gd name="connsiteX25" fmla="*/ 151339 w 153267"/>
                  <a:gd name="connsiteY25" fmla="*/ 168322 h 353535"/>
                  <a:gd name="connsiteX26" fmla="*/ 152408 w 153267"/>
                  <a:gd name="connsiteY26" fmla="*/ 180701 h 353535"/>
                  <a:gd name="connsiteX27" fmla="*/ 152408 w 153267"/>
                  <a:gd name="connsiteY27" fmla="*/ 186044 h 353535"/>
                  <a:gd name="connsiteX28" fmla="*/ 127829 w 153267"/>
                  <a:gd name="connsiteY28" fmla="*/ 212761 h 353535"/>
                  <a:gd name="connsiteX29" fmla="*/ 127829 w 153267"/>
                  <a:gd name="connsiteY29" fmla="*/ 248383 h 353535"/>
                  <a:gd name="connsiteX30" fmla="*/ 127829 w 153267"/>
                  <a:gd name="connsiteY30" fmla="*/ 326218 h 353535"/>
                  <a:gd name="connsiteX31" fmla="*/ 120793 w 153267"/>
                  <a:gd name="connsiteY31" fmla="*/ 350263 h 353535"/>
                  <a:gd name="connsiteX32" fmla="*/ 107346 w 153267"/>
                  <a:gd name="connsiteY32" fmla="*/ 352133 h 353535"/>
                  <a:gd name="connsiteX33" fmla="*/ 83034 w 153267"/>
                  <a:gd name="connsiteY33" fmla="*/ 333609 h 353535"/>
                  <a:gd name="connsiteX34" fmla="*/ 61393 w 153267"/>
                  <a:gd name="connsiteY34" fmla="*/ 305735 h 353535"/>
                  <a:gd name="connsiteX35" fmla="*/ 47411 w 153267"/>
                  <a:gd name="connsiteY35" fmla="*/ 284629 h 353535"/>
                  <a:gd name="connsiteX36" fmla="*/ 36725 w 153267"/>
                  <a:gd name="connsiteY36" fmla="*/ 268688 h 353535"/>
                  <a:gd name="connsiteX37" fmla="*/ 31381 w 153267"/>
                  <a:gd name="connsiteY37" fmla="*/ 257022 h 353535"/>
                  <a:gd name="connsiteX38" fmla="*/ 26394 w 153267"/>
                  <a:gd name="connsiteY38" fmla="*/ 298432 h 353535"/>
                  <a:gd name="connsiteX39" fmla="*/ 18557 w 153267"/>
                  <a:gd name="connsiteY39" fmla="*/ 303420 h 353535"/>
                  <a:gd name="connsiteX40" fmla="*/ 8583 w 153267"/>
                  <a:gd name="connsiteY40" fmla="*/ 300570 h 353535"/>
                  <a:gd name="connsiteX41" fmla="*/ -323 w 153267"/>
                  <a:gd name="connsiteY41" fmla="*/ 291664 h 353535"/>
                  <a:gd name="connsiteX42" fmla="*/ 5466 w 153267"/>
                  <a:gd name="connsiteY42" fmla="*/ 252301 h 353535"/>
                  <a:gd name="connsiteX43" fmla="*/ 18735 w 153267"/>
                  <a:gd name="connsiteY43" fmla="*/ 202698 h 353535"/>
                  <a:gd name="connsiteX44" fmla="*/ 36547 w 153267"/>
                  <a:gd name="connsiteY44" fmla="*/ 106250 h 353535"/>
                  <a:gd name="connsiteX45" fmla="*/ 58098 w 153267"/>
                  <a:gd name="connsiteY45" fmla="*/ 39993 h 353535"/>
                  <a:gd name="connsiteX46" fmla="*/ 67004 w 153267"/>
                  <a:gd name="connsiteY46" fmla="*/ 32067 h 353535"/>
                  <a:gd name="connsiteX47" fmla="*/ 75108 w 153267"/>
                  <a:gd name="connsiteY47" fmla="*/ 40171 h 353535"/>
                  <a:gd name="connsiteX48" fmla="*/ 72792 w 153267"/>
                  <a:gd name="connsiteY48" fmla="*/ 53975 h 353535"/>
                  <a:gd name="connsiteX49" fmla="*/ 65223 w 153267"/>
                  <a:gd name="connsiteY49" fmla="*/ 78910 h 353535"/>
                  <a:gd name="connsiteX50" fmla="*/ 58187 w 153267"/>
                  <a:gd name="connsiteY50" fmla="*/ 111148 h 353535"/>
                  <a:gd name="connsiteX51" fmla="*/ 68874 w 153267"/>
                  <a:gd name="connsiteY51" fmla="*/ 105004 h 353535"/>
                  <a:gd name="connsiteX52" fmla="*/ 81342 w 153267"/>
                  <a:gd name="connsiteY52" fmla="*/ 98324 h 353535"/>
                  <a:gd name="connsiteX53" fmla="*/ 91316 w 153267"/>
                  <a:gd name="connsiteY53" fmla="*/ 92536 h 353535"/>
                  <a:gd name="connsiteX54" fmla="*/ 99598 w 153267"/>
                  <a:gd name="connsiteY54" fmla="*/ 90487 h 353535"/>
                  <a:gd name="connsiteX55" fmla="*/ 100399 w 153267"/>
                  <a:gd name="connsiteY55" fmla="*/ 39102 h 353535"/>
                  <a:gd name="connsiteX56" fmla="*/ 90425 w 153267"/>
                  <a:gd name="connsiteY56" fmla="*/ 20044 h 353535"/>
                  <a:gd name="connsiteX57" fmla="*/ 65223 w 153267"/>
                  <a:gd name="connsiteY57" fmla="*/ 24675 h 353535"/>
                  <a:gd name="connsiteX58" fmla="*/ 40732 w 153267"/>
                  <a:gd name="connsiteY58" fmla="*/ 40794 h 353535"/>
                  <a:gd name="connsiteX59" fmla="*/ 23545 w 153267"/>
                  <a:gd name="connsiteY59" fmla="*/ 25566 h 35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</a:cxnLst>
                <a:rect l="l" t="t" r="r" b="b"/>
                <a:pathLst>
                  <a:path w="153267" h="353535">
                    <a:moveTo>
                      <a:pt x="56495" y="162979"/>
                    </a:moveTo>
                    <a:cubicBezTo>
                      <a:pt x="56495" y="162979"/>
                      <a:pt x="57742" y="155498"/>
                      <a:pt x="61482" y="154073"/>
                    </a:cubicBezTo>
                    <a:cubicBezTo>
                      <a:pt x="65223" y="152648"/>
                      <a:pt x="65401" y="152381"/>
                      <a:pt x="66024" y="158170"/>
                    </a:cubicBezTo>
                    <a:cubicBezTo>
                      <a:pt x="66648" y="163958"/>
                      <a:pt x="76800" y="179454"/>
                      <a:pt x="85438" y="179810"/>
                    </a:cubicBezTo>
                    <a:cubicBezTo>
                      <a:pt x="94077" y="180167"/>
                      <a:pt x="99064" y="182571"/>
                      <a:pt x="99064" y="185866"/>
                    </a:cubicBezTo>
                    <a:cubicBezTo>
                      <a:pt x="99064" y="189161"/>
                      <a:pt x="103160" y="191387"/>
                      <a:pt x="92474" y="199046"/>
                    </a:cubicBezTo>
                    <a:cubicBezTo>
                      <a:pt x="81787" y="206705"/>
                      <a:pt x="68696" y="211158"/>
                      <a:pt x="67271" y="214898"/>
                    </a:cubicBezTo>
                    <a:cubicBezTo>
                      <a:pt x="65846" y="218639"/>
                      <a:pt x="68696" y="222379"/>
                      <a:pt x="76978" y="221132"/>
                    </a:cubicBezTo>
                    <a:cubicBezTo>
                      <a:pt x="85260" y="219885"/>
                      <a:pt x="86507" y="219974"/>
                      <a:pt x="88644" y="218549"/>
                    </a:cubicBezTo>
                    <a:cubicBezTo>
                      <a:pt x="90782" y="217125"/>
                      <a:pt x="96659" y="216590"/>
                      <a:pt x="97550" y="218549"/>
                    </a:cubicBezTo>
                    <a:cubicBezTo>
                      <a:pt x="99353" y="221550"/>
                      <a:pt x="100193" y="225031"/>
                      <a:pt x="99954" y="228524"/>
                    </a:cubicBezTo>
                    <a:cubicBezTo>
                      <a:pt x="99954" y="232175"/>
                      <a:pt x="99331" y="271716"/>
                      <a:pt x="98529" y="277949"/>
                    </a:cubicBezTo>
                    <a:cubicBezTo>
                      <a:pt x="97728" y="284183"/>
                      <a:pt x="97639" y="297453"/>
                      <a:pt x="96392" y="301549"/>
                    </a:cubicBezTo>
                    <a:cubicBezTo>
                      <a:pt x="95145" y="305646"/>
                      <a:pt x="96926" y="309297"/>
                      <a:pt x="94255" y="310455"/>
                    </a:cubicBezTo>
                    <a:cubicBezTo>
                      <a:pt x="91583" y="311613"/>
                      <a:pt x="88021" y="311256"/>
                      <a:pt x="83924" y="305468"/>
                    </a:cubicBezTo>
                    <a:cubicBezTo>
                      <a:pt x="79242" y="298674"/>
                      <a:pt x="74125" y="292189"/>
                      <a:pt x="68607" y="286054"/>
                    </a:cubicBezTo>
                    <a:cubicBezTo>
                      <a:pt x="64552" y="282070"/>
                      <a:pt x="60774" y="277815"/>
                      <a:pt x="57297" y="273319"/>
                    </a:cubicBezTo>
                    <a:cubicBezTo>
                      <a:pt x="47295" y="258842"/>
                      <a:pt x="42636" y="241338"/>
                      <a:pt x="44116" y="223804"/>
                    </a:cubicBezTo>
                    <a:cubicBezTo>
                      <a:pt x="44690" y="202933"/>
                      <a:pt x="48785" y="182308"/>
                      <a:pt x="56228" y="162801"/>
                    </a:cubicBezTo>
                    <a:moveTo>
                      <a:pt x="23277" y="25388"/>
                    </a:moveTo>
                    <a:lnTo>
                      <a:pt x="33340" y="18976"/>
                    </a:lnTo>
                    <a:cubicBezTo>
                      <a:pt x="42993" y="12944"/>
                      <a:pt x="53085" y="7646"/>
                      <a:pt x="63531" y="3124"/>
                    </a:cubicBezTo>
                    <a:cubicBezTo>
                      <a:pt x="74787" y="828"/>
                      <a:pt x="86240" y="-365"/>
                      <a:pt x="97728" y="-438"/>
                    </a:cubicBezTo>
                    <a:cubicBezTo>
                      <a:pt x="105119" y="7"/>
                      <a:pt x="127205" y="5350"/>
                      <a:pt x="131747" y="25388"/>
                    </a:cubicBezTo>
                    <a:cubicBezTo>
                      <a:pt x="132371" y="49967"/>
                      <a:pt x="122307" y="142674"/>
                      <a:pt x="128897" y="149353"/>
                    </a:cubicBezTo>
                    <a:cubicBezTo>
                      <a:pt x="135487" y="156032"/>
                      <a:pt x="148579" y="164315"/>
                      <a:pt x="151339" y="168322"/>
                    </a:cubicBezTo>
                    <a:cubicBezTo>
                      <a:pt x="153017" y="172226"/>
                      <a:pt x="153391" y="176567"/>
                      <a:pt x="152408" y="180701"/>
                    </a:cubicBezTo>
                    <a:cubicBezTo>
                      <a:pt x="152955" y="182440"/>
                      <a:pt x="152955" y="184305"/>
                      <a:pt x="152408" y="186044"/>
                    </a:cubicBezTo>
                    <a:cubicBezTo>
                      <a:pt x="151607" y="189339"/>
                      <a:pt x="152408" y="196731"/>
                      <a:pt x="127829" y="212761"/>
                    </a:cubicBezTo>
                    <a:cubicBezTo>
                      <a:pt x="127829" y="228257"/>
                      <a:pt x="127829" y="242862"/>
                      <a:pt x="127829" y="248383"/>
                    </a:cubicBezTo>
                    <a:cubicBezTo>
                      <a:pt x="127829" y="253905"/>
                      <a:pt x="129877" y="319628"/>
                      <a:pt x="127829" y="326218"/>
                    </a:cubicBezTo>
                    <a:cubicBezTo>
                      <a:pt x="125780" y="332808"/>
                      <a:pt x="126226" y="346879"/>
                      <a:pt x="120793" y="350263"/>
                    </a:cubicBezTo>
                    <a:cubicBezTo>
                      <a:pt x="116949" y="353200"/>
                      <a:pt x="111846" y="353910"/>
                      <a:pt x="107346" y="352133"/>
                    </a:cubicBezTo>
                    <a:cubicBezTo>
                      <a:pt x="102270" y="350708"/>
                      <a:pt x="95412" y="348838"/>
                      <a:pt x="83034" y="333609"/>
                    </a:cubicBezTo>
                    <a:cubicBezTo>
                      <a:pt x="70655" y="318381"/>
                      <a:pt x="64243" y="309921"/>
                      <a:pt x="61393" y="305735"/>
                    </a:cubicBezTo>
                    <a:cubicBezTo>
                      <a:pt x="57088" y="298470"/>
                      <a:pt x="52422" y="291426"/>
                      <a:pt x="47411" y="284629"/>
                    </a:cubicBezTo>
                    <a:cubicBezTo>
                      <a:pt x="45007" y="278840"/>
                      <a:pt x="39218" y="274031"/>
                      <a:pt x="36725" y="268688"/>
                    </a:cubicBezTo>
                    <a:cubicBezTo>
                      <a:pt x="34231" y="263344"/>
                      <a:pt x="34677" y="254973"/>
                      <a:pt x="31381" y="257022"/>
                    </a:cubicBezTo>
                    <a:cubicBezTo>
                      <a:pt x="28086" y="259070"/>
                      <a:pt x="24791" y="286855"/>
                      <a:pt x="26394" y="298432"/>
                    </a:cubicBezTo>
                    <a:cubicBezTo>
                      <a:pt x="24924" y="301433"/>
                      <a:pt x="21898" y="303359"/>
                      <a:pt x="18557" y="303420"/>
                    </a:cubicBezTo>
                    <a:cubicBezTo>
                      <a:pt x="15618" y="303420"/>
                      <a:pt x="11522" y="300570"/>
                      <a:pt x="8583" y="300570"/>
                    </a:cubicBezTo>
                    <a:cubicBezTo>
                      <a:pt x="5644" y="300570"/>
                      <a:pt x="746" y="303420"/>
                      <a:pt x="-323" y="291664"/>
                    </a:cubicBezTo>
                    <a:cubicBezTo>
                      <a:pt x="173" y="278372"/>
                      <a:pt x="2114" y="265174"/>
                      <a:pt x="5466" y="252301"/>
                    </a:cubicBezTo>
                    <a:cubicBezTo>
                      <a:pt x="7069" y="243396"/>
                      <a:pt x="17043" y="212583"/>
                      <a:pt x="18735" y="202698"/>
                    </a:cubicBezTo>
                    <a:cubicBezTo>
                      <a:pt x="20428" y="192812"/>
                      <a:pt x="31560" y="127713"/>
                      <a:pt x="36547" y="106250"/>
                    </a:cubicBezTo>
                    <a:cubicBezTo>
                      <a:pt x="42320" y="83730"/>
                      <a:pt x="49518" y="61600"/>
                      <a:pt x="58098" y="39993"/>
                    </a:cubicBezTo>
                    <a:cubicBezTo>
                      <a:pt x="61838" y="32958"/>
                      <a:pt x="60948" y="27970"/>
                      <a:pt x="67004" y="32067"/>
                    </a:cubicBezTo>
                    <a:cubicBezTo>
                      <a:pt x="73060" y="36163"/>
                      <a:pt x="75108" y="38123"/>
                      <a:pt x="75108" y="40171"/>
                    </a:cubicBezTo>
                    <a:cubicBezTo>
                      <a:pt x="75298" y="44883"/>
                      <a:pt x="74510" y="49583"/>
                      <a:pt x="72792" y="53975"/>
                    </a:cubicBezTo>
                    <a:cubicBezTo>
                      <a:pt x="70299" y="59763"/>
                      <a:pt x="66826" y="73923"/>
                      <a:pt x="65223" y="78910"/>
                    </a:cubicBezTo>
                    <a:cubicBezTo>
                      <a:pt x="63620" y="83897"/>
                      <a:pt x="55248" y="108299"/>
                      <a:pt x="58187" y="111148"/>
                    </a:cubicBezTo>
                    <a:cubicBezTo>
                      <a:pt x="61126" y="113998"/>
                      <a:pt x="66024" y="107408"/>
                      <a:pt x="68874" y="105004"/>
                    </a:cubicBezTo>
                    <a:cubicBezTo>
                      <a:pt x="72458" y="101843"/>
                      <a:pt x="76725" y="99557"/>
                      <a:pt x="81342" y="98324"/>
                    </a:cubicBezTo>
                    <a:cubicBezTo>
                      <a:pt x="85082" y="97879"/>
                      <a:pt x="88377" y="92536"/>
                      <a:pt x="91316" y="92536"/>
                    </a:cubicBezTo>
                    <a:cubicBezTo>
                      <a:pt x="94255" y="92536"/>
                      <a:pt x="98975" y="93159"/>
                      <a:pt x="99598" y="90487"/>
                    </a:cubicBezTo>
                    <a:cubicBezTo>
                      <a:pt x="100819" y="73387"/>
                      <a:pt x="101087" y="56232"/>
                      <a:pt x="100399" y="39102"/>
                    </a:cubicBezTo>
                    <a:cubicBezTo>
                      <a:pt x="99153" y="34204"/>
                      <a:pt x="96214" y="20044"/>
                      <a:pt x="90425" y="20044"/>
                    </a:cubicBezTo>
                    <a:cubicBezTo>
                      <a:pt x="81741" y="18501"/>
                      <a:pt x="72791" y="20145"/>
                      <a:pt x="65223" y="24675"/>
                    </a:cubicBezTo>
                    <a:cubicBezTo>
                      <a:pt x="49014" y="32067"/>
                      <a:pt x="53556" y="37855"/>
                      <a:pt x="40732" y="40794"/>
                    </a:cubicBezTo>
                    <a:cubicBezTo>
                      <a:pt x="27908" y="43733"/>
                      <a:pt x="19270" y="37499"/>
                      <a:pt x="23545" y="2556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5" name="任意多边形: 形状 84"/>
              <p:cNvSpPr/>
              <p:nvPr/>
            </p:nvSpPr>
            <p:spPr>
              <a:xfrm>
                <a:off x="1459851" y="6022750"/>
                <a:ext cx="169846" cy="296483"/>
              </a:xfrm>
              <a:custGeom>
                <a:avLst/>
                <a:gdLst>
                  <a:gd name="connsiteX0" fmla="*/ 94717 w 169846"/>
                  <a:gd name="connsiteY0" fmla="*/ 132135 h 296483"/>
                  <a:gd name="connsiteX1" fmla="*/ 99437 w 169846"/>
                  <a:gd name="connsiteY1" fmla="*/ 128840 h 296483"/>
                  <a:gd name="connsiteX2" fmla="*/ 113063 w 169846"/>
                  <a:gd name="connsiteY2" fmla="*/ 133738 h 296483"/>
                  <a:gd name="connsiteX3" fmla="*/ 121256 w 169846"/>
                  <a:gd name="connsiteY3" fmla="*/ 134985 h 296483"/>
                  <a:gd name="connsiteX4" fmla="*/ 122146 w 169846"/>
                  <a:gd name="connsiteY4" fmla="*/ 147185 h 296483"/>
                  <a:gd name="connsiteX5" fmla="*/ 120276 w 169846"/>
                  <a:gd name="connsiteY5" fmla="*/ 163483 h 296483"/>
                  <a:gd name="connsiteX6" fmla="*/ 92402 w 169846"/>
                  <a:gd name="connsiteY6" fmla="*/ 185747 h 296483"/>
                  <a:gd name="connsiteX7" fmla="*/ 85990 w 169846"/>
                  <a:gd name="connsiteY7" fmla="*/ 184054 h 296483"/>
                  <a:gd name="connsiteX8" fmla="*/ 94895 w 169846"/>
                  <a:gd name="connsiteY8" fmla="*/ 132135 h 296483"/>
                  <a:gd name="connsiteX9" fmla="*/ 59986 w 169846"/>
                  <a:gd name="connsiteY9" fmla="*/ 15116 h 296483"/>
                  <a:gd name="connsiteX10" fmla="*/ 66220 w 169846"/>
                  <a:gd name="connsiteY10" fmla="*/ 11643 h 296483"/>
                  <a:gd name="connsiteX11" fmla="*/ 91511 w 169846"/>
                  <a:gd name="connsiteY11" fmla="*/ 8526 h 296483"/>
                  <a:gd name="connsiteX12" fmla="*/ 113419 w 169846"/>
                  <a:gd name="connsiteY12" fmla="*/ 511 h 296483"/>
                  <a:gd name="connsiteX13" fmla="*/ 140136 w 169846"/>
                  <a:gd name="connsiteY13" fmla="*/ 1757 h 296483"/>
                  <a:gd name="connsiteX14" fmla="*/ 167387 w 169846"/>
                  <a:gd name="connsiteY14" fmla="*/ 28474 h 296483"/>
                  <a:gd name="connsiteX15" fmla="*/ 163468 w 169846"/>
                  <a:gd name="connsiteY15" fmla="*/ 65165 h 296483"/>
                  <a:gd name="connsiteX16" fmla="*/ 162578 w 169846"/>
                  <a:gd name="connsiteY16" fmla="*/ 146740 h 296483"/>
                  <a:gd name="connsiteX17" fmla="*/ 169524 w 169846"/>
                  <a:gd name="connsiteY17" fmla="*/ 143712 h 296483"/>
                  <a:gd name="connsiteX18" fmla="*/ 167476 w 169846"/>
                  <a:gd name="connsiteY18" fmla="*/ 152173 h 296483"/>
                  <a:gd name="connsiteX19" fmla="*/ 168901 w 169846"/>
                  <a:gd name="connsiteY19" fmla="*/ 162147 h 296483"/>
                  <a:gd name="connsiteX20" fmla="*/ 168901 w 169846"/>
                  <a:gd name="connsiteY20" fmla="*/ 177375 h 296483"/>
                  <a:gd name="connsiteX21" fmla="*/ 157323 w 169846"/>
                  <a:gd name="connsiteY21" fmla="*/ 196789 h 296483"/>
                  <a:gd name="connsiteX22" fmla="*/ 152514 w 169846"/>
                  <a:gd name="connsiteY22" fmla="*/ 278008 h 296483"/>
                  <a:gd name="connsiteX23" fmla="*/ 145924 w 169846"/>
                  <a:gd name="connsiteY23" fmla="*/ 295374 h 296483"/>
                  <a:gd name="connsiteX24" fmla="*/ 128915 w 169846"/>
                  <a:gd name="connsiteY24" fmla="*/ 292880 h 296483"/>
                  <a:gd name="connsiteX25" fmla="*/ 111103 w 169846"/>
                  <a:gd name="connsiteY25" fmla="*/ 270527 h 296483"/>
                  <a:gd name="connsiteX26" fmla="*/ 111905 w 169846"/>
                  <a:gd name="connsiteY26" fmla="*/ 255210 h 296483"/>
                  <a:gd name="connsiteX27" fmla="*/ 114220 w 169846"/>
                  <a:gd name="connsiteY27" fmla="*/ 227870 h 296483"/>
                  <a:gd name="connsiteX28" fmla="*/ 105315 w 169846"/>
                  <a:gd name="connsiteY28" fmla="*/ 233302 h 296483"/>
                  <a:gd name="connsiteX29" fmla="*/ 86346 w 169846"/>
                  <a:gd name="connsiteY29" fmla="*/ 248709 h 296483"/>
                  <a:gd name="connsiteX30" fmla="*/ 60164 w 169846"/>
                  <a:gd name="connsiteY30" fmla="*/ 268568 h 296483"/>
                  <a:gd name="connsiteX31" fmla="*/ 42352 w 169846"/>
                  <a:gd name="connsiteY31" fmla="*/ 280502 h 296483"/>
                  <a:gd name="connsiteX32" fmla="*/ 30241 w 169846"/>
                  <a:gd name="connsiteY32" fmla="*/ 278810 h 296483"/>
                  <a:gd name="connsiteX33" fmla="*/ 7532 w 169846"/>
                  <a:gd name="connsiteY33" fmla="*/ 256991 h 296483"/>
                  <a:gd name="connsiteX34" fmla="*/ 1921 w 169846"/>
                  <a:gd name="connsiteY34" fmla="*/ 245414 h 296483"/>
                  <a:gd name="connsiteX35" fmla="*/ -305 w 169846"/>
                  <a:gd name="connsiteY35" fmla="*/ 235351 h 296483"/>
                  <a:gd name="connsiteX36" fmla="*/ 2990 w 169846"/>
                  <a:gd name="connsiteY36" fmla="*/ 230809 h 296483"/>
                  <a:gd name="connsiteX37" fmla="*/ 14122 w 169846"/>
                  <a:gd name="connsiteY37" fmla="*/ 238200 h 296483"/>
                  <a:gd name="connsiteX38" fmla="*/ 48586 w 169846"/>
                  <a:gd name="connsiteY38" fmla="*/ 217628 h 296483"/>
                  <a:gd name="connsiteX39" fmla="*/ 47785 w 169846"/>
                  <a:gd name="connsiteY39" fmla="*/ 210326 h 296483"/>
                  <a:gd name="connsiteX40" fmla="*/ 23205 w 169846"/>
                  <a:gd name="connsiteY40" fmla="*/ 192515 h 296483"/>
                  <a:gd name="connsiteX41" fmla="*/ 25254 w 169846"/>
                  <a:gd name="connsiteY41" fmla="*/ 170518 h 296483"/>
                  <a:gd name="connsiteX42" fmla="*/ 31488 w 169846"/>
                  <a:gd name="connsiteY42" fmla="*/ 155111 h 296483"/>
                  <a:gd name="connsiteX43" fmla="*/ 45024 w 169846"/>
                  <a:gd name="connsiteY43" fmla="*/ 103726 h 296483"/>
                  <a:gd name="connsiteX44" fmla="*/ 53930 w 169846"/>
                  <a:gd name="connsiteY44" fmla="*/ 71488 h 296483"/>
                  <a:gd name="connsiteX45" fmla="*/ 62835 w 169846"/>
                  <a:gd name="connsiteY45" fmla="*/ 49046 h 296483"/>
                  <a:gd name="connsiteX46" fmla="*/ 92224 w 169846"/>
                  <a:gd name="connsiteY46" fmla="*/ 52430 h 296483"/>
                  <a:gd name="connsiteX47" fmla="*/ 107363 w 169846"/>
                  <a:gd name="connsiteY47" fmla="*/ 72290 h 296483"/>
                  <a:gd name="connsiteX48" fmla="*/ 105760 w 169846"/>
                  <a:gd name="connsiteY48" fmla="*/ 98472 h 296483"/>
                  <a:gd name="connsiteX49" fmla="*/ 124729 w 169846"/>
                  <a:gd name="connsiteY49" fmla="*/ 116283 h 296483"/>
                  <a:gd name="connsiteX50" fmla="*/ 126332 w 169846"/>
                  <a:gd name="connsiteY50" fmla="*/ 113344 h 296483"/>
                  <a:gd name="connsiteX51" fmla="*/ 125530 w 169846"/>
                  <a:gd name="connsiteY51" fmla="*/ 51718 h 296483"/>
                  <a:gd name="connsiteX52" fmla="*/ 120633 w 169846"/>
                  <a:gd name="connsiteY52" fmla="*/ 34975 h 296483"/>
                  <a:gd name="connsiteX53" fmla="*/ 109055 w 169846"/>
                  <a:gd name="connsiteY53" fmla="*/ 40586 h 296483"/>
                  <a:gd name="connsiteX54" fmla="*/ 91957 w 169846"/>
                  <a:gd name="connsiteY54" fmla="*/ 39695 h 296483"/>
                  <a:gd name="connsiteX55" fmla="*/ 68980 w 169846"/>
                  <a:gd name="connsiteY55" fmla="*/ 29988 h 296483"/>
                  <a:gd name="connsiteX56" fmla="*/ 59807 w 169846"/>
                  <a:gd name="connsiteY56" fmla="*/ 15116 h 29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</a:cxnLst>
                <a:rect l="l" t="t" r="r" b="b"/>
                <a:pathLst>
                  <a:path w="169846" h="296483">
                    <a:moveTo>
                      <a:pt x="94717" y="132135"/>
                    </a:moveTo>
                    <a:cubicBezTo>
                      <a:pt x="94717" y="132135"/>
                      <a:pt x="95964" y="127593"/>
                      <a:pt x="99437" y="128840"/>
                    </a:cubicBezTo>
                    <a:cubicBezTo>
                      <a:pt x="102910" y="130087"/>
                      <a:pt x="110747" y="132758"/>
                      <a:pt x="113063" y="133738"/>
                    </a:cubicBezTo>
                    <a:cubicBezTo>
                      <a:pt x="115706" y="134604"/>
                      <a:pt x="118475" y="135026"/>
                      <a:pt x="121256" y="134985"/>
                    </a:cubicBezTo>
                    <a:cubicBezTo>
                      <a:pt x="122503" y="134985"/>
                      <a:pt x="122325" y="143890"/>
                      <a:pt x="122146" y="147185"/>
                    </a:cubicBezTo>
                    <a:cubicBezTo>
                      <a:pt x="121968" y="150481"/>
                      <a:pt x="120276" y="161613"/>
                      <a:pt x="120276" y="163483"/>
                    </a:cubicBezTo>
                    <a:cubicBezTo>
                      <a:pt x="111816" y="171888"/>
                      <a:pt x="102470" y="179353"/>
                      <a:pt x="92402" y="185747"/>
                    </a:cubicBezTo>
                    <a:cubicBezTo>
                      <a:pt x="89285" y="186726"/>
                      <a:pt x="85634" y="186548"/>
                      <a:pt x="85990" y="184054"/>
                    </a:cubicBezTo>
                    <a:cubicBezTo>
                      <a:pt x="86346" y="181561"/>
                      <a:pt x="88038" y="137300"/>
                      <a:pt x="94895" y="132135"/>
                    </a:cubicBezTo>
                    <a:moveTo>
                      <a:pt x="59986" y="15116"/>
                    </a:moveTo>
                    <a:cubicBezTo>
                      <a:pt x="61186" y="12819"/>
                      <a:pt x="63635" y="11454"/>
                      <a:pt x="66220" y="11643"/>
                    </a:cubicBezTo>
                    <a:cubicBezTo>
                      <a:pt x="74761" y="11939"/>
                      <a:pt x="83297" y="10888"/>
                      <a:pt x="91511" y="8526"/>
                    </a:cubicBezTo>
                    <a:cubicBezTo>
                      <a:pt x="98615" y="5339"/>
                      <a:pt x="105936" y="2661"/>
                      <a:pt x="113419" y="511"/>
                    </a:cubicBezTo>
                    <a:cubicBezTo>
                      <a:pt x="122305" y="-1089"/>
                      <a:pt x="131437" y="-662"/>
                      <a:pt x="140136" y="1757"/>
                    </a:cubicBezTo>
                    <a:cubicBezTo>
                      <a:pt x="153964" y="3986"/>
                      <a:pt x="164885" y="14692"/>
                      <a:pt x="167387" y="28474"/>
                    </a:cubicBezTo>
                    <a:cubicBezTo>
                      <a:pt x="170504" y="46285"/>
                      <a:pt x="165071" y="51450"/>
                      <a:pt x="163468" y="65165"/>
                    </a:cubicBezTo>
                    <a:cubicBezTo>
                      <a:pt x="161556" y="92315"/>
                      <a:pt x="161258" y="119555"/>
                      <a:pt x="162578" y="146740"/>
                    </a:cubicBezTo>
                    <a:cubicBezTo>
                      <a:pt x="164715" y="149145"/>
                      <a:pt x="169524" y="143712"/>
                      <a:pt x="169524" y="143712"/>
                    </a:cubicBezTo>
                    <a:cubicBezTo>
                      <a:pt x="168359" y="146393"/>
                      <a:pt x="167666" y="149255"/>
                      <a:pt x="167476" y="152173"/>
                    </a:cubicBezTo>
                    <a:cubicBezTo>
                      <a:pt x="166833" y="155563"/>
                      <a:pt x="167334" y="159072"/>
                      <a:pt x="168901" y="162147"/>
                    </a:cubicBezTo>
                    <a:cubicBezTo>
                      <a:pt x="168277" y="167223"/>
                      <a:pt x="169702" y="174703"/>
                      <a:pt x="168901" y="177375"/>
                    </a:cubicBezTo>
                    <a:cubicBezTo>
                      <a:pt x="168099" y="180047"/>
                      <a:pt x="158392" y="188685"/>
                      <a:pt x="157323" y="196789"/>
                    </a:cubicBezTo>
                    <a:cubicBezTo>
                      <a:pt x="156255" y="204893"/>
                      <a:pt x="152514" y="278008"/>
                      <a:pt x="152514" y="278008"/>
                    </a:cubicBezTo>
                    <a:cubicBezTo>
                      <a:pt x="152514" y="278008"/>
                      <a:pt x="152514" y="294127"/>
                      <a:pt x="145924" y="295374"/>
                    </a:cubicBezTo>
                    <a:cubicBezTo>
                      <a:pt x="140147" y="296814"/>
                      <a:pt x="134035" y="295918"/>
                      <a:pt x="128915" y="292880"/>
                    </a:cubicBezTo>
                    <a:cubicBezTo>
                      <a:pt x="125174" y="289942"/>
                      <a:pt x="111549" y="279611"/>
                      <a:pt x="111103" y="270527"/>
                    </a:cubicBezTo>
                    <a:cubicBezTo>
                      <a:pt x="110023" y="265440"/>
                      <a:pt x="110299" y="260157"/>
                      <a:pt x="111905" y="255210"/>
                    </a:cubicBezTo>
                    <a:cubicBezTo>
                      <a:pt x="114085" y="246271"/>
                      <a:pt x="114866" y="237048"/>
                      <a:pt x="114220" y="227870"/>
                    </a:cubicBezTo>
                    <a:cubicBezTo>
                      <a:pt x="112528" y="226890"/>
                      <a:pt x="108610" y="228939"/>
                      <a:pt x="105315" y="233302"/>
                    </a:cubicBezTo>
                    <a:cubicBezTo>
                      <a:pt x="99638" y="239185"/>
                      <a:pt x="93268" y="244359"/>
                      <a:pt x="86346" y="248709"/>
                    </a:cubicBezTo>
                    <a:cubicBezTo>
                      <a:pt x="79132" y="253429"/>
                      <a:pt x="66130" y="264383"/>
                      <a:pt x="60164" y="268568"/>
                    </a:cubicBezTo>
                    <a:cubicBezTo>
                      <a:pt x="54197" y="272754"/>
                      <a:pt x="48319" y="279255"/>
                      <a:pt x="42352" y="280502"/>
                    </a:cubicBezTo>
                    <a:cubicBezTo>
                      <a:pt x="36386" y="281749"/>
                      <a:pt x="34337" y="281927"/>
                      <a:pt x="30241" y="278810"/>
                    </a:cubicBezTo>
                    <a:cubicBezTo>
                      <a:pt x="22236" y="272004"/>
                      <a:pt x="14652" y="264718"/>
                      <a:pt x="7532" y="256991"/>
                    </a:cubicBezTo>
                    <a:cubicBezTo>
                      <a:pt x="4358" y="253912"/>
                      <a:pt x="2371" y="249813"/>
                      <a:pt x="1921" y="245414"/>
                    </a:cubicBezTo>
                    <a:cubicBezTo>
                      <a:pt x="2366" y="243187"/>
                      <a:pt x="-573" y="238022"/>
                      <a:pt x="-305" y="235351"/>
                    </a:cubicBezTo>
                    <a:cubicBezTo>
                      <a:pt x="-38" y="232679"/>
                      <a:pt x="1298" y="229562"/>
                      <a:pt x="2990" y="230809"/>
                    </a:cubicBezTo>
                    <a:cubicBezTo>
                      <a:pt x="4682" y="232055"/>
                      <a:pt x="11450" y="239714"/>
                      <a:pt x="14122" y="238200"/>
                    </a:cubicBezTo>
                    <a:cubicBezTo>
                      <a:pt x="16793" y="236686"/>
                      <a:pt x="47161" y="222972"/>
                      <a:pt x="48586" y="217628"/>
                    </a:cubicBezTo>
                    <a:cubicBezTo>
                      <a:pt x="50011" y="212285"/>
                      <a:pt x="49388" y="210593"/>
                      <a:pt x="47785" y="210326"/>
                    </a:cubicBezTo>
                    <a:cubicBezTo>
                      <a:pt x="46182" y="210059"/>
                      <a:pt x="42352" y="210326"/>
                      <a:pt x="23205" y="192515"/>
                    </a:cubicBezTo>
                    <a:cubicBezTo>
                      <a:pt x="20808" y="185215"/>
                      <a:pt x="21550" y="177249"/>
                      <a:pt x="25254" y="170518"/>
                    </a:cubicBezTo>
                    <a:cubicBezTo>
                      <a:pt x="27666" y="165524"/>
                      <a:pt x="29748" y="160377"/>
                      <a:pt x="31488" y="155111"/>
                    </a:cubicBezTo>
                    <a:cubicBezTo>
                      <a:pt x="31488" y="153241"/>
                      <a:pt x="43777" y="111207"/>
                      <a:pt x="45024" y="103726"/>
                    </a:cubicBezTo>
                    <a:cubicBezTo>
                      <a:pt x="46271" y="96245"/>
                      <a:pt x="51614" y="79325"/>
                      <a:pt x="53930" y="71488"/>
                    </a:cubicBezTo>
                    <a:cubicBezTo>
                      <a:pt x="56245" y="63651"/>
                      <a:pt x="55622" y="49046"/>
                      <a:pt x="62835" y="49046"/>
                    </a:cubicBezTo>
                    <a:cubicBezTo>
                      <a:pt x="70049" y="49046"/>
                      <a:pt x="83585" y="46998"/>
                      <a:pt x="92224" y="52430"/>
                    </a:cubicBezTo>
                    <a:cubicBezTo>
                      <a:pt x="100244" y="56139"/>
                      <a:pt x="105911" y="63574"/>
                      <a:pt x="107363" y="72290"/>
                    </a:cubicBezTo>
                    <a:cubicBezTo>
                      <a:pt x="108432" y="81195"/>
                      <a:pt x="103267" y="95177"/>
                      <a:pt x="105760" y="98472"/>
                    </a:cubicBezTo>
                    <a:cubicBezTo>
                      <a:pt x="108254" y="101767"/>
                      <a:pt x="122681" y="113522"/>
                      <a:pt x="124729" y="116283"/>
                    </a:cubicBezTo>
                    <a:cubicBezTo>
                      <a:pt x="126777" y="119044"/>
                      <a:pt x="125976" y="116283"/>
                      <a:pt x="126332" y="113344"/>
                    </a:cubicBezTo>
                    <a:cubicBezTo>
                      <a:pt x="126688" y="110406"/>
                      <a:pt x="125709" y="57061"/>
                      <a:pt x="125530" y="51718"/>
                    </a:cubicBezTo>
                    <a:cubicBezTo>
                      <a:pt x="125352" y="46374"/>
                      <a:pt x="123304" y="34530"/>
                      <a:pt x="120633" y="34975"/>
                    </a:cubicBezTo>
                    <a:cubicBezTo>
                      <a:pt x="116598" y="36460"/>
                      <a:pt x="112720" y="38339"/>
                      <a:pt x="109055" y="40586"/>
                    </a:cubicBezTo>
                    <a:cubicBezTo>
                      <a:pt x="103418" y="42221"/>
                      <a:pt x="97394" y="41907"/>
                      <a:pt x="91957" y="39695"/>
                    </a:cubicBezTo>
                    <a:cubicBezTo>
                      <a:pt x="83747" y="37960"/>
                      <a:pt x="75947" y="34665"/>
                      <a:pt x="68980" y="29988"/>
                    </a:cubicBezTo>
                    <a:cubicBezTo>
                      <a:pt x="62924" y="25713"/>
                      <a:pt x="58561" y="20904"/>
                      <a:pt x="59807" y="15116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80" name="组合 79"/>
            <p:cNvGrpSpPr/>
            <p:nvPr/>
          </p:nvGrpSpPr>
          <p:grpSpPr>
            <a:xfrm>
              <a:off x="650975" y="5882279"/>
              <a:ext cx="322203" cy="410101"/>
              <a:chOff x="650975" y="5882279"/>
              <a:chExt cx="371984" cy="473462"/>
            </a:xfrm>
            <a:grpFill/>
          </p:grpSpPr>
          <p:sp>
            <p:nvSpPr>
              <p:cNvPr id="81" name="任意多边形: 形状 80"/>
              <p:cNvSpPr/>
              <p:nvPr/>
            </p:nvSpPr>
            <p:spPr>
              <a:xfrm>
                <a:off x="650975" y="5915544"/>
                <a:ext cx="160776" cy="414061"/>
              </a:xfrm>
              <a:custGeom>
                <a:avLst/>
                <a:gdLst>
                  <a:gd name="connsiteX0" fmla="*/ 76176 w 160776"/>
                  <a:gd name="connsiteY0" fmla="*/ 119205 h 414061"/>
                  <a:gd name="connsiteX1" fmla="*/ 58365 w 160776"/>
                  <a:gd name="connsiteY1" fmla="*/ 66662 h 414061"/>
                  <a:gd name="connsiteX2" fmla="*/ 106188 w 160776"/>
                  <a:gd name="connsiteY2" fmla="*/ 7886 h 414061"/>
                  <a:gd name="connsiteX3" fmla="*/ 158642 w 160776"/>
                  <a:gd name="connsiteY3" fmla="*/ 27389 h 414061"/>
                  <a:gd name="connsiteX4" fmla="*/ 136289 w 160776"/>
                  <a:gd name="connsiteY4" fmla="*/ 36739 h 414061"/>
                  <a:gd name="connsiteX5" fmla="*/ 106366 w 160776"/>
                  <a:gd name="connsiteY5" fmla="*/ 82514 h 414061"/>
                  <a:gd name="connsiteX6" fmla="*/ 136022 w 160776"/>
                  <a:gd name="connsiteY6" fmla="*/ 114663 h 414061"/>
                  <a:gd name="connsiteX7" fmla="*/ 129432 w 160776"/>
                  <a:gd name="connsiteY7" fmla="*/ 185106 h 414061"/>
                  <a:gd name="connsiteX8" fmla="*/ 92473 w 160776"/>
                  <a:gd name="connsiteY8" fmla="*/ 243438 h 414061"/>
                  <a:gd name="connsiteX9" fmla="*/ 92473 w 160776"/>
                  <a:gd name="connsiteY9" fmla="*/ 301858 h 414061"/>
                  <a:gd name="connsiteX10" fmla="*/ 79828 w 160776"/>
                  <a:gd name="connsiteY10" fmla="*/ 384769 h 414061"/>
                  <a:gd name="connsiteX11" fmla="*/ 73238 w 160776"/>
                  <a:gd name="connsiteY11" fmla="*/ 413623 h 414061"/>
                  <a:gd name="connsiteX12" fmla="*/ 55426 w 160776"/>
                  <a:gd name="connsiteY12" fmla="*/ 410952 h 414061"/>
                  <a:gd name="connsiteX13" fmla="*/ 41445 w 160776"/>
                  <a:gd name="connsiteY13" fmla="*/ 391181 h 414061"/>
                  <a:gd name="connsiteX14" fmla="*/ 49014 w 160776"/>
                  <a:gd name="connsiteY14" fmla="*/ 347366 h 414061"/>
                  <a:gd name="connsiteX15" fmla="*/ 56940 w 160776"/>
                  <a:gd name="connsiteY15" fmla="*/ 309962 h 414061"/>
                  <a:gd name="connsiteX16" fmla="*/ 40376 w 160776"/>
                  <a:gd name="connsiteY16" fmla="*/ 319402 h 414061"/>
                  <a:gd name="connsiteX17" fmla="*/ 15084 w 160776"/>
                  <a:gd name="connsiteY17" fmla="*/ 302749 h 414061"/>
                  <a:gd name="connsiteX18" fmla="*/ 2616 w 160776"/>
                  <a:gd name="connsiteY18" fmla="*/ 282889 h 414061"/>
                  <a:gd name="connsiteX19" fmla="*/ -323 w 160776"/>
                  <a:gd name="connsiteY19" fmla="*/ 263030 h 414061"/>
                  <a:gd name="connsiteX20" fmla="*/ 23099 w 160776"/>
                  <a:gd name="connsiteY20" fmla="*/ 225983 h 414061"/>
                  <a:gd name="connsiteX21" fmla="*/ 66291 w 160776"/>
                  <a:gd name="connsiteY21" fmla="*/ 152779 h 414061"/>
                  <a:gd name="connsiteX22" fmla="*/ 76800 w 160776"/>
                  <a:gd name="connsiteY22" fmla="*/ 119205 h 41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60776" h="414061">
                    <a:moveTo>
                      <a:pt x="76176" y="119205"/>
                    </a:moveTo>
                    <a:cubicBezTo>
                      <a:pt x="57386" y="97297"/>
                      <a:pt x="50974" y="81980"/>
                      <a:pt x="58365" y="66662"/>
                    </a:cubicBezTo>
                    <a:cubicBezTo>
                      <a:pt x="69323" y="43494"/>
                      <a:pt x="85732" y="23326"/>
                      <a:pt x="106188" y="7886"/>
                    </a:cubicBezTo>
                    <a:cubicBezTo>
                      <a:pt x="136111" y="-13933"/>
                      <a:pt x="168527" y="12338"/>
                      <a:pt x="158642" y="27389"/>
                    </a:cubicBezTo>
                    <a:cubicBezTo>
                      <a:pt x="153031" y="33444"/>
                      <a:pt x="143324" y="32109"/>
                      <a:pt x="136289" y="36739"/>
                    </a:cubicBezTo>
                    <a:cubicBezTo>
                      <a:pt x="122129" y="46090"/>
                      <a:pt x="104229" y="69512"/>
                      <a:pt x="106366" y="82514"/>
                    </a:cubicBezTo>
                    <a:cubicBezTo>
                      <a:pt x="110374" y="90707"/>
                      <a:pt x="124712" y="100325"/>
                      <a:pt x="136022" y="114663"/>
                    </a:cubicBezTo>
                    <a:cubicBezTo>
                      <a:pt x="151339" y="133810"/>
                      <a:pt x="157929" y="160616"/>
                      <a:pt x="129432" y="185106"/>
                    </a:cubicBezTo>
                    <a:cubicBezTo>
                      <a:pt x="109661" y="225538"/>
                      <a:pt x="90069" y="237471"/>
                      <a:pt x="92473" y="243438"/>
                    </a:cubicBezTo>
                    <a:cubicBezTo>
                      <a:pt x="111799" y="253857"/>
                      <a:pt x="97550" y="275320"/>
                      <a:pt x="92473" y="301858"/>
                    </a:cubicBezTo>
                    <a:cubicBezTo>
                      <a:pt x="85705" y="335967"/>
                      <a:pt x="79828" y="384591"/>
                      <a:pt x="79828" y="384769"/>
                    </a:cubicBezTo>
                    <a:cubicBezTo>
                      <a:pt x="78581" y="398573"/>
                      <a:pt x="78937" y="410506"/>
                      <a:pt x="73238" y="413623"/>
                    </a:cubicBezTo>
                    <a:cubicBezTo>
                      <a:pt x="67004" y="412109"/>
                      <a:pt x="62640" y="412732"/>
                      <a:pt x="55426" y="410952"/>
                    </a:cubicBezTo>
                    <a:cubicBezTo>
                      <a:pt x="49460" y="405786"/>
                      <a:pt x="49460" y="401512"/>
                      <a:pt x="41445" y="391181"/>
                    </a:cubicBezTo>
                    <a:cubicBezTo>
                      <a:pt x="45096" y="370876"/>
                      <a:pt x="48124" y="357162"/>
                      <a:pt x="49014" y="347366"/>
                    </a:cubicBezTo>
                    <a:cubicBezTo>
                      <a:pt x="50617" y="329555"/>
                      <a:pt x="57920" y="308894"/>
                      <a:pt x="56940" y="309962"/>
                    </a:cubicBezTo>
                    <a:cubicBezTo>
                      <a:pt x="51580" y="313384"/>
                      <a:pt x="46052" y="316535"/>
                      <a:pt x="40376" y="319402"/>
                    </a:cubicBezTo>
                    <a:cubicBezTo>
                      <a:pt x="33340" y="319402"/>
                      <a:pt x="22565" y="310497"/>
                      <a:pt x="15084" y="302749"/>
                    </a:cubicBezTo>
                    <a:cubicBezTo>
                      <a:pt x="11433" y="295624"/>
                      <a:pt x="3952" y="292240"/>
                      <a:pt x="2616" y="282889"/>
                    </a:cubicBezTo>
                    <a:cubicBezTo>
                      <a:pt x="568" y="275409"/>
                      <a:pt x="1904" y="270867"/>
                      <a:pt x="-323" y="263030"/>
                    </a:cubicBezTo>
                    <a:cubicBezTo>
                      <a:pt x="7781" y="249316"/>
                      <a:pt x="17489" y="235690"/>
                      <a:pt x="23099" y="225983"/>
                    </a:cubicBezTo>
                    <a:cubicBezTo>
                      <a:pt x="32005" y="209508"/>
                      <a:pt x="67093" y="162308"/>
                      <a:pt x="66291" y="152779"/>
                    </a:cubicBezTo>
                    <a:cubicBezTo>
                      <a:pt x="68518" y="142003"/>
                      <a:pt x="76800" y="128022"/>
                      <a:pt x="76800" y="119205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2" name="任意多边形: 形状 81"/>
              <p:cNvSpPr/>
              <p:nvPr/>
            </p:nvSpPr>
            <p:spPr>
              <a:xfrm>
                <a:off x="754099" y="6231199"/>
                <a:ext cx="44150" cy="124542"/>
              </a:xfrm>
              <a:custGeom>
                <a:avLst/>
                <a:gdLst>
                  <a:gd name="connsiteX0" fmla="*/ 28979 w 44150"/>
                  <a:gd name="connsiteY0" fmla="*/ -438 h 124542"/>
                  <a:gd name="connsiteX1" fmla="*/ 43763 w 44150"/>
                  <a:gd name="connsiteY1" fmla="*/ 16749 h 124542"/>
                  <a:gd name="connsiteX2" fmla="*/ 34323 w 44150"/>
                  <a:gd name="connsiteY2" fmla="*/ 66888 h 124542"/>
                  <a:gd name="connsiteX3" fmla="*/ 26397 w 44150"/>
                  <a:gd name="connsiteY3" fmla="*/ 121835 h 124542"/>
                  <a:gd name="connsiteX4" fmla="*/ 15087 w 44150"/>
                  <a:gd name="connsiteY4" fmla="*/ 118451 h 124542"/>
                  <a:gd name="connsiteX5" fmla="*/ 125 w 44150"/>
                  <a:gd name="connsiteY5" fmla="*/ 112306 h 124542"/>
                  <a:gd name="connsiteX6" fmla="*/ 8497 w 44150"/>
                  <a:gd name="connsiteY6" fmla="*/ 64127 h 124542"/>
                  <a:gd name="connsiteX7" fmla="*/ 28979 w 44150"/>
                  <a:gd name="connsiteY7" fmla="*/ -438 h 124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150" h="124542">
                    <a:moveTo>
                      <a:pt x="28979" y="-438"/>
                    </a:moveTo>
                    <a:cubicBezTo>
                      <a:pt x="41714" y="11317"/>
                      <a:pt x="44297" y="7755"/>
                      <a:pt x="43763" y="16749"/>
                    </a:cubicBezTo>
                    <a:cubicBezTo>
                      <a:pt x="39738" y="33285"/>
                      <a:pt x="36587" y="50021"/>
                      <a:pt x="34323" y="66888"/>
                    </a:cubicBezTo>
                    <a:cubicBezTo>
                      <a:pt x="30493" y="82829"/>
                      <a:pt x="28089" y="111950"/>
                      <a:pt x="26397" y="121835"/>
                    </a:cubicBezTo>
                    <a:cubicBezTo>
                      <a:pt x="19450" y="126733"/>
                      <a:pt x="21944" y="122815"/>
                      <a:pt x="15087" y="118451"/>
                    </a:cubicBezTo>
                    <a:cubicBezTo>
                      <a:pt x="8229" y="114087"/>
                      <a:pt x="2797" y="114889"/>
                      <a:pt x="125" y="112306"/>
                    </a:cubicBezTo>
                    <a:cubicBezTo>
                      <a:pt x="-2279" y="100016"/>
                      <a:pt x="5647" y="83986"/>
                      <a:pt x="8497" y="64127"/>
                    </a:cubicBezTo>
                    <a:cubicBezTo>
                      <a:pt x="11346" y="44267"/>
                      <a:pt x="21588" y="5528"/>
                      <a:pt x="28979" y="-438"/>
                    </a:cubicBezTo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83" name="任意多边形: 形状 82"/>
              <p:cNvSpPr/>
              <p:nvPr/>
            </p:nvSpPr>
            <p:spPr>
              <a:xfrm>
                <a:off x="758183" y="5882279"/>
                <a:ext cx="264776" cy="446792"/>
              </a:xfrm>
              <a:custGeom>
                <a:avLst/>
                <a:gdLst>
                  <a:gd name="connsiteX0" fmla="*/ 128467 w 264776"/>
                  <a:gd name="connsiteY0" fmla="*/ 209555 h 446792"/>
                  <a:gd name="connsiteX1" fmla="*/ 129713 w 264776"/>
                  <a:gd name="connsiteY1" fmla="*/ 204835 h 446792"/>
                  <a:gd name="connsiteX2" fmla="*/ 164713 w 264776"/>
                  <a:gd name="connsiteY2" fmla="*/ 204835 h 446792"/>
                  <a:gd name="connsiteX3" fmla="*/ 172549 w 264776"/>
                  <a:gd name="connsiteY3" fmla="*/ 213741 h 446792"/>
                  <a:gd name="connsiteX4" fmla="*/ 130693 w 264776"/>
                  <a:gd name="connsiteY4" fmla="*/ 257022 h 446792"/>
                  <a:gd name="connsiteX5" fmla="*/ 124281 w 264776"/>
                  <a:gd name="connsiteY5" fmla="*/ 254795 h 446792"/>
                  <a:gd name="connsiteX6" fmla="*/ 129446 w 264776"/>
                  <a:gd name="connsiteY6" fmla="*/ 229415 h 446792"/>
                  <a:gd name="connsiteX7" fmla="*/ 128467 w 264776"/>
                  <a:gd name="connsiteY7" fmla="*/ 209555 h 446792"/>
                  <a:gd name="connsiteX8" fmla="*/ 89015 w 264776"/>
                  <a:gd name="connsiteY8" fmla="*/ 231285 h 446792"/>
                  <a:gd name="connsiteX9" fmla="*/ 87768 w 264776"/>
                  <a:gd name="connsiteY9" fmla="*/ 224605 h 446792"/>
                  <a:gd name="connsiteX10" fmla="*/ 113149 w 264776"/>
                  <a:gd name="connsiteY10" fmla="*/ 209377 h 446792"/>
                  <a:gd name="connsiteX11" fmla="*/ 117335 w 264776"/>
                  <a:gd name="connsiteY11" fmla="*/ 212227 h 446792"/>
                  <a:gd name="connsiteX12" fmla="*/ 115643 w 264776"/>
                  <a:gd name="connsiteY12" fmla="*/ 233333 h 446792"/>
                  <a:gd name="connsiteX13" fmla="*/ 92310 w 264776"/>
                  <a:gd name="connsiteY13" fmla="*/ 266105 h 446792"/>
                  <a:gd name="connsiteX14" fmla="*/ 89015 w 264776"/>
                  <a:gd name="connsiteY14" fmla="*/ 231107 h 446792"/>
                  <a:gd name="connsiteX15" fmla="*/ 54194 w 264776"/>
                  <a:gd name="connsiteY15" fmla="*/ 243574 h 446792"/>
                  <a:gd name="connsiteX16" fmla="*/ 61853 w 264776"/>
                  <a:gd name="connsiteY16" fmla="*/ 240547 h 446792"/>
                  <a:gd name="connsiteX17" fmla="*/ 74232 w 264776"/>
                  <a:gd name="connsiteY17" fmla="*/ 233333 h 446792"/>
                  <a:gd name="connsiteX18" fmla="*/ 77527 w 264776"/>
                  <a:gd name="connsiteY18" fmla="*/ 237430 h 446792"/>
                  <a:gd name="connsiteX19" fmla="*/ 81178 w 264776"/>
                  <a:gd name="connsiteY19" fmla="*/ 268332 h 446792"/>
                  <a:gd name="connsiteX20" fmla="*/ 78328 w 264776"/>
                  <a:gd name="connsiteY20" fmla="*/ 272072 h 446792"/>
                  <a:gd name="connsiteX21" fmla="*/ 67553 w 264776"/>
                  <a:gd name="connsiteY21" fmla="*/ 273497 h 446792"/>
                  <a:gd name="connsiteX22" fmla="*/ 56242 w 264776"/>
                  <a:gd name="connsiteY22" fmla="*/ 255686 h 446792"/>
                  <a:gd name="connsiteX23" fmla="*/ 54194 w 264776"/>
                  <a:gd name="connsiteY23" fmla="*/ 243396 h 446792"/>
                  <a:gd name="connsiteX24" fmla="*/ 38609 w 264776"/>
                  <a:gd name="connsiteY24" fmla="*/ 127802 h 446792"/>
                  <a:gd name="connsiteX25" fmla="*/ 59003 w 264776"/>
                  <a:gd name="connsiteY25" fmla="*/ 150422 h 446792"/>
                  <a:gd name="connsiteX26" fmla="*/ 84918 w 264776"/>
                  <a:gd name="connsiteY26" fmla="*/ 149175 h 446792"/>
                  <a:gd name="connsiteX27" fmla="*/ 69244 w 264776"/>
                  <a:gd name="connsiteY27" fmla="*/ 186045 h 446792"/>
                  <a:gd name="connsiteX28" fmla="*/ 75746 w 264776"/>
                  <a:gd name="connsiteY28" fmla="*/ 199670 h 446792"/>
                  <a:gd name="connsiteX29" fmla="*/ 50009 w 264776"/>
                  <a:gd name="connsiteY29" fmla="*/ 217481 h 446792"/>
                  <a:gd name="connsiteX30" fmla="*/ 29170 w 264776"/>
                  <a:gd name="connsiteY30" fmla="*/ 210980 h 446792"/>
                  <a:gd name="connsiteX31" fmla="*/ 40123 w 264776"/>
                  <a:gd name="connsiteY31" fmla="*/ 269400 h 446792"/>
                  <a:gd name="connsiteX32" fmla="*/ 23648 w 264776"/>
                  <a:gd name="connsiteY32" fmla="*/ 280354 h 446792"/>
                  <a:gd name="connsiteX33" fmla="*/ 3699 w 264776"/>
                  <a:gd name="connsiteY33" fmla="*/ 274833 h 446792"/>
                  <a:gd name="connsiteX34" fmla="*/ 850 w 264776"/>
                  <a:gd name="connsiteY34" fmla="*/ 299145 h 446792"/>
                  <a:gd name="connsiteX35" fmla="*/ 98811 w 264776"/>
                  <a:gd name="connsiteY35" fmla="*/ 312325 h 446792"/>
                  <a:gd name="connsiteX36" fmla="*/ 145654 w 264776"/>
                  <a:gd name="connsiteY36" fmla="*/ 366827 h 446792"/>
                  <a:gd name="connsiteX37" fmla="*/ 167028 w 264776"/>
                  <a:gd name="connsiteY37" fmla="*/ 406813 h 446792"/>
                  <a:gd name="connsiteX38" fmla="*/ 67285 w 264776"/>
                  <a:gd name="connsiteY38" fmla="*/ 354092 h 446792"/>
                  <a:gd name="connsiteX39" fmla="*/ 46090 w 264776"/>
                  <a:gd name="connsiteY39" fmla="*/ 358011 h 446792"/>
                  <a:gd name="connsiteX40" fmla="*/ 212090 w 264776"/>
                  <a:gd name="connsiteY40" fmla="*/ 446354 h 446792"/>
                  <a:gd name="connsiteX41" fmla="*/ 221530 w 264776"/>
                  <a:gd name="connsiteY41" fmla="*/ 430324 h 446792"/>
                  <a:gd name="connsiteX42" fmla="*/ 201938 w 264776"/>
                  <a:gd name="connsiteY42" fmla="*/ 393455 h 446792"/>
                  <a:gd name="connsiteX43" fmla="*/ 172015 w 264776"/>
                  <a:gd name="connsiteY43" fmla="*/ 357833 h 446792"/>
                  <a:gd name="connsiteX44" fmla="*/ 210042 w 264776"/>
                  <a:gd name="connsiteY44" fmla="*/ 346701 h 446792"/>
                  <a:gd name="connsiteX45" fmla="*/ 256796 w 264776"/>
                  <a:gd name="connsiteY45" fmla="*/ 354271 h 446792"/>
                  <a:gd name="connsiteX46" fmla="*/ 264010 w 264776"/>
                  <a:gd name="connsiteY46" fmla="*/ 333521 h 446792"/>
                  <a:gd name="connsiteX47" fmla="*/ 253590 w 264776"/>
                  <a:gd name="connsiteY47" fmla="*/ 321943 h 446792"/>
                  <a:gd name="connsiteX48" fmla="*/ 203897 w 264776"/>
                  <a:gd name="connsiteY48" fmla="*/ 318025 h 446792"/>
                  <a:gd name="connsiteX49" fmla="*/ 134879 w 264776"/>
                  <a:gd name="connsiteY49" fmla="*/ 340111 h 446792"/>
                  <a:gd name="connsiteX50" fmla="*/ 149929 w 264776"/>
                  <a:gd name="connsiteY50" fmla="*/ 303064 h 446792"/>
                  <a:gd name="connsiteX51" fmla="*/ 212981 w 264776"/>
                  <a:gd name="connsiteY51" fmla="*/ 293446 h 446792"/>
                  <a:gd name="connsiteX52" fmla="*/ 205650 w 264776"/>
                  <a:gd name="connsiteY52" fmla="*/ 257537 h 446792"/>
                  <a:gd name="connsiteX53" fmla="*/ 189915 w 264776"/>
                  <a:gd name="connsiteY53" fmla="*/ 253281 h 446792"/>
                  <a:gd name="connsiteX54" fmla="*/ 208261 w 264776"/>
                  <a:gd name="connsiteY54" fmla="*/ 237519 h 446792"/>
                  <a:gd name="connsiteX55" fmla="*/ 199801 w 264776"/>
                  <a:gd name="connsiteY55" fmla="*/ 192991 h 446792"/>
                  <a:gd name="connsiteX56" fmla="*/ 101839 w 264776"/>
                  <a:gd name="connsiteY56" fmla="*/ 186312 h 446792"/>
                  <a:gd name="connsiteX57" fmla="*/ 121431 w 264776"/>
                  <a:gd name="connsiteY57" fmla="*/ 143030 h 446792"/>
                  <a:gd name="connsiteX58" fmla="*/ 168275 w 264776"/>
                  <a:gd name="connsiteY58" fmla="*/ 134125 h 446792"/>
                  <a:gd name="connsiteX59" fmla="*/ 192765 w 264776"/>
                  <a:gd name="connsiteY59" fmla="*/ 100996 h 446792"/>
                  <a:gd name="connsiteX60" fmla="*/ 167651 w 264776"/>
                  <a:gd name="connsiteY60" fmla="*/ 106429 h 446792"/>
                  <a:gd name="connsiteX61" fmla="*/ 124370 w 264776"/>
                  <a:gd name="connsiteY61" fmla="*/ 115334 h 446792"/>
                  <a:gd name="connsiteX62" fmla="*/ 140489 w 264776"/>
                  <a:gd name="connsiteY62" fmla="*/ 57092 h 446792"/>
                  <a:gd name="connsiteX63" fmla="*/ 161774 w 264776"/>
                  <a:gd name="connsiteY63" fmla="*/ 23607 h 446792"/>
                  <a:gd name="connsiteX64" fmla="*/ 142715 w 264776"/>
                  <a:gd name="connsiteY64" fmla="*/ -438 h 446792"/>
                  <a:gd name="connsiteX65" fmla="*/ 113772 w 264776"/>
                  <a:gd name="connsiteY65" fmla="*/ 61901 h 446792"/>
                  <a:gd name="connsiteX66" fmla="*/ 92488 w 264776"/>
                  <a:gd name="connsiteY66" fmla="*/ 123082 h 446792"/>
                  <a:gd name="connsiteX67" fmla="*/ 58736 w 264776"/>
                  <a:gd name="connsiteY67" fmla="*/ 130919 h 446792"/>
                  <a:gd name="connsiteX68" fmla="*/ 38609 w 264776"/>
                  <a:gd name="connsiteY68" fmla="*/ 127980 h 446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264776" h="446792">
                    <a:moveTo>
                      <a:pt x="128467" y="209555"/>
                    </a:moveTo>
                    <a:cubicBezTo>
                      <a:pt x="128467" y="209555"/>
                      <a:pt x="126151" y="205013"/>
                      <a:pt x="129713" y="204835"/>
                    </a:cubicBezTo>
                    <a:cubicBezTo>
                      <a:pt x="133276" y="204657"/>
                      <a:pt x="160794" y="204212"/>
                      <a:pt x="164713" y="204835"/>
                    </a:cubicBezTo>
                    <a:cubicBezTo>
                      <a:pt x="168631" y="205459"/>
                      <a:pt x="175043" y="207952"/>
                      <a:pt x="172549" y="213741"/>
                    </a:cubicBezTo>
                    <a:cubicBezTo>
                      <a:pt x="170056" y="219529"/>
                      <a:pt x="164713" y="231552"/>
                      <a:pt x="130693" y="257022"/>
                    </a:cubicBezTo>
                    <a:cubicBezTo>
                      <a:pt x="121788" y="259693"/>
                      <a:pt x="123925" y="255953"/>
                      <a:pt x="124281" y="254795"/>
                    </a:cubicBezTo>
                    <a:cubicBezTo>
                      <a:pt x="124637" y="253638"/>
                      <a:pt x="128645" y="233511"/>
                      <a:pt x="129446" y="229415"/>
                    </a:cubicBezTo>
                    <a:cubicBezTo>
                      <a:pt x="130248" y="225318"/>
                      <a:pt x="131495" y="208932"/>
                      <a:pt x="128467" y="209555"/>
                    </a:cubicBezTo>
                    <a:moveTo>
                      <a:pt x="89015" y="231285"/>
                    </a:moveTo>
                    <a:cubicBezTo>
                      <a:pt x="89015" y="231285"/>
                      <a:pt x="84918" y="226476"/>
                      <a:pt x="87768" y="224605"/>
                    </a:cubicBezTo>
                    <a:cubicBezTo>
                      <a:pt x="95905" y="219009"/>
                      <a:pt x="104382" y="213923"/>
                      <a:pt x="113149" y="209377"/>
                    </a:cubicBezTo>
                    <a:cubicBezTo>
                      <a:pt x="114841" y="209822"/>
                      <a:pt x="117513" y="208308"/>
                      <a:pt x="117335" y="212227"/>
                    </a:cubicBezTo>
                    <a:cubicBezTo>
                      <a:pt x="117305" y="219295"/>
                      <a:pt x="116739" y="226350"/>
                      <a:pt x="115643" y="233333"/>
                    </a:cubicBezTo>
                    <a:cubicBezTo>
                      <a:pt x="114218" y="238231"/>
                      <a:pt x="108429" y="266105"/>
                      <a:pt x="92310" y="266105"/>
                    </a:cubicBezTo>
                    <a:cubicBezTo>
                      <a:pt x="90084" y="254795"/>
                      <a:pt x="91687" y="231463"/>
                      <a:pt x="89015" y="231107"/>
                    </a:cubicBezTo>
                    <a:close/>
                    <a:moveTo>
                      <a:pt x="54194" y="243574"/>
                    </a:moveTo>
                    <a:cubicBezTo>
                      <a:pt x="56874" y="242921"/>
                      <a:pt x="59451" y="241902"/>
                      <a:pt x="61853" y="240547"/>
                    </a:cubicBezTo>
                    <a:cubicBezTo>
                      <a:pt x="65683" y="237665"/>
                      <a:pt x="69837" y="235244"/>
                      <a:pt x="74232" y="233333"/>
                    </a:cubicBezTo>
                    <a:cubicBezTo>
                      <a:pt x="76903" y="233333"/>
                      <a:pt x="77260" y="232086"/>
                      <a:pt x="77527" y="237430"/>
                    </a:cubicBezTo>
                    <a:cubicBezTo>
                      <a:pt x="77794" y="242773"/>
                      <a:pt x="81178" y="268332"/>
                      <a:pt x="81178" y="268332"/>
                    </a:cubicBezTo>
                    <a:cubicBezTo>
                      <a:pt x="81178" y="268332"/>
                      <a:pt x="83048" y="271627"/>
                      <a:pt x="78328" y="272072"/>
                    </a:cubicBezTo>
                    <a:cubicBezTo>
                      <a:pt x="73608" y="272517"/>
                      <a:pt x="68799" y="274744"/>
                      <a:pt x="67553" y="273497"/>
                    </a:cubicBezTo>
                    <a:cubicBezTo>
                      <a:pt x="66306" y="272250"/>
                      <a:pt x="57667" y="257467"/>
                      <a:pt x="56242" y="255686"/>
                    </a:cubicBezTo>
                    <a:cubicBezTo>
                      <a:pt x="54818" y="253905"/>
                      <a:pt x="51879" y="245177"/>
                      <a:pt x="54194" y="243396"/>
                    </a:cubicBezTo>
                    <a:close/>
                    <a:moveTo>
                      <a:pt x="38609" y="127802"/>
                    </a:moveTo>
                    <a:cubicBezTo>
                      <a:pt x="35492" y="138400"/>
                      <a:pt x="46714" y="145613"/>
                      <a:pt x="59003" y="150422"/>
                    </a:cubicBezTo>
                    <a:cubicBezTo>
                      <a:pt x="71293" y="155231"/>
                      <a:pt x="85720" y="145435"/>
                      <a:pt x="84918" y="149175"/>
                    </a:cubicBezTo>
                    <a:cubicBezTo>
                      <a:pt x="81340" y="162102"/>
                      <a:pt x="76070" y="174499"/>
                      <a:pt x="69244" y="186045"/>
                    </a:cubicBezTo>
                    <a:cubicBezTo>
                      <a:pt x="73341" y="192367"/>
                      <a:pt x="77349" y="195662"/>
                      <a:pt x="75746" y="199670"/>
                    </a:cubicBezTo>
                    <a:cubicBezTo>
                      <a:pt x="72718" y="207329"/>
                      <a:pt x="59181" y="211247"/>
                      <a:pt x="50009" y="217481"/>
                    </a:cubicBezTo>
                    <a:cubicBezTo>
                      <a:pt x="44042" y="218104"/>
                      <a:pt x="34780" y="205280"/>
                      <a:pt x="29170" y="210980"/>
                    </a:cubicBezTo>
                    <a:cubicBezTo>
                      <a:pt x="12427" y="227099"/>
                      <a:pt x="33355" y="262632"/>
                      <a:pt x="40123" y="269400"/>
                    </a:cubicBezTo>
                    <a:cubicBezTo>
                      <a:pt x="56599" y="280889"/>
                      <a:pt x="29882" y="280800"/>
                      <a:pt x="23648" y="280354"/>
                    </a:cubicBezTo>
                    <a:cubicBezTo>
                      <a:pt x="12249" y="279642"/>
                      <a:pt x="9844" y="271449"/>
                      <a:pt x="3699" y="274833"/>
                    </a:cubicBezTo>
                    <a:cubicBezTo>
                      <a:pt x="1829" y="275812"/>
                      <a:pt x="-2356" y="282937"/>
                      <a:pt x="850" y="299145"/>
                    </a:cubicBezTo>
                    <a:cubicBezTo>
                      <a:pt x="16791" y="353202"/>
                      <a:pt x="53036" y="318648"/>
                      <a:pt x="98811" y="312325"/>
                    </a:cubicBezTo>
                    <a:cubicBezTo>
                      <a:pt x="106114" y="316244"/>
                      <a:pt x="77438" y="379829"/>
                      <a:pt x="145654" y="366827"/>
                    </a:cubicBezTo>
                    <a:cubicBezTo>
                      <a:pt x="149929" y="369232"/>
                      <a:pt x="170946" y="400223"/>
                      <a:pt x="167028" y="406813"/>
                    </a:cubicBezTo>
                    <a:cubicBezTo>
                      <a:pt x="163109" y="413404"/>
                      <a:pt x="83494" y="389448"/>
                      <a:pt x="67285" y="354092"/>
                    </a:cubicBezTo>
                    <a:cubicBezTo>
                      <a:pt x="58380" y="347413"/>
                      <a:pt x="42795" y="341446"/>
                      <a:pt x="46090" y="358011"/>
                    </a:cubicBezTo>
                    <a:cubicBezTo>
                      <a:pt x="46090" y="396216"/>
                      <a:pt x="163020" y="444038"/>
                      <a:pt x="212090" y="446354"/>
                    </a:cubicBezTo>
                    <a:cubicBezTo>
                      <a:pt x="219393" y="446354"/>
                      <a:pt x="221441" y="439764"/>
                      <a:pt x="221530" y="430324"/>
                    </a:cubicBezTo>
                    <a:cubicBezTo>
                      <a:pt x="221530" y="423289"/>
                      <a:pt x="210309" y="409129"/>
                      <a:pt x="201938" y="393455"/>
                    </a:cubicBezTo>
                    <a:cubicBezTo>
                      <a:pt x="193689" y="380232"/>
                      <a:pt x="183615" y="368240"/>
                      <a:pt x="172015" y="357833"/>
                    </a:cubicBezTo>
                    <a:cubicBezTo>
                      <a:pt x="172460" y="354894"/>
                      <a:pt x="190717" y="351421"/>
                      <a:pt x="210042" y="346701"/>
                    </a:cubicBezTo>
                    <a:cubicBezTo>
                      <a:pt x="229456" y="346701"/>
                      <a:pt x="239163" y="358189"/>
                      <a:pt x="256796" y="354271"/>
                    </a:cubicBezTo>
                    <a:cubicBezTo>
                      <a:pt x="264188" y="352044"/>
                      <a:pt x="265256" y="342248"/>
                      <a:pt x="264010" y="333521"/>
                    </a:cubicBezTo>
                    <a:cubicBezTo>
                      <a:pt x="263386" y="329335"/>
                      <a:pt x="261160" y="326218"/>
                      <a:pt x="253590" y="321943"/>
                    </a:cubicBezTo>
                    <a:cubicBezTo>
                      <a:pt x="236848" y="312503"/>
                      <a:pt x="213604" y="317312"/>
                      <a:pt x="203897" y="318025"/>
                    </a:cubicBezTo>
                    <a:cubicBezTo>
                      <a:pt x="179751" y="321181"/>
                      <a:pt x="156371" y="328662"/>
                      <a:pt x="134879" y="340111"/>
                    </a:cubicBezTo>
                    <a:cubicBezTo>
                      <a:pt x="119828" y="341179"/>
                      <a:pt x="135502" y="312593"/>
                      <a:pt x="149929" y="303064"/>
                    </a:cubicBezTo>
                    <a:cubicBezTo>
                      <a:pt x="175043" y="298967"/>
                      <a:pt x="202205" y="301015"/>
                      <a:pt x="212981" y="293446"/>
                    </a:cubicBezTo>
                    <a:cubicBezTo>
                      <a:pt x="220872" y="281505"/>
                      <a:pt x="217591" y="265428"/>
                      <a:pt x="205650" y="257537"/>
                    </a:cubicBezTo>
                    <a:cubicBezTo>
                      <a:pt x="200999" y="254463"/>
                      <a:pt x="195481" y="252971"/>
                      <a:pt x="189915" y="253281"/>
                    </a:cubicBezTo>
                    <a:cubicBezTo>
                      <a:pt x="183681" y="253281"/>
                      <a:pt x="194546" y="244376"/>
                      <a:pt x="208261" y="237519"/>
                    </a:cubicBezTo>
                    <a:cubicBezTo>
                      <a:pt x="218057" y="226476"/>
                      <a:pt x="222421" y="208219"/>
                      <a:pt x="199801" y="192991"/>
                    </a:cubicBezTo>
                    <a:cubicBezTo>
                      <a:pt x="166583" y="174556"/>
                      <a:pt x="110745" y="185777"/>
                      <a:pt x="101839" y="186312"/>
                    </a:cubicBezTo>
                    <a:cubicBezTo>
                      <a:pt x="108251" y="166452"/>
                      <a:pt x="115643" y="147572"/>
                      <a:pt x="121431" y="143030"/>
                    </a:cubicBezTo>
                    <a:cubicBezTo>
                      <a:pt x="133276" y="140448"/>
                      <a:pt x="149128" y="137598"/>
                      <a:pt x="168275" y="134125"/>
                    </a:cubicBezTo>
                    <a:cubicBezTo>
                      <a:pt x="187422" y="130652"/>
                      <a:pt x="221708" y="123616"/>
                      <a:pt x="192765" y="100996"/>
                    </a:cubicBezTo>
                    <a:cubicBezTo>
                      <a:pt x="175845" y="93248"/>
                      <a:pt x="171481" y="100996"/>
                      <a:pt x="167651" y="106429"/>
                    </a:cubicBezTo>
                    <a:cubicBezTo>
                      <a:pt x="143784" y="109635"/>
                      <a:pt x="132474" y="116136"/>
                      <a:pt x="124370" y="115334"/>
                    </a:cubicBezTo>
                    <a:cubicBezTo>
                      <a:pt x="126953" y="99037"/>
                      <a:pt x="136749" y="71964"/>
                      <a:pt x="140489" y="57092"/>
                    </a:cubicBezTo>
                    <a:cubicBezTo>
                      <a:pt x="144230" y="42219"/>
                      <a:pt x="157054" y="31444"/>
                      <a:pt x="161774" y="23607"/>
                    </a:cubicBezTo>
                    <a:cubicBezTo>
                      <a:pt x="162614" y="11863"/>
                      <a:pt x="154341" y="1425"/>
                      <a:pt x="142715" y="-438"/>
                    </a:cubicBezTo>
                    <a:cubicBezTo>
                      <a:pt x="128674" y="18004"/>
                      <a:pt x="118799" y="39273"/>
                      <a:pt x="113772" y="61901"/>
                    </a:cubicBezTo>
                    <a:cubicBezTo>
                      <a:pt x="111190" y="71430"/>
                      <a:pt x="97654" y="122013"/>
                      <a:pt x="92488" y="123082"/>
                    </a:cubicBezTo>
                    <a:cubicBezTo>
                      <a:pt x="81458" y="126567"/>
                      <a:pt x="70173" y="129188"/>
                      <a:pt x="58736" y="130919"/>
                    </a:cubicBezTo>
                    <a:cubicBezTo>
                      <a:pt x="52413" y="129850"/>
                      <a:pt x="41726" y="125130"/>
                      <a:pt x="38609" y="127980"/>
                    </a:cubicBezTo>
                    <a:close/>
                  </a:path>
                </a:pathLst>
              </a:custGeom>
              <a:grpFill/>
              <a:ln w="888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eaLnBrk="0" fontAlgn="base" hangingPunct="0"/>
                <a:endParaRPr lang="zh-CN" altLang="en-US">
                  <a:latin typeface="Century Gothic" panose="020B0502020202020204" pitchFamily="34" charset="0"/>
                  <a:ea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4" Type="http://schemas.openxmlformats.org/officeDocument/2006/relationships/theme" Target="../theme/theme1.xml"/><Relationship Id="rId43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4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</p:sldLayoutIdLst>
  <p:transition spd="med">
    <p:fade/>
  </p:transition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charset="-122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14.png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7" Type="http://schemas.openxmlformats.org/officeDocument/2006/relationships/notesSlide" Target="../notesSlides/notesSlide2.xml"/><Relationship Id="rId16" Type="http://schemas.openxmlformats.org/officeDocument/2006/relationships/slideLayout" Target="../slideLayouts/slideLayout23.xml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7.xml"/><Relationship Id="rId1" Type="http://schemas.openxmlformats.org/officeDocument/2006/relationships/image" Target="../media/image17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/>
          <p:cNvSpPr txBox="1"/>
          <p:nvPr/>
        </p:nvSpPr>
        <p:spPr>
          <a:xfrm>
            <a:off x="1795145" y="2931795"/>
            <a:ext cx="8589010" cy="13531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0" fontAlgn="base" hangingPunct="0">
              <a:lnSpc>
                <a:spcPct val="110000"/>
              </a:lnSpc>
            </a:pPr>
            <a:r>
              <a:rPr lang="zh-CN" sz="4800" b="1" spc="300" dirty="0">
                <a:solidFill>
                  <a:schemeClr val="bg1"/>
                </a:solidFill>
                <a:latin typeface="+mn-ea"/>
                <a:ea typeface="+mn-ea"/>
              </a:rPr>
              <a:t>模型预测控制</a:t>
            </a:r>
            <a:r>
              <a:rPr lang="en-US" altLang="zh-CN" sz="4800" b="1" spc="300" dirty="0">
                <a:solidFill>
                  <a:schemeClr val="bg1"/>
                </a:solidFill>
                <a:latin typeface="+mn-ea"/>
                <a:ea typeface="+mn-ea"/>
              </a:rPr>
              <a:t>“</a:t>
            </a:r>
            <a:r>
              <a:rPr lang="zh-CN" altLang="en-US" sz="4800" b="1" spc="300" dirty="0">
                <a:solidFill>
                  <a:schemeClr val="bg1"/>
                </a:solidFill>
                <a:latin typeface="+mn-ea"/>
                <a:ea typeface="+mn-ea"/>
              </a:rPr>
              <a:t>万花筒</a:t>
            </a:r>
            <a:r>
              <a:rPr lang="en-US" altLang="zh-CN" sz="4800" b="1" spc="300" dirty="0">
                <a:solidFill>
                  <a:schemeClr val="bg1"/>
                </a:solidFill>
                <a:latin typeface="+mn-ea"/>
                <a:ea typeface="+mn-ea"/>
              </a:rPr>
              <a:t>”</a:t>
            </a:r>
            <a:endParaRPr lang="en-US" altLang="zh-CN" sz="5400" b="1" spc="300" dirty="0">
              <a:solidFill>
                <a:schemeClr val="bg1"/>
              </a:solidFill>
              <a:latin typeface="+mn-ea"/>
              <a:ea typeface="+mn-ea"/>
            </a:endParaRPr>
          </a:p>
          <a:p>
            <a:pPr algn="r" eaLnBrk="0" fontAlgn="base" hangingPunct="0">
              <a:lnSpc>
                <a:spcPct val="110000"/>
              </a:lnSpc>
            </a:pPr>
            <a:r>
              <a:rPr lang="en-US" altLang="zh-CN" sz="3200" b="1" spc="300" dirty="0">
                <a:solidFill>
                  <a:schemeClr val="bg1"/>
                </a:solidFill>
                <a:latin typeface="+mn-ea"/>
                <a:ea typeface="+mn-ea"/>
              </a:rPr>
              <a:t>——</a:t>
            </a:r>
            <a:r>
              <a:rPr lang="zh-CN" altLang="en-US" sz="3200" b="1" spc="300" dirty="0">
                <a:solidFill>
                  <a:schemeClr val="bg1"/>
                </a:solidFill>
                <a:latin typeface="+mn-ea"/>
                <a:ea typeface="+mn-ea"/>
              </a:rPr>
              <a:t>以</a:t>
            </a:r>
            <a:r>
              <a:rPr lang="zh-CN" sz="3200" b="1" spc="300" dirty="0">
                <a:solidFill>
                  <a:schemeClr val="bg1"/>
                </a:solidFill>
                <a:latin typeface="+mn-ea"/>
                <a:sym typeface="+mn-ea"/>
              </a:rPr>
              <a:t>机器人系统为例</a:t>
            </a:r>
            <a:endParaRPr lang="zh-CN" altLang="zh-CN" sz="3200" b="1" spc="300" dirty="0">
              <a:solidFill>
                <a:schemeClr val="bg1"/>
              </a:solidFill>
              <a:latin typeface="+mn-ea"/>
              <a:ea typeface="+mn-ea"/>
              <a:sym typeface="+mn-ea"/>
            </a:endParaRPr>
          </a:p>
        </p:txBody>
      </p:sp>
      <p:sp>
        <p:nvSpPr>
          <p:cNvPr id="87" name="businessman_126354"/>
          <p:cNvSpPr>
            <a:spLocks noChangeAspect="1"/>
          </p:cNvSpPr>
          <p:nvPr>
            <p:custDataLst>
              <p:tags r:id="rId1"/>
            </p:custDataLst>
          </p:nvPr>
        </p:nvSpPr>
        <p:spPr bwMode="auto">
          <a:xfrm>
            <a:off x="6428005" y="5204669"/>
            <a:ext cx="324490" cy="323999"/>
          </a:xfrm>
          <a:custGeom>
            <a:avLst/>
            <a:gdLst>
              <a:gd name="connsiteX0" fmla="*/ 296829 w 606086"/>
              <a:gd name="connsiteY0" fmla="*/ 111836 h 605169"/>
              <a:gd name="connsiteX1" fmla="*/ 345700 w 606086"/>
              <a:gd name="connsiteY1" fmla="*/ 122069 h 605169"/>
              <a:gd name="connsiteX2" fmla="*/ 369424 w 606086"/>
              <a:gd name="connsiteY2" fmla="*/ 144052 h 605169"/>
              <a:gd name="connsiteX3" fmla="*/ 395520 w 606086"/>
              <a:gd name="connsiteY3" fmla="*/ 226770 h 605169"/>
              <a:gd name="connsiteX4" fmla="*/ 392104 w 606086"/>
              <a:gd name="connsiteY4" fmla="*/ 239561 h 605169"/>
              <a:gd name="connsiteX5" fmla="*/ 400360 w 606086"/>
              <a:gd name="connsiteY5" fmla="*/ 274430 h 605169"/>
              <a:gd name="connsiteX6" fmla="*/ 383469 w 606086"/>
              <a:gd name="connsiteY6" fmla="*/ 303708 h 605169"/>
              <a:gd name="connsiteX7" fmla="*/ 324444 w 606086"/>
              <a:gd name="connsiteY7" fmla="*/ 376666 h 605169"/>
              <a:gd name="connsiteX8" fmla="*/ 281172 w 606086"/>
              <a:gd name="connsiteY8" fmla="*/ 376761 h 605169"/>
              <a:gd name="connsiteX9" fmla="*/ 222147 w 606086"/>
              <a:gd name="connsiteY9" fmla="*/ 303708 h 605169"/>
              <a:gd name="connsiteX10" fmla="*/ 205350 w 606086"/>
              <a:gd name="connsiteY10" fmla="*/ 274430 h 605169"/>
              <a:gd name="connsiteX11" fmla="*/ 213701 w 606086"/>
              <a:gd name="connsiteY11" fmla="*/ 239656 h 605169"/>
              <a:gd name="connsiteX12" fmla="*/ 210285 w 606086"/>
              <a:gd name="connsiteY12" fmla="*/ 226959 h 605169"/>
              <a:gd name="connsiteX13" fmla="*/ 210190 w 606086"/>
              <a:gd name="connsiteY13" fmla="*/ 186216 h 605169"/>
              <a:gd name="connsiteX14" fmla="*/ 233914 w 606086"/>
              <a:gd name="connsiteY14" fmla="*/ 144715 h 605169"/>
              <a:gd name="connsiteX15" fmla="*/ 255929 w 606086"/>
              <a:gd name="connsiteY15" fmla="*/ 126523 h 605169"/>
              <a:gd name="connsiteX16" fmla="*/ 277376 w 606086"/>
              <a:gd name="connsiteY16" fmla="*/ 115531 h 605169"/>
              <a:gd name="connsiteX17" fmla="*/ 296829 w 606086"/>
              <a:gd name="connsiteY17" fmla="*/ 111836 h 605169"/>
              <a:gd name="connsiteX18" fmla="*/ 304039 w 606086"/>
              <a:gd name="connsiteY18" fmla="*/ 58271 h 605169"/>
              <a:gd name="connsiteX19" fmla="*/ 59309 w 606086"/>
              <a:gd name="connsiteY19" fmla="*/ 302537 h 605169"/>
              <a:gd name="connsiteX20" fmla="*/ 113398 w 606086"/>
              <a:gd name="connsiteY20" fmla="*/ 455559 h 605169"/>
              <a:gd name="connsiteX21" fmla="*/ 149078 w 606086"/>
              <a:gd name="connsiteY21" fmla="*/ 407331 h 605169"/>
              <a:gd name="connsiteX22" fmla="*/ 236001 w 606086"/>
              <a:gd name="connsiteY22" fmla="*/ 367725 h 605169"/>
              <a:gd name="connsiteX23" fmla="*/ 272155 w 606086"/>
              <a:gd name="connsiteY23" fmla="*/ 481804 h 605169"/>
              <a:gd name="connsiteX24" fmla="*/ 277090 w 606086"/>
              <a:gd name="connsiteY24" fmla="*/ 497249 h 605169"/>
              <a:gd name="connsiteX25" fmla="*/ 293316 w 606086"/>
              <a:gd name="connsiteY25" fmla="*/ 451484 h 605169"/>
              <a:gd name="connsiteX26" fmla="*/ 304039 w 606086"/>
              <a:gd name="connsiteY26" fmla="*/ 397193 h 605169"/>
              <a:gd name="connsiteX27" fmla="*/ 314762 w 606086"/>
              <a:gd name="connsiteY27" fmla="*/ 451484 h 605169"/>
              <a:gd name="connsiteX28" fmla="*/ 330894 w 606086"/>
              <a:gd name="connsiteY28" fmla="*/ 496965 h 605169"/>
              <a:gd name="connsiteX29" fmla="*/ 335829 w 606086"/>
              <a:gd name="connsiteY29" fmla="*/ 481710 h 605169"/>
              <a:gd name="connsiteX30" fmla="*/ 335924 w 606086"/>
              <a:gd name="connsiteY30" fmla="*/ 481994 h 605169"/>
              <a:gd name="connsiteX31" fmla="*/ 341617 w 606086"/>
              <a:gd name="connsiteY31" fmla="*/ 463897 h 605169"/>
              <a:gd name="connsiteX32" fmla="*/ 371983 w 606086"/>
              <a:gd name="connsiteY32" fmla="*/ 367915 h 605169"/>
              <a:gd name="connsiteX33" fmla="*/ 458906 w 606086"/>
              <a:gd name="connsiteY33" fmla="*/ 407426 h 605169"/>
              <a:gd name="connsiteX34" fmla="*/ 494586 w 606086"/>
              <a:gd name="connsiteY34" fmla="*/ 455653 h 605169"/>
              <a:gd name="connsiteX35" fmla="*/ 548770 w 606086"/>
              <a:gd name="connsiteY35" fmla="*/ 302537 h 605169"/>
              <a:gd name="connsiteX36" fmla="*/ 304039 w 606086"/>
              <a:gd name="connsiteY36" fmla="*/ 58271 h 605169"/>
              <a:gd name="connsiteX37" fmla="*/ 302996 w 606086"/>
              <a:gd name="connsiteY37" fmla="*/ 0 h 605169"/>
              <a:gd name="connsiteX38" fmla="*/ 606086 w 606086"/>
              <a:gd name="connsiteY38" fmla="*/ 302537 h 605169"/>
              <a:gd name="connsiteX39" fmla="*/ 302996 w 606086"/>
              <a:gd name="connsiteY39" fmla="*/ 605169 h 605169"/>
              <a:gd name="connsiteX40" fmla="*/ 0 w 606086"/>
              <a:gd name="connsiteY40" fmla="*/ 302537 h 605169"/>
              <a:gd name="connsiteX41" fmla="*/ 302996 w 606086"/>
              <a:gd name="connsiteY41" fmla="*/ 0 h 6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06086" h="605169">
                <a:moveTo>
                  <a:pt x="296829" y="111836"/>
                </a:moveTo>
                <a:cubicBezTo>
                  <a:pt x="318086" y="109941"/>
                  <a:pt x="334123" y="115247"/>
                  <a:pt x="345700" y="122069"/>
                </a:cubicBezTo>
                <a:cubicBezTo>
                  <a:pt x="362876" y="131544"/>
                  <a:pt x="369424" y="144052"/>
                  <a:pt x="369424" y="144052"/>
                </a:cubicBezTo>
                <a:cubicBezTo>
                  <a:pt x="369424" y="144052"/>
                  <a:pt x="408806" y="146799"/>
                  <a:pt x="395520" y="226770"/>
                </a:cubicBezTo>
                <a:cubicBezTo>
                  <a:pt x="394761" y="231128"/>
                  <a:pt x="393622" y="235297"/>
                  <a:pt x="392104" y="239561"/>
                </a:cubicBezTo>
                <a:cubicBezTo>
                  <a:pt x="400075" y="238803"/>
                  <a:pt x="409280" y="243351"/>
                  <a:pt x="400360" y="274430"/>
                </a:cubicBezTo>
                <a:cubicBezTo>
                  <a:pt x="394002" y="297075"/>
                  <a:pt x="388023" y="303329"/>
                  <a:pt x="383469" y="303708"/>
                </a:cubicBezTo>
                <a:cubicBezTo>
                  <a:pt x="379293" y="330522"/>
                  <a:pt x="357942" y="364538"/>
                  <a:pt x="324444" y="376666"/>
                </a:cubicBezTo>
                <a:cubicBezTo>
                  <a:pt x="310494" y="381688"/>
                  <a:pt x="295026" y="381688"/>
                  <a:pt x="281172" y="376761"/>
                </a:cubicBezTo>
                <a:cubicBezTo>
                  <a:pt x="247009" y="364728"/>
                  <a:pt x="226322" y="330617"/>
                  <a:pt x="222147" y="303708"/>
                </a:cubicBezTo>
                <a:cubicBezTo>
                  <a:pt x="217782" y="303329"/>
                  <a:pt x="211803" y="297075"/>
                  <a:pt x="205350" y="274430"/>
                </a:cubicBezTo>
                <a:cubicBezTo>
                  <a:pt x="196525" y="243446"/>
                  <a:pt x="205825" y="238898"/>
                  <a:pt x="213701" y="239656"/>
                </a:cubicBezTo>
                <a:cubicBezTo>
                  <a:pt x="212183" y="235392"/>
                  <a:pt x="211044" y="231128"/>
                  <a:pt x="210285" y="226959"/>
                </a:cubicBezTo>
                <a:cubicBezTo>
                  <a:pt x="207533" y="212557"/>
                  <a:pt x="206774" y="199102"/>
                  <a:pt x="210190" y="186216"/>
                </a:cubicBezTo>
                <a:cubicBezTo>
                  <a:pt x="214176" y="169066"/>
                  <a:pt x="223475" y="155327"/>
                  <a:pt x="233914" y="144715"/>
                </a:cubicBezTo>
                <a:cubicBezTo>
                  <a:pt x="240556" y="137609"/>
                  <a:pt x="247958" y="131544"/>
                  <a:pt x="255929" y="126523"/>
                </a:cubicBezTo>
                <a:cubicBezTo>
                  <a:pt x="262382" y="121975"/>
                  <a:pt x="269499" y="118184"/>
                  <a:pt x="277376" y="115531"/>
                </a:cubicBezTo>
                <a:cubicBezTo>
                  <a:pt x="283544" y="113447"/>
                  <a:pt x="289997" y="112215"/>
                  <a:pt x="296829" y="111836"/>
                </a:cubicBezTo>
                <a:close/>
                <a:moveTo>
                  <a:pt x="304039" y="58271"/>
                </a:moveTo>
                <a:cubicBezTo>
                  <a:pt x="168911" y="58271"/>
                  <a:pt x="59309" y="167613"/>
                  <a:pt x="59309" y="302537"/>
                </a:cubicBezTo>
                <a:cubicBezTo>
                  <a:pt x="59309" y="360524"/>
                  <a:pt x="79616" y="413774"/>
                  <a:pt x="113398" y="455559"/>
                </a:cubicBezTo>
                <a:cubicBezTo>
                  <a:pt x="115675" y="435851"/>
                  <a:pt x="124026" y="413584"/>
                  <a:pt x="149078" y="407331"/>
                </a:cubicBezTo>
                <a:cubicBezTo>
                  <a:pt x="196999" y="395203"/>
                  <a:pt x="236001" y="367725"/>
                  <a:pt x="236001" y="367725"/>
                </a:cubicBezTo>
                <a:lnTo>
                  <a:pt x="272155" y="481804"/>
                </a:lnTo>
                <a:lnTo>
                  <a:pt x="277090" y="497249"/>
                </a:lnTo>
                <a:lnTo>
                  <a:pt x="293316" y="451484"/>
                </a:lnTo>
                <a:cubicBezTo>
                  <a:pt x="252797" y="395013"/>
                  <a:pt x="304039" y="397193"/>
                  <a:pt x="304039" y="397193"/>
                </a:cubicBezTo>
                <a:cubicBezTo>
                  <a:pt x="304039" y="397193"/>
                  <a:pt x="355377" y="395013"/>
                  <a:pt x="314762" y="451484"/>
                </a:cubicBezTo>
                <a:lnTo>
                  <a:pt x="330894" y="496965"/>
                </a:lnTo>
                <a:lnTo>
                  <a:pt x="335829" y="481710"/>
                </a:lnTo>
                <a:lnTo>
                  <a:pt x="335924" y="481994"/>
                </a:lnTo>
                <a:lnTo>
                  <a:pt x="341617" y="463897"/>
                </a:lnTo>
                <a:lnTo>
                  <a:pt x="371983" y="367915"/>
                </a:lnTo>
                <a:cubicBezTo>
                  <a:pt x="371983" y="367915"/>
                  <a:pt x="410985" y="395298"/>
                  <a:pt x="458906" y="407426"/>
                </a:cubicBezTo>
                <a:cubicBezTo>
                  <a:pt x="483958" y="413774"/>
                  <a:pt x="492308" y="435945"/>
                  <a:pt x="494586" y="455653"/>
                </a:cubicBezTo>
                <a:cubicBezTo>
                  <a:pt x="528368" y="413774"/>
                  <a:pt x="548770" y="360524"/>
                  <a:pt x="548770" y="302537"/>
                </a:cubicBezTo>
                <a:cubicBezTo>
                  <a:pt x="548770" y="167613"/>
                  <a:pt x="439168" y="58271"/>
                  <a:pt x="304039" y="58271"/>
                </a:cubicBezTo>
                <a:close/>
                <a:moveTo>
                  <a:pt x="302996" y="0"/>
                </a:moveTo>
                <a:cubicBezTo>
                  <a:pt x="470388" y="0"/>
                  <a:pt x="606086" y="135398"/>
                  <a:pt x="606086" y="302537"/>
                </a:cubicBezTo>
                <a:cubicBezTo>
                  <a:pt x="606086" y="469676"/>
                  <a:pt x="470388" y="605169"/>
                  <a:pt x="302996" y="605169"/>
                </a:cubicBezTo>
                <a:cubicBezTo>
                  <a:pt x="135603" y="605169"/>
                  <a:pt x="0" y="469676"/>
                  <a:pt x="0" y="302537"/>
                </a:cubicBezTo>
                <a:cubicBezTo>
                  <a:pt x="0" y="135398"/>
                  <a:pt x="135603" y="0"/>
                  <a:pt x="3029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8" name="user-avatar-profile_70039"/>
          <p:cNvSpPr>
            <a:spLocks noChangeAspect="1"/>
          </p:cNvSpPr>
          <p:nvPr>
            <p:custDataLst>
              <p:tags r:id="rId2"/>
            </p:custDataLst>
          </p:nvPr>
        </p:nvSpPr>
        <p:spPr bwMode="auto">
          <a:xfrm>
            <a:off x="3404689" y="5200185"/>
            <a:ext cx="324453" cy="324000"/>
          </a:xfrm>
          <a:custGeom>
            <a:avLst/>
            <a:gdLst>
              <a:gd name="connsiteX0" fmla="*/ 203130 w 605451"/>
              <a:gd name="connsiteY0" fmla="*/ 345841 h 604605"/>
              <a:gd name="connsiteX1" fmla="*/ 302807 w 605451"/>
              <a:gd name="connsiteY1" fmla="*/ 396386 h 604605"/>
              <a:gd name="connsiteX2" fmla="*/ 402301 w 605451"/>
              <a:gd name="connsiteY2" fmla="*/ 345933 h 604605"/>
              <a:gd name="connsiteX3" fmla="*/ 450630 w 605451"/>
              <a:gd name="connsiteY3" fmla="*/ 394101 h 604605"/>
              <a:gd name="connsiteX4" fmla="*/ 469119 w 605451"/>
              <a:gd name="connsiteY4" fmla="*/ 433038 h 604605"/>
              <a:gd name="connsiteX5" fmla="*/ 302807 w 605451"/>
              <a:gd name="connsiteY5" fmla="*/ 513928 h 604605"/>
              <a:gd name="connsiteX6" fmla="*/ 136403 w 605451"/>
              <a:gd name="connsiteY6" fmla="*/ 432947 h 604605"/>
              <a:gd name="connsiteX7" fmla="*/ 154893 w 605451"/>
              <a:gd name="connsiteY7" fmla="*/ 394101 h 604605"/>
              <a:gd name="connsiteX8" fmla="*/ 203130 w 605451"/>
              <a:gd name="connsiteY8" fmla="*/ 345841 h 604605"/>
              <a:gd name="connsiteX9" fmla="*/ 302771 w 605451"/>
              <a:gd name="connsiteY9" fmla="*/ 170278 h 604605"/>
              <a:gd name="connsiteX10" fmla="*/ 240548 w 605451"/>
              <a:gd name="connsiteY10" fmla="*/ 248130 h 604605"/>
              <a:gd name="connsiteX11" fmla="*/ 302771 w 605451"/>
              <a:gd name="connsiteY11" fmla="*/ 325798 h 604605"/>
              <a:gd name="connsiteX12" fmla="*/ 364903 w 605451"/>
              <a:gd name="connsiteY12" fmla="*/ 248130 h 604605"/>
              <a:gd name="connsiteX13" fmla="*/ 302771 w 605451"/>
              <a:gd name="connsiteY13" fmla="*/ 170278 h 604605"/>
              <a:gd name="connsiteX14" fmla="*/ 302771 w 605451"/>
              <a:gd name="connsiteY14" fmla="*/ 129982 h 604605"/>
              <a:gd name="connsiteX15" fmla="*/ 405257 w 605451"/>
              <a:gd name="connsiteY15" fmla="*/ 248130 h 604605"/>
              <a:gd name="connsiteX16" fmla="*/ 302771 w 605451"/>
              <a:gd name="connsiteY16" fmla="*/ 366094 h 604605"/>
              <a:gd name="connsiteX17" fmla="*/ 200194 w 605451"/>
              <a:gd name="connsiteY17" fmla="*/ 248130 h 604605"/>
              <a:gd name="connsiteX18" fmla="*/ 302771 w 605451"/>
              <a:gd name="connsiteY18" fmla="*/ 129982 h 604605"/>
              <a:gd name="connsiteX19" fmla="*/ 302771 w 605451"/>
              <a:gd name="connsiteY19" fmla="*/ 60415 h 604605"/>
              <a:gd name="connsiteX20" fmla="*/ 60591 w 605451"/>
              <a:gd name="connsiteY20" fmla="*/ 302348 h 604605"/>
              <a:gd name="connsiteX21" fmla="*/ 302771 w 605451"/>
              <a:gd name="connsiteY21" fmla="*/ 544190 h 604605"/>
              <a:gd name="connsiteX22" fmla="*/ 544952 w 605451"/>
              <a:gd name="connsiteY22" fmla="*/ 302348 h 604605"/>
              <a:gd name="connsiteX23" fmla="*/ 302771 w 605451"/>
              <a:gd name="connsiteY23" fmla="*/ 60415 h 604605"/>
              <a:gd name="connsiteX24" fmla="*/ 302771 w 605451"/>
              <a:gd name="connsiteY24" fmla="*/ 0 h 604605"/>
              <a:gd name="connsiteX25" fmla="*/ 605451 w 605451"/>
              <a:gd name="connsiteY25" fmla="*/ 302348 h 604605"/>
              <a:gd name="connsiteX26" fmla="*/ 302771 w 605451"/>
              <a:gd name="connsiteY26" fmla="*/ 604605 h 604605"/>
              <a:gd name="connsiteX27" fmla="*/ 0 w 605451"/>
              <a:gd name="connsiteY27" fmla="*/ 302348 h 604605"/>
              <a:gd name="connsiteX28" fmla="*/ 302771 w 605451"/>
              <a:gd name="connsiteY28" fmla="*/ 0 h 604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5451" h="604605">
                <a:moveTo>
                  <a:pt x="203130" y="345841"/>
                </a:moveTo>
                <a:cubicBezTo>
                  <a:pt x="227568" y="376735"/>
                  <a:pt x="263082" y="396386"/>
                  <a:pt x="302807" y="396386"/>
                </a:cubicBezTo>
                <a:cubicBezTo>
                  <a:pt x="342440" y="396386"/>
                  <a:pt x="378046" y="376735"/>
                  <a:pt x="402301" y="345933"/>
                </a:cubicBezTo>
                <a:cubicBezTo>
                  <a:pt x="423079" y="355895"/>
                  <a:pt x="440378" y="372530"/>
                  <a:pt x="450630" y="394101"/>
                </a:cubicBezTo>
                <a:lnTo>
                  <a:pt x="469119" y="433038"/>
                </a:lnTo>
                <a:cubicBezTo>
                  <a:pt x="430310" y="482212"/>
                  <a:pt x="370174" y="513928"/>
                  <a:pt x="302807" y="513928"/>
                </a:cubicBezTo>
                <a:cubicBezTo>
                  <a:pt x="235257" y="513928"/>
                  <a:pt x="175212" y="482212"/>
                  <a:pt x="136403" y="432947"/>
                </a:cubicBezTo>
                <a:lnTo>
                  <a:pt x="154893" y="394101"/>
                </a:lnTo>
                <a:cubicBezTo>
                  <a:pt x="165144" y="372530"/>
                  <a:pt x="182443" y="355804"/>
                  <a:pt x="203130" y="345841"/>
                </a:cubicBezTo>
                <a:close/>
                <a:moveTo>
                  <a:pt x="302771" y="170278"/>
                </a:moveTo>
                <a:cubicBezTo>
                  <a:pt x="268457" y="170278"/>
                  <a:pt x="240548" y="205184"/>
                  <a:pt x="240548" y="248130"/>
                </a:cubicBezTo>
                <a:cubicBezTo>
                  <a:pt x="240548" y="290984"/>
                  <a:pt x="268457" y="325798"/>
                  <a:pt x="302771" y="325798"/>
                </a:cubicBezTo>
                <a:cubicBezTo>
                  <a:pt x="336994" y="325798"/>
                  <a:pt x="364903" y="290984"/>
                  <a:pt x="364903" y="248130"/>
                </a:cubicBezTo>
                <a:cubicBezTo>
                  <a:pt x="364903" y="205184"/>
                  <a:pt x="336994" y="170278"/>
                  <a:pt x="302771" y="170278"/>
                </a:cubicBezTo>
                <a:close/>
                <a:moveTo>
                  <a:pt x="302771" y="129982"/>
                </a:moveTo>
                <a:cubicBezTo>
                  <a:pt x="359230" y="129982"/>
                  <a:pt x="405257" y="182980"/>
                  <a:pt x="405257" y="248130"/>
                </a:cubicBezTo>
                <a:cubicBezTo>
                  <a:pt x="405257" y="313188"/>
                  <a:pt x="359230" y="366094"/>
                  <a:pt x="302771" y="366094"/>
                </a:cubicBezTo>
                <a:cubicBezTo>
                  <a:pt x="246221" y="366094"/>
                  <a:pt x="200194" y="313188"/>
                  <a:pt x="200194" y="248130"/>
                </a:cubicBezTo>
                <a:cubicBezTo>
                  <a:pt x="200194" y="182980"/>
                  <a:pt x="246221" y="129982"/>
                  <a:pt x="302771" y="129982"/>
                </a:cubicBezTo>
                <a:close/>
                <a:moveTo>
                  <a:pt x="302771" y="60415"/>
                </a:moveTo>
                <a:cubicBezTo>
                  <a:pt x="169142" y="60415"/>
                  <a:pt x="60591" y="168997"/>
                  <a:pt x="60591" y="302348"/>
                </a:cubicBezTo>
                <a:cubicBezTo>
                  <a:pt x="60591" y="435700"/>
                  <a:pt x="169142" y="544190"/>
                  <a:pt x="302771" y="544190"/>
                </a:cubicBezTo>
                <a:cubicBezTo>
                  <a:pt x="436309" y="544190"/>
                  <a:pt x="544952" y="435700"/>
                  <a:pt x="544952" y="302348"/>
                </a:cubicBezTo>
                <a:cubicBezTo>
                  <a:pt x="544952" y="168997"/>
                  <a:pt x="436309" y="60415"/>
                  <a:pt x="302771" y="60415"/>
                </a:cubicBezTo>
                <a:close/>
                <a:moveTo>
                  <a:pt x="302771" y="0"/>
                </a:moveTo>
                <a:cubicBezTo>
                  <a:pt x="469717" y="0"/>
                  <a:pt x="605451" y="135636"/>
                  <a:pt x="605451" y="302348"/>
                </a:cubicBezTo>
                <a:cubicBezTo>
                  <a:pt x="605451" y="468969"/>
                  <a:pt x="469717" y="604605"/>
                  <a:pt x="302771" y="604605"/>
                </a:cubicBezTo>
                <a:cubicBezTo>
                  <a:pt x="135826" y="604605"/>
                  <a:pt x="0" y="468969"/>
                  <a:pt x="0" y="302348"/>
                </a:cubicBezTo>
                <a:cubicBezTo>
                  <a:pt x="0" y="135636"/>
                  <a:pt x="135826" y="0"/>
                  <a:pt x="3027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9" name="文本框 88"/>
          <p:cNvSpPr txBox="1"/>
          <p:nvPr>
            <p:custDataLst>
              <p:tags r:id="rId3"/>
            </p:custDataLst>
          </p:nvPr>
        </p:nvSpPr>
        <p:spPr>
          <a:xfrm>
            <a:off x="3893776" y="5210059"/>
            <a:ext cx="2534229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eaLnBrk="0" fontAlgn="base" hangingPunct="0">
              <a:lnSpc>
                <a:spcPct val="120000"/>
              </a:lnSpc>
            </a:pPr>
            <a:r>
              <a:rPr lang="zh-CN" altLang="en-US" spc="300" dirty="0">
                <a:solidFill>
                  <a:schemeClr val="bg1"/>
                </a:solidFill>
                <a:latin typeface="+mn-ea"/>
                <a:ea typeface="微软雅黑" panose="020B0503020204020204" charset="-122"/>
              </a:rPr>
              <a:t>汇报人：杨宸涵</a:t>
            </a:r>
            <a:endParaRPr lang="zh-CN" altLang="en-US" spc="300" dirty="0">
              <a:solidFill>
                <a:schemeClr val="bg1"/>
              </a:solidFill>
              <a:latin typeface="+mn-ea"/>
              <a:ea typeface="微软雅黑" panose="020B0503020204020204" charset="-122"/>
            </a:endParaRPr>
          </a:p>
        </p:txBody>
      </p:sp>
      <p:sp>
        <p:nvSpPr>
          <p:cNvPr id="90" name="文本框 89"/>
          <p:cNvSpPr txBox="1"/>
          <p:nvPr>
            <p:custDataLst>
              <p:tags r:id="rId4"/>
            </p:custDataLst>
          </p:nvPr>
        </p:nvSpPr>
        <p:spPr>
          <a:xfrm>
            <a:off x="6917092" y="5214543"/>
            <a:ext cx="3714570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eaLnBrk="0" fontAlgn="base" hangingPunct="0">
              <a:lnSpc>
                <a:spcPct val="120000"/>
              </a:lnSpc>
            </a:pPr>
            <a:r>
              <a:rPr lang="zh-CN" altLang="en-US" spc="300" dirty="0">
                <a:solidFill>
                  <a:schemeClr val="bg1"/>
                </a:solidFill>
                <a:latin typeface="+mn-ea"/>
                <a:ea typeface="微软雅黑" panose="020B0503020204020204" charset="-122"/>
              </a:rPr>
              <a:t>导　师：孙中奇</a:t>
            </a:r>
            <a:endParaRPr lang="zh-CN" altLang="en-US" spc="300" dirty="0">
              <a:solidFill>
                <a:schemeClr val="bg1"/>
              </a:solidFill>
              <a:latin typeface="+mn-ea"/>
              <a:ea typeface="微软雅黑" panose="020B0503020204020204" charset="-122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4174139" y="5973866"/>
            <a:ext cx="3855403" cy="4056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0" fontAlgn="base" hangingPunct="0">
              <a:lnSpc>
                <a:spcPct val="120000"/>
              </a:lnSpc>
            </a:pPr>
            <a:fld id="{2F5614F4-CA07-4450-AD4F-84AA8A8D6B40}" type="datetime2">
              <a:rPr lang="zh-CN" altLang="en-US" spc="300" smtClean="0">
                <a:solidFill>
                  <a:schemeClr val="bg1"/>
                </a:solidFill>
                <a:latin typeface="+mn-ea"/>
                <a:ea typeface="微软雅黑" panose="020B0503020204020204" charset="-122"/>
              </a:rPr>
            </a:fld>
            <a:endParaRPr lang="zh-CN" altLang="en-US" sz="2400" spc="300" dirty="0" smtClean="0">
              <a:solidFill>
                <a:schemeClr val="bg1"/>
              </a:solidFill>
              <a:latin typeface="+mn-ea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4458970"/>
            <a:ext cx="11516360" cy="4737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0" fontAlgn="base" hangingPunct="0">
              <a:lnSpc>
                <a:spcPct val="110000"/>
              </a:lnSpc>
            </a:pPr>
            <a:r>
              <a:rPr lang="en-US" sz="2800" b="1" dirty="0">
                <a:solidFill>
                  <a:schemeClr val="bg1"/>
                </a:solidFill>
                <a:uFillTx/>
                <a:latin typeface="微软雅黑" panose="020B0503020204020204" charset="-122"/>
                <a:ea typeface="微软雅黑" panose="020B0503020204020204" charset="-122"/>
              </a:rPr>
              <a:t>Kaleidoscope of Model Predictive Control for Robotic Systems</a:t>
            </a:r>
            <a:endParaRPr lang="en-US" sz="2800" b="1" dirty="0">
              <a:solidFill>
                <a:schemeClr val="bg1"/>
              </a:solidFill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图片 3"/>
          <p:cNvPicPr/>
          <p:nvPr/>
        </p:nvPicPr>
        <p:blipFill>
          <a:blip r:embed="rId5"/>
          <a:stretch>
            <a:fillRect/>
          </a:stretch>
        </p:blipFill>
        <p:spPr>
          <a:xfrm>
            <a:off x="9911715" y="71120"/>
            <a:ext cx="2215515" cy="69151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>
            <p:custDataLst>
              <p:tags r:id="rId1"/>
            </p:custDataLst>
          </p:nvPr>
        </p:nvGrpSpPr>
        <p:grpSpPr>
          <a:xfrm>
            <a:off x="6135847" y="2924237"/>
            <a:ext cx="5844097" cy="511814"/>
            <a:chOff x="5181690" y="2820871"/>
            <a:chExt cx="6290318" cy="550893"/>
          </a:xfrm>
        </p:grpSpPr>
        <p:sp>
          <p:nvSpPr>
            <p:cNvPr id="4" name="椭圆 3"/>
            <p:cNvSpPr/>
            <p:nvPr>
              <p:custDataLst>
                <p:tags r:id="rId2"/>
              </p:custDataLst>
            </p:nvPr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1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3"/>
              </p:custDataLst>
            </p:nvPr>
          </p:nvSpPr>
          <p:spPr>
            <a:xfrm>
              <a:off x="6025662" y="2880873"/>
              <a:ext cx="5446346" cy="397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引言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4"/>
            </p:custDataLst>
          </p:nvPr>
        </p:nvGrpSpPr>
        <p:grpSpPr>
          <a:xfrm>
            <a:off x="6137763" y="3642259"/>
            <a:ext cx="5844097" cy="511814"/>
            <a:chOff x="5181690" y="3693789"/>
            <a:chExt cx="6290318" cy="550893"/>
          </a:xfrm>
        </p:grpSpPr>
        <p:sp>
          <p:nvSpPr>
            <p:cNvPr id="5" name="椭圆 4"/>
            <p:cNvSpPr/>
            <p:nvPr>
              <p:custDataLst>
                <p:tags r:id="rId5"/>
              </p:custDataLst>
            </p:nvPr>
          </p:nvSpPr>
          <p:spPr>
            <a:xfrm>
              <a:off x="5181690" y="3693789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2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0" name="文本框 9"/>
            <p:cNvSpPr txBox="1"/>
            <p:nvPr>
              <p:custDataLst>
                <p:tags r:id="rId6"/>
              </p:custDataLst>
            </p:nvPr>
          </p:nvSpPr>
          <p:spPr>
            <a:xfrm>
              <a:off x="6025662" y="3748369"/>
              <a:ext cx="5446346" cy="397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经典模型预测控制</a:t>
              </a:r>
              <a:endParaRPr lang="zh-CN" altLang="en-US" sz="2400" b="1" spc="300" dirty="0">
                <a:latin typeface="+mj-ea"/>
                <a:ea typeface="+mj-ea"/>
              </a:endParaRPr>
            </a:p>
          </p:txBody>
        </p:sp>
      </p:grpSp>
      <p:grpSp>
        <p:nvGrpSpPr>
          <p:cNvPr id="17" name="组合 16"/>
          <p:cNvGrpSpPr/>
          <p:nvPr>
            <p:custDataLst>
              <p:tags r:id="rId7"/>
            </p:custDataLst>
          </p:nvPr>
        </p:nvGrpSpPr>
        <p:grpSpPr>
          <a:xfrm>
            <a:off x="6135847" y="4361345"/>
            <a:ext cx="5853574" cy="511814"/>
            <a:chOff x="5184190" y="4548742"/>
            <a:chExt cx="6300518" cy="550893"/>
          </a:xfrm>
        </p:grpSpPr>
        <p:sp>
          <p:nvSpPr>
            <p:cNvPr id="6" name="椭圆 5"/>
            <p:cNvSpPr/>
            <p:nvPr>
              <p:custDataLst>
                <p:tags r:id="rId8"/>
              </p:custDataLst>
            </p:nvPr>
          </p:nvSpPr>
          <p:spPr>
            <a:xfrm>
              <a:off x="5184190" y="4548742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3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9"/>
              </p:custDataLst>
            </p:nvPr>
          </p:nvSpPr>
          <p:spPr>
            <a:xfrm>
              <a:off x="6025662" y="4608744"/>
              <a:ext cx="5459046" cy="397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鲁棒模型预测控制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6" name="组合 15"/>
          <p:cNvGrpSpPr/>
          <p:nvPr>
            <p:custDataLst>
              <p:tags r:id="rId10"/>
            </p:custDataLst>
          </p:nvPr>
        </p:nvGrpSpPr>
        <p:grpSpPr>
          <a:xfrm>
            <a:off x="6135847" y="5077767"/>
            <a:ext cx="5844097" cy="511814"/>
            <a:chOff x="5181690" y="5404127"/>
            <a:chExt cx="6290318" cy="550893"/>
          </a:xfrm>
        </p:grpSpPr>
        <p:sp>
          <p:nvSpPr>
            <p:cNvPr id="7" name="椭圆 6"/>
            <p:cNvSpPr/>
            <p:nvPr>
              <p:custDataLst>
                <p:tags r:id="rId11"/>
              </p:custDataLst>
            </p:nvPr>
          </p:nvSpPr>
          <p:spPr>
            <a:xfrm>
              <a:off x="5181690" y="5404127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4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12"/>
              </p:custDataLst>
            </p:nvPr>
          </p:nvSpPr>
          <p:spPr>
            <a:xfrm>
              <a:off x="6025662" y="5469119"/>
              <a:ext cx="5446346" cy="397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智能模型预测控制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0" name="组合 19"/>
          <p:cNvGrpSpPr/>
          <p:nvPr>
            <p:custDataLst>
              <p:tags r:id="rId13"/>
            </p:custDataLst>
          </p:nvPr>
        </p:nvGrpSpPr>
        <p:grpSpPr>
          <a:xfrm>
            <a:off x="6135847" y="5794189"/>
            <a:ext cx="5844097" cy="511814"/>
            <a:chOff x="5181690" y="5404127"/>
            <a:chExt cx="6290318" cy="550893"/>
          </a:xfrm>
        </p:grpSpPr>
        <p:sp>
          <p:nvSpPr>
            <p:cNvPr id="21" name="椭圆 20"/>
            <p:cNvSpPr/>
            <p:nvPr>
              <p:custDataLst>
                <p:tags r:id="rId14"/>
              </p:custDataLst>
            </p:nvPr>
          </p:nvSpPr>
          <p:spPr>
            <a:xfrm>
              <a:off x="5181690" y="5404127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>
                  <a:latin typeface="Century Gothic" panose="020B0502020202020204" pitchFamily="34" charset="0"/>
                </a:rPr>
                <a:t>5</a:t>
              </a:r>
              <a:endParaRPr lang="zh-CN" altLang="en-US" sz="2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15"/>
              </p:custDataLst>
            </p:nvPr>
          </p:nvSpPr>
          <p:spPr>
            <a:xfrm>
              <a:off x="6025662" y="5469119"/>
              <a:ext cx="5446346" cy="4130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2400" b="1" spc="300" dirty="0">
                  <a:latin typeface="+mj-ea"/>
                  <a:ea typeface="+mj-ea"/>
                </a:rPr>
                <a:t>总结与展望</a:t>
              </a:r>
              <a:endParaRPr lang="zh-CN" altLang="en-US" sz="2400" b="1" spc="300" dirty="0">
                <a:solidFill>
                  <a:schemeClr val="accent3"/>
                </a:solidFill>
              </a:endParaRPr>
            </a:p>
          </p:txBody>
        </p:sp>
      </p:grpSp>
      <p:sp>
        <p:nvSpPr>
          <p:cNvPr id="23" name="文本占位符 5"/>
          <p:cNvSpPr txBox="1"/>
          <p:nvPr/>
        </p:nvSpPr>
        <p:spPr>
          <a:xfrm>
            <a:off x="1678166" y="3775845"/>
            <a:ext cx="2762739" cy="9143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6000" b="1" kern="1200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目录</a:t>
            </a:r>
            <a:endParaRPr lang="zh-CN" altLang="en-US" dirty="0"/>
          </a:p>
        </p:txBody>
      </p:sp>
      <p:sp>
        <p:nvSpPr>
          <p:cNvPr id="24" name="文本占位符 8"/>
          <p:cNvSpPr txBox="1"/>
          <p:nvPr/>
        </p:nvSpPr>
        <p:spPr>
          <a:xfrm>
            <a:off x="2063073" y="4793977"/>
            <a:ext cx="1992924" cy="3608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Tx/>
              <a:buNone/>
              <a:defRPr sz="2000" b="0" kern="1200" baseline="0">
                <a:solidFill>
                  <a:schemeClr val="accent2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zh-CN" altLang="en-US" dirty="0">
              <a:solidFill>
                <a:schemeClr val="tx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2767873" y="5369423"/>
            <a:ext cx="583324" cy="617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3662994" y="4283909"/>
            <a:ext cx="4892610" cy="782043"/>
            <a:chOff x="5181690" y="2820871"/>
            <a:chExt cx="3446492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1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3" y="2888229"/>
              <a:ext cx="2639579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研究背景与目的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一段一图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660400" y="4149725"/>
            <a:ext cx="4228465" cy="188087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sx="101000" sy="101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53745" y="425831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400" b="1">
                <a:solidFill>
                  <a:schemeClr val="accent2"/>
                </a:solidFill>
              </a:rPr>
              <a:t>早期预测控制</a:t>
            </a:r>
            <a:endParaRPr lang="zh-CN" altLang="en-US" sz="2400" b="1">
              <a:solidFill>
                <a:schemeClr val="accent2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267450" y="4423410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模型算法控制（</a:t>
            </a:r>
            <a:r>
              <a:rPr lang="en-US" altLang="zh-CN"/>
              <a:t>MAC</a:t>
            </a:r>
            <a:r>
              <a:rPr lang="zh-CN" altLang="en-US"/>
              <a:t>）</a:t>
            </a:r>
            <a:endParaRPr lang="zh-CN" altLang="en-US"/>
          </a:p>
          <a:p>
            <a:r>
              <a:rPr lang="zh-CN" altLang="en-US"/>
              <a:t>动态矩阵控制（</a:t>
            </a:r>
            <a:r>
              <a:rPr lang="en-US" altLang="zh-CN"/>
              <a:t>DMC</a:t>
            </a:r>
            <a:r>
              <a:rPr lang="zh-CN" altLang="en-US"/>
              <a:t>）</a:t>
            </a:r>
            <a:endParaRPr lang="zh-CN" altLang="en-US"/>
          </a:p>
          <a:p>
            <a:r>
              <a:rPr lang="zh-CN" altLang="en-US"/>
              <a:t>广义预测控制（</a:t>
            </a:r>
            <a:r>
              <a:rPr lang="en-US" altLang="zh-CN"/>
              <a:t>GPC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一段一图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660400" y="1026788"/>
            <a:ext cx="10858500" cy="50038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sx="101000" sy="101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1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>
            <a:fillRect/>
          </a:stretch>
        </p:blipFill>
        <p:spPr>
          <a:xfrm>
            <a:off x="5312645" y="1026788"/>
            <a:ext cx="6206255" cy="5003793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39788" y="1866432"/>
            <a:ext cx="3807349" cy="722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4000" b="1" spc="300" dirty="0">
                <a:solidFill>
                  <a:schemeClr val="tx2"/>
                </a:solidFill>
                <a:latin typeface="微软雅黑" panose="020B0503020204020204" charset="-122"/>
                <a:ea typeface="微软雅黑" panose="020B0503020204020204" charset="-122"/>
              </a:rPr>
              <a:t>在此输入标题</a:t>
            </a:r>
            <a:endParaRPr lang="zh-CN" altLang="en-US" sz="4000" b="1" spc="300" dirty="0">
              <a:solidFill>
                <a:schemeClr val="tx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139789" y="2797274"/>
            <a:ext cx="3690136" cy="252069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 eaLnBrk="1" hangingPunct="1">
              <a:lnSpc>
                <a:spcPct val="130000"/>
              </a:lnSpc>
            </a:pPr>
            <a:r>
              <a:rPr lang="zh-CN" altLang="en-US" spc="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这是图文介绍的一页，右面的图可以替换，把图删了然后单击插入图片，放入你所需要的图裁剪到合适的大小就可以了。图文要匹配，如果图片清晰无水印表意明确，将会更美观，感谢你阅读到了这里</a:t>
            </a:r>
            <a:endParaRPr lang="zh-CN" altLang="en-US" spc="3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1121924" y="2661234"/>
            <a:ext cx="3708000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3662994" y="4283909"/>
            <a:ext cx="4892610" cy="782043"/>
            <a:chOff x="5181690" y="2820871"/>
            <a:chExt cx="3446492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2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3" y="2888229"/>
              <a:ext cx="2639579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研究内容与方法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3662994" y="4283909"/>
            <a:ext cx="4892610" cy="782043"/>
            <a:chOff x="5181690" y="2820871"/>
            <a:chExt cx="3446492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3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3" y="2888229"/>
              <a:ext cx="2639579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实验结果与分析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4227544" y="4283909"/>
            <a:ext cx="3660158" cy="782043"/>
            <a:chOff x="5181690" y="2820871"/>
            <a:chExt cx="2578318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4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4" y="2888229"/>
              <a:ext cx="1771404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问题与讨论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4227544" y="4283909"/>
            <a:ext cx="3660158" cy="782043"/>
            <a:chOff x="5181690" y="2820871"/>
            <a:chExt cx="2578318" cy="550893"/>
          </a:xfrm>
        </p:grpSpPr>
        <p:sp>
          <p:nvSpPr>
            <p:cNvPr id="4" name="椭圆 3"/>
            <p:cNvSpPr/>
            <p:nvPr/>
          </p:nvSpPr>
          <p:spPr>
            <a:xfrm>
              <a:off x="5181690" y="2820871"/>
              <a:ext cx="550893" cy="55089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400" b="1" dirty="0">
                  <a:latin typeface="Century Gothic" panose="020B0502020202020204" pitchFamily="34" charset="0"/>
                </a:rPr>
                <a:t>5</a:t>
              </a:r>
              <a:endParaRPr lang="zh-CN" altLang="en-US" sz="4400" b="1" dirty="0">
                <a:latin typeface="Century Gothic" panose="020B0502020202020204" pitchFamily="34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988604" y="2888229"/>
              <a:ext cx="1771404" cy="39025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3600" b="1" spc="300" dirty="0">
                  <a:latin typeface="+mj-ea"/>
                  <a:ea typeface="+mj-ea"/>
                </a:rPr>
                <a:t>总结与展望</a:t>
              </a:r>
              <a:endParaRPr lang="zh-CN" altLang="en-US" sz="3600" b="1" spc="300" dirty="0">
                <a:solidFill>
                  <a:schemeClr val="accent3"/>
                </a:solidFill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/>
          <p:cNvSpPr txBox="1"/>
          <p:nvPr/>
        </p:nvSpPr>
        <p:spPr>
          <a:xfrm>
            <a:off x="660399" y="3576453"/>
            <a:ext cx="10858501" cy="69288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0" fontAlgn="base" hangingPunct="0">
              <a:lnSpc>
                <a:spcPct val="110000"/>
              </a:lnSpc>
            </a:pPr>
            <a:r>
              <a:rPr lang="zh-CN" altLang="en-US" sz="4400" spc="300" dirty="0">
                <a:solidFill>
                  <a:schemeClr val="bg1"/>
                </a:solidFill>
                <a:latin typeface="+mn-ea"/>
                <a:ea typeface="+mn-ea"/>
              </a:rPr>
              <a:t>感谢各位老师  请您批评指正</a:t>
            </a:r>
            <a:endParaRPr lang="zh-CN" altLang="en-US" sz="4400" spc="300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cxnSp>
        <p:nvCxnSpPr>
          <p:cNvPr id="81" name="直接连接符 80"/>
          <p:cNvCxnSpPr/>
          <p:nvPr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businessman_126354"/>
          <p:cNvSpPr>
            <a:spLocks noChangeAspect="1"/>
          </p:cNvSpPr>
          <p:nvPr/>
        </p:nvSpPr>
        <p:spPr bwMode="auto">
          <a:xfrm>
            <a:off x="6428005" y="4989835"/>
            <a:ext cx="324490" cy="323999"/>
          </a:xfrm>
          <a:custGeom>
            <a:avLst/>
            <a:gdLst>
              <a:gd name="connsiteX0" fmla="*/ 296829 w 606086"/>
              <a:gd name="connsiteY0" fmla="*/ 111836 h 605169"/>
              <a:gd name="connsiteX1" fmla="*/ 345700 w 606086"/>
              <a:gd name="connsiteY1" fmla="*/ 122069 h 605169"/>
              <a:gd name="connsiteX2" fmla="*/ 369424 w 606086"/>
              <a:gd name="connsiteY2" fmla="*/ 144052 h 605169"/>
              <a:gd name="connsiteX3" fmla="*/ 395520 w 606086"/>
              <a:gd name="connsiteY3" fmla="*/ 226770 h 605169"/>
              <a:gd name="connsiteX4" fmla="*/ 392104 w 606086"/>
              <a:gd name="connsiteY4" fmla="*/ 239561 h 605169"/>
              <a:gd name="connsiteX5" fmla="*/ 400360 w 606086"/>
              <a:gd name="connsiteY5" fmla="*/ 274430 h 605169"/>
              <a:gd name="connsiteX6" fmla="*/ 383469 w 606086"/>
              <a:gd name="connsiteY6" fmla="*/ 303708 h 605169"/>
              <a:gd name="connsiteX7" fmla="*/ 324444 w 606086"/>
              <a:gd name="connsiteY7" fmla="*/ 376666 h 605169"/>
              <a:gd name="connsiteX8" fmla="*/ 281172 w 606086"/>
              <a:gd name="connsiteY8" fmla="*/ 376761 h 605169"/>
              <a:gd name="connsiteX9" fmla="*/ 222147 w 606086"/>
              <a:gd name="connsiteY9" fmla="*/ 303708 h 605169"/>
              <a:gd name="connsiteX10" fmla="*/ 205350 w 606086"/>
              <a:gd name="connsiteY10" fmla="*/ 274430 h 605169"/>
              <a:gd name="connsiteX11" fmla="*/ 213701 w 606086"/>
              <a:gd name="connsiteY11" fmla="*/ 239656 h 605169"/>
              <a:gd name="connsiteX12" fmla="*/ 210285 w 606086"/>
              <a:gd name="connsiteY12" fmla="*/ 226959 h 605169"/>
              <a:gd name="connsiteX13" fmla="*/ 210190 w 606086"/>
              <a:gd name="connsiteY13" fmla="*/ 186216 h 605169"/>
              <a:gd name="connsiteX14" fmla="*/ 233914 w 606086"/>
              <a:gd name="connsiteY14" fmla="*/ 144715 h 605169"/>
              <a:gd name="connsiteX15" fmla="*/ 255929 w 606086"/>
              <a:gd name="connsiteY15" fmla="*/ 126523 h 605169"/>
              <a:gd name="connsiteX16" fmla="*/ 277376 w 606086"/>
              <a:gd name="connsiteY16" fmla="*/ 115531 h 605169"/>
              <a:gd name="connsiteX17" fmla="*/ 296829 w 606086"/>
              <a:gd name="connsiteY17" fmla="*/ 111836 h 605169"/>
              <a:gd name="connsiteX18" fmla="*/ 304039 w 606086"/>
              <a:gd name="connsiteY18" fmla="*/ 58271 h 605169"/>
              <a:gd name="connsiteX19" fmla="*/ 59309 w 606086"/>
              <a:gd name="connsiteY19" fmla="*/ 302537 h 605169"/>
              <a:gd name="connsiteX20" fmla="*/ 113398 w 606086"/>
              <a:gd name="connsiteY20" fmla="*/ 455559 h 605169"/>
              <a:gd name="connsiteX21" fmla="*/ 149078 w 606086"/>
              <a:gd name="connsiteY21" fmla="*/ 407331 h 605169"/>
              <a:gd name="connsiteX22" fmla="*/ 236001 w 606086"/>
              <a:gd name="connsiteY22" fmla="*/ 367725 h 605169"/>
              <a:gd name="connsiteX23" fmla="*/ 272155 w 606086"/>
              <a:gd name="connsiteY23" fmla="*/ 481804 h 605169"/>
              <a:gd name="connsiteX24" fmla="*/ 277090 w 606086"/>
              <a:gd name="connsiteY24" fmla="*/ 497249 h 605169"/>
              <a:gd name="connsiteX25" fmla="*/ 293316 w 606086"/>
              <a:gd name="connsiteY25" fmla="*/ 451484 h 605169"/>
              <a:gd name="connsiteX26" fmla="*/ 304039 w 606086"/>
              <a:gd name="connsiteY26" fmla="*/ 397193 h 605169"/>
              <a:gd name="connsiteX27" fmla="*/ 314762 w 606086"/>
              <a:gd name="connsiteY27" fmla="*/ 451484 h 605169"/>
              <a:gd name="connsiteX28" fmla="*/ 330894 w 606086"/>
              <a:gd name="connsiteY28" fmla="*/ 496965 h 605169"/>
              <a:gd name="connsiteX29" fmla="*/ 335829 w 606086"/>
              <a:gd name="connsiteY29" fmla="*/ 481710 h 605169"/>
              <a:gd name="connsiteX30" fmla="*/ 335924 w 606086"/>
              <a:gd name="connsiteY30" fmla="*/ 481994 h 605169"/>
              <a:gd name="connsiteX31" fmla="*/ 341617 w 606086"/>
              <a:gd name="connsiteY31" fmla="*/ 463897 h 605169"/>
              <a:gd name="connsiteX32" fmla="*/ 371983 w 606086"/>
              <a:gd name="connsiteY32" fmla="*/ 367915 h 605169"/>
              <a:gd name="connsiteX33" fmla="*/ 458906 w 606086"/>
              <a:gd name="connsiteY33" fmla="*/ 407426 h 605169"/>
              <a:gd name="connsiteX34" fmla="*/ 494586 w 606086"/>
              <a:gd name="connsiteY34" fmla="*/ 455653 h 605169"/>
              <a:gd name="connsiteX35" fmla="*/ 548770 w 606086"/>
              <a:gd name="connsiteY35" fmla="*/ 302537 h 605169"/>
              <a:gd name="connsiteX36" fmla="*/ 304039 w 606086"/>
              <a:gd name="connsiteY36" fmla="*/ 58271 h 605169"/>
              <a:gd name="connsiteX37" fmla="*/ 302996 w 606086"/>
              <a:gd name="connsiteY37" fmla="*/ 0 h 605169"/>
              <a:gd name="connsiteX38" fmla="*/ 606086 w 606086"/>
              <a:gd name="connsiteY38" fmla="*/ 302537 h 605169"/>
              <a:gd name="connsiteX39" fmla="*/ 302996 w 606086"/>
              <a:gd name="connsiteY39" fmla="*/ 605169 h 605169"/>
              <a:gd name="connsiteX40" fmla="*/ 0 w 606086"/>
              <a:gd name="connsiteY40" fmla="*/ 302537 h 605169"/>
              <a:gd name="connsiteX41" fmla="*/ 302996 w 606086"/>
              <a:gd name="connsiteY41" fmla="*/ 0 h 6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06086" h="605169">
                <a:moveTo>
                  <a:pt x="296829" y="111836"/>
                </a:moveTo>
                <a:cubicBezTo>
                  <a:pt x="318086" y="109941"/>
                  <a:pt x="334123" y="115247"/>
                  <a:pt x="345700" y="122069"/>
                </a:cubicBezTo>
                <a:cubicBezTo>
                  <a:pt x="362876" y="131544"/>
                  <a:pt x="369424" y="144052"/>
                  <a:pt x="369424" y="144052"/>
                </a:cubicBezTo>
                <a:cubicBezTo>
                  <a:pt x="369424" y="144052"/>
                  <a:pt x="408806" y="146799"/>
                  <a:pt x="395520" y="226770"/>
                </a:cubicBezTo>
                <a:cubicBezTo>
                  <a:pt x="394761" y="231128"/>
                  <a:pt x="393622" y="235297"/>
                  <a:pt x="392104" y="239561"/>
                </a:cubicBezTo>
                <a:cubicBezTo>
                  <a:pt x="400075" y="238803"/>
                  <a:pt x="409280" y="243351"/>
                  <a:pt x="400360" y="274430"/>
                </a:cubicBezTo>
                <a:cubicBezTo>
                  <a:pt x="394002" y="297075"/>
                  <a:pt x="388023" y="303329"/>
                  <a:pt x="383469" y="303708"/>
                </a:cubicBezTo>
                <a:cubicBezTo>
                  <a:pt x="379293" y="330522"/>
                  <a:pt x="357942" y="364538"/>
                  <a:pt x="324444" y="376666"/>
                </a:cubicBezTo>
                <a:cubicBezTo>
                  <a:pt x="310494" y="381688"/>
                  <a:pt x="295026" y="381688"/>
                  <a:pt x="281172" y="376761"/>
                </a:cubicBezTo>
                <a:cubicBezTo>
                  <a:pt x="247009" y="364728"/>
                  <a:pt x="226322" y="330617"/>
                  <a:pt x="222147" y="303708"/>
                </a:cubicBezTo>
                <a:cubicBezTo>
                  <a:pt x="217782" y="303329"/>
                  <a:pt x="211803" y="297075"/>
                  <a:pt x="205350" y="274430"/>
                </a:cubicBezTo>
                <a:cubicBezTo>
                  <a:pt x="196525" y="243446"/>
                  <a:pt x="205825" y="238898"/>
                  <a:pt x="213701" y="239656"/>
                </a:cubicBezTo>
                <a:cubicBezTo>
                  <a:pt x="212183" y="235392"/>
                  <a:pt x="211044" y="231128"/>
                  <a:pt x="210285" y="226959"/>
                </a:cubicBezTo>
                <a:cubicBezTo>
                  <a:pt x="207533" y="212557"/>
                  <a:pt x="206774" y="199102"/>
                  <a:pt x="210190" y="186216"/>
                </a:cubicBezTo>
                <a:cubicBezTo>
                  <a:pt x="214176" y="169066"/>
                  <a:pt x="223475" y="155327"/>
                  <a:pt x="233914" y="144715"/>
                </a:cubicBezTo>
                <a:cubicBezTo>
                  <a:pt x="240556" y="137609"/>
                  <a:pt x="247958" y="131544"/>
                  <a:pt x="255929" y="126523"/>
                </a:cubicBezTo>
                <a:cubicBezTo>
                  <a:pt x="262382" y="121975"/>
                  <a:pt x="269499" y="118184"/>
                  <a:pt x="277376" y="115531"/>
                </a:cubicBezTo>
                <a:cubicBezTo>
                  <a:pt x="283544" y="113447"/>
                  <a:pt x="289997" y="112215"/>
                  <a:pt x="296829" y="111836"/>
                </a:cubicBezTo>
                <a:close/>
                <a:moveTo>
                  <a:pt x="304039" y="58271"/>
                </a:moveTo>
                <a:cubicBezTo>
                  <a:pt x="168911" y="58271"/>
                  <a:pt x="59309" y="167613"/>
                  <a:pt x="59309" y="302537"/>
                </a:cubicBezTo>
                <a:cubicBezTo>
                  <a:pt x="59309" y="360524"/>
                  <a:pt x="79616" y="413774"/>
                  <a:pt x="113398" y="455559"/>
                </a:cubicBezTo>
                <a:cubicBezTo>
                  <a:pt x="115675" y="435851"/>
                  <a:pt x="124026" y="413584"/>
                  <a:pt x="149078" y="407331"/>
                </a:cubicBezTo>
                <a:cubicBezTo>
                  <a:pt x="196999" y="395203"/>
                  <a:pt x="236001" y="367725"/>
                  <a:pt x="236001" y="367725"/>
                </a:cubicBezTo>
                <a:lnTo>
                  <a:pt x="272155" y="481804"/>
                </a:lnTo>
                <a:lnTo>
                  <a:pt x="277090" y="497249"/>
                </a:lnTo>
                <a:lnTo>
                  <a:pt x="293316" y="451484"/>
                </a:lnTo>
                <a:cubicBezTo>
                  <a:pt x="252797" y="395013"/>
                  <a:pt x="304039" y="397193"/>
                  <a:pt x="304039" y="397193"/>
                </a:cubicBezTo>
                <a:cubicBezTo>
                  <a:pt x="304039" y="397193"/>
                  <a:pt x="355377" y="395013"/>
                  <a:pt x="314762" y="451484"/>
                </a:cubicBezTo>
                <a:lnTo>
                  <a:pt x="330894" y="496965"/>
                </a:lnTo>
                <a:lnTo>
                  <a:pt x="335829" y="481710"/>
                </a:lnTo>
                <a:lnTo>
                  <a:pt x="335924" y="481994"/>
                </a:lnTo>
                <a:lnTo>
                  <a:pt x="341617" y="463897"/>
                </a:lnTo>
                <a:lnTo>
                  <a:pt x="371983" y="367915"/>
                </a:lnTo>
                <a:cubicBezTo>
                  <a:pt x="371983" y="367915"/>
                  <a:pt x="410985" y="395298"/>
                  <a:pt x="458906" y="407426"/>
                </a:cubicBezTo>
                <a:cubicBezTo>
                  <a:pt x="483958" y="413774"/>
                  <a:pt x="492308" y="435945"/>
                  <a:pt x="494586" y="455653"/>
                </a:cubicBezTo>
                <a:cubicBezTo>
                  <a:pt x="528368" y="413774"/>
                  <a:pt x="548770" y="360524"/>
                  <a:pt x="548770" y="302537"/>
                </a:cubicBezTo>
                <a:cubicBezTo>
                  <a:pt x="548770" y="167613"/>
                  <a:pt x="439168" y="58271"/>
                  <a:pt x="304039" y="58271"/>
                </a:cubicBezTo>
                <a:close/>
                <a:moveTo>
                  <a:pt x="302996" y="0"/>
                </a:moveTo>
                <a:cubicBezTo>
                  <a:pt x="470388" y="0"/>
                  <a:pt x="606086" y="135398"/>
                  <a:pt x="606086" y="302537"/>
                </a:cubicBezTo>
                <a:cubicBezTo>
                  <a:pt x="606086" y="469676"/>
                  <a:pt x="470388" y="605169"/>
                  <a:pt x="302996" y="605169"/>
                </a:cubicBezTo>
                <a:cubicBezTo>
                  <a:pt x="135603" y="605169"/>
                  <a:pt x="0" y="469676"/>
                  <a:pt x="0" y="302537"/>
                </a:cubicBezTo>
                <a:cubicBezTo>
                  <a:pt x="0" y="135398"/>
                  <a:pt x="135603" y="0"/>
                  <a:pt x="3029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2" name="user-avatar-profile_70039"/>
          <p:cNvSpPr>
            <a:spLocks noChangeAspect="1"/>
          </p:cNvSpPr>
          <p:nvPr/>
        </p:nvSpPr>
        <p:spPr bwMode="auto">
          <a:xfrm>
            <a:off x="3404689" y="4985351"/>
            <a:ext cx="324453" cy="324000"/>
          </a:xfrm>
          <a:custGeom>
            <a:avLst/>
            <a:gdLst>
              <a:gd name="connsiteX0" fmla="*/ 203130 w 605451"/>
              <a:gd name="connsiteY0" fmla="*/ 345841 h 604605"/>
              <a:gd name="connsiteX1" fmla="*/ 302807 w 605451"/>
              <a:gd name="connsiteY1" fmla="*/ 396386 h 604605"/>
              <a:gd name="connsiteX2" fmla="*/ 402301 w 605451"/>
              <a:gd name="connsiteY2" fmla="*/ 345933 h 604605"/>
              <a:gd name="connsiteX3" fmla="*/ 450630 w 605451"/>
              <a:gd name="connsiteY3" fmla="*/ 394101 h 604605"/>
              <a:gd name="connsiteX4" fmla="*/ 469119 w 605451"/>
              <a:gd name="connsiteY4" fmla="*/ 433038 h 604605"/>
              <a:gd name="connsiteX5" fmla="*/ 302807 w 605451"/>
              <a:gd name="connsiteY5" fmla="*/ 513928 h 604605"/>
              <a:gd name="connsiteX6" fmla="*/ 136403 w 605451"/>
              <a:gd name="connsiteY6" fmla="*/ 432947 h 604605"/>
              <a:gd name="connsiteX7" fmla="*/ 154893 w 605451"/>
              <a:gd name="connsiteY7" fmla="*/ 394101 h 604605"/>
              <a:gd name="connsiteX8" fmla="*/ 203130 w 605451"/>
              <a:gd name="connsiteY8" fmla="*/ 345841 h 604605"/>
              <a:gd name="connsiteX9" fmla="*/ 302771 w 605451"/>
              <a:gd name="connsiteY9" fmla="*/ 170278 h 604605"/>
              <a:gd name="connsiteX10" fmla="*/ 240548 w 605451"/>
              <a:gd name="connsiteY10" fmla="*/ 248130 h 604605"/>
              <a:gd name="connsiteX11" fmla="*/ 302771 w 605451"/>
              <a:gd name="connsiteY11" fmla="*/ 325798 h 604605"/>
              <a:gd name="connsiteX12" fmla="*/ 364903 w 605451"/>
              <a:gd name="connsiteY12" fmla="*/ 248130 h 604605"/>
              <a:gd name="connsiteX13" fmla="*/ 302771 w 605451"/>
              <a:gd name="connsiteY13" fmla="*/ 170278 h 604605"/>
              <a:gd name="connsiteX14" fmla="*/ 302771 w 605451"/>
              <a:gd name="connsiteY14" fmla="*/ 129982 h 604605"/>
              <a:gd name="connsiteX15" fmla="*/ 405257 w 605451"/>
              <a:gd name="connsiteY15" fmla="*/ 248130 h 604605"/>
              <a:gd name="connsiteX16" fmla="*/ 302771 w 605451"/>
              <a:gd name="connsiteY16" fmla="*/ 366094 h 604605"/>
              <a:gd name="connsiteX17" fmla="*/ 200194 w 605451"/>
              <a:gd name="connsiteY17" fmla="*/ 248130 h 604605"/>
              <a:gd name="connsiteX18" fmla="*/ 302771 w 605451"/>
              <a:gd name="connsiteY18" fmla="*/ 129982 h 604605"/>
              <a:gd name="connsiteX19" fmla="*/ 302771 w 605451"/>
              <a:gd name="connsiteY19" fmla="*/ 60415 h 604605"/>
              <a:gd name="connsiteX20" fmla="*/ 60591 w 605451"/>
              <a:gd name="connsiteY20" fmla="*/ 302348 h 604605"/>
              <a:gd name="connsiteX21" fmla="*/ 302771 w 605451"/>
              <a:gd name="connsiteY21" fmla="*/ 544190 h 604605"/>
              <a:gd name="connsiteX22" fmla="*/ 544952 w 605451"/>
              <a:gd name="connsiteY22" fmla="*/ 302348 h 604605"/>
              <a:gd name="connsiteX23" fmla="*/ 302771 w 605451"/>
              <a:gd name="connsiteY23" fmla="*/ 60415 h 604605"/>
              <a:gd name="connsiteX24" fmla="*/ 302771 w 605451"/>
              <a:gd name="connsiteY24" fmla="*/ 0 h 604605"/>
              <a:gd name="connsiteX25" fmla="*/ 605451 w 605451"/>
              <a:gd name="connsiteY25" fmla="*/ 302348 h 604605"/>
              <a:gd name="connsiteX26" fmla="*/ 302771 w 605451"/>
              <a:gd name="connsiteY26" fmla="*/ 604605 h 604605"/>
              <a:gd name="connsiteX27" fmla="*/ 0 w 605451"/>
              <a:gd name="connsiteY27" fmla="*/ 302348 h 604605"/>
              <a:gd name="connsiteX28" fmla="*/ 302771 w 605451"/>
              <a:gd name="connsiteY28" fmla="*/ 0 h 604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5451" h="604605">
                <a:moveTo>
                  <a:pt x="203130" y="345841"/>
                </a:moveTo>
                <a:cubicBezTo>
                  <a:pt x="227568" y="376735"/>
                  <a:pt x="263082" y="396386"/>
                  <a:pt x="302807" y="396386"/>
                </a:cubicBezTo>
                <a:cubicBezTo>
                  <a:pt x="342440" y="396386"/>
                  <a:pt x="378046" y="376735"/>
                  <a:pt x="402301" y="345933"/>
                </a:cubicBezTo>
                <a:cubicBezTo>
                  <a:pt x="423079" y="355895"/>
                  <a:pt x="440378" y="372530"/>
                  <a:pt x="450630" y="394101"/>
                </a:cubicBezTo>
                <a:lnTo>
                  <a:pt x="469119" y="433038"/>
                </a:lnTo>
                <a:cubicBezTo>
                  <a:pt x="430310" y="482212"/>
                  <a:pt x="370174" y="513928"/>
                  <a:pt x="302807" y="513928"/>
                </a:cubicBezTo>
                <a:cubicBezTo>
                  <a:pt x="235257" y="513928"/>
                  <a:pt x="175212" y="482212"/>
                  <a:pt x="136403" y="432947"/>
                </a:cubicBezTo>
                <a:lnTo>
                  <a:pt x="154893" y="394101"/>
                </a:lnTo>
                <a:cubicBezTo>
                  <a:pt x="165144" y="372530"/>
                  <a:pt x="182443" y="355804"/>
                  <a:pt x="203130" y="345841"/>
                </a:cubicBezTo>
                <a:close/>
                <a:moveTo>
                  <a:pt x="302771" y="170278"/>
                </a:moveTo>
                <a:cubicBezTo>
                  <a:pt x="268457" y="170278"/>
                  <a:pt x="240548" y="205184"/>
                  <a:pt x="240548" y="248130"/>
                </a:cubicBezTo>
                <a:cubicBezTo>
                  <a:pt x="240548" y="290984"/>
                  <a:pt x="268457" y="325798"/>
                  <a:pt x="302771" y="325798"/>
                </a:cubicBezTo>
                <a:cubicBezTo>
                  <a:pt x="336994" y="325798"/>
                  <a:pt x="364903" y="290984"/>
                  <a:pt x="364903" y="248130"/>
                </a:cubicBezTo>
                <a:cubicBezTo>
                  <a:pt x="364903" y="205184"/>
                  <a:pt x="336994" y="170278"/>
                  <a:pt x="302771" y="170278"/>
                </a:cubicBezTo>
                <a:close/>
                <a:moveTo>
                  <a:pt x="302771" y="129982"/>
                </a:moveTo>
                <a:cubicBezTo>
                  <a:pt x="359230" y="129982"/>
                  <a:pt x="405257" y="182980"/>
                  <a:pt x="405257" y="248130"/>
                </a:cubicBezTo>
                <a:cubicBezTo>
                  <a:pt x="405257" y="313188"/>
                  <a:pt x="359230" y="366094"/>
                  <a:pt x="302771" y="366094"/>
                </a:cubicBezTo>
                <a:cubicBezTo>
                  <a:pt x="246221" y="366094"/>
                  <a:pt x="200194" y="313188"/>
                  <a:pt x="200194" y="248130"/>
                </a:cubicBezTo>
                <a:cubicBezTo>
                  <a:pt x="200194" y="182980"/>
                  <a:pt x="246221" y="129982"/>
                  <a:pt x="302771" y="129982"/>
                </a:cubicBezTo>
                <a:close/>
                <a:moveTo>
                  <a:pt x="302771" y="60415"/>
                </a:moveTo>
                <a:cubicBezTo>
                  <a:pt x="169142" y="60415"/>
                  <a:pt x="60591" y="168997"/>
                  <a:pt x="60591" y="302348"/>
                </a:cubicBezTo>
                <a:cubicBezTo>
                  <a:pt x="60591" y="435700"/>
                  <a:pt x="169142" y="544190"/>
                  <a:pt x="302771" y="544190"/>
                </a:cubicBezTo>
                <a:cubicBezTo>
                  <a:pt x="436309" y="544190"/>
                  <a:pt x="544952" y="435700"/>
                  <a:pt x="544952" y="302348"/>
                </a:cubicBezTo>
                <a:cubicBezTo>
                  <a:pt x="544952" y="168997"/>
                  <a:pt x="436309" y="60415"/>
                  <a:pt x="302771" y="60415"/>
                </a:cubicBezTo>
                <a:close/>
                <a:moveTo>
                  <a:pt x="302771" y="0"/>
                </a:moveTo>
                <a:cubicBezTo>
                  <a:pt x="469717" y="0"/>
                  <a:pt x="605451" y="135636"/>
                  <a:pt x="605451" y="302348"/>
                </a:cubicBezTo>
                <a:cubicBezTo>
                  <a:pt x="605451" y="468969"/>
                  <a:pt x="469717" y="604605"/>
                  <a:pt x="302771" y="604605"/>
                </a:cubicBezTo>
                <a:cubicBezTo>
                  <a:pt x="135826" y="604605"/>
                  <a:pt x="0" y="468969"/>
                  <a:pt x="0" y="302348"/>
                </a:cubicBezTo>
                <a:cubicBezTo>
                  <a:pt x="0" y="135636"/>
                  <a:pt x="135826" y="0"/>
                  <a:pt x="3027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3" name="文本框 82"/>
          <p:cNvSpPr txBox="1"/>
          <p:nvPr/>
        </p:nvSpPr>
        <p:spPr>
          <a:xfrm>
            <a:off x="3893776" y="4995226"/>
            <a:ext cx="2261013" cy="3323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eaLnBrk="0" fontAlgn="base" hangingPunct="0">
              <a:lnSpc>
                <a:spcPct val="120000"/>
              </a:lnSpc>
            </a:pPr>
            <a:r>
              <a:rPr lang="zh-CN" altLang="en-US" spc="300" dirty="0">
                <a:solidFill>
                  <a:schemeClr val="bg1">
                    <a:alpha val="90000"/>
                  </a:schemeClr>
                </a:solidFill>
                <a:latin typeface="+mn-ea"/>
                <a:ea typeface="微软雅黑" panose="020B0503020204020204" charset="-122"/>
              </a:rPr>
              <a:t>答辩人：北小理</a:t>
            </a:r>
            <a:endParaRPr lang="zh-CN" altLang="en-US" spc="300" dirty="0">
              <a:solidFill>
                <a:schemeClr val="bg1">
                  <a:alpha val="90000"/>
                </a:schemeClr>
              </a:solidFill>
              <a:latin typeface="+mn-ea"/>
              <a:ea typeface="微软雅黑" panose="020B0503020204020204" charset="-122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6917092" y="4999709"/>
            <a:ext cx="3714570" cy="3323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eaLnBrk="0" fontAlgn="base" hangingPunct="0">
              <a:lnSpc>
                <a:spcPct val="120000"/>
              </a:lnSpc>
            </a:pPr>
            <a:r>
              <a:rPr lang="zh-CN" altLang="en-US" spc="300" dirty="0">
                <a:solidFill>
                  <a:schemeClr val="bg1">
                    <a:alpha val="90000"/>
                  </a:schemeClr>
                </a:solidFill>
                <a:latin typeface="+mn-ea"/>
                <a:ea typeface="微软雅黑" panose="020B0503020204020204" charset="-122"/>
              </a:rPr>
              <a:t>导　师：京小工</a:t>
            </a:r>
            <a:endParaRPr lang="zh-CN" altLang="en-US" spc="300" dirty="0">
              <a:solidFill>
                <a:schemeClr val="bg1">
                  <a:alpha val="90000"/>
                </a:schemeClr>
              </a:solidFill>
              <a:latin typeface="+mn-ea"/>
              <a:ea typeface="微软雅黑" panose="020B0503020204020204" charset="-122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9911715" y="71120"/>
            <a:ext cx="2215515" cy="69151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tags/tag1.xml><?xml version="1.0" encoding="utf-8"?>
<p:tagLst xmlns:p="http://schemas.openxmlformats.org/presentationml/2006/main">
  <p:tag name="PA" val="v5.1.2"/>
</p:tagLst>
</file>

<file path=ppt/tags/tag2.xml><?xml version="1.0" encoding="utf-8"?>
<p:tagLst xmlns:p="http://schemas.openxmlformats.org/presentationml/2006/main">
  <p:tag name="PA" val="v5.1.2"/>
</p:tagLst>
</file>

<file path=ppt/tags/tag3.xml><?xml version="1.0" encoding="utf-8"?>
<p:tagLst xmlns:p="http://schemas.openxmlformats.org/presentationml/2006/main">
  <p:tag name="PA" val="v5.1.2"/>
</p:tagLst>
</file>

<file path=ppt/tags/tag4.xml><?xml version="1.0" encoding="utf-8"?>
<p:tagLst xmlns:p="http://schemas.openxmlformats.org/presentationml/2006/main">
  <p:tag name="PA" val="v5.1.2"/>
</p:tagLst>
</file>

<file path=ppt/tags/tag5.xml><?xml version="1.0" encoding="utf-8"?>
<p:tagLst xmlns:p="http://schemas.openxmlformats.org/presentationml/2006/main">
  <p:tag name="PA" val="v5.1.2"/>
</p:tagLst>
</file>

<file path=ppt/tags/tag6.xml><?xml version="1.0" encoding="utf-8"?>
<p:tagLst xmlns:p="http://schemas.openxmlformats.org/presentationml/2006/main">
  <p:tag name="PA" val="v5.1.2"/>
</p:tagLst>
</file>

<file path=ppt/tags/tag7.xml><?xml version="1.0" encoding="utf-8"?>
<p:tagLst xmlns:p="http://schemas.openxmlformats.org/presentationml/2006/main">
  <p:tag name="PA" val="v5.1.2"/>
</p:tagLst>
</file>

<file path=ppt/tags/tag8.xml><?xml version="1.0" encoding="utf-8"?>
<p:tagLst xmlns:p="http://schemas.openxmlformats.org/presentationml/2006/main">
  <p:tag name="PA" val="v5.1.2"/>
</p:tagLst>
</file>

<file path=ppt/tags/tag9.xml><?xml version="1.0" encoding="utf-8"?>
<p:tagLst xmlns:p="http://schemas.openxmlformats.org/presentationml/2006/main">
  <p:tag name="PA" val="v5.1.2"/>
</p:tagLst>
</file>

<file path=ppt/tags/tag10.xml><?xml version="1.0" encoding="utf-8"?>
<p:tagLst xmlns:p="http://schemas.openxmlformats.org/presentationml/2006/main">
  <p:tag name="KSO_WM_DIAGRAM_VIRTUALLY_FRAME" val="{&quot;height&quot;:27.303700787401613,&quot;left&quot;:268.08574803149605,&quot;top&quot;:409.4633858267716,&quot;width&quot;:569.0529921259842}"/>
</p:tagLst>
</file>

<file path=ppt/tags/tag11.xml><?xml version="1.0" encoding="utf-8"?>
<p:tagLst xmlns:p="http://schemas.openxmlformats.org/presentationml/2006/main">
  <p:tag name="KSO_WM_DIAGRAM_VIRTUALLY_FRAME" val="{&quot;height&quot;:27.303700787401613,&quot;left&quot;:268.08574803149605,&quot;top&quot;:409.4633858267716,&quot;width&quot;:569.0529921259842}"/>
</p:tagLst>
</file>

<file path=ppt/tags/tag12.xml><?xml version="1.0" encoding="utf-8"?>
<p:tagLst xmlns:p="http://schemas.openxmlformats.org/presentationml/2006/main">
  <p:tag name="KSO_WM_DIAGRAM_VIRTUALLY_FRAME" val="{&quot;height&quot;:27.303700787401613,&quot;left&quot;:268.08574803149605,&quot;top&quot;:409.4633858267716,&quot;width&quot;:569.0529921259842}"/>
</p:tagLst>
</file>

<file path=ppt/tags/tag13.xml><?xml version="1.0" encoding="utf-8"?>
<p:tagLst xmlns:p="http://schemas.openxmlformats.org/presentationml/2006/main">
  <p:tag name="KSO_WM_DIAGRAM_VIRTUALLY_FRAME" val="{&quot;height&quot;:27.303700787401613,&quot;left&quot;:268.08574803149605,&quot;top&quot;:409.4633858267716,&quot;width&quot;:569.0529921259842}"/>
</p:tagLst>
</file>

<file path=ppt/tags/tag14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5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6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7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8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19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0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1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2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3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4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5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6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7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ags/tag28.xml><?xml version="1.0" encoding="utf-8"?>
<p:tagLst xmlns:p="http://schemas.openxmlformats.org/presentationml/2006/main">
  <p:tag name="KSO_WM_DIAGRAM_VIRTUALLY_FRAME" val="{&quot;height&quot;:266.2807874015748,&quot;left&quot;:483.13755905511806,&quot;top&quot;:230.2548818897638,&quot;width&quot;:460.9113385826771}"/>
</p:tagLst>
</file>

<file path=ppt/theme/theme1.xml><?xml version="1.0" encoding="utf-8"?>
<a:theme xmlns:a="http://schemas.openxmlformats.org/drawingml/2006/main" name="BITPPT经典">
  <a:themeElements>
    <a:clrScheme name="BITPPT经典">
      <a:dk1>
        <a:sysClr val="windowText" lastClr="000000"/>
      </a:dk1>
      <a:lt1>
        <a:sysClr val="window" lastClr="FFFFFF"/>
      </a:lt1>
      <a:dk2>
        <a:srgbClr val="3F3F3F"/>
      </a:dk2>
      <a:lt2>
        <a:srgbClr val="FFFFFF"/>
      </a:lt2>
      <a:accent1>
        <a:srgbClr val="057748"/>
      </a:accent1>
      <a:accent2>
        <a:srgbClr val="057748"/>
      </a:accent2>
      <a:accent3>
        <a:srgbClr val="A2A2A2"/>
      </a:accent3>
      <a:accent4>
        <a:srgbClr val="C46226"/>
      </a:accent4>
      <a:accent5>
        <a:srgbClr val="A13F0B"/>
      </a:accent5>
      <a:accent6>
        <a:srgbClr val="823C1C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347</Words>
  <Application>WPS 演示</Application>
  <PresentationFormat>宽屏</PresentationFormat>
  <Paragraphs>75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Century Gothic</vt:lpstr>
      <vt:lpstr>Arial Black</vt:lpstr>
      <vt:lpstr>Wingdings 3</vt:lpstr>
      <vt:lpstr>微软雅黑 Light</vt:lpstr>
      <vt:lpstr>Arial Unicode MS</vt:lpstr>
      <vt:lpstr>Calibri</vt:lpstr>
      <vt:lpstr>BITPPT经典</vt:lpstr>
      <vt:lpstr>PowerPoint 演示文稿</vt:lpstr>
      <vt:lpstr>PowerPoint 演示文稿</vt:lpstr>
      <vt:lpstr>PowerPoint 演示文稿</vt:lpstr>
      <vt:lpstr>一段一图</vt:lpstr>
      <vt:lpstr>一段一图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Ych_0</dc:creator>
  <cp:lastModifiedBy>迷猴逃</cp:lastModifiedBy>
  <cp:revision>11</cp:revision>
  <dcterms:created xsi:type="dcterms:W3CDTF">2023-08-09T12:44:00Z</dcterms:created>
  <dcterms:modified xsi:type="dcterms:W3CDTF">2026-10-30T06:12:03Z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AD41167015FF426B8E9DC513024DC7DD_12</vt:lpwstr>
  </property>
</Properties>
</file>